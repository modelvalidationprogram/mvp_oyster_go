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74" r:id="rId4"/>
    <p:sldId id="258" r:id="rId5"/>
    <p:sldId id="259" r:id="rId6"/>
    <p:sldId id="276" r:id="rId7"/>
    <p:sldId id="277" r:id="rId8"/>
    <p:sldId id="260" r:id="rId9"/>
    <p:sldId id="261" r:id="rId10"/>
    <p:sldId id="278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x="9144000" cy="6858000" type="screen4x3"/>
  <p:notesSz cx="6858000" cy="9144000"/>
  <p:custDataLst>
    <p:tags r:id="rId24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82"/>
  </p:normalViewPr>
  <p:slideViewPr>
    <p:cSldViewPr>
      <p:cViewPr>
        <p:scale>
          <a:sx n="94" d="100"/>
          <a:sy n="94" d="100"/>
        </p:scale>
        <p:origin x="1048" y="81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gs" Target="tags/tag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046250-FBFE-DF4D-8194-99A6AC92BB86}" type="datetimeFigureOut">
              <a:rPr lang="en-US" smtClean="0"/>
              <a:t>2/3/26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F8944D-ED95-EF4A-8A94-8F332FE090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6899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F8944D-ED95-EF4A-8A94-8F332FE090F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1817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05182-289C-D329-E3F2-8ED8A6D3F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5884E0-05CA-E6A3-96F1-09E2E24C74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872FF6-58C0-2507-24CE-78B83ED643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AB0B42-6A6A-2F89-592C-88C700B143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F8944D-ED95-EF4A-8A94-8F332FE090F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63699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27ECDE-0EF6-BFB9-3F1E-24838F345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615AFF-B687-1E57-DCA7-6756FCEFEC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0A52F0-A9D7-84F0-4C64-EF54CD4B2A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5D531D-6E5B-A42D-1E45-900FD8A2BD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F8944D-ED95-EF4A-8A94-8F332FE090F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63949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1654055" y="1600200"/>
            <a:ext cx="5835888" cy="4525962"/>
            <a:chOff x="1654055" y="1600200"/>
            <a:chExt cx="5835888" cy="4525962"/>
          </a:xfrm>
        </p:grpSpPr>
        <p:sp>
          <p:nvSpPr>
            <p:cNvPr id="4" name="rc4"/>
            <p:cNvSpPr/>
            <p:nvPr/>
          </p:nvSpPr>
          <p:spPr>
            <a:xfrm>
              <a:off x="1654055" y="1600200"/>
              <a:ext cx="5835888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l6"/>
            <p:cNvSpPr/>
            <p:nvPr/>
          </p:nvSpPr>
          <p:spPr>
            <a:xfrm>
              <a:off x="2610961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l7"/>
            <p:cNvSpPr/>
            <p:nvPr/>
          </p:nvSpPr>
          <p:spPr>
            <a:xfrm>
              <a:off x="314013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l8"/>
            <p:cNvSpPr/>
            <p:nvPr/>
          </p:nvSpPr>
          <p:spPr>
            <a:xfrm>
              <a:off x="366931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l9"/>
            <p:cNvSpPr/>
            <p:nvPr/>
          </p:nvSpPr>
          <p:spPr>
            <a:xfrm>
              <a:off x="419848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l10"/>
            <p:cNvSpPr/>
            <p:nvPr/>
          </p:nvSpPr>
          <p:spPr>
            <a:xfrm>
              <a:off x="472766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l11"/>
            <p:cNvSpPr/>
            <p:nvPr/>
          </p:nvSpPr>
          <p:spPr>
            <a:xfrm>
              <a:off x="525683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l12"/>
            <p:cNvSpPr/>
            <p:nvPr/>
          </p:nvSpPr>
          <p:spPr>
            <a:xfrm>
              <a:off x="578601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l13"/>
            <p:cNvSpPr/>
            <p:nvPr/>
          </p:nvSpPr>
          <p:spPr>
            <a:xfrm>
              <a:off x="631518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l14"/>
            <p:cNvSpPr/>
            <p:nvPr/>
          </p:nvSpPr>
          <p:spPr>
            <a:xfrm>
              <a:off x="2201917" y="5407850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5"/>
            <p:cNvSpPr/>
            <p:nvPr/>
          </p:nvSpPr>
          <p:spPr>
            <a:xfrm>
              <a:off x="2201917" y="4757570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l16"/>
            <p:cNvSpPr/>
            <p:nvPr/>
          </p:nvSpPr>
          <p:spPr>
            <a:xfrm>
              <a:off x="2201917" y="410729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l17"/>
            <p:cNvSpPr/>
            <p:nvPr/>
          </p:nvSpPr>
          <p:spPr>
            <a:xfrm>
              <a:off x="2201917" y="345701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l18"/>
            <p:cNvSpPr/>
            <p:nvPr/>
          </p:nvSpPr>
          <p:spPr>
            <a:xfrm>
              <a:off x="2201917" y="280673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g19"/>
            <p:cNvSpPr/>
            <p:nvPr/>
          </p:nvSpPr>
          <p:spPr>
            <a:xfrm>
              <a:off x="5671824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g20"/>
            <p:cNvSpPr/>
            <p:nvPr/>
          </p:nvSpPr>
          <p:spPr>
            <a:xfrm>
              <a:off x="5683461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g21"/>
            <p:cNvSpPr/>
            <p:nvPr/>
          </p:nvSpPr>
          <p:spPr>
            <a:xfrm>
              <a:off x="5695098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g22"/>
            <p:cNvSpPr/>
            <p:nvPr/>
          </p:nvSpPr>
          <p:spPr>
            <a:xfrm>
              <a:off x="5718373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g23"/>
            <p:cNvSpPr/>
            <p:nvPr/>
          </p:nvSpPr>
          <p:spPr>
            <a:xfrm>
              <a:off x="5730010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g24"/>
            <p:cNvSpPr/>
            <p:nvPr/>
          </p:nvSpPr>
          <p:spPr>
            <a:xfrm>
              <a:off x="5741648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g25"/>
            <p:cNvSpPr/>
            <p:nvPr/>
          </p:nvSpPr>
          <p:spPr>
            <a:xfrm>
              <a:off x="6276965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g26"/>
            <p:cNvSpPr/>
            <p:nvPr/>
          </p:nvSpPr>
          <p:spPr>
            <a:xfrm>
              <a:off x="6288602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g27"/>
            <p:cNvSpPr/>
            <p:nvPr/>
          </p:nvSpPr>
          <p:spPr>
            <a:xfrm>
              <a:off x="6300240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g28"/>
            <p:cNvSpPr/>
            <p:nvPr/>
          </p:nvSpPr>
          <p:spPr>
            <a:xfrm>
              <a:off x="5648549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g29"/>
            <p:cNvSpPr/>
            <p:nvPr/>
          </p:nvSpPr>
          <p:spPr>
            <a:xfrm>
              <a:off x="5660186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5671824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g31"/>
            <p:cNvSpPr/>
            <p:nvPr/>
          </p:nvSpPr>
          <p:spPr>
            <a:xfrm>
              <a:off x="5683461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g32"/>
            <p:cNvSpPr/>
            <p:nvPr/>
          </p:nvSpPr>
          <p:spPr>
            <a:xfrm>
              <a:off x="569509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g33"/>
            <p:cNvSpPr/>
            <p:nvPr/>
          </p:nvSpPr>
          <p:spPr>
            <a:xfrm>
              <a:off x="5706736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g34"/>
            <p:cNvSpPr/>
            <p:nvPr/>
          </p:nvSpPr>
          <p:spPr>
            <a:xfrm>
              <a:off x="5718373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g35"/>
            <p:cNvSpPr/>
            <p:nvPr/>
          </p:nvSpPr>
          <p:spPr>
            <a:xfrm>
              <a:off x="5730010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g36"/>
            <p:cNvSpPr/>
            <p:nvPr/>
          </p:nvSpPr>
          <p:spPr>
            <a:xfrm>
              <a:off x="574164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g37"/>
            <p:cNvSpPr/>
            <p:nvPr/>
          </p:nvSpPr>
          <p:spPr>
            <a:xfrm>
              <a:off x="626532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g38"/>
            <p:cNvSpPr/>
            <p:nvPr/>
          </p:nvSpPr>
          <p:spPr>
            <a:xfrm>
              <a:off x="6276965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g39"/>
            <p:cNvSpPr/>
            <p:nvPr/>
          </p:nvSpPr>
          <p:spPr>
            <a:xfrm>
              <a:off x="6288602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g40"/>
            <p:cNvSpPr/>
            <p:nvPr/>
          </p:nvSpPr>
          <p:spPr>
            <a:xfrm>
              <a:off x="6300240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g41"/>
            <p:cNvSpPr/>
            <p:nvPr/>
          </p:nvSpPr>
          <p:spPr>
            <a:xfrm>
              <a:off x="6311877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g42"/>
            <p:cNvSpPr/>
            <p:nvPr/>
          </p:nvSpPr>
          <p:spPr>
            <a:xfrm>
              <a:off x="5636912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g43"/>
            <p:cNvSpPr/>
            <p:nvPr/>
          </p:nvSpPr>
          <p:spPr>
            <a:xfrm>
              <a:off x="5648549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g44"/>
            <p:cNvSpPr/>
            <p:nvPr/>
          </p:nvSpPr>
          <p:spPr>
            <a:xfrm>
              <a:off x="5660186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g45"/>
            <p:cNvSpPr/>
            <p:nvPr/>
          </p:nvSpPr>
          <p:spPr>
            <a:xfrm>
              <a:off x="5671824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g46"/>
            <p:cNvSpPr/>
            <p:nvPr/>
          </p:nvSpPr>
          <p:spPr>
            <a:xfrm>
              <a:off x="5683461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g47"/>
            <p:cNvSpPr/>
            <p:nvPr/>
          </p:nvSpPr>
          <p:spPr>
            <a:xfrm>
              <a:off x="569509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g48"/>
            <p:cNvSpPr/>
            <p:nvPr/>
          </p:nvSpPr>
          <p:spPr>
            <a:xfrm>
              <a:off x="5706736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g49"/>
            <p:cNvSpPr/>
            <p:nvPr/>
          </p:nvSpPr>
          <p:spPr>
            <a:xfrm>
              <a:off x="5718373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g50"/>
            <p:cNvSpPr/>
            <p:nvPr/>
          </p:nvSpPr>
          <p:spPr>
            <a:xfrm>
              <a:off x="5730010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g51"/>
            <p:cNvSpPr/>
            <p:nvPr/>
          </p:nvSpPr>
          <p:spPr>
            <a:xfrm>
              <a:off x="574164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g52"/>
            <p:cNvSpPr/>
            <p:nvPr/>
          </p:nvSpPr>
          <p:spPr>
            <a:xfrm>
              <a:off x="5753285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g53"/>
            <p:cNvSpPr/>
            <p:nvPr/>
          </p:nvSpPr>
          <p:spPr>
            <a:xfrm>
              <a:off x="626532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g54"/>
            <p:cNvSpPr/>
            <p:nvPr/>
          </p:nvSpPr>
          <p:spPr>
            <a:xfrm>
              <a:off x="6276965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g55"/>
            <p:cNvSpPr/>
            <p:nvPr/>
          </p:nvSpPr>
          <p:spPr>
            <a:xfrm>
              <a:off x="6288602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/>
            <p:cNvSpPr/>
            <p:nvPr/>
          </p:nvSpPr>
          <p:spPr>
            <a:xfrm>
              <a:off x="6300240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g57"/>
            <p:cNvSpPr/>
            <p:nvPr/>
          </p:nvSpPr>
          <p:spPr>
            <a:xfrm>
              <a:off x="6311877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/>
            <p:cNvSpPr/>
            <p:nvPr/>
          </p:nvSpPr>
          <p:spPr>
            <a:xfrm>
              <a:off x="557872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g59"/>
            <p:cNvSpPr/>
            <p:nvPr/>
          </p:nvSpPr>
          <p:spPr>
            <a:xfrm>
              <a:off x="5590363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g60"/>
            <p:cNvSpPr/>
            <p:nvPr/>
          </p:nvSpPr>
          <p:spPr>
            <a:xfrm>
              <a:off x="560200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pg61"/>
            <p:cNvSpPr/>
            <p:nvPr/>
          </p:nvSpPr>
          <p:spPr>
            <a:xfrm>
              <a:off x="5613637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g62"/>
            <p:cNvSpPr/>
            <p:nvPr/>
          </p:nvSpPr>
          <p:spPr>
            <a:xfrm>
              <a:off x="562527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g63"/>
            <p:cNvSpPr/>
            <p:nvPr/>
          </p:nvSpPr>
          <p:spPr>
            <a:xfrm>
              <a:off x="5636912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g64"/>
            <p:cNvSpPr/>
            <p:nvPr/>
          </p:nvSpPr>
          <p:spPr>
            <a:xfrm>
              <a:off x="5648549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g65"/>
            <p:cNvSpPr/>
            <p:nvPr/>
          </p:nvSpPr>
          <p:spPr>
            <a:xfrm>
              <a:off x="5660186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g66"/>
            <p:cNvSpPr/>
            <p:nvPr/>
          </p:nvSpPr>
          <p:spPr>
            <a:xfrm>
              <a:off x="5671824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g67"/>
            <p:cNvSpPr/>
            <p:nvPr/>
          </p:nvSpPr>
          <p:spPr>
            <a:xfrm>
              <a:off x="5683461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g68"/>
            <p:cNvSpPr/>
            <p:nvPr/>
          </p:nvSpPr>
          <p:spPr>
            <a:xfrm>
              <a:off x="5695098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g69"/>
            <p:cNvSpPr/>
            <p:nvPr/>
          </p:nvSpPr>
          <p:spPr>
            <a:xfrm>
              <a:off x="5706736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g70"/>
            <p:cNvSpPr/>
            <p:nvPr/>
          </p:nvSpPr>
          <p:spPr>
            <a:xfrm>
              <a:off x="5718373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g71"/>
            <p:cNvSpPr/>
            <p:nvPr/>
          </p:nvSpPr>
          <p:spPr>
            <a:xfrm>
              <a:off x="573001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g72"/>
            <p:cNvSpPr/>
            <p:nvPr/>
          </p:nvSpPr>
          <p:spPr>
            <a:xfrm>
              <a:off x="5741648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g73"/>
            <p:cNvSpPr/>
            <p:nvPr/>
          </p:nvSpPr>
          <p:spPr>
            <a:xfrm>
              <a:off x="627696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g74"/>
            <p:cNvSpPr/>
            <p:nvPr/>
          </p:nvSpPr>
          <p:spPr>
            <a:xfrm>
              <a:off x="6288602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g75"/>
            <p:cNvSpPr/>
            <p:nvPr/>
          </p:nvSpPr>
          <p:spPr>
            <a:xfrm>
              <a:off x="630024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g76"/>
            <p:cNvSpPr/>
            <p:nvPr/>
          </p:nvSpPr>
          <p:spPr>
            <a:xfrm>
              <a:off x="554381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g77"/>
            <p:cNvSpPr/>
            <p:nvPr/>
          </p:nvSpPr>
          <p:spPr>
            <a:xfrm>
              <a:off x="5555451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g78"/>
            <p:cNvSpPr/>
            <p:nvPr/>
          </p:nvSpPr>
          <p:spPr>
            <a:xfrm>
              <a:off x="5567088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g79"/>
            <p:cNvSpPr/>
            <p:nvPr/>
          </p:nvSpPr>
          <p:spPr>
            <a:xfrm>
              <a:off x="5578725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g80"/>
            <p:cNvSpPr/>
            <p:nvPr/>
          </p:nvSpPr>
          <p:spPr>
            <a:xfrm>
              <a:off x="559036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g81"/>
            <p:cNvSpPr/>
            <p:nvPr/>
          </p:nvSpPr>
          <p:spPr>
            <a:xfrm>
              <a:off x="5602000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g82"/>
            <p:cNvSpPr/>
            <p:nvPr/>
          </p:nvSpPr>
          <p:spPr>
            <a:xfrm>
              <a:off x="5613637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g83"/>
            <p:cNvSpPr/>
            <p:nvPr/>
          </p:nvSpPr>
          <p:spPr>
            <a:xfrm>
              <a:off x="5625275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g84"/>
            <p:cNvSpPr/>
            <p:nvPr/>
          </p:nvSpPr>
          <p:spPr>
            <a:xfrm>
              <a:off x="5636912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g85"/>
            <p:cNvSpPr/>
            <p:nvPr/>
          </p:nvSpPr>
          <p:spPr>
            <a:xfrm>
              <a:off x="5648549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/>
            <p:cNvSpPr/>
            <p:nvPr/>
          </p:nvSpPr>
          <p:spPr>
            <a:xfrm>
              <a:off x="5660186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pg87"/>
            <p:cNvSpPr/>
            <p:nvPr/>
          </p:nvSpPr>
          <p:spPr>
            <a:xfrm>
              <a:off x="5671824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pg88"/>
            <p:cNvSpPr/>
            <p:nvPr/>
          </p:nvSpPr>
          <p:spPr>
            <a:xfrm>
              <a:off x="5683461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pg89"/>
            <p:cNvSpPr/>
            <p:nvPr/>
          </p:nvSpPr>
          <p:spPr>
            <a:xfrm>
              <a:off x="5695098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g90"/>
            <p:cNvSpPr/>
            <p:nvPr/>
          </p:nvSpPr>
          <p:spPr>
            <a:xfrm>
              <a:off x="5706736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g91"/>
            <p:cNvSpPr/>
            <p:nvPr/>
          </p:nvSpPr>
          <p:spPr>
            <a:xfrm>
              <a:off x="571837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g92"/>
            <p:cNvSpPr/>
            <p:nvPr/>
          </p:nvSpPr>
          <p:spPr>
            <a:xfrm>
              <a:off x="5730010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g93"/>
            <p:cNvSpPr/>
            <p:nvPr/>
          </p:nvSpPr>
          <p:spPr>
            <a:xfrm>
              <a:off x="6288602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g94"/>
            <p:cNvSpPr/>
            <p:nvPr/>
          </p:nvSpPr>
          <p:spPr>
            <a:xfrm>
              <a:off x="5532176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g95"/>
            <p:cNvSpPr/>
            <p:nvPr/>
          </p:nvSpPr>
          <p:spPr>
            <a:xfrm>
              <a:off x="5543813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g96"/>
            <p:cNvSpPr/>
            <p:nvPr/>
          </p:nvSpPr>
          <p:spPr>
            <a:xfrm>
              <a:off x="5555451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g97"/>
            <p:cNvSpPr/>
            <p:nvPr/>
          </p:nvSpPr>
          <p:spPr>
            <a:xfrm>
              <a:off x="5567088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g98"/>
            <p:cNvSpPr/>
            <p:nvPr/>
          </p:nvSpPr>
          <p:spPr>
            <a:xfrm>
              <a:off x="5578725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g99"/>
            <p:cNvSpPr/>
            <p:nvPr/>
          </p:nvSpPr>
          <p:spPr>
            <a:xfrm>
              <a:off x="5590363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g100"/>
            <p:cNvSpPr/>
            <p:nvPr/>
          </p:nvSpPr>
          <p:spPr>
            <a:xfrm>
              <a:off x="5602000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g101"/>
            <p:cNvSpPr/>
            <p:nvPr/>
          </p:nvSpPr>
          <p:spPr>
            <a:xfrm>
              <a:off x="5613637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g102"/>
            <p:cNvSpPr/>
            <p:nvPr/>
          </p:nvSpPr>
          <p:spPr>
            <a:xfrm>
              <a:off x="5625275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g103"/>
            <p:cNvSpPr/>
            <p:nvPr/>
          </p:nvSpPr>
          <p:spPr>
            <a:xfrm>
              <a:off x="5636912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g104"/>
            <p:cNvSpPr/>
            <p:nvPr/>
          </p:nvSpPr>
          <p:spPr>
            <a:xfrm>
              <a:off x="5648549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g105"/>
            <p:cNvSpPr/>
            <p:nvPr/>
          </p:nvSpPr>
          <p:spPr>
            <a:xfrm>
              <a:off x="5660186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g106"/>
            <p:cNvSpPr/>
            <p:nvPr/>
          </p:nvSpPr>
          <p:spPr>
            <a:xfrm>
              <a:off x="5671824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g107"/>
            <p:cNvSpPr/>
            <p:nvPr/>
          </p:nvSpPr>
          <p:spPr>
            <a:xfrm>
              <a:off x="5683461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g108"/>
            <p:cNvSpPr/>
            <p:nvPr/>
          </p:nvSpPr>
          <p:spPr>
            <a:xfrm>
              <a:off x="5695098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g109"/>
            <p:cNvSpPr/>
            <p:nvPr/>
          </p:nvSpPr>
          <p:spPr>
            <a:xfrm>
              <a:off x="5508901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g110"/>
            <p:cNvSpPr/>
            <p:nvPr/>
          </p:nvSpPr>
          <p:spPr>
            <a:xfrm>
              <a:off x="5520539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g111"/>
            <p:cNvSpPr/>
            <p:nvPr/>
          </p:nvSpPr>
          <p:spPr>
            <a:xfrm>
              <a:off x="5532176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g112"/>
            <p:cNvSpPr/>
            <p:nvPr/>
          </p:nvSpPr>
          <p:spPr>
            <a:xfrm>
              <a:off x="5543813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g113"/>
            <p:cNvSpPr/>
            <p:nvPr/>
          </p:nvSpPr>
          <p:spPr>
            <a:xfrm>
              <a:off x="5555451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g114"/>
            <p:cNvSpPr/>
            <p:nvPr/>
          </p:nvSpPr>
          <p:spPr>
            <a:xfrm>
              <a:off x="5567088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pg115"/>
            <p:cNvSpPr/>
            <p:nvPr/>
          </p:nvSpPr>
          <p:spPr>
            <a:xfrm>
              <a:off x="5578725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g116"/>
            <p:cNvSpPr/>
            <p:nvPr/>
          </p:nvSpPr>
          <p:spPr>
            <a:xfrm>
              <a:off x="5590363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pg117"/>
            <p:cNvSpPr/>
            <p:nvPr/>
          </p:nvSpPr>
          <p:spPr>
            <a:xfrm>
              <a:off x="5602000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g118"/>
            <p:cNvSpPr/>
            <p:nvPr/>
          </p:nvSpPr>
          <p:spPr>
            <a:xfrm>
              <a:off x="5613637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pg119"/>
            <p:cNvSpPr/>
            <p:nvPr/>
          </p:nvSpPr>
          <p:spPr>
            <a:xfrm>
              <a:off x="5625275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pg120"/>
            <p:cNvSpPr/>
            <p:nvPr/>
          </p:nvSpPr>
          <p:spPr>
            <a:xfrm>
              <a:off x="5636912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pg121"/>
            <p:cNvSpPr/>
            <p:nvPr/>
          </p:nvSpPr>
          <p:spPr>
            <a:xfrm>
              <a:off x="5648549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pg122"/>
            <p:cNvSpPr/>
            <p:nvPr/>
          </p:nvSpPr>
          <p:spPr>
            <a:xfrm>
              <a:off x="5660186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g123"/>
            <p:cNvSpPr/>
            <p:nvPr/>
          </p:nvSpPr>
          <p:spPr>
            <a:xfrm>
              <a:off x="5473989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g124"/>
            <p:cNvSpPr/>
            <p:nvPr/>
          </p:nvSpPr>
          <p:spPr>
            <a:xfrm>
              <a:off x="5485627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g125"/>
            <p:cNvSpPr/>
            <p:nvPr/>
          </p:nvSpPr>
          <p:spPr>
            <a:xfrm>
              <a:off x="5497264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g126"/>
            <p:cNvSpPr/>
            <p:nvPr/>
          </p:nvSpPr>
          <p:spPr>
            <a:xfrm>
              <a:off x="5508901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g127"/>
            <p:cNvSpPr/>
            <p:nvPr/>
          </p:nvSpPr>
          <p:spPr>
            <a:xfrm>
              <a:off x="5520539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g128"/>
            <p:cNvSpPr/>
            <p:nvPr/>
          </p:nvSpPr>
          <p:spPr>
            <a:xfrm>
              <a:off x="5532176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g129"/>
            <p:cNvSpPr/>
            <p:nvPr/>
          </p:nvSpPr>
          <p:spPr>
            <a:xfrm>
              <a:off x="5543813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g130"/>
            <p:cNvSpPr/>
            <p:nvPr/>
          </p:nvSpPr>
          <p:spPr>
            <a:xfrm>
              <a:off x="5555451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g131"/>
            <p:cNvSpPr/>
            <p:nvPr/>
          </p:nvSpPr>
          <p:spPr>
            <a:xfrm>
              <a:off x="5567088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g132"/>
            <p:cNvSpPr/>
            <p:nvPr/>
          </p:nvSpPr>
          <p:spPr>
            <a:xfrm>
              <a:off x="5578725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g133"/>
            <p:cNvSpPr/>
            <p:nvPr/>
          </p:nvSpPr>
          <p:spPr>
            <a:xfrm>
              <a:off x="5590363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pg134"/>
            <p:cNvSpPr/>
            <p:nvPr/>
          </p:nvSpPr>
          <p:spPr>
            <a:xfrm>
              <a:off x="5602000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pg135"/>
            <p:cNvSpPr/>
            <p:nvPr/>
          </p:nvSpPr>
          <p:spPr>
            <a:xfrm>
              <a:off x="5613637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pg136"/>
            <p:cNvSpPr/>
            <p:nvPr/>
          </p:nvSpPr>
          <p:spPr>
            <a:xfrm>
              <a:off x="5625275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pg137"/>
            <p:cNvSpPr/>
            <p:nvPr/>
          </p:nvSpPr>
          <p:spPr>
            <a:xfrm>
              <a:off x="5450715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pg138"/>
            <p:cNvSpPr/>
            <p:nvPr/>
          </p:nvSpPr>
          <p:spPr>
            <a:xfrm>
              <a:off x="5462352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pg139"/>
            <p:cNvSpPr/>
            <p:nvPr/>
          </p:nvSpPr>
          <p:spPr>
            <a:xfrm>
              <a:off x="5473989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pg140"/>
            <p:cNvSpPr/>
            <p:nvPr/>
          </p:nvSpPr>
          <p:spPr>
            <a:xfrm>
              <a:off x="5485627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pg141"/>
            <p:cNvSpPr/>
            <p:nvPr/>
          </p:nvSpPr>
          <p:spPr>
            <a:xfrm>
              <a:off x="5497264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pg142"/>
            <p:cNvSpPr/>
            <p:nvPr/>
          </p:nvSpPr>
          <p:spPr>
            <a:xfrm>
              <a:off x="5508901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pg143"/>
            <p:cNvSpPr/>
            <p:nvPr/>
          </p:nvSpPr>
          <p:spPr>
            <a:xfrm>
              <a:off x="5520539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pg144"/>
            <p:cNvSpPr/>
            <p:nvPr/>
          </p:nvSpPr>
          <p:spPr>
            <a:xfrm>
              <a:off x="5532176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pg145"/>
            <p:cNvSpPr/>
            <p:nvPr/>
          </p:nvSpPr>
          <p:spPr>
            <a:xfrm>
              <a:off x="5543813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pg146"/>
            <p:cNvSpPr/>
            <p:nvPr/>
          </p:nvSpPr>
          <p:spPr>
            <a:xfrm>
              <a:off x="5555451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pg147"/>
            <p:cNvSpPr/>
            <p:nvPr/>
          </p:nvSpPr>
          <p:spPr>
            <a:xfrm>
              <a:off x="5567088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pg148"/>
            <p:cNvSpPr/>
            <p:nvPr/>
          </p:nvSpPr>
          <p:spPr>
            <a:xfrm>
              <a:off x="5578725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pg149"/>
            <p:cNvSpPr/>
            <p:nvPr/>
          </p:nvSpPr>
          <p:spPr>
            <a:xfrm>
              <a:off x="5439077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pg150"/>
            <p:cNvSpPr/>
            <p:nvPr/>
          </p:nvSpPr>
          <p:spPr>
            <a:xfrm>
              <a:off x="5450715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pg151"/>
            <p:cNvSpPr/>
            <p:nvPr/>
          </p:nvSpPr>
          <p:spPr>
            <a:xfrm>
              <a:off x="5462352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pg152"/>
            <p:cNvSpPr/>
            <p:nvPr/>
          </p:nvSpPr>
          <p:spPr>
            <a:xfrm>
              <a:off x="5473989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pg153"/>
            <p:cNvSpPr/>
            <p:nvPr/>
          </p:nvSpPr>
          <p:spPr>
            <a:xfrm>
              <a:off x="5485627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pg154"/>
            <p:cNvSpPr/>
            <p:nvPr/>
          </p:nvSpPr>
          <p:spPr>
            <a:xfrm>
              <a:off x="5497264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pg155"/>
            <p:cNvSpPr/>
            <p:nvPr/>
          </p:nvSpPr>
          <p:spPr>
            <a:xfrm>
              <a:off x="5508901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pg156"/>
            <p:cNvSpPr/>
            <p:nvPr/>
          </p:nvSpPr>
          <p:spPr>
            <a:xfrm>
              <a:off x="5520539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pg157"/>
            <p:cNvSpPr/>
            <p:nvPr/>
          </p:nvSpPr>
          <p:spPr>
            <a:xfrm>
              <a:off x="5532176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pg158"/>
            <p:cNvSpPr/>
            <p:nvPr/>
          </p:nvSpPr>
          <p:spPr>
            <a:xfrm>
              <a:off x="5543813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pg159"/>
            <p:cNvSpPr/>
            <p:nvPr/>
          </p:nvSpPr>
          <p:spPr>
            <a:xfrm>
              <a:off x="5555451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pg160"/>
            <p:cNvSpPr/>
            <p:nvPr/>
          </p:nvSpPr>
          <p:spPr>
            <a:xfrm>
              <a:off x="5427440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pg161"/>
            <p:cNvSpPr/>
            <p:nvPr/>
          </p:nvSpPr>
          <p:spPr>
            <a:xfrm>
              <a:off x="5439077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pg162"/>
            <p:cNvSpPr/>
            <p:nvPr/>
          </p:nvSpPr>
          <p:spPr>
            <a:xfrm>
              <a:off x="5450715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pg163"/>
            <p:cNvSpPr/>
            <p:nvPr/>
          </p:nvSpPr>
          <p:spPr>
            <a:xfrm>
              <a:off x="5462352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pg164"/>
            <p:cNvSpPr/>
            <p:nvPr/>
          </p:nvSpPr>
          <p:spPr>
            <a:xfrm>
              <a:off x="5473989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pg165"/>
            <p:cNvSpPr/>
            <p:nvPr/>
          </p:nvSpPr>
          <p:spPr>
            <a:xfrm>
              <a:off x="5485627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pg166"/>
            <p:cNvSpPr/>
            <p:nvPr/>
          </p:nvSpPr>
          <p:spPr>
            <a:xfrm>
              <a:off x="5497264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pg167"/>
            <p:cNvSpPr/>
            <p:nvPr/>
          </p:nvSpPr>
          <p:spPr>
            <a:xfrm>
              <a:off x="5508901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pg168"/>
            <p:cNvSpPr/>
            <p:nvPr/>
          </p:nvSpPr>
          <p:spPr>
            <a:xfrm>
              <a:off x="5520539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pg169"/>
            <p:cNvSpPr/>
            <p:nvPr/>
          </p:nvSpPr>
          <p:spPr>
            <a:xfrm>
              <a:off x="5532176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pg170"/>
            <p:cNvSpPr/>
            <p:nvPr/>
          </p:nvSpPr>
          <p:spPr>
            <a:xfrm>
              <a:off x="5415803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pg171"/>
            <p:cNvSpPr/>
            <p:nvPr/>
          </p:nvSpPr>
          <p:spPr>
            <a:xfrm>
              <a:off x="5427440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pg172"/>
            <p:cNvSpPr/>
            <p:nvPr/>
          </p:nvSpPr>
          <p:spPr>
            <a:xfrm>
              <a:off x="5439077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pg173"/>
            <p:cNvSpPr/>
            <p:nvPr/>
          </p:nvSpPr>
          <p:spPr>
            <a:xfrm>
              <a:off x="5450715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pg174"/>
            <p:cNvSpPr/>
            <p:nvPr/>
          </p:nvSpPr>
          <p:spPr>
            <a:xfrm>
              <a:off x="5462352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pg175"/>
            <p:cNvSpPr/>
            <p:nvPr/>
          </p:nvSpPr>
          <p:spPr>
            <a:xfrm>
              <a:off x="5473989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pg176"/>
            <p:cNvSpPr/>
            <p:nvPr/>
          </p:nvSpPr>
          <p:spPr>
            <a:xfrm>
              <a:off x="5485627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pg177"/>
            <p:cNvSpPr/>
            <p:nvPr/>
          </p:nvSpPr>
          <p:spPr>
            <a:xfrm>
              <a:off x="5497264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pg178"/>
            <p:cNvSpPr/>
            <p:nvPr/>
          </p:nvSpPr>
          <p:spPr>
            <a:xfrm>
              <a:off x="5508901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pg179"/>
            <p:cNvSpPr/>
            <p:nvPr/>
          </p:nvSpPr>
          <p:spPr>
            <a:xfrm>
              <a:off x="5380891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pg180"/>
            <p:cNvSpPr/>
            <p:nvPr/>
          </p:nvSpPr>
          <p:spPr>
            <a:xfrm>
              <a:off x="5392528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pg181"/>
            <p:cNvSpPr/>
            <p:nvPr/>
          </p:nvSpPr>
          <p:spPr>
            <a:xfrm>
              <a:off x="5404165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pg182"/>
            <p:cNvSpPr/>
            <p:nvPr/>
          </p:nvSpPr>
          <p:spPr>
            <a:xfrm>
              <a:off x="5415803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pg183"/>
            <p:cNvSpPr/>
            <p:nvPr/>
          </p:nvSpPr>
          <p:spPr>
            <a:xfrm>
              <a:off x="5427440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pg184"/>
            <p:cNvSpPr/>
            <p:nvPr/>
          </p:nvSpPr>
          <p:spPr>
            <a:xfrm>
              <a:off x="5439077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pg185"/>
            <p:cNvSpPr/>
            <p:nvPr/>
          </p:nvSpPr>
          <p:spPr>
            <a:xfrm>
              <a:off x="5450715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pg186"/>
            <p:cNvSpPr/>
            <p:nvPr/>
          </p:nvSpPr>
          <p:spPr>
            <a:xfrm>
              <a:off x="5462352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pg187"/>
            <p:cNvSpPr/>
            <p:nvPr/>
          </p:nvSpPr>
          <p:spPr>
            <a:xfrm>
              <a:off x="5473989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pg188"/>
            <p:cNvSpPr/>
            <p:nvPr/>
          </p:nvSpPr>
          <p:spPr>
            <a:xfrm>
              <a:off x="5485627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pg189"/>
            <p:cNvSpPr/>
            <p:nvPr/>
          </p:nvSpPr>
          <p:spPr>
            <a:xfrm>
              <a:off x="5369253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pg190"/>
            <p:cNvSpPr/>
            <p:nvPr/>
          </p:nvSpPr>
          <p:spPr>
            <a:xfrm>
              <a:off x="5380891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pg191"/>
            <p:cNvSpPr/>
            <p:nvPr/>
          </p:nvSpPr>
          <p:spPr>
            <a:xfrm>
              <a:off x="5392528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pg192"/>
            <p:cNvSpPr/>
            <p:nvPr/>
          </p:nvSpPr>
          <p:spPr>
            <a:xfrm>
              <a:off x="5404165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pg193"/>
            <p:cNvSpPr/>
            <p:nvPr/>
          </p:nvSpPr>
          <p:spPr>
            <a:xfrm>
              <a:off x="5415803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pg194"/>
            <p:cNvSpPr/>
            <p:nvPr/>
          </p:nvSpPr>
          <p:spPr>
            <a:xfrm>
              <a:off x="5427440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pg195"/>
            <p:cNvSpPr/>
            <p:nvPr/>
          </p:nvSpPr>
          <p:spPr>
            <a:xfrm>
              <a:off x="5439077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pg196"/>
            <p:cNvSpPr/>
            <p:nvPr/>
          </p:nvSpPr>
          <p:spPr>
            <a:xfrm>
              <a:off x="5450715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pg197"/>
            <p:cNvSpPr/>
            <p:nvPr/>
          </p:nvSpPr>
          <p:spPr>
            <a:xfrm>
              <a:off x="5462352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pg198"/>
            <p:cNvSpPr/>
            <p:nvPr/>
          </p:nvSpPr>
          <p:spPr>
            <a:xfrm>
              <a:off x="6311877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pg199"/>
            <p:cNvSpPr/>
            <p:nvPr/>
          </p:nvSpPr>
          <p:spPr>
            <a:xfrm>
              <a:off x="531106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pg200"/>
            <p:cNvSpPr/>
            <p:nvPr/>
          </p:nvSpPr>
          <p:spPr>
            <a:xfrm>
              <a:off x="5322704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pg201"/>
            <p:cNvSpPr/>
            <p:nvPr/>
          </p:nvSpPr>
          <p:spPr>
            <a:xfrm>
              <a:off x="5334341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pg202"/>
            <p:cNvSpPr/>
            <p:nvPr/>
          </p:nvSpPr>
          <p:spPr>
            <a:xfrm>
              <a:off x="5345979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pg203"/>
            <p:cNvSpPr/>
            <p:nvPr/>
          </p:nvSpPr>
          <p:spPr>
            <a:xfrm>
              <a:off x="5357616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pg204"/>
            <p:cNvSpPr/>
            <p:nvPr/>
          </p:nvSpPr>
          <p:spPr>
            <a:xfrm>
              <a:off x="5369253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pg205"/>
            <p:cNvSpPr/>
            <p:nvPr/>
          </p:nvSpPr>
          <p:spPr>
            <a:xfrm>
              <a:off x="5380891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pg206"/>
            <p:cNvSpPr/>
            <p:nvPr/>
          </p:nvSpPr>
          <p:spPr>
            <a:xfrm>
              <a:off x="5392528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pg207"/>
            <p:cNvSpPr/>
            <p:nvPr/>
          </p:nvSpPr>
          <p:spPr>
            <a:xfrm>
              <a:off x="540416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pg208"/>
            <p:cNvSpPr/>
            <p:nvPr/>
          </p:nvSpPr>
          <p:spPr>
            <a:xfrm>
              <a:off x="5415803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pg209"/>
            <p:cNvSpPr/>
            <p:nvPr/>
          </p:nvSpPr>
          <p:spPr>
            <a:xfrm>
              <a:off x="5427440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pg210"/>
            <p:cNvSpPr/>
            <p:nvPr/>
          </p:nvSpPr>
          <p:spPr>
            <a:xfrm>
              <a:off x="543907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pg211"/>
            <p:cNvSpPr/>
            <p:nvPr/>
          </p:nvSpPr>
          <p:spPr>
            <a:xfrm>
              <a:off x="545071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pg212"/>
            <p:cNvSpPr/>
            <p:nvPr/>
          </p:nvSpPr>
          <p:spPr>
            <a:xfrm>
              <a:off x="627696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pg213"/>
            <p:cNvSpPr/>
            <p:nvPr/>
          </p:nvSpPr>
          <p:spPr>
            <a:xfrm>
              <a:off x="6288602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pg214"/>
            <p:cNvSpPr/>
            <p:nvPr/>
          </p:nvSpPr>
          <p:spPr>
            <a:xfrm>
              <a:off x="6300240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pg215"/>
            <p:cNvSpPr/>
            <p:nvPr/>
          </p:nvSpPr>
          <p:spPr>
            <a:xfrm>
              <a:off x="631187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pg216"/>
            <p:cNvSpPr/>
            <p:nvPr/>
          </p:nvSpPr>
          <p:spPr>
            <a:xfrm>
              <a:off x="6323514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pg217"/>
            <p:cNvSpPr/>
            <p:nvPr/>
          </p:nvSpPr>
          <p:spPr>
            <a:xfrm>
              <a:off x="5299429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pg218"/>
            <p:cNvSpPr/>
            <p:nvPr/>
          </p:nvSpPr>
          <p:spPr>
            <a:xfrm>
              <a:off x="531106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pg219"/>
            <p:cNvSpPr/>
            <p:nvPr/>
          </p:nvSpPr>
          <p:spPr>
            <a:xfrm>
              <a:off x="532270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pg220"/>
            <p:cNvSpPr/>
            <p:nvPr/>
          </p:nvSpPr>
          <p:spPr>
            <a:xfrm>
              <a:off x="533434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pg221"/>
            <p:cNvSpPr/>
            <p:nvPr/>
          </p:nvSpPr>
          <p:spPr>
            <a:xfrm>
              <a:off x="5345979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pg222"/>
            <p:cNvSpPr/>
            <p:nvPr/>
          </p:nvSpPr>
          <p:spPr>
            <a:xfrm>
              <a:off x="5357616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pg223"/>
            <p:cNvSpPr/>
            <p:nvPr/>
          </p:nvSpPr>
          <p:spPr>
            <a:xfrm>
              <a:off x="5369253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pg224"/>
            <p:cNvSpPr/>
            <p:nvPr/>
          </p:nvSpPr>
          <p:spPr>
            <a:xfrm>
              <a:off x="538089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pg225"/>
            <p:cNvSpPr/>
            <p:nvPr/>
          </p:nvSpPr>
          <p:spPr>
            <a:xfrm>
              <a:off x="539252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pg226"/>
            <p:cNvSpPr/>
            <p:nvPr/>
          </p:nvSpPr>
          <p:spPr>
            <a:xfrm>
              <a:off x="5404165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pg227"/>
            <p:cNvSpPr/>
            <p:nvPr/>
          </p:nvSpPr>
          <p:spPr>
            <a:xfrm>
              <a:off x="5415803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pg228"/>
            <p:cNvSpPr/>
            <p:nvPr/>
          </p:nvSpPr>
          <p:spPr>
            <a:xfrm>
              <a:off x="542744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pg229"/>
            <p:cNvSpPr/>
            <p:nvPr/>
          </p:nvSpPr>
          <p:spPr>
            <a:xfrm>
              <a:off x="543907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pg230"/>
            <p:cNvSpPr/>
            <p:nvPr/>
          </p:nvSpPr>
          <p:spPr>
            <a:xfrm>
              <a:off x="6183866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pg231"/>
            <p:cNvSpPr/>
            <p:nvPr/>
          </p:nvSpPr>
          <p:spPr>
            <a:xfrm>
              <a:off x="619550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pg232"/>
            <p:cNvSpPr/>
            <p:nvPr/>
          </p:nvSpPr>
          <p:spPr>
            <a:xfrm>
              <a:off x="620714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pg233"/>
            <p:cNvSpPr/>
            <p:nvPr/>
          </p:nvSpPr>
          <p:spPr>
            <a:xfrm>
              <a:off x="621877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pg234"/>
            <p:cNvSpPr/>
            <p:nvPr/>
          </p:nvSpPr>
          <p:spPr>
            <a:xfrm>
              <a:off x="625369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pg235"/>
            <p:cNvSpPr/>
            <p:nvPr/>
          </p:nvSpPr>
          <p:spPr>
            <a:xfrm>
              <a:off x="626532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pg236"/>
            <p:cNvSpPr/>
            <p:nvPr/>
          </p:nvSpPr>
          <p:spPr>
            <a:xfrm>
              <a:off x="6276965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pg237"/>
            <p:cNvSpPr/>
            <p:nvPr/>
          </p:nvSpPr>
          <p:spPr>
            <a:xfrm>
              <a:off x="6288602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pg238"/>
            <p:cNvSpPr/>
            <p:nvPr/>
          </p:nvSpPr>
          <p:spPr>
            <a:xfrm>
              <a:off x="630024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pg239"/>
            <p:cNvSpPr/>
            <p:nvPr/>
          </p:nvSpPr>
          <p:spPr>
            <a:xfrm>
              <a:off x="631187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pg240"/>
            <p:cNvSpPr/>
            <p:nvPr/>
          </p:nvSpPr>
          <p:spPr>
            <a:xfrm>
              <a:off x="632351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pg241"/>
            <p:cNvSpPr/>
            <p:nvPr/>
          </p:nvSpPr>
          <p:spPr>
            <a:xfrm>
              <a:off x="6335152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pg242"/>
            <p:cNvSpPr/>
            <p:nvPr/>
          </p:nvSpPr>
          <p:spPr>
            <a:xfrm>
              <a:off x="529942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pg243"/>
            <p:cNvSpPr/>
            <p:nvPr/>
          </p:nvSpPr>
          <p:spPr>
            <a:xfrm>
              <a:off x="5311067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pg244"/>
            <p:cNvSpPr/>
            <p:nvPr/>
          </p:nvSpPr>
          <p:spPr>
            <a:xfrm>
              <a:off x="532270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pg245"/>
            <p:cNvSpPr/>
            <p:nvPr/>
          </p:nvSpPr>
          <p:spPr>
            <a:xfrm>
              <a:off x="533434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pg246"/>
            <p:cNvSpPr/>
            <p:nvPr/>
          </p:nvSpPr>
          <p:spPr>
            <a:xfrm>
              <a:off x="534597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pg247"/>
            <p:cNvSpPr/>
            <p:nvPr/>
          </p:nvSpPr>
          <p:spPr>
            <a:xfrm>
              <a:off x="535761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pg248"/>
            <p:cNvSpPr/>
            <p:nvPr/>
          </p:nvSpPr>
          <p:spPr>
            <a:xfrm>
              <a:off x="536925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pg249"/>
            <p:cNvSpPr/>
            <p:nvPr/>
          </p:nvSpPr>
          <p:spPr>
            <a:xfrm>
              <a:off x="538089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pg250"/>
            <p:cNvSpPr/>
            <p:nvPr/>
          </p:nvSpPr>
          <p:spPr>
            <a:xfrm>
              <a:off x="539252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pg251"/>
            <p:cNvSpPr/>
            <p:nvPr/>
          </p:nvSpPr>
          <p:spPr>
            <a:xfrm>
              <a:off x="5404165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pg252"/>
            <p:cNvSpPr/>
            <p:nvPr/>
          </p:nvSpPr>
          <p:spPr>
            <a:xfrm>
              <a:off x="541580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pg253"/>
            <p:cNvSpPr/>
            <p:nvPr/>
          </p:nvSpPr>
          <p:spPr>
            <a:xfrm>
              <a:off x="542744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pg254"/>
            <p:cNvSpPr/>
            <p:nvPr/>
          </p:nvSpPr>
          <p:spPr>
            <a:xfrm>
              <a:off x="617222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pg255"/>
            <p:cNvSpPr/>
            <p:nvPr/>
          </p:nvSpPr>
          <p:spPr>
            <a:xfrm>
              <a:off x="618386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pg256"/>
            <p:cNvSpPr/>
            <p:nvPr/>
          </p:nvSpPr>
          <p:spPr>
            <a:xfrm>
              <a:off x="619550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pg257"/>
            <p:cNvSpPr/>
            <p:nvPr/>
          </p:nvSpPr>
          <p:spPr>
            <a:xfrm>
              <a:off x="620714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pg258"/>
            <p:cNvSpPr/>
            <p:nvPr/>
          </p:nvSpPr>
          <p:spPr>
            <a:xfrm>
              <a:off x="621877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pg259"/>
            <p:cNvSpPr/>
            <p:nvPr/>
          </p:nvSpPr>
          <p:spPr>
            <a:xfrm>
              <a:off x="623041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pg260"/>
            <p:cNvSpPr/>
            <p:nvPr/>
          </p:nvSpPr>
          <p:spPr>
            <a:xfrm>
              <a:off x="624205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pg261"/>
            <p:cNvSpPr/>
            <p:nvPr/>
          </p:nvSpPr>
          <p:spPr>
            <a:xfrm>
              <a:off x="625369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pg262"/>
            <p:cNvSpPr/>
            <p:nvPr/>
          </p:nvSpPr>
          <p:spPr>
            <a:xfrm>
              <a:off x="626532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pg263"/>
            <p:cNvSpPr/>
            <p:nvPr/>
          </p:nvSpPr>
          <p:spPr>
            <a:xfrm>
              <a:off x="6276965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pg264"/>
            <p:cNvSpPr/>
            <p:nvPr/>
          </p:nvSpPr>
          <p:spPr>
            <a:xfrm>
              <a:off x="6288602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pg265"/>
            <p:cNvSpPr/>
            <p:nvPr/>
          </p:nvSpPr>
          <p:spPr>
            <a:xfrm>
              <a:off x="630024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pg266"/>
            <p:cNvSpPr/>
            <p:nvPr/>
          </p:nvSpPr>
          <p:spPr>
            <a:xfrm>
              <a:off x="6311877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pg267"/>
            <p:cNvSpPr/>
            <p:nvPr/>
          </p:nvSpPr>
          <p:spPr>
            <a:xfrm>
              <a:off x="632351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pg268"/>
            <p:cNvSpPr/>
            <p:nvPr/>
          </p:nvSpPr>
          <p:spPr>
            <a:xfrm>
              <a:off x="529942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pg269"/>
            <p:cNvSpPr/>
            <p:nvPr/>
          </p:nvSpPr>
          <p:spPr>
            <a:xfrm>
              <a:off x="5311067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pg270"/>
            <p:cNvSpPr/>
            <p:nvPr/>
          </p:nvSpPr>
          <p:spPr>
            <a:xfrm>
              <a:off x="532270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pg271"/>
            <p:cNvSpPr/>
            <p:nvPr/>
          </p:nvSpPr>
          <p:spPr>
            <a:xfrm>
              <a:off x="533434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pg272"/>
            <p:cNvSpPr/>
            <p:nvPr/>
          </p:nvSpPr>
          <p:spPr>
            <a:xfrm>
              <a:off x="534597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pg273"/>
            <p:cNvSpPr/>
            <p:nvPr/>
          </p:nvSpPr>
          <p:spPr>
            <a:xfrm>
              <a:off x="535761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pg274"/>
            <p:cNvSpPr/>
            <p:nvPr/>
          </p:nvSpPr>
          <p:spPr>
            <a:xfrm>
              <a:off x="536925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pg275"/>
            <p:cNvSpPr/>
            <p:nvPr/>
          </p:nvSpPr>
          <p:spPr>
            <a:xfrm>
              <a:off x="538089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pg276"/>
            <p:cNvSpPr/>
            <p:nvPr/>
          </p:nvSpPr>
          <p:spPr>
            <a:xfrm>
              <a:off x="539252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pg277"/>
            <p:cNvSpPr/>
            <p:nvPr/>
          </p:nvSpPr>
          <p:spPr>
            <a:xfrm>
              <a:off x="540416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pg278"/>
            <p:cNvSpPr/>
            <p:nvPr/>
          </p:nvSpPr>
          <p:spPr>
            <a:xfrm>
              <a:off x="541580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pg279"/>
            <p:cNvSpPr/>
            <p:nvPr/>
          </p:nvSpPr>
          <p:spPr>
            <a:xfrm>
              <a:off x="542744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pg280"/>
            <p:cNvSpPr/>
            <p:nvPr/>
          </p:nvSpPr>
          <p:spPr>
            <a:xfrm>
              <a:off x="607913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pg281"/>
            <p:cNvSpPr/>
            <p:nvPr/>
          </p:nvSpPr>
          <p:spPr>
            <a:xfrm>
              <a:off x="609076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pg282"/>
            <p:cNvSpPr/>
            <p:nvPr/>
          </p:nvSpPr>
          <p:spPr>
            <a:xfrm>
              <a:off x="610240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pg283"/>
            <p:cNvSpPr/>
            <p:nvPr/>
          </p:nvSpPr>
          <p:spPr>
            <a:xfrm>
              <a:off x="611404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pg284"/>
            <p:cNvSpPr/>
            <p:nvPr/>
          </p:nvSpPr>
          <p:spPr>
            <a:xfrm>
              <a:off x="614895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pg285"/>
            <p:cNvSpPr/>
            <p:nvPr/>
          </p:nvSpPr>
          <p:spPr>
            <a:xfrm>
              <a:off x="616059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pg286"/>
            <p:cNvSpPr/>
            <p:nvPr/>
          </p:nvSpPr>
          <p:spPr>
            <a:xfrm>
              <a:off x="617222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pg287"/>
            <p:cNvSpPr/>
            <p:nvPr/>
          </p:nvSpPr>
          <p:spPr>
            <a:xfrm>
              <a:off x="618386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pg288"/>
            <p:cNvSpPr/>
            <p:nvPr/>
          </p:nvSpPr>
          <p:spPr>
            <a:xfrm>
              <a:off x="619550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pg289"/>
            <p:cNvSpPr/>
            <p:nvPr/>
          </p:nvSpPr>
          <p:spPr>
            <a:xfrm>
              <a:off x="620714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pg290"/>
            <p:cNvSpPr/>
            <p:nvPr/>
          </p:nvSpPr>
          <p:spPr>
            <a:xfrm>
              <a:off x="621877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pg291"/>
            <p:cNvSpPr/>
            <p:nvPr/>
          </p:nvSpPr>
          <p:spPr>
            <a:xfrm>
              <a:off x="623041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pg292"/>
            <p:cNvSpPr/>
            <p:nvPr/>
          </p:nvSpPr>
          <p:spPr>
            <a:xfrm>
              <a:off x="624205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pg293"/>
            <p:cNvSpPr/>
            <p:nvPr/>
          </p:nvSpPr>
          <p:spPr>
            <a:xfrm>
              <a:off x="625369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pg294"/>
            <p:cNvSpPr/>
            <p:nvPr/>
          </p:nvSpPr>
          <p:spPr>
            <a:xfrm>
              <a:off x="626532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pg295"/>
            <p:cNvSpPr/>
            <p:nvPr/>
          </p:nvSpPr>
          <p:spPr>
            <a:xfrm>
              <a:off x="627696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pg296"/>
            <p:cNvSpPr/>
            <p:nvPr/>
          </p:nvSpPr>
          <p:spPr>
            <a:xfrm>
              <a:off x="628860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pg297"/>
            <p:cNvSpPr/>
            <p:nvPr/>
          </p:nvSpPr>
          <p:spPr>
            <a:xfrm>
              <a:off x="630024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pg298"/>
            <p:cNvSpPr/>
            <p:nvPr/>
          </p:nvSpPr>
          <p:spPr>
            <a:xfrm>
              <a:off x="6311877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pg299"/>
            <p:cNvSpPr/>
            <p:nvPr/>
          </p:nvSpPr>
          <p:spPr>
            <a:xfrm>
              <a:off x="632351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pg300"/>
            <p:cNvSpPr/>
            <p:nvPr/>
          </p:nvSpPr>
          <p:spPr>
            <a:xfrm>
              <a:off x="528779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pg301"/>
            <p:cNvSpPr/>
            <p:nvPr/>
          </p:nvSpPr>
          <p:spPr>
            <a:xfrm>
              <a:off x="529942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pg302"/>
            <p:cNvSpPr/>
            <p:nvPr/>
          </p:nvSpPr>
          <p:spPr>
            <a:xfrm>
              <a:off x="531106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pg303"/>
            <p:cNvSpPr/>
            <p:nvPr/>
          </p:nvSpPr>
          <p:spPr>
            <a:xfrm>
              <a:off x="532270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pg304"/>
            <p:cNvSpPr/>
            <p:nvPr/>
          </p:nvSpPr>
          <p:spPr>
            <a:xfrm>
              <a:off x="533434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pg305"/>
            <p:cNvSpPr/>
            <p:nvPr/>
          </p:nvSpPr>
          <p:spPr>
            <a:xfrm>
              <a:off x="534597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pg306"/>
            <p:cNvSpPr/>
            <p:nvPr/>
          </p:nvSpPr>
          <p:spPr>
            <a:xfrm>
              <a:off x="535761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pg307"/>
            <p:cNvSpPr/>
            <p:nvPr/>
          </p:nvSpPr>
          <p:spPr>
            <a:xfrm>
              <a:off x="536925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pg308"/>
            <p:cNvSpPr/>
            <p:nvPr/>
          </p:nvSpPr>
          <p:spPr>
            <a:xfrm>
              <a:off x="538089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pg309"/>
            <p:cNvSpPr/>
            <p:nvPr/>
          </p:nvSpPr>
          <p:spPr>
            <a:xfrm>
              <a:off x="539252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pg310"/>
            <p:cNvSpPr/>
            <p:nvPr/>
          </p:nvSpPr>
          <p:spPr>
            <a:xfrm>
              <a:off x="540416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pg311"/>
            <p:cNvSpPr/>
            <p:nvPr/>
          </p:nvSpPr>
          <p:spPr>
            <a:xfrm>
              <a:off x="541580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pg312"/>
            <p:cNvSpPr/>
            <p:nvPr/>
          </p:nvSpPr>
          <p:spPr>
            <a:xfrm>
              <a:off x="606749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pg313"/>
            <p:cNvSpPr/>
            <p:nvPr/>
          </p:nvSpPr>
          <p:spPr>
            <a:xfrm>
              <a:off x="607913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pg314"/>
            <p:cNvSpPr/>
            <p:nvPr/>
          </p:nvSpPr>
          <p:spPr>
            <a:xfrm>
              <a:off x="609076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pg315"/>
            <p:cNvSpPr/>
            <p:nvPr/>
          </p:nvSpPr>
          <p:spPr>
            <a:xfrm>
              <a:off x="610240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pg316"/>
            <p:cNvSpPr/>
            <p:nvPr/>
          </p:nvSpPr>
          <p:spPr>
            <a:xfrm>
              <a:off x="611404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pg317"/>
            <p:cNvSpPr/>
            <p:nvPr/>
          </p:nvSpPr>
          <p:spPr>
            <a:xfrm>
              <a:off x="612568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pg318"/>
            <p:cNvSpPr/>
            <p:nvPr/>
          </p:nvSpPr>
          <p:spPr>
            <a:xfrm>
              <a:off x="613731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pg319"/>
            <p:cNvSpPr/>
            <p:nvPr/>
          </p:nvSpPr>
          <p:spPr>
            <a:xfrm>
              <a:off x="614895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pg320"/>
            <p:cNvSpPr/>
            <p:nvPr/>
          </p:nvSpPr>
          <p:spPr>
            <a:xfrm>
              <a:off x="616059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pg321"/>
            <p:cNvSpPr/>
            <p:nvPr/>
          </p:nvSpPr>
          <p:spPr>
            <a:xfrm>
              <a:off x="617222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pg322"/>
            <p:cNvSpPr/>
            <p:nvPr/>
          </p:nvSpPr>
          <p:spPr>
            <a:xfrm>
              <a:off x="618386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pg323"/>
            <p:cNvSpPr/>
            <p:nvPr/>
          </p:nvSpPr>
          <p:spPr>
            <a:xfrm>
              <a:off x="619550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pg324"/>
            <p:cNvSpPr/>
            <p:nvPr/>
          </p:nvSpPr>
          <p:spPr>
            <a:xfrm>
              <a:off x="620714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pg325"/>
            <p:cNvSpPr/>
            <p:nvPr/>
          </p:nvSpPr>
          <p:spPr>
            <a:xfrm>
              <a:off x="621877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pg326"/>
            <p:cNvSpPr/>
            <p:nvPr/>
          </p:nvSpPr>
          <p:spPr>
            <a:xfrm>
              <a:off x="623041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pg327"/>
            <p:cNvSpPr/>
            <p:nvPr/>
          </p:nvSpPr>
          <p:spPr>
            <a:xfrm>
              <a:off x="624205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pg328"/>
            <p:cNvSpPr/>
            <p:nvPr/>
          </p:nvSpPr>
          <p:spPr>
            <a:xfrm>
              <a:off x="625369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pg329"/>
            <p:cNvSpPr/>
            <p:nvPr/>
          </p:nvSpPr>
          <p:spPr>
            <a:xfrm>
              <a:off x="626532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pg330"/>
            <p:cNvSpPr/>
            <p:nvPr/>
          </p:nvSpPr>
          <p:spPr>
            <a:xfrm>
              <a:off x="627696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pg331"/>
            <p:cNvSpPr/>
            <p:nvPr/>
          </p:nvSpPr>
          <p:spPr>
            <a:xfrm>
              <a:off x="628860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pg332"/>
            <p:cNvSpPr/>
            <p:nvPr/>
          </p:nvSpPr>
          <p:spPr>
            <a:xfrm>
              <a:off x="630024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pg333"/>
            <p:cNvSpPr/>
            <p:nvPr/>
          </p:nvSpPr>
          <p:spPr>
            <a:xfrm>
              <a:off x="631187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pg334"/>
            <p:cNvSpPr/>
            <p:nvPr/>
          </p:nvSpPr>
          <p:spPr>
            <a:xfrm>
              <a:off x="632351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pg335"/>
            <p:cNvSpPr/>
            <p:nvPr/>
          </p:nvSpPr>
          <p:spPr>
            <a:xfrm>
              <a:off x="526451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pg336"/>
            <p:cNvSpPr/>
            <p:nvPr/>
          </p:nvSpPr>
          <p:spPr>
            <a:xfrm>
              <a:off x="527615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pg337"/>
            <p:cNvSpPr/>
            <p:nvPr/>
          </p:nvSpPr>
          <p:spPr>
            <a:xfrm>
              <a:off x="528779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pg338"/>
            <p:cNvSpPr/>
            <p:nvPr/>
          </p:nvSpPr>
          <p:spPr>
            <a:xfrm>
              <a:off x="529942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pg339"/>
            <p:cNvSpPr/>
            <p:nvPr/>
          </p:nvSpPr>
          <p:spPr>
            <a:xfrm>
              <a:off x="531106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pg340"/>
            <p:cNvSpPr/>
            <p:nvPr/>
          </p:nvSpPr>
          <p:spPr>
            <a:xfrm>
              <a:off x="532270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pg341"/>
            <p:cNvSpPr/>
            <p:nvPr/>
          </p:nvSpPr>
          <p:spPr>
            <a:xfrm>
              <a:off x="533434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pg342"/>
            <p:cNvSpPr/>
            <p:nvPr/>
          </p:nvSpPr>
          <p:spPr>
            <a:xfrm>
              <a:off x="534597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pg343"/>
            <p:cNvSpPr/>
            <p:nvPr/>
          </p:nvSpPr>
          <p:spPr>
            <a:xfrm>
              <a:off x="535761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pg344"/>
            <p:cNvSpPr/>
            <p:nvPr/>
          </p:nvSpPr>
          <p:spPr>
            <a:xfrm>
              <a:off x="536925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pg345"/>
            <p:cNvSpPr/>
            <p:nvPr/>
          </p:nvSpPr>
          <p:spPr>
            <a:xfrm>
              <a:off x="538089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pg346"/>
            <p:cNvSpPr/>
            <p:nvPr/>
          </p:nvSpPr>
          <p:spPr>
            <a:xfrm>
              <a:off x="606749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pg347"/>
            <p:cNvSpPr/>
            <p:nvPr/>
          </p:nvSpPr>
          <p:spPr>
            <a:xfrm>
              <a:off x="607913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pg348"/>
            <p:cNvSpPr/>
            <p:nvPr/>
          </p:nvSpPr>
          <p:spPr>
            <a:xfrm>
              <a:off x="609076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pg349"/>
            <p:cNvSpPr/>
            <p:nvPr/>
          </p:nvSpPr>
          <p:spPr>
            <a:xfrm>
              <a:off x="610240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pg350"/>
            <p:cNvSpPr/>
            <p:nvPr/>
          </p:nvSpPr>
          <p:spPr>
            <a:xfrm>
              <a:off x="611404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pg351"/>
            <p:cNvSpPr/>
            <p:nvPr/>
          </p:nvSpPr>
          <p:spPr>
            <a:xfrm>
              <a:off x="612568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pg352"/>
            <p:cNvSpPr/>
            <p:nvPr/>
          </p:nvSpPr>
          <p:spPr>
            <a:xfrm>
              <a:off x="613731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pg353"/>
            <p:cNvSpPr/>
            <p:nvPr/>
          </p:nvSpPr>
          <p:spPr>
            <a:xfrm>
              <a:off x="614895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pg354"/>
            <p:cNvSpPr/>
            <p:nvPr/>
          </p:nvSpPr>
          <p:spPr>
            <a:xfrm>
              <a:off x="616059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pg355"/>
            <p:cNvSpPr/>
            <p:nvPr/>
          </p:nvSpPr>
          <p:spPr>
            <a:xfrm>
              <a:off x="617222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pg356"/>
            <p:cNvSpPr/>
            <p:nvPr/>
          </p:nvSpPr>
          <p:spPr>
            <a:xfrm>
              <a:off x="618386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pg357"/>
            <p:cNvSpPr/>
            <p:nvPr/>
          </p:nvSpPr>
          <p:spPr>
            <a:xfrm>
              <a:off x="619550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pg358"/>
            <p:cNvSpPr/>
            <p:nvPr/>
          </p:nvSpPr>
          <p:spPr>
            <a:xfrm>
              <a:off x="620714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pg359"/>
            <p:cNvSpPr/>
            <p:nvPr/>
          </p:nvSpPr>
          <p:spPr>
            <a:xfrm>
              <a:off x="621877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pg360"/>
            <p:cNvSpPr/>
            <p:nvPr/>
          </p:nvSpPr>
          <p:spPr>
            <a:xfrm>
              <a:off x="623041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pg361"/>
            <p:cNvSpPr/>
            <p:nvPr/>
          </p:nvSpPr>
          <p:spPr>
            <a:xfrm>
              <a:off x="624205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pg362"/>
            <p:cNvSpPr/>
            <p:nvPr/>
          </p:nvSpPr>
          <p:spPr>
            <a:xfrm>
              <a:off x="625369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pg363"/>
            <p:cNvSpPr/>
            <p:nvPr/>
          </p:nvSpPr>
          <p:spPr>
            <a:xfrm>
              <a:off x="626532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pg364"/>
            <p:cNvSpPr/>
            <p:nvPr/>
          </p:nvSpPr>
          <p:spPr>
            <a:xfrm>
              <a:off x="627696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pg365"/>
            <p:cNvSpPr/>
            <p:nvPr/>
          </p:nvSpPr>
          <p:spPr>
            <a:xfrm>
              <a:off x="628860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pg366"/>
            <p:cNvSpPr/>
            <p:nvPr/>
          </p:nvSpPr>
          <p:spPr>
            <a:xfrm>
              <a:off x="630024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pg367"/>
            <p:cNvSpPr/>
            <p:nvPr/>
          </p:nvSpPr>
          <p:spPr>
            <a:xfrm>
              <a:off x="631187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pg368"/>
            <p:cNvSpPr/>
            <p:nvPr/>
          </p:nvSpPr>
          <p:spPr>
            <a:xfrm>
              <a:off x="632351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pg369"/>
            <p:cNvSpPr/>
            <p:nvPr/>
          </p:nvSpPr>
          <p:spPr>
            <a:xfrm>
              <a:off x="526451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pg370"/>
            <p:cNvSpPr/>
            <p:nvPr/>
          </p:nvSpPr>
          <p:spPr>
            <a:xfrm>
              <a:off x="527615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pg371"/>
            <p:cNvSpPr/>
            <p:nvPr/>
          </p:nvSpPr>
          <p:spPr>
            <a:xfrm>
              <a:off x="528779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pg372"/>
            <p:cNvSpPr/>
            <p:nvPr/>
          </p:nvSpPr>
          <p:spPr>
            <a:xfrm>
              <a:off x="529942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pg373"/>
            <p:cNvSpPr/>
            <p:nvPr/>
          </p:nvSpPr>
          <p:spPr>
            <a:xfrm>
              <a:off x="531106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pg374"/>
            <p:cNvSpPr/>
            <p:nvPr/>
          </p:nvSpPr>
          <p:spPr>
            <a:xfrm>
              <a:off x="532270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pg375"/>
            <p:cNvSpPr/>
            <p:nvPr/>
          </p:nvSpPr>
          <p:spPr>
            <a:xfrm>
              <a:off x="5334341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pg376"/>
            <p:cNvSpPr/>
            <p:nvPr/>
          </p:nvSpPr>
          <p:spPr>
            <a:xfrm>
              <a:off x="534597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pg377"/>
            <p:cNvSpPr/>
            <p:nvPr/>
          </p:nvSpPr>
          <p:spPr>
            <a:xfrm>
              <a:off x="535761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pg378"/>
            <p:cNvSpPr/>
            <p:nvPr/>
          </p:nvSpPr>
          <p:spPr>
            <a:xfrm>
              <a:off x="6067493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pg379"/>
            <p:cNvSpPr/>
            <p:nvPr/>
          </p:nvSpPr>
          <p:spPr>
            <a:xfrm>
              <a:off x="607913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pg380"/>
            <p:cNvSpPr/>
            <p:nvPr/>
          </p:nvSpPr>
          <p:spPr>
            <a:xfrm>
              <a:off x="609076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pg381"/>
            <p:cNvSpPr/>
            <p:nvPr/>
          </p:nvSpPr>
          <p:spPr>
            <a:xfrm>
              <a:off x="610240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pg382"/>
            <p:cNvSpPr/>
            <p:nvPr/>
          </p:nvSpPr>
          <p:spPr>
            <a:xfrm>
              <a:off x="611404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pg383"/>
            <p:cNvSpPr/>
            <p:nvPr/>
          </p:nvSpPr>
          <p:spPr>
            <a:xfrm>
              <a:off x="612568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pg384"/>
            <p:cNvSpPr/>
            <p:nvPr/>
          </p:nvSpPr>
          <p:spPr>
            <a:xfrm>
              <a:off x="613731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pg385"/>
            <p:cNvSpPr/>
            <p:nvPr/>
          </p:nvSpPr>
          <p:spPr>
            <a:xfrm>
              <a:off x="614895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pg386"/>
            <p:cNvSpPr/>
            <p:nvPr/>
          </p:nvSpPr>
          <p:spPr>
            <a:xfrm>
              <a:off x="616059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pg387"/>
            <p:cNvSpPr/>
            <p:nvPr/>
          </p:nvSpPr>
          <p:spPr>
            <a:xfrm>
              <a:off x="617222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pg388"/>
            <p:cNvSpPr/>
            <p:nvPr/>
          </p:nvSpPr>
          <p:spPr>
            <a:xfrm>
              <a:off x="618386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pg389"/>
            <p:cNvSpPr/>
            <p:nvPr/>
          </p:nvSpPr>
          <p:spPr>
            <a:xfrm>
              <a:off x="619550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pg390"/>
            <p:cNvSpPr/>
            <p:nvPr/>
          </p:nvSpPr>
          <p:spPr>
            <a:xfrm>
              <a:off x="6207141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pg391"/>
            <p:cNvSpPr/>
            <p:nvPr/>
          </p:nvSpPr>
          <p:spPr>
            <a:xfrm>
              <a:off x="621877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pg392"/>
            <p:cNvSpPr/>
            <p:nvPr/>
          </p:nvSpPr>
          <p:spPr>
            <a:xfrm>
              <a:off x="623041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pg393"/>
            <p:cNvSpPr/>
            <p:nvPr/>
          </p:nvSpPr>
          <p:spPr>
            <a:xfrm>
              <a:off x="6242053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pg394"/>
            <p:cNvSpPr/>
            <p:nvPr/>
          </p:nvSpPr>
          <p:spPr>
            <a:xfrm>
              <a:off x="625369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pg395"/>
            <p:cNvSpPr/>
            <p:nvPr/>
          </p:nvSpPr>
          <p:spPr>
            <a:xfrm>
              <a:off x="626532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pg396"/>
            <p:cNvSpPr/>
            <p:nvPr/>
          </p:nvSpPr>
          <p:spPr>
            <a:xfrm>
              <a:off x="627696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pg397"/>
            <p:cNvSpPr/>
            <p:nvPr/>
          </p:nvSpPr>
          <p:spPr>
            <a:xfrm>
              <a:off x="628860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pg398"/>
            <p:cNvSpPr/>
            <p:nvPr/>
          </p:nvSpPr>
          <p:spPr>
            <a:xfrm>
              <a:off x="630024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pg399"/>
            <p:cNvSpPr/>
            <p:nvPr/>
          </p:nvSpPr>
          <p:spPr>
            <a:xfrm>
              <a:off x="631187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pg400"/>
            <p:cNvSpPr/>
            <p:nvPr/>
          </p:nvSpPr>
          <p:spPr>
            <a:xfrm>
              <a:off x="632351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pg401"/>
            <p:cNvSpPr/>
            <p:nvPr/>
          </p:nvSpPr>
          <p:spPr>
            <a:xfrm>
              <a:off x="633515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pg402"/>
            <p:cNvSpPr/>
            <p:nvPr/>
          </p:nvSpPr>
          <p:spPr>
            <a:xfrm>
              <a:off x="526451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pg403"/>
            <p:cNvSpPr/>
            <p:nvPr/>
          </p:nvSpPr>
          <p:spPr>
            <a:xfrm>
              <a:off x="527615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pg404"/>
            <p:cNvSpPr/>
            <p:nvPr/>
          </p:nvSpPr>
          <p:spPr>
            <a:xfrm>
              <a:off x="528779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pg405"/>
            <p:cNvSpPr/>
            <p:nvPr/>
          </p:nvSpPr>
          <p:spPr>
            <a:xfrm>
              <a:off x="5299429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pg406"/>
            <p:cNvSpPr/>
            <p:nvPr/>
          </p:nvSpPr>
          <p:spPr>
            <a:xfrm>
              <a:off x="531106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pg407"/>
            <p:cNvSpPr/>
            <p:nvPr/>
          </p:nvSpPr>
          <p:spPr>
            <a:xfrm>
              <a:off x="532270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pg408"/>
            <p:cNvSpPr/>
            <p:nvPr/>
          </p:nvSpPr>
          <p:spPr>
            <a:xfrm>
              <a:off x="6055856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pg409"/>
            <p:cNvSpPr/>
            <p:nvPr/>
          </p:nvSpPr>
          <p:spPr>
            <a:xfrm>
              <a:off x="6067493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pg410"/>
            <p:cNvSpPr/>
            <p:nvPr/>
          </p:nvSpPr>
          <p:spPr>
            <a:xfrm>
              <a:off x="607913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pg411"/>
            <p:cNvSpPr/>
            <p:nvPr/>
          </p:nvSpPr>
          <p:spPr>
            <a:xfrm>
              <a:off x="6090768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pg412"/>
            <p:cNvSpPr/>
            <p:nvPr/>
          </p:nvSpPr>
          <p:spPr>
            <a:xfrm>
              <a:off x="610240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pg413"/>
            <p:cNvSpPr/>
            <p:nvPr/>
          </p:nvSpPr>
          <p:spPr>
            <a:xfrm>
              <a:off x="611404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pg414"/>
            <p:cNvSpPr/>
            <p:nvPr/>
          </p:nvSpPr>
          <p:spPr>
            <a:xfrm>
              <a:off x="612568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pg415"/>
            <p:cNvSpPr/>
            <p:nvPr/>
          </p:nvSpPr>
          <p:spPr>
            <a:xfrm>
              <a:off x="613731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pg416"/>
            <p:cNvSpPr/>
            <p:nvPr/>
          </p:nvSpPr>
          <p:spPr>
            <a:xfrm>
              <a:off x="614895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pg417"/>
            <p:cNvSpPr/>
            <p:nvPr/>
          </p:nvSpPr>
          <p:spPr>
            <a:xfrm>
              <a:off x="616059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pg418"/>
            <p:cNvSpPr/>
            <p:nvPr/>
          </p:nvSpPr>
          <p:spPr>
            <a:xfrm>
              <a:off x="6172229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pg419"/>
            <p:cNvSpPr/>
            <p:nvPr/>
          </p:nvSpPr>
          <p:spPr>
            <a:xfrm>
              <a:off x="6230416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pg420"/>
            <p:cNvSpPr/>
            <p:nvPr/>
          </p:nvSpPr>
          <p:spPr>
            <a:xfrm>
              <a:off x="6242053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pg421"/>
            <p:cNvSpPr/>
            <p:nvPr/>
          </p:nvSpPr>
          <p:spPr>
            <a:xfrm>
              <a:off x="625369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pg422"/>
            <p:cNvSpPr/>
            <p:nvPr/>
          </p:nvSpPr>
          <p:spPr>
            <a:xfrm>
              <a:off x="6265328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pg423"/>
            <p:cNvSpPr/>
            <p:nvPr/>
          </p:nvSpPr>
          <p:spPr>
            <a:xfrm>
              <a:off x="627696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pg424"/>
            <p:cNvSpPr/>
            <p:nvPr/>
          </p:nvSpPr>
          <p:spPr>
            <a:xfrm>
              <a:off x="628860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pg425"/>
            <p:cNvSpPr/>
            <p:nvPr/>
          </p:nvSpPr>
          <p:spPr>
            <a:xfrm>
              <a:off x="630024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pg426"/>
            <p:cNvSpPr/>
            <p:nvPr/>
          </p:nvSpPr>
          <p:spPr>
            <a:xfrm>
              <a:off x="631187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pg427"/>
            <p:cNvSpPr/>
            <p:nvPr/>
          </p:nvSpPr>
          <p:spPr>
            <a:xfrm>
              <a:off x="632351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pg428"/>
            <p:cNvSpPr/>
            <p:nvPr/>
          </p:nvSpPr>
          <p:spPr>
            <a:xfrm>
              <a:off x="5264517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pg429"/>
            <p:cNvSpPr/>
            <p:nvPr/>
          </p:nvSpPr>
          <p:spPr>
            <a:xfrm>
              <a:off x="527615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pg430"/>
            <p:cNvSpPr/>
            <p:nvPr/>
          </p:nvSpPr>
          <p:spPr>
            <a:xfrm>
              <a:off x="528779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pg431"/>
            <p:cNvSpPr/>
            <p:nvPr/>
          </p:nvSpPr>
          <p:spPr>
            <a:xfrm>
              <a:off x="5299429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pg432"/>
            <p:cNvSpPr/>
            <p:nvPr/>
          </p:nvSpPr>
          <p:spPr>
            <a:xfrm>
              <a:off x="600930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pg433"/>
            <p:cNvSpPr/>
            <p:nvPr/>
          </p:nvSpPr>
          <p:spPr>
            <a:xfrm>
              <a:off x="6020944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pg434"/>
            <p:cNvSpPr/>
            <p:nvPr/>
          </p:nvSpPr>
          <p:spPr>
            <a:xfrm>
              <a:off x="6032581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pg435"/>
            <p:cNvSpPr/>
            <p:nvPr/>
          </p:nvSpPr>
          <p:spPr>
            <a:xfrm>
              <a:off x="604421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pg436"/>
            <p:cNvSpPr/>
            <p:nvPr/>
          </p:nvSpPr>
          <p:spPr>
            <a:xfrm>
              <a:off x="605585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pg437"/>
            <p:cNvSpPr/>
            <p:nvPr/>
          </p:nvSpPr>
          <p:spPr>
            <a:xfrm>
              <a:off x="6067493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pg438"/>
            <p:cNvSpPr/>
            <p:nvPr/>
          </p:nvSpPr>
          <p:spPr>
            <a:xfrm>
              <a:off x="607913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pg439"/>
            <p:cNvSpPr/>
            <p:nvPr/>
          </p:nvSpPr>
          <p:spPr>
            <a:xfrm>
              <a:off x="609076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pg440"/>
            <p:cNvSpPr/>
            <p:nvPr/>
          </p:nvSpPr>
          <p:spPr>
            <a:xfrm>
              <a:off x="610240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pg441"/>
            <p:cNvSpPr/>
            <p:nvPr/>
          </p:nvSpPr>
          <p:spPr>
            <a:xfrm>
              <a:off x="611404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pg442"/>
            <p:cNvSpPr/>
            <p:nvPr/>
          </p:nvSpPr>
          <p:spPr>
            <a:xfrm>
              <a:off x="6207141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pg443"/>
            <p:cNvSpPr/>
            <p:nvPr/>
          </p:nvSpPr>
          <p:spPr>
            <a:xfrm>
              <a:off x="621877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pg444"/>
            <p:cNvSpPr/>
            <p:nvPr/>
          </p:nvSpPr>
          <p:spPr>
            <a:xfrm>
              <a:off x="623041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pg445"/>
            <p:cNvSpPr/>
            <p:nvPr/>
          </p:nvSpPr>
          <p:spPr>
            <a:xfrm>
              <a:off x="6242053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pg446"/>
            <p:cNvSpPr/>
            <p:nvPr/>
          </p:nvSpPr>
          <p:spPr>
            <a:xfrm>
              <a:off x="625369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pg447"/>
            <p:cNvSpPr/>
            <p:nvPr/>
          </p:nvSpPr>
          <p:spPr>
            <a:xfrm>
              <a:off x="626532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pg448"/>
            <p:cNvSpPr/>
            <p:nvPr/>
          </p:nvSpPr>
          <p:spPr>
            <a:xfrm>
              <a:off x="627696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pg449"/>
            <p:cNvSpPr/>
            <p:nvPr/>
          </p:nvSpPr>
          <p:spPr>
            <a:xfrm>
              <a:off x="628860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pg450"/>
            <p:cNvSpPr/>
            <p:nvPr/>
          </p:nvSpPr>
          <p:spPr>
            <a:xfrm>
              <a:off x="630024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pg451"/>
            <p:cNvSpPr/>
            <p:nvPr/>
          </p:nvSpPr>
          <p:spPr>
            <a:xfrm>
              <a:off x="6311877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pg452"/>
            <p:cNvSpPr/>
            <p:nvPr/>
          </p:nvSpPr>
          <p:spPr>
            <a:xfrm>
              <a:off x="589293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pg453"/>
            <p:cNvSpPr/>
            <p:nvPr/>
          </p:nvSpPr>
          <p:spPr>
            <a:xfrm>
              <a:off x="590457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pg454"/>
            <p:cNvSpPr/>
            <p:nvPr/>
          </p:nvSpPr>
          <p:spPr>
            <a:xfrm>
              <a:off x="591620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pg455"/>
            <p:cNvSpPr/>
            <p:nvPr/>
          </p:nvSpPr>
          <p:spPr>
            <a:xfrm>
              <a:off x="592784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pg456"/>
            <p:cNvSpPr/>
            <p:nvPr/>
          </p:nvSpPr>
          <p:spPr>
            <a:xfrm>
              <a:off x="593948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pg457"/>
            <p:cNvSpPr/>
            <p:nvPr/>
          </p:nvSpPr>
          <p:spPr>
            <a:xfrm>
              <a:off x="595112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pg458"/>
            <p:cNvSpPr/>
            <p:nvPr/>
          </p:nvSpPr>
          <p:spPr>
            <a:xfrm>
              <a:off x="5962757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pg459"/>
            <p:cNvSpPr/>
            <p:nvPr/>
          </p:nvSpPr>
          <p:spPr>
            <a:xfrm>
              <a:off x="597439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pg460"/>
            <p:cNvSpPr/>
            <p:nvPr/>
          </p:nvSpPr>
          <p:spPr>
            <a:xfrm>
              <a:off x="598603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pg461"/>
            <p:cNvSpPr/>
            <p:nvPr/>
          </p:nvSpPr>
          <p:spPr>
            <a:xfrm>
              <a:off x="5997669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pg462"/>
            <p:cNvSpPr/>
            <p:nvPr/>
          </p:nvSpPr>
          <p:spPr>
            <a:xfrm>
              <a:off x="600930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pg463"/>
            <p:cNvSpPr/>
            <p:nvPr/>
          </p:nvSpPr>
          <p:spPr>
            <a:xfrm>
              <a:off x="602094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pg464"/>
            <p:cNvSpPr/>
            <p:nvPr/>
          </p:nvSpPr>
          <p:spPr>
            <a:xfrm>
              <a:off x="6032581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pg465"/>
            <p:cNvSpPr/>
            <p:nvPr/>
          </p:nvSpPr>
          <p:spPr>
            <a:xfrm>
              <a:off x="604421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pg466"/>
            <p:cNvSpPr/>
            <p:nvPr/>
          </p:nvSpPr>
          <p:spPr>
            <a:xfrm>
              <a:off x="605585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pg467"/>
            <p:cNvSpPr/>
            <p:nvPr/>
          </p:nvSpPr>
          <p:spPr>
            <a:xfrm>
              <a:off x="606749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pg468"/>
            <p:cNvSpPr/>
            <p:nvPr/>
          </p:nvSpPr>
          <p:spPr>
            <a:xfrm>
              <a:off x="607913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pg469"/>
            <p:cNvSpPr/>
            <p:nvPr/>
          </p:nvSpPr>
          <p:spPr>
            <a:xfrm>
              <a:off x="609076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pg470"/>
            <p:cNvSpPr/>
            <p:nvPr/>
          </p:nvSpPr>
          <p:spPr>
            <a:xfrm>
              <a:off x="610240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pg471"/>
            <p:cNvSpPr/>
            <p:nvPr/>
          </p:nvSpPr>
          <p:spPr>
            <a:xfrm>
              <a:off x="611404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pg472"/>
            <p:cNvSpPr/>
            <p:nvPr/>
          </p:nvSpPr>
          <p:spPr>
            <a:xfrm>
              <a:off x="618386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pg473"/>
            <p:cNvSpPr/>
            <p:nvPr/>
          </p:nvSpPr>
          <p:spPr>
            <a:xfrm>
              <a:off x="619550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pg474"/>
            <p:cNvSpPr/>
            <p:nvPr/>
          </p:nvSpPr>
          <p:spPr>
            <a:xfrm>
              <a:off x="6207141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pg475"/>
            <p:cNvSpPr/>
            <p:nvPr/>
          </p:nvSpPr>
          <p:spPr>
            <a:xfrm>
              <a:off x="621877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pg476"/>
            <p:cNvSpPr/>
            <p:nvPr/>
          </p:nvSpPr>
          <p:spPr>
            <a:xfrm>
              <a:off x="623041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pg477"/>
            <p:cNvSpPr/>
            <p:nvPr/>
          </p:nvSpPr>
          <p:spPr>
            <a:xfrm>
              <a:off x="624205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pg478"/>
            <p:cNvSpPr/>
            <p:nvPr/>
          </p:nvSpPr>
          <p:spPr>
            <a:xfrm>
              <a:off x="625369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pg479"/>
            <p:cNvSpPr/>
            <p:nvPr/>
          </p:nvSpPr>
          <p:spPr>
            <a:xfrm>
              <a:off x="626532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pg480"/>
            <p:cNvSpPr/>
            <p:nvPr/>
          </p:nvSpPr>
          <p:spPr>
            <a:xfrm>
              <a:off x="627696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pg481"/>
            <p:cNvSpPr/>
            <p:nvPr/>
          </p:nvSpPr>
          <p:spPr>
            <a:xfrm>
              <a:off x="628860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pg482"/>
            <p:cNvSpPr/>
            <p:nvPr/>
          </p:nvSpPr>
          <p:spPr>
            <a:xfrm>
              <a:off x="588129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pg483"/>
            <p:cNvSpPr/>
            <p:nvPr/>
          </p:nvSpPr>
          <p:spPr>
            <a:xfrm>
              <a:off x="589293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pg484"/>
            <p:cNvSpPr/>
            <p:nvPr/>
          </p:nvSpPr>
          <p:spPr>
            <a:xfrm>
              <a:off x="590457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pg485"/>
            <p:cNvSpPr/>
            <p:nvPr/>
          </p:nvSpPr>
          <p:spPr>
            <a:xfrm>
              <a:off x="591620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pg486"/>
            <p:cNvSpPr/>
            <p:nvPr/>
          </p:nvSpPr>
          <p:spPr>
            <a:xfrm>
              <a:off x="592784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pg487"/>
            <p:cNvSpPr/>
            <p:nvPr/>
          </p:nvSpPr>
          <p:spPr>
            <a:xfrm>
              <a:off x="5939482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pg488"/>
            <p:cNvSpPr/>
            <p:nvPr/>
          </p:nvSpPr>
          <p:spPr>
            <a:xfrm>
              <a:off x="595112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pg489"/>
            <p:cNvSpPr/>
            <p:nvPr/>
          </p:nvSpPr>
          <p:spPr>
            <a:xfrm>
              <a:off x="5962757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pg490"/>
            <p:cNvSpPr/>
            <p:nvPr/>
          </p:nvSpPr>
          <p:spPr>
            <a:xfrm>
              <a:off x="597439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pg491"/>
            <p:cNvSpPr/>
            <p:nvPr/>
          </p:nvSpPr>
          <p:spPr>
            <a:xfrm>
              <a:off x="5986032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pg492"/>
            <p:cNvSpPr/>
            <p:nvPr/>
          </p:nvSpPr>
          <p:spPr>
            <a:xfrm>
              <a:off x="5997669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pg493"/>
            <p:cNvSpPr/>
            <p:nvPr/>
          </p:nvSpPr>
          <p:spPr>
            <a:xfrm>
              <a:off x="600930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pg494"/>
            <p:cNvSpPr/>
            <p:nvPr/>
          </p:nvSpPr>
          <p:spPr>
            <a:xfrm>
              <a:off x="602094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pg495"/>
            <p:cNvSpPr/>
            <p:nvPr/>
          </p:nvSpPr>
          <p:spPr>
            <a:xfrm>
              <a:off x="6032581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pg496"/>
            <p:cNvSpPr/>
            <p:nvPr/>
          </p:nvSpPr>
          <p:spPr>
            <a:xfrm>
              <a:off x="604421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pg497"/>
            <p:cNvSpPr/>
            <p:nvPr/>
          </p:nvSpPr>
          <p:spPr>
            <a:xfrm>
              <a:off x="605585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pg498"/>
            <p:cNvSpPr/>
            <p:nvPr/>
          </p:nvSpPr>
          <p:spPr>
            <a:xfrm>
              <a:off x="606749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pg499"/>
            <p:cNvSpPr/>
            <p:nvPr/>
          </p:nvSpPr>
          <p:spPr>
            <a:xfrm>
              <a:off x="607913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pg500"/>
            <p:cNvSpPr/>
            <p:nvPr/>
          </p:nvSpPr>
          <p:spPr>
            <a:xfrm>
              <a:off x="609076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pg501"/>
            <p:cNvSpPr/>
            <p:nvPr/>
          </p:nvSpPr>
          <p:spPr>
            <a:xfrm>
              <a:off x="610240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pg502"/>
            <p:cNvSpPr/>
            <p:nvPr/>
          </p:nvSpPr>
          <p:spPr>
            <a:xfrm>
              <a:off x="6172229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pg503"/>
            <p:cNvSpPr/>
            <p:nvPr/>
          </p:nvSpPr>
          <p:spPr>
            <a:xfrm>
              <a:off x="618386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pg504"/>
            <p:cNvSpPr/>
            <p:nvPr/>
          </p:nvSpPr>
          <p:spPr>
            <a:xfrm>
              <a:off x="619550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pg505"/>
            <p:cNvSpPr/>
            <p:nvPr/>
          </p:nvSpPr>
          <p:spPr>
            <a:xfrm>
              <a:off x="6207141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pg506"/>
            <p:cNvSpPr/>
            <p:nvPr/>
          </p:nvSpPr>
          <p:spPr>
            <a:xfrm>
              <a:off x="621877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pg507"/>
            <p:cNvSpPr/>
            <p:nvPr/>
          </p:nvSpPr>
          <p:spPr>
            <a:xfrm>
              <a:off x="623041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pg508"/>
            <p:cNvSpPr/>
            <p:nvPr/>
          </p:nvSpPr>
          <p:spPr>
            <a:xfrm>
              <a:off x="624205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pg509"/>
            <p:cNvSpPr/>
            <p:nvPr/>
          </p:nvSpPr>
          <p:spPr>
            <a:xfrm>
              <a:off x="625369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pg510"/>
            <p:cNvSpPr/>
            <p:nvPr/>
          </p:nvSpPr>
          <p:spPr>
            <a:xfrm>
              <a:off x="626532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pg511"/>
            <p:cNvSpPr/>
            <p:nvPr/>
          </p:nvSpPr>
          <p:spPr>
            <a:xfrm>
              <a:off x="627696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pg512"/>
            <p:cNvSpPr/>
            <p:nvPr/>
          </p:nvSpPr>
          <p:spPr>
            <a:xfrm>
              <a:off x="586965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pg513"/>
            <p:cNvSpPr/>
            <p:nvPr/>
          </p:nvSpPr>
          <p:spPr>
            <a:xfrm>
              <a:off x="588129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pg514"/>
            <p:cNvSpPr/>
            <p:nvPr/>
          </p:nvSpPr>
          <p:spPr>
            <a:xfrm>
              <a:off x="589293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pg515"/>
            <p:cNvSpPr/>
            <p:nvPr/>
          </p:nvSpPr>
          <p:spPr>
            <a:xfrm>
              <a:off x="590457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pg516"/>
            <p:cNvSpPr/>
            <p:nvPr/>
          </p:nvSpPr>
          <p:spPr>
            <a:xfrm>
              <a:off x="591620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pg517"/>
            <p:cNvSpPr/>
            <p:nvPr/>
          </p:nvSpPr>
          <p:spPr>
            <a:xfrm>
              <a:off x="5927845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pg518"/>
            <p:cNvSpPr/>
            <p:nvPr/>
          </p:nvSpPr>
          <p:spPr>
            <a:xfrm>
              <a:off x="5939482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pg519"/>
            <p:cNvSpPr/>
            <p:nvPr/>
          </p:nvSpPr>
          <p:spPr>
            <a:xfrm>
              <a:off x="595112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pg520"/>
            <p:cNvSpPr/>
            <p:nvPr/>
          </p:nvSpPr>
          <p:spPr>
            <a:xfrm>
              <a:off x="5962757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pg521"/>
            <p:cNvSpPr/>
            <p:nvPr/>
          </p:nvSpPr>
          <p:spPr>
            <a:xfrm>
              <a:off x="597439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pg522"/>
            <p:cNvSpPr/>
            <p:nvPr/>
          </p:nvSpPr>
          <p:spPr>
            <a:xfrm>
              <a:off x="5986032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pg523"/>
            <p:cNvSpPr/>
            <p:nvPr/>
          </p:nvSpPr>
          <p:spPr>
            <a:xfrm>
              <a:off x="5997669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pg524"/>
            <p:cNvSpPr/>
            <p:nvPr/>
          </p:nvSpPr>
          <p:spPr>
            <a:xfrm>
              <a:off x="600930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pg525"/>
            <p:cNvSpPr/>
            <p:nvPr/>
          </p:nvSpPr>
          <p:spPr>
            <a:xfrm>
              <a:off x="602094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pg526"/>
            <p:cNvSpPr/>
            <p:nvPr/>
          </p:nvSpPr>
          <p:spPr>
            <a:xfrm>
              <a:off x="6032581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pg527"/>
            <p:cNvSpPr/>
            <p:nvPr/>
          </p:nvSpPr>
          <p:spPr>
            <a:xfrm>
              <a:off x="604421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pg528"/>
            <p:cNvSpPr/>
            <p:nvPr/>
          </p:nvSpPr>
          <p:spPr>
            <a:xfrm>
              <a:off x="605585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pg529"/>
            <p:cNvSpPr/>
            <p:nvPr/>
          </p:nvSpPr>
          <p:spPr>
            <a:xfrm>
              <a:off x="606749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pg530"/>
            <p:cNvSpPr/>
            <p:nvPr/>
          </p:nvSpPr>
          <p:spPr>
            <a:xfrm>
              <a:off x="607913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pg531"/>
            <p:cNvSpPr/>
            <p:nvPr/>
          </p:nvSpPr>
          <p:spPr>
            <a:xfrm>
              <a:off x="609076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pg532"/>
            <p:cNvSpPr/>
            <p:nvPr/>
          </p:nvSpPr>
          <p:spPr>
            <a:xfrm>
              <a:off x="6172229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pg533"/>
            <p:cNvSpPr/>
            <p:nvPr/>
          </p:nvSpPr>
          <p:spPr>
            <a:xfrm>
              <a:off x="618386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pg534"/>
            <p:cNvSpPr/>
            <p:nvPr/>
          </p:nvSpPr>
          <p:spPr>
            <a:xfrm>
              <a:off x="619550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pg535"/>
            <p:cNvSpPr/>
            <p:nvPr/>
          </p:nvSpPr>
          <p:spPr>
            <a:xfrm>
              <a:off x="6207141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pg536"/>
            <p:cNvSpPr/>
            <p:nvPr/>
          </p:nvSpPr>
          <p:spPr>
            <a:xfrm>
              <a:off x="621877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pg537"/>
            <p:cNvSpPr/>
            <p:nvPr/>
          </p:nvSpPr>
          <p:spPr>
            <a:xfrm>
              <a:off x="623041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pg538"/>
            <p:cNvSpPr/>
            <p:nvPr/>
          </p:nvSpPr>
          <p:spPr>
            <a:xfrm>
              <a:off x="624205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pg539"/>
            <p:cNvSpPr/>
            <p:nvPr/>
          </p:nvSpPr>
          <p:spPr>
            <a:xfrm>
              <a:off x="625369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pg540"/>
            <p:cNvSpPr/>
            <p:nvPr/>
          </p:nvSpPr>
          <p:spPr>
            <a:xfrm>
              <a:off x="586965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pg541"/>
            <p:cNvSpPr/>
            <p:nvPr/>
          </p:nvSpPr>
          <p:spPr>
            <a:xfrm>
              <a:off x="588129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pg542"/>
            <p:cNvSpPr/>
            <p:nvPr/>
          </p:nvSpPr>
          <p:spPr>
            <a:xfrm>
              <a:off x="5892933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pg543"/>
            <p:cNvSpPr/>
            <p:nvPr/>
          </p:nvSpPr>
          <p:spPr>
            <a:xfrm>
              <a:off x="5904570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pg544"/>
            <p:cNvSpPr/>
            <p:nvPr/>
          </p:nvSpPr>
          <p:spPr>
            <a:xfrm>
              <a:off x="591620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pg545"/>
            <p:cNvSpPr/>
            <p:nvPr/>
          </p:nvSpPr>
          <p:spPr>
            <a:xfrm>
              <a:off x="5927845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pg546"/>
            <p:cNvSpPr/>
            <p:nvPr/>
          </p:nvSpPr>
          <p:spPr>
            <a:xfrm>
              <a:off x="5939482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pg547"/>
            <p:cNvSpPr/>
            <p:nvPr/>
          </p:nvSpPr>
          <p:spPr>
            <a:xfrm>
              <a:off x="5951120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pg548"/>
            <p:cNvSpPr/>
            <p:nvPr/>
          </p:nvSpPr>
          <p:spPr>
            <a:xfrm>
              <a:off x="5962757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pg549"/>
            <p:cNvSpPr/>
            <p:nvPr/>
          </p:nvSpPr>
          <p:spPr>
            <a:xfrm>
              <a:off x="597439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pg550"/>
            <p:cNvSpPr/>
            <p:nvPr/>
          </p:nvSpPr>
          <p:spPr>
            <a:xfrm>
              <a:off x="5986032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pg551"/>
            <p:cNvSpPr/>
            <p:nvPr/>
          </p:nvSpPr>
          <p:spPr>
            <a:xfrm>
              <a:off x="5997669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pg552"/>
            <p:cNvSpPr/>
            <p:nvPr/>
          </p:nvSpPr>
          <p:spPr>
            <a:xfrm>
              <a:off x="600930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pg553"/>
            <p:cNvSpPr/>
            <p:nvPr/>
          </p:nvSpPr>
          <p:spPr>
            <a:xfrm>
              <a:off x="602094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pg554"/>
            <p:cNvSpPr/>
            <p:nvPr/>
          </p:nvSpPr>
          <p:spPr>
            <a:xfrm>
              <a:off x="6032581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pg555"/>
            <p:cNvSpPr/>
            <p:nvPr/>
          </p:nvSpPr>
          <p:spPr>
            <a:xfrm>
              <a:off x="604421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pg556"/>
            <p:cNvSpPr/>
            <p:nvPr/>
          </p:nvSpPr>
          <p:spPr>
            <a:xfrm>
              <a:off x="6172229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pg557"/>
            <p:cNvSpPr/>
            <p:nvPr/>
          </p:nvSpPr>
          <p:spPr>
            <a:xfrm>
              <a:off x="618386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pg558"/>
            <p:cNvSpPr/>
            <p:nvPr/>
          </p:nvSpPr>
          <p:spPr>
            <a:xfrm>
              <a:off x="619550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pg559"/>
            <p:cNvSpPr/>
            <p:nvPr/>
          </p:nvSpPr>
          <p:spPr>
            <a:xfrm>
              <a:off x="6207141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pg560"/>
            <p:cNvSpPr/>
            <p:nvPr/>
          </p:nvSpPr>
          <p:spPr>
            <a:xfrm>
              <a:off x="621877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pg561"/>
            <p:cNvSpPr/>
            <p:nvPr/>
          </p:nvSpPr>
          <p:spPr>
            <a:xfrm>
              <a:off x="623041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pg562"/>
            <p:cNvSpPr/>
            <p:nvPr/>
          </p:nvSpPr>
          <p:spPr>
            <a:xfrm>
              <a:off x="5858021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pg563"/>
            <p:cNvSpPr/>
            <p:nvPr/>
          </p:nvSpPr>
          <p:spPr>
            <a:xfrm>
              <a:off x="586965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pg564"/>
            <p:cNvSpPr/>
            <p:nvPr/>
          </p:nvSpPr>
          <p:spPr>
            <a:xfrm>
              <a:off x="588129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pg565"/>
            <p:cNvSpPr/>
            <p:nvPr/>
          </p:nvSpPr>
          <p:spPr>
            <a:xfrm>
              <a:off x="5892933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pg566"/>
            <p:cNvSpPr/>
            <p:nvPr/>
          </p:nvSpPr>
          <p:spPr>
            <a:xfrm>
              <a:off x="5904570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pg567"/>
            <p:cNvSpPr/>
            <p:nvPr/>
          </p:nvSpPr>
          <p:spPr>
            <a:xfrm>
              <a:off x="591620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pg568"/>
            <p:cNvSpPr/>
            <p:nvPr/>
          </p:nvSpPr>
          <p:spPr>
            <a:xfrm>
              <a:off x="5927845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pg569"/>
            <p:cNvSpPr/>
            <p:nvPr/>
          </p:nvSpPr>
          <p:spPr>
            <a:xfrm>
              <a:off x="593948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pg570"/>
            <p:cNvSpPr/>
            <p:nvPr/>
          </p:nvSpPr>
          <p:spPr>
            <a:xfrm>
              <a:off x="5951120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pg571"/>
            <p:cNvSpPr/>
            <p:nvPr/>
          </p:nvSpPr>
          <p:spPr>
            <a:xfrm>
              <a:off x="5962757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pg572"/>
            <p:cNvSpPr/>
            <p:nvPr/>
          </p:nvSpPr>
          <p:spPr>
            <a:xfrm>
              <a:off x="5974394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pg573"/>
            <p:cNvSpPr/>
            <p:nvPr/>
          </p:nvSpPr>
          <p:spPr>
            <a:xfrm>
              <a:off x="598603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pg574"/>
            <p:cNvSpPr/>
            <p:nvPr/>
          </p:nvSpPr>
          <p:spPr>
            <a:xfrm>
              <a:off x="5997669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pg575"/>
            <p:cNvSpPr/>
            <p:nvPr/>
          </p:nvSpPr>
          <p:spPr>
            <a:xfrm>
              <a:off x="600930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pg576"/>
            <p:cNvSpPr/>
            <p:nvPr/>
          </p:nvSpPr>
          <p:spPr>
            <a:xfrm>
              <a:off x="616059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pg577"/>
            <p:cNvSpPr/>
            <p:nvPr/>
          </p:nvSpPr>
          <p:spPr>
            <a:xfrm>
              <a:off x="6172229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pg578"/>
            <p:cNvSpPr/>
            <p:nvPr/>
          </p:nvSpPr>
          <p:spPr>
            <a:xfrm>
              <a:off x="618386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pg579"/>
            <p:cNvSpPr/>
            <p:nvPr/>
          </p:nvSpPr>
          <p:spPr>
            <a:xfrm>
              <a:off x="6195504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pg580"/>
            <p:cNvSpPr/>
            <p:nvPr/>
          </p:nvSpPr>
          <p:spPr>
            <a:xfrm>
              <a:off x="6207141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pg581"/>
            <p:cNvSpPr/>
            <p:nvPr/>
          </p:nvSpPr>
          <p:spPr>
            <a:xfrm>
              <a:off x="621877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pg582"/>
            <p:cNvSpPr/>
            <p:nvPr/>
          </p:nvSpPr>
          <p:spPr>
            <a:xfrm>
              <a:off x="579983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pg583"/>
            <p:cNvSpPr/>
            <p:nvPr/>
          </p:nvSpPr>
          <p:spPr>
            <a:xfrm>
              <a:off x="581147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D">
                <a:alpha val="100000"/>
              </a:srgbClr>
            </a:solidFill>
            <a:ln w="5420" cap="flat">
              <a:solidFill>
                <a:srgbClr val="35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pg584"/>
            <p:cNvSpPr/>
            <p:nvPr/>
          </p:nvSpPr>
          <p:spPr>
            <a:xfrm>
              <a:off x="582310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pg585"/>
            <p:cNvSpPr/>
            <p:nvPr/>
          </p:nvSpPr>
          <p:spPr>
            <a:xfrm>
              <a:off x="583474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pg586"/>
            <p:cNvSpPr/>
            <p:nvPr/>
          </p:nvSpPr>
          <p:spPr>
            <a:xfrm>
              <a:off x="584638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pg587"/>
            <p:cNvSpPr/>
            <p:nvPr/>
          </p:nvSpPr>
          <p:spPr>
            <a:xfrm>
              <a:off x="5858021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pg588"/>
            <p:cNvSpPr/>
            <p:nvPr/>
          </p:nvSpPr>
          <p:spPr>
            <a:xfrm>
              <a:off x="5869658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pg589"/>
            <p:cNvSpPr/>
            <p:nvPr/>
          </p:nvSpPr>
          <p:spPr>
            <a:xfrm>
              <a:off x="588129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pg590"/>
            <p:cNvSpPr/>
            <p:nvPr/>
          </p:nvSpPr>
          <p:spPr>
            <a:xfrm>
              <a:off x="5892933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pg591"/>
            <p:cNvSpPr/>
            <p:nvPr/>
          </p:nvSpPr>
          <p:spPr>
            <a:xfrm>
              <a:off x="5904570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pg592"/>
            <p:cNvSpPr/>
            <p:nvPr/>
          </p:nvSpPr>
          <p:spPr>
            <a:xfrm>
              <a:off x="5916208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pg593"/>
            <p:cNvSpPr/>
            <p:nvPr/>
          </p:nvSpPr>
          <p:spPr>
            <a:xfrm>
              <a:off x="5927845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pg594"/>
            <p:cNvSpPr/>
            <p:nvPr/>
          </p:nvSpPr>
          <p:spPr>
            <a:xfrm>
              <a:off x="593948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pg595"/>
            <p:cNvSpPr/>
            <p:nvPr/>
          </p:nvSpPr>
          <p:spPr>
            <a:xfrm>
              <a:off x="5951120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pg596"/>
            <p:cNvSpPr/>
            <p:nvPr/>
          </p:nvSpPr>
          <p:spPr>
            <a:xfrm>
              <a:off x="597439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pg597"/>
            <p:cNvSpPr/>
            <p:nvPr/>
          </p:nvSpPr>
          <p:spPr>
            <a:xfrm>
              <a:off x="598603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pg598"/>
            <p:cNvSpPr/>
            <p:nvPr/>
          </p:nvSpPr>
          <p:spPr>
            <a:xfrm>
              <a:off x="599766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pg599"/>
            <p:cNvSpPr/>
            <p:nvPr/>
          </p:nvSpPr>
          <p:spPr>
            <a:xfrm>
              <a:off x="616059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pg600"/>
            <p:cNvSpPr/>
            <p:nvPr/>
          </p:nvSpPr>
          <p:spPr>
            <a:xfrm>
              <a:off x="617222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pg601"/>
            <p:cNvSpPr/>
            <p:nvPr/>
          </p:nvSpPr>
          <p:spPr>
            <a:xfrm>
              <a:off x="618386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pg602"/>
            <p:cNvSpPr/>
            <p:nvPr/>
          </p:nvSpPr>
          <p:spPr>
            <a:xfrm>
              <a:off x="619550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pg603"/>
            <p:cNvSpPr/>
            <p:nvPr/>
          </p:nvSpPr>
          <p:spPr>
            <a:xfrm>
              <a:off x="6207141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pg604"/>
            <p:cNvSpPr/>
            <p:nvPr/>
          </p:nvSpPr>
          <p:spPr>
            <a:xfrm>
              <a:off x="576492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pg605"/>
            <p:cNvSpPr/>
            <p:nvPr/>
          </p:nvSpPr>
          <p:spPr>
            <a:xfrm>
              <a:off x="5776560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pg606"/>
            <p:cNvSpPr/>
            <p:nvPr/>
          </p:nvSpPr>
          <p:spPr>
            <a:xfrm>
              <a:off x="5788197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pg607"/>
            <p:cNvSpPr/>
            <p:nvPr/>
          </p:nvSpPr>
          <p:spPr>
            <a:xfrm>
              <a:off x="579983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pg608"/>
            <p:cNvSpPr/>
            <p:nvPr/>
          </p:nvSpPr>
          <p:spPr>
            <a:xfrm>
              <a:off x="581147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pg609"/>
            <p:cNvSpPr/>
            <p:nvPr/>
          </p:nvSpPr>
          <p:spPr>
            <a:xfrm>
              <a:off x="5823109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4">
                <a:alpha val="100000"/>
              </a:srgbClr>
            </a:solidFill>
            <a:ln w="5420" cap="flat">
              <a:solidFill>
                <a:srgbClr val="271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pg610"/>
            <p:cNvSpPr/>
            <p:nvPr/>
          </p:nvSpPr>
          <p:spPr>
            <a:xfrm>
              <a:off x="583474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pg611"/>
            <p:cNvSpPr/>
            <p:nvPr/>
          </p:nvSpPr>
          <p:spPr>
            <a:xfrm>
              <a:off x="584638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B">
                <a:alpha val="100000"/>
              </a:srgbClr>
            </a:solidFill>
            <a:ln w="5420" cap="flat">
              <a:solidFill>
                <a:srgbClr val="2A1F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pg612"/>
            <p:cNvSpPr/>
            <p:nvPr/>
          </p:nvSpPr>
          <p:spPr>
            <a:xfrm>
              <a:off x="5858021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344">
                <a:alpha val="100000"/>
              </a:srgbClr>
            </a:solidFill>
            <a:ln w="5420" cap="flat">
              <a:solidFill>
                <a:srgbClr val="30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pg613"/>
            <p:cNvSpPr/>
            <p:nvPr/>
          </p:nvSpPr>
          <p:spPr>
            <a:xfrm>
              <a:off x="5869658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pg614"/>
            <p:cNvSpPr/>
            <p:nvPr/>
          </p:nvSpPr>
          <p:spPr>
            <a:xfrm>
              <a:off x="588129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pg615"/>
            <p:cNvSpPr/>
            <p:nvPr/>
          </p:nvSpPr>
          <p:spPr>
            <a:xfrm>
              <a:off x="5892933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pg616"/>
            <p:cNvSpPr/>
            <p:nvPr/>
          </p:nvSpPr>
          <p:spPr>
            <a:xfrm>
              <a:off x="5904570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pg617"/>
            <p:cNvSpPr/>
            <p:nvPr/>
          </p:nvSpPr>
          <p:spPr>
            <a:xfrm>
              <a:off x="5927845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pg618"/>
            <p:cNvSpPr/>
            <p:nvPr/>
          </p:nvSpPr>
          <p:spPr>
            <a:xfrm>
              <a:off x="593948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pg619"/>
            <p:cNvSpPr/>
            <p:nvPr/>
          </p:nvSpPr>
          <p:spPr>
            <a:xfrm>
              <a:off x="616059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pg620"/>
            <p:cNvSpPr/>
            <p:nvPr/>
          </p:nvSpPr>
          <p:spPr>
            <a:xfrm>
              <a:off x="6172229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pg621"/>
            <p:cNvSpPr/>
            <p:nvPr/>
          </p:nvSpPr>
          <p:spPr>
            <a:xfrm>
              <a:off x="618386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pg622"/>
            <p:cNvSpPr/>
            <p:nvPr/>
          </p:nvSpPr>
          <p:spPr>
            <a:xfrm>
              <a:off x="619550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pg623"/>
            <p:cNvSpPr/>
            <p:nvPr/>
          </p:nvSpPr>
          <p:spPr>
            <a:xfrm>
              <a:off x="6207141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pg624"/>
            <p:cNvSpPr/>
            <p:nvPr/>
          </p:nvSpPr>
          <p:spPr>
            <a:xfrm>
              <a:off x="5753285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pg625"/>
            <p:cNvSpPr/>
            <p:nvPr/>
          </p:nvSpPr>
          <p:spPr>
            <a:xfrm>
              <a:off x="576492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pg626"/>
            <p:cNvSpPr/>
            <p:nvPr/>
          </p:nvSpPr>
          <p:spPr>
            <a:xfrm>
              <a:off x="5776560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pg627"/>
            <p:cNvSpPr/>
            <p:nvPr/>
          </p:nvSpPr>
          <p:spPr>
            <a:xfrm>
              <a:off x="5788197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pg628"/>
            <p:cNvSpPr/>
            <p:nvPr/>
          </p:nvSpPr>
          <p:spPr>
            <a:xfrm>
              <a:off x="579983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pg629"/>
            <p:cNvSpPr/>
            <p:nvPr/>
          </p:nvSpPr>
          <p:spPr>
            <a:xfrm>
              <a:off x="581147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pg630"/>
            <p:cNvSpPr/>
            <p:nvPr/>
          </p:nvSpPr>
          <p:spPr>
            <a:xfrm>
              <a:off x="5823109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pg631"/>
            <p:cNvSpPr/>
            <p:nvPr/>
          </p:nvSpPr>
          <p:spPr>
            <a:xfrm>
              <a:off x="583474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pg632"/>
            <p:cNvSpPr/>
            <p:nvPr/>
          </p:nvSpPr>
          <p:spPr>
            <a:xfrm>
              <a:off x="584638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pg633"/>
            <p:cNvSpPr/>
            <p:nvPr/>
          </p:nvSpPr>
          <p:spPr>
            <a:xfrm>
              <a:off x="5858021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pg634"/>
            <p:cNvSpPr/>
            <p:nvPr/>
          </p:nvSpPr>
          <p:spPr>
            <a:xfrm>
              <a:off x="5869658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pg635"/>
            <p:cNvSpPr/>
            <p:nvPr/>
          </p:nvSpPr>
          <p:spPr>
            <a:xfrm>
              <a:off x="588129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pg636"/>
            <p:cNvSpPr/>
            <p:nvPr/>
          </p:nvSpPr>
          <p:spPr>
            <a:xfrm>
              <a:off x="5892933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pg637"/>
            <p:cNvSpPr/>
            <p:nvPr/>
          </p:nvSpPr>
          <p:spPr>
            <a:xfrm>
              <a:off x="616059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pg638"/>
            <p:cNvSpPr/>
            <p:nvPr/>
          </p:nvSpPr>
          <p:spPr>
            <a:xfrm>
              <a:off x="6172229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pg639"/>
            <p:cNvSpPr/>
            <p:nvPr/>
          </p:nvSpPr>
          <p:spPr>
            <a:xfrm>
              <a:off x="618386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pg640"/>
            <p:cNvSpPr/>
            <p:nvPr/>
          </p:nvSpPr>
          <p:spPr>
            <a:xfrm>
              <a:off x="619550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pg641"/>
            <p:cNvSpPr/>
            <p:nvPr/>
          </p:nvSpPr>
          <p:spPr>
            <a:xfrm>
              <a:off x="6207141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pg642"/>
            <p:cNvSpPr/>
            <p:nvPr/>
          </p:nvSpPr>
          <p:spPr>
            <a:xfrm>
              <a:off x="6218778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pg643"/>
            <p:cNvSpPr/>
            <p:nvPr/>
          </p:nvSpPr>
          <p:spPr>
            <a:xfrm>
              <a:off x="623041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pg644"/>
            <p:cNvSpPr/>
            <p:nvPr/>
          </p:nvSpPr>
          <p:spPr>
            <a:xfrm>
              <a:off x="6276965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pg645"/>
            <p:cNvSpPr/>
            <p:nvPr/>
          </p:nvSpPr>
          <p:spPr>
            <a:xfrm>
              <a:off x="628860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pg646"/>
            <p:cNvSpPr/>
            <p:nvPr/>
          </p:nvSpPr>
          <p:spPr>
            <a:xfrm>
              <a:off x="6300240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pg647"/>
            <p:cNvSpPr/>
            <p:nvPr/>
          </p:nvSpPr>
          <p:spPr>
            <a:xfrm>
              <a:off x="6311877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pg648"/>
            <p:cNvSpPr/>
            <p:nvPr/>
          </p:nvSpPr>
          <p:spPr>
            <a:xfrm>
              <a:off x="632351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pg649"/>
            <p:cNvSpPr/>
            <p:nvPr/>
          </p:nvSpPr>
          <p:spPr>
            <a:xfrm>
              <a:off x="574164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pg650"/>
            <p:cNvSpPr/>
            <p:nvPr/>
          </p:nvSpPr>
          <p:spPr>
            <a:xfrm>
              <a:off x="5753285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pg651"/>
            <p:cNvSpPr/>
            <p:nvPr/>
          </p:nvSpPr>
          <p:spPr>
            <a:xfrm>
              <a:off x="576492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pg652"/>
            <p:cNvSpPr/>
            <p:nvPr/>
          </p:nvSpPr>
          <p:spPr>
            <a:xfrm>
              <a:off x="5776560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pg653"/>
            <p:cNvSpPr/>
            <p:nvPr/>
          </p:nvSpPr>
          <p:spPr>
            <a:xfrm>
              <a:off x="5788197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pg654"/>
            <p:cNvSpPr/>
            <p:nvPr/>
          </p:nvSpPr>
          <p:spPr>
            <a:xfrm>
              <a:off x="579983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pg655"/>
            <p:cNvSpPr/>
            <p:nvPr/>
          </p:nvSpPr>
          <p:spPr>
            <a:xfrm>
              <a:off x="581147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pg656"/>
            <p:cNvSpPr/>
            <p:nvPr/>
          </p:nvSpPr>
          <p:spPr>
            <a:xfrm>
              <a:off x="5823109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pg657"/>
            <p:cNvSpPr/>
            <p:nvPr/>
          </p:nvSpPr>
          <p:spPr>
            <a:xfrm>
              <a:off x="583474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pg658"/>
            <p:cNvSpPr/>
            <p:nvPr/>
          </p:nvSpPr>
          <p:spPr>
            <a:xfrm>
              <a:off x="584638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pg659"/>
            <p:cNvSpPr/>
            <p:nvPr/>
          </p:nvSpPr>
          <p:spPr>
            <a:xfrm>
              <a:off x="5858021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pg660"/>
            <p:cNvSpPr/>
            <p:nvPr/>
          </p:nvSpPr>
          <p:spPr>
            <a:xfrm>
              <a:off x="586965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pg661"/>
            <p:cNvSpPr/>
            <p:nvPr/>
          </p:nvSpPr>
          <p:spPr>
            <a:xfrm>
              <a:off x="588129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pg662"/>
            <p:cNvSpPr/>
            <p:nvPr/>
          </p:nvSpPr>
          <p:spPr>
            <a:xfrm>
              <a:off x="6172229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pg663"/>
            <p:cNvSpPr/>
            <p:nvPr/>
          </p:nvSpPr>
          <p:spPr>
            <a:xfrm>
              <a:off x="618386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pg664"/>
            <p:cNvSpPr/>
            <p:nvPr/>
          </p:nvSpPr>
          <p:spPr>
            <a:xfrm>
              <a:off x="619550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pg665"/>
            <p:cNvSpPr/>
            <p:nvPr/>
          </p:nvSpPr>
          <p:spPr>
            <a:xfrm>
              <a:off x="6207141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pg666"/>
            <p:cNvSpPr/>
            <p:nvPr/>
          </p:nvSpPr>
          <p:spPr>
            <a:xfrm>
              <a:off x="621877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pg667"/>
            <p:cNvSpPr/>
            <p:nvPr/>
          </p:nvSpPr>
          <p:spPr>
            <a:xfrm>
              <a:off x="623041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pg668"/>
            <p:cNvSpPr/>
            <p:nvPr/>
          </p:nvSpPr>
          <p:spPr>
            <a:xfrm>
              <a:off x="6242053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pg669"/>
            <p:cNvSpPr/>
            <p:nvPr/>
          </p:nvSpPr>
          <p:spPr>
            <a:xfrm>
              <a:off x="626532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pg670"/>
            <p:cNvSpPr/>
            <p:nvPr/>
          </p:nvSpPr>
          <p:spPr>
            <a:xfrm>
              <a:off x="6276965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pg671"/>
            <p:cNvSpPr/>
            <p:nvPr/>
          </p:nvSpPr>
          <p:spPr>
            <a:xfrm>
              <a:off x="628860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pg672"/>
            <p:cNvSpPr/>
            <p:nvPr/>
          </p:nvSpPr>
          <p:spPr>
            <a:xfrm>
              <a:off x="6300240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pg673"/>
            <p:cNvSpPr/>
            <p:nvPr/>
          </p:nvSpPr>
          <p:spPr>
            <a:xfrm>
              <a:off x="6311877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pg674"/>
            <p:cNvSpPr/>
            <p:nvPr/>
          </p:nvSpPr>
          <p:spPr>
            <a:xfrm>
              <a:off x="632351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pg675"/>
            <p:cNvSpPr/>
            <p:nvPr/>
          </p:nvSpPr>
          <p:spPr>
            <a:xfrm>
              <a:off x="633515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pg676"/>
            <p:cNvSpPr/>
            <p:nvPr/>
          </p:nvSpPr>
          <p:spPr>
            <a:xfrm>
              <a:off x="573001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pg677"/>
            <p:cNvSpPr/>
            <p:nvPr/>
          </p:nvSpPr>
          <p:spPr>
            <a:xfrm>
              <a:off x="574164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pg678"/>
            <p:cNvSpPr/>
            <p:nvPr/>
          </p:nvSpPr>
          <p:spPr>
            <a:xfrm>
              <a:off x="5753285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pg679"/>
            <p:cNvSpPr/>
            <p:nvPr/>
          </p:nvSpPr>
          <p:spPr>
            <a:xfrm>
              <a:off x="576492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pg680"/>
            <p:cNvSpPr/>
            <p:nvPr/>
          </p:nvSpPr>
          <p:spPr>
            <a:xfrm>
              <a:off x="577656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pg681"/>
            <p:cNvSpPr/>
            <p:nvPr/>
          </p:nvSpPr>
          <p:spPr>
            <a:xfrm>
              <a:off x="5788197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pg682"/>
            <p:cNvSpPr/>
            <p:nvPr/>
          </p:nvSpPr>
          <p:spPr>
            <a:xfrm>
              <a:off x="579983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pg683"/>
            <p:cNvSpPr/>
            <p:nvPr/>
          </p:nvSpPr>
          <p:spPr>
            <a:xfrm>
              <a:off x="581147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pg684"/>
            <p:cNvSpPr/>
            <p:nvPr/>
          </p:nvSpPr>
          <p:spPr>
            <a:xfrm>
              <a:off x="5823109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pg685"/>
            <p:cNvSpPr/>
            <p:nvPr/>
          </p:nvSpPr>
          <p:spPr>
            <a:xfrm>
              <a:off x="583474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pg686"/>
            <p:cNvSpPr/>
            <p:nvPr/>
          </p:nvSpPr>
          <p:spPr>
            <a:xfrm>
              <a:off x="584638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pg687"/>
            <p:cNvSpPr/>
            <p:nvPr/>
          </p:nvSpPr>
          <p:spPr>
            <a:xfrm>
              <a:off x="6172229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pg688"/>
            <p:cNvSpPr/>
            <p:nvPr/>
          </p:nvSpPr>
          <p:spPr>
            <a:xfrm>
              <a:off x="618386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pg689"/>
            <p:cNvSpPr/>
            <p:nvPr/>
          </p:nvSpPr>
          <p:spPr>
            <a:xfrm>
              <a:off x="619550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pg690"/>
            <p:cNvSpPr/>
            <p:nvPr/>
          </p:nvSpPr>
          <p:spPr>
            <a:xfrm>
              <a:off x="6207141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pg691"/>
            <p:cNvSpPr/>
            <p:nvPr/>
          </p:nvSpPr>
          <p:spPr>
            <a:xfrm>
              <a:off x="621877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pg692"/>
            <p:cNvSpPr/>
            <p:nvPr/>
          </p:nvSpPr>
          <p:spPr>
            <a:xfrm>
              <a:off x="623041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pg693"/>
            <p:cNvSpPr/>
            <p:nvPr/>
          </p:nvSpPr>
          <p:spPr>
            <a:xfrm>
              <a:off x="6242053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pg694"/>
            <p:cNvSpPr/>
            <p:nvPr/>
          </p:nvSpPr>
          <p:spPr>
            <a:xfrm>
              <a:off x="625369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pg695"/>
            <p:cNvSpPr/>
            <p:nvPr/>
          </p:nvSpPr>
          <p:spPr>
            <a:xfrm>
              <a:off x="626532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pg696"/>
            <p:cNvSpPr/>
            <p:nvPr/>
          </p:nvSpPr>
          <p:spPr>
            <a:xfrm>
              <a:off x="6276965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pg697"/>
            <p:cNvSpPr/>
            <p:nvPr/>
          </p:nvSpPr>
          <p:spPr>
            <a:xfrm>
              <a:off x="628860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pg698"/>
            <p:cNvSpPr/>
            <p:nvPr/>
          </p:nvSpPr>
          <p:spPr>
            <a:xfrm>
              <a:off x="630024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pg699"/>
            <p:cNvSpPr/>
            <p:nvPr/>
          </p:nvSpPr>
          <p:spPr>
            <a:xfrm>
              <a:off x="6311877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pg700"/>
            <p:cNvSpPr/>
            <p:nvPr/>
          </p:nvSpPr>
          <p:spPr>
            <a:xfrm>
              <a:off x="632351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pg701"/>
            <p:cNvSpPr/>
            <p:nvPr/>
          </p:nvSpPr>
          <p:spPr>
            <a:xfrm>
              <a:off x="633515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pg702"/>
            <p:cNvSpPr/>
            <p:nvPr/>
          </p:nvSpPr>
          <p:spPr>
            <a:xfrm>
              <a:off x="5718373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pg703"/>
            <p:cNvSpPr/>
            <p:nvPr/>
          </p:nvSpPr>
          <p:spPr>
            <a:xfrm>
              <a:off x="573001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pg704"/>
            <p:cNvSpPr/>
            <p:nvPr/>
          </p:nvSpPr>
          <p:spPr>
            <a:xfrm>
              <a:off x="574164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pg705"/>
            <p:cNvSpPr/>
            <p:nvPr/>
          </p:nvSpPr>
          <p:spPr>
            <a:xfrm>
              <a:off x="5753285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pg706"/>
            <p:cNvSpPr/>
            <p:nvPr/>
          </p:nvSpPr>
          <p:spPr>
            <a:xfrm>
              <a:off x="576492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pg707"/>
            <p:cNvSpPr/>
            <p:nvPr/>
          </p:nvSpPr>
          <p:spPr>
            <a:xfrm>
              <a:off x="577656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pg708"/>
            <p:cNvSpPr/>
            <p:nvPr/>
          </p:nvSpPr>
          <p:spPr>
            <a:xfrm>
              <a:off x="5788197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pg709"/>
            <p:cNvSpPr/>
            <p:nvPr/>
          </p:nvSpPr>
          <p:spPr>
            <a:xfrm>
              <a:off x="579983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pg710"/>
            <p:cNvSpPr/>
            <p:nvPr/>
          </p:nvSpPr>
          <p:spPr>
            <a:xfrm>
              <a:off x="581147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pg711"/>
            <p:cNvSpPr/>
            <p:nvPr/>
          </p:nvSpPr>
          <p:spPr>
            <a:xfrm>
              <a:off x="6183866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pg712"/>
            <p:cNvSpPr/>
            <p:nvPr/>
          </p:nvSpPr>
          <p:spPr>
            <a:xfrm>
              <a:off x="619550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pg713"/>
            <p:cNvSpPr/>
            <p:nvPr/>
          </p:nvSpPr>
          <p:spPr>
            <a:xfrm>
              <a:off x="6207141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pg714"/>
            <p:cNvSpPr/>
            <p:nvPr/>
          </p:nvSpPr>
          <p:spPr>
            <a:xfrm>
              <a:off x="621877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pg715"/>
            <p:cNvSpPr/>
            <p:nvPr/>
          </p:nvSpPr>
          <p:spPr>
            <a:xfrm>
              <a:off x="6230416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pg716"/>
            <p:cNvSpPr/>
            <p:nvPr/>
          </p:nvSpPr>
          <p:spPr>
            <a:xfrm>
              <a:off x="6242053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pg717"/>
            <p:cNvSpPr/>
            <p:nvPr/>
          </p:nvSpPr>
          <p:spPr>
            <a:xfrm>
              <a:off x="625369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pg718"/>
            <p:cNvSpPr/>
            <p:nvPr/>
          </p:nvSpPr>
          <p:spPr>
            <a:xfrm>
              <a:off x="626532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pg719"/>
            <p:cNvSpPr/>
            <p:nvPr/>
          </p:nvSpPr>
          <p:spPr>
            <a:xfrm>
              <a:off x="6276965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pg720"/>
            <p:cNvSpPr/>
            <p:nvPr/>
          </p:nvSpPr>
          <p:spPr>
            <a:xfrm>
              <a:off x="628860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pg721"/>
            <p:cNvSpPr/>
            <p:nvPr/>
          </p:nvSpPr>
          <p:spPr>
            <a:xfrm>
              <a:off x="630024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pg722"/>
            <p:cNvSpPr/>
            <p:nvPr/>
          </p:nvSpPr>
          <p:spPr>
            <a:xfrm>
              <a:off x="6311877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pg723"/>
            <p:cNvSpPr/>
            <p:nvPr/>
          </p:nvSpPr>
          <p:spPr>
            <a:xfrm>
              <a:off x="632351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pg724"/>
            <p:cNvSpPr/>
            <p:nvPr/>
          </p:nvSpPr>
          <p:spPr>
            <a:xfrm>
              <a:off x="5706736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pg725"/>
            <p:cNvSpPr/>
            <p:nvPr/>
          </p:nvSpPr>
          <p:spPr>
            <a:xfrm>
              <a:off x="5718373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pg726"/>
            <p:cNvSpPr/>
            <p:nvPr/>
          </p:nvSpPr>
          <p:spPr>
            <a:xfrm>
              <a:off x="573001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pg727"/>
            <p:cNvSpPr/>
            <p:nvPr/>
          </p:nvSpPr>
          <p:spPr>
            <a:xfrm>
              <a:off x="574164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pg728"/>
            <p:cNvSpPr/>
            <p:nvPr/>
          </p:nvSpPr>
          <p:spPr>
            <a:xfrm>
              <a:off x="5753285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pg729"/>
            <p:cNvSpPr/>
            <p:nvPr/>
          </p:nvSpPr>
          <p:spPr>
            <a:xfrm>
              <a:off x="5764922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pg730"/>
            <p:cNvSpPr/>
            <p:nvPr/>
          </p:nvSpPr>
          <p:spPr>
            <a:xfrm>
              <a:off x="577656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pg731"/>
            <p:cNvSpPr/>
            <p:nvPr/>
          </p:nvSpPr>
          <p:spPr>
            <a:xfrm>
              <a:off x="6195504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pg732"/>
            <p:cNvSpPr/>
            <p:nvPr/>
          </p:nvSpPr>
          <p:spPr>
            <a:xfrm>
              <a:off x="6207141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pg733"/>
            <p:cNvSpPr/>
            <p:nvPr/>
          </p:nvSpPr>
          <p:spPr>
            <a:xfrm>
              <a:off x="621877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pg734"/>
            <p:cNvSpPr/>
            <p:nvPr/>
          </p:nvSpPr>
          <p:spPr>
            <a:xfrm>
              <a:off x="6230416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pg735"/>
            <p:cNvSpPr/>
            <p:nvPr/>
          </p:nvSpPr>
          <p:spPr>
            <a:xfrm>
              <a:off x="6242053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pg736"/>
            <p:cNvSpPr/>
            <p:nvPr/>
          </p:nvSpPr>
          <p:spPr>
            <a:xfrm>
              <a:off x="625369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pg737"/>
            <p:cNvSpPr/>
            <p:nvPr/>
          </p:nvSpPr>
          <p:spPr>
            <a:xfrm>
              <a:off x="626532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pg738"/>
            <p:cNvSpPr/>
            <p:nvPr/>
          </p:nvSpPr>
          <p:spPr>
            <a:xfrm>
              <a:off x="6276965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pg739"/>
            <p:cNvSpPr/>
            <p:nvPr/>
          </p:nvSpPr>
          <p:spPr>
            <a:xfrm>
              <a:off x="6288602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pg740"/>
            <p:cNvSpPr/>
            <p:nvPr/>
          </p:nvSpPr>
          <p:spPr>
            <a:xfrm>
              <a:off x="630024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pg741"/>
            <p:cNvSpPr/>
            <p:nvPr/>
          </p:nvSpPr>
          <p:spPr>
            <a:xfrm>
              <a:off x="6311877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pg742"/>
            <p:cNvSpPr/>
            <p:nvPr/>
          </p:nvSpPr>
          <p:spPr>
            <a:xfrm>
              <a:off x="5706736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pg743"/>
            <p:cNvSpPr/>
            <p:nvPr/>
          </p:nvSpPr>
          <p:spPr>
            <a:xfrm>
              <a:off x="5718373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pg744"/>
            <p:cNvSpPr/>
            <p:nvPr/>
          </p:nvSpPr>
          <p:spPr>
            <a:xfrm>
              <a:off x="5730010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pg745"/>
            <p:cNvSpPr/>
            <p:nvPr/>
          </p:nvSpPr>
          <p:spPr>
            <a:xfrm>
              <a:off x="574164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pg746"/>
            <p:cNvSpPr/>
            <p:nvPr/>
          </p:nvSpPr>
          <p:spPr>
            <a:xfrm>
              <a:off x="5753285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pg747"/>
            <p:cNvSpPr/>
            <p:nvPr/>
          </p:nvSpPr>
          <p:spPr>
            <a:xfrm>
              <a:off x="5764922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pg748"/>
            <p:cNvSpPr/>
            <p:nvPr/>
          </p:nvSpPr>
          <p:spPr>
            <a:xfrm>
              <a:off x="621877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pg749"/>
            <p:cNvSpPr/>
            <p:nvPr/>
          </p:nvSpPr>
          <p:spPr>
            <a:xfrm>
              <a:off x="6230416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pg750"/>
            <p:cNvSpPr/>
            <p:nvPr/>
          </p:nvSpPr>
          <p:spPr>
            <a:xfrm>
              <a:off x="6242053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pg751"/>
            <p:cNvSpPr/>
            <p:nvPr/>
          </p:nvSpPr>
          <p:spPr>
            <a:xfrm>
              <a:off x="6253690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pg752"/>
            <p:cNvSpPr/>
            <p:nvPr/>
          </p:nvSpPr>
          <p:spPr>
            <a:xfrm>
              <a:off x="626532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pg753"/>
            <p:cNvSpPr/>
            <p:nvPr/>
          </p:nvSpPr>
          <p:spPr>
            <a:xfrm>
              <a:off x="6276965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pg754"/>
            <p:cNvSpPr/>
            <p:nvPr/>
          </p:nvSpPr>
          <p:spPr>
            <a:xfrm>
              <a:off x="6288602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pg755"/>
            <p:cNvSpPr/>
            <p:nvPr/>
          </p:nvSpPr>
          <p:spPr>
            <a:xfrm>
              <a:off x="569509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pg756"/>
            <p:cNvSpPr/>
            <p:nvPr/>
          </p:nvSpPr>
          <p:spPr>
            <a:xfrm>
              <a:off x="5706736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pg757"/>
            <p:cNvSpPr/>
            <p:nvPr/>
          </p:nvSpPr>
          <p:spPr>
            <a:xfrm>
              <a:off x="5718373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pg758"/>
            <p:cNvSpPr/>
            <p:nvPr/>
          </p:nvSpPr>
          <p:spPr>
            <a:xfrm>
              <a:off x="5730010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pg759"/>
            <p:cNvSpPr/>
            <p:nvPr/>
          </p:nvSpPr>
          <p:spPr>
            <a:xfrm>
              <a:off x="574164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pg760"/>
            <p:cNvSpPr/>
            <p:nvPr/>
          </p:nvSpPr>
          <p:spPr>
            <a:xfrm>
              <a:off x="5753285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pg761"/>
            <p:cNvSpPr/>
            <p:nvPr/>
          </p:nvSpPr>
          <p:spPr>
            <a:xfrm>
              <a:off x="6242053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pg762"/>
            <p:cNvSpPr/>
            <p:nvPr/>
          </p:nvSpPr>
          <p:spPr>
            <a:xfrm>
              <a:off x="6253690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pg763"/>
            <p:cNvSpPr/>
            <p:nvPr/>
          </p:nvSpPr>
          <p:spPr>
            <a:xfrm>
              <a:off x="626532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pg764"/>
            <p:cNvSpPr/>
            <p:nvPr/>
          </p:nvSpPr>
          <p:spPr>
            <a:xfrm>
              <a:off x="5683461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pg765"/>
            <p:cNvSpPr/>
            <p:nvPr/>
          </p:nvSpPr>
          <p:spPr>
            <a:xfrm>
              <a:off x="5695098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pg766"/>
            <p:cNvSpPr/>
            <p:nvPr/>
          </p:nvSpPr>
          <p:spPr>
            <a:xfrm>
              <a:off x="5706736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pg767"/>
            <p:cNvSpPr/>
            <p:nvPr/>
          </p:nvSpPr>
          <p:spPr>
            <a:xfrm>
              <a:off x="5718373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pg768"/>
            <p:cNvSpPr/>
            <p:nvPr/>
          </p:nvSpPr>
          <p:spPr>
            <a:xfrm>
              <a:off x="5730010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pg769"/>
            <p:cNvSpPr/>
            <p:nvPr/>
          </p:nvSpPr>
          <p:spPr>
            <a:xfrm>
              <a:off x="5741648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pg770"/>
            <p:cNvSpPr/>
            <p:nvPr/>
          </p:nvSpPr>
          <p:spPr>
            <a:xfrm>
              <a:off x="5683461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pg771"/>
            <p:cNvSpPr/>
            <p:nvPr/>
          </p:nvSpPr>
          <p:spPr>
            <a:xfrm>
              <a:off x="5695098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pg772"/>
            <p:cNvSpPr/>
            <p:nvPr/>
          </p:nvSpPr>
          <p:spPr>
            <a:xfrm>
              <a:off x="5706736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pg773"/>
            <p:cNvSpPr/>
            <p:nvPr/>
          </p:nvSpPr>
          <p:spPr>
            <a:xfrm>
              <a:off x="5718373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pg774"/>
            <p:cNvSpPr/>
            <p:nvPr/>
          </p:nvSpPr>
          <p:spPr>
            <a:xfrm>
              <a:off x="5730010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pg775"/>
            <p:cNvSpPr/>
            <p:nvPr/>
          </p:nvSpPr>
          <p:spPr>
            <a:xfrm>
              <a:off x="5671824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pg776"/>
            <p:cNvSpPr/>
            <p:nvPr/>
          </p:nvSpPr>
          <p:spPr>
            <a:xfrm>
              <a:off x="5683461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pg777"/>
            <p:cNvSpPr/>
            <p:nvPr/>
          </p:nvSpPr>
          <p:spPr>
            <a:xfrm>
              <a:off x="5695098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pg778"/>
            <p:cNvSpPr/>
            <p:nvPr/>
          </p:nvSpPr>
          <p:spPr>
            <a:xfrm>
              <a:off x="5706736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pg779"/>
            <p:cNvSpPr/>
            <p:nvPr/>
          </p:nvSpPr>
          <p:spPr>
            <a:xfrm>
              <a:off x="5718373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pg780"/>
            <p:cNvSpPr/>
            <p:nvPr/>
          </p:nvSpPr>
          <p:spPr>
            <a:xfrm>
              <a:off x="5730010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pg781"/>
            <p:cNvSpPr/>
            <p:nvPr/>
          </p:nvSpPr>
          <p:spPr>
            <a:xfrm>
              <a:off x="5671824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pg782"/>
            <p:cNvSpPr/>
            <p:nvPr/>
          </p:nvSpPr>
          <p:spPr>
            <a:xfrm>
              <a:off x="5683461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pg783"/>
            <p:cNvSpPr/>
            <p:nvPr/>
          </p:nvSpPr>
          <p:spPr>
            <a:xfrm>
              <a:off x="5695098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pg784"/>
            <p:cNvSpPr/>
            <p:nvPr/>
          </p:nvSpPr>
          <p:spPr>
            <a:xfrm>
              <a:off x="5706736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pg785"/>
            <p:cNvSpPr/>
            <p:nvPr/>
          </p:nvSpPr>
          <p:spPr>
            <a:xfrm>
              <a:off x="5718373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pg786"/>
            <p:cNvSpPr/>
            <p:nvPr/>
          </p:nvSpPr>
          <p:spPr>
            <a:xfrm>
              <a:off x="5730010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pg787"/>
            <p:cNvSpPr/>
            <p:nvPr/>
          </p:nvSpPr>
          <p:spPr>
            <a:xfrm>
              <a:off x="5671824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pg788"/>
            <p:cNvSpPr/>
            <p:nvPr/>
          </p:nvSpPr>
          <p:spPr>
            <a:xfrm>
              <a:off x="5683461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pg789"/>
            <p:cNvSpPr/>
            <p:nvPr/>
          </p:nvSpPr>
          <p:spPr>
            <a:xfrm>
              <a:off x="5695098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pg790"/>
            <p:cNvSpPr/>
            <p:nvPr/>
          </p:nvSpPr>
          <p:spPr>
            <a:xfrm>
              <a:off x="5706736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pg791"/>
            <p:cNvSpPr/>
            <p:nvPr/>
          </p:nvSpPr>
          <p:spPr>
            <a:xfrm>
              <a:off x="5718373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pg792"/>
            <p:cNvSpPr/>
            <p:nvPr/>
          </p:nvSpPr>
          <p:spPr>
            <a:xfrm>
              <a:off x="5730010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pg793"/>
            <p:cNvSpPr/>
            <p:nvPr/>
          </p:nvSpPr>
          <p:spPr>
            <a:xfrm>
              <a:off x="5671824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pg794"/>
            <p:cNvSpPr/>
            <p:nvPr/>
          </p:nvSpPr>
          <p:spPr>
            <a:xfrm>
              <a:off x="5683461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pg795"/>
            <p:cNvSpPr/>
            <p:nvPr/>
          </p:nvSpPr>
          <p:spPr>
            <a:xfrm>
              <a:off x="5695098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pg796"/>
            <p:cNvSpPr/>
            <p:nvPr/>
          </p:nvSpPr>
          <p:spPr>
            <a:xfrm>
              <a:off x="5706736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pg797"/>
            <p:cNvSpPr/>
            <p:nvPr/>
          </p:nvSpPr>
          <p:spPr>
            <a:xfrm>
              <a:off x="5718373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pg798"/>
            <p:cNvSpPr/>
            <p:nvPr/>
          </p:nvSpPr>
          <p:spPr>
            <a:xfrm>
              <a:off x="5730010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pg799"/>
            <p:cNvSpPr/>
            <p:nvPr/>
          </p:nvSpPr>
          <p:spPr>
            <a:xfrm>
              <a:off x="5741648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pg800"/>
            <p:cNvSpPr/>
            <p:nvPr/>
          </p:nvSpPr>
          <p:spPr>
            <a:xfrm>
              <a:off x="5660186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pg801"/>
            <p:cNvSpPr/>
            <p:nvPr/>
          </p:nvSpPr>
          <p:spPr>
            <a:xfrm>
              <a:off x="5671824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pg802"/>
            <p:cNvSpPr/>
            <p:nvPr/>
          </p:nvSpPr>
          <p:spPr>
            <a:xfrm>
              <a:off x="5683461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pg803"/>
            <p:cNvSpPr/>
            <p:nvPr/>
          </p:nvSpPr>
          <p:spPr>
            <a:xfrm>
              <a:off x="5695098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pg804"/>
            <p:cNvSpPr/>
            <p:nvPr/>
          </p:nvSpPr>
          <p:spPr>
            <a:xfrm>
              <a:off x="5706736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pg805"/>
            <p:cNvSpPr/>
            <p:nvPr/>
          </p:nvSpPr>
          <p:spPr>
            <a:xfrm>
              <a:off x="5718373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pg806"/>
            <p:cNvSpPr/>
            <p:nvPr/>
          </p:nvSpPr>
          <p:spPr>
            <a:xfrm>
              <a:off x="5730010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pg807"/>
            <p:cNvSpPr/>
            <p:nvPr/>
          </p:nvSpPr>
          <p:spPr>
            <a:xfrm>
              <a:off x="5648549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pg808"/>
            <p:cNvSpPr/>
            <p:nvPr/>
          </p:nvSpPr>
          <p:spPr>
            <a:xfrm>
              <a:off x="5660186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pg809"/>
            <p:cNvSpPr/>
            <p:nvPr/>
          </p:nvSpPr>
          <p:spPr>
            <a:xfrm>
              <a:off x="5671824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pg810"/>
            <p:cNvSpPr/>
            <p:nvPr/>
          </p:nvSpPr>
          <p:spPr>
            <a:xfrm>
              <a:off x="5683461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pg811"/>
            <p:cNvSpPr/>
            <p:nvPr/>
          </p:nvSpPr>
          <p:spPr>
            <a:xfrm>
              <a:off x="5695098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pg812"/>
            <p:cNvSpPr/>
            <p:nvPr/>
          </p:nvSpPr>
          <p:spPr>
            <a:xfrm>
              <a:off x="5706736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pg813"/>
            <p:cNvSpPr/>
            <p:nvPr/>
          </p:nvSpPr>
          <p:spPr>
            <a:xfrm>
              <a:off x="5718373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pg814"/>
            <p:cNvSpPr/>
            <p:nvPr/>
          </p:nvSpPr>
          <p:spPr>
            <a:xfrm>
              <a:off x="5648549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pg815"/>
            <p:cNvSpPr/>
            <p:nvPr/>
          </p:nvSpPr>
          <p:spPr>
            <a:xfrm>
              <a:off x="5660186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pg816"/>
            <p:cNvSpPr/>
            <p:nvPr/>
          </p:nvSpPr>
          <p:spPr>
            <a:xfrm>
              <a:off x="5671824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pg817"/>
            <p:cNvSpPr/>
            <p:nvPr/>
          </p:nvSpPr>
          <p:spPr>
            <a:xfrm>
              <a:off x="5683461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pg818"/>
            <p:cNvSpPr/>
            <p:nvPr/>
          </p:nvSpPr>
          <p:spPr>
            <a:xfrm>
              <a:off x="5695098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pg819"/>
            <p:cNvSpPr/>
            <p:nvPr/>
          </p:nvSpPr>
          <p:spPr>
            <a:xfrm>
              <a:off x="5706736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pg820"/>
            <p:cNvSpPr/>
            <p:nvPr/>
          </p:nvSpPr>
          <p:spPr>
            <a:xfrm>
              <a:off x="5718373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pg821"/>
            <p:cNvSpPr/>
            <p:nvPr/>
          </p:nvSpPr>
          <p:spPr>
            <a:xfrm>
              <a:off x="5741648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pg822"/>
            <p:cNvSpPr/>
            <p:nvPr/>
          </p:nvSpPr>
          <p:spPr>
            <a:xfrm>
              <a:off x="5753285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pg823"/>
            <p:cNvSpPr/>
            <p:nvPr/>
          </p:nvSpPr>
          <p:spPr>
            <a:xfrm>
              <a:off x="5764922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pg824"/>
            <p:cNvSpPr/>
            <p:nvPr/>
          </p:nvSpPr>
          <p:spPr>
            <a:xfrm>
              <a:off x="5776560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pg825"/>
            <p:cNvSpPr/>
            <p:nvPr/>
          </p:nvSpPr>
          <p:spPr>
            <a:xfrm>
              <a:off x="5648549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pg826"/>
            <p:cNvSpPr/>
            <p:nvPr/>
          </p:nvSpPr>
          <p:spPr>
            <a:xfrm>
              <a:off x="5660186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pg827"/>
            <p:cNvSpPr/>
            <p:nvPr/>
          </p:nvSpPr>
          <p:spPr>
            <a:xfrm>
              <a:off x="5671824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pg828"/>
            <p:cNvSpPr/>
            <p:nvPr/>
          </p:nvSpPr>
          <p:spPr>
            <a:xfrm>
              <a:off x="5683461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pg829"/>
            <p:cNvSpPr/>
            <p:nvPr/>
          </p:nvSpPr>
          <p:spPr>
            <a:xfrm>
              <a:off x="5695098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pg830"/>
            <p:cNvSpPr/>
            <p:nvPr/>
          </p:nvSpPr>
          <p:spPr>
            <a:xfrm>
              <a:off x="5706736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pg831"/>
            <p:cNvSpPr/>
            <p:nvPr/>
          </p:nvSpPr>
          <p:spPr>
            <a:xfrm>
              <a:off x="5718373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pg832"/>
            <p:cNvSpPr/>
            <p:nvPr/>
          </p:nvSpPr>
          <p:spPr>
            <a:xfrm>
              <a:off x="5730010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pg833"/>
            <p:cNvSpPr/>
            <p:nvPr/>
          </p:nvSpPr>
          <p:spPr>
            <a:xfrm>
              <a:off x="5741648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pg834"/>
            <p:cNvSpPr/>
            <p:nvPr/>
          </p:nvSpPr>
          <p:spPr>
            <a:xfrm>
              <a:off x="5753285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pg835"/>
            <p:cNvSpPr/>
            <p:nvPr/>
          </p:nvSpPr>
          <p:spPr>
            <a:xfrm>
              <a:off x="5764922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pg836"/>
            <p:cNvSpPr/>
            <p:nvPr/>
          </p:nvSpPr>
          <p:spPr>
            <a:xfrm>
              <a:off x="5776560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pg837"/>
            <p:cNvSpPr/>
            <p:nvPr/>
          </p:nvSpPr>
          <p:spPr>
            <a:xfrm>
              <a:off x="5788197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pg838"/>
            <p:cNvSpPr/>
            <p:nvPr/>
          </p:nvSpPr>
          <p:spPr>
            <a:xfrm>
              <a:off x="5671824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pg839"/>
            <p:cNvSpPr/>
            <p:nvPr/>
          </p:nvSpPr>
          <p:spPr>
            <a:xfrm>
              <a:off x="5683461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pg840"/>
            <p:cNvSpPr/>
            <p:nvPr/>
          </p:nvSpPr>
          <p:spPr>
            <a:xfrm>
              <a:off x="5695098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pg841"/>
            <p:cNvSpPr/>
            <p:nvPr/>
          </p:nvSpPr>
          <p:spPr>
            <a:xfrm>
              <a:off x="5706736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pg842"/>
            <p:cNvSpPr/>
            <p:nvPr/>
          </p:nvSpPr>
          <p:spPr>
            <a:xfrm>
              <a:off x="5718373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pg843"/>
            <p:cNvSpPr/>
            <p:nvPr/>
          </p:nvSpPr>
          <p:spPr>
            <a:xfrm>
              <a:off x="5730010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pg844"/>
            <p:cNvSpPr/>
            <p:nvPr/>
          </p:nvSpPr>
          <p:spPr>
            <a:xfrm>
              <a:off x="5741648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pg845"/>
            <p:cNvSpPr/>
            <p:nvPr/>
          </p:nvSpPr>
          <p:spPr>
            <a:xfrm>
              <a:off x="5753285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pg846"/>
            <p:cNvSpPr/>
            <p:nvPr/>
          </p:nvSpPr>
          <p:spPr>
            <a:xfrm>
              <a:off x="5764922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pg847"/>
            <p:cNvSpPr/>
            <p:nvPr/>
          </p:nvSpPr>
          <p:spPr>
            <a:xfrm>
              <a:off x="5776560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pg848"/>
            <p:cNvSpPr/>
            <p:nvPr/>
          </p:nvSpPr>
          <p:spPr>
            <a:xfrm>
              <a:off x="5788197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pg849"/>
            <p:cNvSpPr/>
            <p:nvPr/>
          </p:nvSpPr>
          <p:spPr>
            <a:xfrm>
              <a:off x="5799834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pg850"/>
            <p:cNvSpPr/>
            <p:nvPr/>
          </p:nvSpPr>
          <p:spPr>
            <a:xfrm>
              <a:off x="5625275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pg851"/>
            <p:cNvSpPr/>
            <p:nvPr/>
          </p:nvSpPr>
          <p:spPr>
            <a:xfrm>
              <a:off x="5636912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pg852"/>
            <p:cNvSpPr/>
            <p:nvPr/>
          </p:nvSpPr>
          <p:spPr>
            <a:xfrm>
              <a:off x="5648549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pg853"/>
            <p:cNvSpPr/>
            <p:nvPr/>
          </p:nvSpPr>
          <p:spPr>
            <a:xfrm>
              <a:off x="5660186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pg854"/>
            <p:cNvSpPr/>
            <p:nvPr/>
          </p:nvSpPr>
          <p:spPr>
            <a:xfrm>
              <a:off x="5695098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pg855"/>
            <p:cNvSpPr/>
            <p:nvPr/>
          </p:nvSpPr>
          <p:spPr>
            <a:xfrm>
              <a:off x="5706736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pg856"/>
            <p:cNvSpPr/>
            <p:nvPr/>
          </p:nvSpPr>
          <p:spPr>
            <a:xfrm>
              <a:off x="5718373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pg857"/>
            <p:cNvSpPr/>
            <p:nvPr/>
          </p:nvSpPr>
          <p:spPr>
            <a:xfrm>
              <a:off x="5730010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pg858"/>
            <p:cNvSpPr/>
            <p:nvPr/>
          </p:nvSpPr>
          <p:spPr>
            <a:xfrm>
              <a:off x="5741648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pg859"/>
            <p:cNvSpPr/>
            <p:nvPr/>
          </p:nvSpPr>
          <p:spPr>
            <a:xfrm>
              <a:off x="5753285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pg860"/>
            <p:cNvSpPr/>
            <p:nvPr/>
          </p:nvSpPr>
          <p:spPr>
            <a:xfrm>
              <a:off x="5764922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pg861"/>
            <p:cNvSpPr/>
            <p:nvPr/>
          </p:nvSpPr>
          <p:spPr>
            <a:xfrm>
              <a:off x="5776560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pg862"/>
            <p:cNvSpPr/>
            <p:nvPr/>
          </p:nvSpPr>
          <p:spPr>
            <a:xfrm>
              <a:off x="5788197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pg863"/>
            <p:cNvSpPr/>
            <p:nvPr/>
          </p:nvSpPr>
          <p:spPr>
            <a:xfrm>
              <a:off x="5799834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pg864"/>
            <p:cNvSpPr/>
            <p:nvPr/>
          </p:nvSpPr>
          <p:spPr>
            <a:xfrm>
              <a:off x="5613637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pg865"/>
            <p:cNvSpPr/>
            <p:nvPr/>
          </p:nvSpPr>
          <p:spPr>
            <a:xfrm>
              <a:off x="5625275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pg866"/>
            <p:cNvSpPr/>
            <p:nvPr/>
          </p:nvSpPr>
          <p:spPr>
            <a:xfrm>
              <a:off x="563691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pg867"/>
            <p:cNvSpPr/>
            <p:nvPr/>
          </p:nvSpPr>
          <p:spPr>
            <a:xfrm>
              <a:off x="5648549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pg868"/>
            <p:cNvSpPr/>
            <p:nvPr/>
          </p:nvSpPr>
          <p:spPr>
            <a:xfrm>
              <a:off x="5660186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pg869"/>
            <p:cNvSpPr/>
            <p:nvPr/>
          </p:nvSpPr>
          <p:spPr>
            <a:xfrm>
              <a:off x="5671824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pg870"/>
            <p:cNvSpPr/>
            <p:nvPr/>
          </p:nvSpPr>
          <p:spPr>
            <a:xfrm>
              <a:off x="5683461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pg871"/>
            <p:cNvSpPr/>
            <p:nvPr/>
          </p:nvSpPr>
          <p:spPr>
            <a:xfrm>
              <a:off x="5695098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pg872"/>
            <p:cNvSpPr/>
            <p:nvPr/>
          </p:nvSpPr>
          <p:spPr>
            <a:xfrm>
              <a:off x="5706736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pg873"/>
            <p:cNvSpPr/>
            <p:nvPr/>
          </p:nvSpPr>
          <p:spPr>
            <a:xfrm>
              <a:off x="5718373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pg874"/>
            <p:cNvSpPr/>
            <p:nvPr/>
          </p:nvSpPr>
          <p:spPr>
            <a:xfrm>
              <a:off x="5730010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pg875"/>
            <p:cNvSpPr/>
            <p:nvPr/>
          </p:nvSpPr>
          <p:spPr>
            <a:xfrm>
              <a:off x="5741648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pg876"/>
            <p:cNvSpPr/>
            <p:nvPr/>
          </p:nvSpPr>
          <p:spPr>
            <a:xfrm>
              <a:off x="5753285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pg877"/>
            <p:cNvSpPr/>
            <p:nvPr/>
          </p:nvSpPr>
          <p:spPr>
            <a:xfrm>
              <a:off x="576492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pg878"/>
            <p:cNvSpPr/>
            <p:nvPr/>
          </p:nvSpPr>
          <p:spPr>
            <a:xfrm>
              <a:off x="5776560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pg879"/>
            <p:cNvSpPr/>
            <p:nvPr/>
          </p:nvSpPr>
          <p:spPr>
            <a:xfrm>
              <a:off x="5788197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pg880"/>
            <p:cNvSpPr/>
            <p:nvPr/>
          </p:nvSpPr>
          <p:spPr>
            <a:xfrm>
              <a:off x="5799834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pg881"/>
            <p:cNvSpPr/>
            <p:nvPr/>
          </p:nvSpPr>
          <p:spPr>
            <a:xfrm>
              <a:off x="581147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pg882"/>
            <p:cNvSpPr/>
            <p:nvPr/>
          </p:nvSpPr>
          <p:spPr>
            <a:xfrm>
              <a:off x="5613637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pg883"/>
            <p:cNvSpPr/>
            <p:nvPr/>
          </p:nvSpPr>
          <p:spPr>
            <a:xfrm>
              <a:off x="5625275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pg884"/>
            <p:cNvSpPr/>
            <p:nvPr/>
          </p:nvSpPr>
          <p:spPr>
            <a:xfrm>
              <a:off x="563691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pg885"/>
            <p:cNvSpPr/>
            <p:nvPr/>
          </p:nvSpPr>
          <p:spPr>
            <a:xfrm>
              <a:off x="5648549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pg886"/>
            <p:cNvSpPr/>
            <p:nvPr/>
          </p:nvSpPr>
          <p:spPr>
            <a:xfrm>
              <a:off x="5660186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pg887"/>
            <p:cNvSpPr/>
            <p:nvPr/>
          </p:nvSpPr>
          <p:spPr>
            <a:xfrm>
              <a:off x="5671824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pg888"/>
            <p:cNvSpPr/>
            <p:nvPr/>
          </p:nvSpPr>
          <p:spPr>
            <a:xfrm>
              <a:off x="5683461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pg889"/>
            <p:cNvSpPr/>
            <p:nvPr/>
          </p:nvSpPr>
          <p:spPr>
            <a:xfrm>
              <a:off x="5695098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pg890"/>
            <p:cNvSpPr/>
            <p:nvPr/>
          </p:nvSpPr>
          <p:spPr>
            <a:xfrm>
              <a:off x="5706736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pg891"/>
            <p:cNvSpPr/>
            <p:nvPr/>
          </p:nvSpPr>
          <p:spPr>
            <a:xfrm>
              <a:off x="5718373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pg892"/>
            <p:cNvSpPr/>
            <p:nvPr/>
          </p:nvSpPr>
          <p:spPr>
            <a:xfrm>
              <a:off x="5730010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pg893"/>
            <p:cNvSpPr/>
            <p:nvPr/>
          </p:nvSpPr>
          <p:spPr>
            <a:xfrm>
              <a:off x="5741648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pg894"/>
            <p:cNvSpPr/>
            <p:nvPr/>
          </p:nvSpPr>
          <p:spPr>
            <a:xfrm>
              <a:off x="5753285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pg895"/>
            <p:cNvSpPr/>
            <p:nvPr/>
          </p:nvSpPr>
          <p:spPr>
            <a:xfrm>
              <a:off x="576492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pg896"/>
            <p:cNvSpPr/>
            <p:nvPr/>
          </p:nvSpPr>
          <p:spPr>
            <a:xfrm>
              <a:off x="5776560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pg897"/>
            <p:cNvSpPr/>
            <p:nvPr/>
          </p:nvSpPr>
          <p:spPr>
            <a:xfrm>
              <a:off x="5788197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pg898"/>
            <p:cNvSpPr/>
            <p:nvPr/>
          </p:nvSpPr>
          <p:spPr>
            <a:xfrm>
              <a:off x="5799834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pg899"/>
            <p:cNvSpPr/>
            <p:nvPr/>
          </p:nvSpPr>
          <p:spPr>
            <a:xfrm>
              <a:off x="581147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pg900"/>
            <p:cNvSpPr/>
            <p:nvPr/>
          </p:nvSpPr>
          <p:spPr>
            <a:xfrm>
              <a:off x="5613637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pg901"/>
            <p:cNvSpPr/>
            <p:nvPr/>
          </p:nvSpPr>
          <p:spPr>
            <a:xfrm>
              <a:off x="5625275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pg902"/>
            <p:cNvSpPr/>
            <p:nvPr/>
          </p:nvSpPr>
          <p:spPr>
            <a:xfrm>
              <a:off x="563691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pg903"/>
            <p:cNvSpPr/>
            <p:nvPr/>
          </p:nvSpPr>
          <p:spPr>
            <a:xfrm>
              <a:off x="5648549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pg904"/>
            <p:cNvSpPr/>
            <p:nvPr/>
          </p:nvSpPr>
          <p:spPr>
            <a:xfrm>
              <a:off x="5660186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pg905"/>
            <p:cNvSpPr/>
            <p:nvPr/>
          </p:nvSpPr>
          <p:spPr>
            <a:xfrm>
              <a:off x="5671824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pg906"/>
            <p:cNvSpPr/>
            <p:nvPr/>
          </p:nvSpPr>
          <p:spPr>
            <a:xfrm>
              <a:off x="5683461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pg907"/>
            <p:cNvSpPr/>
            <p:nvPr/>
          </p:nvSpPr>
          <p:spPr>
            <a:xfrm>
              <a:off x="5695098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pg908"/>
            <p:cNvSpPr/>
            <p:nvPr/>
          </p:nvSpPr>
          <p:spPr>
            <a:xfrm>
              <a:off x="5706736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pg909"/>
            <p:cNvSpPr/>
            <p:nvPr/>
          </p:nvSpPr>
          <p:spPr>
            <a:xfrm>
              <a:off x="5718373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pg910"/>
            <p:cNvSpPr/>
            <p:nvPr/>
          </p:nvSpPr>
          <p:spPr>
            <a:xfrm>
              <a:off x="5730010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pg911"/>
            <p:cNvSpPr/>
            <p:nvPr/>
          </p:nvSpPr>
          <p:spPr>
            <a:xfrm>
              <a:off x="5741648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pg912"/>
            <p:cNvSpPr/>
            <p:nvPr/>
          </p:nvSpPr>
          <p:spPr>
            <a:xfrm>
              <a:off x="5753285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pg913"/>
            <p:cNvSpPr/>
            <p:nvPr/>
          </p:nvSpPr>
          <p:spPr>
            <a:xfrm>
              <a:off x="576492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pg914"/>
            <p:cNvSpPr/>
            <p:nvPr/>
          </p:nvSpPr>
          <p:spPr>
            <a:xfrm>
              <a:off x="5776560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pg915"/>
            <p:cNvSpPr/>
            <p:nvPr/>
          </p:nvSpPr>
          <p:spPr>
            <a:xfrm>
              <a:off x="5788197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pg916"/>
            <p:cNvSpPr/>
            <p:nvPr/>
          </p:nvSpPr>
          <p:spPr>
            <a:xfrm>
              <a:off x="5799834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pg917"/>
            <p:cNvSpPr/>
            <p:nvPr/>
          </p:nvSpPr>
          <p:spPr>
            <a:xfrm>
              <a:off x="581147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pg918"/>
            <p:cNvSpPr/>
            <p:nvPr/>
          </p:nvSpPr>
          <p:spPr>
            <a:xfrm>
              <a:off x="547398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pg919"/>
            <p:cNvSpPr/>
            <p:nvPr/>
          </p:nvSpPr>
          <p:spPr>
            <a:xfrm>
              <a:off x="552053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pg920"/>
            <p:cNvSpPr/>
            <p:nvPr/>
          </p:nvSpPr>
          <p:spPr>
            <a:xfrm>
              <a:off x="553217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pg921"/>
            <p:cNvSpPr/>
            <p:nvPr/>
          </p:nvSpPr>
          <p:spPr>
            <a:xfrm>
              <a:off x="554381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pg922"/>
            <p:cNvSpPr/>
            <p:nvPr/>
          </p:nvSpPr>
          <p:spPr>
            <a:xfrm>
              <a:off x="5555451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pg923"/>
            <p:cNvSpPr/>
            <p:nvPr/>
          </p:nvSpPr>
          <p:spPr>
            <a:xfrm>
              <a:off x="556708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pg924"/>
            <p:cNvSpPr/>
            <p:nvPr/>
          </p:nvSpPr>
          <p:spPr>
            <a:xfrm>
              <a:off x="557872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pg925"/>
            <p:cNvSpPr/>
            <p:nvPr/>
          </p:nvSpPr>
          <p:spPr>
            <a:xfrm>
              <a:off x="559036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pg926"/>
            <p:cNvSpPr/>
            <p:nvPr/>
          </p:nvSpPr>
          <p:spPr>
            <a:xfrm>
              <a:off x="560200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pg927"/>
            <p:cNvSpPr/>
            <p:nvPr/>
          </p:nvSpPr>
          <p:spPr>
            <a:xfrm>
              <a:off x="5613637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pg928"/>
            <p:cNvSpPr/>
            <p:nvPr/>
          </p:nvSpPr>
          <p:spPr>
            <a:xfrm>
              <a:off x="562527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pg929"/>
            <p:cNvSpPr/>
            <p:nvPr/>
          </p:nvSpPr>
          <p:spPr>
            <a:xfrm>
              <a:off x="5636912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pg930"/>
            <p:cNvSpPr/>
            <p:nvPr/>
          </p:nvSpPr>
          <p:spPr>
            <a:xfrm>
              <a:off x="564854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pg931"/>
            <p:cNvSpPr/>
            <p:nvPr/>
          </p:nvSpPr>
          <p:spPr>
            <a:xfrm>
              <a:off x="566018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pg932"/>
            <p:cNvSpPr/>
            <p:nvPr/>
          </p:nvSpPr>
          <p:spPr>
            <a:xfrm>
              <a:off x="5671824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pg933"/>
            <p:cNvSpPr/>
            <p:nvPr/>
          </p:nvSpPr>
          <p:spPr>
            <a:xfrm>
              <a:off x="5683461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pg934"/>
            <p:cNvSpPr/>
            <p:nvPr/>
          </p:nvSpPr>
          <p:spPr>
            <a:xfrm>
              <a:off x="569509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pg935"/>
            <p:cNvSpPr/>
            <p:nvPr/>
          </p:nvSpPr>
          <p:spPr>
            <a:xfrm>
              <a:off x="570673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pg936"/>
            <p:cNvSpPr/>
            <p:nvPr/>
          </p:nvSpPr>
          <p:spPr>
            <a:xfrm>
              <a:off x="571837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pg937"/>
            <p:cNvSpPr/>
            <p:nvPr/>
          </p:nvSpPr>
          <p:spPr>
            <a:xfrm>
              <a:off x="573001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pg938"/>
            <p:cNvSpPr/>
            <p:nvPr/>
          </p:nvSpPr>
          <p:spPr>
            <a:xfrm>
              <a:off x="574164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pg939"/>
            <p:cNvSpPr/>
            <p:nvPr/>
          </p:nvSpPr>
          <p:spPr>
            <a:xfrm>
              <a:off x="575328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pg940"/>
            <p:cNvSpPr/>
            <p:nvPr/>
          </p:nvSpPr>
          <p:spPr>
            <a:xfrm>
              <a:off x="5764922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pg941"/>
            <p:cNvSpPr/>
            <p:nvPr/>
          </p:nvSpPr>
          <p:spPr>
            <a:xfrm>
              <a:off x="577656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pg942"/>
            <p:cNvSpPr/>
            <p:nvPr/>
          </p:nvSpPr>
          <p:spPr>
            <a:xfrm>
              <a:off x="5788197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pg943"/>
            <p:cNvSpPr/>
            <p:nvPr/>
          </p:nvSpPr>
          <p:spPr>
            <a:xfrm>
              <a:off x="5799834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pg944"/>
            <p:cNvSpPr/>
            <p:nvPr/>
          </p:nvSpPr>
          <p:spPr>
            <a:xfrm>
              <a:off x="534597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pg945"/>
            <p:cNvSpPr/>
            <p:nvPr/>
          </p:nvSpPr>
          <p:spPr>
            <a:xfrm>
              <a:off x="535761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pg946"/>
            <p:cNvSpPr/>
            <p:nvPr/>
          </p:nvSpPr>
          <p:spPr>
            <a:xfrm>
              <a:off x="536925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pg947"/>
            <p:cNvSpPr/>
            <p:nvPr/>
          </p:nvSpPr>
          <p:spPr>
            <a:xfrm>
              <a:off x="543907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pg948"/>
            <p:cNvSpPr/>
            <p:nvPr/>
          </p:nvSpPr>
          <p:spPr>
            <a:xfrm>
              <a:off x="545071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pg949"/>
            <p:cNvSpPr/>
            <p:nvPr/>
          </p:nvSpPr>
          <p:spPr>
            <a:xfrm>
              <a:off x="546235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pg950"/>
            <p:cNvSpPr/>
            <p:nvPr/>
          </p:nvSpPr>
          <p:spPr>
            <a:xfrm>
              <a:off x="547398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pg951"/>
            <p:cNvSpPr/>
            <p:nvPr/>
          </p:nvSpPr>
          <p:spPr>
            <a:xfrm>
              <a:off x="548562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pg952"/>
            <p:cNvSpPr/>
            <p:nvPr/>
          </p:nvSpPr>
          <p:spPr>
            <a:xfrm>
              <a:off x="5497264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pg953"/>
            <p:cNvSpPr/>
            <p:nvPr/>
          </p:nvSpPr>
          <p:spPr>
            <a:xfrm>
              <a:off x="550890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pg954"/>
            <p:cNvSpPr/>
            <p:nvPr/>
          </p:nvSpPr>
          <p:spPr>
            <a:xfrm>
              <a:off x="552053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pg955"/>
            <p:cNvSpPr/>
            <p:nvPr/>
          </p:nvSpPr>
          <p:spPr>
            <a:xfrm>
              <a:off x="553217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pg956"/>
            <p:cNvSpPr/>
            <p:nvPr/>
          </p:nvSpPr>
          <p:spPr>
            <a:xfrm>
              <a:off x="554381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pg957"/>
            <p:cNvSpPr/>
            <p:nvPr/>
          </p:nvSpPr>
          <p:spPr>
            <a:xfrm>
              <a:off x="555545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pg958"/>
            <p:cNvSpPr/>
            <p:nvPr/>
          </p:nvSpPr>
          <p:spPr>
            <a:xfrm>
              <a:off x="556708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9" name="pg959"/>
            <p:cNvSpPr/>
            <p:nvPr/>
          </p:nvSpPr>
          <p:spPr>
            <a:xfrm>
              <a:off x="557872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0" name="pg960"/>
            <p:cNvSpPr/>
            <p:nvPr/>
          </p:nvSpPr>
          <p:spPr>
            <a:xfrm>
              <a:off x="559036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1" name="pg961"/>
            <p:cNvSpPr/>
            <p:nvPr/>
          </p:nvSpPr>
          <p:spPr>
            <a:xfrm>
              <a:off x="5602000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2" name="pg962"/>
            <p:cNvSpPr/>
            <p:nvPr/>
          </p:nvSpPr>
          <p:spPr>
            <a:xfrm>
              <a:off x="561363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3" name="pg963"/>
            <p:cNvSpPr/>
            <p:nvPr/>
          </p:nvSpPr>
          <p:spPr>
            <a:xfrm>
              <a:off x="562527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4" name="pg964"/>
            <p:cNvSpPr/>
            <p:nvPr/>
          </p:nvSpPr>
          <p:spPr>
            <a:xfrm>
              <a:off x="563691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5" name="pg965"/>
            <p:cNvSpPr/>
            <p:nvPr/>
          </p:nvSpPr>
          <p:spPr>
            <a:xfrm>
              <a:off x="564854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6" name="pg966"/>
            <p:cNvSpPr/>
            <p:nvPr/>
          </p:nvSpPr>
          <p:spPr>
            <a:xfrm>
              <a:off x="566018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7" name="pg967"/>
            <p:cNvSpPr/>
            <p:nvPr/>
          </p:nvSpPr>
          <p:spPr>
            <a:xfrm>
              <a:off x="5671824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8" name="pg968"/>
            <p:cNvSpPr/>
            <p:nvPr/>
          </p:nvSpPr>
          <p:spPr>
            <a:xfrm>
              <a:off x="568346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pg969"/>
            <p:cNvSpPr/>
            <p:nvPr/>
          </p:nvSpPr>
          <p:spPr>
            <a:xfrm>
              <a:off x="569509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pg970"/>
            <p:cNvSpPr/>
            <p:nvPr/>
          </p:nvSpPr>
          <p:spPr>
            <a:xfrm>
              <a:off x="570673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pg971"/>
            <p:cNvSpPr/>
            <p:nvPr/>
          </p:nvSpPr>
          <p:spPr>
            <a:xfrm>
              <a:off x="571837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pg972"/>
            <p:cNvSpPr/>
            <p:nvPr/>
          </p:nvSpPr>
          <p:spPr>
            <a:xfrm>
              <a:off x="5730010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pg973"/>
            <p:cNvSpPr/>
            <p:nvPr/>
          </p:nvSpPr>
          <p:spPr>
            <a:xfrm>
              <a:off x="574164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4" name="pg974"/>
            <p:cNvSpPr/>
            <p:nvPr/>
          </p:nvSpPr>
          <p:spPr>
            <a:xfrm>
              <a:off x="575328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pg975"/>
            <p:cNvSpPr/>
            <p:nvPr/>
          </p:nvSpPr>
          <p:spPr>
            <a:xfrm>
              <a:off x="576492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pg976"/>
            <p:cNvSpPr/>
            <p:nvPr/>
          </p:nvSpPr>
          <p:spPr>
            <a:xfrm>
              <a:off x="533434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pg977"/>
            <p:cNvSpPr/>
            <p:nvPr/>
          </p:nvSpPr>
          <p:spPr>
            <a:xfrm>
              <a:off x="534597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pg978"/>
            <p:cNvSpPr/>
            <p:nvPr/>
          </p:nvSpPr>
          <p:spPr>
            <a:xfrm>
              <a:off x="535761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pg979"/>
            <p:cNvSpPr/>
            <p:nvPr/>
          </p:nvSpPr>
          <p:spPr>
            <a:xfrm>
              <a:off x="536925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pg980"/>
            <p:cNvSpPr/>
            <p:nvPr/>
          </p:nvSpPr>
          <p:spPr>
            <a:xfrm>
              <a:off x="538089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1" name="pg981"/>
            <p:cNvSpPr/>
            <p:nvPr/>
          </p:nvSpPr>
          <p:spPr>
            <a:xfrm>
              <a:off x="541580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pg982"/>
            <p:cNvSpPr/>
            <p:nvPr/>
          </p:nvSpPr>
          <p:spPr>
            <a:xfrm>
              <a:off x="5427440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pg983"/>
            <p:cNvSpPr/>
            <p:nvPr/>
          </p:nvSpPr>
          <p:spPr>
            <a:xfrm>
              <a:off x="543907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pg984"/>
            <p:cNvSpPr/>
            <p:nvPr/>
          </p:nvSpPr>
          <p:spPr>
            <a:xfrm>
              <a:off x="545071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pg985"/>
            <p:cNvSpPr/>
            <p:nvPr/>
          </p:nvSpPr>
          <p:spPr>
            <a:xfrm>
              <a:off x="5462352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pg986"/>
            <p:cNvSpPr/>
            <p:nvPr/>
          </p:nvSpPr>
          <p:spPr>
            <a:xfrm>
              <a:off x="547398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pg987"/>
            <p:cNvSpPr/>
            <p:nvPr/>
          </p:nvSpPr>
          <p:spPr>
            <a:xfrm>
              <a:off x="548562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8" name="pg988"/>
            <p:cNvSpPr/>
            <p:nvPr/>
          </p:nvSpPr>
          <p:spPr>
            <a:xfrm>
              <a:off x="5497264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9" name="pg989"/>
            <p:cNvSpPr/>
            <p:nvPr/>
          </p:nvSpPr>
          <p:spPr>
            <a:xfrm>
              <a:off x="550890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0" name="pg990"/>
            <p:cNvSpPr/>
            <p:nvPr/>
          </p:nvSpPr>
          <p:spPr>
            <a:xfrm>
              <a:off x="552053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1" name="pg991"/>
            <p:cNvSpPr/>
            <p:nvPr/>
          </p:nvSpPr>
          <p:spPr>
            <a:xfrm>
              <a:off x="553217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2" name="pg992"/>
            <p:cNvSpPr/>
            <p:nvPr/>
          </p:nvSpPr>
          <p:spPr>
            <a:xfrm>
              <a:off x="554381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3" name="pg993"/>
            <p:cNvSpPr/>
            <p:nvPr/>
          </p:nvSpPr>
          <p:spPr>
            <a:xfrm>
              <a:off x="555545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4" name="pg994"/>
            <p:cNvSpPr/>
            <p:nvPr/>
          </p:nvSpPr>
          <p:spPr>
            <a:xfrm>
              <a:off x="5567088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5" name="pg995"/>
            <p:cNvSpPr/>
            <p:nvPr/>
          </p:nvSpPr>
          <p:spPr>
            <a:xfrm>
              <a:off x="557872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6" name="pg996"/>
            <p:cNvSpPr/>
            <p:nvPr/>
          </p:nvSpPr>
          <p:spPr>
            <a:xfrm>
              <a:off x="559036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7" name="pg997"/>
            <p:cNvSpPr/>
            <p:nvPr/>
          </p:nvSpPr>
          <p:spPr>
            <a:xfrm>
              <a:off x="5602000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8" name="pg998"/>
            <p:cNvSpPr/>
            <p:nvPr/>
          </p:nvSpPr>
          <p:spPr>
            <a:xfrm>
              <a:off x="561363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9" name="pg999"/>
            <p:cNvSpPr/>
            <p:nvPr/>
          </p:nvSpPr>
          <p:spPr>
            <a:xfrm>
              <a:off x="562527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0" name="pg1000"/>
            <p:cNvSpPr/>
            <p:nvPr/>
          </p:nvSpPr>
          <p:spPr>
            <a:xfrm>
              <a:off x="5636912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1" name="pg1001"/>
            <p:cNvSpPr/>
            <p:nvPr/>
          </p:nvSpPr>
          <p:spPr>
            <a:xfrm>
              <a:off x="564854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2" name="pg1002"/>
            <p:cNvSpPr/>
            <p:nvPr/>
          </p:nvSpPr>
          <p:spPr>
            <a:xfrm>
              <a:off x="566018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3" name="pg1003"/>
            <p:cNvSpPr/>
            <p:nvPr/>
          </p:nvSpPr>
          <p:spPr>
            <a:xfrm>
              <a:off x="5671824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4" name="pg1004"/>
            <p:cNvSpPr/>
            <p:nvPr/>
          </p:nvSpPr>
          <p:spPr>
            <a:xfrm>
              <a:off x="568346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5" name="pg1005"/>
            <p:cNvSpPr/>
            <p:nvPr/>
          </p:nvSpPr>
          <p:spPr>
            <a:xfrm>
              <a:off x="570673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6" name="pg1006"/>
            <p:cNvSpPr/>
            <p:nvPr/>
          </p:nvSpPr>
          <p:spPr>
            <a:xfrm>
              <a:off x="571837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7" name="pg1007"/>
            <p:cNvSpPr/>
            <p:nvPr/>
          </p:nvSpPr>
          <p:spPr>
            <a:xfrm>
              <a:off x="533434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8" name="pg1008"/>
            <p:cNvSpPr/>
            <p:nvPr/>
          </p:nvSpPr>
          <p:spPr>
            <a:xfrm>
              <a:off x="534597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9" name="pg1009"/>
            <p:cNvSpPr/>
            <p:nvPr/>
          </p:nvSpPr>
          <p:spPr>
            <a:xfrm>
              <a:off x="5357616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0" name="pg1010"/>
            <p:cNvSpPr/>
            <p:nvPr/>
          </p:nvSpPr>
          <p:spPr>
            <a:xfrm>
              <a:off x="536925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1" name="pg1011"/>
            <p:cNvSpPr/>
            <p:nvPr/>
          </p:nvSpPr>
          <p:spPr>
            <a:xfrm>
              <a:off x="538089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2" name="pg1012"/>
            <p:cNvSpPr/>
            <p:nvPr/>
          </p:nvSpPr>
          <p:spPr>
            <a:xfrm>
              <a:off x="5392528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3" name="pg1013"/>
            <p:cNvSpPr/>
            <p:nvPr/>
          </p:nvSpPr>
          <p:spPr>
            <a:xfrm>
              <a:off x="540416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4" name="pg1014"/>
            <p:cNvSpPr/>
            <p:nvPr/>
          </p:nvSpPr>
          <p:spPr>
            <a:xfrm>
              <a:off x="541580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5" name="pg1015"/>
            <p:cNvSpPr/>
            <p:nvPr/>
          </p:nvSpPr>
          <p:spPr>
            <a:xfrm>
              <a:off x="5427440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6" name="pg1016"/>
            <p:cNvSpPr/>
            <p:nvPr/>
          </p:nvSpPr>
          <p:spPr>
            <a:xfrm>
              <a:off x="543907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7" name="pg1017"/>
            <p:cNvSpPr/>
            <p:nvPr/>
          </p:nvSpPr>
          <p:spPr>
            <a:xfrm>
              <a:off x="545071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8" name="pg1018"/>
            <p:cNvSpPr/>
            <p:nvPr/>
          </p:nvSpPr>
          <p:spPr>
            <a:xfrm>
              <a:off x="5462352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9" name="pg1019"/>
            <p:cNvSpPr/>
            <p:nvPr/>
          </p:nvSpPr>
          <p:spPr>
            <a:xfrm>
              <a:off x="547398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0" name="pg1020"/>
            <p:cNvSpPr/>
            <p:nvPr/>
          </p:nvSpPr>
          <p:spPr>
            <a:xfrm>
              <a:off x="548562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1" name="pg1021"/>
            <p:cNvSpPr/>
            <p:nvPr/>
          </p:nvSpPr>
          <p:spPr>
            <a:xfrm>
              <a:off x="5497264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2" name="pg1022"/>
            <p:cNvSpPr/>
            <p:nvPr/>
          </p:nvSpPr>
          <p:spPr>
            <a:xfrm>
              <a:off x="550890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3" name="pg1023"/>
            <p:cNvSpPr/>
            <p:nvPr/>
          </p:nvSpPr>
          <p:spPr>
            <a:xfrm>
              <a:off x="552053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4" name="pg1024"/>
            <p:cNvSpPr/>
            <p:nvPr/>
          </p:nvSpPr>
          <p:spPr>
            <a:xfrm>
              <a:off x="5532176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5" name="pg1025"/>
            <p:cNvSpPr/>
            <p:nvPr/>
          </p:nvSpPr>
          <p:spPr>
            <a:xfrm>
              <a:off x="554381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6" name="pg1026"/>
            <p:cNvSpPr/>
            <p:nvPr/>
          </p:nvSpPr>
          <p:spPr>
            <a:xfrm>
              <a:off x="555545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7" name="pg1027"/>
            <p:cNvSpPr/>
            <p:nvPr/>
          </p:nvSpPr>
          <p:spPr>
            <a:xfrm>
              <a:off x="5567088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8" name="pg1028"/>
            <p:cNvSpPr/>
            <p:nvPr/>
          </p:nvSpPr>
          <p:spPr>
            <a:xfrm>
              <a:off x="557872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9" name="pg1029"/>
            <p:cNvSpPr/>
            <p:nvPr/>
          </p:nvSpPr>
          <p:spPr>
            <a:xfrm>
              <a:off x="559036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0" name="pg1030"/>
            <p:cNvSpPr/>
            <p:nvPr/>
          </p:nvSpPr>
          <p:spPr>
            <a:xfrm>
              <a:off x="5602000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1" name="pg1031"/>
            <p:cNvSpPr/>
            <p:nvPr/>
          </p:nvSpPr>
          <p:spPr>
            <a:xfrm>
              <a:off x="561363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2" name="pg1032"/>
            <p:cNvSpPr/>
            <p:nvPr/>
          </p:nvSpPr>
          <p:spPr>
            <a:xfrm>
              <a:off x="562527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3" name="pg1033"/>
            <p:cNvSpPr/>
            <p:nvPr/>
          </p:nvSpPr>
          <p:spPr>
            <a:xfrm>
              <a:off x="5636912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4" name="pg1034"/>
            <p:cNvSpPr/>
            <p:nvPr/>
          </p:nvSpPr>
          <p:spPr>
            <a:xfrm>
              <a:off x="534597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5" name="pg1035"/>
            <p:cNvSpPr/>
            <p:nvPr/>
          </p:nvSpPr>
          <p:spPr>
            <a:xfrm>
              <a:off x="5357616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6" name="pg1036"/>
            <p:cNvSpPr/>
            <p:nvPr/>
          </p:nvSpPr>
          <p:spPr>
            <a:xfrm>
              <a:off x="536925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7" name="pg1037"/>
            <p:cNvSpPr/>
            <p:nvPr/>
          </p:nvSpPr>
          <p:spPr>
            <a:xfrm>
              <a:off x="538089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8" name="pg1038"/>
            <p:cNvSpPr/>
            <p:nvPr/>
          </p:nvSpPr>
          <p:spPr>
            <a:xfrm>
              <a:off x="5392528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9" name="pg1039"/>
            <p:cNvSpPr/>
            <p:nvPr/>
          </p:nvSpPr>
          <p:spPr>
            <a:xfrm>
              <a:off x="5404165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0" name="pg1040"/>
            <p:cNvSpPr/>
            <p:nvPr/>
          </p:nvSpPr>
          <p:spPr>
            <a:xfrm>
              <a:off x="541580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1" name="pg1041"/>
            <p:cNvSpPr/>
            <p:nvPr/>
          </p:nvSpPr>
          <p:spPr>
            <a:xfrm>
              <a:off x="5427440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2" name="pg1042"/>
            <p:cNvSpPr/>
            <p:nvPr/>
          </p:nvSpPr>
          <p:spPr>
            <a:xfrm>
              <a:off x="5439077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3" name="pg1043"/>
            <p:cNvSpPr/>
            <p:nvPr/>
          </p:nvSpPr>
          <p:spPr>
            <a:xfrm>
              <a:off x="5450715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4" name="pg1044"/>
            <p:cNvSpPr/>
            <p:nvPr/>
          </p:nvSpPr>
          <p:spPr>
            <a:xfrm>
              <a:off x="5462352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5" name="pg1045"/>
            <p:cNvSpPr/>
            <p:nvPr/>
          </p:nvSpPr>
          <p:spPr>
            <a:xfrm>
              <a:off x="547398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6" name="pg1046"/>
            <p:cNvSpPr/>
            <p:nvPr/>
          </p:nvSpPr>
          <p:spPr>
            <a:xfrm>
              <a:off x="5485627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7" name="pg1047"/>
            <p:cNvSpPr/>
            <p:nvPr/>
          </p:nvSpPr>
          <p:spPr>
            <a:xfrm>
              <a:off x="5497264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8" name="pg1048"/>
            <p:cNvSpPr/>
            <p:nvPr/>
          </p:nvSpPr>
          <p:spPr>
            <a:xfrm>
              <a:off x="550890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9" name="pg1049"/>
            <p:cNvSpPr/>
            <p:nvPr/>
          </p:nvSpPr>
          <p:spPr>
            <a:xfrm>
              <a:off x="552053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0" name="pg1050"/>
            <p:cNvSpPr/>
            <p:nvPr/>
          </p:nvSpPr>
          <p:spPr>
            <a:xfrm>
              <a:off x="5532176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1" name="pg1051"/>
            <p:cNvSpPr/>
            <p:nvPr/>
          </p:nvSpPr>
          <p:spPr>
            <a:xfrm>
              <a:off x="554381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2" name="pg1052"/>
            <p:cNvSpPr/>
            <p:nvPr/>
          </p:nvSpPr>
          <p:spPr>
            <a:xfrm>
              <a:off x="555545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3" name="pg1053"/>
            <p:cNvSpPr/>
            <p:nvPr/>
          </p:nvSpPr>
          <p:spPr>
            <a:xfrm>
              <a:off x="5567088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4" name="pg1054"/>
            <p:cNvSpPr/>
            <p:nvPr/>
          </p:nvSpPr>
          <p:spPr>
            <a:xfrm>
              <a:off x="559036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5" name="pg1055"/>
            <p:cNvSpPr/>
            <p:nvPr/>
          </p:nvSpPr>
          <p:spPr>
            <a:xfrm>
              <a:off x="5345979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6" name="pg1056"/>
            <p:cNvSpPr/>
            <p:nvPr/>
          </p:nvSpPr>
          <p:spPr>
            <a:xfrm>
              <a:off x="5357616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7" name="pg1057"/>
            <p:cNvSpPr/>
            <p:nvPr/>
          </p:nvSpPr>
          <p:spPr>
            <a:xfrm>
              <a:off x="5369253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8" name="pg1058"/>
            <p:cNvSpPr/>
            <p:nvPr/>
          </p:nvSpPr>
          <p:spPr>
            <a:xfrm>
              <a:off x="5380891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9" name="pg1059"/>
            <p:cNvSpPr/>
            <p:nvPr/>
          </p:nvSpPr>
          <p:spPr>
            <a:xfrm>
              <a:off x="5392528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0" name="pg1060"/>
            <p:cNvSpPr/>
            <p:nvPr/>
          </p:nvSpPr>
          <p:spPr>
            <a:xfrm>
              <a:off x="5404165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1" name="pg1061"/>
            <p:cNvSpPr/>
            <p:nvPr/>
          </p:nvSpPr>
          <p:spPr>
            <a:xfrm>
              <a:off x="5415803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2" name="pg1062"/>
            <p:cNvSpPr/>
            <p:nvPr/>
          </p:nvSpPr>
          <p:spPr>
            <a:xfrm>
              <a:off x="5427440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3" name="pg1063"/>
            <p:cNvSpPr/>
            <p:nvPr/>
          </p:nvSpPr>
          <p:spPr>
            <a:xfrm>
              <a:off x="5439077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4" name="pg1064"/>
            <p:cNvSpPr/>
            <p:nvPr/>
          </p:nvSpPr>
          <p:spPr>
            <a:xfrm>
              <a:off x="5450715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5" name="pg1065"/>
            <p:cNvSpPr/>
            <p:nvPr/>
          </p:nvSpPr>
          <p:spPr>
            <a:xfrm>
              <a:off x="5462352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6" name="pg1066"/>
            <p:cNvSpPr/>
            <p:nvPr/>
          </p:nvSpPr>
          <p:spPr>
            <a:xfrm>
              <a:off x="5334341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7" name="pg1067"/>
            <p:cNvSpPr/>
            <p:nvPr/>
          </p:nvSpPr>
          <p:spPr>
            <a:xfrm>
              <a:off x="5345979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8" name="pg1068"/>
            <p:cNvSpPr/>
            <p:nvPr/>
          </p:nvSpPr>
          <p:spPr>
            <a:xfrm>
              <a:off x="5357616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9" name="pg1069"/>
            <p:cNvSpPr/>
            <p:nvPr/>
          </p:nvSpPr>
          <p:spPr>
            <a:xfrm>
              <a:off x="5369253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0" name="pg1070"/>
            <p:cNvSpPr/>
            <p:nvPr/>
          </p:nvSpPr>
          <p:spPr>
            <a:xfrm>
              <a:off x="5380891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1" name="pg1071"/>
            <p:cNvSpPr/>
            <p:nvPr/>
          </p:nvSpPr>
          <p:spPr>
            <a:xfrm>
              <a:off x="5392528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2" name="pg1072"/>
            <p:cNvSpPr/>
            <p:nvPr/>
          </p:nvSpPr>
          <p:spPr>
            <a:xfrm>
              <a:off x="5404165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3" name="pg1073"/>
            <p:cNvSpPr/>
            <p:nvPr/>
          </p:nvSpPr>
          <p:spPr>
            <a:xfrm>
              <a:off x="5415803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4" name="pg1074"/>
            <p:cNvSpPr/>
            <p:nvPr/>
          </p:nvSpPr>
          <p:spPr>
            <a:xfrm>
              <a:off x="5427440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5" name="pg1075"/>
            <p:cNvSpPr/>
            <p:nvPr/>
          </p:nvSpPr>
          <p:spPr>
            <a:xfrm>
              <a:off x="5322704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6" name="pg1076"/>
            <p:cNvSpPr/>
            <p:nvPr/>
          </p:nvSpPr>
          <p:spPr>
            <a:xfrm>
              <a:off x="5334341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7" name="pg1077"/>
            <p:cNvSpPr/>
            <p:nvPr/>
          </p:nvSpPr>
          <p:spPr>
            <a:xfrm>
              <a:off x="5345979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8" name="pg1078"/>
            <p:cNvSpPr/>
            <p:nvPr/>
          </p:nvSpPr>
          <p:spPr>
            <a:xfrm>
              <a:off x="5357616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9" name="pg1079"/>
            <p:cNvSpPr/>
            <p:nvPr/>
          </p:nvSpPr>
          <p:spPr>
            <a:xfrm>
              <a:off x="5369253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0" name="pg1080"/>
            <p:cNvSpPr/>
            <p:nvPr/>
          </p:nvSpPr>
          <p:spPr>
            <a:xfrm>
              <a:off x="5380891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1" name="pg1081"/>
            <p:cNvSpPr/>
            <p:nvPr/>
          </p:nvSpPr>
          <p:spPr>
            <a:xfrm>
              <a:off x="5392528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2" name="pg1082"/>
            <p:cNvSpPr/>
            <p:nvPr/>
          </p:nvSpPr>
          <p:spPr>
            <a:xfrm>
              <a:off x="5404165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3" name="pg1083"/>
            <p:cNvSpPr/>
            <p:nvPr/>
          </p:nvSpPr>
          <p:spPr>
            <a:xfrm>
              <a:off x="5311067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4" name="pg1084"/>
            <p:cNvSpPr/>
            <p:nvPr/>
          </p:nvSpPr>
          <p:spPr>
            <a:xfrm>
              <a:off x="5322704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5" name="pg1085"/>
            <p:cNvSpPr/>
            <p:nvPr/>
          </p:nvSpPr>
          <p:spPr>
            <a:xfrm>
              <a:off x="5334341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6" name="pg1086"/>
            <p:cNvSpPr/>
            <p:nvPr/>
          </p:nvSpPr>
          <p:spPr>
            <a:xfrm>
              <a:off x="5345979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7" name="pg1087"/>
            <p:cNvSpPr/>
            <p:nvPr/>
          </p:nvSpPr>
          <p:spPr>
            <a:xfrm>
              <a:off x="5357616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8" name="pg1088"/>
            <p:cNvSpPr/>
            <p:nvPr/>
          </p:nvSpPr>
          <p:spPr>
            <a:xfrm>
              <a:off x="5369253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9" name="pg1089"/>
            <p:cNvSpPr/>
            <p:nvPr/>
          </p:nvSpPr>
          <p:spPr>
            <a:xfrm>
              <a:off x="5380891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0" name="pg1090"/>
            <p:cNvSpPr/>
            <p:nvPr/>
          </p:nvSpPr>
          <p:spPr>
            <a:xfrm>
              <a:off x="5311067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1" name="pg1091"/>
            <p:cNvSpPr/>
            <p:nvPr/>
          </p:nvSpPr>
          <p:spPr>
            <a:xfrm>
              <a:off x="5322704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2" name="pg1092"/>
            <p:cNvSpPr/>
            <p:nvPr/>
          </p:nvSpPr>
          <p:spPr>
            <a:xfrm>
              <a:off x="5334341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3" name="pg1093"/>
            <p:cNvSpPr/>
            <p:nvPr/>
          </p:nvSpPr>
          <p:spPr>
            <a:xfrm>
              <a:off x="5345979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4" name="pg1094"/>
            <p:cNvSpPr/>
            <p:nvPr/>
          </p:nvSpPr>
          <p:spPr>
            <a:xfrm>
              <a:off x="5357616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5" name="pg1095"/>
            <p:cNvSpPr/>
            <p:nvPr/>
          </p:nvSpPr>
          <p:spPr>
            <a:xfrm>
              <a:off x="5369253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6" name="pg1096"/>
            <p:cNvSpPr/>
            <p:nvPr/>
          </p:nvSpPr>
          <p:spPr>
            <a:xfrm>
              <a:off x="5380891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7" name="pg1097"/>
            <p:cNvSpPr/>
            <p:nvPr/>
          </p:nvSpPr>
          <p:spPr>
            <a:xfrm>
              <a:off x="5311067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8" name="pg1098"/>
            <p:cNvSpPr/>
            <p:nvPr/>
          </p:nvSpPr>
          <p:spPr>
            <a:xfrm>
              <a:off x="5322704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9" name="pg1099"/>
            <p:cNvSpPr/>
            <p:nvPr/>
          </p:nvSpPr>
          <p:spPr>
            <a:xfrm>
              <a:off x="5334341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0" name="pg1100"/>
            <p:cNvSpPr/>
            <p:nvPr/>
          </p:nvSpPr>
          <p:spPr>
            <a:xfrm>
              <a:off x="5345979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1" name="pg1101"/>
            <p:cNvSpPr/>
            <p:nvPr/>
          </p:nvSpPr>
          <p:spPr>
            <a:xfrm>
              <a:off x="5357616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2" name="pg1102"/>
            <p:cNvSpPr/>
            <p:nvPr/>
          </p:nvSpPr>
          <p:spPr>
            <a:xfrm>
              <a:off x="5369253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3" name="pg1103"/>
            <p:cNvSpPr/>
            <p:nvPr/>
          </p:nvSpPr>
          <p:spPr>
            <a:xfrm>
              <a:off x="5380891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4" name="pg1104"/>
            <p:cNvSpPr/>
            <p:nvPr/>
          </p:nvSpPr>
          <p:spPr>
            <a:xfrm>
              <a:off x="5311067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5" name="pg1105"/>
            <p:cNvSpPr/>
            <p:nvPr/>
          </p:nvSpPr>
          <p:spPr>
            <a:xfrm>
              <a:off x="5322704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6" name="pg1106"/>
            <p:cNvSpPr/>
            <p:nvPr/>
          </p:nvSpPr>
          <p:spPr>
            <a:xfrm>
              <a:off x="5334341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7" name="pg1107"/>
            <p:cNvSpPr/>
            <p:nvPr/>
          </p:nvSpPr>
          <p:spPr>
            <a:xfrm>
              <a:off x="5345979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8" name="pg1108"/>
            <p:cNvSpPr/>
            <p:nvPr/>
          </p:nvSpPr>
          <p:spPr>
            <a:xfrm>
              <a:off x="5357616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9" name="pg1109"/>
            <p:cNvSpPr/>
            <p:nvPr/>
          </p:nvSpPr>
          <p:spPr>
            <a:xfrm>
              <a:off x="5369253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0" name="pg1110"/>
            <p:cNvSpPr/>
            <p:nvPr/>
          </p:nvSpPr>
          <p:spPr>
            <a:xfrm>
              <a:off x="5380891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1" name="pg1111"/>
            <p:cNvSpPr/>
            <p:nvPr/>
          </p:nvSpPr>
          <p:spPr>
            <a:xfrm>
              <a:off x="5241243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2" name="pg1112"/>
            <p:cNvSpPr/>
            <p:nvPr/>
          </p:nvSpPr>
          <p:spPr>
            <a:xfrm>
              <a:off x="5252880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3" name="pg1113"/>
            <p:cNvSpPr/>
            <p:nvPr/>
          </p:nvSpPr>
          <p:spPr>
            <a:xfrm>
              <a:off x="5334341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4" name="pg1114"/>
            <p:cNvSpPr/>
            <p:nvPr/>
          </p:nvSpPr>
          <p:spPr>
            <a:xfrm>
              <a:off x="5345979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5" name="pg1115"/>
            <p:cNvSpPr/>
            <p:nvPr/>
          </p:nvSpPr>
          <p:spPr>
            <a:xfrm>
              <a:off x="5357616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6" name="pg1116"/>
            <p:cNvSpPr/>
            <p:nvPr/>
          </p:nvSpPr>
          <p:spPr>
            <a:xfrm>
              <a:off x="5369253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7" name="pg1117"/>
            <p:cNvSpPr/>
            <p:nvPr/>
          </p:nvSpPr>
          <p:spPr>
            <a:xfrm>
              <a:off x="5380891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8" name="pg1118"/>
            <p:cNvSpPr/>
            <p:nvPr/>
          </p:nvSpPr>
          <p:spPr>
            <a:xfrm>
              <a:off x="5217968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9" name="pg1119"/>
            <p:cNvSpPr/>
            <p:nvPr/>
          </p:nvSpPr>
          <p:spPr>
            <a:xfrm>
              <a:off x="5229605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0" name="pg1120"/>
            <p:cNvSpPr/>
            <p:nvPr/>
          </p:nvSpPr>
          <p:spPr>
            <a:xfrm>
              <a:off x="5241243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1" name="pg1121"/>
            <p:cNvSpPr/>
            <p:nvPr/>
          </p:nvSpPr>
          <p:spPr>
            <a:xfrm>
              <a:off x="5252880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2" name="pg1122"/>
            <p:cNvSpPr/>
            <p:nvPr/>
          </p:nvSpPr>
          <p:spPr>
            <a:xfrm>
              <a:off x="5264517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3" name="pg1123"/>
            <p:cNvSpPr/>
            <p:nvPr/>
          </p:nvSpPr>
          <p:spPr>
            <a:xfrm>
              <a:off x="5334341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4" name="pg1124"/>
            <p:cNvSpPr/>
            <p:nvPr/>
          </p:nvSpPr>
          <p:spPr>
            <a:xfrm>
              <a:off x="5345979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5" name="pg1125"/>
            <p:cNvSpPr/>
            <p:nvPr/>
          </p:nvSpPr>
          <p:spPr>
            <a:xfrm>
              <a:off x="5357616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6" name="pg1126"/>
            <p:cNvSpPr/>
            <p:nvPr/>
          </p:nvSpPr>
          <p:spPr>
            <a:xfrm>
              <a:off x="5369253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7" name="pg1127"/>
            <p:cNvSpPr/>
            <p:nvPr/>
          </p:nvSpPr>
          <p:spPr>
            <a:xfrm>
              <a:off x="5380891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8" name="pg1128"/>
            <p:cNvSpPr/>
            <p:nvPr/>
          </p:nvSpPr>
          <p:spPr>
            <a:xfrm>
              <a:off x="519469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9" name="pg1129"/>
            <p:cNvSpPr/>
            <p:nvPr/>
          </p:nvSpPr>
          <p:spPr>
            <a:xfrm>
              <a:off x="5206331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0" name="pg1130"/>
            <p:cNvSpPr/>
            <p:nvPr/>
          </p:nvSpPr>
          <p:spPr>
            <a:xfrm>
              <a:off x="5217968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1" name="pg1131"/>
            <p:cNvSpPr/>
            <p:nvPr/>
          </p:nvSpPr>
          <p:spPr>
            <a:xfrm>
              <a:off x="5229605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2" name="pg1132"/>
            <p:cNvSpPr/>
            <p:nvPr/>
          </p:nvSpPr>
          <p:spPr>
            <a:xfrm>
              <a:off x="524124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3" name="pg1133"/>
            <p:cNvSpPr/>
            <p:nvPr/>
          </p:nvSpPr>
          <p:spPr>
            <a:xfrm>
              <a:off x="5252880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4" name="pg1134"/>
            <p:cNvSpPr/>
            <p:nvPr/>
          </p:nvSpPr>
          <p:spPr>
            <a:xfrm>
              <a:off x="5264517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5" name="pg1135"/>
            <p:cNvSpPr/>
            <p:nvPr/>
          </p:nvSpPr>
          <p:spPr>
            <a:xfrm>
              <a:off x="5322704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6" name="pg1136"/>
            <p:cNvSpPr/>
            <p:nvPr/>
          </p:nvSpPr>
          <p:spPr>
            <a:xfrm>
              <a:off x="5334341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7" name="pg1137"/>
            <p:cNvSpPr/>
            <p:nvPr/>
          </p:nvSpPr>
          <p:spPr>
            <a:xfrm>
              <a:off x="5345979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8" name="pg1138"/>
            <p:cNvSpPr/>
            <p:nvPr/>
          </p:nvSpPr>
          <p:spPr>
            <a:xfrm>
              <a:off x="5357616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9" name="pg1139"/>
            <p:cNvSpPr/>
            <p:nvPr/>
          </p:nvSpPr>
          <p:spPr>
            <a:xfrm>
              <a:off x="536925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0" name="pg1140"/>
            <p:cNvSpPr/>
            <p:nvPr/>
          </p:nvSpPr>
          <p:spPr>
            <a:xfrm>
              <a:off x="5183056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1" name="pg1141"/>
            <p:cNvSpPr/>
            <p:nvPr/>
          </p:nvSpPr>
          <p:spPr>
            <a:xfrm>
              <a:off x="519469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2" name="pg1142"/>
            <p:cNvSpPr/>
            <p:nvPr/>
          </p:nvSpPr>
          <p:spPr>
            <a:xfrm>
              <a:off x="5206331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3" name="pg1143"/>
            <p:cNvSpPr/>
            <p:nvPr/>
          </p:nvSpPr>
          <p:spPr>
            <a:xfrm>
              <a:off x="5217968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4" name="pg1144"/>
            <p:cNvSpPr/>
            <p:nvPr/>
          </p:nvSpPr>
          <p:spPr>
            <a:xfrm>
              <a:off x="5229605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5" name="pg1145"/>
            <p:cNvSpPr/>
            <p:nvPr/>
          </p:nvSpPr>
          <p:spPr>
            <a:xfrm>
              <a:off x="524124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6" name="pg1146"/>
            <p:cNvSpPr/>
            <p:nvPr/>
          </p:nvSpPr>
          <p:spPr>
            <a:xfrm>
              <a:off x="5252880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7" name="pg1147"/>
            <p:cNvSpPr/>
            <p:nvPr/>
          </p:nvSpPr>
          <p:spPr>
            <a:xfrm>
              <a:off x="5264517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8" name="pg1148"/>
            <p:cNvSpPr/>
            <p:nvPr/>
          </p:nvSpPr>
          <p:spPr>
            <a:xfrm>
              <a:off x="5322704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9" name="pg1149"/>
            <p:cNvSpPr/>
            <p:nvPr/>
          </p:nvSpPr>
          <p:spPr>
            <a:xfrm>
              <a:off x="5334341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0" name="pg1150"/>
            <p:cNvSpPr/>
            <p:nvPr/>
          </p:nvSpPr>
          <p:spPr>
            <a:xfrm>
              <a:off x="5345979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1" name="pg1151"/>
            <p:cNvSpPr/>
            <p:nvPr/>
          </p:nvSpPr>
          <p:spPr>
            <a:xfrm>
              <a:off x="5357616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2" name="pg1152"/>
            <p:cNvSpPr/>
            <p:nvPr/>
          </p:nvSpPr>
          <p:spPr>
            <a:xfrm>
              <a:off x="536925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3" name="pg1153"/>
            <p:cNvSpPr/>
            <p:nvPr/>
          </p:nvSpPr>
          <p:spPr>
            <a:xfrm>
              <a:off x="512486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4" name="pg1154"/>
            <p:cNvSpPr/>
            <p:nvPr/>
          </p:nvSpPr>
          <p:spPr>
            <a:xfrm>
              <a:off x="5136507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5" name="pg1155"/>
            <p:cNvSpPr/>
            <p:nvPr/>
          </p:nvSpPr>
          <p:spPr>
            <a:xfrm>
              <a:off x="5148144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6" name="pg1156"/>
            <p:cNvSpPr/>
            <p:nvPr/>
          </p:nvSpPr>
          <p:spPr>
            <a:xfrm>
              <a:off x="515978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7" name="pg1157"/>
            <p:cNvSpPr/>
            <p:nvPr/>
          </p:nvSpPr>
          <p:spPr>
            <a:xfrm>
              <a:off x="517141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8" name="pg1158"/>
            <p:cNvSpPr/>
            <p:nvPr/>
          </p:nvSpPr>
          <p:spPr>
            <a:xfrm>
              <a:off x="5183056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6B8">
                <a:alpha val="100000"/>
              </a:srgbClr>
            </a:solidFill>
            <a:ln w="5420" cap="flat">
              <a:solidFill>
                <a:srgbClr val="7F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9" name="pg1159"/>
            <p:cNvSpPr/>
            <p:nvPr/>
          </p:nvSpPr>
          <p:spPr>
            <a:xfrm>
              <a:off x="519469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0" name="pg1160"/>
            <p:cNvSpPr/>
            <p:nvPr/>
          </p:nvSpPr>
          <p:spPr>
            <a:xfrm>
              <a:off x="520633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1" name="pg1161"/>
            <p:cNvSpPr/>
            <p:nvPr/>
          </p:nvSpPr>
          <p:spPr>
            <a:xfrm>
              <a:off x="5217968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2" name="pg1162"/>
            <p:cNvSpPr/>
            <p:nvPr/>
          </p:nvSpPr>
          <p:spPr>
            <a:xfrm>
              <a:off x="5229605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3" name="pg1163"/>
            <p:cNvSpPr/>
            <p:nvPr/>
          </p:nvSpPr>
          <p:spPr>
            <a:xfrm>
              <a:off x="524124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4" name="pg1164"/>
            <p:cNvSpPr/>
            <p:nvPr/>
          </p:nvSpPr>
          <p:spPr>
            <a:xfrm>
              <a:off x="5252880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5" name="pg1165"/>
            <p:cNvSpPr/>
            <p:nvPr/>
          </p:nvSpPr>
          <p:spPr>
            <a:xfrm>
              <a:off x="5311067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6" name="pg1166"/>
            <p:cNvSpPr/>
            <p:nvPr/>
          </p:nvSpPr>
          <p:spPr>
            <a:xfrm>
              <a:off x="5322704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7" name="pg1167"/>
            <p:cNvSpPr/>
            <p:nvPr/>
          </p:nvSpPr>
          <p:spPr>
            <a:xfrm>
              <a:off x="533434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8" name="pg1168"/>
            <p:cNvSpPr/>
            <p:nvPr/>
          </p:nvSpPr>
          <p:spPr>
            <a:xfrm>
              <a:off x="534597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9" name="pg1169"/>
            <p:cNvSpPr/>
            <p:nvPr/>
          </p:nvSpPr>
          <p:spPr>
            <a:xfrm>
              <a:off x="5357616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0" name="pg1170"/>
            <p:cNvSpPr/>
            <p:nvPr/>
          </p:nvSpPr>
          <p:spPr>
            <a:xfrm>
              <a:off x="536925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1" name="pg1171"/>
            <p:cNvSpPr/>
            <p:nvPr/>
          </p:nvSpPr>
          <p:spPr>
            <a:xfrm>
              <a:off x="5113232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2" name="pg1172"/>
            <p:cNvSpPr/>
            <p:nvPr/>
          </p:nvSpPr>
          <p:spPr>
            <a:xfrm>
              <a:off x="512486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3" name="pg1173"/>
            <p:cNvSpPr/>
            <p:nvPr/>
          </p:nvSpPr>
          <p:spPr>
            <a:xfrm>
              <a:off x="5136507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4" name="pg1174"/>
            <p:cNvSpPr/>
            <p:nvPr/>
          </p:nvSpPr>
          <p:spPr>
            <a:xfrm>
              <a:off x="5148144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5" name="pg1175"/>
            <p:cNvSpPr/>
            <p:nvPr/>
          </p:nvSpPr>
          <p:spPr>
            <a:xfrm>
              <a:off x="515978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6" name="pg1176"/>
            <p:cNvSpPr/>
            <p:nvPr/>
          </p:nvSpPr>
          <p:spPr>
            <a:xfrm>
              <a:off x="517141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7" name="pg1177"/>
            <p:cNvSpPr/>
            <p:nvPr/>
          </p:nvSpPr>
          <p:spPr>
            <a:xfrm>
              <a:off x="5183056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8" name="pg1178"/>
            <p:cNvSpPr/>
            <p:nvPr/>
          </p:nvSpPr>
          <p:spPr>
            <a:xfrm>
              <a:off x="519469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9" name="pg1179"/>
            <p:cNvSpPr/>
            <p:nvPr/>
          </p:nvSpPr>
          <p:spPr>
            <a:xfrm>
              <a:off x="520633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0" name="pg1180"/>
            <p:cNvSpPr/>
            <p:nvPr/>
          </p:nvSpPr>
          <p:spPr>
            <a:xfrm>
              <a:off x="5217968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1" name="pg1181"/>
            <p:cNvSpPr/>
            <p:nvPr/>
          </p:nvSpPr>
          <p:spPr>
            <a:xfrm>
              <a:off x="5229605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2" name="pg1182"/>
            <p:cNvSpPr/>
            <p:nvPr/>
          </p:nvSpPr>
          <p:spPr>
            <a:xfrm>
              <a:off x="524124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3" name="pg1183"/>
            <p:cNvSpPr/>
            <p:nvPr/>
          </p:nvSpPr>
          <p:spPr>
            <a:xfrm>
              <a:off x="529942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4" name="pg1184"/>
            <p:cNvSpPr/>
            <p:nvPr/>
          </p:nvSpPr>
          <p:spPr>
            <a:xfrm>
              <a:off x="5311067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5" name="pg1185"/>
            <p:cNvSpPr/>
            <p:nvPr/>
          </p:nvSpPr>
          <p:spPr>
            <a:xfrm>
              <a:off x="5322704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6" name="pg1186"/>
            <p:cNvSpPr/>
            <p:nvPr/>
          </p:nvSpPr>
          <p:spPr>
            <a:xfrm>
              <a:off x="533434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7" name="pg1187"/>
            <p:cNvSpPr/>
            <p:nvPr/>
          </p:nvSpPr>
          <p:spPr>
            <a:xfrm>
              <a:off x="534597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8" name="pg1188"/>
            <p:cNvSpPr/>
            <p:nvPr/>
          </p:nvSpPr>
          <p:spPr>
            <a:xfrm>
              <a:off x="5357616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9" name="pg1189"/>
            <p:cNvSpPr/>
            <p:nvPr/>
          </p:nvSpPr>
          <p:spPr>
            <a:xfrm>
              <a:off x="536925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0" name="pg1190"/>
            <p:cNvSpPr/>
            <p:nvPr/>
          </p:nvSpPr>
          <p:spPr>
            <a:xfrm>
              <a:off x="508995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1" name="pg1191"/>
            <p:cNvSpPr/>
            <p:nvPr/>
          </p:nvSpPr>
          <p:spPr>
            <a:xfrm>
              <a:off x="5101595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2" name="pg1192"/>
            <p:cNvSpPr/>
            <p:nvPr/>
          </p:nvSpPr>
          <p:spPr>
            <a:xfrm>
              <a:off x="5113232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3" name="pg1193"/>
            <p:cNvSpPr/>
            <p:nvPr/>
          </p:nvSpPr>
          <p:spPr>
            <a:xfrm>
              <a:off x="512486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4" name="pg1194"/>
            <p:cNvSpPr/>
            <p:nvPr/>
          </p:nvSpPr>
          <p:spPr>
            <a:xfrm>
              <a:off x="513650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5" name="pg1195"/>
            <p:cNvSpPr/>
            <p:nvPr/>
          </p:nvSpPr>
          <p:spPr>
            <a:xfrm>
              <a:off x="5148144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6" name="pg1196"/>
            <p:cNvSpPr/>
            <p:nvPr/>
          </p:nvSpPr>
          <p:spPr>
            <a:xfrm>
              <a:off x="515978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7" name="pg1197"/>
            <p:cNvSpPr/>
            <p:nvPr/>
          </p:nvSpPr>
          <p:spPr>
            <a:xfrm>
              <a:off x="517141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8" name="pg1198"/>
            <p:cNvSpPr/>
            <p:nvPr/>
          </p:nvSpPr>
          <p:spPr>
            <a:xfrm>
              <a:off x="5183056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9" name="pg1199"/>
            <p:cNvSpPr/>
            <p:nvPr/>
          </p:nvSpPr>
          <p:spPr>
            <a:xfrm>
              <a:off x="5194693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0" name="pg1200"/>
            <p:cNvSpPr/>
            <p:nvPr/>
          </p:nvSpPr>
          <p:spPr>
            <a:xfrm>
              <a:off x="520633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1" name="pg1201"/>
            <p:cNvSpPr/>
            <p:nvPr/>
          </p:nvSpPr>
          <p:spPr>
            <a:xfrm>
              <a:off x="5217968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2" name="pg1202"/>
            <p:cNvSpPr/>
            <p:nvPr/>
          </p:nvSpPr>
          <p:spPr>
            <a:xfrm>
              <a:off x="5287792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3" name="pg1203"/>
            <p:cNvSpPr/>
            <p:nvPr/>
          </p:nvSpPr>
          <p:spPr>
            <a:xfrm>
              <a:off x="529942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4" name="pg1204"/>
            <p:cNvSpPr/>
            <p:nvPr/>
          </p:nvSpPr>
          <p:spPr>
            <a:xfrm>
              <a:off x="531106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5" name="pg1205"/>
            <p:cNvSpPr/>
            <p:nvPr/>
          </p:nvSpPr>
          <p:spPr>
            <a:xfrm>
              <a:off x="5322704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6" name="pg1206"/>
            <p:cNvSpPr/>
            <p:nvPr/>
          </p:nvSpPr>
          <p:spPr>
            <a:xfrm>
              <a:off x="533434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7" name="pg1207"/>
            <p:cNvSpPr/>
            <p:nvPr/>
          </p:nvSpPr>
          <p:spPr>
            <a:xfrm>
              <a:off x="534597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8" name="pg1208"/>
            <p:cNvSpPr/>
            <p:nvPr/>
          </p:nvSpPr>
          <p:spPr>
            <a:xfrm>
              <a:off x="506668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9" name="pg1209"/>
            <p:cNvSpPr/>
            <p:nvPr/>
          </p:nvSpPr>
          <p:spPr>
            <a:xfrm>
              <a:off x="5078320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0" name="pg1210"/>
            <p:cNvSpPr/>
            <p:nvPr/>
          </p:nvSpPr>
          <p:spPr>
            <a:xfrm>
              <a:off x="508995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1" name="pg1211"/>
            <p:cNvSpPr/>
            <p:nvPr/>
          </p:nvSpPr>
          <p:spPr>
            <a:xfrm>
              <a:off x="510159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2" name="pg1212"/>
            <p:cNvSpPr/>
            <p:nvPr/>
          </p:nvSpPr>
          <p:spPr>
            <a:xfrm>
              <a:off x="5113232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3" name="pg1213"/>
            <p:cNvSpPr/>
            <p:nvPr/>
          </p:nvSpPr>
          <p:spPr>
            <a:xfrm>
              <a:off x="512486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4" name="pg1214"/>
            <p:cNvSpPr/>
            <p:nvPr/>
          </p:nvSpPr>
          <p:spPr>
            <a:xfrm>
              <a:off x="513650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5" name="pg1215"/>
            <p:cNvSpPr/>
            <p:nvPr/>
          </p:nvSpPr>
          <p:spPr>
            <a:xfrm>
              <a:off x="5148144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6" name="pg1216"/>
            <p:cNvSpPr/>
            <p:nvPr/>
          </p:nvSpPr>
          <p:spPr>
            <a:xfrm>
              <a:off x="515978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7" name="pg1217"/>
            <p:cNvSpPr/>
            <p:nvPr/>
          </p:nvSpPr>
          <p:spPr>
            <a:xfrm>
              <a:off x="517141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8" name="pg1218"/>
            <p:cNvSpPr/>
            <p:nvPr/>
          </p:nvSpPr>
          <p:spPr>
            <a:xfrm>
              <a:off x="5183056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9" name="pg1219"/>
            <p:cNvSpPr/>
            <p:nvPr/>
          </p:nvSpPr>
          <p:spPr>
            <a:xfrm>
              <a:off x="519469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0" name="pg1220"/>
            <p:cNvSpPr/>
            <p:nvPr/>
          </p:nvSpPr>
          <p:spPr>
            <a:xfrm>
              <a:off x="520633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1" name="pg1221"/>
            <p:cNvSpPr/>
            <p:nvPr/>
          </p:nvSpPr>
          <p:spPr>
            <a:xfrm>
              <a:off x="5217968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2" name="pg1222"/>
            <p:cNvSpPr/>
            <p:nvPr/>
          </p:nvSpPr>
          <p:spPr>
            <a:xfrm>
              <a:off x="522960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3" name="pg1223"/>
            <p:cNvSpPr/>
            <p:nvPr/>
          </p:nvSpPr>
          <p:spPr>
            <a:xfrm>
              <a:off x="524124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4" name="pg1224"/>
            <p:cNvSpPr/>
            <p:nvPr/>
          </p:nvSpPr>
          <p:spPr>
            <a:xfrm>
              <a:off x="5252880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5" name="pg1225"/>
            <p:cNvSpPr/>
            <p:nvPr/>
          </p:nvSpPr>
          <p:spPr>
            <a:xfrm>
              <a:off x="527615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6" name="pg1226"/>
            <p:cNvSpPr/>
            <p:nvPr/>
          </p:nvSpPr>
          <p:spPr>
            <a:xfrm>
              <a:off x="5287792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7" name="pg1227"/>
            <p:cNvSpPr/>
            <p:nvPr/>
          </p:nvSpPr>
          <p:spPr>
            <a:xfrm>
              <a:off x="529942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8" name="pg1228"/>
            <p:cNvSpPr/>
            <p:nvPr/>
          </p:nvSpPr>
          <p:spPr>
            <a:xfrm>
              <a:off x="531106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9" name="pg1229"/>
            <p:cNvSpPr/>
            <p:nvPr/>
          </p:nvSpPr>
          <p:spPr>
            <a:xfrm>
              <a:off x="5322704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0" name="pg1230"/>
            <p:cNvSpPr/>
            <p:nvPr/>
          </p:nvSpPr>
          <p:spPr>
            <a:xfrm>
              <a:off x="533434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1" name="pg1231"/>
            <p:cNvSpPr/>
            <p:nvPr/>
          </p:nvSpPr>
          <p:spPr>
            <a:xfrm>
              <a:off x="534597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2" name="pg1232"/>
            <p:cNvSpPr/>
            <p:nvPr/>
          </p:nvSpPr>
          <p:spPr>
            <a:xfrm>
              <a:off x="506668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3" name="pg1233"/>
            <p:cNvSpPr/>
            <p:nvPr/>
          </p:nvSpPr>
          <p:spPr>
            <a:xfrm>
              <a:off x="5078320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4" name="pg1234"/>
            <p:cNvSpPr/>
            <p:nvPr/>
          </p:nvSpPr>
          <p:spPr>
            <a:xfrm>
              <a:off x="508995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5" name="pg1235"/>
            <p:cNvSpPr/>
            <p:nvPr/>
          </p:nvSpPr>
          <p:spPr>
            <a:xfrm>
              <a:off x="510159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6" name="pg1236"/>
            <p:cNvSpPr/>
            <p:nvPr/>
          </p:nvSpPr>
          <p:spPr>
            <a:xfrm>
              <a:off x="5113232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7" name="pg1237"/>
            <p:cNvSpPr/>
            <p:nvPr/>
          </p:nvSpPr>
          <p:spPr>
            <a:xfrm>
              <a:off x="512486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8" name="pg1238"/>
            <p:cNvSpPr/>
            <p:nvPr/>
          </p:nvSpPr>
          <p:spPr>
            <a:xfrm>
              <a:off x="513650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9" name="pg1239"/>
            <p:cNvSpPr/>
            <p:nvPr/>
          </p:nvSpPr>
          <p:spPr>
            <a:xfrm>
              <a:off x="5148144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0" name="pg1240"/>
            <p:cNvSpPr/>
            <p:nvPr/>
          </p:nvSpPr>
          <p:spPr>
            <a:xfrm>
              <a:off x="515978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1" name="pg1241"/>
            <p:cNvSpPr/>
            <p:nvPr/>
          </p:nvSpPr>
          <p:spPr>
            <a:xfrm>
              <a:off x="517141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9BC">
                <a:alpha val="100000"/>
              </a:srgbClr>
            </a:solidFill>
            <a:ln w="5420" cap="flat">
              <a:solidFill>
                <a:srgbClr val="89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2" name="pg1242"/>
            <p:cNvSpPr/>
            <p:nvPr/>
          </p:nvSpPr>
          <p:spPr>
            <a:xfrm>
              <a:off x="5183056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3" name="pg1243"/>
            <p:cNvSpPr/>
            <p:nvPr/>
          </p:nvSpPr>
          <p:spPr>
            <a:xfrm>
              <a:off x="519469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4" name="pg1244"/>
            <p:cNvSpPr/>
            <p:nvPr/>
          </p:nvSpPr>
          <p:spPr>
            <a:xfrm>
              <a:off x="520633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5" name="pg1245"/>
            <p:cNvSpPr/>
            <p:nvPr/>
          </p:nvSpPr>
          <p:spPr>
            <a:xfrm>
              <a:off x="5217968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6" name="pg1246"/>
            <p:cNvSpPr/>
            <p:nvPr/>
          </p:nvSpPr>
          <p:spPr>
            <a:xfrm>
              <a:off x="522960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7" name="pg1247"/>
            <p:cNvSpPr/>
            <p:nvPr/>
          </p:nvSpPr>
          <p:spPr>
            <a:xfrm>
              <a:off x="524124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8" name="pg1248"/>
            <p:cNvSpPr/>
            <p:nvPr/>
          </p:nvSpPr>
          <p:spPr>
            <a:xfrm>
              <a:off x="5252880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9" name="pg1249"/>
            <p:cNvSpPr/>
            <p:nvPr/>
          </p:nvSpPr>
          <p:spPr>
            <a:xfrm>
              <a:off x="526451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0" name="pg1250"/>
            <p:cNvSpPr/>
            <p:nvPr/>
          </p:nvSpPr>
          <p:spPr>
            <a:xfrm>
              <a:off x="527615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1" name="pg1251"/>
            <p:cNvSpPr/>
            <p:nvPr/>
          </p:nvSpPr>
          <p:spPr>
            <a:xfrm>
              <a:off x="5287792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2" name="pg1252"/>
            <p:cNvSpPr/>
            <p:nvPr/>
          </p:nvSpPr>
          <p:spPr>
            <a:xfrm>
              <a:off x="529942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3" name="pg1253"/>
            <p:cNvSpPr/>
            <p:nvPr/>
          </p:nvSpPr>
          <p:spPr>
            <a:xfrm>
              <a:off x="531106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4" name="pg1254"/>
            <p:cNvSpPr/>
            <p:nvPr/>
          </p:nvSpPr>
          <p:spPr>
            <a:xfrm>
              <a:off x="5322704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5" name="pg1255"/>
            <p:cNvSpPr/>
            <p:nvPr/>
          </p:nvSpPr>
          <p:spPr>
            <a:xfrm>
              <a:off x="533434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6" name="pg1256"/>
            <p:cNvSpPr/>
            <p:nvPr/>
          </p:nvSpPr>
          <p:spPr>
            <a:xfrm>
              <a:off x="506668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7" name="pg1257"/>
            <p:cNvSpPr/>
            <p:nvPr/>
          </p:nvSpPr>
          <p:spPr>
            <a:xfrm>
              <a:off x="5078320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8" name="pg1258"/>
            <p:cNvSpPr/>
            <p:nvPr/>
          </p:nvSpPr>
          <p:spPr>
            <a:xfrm>
              <a:off x="508995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9" name="pg1259"/>
            <p:cNvSpPr/>
            <p:nvPr/>
          </p:nvSpPr>
          <p:spPr>
            <a:xfrm>
              <a:off x="510159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0" name="pg1260"/>
            <p:cNvSpPr/>
            <p:nvPr/>
          </p:nvSpPr>
          <p:spPr>
            <a:xfrm>
              <a:off x="5113232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1" name="pg1261"/>
            <p:cNvSpPr/>
            <p:nvPr/>
          </p:nvSpPr>
          <p:spPr>
            <a:xfrm>
              <a:off x="512486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2" name="pg1262"/>
            <p:cNvSpPr/>
            <p:nvPr/>
          </p:nvSpPr>
          <p:spPr>
            <a:xfrm>
              <a:off x="513650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3" name="pg1263"/>
            <p:cNvSpPr/>
            <p:nvPr/>
          </p:nvSpPr>
          <p:spPr>
            <a:xfrm>
              <a:off x="5148144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4" name="pg1264"/>
            <p:cNvSpPr/>
            <p:nvPr/>
          </p:nvSpPr>
          <p:spPr>
            <a:xfrm>
              <a:off x="5159781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5" name="pg1265"/>
            <p:cNvSpPr/>
            <p:nvPr/>
          </p:nvSpPr>
          <p:spPr>
            <a:xfrm>
              <a:off x="517141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6" name="pg1266"/>
            <p:cNvSpPr/>
            <p:nvPr/>
          </p:nvSpPr>
          <p:spPr>
            <a:xfrm>
              <a:off x="5183056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7" name="pg1267"/>
            <p:cNvSpPr/>
            <p:nvPr/>
          </p:nvSpPr>
          <p:spPr>
            <a:xfrm>
              <a:off x="519469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8" name="pg1268"/>
            <p:cNvSpPr/>
            <p:nvPr/>
          </p:nvSpPr>
          <p:spPr>
            <a:xfrm>
              <a:off x="5206331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9" name="pg1269"/>
            <p:cNvSpPr/>
            <p:nvPr/>
          </p:nvSpPr>
          <p:spPr>
            <a:xfrm>
              <a:off x="5217968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0" name="pg1270"/>
            <p:cNvSpPr/>
            <p:nvPr/>
          </p:nvSpPr>
          <p:spPr>
            <a:xfrm>
              <a:off x="522960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1" name="pg1271"/>
            <p:cNvSpPr/>
            <p:nvPr/>
          </p:nvSpPr>
          <p:spPr>
            <a:xfrm>
              <a:off x="524124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2" name="pg1272"/>
            <p:cNvSpPr/>
            <p:nvPr/>
          </p:nvSpPr>
          <p:spPr>
            <a:xfrm>
              <a:off x="5252880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3" name="pg1273"/>
            <p:cNvSpPr/>
            <p:nvPr/>
          </p:nvSpPr>
          <p:spPr>
            <a:xfrm>
              <a:off x="526451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4" name="pg1274"/>
            <p:cNvSpPr/>
            <p:nvPr/>
          </p:nvSpPr>
          <p:spPr>
            <a:xfrm>
              <a:off x="527615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5" name="pg1275"/>
            <p:cNvSpPr/>
            <p:nvPr/>
          </p:nvSpPr>
          <p:spPr>
            <a:xfrm>
              <a:off x="5287792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6" name="pg1276"/>
            <p:cNvSpPr/>
            <p:nvPr/>
          </p:nvSpPr>
          <p:spPr>
            <a:xfrm>
              <a:off x="529942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7" name="pg1277"/>
            <p:cNvSpPr/>
            <p:nvPr/>
          </p:nvSpPr>
          <p:spPr>
            <a:xfrm>
              <a:off x="531106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8" name="pg1278"/>
            <p:cNvSpPr/>
            <p:nvPr/>
          </p:nvSpPr>
          <p:spPr>
            <a:xfrm>
              <a:off x="5322704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9" name="pg1279"/>
            <p:cNvSpPr/>
            <p:nvPr/>
          </p:nvSpPr>
          <p:spPr>
            <a:xfrm>
              <a:off x="5031771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0" name="pg1280"/>
            <p:cNvSpPr/>
            <p:nvPr/>
          </p:nvSpPr>
          <p:spPr>
            <a:xfrm>
              <a:off x="5043408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1" name="pg1281"/>
            <p:cNvSpPr/>
            <p:nvPr/>
          </p:nvSpPr>
          <p:spPr>
            <a:xfrm>
              <a:off x="506668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2" name="pg1282"/>
            <p:cNvSpPr/>
            <p:nvPr/>
          </p:nvSpPr>
          <p:spPr>
            <a:xfrm>
              <a:off x="5078320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3" name="pg1283"/>
            <p:cNvSpPr/>
            <p:nvPr/>
          </p:nvSpPr>
          <p:spPr>
            <a:xfrm>
              <a:off x="508995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4" name="pg1284"/>
            <p:cNvSpPr/>
            <p:nvPr/>
          </p:nvSpPr>
          <p:spPr>
            <a:xfrm>
              <a:off x="510159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5" name="pg1285"/>
            <p:cNvSpPr/>
            <p:nvPr/>
          </p:nvSpPr>
          <p:spPr>
            <a:xfrm>
              <a:off x="5113232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6" name="pg1286"/>
            <p:cNvSpPr/>
            <p:nvPr/>
          </p:nvSpPr>
          <p:spPr>
            <a:xfrm>
              <a:off x="5124869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7" name="pg1287"/>
            <p:cNvSpPr/>
            <p:nvPr/>
          </p:nvSpPr>
          <p:spPr>
            <a:xfrm>
              <a:off x="513650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8" name="pg1288"/>
            <p:cNvSpPr/>
            <p:nvPr/>
          </p:nvSpPr>
          <p:spPr>
            <a:xfrm>
              <a:off x="5148144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9" name="pg1289"/>
            <p:cNvSpPr/>
            <p:nvPr/>
          </p:nvSpPr>
          <p:spPr>
            <a:xfrm>
              <a:off x="5183056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0" name="pg1290"/>
            <p:cNvSpPr/>
            <p:nvPr/>
          </p:nvSpPr>
          <p:spPr>
            <a:xfrm>
              <a:off x="519469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1" name="pg1291"/>
            <p:cNvSpPr/>
            <p:nvPr/>
          </p:nvSpPr>
          <p:spPr>
            <a:xfrm>
              <a:off x="5206331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2" name="pg1292"/>
            <p:cNvSpPr/>
            <p:nvPr/>
          </p:nvSpPr>
          <p:spPr>
            <a:xfrm>
              <a:off x="5217968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3" name="pg1293"/>
            <p:cNvSpPr/>
            <p:nvPr/>
          </p:nvSpPr>
          <p:spPr>
            <a:xfrm>
              <a:off x="522960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4" name="pg1294"/>
            <p:cNvSpPr/>
            <p:nvPr/>
          </p:nvSpPr>
          <p:spPr>
            <a:xfrm>
              <a:off x="524124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5" name="pg1295"/>
            <p:cNvSpPr/>
            <p:nvPr/>
          </p:nvSpPr>
          <p:spPr>
            <a:xfrm>
              <a:off x="5252880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6" name="pg1296"/>
            <p:cNvSpPr/>
            <p:nvPr/>
          </p:nvSpPr>
          <p:spPr>
            <a:xfrm>
              <a:off x="526451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7" name="pg1297"/>
            <p:cNvSpPr/>
            <p:nvPr/>
          </p:nvSpPr>
          <p:spPr>
            <a:xfrm>
              <a:off x="527615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8" name="pg1298"/>
            <p:cNvSpPr/>
            <p:nvPr/>
          </p:nvSpPr>
          <p:spPr>
            <a:xfrm>
              <a:off x="5287792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9" name="pg1299"/>
            <p:cNvSpPr/>
            <p:nvPr/>
          </p:nvSpPr>
          <p:spPr>
            <a:xfrm>
              <a:off x="5299429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0" name="pg1300"/>
            <p:cNvSpPr/>
            <p:nvPr/>
          </p:nvSpPr>
          <p:spPr>
            <a:xfrm>
              <a:off x="531106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1" name="pg1301"/>
            <p:cNvSpPr/>
            <p:nvPr/>
          </p:nvSpPr>
          <p:spPr>
            <a:xfrm>
              <a:off x="502013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2" name="pg1302"/>
            <p:cNvSpPr/>
            <p:nvPr/>
          </p:nvSpPr>
          <p:spPr>
            <a:xfrm>
              <a:off x="5031771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3" name="pg1303"/>
            <p:cNvSpPr/>
            <p:nvPr/>
          </p:nvSpPr>
          <p:spPr>
            <a:xfrm>
              <a:off x="5043408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4" name="pg1304"/>
            <p:cNvSpPr/>
            <p:nvPr/>
          </p:nvSpPr>
          <p:spPr>
            <a:xfrm>
              <a:off x="505504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5" name="pg1305"/>
            <p:cNvSpPr/>
            <p:nvPr/>
          </p:nvSpPr>
          <p:spPr>
            <a:xfrm>
              <a:off x="506668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6" name="pg1306"/>
            <p:cNvSpPr/>
            <p:nvPr/>
          </p:nvSpPr>
          <p:spPr>
            <a:xfrm>
              <a:off x="5078320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7" name="pg1307"/>
            <p:cNvSpPr/>
            <p:nvPr/>
          </p:nvSpPr>
          <p:spPr>
            <a:xfrm>
              <a:off x="508995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8" name="pg1308"/>
            <p:cNvSpPr/>
            <p:nvPr/>
          </p:nvSpPr>
          <p:spPr>
            <a:xfrm>
              <a:off x="510159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9" name="pg1309"/>
            <p:cNvSpPr/>
            <p:nvPr/>
          </p:nvSpPr>
          <p:spPr>
            <a:xfrm>
              <a:off x="5113232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0" name="pg1310"/>
            <p:cNvSpPr/>
            <p:nvPr/>
          </p:nvSpPr>
          <p:spPr>
            <a:xfrm>
              <a:off x="5124869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1" name="pg1311"/>
            <p:cNvSpPr/>
            <p:nvPr/>
          </p:nvSpPr>
          <p:spPr>
            <a:xfrm>
              <a:off x="513650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2" name="pg1312"/>
            <p:cNvSpPr/>
            <p:nvPr/>
          </p:nvSpPr>
          <p:spPr>
            <a:xfrm>
              <a:off x="5148144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3" name="pg1313"/>
            <p:cNvSpPr/>
            <p:nvPr/>
          </p:nvSpPr>
          <p:spPr>
            <a:xfrm>
              <a:off x="519469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4" name="pg1314"/>
            <p:cNvSpPr/>
            <p:nvPr/>
          </p:nvSpPr>
          <p:spPr>
            <a:xfrm>
              <a:off x="5206331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5" name="pg1315"/>
            <p:cNvSpPr/>
            <p:nvPr/>
          </p:nvSpPr>
          <p:spPr>
            <a:xfrm>
              <a:off x="5217968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6" name="pg1316"/>
            <p:cNvSpPr/>
            <p:nvPr/>
          </p:nvSpPr>
          <p:spPr>
            <a:xfrm>
              <a:off x="522960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7" name="pg1317"/>
            <p:cNvSpPr/>
            <p:nvPr/>
          </p:nvSpPr>
          <p:spPr>
            <a:xfrm>
              <a:off x="524124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8" name="pg1318"/>
            <p:cNvSpPr/>
            <p:nvPr/>
          </p:nvSpPr>
          <p:spPr>
            <a:xfrm>
              <a:off x="5252880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9" name="pg1319"/>
            <p:cNvSpPr/>
            <p:nvPr/>
          </p:nvSpPr>
          <p:spPr>
            <a:xfrm>
              <a:off x="526451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0" name="pg1320"/>
            <p:cNvSpPr/>
            <p:nvPr/>
          </p:nvSpPr>
          <p:spPr>
            <a:xfrm>
              <a:off x="527615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1" name="pg1321"/>
            <p:cNvSpPr/>
            <p:nvPr/>
          </p:nvSpPr>
          <p:spPr>
            <a:xfrm>
              <a:off x="5287792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2" name="pg1322"/>
            <p:cNvSpPr/>
            <p:nvPr/>
          </p:nvSpPr>
          <p:spPr>
            <a:xfrm>
              <a:off x="5299429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3" name="pg1323"/>
            <p:cNvSpPr/>
            <p:nvPr/>
          </p:nvSpPr>
          <p:spPr>
            <a:xfrm>
              <a:off x="5008496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4" name="pg1324"/>
            <p:cNvSpPr/>
            <p:nvPr/>
          </p:nvSpPr>
          <p:spPr>
            <a:xfrm>
              <a:off x="502013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5" name="pg1325"/>
            <p:cNvSpPr/>
            <p:nvPr/>
          </p:nvSpPr>
          <p:spPr>
            <a:xfrm>
              <a:off x="5031771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6" name="pg1326"/>
            <p:cNvSpPr/>
            <p:nvPr/>
          </p:nvSpPr>
          <p:spPr>
            <a:xfrm>
              <a:off x="5043408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7" name="pg1327"/>
            <p:cNvSpPr/>
            <p:nvPr/>
          </p:nvSpPr>
          <p:spPr>
            <a:xfrm>
              <a:off x="505504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8" name="pg1328"/>
            <p:cNvSpPr/>
            <p:nvPr/>
          </p:nvSpPr>
          <p:spPr>
            <a:xfrm>
              <a:off x="506668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9" name="pg1329"/>
            <p:cNvSpPr/>
            <p:nvPr/>
          </p:nvSpPr>
          <p:spPr>
            <a:xfrm>
              <a:off x="5078320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0" name="pg1330"/>
            <p:cNvSpPr/>
            <p:nvPr/>
          </p:nvSpPr>
          <p:spPr>
            <a:xfrm>
              <a:off x="508995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1" name="pg1331"/>
            <p:cNvSpPr/>
            <p:nvPr/>
          </p:nvSpPr>
          <p:spPr>
            <a:xfrm>
              <a:off x="510159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2" name="pg1332"/>
            <p:cNvSpPr/>
            <p:nvPr/>
          </p:nvSpPr>
          <p:spPr>
            <a:xfrm>
              <a:off x="5113232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3" name="pg1333"/>
            <p:cNvSpPr/>
            <p:nvPr/>
          </p:nvSpPr>
          <p:spPr>
            <a:xfrm>
              <a:off x="5124869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4" name="pg1334"/>
            <p:cNvSpPr/>
            <p:nvPr/>
          </p:nvSpPr>
          <p:spPr>
            <a:xfrm>
              <a:off x="513650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5" name="pg1335"/>
            <p:cNvSpPr/>
            <p:nvPr/>
          </p:nvSpPr>
          <p:spPr>
            <a:xfrm>
              <a:off x="5148144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6" name="pg1336"/>
            <p:cNvSpPr/>
            <p:nvPr/>
          </p:nvSpPr>
          <p:spPr>
            <a:xfrm>
              <a:off x="519469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7" name="pg1337"/>
            <p:cNvSpPr/>
            <p:nvPr/>
          </p:nvSpPr>
          <p:spPr>
            <a:xfrm>
              <a:off x="5206331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8" name="pg1338"/>
            <p:cNvSpPr/>
            <p:nvPr/>
          </p:nvSpPr>
          <p:spPr>
            <a:xfrm>
              <a:off x="5217968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9" name="pg1339"/>
            <p:cNvSpPr/>
            <p:nvPr/>
          </p:nvSpPr>
          <p:spPr>
            <a:xfrm>
              <a:off x="522960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0" name="pg1340"/>
            <p:cNvSpPr/>
            <p:nvPr/>
          </p:nvSpPr>
          <p:spPr>
            <a:xfrm>
              <a:off x="524124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1" name="pg1341"/>
            <p:cNvSpPr/>
            <p:nvPr/>
          </p:nvSpPr>
          <p:spPr>
            <a:xfrm>
              <a:off x="5252880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2" name="pg1342"/>
            <p:cNvSpPr/>
            <p:nvPr/>
          </p:nvSpPr>
          <p:spPr>
            <a:xfrm>
              <a:off x="526451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3" name="pg1343"/>
            <p:cNvSpPr/>
            <p:nvPr/>
          </p:nvSpPr>
          <p:spPr>
            <a:xfrm>
              <a:off x="527615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4" name="pg1344"/>
            <p:cNvSpPr/>
            <p:nvPr/>
          </p:nvSpPr>
          <p:spPr>
            <a:xfrm>
              <a:off x="5287792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5" name="pg1345"/>
            <p:cNvSpPr/>
            <p:nvPr/>
          </p:nvSpPr>
          <p:spPr>
            <a:xfrm>
              <a:off x="4996859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6" name="pg1346"/>
            <p:cNvSpPr/>
            <p:nvPr/>
          </p:nvSpPr>
          <p:spPr>
            <a:xfrm>
              <a:off x="5008496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7" name="pg1347"/>
            <p:cNvSpPr/>
            <p:nvPr/>
          </p:nvSpPr>
          <p:spPr>
            <a:xfrm>
              <a:off x="502013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8" name="pg1348"/>
            <p:cNvSpPr/>
            <p:nvPr/>
          </p:nvSpPr>
          <p:spPr>
            <a:xfrm>
              <a:off x="503177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9" name="pg1349"/>
            <p:cNvSpPr/>
            <p:nvPr/>
          </p:nvSpPr>
          <p:spPr>
            <a:xfrm>
              <a:off x="5043408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0" name="pg1350"/>
            <p:cNvSpPr/>
            <p:nvPr/>
          </p:nvSpPr>
          <p:spPr>
            <a:xfrm>
              <a:off x="505504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1" name="pg1351"/>
            <p:cNvSpPr/>
            <p:nvPr/>
          </p:nvSpPr>
          <p:spPr>
            <a:xfrm>
              <a:off x="506668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2" name="pg1352"/>
            <p:cNvSpPr/>
            <p:nvPr/>
          </p:nvSpPr>
          <p:spPr>
            <a:xfrm>
              <a:off x="5078320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3" name="pg1353"/>
            <p:cNvSpPr/>
            <p:nvPr/>
          </p:nvSpPr>
          <p:spPr>
            <a:xfrm>
              <a:off x="508995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4" name="pg1354"/>
            <p:cNvSpPr/>
            <p:nvPr/>
          </p:nvSpPr>
          <p:spPr>
            <a:xfrm>
              <a:off x="510159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5" name="pg1355"/>
            <p:cNvSpPr/>
            <p:nvPr/>
          </p:nvSpPr>
          <p:spPr>
            <a:xfrm>
              <a:off x="5113232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6" name="pg1356"/>
            <p:cNvSpPr/>
            <p:nvPr/>
          </p:nvSpPr>
          <p:spPr>
            <a:xfrm>
              <a:off x="5124869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7" name="pg1357"/>
            <p:cNvSpPr/>
            <p:nvPr/>
          </p:nvSpPr>
          <p:spPr>
            <a:xfrm>
              <a:off x="513650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8" name="pg1358"/>
            <p:cNvSpPr/>
            <p:nvPr/>
          </p:nvSpPr>
          <p:spPr>
            <a:xfrm>
              <a:off x="5148144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9" name="pg1359"/>
            <p:cNvSpPr/>
            <p:nvPr/>
          </p:nvSpPr>
          <p:spPr>
            <a:xfrm>
              <a:off x="515978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0" name="pg1360"/>
            <p:cNvSpPr/>
            <p:nvPr/>
          </p:nvSpPr>
          <p:spPr>
            <a:xfrm>
              <a:off x="520633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1" name="pg1361"/>
            <p:cNvSpPr/>
            <p:nvPr/>
          </p:nvSpPr>
          <p:spPr>
            <a:xfrm>
              <a:off x="5217968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2" name="pg1362"/>
            <p:cNvSpPr/>
            <p:nvPr/>
          </p:nvSpPr>
          <p:spPr>
            <a:xfrm>
              <a:off x="522960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3" name="pg1363"/>
            <p:cNvSpPr/>
            <p:nvPr/>
          </p:nvSpPr>
          <p:spPr>
            <a:xfrm>
              <a:off x="524124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4" name="pg1364"/>
            <p:cNvSpPr/>
            <p:nvPr/>
          </p:nvSpPr>
          <p:spPr>
            <a:xfrm>
              <a:off x="5252880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5" name="pg1365"/>
            <p:cNvSpPr/>
            <p:nvPr/>
          </p:nvSpPr>
          <p:spPr>
            <a:xfrm>
              <a:off x="526451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6" name="pg1366"/>
            <p:cNvSpPr/>
            <p:nvPr/>
          </p:nvSpPr>
          <p:spPr>
            <a:xfrm>
              <a:off x="527615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7" name="pg1367"/>
            <p:cNvSpPr/>
            <p:nvPr/>
          </p:nvSpPr>
          <p:spPr>
            <a:xfrm>
              <a:off x="4996859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8" name="pg1368"/>
            <p:cNvSpPr/>
            <p:nvPr/>
          </p:nvSpPr>
          <p:spPr>
            <a:xfrm>
              <a:off x="5008496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9" name="pg1369"/>
            <p:cNvSpPr/>
            <p:nvPr/>
          </p:nvSpPr>
          <p:spPr>
            <a:xfrm>
              <a:off x="502013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0" name="pg1370"/>
            <p:cNvSpPr/>
            <p:nvPr/>
          </p:nvSpPr>
          <p:spPr>
            <a:xfrm>
              <a:off x="503177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1" name="pg1371"/>
            <p:cNvSpPr/>
            <p:nvPr/>
          </p:nvSpPr>
          <p:spPr>
            <a:xfrm>
              <a:off x="5043408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2" name="pg1372"/>
            <p:cNvSpPr/>
            <p:nvPr/>
          </p:nvSpPr>
          <p:spPr>
            <a:xfrm>
              <a:off x="505504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3" name="pg1373"/>
            <p:cNvSpPr/>
            <p:nvPr/>
          </p:nvSpPr>
          <p:spPr>
            <a:xfrm>
              <a:off x="506668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4" name="pg1374"/>
            <p:cNvSpPr/>
            <p:nvPr/>
          </p:nvSpPr>
          <p:spPr>
            <a:xfrm>
              <a:off x="5078320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5" name="pg1375"/>
            <p:cNvSpPr/>
            <p:nvPr/>
          </p:nvSpPr>
          <p:spPr>
            <a:xfrm>
              <a:off x="508995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6" name="pg1376"/>
            <p:cNvSpPr/>
            <p:nvPr/>
          </p:nvSpPr>
          <p:spPr>
            <a:xfrm>
              <a:off x="510159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7" name="pg1377"/>
            <p:cNvSpPr/>
            <p:nvPr/>
          </p:nvSpPr>
          <p:spPr>
            <a:xfrm>
              <a:off x="5113232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8" name="pg1378"/>
            <p:cNvSpPr/>
            <p:nvPr/>
          </p:nvSpPr>
          <p:spPr>
            <a:xfrm>
              <a:off x="5124869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9" name="pg1379"/>
            <p:cNvSpPr/>
            <p:nvPr/>
          </p:nvSpPr>
          <p:spPr>
            <a:xfrm>
              <a:off x="513650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0" name="pg1380"/>
            <p:cNvSpPr/>
            <p:nvPr/>
          </p:nvSpPr>
          <p:spPr>
            <a:xfrm>
              <a:off x="5148144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1" name="pg1381"/>
            <p:cNvSpPr/>
            <p:nvPr/>
          </p:nvSpPr>
          <p:spPr>
            <a:xfrm>
              <a:off x="515978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2" name="pg1382"/>
            <p:cNvSpPr/>
            <p:nvPr/>
          </p:nvSpPr>
          <p:spPr>
            <a:xfrm>
              <a:off x="520633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3" name="pg1383"/>
            <p:cNvSpPr/>
            <p:nvPr/>
          </p:nvSpPr>
          <p:spPr>
            <a:xfrm>
              <a:off x="5217968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4" name="pg1384"/>
            <p:cNvSpPr/>
            <p:nvPr/>
          </p:nvSpPr>
          <p:spPr>
            <a:xfrm>
              <a:off x="522960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5" name="pg1385"/>
            <p:cNvSpPr/>
            <p:nvPr/>
          </p:nvSpPr>
          <p:spPr>
            <a:xfrm>
              <a:off x="524124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6" name="pg1386"/>
            <p:cNvSpPr/>
            <p:nvPr/>
          </p:nvSpPr>
          <p:spPr>
            <a:xfrm>
              <a:off x="5252880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7" name="pg1387"/>
            <p:cNvSpPr/>
            <p:nvPr/>
          </p:nvSpPr>
          <p:spPr>
            <a:xfrm>
              <a:off x="526451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8" name="pg1388"/>
            <p:cNvSpPr/>
            <p:nvPr/>
          </p:nvSpPr>
          <p:spPr>
            <a:xfrm>
              <a:off x="498522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9" name="pg1389"/>
            <p:cNvSpPr/>
            <p:nvPr/>
          </p:nvSpPr>
          <p:spPr>
            <a:xfrm>
              <a:off x="499685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0" name="pg1390"/>
            <p:cNvSpPr/>
            <p:nvPr/>
          </p:nvSpPr>
          <p:spPr>
            <a:xfrm>
              <a:off x="5008496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1" name="pg1391"/>
            <p:cNvSpPr/>
            <p:nvPr/>
          </p:nvSpPr>
          <p:spPr>
            <a:xfrm>
              <a:off x="502013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2" name="pg1392"/>
            <p:cNvSpPr/>
            <p:nvPr/>
          </p:nvSpPr>
          <p:spPr>
            <a:xfrm>
              <a:off x="503177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3" name="pg1393"/>
            <p:cNvSpPr/>
            <p:nvPr/>
          </p:nvSpPr>
          <p:spPr>
            <a:xfrm>
              <a:off x="5043408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4" name="pg1394"/>
            <p:cNvSpPr/>
            <p:nvPr/>
          </p:nvSpPr>
          <p:spPr>
            <a:xfrm>
              <a:off x="505504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5" name="pg1395"/>
            <p:cNvSpPr/>
            <p:nvPr/>
          </p:nvSpPr>
          <p:spPr>
            <a:xfrm>
              <a:off x="506668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6" name="pg1396"/>
            <p:cNvSpPr/>
            <p:nvPr/>
          </p:nvSpPr>
          <p:spPr>
            <a:xfrm>
              <a:off x="5078320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7" name="pg1397"/>
            <p:cNvSpPr/>
            <p:nvPr/>
          </p:nvSpPr>
          <p:spPr>
            <a:xfrm>
              <a:off x="508995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8" name="pg1398"/>
            <p:cNvSpPr/>
            <p:nvPr/>
          </p:nvSpPr>
          <p:spPr>
            <a:xfrm>
              <a:off x="510159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9" name="pg1399"/>
            <p:cNvSpPr/>
            <p:nvPr/>
          </p:nvSpPr>
          <p:spPr>
            <a:xfrm>
              <a:off x="5113232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0" name="pg1400"/>
            <p:cNvSpPr/>
            <p:nvPr/>
          </p:nvSpPr>
          <p:spPr>
            <a:xfrm>
              <a:off x="512486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1" name="pg1401"/>
            <p:cNvSpPr/>
            <p:nvPr/>
          </p:nvSpPr>
          <p:spPr>
            <a:xfrm>
              <a:off x="513650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2" name="pg1402"/>
            <p:cNvSpPr/>
            <p:nvPr/>
          </p:nvSpPr>
          <p:spPr>
            <a:xfrm>
              <a:off x="5148144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3" name="pg1403"/>
            <p:cNvSpPr/>
            <p:nvPr/>
          </p:nvSpPr>
          <p:spPr>
            <a:xfrm>
              <a:off x="515978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4" name="pg1404"/>
            <p:cNvSpPr/>
            <p:nvPr/>
          </p:nvSpPr>
          <p:spPr>
            <a:xfrm>
              <a:off x="517141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5" name="pg1405"/>
            <p:cNvSpPr/>
            <p:nvPr/>
          </p:nvSpPr>
          <p:spPr>
            <a:xfrm>
              <a:off x="520633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6" name="pg1406"/>
            <p:cNvSpPr/>
            <p:nvPr/>
          </p:nvSpPr>
          <p:spPr>
            <a:xfrm>
              <a:off x="5217968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7" name="pg1407"/>
            <p:cNvSpPr/>
            <p:nvPr/>
          </p:nvSpPr>
          <p:spPr>
            <a:xfrm>
              <a:off x="522960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8" name="pg1408"/>
            <p:cNvSpPr/>
            <p:nvPr/>
          </p:nvSpPr>
          <p:spPr>
            <a:xfrm>
              <a:off x="524124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9" name="pg1409"/>
            <p:cNvSpPr/>
            <p:nvPr/>
          </p:nvSpPr>
          <p:spPr>
            <a:xfrm>
              <a:off x="5252880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0" name="pg1410"/>
            <p:cNvSpPr/>
            <p:nvPr/>
          </p:nvSpPr>
          <p:spPr>
            <a:xfrm>
              <a:off x="526451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1" name="pg1411"/>
            <p:cNvSpPr/>
            <p:nvPr/>
          </p:nvSpPr>
          <p:spPr>
            <a:xfrm>
              <a:off x="498522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2" name="pg1412"/>
            <p:cNvSpPr/>
            <p:nvPr/>
          </p:nvSpPr>
          <p:spPr>
            <a:xfrm>
              <a:off x="499685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3" name="pg1413"/>
            <p:cNvSpPr/>
            <p:nvPr/>
          </p:nvSpPr>
          <p:spPr>
            <a:xfrm>
              <a:off x="5008496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4" name="pg1414"/>
            <p:cNvSpPr/>
            <p:nvPr/>
          </p:nvSpPr>
          <p:spPr>
            <a:xfrm>
              <a:off x="502013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5" name="pg1415"/>
            <p:cNvSpPr/>
            <p:nvPr/>
          </p:nvSpPr>
          <p:spPr>
            <a:xfrm>
              <a:off x="503177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6" name="pg1416"/>
            <p:cNvSpPr/>
            <p:nvPr/>
          </p:nvSpPr>
          <p:spPr>
            <a:xfrm>
              <a:off x="5043408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7" name="pg1417"/>
            <p:cNvSpPr/>
            <p:nvPr/>
          </p:nvSpPr>
          <p:spPr>
            <a:xfrm>
              <a:off x="505504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8" name="pg1418"/>
            <p:cNvSpPr/>
            <p:nvPr/>
          </p:nvSpPr>
          <p:spPr>
            <a:xfrm>
              <a:off x="506668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9" name="pg1419"/>
            <p:cNvSpPr/>
            <p:nvPr/>
          </p:nvSpPr>
          <p:spPr>
            <a:xfrm>
              <a:off x="5078320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D">
                <a:alpha val="100000"/>
              </a:srgbClr>
            </a:solidFill>
            <a:ln w="5420" cap="flat">
              <a:solidFill>
                <a:srgbClr val="AFE6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0" name="pg1420"/>
            <p:cNvSpPr/>
            <p:nvPr/>
          </p:nvSpPr>
          <p:spPr>
            <a:xfrm>
              <a:off x="508995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1" name="pg1421"/>
            <p:cNvSpPr/>
            <p:nvPr/>
          </p:nvSpPr>
          <p:spPr>
            <a:xfrm>
              <a:off x="510159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2" name="pg1422"/>
            <p:cNvSpPr/>
            <p:nvPr/>
          </p:nvSpPr>
          <p:spPr>
            <a:xfrm>
              <a:off x="5113232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3" name="pg1423"/>
            <p:cNvSpPr/>
            <p:nvPr/>
          </p:nvSpPr>
          <p:spPr>
            <a:xfrm>
              <a:off x="512486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4" name="pg1424"/>
            <p:cNvSpPr/>
            <p:nvPr/>
          </p:nvSpPr>
          <p:spPr>
            <a:xfrm>
              <a:off x="513650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5" name="pg1425"/>
            <p:cNvSpPr/>
            <p:nvPr/>
          </p:nvSpPr>
          <p:spPr>
            <a:xfrm>
              <a:off x="5148144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6" name="pg1426"/>
            <p:cNvSpPr/>
            <p:nvPr/>
          </p:nvSpPr>
          <p:spPr>
            <a:xfrm>
              <a:off x="515978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7" name="pg1427"/>
            <p:cNvSpPr/>
            <p:nvPr/>
          </p:nvSpPr>
          <p:spPr>
            <a:xfrm>
              <a:off x="517141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8" name="pg1428"/>
            <p:cNvSpPr/>
            <p:nvPr/>
          </p:nvSpPr>
          <p:spPr>
            <a:xfrm>
              <a:off x="5183056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9" name="pg1429"/>
            <p:cNvSpPr/>
            <p:nvPr/>
          </p:nvSpPr>
          <p:spPr>
            <a:xfrm>
              <a:off x="5217968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0" name="pg1430"/>
            <p:cNvSpPr/>
            <p:nvPr/>
          </p:nvSpPr>
          <p:spPr>
            <a:xfrm>
              <a:off x="522960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1" name="pg1431"/>
            <p:cNvSpPr/>
            <p:nvPr/>
          </p:nvSpPr>
          <p:spPr>
            <a:xfrm>
              <a:off x="524124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2" name="pg1432"/>
            <p:cNvSpPr/>
            <p:nvPr/>
          </p:nvSpPr>
          <p:spPr>
            <a:xfrm>
              <a:off x="5252880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3" name="pg1433"/>
            <p:cNvSpPr/>
            <p:nvPr/>
          </p:nvSpPr>
          <p:spPr>
            <a:xfrm>
              <a:off x="526451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4" name="pg1434"/>
            <p:cNvSpPr/>
            <p:nvPr/>
          </p:nvSpPr>
          <p:spPr>
            <a:xfrm>
              <a:off x="498522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5" name="pg1435"/>
            <p:cNvSpPr/>
            <p:nvPr/>
          </p:nvSpPr>
          <p:spPr>
            <a:xfrm>
              <a:off x="499685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6" name="pg1436"/>
            <p:cNvSpPr/>
            <p:nvPr/>
          </p:nvSpPr>
          <p:spPr>
            <a:xfrm>
              <a:off x="5008496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7" name="pg1437"/>
            <p:cNvSpPr/>
            <p:nvPr/>
          </p:nvSpPr>
          <p:spPr>
            <a:xfrm>
              <a:off x="502013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8" name="pg1438"/>
            <p:cNvSpPr/>
            <p:nvPr/>
          </p:nvSpPr>
          <p:spPr>
            <a:xfrm>
              <a:off x="503177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9" name="pg1439"/>
            <p:cNvSpPr/>
            <p:nvPr/>
          </p:nvSpPr>
          <p:spPr>
            <a:xfrm>
              <a:off x="5043408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AD3">
                <a:alpha val="100000"/>
              </a:srgbClr>
            </a:solidFill>
            <a:ln w="5420" cap="flat">
              <a:solidFill>
                <a:srgbClr val="BBEA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0" name="pg1440"/>
            <p:cNvSpPr/>
            <p:nvPr/>
          </p:nvSpPr>
          <p:spPr>
            <a:xfrm>
              <a:off x="505504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1" name="pg1441"/>
            <p:cNvSpPr/>
            <p:nvPr/>
          </p:nvSpPr>
          <p:spPr>
            <a:xfrm>
              <a:off x="506668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2" name="pg1442"/>
            <p:cNvSpPr/>
            <p:nvPr/>
          </p:nvSpPr>
          <p:spPr>
            <a:xfrm>
              <a:off x="5078320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3" name="pg1443"/>
            <p:cNvSpPr/>
            <p:nvPr/>
          </p:nvSpPr>
          <p:spPr>
            <a:xfrm>
              <a:off x="508995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4" name="pg1444"/>
            <p:cNvSpPr/>
            <p:nvPr/>
          </p:nvSpPr>
          <p:spPr>
            <a:xfrm>
              <a:off x="510159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5" name="pg1445"/>
            <p:cNvSpPr/>
            <p:nvPr/>
          </p:nvSpPr>
          <p:spPr>
            <a:xfrm>
              <a:off x="5113232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6" name="pg1446"/>
            <p:cNvSpPr/>
            <p:nvPr/>
          </p:nvSpPr>
          <p:spPr>
            <a:xfrm>
              <a:off x="512486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7" name="pg1447"/>
            <p:cNvSpPr/>
            <p:nvPr/>
          </p:nvSpPr>
          <p:spPr>
            <a:xfrm>
              <a:off x="513650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8" name="pg1448"/>
            <p:cNvSpPr/>
            <p:nvPr/>
          </p:nvSpPr>
          <p:spPr>
            <a:xfrm>
              <a:off x="5148144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9" name="pg1449"/>
            <p:cNvSpPr/>
            <p:nvPr/>
          </p:nvSpPr>
          <p:spPr>
            <a:xfrm>
              <a:off x="515978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0" name="pg1450"/>
            <p:cNvSpPr/>
            <p:nvPr/>
          </p:nvSpPr>
          <p:spPr>
            <a:xfrm>
              <a:off x="517141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1" name="pg1451"/>
            <p:cNvSpPr/>
            <p:nvPr/>
          </p:nvSpPr>
          <p:spPr>
            <a:xfrm>
              <a:off x="5183056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2" name="pg1452"/>
            <p:cNvSpPr/>
            <p:nvPr/>
          </p:nvSpPr>
          <p:spPr>
            <a:xfrm>
              <a:off x="520633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3" name="pg1453"/>
            <p:cNvSpPr/>
            <p:nvPr/>
          </p:nvSpPr>
          <p:spPr>
            <a:xfrm>
              <a:off x="5217968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4" name="pg1454"/>
            <p:cNvSpPr/>
            <p:nvPr/>
          </p:nvSpPr>
          <p:spPr>
            <a:xfrm>
              <a:off x="522960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5" name="pg1455"/>
            <p:cNvSpPr/>
            <p:nvPr/>
          </p:nvSpPr>
          <p:spPr>
            <a:xfrm>
              <a:off x="524124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6" name="pg1456"/>
            <p:cNvSpPr/>
            <p:nvPr/>
          </p:nvSpPr>
          <p:spPr>
            <a:xfrm>
              <a:off x="5252880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7" name="pg1457"/>
            <p:cNvSpPr/>
            <p:nvPr/>
          </p:nvSpPr>
          <p:spPr>
            <a:xfrm>
              <a:off x="526451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8" name="pg1458"/>
            <p:cNvSpPr/>
            <p:nvPr/>
          </p:nvSpPr>
          <p:spPr>
            <a:xfrm>
              <a:off x="499685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9" name="pg1459"/>
            <p:cNvSpPr/>
            <p:nvPr/>
          </p:nvSpPr>
          <p:spPr>
            <a:xfrm>
              <a:off x="5008496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0" name="pg1460"/>
            <p:cNvSpPr/>
            <p:nvPr/>
          </p:nvSpPr>
          <p:spPr>
            <a:xfrm>
              <a:off x="502013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1" name="pg1461"/>
            <p:cNvSpPr/>
            <p:nvPr/>
          </p:nvSpPr>
          <p:spPr>
            <a:xfrm>
              <a:off x="503177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2" name="pg1462"/>
            <p:cNvSpPr/>
            <p:nvPr/>
          </p:nvSpPr>
          <p:spPr>
            <a:xfrm>
              <a:off x="5043408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3" name="pg1463"/>
            <p:cNvSpPr/>
            <p:nvPr/>
          </p:nvSpPr>
          <p:spPr>
            <a:xfrm>
              <a:off x="505504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4" name="pg1464"/>
            <p:cNvSpPr/>
            <p:nvPr/>
          </p:nvSpPr>
          <p:spPr>
            <a:xfrm>
              <a:off x="506668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5" name="pg1465"/>
            <p:cNvSpPr/>
            <p:nvPr/>
          </p:nvSpPr>
          <p:spPr>
            <a:xfrm>
              <a:off x="5078320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6" name="pg1466"/>
            <p:cNvSpPr/>
            <p:nvPr/>
          </p:nvSpPr>
          <p:spPr>
            <a:xfrm>
              <a:off x="508995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7" name="pg1467"/>
            <p:cNvSpPr/>
            <p:nvPr/>
          </p:nvSpPr>
          <p:spPr>
            <a:xfrm>
              <a:off x="510159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8" name="pg1468"/>
            <p:cNvSpPr/>
            <p:nvPr/>
          </p:nvSpPr>
          <p:spPr>
            <a:xfrm>
              <a:off x="5113232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9" name="pg1469"/>
            <p:cNvSpPr/>
            <p:nvPr/>
          </p:nvSpPr>
          <p:spPr>
            <a:xfrm>
              <a:off x="512486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0" name="pg1470"/>
            <p:cNvSpPr/>
            <p:nvPr/>
          </p:nvSpPr>
          <p:spPr>
            <a:xfrm>
              <a:off x="513650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1" name="pg1471"/>
            <p:cNvSpPr/>
            <p:nvPr/>
          </p:nvSpPr>
          <p:spPr>
            <a:xfrm>
              <a:off x="5148144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2" name="pg1472"/>
            <p:cNvSpPr/>
            <p:nvPr/>
          </p:nvSpPr>
          <p:spPr>
            <a:xfrm>
              <a:off x="515978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3" name="pg1473"/>
            <p:cNvSpPr/>
            <p:nvPr/>
          </p:nvSpPr>
          <p:spPr>
            <a:xfrm>
              <a:off x="517141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4" name="pg1474"/>
            <p:cNvSpPr/>
            <p:nvPr/>
          </p:nvSpPr>
          <p:spPr>
            <a:xfrm>
              <a:off x="5183056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5" name="pg1475"/>
            <p:cNvSpPr/>
            <p:nvPr/>
          </p:nvSpPr>
          <p:spPr>
            <a:xfrm>
              <a:off x="519469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6" name="pg1476"/>
            <p:cNvSpPr/>
            <p:nvPr/>
          </p:nvSpPr>
          <p:spPr>
            <a:xfrm>
              <a:off x="520633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7" name="pg1477"/>
            <p:cNvSpPr/>
            <p:nvPr/>
          </p:nvSpPr>
          <p:spPr>
            <a:xfrm>
              <a:off x="5217968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8" name="pg1478"/>
            <p:cNvSpPr/>
            <p:nvPr/>
          </p:nvSpPr>
          <p:spPr>
            <a:xfrm>
              <a:off x="522960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9" name="pg1479"/>
            <p:cNvSpPr/>
            <p:nvPr/>
          </p:nvSpPr>
          <p:spPr>
            <a:xfrm>
              <a:off x="524124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0" name="pg1480"/>
            <p:cNvSpPr/>
            <p:nvPr/>
          </p:nvSpPr>
          <p:spPr>
            <a:xfrm>
              <a:off x="5252880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1" name="pg1481"/>
            <p:cNvSpPr/>
            <p:nvPr/>
          </p:nvSpPr>
          <p:spPr>
            <a:xfrm>
              <a:off x="526451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2" name="pg1482"/>
            <p:cNvSpPr/>
            <p:nvPr/>
          </p:nvSpPr>
          <p:spPr>
            <a:xfrm>
              <a:off x="5008496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3" name="pg1483"/>
            <p:cNvSpPr/>
            <p:nvPr/>
          </p:nvSpPr>
          <p:spPr>
            <a:xfrm>
              <a:off x="502013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D">
                <a:alpha val="100000"/>
              </a:srgbClr>
            </a:solidFill>
            <a:ln w="5420" cap="flat">
              <a:solidFill>
                <a:srgbClr val="AFE6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4" name="pg1484"/>
            <p:cNvSpPr/>
            <p:nvPr/>
          </p:nvSpPr>
          <p:spPr>
            <a:xfrm>
              <a:off x="503177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5" name="pg1485"/>
            <p:cNvSpPr/>
            <p:nvPr/>
          </p:nvSpPr>
          <p:spPr>
            <a:xfrm>
              <a:off x="5043408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6" name="pg1486"/>
            <p:cNvSpPr/>
            <p:nvPr/>
          </p:nvSpPr>
          <p:spPr>
            <a:xfrm>
              <a:off x="505504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7" name="pg1487"/>
            <p:cNvSpPr/>
            <p:nvPr/>
          </p:nvSpPr>
          <p:spPr>
            <a:xfrm>
              <a:off x="506668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8" name="pg1488"/>
            <p:cNvSpPr/>
            <p:nvPr/>
          </p:nvSpPr>
          <p:spPr>
            <a:xfrm>
              <a:off x="5078320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9" name="pg1489"/>
            <p:cNvSpPr/>
            <p:nvPr/>
          </p:nvSpPr>
          <p:spPr>
            <a:xfrm>
              <a:off x="5089957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0" name="pg1490"/>
            <p:cNvSpPr/>
            <p:nvPr/>
          </p:nvSpPr>
          <p:spPr>
            <a:xfrm>
              <a:off x="510159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1" name="pg1491"/>
            <p:cNvSpPr/>
            <p:nvPr/>
          </p:nvSpPr>
          <p:spPr>
            <a:xfrm>
              <a:off x="5113232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2" name="pg1492"/>
            <p:cNvSpPr/>
            <p:nvPr/>
          </p:nvSpPr>
          <p:spPr>
            <a:xfrm>
              <a:off x="5124869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3" name="pg1493"/>
            <p:cNvSpPr/>
            <p:nvPr/>
          </p:nvSpPr>
          <p:spPr>
            <a:xfrm>
              <a:off x="5136507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4" name="pg1494"/>
            <p:cNvSpPr/>
            <p:nvPr/>
          </p:nvSpPr>
          <p:spPr>
            <a:xfrm>
              <a:off x="5148144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5" name="pg1495"/>
            <p:cNvSpPr/>
            <p:nvPr/>
          </p:nvSpPr>
          <p:spPr>
            <a:xfrm>
              <a:off x="515978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6" name="pg1496"/>
            <p:cNvSpPr/>
            <p:nvPr/>
          </p:nvSpPr>
          <p:spPr>
            <a:xfrm>
              <a:off x="5171419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7" name="pg1497"/>
            <p:cNvSpPr/>
            <p:nvPr/>
          </p:nvSpPr>
          <p:spPr>
            <a:xfrm>
              <a:off x="5183056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8" name="pg1498"/>
            <p:cNvSpPr/>
            <p:nvPr/>
          </p:nvSpPr>
          <p:spPr>
            <a:xfrm>
              <a:off x="519469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9" name="pg1499"/>
            <p:cNvSpPr/>
            <p:nvPr/>
          </p:nvSpPr>
          <p:spPr>
            <a:xfrm>
              <a:off x="520633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0" name="pg1500"/>
            <p:cNvSpPr/>
            <p:nvPr/>
          </p:nvSpPr>
          <p:spPr>
            <a:xfrm>
              <a:off x="5217968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1" name="pg1501"/>
            <p:cNvSpPr/>
            <p:nvPr/>
          </p:nvSpPr>
          <p:spPr>
            <a:xfrm>
              <a:off x="522960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2" name="pg1502"/>
            <p:cNvSpPr/>
            <p:nvPr/>
          </p:nvSpPr>
          <p:spPr>
            <a:xfrm>
              <a:off x="524124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3" name="pg1503"/>
            <p:cNvSpPr/>
            <p:nvPr/>
          </p:nvSpPr>
          <p:spPr>
            <a:xfrm>
              <a:off x="5252880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4" name="pg1504"/>
            <p:cNvSpPr/>
            <p:nvPr/>
          </p:nvSpPr>
          <p:spPr>
            <a:xfrm>
              <a:off x="5008496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A">
                <a:alpha val="100000"/>
              </a:srgbClr>
            </a:solidFill>
            <a:ln w="5420" cap="flat">
              <a:solidFill>
                <a:srgbClr val="A6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5" name="pg1505"/>
            <p:cNvSpPr/>
            <p:nvPr/>
          </p:nvSpPr>
          <p:spPr>
            <a:xfrm>
              <a:off x="502013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6" name="pg1506"/>
            <p:cNvSpPr/>
            <p:nvPr/>
          </p:nvSpPr>
          <p:spPr>
            <a:xfrm>
              <a:off x="503177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7" name="pg1507"/>
            <p:cNvSpPr/>
            <p:nvPr/>
          </p:nvSpPr>
          <p:spPr>
            <a:xfrm>
              <a:off x="5043408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8" name="pg1508"/>
            <p:cNvSpPr/>
            <p:nvPr/>
          </p:nvSpPr>
          <p:spPr>
            <a:xfrm>
              <a:off x="505504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9" name="pg1509"/>
            <p:cNvSpPr/>
            <p:nvPr/>
          </p:nvSpPr>
          <p:spPr>
            <a:xfrm>
              <a:off x="506668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0" name="pg1510"/>
            <p:cNvSpPr/>
            <p:nvPr/>
          </p:nvSpPr>
          <p:spPr>
            <a:xfrm>
              <a:off x="5078320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1" name="pg1511"/>
            <p:cNvSpPr/>
            <p:nvPr/>
          </p:nvSpPr>
          <p:spPr>
            <a:xfrm>
              <a:off x="5089957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2" name="pg1512"/>
            <p:cNvSpPr/>
            <p:nvPr/>
          </p:nvSpPr>
          <p:spPr>
            <a:xfrm>
              <a:off x="510159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3" name="pg1513"/>
            <p:cNvSpPr/>
            <p:nvPr/>
          </p:nvSpPr>
          <p:spPr>
            <a:xfrm>
              <a:off x="5113232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4" name="pg1514"/>
            <p:cNvSpPr/>
            <p:nvPr/>
          </p:nvSpPr>
          <p:spPr>
            <a:xfrm>
              <a:off x="5124869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5" name="pg1515"/>
            <p:cNvSpPr/>
            <p:nvPr/>
          </p:nvSpPr>
          <p:spPr>
            <a:xfrm>
              <a:off x="5136507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6" name="pg1516"/>
            <p:cNvSpPr/>
            <p:nvPr/>
          </p:nvSpPr>
          <p:spPr>
            <a:xfrm>
              <a:off x="5148144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7" name="pg1517"/>
            <p:cNvSpPr/>
            <p:nvPr/>
          </p:nvSpPr>
          <p:spPr>
            <a:xfrm>
              <a:off x="515978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8" name="pg1518"/>
            <p:cNvSpPr/>
            <p:nvPr/>
          </p:nvSpPr>
          <p:spPr>
            <a:xfrm>
              <a:off x="5171419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9" name="pg1519"/>
            <p:cNvSpPr/>
            <p:nvPr/>
          </p:nvSpPr>
          <p:spPr>
            <a:xfrm>
              <a:off x="5183056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0" name="pg1520"/>
            <p:cNvSpPr/>
            <p:nvPr/>
          </p:nvSpPr>
          <p:spPr>
            <a:xfrm>
              <a:off x="519469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1" name="pg1521"/>
            <p:cNvSpPr/>
            <p:nvPr/>
          </p:nvSpPr>
          <p:spPr>
            <a:xfrm>
              <a:off x="520633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2" name="pg1522"/>
            <p:cNvSpPr/>
            <p:nvPr/>
          </p:nvSpPr>
          <p:spPr>
            <a:xfrm>
              <a:off x="5217968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3" name="pg1523"/>
            <p:cNvSpPr/>
            <p:nvPr/>
          </p:nvSpPr>
          <p:spPr>
            <a:xfrm>
              <a:off x="522960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4" name="pg1524"/>
            <p:cNvSpPr/>
            <p:nvPr/>
          </p:nvSpPr>
          <p:spPr>
            <a:xfrm>
              <a:off x="524124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5" name="pg1525"/>
            <p:cNvSpPr/>
            <p:nvPr/>
          </p:nvSpPr>
          <p:spPr>
            <a:xfrm>
              <a:off x="503177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6" name="pg1526"/>
            <p:cNvSpPr/>
            <p:nvPr/>
          </p:nvSpPr>
          <p:spPr>
            <a:xfrm>
              <a:off x="5043408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7" name="pg1527"/>
            <p:cNvSpPr/>
            <p:nvPr/>
          </p:nvSpPr>
          <p:spPr>
            <a:xfrm>
              <a:off x="505504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8" name="pg1528"/>
            <p:cNvSpPr/>
            <p:nvPr/>
          </p:nvSpPr>
          <p:spPr>
            <a:xfrm>
              <a:off x="5066683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9" name="pg1529"/>
            <p:cNvSpPr/>
            <p:nvPr/>
          </p:nvSpPr>
          <p:spPr>
            <a:xfrm>
              <a:off x="5078320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0" name="pg1530"/>
            <p:cNvSpPr/>
            <p:nvPr/>
          </p:nvSpPr>
          <p:spPr>
            <a:xfrm>
              <a:off x="5089957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1" name="pg1531"/>
            <p:cNvSpPr/>
            <p:nvPr/>
          </p:nvSpPr>
          <p:spPr>
            <a:xfrm>
              <a:off x="510159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2" name="pg1532"/>
            <p:cNvSpPr/>
            <p:nvPr/>
          </p:nvSpPr>
          <p:spPr>
            <a:xfrm>
              <a:off x="5113232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3" name="pg1533"/>
            <p:cNvSpPr/>
            <p:nvPr/>
          </p:nvSpPr>
          <p:spPr>
            <a:xfrm>
              <a:off x="5124869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4" name="pg1534"/>
            <p:cNvSpPr/>
            <p:nvPr/>
          </p:nvSpPr>
          <p:spPr>
            <a:xfrm>
              <a:off x="5136507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5" name="pg1535"/>
            <p:cNvSpPr/>
            <p:nvPr/>
          </p:nvSpPr>
          <p:spPr>
            <a:xfrm>
              <a:off x="5148144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6" name="pg1536"/>
            <p:cNvSpPr/>
            <p:nvPr/>
          </p:nvSpPr>
          <p:spPr>
            <a:xfrm>
              <a:off x="515978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7" name="pg1537"/>
            <p:cNvSpPr/>
            <p:nvPr/>
          </p:nvSpPr>
          <p:spPr>
            <a:xfrm>
              <a:off x="5171419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8" name="pg1538"/>
            <p:cNvSpPr/>
            <p:nvPr/>
          </p:nvSpPr>
          <p:spPr>
            <a:xfrm>
              <a:off x="5183056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9" name="pg1539"/>
            <p:cNvSpPr/>
            <p:nvPr/>
          </p:nvSpPr>
          <p:spPr>
            <a:xfrm>
              <a:off x="5194693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0" name="pg1540"/>
            <p:cNvSpPr/>
            <p:nvPr/>
          </p:nvSpPr>
          <p:spPr>
            <a:xfrm>
              <a:off x="520633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1" name="pg1541"/>
            <p:cNvSpPr/>
            <p:nvPr/>
          </p:nvSpPr>
          <p:spPr>
            <a:xfrm>
              <a:off x="5217968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2" name="pg1542"/>
            <p:cNvSpPr/>
            <p:nvPr/>
          </p:nvSpPr>
          <p:spPr>
            <a:xfrm>
              <a:off x="522960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3" name="pg1543"/>
            <p:cNvSpPr/>
            <p:nvPr/>
          </p:nvSpPr>
          <p:spPr>
            <a:xfrm>
              <a:off x="5043408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4" name="pg1544"/>
            <p:cNvSpPr/>
            <p:nvPr/>
          </p:nvSpPr>
          <p:spPr>
            <a:xfrm>
              <a:off x="5055045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5" name="pg1545"/>
            <p:cNvSpPr/>
            <p:nvPr/>
          </p:nvSpPr>
          <p:spPr>
            <a:xfrm>
              <a:off x="5066683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6" name="pg1546"/>
            <p:cNvSpPr/>
            <p:nvPr/>
          </p:nvSpPr>
          <p:spPr>
            <a:xfrm>
              <a:off x="5078320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7" name="pg1547"/>
            <p:cNvSpPr/>
            <p:nvPr/>
          </p:nvSpPr>
          <p:spPr>
            <a:xfrm>
              <a:off x="5089957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8" name="pg1548"/>
            <p:cNvSpPr/>
            <p:nvPr/>
          </p:nvSpPr>
          <p:spPr>
            <a:xfrm>
              <a:off x="5101595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9" name="pg1549"/>
            <p:cNvSpPr/>
            <p:nvPr/>
          </p:nvSpPr>
          <p:spPr>
            <a:xfrm>
              <a:off x="5113232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0" name="pg1550"/>
            <p:cNvSpPr/>
            <p:nvPr/>
          </p:nvSpPr>
          <p:spPr>
            <a:xfrm>
              <a:off x="5124869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1" name="pg1551"/>
            <p:cNvSpPr/>
            <p:nvPr/>
          </p:nvSpPr>
          <p:spPr>
            <a:xfrm>
              <a:off x="5136507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2" name="pg1552"/>
            <p:cNvSpPr/>
            <p:nvPr/>
          </p:nvSpPr>
          <p:spPr>
            <a:xfrm>
              <a:off x="5148144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3" name="pg1553"/>
            <p:cNvSpPr/>
            <p:nvPr/>
          </p:nvSpPr>
          <p:spPr>
            <a:xfrm>
              <a:off x="5159781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4" name="pg1554"/>
            <p:cNvSpPr/>
            <p:nvPr/>
          </p:nvSpPr>
          <p:spPr>
            <a:xfrm>
              <a:off x="5171419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5" name="pg1555"/>
            <p:cNvSpPr/>
            <p:nvPr/>
          </p:nvSpPr>
          <p:spPr>
            <a:xfrm>
              <a:off x="5183056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6" name="pg1556"/>
            <p:cNvSpPr/>
            <p:nvPr/>
          </p:nvSpPr>
          <p:spPr>
            <a:xfrm>
              <a:off x="5194693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7" name="pg1557"/>
            <p:cNvSpPr/>
            <p:nvPr/>
          </p:nvSpPr>
          <p:spPr>
            <a:xfrm>
              <a:off x="5206331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8" name="pg1558"/>
            <p:cNvSpPr/>
            <p:nvPr/>
          </p:nvSpPr>
          <p:spPr>
            <a:xfrm>
              <a:off x="5217968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9" name="pg1559"/>
            <p:cNvSpPr/>
            <p:nvPr/>
          </p:nvSpPr>
          <p:spPr>
            <a:xfrm>
              <a:off x="5055045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0" name="pg1560"/>
            <p:cNvSpPr/>
            <p:nvPr/>
          </p:nvSpPr>
          <p:spPr>
            <a:xfrm>
              <a:off x="5066683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1" name="pg1561"/>
            <p:cNvSpPr/>
            <p:nvPr/>
          </p:nvSpPr>
          <p:spPr>
            <a:xfrm>
              <a:off x="5078320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2" name="pg1562"/>
            <p:cNvSpPr/>
            <p:nvPr/>
          </p:nvSpPr>
          <p:spPr>
            <a:xfrm>
              <a:off x="5089957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3" name="pg1563"/>
            <p:cNvSpPr/>
            <p:nvPr/>
          </p:nvSpPr>
          <p:spPr>
            <a:xfrm>
              <a:off x="5101595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4" name="pg1564"/>
            <p:cNvSpPr/>
            <p:nvPr/>
          </p:nvSpPr>
          <p:spPr>
            <a:xfrm>
              <a:off x="5113232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5" name="pg1565"/>
            <p:cNvSpPr/>
            <p:nvPr/>
          </p:nvSpPr>
          <p:spPr>
            <a:xfrm>
              <a:off x="5124869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6" name="pg1566"/>
            <p:cNvSpPr/>
            <p:nvPr/>
          </p:nvSpPr>
          <p:spPr>
            <a:xfrm>
              <a:off x="5136507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7" name="pg1567"/>
            <p:cNvSpPr/>
            <p:nvPr/>
          </p:nvSpPr>
          <p:spPr>
            <a:xfrm>
              <a:off x="5148144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8" name="pg1568"/>
            <p:cNvSpPr/>
            <p:nvPr/>
          </p:nvSpPr>
          <p:spPr>
            <a:xfrm>
              <a:off x="5159781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9" name="pg1569"/>
            <p:cNvSpPr/>
            <p:nvPr/>
          </p:nvSpPr>
          <p:spPr>
            <a:xfrm>
              <a:off x="5171419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0" name="pg1570"/>
            <p:cNvSpPr/>
            <p:nvPr/>
          </p:nvSpPr>
          <p:spPr>
            <a:xfrm>
              <a:off x="5183056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1" name="pg1571"/>
            <p:cNvSpPr/>
            <p:nvPr/>
          </p:nvSpPr>
          <p:spPr>
            <a:xfrm>
              <a:off x="5194693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2" name="pg1572"/>
            <p:cNvSpPr/>
            <p:nvPr/>
          </p:nvSpPr>
          <p:spPr>
            <a:xfrm>
              <a:off x="5206331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3" name="pg1573"/>
            <p:cNvSpPr/>
            <p:nvPr/>
          </p:nvSpPr>
          <p:spPr>
            <a:xfrm>
              <a:off x="5217968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4" name="pg1574"/>
            <p:cNvSpPr/>
            <p:nvPr/>
          </p:nvSpPr>
          <p:spPr>
            <a:xfrm>
              <a:off x="5008496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5" name="pg1575"/>
            <p:cNvSpPr/>
            <p:nvPr/>
          </p:nvSpPr>
          <p:spPr>
            <a:xfrm>
              <a:off x="502013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6" name="pg1576"/>
            <p:cNvSpPr/>
            <p:nvPr/>
          </p:nvSpPr>
          <p:spPr>
            <a:xfrm>
              <a:off x="503177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7" name="pg1577"/>
            <p:cNvSpPr/>
            <p:nvPr/>
          </p:nvSpPr>
          <p:spPr>
            <a:xfrm>
              <a:off x="5043408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8" name="pg1578"/>
            <p:cNvSpPr/>
            <p:nvPr/>
          </p:nvSpPr>
          <p:spPr>
            <a:xfrm>
              <a:off x="5055045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9" name="pg1579"/>
            <p:cNvSpPr/>
            <p:nvPr/>
          </p:nvSpPr>
          <p:spPr>
            <a:xfrm>
              <a:off x="506668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0" name="pg1580"/>
            <p:cNvSpPr/>
            <p:nvPr/>
          </p:nvSpPr>
          <p:spPr>
            <a:xfrm>
              <a:off x="5078320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1" name="pg1581"/>
            <p:cNvSpPr/>
            <p:nvPr/>
          </p:nvSpPr>
          <p:spPr>
            <a:xfrm>
              <a:off x="5089957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2" name="pg1582"/>
            <p:cNvSpPr/>
            <p:nvPr/>
          </p:nvSpPr>
          <p:spPr>
            <a:xfrm>
              <a:off x="5101595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3" name="pg1583"/>
            <p:cNvSpPr/>
            <p:nvPr/>
          </p:nvSpPr>
          <p:spPr>
            <a:xfrm>
              <a:off x="5113232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4" name="pg1584"/>
            <p:cNvSpPr/>
            <p:nvPr/>
          </p:nvSpPr>
          <p:spPr>
            <a:xfrm>
              <a:off x="5124869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5" name="pg1585"/>
            <p:cNvSpPr/>
            <p:nvPr/>
          </p:nvSpPr>
          <p:spPr>
            <a:xfrm>
              <a:off x="5136507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6" name="pg1586"/>
            <p:cNvSpPr/>
            <p:nvPr/>
          </p:nvSpPr>
          <p:spPr>
            <a:xfrm>
              <a:off x="5148144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7" name="pg1587"/>
            <p:cNvSpPr/>
            <p:nvPr/>
          </p:nvSpPr>
          <p:spPr>
            <a:xfrm>
              <a:off x="515978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8" name="pg1588"/>
            <p:cNvSpPr/>
            <p:nvPr/>
          </p:nvSpPr>
          <p:spPr>
            <a:xfrm>
              <a:off x="5171419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9" name="pg1589"/>
            <p:cNvSpPr/>
            <p:nvPr/>
          </p:nvSpPr>
          <p:spPr>
            <a:xfrm>
              <a:off x="5183056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0" name="pg1590"/>
            <p:cNvSpPr/>
            <p:nvPr/>
          </p:nvSpPr>
          <p:spPr>
            <a:xfrm>
              <a:off x="519469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1" name="pg1591"/>
            <p:cNvSpPr/>
            <p:nvPr/>
          </p:nvSpPr>
          <p:spPr>
            <a:xfrm>
              <a:off x="520633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2" name="pg1592"/>
            <p:cNvSpPr/>
            <p:nvPr/>
          </p:nvSpPr>
          <p:spPr>
            <a:xfrm>
              <a:off x="499685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3" name="pg1593"/>
            <p:cNvSpPr/>
            <p:nvPr/>
          </p:nvSpPr>
          <p:spPr>
            <a:xfrm>
              <a:off x="5008496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4" name="pg1594"/>
            <p:cNvSpPr/>
            <p:nvPr/>
          </p:nvSpPr>
          <p:spPr>
            <a:xfrm>
              <a:off x="502013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5" name="pg1595"/>
            <p:cNvSpPr/>
            <p:nvPr/>
          </p:nvSpPr>
          <p:spPr>
            <a:xfrm>
              <a:off x="503177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6" name="pg1596"/>
            <p:cNvSpPr/>
            <p:nvPr/>
          </p:nvSpPr>
          <p:spPr>
            <a:xfrm>
              <a:off x="5043408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7" name="pg1597"/>
            <p:cNvSpPr/>
            <p:nvPr/>
          </p:nvSpPr>
          <p:spPr>
            <a:xfrm>
              <a:off x="5055045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8" name="pg1598"/>
            <p:cNvSpPr/>
            <p:nvPr/>
          </p:nvSpPr>
          <p:spPr>
            <a:xfrm>
              <a:off x="506668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9" name="pg1599"/>
            <p:cNvSpPr/>
            <p:nvPr/>
          </p:nvSpPr>
          <p:spPr>
            <a:xfrm>
              <a:off x="5078320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0" name="pg1600"/>
            <p:cNvSpPr/>
            <p:nvPr/>
          </p:nvSpPr>
          <p:spPr>
            <a:xfrm>
              <a:off x="5089957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1" name="pg1601"/>
            <p:cNvSpPr/>
            <p:nvPr/>
          </p:nvSpPr>
          <p:spPr>
            <a:xfrm>
              <a:off x="5101595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2" name="pg1602"/>
            <p:cNvSpPr/>
            <p:nvPr/>
          </p:nvSpPr>
          <p:spPr>
            <a:xfrm>
              <a:off x="5113232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3" name="pg1603"/>
            <p:cNvSpPr/>
            <p:nvPr/>
          </p:nvSpPr>
          <p:spPr>
            <a:xfrm>
              <a:off x="512486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4" name="pg1604"/>
            <p:cNvSpPr/>
            <p:nvPr/>
          </p:nvSpPr>
          <p:spPr>
            <a:xfrm>
              <a:off x="5136507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5" name="pg1605"/>
            <p:cNvSpPr/>
            <p:nvPr/>
          </p:nvSpPr>
          <p:spPr>
            <a:xfrm>
              <a:off x="5148144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6" name="pg1606"/>
            <p:cNvSpPr/>
            <p:nvPr/>
          </p:nvSpPr>
          <p:spPr>
            <a:xfrm>
              <a:off x="515978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7" name="pg1607"/>
            <p:cNvSpPr/>
            <p:nvPr/>
          </p:nvSpPr>
          <p:spPr>
            <a:xfrm>
              <a:off x="517141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8" name="pg1608"/>
            <p:cNvSpPr/>
            <p:nvPr/>
          </p:nvSpPr>
          <p:spPr>
            <a:xfrm>
              <a:off x="5183056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9" name="pg1609"/>
            <p:cNvSpPr/>
            <p:nvPr/>
          </p:nvSpPr>
          <p:spPr>
            <a:xfrm>
              <a:off x="519469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0" name="pg1610"/>
            <p:cNvSpPr/>
            <p:nvPr/>
          </p:nvSpPr>
          <p:spPr>
            <a:xfrm>
              <a:off x="520633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1" name="pg1611"/>
            <p:cNvSpPr/>
            <p:nvPr/>
          </p:nvSpPr>
          <p:spPr>
            <a:xfrm>
              <a:off x="499685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2" name="pg1612"/>
            <p:cNvSpPr/>
            <p:nvPr/>
          </p:nvSpPr>
          <p:spPr>
            <a:xfrm>
              <a:off x="5008496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3" name="pg1613"/>
            <p:cNvSpPr/>
            <p:nvPr/>
          </p:nvSpPr>
          <p:spPr>
            <a:xfrm>
              <a:off x="502013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4" name="pg1614"/>
            <p:cNvSpPr/>
            <p:nvPr/>
          </p:nvSpPr>
          <p:spPr>
            <a:xfrm>
              <a:off x="5031771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5" name="pg1615"/>
            <p:cNvSpPr/>
            <p:nvPr/>
          </p:nvSpPr>
          <p:spPr>
            <a:xfrm>
              <a:off x="5043408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6" name="pg1616"/>
            <p:cNvSpPr/>
            <p:nvPr/>
          </p:nvSpPr>
          <p:spPr>
            <a:xfrm>
              <a:off x="5055045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7" name="pg1617"/>
            <p:cNvSpPr/>
            <p:nvPr/>
          </p:nvSpPr>
          <p:spPr>
            <a:xfrm>
              <a:off x="506668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B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8" name="pg1618"/>
            <p:cNvSpPr/>
            <p:nvPr/>
          </p:nvSpPr>
          <p:spPr>
            <a:xfrm>
              <a:off x="5078320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DEFDC">
                <a:alpha val="100000"/>
              </a:srgbClr>
            </a:solidFill>
            <a:ln w="5420" cap="flat">
              <a:solidFill>
                <a:srgbClr val="CD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9" name="pg1619"/>
            <p:cNvSpPr/>
            <p:nvPr/>
          </p:nvSpPr>
          <p:spPr>
            <a:xfrm>
              <a:off x="5089957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0" name="pg1620"/>
            <p:cNvSpPr/>
            <p:nvPr/>
          </p:nvSpPr>
          <p:spPr>
            <a:xfrm>
              <a:off x="5101595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1" name="pg1621"/>
            <p:cNvSpPr/>
            <p:nvPr/>
          </p:nvSpPr>
          <p:spPr>
            <a:xfrm>
              <a:off x="5113232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2" name="pg1622"/>
            <p:cNvSpPr/>
            <p:nvPr/>
          </p:nvSpPr>
          <p:spPr>
            <a:xfrm>
              <a:off x="512486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3" name="pg1623"/>
            <p:cNvSpPr/>
            <p:nvPr/>
          </p:nvSpPr>
          <p:spPr>
            <a:xfrm>
              <a:off x="5136507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4" name="pg1624"/>
            <p:cNvSpPr/>
            <p:nvPr/>
          </p:nvSpPr>
          <p:spPr>
            <a:xfrm>
              <a:off x="5148144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5" name="pg1625"/>
            <p:cNvSpPr/>
            <p:nvPr/>
          </p:nvSpPr>
          <p:spPr>
            <a:xfrm>
              <a:off x="5159781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6" name="pg1626"/>
            <p:cNvSpPr/>
            <p:nvPr/>
          </p:nvSpPr>
          <p:spPr>
            <a:xfrm>
              <a:off x="517141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7" name="pg1627"/>
            <p:cNvSpPr/>
            <p:nvPr/>
          </p:nvSpPr>
          <p:spPr>
            <a:xfrm>
              <a:off x="5183056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8" name="pg1628"/>
            <p:cNvSpPr/>
            <p:nvPr/>
          </p:nvSpPr>
          <p:spPr>
            <a:xfrm>
              <a:off x="519469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9" name="pg1629"/>
            <p:cNvSpPr/>
            <p:nvPr/>
          </p:nvSpPr>
          <p:spPr>
            <a:xfrm>
              <a:off x="499685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0" name="pg1630"/>
            <p:cNvSpPr/>
            <p:nvPr/>
          </p:nvSpPr>
          <p:spPr>
            <a:xfrm>
              <a:off x="5008496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1" name="pg1631"/>
            <p:cNvSpPr/>
            <p:nvPr/>
          </p:nvSpPr>
          <p:spPr>
            <a:xfrm>
              <a:off x="5020133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2" name="pg1632"/>
            <p:cNvSpPr/>
            <p:nvPr/>
          </p:nvSpPr>
          <p:spPr>
            <a:xfrm>
              <a:off x="5031771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3" name="pg1633"/>
            <p:cNvSpPr/>
            <p:nvPr/>
          </p:nvSpPr>
          <p:spPr>
            <a:xfrm>
              <a:off x="5043408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4" name="pg1634"/>
            <p:cNvSpPr/>
            <p:nvPr/>
          </p:nvSpPr>
          <p:spPr>
            <a:xfrm>
              <a:off x="5055045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AEFDB">
                <a:alpha val="100000"/>
              </a:srgbClr>
            </a:solidFill>
            <a:ln w="5420" cap="flat">
              <a:solidFill>
                <a:srgbClr val="CA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5" name="pg1635"/>
            <p:cNvSpPr/>
            <p:nvPr/>
          </p:nvSpPr>
          <p:spPr>
            <a:xfrm>
              <a:off x="5066683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1F1DE">
                <a:alpha val="100000"/>
              </a:srgbClr>
            </a:solidFill>
            <a:ln w="5420" cap="flat">
              <a:solidFill>
                <a:srgbClr val="D1F1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6" name="pg1636"/>
            <p:cNvSpPr/>
            <p:nvPr/>
          </p:nvSpPr>
          <p:spPr>
            <a:xfrm>
              <a:off x="5078320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4F2E0">
                <a:alpha val="100000"/>
              </a:srgbClr>
            </a:solidFill>
            <a:ln w="5420" cap="flat">
              <a:solidFill>
                <a:srgbClr val="D4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7" name="pg1637"/>
            <p:cNvSpPr/>
            <p:nvPr/>
          </p:nvSpPr>
          <p:spPr>
            <a:xfrm>
              <a:off x="5089957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3F1E0">
                <a:alpha val="100000"/>
              </a:srgbClr>
            </a:solidFill>
            <a:ln w="5420" cap="flat">
              <a:solidFill>
                <a:srgbClr val="D3F1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8" name="pg1638"/>
            <p:cNvSpPr/>
            <p:nvPr/>
          </p:nvSpPr>
          <p:spPr>
            <a:xfrm>
              <a:off x="5101595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9" name="pg1639"/>
            <p:cNvSpPr/>
            <p:nvPr/>
          </p:nvSpPr>
          <p:spPr>
            <a:xfrm>
              <a:off x="5113232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0" name="pg1640"/>
            <p:cNvSpPr/>
            <p:nvPr/>
          </p:nvSpPr>
          <p:spPr>
            <a:xfrm>
              <a:off x="512486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1" name="pg1641"/>
            <p:cNvSpPr/>
            <p:nvPr/>
          </p:nvSpPr>
          <p:spPr>
            <a:xfrm>
              <a:off x="5136507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2" name="pg1642"/>
            <p:cNvSpPr/>
            <p:nvPr/>
          </p:nvSpPr>
          <p:spPr>
            <a:xfrm>
              <a:off x="5148144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3" name="pg1643"/>
            <p:cNvSpPr/>
            <p:nvPr/>
          </p:nvSpPr>
          <p:spPr>
            <a:xfrm>
              <a:off x="5159781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4" name="pg1644"/>
            <p:cNvSpPr/>
            <p:nvPr/>
          </p:nvSpPr>
          <p:spPr>
            <a:xfrm>
              <a:off x="517141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5" name="pg1645"/>
            <p:cNvSpPr/>
            <p:nvPr/>
          </p:nvSpPr>
          <p:spPr>
            <a:xfrm>
              <a:off x="5183056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6" name="pg1646"/>
            <p:cNvSpPr/>
            <p:nvPr/>
          </p:nvSpPr>
          <p:spPr>
            <a:xfrm>
              <a:off x="5008496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7" name="pg1647"/>
            <p:cNvSpPr/>
            <p:nvPr/>
          </p:nvSpPr>
          <p:spPr>
            <a:xfrm>
              <a:off x="5020133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8" name="pg1648"/>
            <p:cNvSpPr/>
            <p:nvPr/>
          </p:nvSpPr>
          <p:spPr>
            <a:xfrm>
              <a:off x="5031771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9" name="pg1649"/>
            <p:cNvSpPr/>
            <p:nvPr/>
          </p:nvSpPr>
          <p:spPr>
            <a:xfrm>
              <a:off x="5043408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0" name="pg1650"/>
            <p:cNvSpPr/>
            <p:nvPr/>
          </p:nvSpPr>
          <p:spPr>
            <a:xfrm>
              <a:off x="5055045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B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1" name="pg1651"/>
            <p:cNvSpPr/>
            <p:nvPr/>
          </p:nvSpPr>
          <p:spPr>
            <a:xfrm>
              <a:off x="5066683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1F1DE">
                <a:alpha val="100000"/>
              </a:srgbClr>
            </a:solidFill>
            <a:ln w="5420" cap="flat">
              <a:solidFill>
                <a:srgbClr val="D1F1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2" name="pg1652"/>
            <p:cNvSpPr/>
            <p:nvPr/>
          </p:nvSpPr>
          <p:spPr>
            <a:xfrm>
              <a:off x="5078320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4F2E0">
                <a:alpha val="100000"/>
              </a:srgbClr>
            </a:solidFill>
            <a:ln w="5420" cap="flat">
              <a:solidFill>
                <a:srgbClr val="D4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3" name="pg1653"/>
            <p:cNvSpPr/>
            <p:nvPr/>
          </p:nvSpPr>
          <p:spPr>
            <a:xfrm>
              <a:off x="5089957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D3F2E0">
                <a:alpha val="100000"/>
              </a:srgbClr>
            </a:solidFill>
            <a:ln w="5420" cap="flat">
              <a:solidFill>
                <a:srgbClr val="D3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4" name="pg1654"/>
            <p:cNvSpPr/>
            <p:nvPr/>
          </p:nvSpPr>
          <p:spPr>
            <a:xfrm>
              <a:off x="5101595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5" name="pg1655"/>
            <p:cNvSpPr/>
            <p:nvPr/>
          </p:nvSpPr>
          <p:spPr>
            <a:xfrm>
              <a:off x="5113232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6" name="pg1656"/>
            <p:cNvSpPr/>
            <p:nvPr/>
          </p:nvSpPr>
          <p:spPr>
            <a:xfrm>
              <a:off x="5124869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7" name="pg1657"/>
            <p:cNvSpPr/>
            <p:nvPr/>
          </p:nvSpPr>
          <p:spPr>
            <a:xfrm>
              <a:off x="5136507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8" name="pg1658"/>
            <p:cNvSpPr/>
            <p:nvPr/>
          </p:nvSpPr>
          <p:spPr>
            <a:xfrm>
              <a:off x="5148144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9" name="pg1659"/>
            <p:cNvSpPr/>
            <p:nvPr/>
          </p:nvSpPr>
          <p:spPr>
            <a:xfrm>
              <a:off x="5159781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0" name="pg1660"/>
            <p:cNvSpPr/>
            <p:nvPr/>
          </p:nvSpPr>
          <p:spPr>
            <a:xfrm>
              <a:off x="5171419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1" name="pg1661"/>
            <p:cNvSpPr/>
            <p:nvPr/>
          </p:nvSpPr>
          <p:spPr>
            <a:xfrm>
              <a:off x="5043408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2" name="pg1662"/>
            <p:cNvSpPr/>
            <p:nvPr/>
          </p:nvSpPr>
          <p:spPr>
            <a:xfrm>
              <a:off x="5055045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3" name="pg1663"/>
            <p:cNvSpPr/>
            <p:nvPr/>
          </p:nvSpPr>
          <p:spPr>
            <a:xfrm>
              <a:off x="5066683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4" name="pg1664"/>
            <p:cNvSpPr/>
            <p:nvPr/>
          </p:nvSpPr>
          <p:spPr>
            <a:xfrm>
              <a:off x="5078320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E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5" name="pg1665"/>
            <p:cNvSpPr/>
            <p:nvPr/>
          </p:nvSpPr>
          <p:spPr>
            <a:xfrm>
              <a:off x="5089957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DF0DC">
                <a:alpha val="100000"/>
              </a:srgbClr>
            </a:solidFill>
            <a:ln w="5420" cap="flat">
              <a:solidFill>
                <a:srgbClr val="CDF0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6" name="pg1666"/>
            <p:cNvSpPr/>
            <p:nvPr/>
          </p:nvSpPr>
          <p:spPr>
            <a:xfrm>
              <a:off x="5101595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7" name="pg1667"/>
            <p:cNvSpPr/>
            <p:nvPr/>
          </p:nvSpPr>
          <p:spPr>
            <a:xfrm>
              <a:off x="5113232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8" name="pg1668"/>
            <p:cNvSpPr/>
            <p:nvPr/>
          </p:nvSpPr>
          <p:spPr>
            <a:xfrm>
              <a:off x="5124869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9" name="pg1669"/>
            <p:cNvSpPr/>
            <p:nvPr/>
          </p:nvSpPr>
          <p:spPr>
            <a:xfrm>
              <a:off x="5136507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0" name="pg1670"/>
            <p:cNvSpPr/>
            <p:nvPr/>
          </p:nvSpPr>
          <p:spPr>
            <a:xfrm>
              <a:off x="5148144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1" name="pg1671"/>
            <p:cNvSpPr/>
            <p:nvPr/>
          </p:nvSpPr>
          <p:spPr>
            <a:xfrm>
              <a:off x="5159781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2" name="pg1672"/>
            <p:cNvSpPr/>
            <p:nvPr/>
          </p:nvSpPr>
          <p:spPr>
            <a:xfrm>
              <a:off x="5171419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3" name="pg1673"/>
            <p:cNvSpPr/>
            <p:nvPr/>
          </p:nvSpPr>
          <p:spPr>
            <a:xfrm>
              <a:off x="5066683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4" name="pg1674"/>
            <p:cNvSpPr/>
            <p:nvPr/>
          </p:nvSpPr>
          <p:spPr>
            <a:xfrm>
              <a:off x="5078320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5" name="pg1675"/>
            <p:cNvSpPr/>
            <p:nvPr/>
          </p:nvSpPr>
          <p:spPr>
            <a:xfrm>
              <a:off x="5089957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6" name="pg1676"/>
            <p:cNvSpPr/>
            <p:nvPr/>
          </p:nvSpPr>
          <p:spPr>
            <a:xfrm>
              <a:off x="5101595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7" name="pg1677"/>
            <p:cNvSpPr/>
            <p:nvPr/>
          </p:nvSpPr>
          <p:spPr>
            <a:xfrm>
              <a:off x="5113232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8" name="pg1678"/>
            <p:cNvSpPr/>
            <p:nvPr/>
          </p:nvSpPr>
          <p:spPr>
            <a:xfrm>
              <a:off x="5124869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9" name="pg1679"/>
            <p:cNvSpPr/>
            <p:nvPr/>
          </p:nvSpPr>
          <p:spPr>
            <a:xfrm>
              <a:off x="5136507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0" name="pg1680"/>
            <p:cNvSpPr/>
            <p:nvPr/>
          </p:nvSpPr>
          <p:spPr>
            <a:xfrm>
              <a:off x="5148144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1" name="pg1681"/>
            <p:cNvSpPr/>
            <p:nvPr/>
          </p:nvSpPr>
          <p:spPr>
            <a:xfrm>
              <a:off x="5159781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2" name="pg1682"/>
            <p:cNvSpPr/>
            <p:nvPr/>
          </p:nvSpPr>
          <p:spPr>
            <a:xfrm>
              <a:off x="5171419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3" name="pg1683"/>
            <p:cNvSpPr/>
            <p:nvPr/>
          </p:nvSpPr>
          <p:spPr>
            <a:xfrm>
              <a:off x="5078320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4" name="pg1684"/>
            <p:cNvSpPr/>
            <p:nvPr/>
          </p:nvSpPr>
          <p:spPr>
            <a:xfrm>
              <a:off x="5089957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5" name="pg1685"/>
            <p:cNvSpPr/>
            <p:nvPr/>
          </p:nvSpPr>
          <p:spPr>
            <a:xfrm>
              <a:off x="5101595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6" name="pg1686"/>
            <p:cNvSpPr/>
            <p:nvPr/>
          </p:nvSpPr>
          <p:spPr>
            <a:xfrm>
              <a:off x="5113232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7" name="pg1687"/>
            <p:cNvSpPr/>
            <p:nvPr/>
          </p:nvSpPr>
          <p:spPr>
            <a:xfrm>
              <a:off x="5124869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8" name="pg1688"/>
            <p:cNvSpPr/>
            <p:nvPr/>
          </p:nvSpPr>
          <p:spPr>
            <a:xfrm>
              <a:off x="5136507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9" name="pg1689"/>
            <p:cNvSpPr/>
            <p:nvPr/>
          </p:nvSpPr>
          <p:spPr>
            <a:xfrm>
              <a:off x="5148144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0" name="pg1690"/>
            <p:cNvSpPr/>
            <p:nvPr/>
          </p:nvSpPr>
          <p:spPr>
            <a:xfrm>
              <a:off x="5159781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1" name="pg1691"/>
            <p:cNvSpPr/>
            <p:nvPr/>
          </p:nvSpPr>
          <p:spPr>
            <a:xfrm>
              <a:off x="5171419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2" name="pg1692"/>
            <p:cNvSpPr/>
            <p:nvPr/>
          </p:nvSpPr>
          <p:spPr>
            <a:xfrm>
              <a:off x="5089957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3" name="pg1693"/>
            <p:cNvSpPr/>
            <p:nvPr/>
          </p:nvSpPr>
          <p:spPr>
            <a:xfrm>
              <a:off x="5101595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4" name="pg1694"/>
            <p:cNvSpPr/>
            <p:nvPr/>
          </p:nvSpPr>
          <p:spPr>
            <a:xfrm>
              <a:off x="5113232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5" name="pg1695"/>
            <p:cNvSpPr/>
            <p:nvPr/>
          </p:nvSpPr>
          <p:spPr>
            <a:xfrm>
              <a:off x="5124869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6" name="pg1696"/>
            <p:cNvSpPr/>
            <p:nvPr/>
          </p:nvSpPr>
          <p:spPr>
            <a:xfrm>
              <a:off x="5136507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7" name="pg1697"/>
            <p:cNvSpPr/>
            <p:nvPr/>
          </p:nvSpPr>
          <p:spPr>
            <a:xfrm>
              <a:off x="5148144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8" name="pg1698"/>
            <p:cNvSpPr/>
            <p:nvPr/>
          </p:nvSpPr>
          <p:spPr>
            <a:xfrm>
              <a:off x="5159781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9" name="pg1699"/>
            <p:cNvSpPr/>
            <p:nvPr/>
          </p:nvSpPr>
          <p:spPr>
            <a:xfrm>
              <a:off x="5171419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0" name="pg1700"/>
            <p:cNvSpPr/>
            <p:nvPr/>
          </p:nvSpPr>
          <p:spPr>
            <a:xfrm>
              <a:off x="5183056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1" name="pg1701"/>
            <p:cNvSpPr/>
            <p:nvPr/>
          </p:nvSpPr>
          <p:spPr>
            <a:xfrm>
              <a:off x="5124869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2" name="pg1702"/>
            <p:cNvSpPr/>
            <p:nvPr/>
          </p:nvSpPr>
          <p:spPr>
            <a:xfrm>
              <a:off x="5136507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3" name="pg1703"/>
            <p:cNvSpPr/>
            <p:nvPr/>
          </p:nvSpPr>
          <p:spPr>
            <a:xfrm>
              <a:off x="5148144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4" name="pg1704"/>
            <p:cNvSpPr/>
            <p:nvPr/>
          </p:nvSpPr>
          <p:spPr>
            <a:xfrm>
              <a:off x="5159781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5" name="pg1705"/>
            <p:cNvSpPr/>
            <p:nvPr/>
          </p:nvSpPr>
          <p:spPr>
            <a:xfrm>
              <a:off x="5171419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6" name="pg1706"/>
            <p:cNvSpPr/>
            <p:nvPr/>
          </p:nvSpPr>
          <p:spPr>
            <a:xfrm>
              <a:off x="5183056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7" name="pg1707"/>
            <p:cNvSpPr/>
            <p:nvPr/>
          </p:nvSpPr>
          <p:spPr>
            <a:xfrm>
              <a:off x="5066683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8" name="pg1708"/>
            <p:cNvSpPr/>
            <p:nvPr/>
          </p:nvSpPr>
          <p:spPr>
            <a:xfrm>
              <a:off x="5113232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9" name="pg1709"/>
            <p:cNvSpPr/>
            <p:nvPr/>
          </p:nvSpPr>
          <p:spPr>
            <a:xfrm>
              <a:off x="5124869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0" name="pg1710"/>
            <p:cNvSpPr/>
            <p:nvPr/>
          </p:nvSpPr>
          <p:spPr>
            <a:xfrm>
              <a:off x="5136507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1" name="pg1711"/>
            <p:cNvSpPr/>
            <p:nvPr/>
          </p:nvSpPr>
          <p:spPr>
            <a:xfrm>
              <a:off x="5148144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2" name="pg1712"/>
            <p:cNvSpPr/>
            <p:nvPr/>
          </p:nvSpPr>
          <p:spPr>
            <a:xfrm>
              <a:off x="5159781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3" name="pg1713"/>
            <p:cNvSpPr/>
            <p:nvPr/>
          </p:nvSpPr>
          <p:spPr>
            <a:xfrm>
              <a:off x="5171419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4" name="pg1714"/>
            <p:cNvSpPr/>
            <p:nvPr/>
          </p:nvSpPr>
          <p:spPr>
            <a:xfrm>
              <a:off x="5183056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5" name="pg1715"/>
            <p:cNvSpPr/>
            <p:nvPr/>
          </p:nvSpPr>
          <p:spPr>
            <a:xfrm>
              <a:off x="5055045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6" name="pg1716"/>
            <p:cNvSpPr/>
            <p:nvPr/>
          </p:nvSpPr>
          <p:spPr>
            <a:xfrm>
              <a:off x="5066683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7" name="pg1717"/>
            <p:cNvSpPr/>
            <p:nvPr/>
          </p:nvSpPr>
          <p:spPr>
            <a:xfrm>
              <a:off x="5078320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8" name="pg1718"/>
            <p:cNvSpPr/>
            <p:nvPr/>
          </p:nvSpPr>
          <p:spPr>
            <a:xfrm>
              <a:off x="5089957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9" name="pg1719"/>
            <p:cNvSpPr/>
            <p:nvPr/>
          </p:nvSpPr>
          <p:spPr>
            <a:xfrm>
              <a:off x="5101595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0" name="pg1720"/>
            <p:cNvSpPr/>
            <p:nvPr/>
          </p:nvSpPr>
          <p:spPr>
            <a:xfrm>
              <a:off x="5113232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1" name="pg1721"/>
            <p:cNvSpPr/>
            <p:nvPr/>
          </p:nvSpPr>
          <p:spPr>
            <a:xfrm>
              <a:off x="5124869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2" name="pg1722"/>
            <p:cNvSpPr/>
            <p:nvPr/>
          </p:nvSpPr>
          <p:spPr>
            <a:xfrm>
              <a:off x="5136507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3" name="pg1723"/>
            <p:cNvSpPr/>
            <p:nvPr/>
          </p:nvSpPr>
          <p:spPr>
            <a:xfrm>
              <a:off x="5148144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4" name="pg1724"/>
            <p:cNvSpPr/>
            <p:nvPr/>
          </p:nvSpPr>
          <p:spPr>
            <a:xfrm>
              <a:off x="5159781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5" name="pg1725"/>
            <p:cNvSpPr/>
            <p:nvPr/>
          </p:nvSpPr>
          <p:spPr>
            <a:xfrm>
              <a:off x="5171419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6" name="pg1726"/>
            <p:cNvSpPr/>
            <p:nvPr/>
          </p:nvSpPr>
          <p:spPr>
            <a:xfrm>
              <a:off x="5183056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7" name="pg1727"/>
            <p:cNvSpPr/>
            <p:nvPr/>
          </p:nvSpPr>
          <p:spPr>
            <a:xfrm>
              <a:off x="5043408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8" name="pg1728"/>
            <p:cNvSpPr/>
            <p:nvPr/>
          </p:nvSpPr>
          <p:spPr>
            <a:xfrm>
              <a:off x="5055045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9" name="pg1729"/>
            <p:cNvSpPr/>
            <p:nvPr/>
          </p:nvSpPr>
          <p:spPr>
            <a:xfrm>
              <a:off x="5066683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0" name="pg1730"/>
            <p:cNvSpPr/>
            <p:nvPr/>
          </p:nvSpPr>
          <p:spPr>
            <a:xfrm>
              <a:off x="5078320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1" name="pg1731"/>
            <p:cNvSpPr/>
            <p:nvPr/>
          </p:nvSpPr>
          <p:spPr>
            <a:xfrm>
              <a:off x="5089957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2" name="pg1732"/>
            <p:cNvSpPr/>
            <p:nvPr/>
          </p:nvSpPr>
          <p:spPr>
            <a:xfrm>
              <a:off x="5101595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3" name="pg1733"/>
            <p:cNvSpPr/>
            <p:nvPr/>
          </p:nvSpPr>
          <p:spPr>
            <a:xfrm>
              <a:off x="5113232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4" name="pg1734"/>
            <p:cNvSpPr/>
            <p:nvPr/>
          </p:nvSpPr>
          <p:spPr>
            <a:xfrm>
              <a:off x="5124869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5" name="pg1735"/>
            <p:cNvSpPr/>
            <p:nvPr/>
          </p:nvSpPr>
          <p:spPr>
            <a:xfrm>
              <a:off x="5136507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6" name="pg1736"/>
            <p:cNvSpPr/>
            <p:nvPr/>
          </p:nvSpPr>
          <p:spPr>
            <a:xfrm>
              <a:off x="5148144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7" name="pg1737"/>
            <p:cNvSpPr/>
            <p:nvPr/>
          </p:nvSpPr>
          <p:spPr>
            <a:xfrm>
              <a:off x="5159781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8" name="pg1738"/>
            <p:cNvSpPr/>
            <p:nvPr/>
          </p:nvSpPr>
          <p:spPr>
            <a:xfrm>
              <a:off x="5171419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9" name="pg1739"/>
            <p:cNvSpPr/>
            <p:nvPr/>
          </p:nvSpPr>
          <p:spPr>
            <a:xfrm>
              <a:off x="5183056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0" name="pg1740"/>
            <p:cNvSpPr/>
            <p:nvPr/>
          </p:nvSpPr>
          <p:spPr>
            <a:xfrm>
              <a:off x="5194693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1" name="pg1741"/>
            <p:cNvSpPr/>
            <p:nvPr/>
          </p:nvSpPr>
          <p:spPr>
            <a:xfrm>
              <a:off x="5043408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2" name="pg1742"/>
            <p:cNvSpPr/>
            <p:nvPr/>
          </p:nvSpPr>
          <p:spPr>
            <a:xfrm>
              <a:off x="5055045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3" name="pg1743"/>
            <p:cNvSpPr/>
            <p:nvPr/>
          </p:nvSpPr>
          <p:spPr>
            <a:xfrm>
              <a:off x="5066683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4" name="pg1744"/>
            <p:cNvSpPr/>
            <p:nvPr/>
          </p:nvSpPr>
          <p:spPr>
            <a:xfrm>
              <a:off x="5078320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5" name="pg1745"/>
            <p:cNvSpPr/>
            <p:nvPr/>
          </p:nvSpPr>
          <p:spPr>
            <a:xfrm>
              <a:off x="5089957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6" name="pg1746"/>
            <p:cNvSpPr/>
            <p:nvPr/>
          </p:nvSpPr>
          <p:spPr>
            <a:xfrm>
              <a:off x="5101595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7" name="pg1747"/>
            <p:cNvSpPr/>
            <p:nvPr/>
          </p:nvSpPr>
          <p:spPr>
            <a:xfrm>
              <a:off x="5113232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8" name="pg1748"/>
            <p:cNvSpPr/>
            <p:nvPr/>
          </p:nvSpPr>
          <p:spPr>
            <a:xfrm>
              <a:off x="5124869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9" name="pg1749"/>
            <p:cNvSpPr/>
            <p:nvPr/>
          </p:nvSpPr>
          <p:spPr>
            <a:xfrm>
              <a:off x="5136507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0" name="pg1750"/>
            <p:cNvSpPr/>
            <p:nvPr/>
          </p:nvSpPr>
          <p:spPr>
            <a:xfrm>
              <a:off x="5148144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1" name="pg1751"/>
            <p:cNvSpPr/>
            <p:nvPr/>
          </p:nvSpPr>
          <p:spPr>
            <a:xfrm>
              <a:off x="5159781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2" name="pg1752"/>
            <p:cNvSpPr/>
            <p:nvPr/>
          </p:nvSpPr>
          <p:spPr>
            <a:xfrm>
              <a:off x="5171419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3" name="pg1753"/>
            <p:cNvSpPr/>
            <p:nvPr/>
          </p:nvSpPr>
          <p:spPr>
            <a:xfrm>
              <a:off x="5183056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4" name="pg1754"/>
            <p:cNvSpPr/>
            <p:nvPr/>
          </p:nvSpPr>
          <p:spPr>
            <a:xfrm>
              <a:off x="5194693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5" name="pg1755"/>
            <p:cNvSpPr/>
            <p:nvPr/>
          </p:nvSpPr>
          <p:spPr>
            <a:xfrm>
              <a:off x="5206331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6" name="pg1756"/>
            <p:cNvSpPr/>
            <p:nvPr/>
          </p:nvSpPr>
          <p:spPr>
            <a:xfrm>
              <a:off x="5043408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7" name="pg1757"/>
            <p:cNvSpPr/>
            <p:nvPr/>
          </p:nvSpPr>
          <p:spPr>
            <a:xfrm>
              <a:off x="5055045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8" name="pg1758"/>
            <p:cNvSpPr/>
            <p:nvPr/>
          </p:nvSpPr>
          <p:spPr>
            <a:xfrm>
              <a:off x="5066683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9" name="pg1759"/>
            <p:cNvSpPr/>
            <p:nvPr/>
          </p:nvSpPr>
          <p:spPr>
            <a:xfrm>
              <a:off x="5078320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0" name="pg1760"/>
            <p:cNvSpPr/>
            <p:nvPr/>
          </p:nvSpPr>
          <p:spPr>
            <a:xfrm>
              <a:off x="5089957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1" name="pg1761"/>
            <p:cNvSpPr/>
            <p:nvPr/>
          </p:nvSpPr>
          <p:spPr>
            <a:xfrm>
              <a:off x="5101595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2" name="pg1762"/>
            <p:cNvSpPr/>
            <p:nvPr/>
          </p:nvSpPr>
          <p:spPr>
            <a:xfrm>
              <a:off x="5113232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3" name="pg1763"/>
            <p:cNvSpPr/>
            <p:nvPr/>
          </p:nvSpPr>
          <p:spPr>
            <a:xfrm>
              <a:off x="5124869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4" name="pg1764"/>
            <p:cNvSpPr/>
            <p:nvPr/>
          </p:nvSpPr>
          <p:spPr>
            <a:xfrm>
              <a:off x="5136507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5" name="pg1765"/>
            <p:cNvSpPr/>
            <p:nvPr/>
          </p:nvSpPr>
          <p:spPr>
            <a:xfrm>
              <a:off x="5148144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6" name="pg1766"/>
            <p:cNvSpPr/>
            <p:nvPr/>
          </p:nvSpPr>
          <p:spPr>
            <a:xfrm>
              <a:off x="5159781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7" name="pg1767"/>
            <p:cNvSpPr/>
            <p:nvPr/>
          </p:nvSpPr>
          <p:spPr>
            <a:xfrm>
              <a:off x="5171419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8" name="pg1768"/>
            <p:cNvSpPr/>
            <p:nvPr/>
          </p:nvSpPr>
          <p:spPr>
            <a:xfrm>
              <a:off x="5183056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9" name="pg1769"/>
            <p:cNvSpPr/>
            <p:nvPr/>
          </p:nvSpPr>
          <p:spPr>
            <a:xfrm>
              <a:off x="5194693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0" name="pg1770"/>
            <p:cNvSpPr/>
            <p:nvPr/>
          </p:nvSpPr>
          <p:spPr>
            <a:xfrm>
              <a:off x="5206331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1" name="pg1771"/>
            <p:cNvSpPr/>
            <p:nvPr/>
          </p:nvSpPr>
          <p:spPr>
            <a:xfrm>
              <a:off x="5043408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2" name="pg1772"/>
            <p:cNvSpPr/>
            <p:nvPr/>
          </p:nvSpPr>
          <p:spPr>
            <a:xfrm>
              <a:off x="5055045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3" name="pg1773"/>
            <p:cNvSpPr/>
            <p:nvPr/>
          </p:nvSpPr>
          <p:spPr>
            <a:xfrm>
              <a:off x="5066683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4" name="pg1774"/>
            <p:cNvSpPr/>
            <p:nvPr/>
          </p:nvSpPr>
          <p:spPr>
            <a:xfrm>
              <a:off x="5078320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5" name="pg1775"/>
            <p:cNvSpPr/>
            <p:nvPr/>
          </p:nvSpPr>
          <p:spPr>
            <a:xfrm>
              <a:off x="5089957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6" name="pg1776"/>
            <p:cNvSpPr/>
            <p:nvPr/>
          </p:nvSpPr>
          <p:spPr>
            <a:xfrm>
              <a:off x="5101595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7" name="pg1777"/>
            <p:cNvSpPr/>
            <p:nvPr/>
          </p:nvSpPr>
          <p:spPr>
            <a:xfrm>
              <a:off x="5113232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8" name="pg1778"/>
            <p:cNvSpPr/>
            <p:nvPr/>
          </p:nvSpPr>
          <p:spPr>
            <a:xfrm>
              <a:off x="5124869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9" name="pg1779"/>
            <p:cNvSpPr/>
            <p:nvPr/>
          </p:nvSpPr>
          <p:spPr>
            <a:xfrm>
              <a:off x="5136507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0" name="pg1780"/>
            <p:cNvSpPr/>
            <p:nvPr/>
          </p:nvSpPr>
          <p:spPr>
            <a:xfrm>
              <a:off x="5148144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1" name="pg1781"/>
            <p:cNvSpPr/>
            <p:nvPr/>
          </p:nvSpPr>
          <p:spPr>
            <a:xfrm>
              <a:off x="5159781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2" name="pg1782"/>
            <p:cNvSpPr/>
            <p:nvPr/>
          </p:nvSpPr>
          <p:spPr>
            <a:xfrm>
              <a:off x="5171419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3" name="pg1783"/>
            <p:cNvSpPr/>
            <p:nvPr/>
          </p:nvSpPr>
          <p:spPr>
            <a:xfrm>
              <a:off x="5183056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4" name="pg1784"/>
            <p:cNvSpPr/>
            <p:nvPr/>
          </p:nvSpPr>
          <p:spPr>
            <a:xfrm>
              <a:off x="5194693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5" name="pg1785"/>
            <p:cNvSpPr/>
            <p:nvPr/>
          </p:nvSpPr>
          <p:spPr>
            <a:xfrm>
              <a:off x="5206331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6" name="pg1786"/>
            <p:cNvSpPr/>
            <p:nvPr/>
          </p:nvSpPr>
          <p:spPr>
            <a:xfrm>
              <a:off x="5217968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7" name="pg1787"/>
            <p:cNvSpPr/>
            <p:nvPr/>
          </p:nvSpPr>
          <p:spPr>
            <a:xfrm>
              <a:off x="5055045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8" name="pg1788"/>
            <p:cNvSpPr/>
            <p:nvPr/>
          </p:nvSpPr>
          <p:spPr>
            <a:xfrm>
              <a:off x="5066683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9" name="pg1789"/>
            <p:cNvSpPr/>
            <p:nvPr/>
          </p:nvSpPr>
          <p:spPr>
            <a:xfrm>
              <a:off x="5078320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0" name="pg1790"/>
            <p:cNvSpPr/>
            <p:nvPr/>
          </p:nvSpPr>
          <p:spPr>
            <a:xfrm>
              <a:off x="5089957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1" name="pg1791"/>
            <p:cNvSpPr/>
            <p:nvPr/>
          </p:nvSpPr>
          <p:spPr>
            <a:xfrm>
              <a:off x="5101595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2" name="pg1792"/>
            <p:cNvSpPr/>
            <p:nvPr/>
          </p:nvSpPr>
          <p:spPr>
            <a:xfrm>
              <a:off x="5113232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3" name="pg1793"/>
            <p:cNvSpPr/>
            <p:nvPr/>
          </p:nvSpPr>
          <p:spPr>
            <a:xfrm>
              <a:off x="5124869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4" name="pg1794"/>
            <p:cNvSpPr/>
            <p:nvPr/>
          </p:nvSpPr>
          <p:spPr>
            <a:xfrm>
              <a:off x="5136507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5" name="pg1795"/>
            <p:cNvSpPr/>
            <p:nvPr/>
          </p:nvSpPr>
          <p:spPr>
            <a:xfrm>
              <a:off x="5148144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6" name="pg1796"/>
            <p:cNvSpPr/>
            <p:nvPr/>
          </p:nvSpPr>
          <p:spPr>
            <a:xfrm>
              <a:off x="5159781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7" name="pg1797"/>
            <p:cNvSpPr/>
            <p:nvPr/>
          </p:nvSpPr>
          <p:spPr>
            <a:xfrm>
              <a:off x="5171419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8" name="pg1798"/>
            <p:cNvSpPr/>
            <p:nvPr/>
          </p:nvSpPr>
          <p:spPr>
            <a:xfrm>
              <a:off x="5183056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9" name="pg1799"/>
            <p:cNvSpPr/>
            <p:nvPr/>
          </p:nvSpPr>
          <p:spPr>
            <a:xfrm>
              <a:off x="5194693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0" name="pg1800"/>
            <p:cNvSpPr/>
            <p:nvPr/>
          </p:nvSpPr>
          <p:spPr>
            <a:xfrm>
              <a:off x="5206331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1" name="pg1801"/>
            <p:cNvSpPr/>
            <p:nvPr/>
          </p:nvSpPr>
          <p:spPr>
            <a:xfrm>
              <a:off x="5217968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2" name="pg1802"/>
            <p:cNvSpPr/>
            <p:nvPr/>
          </p:nvSpPr>
          <p:spPr>
            <a:xfrm>
              <a:off x="502013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3" name="pg1803"/>
            <p:cNvSpPr/>
            <p:nvPr/>
          </p:nvSpPr>
          <p:spPr>
            <a:xfrm>
              <a:off x="503177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4" name="pg1804"/>
            <p:cNvSpPr/>
            <p:nvPr/>
          </p:nvSpPr>
          <p:spPr>
            <a:xfrm>
              <a:off x="5043408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5" name="pg1805"/>
            <p:cNvSpPr/>
            <p:nvPr/>
          </p:nvSpPr>
          <p:spPr>
            <a:xfrm>
              <a:off x="5055045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6" name="pg1806"/>
            <p:cNvSpPr/>
            <p:nvPr/>
          </p:nvSpPr>
          <p:spPr>
            <a:xfrm>
              <a:off x="506668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7" name="pg1807"/>
            <p:cNvSpPr/>
            <p:nvPr/>
          </p:nvSpPr>
          <p:spPr>
            <a:xfrm>
              <a:off x="5078320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8" name="pg1808"/>
            <p:cNvSpPr/>
            <p:nvPr/>
          </p:nvSpPr>
          <p:spPr>
            <a:xfrm>
              <a:off x="5089957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9" name="pg1809"/>
            <p:cNvSpPr/>
            <p:nvPr/>
          </p:nvSpPr>
          <p:spPr>
            <a:xfrm>
              <a:off x="5101595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0" name="pg1810"/>
            <p:cNvSpPr/>
            <p:nvPr/>
          </p:nvSpPr>
          <p:spPr>
            <a:xfrm>
              <a:off x="5113232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1" name="pg1811"/>
            <p:cNvSpPr/>
            <p:nvPr/>
          </p:nvSpPr>
          <p:spPr>
            <a:xfrm>
              <a:off x="5124869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2" name="pg1812"/>
            <p:cNvSpPr/>
            <p:nvPr/>
          </p:nvSpPr>
          <p:spPr>
            <a:xfrm>
              <a:off x="5136507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3" name="pg1813"/>
            <p:cNvSpPr/>
            <p:nvPr/>
          </p:nvSpPr>
          <p:spPr>
            <a:xfrm>
              <a:off x="5148144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4" name="pg1814"/>
            <p:cNvSpPr/>
            <p:nvPr/>
          </p:nvSpPr>
          <p:spPr>
            <a:xfrm>
              <a:off x="515978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5" name="pg1815"/>
            <p:cNvSpPr/>
            <p:nvPr/>
          </p:nvSpPr>
          <p:spPr>
            <a:xfrm>
              <a:off x="5171419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6" name="pg1816"/>
            <p:cNvSpPr/>
            <p:nvPr/>
          </p:nvSpPr>
          <p:spPr>
            <a:xfrm>
              <a:off x="5183056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7" name="pg1817"/>
            <p:cNvSpPr/>
            <p:nvPr/>
          </p:nvSpPr>
          <p:spPr>
            <a:xfrm>
              <a:off x="519469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8" name="pg1818"/>
            <p:cNvSpPr/>
            <p:nvPr/>
          </p:nvSpPr>
          <p:spPr>
            <a:xfrm>
              <a:off x="520633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9" name="pg1819"/>
            <p:cNvSpPr/>
            <p:nvPr/>
          </p:nvSpPr>
          <p:spPr>
            <a:xfrm>
              <a:off x="502013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0" name="pg1820"/>
            <p:cNvSpPr/>
            <p:nvPr/>
          </p:nvSpPr>
          <p:spPr>
            <a:xfrm>
              <a:off x="5031771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1" name="pg1821"/>
            <p:cNvSpPr/>
            <p:nvPr/>
          </p:nvSpPr>
          <p:spPr>
            <a:xfrm>
              <a:off x="5043408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2" name="pg1822"/>
            <p:cNvSpPr/>
            <p:nvPr/>
          </p:nvSpPr>
          <p:spPr>
            <a:xfrm>
              <a:off x="5055045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3" name="pg1823"/>
            <p:cNvSpPr/>
            <p:nvPr/>
          </p:nvSpPr>
          <p:spPr>
            <a:xfrm>
              <a:off x="506668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4" name="pg1824"/>
            <p:cNvSpPr/>
            <p:nvPr/>
          </p:nvSpPr>
          <p:spPr>
            <a:xfrm>
              <a:off x="5078320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5" name="pg1825"/>
            <p:cNvSpPr/>
            <p:nvPr/>
          </p:nvSpPr>
          <p:spPr>
            <a:xfrm>
              <a:off x="5089957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6" name="pg1826"/>
            <p:cNvSpPr/>
            <p:nvPr/>
          </p:nvSpPr>
          <p:spPr>
            <a:xfrm>
              <a:off x="5101595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7" name="pg1827"/>
            <p:cNvSpPr/>
            <p:nvPr/>
          </p:nvSpPr>
          <p:spPr>
            <a:xfrm>
              <a:off x="5113232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8" name="pg1828"/>
            <p:cNvSpPr/>
            <p:nvPr/>
          </p:nvSpPr>
          <p:spPr>
            <a:xfrm>
              <a:off x="5124869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9" name="pg1829"/>
            <p:cNvSpPr/>
            <p:nvPr/>
          </p:nvSpPr>
          <p:spPr>
            <a:xfrm>
              <a:off x="5136507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0" name="pg1830"/>
            <p:cNvSpPr/>
            <p:nvPr/>
          </p:nvSpPr>
          <p:spPr>
            <a:xfrm>
              <a:off x="5148144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1" name="pg1831"/>
            <p:cNvSpPr/>
            <p:nvPr/>
          </p:nvSpPr>
          <p:spPr>
            <a:xfrm>
              <a:off x="5159781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2" name="pg1832"/>
            <p:cNvSpPr/>
            <p:nvPr/>
          </p:nvSpPr>
          <p:spPr>
            <a:xfrm>
              <a:off x="5171419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3" name="pg1833"/>
            <p:cNvSpPr/>
            <p:nvPr/>
          </p:nvSpPr>
          <p:spPr>
            <a:xfrm>
              <a:off x="5183056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4" name="pg1834"/>
            <p:cNvSpPr/>
            <p:nvPr/>
          </p:nvSpPr>
          <p:spPr>
            <a:xfrm>
              <a:off x="519469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5" name="pg1835"/>
            <p:cNvSpPr/>
            <p:nvPr/>
          </p:nvSpPr>
          <p:spPr>
            <a:xfrm>
              <a:off x="5020133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6" name="pg1836"/>
            <p:cNvSpPr/>
            <p:nvPr/>
          </p:nvSpPr>
          <p:spPr>
            <a:xfrm>
              <a:off x="5031771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7" name="pg1837"/>
            <p:cNvSpPr/>
            <p:nvPr/>
          </p:nvSpPr>
          <p:spPr>
            <a:xfrm>
              <a:off x="5043408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8" name="pg1838"/>
            <p:cNvSpPr/>
            <p:nvPr/>
          </p:nvSpPr>
          <p:spPr>
            <a:xfrm>
              <a:off x="5055045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9" name="pg1839"/>
            <p:cNvSpPr/>
            <p:nvPr/>
          </p:nvSpPr>
          <p:spPr>
            <a:xfrm>
              <a:off x="5066683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0" name="pg1840"/>
            <p:cNvSpPr/>
            <p:nvPr/>
          </p:nvSpPr>
          <p:spPr>
            <a:xfrm>
              <a:off x="5078320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1" name="pg1841"/>
            <p:cNvSpPr/>
            <p:nvPr/>
          </p:nvSpPr>
          <p:spPr>
            <a:xfrm>
              <a:off x="5089957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2" name="pg1842"/>
            <p:cNvSpPr/>
            <p:nvPr/>
          </p:nvSpPr>
          <p:spPr>
            <a:xfrm>
              <a:off x="5101595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3" name="pg1843"/>
            <p:cNvSpPr/>
            <p:nvPr/>
          </p:nvSpPr>
          <p:spPr>
            <a:xfrm>
              <a:off x="5113232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4" name="pg1844"/>
            <p:cNvSpPr/>
            <p:nvPr/>
          </p:nvSpPr>
          <p:spPr>
            <a:xfrm>
              <a:off x="5124869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5" name="pg1845"/>
            <p:cNvSpPr/>
            <p:nvPr/>
          </p:nvSpPr>
          <p:spPr>
            <a:xfrm>
              <a:off x="5136507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6" name="pg1846"/>
            <p:cNvSpPr/>
            <p:nvPr/>
          </p:nvSpPr>
          <p:spPr>
            <a:xfrm>
              <a:off x="5148144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7" name="pg1847"/>
            <p:cNvSpPr/>
            <p:nvPr/>
          </p:nvSpPr>
          <p:spPr>
            <a:xfrm>
              <a:off x="5159781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8" name="pg1848"/>
            <p:cNvSpPr/>
            <p:nvPr/>
          </p:nvSpPr>
          <p:spPr>
            <a:xfrm>
              <a:off x="5171419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9" name="pg1849"/>
            <p:cNvSpPr/>
            <p:nvPr/>
          </p:nvSpPr>
          <p:spPr>
            <a:xfrm>
              <a:off x="5183056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0" name="pg1850"/>
            <p:cNvSpPr/>
            <p:nvPr/>
          </p:nvSpPr>
          <p:spPr>
            <a:xfrm>
              <a:off x="5020133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1" name="pg1851"/>
            <p:cNvSpPr/>
            <p:nvPr/>
          </p:nvSpPr>
          <p:spPr>
            <a:xfrm>
              <a:off x="5031771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2" name="pg1852"/>
            <p:cNvSpPr/>
            <p:nvPr/>
          </p:nvSpPr>
          <p:spPr>
            <a:xfrm>
              <a:off x="5043408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3" name="pg1853"/>
            <p:cNvSpPr/>
            <p:nvPr/>
          </p:nvSpPr>
          <p:spPr>
            <a:xfrm>
              <a:off x="5055045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4" name="pg1854"/>
            <p:cNvSpPr/>
            <p:nvPr/>
          </p:nvSpPr>
          <p:spPr>
            <a:xfrm>
              <a:off x="5066683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5" name="pg1855"/>
            <p:cNvSpPr/>
            <p:nvPr/>
          </p:nvSpPr>
          <p:spPr>
            <a:xfrm>
              <a:off x="5078320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6" name="pg1856"/>
            <p:cNvSpPr/>
            <p:nvPr/>
          </p:nvSpPr>
          <p:spPr>
            <a:xfrm>
              <a:off x="5089957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7" name="pg1857"/>
            <p:cNvSpPr/>
            <p:nvPr/>
          </p:nvSpPr>
          <p:spPr>
            <a:xfrm>
              <a:off x="5101595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8" name="pg1858"/>
            <p:cNvSpPr/>
            <p:nvPr/>
          </p:nvSpPr>
          <p:spPr>
            <a:xfrm>
              <a:off x="5113232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9" name="pg1859"/>
            <p:cNvSpPr/>
            <p:nvPr/>
          </p:nvSpPr>
          <p:spPr>
            <a:xfrm>
              <a:off x="5124869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0" name="pg1860"/>
            <p:cNvSpPr/>
            <p:nvPr/>
          </p:nvSpPr>
          <p:spPr>
            <a:xfrm>
              <a:off x="5136507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1" name="pg1861"/>
            <p:cNvSpPr/>
            <p:nvPr/>
          </p:nvSpPr>
          <p:spPr>
            <a:xfrm>
              <a:off x="5148144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2" name="pg1862"/>
            <p:cNvSpPr/>
            <p:nvPr/>
          </p:nvSpPr>
          <p:spPr>
            <a:xfrm>
              <a:off x="5159781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3" name="pg1863"/>
            <p:cNvSpPr/>
            <p:nvPr/>
          </p:nvSpPr>
          <p:spPr>
            <a:xfrm>
              <a:off x="5171419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4" name="pg1864"/>
            <p:cNvSpPr/>
            <p:nvPr/>
          </p:nvSpPr>
          <p:spPr>
            <a:xfrm>
              <a:off x="5008496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5" name="pg1865"/>
            <p:cNvSpPr/>
            <p:nvPr/>
          </p:nvSpPr>
          <p:spPr>
            <a:xfrm>
              <a:off x="5020133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6" name="pg1866"/>
            <p:cNvSpPr/>
            <p:nvPr/>
          </p:nvSpPr>
          <p:spPr>
            <a:xfrm>
              <a:off x="5031771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7" name="pg1867"/>
            <p:cNvSpPr/>
            <p:nvPr/>
          </p:nvSpPr>
          <p:spPr>
            <a:xfrm>
              <a:off x="5043408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8" name="pg1868"/>
            <p:cNvSpPr/>
            <p:nvPr/>
          </p:nvSpPr>
          <p:spPr>
            <a:xfrm>
              <a:off x="5055045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9" name="pg1869"/>
            <p:cNvSpPr/>
            <p:nvPr/>
          </p:nvSpPr>
          <p:spPr>
            <a:xfrm>
              <a:off x="5066683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0" name="pg1870"/>
            <p:cNvSpPr/>
            <p:nvPr/>
          </p:nvSpPr>
          <p:spPr>
            <a:xfrm>
              <a:off x="5078320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1" name="pg1871"/>
            <p:cNvSpPr/>
            <p:nvPr/>
          </p:nvSpPr>
          <p:spPr>
            <a:xfrm>
              <a:off x="5089957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2" name="pg1872"/>
            <p:cNvSpPr/>
            <p:nvPr/>
          </p:nvSpPr>
          <p:spPr>
            <a:xfrm>
              <a:off x="5101595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3" name="pg1873"/>
            <p:cNvSpPr/>
            <p:nvPr/>
          </p:nvSpPr>
          <p:spPr>
            <a:xfrm>
              <a:off x="5113232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4" name="pg1874"/>
            <p:cNvSpPr/>
            <p:nvPr/>
          </p:nvSpPr>
          <p:spPr>
            <a:xfrm>
              <a:off x="5124869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5" name="pg1875"/>
            <p:cNvSpPr/>
            <p:nvPr/>
          </p:nvSpPr>
          <p:spPr>
            <a:xfrm>
              <a:off x="5136507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6" name="pg1876"/>
            <p:cNvSpPr/>
            <p:nvPr/>
          </p:nvSpPr>
          <p:spPr>
            <a:xfrm>
              <a:off x="5148144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7" name="pg1877"/>
            <p:cNvSpPr/>
            <p:nvPr/>
          </p:nvSpPr>
          <p:spPr>
            <a:xfrm>
              <a:off x="5008496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8" name="pg1878"/>
            <p:cNvSpPr/>
            <p:nvPr/>
          </p:nvSpPr>
          <p:spPr>
            <a:xfrm>
              <a:off x="5020133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9" name="pg1879"/>
            <p:cNvSpPr/>
            <p:nvPr/>
          </p:nvSpPr>
          <p:spPr>
            <a:xfrm>
              <a:off x="5031771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0" name="pg1880"/>
            <p:cNvSpPr/>
            <p:nvPr/>
          </p:nvSpPr>
          <p:spPr>
            <a:xfrm>
              <a:off x="5043408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1" name="pg1881"/>
            <p:cNvSpPr/>
            <p:nvPr/>
          </p:nvSpPr>
          <p:spPr>
            <a:xfrm>
              <a:off x="5055045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2" name="pg1882"/>
            <p:cNvSpPr/>
            <p:nvPr/>
          </p:nvSpPr>
          <p:spPr>
            <a:xfrm>
              <a:off x="5066683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3" name="pg1883"/>
            <p:cNvSpPr/>
            <p:nvPr/>
          </p:nvSpPr>
          <p:spPr>
            <a:xfrm>
              <a:off x="5078320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4" name="pg1884"/>
            <p:cNvSpPr/>
            <p:nvPr/>
          </p:nvSpPr>
          <p:spPr>
            <a:xfrm>
              <a:off x="5089957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5" name="pg1885"/>
            <p:cNvSpPr/>
            <p:nvPr/>
          </p:nvSpPr>
          <p:spPr>
            <a:xfrm>
              <a:off x="5101595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6" name="pg1886"/>
            <p:cNvSpPr/>
            <p:nvPr/>
          </p:nvSpPr>
          <p:spPr>
            <a:xfrm>
              <a:off x="5113232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7" name="pg1887"/>
            <p:cNvSpPr/>
            <p:nvPr/>
          </p:nvSpPr>
          <p:spPr>
            <a:xfrm>
              <a:off x="5124869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8" name="pg1888"/>
            <p:cNvSpPr/>
            <p:nvPr/>
          </p:nvSpPr>
          <p:spPr>
            <a:xfrm>
              <a:off x="5136507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9" name="pg1889"/>
            <p:cNvSpPr/>
            <p:nvPr/>
          </p:nvSpPr>
          <p:spPr>
            <a:xfrm>
              <a:off x="5008496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0" name="pg1890"/>
            <p:cNvSpPr/>
            <p:nvPr/>
          </p:nvSpPr>
          <p:spPr>
            <a:xfrm>
              <a:off x="5020133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1" name="pg1891"/>
            <p:cNvSpPr/>
            <p:nvPr/>
          </p:nvSpPr>
          <p:spPr>
            <a:xfrm>
              <a:off x="5031771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2" name="pg1892"/>
            <p:cNvSpPr/>
            <p:nvPr/>
          </p:nvSpPr>
          <p:spPr>
            <a:xfrm>
              <a:off x="5043408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3" name="pg1893"/>
            <p:cNvSpPr/>
            <p:nvPr/>
          </p:nvSpPr>
          <p:spPr>
            <a:xfrm>
              <a:off x="5055045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4" name="pg1894"/>
            <p:cNvSpPr/>
            <p:nvPr/>
          </p:nvSpPr>
          <p:spPr>
            <a:xfrm>
              <a:off x="5066683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5" name="pg1895"/>
            <p:cNvSpPr/>
            <p:nvPr/>
          </p:nvSpPr>
          <p:spPr>
            <a:xfrm>
              <a:off x="5078320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6" name="pg1896"/>
            <p:cNvSpPr/>
            <p:nvPr/>
          </p:nvSpPr>
          <p:spPr>
            <a:xfrm>
              <a:off x="5089957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7" name="pg1897"/>
            <p:cNvSpPr/>
            <p:nvPr/>
          </p:nvSpPr>
          <p:spPr>
            <a:xfrm>
              <a:off x="5101595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8" name="pg1898"/>
            <p:cNvSpPr/>
            <p:nvPr/>
          </p:nvSpPr>
          <p:spPr>
            <a:xfrm>
              <a:off x="5113232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9" name="pg1899"/>
            <p:cNvSpPr/>
            <p:nvPr/>
          </p:nvSpPr>
          <p:spPr>
            <a:xfrm>
              <a:off x="5124869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0" name="pg1900"/>
            <p:cNvSpPr/>
            <p:nvPr/>
          </p:nvSpPr>
          <p:spPr>
            <a:xfrm>
              <a:off x="4985221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1" name="pg1901"/>
            <p:cNvSpPr/>
            <p:nvPr/>
          </p:nvSpPr>
          <p:spPr>
            <a:xfrm>
              <a:off x="4996859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2" name="pg1902"/>
            <p:cNvSpPr/>
            <p:nvPr/>
          </p:nvSpPr>
          <p:spPr>
            <a:xfrm>
              <a:off x="5008496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3" name="pg1903"/>
            <p:cNvSpPr/>
            <p:nvPr/>
          </p:nvSpPr>
          <p:spPr>
            <a:xfrm>
              <a:off x="5020133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4" name="pg1904"/>
            <p:cNvSpPr/>
            <p:nvPr/>
          </p:nvSpPr>
          <p:spPr>
            <a:xfrm>
              <a:off x="5031771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5" name="pg1905"/>
            <p:cNvSpPr/>
            <p:nvPr/>
          </p:nvSpPr>
          <p:spPr>
            <a:xfrm>
              <a:off x="5043408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6" name="pg1906"/>
            <p:cNvSpPr/>
            <p:nvPr/>
          </p:nvSpPr>
          <p:spPr>
            <a:xfrm>
              <a:off x="5055045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7" name="pg1907"/>
            <p:cNvSpPr/>
            <p:nvPr/>
          </p:nvSpPr>
          <p:spPr>
            <a:xfrm>
              <a:off x="5066683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8" name="pg1908"/>
            <p:cNvSpPr/>
            <p:nvPr/>
          </p:nvSpPr>
          <p:spPr>
            <a:xfrm>
              <a:off x="5078320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9" name="pg1909"/>
            <p:cNvSpPr/>
            <p:nvPr/>
          </p:nvSpPr>
          <p:spPr>
            <a:xfrm>
              <a:off x="5089957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0" name="pg1910"/>
            <p:cNvSpPr/>
            <p:nvPr/>
          </p:nvSpPr>
          <p:spPr>
            <a:xfrm>
              <a:off x="5101595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1" name="pg1911"/>
            <p:cNvSpPr/>
            <p:nvPr/>
          </p:nvSpPr>
          <p:spPr>
            <a:xfrm>
              <a:off x="5113232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2" name="pg1912"/>
            <p:cNvSpPr/>
            <p:nvPr/>
          </p:nvSpPr>
          <p:spPr>
            <a:xfrm>
              <a:off x="5124869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3" name="pg1913"/>
            <p:cNvSpPr/>
            <p:nvPr/>
          </p:nvSpPr>
          <p:spPr>
            <a:xfrm>
              <a:off x="4973584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4" name="pg1914"/>
            <p:cNvSpPr/>
            <p:nvPr/>
          </p:nvSpPr>
          <p:spPr>
            <a:xfrm>
              <a:off x="4985221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5" name="pg1915"/>
            <p:cNvSpPr/>
            <p:nvPr/>
          </p:nvSpPr>
          <p:spPr>
            <a:xfrm>
              <a:off x="4996859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6" name="pg1916"/>
            <p:cNvSpPr/>
            <p:nvPr/>
          </p:nvSpPr>
          <p:spPr>
            <a:xfrm>
              <a:off x="5008496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7" name="pg1917"/>
            <p:cNvSpPr/>
            <p:nvPr/>
          </p:nvSpPr>
          <p:spPr>
            <a:xfrm>
              <a:off x="5020133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8" name="pg1918"/>
            <p:cNvSpPr/>
            <p:nvPr/>
          </p:nvSpPr>
          <p:spPr>
            <a:xfrm>
              <a:off x="5031771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9" name="pg1919"/>
            <p:cNvSpPr/>
            <p:nvPr/>
          </p:nvSpPr>
          <p:spPr>
            <a:xfrm>
              <a:off x="5043408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0" name="pg1920"/>
            <p:cNvSpPr/>
            <p:nvPr/>
          </p:nvSpPr>
          <p:spPr>
            <a:xfrm>
              <a:off x="5055045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1" name="pg1921"/>
            <p:cNvSpPr/>
            <p:nvPr/>
          </p:nvSpPr>
          <p:spPr>
            <a:xfrm>
              <a:off x="5066683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2" name="pg1922"/>
            <p:cNvSpPr/>
            <p:nvPr/>
          </p:nvSpPr>
          <p:spPr>
            <a:xfrm>
              <a:off x="5078320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3" name="pg1923"/>
            <p:cNvSpPr/>
            <p:nvPr/>
          </p:nvSpPr>
          <p:spPr>
            <a:xfrm>
              <a:off x="5089957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4" name="pg1924"/>
            <p:cNvSpPr/>
            <p:nvPr/>
          </p:nvSpPr>
          <p:spPr>
            <a:xfrm>
              <a:off x="5101595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5" name="pg1925"/>
            <p:cNvSpPr/>
            <p:nvPr/>
          </p:nvSpPr>
          <p:spPr>
            <a:xfrm>
              <a:off x="5113232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6" name="pg1926"/>
            <p:cNvSpPr/>
            <p:nvPr/>
          </p:nvSpPr>
          <p:spPr>
            <a:xfrm>
              <a:off x="5124869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7" name="pg1927"/>
            <p:cNvSpPr/>
            <p:nvPr/>
          </p:nvSpPr>
          <p:spPr>
            <a:xfrm>
              <a:off x="4973584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8" name="pg1928"/>
            <p:cNvSpPr/>
            <p:nvPr/>
          </p:nvSpPr>
          <p:spPr>
            <a:xfrm>
              <a:off x="4985221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9" name="pg1929"/>
            <p:cNvSpPr/>
            <p:nvPr/>
          </p:nvSpPr>
          <p:spPr>
            <a:xfrm>
              <a:off x="4996859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0" name="pg1930"/>
            <p:cNvSpPr/>
            <p:nvPr/>
          </p:nvSpPr>
          <p:spPr>
            <a:xfrm>
              <a:off x="5008496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1" name="pg1931"/>
            <p:cNvSpPr/>
            <p:nvPr/>
          </p:nvSpPr>
          <p:spPr>
            <a:xfrm>
              <a:off x="5020133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2" name="pg1932"/>
            <p:cNvSpPr/>
            <p:nvPr/>
          </p:nvSpPr>
          <p:spPr>
            <a:xfrm>
              <a:off x="5031771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3" name="pg1933"/>
            <p:cNvSpPr/>
            <p:nvPr/>
          </p:nvSpPr>
          <p:spPr>
            <a:xfrm>
              <a:off x="5043408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4" name="pg1934"/>
            <p:cNvSpPr/>
            <p:nvPr/>
          </p:nvSpPr>
          <p:spPr>
            <a:xfrm>
              <a:off x="5055045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5" name="pg1935"/>
            <p:cNvSpPr/>
            <p:nvPr/>
          </p:nvSpPr>
          <p:spPr>
            <a:xfrm>
              <a:off x="5066683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6" name="pg1936"/>
            <p:cNvSpPr/>
            <p:nvPr/>
          </p:nvSpPr>
          <p:spPr>
            <a:xfrm>
              <a:off x="5078320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7" name="pg1937"/>
            <p:cNvSpPr/>
            <p:nvPr/>
          </p:nvSpPr>
          <p:spPr>
            <a:xfrm>
              <a:off x="5089957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8" name="pg1938"/>
            <p:cNvSpPr/>
            <p:nvPr/>
          </p:nvSpPr>
          <p:spPr>
            <a:xfrm>
              <a:off x="5101595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9" name="pg1939"/>
            <p:cNvSpPr/>
            <p:nvPr/>
          </p:nvSpPr>
          <p:spPr>
            <a:xfrm>
              <a:off x="5113232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0" name="pg1940"/>
            <p:cNvSpPr/>
            <p:nvPr/>
          </p:nvSpPr>
          <p:spPr>
            <a:xfrm>
              <a:off x="4961947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1" name="pg1941"/>
            <p:cNvSpPr/>
            <p:nvPr/>
          </p:nvSpPr>
          <p:spPr>
            <a:xfrm>
              <a:off x="4973584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2" name="pg1942"/>
            <p:cNvSpPr/>
            <p:nvPr/>
          </p:nvSpPr>
          <p:spPr>
            <a:xfrm>
              <a:off x="4985221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3" name="pg1943"/>
            <p:cNvSpPr/>
            <p:nvPr/>
          </p:nvSpPr>
          <p:spPr>
            <a:xfrm>
              <a:off x="4996859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4" name="pg1944"/>
            <p:cNvSpPr/>
            <p:nvPr/>
          </p:nvSpPr>
          <p:spPr>
            <a:xfrm>
              <a:off x="5008496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5" name="pg1945"/>
            <p:cNvSpPr/>
            <p:nvPr/>
          </p:nvSpPr>
          <p:spPr>
            <a:xfrm>
              <a:off x="5020133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6" name="pg1946"/>
            <p:cNvSpPr/>
            <p:nvPr/>
          </p:nvSpPr>
          <p:spPr>
            <a:xfrm>
              <a:off x="5031771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7" name="pg1947"/>
            <p:cNvSpPr/>
            <p:nvPr/>
          </p:nvSpPr>
          <p:spPr>
            <a:xfrm>
              <a:off x="5043408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8" name="pg1948"/>
            <p:cNvSpPr/>
            <p:nvPr/>
          </p:nvSpPr>
          <p:spPr>
            <a:xfrm>
              <a:off x="5055045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9" name="pg1949"/>
            <p:cNvSpPr/>
            <p:nvPr/>
          </p:nvSpPr>
          <p:spPr>
            <a:xfrm>
              <a:off x="5066683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0" name="pg1950"/>
            <p:cNvSpPr/>
            <p:nvPr/>
          </p:nvSpPr>
          <p:spPr>
            <a:xfrm>
              <a:off x="5078320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1" name="pg1951"/>
            <p:cNvSpPr/>
            <p:nvPr/>
          </p:nvSpPr>
          <p:spPr>
            <a:xfrm>
              <a:off x="5089957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2" name="pg1952"/>
            <p:cNvSpPr/>
            <p:nvPr/>
          </p:nvSpPr>
          <p:spPr>
            <a:xfrm>
              <a:off x="5101595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3" name="pg1953"/>
            <p:cNvSpPr/>
            <p:nvPr/>
          </p:nvSpPr>
          <p:spPr>
            <a:xfrm>
              <a:off x="4950309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4" name="pg1954"/>
            <p:cNvSpPr/>
            <p:nvPr/>
          </p:nvSpPr>
          <p:spPr>
            <a:xfrm>
              <a:off x="4961947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5" name="pg1955"/>
            <p:cNvSpPr/>
            <p:nvPr/>
          </p:nvSpPr>
          <p:spPr>
            <a:xfrm>
              <a:off x="4973584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6" name="pg1956"/>
            <p:cNvSpPr/>
            <p:nvPr/>
          </p:nvSpPr>
          <p:spPr>
            <a:xfrm>
              <a:off x="4985221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7" name="pg1957"/>
            <p:cNvSpPr/>
            <p:nvPr/>
          </p:nvSpPr>
          <p:spPr>
            <a:xfrm>
              <a:off x="4996859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8" name="pg1958"/>
            <p:cNvSpPr/>
            <p:nvPr/>
          </p:nvSpPr>
          <p:spPr>
            <a:xfrm>
              <a:off x="5008496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9" name="pg1959"/>
            <p:cNvSpPr/>
            <p:nvPr/>
          </p:nvSpPr>
          <p:spPr>
            <a:xfrm>
              <a:off x="5020133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0" name="pg1960"/>
            <p:cNvSpPr/>
            <p:nvPr/>
          </p:nvSpPr>
          <p:spPr>
            <a:xfrm>
              <a:off x="5031771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1" name="pg1961"/>
            <p:cNvSpPr/>
            <p:nvPr/>
          </p:nvSpPr>
          <p:spPr>
            <a:xfrm>
              <a:off x="5043408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2" name="pg1962"/>
            <p:cNvSpPr/>
            <p:nvPr/>
          </p:nvSpPr>
          <p:spPr>
            <a:xfrm>
              <a:off x="5055045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3" name="pg1963"/>
            <p:cNvSpPr/>
            <p:nvPr/>
          </p:nvSpPr>
          <p:spPr>
            <a:xfrm>
              <a:off x="5066683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4" name="pg1964"/>
            <p:cNvSpPr/>
            <p:nvPr/>
          </p:nvSpPr>
          <p:spPr>
            <a:xfrm>
              <a:off x="5078320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5" name="pg1965"/>
            <p:cNvSpPr/>
            <p:nvPr/>
          </p:nvSpPr>
          <p:spPr>
            <a:xfrm>
              <a:off x="4927035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6" name="pg1966"/>
            <p:cNvSpPr/>
            <p:nvPr/>
          </p:nvSpPr>
          <p:spPr>
            <a:xfrm>
              <a:off x="4938672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7" name="pg1967"/>
            <p:cNvSpPr/>
            <p:nvPr/>
          </p:nvSpPr>
          <p:spPr>
            <a:xfrm>
              <a:off x="4950309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8" name="pg1968"/>
            <p:cNvSpPr/>
            <p:nvPr/>
          </p:nvSpPr>
          <p:spPr>
            <a:xfrm>
              <a:off x="4961947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9" name="pg1969"/>
            <p:cNvSpPr/>
            <p:nvPr/>
          </p:nvSpPr>
          <p:spPr>
            <a:xfrm>
              <a:off x="4973584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0" name="pg1970"/>
            <p:cNvSpPr/>
            <p:nvPr/>
          </p:nvSpPr>
          <p:spPr>
            <a:xfrm>
              <a:off x="4985221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1" name="pg1971"/>
            <p:cNvSpPr/>
            <p:nvPr/>
          </p:nvSpPr>
          <p:spPr>
            <a:xfrm>
              <a:off x="4996859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2" name="pg1972"/>
            <p:cNvSpPr/>
            <p:nvPr/>
          </p:nvSpPr>
          <p:spPr>
            <a:xfrm>
              <a:off x="5008496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3" name="pg1973"/>
            <p:cNvSpPr/>
            <p:nvPr/>
          </p:nvSpPr>
          <p:spPr>
            <a:xfrm>
              <a:off x="5020133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4" name="pg1974"/>
            <p:cNvSpPr/>
            <p:nvPr/>
          </p:nvSpPr>
          <p:spPr>
            <a:xfrm>
              <a:off x="4915397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5" name="pg1975"/>
            <p:cNvSpPr/>
            <p:nvPr/>
          </p:nvSpPr>
          <p:spPr>
            <a:xfrm>
              <a:off x="4927035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6" name="pg1976"/>
            <p:cNvSpPr/>
            <p:nvPr/>
          </p:nvSpPr>
          <p:spPr>
            <a:xfrm>
              <a:off x="4938672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7" name="pg1977"/>
            <p:cNvSpPr/>
            <p:nvPr/>
          </p:nvSpPr>
          <p:spPr>
            <a:xfrm>
              <a:off x="4950309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8" name="pg1978"/>
            <p:cNvSpPr/>
            <p:nvPr/>
          </p:nvSpPr>
          <p:spPr>
            <a:xfrm>
              <a:off x="4961947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9" name="pg1979"/>
            <p:cNvSpPr/>
            <p:nvPr/>
          </p:nvSpPr>
          <p:spPr>
            <a:xfrm>
              <a:off x="4973584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0" name="pg1980"/>
            <p:cNvSpPr/>
            <p:nvPr/>
          </p:nvSpPr>
          <p:spPr>
            <a:xfrm>
              <a:off x="4985221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1" name="pg1981"/>
            <p:cNvSpPr/>
            <p:nvPr/>
          </p:nvSpPr>
          <p:spPr>
            <a:xfrm>
              <a:off x="4996859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2" name="pg1982"/>
            <p:cNvSpPr/>
            <p:nvPr/>
          </p:nvSpPr>
          <p:spPr>
            <a:xfrm>
              <a:off x="4892123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3" name="pg1983"/>
            <p:cNvSpPr/>
            <p:nvPr/>
          </p:nvSpPr>
          <p:spPr>
            <a:xfrm>
              <a:off x="4903760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4" name="pg1984"/>
            <p:cNvSpPr/>
            <p:nvPr/>
          </p:nvSpPr>
          <p:spPr>
            <a:xfrm>
              <a:off x="4915397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5" name="pg1985"/>
            <p:cNvSpPr/>
            <p:nvPr/>
          </p:nvSpPr>
          <p:spPr>
            <a:xfrm>
              <a:off x="4927035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6" name="pg1986"/>
            <p:cNvSpPr/>
            <p:nvPr/>
          </p:nvSpPr>
          <p:spPr>
            <a:xfrm>
              <a:off x="4938672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7" name="pg1987"/>
            <p:cNvSpPr/>
            <p:nvPr/>
          </p:nvSpPr>
          <p:spPr>
            <a:xfrm>
              <a:off x="4950309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8" name="pg1988"/>
            <p:cNvSpPr/>
            <p:nvPr/>
          </p:nvSpPr>
          <p:spPr>
            <a:xfrm>
              <a:off x="4961947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9" name="pg1989"/>
            <p:cNvSpPr/>
            <p:nvPr/>
          </p:nvSpPr>
          <p:spPr>
            <a:xfrm>
              <a:off x="4973584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0" name="pg1990"/>
            <p:cNvSpPr/>
            <p:nvPr/>
          </p:nvSpPr>
          <p:spPr>
            <a:xfrm>
              <a:off x="4985221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1" name="pg1991"/>
            <p:cNvSpPr/>
            <p:nvPr/>
          </p:nvSpPr>
          <p:spPr>
            <a:xfrm>
              <a:off x="4857211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2" name="pg1992"/>
            <p:cNvSpPr/>
            <p:nvPr/>
          </p:nvSpPr>
          <p:spPr>
            <a:xfrm>
              <a:off x="4868848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3" name="pg1993"/>
            <p:cNvSpPr/>
            <p:nvPr/>
          </p:nvSpPr>
          <p:spPr>
            <a:xfrm>
              <a:off x="4880485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4" name="pg1994"/>
            <p:cNvSpPr/>
            <p:nvPr/>
          </p:nvSpPr>
          <p:spPr>
            <a:xfrm>
              <a:off x="4892123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5" name="pg1995"/>
            <p:cNvSpPr/>
            <p:nvPr/>
          </p:nvSpPr>
          <p:spPr>
            <a:xfrm>
              <a:off x="4903760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6" name="pg1996"/>
            <p:cNvSpPr/>
            <p:nvPr/>
          </p:nvSpPr>
          <p:spPr>
            <a:xfrm>
              <a:off x="4915397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7" name="pg1997"/>
            <p:cNvSpPr/>
            <p:nvPr/>
          </p:nvSpPr>
          <p:spPr>
            <a:xfrm>
              <a:off x="4927035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8" name="pg1998"/>
            <p:cNvSpPr/>
            <p:nvPr/>
          </p:nvSpPr>
          <p:spPr>
            <a:xfrm>
              <a:off x="4938672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9" name="pg1999"/>
            <p:cNvSpPr/>
            <p:nvPr/>
          </p:nvSpPr>
          <p:spPr>
            <a:xfrm>
              <a:off x="4950309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0" name="pg2000"/>
            <p:cNvSpPr/>
            <p:nvPr/>
          </p:nvSpPr>
          <p:spPr>
            <a:xfrm>
              <a:off x="4961947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1" name="pg2001"/>
            <p:cNvSpPr/>
            <p:nvPr/>
          </p:nvSpPr>
          <p:spPr>
            <a:xfrm>
              <a:off x="4973584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2" name="pg2002"/>
            <p:cNvSpPr/>
            <p:nvPr/>
          </p:nvSpPr>
          <p:spPr>
            <a:xfrm>
              <a:off x="4833936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3" name="pg2003"/>
            <p:cNvSpPr/>
            <p:nvPr/>
          </p:nvSpPr>
          <p:spPr>
            <a:xfrm>
              <a:off x="4845573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4" name="pg2004"/>
            <p:cNvSpPr/>
            <p:nvPr/>
          </p:nvSpPr>
          <p:spPr>
            <a:xfrm>
              <a:off x="4857211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5" name="pg2005"/>
            <p:cNvSpPr/>
            <p:nvPr/>
          </p:nvSpPr>
          <p:spPr>
            <a:xfrm>
              <a:off x="4868848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6" name="pg2006"/>
            <p:cNvSpPr/>
            <p:nvPr/>
          </p:nvSpPr>
          <p:spPr>
            <a:xfrm>
              <a:off x="4880485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7" name="pg2007"/>
            <p:cNvSpPr/>
            <p:nvPr/>
          </p:nvSpPr>
          <p:spPr>
            <a:xfrm>
              <a:off x="4892123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8" name="pg2008"/>
            <p:cNvSpPr/>
            <p:nvPr/>
          </p:nvSpPr>
          <p:spPr>
            <a:xfrm>
              <a:off x="4903760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9" name="pg2009"/>
            <p:cNvSpPr/>
            <p:nvPr/>
          </p:nvSpPr>
          <p:spPr>
            <a:xfrm>
              <a:off x="4915397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0" name="pg2010"/>
            <p:cNvSpPr/>
            <p:nvPr/>
          </p:nvSpPr>
          <p:spPr>
            <a:xfrm>
              <a:off x="4927035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1" name="pg2011"/>
            <p:cNvSpPr/>
            <p:nvPr/>
          </p:nvSpPr>
          <p:spPr>
            <a:xfrm>
              <a:off x="4938672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2" name="pg2012"/>
            <p:cNvSpPr/>
            <p:nvPr/>
          </p:nvSpPr>
          <p:spPr>
            <a:xfrm>
              <a:off x="4950309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3" name="pg2013"/>
            <p:cNvSpPr/>
            <p:nvPr/>
          </p:nvSpPr>
          <p:spPr>
            <a:xfrm>
              <a:off x="4961947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4" name="pg2014"/>
            <p:cNvSpPr/>
            <p:nvPr/>
          </p:nvSpPr>
          <p:spPr>
            <a:xfrm>
              <a:off x="4822299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5" name="pg2015"/>
            <p:cNvSpPr/>
            <p:nvPr/>
          </p:nvSpPr>
          <p:spPr>
            <a:xfrm>
              <a:off x="4833936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6" name="pg2016"/>
            <p:cNvSpPr/>
            <p:nvPr/>
          </p:nvSpPr>
          <p:spPr>
            <a:xfrm>
              <a:off x="4845573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7" name="pg2017"/>
            <p:cNvSpPr/>
            <p:nvPr/>
          </p:nvSpPr>
          <p:spPr>
            <a:xfrm>
              <a:off x="4857211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8" name="pg2018"/>
            <p:cNvSpPr/>
            <p:nvPr/>
          </p:nvSpPr>
          <p:spPr>
            <a:xfrm>
              <a:off x="4868848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9" name="pg2019"/>
            <p:cNvSpPr/>
            <p:nvPr/>
          </p:nvSpPr>
          <p:spPr>
            <a:xfrm>
              <a:off x="4880485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0" name="pg2020"/>
            <p:cNvSpPr/>
            <p:nvPr/>
          </p:nvSpPr>
          <p:spPr>
            <a:xfrm>
              <a:off x="4892123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1" name="pg2021"/>
            <p:cNvSpPr/>
            <p:nvPr/>
          </p:nvSpPr>
          <p:spPr>
            <a:xfrm>
              <a:off x="4903760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2" name="pg2022"/>
            <p:cNvSpPr/>
            <p:nvPr/>
          </p:nvSpPr>
          <p:spPr>
            <a:xfrm>
              <a:off x="4915397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3" name="pg2023"/>
            <p:cNvSpPr/>
            <p:nvPr/>
          </p:nvSpPr>
          <p:spPr>
            <a:xfrm>
              <a:off x="4927035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4" name="pg2024"/>
            <p:cNvSpPr/>
            <p:nvPr/>
          </p:nvSpPr>
          <p:spPr>
            <a:xfrm>
              <a:off x="4938672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5" name="pg2025"/>
            <p:cNvSpPr/>
            <p:nvPr/>
          </p:nvSpPr>
          <p:spPr>
            <a:xfrm>
              <a:off x="4950309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6" name="pg2026"/>
            <p:cNvSpPr/>
            <p:nvPr/>
          </p:nvSpPr>
          <p:spPr>
            <a:xfrm>
              <a:off x="4961947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7" name="pg2027"/>
            <p:cNvSpPr/>
            <p:nvPr/>
          </p:nvSpPr>
          <p:spPr>
            <a:xfrm>
              <a:off x="4810661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8" name="pg2028"/>
            <p:cNvSpPr/>
            <p:nvPr/>
          </p:nvSpPr>
          <p:spPr>
            <a:xfrm>
              <a:off x="4822299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9" name="pg2029"/>
            <p:cNvSpPr/>
            <p:nvPr/>
          </p:nvSpPr>
          <p:spPr>
            <a:xfrm>
              <a:off x="4833936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0" name="pg2030"/>
            <p:cNvSpPr/>
            <p:nvPr/>
          </p:nvSpPr>
          <p:spPr>
            <a:xfrm>
              <a:off x="4845573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1" name="pg2031"/>
            <p:cNvSpPr/>
            <p:nvPr/>
          </p:nvSpPr>
          <p:spPr>
            <a:xfrm>
              <a:off x="4857211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2" name="pg2032"/>
            <p:cNvSpPr/>
            <p:nvPr/>
          </p:nvSpPr>
          <p:spPr>
            <a:xfrm>
              <a:off x="4868848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3" name="pg2033"/>
            <p:cNvSpPr/>
            <p:nvPr/>
          </p:nvSpPr>
          <p:spPr>
            <a:xfrm>
              <a:off x="4880485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4" name="pg2034"/>
            <p:cNvSpPr/>
            <p:nvPr/>
          </p:nvSpPr>
          <p:spPr>
            <a:xfrm>
              <a:off x="4892123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5" name="pg2035"/>
            <p:cNvSpPr/>
            <p:nvPr/>
          </p:nvSpPr>
          <p:spPr>
            <a:xfrm>
              <a:off x="4903760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6" name="pg2036"/>
            <p:cNvSpPr/>
            <p:nvPr/>
          </p:nvSpPr>
          <p:spPr>
            <a:xfrm>
              <a:off x="4915397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7" name="pg2037"/>
            <p:cNvSpPr/>
            <p:nvPr/>
          </p:nvSpPr>
          <p:spPr>
            <a:xfrm>
              <a:off x="4927035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8" name="pg2038"/>
            <p:cNvSpPr/>
            <p:nvPr/>
          </p:nvSpPr>
          <p:spPr>
            <a:xfrm>
              <a:off x="4938672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9" name="pg2039"/>
            <p:cNvSpPr/>
            <p:nvPr/>
          </p:nvSpPr>
          <p:spPr>
            <a:xfrm>
              <a:off x="4950309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0" name="pg2040"/>
            <p:cNvSpPr/>
            <p:nvPr/>
          </p:nvSpPr>
          <p:spPr>
            <a:xfrm>
              <a:off x="4799024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1" name="pg2041"/>
            <p:cNvSpPr/>
            <p:nvPr/>
          </p:nvSpPr>
          <p:spPr>
            <a:xfrm>
              <a:off x="4810661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2" name="pg2042"/>
            <p:cNvSpPr/>
            <p:nvPr/>
          </p:nvSpPr>
          <p:spPr>
            <a:xfrm>
              <a:off x="4822299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3" name="pg2043"/>
            <p:cNvSpPr/>
            <p:nvPr/>
          </p:nvSpPr>
          <p:spPr>
            <a:xfrm>
              <a:off x="4833936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4" name="pg2044"/>
            <p:cNvSpPr/>
            <p:nvPr/>
          </p:nvSpPr>
          <p:spPr>
            <a:xfrm>
              <a:off x="4845573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5" name="pg2045"/>
            <p:cNvSpPr/>
            <p:nvPr/>
          </p:nvSpPr>
          <p:spPr>
            <a:xfrm>
              <a:off x="4857211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6" name="pg2046"/>
            <p:cNvSpPr/>
            <p:nvPr/>
          </p:nvSpPr>
          <p:spPr>
            <a:xfrm>
              <a:off x="4868848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7" name="pg2047"/>
            <p:cNvSpPr/>
            <p:nvPr/>
          </p:nvSpPr>
          <p:spPr>
            <a:xfrm>
              <a:off x="4787387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8" name="pg2048"/>
            <p:cNvSpPr/>
            <p:nvPr/>
          </p:nvSpPr>
          <p:spPr>
            <a:xfrm>
              <a:off x="4799024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9" name="pg2049"/>
            <p:cNvSpPr/>
            <p:nvPr/>
          </p:nvSpPr>
          <p:spPr>
            <a:xfrm>
              <a:off x="4810661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0" name="pg2050"/>
            <p:cNvSpPr/>
            <p:nvPr/>
          </p:nvSpPr>
          <p:spPr>
            <a:xfrm>
              <a:off x="4822299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1" name="pg2051"/>
            <p:cNvSpPr/>
            <p:nvPr/>
          </p:nvSpPr>
          <p:spPr>
            <a:xfrm>
              <a:off x="4833936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2" name="pg2052"/>
            <p:cNvSpPr/>
            <p:nvPr/>
          </p:nvSpPr>
          <p:spPr>
            <a:xfrm>
              <a:off x="4845573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3" name="pg2053"/>
            <p:cNvSpPr/>
            <p:nvPr/>
          </p:nvSpPr>
          <p:spPr>
            <a:xfrm>
              <a:off x="4857211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4" name="pg2054"/>
            <p:cNvSpPr/>
            <p:nvPr/>
          </p:nvSpPr>
          <p:spPr>
            <a:xfrm>
              <a:off x="4775749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5" name="pg2055"/>
            <p:cNvSpPr/>
            <p:nvPr/>
          </p:nvSpPr>
          <p:spPr>
            <a:xfrm>
              <a:off x="4787387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6" name="pg2056"/>
            <p:cNvSpPr/>
            <p:nvPr/>
          </p:nvSpPr>
          <p:spPr>
            <a:xfrm>
              <a:off x="4799024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7" name="pg2057"/>
            <p:cNvSpPr/>
            <p:nvPr/>
          </p:nvSpPr>
          <p:spPr>
            <a:xfrm>
              <a:off x="4810661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8" name="pg2058"/>
            <p:cNvSpPr/>
            <p:nvPr/>
          </p:nvSpPr>
          <p:spPr>
            <a:xfrm>
              <a:off x="4822299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9" name="pg2059"/>
            <p:cNvSpPr/>
            <p:nvPr/>
          </p:nvSpPr>
          <p:spPr>
            <a:xfrm>
              <a:off x="4833936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0" name="pg2060"/>
            <p:cNvSpPr/>
            <p:nvPr/>
          </p:nvSpPr>
          <p:spPr>
            <a:xfrm>
              <a:off x="4845573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1" name="pg2061"/>
            <p:cNvSpPr/>
            <p:nvPr/>
          </p:nvSpPr>
          <p:spPr>
            <a:xfrm>
              <a:off x="4775749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2" name="pg2062"/>
            <p:cNvSpPr/>
            <p:nvPr/>
          </p:nvSpPr>
          <p:spPr>
            <a:xfrm>
              <a:off x="4787387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3" name="pg2063"/>
            <p:cNvSpPr/>
            <p:nvPr/>
          </p:nvSpPr>
          <p:spPr>
            <a:xfrm>
              <a:off x="4799024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4" name="pg2064"/>
            <p:cNvSpPr/>
            <p:nvPr/>
          </p:nvSpPr>
          <p:spPr>
            <a:xfrm>
              <a:off x="4810661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5" name="pg2065"/>
            <p:cNvSpPr/>
            <p:nvPr/>
          </p:nvSpPr>
          <p:spPr>
            <a:xfrm>
              <a:off x="4822299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6" name="pg2066"/>
            <p:cNvSpPr/>
            <p:nvPr/>
          </p:nvSpPr>
          <p:spPr>
            <a:xfrm>
              <a:off x="4833936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7" name="pg2067"/>
            <p:cNvSpPr/>
            <p:nvPr/>
          </p:nvSpPr>
          <p:spPr>
            <a:xfrm>
              <a:off x="4752475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8" name="pg2068"/>
            <p:cNvSpPr/>
            <p:nvPr/>
          </p:nvSpPr>
          <p:spPr>
            <a:xfrm>
              <a:off x="4764112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9" name="pg2069"/>
            <p:cNvSpPr/>
            <p:nvPr/>
          </p:nvSpPr>
          <p:spPr>
            <a:xfrm>
              <a:off x="4775749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0" name="pg2070"/>
            <p:cNvSpPr/>
            <p:nvPr/>
          </p:nvSpPr>
          <p:spPr>
            <a:xfrm>
              <a:off x="4787387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1" name="pg2071"/>
            <p:cNvSpPr/>
            <p:nvPr/>
          </p:nvSpPr>
          <p:spPr>
            <a:xfrm>
              <a:off x="4799024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2" name="pg2072"/>
            <p:cNvSpPr/>
            <p:nvPr/>
          </p:nvSpPr>
          <p:spPr>
            <a:xfrm>
              <a:off x="4810661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3" name="pg2073"/>
            <p:cNvSpPr/>
            <p:nvPr/>
          </p:nvSpPr>
          <p:spPr>
            <a:xfrm>
              <a:off x="4822299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4" name="pg2074"/>
            <p:cNvSpPr/>
            <p:nvPr/>
          </p:nvSpPr>
          <p:spPr>
            <a:xfrm>
              <a:off x="4740837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5" name="pg2075"/>
            <p:cNvSpPr/>
            <p:nvPr/>
          </p:nvSpPr>
          <p:spPr>
            <a:xfrm>
              <a:off x="4752475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6" name="pg2076"/>
            <p:cNvSpPr/>
            <p:nvPr/>
          </p:nvSpPr>
          <p:spPr>
            <a:xfrm>
              <a:off x="4764112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7" name="pg2077"/>
            <p:cNvSpPr/>
            <p:nvPr/>
          </p:nvSpPr>
          <p:spPr>
            <a:xfrm>
              <a:off x="4775749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8" name="pg2078"/>
            <p:cNvSpPr/>
            <p:nvPr/>
          </p:nvSpPr>
          <p:spPr>
            <a:xfrm>
              <a:off x="4787387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9" name="pg2079"/>
            <p:cNvSpPr/>
            <p:nvPr/>
          </p:nvSpPr>
          <p:spPr>
            <a:xfrm>
              <a:off x="4799024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0" name="pg2080"/>
            <p:cNvSpPr/>
            <p:nvPr/>
          </p:nvSpPr>
          <p:spPr>
            <a:xfrm>
              <a:off x="4810661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1" name="pg2081"/>
            <p:cNvSpPr/>
            <p:nvPr/>
          </p:nvSpPr>
          <p:spPr>
            <a:xfrm>
              <a:off x="4822299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2" name="pg2082"/>
            <p:cNvSpPr/>
            <p:nvPr/>
          </p:nvSpPr>
          <p:spPr>
            <a:xfrm>
              <a:off x="4717563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3" name="pg2083"/>
            <p:cNvSpPr/>
            <p:nvPr/>
          </p:nvSpPr>
          <p:spPr>
            <a:xfrm>
              <a:off x="4729200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4" name="pg2084"/>
            <p:cNvSpPr/>
            <p:nvPr/>
          </p:nvSpPr>
          <p:spPr>
            <a:xfrm>
              <a:off x="4740837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5" name="pg2085"/>
            <p:cNvSpPr/>
            <p:nvPr/>
          </p:nvSpPr>
          <p:spPr>
            <a:xfrm>
              <a:off x="4752475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6" name="pg2086"/>
            <p:cNvSpPr/>
            <p:nvPr/>
          </p:nvSpPr>
          <p:spPr>
            <a:xfrm>
              <a:off x="4764112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7" name="pg2087"/>
            <p:cNvSpPr/>
            <p:nvPr/>
          </p:nvSpPr>
          <p:spPr>
            <a:xfrm>
              <a:off x="4775749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8" name="pg2088"/>
            <p:cNvSpPr/>
            <p:nvPr/>
          </p:nvSpPr>
          <p:spPr>
            <a:xfrm>
              <a:off x="4787387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9" name="pg2089"/>
            <p:cNvSpPr/>
            <p:nvPr/>
          </p:nvSpPr>
          <p:spPr>
            <a:xfrm>
              <a:off x="4799024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0" name="pg2090"/>
            <p:cNvSpPr/>
            <p:nvPr/>
          </p:nvSpPr>
          <p:spPr>
            <a:xfrm>
              <a:off x="4810661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1" name="pg2091"/>
            <p:cNvSpPr/>
            <p:nvPr/>
          </p:nvSpPr>
          <p:spPr>
            <a:xfrm>
              <a:off x="4705925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2" name="pg2092"/>
            <p:cNvSpPr/>
            <p:nvPr/>
          </p:nvSpPr>
          <p:spPr>
            <a:xfrm>
              <a:off x="4717563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3" name="pg2093"/>
            <p:cNvSpPr/>
            <p:nvPr/>
          </p:nvSpPr>
          <p:spPr>
            <a:xfrm>
              <a:off x="4729200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4" name="pg2094"/>
            <p:cNvSpPr/>
            <p:nvPr/>
          </p:nvSpPr>
          <p:spPr>
            <a:xfrm>
              <a:off x="4740837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5" name="pg2095"/>
            <p:cNvSpPr/>
            <p:nvPr/>
          </p:nvSpPr>
          <p:spPr>
            <a:xfrm>
              <a:off x="4752475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6" name="pg2096"/>
            <p:cNvSpPr/>
            <p:nvPr/>
          </p:nvSpPr>
          <p:spPr>
            <a:xfrm>
              <a:off x="4764112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7" name="pg2097"/>
            <p:cNvSpPr/>
            <p:nvPr/>
          </p:nvSpPr>
          <p:spPr>
            <a:xfrm>
              <a:off x="4775749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8" name="pg2098"/>
            <p:cNvSpPr/>
            <p:nvPr/>
          </p:nvSpPr>
          <p:spPr>
            <a:xfrm>
              <a:off x="4787387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9" name="pg2099"/>
            <p:cNvSpPr/>
            <p:nvPr/>
          </p:nvSpPr>
          <p:spPr>
            <a:xfrm>
              <a:off x="4647739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0" name="pg2100"/>
            <p:cNvSpPr/>
            <p:nvPr/>
          </p:nvSpPr>
          <p:spPr>
            <a:xfrm>
              <a:off x="4659376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1" name="pg2101"/>
            <p:cNvSpPr/>
            <p:nvPr/>
          </p:nvSpPr>
          <p:spPr>
            <a:xfrm>
              <a:off x="4671013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2" name="pg2102"/>
            <p:cNvSpPr/>
            <p:nvPr/>
          </p:nvSpPr>
          <p:spPr>
            <a:xfrm>
              <a:off x="4682651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3" name="pg2103"/>
            <p:cNvSpPr/>
            <p:nvPr/>
          </p:nvSpPr>
          <p:spPr>
            <a:xfrm>
              <a:off x="4694288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4" name="pg2104"/>
            <p:cNvSpPr/>
            <p:nvPr/>
          </p:nvSpPr>
          <p:spPr>
            <a:xfrm>
              <a:off x="4705925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5" name="pg2105"/>
            <p:cNvSpPr/>
            <p:nvPr/>
          </p:nvSpPr>
          <p:spPr>
            <a:xfrm>
              <a:off x="4717563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6" name="pg2106"/>
            <p:cNvSpPr/>
            <p:nvPr/>
          </p:nvSpPr>
          <p:spPr>
            <a:xfrm>
              <a:off x="4729200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7" name="pg2107"/>
            <p:cNvSpPr/>
            <p:nvPr/>
          </p:nvSpPr>
          <p:spPr>
            <a:xfrm>
              <a:off x="4740837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8" name="pg2108"/>
            <p:cNvSpPr/>
            <p:nvPr/>
          </p:nvSpPr>
          <p:spPr>
            <a:xfrm>
              <a:off x="4752475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9" name="pg2109"/>
            <p:cNvSpPr/>
            <p:nvPr/>
          </p:nvSpPr>
          <p:spPr>
            <a:xfrm>
              <a:off x="4764112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0" name="pg2110"/>
            <p:cNvSpPr/>
            <p:nvPr/>
          </p:nvSpPr>
          <p:spPr>
            <a:xfrm>
              <a:off x="4775749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1" name="pg2111"/>
            <p:cNvSpPr/>
            <p:nvPr/>
          </p:nvSpPr>
          <p:spPr>
            <a:xfrm>
              <a:off x="4624464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2" name="pg2112"/>
            <p:cNvSpPr/>
            <p:nvPr/>
          </p:nvSpPr>
          <p:spPr>
            <a:xfrm>
              <a:off x="4636101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3" name="pg2113"/>
            <p:cNvSpPr/>
            <p:nvPr/>
          </p:nvSpPr>
          <p:spPr>
            <a:xfrm>
              <a:off x="4647739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4" name="pg2114"/>
            <p:cNvSpPr/>
            <p:nvPr/>
          </p:nvSpPr>
          <p:spPr>
            <a:xfrm>
              <a:off x="4659376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5" name="pg2115"/>
            <p:cNvSpPr/>
            <p:nvPr/>
          </p:nvSpPr>
          <p:spPr>
            <a:xfrm>
              <a:off x="4671013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6" name="pg2116"/>
            <p:cNvSpPr/>
            <p:nvPr/>
          </p:nvSpPr>
          <p:spPr>
            <a:xfrm>
              <a:off x="4682651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7" name="pg2117"/>
            <p:cNvSpPr/>
            <p:nvPr/>
          </p:nvSpPr>
          <p:spPr>
            <a:xfrm>
              <a:off x="4694288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8" name="pg2118"/>
            <p:cNvSpPr/>
            <p:nvPr/>
          </p:nvSpPr>
          <p:spPr>
            <a:xfrm>
              <a:off x="4705925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9" name="pg2119"/>
            <p:cNvSpPr/>
            <p:nvPr/>
          </p:nvSpPr>
          <p:spPr>
            <a:xfrm>
              <a:off x="4717563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0" name="pg2120"/>
            <p:cNvSpPr/>
            <p:nvPr/>
          </p:nvSpPr>
          <p:spPr>
            <a:xfrm>
              <a:off x="4729200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1" name="pg2121"/>
            <p:cNvSpPr/>
            <p:nvPr/>
          </p:nvSpPr>
          <p:spPr>
            <a:xfrm>
              <a:off x="4740837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2" name="pg2122"/>
            <p:cNvSpPr/>
            <p:nvPr/>
          </p:nvSpPr>
          <p:spPr>
            <a:xfrm>
              <a:off x="4752475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3" name="pg2123"/>
            <p:cNvSpPr/>
            <p:nvPr/>
          </p:nvSpPr>
          <p:spPr>
            <a:xfrm>
              <a:off x="4764112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4" name="pg2124"/>
            <p:cNvSpPr/>
            <p:nvPr/>
          </p:nvSpPr>
          <p:spPr>
            <a:xfrm>
              <a:off x="4612827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5" name="pg2125"/>
            <p:cNvSpPr/>
            <p:nvPr/>
          </p:nvSpPr>
          <p:spPr>
            <a:xfrm>
              <a:off x="4624464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6" name="pg2126"/>
            <p:cNvSpPr/>
            <p:nvPr/>
          </p:nvSpPr>
          <p:spPr>
            <a:xfrm>
              <a:off x="4636101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7" name="pg2127"/>
            <p:cNvSpPr/>
            <p:nvPr/>
          </p:nvSpPr>
          <p:spPr>
            <a:xfrm>
              <a:off x="4647739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8" name="pg2128"/>
            <p:cNvSpPr/>
            <p:nvPr/>
          </p:nvSpPr>
          <p:spPr>
            <a:xfrm>
              <a:off x="4659376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9" name="pg2129"/>
            <p:cNvSpPr/>
            <p:nvPr/>
          </p:nvSpPr>
          <p:spPr>
            <a:xfrm>
              <a:off x="4671013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0" name="pg2130"/>
            <p:cNvSpPr/>
            <p:nvPr/>
          </p:nvSpPr>
          <p:spPr>
            <a:xfrm>
              <a:off x="4682651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1" name="pg2131"/>
            <p:cNvSpPr/>
            <p:nvPr/>
          </p:nvSpPr>
          <p:spPr>
            <a:xfrm>
              <a:off x="4694288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2" name="pg2132"/>
            <p:cNvSpPr/>
            <p:nvPr/>
          </p:nvSpPr>
          <p:spPr>
            <a:xfrm>
              <a:off x="4705925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3" name="pg2133"/>
            <p:cNvSpPr/>
            <p:nvPr/>
          </p:nvSpPr>
          <p:spPr>
            <a:xfrm>
              <a:off x="4717563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4" name="pg2134"/>
            <p:cNvSpPr/>
            <p:nvPr/>
          </p:nvSpPr>
          <p:spPr>
            <a:xfrm>
              <a:off x="4729200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5" name="pg2135"/>
            <p:cNvSpPr/>
            <p:nvPr/>
          </p:nvSpPr>
          <p:spPr>
            <a:xfrm>
              <a:off x="4740837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6" name="pg2136"/>
            <p:cNvSpPr/>
            <p:nvPr/>
          </p:nvSpPr>
          <p:spPr>
            <a:xfrm>
              <a:off x="4612827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7" name="pg2137"/>
            <p:cNvSpPr/>
            <p:nvPr/>
          </p:nvSpPr>
          <p:spPr>
            <a:xfrm>
              <a:off x="4624464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8" name="pg2138"/>
            <p:cNvSpPr/>
            <p:nvPr/>
          </p:nvSpPr>
          <p:spPr>
            <a:xfrm>
              <a:off x="4636101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9" name="pg2139"/>
            <p:cNvSpPr/>
            <p:nvPr/>
          </p:nvSpPr>
          <p:spPr>
            <a:xfrm>
              <a:off x="4647739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0" name="pg2140"/>
            <p:cNvSpPr/>
            <p:nvPr/>
          </p:nvSpPr>
          <p:spPr>
            <a:xfrm>
              <a:off x="4659376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1" name="pg2141"/>
            <p:cNvSpPr/>
            <p:nvPr/>
          </p:nvSpPr>
          <p:spPr>
            <a:xfrm>
              <a:off x="4671013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2" name="pg2142"/>
            <p:cNvSpPr/>
            <p:nvPr/>
          </p:nvSpPr>
          <p:spPr>
            <a:xfrm>
              <a:off x="4682651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3" name="pg2143"/>
            <p:cNvSpPr/>
            <p:nvPr/>
          </p:nvSpPr>
          <p:spPr>
            <a:xfrm>
              <a:off x="4694288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4" name="pg2144"/>
            <p:cNvSpPr/>
            <p:nvPr/>
          </p:nvSpPr>
          <p:spPr>
            <a:xfrm>
              <a:off x="4705925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5" name="pg2145"/>
            <p:cNvSpPr/>
            <p:nvPr/>
          </p:nvSpPr>
          <p:spPr>
            <a:xfrm>
              <a:off x="4717563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6" name="pg2146"/>
            <p:cNvSpPr/>
            <p:nvPr/>
          </p:nvSpPr>
          <p:spPr>
            <a:xfrm>
              <a:off x="4729200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7" name="pg2147"/>
            <p:cNvSpPr/>
            <p:nvPr/>
          </p:nvSpPr>
          <p:spPr>
            <a:xfrm>
              <a:off x="4612827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8" name="pg2148"/>
            <p:cNvSpPr/>
            <p:nvPr/>
          </p:nvSpPr>
          <p:spPr>
            <a:xfrm>
              <a:off x="4624464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9" name="pg2149"/>
            <p:cNvSpPr/>
            <p:nvPr/>
          </p:nvSpPr>
          <p:spPr>
            <a:xfrm>
              <a:off x="4636101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0" name="pg2150"/>
            <p:cNvSpPr/>
            <p:nvPr/>
          </p:nvSpPr>
          <p:spPr>
            <a:xfrm>
              <a:off x="4647739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1" name="pg2151"/>
            <p:cNvSpPr/>
            <p:nvPr/>
          </p:nvSpPr>
          <p:spPr>
            <a:xfrm>
              <a:off x="4659376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2" name="pg2152"/>
            <p:cNvSpPr/>
            <p:nvPr/>
          </p:nvSpPr>
          <p:spPr>
            <a:xfrm>
              <a:off x="4671013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3" name="pg2153"/>
            <p:cNvSpPr/>
            <p:nvPr/>
          </p:nvSpPr>
          <p:spPr>
            <a:xfrm>
              <a:off x="4682651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4" name="pg2154"/>
            <p:cNvSpPr/>
            <p:nvPr/>
          </p:nvSpPr>
          <p:spPr>
            <a:xfrm>
              <a:off x="4694288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5" name="pg2155"/>
            <p:cNvSpPr/>
            <p:nvPr/>
          </p:nvSpPr>
          <p:spPr>
            <a:xfrm>
              <a:off x="4612827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6" name="pg2156"/>
            <p:cNvSpPr/>
            <p:nvPr/>
          </p:nvSpPr>
          <p:spPr>
            <a:xfrm>
              <a:off x="4624464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7" name="pg2157"/>
            <p:cNvSpPr/>
            <p:nvPr/>
          </p:nvSpPr>
          <p:spPr>
            <a:xfrm>
              <a:off x="4636101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8" name="pg2158"/>
            <p:cNvSpPr/>
            <p:nvPr/>
          </p:nvSpPr>
          <p:spPr>
            <a:xfrm>
              <a:off x="4647739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9" name="pg2159"/>
            <p:cNvSpPr/>
            <p:nvPr/>
          </p:nvSpPr>
          <p:spPr>
            <a:xfrm>
              <a:off x="4659376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0" name="pg2160"/>
            <p:cNvSpPr/>
            <p:nvPr/>
          </p:nvSpPr>
          <p:spPr>
            <a:xfrm>
              <a:off x="4671013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1" name="pg2161"/>
            <p:cNvSpPr/>
            <p:nvPr/>
          </p:nvSpPr>
          <p:spPr>
            <a:xfrm>
              <a:off x="4682651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2" name="pg2162"/>
            <p:cNvSpPr/>
            <p:nvPr/>
          </p:nvSpPr>
          <p:spPr>
            <a:xfrm>
              <a:off x="4589552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3" name="pg2163"/>
            <p:cNvSpPr/>
            <p:nvPr/>
          </p:nvSpPr>
          <p:spPr>
            <a:xfrm>
              <a:off x="4601190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4" name="pg2164"/>
            <p:cNvSpPr/>
            <p:nvPr/>
          </p:nvSpPr>
          <p:spPr>
            <a:xfrm>
              <a:off x="4612827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5" name="pg2165"/>
            <p:cNvSpPr/>
            <p:nvPr/>
          </p:nvSpPr>
          <p:spPr>
            <a:xfrm>
              <a:off x="4624464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6" name="pg2166"/>
            <p:cNvSpPr/>
            <p:nvPr/>
          </p:nvSpPr>
          <p:spPr>
            <a:xfrm>
              <a:off x="4636101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7" name="pg2167"/>
            <p:cNvSpPr/>
            <p:nvPr/>
          </p:nvSpPr>
          <p:spPr>
            <a:xfrm>
              <a:off x="4647739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8" name="pg2168"/>
            <p:cNvSpPr/>
            <p:nvPr/>
          </p:nvSpPr>
          <p:spPr>
            <a:xfrm>
              <a:off x="4659376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9" name="pg2169"/>
            <p:cNvSpPr/>
            <p:nvPr/>
          </p:nvSpPr>
          <p:spPr>
            <a:xfrm>
              <a:off x="4671013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0" name="pg2170"/>
            <p:cNvSpPr/>
            <p:nvPr/>
          </p:nvSpPr>
          <p:spPr>
            <a:xfrm>
              <a:off x="4589552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1" name="pg2171"/>
            <p:cNvSpPr/>
            <p:nvPr/>
          </p:nvSpPr>
          <p:spPr>
            <a:xfrm>
              <a:off x="4601190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2" name="pg2172"/>
            <p:cNvSpPr/>
            <p:nvPr/>
          </p:nvSpPr>
          <p:spPr>
            <a:xfrm>
              <a:off x="4612827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3" name="pg2173"/>
            <p:cNvSpPr/>
            <p:nvPr/>
          </p:nvSpPr>
          <p:spPr>
            <a:xfrm>
              <a:off x="4624464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4" name="pg2174"/>
            <p:cNvSpPr/>
            <p:nvPr/>
          </p:nvSpPr>
          <p:spPr>
            <a:xfrm>
              <a:off x="4636101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5" name="pg2175"/>
            <p:cNvSpPr/>
            <p:nvPr/>
          </p:nvSpPr>
          <p:spPr>
            <a:xfrm>
              <a:off x="4647739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6" name="pg2176"/>
            <p:cNvSpPr/>
            <p:nvPr/>
          </p:nvSpPr>
          <p:spPr>
            <a:xfrm>
              <a:off x="4659376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7" name="pg2177"/>
            <p:cNvSpPr/>
            <p:nvPr/>
          </p:nvSpPr>
          <p:spPr>
            <a:xfrm>
              <a:off x="4577915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8" name="pg2178"/>
            <p:cNvSpPr/>
            <p:nvPr/>
          </p:nvSpPr>
          <p:spPr>
            <a:xfrm>
              <a:off x="4589552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9" name="pg2179"/>
            <p:cNvSpPr/>
            <p:nvPr/>
          </p:nvSpPr>
          <p:spPr>
            <a:xfrm>
              <a:off x="4601190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0" name="pg2180"/>
            <p:cNvSpPr/>
            <p:nvPr/>
          </p:nvSpPr>
          <p:spPr>
            <a:xfrm>
              <a:off x="4612827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1" name="pg2181"/>
            <p:cNvSpPr/>
            <p:nvPr/>
          </p:nvSpPr>
          <p:spPr>
            <a:xfrm>
              <a:off x="4624464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2" name="pg2182"/>
            <p:cNvSpPr/>
            <p:nvPr/>
          </p:nvSpPr>
          <p:spPr>
            <a:xfrm>
              <a:off x="4636101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3" name="pg2183"/>
            <p:cNvSpPr/>
            <p:nvPr/>
          </p:nvSpPr>
          <p:spPr>
            <a:xfrm>
              <a:off x="4647739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4" name="pg2184"/>
            <p:cNvSpPr/>
            <p:nvPr/>
          </p:nvSpPr>
          <p:spPr>
            <a:xfrm>
              <a:off x="4577915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5" name="pg2185"/>
            <p:cNvSpPr/>
            <p:nvPr/>
          </p:nvSpPr>
          <p:spPr>
            <a:xfrm>
              <a:off x="4589552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6" name="pg2186"/>
            <p:cNvSpPr/>
            <p:nvPr/>
          </p:nvSpPr>
          <p:spPr>
            <a:xfrm>
              <a:off x="4601190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7" name="pg2187"/>
            <p:cNvSpPr/>
            <p:nvPr/>
          </p:nvSpPr>
          <p:spPr>
            <a:xfrm>
              <a:off x="4612827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8" name="pg2188"/>
            <p:cNvSpPr/>
            <p:nvPr/>
          </p:nvSpPr>
          <p:spPr>
            <a:xfrm>
              <a:off x="4624464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9" name="pg2189"/>
            <p:cNvSpPr/>
            <p:nvPr/>
          </p:nvSpPr>
          <p:spPr>
            <a:xfrm>
              <a:off x="4636101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0" name="pg2190"/>
            <p:cNvSpPr/>
            <p:nvPr/>
          </p:nvSpPr>
          <p:spPr>
            <a:xfrm>
              <a:off x="4566278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1" name="pg2191"/>
            <p:cNvSpPr/>
            <p:nvPr/>
          </p:nvSpPr>
          <p:spPr>
            <a:xfrm>
              <a:off x="4577915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2" name="pg2192"/>
            <p:cNvSpPr/>
            <p:nvPr/>
          </p:nvSpPr>
          <p:spPr>
            <a:xfrm>
              <a:off x="4589552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3" name="pg2193"/>
            <p:cNvSpPr/>
            <p:nvPr/>
          </p:nvSpPr>
          <p:spPr>
            <a:xfrm>
              <a:off x="4601190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4" name="pg2194"/>
            <p:cNvSpPr/>
            <p:nvPr/>
          </p:nvSpPr>
          <p:spPr>
            <a:xfrm>
              <a:off x="4612827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5" name="pg2195"/>
            <p:cNvSpPr/>
            <p:nvPr/>
          </p:nvSpPr>
          <p:spPr>
            <a:xfrm>
              <a:off x="4624464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6" name="pg2196"/>
            <p:cNvSpPr/>
            <p:nvPr/>
          </p:nvSpPr>
          <p:spPr>
            <a:xfrm>
              <a:off x="4566278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7" name="pg2197"/>
            <p:cNvSpPr/>
            <p:nvPr/>
          </p:nvSpPr>
          <p:spPr>
            <a:xfrm>
              <a:off x="4577915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8" name="pg2198"/>
            <p:cNvSpPr/>
            <p:nvPr/>
          </p:nvSpPr>
          <p:spPr>
            <a:xfrm>
              <a:off x="4589552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9" name="pg2199"/>
            <p:cNvSpPr/>
            <p:nvPr/>
          </p:nvSpPr>
          <p:spPr>
            <a:xfrm>
              <a:off x="4601190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0" name="pg2200"/>
            <p:cNvSpPr/>
            <p:nvPr/>
          </p:nvSpPr>
          <p:spPr>
            <a:xfrm>
              <a:off x="4612827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1" name="pg2201"/>
            <p:cNvSpPr/>
            <p:nvPr/>
          </p:nvSpPr>
          <p:spPr>
            <a:xfrm>
              <a:off x="4554640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2" name="pg2202"/>
            <p:cNvSpPr/>
            <p:nvPr/>
          </p:nvSpPr>
          <p:spPr>
            <a:xfrm>
              <a:off x="4566278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3" name="pg2203"/>
            <p:cNvSpPr/>
            <p:nvPr/>
          </p:nvSpPr>
          <p:spPr>
            <a:xfrm>
              <a:off x="4577915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4" name="pg2204"/>
            <p:cNvSpPr/>
            <p:nvPr/>
          </p:nvSpPr>
          <p:spPr>
            <a:xfrm>
              <a:off x="4589552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5" name="pg2205"/>
            <p:cNvSpPr/>
            <p:nvPr/>
          </p:nvSpPr>
          <p:spPr>
            <a:xfrm>
              <a:off x="4601190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6" name="pg2206"/>
            <p:cNvSpPr/>
            <p:nvPr/>
          </p:nvSpPr>
          <p:spPr>
            <a:xfrm>
              <a:off x="4612827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7" name="pg2207"/>
            <p:cNvSpPr/>
            <p:nvPr/>
          </p:nvSpPr>
          <p:spPr>
            <a:xfrm>
              <a:off x="4554640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8" name="pg2208"/>
            <p:cNvSpPr/>
            <p:nvPr/>
          </p:nvSpPr>
          <p:spPr>
            <a:xfrm>
              <a:off x="4566278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9" name="pg2209"/>
            <p:cNvSpPr/>
            <p:nvPr/>
          </p:nvSpPr>
          <p:spPr>
            <a:xfrm>
              <a:off x="4577915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0" name="pg2210"/>
            <p:cNvSpPr/>
            <p:nvPr/>
          </p:nvSpPr>
          <p:spPr>
            <a:xfrm>
              <a:off x="4589552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1" name="pg2211"/>
            <p:cNvSpPr/>
            <p:nvPr/>
          </p:nvSpPr>
          <p:spPr>
            <a:xfrm>
              <a:off x="4601190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2" name="pg2212"/>
            <p:cNvSpPr/>
            <p:nvPr/>
          </p:nvSpPr>
          <p:spPr>
            <a:xfrm>
              <a:off x="4543003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3" name="pg2213"/>
            <p:cNvSpPr/>
            <p:nvPr/>
          </p:nvSpPr>
          <p:spPr>
            <a:xfrm>
              <a:off x="4554640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4" name="pg2214"/>
            <p:cNvSpPr/>
            <p:nvPr/>
          </p:nvSpPr>
          <p:spPr>
            <a:xfrm>
              <a:off x="4566278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5" name="pg2215"/>
            <p:cNvSpPr/>
            <p:nvPr/>
          </p:nvSpPr>
          <p:spPr>
            <a:xfrm>
              <a:off x="4577915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6" name="pg2216"/>
            <p:cNvSpPr/>
            <p:nvPr/>
          </p:nvSpPr>
          <p:spPr>
            <a:xfrm>
              <a:off x="4589552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7" name="pg2217"/>
            <p:cNvSpPr/>
            <p:nvPr/>
          </p:nvSpPr>
          <p:spPr>
            <a:xfrm>
              <a:off x="4601190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8" name="pg2218"/>
            <p:cNvSpPr/>
            <p:nvPr/>
          </p:nvSpPr>
          <p:spPr>
            <a:xfrm>
              <a:off x="4543003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9" name="pg2219"/>
            <p:cNvSpPr/>
            <p:nvPr/>
          </p:nvSpPr>
          <p:spPr>
            <a:xfrm>
              <a:off x="4554640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0" name="pg2220"/>
            <p:cNvSpPr/>
            <p:nvPr/>
          </p:nvSpPr>
          <p:spPr>
            <a:xfrm>
              <a:off x="4566278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1" name="pg2221"/>
            <p:cNvSpPr/>
            <p:nvPr/>
          </p:nvSpPr>
          <p:spPr>
            <a:xfrm>
              <a:off x="4577915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2" name="pg2222"/>
            <p:cNvSpPr/>
            <p:nvPr/>
          </p:nvSpPr>
          <p:spPr>
            <a:xfrm>
              <a:off x="4589552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3" name="pg2223"/>
            <p:cNvSpPr/>
            <p:nvPr/>
          </p:nvSpPr>
          <p:spPr>
            <a:xfrm>
              <a:off x="4601190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4" name="pg2224"/>
            <p:cNvSpPr/>
            <p:nvPr/>
          </p:nvSpPr>
          <p:spPr>
            <a:xfrm>
              <a:off x="4543003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5" name="pg2225"/>
            <p:cNvSpPr/>
            <p:nvPr/>
          </p:nvSpPr>
          <p:spPr>
            <a:xfrm>
              <a:off x="4554640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6" name="pg2226"/>
            <p:cNvSpPr/>
            <p:nvPr/>
          </p:nvSpPr>
          <p:spPr>
            <a:xfrm>
              <a:off x="4566278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7" name="pg2227"/>
            <p:cNvSpPr/>
            <p:nvPr/>
          </p:nvSpPr>
          <p:spPr>
            <a:xfrm>
              <a:off x="4577915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8" name="pg2228"/>
            <p:cNvSpPr/>
            <p:nvPr/>
          </p:nvSpPr>
          <p:spPr>
            <a:xfrm>
              <a:off x="4589552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9" name="pg2229"/>
            <p:cNvSpPr/>
            <p:nvPr/>
          </p:nvSpPr>
          <p:spPr>
            <a:xfrm>
              <a:off x="3856400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0" name="pg2230"/>
            <p:cNvSpPr/>
            <p:nvPr/>
          </p:nvSpPr>
          <p:spPr>
            <a:xfrm>
              <a:off x="3868038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1" name="pg2231"/>
            <p:cNvSpPr/>
            <p:nvPr/>
          </p:nvSpPr>
          <p:spPr>
            <a:xfrm>
              <a:off x="3879675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2" name="pg2232"/>
            <p:cNvSpPr/>
            <p:nvPr/>
          </p:nvSpPr>
          <p:spPr>
            <a:xfrm>
              <a:off x="3891312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3" name="pg2233"/>
            <p:cNvSpPr/>
            <p:nvPr/>
          </p:nvSpPr>
          <p:spPr>
            <a:xfrm>
              <a:off x="4543003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4" name="pg2234"/>
            <p:cNvSpPr/>
            <p:nvPr/>
          </p:nvSpPr>
          <p:spPr>
            <a:xfrm>
              <a:off x="4554640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5" name="pg2235"/>
            <p:cNvSpPr/>
            <p:nvPr/>
          </p:nvSpPr>
          <p:spPr>
            <a:xfrm>
              <a:off x="4566278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6" name="pg2236"/>
            <p:cNvSpPr/>
            <p:nvPr/>
          </p:nvSpPr>
          <p:spPr>
            <a:xfrm>
              <a:off x="4577915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7" name="pg2237"/>
            <p:cNvSpPr/>
            <p:nvPr/>
          </p:nvSpPr>
          <p:spPr>
            <a:xfrm>
              <a:off x="385640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8" name="pg2238"/>
            <p:cNvSpPr/>
            <p:nvPr/>
          </p:nvSpPr>
          <p:spPr>
            <a:xfrm>
              <a:off x="386803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9" name="pg2239"/>
            <p:cNvSpPr/>
            <p:nvPr/>
          </p:nvSpPr>
          <p:spPr>
            <a:xfrm>
              <a:off x="3879675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0" name="pg2240"/>
            <p:cNvSpPr/>
            <p:nvPr/>
          </p:nvSpPr>
          <p:spPr>
            <a:xfrm>
              <a:off x="3891312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1" name="pg2241"/>
            <p:cNvSpPr/>
            <p:nvPr/>
          </p:nvSpPr>
          <p:spPr>
            <a:xfrm>
              <a:off x="390295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2" name="pg2242"/>
            <p:cNvSpPr/>
            <p:nvPr/>
          </p:nvSpPr>
          <p:spPr>
            <a:xfrm>
              <a:off x="3949499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3" name="pg2243"/>
            <p:cNvSpPr/>
            <p:nvPr/>
          </p:nvSpPr>
          <p:spPr>
            <a:xfrm>
              <a:off x="3961136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4" name="pg2244"/>
            <p:cNvSpPr/>
            <p:nvPr/>
          </p:nvSpPr>
          <p:spPr>
            <a:xfrm>
              <a:off x="3972774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5" name="pg2245"/>
            <p:cNvSpPr/>
            <p:nvPr/>
          </p:nvSpPr>
          <p:spPr>
            <a:xfrm>
              <a:off x="3984411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6" name="pg2246"/>
            <p:cNvSpPr/>
            <p:nvPr/>
          </p:nvSpPr>
          <p:spPr>
            <a:xfrm>
              <a:off x="399604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7" name="pg2247"/>
            <p:cNvSpPr/>
            <p:nvPr/>
          </p:nvSpPr>
          <p:spPr>
            <a:xfrm>
              <a:off x="4543003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8" name="pg2248"/>
            <p:cNvSpPr/>
            <p:nvPr/>
          </p:nvSpPr>
          <p:spPr>
            <a:xfrm>
              <a:off x="455464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9" name="pg2249"/>
            <p:cNvSpPr/>
            <p:nvPr/>
          </p:nvSpPr>
          <p:spPr>
            <a:xfrm>
              <a:off x="456627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0" name="pg2250"/>
            <p:cNvSpPr/>
            <p:nvPr/>
          </p:nvSpPr>
          <p:spPr>
            <a:xfrm>
              <a:off x="4577915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1" name="pg2251"/>
            <p:cNvSpPr/>
            <p:nvPr/>
          </p:nvSpPr>
          <p:spPr>
            <a:xfrm>
              <a:off x="4589552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2" name="pg2252"/>
            <p:cNvSpPr/>
            <p:nvPr/>
          </p:nvSpPr>
          <p:spPr>
            <a:xfrm>
              <a:off x="3774939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3" name="pg2253"/>
            <p:cNvSpPr/>
            <p:nvPr/>
          </p:nvSpPr>
          <p:spPr>
            <a:xfrm>
              <a:off x="378657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4" name="pg2254"/>
            <p:cNvSpPr/>
            <p:nvPr/>
          </p:nvSpPr>
          <p:spPr>
            <a:xfrm>
              <a:off x="384476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5" name="pg2255"/>
            <p:cNvSpPr/>
            <p:nvPr/>
          </p:nvSpPr>
          <p:spPr>
            <a:xfrm>
              <a:off x="385640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6" name="pg2256"/>
            <p:cNvSpPr/>
            <p:nvPr/>
          </p:nvSpPr>
          <p:spPr>
            <a:xfrm>
              <a:off x="386803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7" name="pg2257"/>
            <p:cNvSpPr/>
            <p:nvPr/>
          </p:nvSpPr>
          <p:spPr>
            <a:xfrm>
              <a:off x="387967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8" name="pg2258"/>
            <p:cNvSpPr/>
            <p:nvPr/>
          </p:nvSpPr>
          <p:spPr>
            <a:xfrm>
              <a:off x="389131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9" name="pg2259"/>
            <p:cNvSpPr/>
            <p:nvPr/>
          </p:nvSpPr>
          <p:spPr>
            <a:xfrm>
              <a:off x="390295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0" name="pg2260"/>
            <p:cNvSpPr/>
            <p:nvPr/>
          </p:nvSpPr>
          <p:spPr>
            <a:xfrm>
              <a:off x="3949499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1" name="pg2261"/>
            <p:cNvSpPr/>
            <p:nvPr/>
          </p:nvSpPr>
          <p:spPr>
            <a:xfrm>
              <a:off x="396113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2" name="pg2262"/>
            <p:cNvSpPr/>
            <p:nvPr/>
          </p:nvSpPr>
          <p:spPr>
            <a:xfrm>
              <a:off x="3972774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3" name="pg2263"/>
            <p:cNvSpPr/>
            <p:nvPr/>
          </p:nvSpPr>
          <p:spPr>
            <a:xfrm>
              <a:off x="3984411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4" name="pg2264"/>
            <p:cNvSpPr/>
            <p:nvPr/>
          </p:nvSpPr>
          <p:spPr>
            <a:xfrm>
              <a:off x="399604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5" name="pg2265"/>
            <p:cNvSpPr/>
            <p:nvPr/>
          </p:nvSpPr>
          <p:spPr>
            <a:xfrm>
              <a:off x="400768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6" name="pg2266"/>
            <p:cNvSpPr/>
            <p:nvPr/>
          </p:nvSpPr>
          <p:spPr>
            <a:xfrm>
              <a:off x="401932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7" name="pg2267"/>
            <p:cNvSpPr/>
            <p:nvPr/>
          </p:nvSpPr>
          <p:spPr>
            <a:xfrm>
              <a:off x="403096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8" name="pg2268"/>
            <p:cNvSpPr/>
            <p:nvPr/>
          </p:nvSpPr>
          <p:spPr>
            <a:xfrm>
              <a:off x="404259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9" name="pg2269"/>
            <p:cNvSpPr/>
            <p:nvPr/>
          </p:nvSpPr>
          <p:spPr>
            <a:xfrm>
              <a:off x="405423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0" name="pg2270"/>
            <p:cNvSpPr/>
            <p:nvPr/>
          </p:nvSpPr>
          <p:spPr>
            <a:xfrm>
              <a:off x="406587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1" name="pg2271"/>
            <p:cNvSpPr/>
            <p:nvPr/>
          </p:nvSpPr>
          <p:spPr>
            <a:xfrm>
              <a:off x="407751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2" name="pg2272"/>
            <p:cNvSpPr/>
            <p:nvPr/>
          </p:nvSpPr>
          <p:spPr>
            <a:xfrm>
              <a:off x="454300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3" name="pg2273"/>
            <p:cNvSpPr/>
            <p:nvPr/>
          </p:nvSpPr>
          <p:spPr>
            <a:xfrm>
              <a:off x="455464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4" name="pg2274"/>
            <p:cNvSpPr/>
            <p:nvPr/>
          </p:nvSpPr>
          <p:spPr>
            <a:xfrm>
              <a:off x="456627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5" name="pg2275"/>
            <p:cNvSpPr/>
            <p:nvPr/>
          </p:nvSpPr>
          <p:spPr>
            <a:xfrm>
              <a:off x="457791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6" name="pg2276"/>
            <p:cNvSpPr/>
            <p:nvPr/>
          </p:nvSpPr>
          <p:spPr>
            <a:xfrm>
              <a:off x="458955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7" name="pg2277"/>
            <p:cNvSpPr/>
            <p:nvPr/>
          </p:nvSpPr>
          <p:spPr>
            <a:xfrm>
              <a:off x="362365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8" name="pg2278"/>
            <p:cNvSpPr/>
            <p:nvPr/>
          </p:nvSpPr>
          <p:spPr>
            <a:xfrm>
              <a:off x="363529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9" name="pg2279"/>
            <p:cNvSpPr/>
            <p:nvPr/>
          </p:nvSpPr>
          <p:spPr>
            <a:xfrm>
              <a:off x="364692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0" name="pg2280"/>
            <p:cNvSpPr/>
            <p:nvPr/>
          </p:nvSpPr>
          <p:spPr>
            <a:xfrm>
              <a:off x="365856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1" name="pg2281"/>
            <p:cNvSpPr/>
            <p:nvPr/>
          </p:nvSpPr>
          <p:spPr>
            <a:xfrm>
              <a:off x="367020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2" name="pg2282"/>
            <p:cNvSpPr/>
            <p:nvPr/>
          </p:nvSpPr>
          <p:spPr>
            <a:xfrm>
              <a:off x="372839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3" name="pg2283"/>
            <p:cNvSpPr/>
            <p:nvPr/>
          </p:nvSpPr>
          <p:spPr>
            <a:xfrm>
              <a:off x="374002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4" name="pg2284"/>
            <p:cNvSpPr/>
            <p:nvPr/>
          </p:nvSpPr>
          <p:spPr>
            <a:xfrm>
              <a:off x="375166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5" name="pg2285"/>
            <p:cNvSpPr/>
            <p:nvPr/>
          </p:nvSpPr>
          <p:spPr>
            <a:xfrm>
              <a:off x="376330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6" name="pg2286"/>
            <p:cNvSpPr/>
            <p:nvPr/>
          </p:nvSpPr>
          <p:spPr>
            <a:xfrm>
              <a:off x="377493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7" name="pg2287"/>
            <p:cNvSpPr/>
            <p:nvPr/>
          </p:nvSpPr>
          <p:spPr>
            <a:xfrm>
              <a:off x="378657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8" name="pg2288"/>
            <p:cNvSpPr/>
            <p:nvPr/>
          </p:nvSpPr>
          <p:spPr>
            <a:xfrm>
              <a:off x="379821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9" name="pg2289"/>
            <p:cNvSpPr/>
            <p:nvPr/>
          </p:nvSpPr>
          <p:spPr>
            <a:xfrm>
              <a:off x="380985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0" name="pg2290"/>
            <p:cNvSpPr/>
            <p:nvPr/>
          </p:nvSpPr>
          <p:spPr>
            <a:xfrm>
              <a:off x="382148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1" name="pg2291"/>
            <p:cNvSpPr/>
            <p:nvPr/>
          </p:nvSpPr>
          <p:spPr>
            <a:xfrm>
              <a:off x="383312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2" name="pg2292"/>
            <p:cNvSpPr/>
            <p:nvPr/>
          </p:nvSpPr>
          <p:spPr>
            <a:xfrm>
              <a:off x="384476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3" name="pg2293"/>
            <p:cNvSpPr/>
            <p:nvPr/>
          </p:nvSpPr>
          <p:spPr>
            <a:xfrm>
              <a:off x="385640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4" name="pg2294"/>
            <p:cNvSpPr/>
            <p:nvPr/>
          </p:nvSpPr>
          <p:spPr>
            <a:xfrm>
              <a:off x="386803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5" name="pg2295"/>
            <p:cNvSpPr/>
            <p:nvPr/>
          </p:nvSpPr>
          <p:spPr>
            <a:xfrm>
              <a:off x="387967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6" name="pg2296"/>
            <p:cNvSpPr/>
            <p:nvPr/>
          </p:nvSpPr>
          <p:spPr>
            <a:xfrm>
              <a:off x="389131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7" name="pg2297"/>
            <p:cNvSpPr/>
            <p:nvPr/>
          </p:nvSpPr>
          <p:spPr>
            <a:xfrm>
              <a:off x="390295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8" name="pg2298"/>
            <p:cNvSpPr/>
            <p:nvPr/>
          </p:nvSpPr>
          <p:spPr>
            <a:xfrm>
              <a:off x="391458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9" name="pg2299"/>
            <p:cNvSpPr/>
            <p:nvPr/>
          </p:nvSpPr>
          <p:spPr>
            <a:xfrm>
              <a:off x="392622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0" name="pg2300"/>
            <p:cNvSpPr/>
            <p:nvPr/>
          </p:nvSpPr>
          <p:spPr>
            <a:xfrm>
              <a:off x="393786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1" name="pg2301"/>
            <p:cNvSpPr/>
            <p:nvPr/>
          </p:nvSpPr>
          <p:spPr>
            <a:xfrm>
              <a:off x="394949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2" name="pg2302"/>
            <p:cNvSpPr/>
            <p:nvPr/>
          </p:nvSpPr>
          <p:spPr>
            <a:xfrm>
              <a:off x="396113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3" name="pg2303"/>
            <p:cNvSpPr/>
            <p:nvPr/>
          </p:nvSpPr>
          <p:spPr>
            <a:xfrm>
              <a:off x="397277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4" name="pg2304"/>
            <p:cNvSpPr/>
            <p:nvPr/>
          </p:nvSpPr>
          <p:spPr>
            <a:xfrm>
              <a:off x="398441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5" name="pg2305"/>
            <p:cNvSpPr/>
            <p:nvPr/>
          </p:nvSpPr>
          <p:spPr>
            <a:xfrm>
              <a:off x="399604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6" name="pg2306"/>
            <p:cNvSpPr/>
            <p:nvPr/>
          </p:nvSpPr>
          <p:spPr>
            <a:xfrm>
              <a:off x="400768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7" name="pg2307"/>
            <p:cNvSpPr/>
            <p:nvPr/>
          </p:nvSpPr>
          <p:spPr>
            <a:xfrm>
              <a:off x="401932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8" name="pg2308"/>
            <p:cNvSpPr/>
            <p:nvPr/>
          </p:nvSpPr>
          <p:spPr>
            <a:xfrm>
              <a:off x="403096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9" name="pg2309"/>
            <p:cNvSpPr/>
            <p:nvPr/>
          </p:nvSpPr>
          <p:spPr>
            <a:xfrm>
              <a:off x="404259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0" name="pg2310"/>
            <p:cNvSpPr/>
            <p:nvPr/>
          </p:nvSpPr>
          <p:spPr>
            <a:xfrm>
              <a:off x="405423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1" name="pg2311"/>
            <p:cNvSpPr/>
            <p:nvPr/>
          </p:nvSpPr>
          <p:spPr>
            <a:xfrm>
              <a:off x="406587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2" name="pg2312"/>
            <p:cNvSpPr/>
            <p:nvPr/>
          </p:nvSpPr>
          <p:spPr>
            <a:xfrm>
              <a:off x="407751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3" name="pg2313"/>
            <p:cNvSpPr/>
            <p:nvPr/>
          </p:nvSpPr>
          <p:spPr>
            <a:xfrm>
              <a:off x="408914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4" name="pg2314"/>
            <p:cNvSpPr/>
            <p:nvPr/>
          </p:nvSpPr>
          <p:spPr>
            <a:xfrm>
              <a:off x="412405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5" name="pg2315"/>
            <p:cNvSpPr/>
            <p:nvPr/>
          </p:nvSpPr>
          <p:spPr>
            <a:xfrm>
              <a:off x="454300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6" name="pg2316"/>
            <p:cNvSpPr/>
            <p:nvPr/>
          </p:nvSpPr>
          <p:spPr>
            <a:xfrm>
              <a:off x="455464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7" name="pg2317"/>
            <p:cNvSpPr/>
            <p:nvPr/>
          </p:nvSpPr>
          <p:spPr>
            <a:xfrm>
              <a:off x="456627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8" name="pg2318"/>
            <p:cNvSpPr/>
            <p:nvPr/>
          </p:nvSpPr>
          <p:spPr>
            <a:xfrm>
              <a:off x="457791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9" name="pg2319"/>
            <p:cNvSpPr/>
            <p:nvPr/>
          </p:nvSpPr>
          <p:spPr>
            <a:xfrm>
              <a:off x="458955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0" name="pg2320"/>
            <p:cNvSpPr/>
            <p:nvPr/>
          </p:nvSpPr>
          <p:spPr>
            <a:xfrm>
              <a:off x="361201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1" name="pg2321"/>
            <p:cNvSpPr/>
            <p:nvPr/>
          </p:nvSpPr>
          <p:spPr>
            <a:xfrm>
              <a:off x="362365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2" name="pg2322"/>
            <p:cNvSpPr/>
            <p:nvPr/>
          </p:nvSpPr>
          <p:spPr>
            <a:xfrm>
              <a:off x="363529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3" name="pg2323"/>
            <p:cNvSpPr/>
            <p:nvPr/>
          </p:nvSpPr>
          <p:spPr>
            <a:xfrm>
              <a:off x="364692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4" name="pg2324"/>
            <p:cNvSpPr/>
            <p:nvPr/>
          </p:nvSpPr>
          <p:spPr>
            <a:xfrm>
              <a:off x="365856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5" name="pg2325"/>
            <p:cNvSpPr/>
            <p:nvPr/>
          </p:nvSpPr>
          <p:spPr>
            <a:xfrm>
              <a:off x="367020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6" name="pg2326"/>
            <p:cNvSpPr/>
            <p:nvPr/>
          </p:nvSpPr>
          <p:spPr>
            <a:xfrm>
              <a:off x="368184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7" name="pg2327"/>
            <p:cNvSpPr/>
            <p:nvPr/>
          </p:nvSpPr>
          <p:spPr>
            <a:xfrm>
              <a:off x="369347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8" name="pg2328"/>
            <p:cNvSpPr/>
            <p:nvPr/>
          </p:nvSpPr>
          <p:spPr>
            <a:xfrm>
              <a:off x="370511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9" name="pg2329"/>
            <p:cNvSpPr/>
            <p:nvPr/>
          </p:nvSpPr>
          <p:spPr>
            <a:xfrm>
              <a:off x="371675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0" name="pg2330"/>
            <p:cNvSpPr/>
            <p:nvPr/>
          </p:nvSpPr>
          <p:spPr>
            <a:xfrm>
              <a:off x="372839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1" name="pg2331"/>
            <p:cNvSpPr/>
            <p:nvPr/>
          </p:nvSpPr>
          <p:spPr>
            <a:xfrm>
              <a:off x="374002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2" name="pg2332"/>
            <p:cNvSpPr/>
            <p:nvPr/>
          </p:nvSpPr>
          <p:spPr>
            <a:xfrm>
              <a:off x="375166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3" name="pg2333"/>
            <p:cNvSpPr/>
            <p:nvPr/>
          </p:nvSpPr>
          <p:spPr>
            <a:xfrm>
              <a:off x="376330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4" name="pg2334"/>
            <p:cNvSpPr/>
            <p:nvPr/>
          </p:nvSpPr>
          <p:spPr>
            <a:xfrm>
              <a:off x="377493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8AC">
                <a:alpha val="100000"/>
              </a:srgbClr>
            </a:solidFill>
            <a:ln w="5420" cap="flat">
              <a:solidFill>
                <a:srgbClr val="5D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5" name="pg2335"/>
            <p:cNvSpPr/>
            <p:nvPr/>
          </p:nvSpPr>
          <p:spPr>
            <a:xfrm>
              <a:off x="378657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6" name="pg2336"/>
            <p:cNvSpPr/>
            <p:nvPr/>
          </p:nvSpPr>
          <p:spPr>
            <a:xfrm>
              <a:off x="379821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7" name="pg2337"/>
            <p:cNvSpPr/>
            <p:nvPr/>
          </p:nvSpPr>
          <p:spPr>
            <a:xfrm>
              <a:off x="380985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8" name="pg2338"/>
            <p:cNvSpPr/>
            <p:nvPr/>
          </p:nvSpPr>
          <p:spPr>
            <a:xfrm>
              <a:off x="382148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9" name="pg2339"/>
            <p:cNvSpPr/>
            <p:nvPr/>
          </p:nvSpPr>
          <p:spPr>
            <a:xfrm>
              <a:off x="383312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0" name="pg2340"/>
            <p:cNvSpPr/>
            <p:nvPr/>
          </p:nvSpPr>
          <p:spPr>
            <a:xfrm>
              <a:off x="384476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1" name="pg2341"/>
            <p:cNvSpPr/>
            <p:nvPr/>
          </p:nvSpPr>
          <p:spPr>
            <a:xfrm>
              <a:off x="385640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2" name="pg2342"/>
            <p:cNvSpPr/>
            <p:nvPr/>
          </p:nvSpPr>
          <p:spPr>
            <a:xfrm>
              <a:off x="386803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3" name="pg2343"/>
            <p:cNvSpPr/>
            <p:nvPr/>
          </p:nvSpPr>
          <p:spPr>
            <a:xfrm>
              <a:off x="387967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4" name="pg2344"/>
            <p:cNvSpPr/>
            <p:nvPr/>
          </p:nvSpPr>
          <p:spPr>
            <a:xfrm>
              <a:off x="389131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5" name="pg2345"/>
            <p:cNvSpPr/>
            <p:nvPr/>
          </p:nvSpPr>
          <p:spPr>
            <a:xfrm>
              <a:off x="390295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6" name="pg2346"/>
            <p:cNvSpPr/>
            <p:nvPr/>
          </p:nvSpPr>
          <p:spPr>
            <a:xfrm>
              <a:off x="391458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7" name="pg2347"/>
            <p:cNvSpPr/>
            <p:nvPr/>
          </p:nvSpPr>
          <p:spPr>
            <a:xfrm>
              <a:off x="392622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8" name="pg2348"/>
            <p:cNvSpPr/>
            <p:nvPr/>
          </p:nvSpPr>
          <p:spPr>
            <a:xfrm>
              <a:off x="393786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9" name="pg2349"/>
            <p:cNvSpPr/>
            <p:nvPr/>
          </p:nvSpPr>
          <p:spPr>
            <a:xfrm>
              <a:off x="394949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0" name="pg2350"/>
            <p:cNvSpPr/>
            <p:nvPr/>
          </p:nvSpPr>
          <p:spPr>
            <a:xfrm>
              <a:off x="396113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1" name="pg2351"/>
            <p:cNvSpPr/>
            <p:nvPr/>
          </p:nvSpPr>
          <p:spPr>
            <a:xfrm>
              <a:off x="397277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2" name="pg2352"/>
            <p:cNvSpPr/>
            <p:nvPr/>
          </p:nvSpPr>
          <p:spPr>
            <a:xfrm>
              <a:off x="398441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3" name="pg2353"/>
            <p:cNvSpPr/>
            <p:nvPr/>
          </p:nvSpPr>
          <p:spPr>
            <a:xfrm>
              <a:off x="399604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4" name="pg2354"/>
            <p:cNvSpPr/>
            <p:nvPr/>
          </p:nvSpPr>
          <p:spPr>
            <a:xfrm>
              <a:off x="400768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5" name="pg2355"/>
            <p:cNvSpPr/>
            <p:nvPr/>
          </p:nvSpPr>
          <p:spPr>
            <a:xfrm>
              <a:off x="401932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6" name="pg2356"/>
            <p:cNvSpPr/>
            <p:nvPr/>
          </p:nvSpPr>
          <p:spPr>
            <a:xfrm>
              <a:off x="403096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7" name="pg2357"/>
            <p:cNvSpPr/>
            <p:nvPr/>
          </p:nvSpPr>
          <p:spPr>
            <a:xfrm>
              <a:off x="404259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8" name="pg2358"/>
            <p:cNvSpPr/>
            <p:nvPr/>
          </p:nvSpPr>
          <p:spPr>
            <a:xfrm>
              <a:off x="405423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9" name="pg2359"/>
            <p:cNvSpPr/>
            <p:nvPr/>
          </p:nvSpPr>
          <p:spPr>
            <a:xfrm>
              <a:off x="406587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0" name="pg2360"/>
            <p:cNvSpPr/>
            <p:nvPr/>
          </p:nvSpPr>
          <p:spPr>
            <a:xfrm>
              <a:off x="407751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1" name="pg2361"/>
            <p:cNvSpPr/>
            <p:nvPr/>
          </p:nvSpPr>
          <p:spPr>
            <a:xfrm>
              <a:off x="408914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2" name="pg2362"/>
            <p:cNvSpPr/>
            <p:nvPr/>
          </p:nvSpPr>
          <p:spPr>
            <a:xfrm>
              <a:off x="410078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3" name="pg2363"/>
            <p:cNvSpPr/>
            <p:nvPr/>
          </p:nvSpPr>
          <p:spPr>
            <a:xfrm>
              <a:off x="411242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4" name="pg2364"/>
            <p:cNvSpPr/>
            <p:nvPr/>
          </p:nvSpPr>
          <p:spPr>
            <a:xfrm>
              <a:off x="412405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5" name="pg2365"/>
            <p:cNvSpPr/>
            <p:nvPr/>
          </p:nvSpPr>
          <p:spPr>
            <a:xfrm>
              <a:off x="413569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6" name="pg2366"/>
            <p:cNvSpPr/>
            <p:nvPr/>
          </p:nvSpPr>
          <p:spPr>
            <a:xfrm>
              <a:off x="414733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7" name="pg2367"/>
            <p:cNvSpPr/>
            <p:nvPr/>
          </p:nvSpPr>
          <p:spPr>
            <a:xfrm>
              <a:off x="455464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8" name="pg2368"/>
            <p:cNvSpPr/>
            <p:nvPr/>
          </p:nvSpPr>
          <p:spPr>
            <a:xfrm>
              <a:off x="456627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9" name="pg2369"/>
            <p:cNvSpPr/>
            <p:nvPr/>
          </p:nvSpPr>
          <p:spPr>
            <a:xfrm>
              <a:off x="457791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0" name="pg2370"/>
            <p:cNvSpPr/>
            <p:nvPr/>
          </p:nvSpPr>
          <p:spPr>
            <a:xfrm>
              <a:off x="458955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1" name="pg2371"/>
            <p:cNvSpPr/>
            <p:nvPr/>
          </p:nvSpPr>
          <p:spPr>
            <a:xfrm>
              <a:off x="360037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2" name="pg2372"/>
            <p:cNvSpPr/>
            <p:nvPr/>
          </p:nvSpPr>
          <p:spPr>
            <a:xfrm>
              <a:off x="361201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3" name="pg2373"/>
            <p:cNvSpPr/>
            <p:nvPr/>
          </p:nvSpPr>
          <p:spPr>
            <a:xfrm>
              <a:off x="362365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4" name="pg2374"/>
            <p:cNvSpPr/>
            <p:nvPr/>
          </p:nvSpPr>
          <p:spPr>
            <a:xfrm>
              <a:off x="363529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5" name="pg2375"/>
            <p:cNvSpPr/>
            <p:nvPr/>
          </p:nvSpPr>
          <p:spPr>
            <a:xfrm>
              <a:off x="364692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6" name="pg2376"/>
            <p:cNvSpPr/>
            <p:nvPr/>
          </p:nvSpPr>
          <p:spPr>
            <a:xfrm>
              <a:off x="365856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7" name="pg2377"/>
            <p:cNvSpPr/>
            <p:nvPr/>
          </p:nvSpPr>
          <p:spPr>
            <a:xfrm>
              <a:off x="367020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8" name="pg2378"/>
            <p:cNvSpPr/>
            <p:nvPr/>
          </p:nvSpPr>
          <p:spPr>
            <a:xfrm>
              <a:off x="368184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9" name="pg2379"/>
            <p:cNvSpPr/>
            <p:nvPr/>
          </p:nvSpPr>
          <p:spPr>
            <a:xfrm>
              <a:off x="369347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0" name="pg2380"/>
            <p:cNvSpPr/>
            <p:nvPr/>
          </p:nvSpPr>
          <p:spPr>
            <a:xfrm>
              <a:off x="370511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1" name="pg2381"/>
            <p:cNvSpPr/>
            <p:nvPr/>
          </p:nvSpPr>
          <p:spPr>
            <a:xfrm>
              <a:off x="371675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2" name="pg2382"/>
            <p:cNvSpPr/>
            <p:nvPr/>
          </p:nvSpPr>
          <p:spPr>
            <a:xfrm>
              <a:off x="372839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3" name="pg2383"/>
            <p:cNvSpPr/>
            <p:nvPr/>
          </p:nvSpPr>
          <p:spPr>
            <a:xfrm>
              <a:off x="374002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4" name="pg2384"/>
            <p:cNvSpPr/>
            <p:nvPr/>
          </p:nvSpPr>
          <p:spPr>
            <a:xfrm>
              <a:off x="375166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5" name="pg2385"/>
            <p:cNvSpPr/>
            <p:nvPr/>
          </p:nvSpPr>
          <p:spPr>
            <a:xfrm>
              <a:off x="376330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6" name="pg2386"/>
            <p:cNvSpPr/>
            <p:nvPr/>
          </p:nvSpPr>
          <p:spPr>
            <a:xfrm>
              <a:off x="377493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7" name="pg2387"/>
            <p:cNvSpPr/>
            <p:nvPr/>
          </p:nvSpPr>
          <p:spPr>
            <a:xfrm>
              <a:off x="378657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8AC">
                <a:alpha val="100000"/>
              </a:srgbClr>
            </a:solidFill>
            <a:ln w="5420" cap="flat">
              <a:solidFill>
                <a:srgbClr val="5D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8" name="pg2388"/>
            <p:cNvSpPr/>
            <p:nvPr/>
          </p:nvSpPr>
          <p:spPr>
            <a:xfrm>
              <a:off x="379821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9" name="pg2389"/>
            <p:cNvSpPr/>
            <p:nvPr/>
          </p:nvSpPr>
          <p:spPr>
            <a:xfrm>
              <a:off x="380985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0" name="pg2390"/>
            <p:cNvSpPr/>
            <p:nvPr/>
          </p:nvSpPr>
          <p:spPr>
            <a:xfrm>
              <a:off x="382148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1" name="pg2391"/>
            <p:cNvSpPr/>
            <p:nvPr/>
          </p:nvSpPr>
          <p:spPr>
            <a:xfrm>
              <a:off x="383312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2" name="pg2392"/>
            <p:cNvSpPr/>
            <p:nvPr/>
          </p:nvSpPr>
          <p:spPr>
            <a:xfrm>
              <a:off x="384476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3" name="pg2393"/>
            <p:cNvSpPr/>
            <p:nvPr/>
          </p:nvSpPr>
          <p:spPr>
            <a:xfrm>
              <a:off x="385640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4" name="pg2394"/>
            <p:cNvSpPr/>
            <p:nvPr/>
          </p:nvSpPr>
          <p:spPr>
            <a:xfrm>
              <a:off x="386803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5" name="pg2395"/>
            <p:cNvSpPr/>
            <p:nvPr/>
          </p:nvSpPr>
          <p:spPr>
            <a:xfrm>
              <a:off x="387967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6" name="pg2396"/>
            <p:cNvSpPr/>
            <p:nvPr/>
          </p:nvSpPr>
          <p:spPr>
            <a:xfrm>
              <a:off x="389131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7" name="pg2397"/>
            <p:cNvSpPr/>
            <p:nvPr/>
          </p:nvSpPr>
          <p:spPr>
            <a:xfrm>
              <a:off x="390295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8" name="pg2398"/>
            <p:cNvSpPr/>
            <p:nvPr/>
          </p:nvSpPr>
          <p:spPr>
            <a:xfrm>
              <a:off x="391458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9" name="pg2399"/>
            <p:cNvSpPr/>
            <p:nvPr/>
          </p:nvSpPr>
          <p:spPr>
            <a:xfrm>
              <a:off x="392622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0" name="pg2400"/>
            <p:cNvSpPr/>
            <p:nvPr/>
          </p:nvSpPr>
          <p:spPr>
            <a:xfrm>
              <a:off x="393786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1" name="pg2401"/>
            <p:cNvSpPr/>
            <p:nvPr/>
          </p:nvSpPr>
          <p:spPr>
            <a:xfrm>
              <a:off x="394949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2" name="pg2402"/>
            <p:cNvSpPr/>
            <p:nvPr/>
          </p:nvSpPr>
          <p:spPr>
            <a:xfrm>
              <a:off x="396113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3" name="pg2403"/>
            <p:cNvSpPr/>
            <p:nvPr/>
          </p:nvSpPr>
          <p:spPr>
            <a:xfrm>
              <a:off x="397277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4" name="pg2404"/>
            <p:cNvSpPr/>
            <p:nvPr/>
          </p:nvSpPr>
          <p:spPr>
            <a:xfrm>
              <a:off x="398441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5" name="pg2405"/>
            <p:cNvSpPr/>
            <p:nvPr/>
          </p:nvSpPr>
          <p:spPr>
            <a:xfrm>
              <a:off x="399604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6" name="pg2406"/>
            <p:cNvSpPr/>
            <p:nvPr/>
          </p:nvSpPr>
          <p:spPr>
            <a:xfrm>
              <a:off x="400768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7" name="pg2407"/>
            <p:cNvSpPr/>
            <p:nvPr/>
          </p:nvSpPr>
          <p:spPr>
            <a:xfrm>
              <a:off x="401932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8" name="pg2408"/>
            <p:cNvSpPr/>
            <p:nvPr/>
          </p:nvSpPr>
          <p:spPr>
            <a:xfrm>
              <a:off x="403096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9" name="pg2409"/>
            <p:cNvSpPr/>
            <p:nvPr/>
          </p:nvSpPr>
          <p:spPr>
            <a:xfrm>
              <a:off x="404259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0" name="pg2410"/>
            <p:cNvSpPr/>
            <p:nvPr/>
          </p:nvSpPr>
          <p:spPr>
            <a:xfrm>
              <a:off x="405423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1" name="pg2411"/>
            <p:cNvSpPr/>
            <p:nvPr/>
          </p:nvSpPr>
          <p:spPr>
            <a:xfrm>
              <a:off x="406587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2" name="pg2412"/>
            <p:cNvSpPr/>
            <p:nvPr/>
          </p:nvSpPr>
          <p:spPr>
            <a:xfrm>
              <a:off x="407751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3" name="pg2413"/>
            <p:cNvSpPr/>
            <p:nvPr/>
          </p:nvSpPr>
          <p:spPr>
            <a:xfrm>
              <a:off x="408914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4" name="pg2414"/>
            <p:cNvSpPr/>
            <p:nvPr/>
          </p:nvSpPr>
          <p:spPr>
            <a:xfrm>
              <a:off x="410078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5" name="pg2415"/>
            <p:cNvSpPr/>
            <p:nvPr/>
          </p:nvSpPr>
          <p:spPr>
            <a:xfrm>
              <a:off x="411242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6" name="pg2416"/>
            <p:cNvSpPr/>
            <p:nvPr/>
          </p:nvSpPr>
          <p:spPr>
            <a:xfrm>
              <a:off x="412405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7" name="pg2417"/>
            <p:cNvSpPr/>
            <p:nvPr/>
          </p:nvSpPr>
          <p:spPr>
            <a:xfrm>
              <a:off x="413569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8" name="pg2418"/>
            <p:cNvSpPr/>
            <p:nvPr/>
          </p:nvSpPr>
          <p:spPr>
            <a:xfrm>
              <a:off x="414733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9" name="pg2419"/>
            <p:cNvSpPr/>
            <p:nvPr/>
          </p:nvSpPr>
          <p:spPr>
            <a:xfrm>
              <a:off x="426370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0" name="pg2420"/>
            <p:cNvSpPr/>
            <p:nvPr/>
          </p:nvSpPr>
          <p:spPr>
            <a:xfrm>
              <a:off x="427534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1" name="pg2421"/>
            <p:cNvSpPr/>
            <p:nvPr/>
          </p:nvSpPr>
          <p:spPr>
            <a:xfrm>
              <a:off x="428698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2" name="pg2422"/>
            <p:cNvSpPr/>
            <p:nvPr/>
          </p:nvSpPr>
          <p:spPr>
            <a:xfrm>
              <a:off x="429861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3" name="pg2423"/>
            <p:cNvSpPr/>
            <p:nvPr/>
          </p:nvSpPr>
          <p:spPr>
            <a:xfrm>
              <a:off x="455464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4" name="pg2424"/>
            <p:cNvSpPr/>
            <p:nvPr/>
          </p:nvSpPr>
          <p:spPr>
            <a:xfrm>
              <a:off x="456627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5" name="pg2425"/>
            <p:cNvSpPr/>
            <p:nvPr/>
          </p:nvSpPr>
          <p:spPr>
            <a:xfrm>
              <a:off x="457791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6" name="pg2426"/>
            <p:cNvSpPr/>
            <p:nvPr/>
          </p:nvSpPr>
          <p:spPr>
            <a:xfrm>
              <a:off x="458955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7" name="pg2427"/>
            <p:cNvSpPr/>
            <p:nvPr/>
          </p:nvSpPr>
          <p:spPr>
            <a:xfrm>
              <a:off x="460119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8" name="pg2428"/>
            <p:cNvSpPr/>
            <p:nvPr/>
          </p:nvSpPr>
          <p:spPr>
            <a:xfrm>
              <a:off x="325125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9" name="pg2429"/>
            <p:cNvSpPr/>
            <p:nvPr/>
          </p:nvSpPr>
          <p:spPr>
            <a:xfrm>
              <a:off x="326289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0" name="pg2430"/>
            <p:cNvSpPr/>
            <p:nvPr/>
          </p:nvSpPr>
          <p:spPr>
            <a:xfrm>
              <a:off x="360037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1" name="pg2431"/>
            <p:cNvSpPr/>
            <p:nvPr/>
          </p:nvSpPr>
          <p:spPr>
            <a:xfrm>
              <a:off x="361201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2" name="pg2432"/>
            <p:cNvSpPr/>
            <p:nvPr/>
          </p:nvSpPr>
          <p:spPr>
            <a:xfrm>
              <a:off x="362365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3" name="pg2433"/>
            <p:cNvSpPr/>
            <p:nvPr/>
          </p:nvSpPr>
          <p:spPr>
            <a:xfrm>
              <a:off x="363529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4" name="pg2434"/>
            <p:cNvSpPr/>
            <p:nvPr/>
          </p:nvSpPr>
          <p:spPr>
            <a:xfrm>
              <a:off x="364692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5" name="pg2435"/>
            <p:cNvSpPr/>
            <p:nvPr/>
          </p:nvSpPr>
          <p:spPr>
            <a:xfrm>
              <a:off x="365856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6" name="pg2436"/>
            <p:cNvSpPr/>
            <p:nvPr/>
          </p:nvSpPr>
          <p:spPr>
            <a:xfrm>
              <a:off x="367020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7" name="pg2437"/>
            <p:cNvSpPr/>
            <p:nvPr/>
          </p:nvSpPr>
          <p:spPr>
            <a:xfrm>
              <a:off x="368184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8" name="pg2438"/>
            <p:cNvSpPr/>
            <p:nvPr/>
          </p:nvSpPr>
          <p:spPr>
            <a:xfrm>
              <a:off x="369347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9" name="pg2439"/>
            <p:cNvSpPr/>
            <p:nvPr/>
          </p:nvSpPr>
          <p:spPr>
            <a:xfrm>
              <a:off x="370511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0" name="pg2440"/>
            <p:cNvSpPr/>
            <p:nvPr/>
          </p:nvSpPr>
          <p:spPr>
            <a:xfrm>
              <a:off x="371675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1" name="pg2441"/>
            <p:cNvSpPr/>
            <p:nvPr/>
          </p:nvSpPr>
          <p:spPr>
            <a:xfrm>
              <a:off x="372839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2" name="pg2442"/>
            <p:cNvSpPr/>
            <p:nvPr/>
          </p:nvSpPr>
          <p:spPr>
            <a:xfrm>
              <a:off x="374002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3" name="pg2443"/>
            <p:cNvSpPr/>
            <p:nvPr/>
          </p:nvSpPr>
          <p:spPr>
            <a:xfrm>
              <a:off x="375166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4" name="pg2444"/>
            <p:cNvSpPr/>
            <p:nvPr/>
          </p:nvSpPr>
          <p:spPr>
            <a:xfrm>
              <a:off x="376330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5" name="pg2445"/>
            <p:cNvSpPr/>
            <p:nvPr/>
          </p:nvSpPr>
          <p:spPr>
            <a:xfrm>
              <a:off x="377493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6" name="pg2446"/>
            <p:cNvSpPr/>
            <p:nvPr/>
          </p:nvSpPr>
          <p:spPr>
            <a:xfrm>
              <a:off x="378657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7" name="pg2447"/>
            <p:cNvSpPr/>
            <p:nvPr/>
          </p:nvSpPr>
          <p:spPr>
            <a:xfrm>
              <a:off x="379821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8" name="pg2448"/>
            <p:cNvSpPr/>
            <p:nvPr/>
          </p:nvSpPr>
          <p:spPr>
            <a:xfrm>
              <a:off x="380985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9" name="pg2449"/>
            <p:cNvSpPr/>
            <p:nvPr/>
          </p:nvSpPr>
          <p:spPr>
            <a:xfrm>
              <a:off x="382148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0" name="pg2450"/>
            <p:cNvSpPr/>
            <p:nvPr/>
          </p:nvSpPr>
          <p:spPr>
            <a:xfrm>
              <a:off x="383312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1" name="pg2451"/>
            <p:cNvSpPr/>
            <p:nvPr/>
          </p:nvSpPr>
          <p:spPr>
            <a:xfrm>
              <a:off x="384476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2" name="pg2452"/>
            <p:cNvSpPr/>
            <p:nvPr/>
          </p:nvSpPr>
          <p:spPr>
            <a:xfrm>
              <a:off x="385640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3" name="pg2453"/>
            <p:cNvSpPr/>
            <p:nvPr/>
          </p:nvSpPr>
          <p:spPr>
            <a:xfrm>
              <a:off x="386803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4" name="pg2454"/>
            <p:cNvSpPr/>
            <p:nvPr/>
          </p:nvSpPr>
          <p:spPr>
            <a:xfrm>
              <a:off x="387967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5" name="pg2455"/>
            <p:cNvSpPr/>
            <p:nvPr/>
          </p:nvSpPr>
          <p:spPr>
            <a:xfrm>
              <a:off x="389131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6" name="pg2456"/>
            <p:cNvSpPr/>
            <p:nvPr/>
          </p:nvSpPr>
          <p:spPr>
            <a:xfrm>
              <a:off x="390295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7" name="pg2457"/>
            <p:cNvSpPr/>
            <p:nvPr/>
          </p:nvSpPr>
          <p:spPr>
            <a:xfrm>
              <a:off x="391458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8" name="pg2458"/>
            <p:cNvSpPr/>
            <p:nvPr/>
          </p:nvSpPr>
          <p:spPr>
            <a:xfrm>
              <a:off x="392622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9" name="pg2459"/>
            <p:cNvSpPr/>
            <p:nvPr/>
          </p:nvSpPr>
          <p:spPr>
            <a:xfrm>
              <a:off x="393786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0" name="pg2460"/>
            <p:cNvSpPr/>
            <p:nvPr/>
          </p:nvSpPr>
          <p:spPr>
            <a:xfrm>
              <a:off x="394949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1" name="pg2461"/>
            <p:cNvSpPr/>
            <p:nvPr/>
          </p:nvSpPr>
          <p:spPr>
            <a:xfrm>
              <a:off x="396113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2" name="pg2462"/>
            <p:cNvSpPr/>
            <p:nvPr/>
          </p:nvSpPr>
          <p:spPr>
            <a:xfrm>
              <a:off x="397277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3" name="pg2463"/>
            <p:cNvSpPr/>
            <p:nvPr/>
          </p:nvSpPr>
          <p:spPr>
            <a:xfrm>
              <a:off x="398441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4" name="pg2464"/>
            <p:cNvSpPr/>
            <p:nvPr/>
          </p:nvSpPr>
          <p:spPr>
            <a:xfrm>
              <a:off x="399604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5" name="pg2465"/>
            <p:cNvSpPr/>
            <p:nvPr/>
          </p:nvSpPr>
          <p:spPr>
            <a:xfrm>
              <a:off x="400768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6" name="pg2466"/>
            <p:cNvSpPr/>
            <p:nvPr/>
          </p:nvSpPr>
          <p:spPr>
            <a:xfrm>
              <a:off x="401932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7" name="pg2467"/>
            <p:cNvSpPr/>
            <p:nvPr/>
          </p:nvSpPr>
          <p:spPr>
            <a:xfrm>
              <a:off x="403096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8" name="pg2468"/>
            <p:cNvSpPr/>
            <p:nvPr/>
          </p:nvSpPr>
          <p:spPr>
            <a:xfrm>
              <a:off x="404259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9" name="pg2469"/>
            <p:cNvSpPr/>
            <p:nvPr/>
          </p:nvSpPr>
          <p:spPr>
            <a:xfrm>
              <a:off x="405423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0" name="pg2470"/>
            <p:cNvSpPr/>
            <p:nvPr/>
          </p:nvSpPr>
          <p:spPr>
            <a:xfrm>
              <a:off x="406587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1" name="pg2471"/>
            <p:cNvSpPr/>
            <p:nvPr/>
          </p:nvSpPr>
          <p:spPr>
            <a:xfrm>
              <a:off x="407751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2" name="pg2472"/>
            <p:cNvSpPr/>
            <p:nvPr/>
          </p:nvSpPr>
          <p:spPr>
            <a:xfrm>
              <a:off x="408914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3" name="pg2473"/>
            <p:cNvSpPr/>
            <p:nvPr/>
          </p:nvSpPr>
          <p:spPr>
            <a:xfrm>
              <a:off x="410078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4" name="pg2474"/>
            <p:cNvSpPr/>
            <p:nvPr/>
          </p:nvSpPr>
          <p:spPr>
            <a:xfrm>
              <a:off x="411242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5" name="pg2475"/>
            <p:cNvSpPr/>
            <p:nvPr/>
          </p:nvSpPr>
          <p:spPr>
            <a:xfrm>
              <a:off x="412405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6" name="pg2476"/>
            <p:cNvSpPr/>
            <p:nvPr/>
          </p:nvSpPr>
          <p:spPr>
            <a:xfrm>
              <a:off x="413569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7" name="pg2477"/>
            <p:cNvSpPr/>
            <p:nvPr/>
          </p:nvSpPr>
          <p:spPr>
            <a:xfrm>
              <a:off x="414733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8" name="pg2478"/>
            <p:cNvSpPr/>
            <p:nvPr/>
          </p:nvSpPr>
          <p:spPr>
            <a:xfrm>
              <a:off x="425207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9" name="pg2479"/>
            <p:cNvSpPr/>
            <p:nvPr/>
          </p:nvSpPr>
          <p:spPr>
            <a:xfrm>
              <a:off x="426370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0" name="pg2480"/>
            <p:cNvSpPr/>
            <p:nvPr/>
          </p:nvSpPr>
          <p:spPr>
            <a:xfrm>
              <a:off x="427534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1" name="pg2481"/>
            <p:cNvSpPr/>
            <p:nvPr/>
          </p:nvSpPr>
          <p:spPr>
            <a:xfrm>
              <a:off x="428698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2" name="pg2482"/>
            <p:cNvSpPr/>
            <p:nvPr/>
          </p:nvSpPr>
          <p:spPr>
            <a:xfrm>
              <a:off x="429861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3" name="pg2483"/>
            <p:cNvSpPr/>
            <p:nvPr/>
          </p:nvSpPr>
          <p:spPr>
            <a:xfrm>
              <a:off x="431025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4" name="pg2484"/>
            <p:cNvSpPr/>
            <p:nvPr/>
          </p:nvSpPr>
          <p:spPr>
            <a:xfrm>
              <a:off x="432189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5" name="pg2485"/>
            <p:cNvSpPr/>
            <p:nvPr/>
          </p:nvSpPr>
          <p:spPr>
            <a:xfrm>
              <a:off x="455464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6" name="pg2486"/>
            <p:cNvSpPr/>
            <p:nvPr/>
          </p:nvSpPr>
          <p:spPr>
            <a:xfrm>
              <a:off x="456627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7" name="pg2487"/>
            <p:cNvSpPr/>
            <p:nvPr/>
          </p:nvSpPr>
          <p:spPr>
            <a:xfrm>
              <a:off x="457791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8" name="pg2488"/>
            <p:cNvSpPr/>
            <p:nvPr/>
          </p:nvSpPr>
          <p:spPr>
            <a:xfrm>
              <a:off x="458955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9" name="pg2489"/>
            <p:cNvSpPr/>
            <p:nvPr/>
          </p:nvSpPr>
          <p:spPr>
            <a:xfrm>
              <a:off x="460119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0" name="pg2490"/>
            <p:cNvSpPr/>
            <p:nvPr/>
          </p:nvSpPr>
          <p:spPr>
            <a:xfrm>
              <a:off x="323962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1" name="pg2491"/>
            <p:cNvSpPr/>
            <p:nvPr/>
          </p:nvSpPr>
          <p:spPr>
            <a:xfrm>
              <a:off x="325125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2" name="pg2492"/>
            <p:cNvSpPr/>
            <p:nvPr/>
          </p:nvSpPr>
          <p:spPr>
            <a:xfrm>
              <a:off x="326289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3" name="pg2493"/>
            <p:cNvSpPr/>
            <p:nvPr/>
          </p:nvSpPr>
          <p:spPr>
            <a:xfrm>
              <a:off x="327453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4" name="pg2494"/>
            <p:cNvSpPr/>
            <p:nvPr/>
          </p:nvSpPr>
          <p:spPr>
            <a:xfrm>
              <a:off x="328617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5" name="pg2495"/>
            <p:cNvSpPr/>
            <p:nvPr/>
          </p:nvSpPr>
          <p:spPr>
            <a:xfrm>
              <a:off x="360037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6" name="pg2496"/>
            <p:cNvSpPr/>
            <p:nvPr/>
          </p:nvSpPr>
          <p:spPr>
            <a:xfrm>
              <a:off x="361201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7" name="pg2497"/>
            <p:cNvSpPr/>
            <p:nvPr/>
          </p:nvSpPr>
          <p:spPr>
            <a:xfrm>
              <a:off x="362365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8" name="pg2498"/>
            <p:cNvSpPr/>
            <p:nvPr/>
          </p:nvSpPr>
          <p:spPr>
            <a:xfrm>
              <a:off x="363529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9" name="pg2499"/>
            <p:cNvSpPr/>
            <p:nvPr/>
          </p:nvSpPr>
          <p:spPr>
            <a:xfrm>
              <a:off x="364692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0" name="pg2500"/>
            <p:cNvSpPr/>
            <p:nvPr/>
          </p:nvSpPr>
          <p:spPr>
            <a:xfrm>
              <a:off x="365856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1" name="pg2501"/>
            <p:cNvSpPr/>
            <p:nvPr/>
          </p:nvSpPr>
          <p:spPr>
            <a:xfrm>
              <a:off x="3670203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2" name="pg2502"/>
            <p:cNvSpPr/>
            <p:nvPr/>
          </p:nvSpPr>
          <p:spPr>
            <a:xfrm>
              <a:off x="368184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3" name="pg2503"/>
            <p:cNvSpPr/>
            <p:nvPr/>
          </p:nvSpPr>
          <p:spPr>
            <a:xfrm>
              <a:off x="369347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4" name="pg2504"/>
            <p:cNvSpPr/>
            <p:nvPr/>
          </p:nvSpPr>
          <p:spPr>
            <a:xfrm>
              <a:off x="370511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5" name="pg2505"/>
            <p:cNvSpPr/>
            <p:nvPr/>
          </p:nvSpPr>
          <p:spPr>
            <a:xfrm>
              <a:off x="371675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6" name="pg2506"/>
            <p:cNvSpPr/>
            <p:nvPr/>
          </p:nvSpPr>
          <p:spPr>
            <a:xfrm>
              <a:off x="372839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7" name="pg2507"/>
            <p:cNvSpPr/>
            <p:nvPr/>
          </p:nvSpPr>
          <p:spPr>
            <a:xfrm>
              <a:off x="374002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8" name="pg2508"/>
            <p:cNvSpPr/>
            <p:nvPr/>
          </p:nvSpPr>
          <p:spPr>
            <a:xfrm>
              <a:off x="375166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9" name="pg2509"/>
            <p:cNvSpPr/>
            <p:nvPr/>
          </p:nvSpPr>
          <p:spPr>
            <a:xfrm>
              <a:off x="385640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0" name="pg2510"/>
            <p:cNvSpPr/>
            <p:nvPr/>
          </p:nvSpPr>
          <p:spPr>
            <a:xfrm>
              <a:off x="386803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1" name="pg2511"/>
            <p:cNvSpPr/>
            <p:nvPr/>
          </p:nvSpPr>
          <p:spPr>
            <a:xfrm>
              <a:off x="387967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2" name="pg2512"/>
            <p:cNvSpPr/>
            <p:nvPr/>
          </p:nvSpPr>
          <p:spPr>
            <a:xfrm>
              <a:off x="389131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3" name="pg2513"/>
            <p:cNvSpPr/>
            <p:nvPr/>
          </p:nvSpPr>
          <p:spPr>
            <a:xfrm>
              <a:off x="390295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4" name="pg2514"/>
            <p:cNvSpPr/>
            <p:nvPr/>
          </p:nvSpPr>
          <p:spPr>
            <a:xfrm>
              <a:off x="391458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5" name="pg2515"/>
            <p:cNvSpPr/>
            <p:nvPr/>
          </p:nvSpPr>
          <p:spPr>
            <a:xfrm>
              <a:off x="392622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6" name="pg2516"/>
            <p:cNvSpPr/>
            <p:nvPr/>
          </p:nvSpPr>
          <p:spPr>
            <a:xfrm>
              <a:off x="393786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7" name="pg2517"/>
            <p:cNvSpPr/>
            <p:nvPr/>
          </p:nvSpPr>
          <p:spPr>
            <a:xfrm>
              <a:off x="394949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8" name="pg2518"/>
            <p:cNvSpPr/>
            <p:nvPr/>
          </p:nvSpPr>
          <p:spPr>
            <a:xfrm>
              <a:off x="396113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9" name="pg2519"/>
            <p:cNvSpPr/>
            <p:nvPr/>
          </p:nvSpPr>
          <p:spPr>
            <a:xfrm>
              <a:off x="406587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0" name="pg2520"/>
            <p:cNvSpPr/>
            <p:nvPr/>
          </p:nvSpPr>
          <p:spPr>
            <a:xfrm>
              <a:off x="407751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1" name="pg2521"/>
            <p:cNvSpPr/>
            <p:nvPr/>
          </p:nvSpPr>
          <p:spPr>
            <a:xfrm>
              <a:off x="408914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2" name="pg2522"/>
            <p:cNvSpPr/>
            <p:nvPr/>
          </p:nvSpPr>
          <p:spPr>
            <a:xfrm>
              <a:off x="410078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3" name="pg2523"/>
            <p:cNvSpPr/>
            <p:nvPr/>
          </p:nvSpPr>
          <p:spPr>
            <a:xfrm>
              <a:off x="411242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4" name="pg2524"/>
            <p:cNvSpPr/>
            <p:nvPr/>
          </p:nvSpPr>
          <p:spPr>
            <a:xfrm>
              <a:off x="412405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5" name="pg2525"/>
            <p:cNvSpPr/>
            <p:nvPr/>
          </p:nvSpPr>
          <p:spPr>
            <a:xfrm>
              <a:off x="413569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6" name="pg2526"/>
            <p:cNvSpPr/>
            <p:nvPr/>
          </p:nvSpPr>
          <p:spPr>
            <a:xfrm>
              <a:off x="414733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7" name="pg2527"/>
            <p:cNvSpPr/>
            <p:nvPr/>
          </p:nvSpPr>
          <p:spPr>
            <a:xfrm>
              <a:off x="415897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8" name="pg2528"/>
            <p:cNvSpPr/>
            <p:nvPr/>
          </p:nvSpPr>
          <p:spPr>
            <a:xfrm>
              <a:off x="422879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9" name="pg2529"/>
            <p:cNvSpPr/>
            <p:nvPr/>
          </p:nvSpPr>
          <p:spPr>
            <a:xfrm>
              <a:off x="424043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0" name="pg2530"/>
            <p:cNvSpPr/>
            <p:nvPr/>
          </p:nvSpPr>
          <p:spPr>
            <a:xfrm>
              <a:off x="425207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1" name="pg2531"/>
            <p:cNvSpPr/>
            <p:nvPr/>
          </p:nvSpPr>
          <p:spPr>
            <a:xfrm>
              <a:off x="426370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2" name="pg2532"/>
            <p:cNvSpPr/>
            <p:nvPr/>
          </p:nvSpPr>
          <p:spPr>
            <a:xfrm>
              <a:off x="427534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3" name="pg2533"/>
            <p:cNvSpPr/>
            <p:nvPr/>
          </p:nvSpPr>
          <p:spPr>
            <a:xfrm>
              <a:off x="428698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4" name="pg2534"/>
            <p:cNvSpPr/>
            <p:nvPr/>
          </p:nvSpPr>
          <p:spPr>
            <a:xfrm>
              <a:off x="429861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5" name="pg2535"/>
            <p:cNvSpPr/>
            <p:nvPr/>
          </p:nvSpPr>
          <p:spPr>
            <a:xfrm>
              <a:off x="431025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6" name="pg2536"/>
            <p:cNvSpPr/>
            <p:nvPr/>
          </p:nvSpPr>
          <p:spPr>
            <a:xfrm>
              <a:off x="432189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7" name="pg2537"/>
            <p:cNvSpPr/>
            <p:nvPr/>
          </p:nvSpPr>
          <p:spPr>
            <a:xfrm>
              <a:off x="433353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8" name="pg2538"/>
            <p:cNvSpPr/>
            <p:nvPr/>
          </p:nvSpPr>
          <p:spPr>
            <a:xfrm>
              <a:off x="434516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9" name="pg2539"/>
            <p:cNvSpPr/>
            <p:nvPr/>
          </p:nvSpPr>
          <p:spPr>
            <a:xfrm>
              <a:off x="455464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0" name="pg2540"/>
            <p:cNvSpPr/>
            <p:nvPr/>
          </p:nvSpPr>
          <p:spPr>
            <a:xfrm>
              <a:off x="456627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1" name="pg2541"/>
            <p:cNvSpPr/>
            <p:nvPr/>
          </p:nvSpPr>
          <p:spPr>
            <a:xfrm>
              <a:off x="457791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2" name="pg2542"/>
            <p:cNvSpPr/>
            <p:nvPr/>
          </p:nvSpPr>
          <p:spPr>
            <a:xfrm>
              <a:off x="458955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3" name="pg2543"/>
            <p:cNvSpPr/>
            <p:nvPr/>
          </p:nvSpPr>
          <p:spPr>
            <a:xfrm>
              <a:off x="460119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4" name="pg2544"/>
            <p:cNvSpPr/>
            <p:nvPr/>
          </p:nvSpPr>
          <p:spPr>
            <a:xfrm>
              <a:off x="314652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5" name="pg2545"/>
            <p:cNvSpPr/>
            <p:nvPr/>
          </p:nvSpPr>
          <p:spPr>
            <a:xfrm>
              <a:off x="315816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6" name="pg2546"/>
            <p:cNvSpPr/>
            <p:nvPr/>
          </p:nvSpPr>
          <p:spPr>
            <a:xfrm>
              <a:off x="316979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7" name="pg2547"/>
            <p:cNvSpPr/>
            <p:nvPr/>
          </p:nvSpPr>
          <p:spPr>
            <a:xfrm>
              <a:off x="322798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8" name="pg2548"/>
            <p:cNvSpPr/>
            <p:nvPr/>
          </p:nvSpPr>
          <p:spPr>
            <a:xfrm>
              <a:off x="323962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9" name="pg2549"/>
            <p:cNvSpPr/>
            <p:nvPr/>
          </p:nvSpPr>
          <p:spPr>
            <a:xfrm>
              <a:off x="325125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0" name="pg2550"/>
            <p:cNvSpPr/>
            <p:nvPr/>
          </p:nvSpPr>
          <p:spPr>
            <a:xfrm>
              <a:off x="326289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1" name="pg2551"/>
            <p:cNvSpPr/>
            <p:nvPr/>
          </p:nvSpPr>
          <p:spPr>
            <a:xfrm>
              <a:off x="327453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2" name="pg2552"/>
            <p:cNvSpPr/>
            <p:nvPr/>
          </p:nvSpPr>
          <p:spPr>
            <a:xfrm>
              <a:off x="328617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3" name="pg2553"/>
            <p:cNvSpPr/>
            <p:nvPr/>
          </p:nvSpPr>
          <p:spPr>
            <a:xfrm>
              <a:off x="329780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4" name="pg2554"/>
            <p:cNvSpPr/>
            <p:nvPr/>
          </p:nvSpPr>
          <p:spPr>
            <a:xfrm>
              <a:off x="330944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5" name="pg2555"/>
            <p:cNvSpPr/>
            <p:nvPr/>
          </p:nvSpPr>
          <p:spPr>
            <a:xfrm>
              <a:off x="332108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6" name="pg2556"/>
            <p:cNvSpPr/>
            <p:nvPr/>
          </p:nvSpPr>
          <p:spPr>
            <a:xfrm>
              <a:off x="333272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7" name="pg2557"/>
            <p:cNvSpPr/>
            <p:nvPr/>
          </p:nvSpPr>
          <p:spPr>
            <a:xfrm>
              <a:off x="334435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8" name="pg2558"/>
            <p:cNvSpPr/>
            <p:nvPr/>
          </p:nvSpPr>
          <p:spPr>
            <a:xfrm>
              <a:off x="343745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9" name="pg2559"/>
            <p:cNvSpPr/>
            <p:nvPr/>
          </p:nvSpPr>
          <p:spPr>
            <a:xfrm>
              <a:off x="344909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0" name="pg2560"/>
            <p:cNvSpPr/>
            <p:nvPr/>
          </p:nvSpPr>
          <p:spPr>
            <a:xfrm>
              <a:off x="346073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1" name="pg2561"/>
            <p:cNvSpPr/>
            <p:nvPr/>
          </p:nvSpPr>
          <p:spPr>
            <a:xfrm>
              <a:off x="347236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2" name="pg2562"/>
            <p:cNvSpPr/>
            <p:nvPr/>
          </p:nvSpPr>
          <p:spPr>
            <a:xfrm>
              <a:off x="348400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3" name="pg2563"/>
            <p:cNvSpPr/>
            <p:nvPr/>
          </p:nvSpPr>
          <p:spPr>
            <a:xfrm>
              <a:off x="360037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4" name="pg2564"/>
            <p:cNvSpPr/>
            <p:nvPr/>
          </p:nvSpPr>
          <p:spPr>
            <a:xfrm>
              <a:off x="361201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5" name="pg2565"/>
            <p:cNvSpPr/>
            <p:nvPr/>
          </p:nvSpPr>
          <p:spPr>
            <a:xfrm>
              <a:off x="362365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6" name="pg2566"/>
            <p:cNvSpPr/>
            <p:nvPr/>
          </p:nvSpPr>
          <p:spPr>
            <a:xfrm>
              <a:off x="363529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7" name="pg2567"/>
            <p:cNvSpPr/>
            <p:nvPr/>
          </p:nvSpPr>
          <p:spPr>
            <a:xfrm>
              <a:off x="364692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8" name="pg2568"/>
            <p:cNvSpPr/>
            <p:nvPr/>
          </p:nvSpPr>
          <p:spPr>
            <a:xfrm>
              <a:off x="365856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9" name="pg2569"/>
            <p:cNvSpPr/>
            <p:nvPr/>
          </p:nvSpPr>
          <p:spPr>
            <a:xfrm>
              <a:off x="367020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0" name="pg2570"/>
            <p:cNvSpPr/>
            <p:nvPr/>
          </p:nvSpPr>
          <p:spPr>
            <a:xfrm>
              <a:off x="368184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1" name="pg2571"/>
            <p:cNvSpPr/>
            <p:nvPr/>
          </p:nvSpPr>
          <p:spPr>
            <a:xfrm>
              <a:off x="369347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2" name="pg2572"/>
            <p:cNvSpPr/>
            <p:nvPr/>
          </p:nvSpPr>
          <p:spPr>
            <a:xfrm>
              <a:off x="370511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3" name="pg2573"/>
            <p:cNvSpPr/>
            <p:nvPr/>
          </p:nvSpPr>
          <p:spPr>
            <a:xfrm>
              <a:off x="371675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4" name="pg2574"/>
            <p:cNvSpPr/>
            <p:nvPr/>
          </p:nvSpPr>
          <p:spPr>
            <a:xfrm>
              <a:off x="372839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5" name="pg2575"/>
            <p:cNvSpPr/>
            <p:nvPr/>
          </p:nvSpPr>
          <p:spPr>
            <a:xfrm>
              <a:off x="374002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6" name="pg2576"/>
            <p:cNvSpPr/>
            <p:nvPr/>
          </p:nvSpPr>
          <p:spPr>
            <a:xfrm>
              <a:off x="375166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7" name="pg2577"/>
            <p:cNvSpPr/>
            <p:nvPr/>
          </p:nvSpPr>
          <p:spPr>
            <a:xfrm>
              <a:off x="410078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8" name="pg2578"/>
            <p:cNvSpPr/>
            <p:nvPr/>
          </p:nvSpPr>
          <p:spPr>
            <a:xfrm>
              <a:off x="411242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9" name="pg2579"/>
            <p:cNvSpPr/>
            <p:nvPr/>
          </p:nvSpPr>
          <p:spPr>
            <a:xfrm>
              <a:off x="412405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0" name="pg2580"/>
            <p:cNvSpPr/>
            <p:nvPr/>
          </p:nvSpPr>
          <p:spPr>
            <a:xfrm>
              <a:off x="413569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1" name="pg2581"/>
            <p:cNvSpPr/>
            <p:nvPr/>
          </p:nvSpPr>
          <p:spPr>
            <a:xfrm>
              <a:off x="414733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2" name="pg2582"/>
            <p:cNvSpPr/>
            <p:nvPr/>
          </p:nvSpPr>
          <p:spPr>
            <a:xfrm>
              <a:off x="415897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3" name="pg2583"/>
            <p:cNvSpPr/>
            <p:nvPr/>
          </p:nvSpPr>
          <p:spPr>
            <a:xfrm>
              <a:off x="417060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4" name="pg2584"/>
            <p:cNvSpPr/>
            <p:nvPr/>
          </p:nvSpPr>
          <p:spPr>
            <a:xfrm>
              <a:off x="419388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5" name="pg2585"/>
            <p:cNvSpPr/>
            <p:nvPr/>
          </p:nvSpPr>
          <p:spPr>
            <a:xfrm>
              <a:off x="420552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6" name="pg2586"/>
            <p:cNvSpPr/>
            <p:nvPr/>
          </p:nvSpPr>
          <p:spPr>
            <a:xfrm>
              <a:off x="421715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7" name="pg2587"/>
            <p:cNvSpPr/>
            <p:nvPr/>
          </p:nvSpPr>
          <p:spPr>
            <a:xfrm>
              <a:off x="422879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8" name="pg2588"/>
            <p:cNvSpPr/>
            <p:nvPr/>
          </p:nvSpPr>
          <p:spPr>
            <a:xfrm>
              <a:off x="424043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9" name="pg2589"/>
            <p:cNvSpPr/>
            <p:nvPr/>
          </p:nvSpPr>
          <p:spPr>
            <a:xfrm>
              <a:off x="425207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0" name="pg2590"/>
            <p:cNvSpPr/>
            <p:nvPr/>
          </p:nvSpPr>
          <p:spPr>
            <a:xfrm>
              <a:off x="426370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1" name="pg2591"/>
            <p:cNvSpPr/>
            <p:nvPr/>
          </p:nvSpPr>
          <p:spPr>
            <a:xfrm>
              <a:off x="427534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2" name="pg2592"/>
            <p:cNvSpPr/>
            <p:nvPr/>
          </p:nvSpPr>
          <p:spPr>
            <a:xfrm>
              <a:off x="428698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3" name="pg2593"/>
            <p:cNvSpPr/>
            <p:nvPr/>
          </p:nvSpPr>
          <p:spPr>
            <a:xfrm>
              <a:off x="429861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4" name="pg2594"/>
            <p:cNvSpPr/>
            <p:nvPr/>
          </p:nvSpPr>
          <p:spPr>
            <a:xfrm>
              <a:off x="431025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5" name="pg2595"/>
            <p:cNvSpPr/>
            <p:nvPr/>
          </p:nvSpPr>
          <p:spPr>
            <a:xfrm>
              <a:off x="432189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6" name="pg2596"/>
            <p:cNvSpPr/>
            <p:nvPr/>
          </p:nvSpPr>
          <p:spPr>
            <a:xfrm>
              <a:off x="433353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7" name="pg2597"/>
            <p:cNvSpPr/>
            <p:nvPr/>
          </p:nvSpPr>
          <p:spPr>
            <a:xfrm>
              <a:off x="434516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8" name="pg2598"/>
            <p:cNvSpPr/>
            <p:nvPr/>
          </p:nvSpPr>
          <p:spPr>
            <a:xfrm>
              <a:off x="435680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9" name="pg2599"/>
            <p:cNvSpPr/>
            <p:nvPr/>
          </p:nvSpPr>
          <p:spPr>
            <a:xfrm>
              <a:off x="456627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0" name="pg2600"/>
            <p:cNvSpPr/>
            <p:nvPr/>
          </p:nvSpPr>
          <p:spPr>
            <a:xfrm>
              <a:off x="457791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1" name="pg2601"/>
            <p:cNvSpPr/>
            <p:nvPr/>
          </p:nvSpPr>
          <p:spPr>
            <a:xfrm>
              <a:off x="458955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2" name="pg2602"/>
            <p:cNvSpPr/>
            <p:nvPr/>
          </p:nvSpPr>
          <p:spPr>
            <a:xfrm>
              <a:off x="460119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3" name="pg2603"/>
            <p:cNvSpPr/>
            <p:nvPr/>
          </p:nvSpPr>
          <p:spPr>
            <a:xfrm>
              <a:off x="312324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4" name="pg2604"/>
            <p:cNvSpPr/>
            <p:nvPr/>
          </p:nvSpPr>
          <p:spPr>
            <a:xfrm>
              <a:off x="313488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5" name="pg2605"/>
            <p:cNvSpPr/>
            <p:nvPr/>
          </p:nvSpPr>
          <p:spPr>
            <a:xfrm>
              <a:off x="314652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6" name="pg2606"/>
            <p:cNvSpPr/>
            <p:nvPr/>
          </p:nvSpPr>
          <p:spPr>
            <a:xfrm>
              <a:off x="315816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7" name="pg2607"/>
            <p:cNvSpPr/>
            <p:nvPr/>
          </p:nvSpPr>
          <p:spPr>
            <a:xfrm>
              <a:off x="316979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8" name="pg2608"/>
            <p:cNvSpPr/>
            <p:nvPr/>
          </p:nvSpPr>
          <p:spPr>
            <a:xfrm>
              <a:off x="318143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9" name="pg2609"/>
            <p:cNvSpPr/>
            <p:nvPr/>
          </p:nvSpPr>
          <p:spPr>
            <a:xfrm>
              <a:off x="321634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0" name="pg2610"/>
            <p:cNvSpPr/>
            <p:nvPr/>
          </p:nvSpPr>
          <p:spPr>
            <a:xfrm>
              <a:off x="322798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1" name="pg2611"/>
            <p:cNvSpPr/>
            <p:nvPr/>
          </p:nvSpPr>
          <p:spPr>
            <a:xfrm>
              <a:off x="323962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2" name="pg2612"/>
            <p:cNvSpPr/>
            <p:nvPr/>
          </p:nvSpPr>
          <p:spPr>
            <a:xfrm>
              <a:off x="325125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3" name="pg2613"/>
            <p:cNvSpPr/>
            <p:nvPr/>
          </p:nvSpPr>
          <p:spPr>
            <a:xfrm>
              <a:off x="326289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4" name="pg2614"/>
            <p:cNvSpPr/>
            <p:nvPr/>
          </p:nvSpPr>
          <p:spPr>
            <a:xfrm>
              <a:off x="327453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5" name="pg2615"/>
            <p:cNvSpPr/>
            <p:nvPr/>
          </p:nvSpPr>
          <p:spPr>
            <a:xfrm>
              <a:off x="328617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6" name="pg2616"/>
            <p:cNvSpPr/>
            <p:nvPr/>
          </p:nvSpPr>
          <p:spPr>
            <a:xfrm>
              <a:off x="329780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7" name="pg2617"/>
            <p:cNvSpPr/>
            <p:nvPr/>
          </p:nvSpPr>
          <p:spPr>
            <a:xfrm>
              <a:off x="330944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8" name="pg2618"/>
            <p:cNvSpPr/>
            <p:nvPr/>
          </p:nvSpPr>
          <p:spPr>
            <a:xfrm>
              <a:off x="332108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9" name="pg2619"/>
            <p:cNvSpPr/>
            <p:nvPr/>
          </p:nvSpPr>
          <p:spPr>
            <a:xfrm>
              <a:off x="333272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0" name="pg2620"/>
            <p:cNvSpPr/>
            <p:nvPr/>
          </p:nvSpPr>
          <p:spPr>
            <a:xfrm>
              <a:off x="334435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1" name="pg2621"/>
            <p:cNvSpPr/>
            <p:nvPr/>
          </p:nvSpPr>
          <p:spPr>
            <a:xfrm>
              <a:off x="335599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2" name="pg2622"/>
            <p:cNvSpPr/>
            <p:nvPr/>
          </p:nvSpPr>
          <p:spPr>
            <a:xfrm>
              <a:off x="336763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3" name="pg2623"/>
            <p:cNvSpPr/>
            <p:nvPr/>
          </p:nvSpPr>
          <p:spPr>
            <a:xfrm>
              <a:off x="342581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4" name="pg2624"/>
            <p:cNvSpPr/>
            <p:nvPr/>
          </p:nvSpPr>
          <p:spPr>
            <a:xfrm>
              <a:off x="343745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5" name="pg2625"/>
            <p:cNvSpPr/>
            <p:nvPr/>
          </p:nvSpPr>
          <p:spPr>
            <a:xfrm>
              <a:off x="344909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6" name="pg2626"/>
            <p:cNvSpPr/>
            <p:nvPr/>
          </p:nvSpPr>
          <p:spPr>
            <a:xfrm>
              <a:off x="346073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7" name="pg2627"/>
            <p:cNvSpPr/>
            <p:nvPr/>
          </p:nvSpPr>
          <p:spPr>
            <a:xfrm>
              <a:off x="347236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8" name="pg2628"/>
            <p:cNvSpPr/>
            <p:nvPr/>
          </p:nvSpPr>
          <p:spPr>
            <a:xfrm>
              <a:off x="348400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9" name="pg2629"/>
            <p:cNvSpPr/>
            <p:nvPr/>
          </p:nvSpPr>
          <p:spPr>
            <a:xfrm>
              <a:off x="349564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0" name="pg2630"/>
            <p:cNvSpPr/>
            <p:nvPr/>
          </p:nvSpPr>
          <p:spPr>
            <a:xfrm>
              <a:off x="350728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1" name="pg2631"/>
            <p:cNvSpPr/>
            <p:nvPr/>
          </p:nvSpPr>
          <p:spPr>
            <a:xfrm>
              <a:off x="362365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2" name="pg2632"/>
            <p:cNvSpPr/>
            <p:nvPr/>
          </p:nvSpPr>
          <p:spPr>
            <a:xfrm>
              <a:off x="363529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3" name="pg2633"/>
            <p:cNvSpPr/>
            <p:nvPr/>
          </p:nvSpPr>
          <p:spPr>
            <a:xfrm>
              <a:off x="364692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4" name="pg2634"/>
            <p:cNvSpPr/>
            <p:nvPr/>
          </p:nvSpPr>
          <p:spPr>
            <a:xfrm>
              <a:off x="365856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5" name="pg2635"/>
            <p:cNvSpPr/>
            <p:nvPr/>
          </p:nvSpPr>
          <p:spPr>
            <a:xfrm>
              <a:off x="367020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6" name="pg2636"/>
            <p:cNvSpPr/>
            <p:nvPr/>
          </p:nvSpPr>
          <p:spPr>
            <a:xfrm>
              <a:off x="368184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7" name="pg2637"/>
            <p:cNvSpPr/>
            <p:nvPr/>
          </p:nvSpPr>
          <p:spPr>
            <a:xfrm>
              <a:off x="369347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8" name="pg2638"/>
            <p:cNvSpPr/>
            <p:nvPr/>
          </p:nvSpPr>
          <p:spPr>
            <a:xfrm>
              <a:off x="370511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9" name="pg2639"/>
            <p:cNvSpPr/>
            <p:nvPr/>
          </p:nvSpPr>
          <p:spPr>
            <a:xfrm>
              <a:off x="371675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0" name="pg2640"/>
            <p:cNvSpPr/>
            <p:nvPr/>
          </p:nvSpPr>
          <p:spPr>
            <a:xfrm>
              <a:off x="372839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1" name="pg2641"/>
            <p:cNvSpPr/>
            <p:nvPr/>
          </p:nvSpPr>
          <p:spPr>
            <a:xfrm>
              <a:off x="374002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2" name="pg2642"/>
            <p:cNvSpPr/>
            <p:nvPr/>
          </p:nvSpPr>
          <p:spPr>
            <a:xfrm>
              <a:off x="375166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3" name="pg2643"/>
            <p:cNvSpPr/>
            <p:nvPr/>
          </p:nvSpPr>
          <p:spPr>
            <a:xfrm>
              <a:off x="411242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4" name="pg2644"/>
            <p:cNvSpPr/>
            <p:nvPr/>
          </p:nvSpPr>
          <p:spPr>
            <a:xfrm>
              <a:off x="412405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5" name="pg2645"/>
            <p:cNvSpPr/>
            <p:nvPr/>
          </p:nvSpPr>
          <p:spPr>
            <a:xfrm>
              <a:off x="413569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6" name="pg2646"/>
            <p:cNvSpPr/>
            <p:nvPr/>
          </p:nvSpPr>
          <p:spPr>
            <a:xfrm>
              <a:off x="414733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7" name="pg2647"/>
            <p:cNvSpPr/>
            <p:nvPr/>
          </p:nvSpPr>
          <p:spPr>
            <a:xfrm>
              <a:off x="415897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8" name="pg2648"/>
            <p:cNvSpPr/>
            <p:nvPr/>
          </p:nvSpPr>
          <p:spPr>
            <a:xfrm>
              <a:off x="417060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9" name="pg2649"/>
            <p:cNvSpPr/>
            <p:nvPr/>
          </p:nvSpPr>
          <p:spPr>
            <a:xfrm>
              <a:off x="418224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0" name="pg2650"/>
            <p:cNvSpPr/>
            <p:nvPr/>
          </p:nvSpPr>
          <p:spPr>
            <a:xfrm>
              <a:off x="419388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1" name="pg2651"/>
            <p:cNvSpPr/>
            <p:nvPr/>
          </p:nvSpPr>
          <p:spPr>
            <a:xfrm>
              <a:off x="420552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2" name="pg2652"/>
            <p:cNvSpPr/>
            <p:nvPr/>
          </p:nvSpPr>
          <p:spPr>
            <a:xfrm>
              <a:off x="421715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3" name="pg2653"/>
            <p:cNvSpPr/>
            <p:nvPr/>
          </p:nvSpPr>
          <p:spPr>
            <a:xfrm>
              <a:off x="422879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4" name="pg2654"/>
            <p:cNvSpPr/>
            <p:nvPr/>
          </p:nvSpPr>
          <p:spPr>
            <a:xfrm>
              <a:off x="424043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5" name="pg2655"/>
            <p:cNvSpPr/>
            <p:nvPr/>
          </p:nvSpPr>
          <p:spPr>
            <a:xfrm>
              <a:off x="425207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6" name="pg2656"/>
            <p:cNvSpPr/>
            <p:nvPr/>
          </p:nvSpPr>
          <p:spPr>
            <a:xfrm>
              <a:off x="426370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7" name="pg2657"/>
            <p:cNvSpPr/>
            <p:nvPr/>
          </p:nvSpPr>
          <p:spPr>
            <a:xfrm>
              <a:off x="427534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8" name="pg2658"/>
            <p:cNvSpPr/>
            <p:nvPr/>
          </p:nvSpPr>
          <p:spPr>
            <a:xfrm>
              <a:off x="428698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9" name="pg2659"/>
            <p:cNvSpPr/>
            <p:nvPr/>
          </p:nvSpPr>
          <p:spPr>
            <a:xfrm>
              <a:off x="429861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0" name="pg2660"/>
            <p:cNvSpPr/>
            <p:nvPr/>
          </p:nvSpPr>
          <p:spPr>
            <a:xfrm>
              <a:off x="431025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1" name="pg2661"/>
            <p:cNvSpPr/>
            <p:nvPr/>
          </p:nvSpPr>
          <p:spPr>
            <a:xfrm>
              <a:off x="432189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2" name="pg2662"/>
            <p:cNvSpPr/>
            <p:nvPr/>
          </p:nvSpPr>
          <p:spPr>
            <a:xfrm>
              <a:off x="433353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3" name="pg2663"/>
            <p:cNvSpPr/>
            <p:nvPr/>
          </p:nvSpPr>
          <p:spPr>
            <a:xfrm>
              <a:off x="434516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4" name="pg2664"/>
            <p:cNvSpPr/>
            <p:nvPr/>
          </p:nvSpPr>
          <p:spPr>
            <a:xfrm>
              <a:off x="435680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5" name="pg2665"/>
            <p:cNvSpPr/>
            <p:nvPr/>
          </p:nvSpPr>
          <p:spPr>
            <a:xfrm>
              <a:off x="436844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6" name="pg2666"/>
            <p:cNvSpPr/>
            <p:nvPr/>
          </p:nvSpPr>
          <p:spPr>
            <a:xfrm>
              <a:off x="456627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7" name="pg2667"/>
            <p:cNvSpPr/>
            <p:nvPr/>
          </p:nvSpPr>
          <p:spPr>
            <a:xfrm>
              <a:off x="457791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8" name="pg2668"/>
            <p:cNvSpPr/>
            <p:nvPr/>
          </p:nvSpPr>
          <p:spPr>
            <a:xfrm>
              <a:off x="458955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9" name="pg2669"/>
            <p:cNvSpPr/>
            <p:nvPr/>
          </p:nvSpPr>
          <p:spPr>
            <a:xfrm>
              <a:off x="460119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0" name="pg2670"/>
            <p:cNvSpPr/>
            <p:nvPr/>
          </p:nvSpPr>
          <p:spPr>
            <a:xfrm>
              <a:off x="461282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1" name="pg2671"/>
            <p:cNvSpPr/>
            <p:nvPr/>
          </p:nvSpPr>
          <p:spPr>
            <a:xfrm>
              <a:off x="311161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2" name="pg2672"/>
            <p:cNvSpPr/>
            <p:nvPr/>
          </p:nvSpPr>
          <p:spPr>
            <a:xfrm>
              <a:off x="312324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3" name="pg2673"/>
            <p:cNvSpPr/>
            <p:nvPr/>
          </p:nvSpPr>
          <p:spPr>
            <a:xfrm>
              <a:off x="313488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4" name="pg2674"/>
            <p:cNvSpPr/>
            <p:nvPr/>
          </p:nvSpPr>
          <p:spPr>
            <a:xfrm>
              <a:off x="314652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5" name="pg2675"/>
            <p:cNvSpPr/>
            <p:nvPr/>
          </p:nvSpPr>
          <p:spPr>
            <a:xfrm>
              <a:off x="315816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6" name="pg2676"/>
            <p:cNvSpPr/>
            <p:nvPr/>
          </p:nvSpPr>
          <p:spPr>
            <a:xfrm>
              <a:off x="316979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7" name="pg2677"/>
            <p:cNvSpPr/>
            <p:nvPr/>
          </p:nvSpPr>
          <p:spPr>
            <a:xfrm>
              <a:off x="318143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8" name="pg2678"/>
            <p:cNvSpPr/>
            <p:nvPr/>
          </p:nvSpPr>
          <p:spPr>
            <a:xfrm>
              <a:off x="319307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9" name="pg2679"/>
            <p:cNvSpPr/>
            <p:nvPr/>
          </p:nvSpPr>
          <p:spPr>
            <a:xfrm>
              <a:off x="320471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0" name="pg2680"/>
            <p:cNvSpPr/>
            <p:nvPr/>
          </p:nvSpPr>
          <p:spPr>
            <a:xfrm>
              <a:off x="321634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1" name="pg2681"/>
            <p:cNvSpPr/>
            <p:nvPr/>
          </p:nvSpPr>
          <p:spPr>
            <a:xfrm>
              <a:off x="322798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2" name="pg2682"/>
            <p:cNvSpPr/>
            <p:nvPr/>
          </p:nvSpPr>
          <p:spPr>
            <a:xfrm>
              <a:off x="323962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3" name="pg2683"/>
            <p:cNvSpPr/>
            <p:nvPr/>
          </p:nvSpPr>
          <p:spPr>
            <a:xfrm>
              <a:off x="325125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4" name="pg2684"/>
            <p:cNvSpPr/>
            <p:nvPr/>
          </p:nvSpPr>
          <p:spPr>
            <a:xfrm>
              <a:off x="326289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5" name="pg2685"/>
            <p:cNvSpPr/>
            <p:nvPr/>
          </p:nvSpPr>
          <p:spPr>
            <a:xfrm>
              <a:off x="327453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6" name="pg2686"/>
            <p:cNvSpPr/>
            <p:nvPr/>
          </p:nvSpPr>
          <p:spPr>
            <a:xfrm>
              <a:off x="328617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7" name="pg2687"/>
            <p:cNvSpPr/>
            <p:nvPr/>
          </p:nvSpPr>
          <p:spPr>
            <a:xfrm>
              <a:off x="329780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8" name="pg2688"/>
            <p:cNvSpPr/>
            <p:nvPr/>
          </p:nvSpPr>
          <p:spPr>
            <a:xfrm>
              <a:off x="330944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9" name="pg2689"/>
            <p:cNvSpPr/>
            <p:nvPr/>
          </p:nvSpPr>
          <p:spPr>
            <a:xfrm>
              <a:off x="332108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0" name="pg2690"/>
            <p:cNvSpPr/>
            <p:nvPr/>
          </p:nvSpPr>
          <p:spPr>
            <a:xfrm>
              <a:off x="333272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1" name="pg2691"/>
            <p:cNvSpPr/>
            <p:nvPr/>
          </p:nvSpPr>
          <p:spPr>
            <a:xfrm>
              <a:off x="334435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2" name="pg2692"/>
            <p:cNvSpPr/>
            <p:nvPr/>
          </p:nvSpPr>
          <p:spPr>
            <a:xfrm>
              <a:off x="335599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3" name="pg2693"/>
            <p:cNvSpPr/>
            <p:nvPr/>
          </p:nvSpPr>
          <p:spPr>
            <a:xfrm>
              <a:off x="336763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4" name="pg2694"/>
            <p:cNvSpPr/>
            <p:nvPr/>
          </p:nvSpPr>
          <p:spPr>
            <a:xfrm>
              <a:off x="337927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5" name="pg2695"/>
            <p:cNvSpPr/>
            <p:nvPr/>
          </p:nvSpPr>
          <p:spPr>
            <a:xfrm>
              <a:off x="339090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6" name="pg2696"/>
            <p:cNvSpPr/>
            <p:nvPr/>
          </p:nvSpPr>
          <p:spPr>
            <a:xfrm>
              <a:off x="340254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7" name="pg2697"/>
            <p:cNvSpPr/>
            <p:nvPr/>
          </p:nvSpPr>
          <p:spPr>
            <a:xfrm>
              <a:off x="341418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8" name="pg2698"/>
            <p:cNvSpPr/>
            <p:nvPr/>
          </p:nvSpPr>
          <p:spPr>
            <a:xfrm>
              <a:off x="342581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9" name="pg2699"/>
            <p:cNvSpPr/>
            <p:nvPr/>
          </p:nvSpPr>
          <p:spPr>
            <a:xfrm>
              <a:off x="343745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0" name="pg2700"/>
            <p:cNvSpPr/>
            <p:nvPr/>
          </p:nvSpPr>
          <p:spPr>
            <a:xfrm>
              <a:off x="344909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1" name="pg2701"/>
            <p:cNvSpPr/>
            <p:nvPr/>
          </p:nvSpPr>
          <p:spPr>
            <a:xfrm>
              <a:off x="346073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2" name="pg2702"/>
            <p:cNvSpPr/>
            <p:nvPr/>
          </p:nvSpPr>
          <p:spPr>
            <a:xfrm>
              <a:off x="347236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3" name="pg2703"/>
            <p:cNvSpPr/>
            <p:nvPr/>
          </p:nvSpPr>
          <p:spPr>
            <a:xfrm>
              <a:off x="348400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4" name="pg2704"/>
            <p:cNvSpPr/>
            <p:nvPr/>
          </p:nvSpPr>
          <p:spPr>
            <a:xfrm>
              <a:off x="349564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5" name="pg2705"/>
            <p:cNvSpPr/>
            <p:nvPr/>
          </p:nvSpPr>
          <p:spPr>
            <a:xfrm>
              <a:off x="350728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6" name="pg2706"/>
            <p:cNvSpPr/>
            <p:nvPr/>
          </p:nvSpPr>
          <p:spPr>
            <a:xfrm>
              <a:off x="351891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7" name="pg2707"/>
            <p:cNvSpPr/>
            <p:nvPr/>
          </p:nvSpPr>
          <p:spPr>
            <a:xfrm>
              <a:off x="353055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8" name="pg2708"/>
            <p:cNvSpPr/>
            <p:nvPr/>
          </p:nvSpPr>
          <p:spPr>
            <a:xfrm>
              <a:off x="354219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9" name="pg2709"/>
            <p:cNvSpPr/>
            <p:nvPr/>
          </p:nvSpPr>
          <p:spPr>
            <a:xfrm>
              <a:off x="363529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0" name="pg2710"/>
            <p:cNvSpPr/>
            <p:nvPr/>
          </p:nvSpPr>
          <p:spPr>
            <a:xfrm>
              <a:off x="364692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1" name="pg2711"/>
            <p:cNvSpPr/>
            <p:nvPr/>
          </p:nvSpPr>
          <p:spPr>
            <a:xfrm>
              <a:off x="365856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2" name="pg2712"/>
            <p:cNvSpPr/>
            <p:nvPr/>
          </p:nvSpPr>
          <p:spPr>
            <a:xfrm>
              <a:off x="368184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3" name="pg2713"/>
            <p:cNvSpPr/>
            <p:nvPr/>
          </p:nvSpPr>
          <p:spPr>
            <a:xfrm>
              <a:off x="369347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4" name="pg2714"/>
            <p:cNvSpPr/>
            <p:nvPr/>
          </p:nvSpPr>
          <p:spPr>
            <a:xfrm>
              <a:off x="370511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5" name="pg2715"/>
            <p:cNvSpPr/>
            <p:nvPr/>
          </p:nvSpPr>
          <p:spPr>
            <a:xfrm>
              <a:off x="371675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6" name="pg2716"/>
            <p:cNvSpPr/>
            <p:nvPr/>
          </p:nvSpPr>
          <p:spPr>
            <a:xfrm>
              <a:off x="372839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7" name="pg2717"/>
            <p:cNvSpPr/>
            <p:nvPr/>
          </p:nvSpPr>
          <p:spPr>
            <a:xfrm>
              <a:off x="374002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8" name="pg2718"/>
            <p:cNvSpPr/>
            <p:nvPr/>
          </p:nvSpPr>
          <p:spPr>
            <a:xfrm>
              <a:off x="375166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9" name="pg2719"/>
            <p:cNvSpPr/>
            <p:nvPr/>
          </p:nvSpPr>
          <p:spPr>
            <a:xfrm>
              <a:off x="412405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0" name="pg2720"/>
            <p:cNvSpPr/>
            <p:nvPr/>
          </p:nvSpPr>
          <p:spPr>
            <a:xfrm>
              <a:off x="413569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1" name="pg2721"/>
            <p:cNvSpPr/>
            <p:nvPr/>
          </p:nvSpPr>
          <p:spPr>
            <a:xfrm>
              <a:off x="414733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2" name="pg2722"/>
            <p:cNvSpPr/>
            <p:nvPr/>
          </p:nvSpPr>
          <p:spPr>
            <a:xfrm>
              <a:off x="415897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3" name="pg2723"/>
            <p:cNvSpPr/>
            <p:nvPr/>
          </p:nvSpPr>
          <p:spPr>
            <a:xfrm>
              <a:off x="417060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4" name="pg2724"/>
            <p:cNvSpPr/>
            <p:nvPr/>
          </p:nvSpPr>
          <p:spPr>
            <a:xfrm>
              <a:off x="418224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5" name="pg2725"/>
            <p:cNvSpPr/>
            <p:nvPr/>
          </p:nvSpPr>
          <p:spPr>
            <a:xfrm>
              <a:off x="419388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6" name="pg2726"/>
            <p:cNvSpPr/>
            <p:nvPr/>
          </p:nvSpPr>
          <p:spPr>
            <a:xfrm>
              <a:off x="420552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7" name="pg2727"/>
            <p:cNvSpPr/>
            <p:nvPr/>
          </p:nvSpPr>
          <p:spPr>
            <a:xfrm>
              <a:off x="421715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8" name="pg2728"/>
            <p:cNvSpPr/>
            <p:nvPr/>
          </p:nvSpPr>
          <p:spPr>
            <a:xfrm>
              <a:off x="422879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9" name="pg2729"/>
            <p:cNvSpPr/>
            <p:nvPr/>
          </p:nvSpPr>
          <p:spPr>
            <a:xfrm>
              <a:off x="424043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0" name="pg2730"/>
            <p:cNvSpPr/>
            <p:nvPr/>
          </p:nvSpPr>
          <p:spPr>
            <a:xfrm>
              <a:off x="425207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1" name="pg2731"/>
            <p:cNvSpPr/>
            <p:nvPr/>
          </p:nvSpPr>
          <p:spPr>
            <a:xfrm>
              <a:off x="426370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2" name="pg2732"/>
            <p:cNvSpPr/>
            <p:nvPr/>
          </p:nvSpPr>
          <p:spPr>
            <a:xfrm>
              <a:off x="427534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3" name="pg2733"/>
            <p:cNvSpPr/>
            <p:nvPr/>
          </p:nvSpPr>
          <p:spPr>
            <a:xfrm>
              <a:off x="431025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4" name="pg2734"/>
            <p:cNvSpPr/>
            <p:nvPr/>
          </p:nvSpPr>
          <p:spPr>
            <a:xfrm>
              <a:off x="432189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5" name="pg2735"/>
            <p:cNvSpPr/>
            <p:nvPr/>
          </p:nvSpPr>
          <p:spPr>
            <a:xfrm>
              <a:off x="433353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6" name="pg2736"/>
            <p:cNvSpPr/>
            <p:nvPr/>
          </p:nvSpPr>
          <p:spPr>
            <a:xfrm>
              <a:off x="434516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7" name="pg2737"/>
            <p:cNvSpPr/>
            <p:nvPr/>
          </p:nvSpPr>
          <p:spPr>
            <a:xfrm>
              <a:off x="435680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8" name="pg2738"/>
            <p:cNvSpPr/>
            <p:nvPr/>
          </p:nvSpPr>
          <p:spPr>
            <a:xfrm>
              <a:off x="436844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9" name="pg2739"/>
            <p:cNvSpPr/>
            <p:nvPr/>
          </p:nvSpPr>
          <p:spPr>
            <a:xfrm>
              <a:off x="438008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0" name="pg2740"/>
            <p:cNvSpPr/>
            <p:nvPr/>
          </p:nvSpPr>
          <p:spPr>
            <a:xfrm>
              <a:off x="456627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1" name="pg2741"/>
            <p:cNvSpPr/>
            <p:nvPr/>
          </p:nvSpPr>
          <p:spPr>
            <a:xfrm>
              <a:off x="457791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2" name="pg2742"/>
            <p:cNvSpPr/>
            <p:nvPr/>
          </p:nvSpPr>
          <p:spPr>
            <a:xfrm>
              <a:off x="458955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3" name="pg2743"/>
            <p:cNvSpPr/>
            <p:nvPr/>
          </p:nvSpPr>
          <p:spPr>
            <a:xfrm>
              <a:off x="460119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4" name="pg2744"/>
            <p:cNvSpPr/>
            <p:nvPr/>
          </p:nvSpPr>
          <p:spPr>
            <a:xfrm>
              <a:off x="461282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5" name="pg2745"/>
            <p:cNvSpPr/>
            <p:nvPr/>
          </p:nvSpPr>
          <p:spPr>
            <a:xfrm>
              <a:off x="311161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6" name="pg2746"/>
            <p:cNvSpPr/>
            <p:nvPr/>
          </p:nvSpPr>
          <p:spPr>
            <a:xfrm>
              <a:off x="312324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7" name="pg2747"/>
            <p:cNvSpPr/>
            <p:nvPr/>
          </p:nvSpPr>
          <p:spPr>
            <a:xfrm>
              <a:off x="313488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8" name="pg2748"/>
            <p:cNvSpPr/>
            <p:nvPr/>
          </p:nvSpPr>
          <p:spPr>
            <a:xfrm>
              <a:off x="314652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9" name="pg2749"/>
            <p:cNvSpPr/>
            <p:nvPr/>
          </p:nvSpPr>
          <p:spPr>
            <a:xfrm>
              <a:off x="315816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0" name="pg2750"/>
            <p:cNvSpPr/>
            <p:nvPr/>
          </p:nvSpPr>
          <p:spPr>
            <a:xfrm>
              <a:off x="316979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1" name="pg2751"/>
            <p:cNvSpPr/>
            <p:nvPr/>
          </p:nvSpPr>
          <p:spPr>
            <a:xfrm>
              <a:off x="318143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2" name="pg2752"/>
            <p:cNvSpPr/>
            <p:nvPr/>
          </p:nvSpPr>
          <p:spPr>
            <a:xfrm>
              <a:off x="319307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3" name="pg2753"/>
            <p:cNvSpPr/>
            <p:nvPr/>
          </p:nvSpPr>
          <p:spPr>
            <a:xfrm>
              <a:off x="320471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4" name="pg2754"/>
            <p:cNvSpPr/>
            <p:nvPr/>
          </p:nvSpPr>
          <p:spPr>
            <a:xfrm>
              <a:off x="321634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5" name="pg2755"/>
            <p:cNvSpPr/>
            <p:nvPr/>
          </p:nvSpPr>
          <p:spPr>
            <a:xfrm>
              <a:off x="322798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6" name="pg2756"/>
            <p:cNvSpPr/>
            <p:nvPr/>
          </p:nvSpPr>
          <p:spPr>
            <a:xfrm>
              <a:off x="323962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7" name="pg2757"/>
            <p:cNvSpPr/>
            <p:nvPr/>
          </p:nvSpPr>
          <p:spPr>
            <a:xfrm>
              <a:off x="325125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8" name="pg2758"/>
            <p:cNvSpPr/>
            <p:nvPr/>
          </p:nvSpPr>
          <p:spPr>
            <a:xfrm>
              <a:off x="326289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9" name="pg2759"/>
            <p:cNvSpPr/>
            <p:nvPr/>
          </p:nvSpPr>
          <p:spPr>
            <a:xfrm>
              <a:off x="327453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0" name="pg2760"/>
            <p:cNvSpPr/>
            <p:nvPr/>
          </p:nvSpPr>
          <p:spPr>
            <a:xfrm>
              <a:off x="328617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1" name="pg2761"/>
            <p:cNvSpPr/>
            <p:nvPr/>
          </p:nvSpPr>
          <p:spPr>
            <a:xfrm>
              <a:off x="329780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2" name="pg2762"/>
            <p:cNvSpPr/>
            <p:nvPr/>
          </p:nvSpPr>
          <p:spPr>
            <a:xfrm>
              <a:off x="330944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3" name="pg2763"/>
            <p:cNvSpPr/>
            <p:nvPr/>
          </p:nvSpPr>
          <p:spPr>
            <a:xfrm>
              <a:off x="332108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4" name="pg2764"/>
            <p:cNvSpPr/>
            <p:nvPr/>
          </p:nvSpPr>
          <p:spPr>
            <a:xfrm>
              <a:off x="333272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5" name="pg2765"/>
            <p:cNvSpPr/>
            <p:nvPr/>
          </p:nvSpPr>
          <p:spPr>
            <a:xfrm>
              <a:off x="334435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6" name="pg2766"/>
            <p:cNvSpPr/>
            <p:nvPr/>
          </p:nvSpPr>
          <p:spPr>
            <a:xfrm>
              <a:off x="335599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7" name="pg2767"/>
            <p:cNvSpPr/>
            <p:nvPr/>
          </p:nvSpPr>
          <p:spPr>
            <a:xfrm>
              <a:off x="336763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8" name="pg2768"/>
            <p:cNvSpPr/>
            <p:nvPr/>
          </p:nvSpPr>
          <p:spPr>
            <a:xfrm>
              <a:off x="337927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9" name="pg2769"/>
            <p:cNvSpPr/>
            <p:nvPr/>
          </p:nvSpPr>
          <p:spPr>
            <a:xfrm>
              <a:off x="339090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0" name="pg2770"/>
            <p:cNvSpPr/>
            <p:nvPr/>
          </p:nvSpPr>
          <p:spPr>
            <a:xfrm>
              <a:off x="340254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1" name="pg2771"/>
            <p:cNvSpPr/>
            <p:nvPr/>
          </p:nvSpPr>
          <p:spPr>
            <a:xfrm>
              <a:off x="341418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2" name="pg2772"/>
            <p:cNvSpPr/>
            <p:nvPr/>
          </p:nvSpPr>
          <p:spPr>
            <a:xfrm>
              <a:off x="342581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3" name="pg2773"/>
            <p:cNvSpPr/>
            <p:nvPr/>
          </p:nvSpPr>
          <p:spPr>
            <a:xfrm>
              <a:off x="343745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4" name="pg2774"/>
            <p:cNvSpPr/>
            <p:nvPr/>
          </p:nvSpPr>
          <p:spPr>
            <a:xfrm>
              <a:off x="344909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5" name="pg2775"/>
            <p:cNvSpPr/>
            <p:nvPr/>
          </p:nvSpPr>
          <p:spPr>
            <a:xfrm>
              <a:off x="346073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6" name="pg2776"/>
            <p:cNvSpPr/>
            <p:nvPr/>
          </p:nvSpPr>
          <p:spPr>
            <a:xfrm>
              <a:off x="347236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7" name="pg2777"/>
            <p:cNvSpPr/>
            <p:nvPr/>
          </p:nvSpPr>
          <p:spPr>
            <a:xfrm>
              <a:off x="348400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8" name="pg2778"/>
            <p:cNvSpPr/>
            <p:nvPr/>
          </p:nvSpPr>
          <p:spPr>
            <a:xfrm>
              <a:off x="349564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9" name="pg2779"/>
            <p:cNvSpPr/>
            <p:nvPr/>
          </p:nvSpPr>
          <p:spPr>
            <a:xfrm>
              <a:off x="350728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0" name="pg2780"/>
            <p:cNvSpPr/>
            <p:nvPr/>
          </p:nvSpPr>
          <p:spPr>
            <a:xfrm>
              <a:off x="351891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1" name="pg2781"/>
            <p:cNvSpPr/>
            <p:nvPr/>
          </p:nvSpPr>
          <p:spPr>
            <a:xfrm>
              <a:off x="353055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2" name="pg2782"/>
            <p:cNvSpPr/>
            <p:nvPr/>
          </p:nvSpPr>
          <p:spPr>
            <a:xfrm>
              <a:off x="354219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3" name="pg2783"/>
            <p:cNvSpPr/>
            <p:nvPr/>
          </p:nvSpPr>
          <p:spPr>
            <a:xfrm>
              <a:off x="355383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4" name="pg2784"/>
            <p:cNvSpPr/>
            <p:nvPr/>
          </p:nvSpPr>
          <p:spPr>
            <a:xfrm>
              <a:off x="362365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5" name="pg2785"/>
            <p:cNvSpPr/>
            <p:nvPr/>
          </p:nvSpPr>
          <p:spPr>
            <a:xfrm>
              <a:off x="363529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6" name="pg2786"/>
            <p:cNvSpPr/>
            <p:nvPr/>
          </p:nvSpPr>
          <p:spPr>
            <a:xfrm>
              <a:off x="364692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7" name="pg2787"/>
            <p:cNvSpPr/>
            <p:nvPr/>
          </p:nvSpPr>
          <p:spPr>
            <a:xfrm>
              <a:off x="365856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8" name="pg2788"/>
            <p:cNvSpPr/>
            <p:nvPr/>
          </p:nvSpPr>
          <p:spPr>
            <a:xfrm>
              <a:off x="367020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9" name="pg2789"/>
            <p:cNvSpPr/>
            <p:nvPr/>
          </p:nvSpPr>
          <p:spPr>
            <a:xfrm>
              <a:off x="368184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0" name="pg2790"/>
            <p:cNvSpPr/>
            <p:nvPr/>
          </p:nvSpPr>
          <p:spPr>
            <a:xfrm>
              <a:off x="369347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1" name="pg2791"/>
            <p:cNvSpPr/>
            <p:nvPr/>
          </p:nvSpPr>
          <p:spPr>
            <a:xfrm>
              <a:off x="370511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2" name="pg2792"/>
            <p:cNvSpPr/>
            <p:nvPr/>
          </p:nvSpPr>
          <p:spPr>
            <a:xfrm>
              <a:off x="371675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3" name="pg2793"/>
            <p:cNvSpPr/>
            <p:nvPr/>
          </p:nvSpPr>
          <p:spPr>
            <a:xfrm>
              <a:off x="372839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4" name="pg2794"/>
            <p:cNvSpPr/>
            <p:nvPr/>
          </p:nvSpPr>
          <p:spPr>
            <a:xfrm>
              <a:off x="374002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5" name="pg2795"/>
            <p:cNvSpPr/>
            <p:nvPr/>
          </p:nvSpPr>
          <p:spPr>
            <a:xfrm>
              <a:off x="413569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6" name="pg2796"/>
            <p:cNvSpPr/>
            <p:nvPr/>
          </p:nvSpPr>
          <p:spPr>
            <a:xfrm>
              <a:off x="414733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7" name="pg2797"/>
            <p:cNvSpPr/>
            <p:nvPr/>
          </p:nvSpPr>
          <p:spPr>
            <a:xfrm>
              <a:off x="415897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8" name="pg2798"/>
            <p:cNvSpPr/>
            <p:nvPr/>
          </p:nvSpPr>
          <p:spPr>
            <a:xfrm>
              <a:off x="417060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9" name="pg2799"/>
            <p:cNvSpPr/>
            <p:nvPr/>
          </p:nvSpPr>
          <p:spPr>
            <a:xfrm>
              <a:off x="418224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0" name="pg2800"/>
            <p:cNvSpPr/>
            <p:nvPr/>
          </p:nvSpPr>
          <p:spPr>
            <a:xfrm>
              <a:off x="419388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1" name="pg2801"/>
            <p:cNvSpPr/>
            <p:nvPr/>
          </p:nvSpPr>
          <p:spPr>
            <a:xfrm>
              <a:off x="420552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2" name="pg2802"/>
            <p:cNvSpPr/>
            <p:nvPr/>
          </p:nvSpPr>
          <p:spPr>
            <a:xfrm>
              <a:off x="421715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3" name="pg2803"/>
            <p:cNvSpPr/>
            <p:nvPr/>
          </p:nvSpPr>
          <p:spPr>
            <a:xfrm>
              <a:off x="422879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4" name="pg2804"/>
            <p:cNvSpPr/>
            <p:nvPr/>
          </p:nvSpPr>
          <p:spPr>
            <a:xfrm>
              <a:off x="424043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5" name="pg2805"/>
            <p:cNvSpPr/>
            <p:nvPr/>
          </p:nvSpPr>
          <p:spPr>
            <a:xfrm>
              <a:off x="432189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6" name="pg2806"/>
            <p:cNvSpPr/>
            <p:nvPr/>
          </p:nvSpPr>
          <p:spPr>
            <a:xfrm>
              <a:off x="433353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7" name="pg2807"/>
            <p:cNvSpPr/>
            <p:nvPr/>
          </p:nvSpPr>
          <p:spPr>
            <a:xfrm>
              <a:off x="434516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8" name="pg2808"/>
            <p:cNvSpPr/>
            <p:nvPr/>
          </p:nvSpPr>
          <p:spPr>
            <a:xfrm>
              <a:off x="435680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9" name="pg2809"/>
            <p:cNvSpPr/>
            <p:nvPr/>
          </p:nvSpPr>
          <p:spPr>
            <a:xfrm>
              <a:off x="436844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0" name="pg2810"/>
            <p:cNvSpPr/>
            <p:nvPr/>
          </p:nvSpPr>
          <p:spPr>
            <a:xfrm>
              <a:off x="438008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1" name="pg2811"/>
            <p:cNvSpPr/>
            <p:nvPr/>
          </p:nvSpPr>
          <p:spPr>
            <a:xfrm>
              <a:off x="457791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2" name="pg2812"/>
            <p:cNvSpPr/>
            <p:nvPr/>
          </p:nvSpPr>
          <p:spPr>
            <a:xfrm>
              <a:off x="458955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3" name="pg2813"/>
            <p:cNvSpPr/>
            <p:nvPr/>
          </p:nvSpPr>
          <p:spPr>
            <a:xfrm>
              <a:off x="460119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4" name="pg2814"/>
            <p:cNvSpPr/>
            <p:nvPr/>
          </p:nvSpPr>
          <p:spPr>
            <a:xfrm>
              <a:off x="461282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5" name="pg2815"/>
            <p:cNvSpPr/>
            <p:nvPr/>
          </p:nvSpPr>
          <p:spPr>
            <a:xfrm>
              <a:off x="462446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6" name="pg2816"/>
            <p:cNvSpPr/>
            <p:nvPr/>
          </p:nvSpPr>
          <p:spPr>
            <a:xfrm>
              <a:off x="311161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7" name="pg2817"/>
            <p:cNvSpPr/>
            <p:nvPr/>
          </p:nvSpPr>
          <p:spPr>
            <a:xfrm>
              <a:off x="312324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8" name="pg2818"/>
            <p:cNvSpPr/>
            <p:nvPr/>
          </p:nvSpPr>
          <p:spPr>
            <a:xfrm>
              <a:off x="313488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9" name="pg2819"/>
            <p:cNvSpPr/>
            <p:nvPr/>
          </p:nvSpPr>
          <p:spPr>
            <a:xfrm>
              <a:off x="314652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0" name="pg2820"/>
            <p:cNvSpPr/>
            <p:nvPr/>
          </p:nvSpPr>
          <p:spPr>
            <a:xfrm>
              <a:off x="315816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1" name="pg2821"/>
            <p:cNvSpPr/>
            <p:nvPr/>
          </p:nvSpPr>
          <p:spPr>
            <a:xfrm>
              <a:off x="316979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2" name="pg2822"/>
            <p:cNvSpPr/>
            <p:nvPr/>
          </p:nvSpPr>
          <p:spPr>
            <a:xfrm>
              <a:off x="318143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3" name="pg2823"/>
            <p:cNvSpPr/>
            <p:nvPr/>
          </p:nvSpPr>
          <p:spPr>
            <a:xfrm>
              <a:off x="319307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4" name="pg2824"/>
            <p:cNvSpPr/>
            <p:nvPr/>
          </p:nvSpPr>
          <p:spPr>
            <a:xfrm>
              <a:off x="320471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5" name="pg2825"/>
            <p:cNvSpPr/>
            <p:nvPr/>
          </p:nvSpPr>
          <p:spPr>
            <a:xfrm>
              <a:off x="321634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6" name="pg2826"/>
            <p:cNvSpPr/>
            <p:nvPr/>
          </p:nvSpPr>
          <p:spPr>
            <a:xfrm>
              <a:off x="322798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7" name="pg2827"/>
            <p:cNvSpPr/>
            <p:nvPr/>
          </p:nvSpPr>
          <p:spPr>
            <a:xfrm>
              <a:off x="323962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8" name="pg2828"/>
            <p:cNvSpPr/>
            <p:nvPr/>
          </p:nvSpPr>
          <p:spPr>
            <a:xfrm>
              <a:off x="325125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9" name="pg2829"/>
            <p:cNvSpPr/>
            <p:nvPr/>
          </p:nvSpPr>
          <p:spPr>
            <a:xfrm>
              <a:off x="326289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0" name="pg2830"/>
            <p:cNvSpPr/>
            <p:nvPr/>
          </p:nvSpPr>
          <p:spPr>
            <a:xfrm>
              <a:off x="327453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1" name="pg2831"/>
            <p:cNvSpPr/>
            <p:nvPr/>
          </p:nvSpPr>
          <p:spPr>
            <a:xfrm>
              <a:off x="328617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2" name="pg2832"/>
            <p:cNvSpPr/>
            <p:nvPr/>
          </p:nvSpPr>
          <p:spPr>
            <a:xfrm>
              <a:off x="329780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3" name="pg2833"/>
            <p:cNvSpPr/>
            <p:nvPr/>
          </p:nvSpPr>
          <p:spPr>
            <a:xfrm>
              <a:off x="330944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4" name="pg2834"/>
            <p:cNvSpPr/>
            <p:nvPr/>
          </p:nvSpPr>
          <p:spPr>
            <a:xfrm>
              <a:off x="332108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5" name="pg2835"/>
            <p:cNvSpPr/>
            <p:nvPr/>
          </p:nvSpPr>
          <p:spPr>
            <a:xfrm>
              <a:off x="333272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6" name="pg2836"/>
            <p:cNvSpPr/>
            <p:nvPr/>
          </p:nvSpPr>
          <p:spPr>
            <a:xfrm>
              <a:off x="334435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7" name="pg2837"/>
            <p:cNvSpPr/>
            <p:nvPr/>
          </p:nvSpPr>
          <p:spPr>
            <a:xfrm>
              <a:off x="335599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8" name="pg2838"/>
            <p:cNvSpPr/>
            <p:nvPr/>
          </p:nvSpPr>
          <p:spPr>
            <a:xfrm>
              <a:off x="336763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9" name="pg2839"/>
            <p:cNvSpPr/>
            <p:nvPr/>
          </p:nvSpPr>
          <p:spPr>
            <a:xfrm>
              <a:off x="337927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0" name="pg2840"/>
            <p:cNvSpPr/>
            <p:nvPr/>
          </p:nvSpPr>
          <p:spPr>
            <a:xfrm>
              <a:off x="339090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1" name="pg2841"/>
            <p:cNvSpPr/>
            <p:nvPr/>
          </p:nvSpPr>
          <p:spPr>
            <a:xfrm>
              <a:off x="340254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2" name="pg2842"/>
            <p:cNvSpPr/>
            <p:nvPr/>
          </p:nvSpPr>
          <p:spPr>
            <a:xfrm>
              <a:off x="341418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3" name="pg2843"/>
            <p:cNvSpPr/>
            <p:nvPr/>
          </p:nvSpPr>
          <p:spPr>
            <a:xfrm>
              <a:off x="342581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4" name="pg2844"/>
            <p:cNvSpPr/>
            <p:nvPr/>
          </p:nvSpPr>
          <p:spPr>
            <a:xfrm>
              <a:off x="343745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5" name="pg2845"/>
            <p:cNvSpPr/>
            <p:nvPr/>
          </p:nvSpPr>
          <p:spPr>
            <a:xfrm>
              <a:off x="344909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6" name="pg2846"/>
            <p:cNvSpPr/>
            <p:nvPr/>
          </p:nvSpPr>
          <p:spPr>
            <a:xfrm>
              <a:off x="346073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7" name="pg2847"/>
            <p:cNvSpPr/>
            <p:nvPr/>
          </p:nvSpPr>
          <p:spPr>
            <a:xfrm>
              <a:off x="347236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8" name="pg2848"/>
            <p:cNvSpPr/>
            <p:nvPr/>
          </p:nvSpPr>
          <p:spPr>
            <a:xfrm>
              <a:off x="348400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9" name="pg2849"/>
            <p:cNvSpPr/>
            <p:nvPr/>
          </p:nvSpPr>
          <p:spPr>
            <a:xfrm>
              <a:off x="349564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0" name="pg2850"/>
            <p:cNvSpPr/>
            <p:nvPr/>
          </p:nvSpPr>
          <p:spPr>
            <a:xfrm>
              <a:off x="350728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1" name="pg2851"/>
            <p:cNvSpPr/>
            <p:nvPr/>
          </p:nvSpPr>
          <p:spPr>
            <a:xfrm>
              <a:off x="351891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2" name="pg2852"/>
            <p:cNvSpPr/>
            <p:nvPr/>
          </p:nvSpPr>
          <p:spPr>
            <a:xfrm>
              <a:off x="353055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3" name="pg2853"/>
            <p:cNvSpPr/>
            <p:nvPr/>
          </p:nvSpPr>
          <p:spPr>
            <a:xfrm>
              <a:off x="354219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4" name="pg2854"/>
            <p:cNvSpPr/>
            <p:nvPr/>
          </p:nvSpPr>
          <p:spPr>
            <a:xfrm>
              <a:off x="355383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5" name="pg2855"/>
            <p:cNvSpPr/>
            <p:nvPr/>
          </p:nvSpPr>
          <p:spPr>
            <a:xfrm>
              <a:off x="361201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6" name="pg2856"/>
            <p:cNvSpPr/>
            <p:nvPr/>
          </p:nvSpPr>
          <p:spPr>
            <a:xfrm>
              <a:off x="362365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7" name="pg2857"/>
            <p:cNvSpPr/>
            <p:nvPr/>
          </p:nvSpPr>
          <p:spPr>
            <a:xfrm>
              <a:off x="363529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8" name="pg2858"/>
            <p:cNvSpPr/>
            <p:nvPr/>
          </p:nvSpPr>
          <p:spPr>
            <a:xfrm>
              <a:off x="364692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9" name="pg2859"/>
            <p:cNvSpPr/>
            <p:nvPr/>
          </p:nvSpPr>
          <p:spPr>
            <a:xfrm>
              <a:off x="365856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0" name="pg2860"/>
            <p:cNvSpPr/>
            <p:nvPr/>
          </p:nvSpPr>
          <p:spPr>
            <a:xfrm>
              <a:off x="367020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1" name="pg2861"/>
            <p:cNvSpPr/>
            <p:nvPr/>
          </p:nvSpPr>
          <p:spPr>
            <a:xfrm>
              <a:off x="368184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2" name="pg2862"/>
            <p:cNvSpPr/>
            <p:nvPr/>
          </p:nvSpPr>
          <p:spPr>
            <a:xfrm>
              <a:off x="369347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3" name="pg2863"/>
            <p:cNvSpPr/>
            <p:nvPr/>
          </p:nvSpPr>
          <p:spPr>
            <a:xfrm>
              <a:off x="370511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4" name="pg2864"/>
            <p:cNvSpPr/>
            <p:nvPr/>
          </p:nvSpPr>
          <p:spPr>
            <a:xfrm>
              <a:off x="371675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5" name="pg2865"/>
            <p:cNvSpPr/>
            <p:nvPr/>
          </p:nvSpPr>
          <p:spPr>
            <a:xfrm>
              <a:off x="372839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6" name="pg2866"/>
            <p:cNvSpPr/>
            <p:nvPr/>
          </p:nvSpPr>
          <p:spPr>
            <a:xfrm>
              <a:off x="374002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7" name="pg2867"/>
            <p:cNvSpPr/>
            <p:nvPr/>
          </p:nvSpPr>
          <p:spPr>
            <a:xfrm>
              <a:off x="375166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8" name="pg2868"/>
            <p:cNvSpPr/>
            <p:nvPr/>
          </p:nvSpPr>
          <p:spPr>
            <a:xfrm>
              <a:off x="376330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9" name="pg2869"/>
            <p:cNvSpPr/>
            <p:nvPr/>
          </p:nvSpPr>
          <p:spPr>
            <a:xfrm>
              <a:off x="413569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0" name="pg2870"/>
            <p:cNvSpPr/>
            <p:nvPr/>
          </p:nvSpPr>
          <p:spPr>
            <a:xfrm>
              <a:off x="414733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1" name="pg2871"/>
            <p:cNvSpPr/>
            <p:nvPr/>
          </p:nvSpPr>
          <p:spPr>
            <a:xfrm>
              <a:off x="415897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2" name="pg2872"/>
            <p:cNvSpPr/>
            <p:nvPr/>
          </p:nvSpPr>
          <p:spPr>
            <a:xfrm>
              <a:off x="417060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3" name="pg2873"/>
            <p:cNvSpPr/>
            <p:nvPr/>
          </p:nvSpPr>
          <p:spPr>
            <a:xfrm>
              <a:off x="418224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4" name="pg2874"/>
            <p:cNvSpPr/>
            <p:nvPr/>
          </p:nvSpPr>
          <p:spPr>
            <a:xfrm>
              <a:off x="419388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5" name="pg2875"/>
            <p:cNvSpPr/>
            <p:nvPr/>
          </p:nvSpPr>
          <p:spPr>
            <a:xfrm>
              <a:off x="420552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6" name="pg2876"/>
            <p:cNvSpPr/>
            <p:nvPr/>
          </p:nvSpPr>
          <p:spPr>
            <a:xfrm>
              <a:off x="421715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7" name="pg2877"/>
            <p:cNvSpPr/>
            <p:nvPr/>
          </p:nvSpPr>
          <p:spPr>
            <a:xfrm>
              <a:off x="433353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8" name="pg2878"/>
            <p:cNvSpPr/>
            <p:nvPr/>
          </p:nvSpPr>
          <p:spPr>
            <a:xfrm>
              <a:off x="434516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9" name="pg2879"/>
            <p:cNvSpPr/>
            <p:nvPr/>
          </p:nvSpPr>
          <p:spPr>
            <a:xfrm>
              <a:off x="435680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0" name="pg2880"/>
            <p:cNvSpPr/>
            <p:nvPr/>
          </p:nvSpPr>
          <p:spPr>
            <a:xfrm>
              <a:off x="436844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1" name="pg2881"/>
            <p:cNvSpPr/>
            <p:nvPr/>
          </p:nvSpPr>
          <p:spPr>
            <a:xfrm>
              <a:off x="438008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2" name="pg2882"/>
            <p:cNvSpPr/>
            <p:nvPr/>
          </p:nvSpPr>
          <p:spPr>
            <a:xfrm>
              <a:off x="439171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3" name="pg2883"/>
            <p:cNvSpPr/>
            <p:nvPr/>
          </p:nvSpPr>
          <p:spPr>
            <a:xfrm>
              <a:off x="440335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4" name="pg2884"/>
            <p:cNvSpPr/>
            <p:nvPr/>
          </p:nvSpPr>
          <p:spPr>
            <a:xfrm>
              <a:off x="457791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5" name="pg2885"/>
            <p:cNvSpPr/>
            <p:nvPr/>
          </p:nvSpPr>
          <p:spPr>
            <a:xfrm>
              <a:off x="458955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6" name="pg2886"/>
            <p:cNvSpPr/>
            <p:nvPr/>
          </p:nvSpPr>
          <p:spPr>
            <a:xfrm>
              <a:off x="460119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7" name="pg2887"/>
            <p:cNvSpPr/>
            <p:nvPr/>
          </p:nvSpPr>
          <p:spPr>
            <a:xfrm>
              <a:off x="461282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8" name="pg2888"/>
            <p:cNvSpPr/>
            <p:nvPr/>
          </p:nvSpPr>
          <p:spPr>
            <a:xfrm>
              <a:off x="462446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9" name="pg2889"/>
            <p:cNvSpPr/>
            <p:nvPr/>
          </p:nvSpPr>
          <p:spPr>
            <a:xfrm>
              <a:off x="311161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0" name="pg2890"/>
            <p:cNvSpPr/>
            <p:nvPr/>
          </p:nvSpPr>
          <p:spPr>
            <a:xfrm>
              <a:off x="312324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1" name="pg2891"/>
            <p:cNvSpPr/>
            <p:nvPr/>
          </p:nvSpPr>
          <p:spPr>
            <a:xfrm>
              <a:off x="313488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2" name="pg2892"/>
            <p:cNvSpPr/>
            <p:nvPr/>
          </p:nvSpPr>
          <p:spPr>
            <a:xfrm>
              <a:off x="314652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3" name="pg2893"/>
            <p:cNvSpPr/>
            <p:nvPr/>
          </p:nvSpPr>
          <p:spPr>
            <a:xfrm>
              <a:off x="315816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4" name="pg2894"/>
            <p:cNvSpPr/>
            <p:nvPr/>
          </p:nvSpPr>
          <p:spPr>
            <a:xfrm>
              <a:off x="316979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5" name="pg2895"/>
            <p:cNvSpPr/>
            <p:nvPr/>
          </p:nvSpPr>
          <p:spPr>
            <a:xfrm>
              <a:off x="318143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6" name="pg2896"/>
            <p:cNvSpPr/>
            <p:nvPr/>
          </p:nvSpPr>
          <p:spPr>
            <a:xfrm>
              <a:off x="319307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7" name="pg2897"/>
            <p:cNvSpPr/>
            <p:nvPr/>
          </p:nvSpPr>
          <p:spPr>
            <a:xfrm>
              <a:off x="320471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8" name="pg2898"/>
            <p:cNvSpPr/>
            <p:nvPr/>
          </p:nvSpPr>
          <p:spPr>
            <a:xfrm>
              <a:off x="321634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9" name="pg2899"/>
            <p:cNvSpPr/>
            <p:nvPr/>
          </p:nvSpPr>
          <p:spPr>
            <a:xfrm>
              <a:off x="322798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0" name="pg2900"/>
            <p:cNvSpPr/>
            <p:nvPr/>
          </p:nvSpPr>
          <p:spPr>
            <a:xfrm>
              <a:off x="323962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1" name="pg2901"/>
            <p:cNvSpPr/>
            <p:nvPr/>
          </p:nvSpPr>
          <p:spPr>
            <a:xfrm>
              <a:off x="335599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2" name="pg2902"/>
            <p:cNvSpPr/>
            <p:nvPr/>
          </p:nvSpPr>
          <p:spPr>
            <a:xfrm>
              <a:off x="336763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3" name="pg2903"/>
            <p:cNvSpPr/>
            <p:nvPr/>
          </p:nvSpPr>
          <p:spPr>
            <a:xfrm>
              <a:off x="337927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4" name="pg2904"/>
            <p:cNvSpPr/>
            <p:nvPr/>
          </p:nvSpPr>
          <p:spPr>
            <a:xfrm>
              <a:off x="339090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5" name="pg2905"/>
            <p:cNvSpPr/>
            <p:nvPr/>
          </p:nvSpPr>
          <p:spPr>
            <a:xfrm>
              <a:off x="340254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6" name="pg2906"/>
            <p:cNvSpPr/>
            <p:nvPr/>
          </p:nvSpPr>
          <p:spPr>
            <a:xfrm>
              <a:off x="341418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7" name="pg2907"/>
            <p:cNvSpPr/>
            <p:nvPr/>
          </p:nvSpPr>
          <p:spPr>
            <a:xfrm>
              <a:off x="342581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8" name="pg2908"/>
            <p:cNvSpPr/>
            <p:nvPr/>
          </p:nvSpPr>
          <p:spPr>
            <a:xfrm>
              <a:off x="343745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9" name="pg2909"/>
            <p:cNvSpPr/>
            <p:nvPr/>
          </p:nvSpPr>
          <p:spPr>
            <a:xfrm>
              <a:off x="344909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0" name="pg2910"/>
            <p:cNvSpPr/>
            <p:nvPr/>
          </p:nvSpPr>
          <p:spPr>
            <a:xfrm>
              <a:off x="346073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1" name="pg2911"/>
            <p:cNvSpPr/>
            <p:nvPr/>
          </p:nvSpPr>
          <p:spPr>
            <a:xfrm>
              <a:off x="348400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2" name="pg2912"/>
            <p:cNvSpPr/>
            <p:nvPr/>
          </p:nvSpPr>
          <p:spPr>
            <a:xfrm>
              <a:off x="349564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3" name="pg2913"/>
            <p:cNvSpPr/>
            <p:nvPr/>
          </p:nvSpPr>
          <p:spPr>
            <a:xfrm>
              <a:off x="350728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4" name="pg2914"/>
            <p:cNvSpPr/>
            <p:nvPr/>
          </p:nvSpPr>
          <p:spPr>
            <a:xfrm>
              <a:off x="351891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5" name="pg2915"/>
            <p:cNvSpPr/>
            <p:nvPr/>
          </p:nvSpPr>
          <p:spPr>
            <a:xfrm>
              <a:off x="353055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6" name="pg2916"/>
            <p:cNvSpPr/>
            <p:nvPr/>
          </p:nvSpPr>
          <p:spPr>
            <a:xfrm>
              <a:off x="354219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7" name="pg2917"/>
            <p:cNvSpPr/>
            <p:nvPr/>
          </p:nvSpPr>
          <p:spPr>
            <a:xfrm>
              <a:off x="355383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8" name="pg2918"/>
            <p:cNvSpPr/>
            <p:nvPr/>
          </p:nvSpPr>
          <p:spPr>
            <a:xfrm>
              <a:off x="356546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9" name="pg2919"/>
            <p:cNvSpPr/>
            <p:nvPr/>
          </p:nvSpPr>
          <p:spPr>
            <a:xfrm>
              <a:off x="358874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0" name="pg2920"/>
            <p:cNvSpPr/>
            <p:nvPr/>
          </p:nvSpPr>
          <p:spPr>
            <a:xfrm>
              <a:off x="360037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1" name="pg2921"/>
            <p:cNvSpPr/>
            <p:nvPr/>
          </p:nvSpPr>
          <p:spPr>
            <a:xfrm>
              <a:off x="361201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2" name="pg2922"/>
            <p:cNvSpPr/>
            <p:nvPr/>
          </p:nvSpPr>
          <p:spPr>
            <a:xfrm>
              <a:off x="362365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3" name="pg2923"/>
            <p:cNvSpPr/>
            <p:nvPr/>
          </p:nvSpPr>
          <p:spPr>
            <a:xfrm>
              <a:off x="363529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4" name="pg2924"/>
            <p:cNvSpPr/>
            <p:nvPr/>
          </p:nvSpPr>
          <p:spPr>
            <a:xfrm>
              <a:off x="364692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5" name="pg2925"/>
            <p:cNvSpPr/>
            <p:nvPr/>
          </p:nvSpPr>
          <p:spPr>
            <a:xfrm>
              <a:off x="365856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6" name="pg2926"/>
            <p:cNvSpPr/>
            <p:nvPr/>
          </p:nvSpPr>
          <p:spPr>
            <a:xfrm>
              <a:off x="367020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7" name="pg2927"/>
            <p:cNvSpPr/>
            <p:nvPr/>
          </p:nvSpPr>
          <p:spPr>
            <a:xfrm>
              <a:off x="368184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8" name="pg2928"/>
            <p:cNvSpPr/>
            <p:nvPr/>
          </p:nvSpPr>
          <p:spPr>
            <a:xfrm>
              <a:off x="369347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9" name="pg2929"/>
            <p:cNvSpPr/>
            <p:nvPr/>
          </p:nvSpPr>
          <p:spPr>
            <a:xfrm>
              <a:off x="370511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0" name="pg2930"/>
            <p:cNvSpPr/>
            <p:nvPr/>
          </p:nvSpPr>
          <p:spPr>
            <a:xfrm>
              <a:off x="371675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1" name="pg2931"/>
            <p:cNvSpPr/>
            <p:nvPr/>
          </p:nvSpPr>
          <p:spPr>
            <a:xfrm>
              <a:off x="372839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2" name="pg2932"/>
            <p:cNvSpPr/>
            <p:nvPr/>
          </p:nvSpPr>
          <p:spPr>
            <a:xfrm>
              <a:off x="374002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3" name="pg2933"/>
            <p:cNvSpPr/>
            <p:nvPr/>
          </p:nvSpPr>
          <p:spPr>
            <a:xfrm>
              <a:off x="375166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4" name="pg2934"/>
            <p:cNvSpPr/>
            <p:nvPr/>
          </p:nvSpPr>
          <p:spPr>
            <a:xfrm>
              <a:off x="376330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5" name="pg2935"/>
            <p:cNvSpPr/>
            <p:nvPr/>
          </p:nvSpPr>
          <p:spPr>
            <a:xfrm>
              <a:off x="377493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6" name="pg2936"/>
            <p:cNvSpPr/>
            <p:nvPr/>
          </p:nvSpPr>
          <p:spPr>
            <a:xfrm>
              <a:off x="415897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7" name="pg2937"/>
            <p:cNvSpPr/>
            <p:nvPr/>
          </p:nvSpPr>
          <p:spPr>
            <a:xfrm>
              <a:off x="434516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8" name="pg2938"/>
            <p:cNvSpPr/>
            <p:nvPr/>
          </p:nvSpPr>
          <p:spPr>
            <a:xfrm>
              <a:off x="435680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9" name="pg2939"/>
            <p:cNvSpPr/>
            <p:nvPr/>
          </p:nvSpPr>
          <p:spPr>
            <a:xfrm>
              <a:off x="436844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0" name="pg2940"/>
            <p:cNvSpPr/>
            <p:nvPr/>
          </p:nvSpPr>
          <p:spPr>
            <a:xfrm>
              <a:off x="438008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1" name="pg2941"/>
            <p:cNvSpPr/>
            <p:nvPr/>
          </p:nvSpPr>
          <p:spPr>
            <a:xfrm>
              <a:off x="439171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2" name="pg2942"/>
            <p:cNvSpPr/>
            <p:nvPr/>
          </p:nvSpPr>
          <p:spPr>
            <a:xfrm>
              <a:off x="440335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3" name="pg2943"/>
            <p:cNvSpPr/>
            <p:nvPr/>
          </p:nvSpPr>
          <p:spPr>
            <a:xfrm>
              <a:off x="441499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4" name="pg2944"/>
            <p:cNvSpPr/>
            <p:nvPr/>
          </p:nvSpPr>
          <p:spPr>
            <a:xfrm>
              <a:off x="457791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5" name="pg2945"/>
            <p:cNvSpPr/>
            <p:nvPr/>
          </p:nvSpPr>
          <p:spPr>
            <a:xfrm>
              <a:off x="458955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6" name="pg2946"/>
            <p:cNvSpPr/>
            <p:nvPr/>
          </p:nvSpPr>
          <p:spPr>
            <a:xfrm>
              <a:off x="460119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7" name="pg2947"/>
            <p:cNvSpPr/>
            <p:nvPr/>
          </p:nvSpPr>
          <p:spPr>
            <a:xfrm>
              <a:off x="461282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8" name="pg2948"/>
            <p:cNvSpPr/>
            <p:nvPr/>
          </p:nvSpPr>
          <p:spPr>
            <a:xfrm>
              <a:off x="462446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9" name="pg2949"/>
            <p:cNvSpPr/>
            <p:nvPr/>
          </p:nvSpPr>
          <p:spPr>
            <a:xfrm>
              <a:off x="309997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0" name="pg2950"/>
            <p:cNvSpPr/>
            <p:nvPr/>
          </p:nvSpPr>
          <p:spPr>
            <a:xfrm>
              <a:off x="311161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1" name="pg2951"/>
            <p:cNvSpPr/>
            <p:nvPr/>
          </p:nvSpPr>
          <p:spPr>
            <a:xfrm>
              <a:off x="312324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2" name="pg2952"/>
            <p:cNvSpPr/>
            <p:nvPr/>
          </p:nvSpPr>
          <p:spPr>
            <a:xfrm>
              <a:off x="313488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3" name="pg2953"/>
            <p:cNvSpPr/>
            <p:nvPr/>
          </p:nvSpPr>
          <p:spPr>
            <a:xfrm>
              <a:off x="314652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4" name="pg2954"/>
            <p:cNvSpPr/>
            <p:nvPr/>
          </p:nvSpPr>
          <p:spPr>
            <a:xfrm>
              <a:off x="315816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5" name="pg2955"/>
            <p:cNvSpPr/>
            <p:nvPr/>
          </p:nvSpPr>
          <p:spPr>
            <a:xfrm>
              <a:off x="316979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6" name="pg2956"/>
            <p:cNvSpPr/>
            <p:nvPr/>
          </p:nvSpPr>
          <p:spPr>
            <a:xfrm>
              <a:off x="318143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7" name="pg2957"/>
            <p:cNvSpPr/>
            <p:nvPr/>
          </p:nvSpPr>
          <p:spPr>
            <a:xfrm>
              <a:off x="319307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8" name="pg2958"/>
            <p:cNvSpPr/>
            <p:nvPr/>
          </p:nvSpPr>
          <p:spPr>
            <a:xfrm>
              <a:off x="320471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9" name="pg2959"/>
            <p:cNvSpPr/>
            <p:nvPr/>
          </p:nvSpPr>
          <p:spPr>
            <a:xfrm>
              <a:off x="341418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0" name="pg2960"/>
            <p:cNvSpPr/>
            <p:nvPr/>
          </p:nvSpPr>
          <p:spPr>
            <a:xfrm>
              <a:off x="342581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1" name="pg2961"/>
            <p:cNvSpPr/>
            <p:nvPr/>
          </p:nvSpPr>
          <p:spPr>
            <a:xfrm>
              <a:off x="349564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2" name="pg2962"/>
            <p:cNvSpPr/>
            <p:nvPr/>
          </p:nvSpPr>
          <p:spPr>
            <a:xfrm>
              <a:off x="350728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3" name="pg2963"/>
            <p:cNvSpPr/>
            <p:nvPr/>
          </p:nvSpPr>
          <p:spPr>
            <a:xfrm>
              <a:off x="351891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4" name="pg2964"/>
            <p:cNvSpPr/>
            <p:nvPr/>
          </p:nvSpPr>
          <p:spPr>
            <a:xfrm>
              <a:off x="353055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5" name="pg2965"/>
            <p:cNvSpPr/>
            <p:nvPr/>
          </p:nvSpPr>
          <p:spPr>
            <a:xfrm>
              <a:off x="354219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6" name="pg2966"/>
            <p:cNvSpPr/>
            <p:nvPr/>
          </p:nvSpPr>
          <p:spPr>
            <a:xfrm>
              <a:off x="355383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7" name="pg2967"/>
            <p:cNvSpPr/>
            <p:nvPr/>
          </p:nvSpPr>
          <p:spPr>
            <a:xfrm>
              <a:off x="356546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8" name="pg2968"/>
            <p:cNvSpPr/>
            <p:nvPr/>
          </p:nvSpPr>
          <p:spPr>
            <a:xfrm>
              <a:off x="357710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9" name="pg2969"/>
            <p:cNvSpPr/>
            <p:nvPr/>
          </p:nvSpPr>
          <p:spPr>
            <a:xfrm>
              <a:off x="358874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0" name="pg2970"/>
            <p:cNvSpPr/>
            <p:nvPr/>
          </p:nvSpPr>
          <p:spPr>
            <a:xfrm>
              <a:off x="360037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1" name="pg2971"/>
            <p:cNvSpPr/>
            <p:nvPr/>
          </p:nvSpPr>
          <p:spPr>
            <a:xfrm>
              <a:off x="361201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2" name="pg2972"/>
            <p:cNvSpPr/>
            <p:nvPr/>
          </p:nvSpPr>
          <p:spPr>
            <a:xfrm>
              <a:off x="362365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3" name="pg2973"/>
            <p:cNvSpPr/>
            <p:nvPr/>
          </p:nvSpPr>
          <p:spPr>
            <a:xfrm>
              <a:off x="363529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4" name="pg2974"/>
            <p:cNvSpPr/>
            <p:nvPr/>
          </p:nvSpPr>
          <p:spPr>
            <a:xfrm>
              <a:off x="364692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5" name="pg2975"/>
            <p:cNvSpPr/>
            <p:nvPr/>
          </p:nvSpPr>
          <p:spPr>
            <a:xfrm>
              <a:off x="365856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6" name="pg2976"/>
            <p:cNvSpPr/>
            <p:nvPr/>
          </p:nvSpPr>
          <p:spPr>
            <a:xfrm>
              <a:off x="367020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7" name="pg2977"/>
            <p:cNvSpPr/>
            <p:nvPr/>
          </p:nvSpPr>
          <p:spPr>
            <a:xfrm>
              <a:off x="368184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8" name="pg2978"/>
            <p:cNvSpPr/>
            <p:nvPr/>
          </p:nvSpPr>
          <p:spPr>
            <a:xfrm>
              <a:off x="369347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9" name="pg2979"/>
            <p:cNvSpPr/>
            <p:nvPr/>
          </p:nvSpPr>
          <p:spPr>
            <a:xfrm>
              <a:off x="370511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0" name="pg2980"/>
            <p:cNvSpPr/>
            <p:nvPr/>
          </p:nvSpPr>
          <p:spPr>
            <a:xfrm>
              <a:off x="371675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1" name="pg2981"/>
            <p:cNvSpPr/>
            <p:nvPr/>
          </p:nvSpPr>
          <p:spPr>
            <a:xfrm>
              <a:off x="372839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2" name="pg2982"/>
            <p:cNvSpPr/>
            <p:nvPr/>
          </p:nvSpPr>
          <p:spPr>
            <a:xfrm>
              <a:off x="374002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3" name="pg2983"/>
            <p:cNvSpPr/>
            <p:nvPr/>
          </p:nvSpPr>
          <p:spPr>
            <a:xfrm>
              <a:off x="375166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4" name="pg2984"/>
            <p:cNvSpPr/>
            <p:nvPr/>
          </p:nvSpPr>
          <p:spPr>
            <a:xfrm>
              <a:off x="376330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5" name="pg2985"/>
            <p:cNvSpPr/>
            <p:nvPr/>
          </p:nvSpPr>
          <p:spPr>
            <a:xfrm>
              <a:off x="377493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6" name="pg2986"/>
            <p:cNvSpPr/>
            <p:nvPr/>
          </p:nvSpPr>
          <p:spPr>
            <a:xfrm>
              <a:off x="378657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7" name="pg2987"/>
            <p:cNvSpPr/>
            <p:nvPr/>
          </p:nvSpPr>
          <p:spPr>
            <a:xfrm>
              <a:off x="435680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8" name="pg2988"/>
            <p:cNvSpPr/>
            <p:nvPr/>
          </p:nvSpPr>
          <p:spPr>
            <a:xfrm>
              <a:off x="436844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9" name="pg2989"/>
            <p:cNvSpPr/>
            <p:nvPr/>
          </p:nvSpPr>
          <p:spPr>
            <a:xfrm>
              <a:off x="438008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0" name="pg2990"/>
            <p:cNvSpPr/>
            <p:nvPr/>
          </p:nvSpPr>
          <p:spPr>
            <a:xfrm>
              <a:off x="439171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1" name="pg2991"/>
            <p:cNvSpPr/>
            <p:nvPr/>
          </p:nvSpPr>
          <p:spPr>
            <a:xfrm>
              <a:off x="440335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2" name="pg2992"/>
            <p:cNvSpPr/>
            <p:nvPr/>
          </p:nvSpPr>
          <p:spPr>
            <a:xfrm>
              <a:off x="441499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3" name="pg2993"/>
            <p:cNvSpPr/>
            <p:nvPr/>
          </p:nvSpPr>
          <p:spPr>
            <a:xfrm>
              <a:off x="442663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4" name="pg2994"/>
            <p:cNvSpPr/>
            <p:nvPr/>
          </p:nvSpPr>
          <p:spPr>
            <a:xfrm>
              <a:off x="458955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5" name="pg2995"/>
            <p:cNvSpPr/>
            <p:nvPr/>
          </p:nvSpPr>
          <p:spPr>
            <a:xfrm>
              <a:off x="460119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6" name="pg2996"/>
            <p:cNvSpPr/>
            <p:nvPr/>
          </p:nvSpPr>
          <p:spPr>
            <a:xfrm>
              <a:off x="461282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7" name="pg2997"/>
            <p:cNvSpPr/>
            <p:nvPr/>
          </p:nvSpPr>
          <p:spPr>
            <a:xfrm>
              <a:off x="462446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8" name="pg2998"/>
            <p:cNvSpPr/>
            <p:nvPr/>
          </p:nvSpPr>
          <p:spPr>
            <a:xfrm>
              <a:off x="463610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9" name="pg2999"/>
            <p:cNvSpPr/>
            <p:nvPr/>
          </p:nvSpPr>
          <p:spPr>
            <a:xfrm>
              <a:off x="309997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0" name="pg3000"/>
            <p:cNvSpPr/>
            <p:nvPr/>
          </p:nvSpPr>
          <p:spPr>
            <a:xfrm>
              <a:off x="311161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1" name="pg3001"/>
            <p:cNvSpPr/>
            <p:nvPr/>
          </p:nvSpPr>
          <p:spPr>
            <a:xfrm>
              <a:off x="312324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2" name="pg3002"/>
            <p:cNvSpPr/>
            <p:nvPr/>
          </p:nvSpPr>
          <p:spPr>
            <a:xfrm>
              <a:off x="313488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3" name="pg3003"/>
            <p:cNvSpPr/>
            <p:nvPr/>
          </p:nvSpPr>
          <p:spPr>
            <a:xfrm>
              <a:off x="314652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4" name="pg3004"/>
            <p:cNvSpPr/>
            <p:nvPr/>
          </p:nvSpPr>
          <p:spPr>
            <a:xfrm>
              <a:off x="315816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5" name="pg3005"/>
            <p:cNvSpPr/>
            <p:nvPr/>
          </p:nvSpPr>
          <p:spPr>
            <a:xfrm>
              <a:off x="316979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6" name="pg3006"/>
            <p:cNvSpPr/>
            <p:nvPr/>
          </p:nvSpPr>
          <p:spPr>
            <a:xfrm>
              <a:off x="318143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7" name="pg3007"/>
            <p:cNvSpPr/>
            <p:nvPr/>
          </p:nvSpPr>
          <p:spPr>
            <a:xfrm>
              <a:off x="350728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8" name="pg3008"/>
            <p:cNvSpPr/>
            <p:nvPr/>
          </p:nvSpPr>
          <p:spPr>
            <a:xfrm>
              <a:off x="351891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9" name="pg3009"/>
            <p:cNvSpPr/>
            <p:nvPr/>
          </p:nvSpPr>
          <p:spPr>
            <a:xfrm>
              <a:off x="353055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0" name="pg3010"/>
            <p:cNvSpPr/>
            <p:nvPr/>
          </p:nvSpPr>
          <p:spPr>
            <a:xfrm>
              <a:off x="354219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1" name="pg3011"/>
            <p:cNvSpPr/>
            <p:nvPr/>
          </p:nvSpPr>
          <p:spPr>
            <a:xfrm>
              <a:off x="355383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2" name="pg3012"/>
            <p:cNvSpPr/>
            <p:nvPr/>
          </p:nvSpPr>
          <p:spPr>
            <a:xfrm>
              <a:off x="356546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3" name="pg3013"/>
            <p:cNvSpPr/>
            <p:nvPr/>
          </p:nvSpPr>
          <p:spPr>
            <a:xfrm>
              <a:off x="357710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4" name="pg3014"/>
            <p:cNvSpPr/>
            <p:nvPr/>
          </p:nvSpPr>
          <p:spPr>
            <a:xfrm>
              <a:off x="358874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5" name="pg3015"/>
            <p:cNvSpPr/>
            <p:nvPr/>
          </p:nvSpPr>
          <p:spPr>
            <a:xfrm>
              <a:off x="360037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6" name="pg3016"/>
            <p:cNvSpPr/>
            <p:nvPr/>
          </p:nvSpPr>
          <p:spPr>
            <a:xfrm>
              <a:off x="361201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7" name="pg3017"/>
            <p:cNvSpPr/>
            <p:nvPr/>
          </p:nvSpPr>
          <p:spPr>
            <a:xfrm>
              <a:off x="362365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8" name="pg3018"/>
            <p:cNvSpPr/>
            <p:nvPr/>
          </p:nvSpPr>
          <p:spPr>
            <a:xfrm>
              <a:off x="363529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9" name="pg3019"/>
            <p:cNvSpPr/>
            <p:nvPr/>
          </p:nvSpPr>
          <p:spPr>
            <a:xfrm>
              <a:off x="364692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0" name="pg3020"/>
            <p:cNvSpPr/>
            <p:nvPr/>
          </p:nvSpPr>
          <p:spPr>
            <a:xfrm>
              <a:off x="365856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1" name="pg3021"/>
            <p:cNvSpPr/>
            <p:nvPr/>
          </p:nvSpPr>
          <p:spPr>
            <a:xfrm>
              <a:off x="367020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2" name="pg3022"/>
            <p:cNvSpPr/>
            <p:nvPr/>
          </p:nvSpPr>
          <p:spPr>
            <a:xfrm>
              <a:off x="368184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3" name="pg3023"/>
            <p:cNvSpPr/>
            <p:nvPr/>
          </p:nvSpPr>
          <p:spPr>
            <a:xfrm>
              <a:off x="369347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4" name="pg3024"/>
            <p:cNvSpPr/>
            <p:nvPr/>
          </p:nvSpPr>
          <p:spPr>
            <a:xfrm>
              <a:off x="370511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5" name="pg3025"/>
            <p:cNvSpPr/>
            <p:nvPr/>
          </p:nvSpPr>
          <p:spPr>
            <a:xfrm>
              <a:off x="371675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6" name="pg3026"/>
            <p:cNvSpPr/>
            <p:nvPr/>
          </p:nvSpPr>
          <p:spPr>
            <a:xfrm>
              <a:off x="372839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7" name="pg3027"/>
            <p:cNvSpPr/>
            <p:nvPr/>
          </p:nvSpPr>
          <p:spPr>
            <a:xfrm>
              <a:off x="374002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8" name="pg3028"/>
            <p:cNvSpPr/>
            <p:nvPr/>
          </p:nvSpPr>
          <p:spPr>
            <a:xfrm>
              <a:off x="375166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9" name="pg3029"/>
            <p:cNvSpPr/>
            <p:nvPr/>
          </p:nvSpPr>
          <p:spPr>
            <a:xfrm>
              <a:off x="376330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0" name="pg3030"/>
            <p:cNvSpPr/>
            <p:nvPr/>
          </p:nvSpPr>
          <p:spPr>
            <a:xfrm>
              <a:off x="377493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1" name="pg3031"/>
            <p:cNvSpPr/>
            <p:nvPr/>
          </p:nvSpPr>
          <p:spPr>
            <a:xfrm>
              <a:off x="378657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2" name="pg3032"/>
            <p:cNvSpPr/>
            <p:nvPr/>
          </p:nvSpPr>
          <p:spPr>
            <a:xfrm>
              <a:off x="436844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3" name="pg3033"/>
            <p:cNvSpPr/>
            <p:nvPr/>
          </p:nvSpPr>
          <p:spPr>
            <a:xfrm>
              <a:off x="438008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4" name="pg3034"/>
            <p:cNvSpPr/>
            <p:nvPr/>
          </p:nvSpPr>
          <p:spPr>
            <a:xfrm>
              <a:off x="439171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5" name="pg3035"/>
            <p:cNvSpPr/>
            <p:nvPr/>
          </p:nvSpPr>
          <p:spPr>
            <a:xfrm>
              <a:off x="440335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6" name="pg3036"/>
            <p:cNvSpPr/>
            <p:nvPr/>
          </p:nvSpPr>
          <p:spPr>
            <a:xfrm>
              <a:off x="441499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7" name="pg3037"/>
            <p:cNvSpPr/>
            <p:nvPr/>
          </p:nvSpPr>
          <p:spPr>
            <a:xfrm>
              <a:off x="442663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8" name="pg3038"/>
            <p:cNvSpPr/>
            <p:nvPr/>
          </p:nvSpPr>
          <p:spPr>
            <a:xfrm>
              <a:off x="443826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9" name="pg3039"/>
            <p:cNvSpPr/>
            <p:nvPr/>
          </p:nvSpPr>
          <p:spPr>
            <a:xfrm>
              <a:off x="458955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0" name="pg3040"/>
            <p:cNvSpPr/>
            <p:nvPr/>
          </p:nvSpPr>
          <p:spPr>
            <a:xfrm>
              <a:off x="460119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1" name="pg3041"/>
            <p:cNvSpPr/>
            <p:nvPr/>
          </p:nvSpPr>
          <p:spPr>
            <a:xfrm>
              <a:off x="461282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2" name="pg3042"/>
            <p:cNvSpPr/>
            <p:nvPr/>
          </p:nvSpPr>
          <p:spPr>
            <a:xfrm>
              <a:off x="462446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3" name="pg3043"/>
            <p:cNvSpPr/>
            <p:nvPr/>
          </p:nvSpPr>
          <p:spPr>
            <a:xfrm>
              <a:off x="463610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4" name="pg3044"/>
            <p:cNvSpPr/>
            <p:nvPr/>
          </p:nvSpPr>
          <p:spPr>
            <a:xfrm>
              <a:off x="308833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5" name="pg3045"/>
            <p:cNvSpPr/>
            <p:nvPr/>
          </p:nvSpPr>
          <p:spPr>
            <a:xfrm>
              <a:off x="309997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6" name="pg3046"/>
            <p:cNvSpPr/>
            <p:nvPr/>
          </p:nvSpPr>
          <p:spPr>
            <a:xfrm>
              <a:off x="311161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7" name="pg3047"/>
            <p:cNvSpPr/>
            <p:nvPr/>
          </p:nvSpPr>
          <p:spPr>
            <a:xfrm>
              <a:off x="312324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8" name="pg3048"/>
            <p:cNvSpPr/>
            <p:nvPr/>
          </p:nvSpPr>
          <p:spPr>
            <a:xfrm>
              <a:off x="313488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9" name="pg3049"/>
            <p:cNvSpPr/>
            <p:nvPr/>
          </p:nvSpPr>
          <p:spPr>
            <a:xfrm>
              <a:off x="314652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0" name="pg3050"/>
            <p:cNvSpPr/>
            <p:nvPr/>
          </p:nvSpPr>
          <p:spPr>
            <a:xfrm>
              <a:off x="351891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1" name="pg3051"/>
            <p:cNvSpPr/>
            <p:nvPr/>
          </p:nvSpPr>
          <p:spPr>
            <a:xfrm>
              <a:off x="353055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2" name="pg3052"/>
            <p:cNvSpPr/>
            <p:nvPr/>
          </p:nvSpPr>
          <p:spPr>
            <a:xfrm>
              <a:off x="354219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3" name="pg3053"/>
            <p:cNvSpPr/>
            <p:nvPr/>
          </p:nvSpPr>
          <p:spPr>
            <a:xfrm>
              <a:off x="355383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4" name="pg3054"/>
            <p:cNvSpPr/>
            <p:nvPr/>
          </p:nvSpPr>
          <p:spPr>
            <a:xfrm>
              <a:off x="356546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5" name="pg3055"/>
            <p:cNvSpPr/>
            <p:nvPr/>
          </p:nvSpPr>
          <p:spPr>
            <a:xfrm>
              <a:off x="357710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6" name="pg3056"/>
            <p:cNvSpPr/>
            <p:nvPr/>
          </p:nvSpPr>
          <p:spPr>
            <a:xfrm>
              <a:off x="358874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7" name="pg3057"/>
            <p:cNvSpPr/>
            <p:nvPr/>
          </p:nvSpPr>
          <p:spPr>
            <a:xfrm>
              <a:off x="360037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8" name="pg3058"/>
            <p:cNvSpPr/>
            <p:nvPr/>
          </p:nvSpPr>
          <p:spPr>
            <a:xfrm>
              <a:off x="361201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9" name="pg3059"/>
            <p:cNvSpPr/>
            <p:nvPr/>
          </p:nvSpPr>
          <p:spPr>
            <a:xfrm>
              <a:off x="362365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0" name="pg3060"/>
            <p:cNvSpPr/>
            <p:nvPr/>
          </p:nvSpPr>
          <p:spPr>
            <a:xfrm>
              <a:off x="363529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1" name="pg3061"/>
            <p:cNvSpPr/>
            <p:nvPr/>
          </p:nvSpPr>
          <p:spPr>
            <a:xfrm>
              <a:off x="364692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2" name="pg3062"/>
            <p:cNvSpPr/>
            <p:nvPr/>
          </p:nvSpPr>
          <p:spPr>
            <a:xfrm>
              <a:off x="365856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3" name="pg3063"/>
            <p:cNvSpPr/>
            <p:nvPr/>
          </p:nvSpPr>
          <p:spPr>
            <a:xfrm>
              <a:off x="367020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4" name="pg3064"/>
            <p:cNvSpPr/>
            <p:nvPr/>
          </p:nvSpPr>
          <p:spPr>
            <a:xfrm>
              <a:off x="368184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5" name="pg3065"/>
            <p:cNvSpPr/>
            <p:nvPr/>
          </p:nvSpPr>
          <p:spPr>
            <a:xfrm>
              <a:off x="369347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6" name="pg3066"/>
            <p:cNvSpPr/>
            <p:nvPr/>
          </p:nvSpPr>
          <p:spPr>
            <a:xfrm>
              <a:off x="370511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7" name="pg3067"/>
            <p:cNvSpPr/>
            <p:nvPr/>
          </p:nvSpPr>
          <p:spPr>
            <a:xfrm>
              <a:off x="371675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8" name="pg3068"/>
            <p:cNvSpPr/>
            <p:nvPr/>
          </p:nvSpPr>
          <p:spPr>
            <a:xfrm>
              <a:off x="372839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9" name="pg3069"/>
            <p:cNvSpPr/>
            <p:nvPr/>
          </p:nvSpPr>
          <p:spPr>
            <a:xfrm>
              <a:off x="374002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0" name="pg3070"/>
            <p:cNvSpPr/>
            <p:nvPr/>
          </p:nvSpPr>
          <p:spPr>
            <a:xfrm>
              <a:off x="375166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1" name="pg3071"/>
            <p:cNvSpPr/>
            <p:nvPr/>
          </p:nvSpPr>
          <p:spPr>
            <a:xfrm>
              <a:off x="376330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2" name="pg3072"/>
            <p:cNvSpPr/>
            <p:nvPr/>
          </p:nvSpPr>
          <p:spPr>
            <a:xfrm>
              <a:off x="377493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3" name="pg3073"/>
            <p:cNvSpPr/>
            <p:nvPr/>
          </p:nvSpPr>
          <p:spPr>
            <a:xfrm>
              <a:off x="378657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4" name="pg3074"/>
            <p:cNvSpPr/>
            <p:nvPr/>
          </p:nvSpPr>
          <p:spPr>
            <a:xfrm>
              <a:off x="438008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5" name="pg3075"/>
            <p:cNvSpPr/>
            <p:nvPr/>
          </p:nvSpPr>
          <p:spPr>
            <a:xfrm>
              <a:off x="439171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6" name="pg3076"/>
            <p:cNvSpPr/>
            <p:nvPr/>
          </p:nvSpPr>
          <p:spPr>
            <a:xfrm>
              <a:off x="440335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7" name="pg3077"/>
            <p:cNvSpPr/>
            <p:nvPr/>
          </p:nvSpPr>
          <p:spPr>
            <a:xfrm>
              <a:off x="441499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8" name="pg3078"/>
            <p:cNvSpPr/>
            <p:nvPr/>
          </p:nvSpPr>
          <p:spPr>
            <a:xfrm>
              <a:off x="442663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9" name="pg3079"/>
            <p:cNvSpPr/>
            <p:nvPr/>
          </p:nvSpPr>
          <p:spPr>
            <a:xfrm>
              <a:off x="443826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0" name="pg3080"/>
            <p:cNvSpPr/>
            <p:nvPr/>
          </p:nvSpPr>
          <p:spPr>
            <a:xfrm>
              <a:off x="444990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1" name="pg3081"/>
            <p:cNvSpPr/>
            <p:nvPr/>
          </p:nvSpPr>
          <p:spPr>
            <a:xfrm>
              <a:off x="460119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2" name="pg3082"/>
            <p:cNvSpPr/>
            <p:nvPr/>
          </p:nvSpPr>
          <p:spPr>
            <a:xfrm>
              <a:off x="461282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3" name="pg3083"/>
            <p:cNvSpPr/>
            <p:nvPr/>
          </p:nvSpPr>
          <p:spPr>
            <a:xfrm>
              <a:off x="462446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4" name="pg3084"/>
            <p:cNvSpPr/>
            <p:nvPr/>
          </p:nvSpPr>
          <p:spPr>
            <a:xfrm>
              <a:off x="463610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5" name="pg3085"/>
            <p:cNvSpPr/>
            <p:nvPr/>
          </p:nvSpPr>
          <p:spPr>
            <a:xfrm>
              <a:off x="464773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6" name="pg3086"/>
            <p:cNvSpPr/>
            <p:nvPr/>
          </p:nvSpPr>
          <p:spPr>
            <a:xfrm>
              <a:off x="306506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7" name="pg3087"/>
            <p:cNvSpPr/>
            <p:nvPr/>
          </p:nvSpPr>
          <p:spPr>
            <a:xfrm>
              <a:off x="307669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8" name="pg3088"/>
            <p:cNvSpPr/>
            <p:nvPr/>
          </p:nvSpPr>
          <p:spPr>
            <a:xfrm>
              <a:off x="308833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9" name="pg3089"/>
            <p:cNvSpPr/>
            <p:nvPr/>
          </p:nvSpPr>
          <p:spPr>
            <a:xfrm>
              <a:off x="309997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0" name="pg3090"/>
            <p:cNvSpPr/>
            <p:nvPr/>
          </p:nvSpPr>
          <p:spPr>
            <a:xfrm>
              <a:off x="311161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1" name="pg3091"/>
            <p:cNvSpPr/>
            <p:nvPr/>
          </p:nvSpPr>
          <p:spPr>
            <a:xfrm>
              <a:off x="312324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2" name="pg3092"/>
            <p:cNvSpPr/>
            <p:nvPr/>
          </p:nvSpPr>
          <p:spPr>
            <a:xfrm>
              <a:off x="313488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3" name="pg3093"/>
            <p:cNvSpPr/>
            <p:nvPr/>
          </p:nvSpPr>
          <p:spPr>
            <a:xfrm>
              <a:off x="3542193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4" name="pg3094"/>
            <p:cNvSpPr/>
            <p:nvPr/>
          </p:nvSpPr>
          <p:spPr>
            <a:xfrm>
              <a:off x="355383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5" name="pg3095"/>
            <p:cNvSpPr/>
            <p:nvPr/>
          </p:nvSpPr>
          <p:spPr>
            <a:xfrm>
              <a:off x="356546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6" name="pg3096"/>
            <p:cNvSpPr/>
            <p:nvPr/>
          </p:nvSpPr>
          <p:spPr>
            <a:xfrm>
              <a:off x="357710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7" name="pg3097"/>
            <p:cNvSpPr/>
            <p:nvPr/>
          </p:nvSpPr>
          <p:spPr>
            <a:xfrm>
              <a:off x="358874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8" name="pg3098"/>
            <p:cNvSpPr/>
            <p:nvPr/>
          </p:nvSpPr>
          <p:spPr>
            <a:xfrm>
              <a:off x="360037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9" name="pg3099"/>
            <p:cNvSpPr/>
            <p:nvPr/>
          </p:nvSpPr>
          <p:spPr>
            <a:xfrm>
              <a:off x="361201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0" name="pg3100"/>
            <p:cNvSpPr/>
            <p:nvPr/>
          </p:nvSpPr>
          <p:spPr>
            <a:xfrm>
              <a:off x="362365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1" name="pg3101"/>
            <p:cNvSpPr/>
            <p:nvPr/>
          </p:nvSpPr>
          <p:spPr>
            <a:xfrm>
              <a:off x="363529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2" name="pg3102"/>
            <p:cNvSpPr/>
            <p:nvPr/>
          </p:nvSpPr>
          <p:spPr>
            <a:xfrm>
              <a:off x="3646928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3" name="pg3103"/>
            <p:cNvSpPr/>
            <p:nvPr/>
          </p:nvSpPr>
          <p:spPr>
            <a:xfrm>
              <a:off x="365856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4" name="pg3104"/>
            <p:cNvSpPr/>
            <p:nvPr/>
          </p:nvSpPr>
          <p:spPr>
            <a:xfrm>
              <a:off x="3670203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5" name="pg3105"/>
            <p:cNvSpPr/>
            <p:nvPr/>
          </p:nvSpPr>
          <p:spPr>
            <a:xfrm>
              <a:off x="370511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6" name="pg3106"/>
            <p:cNvSpPr/>
            <p:nvPr/>
          </p:nvSpPr>
          <p:spPr>
            <a:xfrm>
              <a:off x="371675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7" name="pg3107"/>
            <p:cNvSpPr/>
            <p:nvPr/>
          </p:nvSpPr>
          <p:spPr>
            <a:xfrm>
              <a:off x="372839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8" name="pg3108"/>
            <p:cNvSpPr/>
            <p:nvPr/>
          </p:nvSpPr>
          <p:spPr>
            <a:xfrm>
              <a:off x="374002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9" name="pg3109"/>
            <p:cNvSpPr/>
            <p:nvPr/>
          </p:nvSpPr>
          <p:spPr>
            <a:xfrm>
              <a:off x="375166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0" name="pg3110"/>
            <p:cNvSpPr/>
            <p:nvPr/>
          </p:nvSpPr>
          <p:spPr>
            <a:xfrm>
              <a:off x="376330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1" name="pg3111"/>
            <p:cNvSpPr/>
            <p:nvPr/>
          </p:nvSpPr>
          <p:spPr>
            <a:xfrm>
              <a:off x="377493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2" name="pg3112"/>
            <p:cNvSpPr/>
            <p:nvPr/>
          </p:nvSpPr>
          <p:spPr>
            <a:xfrm>
              <a:off x="378657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3" name="pg3113"/>
            <p:cNvSpPr/>
            <p:nvPr/>
          </p:nvSpPr>
          <p:spPr>
            <a:xfrm>
              <a:off x="440335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4" name="pg3114"/>
            <p:cNvSpPr/>
            <p:nvPr/>
          </p:nvSpPr>
          <p:spPr>
            <a:xfrm>
              <a:off x="441499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5" name="pg3115"/>
            <p:cNvSpPr/>
            <p:nvPr/>
          </p:nvSpPr>
          <p:spPr>
            <a:xfrm>
              <a:off x="442663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6" name="pg3116"/>
            <p:cNvSpPr/>
            <p:nvPr/>
          </p:nvSpPr>
          <p:spPr>
            <a:xfrm>
              <a:off x="443826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7" name="pg3117"/>
            <p:cNvSpPr/>
            <p:nvPr/>
          </p:nvSpPr>
          <p:spPr>
            <a:xfrm>
              <a:off x="444990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8" name="pg3118"/>
            <p:cNvSpPr/>
            <p:nvPr/>
          </p:nvSpPr>
          <p:spPr>
            <a:xfrm>
              <a:off x="446154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9" name="pg3119"/>
            <p:cNvSpPr/>
            <p:nvPr/>
          </p:nvSpPr>
          <p:spPr>
            <a:xfrm>
              <a:off x="460119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0" name="pg3120"/>
            <p:cNvSpPr/>
            <p:nvPr/>
          </p:nvSpPr>
          <p:spPr>
            <a:xfrm>
              <a:off x="461282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1" name="pg3121"/>
            <p:cNvSpPr/>
            <p:nvPr/>
          </p:nvSpPr>
          <p:spPr>
            <a:xfrm>
              <a:off x="462446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2" name="pg3122"/>
            <p:cNvSpPr/>
            <p:nvPr/>
          </p:nvSpPr>
          <p:spPr>
            <a:xfrm>
              <a:off x="463610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3" name="pg3123"/>
            <p:cNvSpPr/>
            <p:nvPr/>
          </p:nvSpPr>
          <p:spPr>
            <a:xfrm>
              <a:off x="464773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4" name="pg3124"/>
            <p:cNvSpPr/>
            <p:nvPr/>
          </p:nvSpPr>
          <p:spPr>
            <a:xfrm>
              <a:off x="465937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5" name="pg3125"/>
            <p:cNvSpPr/>
            <p:nvPr/>
          </p:nvSpPr>
          <p:spPr>
            <a:xfrm>
              <a:off x="294868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6" name="pg3126"/>
            <p:cNvSpPr/>
            <p:nvPr/>
          </p:nvSpPr>
          <p:spPr>
            <a:xfrm>
              <a:off x="2960326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7" name="pg3127"/>
            <p:cNvSpPr/>
            <p:nvPr/>
          </p:nvSpPr>
          <p:spPr>
            <a:xfrm>
              <a:off x="2971963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8" name="pg3128"/>
            <p:cNvSpPr/>
            <p:nvPr/>
          </p:nvSpPr>
          <p:spPr>
            <a:xfrm>
              <a:off x="298360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9" name="pg3129"/>
            <p:cNvSpPr/>
            <p:nvPr/>
          </p:nvSpPr>
          <p:spPr>
            <a:xfrm>
              <a:off x="2995238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0" name="pg3130"/>
            <p:cNvSpPr/>
            <p:nvPr/>
          </p:nvSpPr>
          <p:spPr>
            <a:xfrm>
              <a:off x="3006875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1" name="pg3131"/>
            <p:cNvSpPr/>
            <p:nvPr/>
          </p:nvSpPr>
          <p:spPr>
            <a:xfrm>
              <a:off x="304178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2" name="pg3132"/>
            <p:cNvSpPr/>
            <p:nvPr/>
          </p:nvSpPr>
          <p:spPr>
            <a:xfrm>
              <a:off x="3053425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3" name="pg3133"/>
            <p:cNvSpPr/>
            <p:nvPr/>
          </p:nvSpPr>
          <p:spPr>
            <a:xfrm>
              <a:off x="306506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4" name="pg3134"/>
            <p:cNvSpPr/>
            <p:nvPr/>
          </p:nvSpPr>
          <p:spPr>
            <a:xfrm>
              <a:off x="307669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5" name="pg3135"/>
            <p:cNvSpPr/>
            <p:nvPr/>
          </p:nvSpPr>
          <p:spPr>
            <a:xfrm>
              <a:off x="308833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6" name="pg3136"/>
            <p:cNvSpPr/>
            <p:nvPr/>
          </p:nvSpPr>
          <p:spPr>
            <a:xfrm>
              <a:off x="309997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7" name="pg3137"/>
            <p:cNvSpPr/>
            <p:nvPr/>
          </p:nvSpPr>
          <p:spPr>
            <a:xfrm>
              <a:off x="311161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8" name="pg3138"/>
            <p:cNvSpPr/>
            <p:nvPr/>
          </p:nvSpPr>
          <p:spPr>
            <a:xfrm>
              <a:off x="312324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9" name="pg3139"/>
            <p:cNvSpPr/>
            <p:nvPr/>
          </p:nvSpPr>
          <p:spPr>
            <a:xfrm>
              <a:off x="363529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0" name="pg3140"/>
            <p:cNvSpPr/>
            <p:nvPr/>
          </p:nvSpPr>
          <p:spPr>
            <a:xfrm>
              <a:off x="3646928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1" name="pg3141"/>
            <p:cNvSpPr/>
            <p:nvPr/>
          </p:nvSpPr>
          <p:spPr>
            <a:xfrm>
              <a:off x="371675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2" name="pg3142"/>
            <p:cNvSpPr/>
            <p:nvPr/>
          </p:nvSpPr>
          <p:spPr>
            <a:xfrm>
              <a:off x="3728390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3" name="pg3143"/>
            <p:cNvSpPr/>
            <p:nvPr/>
          </p:nvSpPr>
          <p:spPr>
            <a:xfrm>
              <a:off x="374002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4" name="pg3144"/>
            <p:cNvSpPr/>
            <p:nvPr/>
          </p:nvSpPr>
          <p:spPr>
            <a:xfrm>
              <a:off x="375166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5" name="pg3145"/>
            <p:cNvSpPr/>
            <p:nvPr/>
          </p:nvSpPr>
          <p:spPr>
            <a:xfrm>
              <a:off x="376330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6" name="pg3146"/>
            <p:cNvSpPr/>
            <p:nvPr/>
          </p:nvSpPr>
          <p:spPr>
            <a:xfrm>
              <a:off x="377493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7" name="pg3147"/>
            <p:cNvSpPr/>
            <p:nvPr/>
          </p:nvSpPr>
          <p:spPr>
            <a:xfrm>
              <a:off x="441499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8" name="pg3148"/>
            <p:cNvSpPr/>
            <p:nvPr/>
          </p:nvSpPr>
          <p:spPr>
            <a:xfrm>
              <a:off x="4426630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9" name="pg3149"/>
            <p:cNvSpPr/>
            <p:nvPr/>
          </p:nvSpPr>
          <p:spPr>
            <a:xfrm>
              <a:off x="443826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0" name="pg3150"/>
            <p:cNvSpPr/>
            <p:nvPr/>
          </p:nvSpPr>
          <p:spPr>
            <a:xfrm>
              <a:off x="444990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1" name="pg3151"/>
            <p:cNvSpPr/>
            <p:nvPr/>
          </p:nvSpPr>
          <p:spPr>
            <a:xfrm>
              <a:off x="446154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2" name="pg3152"/>
            <p:cNvSpPr/>
            <p:nvPr/>
          </p:nvSpPr>
          <p:spPr>
            <a:xfrm>
              <a:off x="461282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3" name="pg3153"/>
            <p:cNvSpPr/>
            <p:nvPr/>
          </p:nvSpPr>
          <p:spPr>
            <a:xfrm>
              <a:off x="462446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4" name="pg3154"/>
            <p:cNvSpPr/>
            <p:nvPr/>
          </p:nvSpPr>
          <p:spPr>
            <a:xfrm>
              <a:off x="463610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5" name="pg3155"/>
            <p:cNvSpPr/>
            <p:nvPr/>
          </p:nvSpPr>
          <p:spPr>
            <a:xfrm>
              <a:off x="464773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6" name="pg3156"/>
            <p:cNvSpPr/>
            <p:nvPr/>
          </p:nvSpPr>
          <p:spPr>
            <a:xfrm>
              <a:off x="4659376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7" name="pg3157"/>
            <p:cNvSpPr/>
            <p:nvPr/>
          </p:nvSpPr>
          <p:spPr>
            <a:xfrm>
              <a:off x="293705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8" name="pg3158"/>
            <p:cNvSpPr/>
            <p:nvPr/>
          </p:nvSpPr>
          <p:spPr>
            <a:xfrm>
              <a:off x="294868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9" name="pg3159"/>
            <p:cNvSpPr/>
            <p:nvPr/>
          </p:nvSpPr>
          <p:spPr>
            <a:xfrm>
              <a:off x="2960326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0" name="pg3160"/>
            <p:cNvSpPr/>
            <p:nvPr/>
          </p:nvSpPr>
          <p:spPr>
            <a:xfrm>
              <a:off x="297196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1" name="pg3161"/>
            <p:cNvSpPr/>
            <p:nvPr/>
          </p:nvSpPr>
          <p:spPr>
            <a:xfrm>
              <a:off x="298360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2" name="pg3162"/>
            <p:cNvSpPr/>
            <p:nvPr/>
          </p:nvSpPr>
          <p:spPr>
            <a:xfrm>
              <a:off x="2995238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3" name="pg3163"/>
            <p:cNvSpPr/>
            <p:nvPr/>
          </p:nvSpPr>
          <p:spPr>
            <a:xfrm>
              <a:off x="3006875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4" name="pg3164"/>
            <p:cNvSpPr/>
            <p:nvPr/>
          </p:nvSpPr>
          <p:spPr>
            <a:xfrm>
              <a:off x="301851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5" name="pg3165"/>
            <p:cNvSpPr/>
            <p:nvPr/>
          </p:nvSpPr>
          <p:spPr>
            <a:xfrm>
              <a:off x="303015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6" name="pg3166"/>
            <p:cNvSpPr/>
            <p:nvPr/>
          </p:nvSpPr>
          <p:spPr>
            <a:xfrm>
              <a:off x="304178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7" name="pg3167"/>
            <p:cNvSpPr/>
            <p:nvPr/>
          </p:nvSpPr>
          <p:spPr>
            <a:xfrm>
              <a:off x="3053425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8" name="pg3168"/>
            <p:cNvSpPr/>
            <p:nvPr/>
          </p:nvSpPr>
          <p:spPr>
            <a:xfrm>
              <a:off x="306506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9" name="pg3169"/>
            <p:cNvSpPr/>
            <p:nvPr/>
          </p:nvSpPr>
          <p:spPr>
            <a:xfrm>
              <a:off x="307669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0" name="pg3170"/>
            <p:cNvSpPr/>
            <p:nvPr/>
          </p:nvSpPr>
          <p:spPr>
            <a:xfrm>
              <a:off x="308833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1" name="pg3171"/>
            <p:cNvSpPr/>
            <p:nvPr/>
          </p:nvSpPr>
          <p:spPr>
            <a:xfrm>
              <a:off x="309997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2" name="pg3172"/>
            <p:cNvSpPr/>
            <p:nvPr/>
          </p:nvSpPr>
          <p:spPr>
            <a:xfrm>
              <a:off x="311161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3" name="pg3173"/>
            <p:cNvSpPr/>
            <p:nvPr/>
          </p:nvSpPr>
          <p:spPr>
            <a:xfrm>
              <a:off x="371675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4" name="pg3174"/>
            <p:cNvSpPr/>
            <p:nvPr/>
          </p:nvSpPr>
          <p:spPr>
            <a:xfrm>
              <a:off x="372839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5" name="pg3175"/>
            <p:cNvSpPr/>
            <p:nvPr/>
          </p:nvSpPr>
          <p:spPr>
            <a:xfrm>
              <a:off x="374002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6" name="pg3176"/>
            <p:cNvSpPr/>
            <p:nvPr/>
          </p:nvSpPr>
          <p:spPr>
            <a:xfrm>
              <a:off x="375166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7" name="pg3177"/>
            <p:cNvSpPr/>
            <p:nvPr/>
          </p:nvSpPr>
          <p:spPr>
            <a:xfrm>
              <a:off x="441499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8" name="pg3178"/>
            <p:cNvSpPr/>
            <p:nvPr/>
          </p:nvSpPr>
          <p:spPr>
            <a:xfrm>
              <a:off x="442663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9" name="pg3179"/>
            <p:cNvSpPr/>
            <p:nvPr/>
          </p:nvSpPr>
          <p:spPr>
            <a:xfrm>
              <a:off x="443826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0" name="pg3180"/>
            <p:cNvSpPr/>
            <p:nvPr/>
          </p:nvSpPr>
          <p:spPr>
            <a:xfrm>
              <a:off x="444990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1" name="pg3181"/>
            <p:cNvSpPr/>
            <p:nvPr/>
          </p:nvSpPr>
          <p:spPr>
            <a:xfrm>
              <a:off x="446154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2" name="pg3182"/>
            <p:cNvSpPr/>
            <p:nvPr/>
          </p:nvSpPr>
          <p:spPr>
            <a:xfrm>
              <a:off x="461282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3" name="pg3183"/>
            <p:cNvSpPr/>
            <p:nvPr/>
          </p:nvSpPr>
          <p:spPr>
            <a:xfrm>
              <a:off x="462446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4" name="pg3184"/>
            <p:cNvSpPr/>
            <p:nvPr/>
          </p:nvSpPr>
          <p:spPr>
            <a:xfrm>
              <a:off x="463610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5" name="pg3185"/>
            <p:cNvSpPr/>
            <p:nvPr/>
          </p:nvSpPr>
          <p:spPr>
            <a:xfrm>
              <a:off x="464773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6" name="pg3186"/>
            <p:cNvSpPr/>
            <p:nvPr/>
          </p:nvSpPr>
          <p:spPr>
            <a:xfrm>
              <a:off x="4659376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7" name="pg3187"/>
            <p:cNvSpPr/>
            <p:nvPr/>
          </p:nvSpPr>
          <p:spPr>
            <a:xfrm>
              <a:off x="467101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8" name="pg3188"/>
            <p:cNvSpPr/>
            <p:nvPr/>
          </p:nvSpPr>
          <p:spPr>
            <a:xfrm>
              <a:off x="293705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9" name="pg3189"/>
            <p:cNvSpPr/>
            <p:nvPr/>
          </p:nvSpPr>
          <p:spPr>
            <a:xfrm>
              <a:off x="294868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0" name="pg3190"/>
            <p:cNvSpPr/>
            <p:nvPr/>
          </p:nvSpPr>
          <p:spPr>
            <a:xfrm>
              <a:off x="2960326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1" name="pg3191"/>
            <p:cNvSpPr/>
            <p:nvPr/>
          </p:nvSpPr>
          <p:spPr>
            <a:xfrm>
              <a:off x="297196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2" name="pg3192"/>
            <p:cNvSpPr/>
            <p:nvPr/>
          </p:nvSpPr>
          <p:spPr>
            <a:xfrm>
              <a:off x="298360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3" name="pg3193"/>
            <p:cNvSpPr/>
            <p:nvPr/>
          </p:nvSpPr>
          <p:spPr>
            <a:xfrm>
              <a:off x="2995238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4" name="pg3194"/>
            <p:cNvSpPr/>
            <p:nvPr/>
          </p:nvSpPr>
          <p:spPr>
            <a:xfrm>
              <a:off x="3006875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5" name="pg3195"/>
            <p:cNvSpPr/>
            <p:nvPr/>
          </p:nvSpPr>
          <p:spPr>
            <a:xfrm>
              <a:off x="301851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6" name="pg3196"/>
            <p:cNvSpPr/>
            <p:nvPr/>
          </p:nvSpPr>
          <p:spPr>
            <a:xfrm>
              <a:off x="3030150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7" name="pg3197"/>
            <p:cNvSpPr/>
            <p:nvPr/>
          </p:nvSpPr>
          <p:spPr>
            <a:xfrm>
              <a:off x="304178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8" name="pg3198"/>
            <p:cNvSpPr/>
            <p:nvPr/>
          </p:nvSpPr>
          <p:spPr>
            <a:xfrm>
              <a:off x="3053425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9" name="pg3199"/>
            <p:cNvSpPr/>
            <p:nvPr/>
          </p:nvSpPr>
          <p:spPr>
            <a:xfrm>
              <a:off x="306506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0" name="pg3200"/>
            <p:cNvSpPr/>
            <p:nvPr/>
          </p:nvSpPr>
          <p:spPr>
            <a:xfrm>
              <a:off x="307669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1" name="pg3201"/>
            <p:cNvSpPr/>
            <p:nvPr/>
          </p:nvSpPr>
          <p:spPr>
            <a:xfrm>
              <a:off x="308833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2" name="pg3202"/>
            <p:cNvSpPr/>
            <p:nvPr/>
          </p:nvSpPr>
          <p:spPr>
            <a:xfrm>
              <a:off x="309997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3" name="pg3203"/>
            <p:cNvSpPr/>
            <p:nvPr/>
          </p:nvSpPr>
          <p:spPr>
            <a:xfrm>
              <a:off x="441499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4" name="pg3204"/>
            <p:cNvSpPr/>
            <p:nvPr/>
          </p:nvSpPr>
          <p:spPr>
            <a:xfrm>
              <a:off x="4426630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5" name="pg3205"/>
            <p:cNvSpPr/>
            <p:nvPr/>
          </p:nvSpPr>
          <p:spPr>
            <a:xfrm>
              <a:off x="443826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6" name="pg3206"/>
            <p:cNvSpPr/>
            <p:nvPr/>
          </p:nvSpPr>
          <p:spPr>
            <a:xfrm>
              <a:off x="444990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7" name="pg3207"/>
            <p:cNvSpPr/>
            <p:nvPr/>
          </p:nvSpPr>
          <p:spPr>
            <a:xfrm>
              <a:off x="446154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8" name="pg3208"/>
            <p:cNvSpPr/>
            <p:nvPr/>
          </p:nvSpPr>
          <p:spPr>
            <a:xfrm>
              <a:off x="461282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9" name="pg3209"/>
            <p:cNvSpPr/>
            <p:nvPr/>
          </p:nvSpPr>
          <p:spPr>
            <a:xfrm>
              <a:off x="462446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0" name="pg3210"/>
            <p:cNvSpPr/>
            <p:nvPr/>
          </p:nvSpPr>
          <p:spPr>
            <a:xfrm>
              <a:off x="463610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1" name="pg3211"/>
            <p:cNvSpPr/>
            <p:nvPr/>
          </p:nvSpPr>
          <p:spPr>
            <a:xfrm>
              <a:off x="464773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2" name="pg3212"/>
            <p:cNvSpPr/>
            <p:nvPr/>
          </p:nvSpPr>
          <p:spPr>
            <a:xfrm>
              <a:off x="4659376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3" name="pg3213"/>
            <p:cNvSpPr/>
            <p:nvPr/>
          </p:nvSpPr>
          <p:spPr>
            <a:xfrm>
              <a:off x="467101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4" name="pg3214"/>
            <p:cNvSpPr/>
            <p:nvPr/>
          </p:nvSpPr>
          <p:spPr>
            <a:xfrm>
              <a:off x="468265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5" name="pg3215"/>
            <p:cNvSpPr/>
            <p:nvPr/>
          </p:nvSpPr>
          <p:spPr>
            <a:xfrm>
              <a:off x="292541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6" name="pg3216"/>
            <p:cNvSpPr/>
            <p:nvPr/>
          </p:nvSpPr>
          <p:spPr>
            <a:xfrm>
              <a:off x="293705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7" name="pg3217"/>
            <p:cNvSpPr/>
            <p:nvPr/>
          </p:nvSpPr>
          <p:spPr>
            <a:xfrm>
              <a:off x="294868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8" name="pg3218"/>
            <p:cNvSpPr/>
            <p:nvPr/>
          </p:nvSpPr>
          <p:spPr>
            <a:xfrm>
              <a:off x="2960326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9" name="pg3219"/>
            <p:cNvSpPr/>
            <p:nvPr/>
          </p:nvSpPr>
          <p:spPr>
            <a:xfrm>
              <a:off x="297196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0" name="pg3220"/>
            <p:cNvSpPr/>
            <p:nvPr/>
          </p:nvSpPr>
          <p:spPr>
            <a:xfrm>
              <a:off x="298360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1" name="pg3221"/>
            <p:cNvSpPr/>
            <p:nvPr/>
          </p:nvSpPr>
          <p:spPr>
            <a:xfrm>
              <a:off x="2995238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2" name="pg3222"/>
            <p:cNvSpPr/>
            <p:nvPr/>
          </p:nvSpPr>
          <p:spPr>
            <a:xfrm>
              <a:off x="3006875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3" name="pg3223"/>
            <p:cNvSpPr/>
            <p:nvPr/>
          </p:nvSpPr>
          <p:spPr>
            <a:xfrm>
              <a:off x="301851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4" name="pg3224"/>
            <p:cNvSpPr/>
            <p:nvPr/>
          </p:nvSpPr>
          <p:spPr>
            <a:xfrm>
              <a:off x="3030150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5" name="pg3225"/>
            <p:cNvSpPr/>
            <p:nvPr/>
          </p:nvSpPr>
          <p:spPr>
            <a:xfrm>
              <a:off x="304178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6" name="pg3226"/>
            <p:cNvSpPr/>
            <p:nvPr/>
          </p:nvSpPr>
          <p:spPr>
            <a:xfrm>
              <a:off x="3053425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7" name="pg3227"/>
            <p:cNvSpPr/>
            <p:nvPr/>
          </p:nvSpPr>
          <p:spPr>
            <a:xfrm>
              <a:off x="306506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8" name="pg3228"/>
            <p:cNvSpPr/>
            <p:nvPr/>
          </p:nvSpPr>
          <p:spPr>
            <a:xfrm>
              <a:off x="307669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9" name="pg3229"/>
            <p:cNvSpPr/>
            <p:nvPr/>
          </p:nvSpPr>
          <p:spPr>
            <a:xfrm>
              <a:off x="441499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0" name="pg3230"/>
            <p:cNvSpPr/>
            <p:nvPr/>
          </p:nvSpPr>
          <p:spPr>
            <a:xfrm>
              <a:off x="4426630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1" name="pg3231"/>
            <p:cNvSpPr/>
            <p:nvPr/>
          </p:nvSpPr>
          <p:spPr>
            <a:xfrm>
              <a:off x="443826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2" name="pg3232"/>
            <p:cNvSpPr/>
            <p:nvPr/>
          </p:nvSpPr>
          <p:spPr>
            <a:xfrm>
              <a:off x="444990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3" name="pg3233"/>
            <p:cNvSpPr/>
            <p:nvPr/>
          </p:nvSpPr>
          <p:spPr>
            <a:xfrm>
              <a:off x="446154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4" name="pg3234"/>
            <p:cNvSpPr/>
            <p:nvPr/>
          </p:nvSpPr>
          <p:spPr>
            <a:xfrm>
              <a:off x="461282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5" name="pg3235"/>
            <p:cNvSpPr/>
            <p:nvPr/>
          </p:nvSpPr>
          <p:spPr>
            <a:xfrm>
              <a:off x="462446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6" name="pg3236"/>
            <p:cNvSpPr/>
            <p:nvPr/>
          </p:nvSpPr>
          <p:spPr>
            <a:xfrm>
              <a:off x="463610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7" name="pg3237"/>
            <p:cNvSpPr/>
            <p:nvPr/>
          </p:nvSpPr>
          <p:spPr>
            <a:xfrm>
              <a:off x="464773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8" name="pg3238"/>
            <p:cNvSpPr/>
            <p:nvPr/>
          </p:nvSpPr>
          <p:spPr>
            <a:xfrm>
              <a:off x="4659376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9" name="pg3239"/>
            <p:cNvSpPr/>
            <p:nvPr/>
          </p:nvSpPr>
          <p:spPr>
            <a:xfrm>
              <a:off x="467101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0" name="pg3240"/>
            <p:cNvSpPr/>
            <p:nvPr/>
          </p:nvSpPr>
          <p:spPr>
            <a:xfrm>
              <a:off x="468265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1" name="pg3241"/>
            <p:cNvSpPr/>
            <p:nvPr/>
          </p:nvSpPr>
          <p:spPr>
            <a:xfrm>
              <a:off x="292541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2" name="pg3242"/>
            <p:cNvSpPr/>
            <p:nvPr/>
          </p:nvSpPr>
          <p:spPr>
            <a:xfrm>
              <a:off x="293705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3" name="pg3243"/>
            <p:cNvSpPr/>
            <p:nvPr/>
          </p:nvSpPr>
          <p:spPr>
            <a:xfrm>
              <a:off x="2948689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4" name="pg3244"/>
            <p:cNvSpPr/>
            <p:nvPr/>
          </p:nvSpPr>
          <p:spPr>
            <a:xfrm>
              <a:off x="2960326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5" name="pg3245"/>
            <p:cNvSpPr/>
            <p:nvPr/>
          </p:nvSpPr>
          <p:spPr>
            <a:xfrm>
              <a:off x="297196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6" name="pg3246"/>
            <p:cNvSpPr/>
            <p:nvPr/>
          </p:nvSpPr>
          <p:spPr>
            <a:xfrm>
              <a:off x="298360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7" name="pg3247"/>
            <p:cNvSpPr/>
            <p:nvPr/>
          </p:nvSpPr>
          <p:spPr>
            <a:xfrm>
              <a:off x="2995238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8" name="pg3248"/>
            <p:cNvSpPr/>
            <p:nvPr/>
          </p:nvSpPr>
          <p:spPr>
            <a:xfrm>
              <a:off x="3006875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9" name="pg3249"/>
            <p:cNvSpPr/>
            <p:nvPr/>
          </p:nvSpPr>
          <p:spPr>
            <a:xfrm>
              <a:off x="301851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0" name="pg3250"/>
            <p:cNvSpPr/>
            <p:nvPr/>
          </p:nvSpPr>
          <p:spPr>
            <a:xfrm>
              <a:off x="3030150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1" name="pg3251"/>
            <p:cNvSpPr/>
            <p:nvPr/>
          </p:nvSpPr>
          <p:spPr>
            <a:xfrm>
              <a:off x="3041787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2" name="pg3252"/>
            <p:cNvSpPr/>
            <p:nvPr/>
          </p:nvSpPr>
          <p:spPr>
            <a:xfrm>
              <a:off x="3053425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3" name="pg3253"/>
            <p:cNvSpPr/>
            <p:nvPr/>
          </p:nvSpPr>
          <p:spPr>
            <a:xfrm>
              <a:off x="4414992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4" name="pg3254"/>
            <p:cNvSpPr/>
            <p:nvPr/>
          </p:nvSpPr>
          <p:spPr>
            <a:xfrm>
              <a:off x="4426630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5" name="pg3255"/>
            <p:cNvSpPr/>
            <p:nvPr/>
          </p:nvSpPr>
          <p:spPr>
            <a:xfrm>
              <a:off x="4438267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6" name="pg3256"/>
            <p:cNvSpPr/>
            <p:nvPr/>
          </p:nvSpPr>
          <p:spPr>
            <a:xfrm>
              <a:off x="444990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7" name="pg3257"/>
            <p:cNvSpPr/>
            <p:nvPr/>
          </p:nvSpPr>
          <p:spPr>
            <a:xfrm>
              <a:off x="4461542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8" name="pg3258"/>
            <p:cNvSpPr/>
            <p:nvPr/>
          </p:nvSpPr>
          <p:spPr>
            <a:xfrm>
              <a:off x="462446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9" name="pg3259"/>
            <p:cNvSpPr/>
            <p:nvPr/>
          </p:nvSpPr>
          <p:spPr>
            <a:xfrm>
              <a:off x="463610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0" name="pg3260"/>
            <p:cNvSpPr/>
            <p:nvPr/>
          </p:nvSpPr>
          <p:spPr>
            <a:xfrm>
              <a:off x="4647739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1" name="pg3261"/>
            <p:cNvSpPr/>
            <p:nvPr/>
          </p:nvSpPr>
          <p:spPr>
            <a:xfrm>
              <a:off x="4659376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2" name="pg3262"/>
            <p:cNvSpPr/>
            <p:nvPr/>
          </p:nvSpPr>
          <p:spPr>
            <a:xfrm>
              <a:off x="467101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3" name="pg3263"/>
            <p:cNvSpPr/>
            <p:nvPr/>
          </p:nvSpPr>
          <p:spPr>
            <a:xfrm>
              <a:off x="468265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4" name="pg3264"/>
            <p:cNvSpPr/>
            <p:nvPr/>
          </p:nvSpPr>
          <p:spPr>
            <a:xfrm>
              <a:off x="289050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5" name="pg3265"/>
            <p:cNvSpPr/>
            <p:nvPr/>
          </p:nvSpPr>
          <p:spPr>
            <a:xfrm>
              <a:off x="290213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6" name="pg3266"/>
            <p:cNvSpPr/>
            <p:nvPr/>
          </p:nvSpPr>
          <p:spPr>
            <a:xfrm>
              <a:off x="2913777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7" name="pg3267"/>
            <p:cNvSpPr/>
            <p:nvPr/>
          </p:nvSpPr>
          <p:spPr>
            <a:xfrm>
              <a:off x="292541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8" name="pg3268"/>
            <p:cNvSpPr/>
            <p:nvPr/>
          </p:nvSpPr>
          <p:spPr>
            <a:xfrm>
              <a:off x="293705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9" name="pg3269"/>
            <p:cNvSpPr/>
            <p:nvPr/>
          </p:nvSpPr>
          <p:spPr>
            <a:xfrm>
              <a:off x="294868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0" name="pg3270"/>
            <p:cNvSpPr/>
            <p:nvPr/>
          </p:nvSpPr>
          <p:spPr>
            <a:xfrm>
              <a:off x="2960326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1" name="pg3271"/>
            <p:cNvSpPr/>
            <p:nvPr/>
          </p:nvSpPr>
          <p:spPr>
            <a:xfrm>
              <a:off x="297196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2" name="pg3272"/>
            <p:cNvSpPr/>
            <p:nvPr/>
          </p:nvSpPr>
          <p:spPr>
            <a:xfrm>
              <a:off x="298360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3" name="pg3273"/>
            <p:cNvSpPr/>
            <p:nvPr/>
          </p:nvSpPr>
          <p:spPr>
            <a:xfrm>
              <a:off x="2995238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4" name="pg3274"/>
            <p:cNvSpPr/>
            <p:nvPr/>
          </p:nvSpPr>
          <p:spPr>
            <a:xfrm>
              <a:off x="3006875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5" name="pg3275"/>
            <p:cNvSpPr/>
            <p:nvPr/>
          </p:nvSpPr>
          <p:spPr>
            <a:xfrm>
              <a:off x="301851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6" name="pg3276"/>
            <p:cNvSpPr/>
            <p:nvPr/>
          </p:nvSpPr>
          <p:spPr>
            <a:xfrm>
              <a:off x="3030150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7" name="pg3277"/>
            <p:cNvSpPr/>
            <p:nvPr/>
          </p:nvSpPr>
          <p:spPr>
            <a:xfrm>
              <a:off x="441499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8" name="pg3278"/>
            <p:cNvSpPr/>
            <p:nvPr/>
          </p:nvSpPr>
          <p:spPr>
            <a:xfrm>
              <a:off x="4426630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9" name="pg3279"/>
            <p:cNvSpPr/>
            <p:nvPr/>
          </p:nvSpPr>
          <p:spPr>
            <a:xfrm>
              <a:off x="4438267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0" name="pg3280"/>
            <p:cNvSpPr/>
            <p:nvPr/>
          </p:nvSpPr>
          <p:spPr>
            <a:xfrm>
              <a:off x="444990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1" name="pg3281"/>
            <p:cNvSpPr/>
            <p:nvPr/>
          </p:nvSpPr>
          <p:spPr>
            <a:xfrm>
              <a:off x="446154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2" name="pg3282"/>
            <p:cNvSpPr/>
            <p:nvPr/>
          </p:nvSpPr>
          <p:spPr>
            <a:xfrm>
              <a:off x="462446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3" name="pg3283"/>
            <p:cNvSpPr/>
            <p:nvPr/>
          </p:nvSpPr>
          <p:spPr>
            <a:xfrm>
              <a:off x="463610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4" name="pg3284"/>
            <p:cNvSpPr/>
            <p:nvPr/>
          </p:nvSpPr>
          <p:spPr>
            <a:xfrm>
              <a:off x="464773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5" name="pg3285"/>
            <p:cNvSpPr/>
            <p:nvPr/>
          </p:nvSpPr>
          <p:spPr>
            <a:xfrm>
              <a:off x="4659376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6" name="pg3286"/>
            <p:cNvSpPr/>
            <p:nvPr/>
          </p:nvSpPr>
          <p:spPr>
            <a:xfrm>
              <a:off x="467101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7" name="pg3287"/>
            <p:cNvSpPr/>
            <p:nvPr/>
          </p:nvSpPr>
          <p:spPr>
            <a:xfrm>
              <a:off x="468265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8" name="pg3288"/>
            <p:cNvSpPr/>
            <p:nvPr/>
          </p:nvSpPr>
          <p:spPr>
            <a:xfrm>
              <a:off x="2890502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9" name="pg3289"/>
            <p:cNvSpPr/>
            <p:nvPr/>
          </p:nvSpPr>
          <p:spPr>
            <a:xfrm>
              <a:off x="290213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0" name="pg3290"/>
            <p:cNvSpPr/>
            <p:nvPr/>
          </p:nvSpPr>
          <p:spPr>
            <a:xfrm>
              <a:off x="2913777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1" name="pg3291"/>
            <p:cNvSpPr/>
            <p:nvPr/>
          </p:nvSpPr>
          <p:spPr>
            <a:xfrm>
              <a:off x="292541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2" name="pg3292"/>
            <p:cNvSpPr/>
            <p:nvPr/>
          </p:nvSpPr>
          <p:spPr>
            <a:xfrm>
              <a:off x="293705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3" name="pg3293"/>
            <p:cNvSpPr/>
            <p:nvPr/>
          </p:nvSpPr>
          <p:spPr>
            <a:xfrm>
              <a:off x="294868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4" name="pg3294"/>
            <p:cNvSpPr/>
            <p:nvPr/>
          </p:nvSpPr>
          <p:spPr>
            <a:xfrm>
              <a:off x="2960326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5" name="pg3295"/>
            <p:cNvSpPr/>
            <p:nvPr/>
          </p:nvSpPr>
          <p:spPr>
            <a:xfrm>
              <a:off x="2971963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6" name="pg3296"/>
            <p:cNvSpPr/>
            <p:nvPr/>
          </p:nvSpPr>
          <p:spPr>
            <a:xfrm>
              <a:off x="298360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7" name="pg3297"/>
            <p:cNvSpPr/>
            <p:nvPr/>
          </p:nvSpPr>
          <p:spPr>
            <a:xfrm>
              <a:off x="4403355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8" name="pg3298"/>
            <p:cNvSpPr/>
            <p:nvPr/>
          </p:nvSpPr>
          <p:spPr>
            <a:xfrm>
              <a:off x="4414992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9" name="pg3299"/>
            <p:cNvSpPr/>
            <p:nvPr/>
          </p:nvSpPr>
          <p:spPr>
            <a:xfrm>
              <a:off x="4426630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0" name="pg3300"/>
            <p:cNvSpPr/>
            <p:nvPr/>
          </p:nvSpPr>
          <p:spPr>
            <a:xfrm>
              <a:off x="4438267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1" name="pg3301"/>
            <p:cNvSpPr/>
            <p:nvPr/>
          </p:nvSpPr>
          <p:spPr>
            <a:xfrm>
              <a:off x="444990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2" name="pg3302"/>
            <p:cNvSpPr/>
            <p:nvPr/>
          </p:nvSpPr>
          <p:spPr>
            <a:xfrm>
              <a:off x="462446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3" name="pg3303"/>
            <p:cNvSpPr/>
            <p:nvPr/>
          </p:nvSpPr>
          <p:spPr>
            <a:xfrm>
              <a:off x="463610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4" name="pg3304"/>
            <p:cNvSpPr/>
            <p:nvPr/>
          </p:nvSpPr>
          <p:spPr>
            <a:xfrm>
              <a:off x="464773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5" name="pg3305"/>
            <p:cNvSpPr/>
            <p:nvPr/>
          </p:nvSpPr>
          <p:spPr>
            <a:xfrm>
              <a:off x="4659376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6" name="pg3306"/>
            <p:cNvSpPr/>
            <p:nvPr/>
          </p:nvSpPr>
          <p:spPr>
            <a:xfrm>
              <a:off x="4671013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7" name="pg3307"/>
            <p:cNvSpPr/>
            <p:nvPr/>
          </p:nvSpPr>
          <p:spPr>
            <a:xfrm>
              <a:off x="468265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8" name="pg3308"/>
            <p:cNvSpPr/>
            <p:nvPr/>
          </p:nvSpPr>
          <p:spPr>
            <a:xfrm>
              <a:off x="2878865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9" name="pg3309"/>
            <p:cNvSpPr/>
            <p:nvPr/>
          </p:nvSpPr>
          <p:spPr>
            <a:xfrm>
              <a:off x="289050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0" name="pg3310"/>
            <p:cNvSpPr/>
            <p:nvPr/>
          </p:nvSpPr>
          <p:spPr>
            <a:xfrm>
              <a:off x="290213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1" name="pg3311"/>
            <p:cNvSpPr/>
            <p:nvPr/>
          </p:nvSpPr>
          <p:spPr>
            <a:xfrm>
              <a:off x="2913777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2" name="pg3312"/>
            <p:cNvSpPr/>
            <p:nvPr/>
          </p:nvSpPr>
          <p:spPr>
            <a:xfrm>
              <a:off x="2925414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3" name="pg3313"/>
            <p:cNvSpPr/>
            <p:nvPr/>
          </p:nvSpPr>
          <p:spPr>
            <a:xfrm>
              <a:off x="293705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4" name="pg3314"/>
            <p:cNvSpPr/>
            <p:nvPr/>
          </p:nvSpPr>
          <p:spPr>
            <a:xfrm>
              <a:off x="294868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5" name="pg3315"/>
            <p:cNvSpPr/>
            <p:nvPr/>
          </p:nvSpPr>
          <p:spPr>
            <a:xfrm>
              <a:off x="2960326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6" name="pg3316"/>
            <p:cNvSpPr/>
            <p:nvPr/>
          </p:nvSpPr>
          <p:spPr>
            <a:xfrm>
              <a:off x="4403355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7" name="pg3317"/>
            <p:cNvSpPr/>
            <p:nvPr/>
          </p:nvSpPr>
          <p:spPr>
            <a:xfrm>
              <a:off x="441499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8" name="pg3318"/>
            <p:cNvSpPr/>
            <p:nvPr/>
          </p:nvSpPr>
          <p:spPr>
            <a:xfrm>
              <a:off x="4426630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9" name="pg3319"/>
            <p:cNvSpPr/>
            <p:nvPr/>
          </p:nvSpPr>
          <p:spPr>
            <a:xfrm>
              <a:off x="4438267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0" name="pg3320"/>
            <p:cNvSpPr/>
            <p:nvPr/>
          </p:nvSpPr>
          <p:spPr>
            <a:xfrm>
              <a:off x="4449904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1" name="pg3321"/>
            <p:cNvSpPr/>
            <p:nvPr/>
          </p:nvSpPr>
          <p:spPr>
            <a:xfrm>
              <a:off x="446154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2" name="pg3322"/>
            <p:cNvSpPr/>
            <p:nvPr/>
          </p:nvSpPr>
          <p:spPr>
            <a:xfrm>
              <a:off x="447317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3" name="pg3323"/>
            <p:cNvSpPr/>
            <p:nvPr/>
          </p:nvSpPr>
          <p:spPr>
            <a:xfrm>
              <a:off x="463610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4" name="pg3324"/>
            <p:cNvSpPr/>
            <p:nvPr/>
          </p:nvSpPr>
          <p:spPr>
            <a:xfrm>
              <a:off x="464773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5" name="pg3325"/>
            <p:cNvSpPr/>
            <p:nvPr/>
          </p:nvSpPr>
          <p:spPr>
            <a:xfrm>
              <a:off x="4659376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6" name="pg3326"/>
            <p:cNvSpPr/>
            <p:nvPr/>
          </p:nvSpPr>
          <p:spPr>
            <a:xfrm>
              <a:off x="4671013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7" name="pg3327"/>
            <p:cNvSpPr/>
            <p:nvPr/>
          </p:nvSpPr>
          <p:spPr>
            <a:xfrm>
              <a:off x="468265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8" name="pg3328"/>
            <p:cNvSpPr/>
            <p:nvPr/>
          </p:nvSpPr>
          <p:spPr>
            <a:xfrm>
              <a:off x="286722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9" name="pg3329"/>
            <p:cNvSpPr/>
            <p:nvPr/>
          </p:nvSpPr>
          <p:spPr>
            <a:xfrm>
              <a:off x="2878865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0" name="pg3330"/>
            <p:cNvSpPr/>
            <p:nvPr/>
          </p:nvSpPr>
          <p:spPr>
            <a:xfrm>
              <a:off x="289050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1" name="pg3331"/>
            <p:cNvSpPr/>
            <p:nvPr/>
          </p:nvSpPr>
          <p:spPr>
            <a:xfrm>
              <a:off x="290213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2" name="pg3332"/>
            <p:cNvSpPr/>
            <p:nvPr/>
          </p:nvSpPr>
          <p:spPr>
            <a:xfrm>
              <a:off x="291377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3" name="pg3333"/>
            <p:cNvSpPr/>
            <p:nvPr/>
          </p:nvSpPr>
          <p:spPr>
            <a:xfrm>
              <a:off x="2925414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4" name="pg3334"/>
            <p:cNvSpPr/>
            <p:nvPr/>
          </p:nvSpPr>
          <p:spPr>
            <a:xfrm>
              <a:off x="293705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5" name="pg3335"/>
            <p:cNvSpPr/>
            <p:nvPr/>
          </p:nvSpPr>
          <p:spPr>
            <a:xfrm>
              <a:off x="294868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6" name="pg3336"/>
            <p:cNvSpPr/>
            <p:nvPr/>
          </p:nvSpPr>
          <p:spPr>
            <a:xfrm>
              <a:off x="4403355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7" name="pg3337"/>
            <p:cNvSpPr/>
            <p:nvPr/>
          </p:nvSpPr>
          <p:spPr>
            <a:xfrm>
              <a:off x="441499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8" name="pg3338"/>
            <p:cNvSpPr/>
            <p:nvPr/>
          </p:nvSpPr>
          <p:spPr>
            <a:xfrm>
              <a:off x="4426630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9" name="pg3339"/>
            <p:cNvSpPr/>
            <p:nvPr/>
          </p:nvSpPr>
          <p:spPr>
            <a:xfrm>
              <a:off x="443826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0" name="pg3340"/>
            <p:cNvSpPr/>
            <p:nvPr/>
          </p:nvSpPr>
          <p:spPr>
            <a:xfrm>
              <a:off x="4449904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1" name="pg3341"/>
            <p:cNvSpPr/>
            <p:nvPr/>
          </p:nvSpPr>
          <p:spPr>
            <a:xfrm>
              <a:off x="446154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2" name="pg3342"/>
            <p:cNvSpPr/>
            <p:nvPr/>
          </p:nvSpPr>
          <p:spPr>
            <a:xfrm>
              <a:off x="447317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3" name="pg3343"/>
            <p:cNvSpPr/>
            <p:nvPr/>
          </p:nvSpPr>
          <p:spPr>
            <a:xfrm>
              <a:off x="4484816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4" name="pg3344"/>
            <p:cNvSpPr/>
            <p:nvPr/>
          </p:nvSpPr>
          <p:spPr>
            <a:xfrm>
              <a:off x="463610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5" name="pg3345"/>
            <p:cNvSpPr/>
            <p:nvPr/>
          </p:nvSpPr>
          <p:spPr>
            <a:xfrm>
              <a:off x="464773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6" name="pg3346"/>
            <p:cNvSpPr/>
            <p:nvPr/>
          </p:nvSpPr>
          <p:spPr>
            <a:xfrm>
              <a:off x="4659376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7" name="pg3347"/>
            <p:cNvSpPr/>
            <p:nvPr/>
          </p:nvSpPr>
          <p:spPr>
            <a:xfrm>
              <a:off x="4671013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8" name="pg3348"/>
            <p:cNvSpPr/>
            <p:nvPr/>
          </p:nvSpPr>
          <p:spPr>
            <a:xfrm>
              <a:off x="468265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9" name="pg3349"/>
            <p:cNvSpPr/>
            <p:nvPr/>
          </p:nvSpPr>
          <p:spPr>
            <a:xfrm>
              <a:off x="4694288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0" name="pg3350"/>
            <p:cNvSpPr/>
            <p:nvPr/>
          </p:nvSpPr>
          <p:spPr>
            <a:xfrm>
              <a:off x="2855590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1" name="pg3351"/>
            <p:cNvSpPr/>
            <p:nvPr/>
          </p:nvSpPr>
          <p:spPr>
            <a:xfrm>
              <a:off x="286722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2" name="pg3352"/>
            <p:cNvSpPr/>
            <p:nvPr/>
          </p:nvSpPr>
          <p:spPr>
            <a:xfrm>
              <a:off x="2878865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3" name="pg3353"/>
            <p:cNvSpPr/>
            <p:nvPr/>
          </p:nvSpPr>
          <p:spPr>
            <a:xfrm>
              <a:off x="289050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4" name="pg3354"/>
            <p:cNvSpPr/>
            <p:nvPr/>
          </p:nvSpPr>
          <p:spPr>
            <a:xfrm>
              <a:off x="290213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5" name="pg3355"/>
            <p:cNvSpPr/>
            <p:nvPr/>
          </p:nvSpPr>
          <p:spPr>
            <a:xfrm>
              <a:off x="291377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6" name="pg3356"/>
            <p:cNvSpPr/>
            <p:nvPr/>
          </p:nvSpPr>
          <p:spPr>
            <a:xfrm>
              <a:off x="2925414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7" name="pg3357"/>
            <p:cNvSpPr/>
            <p:nvPr/>
          </p:nvSpPr>
          <p:spPr>
            <a:xfrm>
              <a:off x="2937051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8" name="pg3358"/>
            <p:cNvSpPr/>
            <p:nvPr/>
          </p:nvSpPr>
          <p:spPr>
            <a:xfrm>
              <a:off x="4403355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9" name="pg3359"/>
            <p:cNvSpPr/>
            <p:nvPr/>
          </p:nvSpPr>
          <p:spPr>
            <a:xfrm>
              <a:off x="441499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0" name="pg3360"/>
            <p:cNvSpPr/>
            <p:nvPr/>
          </p:nvSpPr>
          <p:spPr>
            <a:xfrm>
              <a:off x="4426630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1" name="pg3361"/>
            <p:cNvSpPr/>
            <p:nvPr/>
          </p:nvSpPr>
          <p:spPr>
            <a:xfrm>
              <a:off x="443826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2" name="pg3362"/>
            <p:cNvSpPr/>
            <p:nvPr/>
          </p:nvSpPr>
          <p:spPr>
            <a:xfrm>
              <a:off x="4449904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3" name="pg3363"/>
            <p:cNvSpPr/>
            <p:nvPr/>
          </p:nvSpPr>
          <p:spPr>
            <a:xfrm>
              <a:off x="446154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4" name="pg3364"/>
            <p:cNvSpPr/>
            <p:nvPr/>
          </p:nvSpPr>
          <p:spPr>
            <a:xfrm>
              <a:off x="447317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5" name="pg3365"/>
            <p:cNvSpPr/>
            <p:nvPr/>
          </p:nvSpPr>
          <p:spPr>
            <a:xfrm>
              <a:off x="4484816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6" name="pg3366"/>
            <p:cNvSpPr/>
            <p:nvPr/>
          </p:nvSpPr>
          <p:spPr>
            <a:xfrm>
              <a:off x="464773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7" name="pg3367"/>
            <p:cNvSpPr/>
            <p:nvPr/>
          </p:nvSpPr>
          <p:spPr>
            <a:xfrm>
              <a:off x="4659376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8" name="pg3368"/>
            <p:cNvSpPr/>
            <p:nvPr/>
          </p:nvSpPr>
          <p:spPr>
            <a:xfrm>
              <a:off x="4671013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9" name="pg3369"/>
            <p:cNvSpPr/>
            <p:nvPr/>
          </p:nvSpPr>
          <p:spPr>
            <a:xfrm>
              <a:off x="4682651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0" name="pg3370"/>
            <p:cNvSpPr/>
            <p:nvPr/>
          </p:nvSpPr>
          <p:spPr>
            <a:xfrm>
              <a:off x="4694288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1" name="pg3371"/>
            <p:cNvSpPr/>
            <p:nvPr/>
          </p:nvSpPr>
          <p:spPr>
            <a:xfrm>
              <a:off x="2855590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2" name="pg3372"/>
            <p:cNvSpPr/>
            <p:nvPr/>
          </p:nvSpPr>
          <p:spPr>
            <a:xfrm>
              <a:off x="286722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3" name="pg3373"/>
            <p:cNvSpPr/>
            <p:nvPr/>
          </p:nvSpPr>
          <p:spPr>
            <a:xfrm>
              <a:off x="2878865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4" name="pg3374"/>
            <p:cNvSpPr/>
            <p:nvPr/>
          </p:nvSpPr>
          <p:spPr>
            <a:xfrm>
              <a:off x="289050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5" name="pg3375"/>
            <p:cNvSpPr/>
            <p:nvPr/>
          </p:nvSpPr>
          <p:spPr>
            <a:xfrm>
              <a:off x="290213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6" name="pg3376"/>
            <p:cNvSpPr/>
            <p:nvPr/>
          </p:nvSpPr>
          <p:spPr>
            <a:xfrm>
              <a:off x="291377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7" name="pg3377"/>
            <p:cNvSpPr/>
            <p:nvPr/>
          </p:nvSpPr>
          <p:spPr>
            <a:xfrm>
              <a:off x="2925414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8" name="pg3378"/>
            <p:cNvSpPr/>
            <p:nvPr/>
          </p:nvSpPr>
          <p:spPr>
            <a:xfrm>
              <a:off x="4403355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9" name="pg3379"/>
            <p:cNvSpPr/>
            <p:nvPr/>
          </p:nvSpPr>
          <p:spPr>
            <a:xfrm>
              <a:off x="441499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0" name="pg3380"/>
            <p:cNvSpPr/>
            <p:nvPr/>
          </p:nvSpPr>
          <p:spPr>
            <a:xfrm>
              <a:off x="4426630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1" name="pg3381"/>
            <p:cNvSpPr/>
            <p:nvPr/>
          </p:nvSpPr>
          <p:spPr>
            <a:xfrm>
              <a:off x="443826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2" name="pg3382"/>
            <p:cNvSpPr/>
            <p:nvPr/>
          </p:nvSpPr>
          <p:spPr>
            <a:xfrm>
              <a:off x="4449904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3" name="pg3383"/>
            <p:cNvSpPr/>
            <p:nvPr/>
          </p:nvSpPr>
          <p:spPr>
            <a:xfrm>
              <a:off x="446154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4" name="pg3384"/>
            <p:cNvSpPr/>
            <p:nvPr/>
          </p:nvSpPr>
          <p:spPr>
            <a:xfrm>
              <a:off x="447317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5" name="pg3385"/>
            <p:cNvSpPr/>
            <p:nvPr/>
          </p:nvSpPr>
          <p:spPr>
            <a:xfrm>
              <a:off x="4484816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6" name="pg3386"/>
            <p:cNvSpPr/>
            <p:nvPr/>
          </p:nvSpPr>
          <p:spPr>
            <a:xfrm>
              <a:off x="464773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7" name="pg3387"/>
            <p:cNvSpPr/>
            <p:nvPr/>
          </p:nvSpPr>
          <p:spPr>
            <a:xfrm>
              <a:off x="4659376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8" name="pg3388"/>
            <p:cNvSpPr/>
            <p:nvPr/>
          </p:nvSpPr>
          <p:spPr>
            <a:xfrm>
              <a:off x="4671013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9" name="pg3389"/>
            <p:cNvSpPr/>
            <p:nvPr/>
          </p:nvSpPr>
          <p:spPr>
            <a:xfrm>
              <a:off x="4682651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0" name="pg3390"/>
            <p:cNvSpPr/>
            <p:nvPr/>
          </p:nvSpPr>
          <p:spPr>
            <a:xfrm>
              <a:off x="4694288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1" name="pg3391"/>
            <p:cNvSpPr/>
            <p:nvPr/>
          </p:nvSpPr>
          <p:spPr>
            <a:xfrm>
              <a:off x="283231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2" name="pg3392"/>
            <p:cNvSpPr/>
            <p:nvPr/>
          </p:nvSpPr>
          <p:spPr>
            <a:xfrm>
              <a:off x="2843953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3" name="pg3393"/>
            <p:cNvSpPr/>
            <p:nvPr/>
          </p:nvSpPr>
          <p:spPr>
            <a:xfrm>
              <a:off x="286722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4" name="pg3394"/>
            <p:cNvSpPr/>
            <p:nvPr/>
          </p:nvSpPr>
          <p:spPr>
            <a:xfrm>
              <a:off x="287886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5" name="pg3395"/>
            <p:cNvSpPr/>
            <p:nvPr/>
          </p:nvSpPr>
          <p:spPr>
            <a:xfrm>
              <a:off x="289050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6" name="pg3396"/>
            <p:cNvSpPr/>
            <p:nvPr/>
          </p:nvSpPr>
          <p:spPr>
            <a:xfrm>
              <a:off x="290213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7" name="pg3397"/>
            <p:cNvSpPr/>
            <p:nvPr/>
          </p:nvSpPr>
          <p:spPr>
            <a:xfrm>
              <a:off x="291377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8" name="pg3398"/>
            <p:cNvSpPr/>
            <p:nvPr/>
          </p:nvSpPr>
          <p:spPr>
            <a:xfrm>
              <a:off x="440335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9" name="pg3399"/>
            <p:cNvSpPr/>
            <p:nvPr/>
          </p:nvSpPr>
          <p:spPr>
            <a:xfrm>
              <a:off x="441499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0" name="pg3400"/>
            <p:cNvSpPr/>
            <p:nvPr/>
          </p:nvSpPr>
          <p:spPr>
            <a:xfrm>
              <a:off x="4426630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1" name="pg3401"/>
            <p:cNvSpPr/>
            <p:nvPr/>
          </p:nvSpPr>
          <p:spPr>
            <a:xfrm>
              <a:off x="443826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2" name="pg3402"/>
            <p:cNvSpPr/>
            <p:nvPr/>
          </p:nvSpPr>
          <p:spPr>
            <a:xfrm>
              <a:off x="4449904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3" name="pg3403"/>
            <p:cNvSpPr/>
            <p:nvPr/>
          </p:nvSpPr>
          <p:spPr>
            <a:xfrm>
              <a:off x="446154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4" name="pg3404"/>
            <p:cNvSpPr/>
            <p:nvPr/>
          </p:nvSpPr>
          <p:spPr>
            <a:xfrm>
              <a:off x="447317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5" name="pg3405"/>
            <p:cNvSpPr/>
            <p:nvPr/>
          </p:nvSpPr>
          <p:spPr>
            <a:xfrm>
              <a:off x="4484816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6" name="pg3406"/>
            <p:cNvSpPr/>
            <p:nvPr/>
          </p:nvSpPr>
          <p:spPr>
            <a:xfrm>
              <a:off x="464773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7" name="pg3407"/>
            <p:cNvSpPr/>
            <p:nvPr/>
          </p:nvSpPr>
          <p:spPr>
            <a:xfrm>
              <a:off x="4659376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8" name="pg3408"/>
            <p:cNvSpPr/>
            <p:nvPr/>
          </p:nvSpPr>
          <p:spPr>
            <a:xfrm>
              <a:off x="4671013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9" name="pg3409"/>
            <p:cNvSpPr/>
            <p:nvPr/>
          </p:nvSpPr>
          <p:spPr>
            <a:xfrm>
              <a:off x="4682651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0" name="pg3410"/>
            <p:cNvSpPr/>
            <p:nvPr/>
          </p:nvSpPr>
          <p:spPr>
            <a:xfrm>
              <a:off x="4694288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1" name="pg3411"/>
            <p:cNvSpPr/>
            <p:nvPr/>
          </p:nvSpPr>
          <p:spPr>
            <a:xfrm>
              <a:off x="2820678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2" name="pg3412"/>
            <p:cNvSpPr/>
            <p:nvPr/>
          </p:nvSpPr>
          <p:spPr>
            <a:xfrm>
              <a:off x="283231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3" name="pg3413"/>
            <p:cNvSpPr/>
            <p:nvPr/>
          </p:nvSpPr>
          <p:spPr>
            <a:xfrm>
              <a:off x="2843953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4" name="pg3414"/>
            <p:cNvSpPr/>
            <p:nvPr/>
          </p:nvSpPr>
          <p:spPr>
            <a:xfrm>
              <a:off x="2855590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5" name="pg3415"/>
            <p:cNvSpPr/>
            <p:nvPr/>
          </p:nvSpPr>
          <p:spPr>
            <a:xfrm>
              <a:off x="286722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6" name="pg3416"/>
            <p:cNvSpPr/>
            <p:nvPr/>
          </p:nvSpPr>
          <p:spPr>
            <a:xfrm>
              <a:off x="287886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7" name="pg3417"/>
            <p:cNvSpPr/>
            <p:nvPr/>
          </p:nvSpPr>
          <p:spPr>
            <a:xfrm>
              <a:off x="289050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8" name="pg3418"/>
            <p:cNvSpPr/>
            <p:nvPr/>
          </p:nvSpPr>
          <p:spPr>
            <a:xfrm>
              <a:off x="2902139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9" name="pg3419"/>
            <p:cNvSpPr/>
            <p:nvPr/>
          </p:nvSpPr>
          <p:spPr>
            <a:xfrm>
              <a:off x="291377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0" name="pg3420"/>
            <p:cNvSpPr/>
            <p:nvPr/>
          </p:nvSpPr>
          <p:spPr>
            <a:xfrm>
              <a:off x="441499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1" name="pg3421"/>
            <p:cNvSpPr/>
            <p:nvPr/>
          </p:nvSpPr>
          <p:spPr>
            <a:xfrm>
              <a:off x="4426630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2" name="pg3422"/>
            <p:cNvSpPr/>
            <p:nvPr/>
          </p:nvSpPr>
          <p:spPr>
            <a:xfrm>
              <a:off x="443826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3" name="pg3423"/>
            <p:cNvSpPr/>
            <p:nvPr/>
          </p:nvSpPr>
          <p:spPr>
            <a:xfrm>
              <a:off x="4449904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4" name="pg3424"/>
            <p:cNvSpPr/>
            <p:nvPr/>
          </p:nvSpPr>
          <p:spPr>
            <a:xfrm>
              <a:off x="446154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5" name="pg3425"/>
            <p:cNvSpPr/>
            <p:nvPr/>
          </p:nvSpPr>
          <p:spPr>
            <a:xfrm>
              <a:off x="4473179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6" name="pg3426"/>
            <p:cNvSpPr/>
            <p:nvPr/>
          </p:nvSpPr>
          <p:spPr>
            <a:xfrm>
              <a:off x="4659376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7" name="pg3427"/>
            <p:cNvSpPr/>
            <p:nvPr/>
          </p:nvSpPr>
          <p:spPr>
            <a:xfrm>
              <a:off x="4671013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8" name="pg3428"/>
            <p:cNvSpPr/>
            <p:nvPr/>
          </p:nvSpPr>
          <p:spPr>
            <a:xfrm>
              <a:off x="4682651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9" name="pg3429"/>
            <p:cNvSpPr/>
            <p:nvPr/>
          </p:nvSpPr>
          <p:spPr>
            <a:xfrm>
              <a:off x="4694288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0" name="pg3430"/>
            <p:cNvSpPr/>
            <p:nvPr/>
          </p:nvSpPr>
          <p:spPr>
            <a:xfrm>
              <a:off x="470592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1" name="pg3431"/>
            <p:cNvSpPr/>
            <p:nvPr/>
          </p:nvSpPr>
          <p:spPr>
            <a:xfrm>
              <a:off x="2820678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2" name="pg3432"/>
            <p:cNvSpPr/>
            <p:nvPr/>
          </p:nvSpPr>
          <p:spPr>
            <a:xfrm>
              <a:off x="283231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3" name="pg3433"/>
            <p:cNvSpPr/>
            <p:nvPr/>
          </p:nvSpPr>
          <p:spPr>
            <a:xfrm>
              <a:off x="2843953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4" name="pg3434"/>
            <p:cNvSpPr/>
            <p:nvPr/>
          </p:nvSpPr>
          <p:spPr>
            <a:xfrm>
              <a:off x="2855590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5" name="pg3435"/>
            <p:cNvSpPr/>
            <p:nvPr/>
          </p:nvSpPr>
          <p:spPr>
            <a:xfrm>
              <a:off x="2867227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6" name="pg3436"/>
            <p:cNvSpPr/>
            <p:nvPr/>
          </p:nvSpPr>
          <p:spPr>
            <a:xfrm>
              <a:off x="287886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7" name="pg3437"/>
            <p:cNvSpPr/>
            <p:nvPr/>
          </p:nvSpPr>
          <p:spPr>
            <a:xfrm>
              <a:off x="289050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8" name="pg3438"/>
            <p:cNvSpPr/>
            <p:nvPr/>
          </p:nvSpPr>
          <p:spPr>
            <a:xfrm>
              <a:off x="2902139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9" name="pg3439"/>
            <p:cNvSpPr/>
            <p:nvPr/>
          </p:nvSpPr>
          <p:spPr>
            <a:xfrm>
              <a:off x="441499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0" name="pg3440"/>
            <p:cNvSpPr/>
            <p:nvPr/>
          </p:nvSpPr>
          <p:spPr>
            <a:xfrm>
              <a:off x="4426630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1" name="pg3441"/>
            <p:cNvSpPr/>
            <p:nvPr/>
          </p:nvSpPr>
          <p:spPr>
            <a:xfrm>
              <a:off x="4438267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2" name="pg3442"/>
            <p:cNvSpPr/>
            <p:nvPr/>
          </p:nvSpPr>
          <p:spPr>
            <a:xfrm>
              <a:off x="4449904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3" name="pg3443"/>
            <p:cNvSpPr/>
            <p:nvPr/>
          </p:nvSpPr>
          <p:spPr>
            <a:xfrm>
              <a:off x="446154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4" name="pg3444"/>
            <p:cNvSpPr/>
            <p:nvPr/>
          </p:nvSpPr>
          <p:spPr>
            <a:xfrm>
              <a:off x="4659376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5" name="pg3445"/>
            <p:cNvSpPr/>
            <p:nvPr/>
          </p:nvSpPr>
          <p:spPr>
            <a:xfrm>
              <a:off x="4671013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6" name="pg3446"/>
            <p:cNvSpPr/>
            <p:nvPr/>
          </p:nvSpPr>
          <p:spPr>
            <a:xfrm>
              <a:off x="4682651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7" name="pg3447"/>
            <p:cNvSpPr/>
            <p:nvPr/>
          </p:nvSpPr>
          <p:spPr>
            <a:xfrm>
              <a:off x="4694288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8" name="pg3448"/>
            <p:cNvSpPr/>
            <p:nvPr/>
          </p:nvSpPr>
          <p:spPr>
            <a:xfrm>
              <a:off x="470592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9" name="pg3449"/>
            <p:cNvSpPr/>
            <p:nvPr/>
          </p:nvSpPr>
          <p:spPr>
            <a:xfrm>
              <a:off x="2820678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0" name="pg3450"/>
            <p:cNvSpPr/>
            <p:nvPr/>
          </p:nvSpPr>
          <p:spPr>
            <a:xfrm>
              <a:off x="283231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1" name="pg3451"/>
            <p:cNvSpPr/>
            <p:nvPr/>
          </p:nvSpPr>
          <p:spPr>
            <a:xfrm>
              <a:off x="284395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2" name="pg3452"/>
            <p:cNvSpPr/>
            <p:nvPr/>
          </p:nvSpPr>
          <p:spPr>
            <a:xfrm>
              <a:off x="2855590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3" name="pg3453"/>
            <p:cNvSpPr/>
            <p:nvPr/>
          </p:nvSpPr>
          <p:spPr>
            <a:xfrm>
              <a:off x="2867227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4" name="pg3454"/>
            <p:cNvSpPr/>
            <p:nvPr/>
          </p:nvSpPr>
          <p:spPr>
            <a:xfrm>
              <a:off x="287886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5" name="pg3455"/>
            <p:cNvSpPr/>
            <p:nvPr/>
          </p:nvSpPr>
          <p:spPr>
            <a:xfrm>
              <a:off x="289050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6" name="pg3456"/>
            <p:cNvSpPr/>
            <p:nvPr/>
          </p:nvSpPr>
          <p:spPr>
            <a:xfrm>
              <a:off x="2902139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7" name="pg3457"/>
            <p:cNvSpPr/>
            <p:nvPr/>
          </p:nvSpPr>
          <p:spPr>
            <a:xfrm>
              <a:off x="441499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8" name="pg3458"/>
            <p:cNvSpPr/>
            <p:nvPr/>
          </p:nvSpPr>
          <p:spPr>
            <a:xfrm>
              <a:off x="4426630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9" name="pg3459"/>
            <p:cNvSpPr/>
            <p:nvPr/>
          </p:nvSpPr>
          <p:spPr>
            <a:xfrm>
              <a:off x="4438267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0" name="pg3460"/>
            <p:cNvSpPr/>
            <p:nvPr/>
          </p:nvSpPr>
          <p:spPr>
            <a:xfrm>
              <a:off x="4449904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1" name="pg3461"/>
            <p:cNvSpPr/>
            <p:nvPr/>
          </p:nvSpPr>
          <p:spPr>
            <a:xfrm>
              <a:off x="446154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2" name="pg3462"/>
            <p:cNvSpPr/>
            <p:nvPr/>
          </p:nvSpPr>
          <p:spPr>
            <a:xfrm>
              <a:off x="4473179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3" name="pg3463"/>
            <p:cNvSpPr/>
            <p:nvPr/>
          </p:nvSpPr>
          <p:spPr>
            <a:xfrm>
              <a:off x="467101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4" name="pg3464"/>
            <p:cNvSpPr/>
            <p:nvPr/>
          </p:nvSpPr>
          <p:spPr>
            <a:xfrm>
              <a:off x="4682651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5" name="pg3465"/>
            <p:cNvSpPr/>
            <p:nvPr/>
          </p:nvSpPr>
          <p:spPr>
            <a:xfrm>
              <a:off x="4694288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6" name="pg3466"/>
            <p:cNvSpPr/>
            <p:nvPr/>
          </p:nvSpPr>
          <p:spPr>
            <a:xfrm>
              <a:off x="470592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7" name="pg3467"/>
            <p:cNvSpPr/>
            <p:nvPr/>
          </p:nvSpPr>
          <p:spPr>
            <a:xfrm>
              <a:off x="471756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8" name="pg3468"/>
            <p:cNvSpPr/>
            <p:nvPr/>
          </p:nvSpPr>
          <p:spPr>
            <a:xfrm>
              <a:off x="283231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9" name="pg3469"/>
            <p:cNvSpPr/>
            <p:nvPr/>
          </p:nvSpPr>
          <p:spPr>
            <a:xfrm>
              <a:off x="284395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0" name="pg3470"/>
            <p:cNvSpPr/>
            <p:nvPr/>
          </p:nvSpPr>
          <p:spPr>
            <a:xfrm>
              <a:off x="285559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1" name="pg3471"/>
            <p:cNvSpPr/>
            <p:nvPr/>
          </p:nvSpPr>
          <p:spPr>
            <a:xfrm>
              <a:off x="2867227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2" name="pg3472"/>
            <p:cNvSpPr/>
            <p:nvPr/>
          </p:nvSpPr>
          <p:spPr>
            <a:xfrm>
              <a:off x="287886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3" name="pg3473"/>
            <p:cNvSpPr/>
            <p:nvPr/>
          </p:nvSpPr>
          <p:spPr>
            <a:xfrm>
              <a:off x="2890502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4" name="pg3474"/>
            <p:cNvSpPr/>
            <p:nvPr/>
          </p:nvSpPr>
          <p:spPr>
            <a:xfrm>
              <a:off x="442663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5" name="pg3475"/>
            <p:cNvSpPr/>
            <p:nvPr/>
          </p:nvSpPr>
          <p:spPr>
            <a:xfrm>
              <a:off x="4438267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6" name="pg3476"/>
            <p:cNvSpPr/>
            <p:nvPr/>
          </p:nvSpPr>
          <p:spPr>
            <a:xfrm>
              <a:off x="4449904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7" name="pg3477"/>
            <p:cNvSpPr/>
            <p:nvPr/>
          </p:nvSpPr>
          <p:spPr>
            <a:xfrm>
              <a:off x="4461542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8" name="pg3478"/>
            <p:cNvSpPr/>
            <p:nvPr/>
          </p:nvSpPr>
          <p:spPr>
            <a:xfrm>
              <a:off x="4473179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9" name="pg3479"/>
            <p:cNvSpPr/>
            <p:nvPr/>
          </p:nvSpPr>
          <p:spPr>
            <a:xfrm>
              <a:off x="467101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0" name="pg3480"/>
            <p:cNvSpPr/>
            <p:nvPr/>
          </p:nvSpPr>
          <p:spPr>
            <a:xfrm>
              <a:off x="4682651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1" name="pg3481"/>
            <p:cNvSpPr/>
            <p:nvPr/>
          </p:nvSpPr>
          <p:spPr>
            <a:xfrm>
              <a:off x="4694288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2" name="pg3482"/>
            <p:cNvSpPr/>
            <p:nvPr/>
          </p:nvSpPr>
          <p:spPr>
            <a:xfrm>
              <a:off x="470592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3" name="pg3483"/>
            <p:cNvSpPr/>
            <p:nvPr/>
          </p:nvSpPr>
          <p:spPr>
            <a:xfrm>
              <a:off x="471756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4" name="pg3484"/>
            <p:cNvSpPr/>
            <p:nvPr/>
          </p:nvSpPr>
          <p:spPr>
            <a:xfrm>
              <a:off x="472920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5" name="pg3485"/>
            <p:cNvSpPr/>
            <p:nvPr/>
          </p:nvSpPr>
          <p:spPr>
            <a:xfrm>
              <a:off x="283231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6" name="pg3486"/>
            <p:cNvSpPr/>
            <p:nvPr/>
          </p:nvSpPr>
          <p:spPr>
            <a:xfrm>
              <a:off x="2843953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7" name="pg3487"/>
            <p:cNvSpPr/>
            <p:nvPr/>
          </p:nvSpPr>
          <p:spPr>
            <a:xfrm>
              <a:off x="2855590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8" name="pg3488"/>
            <p:cNvSpPr/>
            <p:nvPr/>
          </p:nvSpPr>
          <p:spPr>
            <a:xfrm>
              <a:off x="2867227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9" name="pg3489"/>
            <p:cNvSpPr/>
            <p:nvPr/>
          </p:nvSpPr>
          <p:spPr>
            <a:xfrm>
              <a:off x="287886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0" name="pg3490"/>
            <p:cNvSpPr/>
            <p:nvPr/>
          </p:nvSpPr>
          <p:spPr>
            <a:xfrm>
              <a:off x="2890502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1" name="pg3491"/>
            <p:cNvSpPr/>
            <p:nvPr/>
          </p:nvSpPr>
          <p:spPr>
            <a:xfrm>
              <a:off x="4438267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2" name="pg3492"/>
            <p:cNvSpPr/>
            <p:nvPr/>
          </p:nvSpPr>
          <p:spPr>
            <a:xfrm>
              <a:off x="4449904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3" name="pg3493"/>
            <p:cNvSpPr/>
            <p:nvPr/>
          </p:nvSpPr>
          <p:spPr>
            <a:xfrm>
              <a:off x="4461542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4" name="pg3494"/>
            <p:cNvSpPr/>
            <p:nvPr/>
          </p:nvSpPr>
          <p:spPr>
            <a:xfrm>
              <a:off x="4473179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5" name="pg3495"/>
            <p:cNvSpPr/>
            <p:nvPr/>
          </p:nvSpPr>
          <p:spPr>
            <a:xfrm>
              <a:off x="4484816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6" name="pg3496"/>
            <p:cNvSpPr/>
            <p:nvPr/>
          </p:nvSpPr>
          <p:spPr>
            <a:xfrm>
              <a:off x="4496454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7" name="pg3497"/>
            <p:cNvSpPr/>
            <p:nvPr/>
          </p:nvSpPr>
          <p:spPr>
            <a:xfrm>
              <a:off x="4508091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8" name="pg3498"/>
            <p:cNvSpPr/>
            <p:nvPr/>
          </p:nvSpPr>
          <p:spPr>
            <a:xfrm>
              <a:off x="4519728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9" name="pg3499"/>
            <p:cNvSpPr/>
            <p:nvPr/>
          </p:nvSpPr>
          <p:spPr>
            <a:xfrm>
              <a:off x="4682651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0" name="pg3500"/>
            <p:cNvSpPr/>
            <p:nvPr/>
          </p:nvSpPr>
          <p:spPr>
            <a:xfrm>
              <a:off x="4694288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1" name="pg3501"/>
            <p:cNvSpPr/>
            <p:nvPr/>
          </p:nvSpPr>
          <p:spPr>
            <a:xfrm>
              <a:off x="470592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2" name="pg3502"/>
            <p:cNvSpPr/>
            <p:nvPr/>
          </p:nvSpPr>
          <p:spPr>
            <a:xfrm>
              <a:off x="4717563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3" name="pg3503"/>
            <p:cNvSpPr/>
            <p:nvPr/>
          </p:nvSpPr>
          <p:spPr>
            <a:xfrm>
              <a:off x="4729200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4" name="pg3504"/>
            <p:cNvSpPr/>
            <p:nvPr/>
          </p:nvSpPr>
          <p:spPr>
            <a:xfrm>
              <a:off x="2843953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5" name="pg3505"/>
            <p:cNvSpPr/>
            <p:nvPr/>
          </p:nvSpPr>
          <p:spPr>
            <a:xfrm>
              <a:off x="2855590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6" name="pg3506"/>
            <p:cNvSpPr/>
            <p:nvPr/>
          </p:nvSpPr>
          <p:spPr>
            <a:xfrm>
              <a:off x="2867227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7" name="pg3507"/>
            <p:cNvSpPr/>
            <p:nvPr/>
          </p:nvSpPr>
          <p:spPr>
            <a:xfrm>
              <a:off x="2878865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8" name="pg3508"/>
            <p:cNvSpPr/>
            <p:nvPr/>
          </p:nvSpPr>
          <p:spPr>
            <a:xfrm>
              <a:off x="2890502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9" name="pg3509"/>
            <p:cNvSpPr/>
            <p:nvPr/>
          </p:nvSpPr>
          <p:spPr>
            <a:xfrm>
              <a:off x="4438267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0" name="pg3510"/>
            <p:cNvSpPr/>
            <p:nvPr/>
          </p:nvSpPr>
          <p:spPr>
            <a:xfrm>
              <a:off x="4449904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1" name="pg3511"/>
            <p:cNvSpPr/>
            <p:nvPr/>
          </p:nvSpPr>
          <p:spPr>
            <a:xfrm>
              <a:off x="4461542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2" name="pg3512"/>
            <p:cNvSpPr/>
            <p:nvPr/>
          </p:nvSpPr>
          <p:spPr>
            <a:xfrm>
              <a:off x="4473179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3" name="pg3513"/>
            <p:cNvSpPr/>
            <p:nvPr/>
          </p:nvSpPr>
          <p:spPr>
            <a:xfrm>
              <a:off x="4484816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4" name="pg3514"/>
            <p:cNvSpPr/>
            <p:nvPr/>
          </p:nvSpPr>
          <p:spPr>
            <a:xfrm>
              <a:off x="4496454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5" name="pg3515"/>
            <p:cNvSpPr/>
            <p:nvPr/>
          </p:nvSpPr>
          <p:spPr>
            <a:xfrm>
              <a:off x="4508091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6" name="pg3516"/>
            <p:cNvSpPr/>
            <p:nvPr/>
          </p:nvSpPr>
          <p:spPr>
            <a:xfrm>
              <a:off x="4519728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7" name="pg3517"/>
            <p:cNvSpPr/>
            <p:nvPr/>
          </p:nvSpPr>
          <p:spPr>
            <a:xfrm>
              <a:off x="4531366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8" name="pg3518"/>
            <p:cNvSpPr/>
            <p:nvPr/>
          </p:nvSpPr>
          <p:spPr>
            <a:xfrm>
              <a:off x="4682651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9" name="pg3519"/>
            <p:cNvSpPr/>
            <p:nvPr/>
          </p:nvSpPr>
          <p:spPr>
            <a:xfrm>
              <a:off x="4694288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0" name="pg3520"/>
            <p:cNvSpPr/>
            <p:nvPr/>
          </p:nvSpPr>
          <p:spPr>
            <a:xfrm>
              <a:off x="4705925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1" name="pg3521"/>
            <p:cNvSpPr/>
            <p:nvPr/>
          </p:nvSpPr>
          <p:spPr>
            <a:xfrm>
              <a:off x="4717563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2" name="pg3522"/>
            <p:cNvSpPr/>
            <p:nvPr/>
          </p:nvSpPr>
          <p:spPr>
            <a:xfrm>
              <a:off x="4729200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3" name="pg3523"/>
            <p:cNvSpPr/>
            <p:nvPr/>
          </p:nvSpPr>
          <p:spPr>
            <a:xfrm>
              <a:off x="2843953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4" name="pg3524"/>
            <p:cNvSpPr/>
            <p:nvPr/>
          </p:nvSpPr>
          <p:spPr>
            <a:xfrm>
              <a:off x="2855590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5" name="pg3525"/>
            <p:cNvSpPr/>
            <p:nvPr/>
          </p:nvSpPr>
          <p:spPr>
            <a:xfrm>
              <a:off x="2867227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6" name="pg3526"/>
            <p:cNvSpPr/>
            <p:nvPr/>
          </p:nvSpPr>
          <p:spPr>
            <a:xfrm>
              <a:off x="2878865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7" name="pg3527"/>
            <p:cNvSpPr/>
            <p:nvPr/>
          </p:nvSpPr>
          <p:spPr>
            <a:xfrm>
              <a:off x="2890502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8" name="pg3528"/>
            <p:cNvSpPr/>
            <p:nvPr/>
          </p:nvSpPr>
          <p:spPr>
            <a:xfrm>
              <a:off x="4449904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9" name="pg3529"/>
            <p:cNvSpPr/>
            <p:nvPr/>
          </p:nvSpPr>
          <p:spPr>
            <a:xfrm>
              <a:off x="4461542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0" name="pg3530"/>
            <p:cNvSpPr/>
            <p:nvPr/>
          </p:nvSpPr>
          <p:spPr>
            <a:xfrm>
              <a:off x="4473179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1" name="pg3531"/>
            <p:cNvSpPr/>
            <p:nvPr/>
          </p:nvSpPr>
          <p:spPr>
            <a:xfrm>
              <a:off x="4484816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2" name="pg3532"/>
            <p:cNvSpPr/>
            <p:nvPr/>
          </p:nvSpPr>
          <p:spPr>
            <a:xfrm>
              <a:off x="4496454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3" name="pg3533"/>
            <p:cNvSpPr/>
            <p:nvPr/>
          </p:nvSpPr>
          <p:spPr>
            <a:xfrm>
              <a:off x="4508091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4" name="pg3534"/>
            <p:cNvSpPr/>
            <p:nvPr/>
          </p:nvSpPr>
          <p:spPr>
            <a:xfrm>
              <a:off x="4519728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5" name="pg3535"/>
            <p:cNvSpPr/>
            <p:nvPr/>
          </p:nvSpPr>
          <p:spPr>
            <a:xfrm>
              <a:off x="4531366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6" name="pg3536"/>
            <p:cNvSpPr/>
            <p:nvPr/>
          </p:nvSpPr>
          <p:spPr>
            <a:xfrm>
              <a:off x="4694288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7" name="pg3537"/>
            <p:cNvSpPr/>
            <p:nvPr/>
          </p:nvSpPr>
          <p:spPr>
            <a:xfrm>
              <a:off x="4705925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8" name="pg3538"/>
            <p:cNvSpPr/>
            <p:nvPr/>
          </p:nvSpPr>
          <p:spPr>
            <a:xfrm>
              <a:off x="4717563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9" name="pg3539"/>
            <p:cNvSpPr/>
            <p:nvPr/>
          </p:nvSpPr>
          <p:spPr>
            <a:xfrm>
              <a:off x="4729200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0" name="pg3540"/>
            <p:cNvSpPr/>
            <p:nvPr/>
          </p:nvSpPr>
          <p:spPr>
            <a:xfrm>
              <a:off x="4740837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1" name="pg3541"/>
            <p:cNvSpPr/>
            <p:nvPr/>
          </p:nvSpPr>
          <p:spPr>
            <a:xfrm>
              <a:off x="284395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2" name="pg3542"/>
            <p:cNvSpPr/>
            <p:nvPr/>
          </p:nvSpPr>
          <p:spPr>
            <a:xfrm>
              <a:off x="2855590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3" name="pg3543"/>
            <p:cNvSpPr/>
            <p:nvPr/>
          </p:nvSpPr>
          <p:spPr>
            <a:xfrm>
              <a:off x="2867227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4" name="pg3544"/>
            <p:cNvSpPr/>
            <p:nvPr/>
          </p:nvSpPr>
          <p:spPr>
            <a:xfrm>
              <a:off x="2878865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5" name="pg3545"/>
            <p:cNvSpPr/>
            <p:nvPr/>
          </p:nvSpPr>
          <p:spPr>
            <a:xfrm>
              <a:off x="2890502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6" name="pg3546"/>
            <p:cNvSpPr/>
            <p:nvPr/>
          </p:nvSpPr>
          <p:spPr>
            <a:xfrm>
              <a:off x="4461542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7" name="pg3547"/>
            <p:cNvSpPr/>
            <p:nvPr/>
          </p:nvSpPr>
          <p:spPr>
            <a:xfrm>
              <a:off x="4473179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8" name="pg3548"/>
            <p:cNvSpPr/>
            <p:nvPr/>
          </p:nvSpPr>
          <p:spPr>
            <a:xfrm>
              <a:off x="4484816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9" name="pg3549"/>
            <p:cNvSpPr/>
            <p:nvPr/>
          </p:nvSpPr>
          <p:spPr>
            <a:xfrm>
              <a:off x="4496454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0" name="pg3550"/>
            <p:cNvSpPr/>
            <p:nvPr/>
          </p:nvSpPr>
          <p:spPr>
            <a:xfrm>
              <a:off x="4508091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1" name="pg3551"/>
            <p:cNvSpPr/>
            <p:nvPr/>
          </p:nvSpPr>
          <p:spPr>
            <a:xfrm>
              <a:off x="4519728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2" name="pg3552"/>
            <p:cNvSpPr/>
            <p:nvPr/>
          </p:nvSpPr>
          <p:spPr>
            <a:xfrm>
              <a:off x="4531366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3" name="pg3553"/>
            <p:cNvSpPr/>
            <p:nvPr/>
          </p:nvSpPr>
          <p:spPr>
            <a:xfrm>
              <a:off x="454300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4" name="pg3554"/>
            <p:cNvSpPr/>
            <p:nvPr/>
          </p:nvSpPr>
          <p:spPr>
            <a:xfrm>
              <a:off x="4694288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5" name="pg3555"/>
            <p:cNvSpPr/>
            <p:nvPr/>
          </p:nvSpPr>
          <p:spPr>
            <a:xfrm>
              <a:off x="4705925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6" name="pg3556"/>
            <p:cNvSpPr/>
            <p:nvPr/>
          </p:nvSpPr>
          <p:spPr>
            <a:xfrm>
              <a:off x="471756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7" name="pg3557"/>
            <p:cNvSpPr/>
            <p:nvPr/>
          </p:nvSpPr>
          <p:spPr>
            <a:xfrm>
              <a:off x="4729200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8" name="pg3558"/>
            <p:cNvSpPr/>
            <p:nvPr/>
          </p:nvSpPr>
          <p:spPr>
            <a:xfrm>
              <a:off x="4740837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9" name="pg3559"/>
            <p:cNvSpPr/>
            <p:nvPr/>
          </p:nvSpPr>
          <p:spPr>
            <a:xfrm>
              <a:off x="285559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0" name="pg3560"/>
            <p:cNvSpPr/>
            <p:nvPr/>
          </p:nvSpPr>
          <p:spPr>
            <a:xfrm>
              <a:off x="2867227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1" name="pg3561"/>
            <p:cNvSpPr/>
            <p:nvPr/>
          </p:nvSpPr>
          <p:spPr>
            <a:xfrm>
              <a:off x="2878865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2" name="pg3562"/>
            <p:cNvSpPr/>
            <p:nvPr/>
          </p:nvSpPr>
          <p:spPr>
            <a:xfrm>
              <a:off x="2890502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3" name="pg3563"/>
            <p:cNvSpPr/>
            <p:nvPr/>
          </p:nvSpPr>
          <p:spPr>
            <a:xfrm>
              <a:off x="4473179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4" name="pg3564"/>
            <p:cNvSpPr/>
            <p:nvPr/>
          </p:nvSpPr>
          <p:spPr>
            <a:xfrm>
              <a:off x="4484816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5" name="pg3565"/>
            <p:cNvSpPr/>
            <p:nvPr/>
          </p:nvSpPr>
          <p:spPr>
            <a:xfrm>
              <a:off x="4496454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6" name="pg3566"/>
            <p:cNvSpPr/>
            <p:nvPr/>
          </p:nvSpPr>
          <p:spPr>
            <a:xfrm>
              <a:off x="4508091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7" name="pg3567"/>
            <p:cNvSpPr/>
            <p:nvPr/>
          </p:nvSpPr>
          <p:spPr>
            <a:xfrm>
              <a:off x="4519728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8" name="pg3568"/>
            <p:cNvSpPr/>
            <p:nvPr/>
          </p:nvSpPr>
          <p:spPr>
            <a:xfrm>
              <a:off x="4531366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9" name="pg3569"/>
            <p:cNvSpPr/>
            <p:nvPr/>
          </p:nvSpPr>
          <p:spPr>
            <a:xfrm>
              <a:off x="4543003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0" name="pg3570"/>
            <p:cNvSpPr/>
            <p:nvPr/>
          </p:nvSpPr>
          <p:spPr>
            <a:xfrm>
              <a:off x="455464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1" name="pg3571"/>
            <p:cNvSpPr/>
            <p:nvPr/>
          </p:nvSpPr>
          <p:spPr>
            <a:xfrm>
              <a:off x="4694288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2" name="pg3572"/>
            <p:cNvSpPr/>
            <p:nvPr/>
          </p:nvSpPr>
          <p:spPr>
            <a:xfrm>
              <a:off x="4705925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3" name="pg3573"/>
            <p:cNvSpPr/>
            <p:nvPr/>
          </p:nvSpPr>
          <p:spPr>
            <a:xfrm>
              <a:off x="4717563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4" name="pg3574"/>
            <p:cNvSpPr/>
            <p:nvPr/>
          </p:nvSpPr>
          <p:spPr>
            <a:xfrm>
              <a:off x="472920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5" name="pg3575"/>
            <p:cNvSpPr/>
            <p:nvPr/>
          </p:nvSpPr>
          <p:spPr>
            <a:xfrm>
              <a:off x="4740837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6" name="pg3576"/>
            <p:cNvSpPr/>
            <p:nvPr/>
          </p:nvSpPr>
          <p:spPr>
            <a:xfrm>
              <a:off x="2855590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7" name="pg3577"/>
            <p:cNvSpPr/>
            <p:nvPr/>
          </p:nvSpPr>
          <p:spPr>
            <a:xfrm>
              <a:off x="2867227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8" name="pg3578"/>
            <p:cNvSpPr/>
            <p:nvPr/>
          </p:nvSpPr>
          <p:spPr>
            <a:xfrm>
              <a:off x="2878865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9" name="pg3579"/>
            <p:cNvSpPr/>
            <p:nvPr/>
          </p:nvSpPr>
          <p:spPr>
            <a:xfrm>
              <a:off x="2890502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0" name="pg3580"/>
            <p:cNvSpPr/>
            <p:nvPr/>
          </p:nvSpPr>
          <p:spPr>
            <a:xfrm>
              <a:off x="4484816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1" name="pg3581"/>
            <p:cNvSpPr/>
            <p:nvPr/>
          </p:nvSpPr>
          <p:spPr>
            <a:xfrm>
              <a:off x="4496454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2" name="pg3582"/>
            <p:cNvSpPr/>
            <p:nvPr/>
          </p:nvSpPr>
          <p:spPr>
            <a:xfrm>
              <a:off x="4508091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3" name="pg3583"/>
            <p:cNvSpPr/>
            <p:nvPr/>
          </p:nvSpPr>
          <p:spPr>
            <a:xfrm>
              <a:off x="4519728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4" name="pg3584"/>
            <p:cNvSpPr/>
            <p:nvPr/>
          </p:nvSpPr>
          <p:spPr>
            <a:xfrm>
              <a:off x="4531366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5" name="pg3585"/>
            <p:cNvSpPr/>
            <p:nvPr/>
          </p:nvSpPr>
          <p:spPr>
            <a:xfrm>
              <a:off x="4543003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6" name="pg3586"/>
            <p:cNvSpPr/>
            <p:nvPr/>
          </p:nvSpPr>
          <p:spPr>
            <a:xfrm>
              <a:off x="4694288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7" name="pg3587"/>
            <p:cNvSpPr/>
            <p:nvPr/>
          </p:nvSpPr>
          <p:spPr>
            <a:xfrm>
              <a:off x="4705925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8" name="pg3588"/>
            <p:cNvSpPr/>
            <p:nvPr/>
          </p:nvSpPr>
          <p:spPr>
            <a:xfrm>
              <a:off x="4717563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9" name="pg3589"/>
            <p:cNvSpPr/>
            <p:nvPr/>
          </p:nvSpPr>
          <p:spPr>
            <a:xfrm>
              <a:off x="4729200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0" name="pg3590"/>
            <p:cNvSpPr/>
            <p:nvPr/>
          </p:nvSpPr>
          <p:spPr>
            <a:xfrm>
              <a:off x="4740837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1" name="pg3591"/>
            <p:cNvSpPr/>
            <p:nvPr/>
          </p:nvSpPr>
          <p:spPr>
            <a:xfrm>
              <a:off x="2855590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2" name="pg3592"/>
            <p:cNvSpPr/>
            <p:nvPr/>
          </p:nvSpPr>
          <p:spPr>
            <a:xfrm>
              <a:off x="2867227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3" name="pg3593"/>
            <p:cNvSpPr/>
            <p:nvPr/>
          </p:nvSpPr>
          <p:spPr>
            <a:xfrm>
              <a:off x="2878865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4" name="pg3594"/>
            <p:cNvSpPr/>
            <p:nvPr/>
          </p:nvSpPr>
          <p:spPr>
            <a:xfrm>
              <a:off x="2890502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5" name="pg3595"/>
            <p:cNvSpPr/>
            <p:nvPr/>
          </p:nvSpPr>
          <p:spPr>
            <a:xfrm>
              <a:off x="2902139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6" name="pg3596"/>
            <p:cNvSpPr/>
            <p:nvPr/>
          </p:nvSpPr>
          <p:spPr>
            <a:xfrm>
              <a:off x="4484816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7" name="pg3597"/>
            <p:cNvSpPr/>
            <p:nvPr/>
          </p:nvSpPr>
          <p:spPr>
            <a:xfrm>
              <a:off x="4496454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8" name="pg3598"/>
            <p:cNvSpPr/>
            <p:nvPr/>
          </p:nvSpPr>
          <p:spPr>
            <a:xfrm>
              <a:off x="4508091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9" name="pg3599"/>
            <p:cNvSpPr/>
            <p:nvPr/>
          </p:nvSpPr>
          <p:spPr>
            <a:xfrm>
              <a:off x="4519728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0" name="pg3600"/>
            <p:cNvSpPr/>
            <p:nvPr/>
          </p:nvSpPr>
          <p:spPr>
            <a:xfrm>
              <a:off x="4531366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1" name="pg3601"/>
            <p:cNvSpPr/>
            <p:nvPr/>
          </p:nvSpPr>
          <p:spPr>
            <a:xfrm>
              <a:off x="4543003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2" name="pg3602"/>
            <p:cNvSpPr/>
            <p:nvPr/>
          </p:nvSpPr>
          <p:spPr>
            <a:xfrm>
              <a:off x="4694288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3" name="pg3603"/>
            <p:cNvSpPr/>
            <p:nvPr/>
          </p:nvSpPr>
          <p:spPr>
            <a:xfrm>
              <a:off x="4705925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4" name="pg3604"/>
            <p:cNvSpPr/>
            <p:nvPr/>
          </p:nvSpPr>
          <p:spPr>
            <a:xfrm>
              <a:off x="4717563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5" name="pg3605"/>
            <p:cNvSpPr/>
            <p:nvPr/>
          </p:nvSpPr>
          <p:spPr>
            <a:xfrm>
              <a:off x="4729200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6" name="pg3606"/>
            <p:cNvSpPr/>
            <p:nvPr/>
          </p:nvSpPr>
          <p:spPr>
            <a:xfrm>
              <a:off x="4740837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7" name="pg3607"/>
            <p:cNvSpPr/>
            <p:nvPr/>
          </p:nvSpPr>
          <p:spPr>
            <a:xfrm>
              <a:off x="2855590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8" name="pg3608"/>
            <p:cNvSpPr/>
            <p:nvPr/>
          </p:nvSpPr>
          <p:spPr>
            <a:xfrm>
              <a:off x="2867227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9" name="pg3609"/>
            <p:cNvSpPr/>
            <p:nvPr/>
          </p:nvSpPr>
          <p:spPr>
            <a:xfrm>
              <a:off x="2878865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0" name="pg3610"/>
            <p:cNvSpPr/>
            <p:nvPr/>
          </p:nvSpPr>
          <p:spPr>
            <a:xfrm>
              <a:off x="2890502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1" name="pg3611"/>
            <p:cNvSpPr/>
            <p:nvPr/>
          </p:nvSpPr>
          <p:spPr>
            <a:xfrm>
              <a:off x="2902139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2" name="pg3612"/>
            <p:cNvSpPr/>
            <p:nvPr/>
          </p:nvSpPr>
          <p:spPr>
            <a:xfrm>
              <a:off x="4496454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3" name="pg3613"/>
            <p:cNvSpPr/>
            <p:nvPr/>
          </p:nvSpPr>
          <p:spPr>
            <a:xfrm>
              <a:off x="4508091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4" name="pg3614"/>
            <p:cNvSpPr/>
            <p:nvPr/>
          </p:nvSpPr>
          <p:spPr>
            <a:xfrm>
              <a:off x="4519728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5" name="pg3615"/>
            <p:cNvSpPr/>
            <p:nvPr/>
          </p:nvSpPr>
          <p:spPr>
            <a:xfrm>
              <a:off x="4531366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6" name="pg3616"/>
            <p:cNvSpPr/>
            <p:nvPr/>
          </p:nvSpPr>
          <p:spPr>
            <a:xfrm>
              <a:off x="4543003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7" name="pg3617"/>
            <p:cNvSpPr/>
            <p:nvPr/>
          </p:nvSpPr>
          <p:spPr>
            <a:xfrm>
              <a:off x="4694288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8" name="pg3618"/>
            <p:cNvSpPr/>
            <p:nvPr/>
          </p:nvSpPr>
          <p:spPr>
            <a:xfrm>
              <a:off x="4705925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9" name="pg3619"/>
            <p:cNvSpPr/>
            <p:nvPr/>
          </p:nvSpPr>
          <p:spPr>
            <a:xfrm>
              <a:off x="4717563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0" name="pg3620"/>
            <p:cNvSpPr/>
            <p:nvPr/>
          </p:nvSpPr>
          <p:spPr>
            <a:xfrm>
              <a:off x="4729200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1" name="pg3621"/>
            <p:cNvSpPr/>
            <p:nvPr/>
          </p:nvSpPr>
          <p:spPr>
            <a:xfrm>
              <a:off x="2867227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2" name="pg3622"/>
            <p:cNvSpPr/>
            <p:nvPr/>
          </p:nvSpPr>
          <p:spPr>
            <a:xfrm>
              <a:off x="2878865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3" name="pg3623"/>
            <p:cNvSpPr/>
            <p:nvPr/>
          </p:nvSpPr>
          <p:spPr>
            <a:xfrm>
              <a:off x="2890502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4" name="pg3624"/>
            <p:cNvSpPr/>
            <p:nvPr/>
          </p:nvSpPr>
          <p:spPr>
            <a:xfrm>
              <a:off x="2902139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5" name="pg3625"/>
            <p:cNvSpPr/>
            <p:nvPr/>
          </p:nvSpPr>
          <p:spPr>
            <a:xfrm>
              <a:off x="2913777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6" name="pg3626"/>
            <p:cNvSpPr/>
            <p:nvPr/>
          </p:nvSpPr>
          <p:spPr>
            <a:xfrm>
              <a:off x="4508091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7" name="pg3627"/>
            <p:cNvSpPr/>
            <p:nvPr/>
          </p:nvSpPr>
          <p:spPr>
            <a:xfrm>
              <a:off x="4519728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8" name="pg3628"/>
            <p:cNvSpPr/>
            <p:nvPr/>
          </p:nvSpPr>
          <p:spPr>
            <a:xfrm>
              <a:off x="4531366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9" name="pg3629"/>
            <p:cNvSpPr/>
            <p:nvPr/>
          </p:nvSpPr>
          <p:spPr>
            <a:xfrm>
              <a:off x="4543003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0" name="pg3630"/>
            <p:cNvSpPr/>
            <p:nvPr/>
          </p:nvSpPr>
          <p:spPr>
            <a:xfrm>
              <a:off x="4554640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1" name="pg3631"/>
            <p:cNvSpPr/>
            <p:nvPr/>
          </p:nvSpPr>
          <p:spPr>
            <a:xfrm>
              <a:off x="4694288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2" name="pg3632"/>
            <p:cNvSpPr/>
            <p:nvPr/>
          </p:nvSpPr>
          <p:spPr>
            <a:xfrm>
              <a:off x="4705925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3" name="pg3633"/>
            <p:cNvSpPr/>
            <p:nvPr/>
          </p:nvSpPr>
          <p:spPr>
            <a:xfrm>
              <a:off x="4717563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4" name="pg3634"/>
            <p:cNvSpPr/>
            <p:nvPr/>
          </p:nvSpPr>
          <p:spPr>
            <a:xfrm>
              <a:off x="4729200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5" name="pg3635"/>
            <p:cNvSpPr/>
            <p:nvPr/>
          </p:nvSpPr>
          <p:spPr>
            <a:xfrm>
              <a:off x="2867227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6" name="pg3636"/>
            <p:cNvSpPr/>
            <p:nvPr/>
          </p:nvSpPr>
          <p:spPr>
            <a:xfrm>
              <a:off x="2878865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7" name="pg3637"/>
            <p:cNvSpPr/>
            <p:nvPr/>
          </p:nvSpPr>
          <p:spPr>
            <a:xfrm>
              <a:off x="2890502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8" name="pg3638"/>
            <p:cNvSpPr/>
            <p:nvPr/>
          </p:nvSpPr>
          <p:spPr>
            <a:xfrm>
              <a:off x="2902139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9" name="pg3639"/>
            <p:cNvSpPr/>
            <p:nvPr/>
          </p:nvSpPr>
          <p:spPr>
            <a:xfrm>
              <a:off x="2913777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0" name="pg3640"/>
            <p:cNvSpPr/>
            <p:nvPr/>
          </p:nvSpPr>
          <p:spPr>
            <a:xfrm>
              <a:off x="2925414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1" name="pg3641"/>
            <p:cNvSpPr/>
            <p:nvPr/>
          </p:nvSpPr>
          <p:spPr>
            <a:xfrm>
              <a:off x="4508091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2" name="pg3642"/>
            <p:cNvSpPr/>
            <p:nvPr/>
          </p:nvSpPr>
          <p:spPr>
            <a:xfrm>
              <a:off x="4519728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3" name="pg3643"/>
            <p:cNvSpPr/>
            <p:nvPr/>
          </p:nvSpPr>
          <p:spPr>
            <a:xfrm>
              <a:off x="4531366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4" name="pg3644"/>
            <p:cNvSpPr/>
            <p:nvPr/>
          </p:nvSpPr>
          <p:spPr>
            <a:xfrm>
              <a:off x="4543003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5" name="pg3645"/>
            <p:cNvSpPr/>
            <p:nvPr/>
          </p:nvSpPr>
          <p:spPr>
            <a:xfrm>
              <a:off x="4554640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6" name="pg3646"/>
            <p:cNvSpPr/>
            <p:nvPr/>
          </p:nvSpPr>
          <p:spPr>
            <a:xfrm>
              <a:off x="4694288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7" name="pg3647"/>
            <p:cNvSpPr/>
            <p:nvPr/>
          </p:nvSpPr>
          <p:spPr>
            <a:xfrm>
              <a:off x="4705925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8" name="pg3648"/>
            <p:cNvSpPr/>
            <p:nvPr/>
          </p:nvSpPr>
          <p:spPr>
            <a:xfrm>
              <a:off x="4717563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9" name="pg3649"/>
            <p:cNvSpPr/>
            <p:nvPr/>
          </p:nvSpPr>
          <p:spPr>
            <a:xfrm>
              <a:off x="4729200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0" name="pg3650"/>
            <p:cNvSpPr/>
            <p:nvPr/>
          </p:nvSpPr>
          <p:spPr>
            <a:xfrm>
              <a:off x="287886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1" name="pg3651"/>
            <p:cNvSpPr/>
            <p:nvPr/>
          </p:nvSpPr>
          <p:spPr>
            <a:xfrm>
              <a:off x="2890502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2" name="pg3652"/>
            <p:cNvSpPr/>
            <p:nvPr/>
          </p:nvSpPr>
          <p:spPr>
            <a:xfrm>
              <a:off x="2902139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3" name="pg3653"/>
            <p:cNvSpPr/>
            <p:nvPr/>
          </p:nvSpPr>
          <p:spPr>
            <a:xfrm>
              <a:off x="2913777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4" name="pg3654"/>
            <p:cNvSpPr/>
            <p:nvPr/>
          </p:nvSpPr>
          <p:spPr>
            <a:xfrm>
              <a:off x="2925414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5" name="pg3655"/>
            <p:cNvSpPr/>
            <p:nvPr/>
          </p:nvSpPr>
          <p:spPr>
            <a:xfrm>
              <a:off x="4508091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6" name="pg3656"/>
            <p:cNvSpPr/>
            <p:nvPr/>
          </p:nvSpPr>
          <p:spPr>
            <a:xfrm>
              <a:off x="451972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7" name="pg3657"/>
            <p:cNvSpPr/>
            <p:nvPr/>
          </p:nvSpPr>
          <p:spPr>
            <a:xfrm>
              <a:off x="4531366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8" name="pg3658"/>
            <p:cNvSpPr/>
            <p:nvPr/>
          </p:nvSpPr>
          <p:spPr>
            <a:xfrm>
              <a:off x="4543003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9" name="pg3659"/>
            <p:cNvSpPr/>
            <p:nvPr/>
          </p:nvSpPr>
          <p:spPr>
            <a:xfrm>
              <a:off x="4554640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0" name="pg3660"/>
            <p:cNvSpPr/>
            <p:nvPr/>
          </p:nvSpPr>
          <p:spPr>
            <a:xfrm>
              <a:off x="456627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1" name="pg3661"/>
            <p:cNvSpPr/>
            <p:nvPr/>
          </p:nvSpPr>
          <p:spPr>
            <a:xfrm>
              <a:off x="457791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2" name="pg3662"/>
            <p:cNvSpPr/>
            <p:nvPr/>
          </p:nvSpPr>
          <p:spPr>
            <a:xfrm>
              <a:off x="4589552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3" name="pg3663"/>
            <p:cNvSpPr/>
            <p:nvPr/>
          </p:nvSpPr>
          <p:spPr>
            <a:xfrm>
              <a:off x="469428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4" name="pg3664"/>
            <p:cNvSpPr/>
            <p:nvPr/>
          </p:nvSpPr>
          <p:spPr>
            <a:xfrm>
              <a:off x="470592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5" name="pg3665"/>
            <p:cNvSpPr/>
            <p:nvPr/>
          </p:nvSpPr>
          <p:spPr>
            <a:xfrm>
              <a:off x="4717563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6" name="pg3666"/>
            <p:cNvSpPr/>
            <p:nvPr/>
          </p:nvSpPr>
          <p:spPr>
            <a:xfrm>
              <a:off x="4729200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7" name="pg3667"/>
            <p:cNvSpPr/>
            <p:nvPr/>
          </p:nvSpPr>
          <p:spPr>
            <a:xfrm>
              <a:off x="2890502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8" name="pg3668"/>
            <p:cNvSpPr/>
            <p:nvPr/>
          </p:nvSpPr>
          <p:spPr>
            <a:xfrm>
              <a:off x="2902139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9" name="pg3669"/>
            <p:cNvSpPr/>
            <p:nvPr/>
          </p:nvSpPr>
          <p:spPr>
            <a:xfrm>
              <a:off x="2913777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0" name="pg3670"/>
            <p:cNvSpPr/>
            <p:nvPr/>
          </p:nvSpPr>
          <p:spPr>
            <a:xfrm>
              <a:off x="2925414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1" name="pg3671"/>
            <p:cNvSpPr/>
            <p:nvPr/>
          </p:nvSpPr>
          <p:spPr>
            <a:xfrm>
              <a:off x="451972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2" name="pg3672"/>
            <p:cNvSpPr/>
            <p:nvPr/>
          </p:nvSpPr>
          <p:spPr>
            <a:xfrm>
              <a:off x="4531366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3" name="pg3673"/>
            <p:cNvSpPr/>
            <p:nvPr/>
          </p:nvSpPr>
          <p:spPr>
            <a:xfrm>
              <a:off x="4543003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4" name="pg3674"/>
            <p:cNvSpPr/>
            <p:nvPr/>
          </p:nvSpPr>
          <p:spPr>
            <a:xfrm>
              <a:off x="455464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5" name="pg3675"/>
            <p:cNvSpPr/>
            <p:nvPr/>
          </p:nvSpPr>
          <p:spPr>
            <a:xfrm>
              <a:off x="456627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6" name="pg3676"/>
            <p:cNvSpPr/>
            <p:nvPr/>
          </p:nvSpPr>
          <p:spPr>
            <a:xfrm>
              <a:off x="4577915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7" name="pg3677"/>
            <p:cNvSpPr/>
            <p:nvPr/>
          </p:nvSpPr>
          <p:spPr>
            <a:xfrm>
              <a:off x="4589552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8" name="pg3678"/>
            <p:cNvSpPr/>
            <p:nvPr/>
          </p:nvSpPr>
          <p:spPr>
            <a:xfrm>
              <a:off x="460119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9" name="pg3679"/>
            <p:cNvSpPr/>
            <p:nvPr/>
          </p:nvSpPr>
          <p:spPr>
            <a:xfrm>
              <a:off x="4682651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0" name="pg3680"/>
            <p:cNvSpPr/>
            <p:nvPr/>
          </p:nvSpPr>
          <p:spPr>
            <a:xfrm>
              <a:off x="469428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1" name="pg3681"/>
            <p:cNvSpPr/>
            <p:nvPr/>
          </p:nvSpPr>
          <p:spPr>
            <a:xfrm>
              <a:off x="4705925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2" name="pg3682"/>
            <p:cNvSpPr/>
            <p:nvPr/>
          </p:nvSpPr>
          <p:spPr>
            <a:xfrm>
              <a:off x="4717563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3" name="pg3683"/>
            <p:cNvSpPr/>
            <p:nvPr/>
          </p:nvSpPr>
          <p:spPr>
            <a:xfrm>
              <a:off x="472920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4" name="pg3684"/>
            <p:cNvSpPr/>
            <p:nvPr/>
          </p:nvSpPr>
          <p:spPr>
            <a:xfrm>
              <a:off x="2890502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5" name="pg3685"/>
            <p:cNvSpPr/>
            <p:nvPr/>
          </p:nvSpPr>
          <p:spPr>
            <a:xfrm>
              <a:off x="2902139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6" name="pg3686"/>
            <p:cNvSpPr/>
            <p:nvPr/>
          </p:nvSpPr>
          <p:spPr>
            <a:xfrm>
              <a:off x="2913777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7" name="pg3687"/>
            <p:cNvSpPr/>
            <p:nvPr/>
          </p:nvSpPr>
          <p:spPr>
            <a:xfrm>
              <a:off x="2925414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8" name="pg3688"/>
            <p:cNvSpPr/>
            <p:nvPr/>
          </p:nvSpPr>
          <p:spPr>
            <a:xfrm>
              <a:off x="4531366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9" name="pg3689"/>
            <p:cNvSpPr/>
            <p:nvPr/>
          </p:nvSpPr>
          <p:spPr>
            <a:xfrm>
              <a:off x="4543003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0" name="pg3690"/>
            <p:cNvSpPr/>
            <p:nvPr/>
          </p:nvSpPr>
          <p:spPr>
            <a:xfrm>
              <a:off x="455464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1" name="pg3691"/>
            <p:cNvSpPr/>
            <p:nvPr/>
          </p:nvSpPr>
          <p:spPr>
            <a:xfrm>
              <a:off x="4566278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2" name="pg3692"/>
            <p:cNvSpPr/>
            <p:nvPr/>
          </p:nvSpPr>
          <p:spPr>
            <a:xfrm>
              <a:off x="4577915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3" name="pg3693"/>
            <p:cNvSpPr/>
            <p:nvPr/>
          </p:nvSpPr>
          <p:spPr>
            <a:xfrm>
              <a:off x="4589552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4" name="pg3694"/>
            <p:cNvSpPr/>
            <p:nvPr/>
          </p:nvSpPr>
          <p:spPr>
            <a:xfrm>
              <a:off x="460119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5" name="pg3695"/>
            <p:cNvSpPr/>
            <p:nvPr/>
          </p:nvSpPr>
          <p:spPr>
            <a:xfrm>
              <a:off x="4682651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6" name="pg3696"/>
            <p:cNvSpPr/>
            <p:nvPr/>
          </p:nvSpPr>
          <p:spPr>
            <a:xfrm>
              <a:off x="4694288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7" name="pg3697"/>
            <p:cNvSpPr/>
            <p:nvPr/>
          </p:nvSpPr>
          <p:spPr>
            <a:xfrm>
              <a:off x="4705925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8" name="pg3698"/>
            <p:cNvSpPr/>
            <p:nvPr/>
          </p:nvSpPr>
          <p:spPr>
            <a:xfrm>
              <a:off x="4717563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9" name="pg3699"/>
            <p:cNvSpPr/>
            <p:nvPr/>
          </p:nvSpPr>
          <p:spPr>
            <a:xfrm>
              <a:off x="472920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0" name="pg3700"/>
            <p:cNvSpPr/>
            <p:nvPr/>
          </p:nvSpPr>
          <p:spPr>
            <a:xfrm>
              <a:off x="287886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1" name="pg3701"/>
            <p:cNvSpPr/>
            <p:nvPr/>
          </p:nvSpPr>
          <p:spPr>
            <a:xfrm>
              <a:off x="2890502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2" name="pg3702"/>
            <p:cNvSpPr/>
            <p:nvPr/>
          </p:nvSpPr>
          <p:spPr>
            <a:xfrm>
              <a:off x="2902139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3" name="pg3703"/>
            <p:cNvSpPr/>
            <p:nvPr/>
          </p:nvSpPr>
          <p:spPr>
            <a:xfrm>
              <a:off x="2913777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4" name="pg3704"/>
            <p:cNvSpPr/>
            <p:nvPr/>
          </p:nvSpPr>
          <p:spPr>
            <a:xfrm>
              <a:off x="2925414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5" name="pg3705"/>
            <p:cNvSpPr/>
            <p:nvPr/>
          </p:nvSpPr>
          <p:spPr>
            <a:xfrm>
              <a:off x="454300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6" name="pg3706"/>
            <p:cNvSpPr/>
            <p:nvPr/>
          </p:nvSpPr>
          <p:spPr>
            <a:xfrm>
              <a:off x="455464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7" name="pg3707"/>
            <p:cNvSpPr/>
            <p:nvPr/>
          </p:nvSpPr>
          <p:spPr>
            <a:xfrm>
              <a:off x="4566278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8" name="pg3708"/>
            <p:cNvSpPr/>
            <p:nvPr/>
          </p:nvSpPr>
          <p:spPr>
            <a:xfrm>
              <a:off x="457791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9" name="pg3709"/>
            <p:cNvSpPr/>
            <p:nvPr/>
          </p:nvSpPr>
          <p:spPr>
            <a:xfrm>
              <a:off x="4589552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0" name="pg3710"/>
            <p:cNvSpPr/>
            <p:nvPr/>
          </p:nvSpPr>
          <p:spPr>
            <a:xfrm>
              <a:off x="460119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1" name="pg3711"/>
            <p:cNvSpPr/>
            <p:nvPr/>
          </p:nvSpPr>
          <p:spPr>
            <a:xfrm>
              <a:off x="4612827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2" name="pg3712"/>
            <p:cNvSpPr/>
            <p:nvPr/>
          </p:nvSpPr>
          <p:spPr>
            <a:xfrm>
              <a:off x="467101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3" name="pg3713"/>
            <p:cNvSpPr/>
            <p:nvPr/>
          </p:nvSpPr>
          <p:spPr>
            <a:xfrm>
              <a:off x="4682651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4" name="pg3714"/>
            <p:cNvSpPr/>
            <p:nvPr/>
          </p:nvSpPr>
          <p:spPr>
            <a:xfrm>
              <a:off x="4694288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5" name="pg3715"/>
            <p:cNvSpPr/>
            <p:nvPr/>
          </p:nvSpPr>
          <p:spPr>
            <a:xfrm>
              <a:off x="470592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6" name="pg3716"/>
            <p:cNvSpPr/>
            <p:nvPr/>
          </p:nvSpPr>
          <p:spPr>
            <a:xfrm>
              <a:off x="471756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7" name="pg3717"/>
            <p:cNvSpPr/>
            <p:nvPr/>
          </p:nvSpPr>
          <p:spPr>
            <a:xfrm>
              <a:off x="472920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8" name="pg3718"/>
            <p:cNvSpPr/>
            <p:nvPr/>
          </p:nvSpPr>
          <p:spPr>
            <a:xfrm>
              <a:off x="287886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9" name="pg3719"/>
            <p:cNvSpPr/>
            <p:nvPr/>
          </p:nvSpPr>
          <p:spPr>
            <a:xfrm>
              <a:off x="2890502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0" name="pg3720"/>
            <p:cNvSpPr/>
            <p:nvPr/>
          </p:nvSpPr>
          <p:spPr>
            <a:xfrm>
              <a:off x="2902139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1" name="pg3721"/>
            <p:cNvSpPr/>
            <p:nvPr/>
          </p:nvSpPr>
          <p:spPr>
            <a:xfrm>
              <a:off x="2913777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2" name="pg3722"/>
            <p:cNvSpPr/>
            <p:nvPr/>
          </p:nvSpPr>
          <p:spPr>
            <a:xfrm>
              <a:off x="2925414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3" name="pg3723"/>
            <p:cNvSpPr/>
            <p:nvPr/>
          </p:nvSpPr>
          <p:spPr>
            <a:xfrm>
              <a:off x="4566278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4" name="pg3724"/>
            <p:cNvSpPr/>
            <p:nvPr/>
          </p:nvSpPr>
          <p:spPr>
            <a:xfrm>
              <a:off x="457791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5" name="pg3725"/>
            <p:cNvSpPr/>
            <p:nvPr/>
          </p:nvSpPr>
          <p:spPr>
            <a:xfrm>
              <a:off x="4589552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6" name="pg3726"/>
            <p:cNvSpPr/>
            <p:nvPr/>
          </p:nvSpPr>
          <p:spPr>
            <a:xfrm>
              <a:off x="4601190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7" name="pg3727"/>
            <p:cNvSpPr/>
            <p:nvPr/>
          </p:nvSpPr>
          <p:spPr>
            <a:xfrm>
              <a:off x="4612827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8" name="pg3728"/>
            <p:cNvSpPr/>
            <p:nvPr/>
          </p:nvSpPr>
          <p:spPr>
            <a:xfrm>
              <a:off x="4671013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9" name="pg3729"/>
            <p:cNvSpPr/>
            <p:nvPr/>
          </p:nvSpPr>
          <p:spPr>
            <a:xfrm>
              <a:off x="4682651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0" name="pg3730"/>
            <p:cNvSpPr/>
            <p:nvPr/>
          </p:nvSpPr>
          <p:spPr>
            <a:xfrm>
              <a:off x="4694288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1" name="pg3731"/>
            <p:cNvSpPr/>
            <p:nvPr/>
          </p:nvSpPr>
          <p:spPr>
            <a:xfrm>
              <a:off x="470592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2" name="pg3732"/>
            <p:cNvSpPr/>
            <p:nvPr/>
          </p:nvSpPr>
          <p:spPr>
            <a:xfrm>
              <a:off x="4717563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3" name="pg3733"/>
            <p:cNvSpPr/>
            <p:nvPr/>
          </p:nvSpPr>
          <p:spPr>
            <a:xfrm>
              <a:off x="286722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4" name="pg3734"/>
            <p:cNvSpPr/>
            <p:nvPr/>
          </p:nvSpPr>
          <p:spPr>
            <a:xfrm>
              <a:off x="287886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5" name="pg3735"/>
            <p:cNvSpPr/>
            <p:nvPr/>
          </p:nvSpPr>
          <p:spPr>
            <a:xfrm>
              <a:off x="2890502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6" name="pg3736"/>
            <p:cNvSpPr/>
            <p:nvPr/>
          </p:nvSpPr>
          <p:spPr>
            <a:xfrm>
              <a:off x="2902139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7" name="pg3737"/>
            <p:cNvSpPr/>
            <p:nvPr/>
          </p:nvSpPr>
          <p:spPr>
            <a:xfrm>
              <a:off x="291377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8" name="pg3738"/>
            <p:cNvSpPr/>
            <p:nvPr/>
          </p:nvSpPr>
          <p:spPr>
            <a:xfrm>
              <a:off x="457791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9" name="pg3739"/>
            <p:cNvSpPr/>
            <p:nvPr/>
          </p:nvSpPr>
          <p:spPr>
            <a:xfrm>
              <a:off x="4589552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0" name="pg3740"/>
            <p:cNvSpPr/>
            <p:nvPr/>
          </p:nvSpPr>
          <p:spPr>
            <a:xfrm>
              <a:off x="4601190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1" name="pg3741"/>
            <p:cNvSpPr/>
            <p:nvPr/>
          </p:nvSpPr>
          <p:spPr>
            <a:xfrm>
              <a:off x="461282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2" name="pg3742"/>
            <p:cNvSpPr/>
            <p:nvPr/>
          </p:nvSpPr>
          <p:spPr>
            <a:xfrm>
              <a:off x="4624464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3" name="pg3743"/>
            <p:cNvSpPr/>
            <p:nvPr/>
          </p:nvSpPr>
          <p:spPr>
            <a:xfrm>
              <a:off x="4636101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4" name="pg3744"/>
            <p:cNvSpPr/>
            <p:nvPr/>
          </p:nvSpPr>
          <p:spPr>
            <a:xfrm>
              <a:off x="4659376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5" name="pg3745"/>
            <p:cNvSpPr/>
            <p:nvPr/>
          </p:nvSpPr>
          <p:spPr>
            <a:xfrm>
              <a:off x="4671013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6" name="pg3746"/>
            <p:cNvSpPr/>
            <p:nvPr/>
          </p:nvSpPr>
          <p:spPr>
            <a:xfrm>
              <a:off x="4682651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7" name="pg3747"/>
            <p:cNvSpPr/>
            <p:nvPr/>
          </p:nvSpPr>
          <p:spPr>
            <a:xfrm>
              <a:off x="4694288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8" name="pg3748"/>
            <p:cNvSpPr/>
            <p:nvPr/>
          </p:nvSpPr>
          <p:spPr>
            <a:xfrm>
              <a:off x="470592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9" name="pg3749"/>
            <p:cNvSpPr/>
            <p:nvPr/>
          </p:nvSpPr>
          <p:spPr>
            <a:xfrm>
              <a:off x="2855590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0" name="pg3750"/>
            <p:cNvSpPr/>
            <p:nvPr/>
          </p:nvSpPr>
          <p:spPr>
            <a:xfrm>
              <a:off x="286722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1" name="pg3751"/>
            <p:cNvSpPr/>
            <p:nvPr/>
          </p:nvSpPr>
          <p:spPr>
            <a:xfrm>
              <a:off x="287886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2" name="pg3752"/>
            <p:cNvSpPr/>
            <p:nvPr/>
          </p:nvSpPr>
          <p:spPr>
            <a:xfrm>
              <a:off x="2890502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3" name="pg3753"/>
            <p:cNvSpPr/>
            <p:nvPr/>
          </p:nvSpPr>
          <p:spPr>
            <a:xfrm>
              <a:off x="2902139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4" name="pg3754"/>
            <p:cNvSpPr/>
            <p:nvPr/>
          </p:nvSpPr>
          <p:spPr>
            <a:xfrm>
              <a:off x="291377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5" name="pg3755"/>
            <p:cNvSpPr/>
            <p:nvPr/>
          </p:nvSpPr>
          <p:spPr>
            <a:xfrm>
              <a:off x="457791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6" name="pg3756"/>
            <p:cNvSpPr/>
            <p:nvPr/>
          </p:nvSpPr>
          <p:spPr>
            <a:xfrm>
              <a:off x="4589552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7" name="pg3757"/>
            <p:cNvSpPr/>
            <p:nvPr/>
          </p:nvSpPr>
          <p:spPr>
            <a:xfrm>
              <a:off x="4601190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8" name="pg3758"/>
            <p:cNvSpPr/>
            <p:nvPr/>
          </p:nvSpPr>
          <p:spPr>
            <a:xfrm>
              <a:off x="461282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9" name="pg3759"/>
            <p:cNvSpPr/>
            <p:nvPr/>
          </p:nvSpPr>
          <p:spPr>
            <a:xfrm>
              <a:off x="4624464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0" name="pg3760"/>
            <p:cNvSpPr/>
            <p:nvPr/>
          </p:nvSpPr>
          <p:spPr>
            <a:xfrm>
              <a:off x="4636101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1" name="pg3761"/>
            <p:cNvSpPr/>
            <p:nvPr/>
          </p:nvSpPr>
          <p:spPr>
            <a:xfrm>
              <a:off x="4647739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2" name="pg3762"/>
            <p:cNvSpPr/>
            <p:nvPr/>
          </p:nvSpPr>
          <p:spPr>
            <a:xfrm>
              <a:off x="4659376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3" name="pg3763"/>
            <p:cNvSpPr/>
            <p:nvPr/>
          </p:nvSpPr>
          <p:spPr>
            <a:xfrm>
              <a:off x="4671013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4" name="pg3764"/>
            <p:cNvSpPr/>
            <p:nvPr/>
          </p:nvSpPr>
          <p:spPr>
            <a:xfrm>
              <a:off x="4682651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5" name="pg3765"/>
            <p:cNvSpPr/>
            <p:nvPr/>
          </p:nvSpPr>
          <p:spPr>
            <a:xfrm>
              <a:off x="4694288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6" name="pg3766"/>
            <p:cNvSpPr/>
            <p:nvPr/>
          </p:nvSpPr>
          <p:spPr>
            <a:xfrm>
              <a:off x="470592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7" name="pg3767"/>
            <p:cNvSpPr/>
            <p:nvPr/>
          </p:nvSpPr>
          <p:spPr>
            <a:xfrm>
              <a:off x="2855590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8" name="pg3768"/>
            <p:cNvSpPr/>
            <p:nvPr/>
          </p:nvSpPr>
          <p:spPr>
            <a:xfrm>
              <a:off x="2867227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9" name="pg3769"/>
            <p:cNvSpPr/>
            <p:nvPr/>
          </p:nvSpPr>
          <p:spPr>
            <a:xfrm>
              <a:off x="287886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0" name="pg3770"/>
            <p:cNvSpPr/>
            <p:nvPr/>
          </p:nvSpPr>
          <p:spPr>
            <a:xfrm>
              <a:off x="2890502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1" name="pg3771"/>
            <p:cNvSpPr/>
            <p:nvPr/>
          </p:nvSpPr>
          <p:spPr>
            <a:xfrm>
              <a:off x="2902139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2" name="pg3772"/>
            <p:cNvSpPr/>
            <p:nvPr/>
          </p:nvSpPr>
          <p:spPr>
            <a:xfrm>
              <a:off x="457791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3" name="pg3773"/>
            <p:cNvSpPr/>
            <p:nvPr/>
          </p:nvSpPr>
          <p:spPr>
            <a:xfrm>
              <a:off x="4589552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4" name="pg3774"/>
            <p:cNvSpPr/>
            <p:nvPr/>
          </p:nvSpPr>
          <p:spPr>
            <a:xfrm>
              <a:off x="4601190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5" name="pg3775"/>
            <p:cNvSpPr/>
            <p:nvPr/>
          </p:nvSpPr>
          <p:spPr>
            <a:xfrm>
              <a:off x="4612827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6" name="pg3776"/>
            <p:cNvSpPr/>
            <p:nvPr/>
          </p:nvSpPr>
          <p:spPr>
            <a:xfrm>
              <a:off x="4624464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7" name="pg3777"/>
            <p:cNvSpPr/>
            <p:nvPr/>
          </p:nvSpPr>
          <p:spPr>
            <a:xfrm>
              <a:off x="4636101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8" name="pg3778"/>
            <p:cNvSpPr/>
            <p:nvPr/>
          </p:nvSpPr>
          <p:spPr>
            <a:xfrm>
              <a:off x="4647739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9" name="pg3779"/>
            <p:cNvSpPr/>
            <p:nvPr/>
          </p:nvSpPr>
          <p:spPr>
            <a:xfrm>
              <a:off x="4659376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0" name="pg3780"/>
            <p:cNvSpPr/>
            <p:nvPr/>
          </p:nvSpPr>
          <p:spPr>
            <a:xfrm>
              <a:off x="4671013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1" name="pg3781"/>
            <p:cNvSpPr/>
            <p:nvPr/>
          </p:nvSpPr>
          <p:spPr>
            <a:xfrm>
              <a:off x="4682651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2" name="pg3782"/>
            <p:cNvSpPr/>
            <p:nvPr/>
          </p:nvSpPr>
          <p:spPr>
            <a:xfrm>
              <a:off x="4694288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3" name="pg3783"/>
            <p:cNvSpPr/>
            <p:nvPr/>
          </p:nvSpPr>
          <p:spPr>
            <a:xfrm>
              <a:off x="470592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4" name="pg3784"/>
            <p:cNvSpPr/>
            <p:nvPr/>
          </p:nvSpPr>
          <p:spPr>
            <a:xfrm>
              <a:off x="2855590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5" name="pg3785"/>
            <p:cNvSpPr/>
            <p:nvPr/>
          </p:nvSpPr>
          <p:spPr>
            <a:xfrm>
              <a:off x="2867227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6" name="pg3786"/>
            <p:cNvSpPr/>
            <p:nvPr/>
          </p:nvSpPr>
          <p:spPr>
            <a:xfrm>
              <a:off x="2878865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7" name="pg3787"/>
            <p:cNvSpPr/>
            <p:nvPr/>
          </p:nvSpPr>
          <p:spPr>
            <a:xfrm>
              <a:off x="2890502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8" name="pg3788"/>
            <p:cNvSpPr/>
            <p:nvPr/>
          </p:nvSpPr>
          <p:spPr>
            <a:xfrm>
              <a:off x="2902139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9" name="pg3789"/>
            <p:cNvSpPr/>
            <p:nvPr/>
          </p:nvSpPr>
          <p:spPr>
            <a:xfrm>
              <a:off x="4577915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0" name="pg3790"/>
            <p:cNvSpPr/>
            <p:nvPr/>
          </p:nvSpPr>
          <p:spPr>
            <a:xfrm>
              <a:off x="4589552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1" name="pg3791"/>
            <p:cNvSpPr/>
            <p:nvPr/>
          </p:nvSpPr>
          <p:spPr>
            <a:xfrm>
              <a:off x="4601190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2" name="pg3792"/>
            <p:cNvSpPr/>
            <p:nvPr/>
          </p:nvSpPr>
          <p:spPr>
            <a:xfrm>
              <a:off x="4612827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3" name="pg3793"/>
            <p:cNvSpPr/>
            <p:nvPr/>
          </p:nvSpPr>
          <p:spPr>
            <a:xfrm>
              <a:off x="4624464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4" name="pg3794"/>
            <p:cNvSpPr/>
            <p:nvPr/>
          </p:nvSpPr>
          <p:spPr>
            <a:xfrm>
              <a:off x="4636101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5" name="pg3795"/>
            <p:cNvSpPr/>
            <p:nvPr/>
          </p:nvSpPr>
          <p:spPr>
            <a:xfrm>
              <a:off x="4647739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6" name="pg3796"/>
            <p:cNvSpPr/>
            <p:nvPr/>
          </p:nvSpPr>
          <p:spPr>
            <a:xfrm>
              <a:off x="4659376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7" name="pg3797"/>
            <p:cNvSpPr/>
            <p:nvPr/>
          </p:nvSpPr>
          <p:spPr>
            <a:xfrm>
              <a:off x="4671013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8" name="pg3798"/>
            <p:cNvSpPr/>
            <p:nvPr/>
          </p:nvSpPr>
          <p:spPr>
            <a:xfrm>
              <a:off x="4682651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9" name="pg3799"/>
            <p:cNvSpPr/>
            <p:nvPr/>
          </p:nvSpPr>
          <p:spPr>
            <a:xfrm>
              <a:off x="4694288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0" name="pg3800"/>
            <p:cNvSpPr/>
            <p:nvPr/>
          </p:nvSpPr>
          <p:spPr>
            <a:xfrm>
              <a:off x="2843953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1" name="pg3801"/>
            <p:cNvSpPr/>
            <p:nvPr/>
          </p:nvSpPr>
          <p:spPr>
            <a:xfrm>
              <a:off x="2855590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2" name="pg3802"/>
            <p:cNvSpPr/>
            <p:nvPr/>
          </p:nvSpPr>
          <p:spPr>
            <a:xfrm>
              <a:off x="2867227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3" name="pg3803"/>
            <p:cNvSpPr/>
            <p:nvPr/>
          </p:nvSpPr>
          <p:spPr>
            <a:xfrm>
              <a:off x="2878865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4" name="pg3804"/>
            <p:cNvSpPr/>
            <p:nvPr/>
          </p:nvSpPr>
          <p:spPr>
            <a:xfrm>
              <a:off x="2890502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5" name="pg3805"/>
            <p:cNvSpPr/>
            <p:nvPr/>
          </p:nvSpPr>
          <p:spPr>
            <a:xfrm>
              <a:off x="4589552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6" name="pg3806"/>
            <p:cNvSpPr/>
            <p:nvPr/>
          </p:nvSpPr>
          <p:spPr>
            <a:xfrm>
              <a:off x="4601190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7" name="pg3807"/>
            <p:cNvSpPr/>
            <p:nvPr/>
          </p:nvSpPr>
          <p:spPr>
            <a:xfrm>
              <a:off x="4612827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8" name="pg3808"/>
            <p:cNvSpPr/>
            <p:nvPr/>
          </p:nvSpPr>
          <p:spPr>
            <a:xfrm>
              <a:off x="4624464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9" name="pg3809"/>
            <p:cNvSpPr/>
            <p:nvPr/>
          </p:nvSpPr>
          <p:spPr>
            <a:xfrm>
              <a:off x="4636101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0" name="pg3810"/>
            <p:cNvSpPr/>
            <p:nvPr/>
          </p:nvSpPr>
          <p:spPr>
            <a:xfrm>
              <a:off x="4647739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1" name="pg3811"/>
            <p:cNvSpPr/>
            <p:nvPr/>
          </p:nvSpPr>
          <p:spPr>
            <a:xfrm>
              <a:off x="4659376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2" name="pg3812"/>
            <p:cNvSpPr/>
            <p:nvPr/>
          </p:nvSpPr>
          <p:spPr>
            <a:xfrm>
              <a:off x="4671013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3" name="pg3813"/>
            <p:cNvSpPr/>
            <p:nvPr/>
          </p:nvSpPr>
          <p:spPr>
            <a:xfrm>
              <a:off x="4682651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4" name="pg3814"/>
            <p:cNvSpPr/>
            <p:nvPr/>
          </p:nvSpPr>
          <p:spPr>
            <a:xfrm>
              <a:off x="2843953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5" name="pg3815"/>
            <p:cNvSpPr/>
            <p:nvPr/>
          </p:nvSpPr>
          <p:spPr>
            <a:xfrm>
              <a:off x="2855590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6" name="pg3816"/>
            <p:cNvSpPr/>
            <p:nvPr/>
          </p:nvSpPr>
          <p:spPr>
            <a:xfrm>
              <a:off x="2867227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7" name="pg3817"/>
            <p:cNvSpPr/>
            <p:nvPr/>
          </p:nvSpPr>
          <p:spPr>
            <a:xfrm>
              <a:off x="2878865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8" name="pg3818"/>
            <p:cNvSpPr/>
            <p:nvPr/>
          </p:nvSpPr>
          <p:spPr>
            <a:xfrm>
              <a:off x="2890502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9" name="pg3819"/>
            <p:cNvSpPr/>
            <p:nvPr/>
          </p:nvSpPr>
          <p:spPr>
            <a:xfrm>
              <a:off x="4601190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0" name="pg3820"/>
            <p:cNvSpPr/>
            <p:nvPr/>
          </p:nvSpPr>
          <p:spPr>
            <a:xfrm>
              <a:off x="4612827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1" name="pg3821"/>
            <p:cNvSpPr/>
            <p:nvPr/>
          </p:nvSpPr>
          <p:spPr>
            <a:xfrm>
              <a:off x="4624464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2" name="pg3822"/>
            <p:cNvSpPr/>
            <p:nvPr/>
          </p:nvSpPr>
          <p:spPr>
            <a:xfrm>
              <a:off x="4636101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3" name="pg3823"/>
            <p:cNvSpPr/>
            <p:nvPr/>
          </p:nvSpPr>
          <p:spPr>
            <a:xfrm>
              <a:off x="4647739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4" name="pg3824"/>
            <p:cNvSpPr/>
            <p:nvPr/>
          </p:nvSpPr>
          <p:spPr>
            <a:xfrm>
              <a:off x="2843953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5" name="pg3825"/>
            <p:cNvSpPr/>
            <p:nvPr/>
          </p:nvSpPr>
          <p:spPr>
            <a:xfrm>
              <a:off x="2855590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6" name="pg3826"/>
            <p:cNvSpPr/>
            <p:nvPr/>
          </p:nvSpPr>
          <p:spPr>
            <a:xfrm>
              <a:off x="2867227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7" name="pg3827"/>
            <p:cNvSpPr/>
            <p:nvPr/>
          </p:nvSpPr>
          <p:spPr>
            <a:xfrm>
              <a:off x="2878865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8" name="pg3828"/>
            <p:cNvSpPr/>
            <p:nvPr/>
          </p:nvSpPr>
          <p:spPr>
            <a:xfrm>
              <a:off x="2890502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9" name="pg3829"/>
            <p:cNvSpPr/>
            <p:nvPr/>
          </p:nvSpPr>
          <p:spPr>
            <a:xfrm>
              <a:off x="2843953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0" name="pg3830"/>
            <p:cNvSpPr/>
            <p:nvPr/>
          </p:nvSpPr>
          <p:spPr>
            <a:xfrm>
              <a:off x="2855590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1" name="pg3831"/>
            <p:cNvSpPr/>
            <p:nvPr/>
          </p:nvSpPr>
          <p:spPr>
            <a:xfrm>
              <a:off x="2867227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2" name="pg3832"/>
            <p:cNvSpPr/>
            <p:nvPr/>
          </p:nvSpPr>
          <p:spPr>
            <a:xfrm>
              <a:off x="2878865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3" name="pg3833"/>
            <p:cNvSpPr/>
            <p:nvPr/>
          </p:nvSpPr>
          <p:spPr>
            <a:xfrm>
              <a:off x="2832315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4" name="pg3834"/>
            <p:cNvSpPr/>
            <p:nvPr/>
          </p:nvSpPr>
          <p:spPr>
            <a:xfrm>
              <a:off x="2843953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5" name="pg3835"/>
            <p:cNvSpPr/>
            <p:nvPr/>
          </p:nvSpPr>
          <p:spPr>
            <a:xfrm>
              <a:off x="2855590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6" name="pg3836"/>
            <p:cNvSpPr/>
            <p:nvPr/>
          </p:nvSpPr>
          <p:spPr>
            <a:xfrm>
              <a:off x="2867227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7" name="pg3837"/>
            <p:cNvSpPr/>
            <p:nvPr/>
          </p:nvSpPr>
          <p:spPr>
            <a:xfrm>
              <a:off x="2878865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8" name="pg3838"/>
            <p:cNvSpPr/>
            <p:nvPr/>
          </p:nvSpPr>
          <p:spPr>
            <a:xfrm>
              <a:off x="2832315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9" name="pg3839"/>
            <p:cNvSpPr/>
            <p:nvPr/>
          </p:nvSpPr>
          <p:spPr>
            <a:xfrm>
              <a:off x="2843953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0" name="pg3840"/>
            <p:cNvSpPr/>
            <p:nvPr/>
          </p:nvSpPr>
          <p:spPr>
            <a:xfrm>
              <a:off x="2855590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1" name="pg3841"/>
            <p:cNvSpPr/>
            <p:nvPr/>
          </p:nvSpPr>
          <p:spPr>
            <a:xfrm>
              <a:off x="2867227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2" name="pg3842"/>
            <p:cNvSpPr/>
            <p:nvPr/>
          </p:nvSpPr>
          <p:spPr>
            <a:xfrm>
              <a:off x="2878865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3" name="pg3843"/>
            <p:cNvSpPr/>
            <p:nvPr/>
          </p:nvSpPr>
          <p:spPr>
            <a:xfrm>
              <a:off x="2832315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4" name="pg3844"/>
            <p:cNvSpPr/>
            <p:nvPr/>
          </p:nvSpPr>
          <p:spPr>
            <a:xfrm>
              <a:off x="2843953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5" name="pg3845"/>
            <p:cNvSpPr/>
            <p:nvPr/>
          </p:nvSpPr>
          <p:spPr>
            <a:xfrm>
              <a:off x="2855590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6" name="pg3846"/>
            <p:cNvSpPr/>
            <p:nvPr/>
          </p:nvSpPr>
          <p:spPr>
            <a:xfrm>
              <a:off x="2867227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7" name="pg3847"/>
            <p:cNvSpPr/>
            <p:nvPr/>
          </p:nvSpPr>
          <p:spPr>
            <a:xfrm>
              <a:off x="2878865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8" name="pg3848"/>
            <p:cNvSpPr/>
            <p:nvPr/>
          </p:nvSpPr>
          <p:spPr>
            <a:xfrm>
              <a:off x="2832315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9" name="pg3849"/>
            <p:cNvSpPr/>
            <p:nvPr/>
          </p:nvSpPr>
          <p:spPr>
            <a:xfrm>
              <a:off x="2843953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0" name="pg3850"/>
            <p:cNvSpPr/>
            <p:nvPr/>
          </p:nvSpPr>
          <p:spPr>
            <a:xfrm>
              <a:off x="2855590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1" name="pg3851"/>
            <p:cNvSpPr/>
            <p:nvPr/>
          </p:nvSpPr>
          <p:spPr>
            <a:xfrm>
              <a:off x="2867227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2" name="pg3852"/>
            <p:cNvSpPr/>
            <p:nvPr/>
          </p:nvSpPr>
          <p:spPr>
            <a:xfrm>
              <a:off x="2832315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3" name="pg3853"/>
            <p:cNvSpPr/>
            <p:nvPr/>
          </p:nvSpPr>
          <p:spPr>
            <a:xfrm>
              <a:off x="2843953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4" name="pg3854"/>
            <p:cNvSpPr/>
            <p:nvPr/>
          </p:nvSpPr>
          <p:spPr>
            <a:xfrm>
              <a:off x="2855590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5" name="pg3855"/>
            <p:cNvSpPr/>
            <p:nvPr/>
          </p:nvSpPr>
          <p:spPr>
            <a:xfrm>
              <a:off x="2867227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6" name="pg3856"/>
            <p:cNvSpPr/>
            <p:nvPr/>
          </p:nvSpPr>
          <p:spPr>
            <a:xfrm>
              <a:off x="2832315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7" name="pg3857"/>
            <p:cNvSpPr/>
            <p:nvPr/>
          </p:nvSpPr>
          <p:spPr>
            <a:xfrm>
              <a:off x="2843953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8" name="pg3858"/>
            <p:cNvSpPr/>
            <p:nvPr/>
          </p:nvSpPr>
          <p:spPr>
            <a:xfrm>
              <a:off x="2855590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9" name="pg3859"/>
            <p:cNvSpPr/>
            <p:nvPr/>
          </p:nvSpPr>
          <p:spPr>
            <a:xfrm>
              <a:off x="2867227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0" name="pg3860"/>
            <p:cNvSpPr/>
            <p:nvPr/>
          </p:nvSpPr>
          <p:spPr>
            <a:xfrm>
              <a:off x="2832315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1" name="pg3861"/>
            <p:cNvSpPr/>
            <p:nvPr/>
          </p:nvSpPr>
          <p:spPr>
            <a:xfrm>
              <a:off x="2843953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2" name="pg3862"/>
            <p:cNvSpPr/>
            <p:nvPr/>
          </p:nvSpPr>
          <p:spPr>
            <a:xfrm>
              <a:off x="2855590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3" name="pg3863"/>
            <p:cNvSpPr/>
            <p:nvPr/>
          </p:nvSpPr>
          <p:spPr>
            <a:xfrm>
              <a:off x="2867227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4" name="pg3864"/>
            <p:cNvSpPr/>
            <p:nvPr/>
          </p:nvSpPr>
          <p:spPr>
            <a:xfrm>
              <a:off x="2832315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5" name="pg3865"/>
            <p:cNvSpPr/>
            <p:nvPr/>
          </p:nvSpPr>
          <p:spPr>
            <a:xfrm>
              <a:off x="2843953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6" name="pg3866"/>
            <p:cNvSpPr/>
            <p:nvPr/>
          </p:nvSpPr>
          <p:spPr>
            <a:xfrm>
              <a:off x="2855590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7" name="pg3867"/>
            <p:cNvSpPr/>
            <p:nvPr/>
          </p:nvSpPr>
          <p:spPr>
            <a:xfrm>
              <a:off x="2399291" y="2540116"/>
              <a:ext cx="3705599" cy="2850404"/>
            </a:xfrm>
            <a:custGeom>
              <a:avLst/>
              <a:gdLst/>
              <a:ahLst/>
              <a:cxnLst/>
              <a:rect l="0" t="0" r="0" b="0"/>
              <a:pathLst>
                <a:path w="3705599" h="2850404">
                  <a:moveTo>
                    <a:pt x="2893187" y="266106"/>
                  </a:moveTo>
                  <a:lnTo>
                    <a:pt x="2917831" y="266068"/>
                  </a:lnTo>
                  <a:lnTo>
                    <a:pt x="2961871" y="266005"/>
                  </a:lnTo>
                  <a:lnTo>
                    <a:pt x="3005910" y="265941"/>
                  </a:lnTo>
                  <a:lnTo>
                    <a:pt x="3049950" y="265884"/>
                  </a:lnTo>
                  <a:lnTo>
                    <a:pt x="3093989" y="265820"/>
                  </a:lnTo>
                  <a:lnTo>
                    <a:pt x="3138033" y="265757"/>
                  </a:lnTo>
                  <a:lnTo>
                    <a:pt x="3182073" y="265693"/>
                  </a:lnTo>
                  <a:lnTo>
                    <a:pt x="3226112" y="265630"/>
                  </a:lnTo>
                  <a:lnTo>
                    <a:pt x="3236535" y="240559"/>
                  </a:lnTo>
                  <a:lnTo>
                    <a:pt x="3246246" y="228887"/>
                  </a:lnTo>
                  <a:lnTo>
                    <a:pt x="3259547" y="232754"/>
                  </a:lnTo>
                  <a:lnTo>
                    <a:pt x="3266632" y="232430"/>
                  </a:lnTo>
                  <a:lnTo>
                    <a:pt x="3274508" y="226410"/>
                  </a:lnTo>
                  <a:lnTo>
                    <a:pt x="3280895" y="222752"/>
                  </a:lnTo>
                  <a:lnTo>
                    <a:pt x="3285102" y="223292"/>
                  </a:lnTo>
                  <a:lnTo>
                    <a:pt x="3288693" y="228804"/>
                  </a:lnTo>
                  <a:lnTo>
                    <a:pt x="3291680" y="232481"/>
                  </a:lnTo>
                  <a:lnTo>
                    <a:pt x="3295168" y="231408"/>
                  </a:lnTo>
                  <a:lnTo>
                    <a:pt x="3298155" y="226207"/>
                  </a:lnTo>
                  <a:lnTo>
                    <a:pt x="3298052" y="218993"/>
                  </a:lnTo>
                  <a:lnTo>
                    <a:pt x="3302140" y="213970"/>
                  </a:lnTo>
                  <a:lnTo>
                    <a:pt x="3306992" y="213201"/>
                  </a:lnTo>
                  <a:lnTo>
                    <a:pt x="3311478" y="213360"/>
                  </a:lnTo>
                  <a:lnTo>
                    <a:pt x="3313715" y="210909"/>
                  </a:lnTo>
                  <a:lnTo>
                    <a:pt x="3313467" y="207391"/>
                  </a:lnTo>
                  <a:lnTo>
                    <a:pt x="3311850" y="201726"/>
                  </a:lnTo>
                  <a:lnTo>
                    <a:pt x="3312398" y="194906"/>
                  </a:lnTo>
                  <a:lnTo>
                    <a:pt x="3323601" y="182859"/>
                  </a:lnTo>
                  <a:lnTo>
                    <a:pt x="3337337" y="174686"/>
                  </a:lnTo>
                  <a:lnTo>
                    <a:pt x="3342153" y="170603"/>
                  </a:lnTo>
                  <a:lnTo>
                    <a:pt x="3343554" y="162322"/>
                  </a:lnTo>
                  <a:lnTo>
                    <a:pt x="3351429" y="153717"/>
                  </a:lnTo>
                  <a:lnTo>
                    <a:pt x="3355367" y="148770"/>
                  </a:lnTo>
                  <a:lnTo>
                    <a:pt x="3356328" y="144471"/>
                  </a:lnTo>
                  <a:lnTo>
                    <a:pt x="3354287" y="139181"/>
                  </a:lnTo>
                  <a:lnTo>
                    <a:pt x="3354494" y="129097"/>
                  </a:lnTo>
                  <a:lnTo>
                    <a:pt x="3357202" y="117050"/>
                  </a:lnTo>
                  <a:lnTo>
                    <a:pt x="3360442" y="103930"/>
                  </a:lnTo>
                  <a:lnTo>
                    <a:pt x="3367703" y="92099"/>
                  </a:lnTo>
                  <a:lnTo>
                    <a:pt x="3379609" y="79195"/>
                  </a:lnTo>
                  <a:lnTo>
                    <a:pt x="3382673" y="62240"/>
                  </a:lnTo>
                  <a:lnTo>
                    <a:pt x="3385903" y="44357"/>
                  </a:lnTo>
                  <a:lnTo>
                    <a:pt x="3400295" y="26932"/>
                  </a:lnTo>
                  <a:lnTo>
                    <a:pt x="3416615" y="7169"/>
                  </a:lnTo>
                  <a:lnTo>
                    <a:pt x="3422535" y="0"/>
                  </a:lnTo>
                  <a:lnTo>
                    <a:pt x="3618932" y="0"/>
                  </a:lnTo>
                  <a:lnTo>
                    <a:pt x="3619257" y="14859"/>
                  </a:lnTo>
                  <a:lnTo>
                    <a:pt x="3619521" y="35130"/>
                  </a:lnTo>
                  <a:lnTo>
                    <a:pt x="3619800" y="56493"/>
                  </a:lnTo>
                  <a:lnTo>
                    <a:pt x="3620001" y="71740"/>
                  </a:lnTo>
                  <a:lnTo>
                    <a:pt x="3620347" y="92677"/>
                  </a:lnTo>
                  <a:lnTo>
                    <a:pt x="3620621" y="109334"/>
                  </a:lnTo>
                  <a:lnTo>
                    <a:pt x="3620988" y="131078"/>
                  </a:lnTo>
                  <a:lnTo>
                    <a:pt x="3621179" y="142699"/>
                  </a:lnTo>
                  <a:lnTo>
                    <a:pt x="3623045" y="146052"/>
                  </a:lnTo>
                  <a:lnTo>
                    <a:pt x="3621924" y="150631"/>
                  </a:lnTo>
                  <a:lnTo>
                    <a:pt x="3621433" y="152923"/>
                  </a:lnTo>
                  <a:lnTo>
                    <a:pt x="3621552" y="154746"/>
                  </a:lnTo>
                  <a:lnTo>
                    <a:pt x="3622296" y="157038"/>
                  </a:lnTo>
                  <a:lnTo>
                    <a:pt x="3622172" y="160245"/>
                  </a:lnTo>
                  <a:lnTo>
                    <a:pt x="3620435" y="163147"/>
                  </a:lnTo>
                  <a:lnTo>
                    <a:pt x="3619567" y="166500"/>
                  </a:lnTo>
                  <a:lnTo>
                    <a:pt x="3619319" y="171993"/>
                  </a:lnTo>
                  <a:lnTo>
                    <a:pt x="3621179" y="175353"/>
                  </a:lnTo>
                  <a:lnTo>
                    <a:pt x="3624285" y="177334"/>
                  </a:lnTo>
                  <a:lnTo>
                    <a:pt x="3626895" y="177334"/>
                  </a:lnTo>
                  <a:lnTo>
                    <a:pt x="3630249" y="179322"/>
                  </a:lnTo>
                  <a:lnTo>
                    <a:pt x="3634595" y="182834"/>
                  </a:lnTo>
                  <a:lnTo>
                    <a:pt x="3641173" y="185882"/>
                  </a:lnTo>
                  <a:lnTo>
                    <a:pt x="3648005" y="186949"/>
                  </a:lnTo>
                  <a:lnTo>
                    <a:pt x="3652723" y="186187"/>
                  </a:lnTo>
                  <a:lnTo>
                    <a:pt x="3658434" y="188174"/>
                  </a:lnTo>
                  <a:lnTo>
                    <a:pt x="3660423" y="193058"/>
                  </a:lnTo>
                  <a:lnTo>
                    <a:pt x="3659307" y="197630"/>
                  </a:lnTo>
                  <a:lnTo>
                    <a:pt x="3656077" y="199770"/>
                  </a:lnTo>
                  <a:lnTo>
                    <a:pt x="3652599" y="201453"/>
                  </a:lnTo>
                  <a:lnTo>
                    <a:pt x="3651979" y="204958"/>
                  </a:lnTo>
                  <a:lnTo>
                    <a:pt x="3653715" y="208623"/>
                  </a:lnTo>
                  <a:lnTo>
                    <a:pt x="3656201" y="211829"/>
                  </a:lnTo>
                  <a:lnTo>
                    <a:pt x="3658935" y="217462"/>
                  </a:lnTo>
                  <a:lnTo>
                    <a:pt x="3657813" y="222346"/>
                  </a:lnTo>
                  <a:lnTo>
                    <a:pt x="3655333" y="226467"/>
                  </a:lnTo>
                  <a:lnTo>
                    <a:pt x="3654212" y="230735"/>
                  </a:lnTo>
                  <a:lnTo>
                    <a:pt x="3656325" y="234405"/>
                  </a:lnTo>
                  <a:lnTo>
                    <a:pt x="3661912" y="239282"/>
                  </a:lnTo>
                  <a:lnTo>
                    <a:pt x="3665389" y="244013"/>
                  </a:lnTo>
                  <a:lnTo>
                    <a:pt x="3670857" y="246611"/>
                  </a:lnTo>
                  <a:lnTo>
                    <a:pt x="3673461" y="244775"/>
                  </a:lnTo>
                  <a:lnTo>
                    <a:pt x="3675575" y="242330"/>
                  </a:lnTo>
                  <a:lnTo>
                    <a:pt x="3677807" y="240501"/>
                  </a:lnTo>
                  <a:lnTo>
                    <a:pt x="3681657" y="241575"/>
                  </a:lnTo>
                  <a:lnTo>
                    <a:pt x="3686127" y="242946"/>
                  </a:lnTo>
                  <a:lnTo>
                    <a:pt x="3691011" y="244578"/>
                  </a:lnTo>
                  <a:lnTo>
                    <a:pt x="3690427" y="248535"/>
                  </a:lnTo>
                  <a:lnTo>
                    <a:pt x="3693404" y="255203"/>
                  </a:lnTo>
                  <a:lnTo>
                    <a:pt x="3695708" y="268024"/>
                  </a:lnTo>
                  <a:lnTo>
                    <a:pt x="3692169" y="273847"/>
                  </a:lnTo>
                  <a:lnTo>
                    <a:pt x="3692928" y="281563"/>
                  </a:lnTo>
                  <a:lnTo>
                    <a:pt x="3702742" y="283811"/>
                  </a:lnTo>
                  <a:lnTo>
                    <a:pt x="3705129" y="286173"/>
                  </a:lnTo>
                  <a:lnTo>
                    <a:pt x="3705599" y="289025"/>
                  </a:lnTo>
                  <a:lnTo>
                    <a:pt x="3683983" y="308806"/>
                  </a:lnTo>
                  <a:lnTo>
                    <a:pt x="3665694" y="306037"/>
                  </a:lnTo>
                  <a:lnTo>
                    <a:pt x="3655772" y="311283"/>
                  </a:lnTo>
                  <a:lnTo>
                    <a:pt x="3645380" y="312813"/>
                  </a:lnTo>
                  <a:lnTo>
                    <a:pt x="3640822" y="321653"/>
                  </a:lnTo>
                  <a:lnTo>
                    <a:pt x="3635117" y="323526"/>
                  </a:lnTo>
                  <a:lnTo>
                    <a:pt x="3627303" y="322993"/>
                  </a:lnTo>
                  <a:lnTo>
                    <a:pt x="3620565" y="320497"/>
                  </a:lnTo>
                  <a:lnTo>
                    <a:pt x="3615423" y="321723"/>
                  </a:lnTo>
                  <a:lnTo>
                    <a:pt x="3608229" y="337675"/>
                  </a:lnTo>
                  <a:lnTo>
                    <a:pt x="3602338" y="336284"/>
                  </a:lnTo>
                  <a:lnTo>
                    <a:pt x="3599992" y="342025"/>
                  </a:lnTo>
                  <a:lnTo>
                    <a:pt x="3596912" y="344534"/>
                  </a:lnTo>
                  <a:lnTo>
                    <a:pt x="3592395" y="346686"/>
                  </a:lnTo>
                  <a:lnTo>
                    <a:pt x="3588473" y="339599"/>
                  </a:lnTo>
                  <a:lnTo>
                    <a:pt x="3585977" y="332862"/>
                  </a:lnTo>
                  <a:lnTo>
                    <a:pt x="3582298" y="331382"/>
                  </a:lnTo>
                  <a:lnTo>
                    <a:pt x="3577409" y="329661"/>
                  </a:lnTo>
                  <a:lnTo>
                    <a:pt x="3572381" y="329718"/>
                  </a:lnTo>
                  <a:lnTo>
                    <a:pt x="3569027" y="330683"/>
                  </a:lnTo>
                  <a:lnTo>
                    <a:pt x="3564867" y="335040"/>
                  </a:lnTo>
                  <a:lnTo>
                    <a:pt x="3558836" y="338780"/>
                  </a:lnTo>
                  <a:lnTo>
                    <a:pt x="3554273" y="335662"/>
                  </a:lnTo>
                  <a:lnTo>
                    <a:pt x="3550702" y="330652"/>
                  </a:lnTo>
                  <a:lnTo>
                    <a:pt x="3547648" y="338710"/>
                  </a:lnTo>
                  <a:lnTo>
                    <a:pt x="3543204" y="347220"/>
                  </a:lnTo>
                  <a:lnTo>
                    <a:pt x="3543943" y="357145"/>
                  </a:lnTo>
                  <a:lnTo>
                    <a:pt x="3542031" y="363032"/>
                  </a:lnTo>
                  <a:lnTo>
                    <a:pt x="3537814" y="361445"/>
                  </a:lnTo>
                  <a:lnTo>
                    <a:pt x="3533618" y="356282"/>
                  </a:lnTo>
                  <a:lnTo>
                    <a:pt x="3521840" y="352154"/>
                  </a:lnTo>
                  <a:lnTo>
                    <a:pt x="3512461" y="352535"/>
                  </a:lnTo>
                  <a:lnTo>
                    <a:pt x="3514368" y="347023"/>
                  </a:lnTo>
                  <a:lnTo>
                    <a:pt x="3523236" y="339110"/>
                  </a:lnTo>
                  <a:lnTo>
                    <a:pt x="3520507" y="337561"/>
                  </a:lnTo>
                  <a:lnTo>
                    <a:pt x="3516156" y="338659"/>
                  </a:lnTo>
                  <a:lnTo>
                    <a:pt x="3514259" y="337561"/>
                  </a:lnTo>
                  <a:lnTo>
                    <a:pt x="3517370" y="330372"/>
                  </a:lnTo>
                  <a:lnTo>
                    <a:pt x="3517670" y="322441"/>
                  </a:lnTo>
                  <a:lnTo>
                    <a:pt x="3513701" y="325216"/>
                  </a:lnTo>
                  <a:lnTo>
                    <a:pt x="3508709" y="333585"/>
                  </a:lnTo>
                  <a:lnTo>
                    <a:pt x="3496632" y="340247"/>
                  </a:lnTo>
                  <a:lnTo>
                    <a:pt x="3497195" y="351398"/>
                  </a:lnTo>
                  <a:lnTo>
                    <a:pt x="3485826" y="374253"/>
                  </a:lnTo>
                  <a:lnTo>
                    <a:pt x="3485320" y="383982"/>
                  </a:lnTo>
                  <a:lnTo>
                    <a:pt x="3478028" y="391749"/>
                  </a:lnTo>
                  <a:lnTo>
                    <a:pt x="3468628" y="398429"/>
                  </a:lnTo>
                  <a:lnTo>
                    <a:pt x="3456091" y="396550"/>
                  </a:lnTo>
                  <a:lnTo>
                    <a:pt x="3446521" y="402354"/>
                  </a:lnTo>
                  <a:lnTo>
                    <a:pt x="3441663" y="409015"/>
                  </a:lnTo>
                  <a:lnTo>
                    <a:pt x="3437441" y="410019"/>
                  </a:lnTo>
                  <a:lnTo>
                    <a:pt x="3435240" y="401535"/>
                  </a:lnTo>
                  <a:lnTo>
                    <a:pt x="3433638" y="398912"/>
                  </a:lnTo>
                  <a:lnTo>
                    <a:pt x="3430113" y="411422"/>
                  </a:lnTo>
                  <a:lnTo>
                    <a:pt x="3426522" y="412197"/>
                  </a:lnTo>
                  <a:lnTo>
                    <a:pt x="3425163" y="403325"/>
                  </a:lnTo>
                  <a:lnTo>
                    <a:pt x="3423457" y="397464"/>
                  </a:lnTo>
                  <a:lnTo>
                    <a:pt x="3418563" y="402519"/>
                  </a:lnTo>
                  <a:lnTo>
                    <a:pt x="3415313" y="415918"/>
                  </a:lnTo>
                  <a:lnTo>
                    <a:pt x="3411907" y="414788"/>
                  </a:lnTo>
                  <a:lnTo>
                    <a:pt x="3410822" y="409803"/>
                  </a:lnTo>
                  <a:lnTo>
                    <a:pt x="3408383" y="408291"/>
                  </a:lnTo>
                  <a:lnTo>
                    <a:pt x="3407546" y="413988"/>
                  </a:lnTo>
                  <a:lnTo>
                    <a:pt x="3408776" y="422002"/>
                  </a:lnTo>
                  <a:lnTo>
                    <a:pt x="3407003" y="426282"/>
                  </a:lnTo>
                  <a:lnTo>
                    <a:pt x="3403618" y="423996"/>
                  </a:lnTo>
                  <a:lnTo>
                    <a:pt x="3400213" y="420141"/>
                  </a:lnTo>
                  <a:lnTo>
                    <a:pt x="3394595" y="423069"/>
                  </a:lnTo>
                  <a:lnTo>
                    <a:pt x="3389438" y="424256"/>
                  </a:lnTo>
                  <a:lnTo>
                    <a:pt x="3389417" y="420332"/>
                  </a:lnTo>
                  <a:lnTo>
                    <a:pt x="3390399" y="415518"/>
                  </a:lnTo>
                  <a:lnTo>
                    <a:pt x="3380121" y="418179"/>
                  </a:lnTo>
                  <a:lnTo>
                    <a:pt x="3367796" y="427057"/>
                  </a:lnTo>
                  <a:lnTo>
                    <a:pt x="3358225" y="439339"/>
                  </a:lnTo>
                  <a:lnTo>
                    <a:pt x="3361543" y="441383"/>
                  </a:lnTo>
                  <a:lnTo>
                    <a:pt x="3365279" y="445295"/>
                  </a:lnTo>
                  <a:lnTo>
                    <a:pt x="3348654" y="464270"/>
                  </a:lnTo>
                  <a:lnTo>
                    <a:pt x="3331611" y="481359"/>
                  </a:lnTo>
                  <a:lnTo>
                    <a:pt x="3318738" y="509244"/>
                  </a:lnTo>
                  <a:lnTo>
                    <a:pt x="3313571" y="512508"/>
                  </a:lnTo>
                  <a:lnTo>
                    <a:pt x="3309132" y="517620"/>
                  </a:lnTo>
                  <a:lnTo>
                    <a:pt x="3304419" y="534455"/>
                  </a:lnTo>
                  <a:lnTo>
                    <a:pt x="3298977" y="549442"/>
                  </a:lnTo>
                  <a:lnTo>
                    <a:pt x="3302021" y="556116"/>
                  </a:lnTo>
                  <a:lnTo>
                    <a:pt x="3304026" y="562981"/>
                  </a:lnTo>
                  <a:lnTo>
                    <a:pt x="3308858" y="569737"/>
                  </a:lnTo>
                  <a:lnTo>
                    <a:pt x="3312966" y="570347"/>
                  </a:lnTo>
                  <a:lnTo>
                    <a:pt x="3317415" y="569128"/>
                  </a:lnTo>
                  <a:lnTo>
                    <a:pt x="3320681" y="569414"/>
                  </a:lnTo>
                  <a:lnTo>
                    <a:pt x="3322780" y="572284"/>
                  </a:lnTo>
                  <a:lnTo>
                    <a:pt x="3321849" y="575726"/>
                  </a:lnTo>
                  <a:lnTo>
                    <a:pt x="3316718" y="576583"/>
                  </a:lnTo>
                  <a:lnTo>
                    <a:pt x="3307147" y="582603"/>
                  </a:lnTo>
                  <a:lnTo>
                    <a:pt x="3298755" y="584915"/>
                  </a:lnTo>
                  <a:lnTo>
                    <a:pt x="3294548" y="592192"/>
                  </a:lnTo>
                  <a:lnTo>
                    <a:pt x="3288244" y="600600"/>
                  </a:lnTo>
                  <a:lnTo>
                    <a:pt x="3275996" y="613720"/>
                  </a:lnTo>
                  <a:lnTo>
                    <a:pt x="3281231" y="617765"/>
                  </a:lnTo>
                  <a:lnTo>
                    <a:pt x="3300150" y="622325"/>
                  </a:lnTo>
                  <a:lnTo>
                    <a:pt x="3308584" y="627018"/>
                  </a:lnTo>
                  <a:lnTo>
                    <a:pt x="3321348" y="651524"/>
                  </a:lnTo>
                  <a:lnTo>
                    <a:pt x="3318433" y="653975"/>
                  </a:lnTo>
                  <a:lnTo>
                    <a:pt x="3317276" y="658465"/>
                  </a:lnTo>
                  <a:lnTo>
                    <a:pt x="3328624" y="664765"/>
                  </a:lnTo>
                  <a:lnTo>
                    <a:pt x="3332247" y="682362"/>
                  </a:lnTo>
                  <a:lnTo>
                    <a:pt x="3341564" y="688350"/>
                  </a:lnTo>
                  <a:lnTo>
                    <a:pt x="3355450" y="692033"/>
                  </a:lnTo>
                  <a:lnTo>
                    <a:pt x="3372431" y="686712"/>
                  </a:lnTo>
                  <a:lnTo>
                    <a:pt x="3386570" y="679390"/>
                  </a:lnTo>
                  <a:lnTo>
                    <a:pt x="3386074" y="673388"/>
                  </a:lnTo>
                  <a:lnTo>
                    <a:pt x="3377191" y="659424"/>
                  </a:lnTo>
                  <a:lnTo>
                    <a:pt x="3375051" y="652864"/>
                  </a:lnTo>
                  <a:lnTo>
                    <a:pt x="3368457" y="648616"/>
                  </a:lnTo>
                  <a:lnTo>
                    <a:pt x="3365951" y="652216"/>
                  </a:lnTo>
                  <a:lnTo>
                    <a:pt x="3361687" y="647542"/>
                  </a:lnTo>
                  <a:lnTo>
                    <a:pt x="3361207" y="644920"/>
                  </a:lnTo>
                  <a:lnTo>
                    <a:pt x="3365181" y="643643"/>
                  </a:lnTo>
                  <a:lnTo>
                    <a:pt x="3369801" y="644151"/>
                  </a:lnTo>
                  <a:lnTo>
                    <a:pt x="3375191" y="646596"/>
                  </a:lnTo>
                  <a:lnTo>
                    <a:pt x="3389061" y="661818"/>
                  </a:lnTo>
                  <a:lnTo>
                    <a:pt x="3392900" y="681771"/>
                  </a:lnTo>
                  <a:lnTo>
                    <a:pt x="3393722" y="694440"/>
                  </a:lnTo>
                  <a:lnTo>
                    <a:pt x="3392156" y="698771"/>
                  </a:lnTo>
                  <a:lnTo>
                    <a:pt x="3388120" y="697882"/>
                  </a:lnTo>
                  <a:lnTo>
                    <a:pt x="3380420" y="698746"/>
                  </a:lnTo>
                  <a:lnTo>
                    <a:pt x="3343890" y="705306"/>
                  </a:lnTo>
                  <a:lnTo>
                    <a:pt x="3335776" y="711084"/>
                  </a:lnTo>
                  <a:lnTo>
                    <a:pt x="3317173" y="717359"/>
                  </a:lnTo>
                  <a:lnTo>
                    <a:pt x="3316015" y="714228"/>
                  </a:lnTo>
                  <a:lnTo>
                    <a:pt x="3317359" y="707750"/>
                  </a:lnTo>
                  <a:lnTo>
                    <a:pt x="3316186" y="694484"/>
                  </a:lnTo>
                  <a:lnTo>
                    <a:pt x="3312516" y="693868"/>
                  </a:lnTo>
                  <a:lnTo>
                    <a:pt x="3283613" y="715498"/>
                  </a:lnTo>
                  <a:lnTo>
                    <a:pt x="3272441" y="716857"/>
                  </a:lnTo>
                  <a:lnTo>
                    <a:pt x="3263046" y="723188"/>
                  </a:lnTo>
                  <a:lnTo>
                    <a:pt x="3260943" y="719676"/>
                  </a:lnTo>
                  <a:lnTo>
                    <a:pt x="3259263" y="703458"/>
                  </a:lnTo>
                  <a:lnTo>
                    <a:pt x="3265144" y="689855"/>
                  </a:lnTo>
                  <a:lnTo>
                    <a:pt x="3262012" y="690071"/>
                  </a:lnTo>
                  <a:lnTo>
                    <a:pt x="3252194" y="698238"/>
                  </a:lnTo>
                  <a:lnTo>
                    <a:pt x="3247997" y="693214"/>
                  </a:lnTo>
                  <a:lnTo>
                    <a:pt x="3245894" y="687702"/>
                  </a:lnTo>
                  <a:lnTo>
                    <a:pt x="3242871" y="684584"/>
                  </a:lnTo>
                  <a:lnTo>
                    <a:pt x="3239595" y="683403"/>
                  </a:lnTo>
                  <a:lnTo>
                    <a:pt x="3242396" y="695443"/>
                  </a:lnTo>
                  <a:lnTo>
                    <a:pt x="3235740" y="704474"/>
                  </a:lnTo>
                  <a:lnTo>
                    <a:pt x="3233915" y="727830"/>
                  </a:lnTo>
                  <a:lnTo>
                    <a:pt x="3225549" y="737553"/>
                  </a:lnTo>
                  <a:lnTo>
                    <a:pt x="3199467" y="743802"/>
                  </a:lnTo>
                  <a:lnTo>
                    <a:pt x="3182465" y="742481"/>
                  </a:lnTo>
                  <a:lnTo>
                    <a:pt x="3167231" y="744424"/>
                  </a:lnTo>
                  <a:lnTo>
                    <a:pt x="3146974" y="748907"/>
                  </a:lnTo>
                  <a:lnTo>
                    <a:pt x="3135780" y="746240"/>
                  </a:lnTo>
                  <a:lnTo>
                    <a:pt x="3124313" y="750971"/>
                  </a:lnTo>
                  <a:lnTo>
                    <a:pt x="3085390" y="752260"/>
                  </a:lnTo>
                  <a:lnTo>
                    <a:pt x="3077183" y="749752"/>
                  </a:lnTo>
                  <a:lnTo>
                    <a:pt x="3066703" y="758687"/>
                  </a:lnTo>
                  <a:lnTo>
                    <a:pt x="3049924" y="763970"/>
                  </a:lnTo>
                  <a:lnTo>
                    <a:pt x="3007512" y="783993"/>
                  </a:lnTo>
                  <a:lnTo>
                    <a:pt x="2998159" y="791277"/>
                  </a:lnTo>
                  <a:lnTo>
                    <a:pt x="2986769" y="802651"/>
                  </a:lnTo>
                  <a:lnTo>
                    <a:pt x="2979121" y="808766"/>
                  </a:lnTo>
                  <a:lnTo>
                    <a:pt x="2972832" y="810754"/>
                  </a:lnTo>
                  <a:lnTo>
                    <a:pt x="2968966" y="815847"/>
                  </a:lnTo>
                  <a:lnTo>
                    <a:pt x="2964744" y="819174"/>
                  </a:lnTo>
                  <a:lnTo>
                    <a:pt x="2968821" y="807807"/>
                  </a:lnTo>
                  <a:lnTo>
                    <a:pt x="2973250" y="798224"/>
                  </a:lnTo>
                  <a:lnTo>
                    <a:pt x="2976930" y="779662"/>
                  </a:lnTo>
                  <a:lnTo>
                    <a:pt x="2975844" y="764650"/>
                  </a:lnTo>
                  <a:lnTo>
                    <a:pt x="2971281" y="758477"/>
                  </a:lnTo>
                  <a:lnTo>
                    <a:pt x="2966563" y="754362"/>
                  </a:lnTo>
                  <a:lnTo>
                    <a:pt x="2972093" y="769178"/>
                  </a:lnTo>
                  <a:lnTo>
                    <a:pt x="2972987" y="787346"/>
                  </a:lnTo>
                  <a:lnTo>
                    <a:pt x="2971085" y="797989"/>
                  </a:lnTo>
                  <a:lnTo>
                    <a:pt x="2960682" y="818520"/>
                  </a:lnTo>
                  <a:lnTo>
                    <a:pt x="2956253" y="823302"/>
                  </a:lnTo>
                  <a:lnTo>
                    <a:pt x="2951075" y="827506"/>
                  </a:lnTo>
                  <a:lnTo>
                    <a:pt x="2947174" y="829335"/>
                  </a:lnTo>
                  <a:lnTo>
                    <a:pt x="2943572" y="832618"/>
                  </a:lnTo>
                  <a:lnTo>
                    <a:pt x="2939386" y="837819"/>
                  </a:lnTo>
                  <a:lnTo>
                    <a:pt x="2935417" y="848145"/>
                  </a:lnTo>
                  <a:lnTo>
                    <a:pt x="2937820" y="857556"/>
                  </a:lnTo>
                  <a:lnTo>
                    <a:pt x="2958104" y="860992"/>
                  </a:lnTo>
                  <a:lnTo>
                    <a:pt x="2963545" y="858090"/>
                  </a:lnTo>
                  <a:lnTo>
                    <a:pt x="2966315" y="864827"/>
                  </a:lnTo>
                  <a:lnTo>
                    <a:pt x="2967865" y="874188"/>
                  </a:lnTo>
                  <a:lnTo>
                    <a:pt x="2966346" y="884310"/>
                  </a:lnTo>
                  <a:lnTo>
                    <a:pt x="2962956" y="894611"/>
                  </a:lnTo>
                  <a:lnTo>
                    <a:pt x="2960382" y="907400"/>
                  </a:lnTo>
                  <a:lnTo>
                    <a:pt x="2958202" y="926902"/>
                  </a:lnTo>
                  <a:lnTo>
                    <a:pt x="2954920" y="944449"/>
                  </a:lnTo>
                  <a:lnTo>
                    <a:pt x="2954491" y="939121"/>
                  </a:lnTo>
                  <a:lnTo>
                    <a:pt x="2956543" y="917790"/>
                  </a:lnTo>
                  <a:lnTo>
                    <a:pt x="2953220" y="920019"/>
                  </a:lnTo>
                  <a:lnTo>
                    <a:pt x="2950931" y="924940"/>
                  </a:lnTo>
                  <a:lnTo>
                    <a:pt x="2944740" y="952450"/>
                  </a:lnTo>
                  <a:lnTo>
                    <a:pt x="2936229" y="967113"/>
                  </a:lnTo>
                  <a:lnTo>
                    <a:pt x="2928389" y="977255"/>
                  </a:lnTo>
                  <a:lnTo>
                    <a:pt x="2920302" y="975578"/>
                  </a:lnTo>
                  <a:lnTo>
                    <a:pt x="2922121" y="983637"/>
                  </a:lnTo>
                  <a:lnTo>
                    <a:pt x="2919899" y="987834"/>
                  </a:lnTo>
                  <a:lnTo>
                    <a:pt x="2917997" y="996592"/>
                  </a:lnTo>
                  <a:lnTo>
                    <a:pt x="2913175" y="1002396"/>
                  </a:lnTo>
                  <a:lnTo>
                    <a:pt x="2908643" y="1001837"/>
                  </a:lnTo>
                  <a:lnTo>
                    <a:pt x="2902132" y="1005838"/>
                  </a:lnTo>
                  <a:lnTo>
                    <a:pt x="2899564" y="1008899"/>
                  </a:lnTo>
                  <a:lnTo>
                    <a:pt x="2899372" y="1014760"/>
                  </a:lnTo>
                  <a:lnTo>
                    <a:pt x="2895016" y="1019917"/>
                  </a:lnTo>
                  <a:lnTo>
                    <a:pt x="2879296" y="1046703"/>
                  </a:lnTo>
                  <a:lnTo>
                    <a:pt x="2865648" y="1054609"/>
                  </a:lnTo>
                  <a:lnTo>
                    <a:pt x="2862382" y="1053459"/>
                  </a:lnTo>
                  <a:lnTo>
                    <a:pt x="2865978" y="1040816"/>
                  </a:lnTo>
                  <a:lnTo>
                    <a:pt x="2868443" y="1028032"/>
                  </a:lnTo>
                  <a:lnTo>
                    <a:pt x="2860160" y="1022469"/>
                  </a:lnTo>
                  <a:lnTo>
                    <a:pt x="2852232" y="1019529"/>
                  </a:lnTo>
                  <a:lnTo>
                    <a:pt x="2843137" y="1019917"/>
                  </a:lnTo>
                  <a:lnTo>
                    <a:pt x="2833091" y="1009978"/>
                  </a:lnTo>
                  <a:lnTo>
                    <a:pt x="2820141" y="1002751"/>
                  </a:lnTo>
                  <a:lnTo>
                    <a:pt x="2802064" y="983199"/>
                  </a:lnTo>
                  <a:lnTo>
                    <a:pt x="2802591" y="977775"/>
                  </a:lnTo>
                  <a:lnTo>
                    <a:pt x="2802136" y="968675"/>
                  </a:lnTo>
                  <a:lnTo>
                    <a:pt x="2807630" y="954298"/>
                  </a:lnTo>
                  <a:lnTo>
                    <a:pt x="2812896" y="944245"/>
                  </a:lnTo>
                  <a:lnTo>
                    <a:pt x="2820167" y="939038"/>
                  </a:lnTo>
                  <a:lnTo>
                    <a:pt x="2841266" y="933735"/>
                  </a:lnTo>
                  <a:lnTo>
                    <a:pt x="2846558" y="925759"/>
                  </a:lnTo>
                  <a:lnTo>
                    <a:pt x="2849695" y="919041"/>
                  </a:lnTo>
                  <a:lnTo>
                    <a:pt x="2839241" y="930579"/>
                  </a:lnTo>
                  <a:lnTo>
                    <a:pt x="2823582" y="934491"/>
                  </a:lnTo>
                  <a:lnTo>
                    <a:pt x="2815144" y="938797"/>
                  </a:lnTo>
                  <a:lnTo>
                    <a:pt x="2808395" y="945382"/>
                  </a:lnTo>
                  <a:lnTo>
                    <a:pt x="2804400" y="953650"/>
                  </a:lnTo>
                  <a:lnTo>
                    <a:pt x="2795356" y="963614"/>
                  </a:lnTo>
                  <a:lnTo>
                    <a:pt x="2795992" y="970288"/>
                  </a:lnTo>
                  <a:lnTo>
                    <a:pt x="2797506" y="975032"/>
                  </a:lnTo>
                  <a:lnTo>
                    <a:pt x="2796808" y="984920"/>
                  </a:lnTo>
                  <a:lnTo>
                    <a:pt x="2802529" y="994559"/>
                  </a:lnTo>
                  <a:lnTo>
                    <a:pt x="2813872" y="1010353"/>
                  </a:lnTo>
                  <a:lnTo>
                    <a:pt x="2816038" y="1034884"/>
                  </a:lnTo>
                  <a:lnTo>
                    <a:pt x="2824694" y="1051300"/>
                  </a:lnTo>
                  <a:lnTo>
                    <a:pt x="2837959" y="1070440"/>
                  </a:lnTo>
                  <a:lnTo>
                    <a:pt x="2848160" y="1075883"/>
                  </a:lnTo>
                  <a:lnTo>
                    <a:pt x="2848656" y="1083001"/>
                  </a:lnTo>
                  <a:lnTo>
                    <a:pt x="2843948" y="1094756"/>
                  </a:lnTo>
                  <a:lnTo>
                    <a:pt x="2837742" y="1100128"/>
                  </a:lnTo>
                  <a:lnTo>
                    <a:pt x="2845814" y="1099055"/>
                  </a:lnTo>
                  <a:lnTo>
                    <a:pt x="2849835" y="1101741"/>
                  </a:lnTo>
                  <a:lnTo>
                    <a:pt x="2853746" y="1111546"/>
                  </a:lnTo>
                  <a:lnTo>
                    <a:pt x="2853442" y="1121555"/>
                  </a:lnTo>
                  <a:lnTo>
                    <a:pt x="2852119" y="1127194"/>
                  </a:lnTo>
                  <a:lnTo>
                    <a:pt x="2849674" y="1129442"/>
                  </a:lnTo>
                  <a:lnTo>
                    <a:pt x="2849778" y="1123682"/>
                  </a:lnTo>
                  <a:lnTo>
                    <a:pt x="2848046" y="1121682"/>
                  </a:lnTo>
                  <a:lnTo>
                    <a:pt x="2845189" y="1124177"/>
                  </a:lnTo>
                  <a:lnTo>
                    <a:pt x="2843339" y="1127022"/>
                  </a:lnTo>
                  <a:lnTo>
                    <a:pt x="2842569" y="1138231"/>
                  </a:lnTo>
                  <a:lnTo>
                    <a:pt x="2840610" y="1143832"/>
                  </a:lnTo>
                  <a:lnTo>
                    <a:pt x="2833685" y="1145496"/>
                  </a:lnTo>
                  <a:lnTo>
                    <a:pt x="2826662" y="1160203"/>
                  </a:lnTo>
                  <a:lnTo>
                    <a:pt x="2820130" y="1168547"/>
                  </a:lnTo>
                  <a:lnTo>
                    <a:pt x="2794426" y="1224971"/>
                  </a:lnTo>
                  <a:lnTo>
                    <a:pt x="2795408" y="1234401"/>
                  </a:lnTo>
                  <a:lnTo>
                    <a:pt x="2790705" y="1237436"/>
                  </a:lnTo>
                  <a:lnTo>
                    <a:pt x="2783584" y="1239907"/>
                  </a:lnTo>
                  <a:lnTo>
                    <a:pt x="2776380" y="1245546"/>
                  </a:lnTo>
                  <a:lnTo>
                    <a:pt x="2771600" y="1251763"/>
                  </a:lnTo>
                  <a:lnTo>
                    <a:pt x="2767161" y="1268484"/>
                  </a:lnTo>
                  <a:lnTo>
                    <a:pt x="2758655" y="1287306"/>
                  </a:lnTo>
                  <a:lnTo>
                    <a:pt x="2753348" y="1279463"/>
                  </a:lnTo>
                  <a:lnTo>
                    <a:pt x="2751989" y="1272751"/>
                  </a:lnTo>
                  <a:lnTo>
                    <a:pt x="2754350" y="1255243"/>
                  </a:lnTo>
                  <a:lnTo>
                    <a:pt x="2763549" y="1226539"/>
                  </a:lnTo>
                  <a:lnTo>
                    <a:pt x="2773683" y="1208695"/>
                  </a:lnTo>
                  <a:lnTo>
                    <a:pt x="2781414" y="1200236"/>
                  </a:lnTo>
                  <a:lnTo>
                    <a:pt x="2787770" y="1182995"/>
                  </a:lnTo>
                  <a:lnTo>
                    <a:pt x="2779739" y="1180423"/>
                  </a:lnTo>
                  <a:lnTo>
                    <a:pt x="2767497" y="1180702"/>
                  </a:lnTo>
                  <a:lnTo>
                    <a:pt x="2769802" y="1172745"/>
                  </a:lnTo>
                  <a:lnTo>
                    <a:pt x="2773373" y="1165734"/>
                  </a:lnTo>
                  <a:lnTo>
                    <a:pt x="2766991" y="1158749"/>
                  </a:lnTo>
                  <a:lnTo>
                    <a:pt x="2763213" y="1157860"/>
                  </a:lnTo>
                  <a:lnTo>
                    <a:pt x="2759322" y="1154996"/>
                  </a:lnTo>
                  <a:lnTo>
                    <a:pt x="2763885" y="1149179"/>
                  </a:lnTo>
                  <a:lnTo>
                    <a:pt x="2766112" y="1143032"/>
                  </a:lnTo>
                  <a:lnTo>
                    <a:pt x="2764753" y="1135551"/>
                  </a:lnTo>
                  <a:lnTo>
                    <a:pt x="2766665" y="1129918"/>
                  </a:lnTo>
                  <a:lnTo>
                    <a:pt x="2763477" y="1130769"/>
                  </a:lnTo>
                  <a:lnTo>
                    <a:pt x="2758350" y="1136732"/>
                  </a:lnTo>
                  <a:lnTo>
                    <a:pt x="2755162" y="1139113"/>
                  </a:lnTo>
                  <a:lnTo>
                    <a:pt x="2753219" y="1133836"/>
                  </a:lnTo>
                  <a:lnTo>
                    <a:pt x="2751002" y="1135030"/>
                  </a:lnTo>
                  <a:lnTo>
                    <a:pt x="2749560" y="1138656"/>
                  </a:lnTo>
                  <a:lnTo>
                    <a:pt x="2746289" y="1140650"/>
                  </a:lnTo>
                  <a:lnTo>
                    <a:pt x="2739380" y="1135691"/>
                  </a:lnTo>
                  <a:lnTo>
                    <a:pt x="2729308" y="1130013"/>
                  </a:lnTo>
                  <a:lnTo>
                    <a:pt x="2723701" y="1120246"/>
                  </a:lnTo>
                  <a:lnTo>
                    <a:pt x="2720502" y="1112677"/>
                  </a:lnTo>
                  <a:lnTo>
                    <a:pt x="2723752" y="1098979"/>
                  </a:lnTo>
                  <a:lnTo>
                    <a:pt x="2730713" y="1096547"/>
                  </a:lnTo>
                  <a:lnTo>
                    <a:pt x="2739757" y="1098769"/>
                  </a:lnTo>
                  <a:lnTo>
                    <a:pt x="2751612" y="1098750"/>
                  </a:lnTo>
                  <a:lnTo>
                    <a:pt x="2749917" y="1095708"/>
                  </a:lnTo>
                  <a:lnTo>
                    <a:pt x="2745684" y="1096210"/>
                  </a:lnTo>
                  <a:lnTo>
                    <a:pt x="2733189" y="1085097"/>
                  </a:lnTo>
                  <a:lnTo>
                    <a:pt x="2729168" y="1078385"/>
                  </a:lnTo>
                  <a:lnTo>
                    <a:pt x="2722254" y="1076543"/>
                  </a:lnTo>
                  <a:lnTo>
                    <a:pt x="2719101" y="1082995"/>
                  </a:lnTo>
                  <a:lnTo>
                    <a:pt x="2715603" y="1084710"/>
                  </a:lnTo>
                  <a:lnTo>
                    <a:pt x="2719923" y="1070593"/>
                  </a:lnTo>
                  <a:lnTo>
                    <a:pt x="2725571" y="1070015"/>
                  </a:lnTo>
                  <a:lnTo>
                    <a:pt x="2733912" y="1066103"/>
                  </a:lnTo>
                  <a:lnTo>
                    <a:pt x="2731488" y="1057930"/>
                  </a:lnTo>
                  <a:lnTo>
                    <a:pt x="2726223" y="1054355"/>
                  </a:lnTo>
                  <a:lnTo>
                    <a:pt x="2716714" y="1058838"/>
                  </a:lnTo>
                  <a:lnTo>
                    <a:pt x="2716828" y="1053091"/>
                  </a:lnTo>
                  <a:lnTo>
                    <a:pt x="2718610" y="1045731"/>
                  </a:lnTo>
                  <a:lnTo>
                    <a:pt x="2725778" y="1045756"/>
                  </a:lnTo>
                  <a:lnTo>
                    <a:pt x="2732057" y="1048157"/>
                  </a:lnTo>
                  <a:lnTo>
                    <a:pt x="2737400" y="1036269"/>
                  </a:lnTo>
                  <a:lnTo>
                    <a:pt x="2737638" y="1030960"/>
                  </a:lnTo>
                  <a:lnTo>
                    <a:pt x="2728760" y="1038676"/>
                  </a:lnTo>
                  <a:lnTo>
                    <a:pt x="2726765" y="1022031"/>
                  </a:lnTo>
                  <a:lnTo>
                    <a:pt x="2735504" y="1005977"/>
                  </a:lnTo>
                  <a:lnTo>
                    <a:pt x="2743839" y="998979"/>
                  </a:lnTo>
                  <a:lnTo>
                    <a:pt x="2754252" y="999183"/>
                  </a:lnTo>
                  <a:lnTo>
                    <a:pt x="2764836" y="998052"/>
                  </a:lnTo>
                  <a:lnTo>
                    <a:pt x="2758195" y="995112"/>
                  </a:lnTo>
                  <a:lnTo>
                    <a:pt x="2751379" y="993518"/>
                  </a:lnTo>
                  <a:lnTo>
                    <a:pt x="2756500" y="987174"/>
                  </a:lnTo>
                  <a:lnTo>
                    <a:pt x="2760867" y="986037"/>
                  </a:lnTo>
                  <a:lnTo>
                    <a:pt x="2765156" y="980506"/>
                  </a:lnTo>
                  <a:lnTo>
                    <a:pt x="2754841" y="981325"/>
                  </a:lnTo>
                  <a:lnTo>
                    <a:pt x="2756056" y="970860"/>
                  </a:lnTo>
                  <a:lnTo>
                    <a:pt x="2751043" y="972987"/>
                  </a:lnTo>
                  <a:lnTo>
                    <a:pt x="2745043" y="973971"/>
                  </a:lnTo>
                  <a:lnTo>
                    <a:pt x="2742708" y="978410"/>
                  </a:lnTo>
                  <a:lnTo>
                    <a:pt x="2743168" y="985783"/>
                  </a:lnTo>
                  <a:lnTo>
                    <a:pt x="2741416" y="990622"/>
                  </a:lnTo>
                  <a:lnTo>
                    <a:pt x="2736749" y="994509"/>
                  </a:lnTo>
                  <a:lnTo>
                    <a:pt x="2728868" y="997538"/>
                  </a:lnTo>
                  <a:lnTo>
                    <a:pt x="2728104" y="992286"/>
                  </a:lnTo>
                  <a:lnTo>
                    <a:pt x="2725499" y="989905"/>
                  </a:lnTo>
                  <a:lnTo>
                    <a:pt x="2724528" y="1001151"/>
                  </a:lnTo>
                  <a:lnTo>
                    <a:pt x="2722460" y="1004974"/>
                  </a:lnTo>
                  <a:lnTo>
                    <a:pt x="2716698" y="994420"/>
                  </a:lnTo>
                  <a:lnTo>
                    <a:pt x="2714967" y="996547"/>
                  </a:lnTo>
                  <a:lnTo>
                    <a:pt x="2715189" y="999545"/>
                  </a:lnTo>
                  <a:lnTo>
                    <a:pt x="2713717" y="1004726"/>
                  </a:lnTo>
                  <a:lnTo>
                    <a:pt x="2708776" y="1007425"/>
                  </a:lnTo>
                  <a:lnTo>
                    <a:pt x="2709081" y="1014068"/>
                  </a:lnTo>
                  <a:lnTo>
                    <a:pt x="2707164" y="1017688"/>
                  </a:lnTo>
                  <a:lnTo>
                    <a:pt x="2691340" y="1011921"/>
                  </a:lnTo>
                  <a:lnTo>
                    <a:pt x="2690968" y="1013877"/>
                  </a:lnTo>
                  <a:lnTo>
                    <a:pt x="2699919" y="1026311"/>
                  </a:lnTo>
                  <a:lnTo>
                    <a:pt x="2706456" y="1030560"/>
                  </a:lnTo>
                  <a:lnTo>
                    <a:pt x="2707252" y="1037342"/>
                  </a:lnTo>
                  <a:lnTo>
                    <a:pt x="2701640" y="1042968"/>
                  </a:lnTo>
                  <a:lnTo>
                    <a:pt x="2693898" y="1038110"/>
                  </a:lnTo>
                  <a:lnTo>
                    <a:pt x="2692596" y="1038466"/>
                  </a:lnTo>
                  <a:lnTo>
                    <a:pt x="2696803" y="1046798"/>
                  </a:lnTo>
                  <a:lnTo>
                    <a:pt x="2699454" y="1054075"/>
                  </a:lnTo>
                  <a:lnTo>
                    <a:pt x="2696725" y="1060172"/>
                  </a:lnTo>
                  <a:lnTo>
                    <a:pt x="2697149" y="1067678"/>
                  </a:lnTo>
                  <a:lnTo>
                    <a:pt x="2696560" y="1074485"/>
                  </a:lnTo>
                  <a:lnTo>
                    <a:pt x="2694891" y="1080423"/>
                  </a:lnTo>
                  <a:lnTo>
                    <a:pt x="2698653" y="1107793"/>
                  </a:lnTo>
                  <a:lnTo>
                    <a:pt x="2703185" y="1115236"/>
                  </a:lnTo>
                  <a:lnTo>
                    <a:pt x="2707639" y="1122355"/>
                  </a:lnTo>
                  <a:lnTo>
                    <a:pt x="2710001" y="1129016"/>
                  </a:lnTo>
                  <a:lnTo>
                    <a:pt x="2705273" y="1129988"/>
                  </a:lnTo>
                  <a:lnTo>
                    <a:pt x="2697743" y="1124507"/>
                  </a:lnTo>
                  <a:lnTo>
                    <a:pt x="2691129" y="1120329"/>
                  </a:lnTo>
                  <a:lnTo>
                    <a:pt x="2683248" y="1106968"/>
                  </a:lnTo>
                  <a:lnTo>
                    <a:pt x="2681945" y="1101633"/>
                  </a:lnTo>
                  <a:lnTo>
                    <a:pt x="2680023" y="1097417"/>
                  </a:lnTo>
                  <a:lnTo>
                    <a:pt x="2680953" y="1107101"/>
                  </a:lnTo>
                  <a:lnTo>
                    <a:pt x="2683765" y="1117916"/>
                  </a:lnTo>
                  <a:lnTo>
                    <a:pt x="2708446" y="1142117"/>
                  </a:lnTo>
                  <a:lnTo>
                    <a:pt x="2713003" y="1151401"/>
                  </a:lnTo>
                  <a:lnTo>
                    <a:pt x="2716476" y="1158698"/>
                  </a:lnTo>
                  <a:lnTo>
                    <a:pt x="2715603" y="1165690"/>
                  </a:lnTo>
                  <a:lnTo>
                    <a:pt x="2709169" y="1160743"/>
                  </a:lnTo>
                  <a:lnTo>
                    <a:pt x="2703619" y="1154437"/>
                  </a:lnTo>
                  <a:lnTo>
                    <a:pt x="2688886" y="1147312"/>
                  </a:lnTo>
                  <a:lnTo>
                    <a:pt x="2670308" y="1142809"/>
                  </a:lnTo>
                  <a:lnTo>
                    <a:pt x="2659833" y="1126247"/>
                  </a:lnTo>
                  <a:lnTo>
                    <a:pt x="2659869" y="1133157"/>
                  </a:lnTo>
                  <a:lnTo>
                    <a:pt x="2657543" y="1139018"/>
                  </a:lnTo>
                  <a:lnTo>
                    <a:pt x="2651141" y="1131874"/>
                  </a:lnTo>
                  <a:lnTo>
                    <a:pt x="2647105" y="1125778"/>
                  </a:lnTo>
                  <a:lnTo>
                    <a:pt x="2645751" y="1119097"/>
                  </a:lnTo>
                  <a:lnTo>
                    <a:pt x="2637756" y="1119554"/>
                  </a:lnTo>
                  <a:lnTo>
                    <a:pt x="2629374" y="1125358"/>
                  </a:lnTo>
                  <a:lnTo>
                    <a:pt x="2621266" y="1123980"/>
                  </a:lnTo>
                  <a:lnTo>
                    <a:pt x="2620305" y="1112651"/>
                  </a:lnTo>
                  <a:lnTo>
                    <a:pt x="2622496" y="1106650"/>
                  </a:lnTo>
                  <a:lnTo>
                    <a:pt x="2631596" y="1092457"/>
                  </a:lnTo>
                  <a:lnTo>
                    <a:pt x="2640170" y="1085211"/>
                  </a:lnTo>
                  <a:lnTo>
                    <a:pt x="2643952" y="1075857"/>
                  </a:lnTo>
                  <a:lnTo>
                    <a:pt x="2642660" y="1061353"/>
                  </a:lnTo>
                  <a:lnTo>
                    <a:pt x="2641048" y="1076111"/>
                  </a:lnTo>
                  <a:lnTo>
                    <a:pt x="2636149" y="1083427"/>
                  </a:lnTo>
                  <a:lnTo>
                    <a:pt x="2628449" y="1089015"/>
                  </a:lnTo>
                  <a:lnTo>
                    <a:pt x="2618315" y="1098973"/>
                  </a:lnTo>
                  <a:lnTo>
                    <a:pt x="2615840" y="1108181"/>
                  </a:lnTo>
                  <a:lnTo>
                    <a:pt x="2612677" y="1125422"/>
                  </a:lnTo>
                  <a:lnTo>
                    <a:pt x="2616956" y="1131258"/>
                  </a:lnTo>
                  <a:lnTo>
                    <a:pt x="2621328" y="1132782"/>
                  </a:lnTo>
                  <a:lnTo>
                    <a:pt x="2634242" y="1128870"/>
                  </a:lnTo>
                  <a:lnTo>
                    <a:pt x="2640924" y="1130617"/>
                  </a:lnTo>
                  <a:lnTo>
                    <a:pt x="2655786" y="1151376"/>
                  </a:lnTo>
                  <a:lnTo>
                    <a:pt x="2683460" y="1159587"/>
                  </a:lnTo>
                  <a:lnTo>
                    <a:pt x="2693552" y="1164718"/>
                  </a:lnTo>
                  <a:lnTo>
                    <a:pt x="2701779" y="1175552"/>
                  </a:lnTo>
                  <a:lnTo>
                    <a:pt x="2714146" y="1181788"/>
                  </a:lnTo>
                  <a:lnTo>
                    <a:pt x="2723742" y="1190850"/>
                  </a:lnTo>
                  <a:lnTo>
                    <a:pt x="2724000" y="1196762"/>
                  </a:lnTo>
                  <a:lnTo>
                    <a:pt x="2720678" y="1203754"/>
                  </a:lnTo>
                  <a:lnTo>
                    <a:pt x="2719365" y="1213216"/>
                  </a:lnTo>
                  <a:lnTo>
                    <a:pt x="2715288" y="1219185"/>
                  </a:lnTo>
                  <a:lnTo>
                    <a:pt x="2705500" y="1219871"/>
                  </a:lnTo>
                  <a:lnTo>
                    <a:pt x="2699588" y="1218334"/>
                  </a:lnTo>
                  <a:lnTo>
                    <a:pt x="2667807" y="1185071"/>
                  </a:lnTo>
                  <a:lnTo>
                    <a:pt x="2664013" y="1182010"/>
                  </a:lnTo>
                  <a:lnTo>
                    <a:pt x="2652226" y="1164591"/>
                  </a:lnTo>
                  <a:lnTo>
                    <a:pt x="2638397" y="1155262"/>
                  </a:lnTo>
                  <a:lnTo>
                    <a:pt x="2634118" y="1155459"/>
                  </a:lnTo>
                  <a:lnTo>
                    <a:pt x="2653802" y="1172713"/>
                  </a:lnTo>
                  <a:lnTo>
                    <a:pt x="2661838" y="1184779"/>
                  </a:lnTo>
                  <a:lnTo>
                    <a:pt x="2675992" y="1201696"/>
                  </a:lnTo>
                  <a:lnTo>
                    <a:pt x="2686111" y="1208860"/>
                  </a:lnTo>
                  <a:lnTo>
                    <a:pt x="2693557" y="1220036"/>
                  </a:lnTo>
                  <a:lnTo>
                    <a:pt x="2700477" y="1225275"/>
                  </a:lnTo>
                  <a:lnTo>
                    <a:pt x="2719370" y="1232737"/>
                  </a:lnTo>
                  <a:lnTo>
                    <a:pt x="2712802" y="1238097"/>
                  </a:lnTo>
                  <a:lnTo>
                    <a:pt x="2723287" y="1242663"/>
                  </a:lnTo>
                  <a:lnTo>
                    <a:pt x="2724786" y="1251058"/>
                  </a:lnTo>
                  <a:lnTo>
                    <a:pt x="2723825" y="1260628"/>
                  </a:lnTo>
                  <a:lnTo>
                    <a:pt x="2709272" y="1256843"/>
                  </a:lnTo>
                  <a:lnTo>
                    <a:pt x="2708797" y="1263892"/>
                  </a:lnTo>
                  <a:lnTo>
                    <a:pt x="2710099" y="1268052"/>
                  </a:lnTo>
                  <a:lnTo>
                    <a:pt x="2703671" y="1271487"/>
                  </a:lnTo>
                  <a:lnTo>
                    <a:pt x="2694730" y="1266826"/>
                  </a:lnTo>
                  <a:lnTo>
                    <a:pt x="2671517" y="1241329"/>
                  </a:lnTo>
                  <a:lnTo>
                    <a:pt x="2671713" y="1244739"/>
                  </a:lnTo>
                  <a:lnTo>
                    <a:pt x="2673594" y="1248696"/>
                  </a:lnTo>
                  <a:lnTo>
                    <a:pt x="2687056" y="1265111"/>
                  </a:lnTo>
                  <a:lnTo>
                    <a:pt x="2699071" y="1274955"/>
                  </a:lnTo>
                  <a:lnTo>
                    <a:pt x="2709257" y="1279400"/>
                  </a:lnTo>
                  <a:lnTo>
                    <a:pt x="2717107" y="1287649"/>
                  </a:lnTo>
                  <a:lnTo>
                    <a:pt x="2719877" y="1292640"/>
                  </a:lnTo>
                  <a:lnTo>
                    <a:pt x="2721727" y="1300210"/>
                  </a:lnTo>
                  <a:lnTo>
                    <a:pt x="2715908" y="1305354"/>
                  </a:lnTo>
                  <a:lnTo>
                    <a:pt x="2709283" y="1308193"/>
                  </a:lnTo>
                  <a:lnTo>
                    <a:pt x="2702813" y="1303061"/>
                  </a:lnTo>
                  <a:lnTo>
                    <a:pt x="2698069" y="1297657"/>
                  </a:lnTo>
                  <a:lnTo>
                    <a:pt x="2687966" y="1288481"/>
                  </a:lnTo>
                  <a:lnTo>
                    <a:pt x="2684938" y="1278225"/>
                  </a:lnTo>
                  <a:lnTo>
                    <a:pt x="2677253" y="1278752"/>
                  </a:lnTo>
                  <a:lnTo>
                    <a:pt x="2645136" y="1265747"/>
                  </a:lnTo>
                  <a:lnTo>
                    <a:pt x="2619323" y="1264248"/>
                  </a:lnTo>
                  <a:lnTo>
                    <a:pt x="2621845" y="1266864"/>
                  </a:lnTo>
                  <a:lnTo>
                    <a:pt x="2625111" y="1268604"/>
                  </a:lnTo>
                  <a:lnTo>
                    <a:pt x="2645668" y="1271811"/>
                  </a:lnTo>
                  <a:lnTo>
                    <a:pt x="2653792" y="1277800"/>
                  </a:lnTo>
                  <a:lnTo>
                    <a:pt x="2670700" y="1283115"/>
                  </a:lnTo>
                  <a:lnTo>
                    <a:pt x="2680602" y="1284569"/>
                  </a:lnTo>
                  <a:lnTo>
                    <a:pt x="2684617" y="1300896"/>
                  </a:lnTo>
                  <a:lnTo>
                    <a:pt x="2698301" y="1312130"/>
                  </a:lnTo>
                  <a:lnTo>
                    <a:pt x="2700079" y="1320455"/>
                  </a:lnTo>
                  <a:lnTo>
                    <a:pt x="2709422" y="1321389"/>
                  </a:lnTo>
                  <a:lnTo>
                    <a:pt x="2725861" y="1313222"/>
                  </a:lnTo>
                  <a:lnTo>
                    <a:pt x="2736470" y="1316086"/>
                  </a:lnTo>
                  <a:lnTo>
                    <a:pt x="2751772" y="1318423"/>
                  </a:lnTo>
                  <a:lnTo>
                    <a:pt x="2755270" y="1325015"/>
                  </a:lnTo>
                  <a:lnTo>
                    <a:pt x="2757896" y="1337557"/>
                  </a:lnTo>
                  <a:lnTo>
                    <a:pt x="2763306" y="1351667"/>
                  </a:lnTo>
                  <a:lnTo>
                    <a:pt x="2777337" y="1407303"/>
                  </a:lnTo>
                  <a:lnTo>
                    <a:pt x="2798416" y="1452810"/>
                  </a:lnTo>
                  <a:lnTo>
                    <a:pt x="2801010" y="1460646"/>
                  </a:lnTo>
                  <a:lnTo>
                    <a:pt x="2796111" y="1453769"/>
                  </a:lnTo>
                  <a:lnTo>
                    <a:pt x="2780473" y="1423630"/>
                  </a:lnTo>
                  <a:lnTo>
                    <a:pt x="2771843" y="1401867"/>
                  </a:lnTo>
                  <a:lnTo>
                    <a:pt x="2762975" y="1363441"/>
                  </a:lnTo>
                  <a:lnTo>
                    <a:pt x="2760402" y="1354836"/>
                  </a:lnTo>
                  <a:lnTo>
                    <a:pt x="2757374" y="1351401"/>
                  </a:lnTo>
                  <a:lnTo>
                    <a:pt x="2755379" y="1354195"/>
                  </a:lnTo>
                  <a:lnTo>
                    <a:pt x="2754521" y="1359091"/>
                  </a:lnTo>
                  <a:lnTo>
                    <a:pt x="2755968" y="1362850"/>
                  </a:lnTo>
                  <a:lnTo>
                    <a:pt x="2752475" y="1375500"/>
                  </a:lnTo>
                  <a:lnTo>
                    <a:pt x="2753989" y="1381305"/>
                  </a:lnTo>
                  <a:lnTo>
                    <a:pt x="2759663" y="1387306"/>
                  </a:lnTo>
                  <a:lnTo>
                    <a:pt x="2765828" y="1402280"/>
                  </a:lnTo>
                  <a:lnTo>
                    <a:pt x="2770753" y="1422442"/>
                  </a:lnTo>
                  <a:lnTo>
                    <a:pt x="2764092" y="1414269"/>
                  </a:lnTo>
                  <a:lnTo>
                    <a:pt x="2756981" y="1409938"/>
                  </a:lnTo>
                  <a:lnTo>
                    <a:pt x="2745917" y="1406617"/>
                  </a:lnTo>
                  <a:lnTo>
                    <a:pt x="2736062" y="1400794"/>
                  </a:lnTo>
                  <a:lnTo>
                    <a:pt x="2736780" y="1409145"/>
                  </a:lnTo>
                  <a:lnTo>
                    <a:pt x="2735835" y="1418162"/>
                  </a:lnTo>
                  <a:lnTo>
                    <a:pt x="2728238" y="1415412"/>
                  </a:lnTo>
                  <a:lnTo>
                    <a:pt x="2723070" y="1412421"/>
                  </a:lnTo>
                  <a:lnTo>
                    <a:pt x="2727644" y="1422030"/>
                  </a:lnTo>
                  <a:lnTo>
                    <a:pt x="2717716" y="1419147"/>
                  </a:lnTo>
                  <a:lnTo>
                    <a:pt x="2711102" y="1419750"/>
                  </a:lnTo>
                  <a:lnTo>
                    <a:pt x="2706802" y="1428278"/>
                  </a:lnTo>
                  <a:lnTo>
                    <a:pt x="2701035" y="1433454"/>
                  </a:lnTo>
                  <a:lnTo>
                    <a:pt x="2692508" y="1435124"/>
                  </a:lnTo>
                  <a:lnTo>
                    <a:pt x="2679858" y="1427326"/>
                  </a:lnTo>
                  <a:lnTo>
                    <a:pt x="2675760" y="1417857"/>
                  </a:lnTo>
                  <a:lnTo>
                    <a:pt x="2674065" y="1407316"/>
                  </a:lnTo>
                  <a:lnTo>
                    <a:pt x="2673388" y="1419782"/>
                  </a:lnTo>
                  <a:lnTo>
                    <a:pt x="2675641" y="1432762"/>
                  </a:lnTo>
                  <a:lnTo>
                    <a:pt x="2674850" y="1442630"/>
                  </a:lnTo>
                  <a:lnTo>
                    <a:pt x="2687031" y="1444446"/>
                  </a:lnTo>
                  <a:lnTo>
                    <a:pt x="2698420" y="1442833"/>
                  </a:lnTo>
                  <a:lnTo>
                    <a:pt x="2713789" y="1443246"/>
                  </a:lnTo>
                  <a:lnTo>
                    <a:pt x="2723814" y="1441398"/>
                  </a:lnTo>
                  <a:lnTo>
                    <a:pt x="2729850" y="1438261"/>
                  </a:lnTo>
                  <a:lnTo>
                    <a:pt x="2744325" y="1440979"/>
                  </a:lnTo>
                  <a:lnTo>
                    <a:pt x="2745353" y="1452899"/>
                  </a:lnTo>
                  <a:lnTo>
                    <a:pt x="2743700" y="1464749"/>
                  </a:lnTo>
                  <a:lnTo>
                    <a:pt x="2742863" y="1477367"/>
                  </a:lnTo>
                  <a:lnTo>
                    <a:pt x="2746873" y="1477284"/>
                  </a:lnTo>
                  <a:lnTo>
                    <a:pt x="2751586" y="1473252"/>
                  </a:lnTo>
                  <a:lnTo>
                    <a:pt x="2753942" y="1450651"/>
                  </a:lnTo>
                  <a:lnTo>
                    <a:pt x="2767172" y="1442300"/>
                  </a:lnTo>
                  <a:lnTo>
                    <a:pt x="2771605" y="1442872"/>
                  </a:lnTo>
                  <a:lnTo>
                    <a:pt x="2775817" y="1450136"/>
                  </a:lnTo>
                  <a:lnTo>
                    <a:pt x="2777233" y="1457503"/>
                  </a:lnTo>
                  <a:lnTo>
                    <a:pt x="2778727" y="1467619"/>
                  </a:lnTo>
                  <a:lnTo>
                    <a:pt x="2775636" y="1483031"/>
                  </a:lnTo>
                  <a:lnTo>
                    <a:pt x="2755312" y="1501054"/>
                  </a:lnTo>
                  <a:lnTo>
                    <a:pt x="2740754" y="1517717"/>
                  </a:lnTo>
                  <a:lnTo>
                    <a:pt x="2733313" y="1521115"/>
                  </a:lnTo>
                  <a:lnTo>
                    <a:pt x="2722579" y="1519178"/>
                  </a:lnTo>
                  <a:lnTo>
                    <a:pt x="2710409" y="1514987"/>
                  </a:lnTo>
                  <a:lnTo>
                    <a:pt x="2704441" y="1514142"/>
                  </a:lnTo>
                  <a:lnTo>
                    <a:pt x="2699903" y="1515539"/>
                  </a:lnTo>
                  <a:lnTo>
                    <a:pt x="2697139" y="1510408"/>
                  </a:lnTo>
                  <a:lnTo>
                    <a:pt x="2695356" y="1501047"/>
                  </a:lnTo>
                  <a:lnTo>
                    <a:pt x="2690622" y="1497942"/>
                  </a:lnTo>
                  <a:lnTo>
                    <a:pt x="2687041" y="1498285"/>
                  </a:lnTo>
                  <a:lnTo>
                    <a:pt x="2684597" y="1508230"/>
                  </a:lnTo>
                  <a:lnTo>
                    <a:pt x="2673243" y="1511056"/>
                  </a:lnTo>
                  <a:lnTo>
                    <a:pt x="2657807" y="1506947"/>
                  </a:lnTo>
                  <a:lnTo>
                    <a:pt x="2641642" y="1498584"/>
                  </a:lnTo>
                  <a:lnTo>
                    <a:pt x="2648577" y="1507557"/>
                  </a:lnTo>
                  <a:lnTo>
                    <a:pt x="2688689" y="1524296"/>
                  </a:lnTo>
                  <a:lnTo>
                    <a:pt x="2693206" y="1527427"/>
                  </a:lnTo>
                  <a:lnTo>
                    <a:pt x="2697423" y="1532006"/>
                  </a:lnTo>
                  <a:lnTo>
                    <a:pt x="2691811" y="1539188"/>
                  </a:lnTo>
                  <a:lnTo>
                    <a:pt x="2687413" y="1547278"/>
                  </a:lnTo>
                  <a:lnTo>
                    <a:pt x="2686793" y="1553629"/>
                  </a:lnTo>
                  <a:lnTo>
                    <a:pt x="2685242" y="1557636"/>
                  </a:lnTo>
                  <a:lnTo>
                    <a:pt x="2669248" y="1568431"/>
                  </a:lnTo>
                  <a:lnTo>
                    <a:pt x="2660582" y="1566526"/>
                  </a:lnTo>
                  <a:lnTo>
                    <a:pt x="2638438" y="1547062"/>
                  </a:lnTo>
                  <a:lnTo>
                    <a:pt x="2648526" y="1563897"/>
                  </a:lnTo>
                  <a:lnTo>
                    <a:pt x="2656603" y="1571041"/>
                  </a:lnTo>
                  <a:lnTo>
                    <a:pt x="2672866" y="1574852"/>
                  </a:lnTo>
                  <a:lnTo>
                    <a:pt x="2703371" y="1568558"/>
                  </a:lnTo>
                  <a:lnTo>
                    <a:pt x="2713376" y="1575430"/>
                  </a:lnTo>
                  <a:lnTo>
                    <a:pt x="2705164" y="1587603"/>
                  </a:lnTo>
                  <a:lnTo>
                    <a:pt x="2697004" y="1596145"/>
                  </a:lnTo>
                  <a:lnTo>
                    <a:pt x="2686302" y="1597097"/>
                  </a:lnTo>
                  <a:lnTo>
                    <a:pt x="2676876" y="1599409"/>
                  </a:lnTo>
                  <a:lnTo>
                    <a:pt x="2674111" y="1605283"/>
                  </a:lnTo>
                  <a:lnTo>
                    <a:pt x="2667393" y="1605651"/>
                  </a:lnTo>
                  <a:lnTo>
                    <a:pt x="2656892" y="1606000"/>
                  </a:lnTo>
                  <a:lnTo>
                    <a:pt x="2640635" y="1606534"/>
                  </a:lnTo>
                  <a:lnTo>
                    <a:pt x="2631705" y="1605162"/>
                  </a:lnTo>
                  <a:lnTo>
                    <a:pt x="2619230" y="1617164"/>
                  </a:lnTo>
                  <a:lnTo>
                    <a:pt x="2614522" y="1618815"/>
                  </a:lnTo>
                  <a:lnTo>
                    <a:pt x="2607944" y="1616561"/>
                  </a:lnTo>
                  <a:lnTo>
                    <a:pt x="2605184" y="1606921"/>
                  </a:lnTo>
                  <a:lnTo>
                    <a:pt x="2602244" y="1602184"/>
                  </a:lnTo>
                  <a:lnTo>
                    <a:pt x="2602171" y="1620219"/>
                  </a:lnTo>
                  <a:lnTo>
                    <a:pt x="2603324" y="1625077"/>
                  </a:lnTo>
                  <a:lnTo>
                    <a:pt x="2605680" y="1628741"/>
                  </a:lnTo>
                  <a:lnTo>
                    <a:pt x="2591087" y="1638527"/>
                  </a:lnTo>
                  <a:lnTo>
                    <a:pt x="2577118" y="1650733"/>
                  </a:lnTo>
                  <a:lnTo>
                    <a:pt x="2572111" y="1654054"/>
                  </a:lnTo>
                  <a:lnTo>
                    <a:pt x="2566421" y="1660169"/>
                  </a:lnTo>
                  <a:lnTo>
                    <a:pt x="2554768" y="1677830"/>
                  </a:lnTo>
                  <a:lnTo>
                    <a:pt x="2551889" y="1690708"/>
                  </a:lnTo>
                  <a:lnTo>
                    <a:pt x="2547678" y="1705066"/>
                  </a:lnTo>
                  <a:lnTo>
                    <a:pt x="2547145" y="1698602"/>
                  </a:lnTo>
                  <a:lnTo>
                    <a:pt x="2547869" y="1687717"/>
                  </a:lnTo>
                  <a:lnTo>
                    <a:pt x="2544985" y="1675251"/>
                  </a:lnTo>
                  <a:lnTo>
                    <a:pt x="2543156" y="1698087"/>
                  </a:lnTo>
                  <a:lnTo>
                    <a:pt x="2538629" y="1708699"/>
                  </a:lnTo>
                  <a:lnTo>
                    <a:pt x="2497086" y="1707950"/>
                  </a:lnTo>
                  <a:lnTo>
                    <a:pt x="2478900" y="1713716"/>
                  </a:lnTo>
                  <a:lnTo>
                    <a:pt x="2450984" y="1733116"/>
                  </a:lnTo>
                  <a:lnTo>
                    <a:pt x="2442638" y="1741619"/>
                  </a:lnTo>
                  <a:lnTo>
                    <a:pt x="2419580" y="1774495"/>
                  </a:lnTo>
                  <a:lnTo>
                    <a:pt x="2413694" y="1795534"/>
                  </a:lnTo>
                  <a:lnTo>
                    <a:pt x="2408976" y="1786688"/>
                  </a:lnTo>
                  <a:lnTo>
                    <a:pt x="2410144" y="1780052"/>
                  </a:lnTo>
                  <a:lnTo>
                    <a:pt x="2410237" y="1774629"/>
                  </a:lnTo>
                  <a:lnTo>
                    <a:pt x="2404428" y="1786263"/>
                  </a:lnTo>
                  <a:lnTo>
                    <a:pt x="2409942" y="1803205"/>
                  </a:lnTo>
                  <a:lnTo>
                    <a:pt x="2404992" y="1809676"/>
                  </a:lnTo>
                  <a:lnTo>
                    <a:pt x="2389762" y="1821755"/>
                  </a:lnTo>
                  <a:lnTo>
                    <a:pt x="2381427" y="1823736"/>
                  </a:lnTo>
                  <a:lnTo>
                    <a:pt x="2372068" y="1827172"/>
                  </a:lnTo>
                  <a:lnTo>
                    <a:pt x="2369122" y="1839085"/>
                  </a:lnTo>
                  <a:lnTo>
                    <a:pt x="2356415" y="1850071"/>
                  </a:lnTo>
                  <a:lnTo>
                    <a:pt x="2349010" y="1854936"/>
                  </a:lnTo>
                  <a:lnTo>
                    <a:pt x="2335449" y="1851989"/>
                  </a:lnTo>
                  <a:lnTo>
                    <a:pt x="2339625" y="1862569"/>
                  </a:lnTo>
                  <a:lnTo>
                    <a:pt x="2334643" y="1870577"/>
                  </a:lnTo>
                  <a:lnTo>
                    <a:pt x="2326065" y="1876718"/>
                  </a:lnTo>
                  <a:lnTo>
                    <a:pt x="2315399" y="1880725"/>
                  </a:lnTo>
                  <a:lnTo>
                    <a:pt x="2309285" y="1880236"/>
                  </a:lnTo>
                  <a:lnTo>
                    <a:pt x="2304061" y="1882363"/>
                  </a:lnTo>
                  <a:lnTo>
                    <a:pt x="2299968" y="1887456"/>
                  </a:lnTo>
                  <a:lnTo>
                    <a:pt x="2289968" y="1892219"/>
                  </a:lnTo>
                  <a:lnTo>
                    <a:pt x="2279581" y="1889539"/>
                  </a:lnTo>
                  <a:lnTo>
                    <a:pt x="2267809" y="1887932"/>
                  </a:lnTo>
                  <a:lnTo>
                    <a:pt x="2261251" y="1890790"/>
                  </a:lnTo>
                  <a:lnTo>
                    <a:pt x="2272274" y="1895515"/>
                  </a:lnTo>
                  <a:lnTo>
                    <a:pt x="2278176" y="1902360"/>
                  </a:lnTo>
                  <a:lnTo>
                    <a:pt x="2276961" y="1911588"/>
                  </a:lnTo>
                  <a:lnTo>
                    <a:pt x="2274010" y="1915150"/>
                  </a:lnTo>
                  <a:lnTo>
                    <a:pt x="2267055" y="1919976"/>
                  </a:lnTo>
                  <a:lnTo>
                    <a:pt x="2264001" y="1919259"/>
                  </a:lnTo>
                  <a:lnTo>
                    <a:pt x="2262135" y="1914909"/>
                  </a:lnTo>
                  <a:lnTo>
                    <a:pt x="2259872" y="1905847"/>
                  </a:lnTo>
                  <a:lnTo>
                    <a:pt x="2256637" y="1907777"/>
                  </a:lnTo>
                  <a:lnTo>
                    <a:pt x="2256078" y="1912000"/>
                  </a:lnTo>
                  <a:lnTo>
                    <a:pt x="2253298" y="1913505"/>
                  </a:lnTo>
                  <a:lnTo>
                    <a:pt x="2243433" y="1899071"/>
                  </a:lnTo>
                  <a:lnTo>
                    <a:pt x="2243924" y="1910082"/>
                  </a:lnTo>
                  <a:lnTo>
                    <a:pt x="2247371" y="1918541"/>
                  </a:lnTo>
                  <a:lnTo>
                    <a:pt x="2250704" y="1922834"/>
                  </a:lnTo>
                  <a:lnTo>
                    <a:pt x="2254068" y="1925361"/>
                  </a:lnTo>
                  <a:lnTo>
                    <a:pt x="2254895" y="1929286"/>
                  </a:lnTo>
                  <a:lnTo>
                    <a:pt x="2248146" y="1938850"/>
                  </a:lnTo>
                  <a:lnTo>
                    <a:pt x="2244673" y="1940977"/>
                  </a:lnTo>
                  <a:lnTo>
                    <a:pt x="2238493" y="1942527"/>
                  </a:lnTo>
                  <a:lnTo>
                    <a:pt x="2235015" y="1948420"/>
                  </a:lnTo>
                  <a:lnTo>
                    <a:pt x="2236043" y="1953494"/>
                  </a:lnTo>
                  <a:lnTo>
                    <a:pt x="2230638" y="1964505"/>
                  </a:lnTo>
                  <a:lnTo>
                    <a:pt x="2217713" y="1971383"/>
                  </a:lnTo>
                  <a:lnTo>
                    <a:pt x="2213765" y="1971116"/>
                  </a:lnTo>
                  <a:lnTo>
                    <a:pt x="2210546" y="1973129"/>
                  </a:lnTo>
                  <a:lnTo>
                    <a:pt x="2212427" y="1978032"/>
                  </a:lnTo>
                  <a:lnTo>
                    <a:pt x="2215651" y="1981601"/>
                  </a:lnTo>
                  <a:lnTo>
                    <a:pt x="2215538" y="1984915"/>
                  </a:lnTo>
                  <a:lnTo>
                    <a:pt x="2212122" y="1989418"/>
                  </a:lnTo>
                  <a:lnTo>
                    <a:pt x="2205378" y="1990675"/>
                  </a:lnTo>
                  <a:lnTo>
                    <a:pt x="2201590" y="1995813"/>
                  </a:lnTo>
                  <a:lnTo>
                    <a:pt x="2202789" y="2000658"/>
                  </a:lnTo>
                  <a:lnTo>
                    <a:pt x="2205016" y="2003363"/>
                  </a:lnTo>
                  <a:lnTo>
                    <a:pt x="2204551" y="2008025"/>
                  </a:lnTo>
                  <a:lnTo>
                    <a:pt x="2196882" y="2012705"/>
                  </a:lnTo>
                  <a:lnTo>
                    <a:pt x="2195084" y="2017309"/>
                  </a:lnTo>
                  <a:lnTo>
                    <a:pt x="2198892" y="2018668"/>
                  </a:lnTo>
                  <a:lnTo>
                    <a:pt x="2201822" y="2017309"/>
                  </a:lnTo>
                  <a:lnTo>
                    <a:pt x="2203967" y="2018299"/>
                  </a:lnTo>
                  <a:lnTo>
                    <a:pt x="2199368" y="2025996"/>
                  </a:lnTo>
                  <a:lnTo>
                    <a:pt x="2195239" y="2030689"/>
                  </a:lnTo>
                  <a:lnTo>
                    <a:pt x="2191316" y="2039122"/>
                  </a:lnTo>
                  <a:lnTo>
                    <a:pt x="2182216" y="2041453"/>
                  </a:lnTo>
                  <a:lnTo>
                    <a:pt x="2182557" y="2044177"/>
                  </a:lnTo>
                  <a:lnTo>
                    <a:pt x="2187699" y="2046590"/>
                  </a:lnTo>
                  <a:lnTo>
                    <a:pt x="2192004" y="2053074"/>
                  </a:lnTo>
                  <a:lnTo>
                    <a:pt x="2183916" y="2065045"/>
                  </a:lnTo>
                  <a:lnTo>
                    <a:pt x="2178867" y="2064060"/>
                  </a:lnTo>
                  <a:lnTo>
                    <a:pt x="2175782" y="2061425"/>
                  </a:lnTo>
                  <a:lnTo>
                    <a:pt x="2173813" y="2070874"/>
                  </a:lnTo>
                  <a:lnTo>
                    <a:pt x="2174568" y="2075917"/>
                  </a:lnTo>
                  <a:lnTo>
                    <a:pt x="2172645" y="2086223"/>
                  </a:lnTo>
                  <a:lnTo>
                    <a:pt x="2169555" y="2098613"/>
                  </a:lnTo>
                  <a:lnTo>
                    <a:pt x="2167457" y="2103699"/>
                  </a:lnTo>
                  <a:lnTo>
                    <a:pt x="2167902" y="2113174"/>
                  </a:lnTo>
                  <a:lnTo>
                    <a:pt x="2169199" y="2122325"/>
                  </a:lnTo>
                  <a:lnTo>
                    <a:pt x="2174149" y="2134118"/>
                  </a:lnTo>
                  <a:lnTo>
                    <a:pt x="2181710" y="2182343"/>
                  </a:lnTo>
                  <a:lnTo>
                    <a:pt x="2186857" y="2199089"/>
                  </a:lnTo>
                  <a:lnTo>
                    <a:pt x="2196128" y="2244272"/>
                  </a:lnTo>
                  <a:lnTo>
                    <a:pt x="2211471" y="2288077"/>
                  </a:lnTo>
                  <a:lnTo>
                    <a:pt x="2233118" y="2341026"/>
                  </a:lnTo>
                  <a:lnTo>
                    <a:pt x="2268646" y="2405203"/>
                  </a:lnTo>
                  <a:lnTo>
                    <a:pt x="2272899" y="2414348"/>
                  </a:lnTo>
                  <a:lnTo>
                    <a:pt x="2268274" y="2422102"/>
                  </a:lnTo>
                  <a:lnTo>
                    <a:pt x="2266863" y="2430135"/>
                  </a:lnTo>
                  <a:lnTo>
                    <a:pt x="2266460" y="2442245"/>
                  </a:lnTo>
                  <a:lnTo>
                    <a:pt x="2267742" y="2454044"/>
                  </a:lnTo>
                  <a:lnTo>
                    <a:pt x="2271943" y="2468453"/>
                  </a:lnTo>
                  <a:lnTo>
                    <a:pt x="2280015" y="2490483"/>
                  </a:lnTo>
                  <a:lnTo>
                    <a:pt x="2275499" y="2486088"/>
                  </a:lnTo>
                  <a:lnTo>
                    <a:pt x="2263809" y="2454470"/>
                  </a:lnTo>
                  <a:lnTo>
                    <a:pt x="2262450" y="2435901"/>
                  </a:lnTo>
                  <a:lnTo>
                    <a:pt x="2264135" y="2409560"/>
                  </a:lnTo>
                  <a:lnTo>
                    <a:pt x="2261391" y="2410195"/>
                  </a:lnTo>
                  <a:lnTo>
                    <a:pt x="2259164" y="2418755"/>
                  </a:lnTo>
                  <a:lnTo>
                    <a:pt x="2257939" y="2428808"/>
                  </a:lnTo>
                  <a:lnTo>
                    <a:pt x="2254973" y="2432700"/>
                  </a:lnTo>
                  <a:lnTo>
                    <a:pt x="2250926" y="2417364"/>
                  </a:lnTo>
                  <a:lnTo>
                    <a:pt x="2251210" y="2410430"/>
                  </a:lnTo>
                  <a:lnTo>
                    <a:pt x="2255505" y="2402327"/>
                  </a:lnTo>
                  <a:lnTo>
                    <a:pt x="2254259" y="2399412"/>
                  </a:lnTo>
                  <a:lnTo>
                    <a:pt x="2247309" y="2395265"/>
                  </a:lnTo>
                  <a:lnTo>
                    <a:pt x="2245831" y="2388743"/>
                  </a:lnTo>
                  <a:lnTo>
                    <a:pt x="2246771" y="2382304"/>
                  </a:lnTo>
                  <a:lnTo>
                    <a:pt x="2242782" y="2378862"/>
                  </a:lnTo>
                  <a:lnTo>
                    <a:pt x="2239661" y="2379027"/>
                  </a:lnTo>
                  <a:lnTo>
                    <a:pt x="2241753" y="2394903"/>
                  </a:lnTo>
                  <a:lnTo>
                    <a:pt x="2245056" y="2404651"/>
                  </a:lnTo>
                  <a:lnTo>
                    <a:pt x="2249138" y="2428014"/>
                  </a:lnTo>
                  <a:lnTo>
                    <a:pt x="2255727" y="2442169"/>
                  </a:lnTo>
                  <a:lnTo>
                    <a:pt x="2259567" y="2454038"/>
                  </a:lnTo>
                  <a:lnTo>
                    <a:pt x="2304438" y="2580696"/>
                  </a:lnTo>
                  <a:lnTo>
                    <a:pt x="2315058" y="2596826"/>
                  </a:lnTo>
                  <a:lnTo>
                    <a:pt x="2318985" y="2608409"/>
                  </a:lnTo>
                  <a:lnTo>
                    <a:pt x="2323073" y="2632630"/>
                  </a:lnTo>
                  <a:lnTo>
                    <a:pt x="2323998" y="2663728"/>
                  </a:lnTo>
                  <a:lnTo>
                    <a:pt x="2316665" y="2720564"/>
                  </a:lnTo>
                  <a:lnTo>
                    <a:pt x="2314996" y="2759333"/>
                  </a:lnTo>
                  <a:lnTo>
                    <a:pt x="2313947" y="2758145"/>
                  </a:lnTo>
                  <a:lnTo>
                    <a:pt x="2313244" y="2754062"/>
                  </a:lnTo>
                  <a:lnTo>
                    <a:pt x="2311549" y="2753503"/>
                  </a:lnTo>
                  <a:lnTo>
                    <a:pt x="2305182" y="2771265"/>
                  </a:lnTo>
                  <a:lnTo>
                    <a:pt x="2296531" y="2787287"/>
                  </a:lnTo>
                  <a:lnTo>
                    <a:pt x="2293684" y="2812187"/>
                  </a:lnTo>
                  <a:lnTo>
                    <a:pt x="2289534" y="2824653"/>
                  </a:lnTo>
                  <a:lnTo>
                    <a:pt x="2277075" y="2837843"/>
                  </a:lnTo>
                  <a:lnTo>
                    <a:pt x="2269354" y="2837506"/>
                  </a:lnTo>
                  <a:lnTo>
                    <a:pt x="2250420" y="2847400"/>
                  </a:lnTo>
                  <a:lnTo>
                    <a:pt x="2237118" y="2844822"/>
                  </a:lnTo>
                  <a:lnTo>
                    <a:pt x="2221269" y="2850404"/>
                  </a:lnTo>
                  <a:lnTo>
                    <a:pt x="2210840" y="2849781"/>
                  </a:lnTo>
                  <a:lnTo>
                    <a:pt x="2204820" y="2838014"/>
                  </a:lnTo>
                  <a:lnTo>
                    <a:pt x="2205740" y="2832750"/>
                  </a:lnTo>
                  <a:lnTo>
                    <a:pt x="2208137" y="2827460"/>
                  </a:lnTo>
                  <a:lnTo>
                    <a:pt x="2212199" y="2826228"/>
                  </a:lnTo>
                  <a:lnTo>
                    <a:pt x="2226199" y="2838560"/>
                  </a:lnTo>
                  <a:lnTo>
                    <a:pt x="2228839" y="2833372"/>
                  </a:lnTo>
                  <a:lnTo>
                    <a:pt x="2224612" y="2827199"/>
                  </a:lnTo>
                  <a:lnTo>
                    <a:pt x="2216519" y="2823757"/>
                  </a:lnTo>
                  <a:lnTo>
                    <a:pt x="2210540" y="2819973"/>
                  </a:lnTo>
                  <a:lnTo>
                    <a:pt x="2198494" y="2791859"/>
                  </a:lnTo>
                  <a:lnTo>
                    <a:pt x="2186014" y="2772554"/>
                  </a:lnTo>
                  <a:lnTo>
                    <a:pt x="2183911" y="2759650"/>
                  </a:lnTo>
                  <a:lnTo>
                    <a:pt x="2162393" y="2751782"/>
                  </a:lnTo>
                  <a:lnTo>
                    <a:pt x="2146812" y="2739869"/>
                  </a:lnTo>
                  <a:lnTo>
                    <a:pt x="2136652" y="2718678"/>
                  </a:lnTo>
                  <a:lnTo>
                    <a:pt x="2130823" y="2681102"/>
                  </a:lnTo>
                  <a:lnTo>
                    <a:pt x="2123950" y="2676879"/>
                  </a:lnTo>
                  <a:lnTo>
                    <a:pt x="2121046" y="2673958"/>
                  </a:lnTo>
                  <a:lnTo>
                    <a:pt x="2127759" y="2660013"/>
                  </a:lnTo>
                  <a:lnTo>
                    <a:pt x="2134833" y="2648322"/>
                  </a:lnTo>
                  <a:lnTo>
                    <a:pt x="2129237" y="2651230"/>
                  </a:lnTo>
                  <a:lnTo>
                    <a:pt x="2125108" y="2655555"/>
                  </a:lnTo>
                  <a:lnTo>
                    <a:pt x="2119857" y="2665880"/>
                  </a:lnTo>
                  <a:lnTo>
                    <a:pt x="2116023" y="2667468"/>
                  </a:lnTo>
                  <a:lnTo>
                    <a:pt x="2112509" y="2665880"/>
                  </a:lnTo>
                  <a:lnTo>
                    <a:pt x="2108457" y="2646074"/>
                  </a:lnTo>
                  <a:lnTo>
                    <a:pt x="2109615" y="2621726"/>
                  </a:lnTo>
                  <a:lnTo>
                    <a:pt x="2115294" y="2612620"/>
                  </a:lnTo>
                  <a:lnTo>
                    <a:pt x="2106571" y="2612378"/>
                  </a:lnTo>
                  <a:lnTo>
                    <a:pt x="2097533" y="2615846"/>
                  </a:lnTo>
                  <a:lnTo>
                    <a:pt x="2098856" y="2623962"/>
                  </a:lnTo>
                  <a:lnTo>
                    <a:pt x="2097579" y="2628420"/>
                  </a:lnTo>
                  <a:lnTo>
                    <a:pt x="2090995" y="2627276"/>
                  </a:lnTo>
                  <a:lnTo>
                    <a:pt x="2086003" y="2624425"/>
                  </a:lnTo>
                  <a:lnTo>
                    <a:pt x="2079229" y="2615979"/>
                  </a:lnTo>
                  <a:lnTo>
                    <a:pt x="2069989" y="2599862"/>
                  </a:lnTo>
                  <a:lnTo>
                    <a:pt x="2051033" y="2555460"/>
                  </a:lnTo>
                  <a:lnTo>
                    <a:pt x="2047338" y="2549198"/>
                  </a:lnTo>
                  <a:lnTo>
                    <a:pt x="2041070" y="2542645"/>
                  </a:lnTo>
                  <a:lnTo>
                    <a:pt x="2044021" y="2540606"/>
                  </a:lnTo>
                  <a:lnTo>
                    <a:pt x="2049406" y="2539400"/>
                  </a:lnTo>
                  <a:lnTo>
                    <a:pt x="2061576" y="2519409"/>
                  </a:lnTo>
                  <a:lnTo>
                    <a:pt x="2071136" y="2507330"/>
                  </a:lnTo>
                  <a:lnTo>
                    <a:pt x="2074309" y="2498973"/>
                  </a:lnTo>
                  <a:lnTo>
                    <a:pt x="2073756" y="2495398"/>
                  </a:lnTo>
                  <a:lnTo>
                    <a:pt x="2069529" y="2490203"/>
                  </a:lnTo>
                  <a:lnTo>
                    <a:pt x="2063979" y="2494744"/>
                  </a:lnTo>
                  <a:lnTo>
                    <a:pt x="2061601" y="2493448"/>
                  </a:lnTo>
                  <a:lnTo>
                    <a:pt x="2055359" y="2482970"/>
                  </a:lnTo>
                  <a:lnTo>
                    <a:pt x="2049395" y="2480011"/>
                  </a:lnTo>
                  <a:lnTo>
                    <a:pt x="2045240" y="2482278"/>
                  </a:lnTo>
                  <a:lnTo>
                    <a:pt x="2049623" y="2490864"/>
                  </a:lnTo>
                  <a:lnTo>
                    <a:pt x="2053560" y="2494052"/>
                  </a:lnTo>
                  <a:lnTo>
                    <a:pt x="2052036" y="2506536"/>
                  </a:lnTo>
                  <a:lnTo>
                    <a:pt x="2050444" y="2510601"/>
                  </a:lnTo>
                  <a:lnTo>
                    <a:pt x="2046755" y="2514189"/>
                  </a:lnTo>
                  <a:lnTo>
                    <a:pt x="2040993" y="2512277"/>
                  </a:lnTo>
                  <a:lnTo>
                    <a:pt x="2038078" y="2515364"/>
                  </a:lnTo>
                  <a:lnTo>
                    <a:pt x="2034647" y="2512112"/>
                  </a:lnTo>
                  <a:lnTo>
                    <a:pt x="2031231" y="2506625"/>
                  </a:lnTo>
                  <a:lnTo>
                    <a:pt x="2027427" y="2497595"/>
                  </a:lnTo>
                  <a:lnTo>
                    <a:pt x="2037478" y="2446767"/>
                  </a:lnTo>
                  <a:lnTo>
                    <a:pt x="2046780" y="2414380"/>
                  </a:lnTo>
                  <a:lnTo>
                    <a:pt x="2047845" y="2377433"/>
                  </a:lnTo>
                  <a:lnTo>
                    <a:pt x="2048537" y="2371959"/>
                  </a:lnTo>
                  <a:lnTo>
                    <a:pt x="2047752" y="2362141"/>
                  </a:lnTo>
                  <a:lnTo>
                    <a:pt x="2035277" y="2340804"/>
                  </a:lnTo>
                  <a:lnTo>
                    <a:pt x="1980122" y="2288737"/>
                  </a:lnTo>
                  <a:lnTo>
                    <a:pt x="1937374" y="2227081"/>
                  </a:lnTo>
                  <a:lnTo>
                    <a:pt x="1900348" y="2203953"/>
                  </a:lnTo>
                  <a:lnTo>
                    <a:pt x="1872256" y="2209033"/>
                  </a:lnTo>
                  <a:lnTo>
                    <a:pt x="1867393" y="2213682"/>
                  </a:lnTo>
                  <a:lnTo>
                    <a:pt x="1865305" y="2219759"/>
                  </a:lnTo>
                  <a:lnTo>
                    <a:pt x="1867068" y="2226637"/>
                  </a:lnTo>
                  <a:lnTo>
                    <a:pt x="1864515" y="2229501"/>
                  </a:lnTo>
                  <a:lnTo>
                    <a:pt x="1856975" y="2229139"/>
                  </a:lnTo>
                  <a:lnTo>
                    <a:pt x="1846820" y="2230739"/>
                  </a:lnTo>
                  <a:lnTo>
                    <a:pt x="1820305" y="2246971"/>
                  </a:lnTo>
                  <a:lnTo>
                    <a:pt x="1810951" y="2246374"/>
                  </a:lnTo>
                  <a:lnTo>
                    <a:pt x="1802455" y="2250578"/>
                  </a:lnTo>
                  <a:lnTo>
                    <a:pt x="1796094" y="2253727"/>
                  </a:lnTo>
                  <a:lnTo>
                    <a:pt x="1779506" y="2255442"/>
                  </a:lnTo>
                  <a:lnTo>
                    <a:pt x="1765439" y="2259043"/>
                  </a:lnTo>
                  <a:lnTo>
                    <a:pt x="1759362" y="2257093"/>
                  </a:lnTo>
                  <a:lnTo>
                    <a:pt x="1755398" y="2247682"/>
                  </a:lnTo>
                  <a:lnTo>
                    <a:pt x="1755398" y="2237940"/>
                  </a:lnTo>
                  <a:lnTo>
                    <a:pt x="1758613" y="2245408"/>
                  </a:lnTo>
                  <a:lnTo>
                    <a:pt x="1763589" y="2251251"/>
                  </a:lnTo>
                  <a:lnTo>
                    <a:pt x="1765868" y="2248914"/>
                  </a:lnTo>
                  <a:lnTo>
                    <a:pt x="1766721" y="2243745"/>
                  </a:lnTo>
                  <a:lnTo>
                    <a:pt x="1761770" y="2233616"/>
                  </a:lnTo>
                  <a:lnTo>
                    <a:pt x="1745822" y="2220604"/>
                  </a:lnTo>
                  <a:lnTo>
                    <a:pt x="1727673" y="2201597"/>
                  </a:lnTo>
                  <a:lnTo>
                    <a:pt x="1733208" y="2202226"/>
                  </a:lnTo>
                  <a:lnTo>
                    <a:pt x="1734608" y="2198155"/>
                  </a:lnTo>
                  <a:lnTo>
                    <a:pt x="1728981" y="2192815"/>
                  </a:lnTo>
                  <a:lnTo>
                    <a:pt x="1731358" y="2186642"/>
                  </a:lnTo>
                  <a:lnTo>
                    <a:pt x="1735322" y="2180158"/>
                  </a:lnTo>
                  <a:lnTo>
                    <a:pt x="1727663" y="2181130"/>
                  </a:lnTo>
                  <a:lnTo>
                    <a:pt x="1720790" y="2185670"/>
                  </a:lnTo>
                  <a:lnTo>
                    <a:pt x="1720563" y="2191278"/>
                  </a:lnTo>
                  <a:lnTo>
                    <a:pt x="1719203" y="2195736"/>
                  </a:lnTo>
                  <a:lnTo>
                    <a:pt x="1715503" y="2195088"/>
                  </a:lnTo>
                  <a:lnTo>
                    <a:pt x="1708635" y="2189569"/>
                  </a:lnTo>
                  <a:lnTo>
                    <a:pt x="1674823" y="2174208"/>
                  </a:lnTo>
                  <a:lnTo>
                    <a:pt x="1645264" y="2165546"/>
                  </a:lnTo>
                  <a:lnTo>
                    <a:pt x="1667950" y="2161647"/>
                  </a:lnTo>
                  <a:lnTo>
                    <a:pt x="1680254" y="2164676"/>
                  </a:lnTo>
                  <a:lnTo>
                    <a:pt x="1678787" y="2160027"/>
                  </a:lnTo>
                  <a:lnTo>
                    <a:pt x="1675826" y="2157075"/>
                  </a:lnTo>
                  <a:lnTo>
                    <a:pt x="1666121" y="2153334"/>
                  </a:lnTo>
                  <a:lnTo>
                    <a:pt x="1653759" y="2154757"/>
                  </a:lnTo>
                  <a:lnTo>
                    <a:pt x="1645951" y="2152998"/>
                  </a:lnTo>
                  <a:lnTo>
                    <a:pt x="1637967" y="2156706"/>
                  </a:lnTo>
                  <a:lnTo>
                    <a:pt x="1629218" y="2162218"/>
                  </a:lnTo>
                  <a:lnTo>
                    <a:pt x="1621430" y="2165057"/>
                  </a:lnTo>
                  <a:lnTo>
                    <a:pt x="1590951" y="2169026"/>
                  </a:lnTo>
                  <a:lnTo>
                    <a:pt x="1566234" y="2173332"/>
                  </a:lnTo>
                  <a:lnTo>
                    <a:pt x="1570197" y="2168785"/>
                  </a:lnTo>
                  <a:lnTo>
                    <a:pt x="1574424" y="2165863"/>
                  </a:lnTo>
                  <a:lnTo>
                    <a:pt x="1589028" y="2161418"/>
                  </a:lnTo>
                  <a:lnTo>
                    <a:pt x="1591214" y="2152178"/>
                  </a:lnTo>
                  <a:lnTo>
                    <a:pt x="1587783" y="2143281"/>
                  </a:lnTo>
                  <a:lnTo>
                    <a:pt x="1583938" y="2145415"/>
                  </a:lnTo>
                  <a:lnTo>
                    <a:pt x="1579902" y="2152369"/>
                  </a:lnTo>
                  <a:lnTo>
                    <a:pt x="1574952" y="2147358"/>
                  </a:lnTo>
                  <a:lnTo>
                    <a:pt x="1569469" y="2147384"/>
                  </a:lnTo>
                  <a:lnTo>
                    <a:pt x="1567980" y="2158446"/>
                  </a:lnTo>
                  <a:lnTo>
                    <a:pt x="1560952" y="2165863"/>
                  </a:lnTo>
                  <a:lnTo>
                    <a:pt x="1557779" y="2173332"/>
                  </a:lnTo>
                  <a:lnTo>
                    <a:pt x="1537170" y="2179180"/>
                  </a:lnTo>
                  <a:lnTo>
                    <a:pt x="1534530" y="2177231"/>
                  </a:lnTo>
                  <a:lnTo>
                    <a:pt x="1540560" y="2170137"/>
                  </a:lnTo>
                  <a:lnTo>
                    <a:pt x="1540080" y="2166194"/>
                  </a:lnTo>
                  <a:lnTo>
                    <a:pt x="1533202" y="2169578"/>
                  </a:lnTo>
                  <a:lnTo>
                    <a:pt x="1521667" y="2183022"/>
                  </a:lnTo>
                  <a:lnTo>
                    <a:pt x="1481059" y="2187423"/>
                  </a:lnTo>
                  <a:lnTo>
                    <a:pt x="1483276" y="2184368"/>
                  </a:lnTo>
                  <a:lnTo>
                    <a:pt x="1491849" y="2183759"/>
                  </a:lnTo>
                  <a:lnTo>
                    <a:pt x="1503885" y="2179504"/>
                  </a:lnTo>
                  <a:lnTo>
                    <a:pt x="1501451" y="2172341"/>
                  </a:lnTo>
                  <a:lnTo>
                    <a:pt x="1496810" y="2164466"/>
                  </a:lnTo>
                  <a:lnTo>
                    <a:pt x="1492526" y="2163590"/>
                  </a:lnTo>
                  <a:lnTo>
                    <a:pt x="1489700" y="2158973"/>
                  </a:lnTo>
                  <a:lnTo>
                    <a:pt x="1489839" y="2144425"/>
                  </a:lnTo>
                  <a:lnTo>
                    <a:pt x="1487100" y="2135921"/>
                  </a:lnTo>
                  <a:lnTo>
                    <a:pt x="1480491" y="2127171"/>
                  </a:lnTo>
                  <a:lnTo>
                    <a:pt x="1478258" y="2128853"/>
                  </a:lnTo>
                  <a:lnTo>
                    <a:pt x="1473395" y="2143815"/>
                  </a:lnTo>
                  <a:lnTo>
                    <a:pt x="1469354" y="2163438"/>
                  </a:lnTo>
                  <a:lnTo>
                    <a:pt x="1467354" y="2169775"/>
                  </a:lnTo>
                  <a:lnTo>
                    <a:pt x="1455314" y="2170220"/>
                  </a:lnTo>
                  <a:lnTo>
                    <a:pt x="1444658" y="2168880"/>
                  </a:lnTo>
                  <a:lnTo>
                    <a:pt x="1408442" y="2171236"/>
                  </a:lnTo>
                  <a:lnTo>
                    <a:pt x="1394913" y="2164587"/>
                  </a:lnTo>
                  <a:lnTo>
                    <a:pt x="1389301" y="2163311"/>
                  </a:lnTo>
                  <a:lnTo>
                    <a:pt x="1385885" y="2163463"/>
                  </a:lnTo>
                  <a:lnTo>
                    <a:pt x="1370134" y="2169559"/>
                  </a:lnTo>
                  <a:lnTo>
                    <a:pt x="1352186" y="2174227"/>
                  </a:lnTo>
                  <a:lnTo>
                    <a:pt x="1347959" y="2172760"/>
                  </a:lnTo>
                  <a:lnTo>
                    <a:pt x="1341929" y="2172544"/>
                  </a:lnTo>
                  <a:lnTo>
                    <a:pt x="1328916" y="2188433"/>
                  </a:lnTo>
                  <a:lnTo>
                    <a:pt x="1313573" y="2195869"/>
                  </a:lnTo>
                  <a:lnTo>
                    <a:pt x="1274862" y="2182501"/>
                  </a:lnTo>
                  <a:lnTo>
                    <a:pt x="1265234" y="2171750"/>
                  </a:lnTo>
                  <a:lnTo>
                    <a:pt x="1256687" y="2169451"/>
                  </a:lnTo>
                  <a:lnTo>
                    <a:pt x="1246176" y="2168124"/>
                  </a:lnTo>
                  <a:lnTo>
                    <a:pt x="1234884" y="2181352"/>
                  </a:lnTo>
                  <a:lnTo>
                    <a:pt x="1226306" y="2199203"/>
                  </a:lnTo>
                  <a:lnTo>
                    <a:pt x="1239861" y="2208989"/>
                  </a:lnTo>
                  <a:lnTo>
                    <a:pt x="1251462" y="2213669"/>
                  </a:lnTo>
                  <a:lnTo>
                    <a:pt x="1270635" y="2209745"/>
                  </a:lnTo>
                  <a:lnTo>
                    <a:pt x="1281234" y="2201083"/>
                  </a:lnTo>
                  <a:lnTo>
                    <a:pt x="1289890" y="2201368"/>
                  </a:lnTo>
                  <a:lnTo>
                    <a:pt x="1294029" y="2199609"/>
                  </a:lnTo>
                  <a:lnTo>
                    <a:pt x="1297806" y="2195088"/>
                  </a:lnTo>
                  <a:lnTo>
                    <a:pt x="1305207" y="2198657"/>
                  </a:lnTo>
                  <a:lnTo>
                    <a:pt x="1305470" y="2202232"/>
                  </a:lnTo>
                  <a:lnTo>
                    <a:pt x="1300215" y="2207268"/>
                  </a:lnTo>
                  <a:lnTo>
                    <a:pt x="1293595" y="2211510"/>
                  </a:lnTo>
                  <a:lnTo>
                    <a:pt x="1289579" y="2216508"/>
                  </a:lnTo>
                  <a:lnTo>
                    <a:pt x="1297135" y="2226580"/>
                  </a:lnTo>
                  <a:lnTo>
                    <a:pt x="1309000" y="2229964"/>
                  </a:lnTo>
                  <a:lnTo>
                    <a:pt x="1313465" y="2228504"/>
                  </a:lnTo>
                  <a:lnTo>
                    <a:pt x="1316229" y="2217181"/>
                  </a:lnTo>
                  <a:lnTo>
                    <a:pt x="1323526" y="2209891"/>
                  </a:lnTo>
                  <a:lnTo>
                    <a:pt x="1333443" y="2211466"/>
                  </a:lnTo>
                  <a:lnTo>
                    <a:pt x="1332032" y="2216038"/>
                  </a:lnTo>
                  <a:lnTo>
                    <a:pt x="1333422" y="2220356"/>
                  </a:lnTo>
                  <a:lnTo>
                    <a:pt x="1337980" y="2227729"/>
                  </a:lnTo>
                  <a:lnTo>
                    <a:pt x="1337458" y="2238290"/>
                  </a:lnTo>
                  <a:lnTo>
                    <a:pt x="1338342" y="2240836"/>
                  </a:lnTo>
                  <a:lnTo>
                    <a:pt x="1327655" y="2245497"/>
                  </a:lnTo>
                  <a:lnTo>
                    <a:pt x="1319692" y="2247079"/>
                  </a:lnTo>
                  <a:lnTo>
                    <a:pt x="1313320" y="2253181"/>
                  </a:lnTo>
                  <a:lnTo>
                    <a:pt x="1316658" y="2256725"/>
                  </a:lnTo>
                  <a:lnTo>
                    <a:pt x="1310168" y="2259837"/>
                  </a:lnTo>
                  <a:lnTo>
                    <a:pt x="1305780" y="2258592"/>
                  </a:lnTo>
                  <a:lnTo>
                    <a:pt x="1303574" y="2259741"/>
                  </a:lnTo>
                  <a:lnTo>
                    <a:pt x="1302912" y="2263488"/>
                  </a:lnTo>
                  <a:lnTo>
                    <a:pt x="1299558" y="2266968"/>
                  </a:lnTo>
                  <a:lnTo>
                    <a:pt x="1304437" y="2277453"/>
                  </a:lnTo>
                  <a:lnTo>
                    <a:pt x="1314436" y="2284298"/>
                  </a:lnTo>
                  <a:lnTo>
                    <a:pt x="1321490" y="2292878"/>
                  </a:lnTo>
                  <a:lnTo>
                    <a:pt x="1349851" y="2304175"/>
                  </a:lnTo>
                  <a:lnTo>
                    <a:pt x="1356724" y="2303851"/>
                  </a:lnTo>
                  <a:lnTo>
                    <a:pt x="1363488" y="2315225"/>
                  </a:lnTo>
                  <a:lnTo>
                    <a:pt x="1368940" y="2319136"/>
                  </a:lnTo>
                  <a:lnTo>
                    <a:pt x="1374191" y="2321124"/>
                  </a:lnTo>
                  <a:lnTo>
                    <a:pt x="1373591" y="2328948"/>
                  </a:lnTo>
                  <a:lnTo>
                    <a:pt x="1364263" y="2334676"/>
                  </a:lnTo>
                  <a:lnTo>
                    <a:pt x="1361742" y="2341509"/>
                  </a:lnTo>
                  <a:lnTo>
                    <a:pt x="1359395" y="2345351"/>
                  </a:lnTo>
                  <a:lnTo>
                    <a:pt x="1355189" y="2340486"/>
                  </a:lnTo>
                  <a:lnTo>
                    <a:pt x="1350869" y="2336962"/>
                  </a:lnTo>
                  <a:lnTo>
                    <a:pt x="1340869" y="2347681"/>
                  </a:lnTo>
                  <a:lnTo>
                    <a:pt x="1336048" y="2349936"/>
                  </a:lnTo>
                  <a:lnTo>
                    <a:pt x="1338440" y="2338378"/>
                  </a:lnTo>
                  <a:lnTo>
                    <a:pt x="1334663" y="2333850"/>
                  </a:lnTo>
                  <a:lnTo>
                    <a:pt x="1328952" y="2322261"/>
                  </a:lnTo>
                  <a:lnTo>
                    <a:pt x="1320632" y="2315091"/>
                  </a:lnTo>
                  <a:lnTo>
                    <a:pt x="1314772" y="2312716"/>
                  </a:lnTo>
                  <a:lnTo>
                    <a:pt x="1310209" y="2308182"/>
                  </a:lnTo>
                  <a:lnTo>
                    <a:pt x="1304685" y="2306347"/>
                  </a:lnTo>
                  <a:lnTo>
                    <a:pt x="1299972" y="2306817"/>
                  </a:lnTo>
                  <a:lnTo>
                    <a:pt x="1291993" y="2304175"/>
                  </a:lnTo>
                  <a:lnTo>
                    <a:pt x="1291466" y="2298009"/>
                  </a:lnTo>
                  <a:lnTo>
                    <a:pt x="1289254" y="2293392"/>
                  </a:lnTo>
                  <a:lnTo>
                    <a:pt x="1283011" y="2287943"/>
                  </a:lnTo>
                  <a:lnTo>
                    <a:pt x="1253183" y="2277649"/>
                  </a:lnTo>
                  <a:lnTo>
                    <a:pt x="1253002" y="2281910"/>
                  </a:lnTo>
                  <a:lnTo>
                    <a:pt x="1255069" y="2285117"/>
                  </a:lnTo>
                  <a:lnTo>
                    <a:pt x="1259353" y="2287251"/>
                  </a:lnTo>
                  <a:lnTo>
                    <a:pt x="1264480" y="2291404"/>
                  </a:lnTo>
                  <a:lnTo>
                    <a:pt x="1264433" y="2303705"/>
                  </a:lnTo>
                  <a:lnTo>
                    <a:pt x="1262216" y="2308912"/>
                  </a:lnTo>
                  <a:lnTo>
                    <a:pt x="1261265" y="2316330"/>
                  </a:lnTo>
                  <a:lnTo>
                    <a:pt x="1259291" y="2323868"/>
                  </a:lnTo>
                  <a:lnTo>
                    <a:pt x="1255643" y="2329811"/>
                  </a:lnTo>
                  <a:lnTo>
                    <a:pt x="1247499" y="2333863"/>
                  </a:lnTo>
                  <a:lnTo>
                    <a:pt x="1243907" y="2330472"/>
                  </a:lnTo>
                  <a:lnTo>
                    <a:pt x="1238099" y="2314240"/>
                  </a:lnTo>
                  <a:lnTo>
                    <a:pt x="1229887" y="2309128"/>
                  </a:lnTo>
                  <a:lnTo>
                    <a:pt x="1216839" y="2308525"/>
                  </a:lnTo>
                  <a:lnTo>
                    <a:pt x="1207976" y="2312195"/>
                  </a:lnTo>
                  <a:lnTo>
                    <a:pt x="1198317" y="2327919"/>
                  </a:lnTo>
                  <a:lnTo>
                    <a:pt x="1190535" y="2330491"/>
                  </a:lnTo>
                  <a:lnTo>
                    <a:pt x="1163895" y="2322343"/>
                  </a:lnTo>
                  <a:lnTo>
                    <a:pt x="1133478" y="2309928"/>
                  </a:lnTo>
                  <a:lnTo>
                    <a:pt x="1134263" y="2305794"/>
                  </a:lnTo>
                  <a:lnTo>
                    <a:pt x="1139049" y="2304467"/>
                  </a:lnTo>
                  <a:lnTo>
                    <a:pt x="1148227" y="2306163"/>
                  </a:lnTo>
                  <a:lnTo>
                    <a:pt x="1147741" y="2301902"/>
                  </a:lnTo>
                  <a:lnTo>
                    <a:pt x="1138361" y="2288032"/>
                  </a:lnTo>
                  <a:lnTo>
                    <a:pt x="1136641" y="2281771"/>
                  </a:lnTo>
                  <a:lnTo>
                    <a:pt x="1137850" y="2274131"/>
                  </a:lnTo>
                  <a:lnTo>
                    <a:pt x="1134791" y="2274303"/>
                  </a:lnTo>
                  <a:lnTo>
                    <a:pt x="1129158" y="2280717"/>
                  </a:lnTo>
                  <a:lnTo>
                    <a:pt x="1109763" y="2275281"/>
                  </a:lnTo>
                  <a:lnTo>
                    <a:pt x="1104410" y="2268784"/>
                  </a:lnTo>
                  <a:lnTo>
                    <a:pt x="1093015" y="2250476"/>
                  </a:lnTo>
                  <a:lnTo>
                    <a:pt x="1076933" y="2249879"/>
                  </a:lnTo>
                  <a:lnTo>
                    <a:pt x="1069657" y="2238779"/>
                  </a:lnTo>
                  <a:lnTo>
                    <a:pt x="1056515" y="2243427"/>
                  </a:lnTo>
                  <a:lnTo>
                    <a:pt x="1049859" y="2248571"/>
                  </a:lnTo>
                  <a:lnTo>
                    <a:pt x="1044009" y="2256541"/>
                  </a:lnTo>
                  <a:lnTo>
                    <a:pt x="1046288" y="2260675"/>
                  </a:lnTo>
                  <a:lnTo>
                    <a:pt x="1052117" y="2267241"/>
                  </a:lnTo>
                  <a:lnTo>
                    <a:pt x="1049456" y="2270410"/>
                  </a:lnTo>
                  <a:lnTo>
                    <a:pt x="1030744" y="2275090"/>
                  </a:lnTo>
                  <a:lnTo>
                    <a:pt x="987304" y="2269857"/>
                  </a:lnTo>
                  <a:lnTo>
                    <a:pt x="974601" y="2264968"/>
                  </a:lnTo>
                  <a:lnTo>
                    <a:pt x="957553" y="2254629"/>
                  </a:lnTo>
                  <a:lnTo>
                    <a:pt x="933921" y="2246202"/>
                  </a:lnTo>
                  <a:lnTo>
                    <a:pt x="922542" y="2244843"/>
                  </a:lnTo>
                  <a:lnTo>
                    <a:pt x="911400" y="2246513"/>
                  </a:lnTo>
                  <a:lnTo>
                    <a:pt x="878978" y="2247377"/>
                  </a:lnTo>
                  <a:lnTo>
                    <a:pt x="871454" y="2249619"/>
                  </a:lnTo>
                  <a:lnTo>
                    <a:pt x="865046" y="2253200"/>
                  </a:lnTo>
                  <a:lnTo>
                    <a:pt x="860891" y="2249238"/>
                  </a:lnTo>
                  <a:lnTo>
                    <a:pt x="858968" y="2242163"/>
                  </a:lnTo>
                  <a:lnTo>
                    <a:pt x="862731" y="2241014"/>
                  </a:lnTo>
                  <a:lnTo>
                    <a:pt x="866916" y="2236854"/>
                  </a:lnTo>
                  <a:lnTo>
                    <a:pt x="870694" y="2228631"/>
                  </a:lnTo>
                  <a:lnTo>
                    <a:pt x="871123" y="2223658"/>
                  </a:lnTo>
                  <a:lnTo>
                    <a:pt x="868482" y="2220413"/>
                  </a:lnTo>
                  <a:lnTo>
                    <a:pt x="863459" y="2220089"/>
                  </a:lnTo>
                  <a:lnTo>
                    <a:pt x="852364" y="2241516"/>
                  </a:lnTo>
                  <a:lnTo>
                    <a:pt x="858705" y="2253524"/>
                  </a:lnTo>
                  <a:lnTo>
                    <a:pt x="858271" y="2257855"/>
                  </a:lnTo>
                  <a:lnTo>
                    <a:pt x="836132" y="2260319"/>
                  </a:lnTo>
                  <a:lnTo>
                    <a:pt x="785881" y="2284495"/>
                  </a:lnTo>
                  <a:lnTo>
                    <a:pt x="766285" y="2297532"/>
                  </a:lnTo>
                  <a:lnTo>
                    <a:pt x="767288" y="2293144"/>
                  </a:lnTo>
                  <a:lnTo>
                    <a:pt x="790982" y="2276246"/>
                  </a:lnTo>
                  <a:lnTo>
                    <a:pt x="782615" y="2273661"/>
                  </a:lnTo>
                  <a:lnTo>
                    <a:pt x="769143" y="2277884"/>
                  </a:lnTo>
                  <a:lnTo>
                    <a:pt x="764311" y="2276259"/>
                  </a:lnTo>
                  <a:lnTo>
                    <a:pt x="770016" y="2262288"/>
                  </a:lnTo>
                  <a:lnTo>
                    <a:pt x="768156" y="2249968"/>
                  </a:lnTo>
                  <a:lnTo>
                    <a:pt x="758591" y="2249631"/>
                  </a:lnTo>
                  <a:lnTo>
                    <a:pt x="752498" y="2259468"/>
                  </a:lnTo>
                  <a:lnTo>
                    <a:pt x="748265" y="2259049"/>
                  </a:lnTo>
                  <a:lnTo>
                    <a:pt x="742720" y="2254832"/>
                  </a:lnTo>
                  <a:lnTo>
                    <a:pt x="738426" y="2256166"/>
                  </a:lnTo>
                  <a:lnTo>
                    <a:pt x="741604" y="2278456"/>
                  </a:lnTo>
                  <a:lnTo>
                    <a:pt x="747630" y="2287626"/>
                  </a:lnTo>
                  <a:lnTo>
                    <a:pt x="752668" y="2299317"/>
                  </a:lnTo>
                  <a:lnTo>
                    <a:pt x="738907" y="2313764"/>
                  </a:lnTo>
                  <a:lnTo>
                    <a:pt x="726127" y="2325684"/>
                  </a:lnTo>
                  <a:lnTo>
                    <a:pt x="724742" y="2337203"/>
                  </a:lnTo>
                  <a:lnTo>
                    <a:pt x="711900" y="2352209"/>
                  </a:lnTo>
                  <a:lnTo>
                    <a:pt x="699818" y="2360719"/>
                  </a:lnTo>
                  <a:lnTo>
                    <a:pt x="671432" y="2380723"/>
                  </a:lnTo>
                  <a:lnTo>
                    <a:pt x="663334" y="2385003"/>
                  </a:lnTo>
                  <a:lnTo>
                    <a:pt x="650523" y="2394287"/>
                  </a:lnTo>
                  <a:lnTo>
                    <a:pt x="632849" y="2401247"/>
                  </a:lnTo>
                  <a:lnTo>
                    <a:pt x="615904" y="2412297"/>
                  </a:lnTo>
                  <a:lnTo>
                    <a:pt x="610189" y="2413973"/>
                  </a:lnTo>
                  <a:lnTo>
                    <a:pt x="621010" y="2404619"/>
                  </a:lnTo>
                  <a:lnTo>
                    <a:pt x="633842" y="2395379"/>
                  </a:lnTo>
                  <a:lnTo>
                    <a:pt x="622834" y="2396643"/>
                  </a:lnTo>
                  <a:lnTo>
                    <a:pt x="605869" y="2392363"/>
                  </a:lnTo>
                  <a:lnTo>
                    <a:pt x="595487" y="2392115"/>
                  </a:lnTo>
                  <a:lnTo>
                    <a:pt x="595414" y="2395487"/>
                  </a:lnTo>
                  <a:lnTo>
                    <a:pt x="587518" y="2400250"/>
                  </a:lnTo>
                  <a:lnTo>
                    <a:pt x="579338" y="2393252"/>
                  </a:lnTo>
                  <a:lnTo>
                    <a:pt x="575772" y="2388546"/>
                  </a:lnTo>
                  <a:lnTo>
                    <a:pt x="574082" y="2384482"/>
                  </a:lnTo>
                  <a:lnTo>
                    <a:pt x="570609" y="2383498"/>
                  </a:lnTo>
                  <a:lnTo>
                    <a:pt x="567271" y="2385384"/>
                  </a:lnTo>
                  <a:lnTo>
                    <a:pt x="579482" y="2414005"/>
                  </a:lnTo>
                  <a:lnTo>
                    <a:pt x="584686" y="2415243"/>
                  </a:lnTo>
                  <a:lnTo>
                    <a:pt x="590443" y="2418088"/>
                  </a:lnTo>
                  <a:lnTo>
                    <a:pt x="583275" y="2424756"/>
                  </a:lnTo>
                  <a:lnTo>
                    <a:pt x="575560" y="2429817"/>
                  </a:lnTo>
                  <a:lnTo>
                    <a:pt x="563426" y="2433177"/>
                  </a:lnTo>
                  <a:lnTo>
                    <a:pt x="553142" y="2422730"/>
                  </a:lnTo>
                  <a:lnTo>
                    <a:pt x="550915" y="2435838"/>
                  </a:lnTo>
                  <a:lnTo>
                    <a:pt x="549613" y="2448926"/>
                  </a:lnTo>
                  <a:lnTo>
                    <a:pt x="546161" y="2452285"/>
                  </a:lnTo>
                  <a:lnTo>
                    <a:pt x="540647" y="2457073"/>
                  </a:lnTo>
                  <a:lnTo>
                    <a:pt x="537655" y="2453460"/>
                  </a:lnTo>
                  <a:lnTo>
                    <a:pt x="536234" y="2448399"/>
                  </a:lnTo>
                  <a:lnTo>
                    <a:pt x="532704" y="2452914"/>
                  </a:lnTo>
                  <a:lnTo>
                    <a:pt x="527536" y="2456305"/>
                  </a:lnTo>
                  <a:lnTo>
                    <a:pt x="519010" y="2456984"/>
                  </a:lnTo>
                  <a:lnTo>
                    <a:pt x="512612" y="2458794"/>
                  </a:lnTo>
                  <a:lnTo>
                    <a:pt x="512762" y="2464217"/>
                  </a:lnTo>
                  <a:lnTo>
                    <a:pt x="514224" y="2469666"/>
                  </a:lnTo>
                  <a:lnTo>
                    <a:pt x="525542" y="2465361"/>
                  </a:lnTo>
                  <a:lnTo>
                    <a:pt x="521438" y="2479376"/>
                  </a:lnTo>
                  <a:lnTo>
                    <a:pt x="511031" y="2493226"/>
                  </a:lnTo>
                  <a:lnTo>
                    <a:pt x="502550" y="2496497"/>
                  </a:lnTo>
                  <a:lnTo>
                    <a:pt x="489579" y="2494471"/>
                  </a:lnTo>
                  <a:lnTo>
                    <a:pt x="486375" y="2495861"/>
                  </a:lnTo>
                  <a:lnTo>
                    <a:pt x="483507" y="2498738"/>
                  </a:lnTo>
                  <a:lnTo>
                    <a:pt x="498618" y="2520406"/>
                  </a:lnTo>
                  <a:lnTo>
                    <a:pt x="488908" y="2553085"/>
                  </a:lnTo>
                  <a:lnTo>
                    <a:pt x="482701" y="2564928"/>
                  </a:lnTo>
                  <a:lnTo>
                    <a:pt x="478396" y="2566446"/>
                  </a:lnTo>
                  <a:lnTo>
                    <a:pt x="473730" y="2566789"/>
                  </a:lnTo>
                  <a:lnTo>
                    <a:pt x="456981" y="2556260"/>
                  </a:lnTo>
                  <a:lnTo>
                    <a:pt x="447845" y="2548119"/>
                  </a:lnTo>
                  <a:lnTo>
                    <a:pt x="455896" y="2570275"/>
                  </a:lnTo>
                  <a:lnTo>
                    <a:pt x="477833" y="2576746"/>
                  </a:lnTo>
                  <a:lnTo>
                    <a:pt x="478955" y="2585129"/>
                  </a:lnTo>
                  <a:lnTo>
                    <a:pt x="478831" y="2592292"/>
                  </a:lnTo>
                  <a:lnTo>
                    <a:pt x="474510" y="2600700"/>
                  </a:lnTo>
                  <a:lnTo>
                    <a:pt x="470469" y="2611870"/>
                  </a:lnTo>
                  <a:lnTo>
                    <a:pt x="473451" y="2619650"/>
                  </a:lnTo>
                  <a:lnTo>
                    <a:pt x="476913" y="2638885"/>
                  </a:lnTo>
                  <a:lnTo>
                    <a:pt x="479874" y="2647712"/>
                  </a:lnTo>
                  <a:lnTo>
                    <a:pt x="483130" y="2674492"/>
                  </a:lnTo>
                  <a:lnTo>
                    <a:pt x="486592" y="2686106"/>
                  </a:lnTo>
                  <a:lnTo>
                    <a:pt x="506535" y="2728851"/>
                  </a:lnTo>
                  <a:lnTo>
                    <a:pt x="513258" y="2729181"/>
                  </a:lnTo>
                  <a:lnTo>
                    <a:pt x="514338" y="2733811"/>
                  </a:lnTo>
                  <a:lnTo>
                    <a:pt x="513697" y="2742688"/>
                  </a:lnTo>
                  <a:lnTo>
                    <a:pt x="499352" y="2745273"/>
                  </a:lnTo>
                  <a:lnTo>
                    <a:pt x="493331" y="2749229"/>
                  </a:lnTo>
                  <a:lnTo>
                    <a:pt x="492158" y="2752665"/>
                  </a:lnTo>
                  <a:lnTo>
                    <a:pt x="491269" y="2754519"/>
                  </a:lnTo>
                  <a:lnTo>
                    <a:pt x="489419" y="2754348"/>
                  </a:lnTo>
                  <a:lnTo>
                    <a:pt x="482577" y="2751877"/>
                  </a:lnTo>
                  <a:lnTo>
                    <a:pt x="467022" y="2739735"/>
                  </a:lnTo>
                  <a:lnTo>
                    <a:pt x="444357" y="2732210"/>
                  </a:lnTo>
                  <a:lnTo>
                    <a:pt x="414575" y="2729295"/>
                  </a:lnTo>
                  <a:lnTo>
                    <a:pt x="394230" y="2723218"/>
                  </a:lnTo>
                  <a:lnTo>
                    <a:pt x="383321" y="2713959"/>
                  </a:lnTo>
                  <a:lnTo>
                    <a:pt x="371916" y="2708473"/>
                  </a:lnTo>
                  <a:lnTo>
                    <a:pt x="360019" y="2706745"/>
                  </a:lnTo>
                  <a:lnTo>
                    <a:pt x="350165" y="2701722"/>
                  </a:lnTo>
                  <a:lnTo>
                    <a:pt x="342351" y="2693403"/>
                  </a:lnTo>
                  <a:lnTo>
                    <a:pt x="330925" y="2688094"/>
                  </a:lnTo>
                  <a:lnTo>
                    <a:pt x="315887" y="2685789"/>
                  </a:lnTo>
                  <a:lnTo>
                    <a:pt x="306099" y="2679553"/>
                  </a:lnTo>
                  <a:lnTo>
                    <a:pt x="299293" y="2664306"/>
                  </a:lnTo>
                  <a:lnTo>
                    <a:pt x="299262" y="2664077"/>
                  </a:lnTo>
                  <a:lnTo>
                    <a:pt x="293170" y="2638586"/>
                  </a:lnTo>
                  <a:lnTo>
                    <a:pt x="285496" y="2622615"/>
                  </a:lnTo>
                  <a:lnTo>
                    <a:pt x="270561" y="2602853"/>
                  </a:lnTo>
                  <a:lnTo>
                    <a:pt x="269186" y="2600249"/>
                  </a:lnTo>
                  <a:lnTo>
                    <a:pt x="269062" y="2596998"/>
                  </a:lnTo>
                  <a:lnTo>
                    <a:pt x="270912" y="2585497"/>
                  </a:lnTo>
                  <a:lnTo>
                    <a:pt x="269336" y="2577229"/>
                  </a:lnTo>
                  <a:lnTo>
                    <a:pt x="264608" y="2570491"/>
                  </a:lnTo>
                  <a:lnTo>
                    <a:pt x="263522" y="2563360"/>
                  </a:lnTo>
                  <a:lnTo>
                    <a:pt x="266086" y="2555854"/>
                  </a:lnTo>
                  <a:lnTo>
                    <a:pt x="266251" y="2546836"/>
                  </a:lnTo>
                  <a:lnTo>
                    <a:pt x="264024" y="2536307"/>
                  </a:lnTo>
                  <a:lnTo>
                    <a:pt x="254500" y="2524921"/>
                  </a:lnTo>
                  <a:lnTo>
                    <a:pt x="237679" y="2512690"/>
                  </a:lnTo>
                  <a:lnTo>
                    <a:pt x="223349" y="2494826"/>
                  </a:lnTo>
                  <a:lnTo>
                    <a:pt x="211520" y="2471343"/>
                  </a:lnTo>
                  <a:lnTo>
                    <a:pt x="199820" y="2455073"/>
                  </a:lnTo>
                  <a:lnTo>
                    <a:pt x="188249" y="2446011"/>
                  </a:lnTo>
                  <a:lnTo>
                    <a:pt x="180338" y="2434949"/>
                  </a:lnTo>
                  <a:lnTo>
                    <a:pt x="176079" y="2421886"/>
                  </a:lnTo>
                  <a:lnTo>
                    <a:pt x="174824" y="2414303"/>
                  </a:lnTo>
                  <a:lnTo>
                    <a:pt x="176560" y="2412208"/>
                  </a:lnTo>
                  <a:lnTo>
                    <a:pt x="169449" y="2397684"/>
                  </a:lnTo>
                  <a:lnTo>
                    <a:pt x="153491" y="2370746"/>
                  </a:lnTo>
                  <a:lnTo>
                    <a:pt x="144324" y="2351047"/>
                  </a:lnTo>
                  <a:lnTo>
                    <a:pt x="141962" y="2338594"/>
                  </a:lnTo>
                  <a:lnTo>
                    <a:pt x="131807" y="2323772"/>
                  </a:lnTo>
                  <a:lnTo>
                    <a:pt x="113865" y="2306582"/>
                  </a:lnTo>
                  <a:lnTo>
                    <a:pt x="104108" y="2295399"/>
                  </a:lnTo>
                  <a:lnTo>
                    <a:pt x="101711" y="2287632"/>
                  </a:lnTo>
                  <a:lnTo>
                    <a:pt x="73712" y="2265044"/>
                  </a:lnTo>
                  <a:lnTo>
                    <a:pt x="65578" y="2250933"/>
                  </a:lnTo>
                  <a:lnTo>
                    <a:pt x="59227" y="2246475"/>
                  </a:lnTo>
                  <a:lnTo>
                    <a:pt x="51935" y="2246958"/>
                  </a:lnTo>
                  <a:lnTo>
                    <a:pt x="48194" y="2245605"/>
                  </a:lnTo>
                  <a:lnTo>
                    <a:pt x="48008" y="2242417"/>
                  </a:lnTo>
                  <a:lnTo>
                    <a:pt x="45646" y="2242265"/>
                  </a:lnTo>
                  <a:lnTo>
                    <a:pt x="41104" y="2245161"/>
                  </a:lnTo>
                  <a:lnTo>
                    <a:pt x="26210" y="2245745"/>
                  </a:lnTo>
                  <a:lnTo>
                    <a:pt x="961" y="2244024"/>
                  </a:lnTo>
                  <a:lnTo>
                    <a:pt x="0" y="2243821"/>
                  </a:lnTo>
                  <a:lnTo>
                    <a:pt x="0" y="0"/>
                  </a:lnTo>
                  <a:lnTo>
                    <a:pt x="1773799" y="0"/>
                  </a:lnTo>
                  <a:lnTo>
                    <a:pt x="1791779" y="9112"/>
                  </a:lnTo>
                  <a:lnTo>
                    <a:pt x="1812321" y="19521"/>
                  </a:lnTo>
                  <a:lnTo>
                    <a:pt x="1817499" y="36825"/>
                  </a:lnTo>
                  <a:lnTo>
                    <a:pt x="1822542" y="53673"/>
                  </a:lnTo>
                  <a:lnTo>
                    <a:pt x="1834568" y="65904"/>
                  </a:lnTo>
                  <a:lnTo>
                    <a:pt x="1845575" y="77074"/>
                  </a:lnTo>
                  <a:lnTo>
                    <a:pt x="1851947" y="76490"/>
                  </a:lnTo>
                  <a:lnTo>
                    <a:pt x="1858412" y="71772"/>
                  </a:lnTo>
                  <a:lnTo>
                    <a:pt x="1862515" y="69498"/>
                  </a:lnTo>
                  <a:lnTo>
                    <a:pt x="1869393" y="69123"/>
                  </a:lnTo>
                  <a:lnTo>
                    <a:pt x="1884690" y="65085"/>
                  </a:lnTo>
                  <a:lnTo>
                    <a:pt x="1889211" y="65967"/>
                  </a:lnTo>
                  <a:lnTo>
                    <a:pt x="1891780" y="67987"/>
                  </a:lnTo>
                  <a:lnTo>
                    <a:pt x="1891992" y="71149"/>
                  </a:lnTo>
                  <a:lnTo>
                    <a:pt x="1891470" y="73664"/>
                  </a:lnTo>
                  <a:lnTo>
                    <a:pt x="1889103" y="78713"/>
                  </a:lnTo>
                  <a:lnTo>
                    <a:pt x="1892839" y="88333"/>
                  </a:lnTo>
                  <a:lnTo>
                    <a:pt x="1893625" y="99021"/>
                  </a:lnTo>
                  <a:lnTo>
                    <a:pt x="1895676" y="107099"/>
                  </a:lnTo>
                  <a:lnTo>
                    <a:pt x="1901939" y="117437"/>
                  </a:lnTo>
                  <a:lnTo>
                    <a:pt x="1907381" y="125515"/>
                  </a:lnTo>
                  <a:lnTo>
                    <a:pt x="1914233" y="127077"/>
                  </a:lnTo>
                  <a:lnTo>
                    <a:pt x="1930093" y="122372"/>
                  </a:lnTo>
                  <a:lnTo>
                    <a:pt x="1940031" y="120593"/>
                  </a:lnTo>
                  <a:lnTo>
                    <a:pt x="1945674" y="121362"/>
                  </a:lnTo>
                  <a:lnTo>
                    <a:pt x="1955327" y="128925"/>
                  </a:lnTo>
                  <a:lnTo>
                    <a:pt x="1960050" y="133472"/>
                  </a:lnTo>
                  <a:lnTo>
                    <a:pt x="1961177" y="137250"/>
                  </a:lnTo>
                  <a:lnTo>
                    <a:pt x="1948139" y="160340"/>
                  </a:lnTo>
                  <a:lnTo>
                    <a:pt x="1968815" y="171797"/>
                  </a:lnTo>
                  <a:lnTo>
                    <a:pt x="1991889" y="184320"/>
                  </a:lnTo>
                  <a:lnTo>
                    <a:pt x="2019402" y="199249"/>
                  </a:lnTo>
                  <a:lnTo>
                    <a:pt x="2036223" y="208388"/>
                  </a:lnTo>
                  <a:lnTo>
                    <a:pt x="2058377" y="221438"/>
                  </a:lnTo>
                  <a:lnTo>
                    <a:pt x="2062170" y="240032"/>
                  </a:lnTo>
                  <a:lnTo>
                    <a:pt x="2065364" y="255723"/>
                  </a:lnTo>
                  <a:lnTo>
                    <a:pt x="2069436" y="277600"/>
                  </a:lnTo>
                  <a:lnTo>
                    <a:pt x="2073585" y="299916"/>
                  </a:lnTo>
                  <a:lnTo>
                    <a:pt x="2077725" y="322148"/>
                  </a:lnTo>
                  <a:lnTo>
                    <a:pt x="2082112" y="345746"/>
                  </a:lnTo>
                  <a:lnTo>
                    <a:pt x="2086934" y="371669"/>
                  </a:lnTo>
                  <a:lnTo>
                    <a:pt x="2091218" y="394676"/>
                  </a:lnTo>
                  <a:lnTo>
                    <a:pt x="2095894" y="419792"/>
                  </a:lnTo>
                  <a:lnTo>
                    <a:pt x="2102111" y="452477"/>
                  </a:lnTo>
                  <a:lnTo>
                    <a:pt x="2096551" y="465070"/>
                  </a:lnTo>
                  <a:lnTo>
                    <a:pt x="2084443" y="492491"/>
                  </a:lnTo>
                  <a:lnTo>
                    <a:pt x="2073498" y="517277"/>
                  </a:lnTo>
                  <a:lnTo>
                    <a:pt x="2072541" y="524465"/>
                  </a:lnTo>
                  <a:lnTo>
                    <a:pt x="2065017" y="560606"/>
                  </a:lnTo>
                  <a:lnTo>
                    <a:pt x="2058987" y="575535"/>
                  </a:lnTo>
                  <a:lnTo>
                    <a:pt x="2048424" y="584204"/>
                  </a:lnTo>
                  <a:lnTo>
                    <a:pt x="2037938" y="592605"/>
                  </a:lnTo>
                  <a:lnTo>
                    <a:pt x="2024859" y="606684"/>
                  </a:lnTo>
                  <a:lnTo>
                    <a:pt x="2010472" y="613638"/>
                  </a:lnTo>
                  <a:lnTo>
                    <a:pt x="2003123" y="617727"/>
                  </a:lnTo>
                  <a:lnTo>
                    <a:pt x="1999273" y="624179"/>
                  </a:lnTo>
                  <a:lnTo>
                    <a:pt x="1995026" y="638322"/>
                  </a:lnTo>
                  <a:lnTo>
                    <a:pt x="1995842" y="659919"/>
                  </a:lnTo>
                  <a:lnTo>
                    <a:pt x="2007692" y="678507"/>
                  </a:lnTo>
                  <a:lnTo>
                    <a:pt x="2025024" y="688902"/>
                  </a:lnTo>
                  <a:lnTo>
                    <a:pt x="2043669" y="699025"/>
                  </a:lnTo>
                  <a:lnTo>
                    <a:pt x="2070232" y="699069"/>
                  </a:lnTo>
                  <a:lnTo>
                    <a:pt x="2094122" y="685562"/>
                  </a:lnTo>
                  <a:lnTo>
                    <a:pt x="2119433" y="671255"/>
                  </a:lnTo>
                  <a:lnTo>
                    <a:pt x="2142001" y="658497"/>
                  </a:lnTo>
                  <a:lnTo>
                    <a:pt x="2168842" y="643326"/>
                  </a:lnTo>
                  <a:lnTo>
                    <a:pt x="2193151" y="629577"/>
                  </a:lnTo>
                  <a:lnTo>
                    <a:pt x="2219548" y="624637"/>
                  </a:lnTo>
                  <a:lnTo>
                    <a:pt x="2256125" y="617797"/>
                  </a:lnTo>
                  <a:lnTo>
                    <a:pt x="2302169" y="609180"/>
                  </a:lnTo>
                  <a:lnTo>
                    <a:pt x="2324587" y="599368"/>
                  </a:lnTo>
                  <a:lnTo>
                    <a:pt x="2353557" y="586687"/>
                  </a:lnTo>
                  <a:lnTo>
                    <a:pt x="2386977" y="572055"/>
                  </a:lnTo>
                  <a:lnTo>
                    <a:pt x="2415818" y="559431"/>
                  </a:lnTo>
                  <a:lnTo>
                    <a:pt x="2430319" y="552433"/>
                  </a:lnTo>
                  <a:lnTo>
                    <a:pt x="2440633" y="544450"/>
                  </a:lnTo>
                  <a:lnTo>
                    <a:pt x="2443191" y="538544"/>
                  </a:lnTo>
                  <a:lnTo>
                    <a:pt x="2442582" y="535153"/>
                  </a:lnTo>
                  <a:lnTo>
                    <a:pt x="2439920" y="531756"/>
                  </a:lnTo>
                  <a:lnTo>
                    <a:pt x="2436241" y="529247"/>
                  </a:lnTo>
                  <a:lnTo>
                    <a:pt x="2432970" y="527114"/>
                  </a:lnTo>
                  <a:lnTo>
                    <a:pt x="2431435" y="524472"/>
                  </a:lnTo>
                  <a:lnTo>
                    <a:pt x="2431130" y="518693"/>
                  </a:lnTo>
                  <a:lnTo>
                    <a:pt x="2429125" y="515372"/>
                  </a:lnTo>
                  <a:lnTo>
                    <a:pt x="2427213" y="512927"/>
                  </a:lnTo>
                  <a:lnTo>
                    <a:pt x="2427936" y="490561"/>
                  </a:lnTo>
                  <a:lnTo>
                    <a:pt x="2425414" y="483626"/>
                  </a:lnTo>
                  <a:lnTo>
                    <a:pt x="2416014" y="466048"/>
                  </a:lnTo>
                  <a:lnTo>
                    <a:pt x="2433941" y="458167"/>
                  </a:lnTo>
                  <a:lnTo>
                    <a:pt x="2450550" y="450858"/>
                  </a:lnTo>
                  <a:lnTo>
                    <a:pt x="2463795" y="445448"/>
                  </a:lnTo>
                  <a:lnTo>
                    <a:pt x="2491541" y="444597"/>
                  </a:lnTo>
                  <a:lnTo>
                    <a:pt x="2517307" y="444705"/>
                  </a:lnTo>
                  <a:lnTo>
                    <a:pt x="2552820" y="444851"/>
                  </a:lnTo>
                  <a:lnTo>
                    <a:pt x="2582741" y="444971"/>
                  </a:lnTo>
                  <a:lnTo>
                    <a:pt x="2617649" y="445117"/>
                  </a:lnTo>
                  <a:lnTo>
                    <a:pt x="2638113" y="445200"/>
                  </a:lnTo>
                  <a:lnTo>
                    <a:pt x="2664928" y="444946"/>
                  </a:lnTo>
                  <a:lnTo>
                    <a:pt x="2677997" y="424656"/>
                  </a:lnTo>
                  <a:lnTo>
                    <a:pt x="2689676" y="406513"/>
                  </a:lnTo>
                  <a:lnTo>
                    <a:pt x="2702539" y="389177"/>
                  </a:lnTo>
                  <a:lnTo>
                    <a:pt x="2725406" y="368824"/>
                  </a:lnTo>
                  <a:lnTo>
                    <a:pt x="2732047" y="365166"/>
                  </a:lnTo>
                  <a:lnTo>
                    <a:pt x="2735710" y="357139"/>
                  </a:lnTo>
                  <a:lnTo>
                    <a:pt x="2749570" y="349512"/>
                  </a:lnTo>
                  <a:lnTo>
                    <a:pt x="2764841" y="342438"/>
                  </a:lnTo>
                  <a:lnTo>
                    <a:pt x="2770830" y="335802"/>
                  </a:lnTo>
                  <a:lnTo>
                    <a:pt x="2773729" y="332023"/>
                  </a:lnTo>
                  <a:lnTo>
                    <a:pt x="2815076" y="296232"/>
                  </a:lnTo>
                  <a:lnTo>
                    <a:pt x="2838559" y="279702"/>
                  </a:lnTo>
                  <a:lnTo>
                    <a:pt x="2857953" y="270501"/>
                  </a:lnTo>
                  <a:lnTo>
                    <a:pt x="2872717" y="266106"/>
                  </a:lnTo>
                  <a:lnTo>
                    <a:pt x="2882686" y="266735"/>
                  </a:lnTo>
                  <a:lnTo>
                    <a:pt x="2888355" y="2661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8" name="pg3868"/>
            <p:cNvSpPr/>
            <p:nvPr/>
          </p:nvSpPr>
          <p:spPr>
            <a:xfrm>
              <a:off x="5359282" y="3307053"/>
              <a:ext cx="225302" cy="75760"/>
            </a:xfrm>
            <a:custGeom>
              <a:avLst/>
              <a:gdLst/>
              <a:ahLst/>
              <a:cxnLst/>
              <a:rect l="0" t="0" r="0" b="0"/>
              <a:pathLst>
                <a:path w="225302" h="75760">
                  <a:moveTo>
                    <a:pt x="153584" y="30132"/>
                  </a:moveTo>
                  <a:lnTo>
                    <a:pt x="160385" y="30983"/>
                  </a:lnTo>
                  <a:lnTo>
                    <a:pt x="166235" y="28513"/>
                  </a:lnTo>
                  <a:lnTo>
                    <a:pt x="171775" y="23521"/>
                  </a:lnTo>
                  <a:lnTo>
                    <a:pt x="184637" y="16771"/>
                  </a:lnTo>
                  <a:lnTo>
                    <a:pt x="195598" y="13818"/>
                  </a:lnTo>
                  <a:lnTo>
                    <a:pt x="199050" y="13208"/>
                  </a:lnTo>
                  <a:lnTo>
                    <a:pt x="204275" y="17946"/>
                  </a:lnTo>
                  <a:lnTo>
                    <a:pt x="214641" y="14142"/>
                  </a:lnTo>
                  <a:lnTo>
                    <a:pt x="225302" y="12008"/>
                  </a:lnTo>
                  <a:lnTo>
                    <a:pt x="179185" y="33669"/>
                  </a:lnTo>
                  <a:lnTo>
                    <a:pt x="169754" y="36108"/>
                  </a:lnTo>
                  <a:lnTo>
                    <a:pt x="156261" y="42560"/>
                  </a:lnTo>
                  <a:lnTo>
                    <a:pt x="143507" y="47132"/>
                  </a:lnTo>
                  <a:lnTo>
                    <a:pt x="134324" y="48796"/>
                  </a:lnTo>
                  <a:lnTo>
                    <a:pt x="88662" y="64875"/>
                  </a:lnTo>
                  <a:lnTo>
                    <a:pt x="85040" y="65224"/>
                  </a:lnTo>
                  <a:lnTo>
                    <a:pt x="81122" y="63656"/>
                  </a:lnTo>
                  <a:lnTo>
                    <a:pt x="43512" y="71937"/>
                  </a:lnTo>
                  <a:lnTo>
                    <a:pt x="28076" y="72870"/>
                  </a:lnTo>
                  <a:lnTo>
                    <a:pt x="14020" y="75760"/>
                  </a:lnTo>
                  <a:lnTo>
                    <a:pt x="24417" y="69092"/>
                  </a:lnTo>
                  <a:lnTo>
                    <a:pt x="24644" y="66596"/>
                  </a:lnTo>
                  <a:lnTo>
                    <a:pt x="22159" y="64646"/>
                  </a:lnTo>
                  <a:lnTo>
                    <a:pt x="16598" y="65212"/>
                  </a:lnTo>
                  <a:lnTo>
                    <a:pt x="10903" y="72076"/>
                  </a:lnTo>
                  <a:lnTo>
                    <a:pt x="1813" y="74369"/>
                  </a:lnTo>
                  <a:lnTo>
                    <a:pt x="0" y="66895"/>
                  </a:lnTo>
                  <a:lnTo>
                    <a:pt x="3033" y="61109"/>
                  </a:lnTo>
                  <a:lnTo>
                    <a:pt x="7141" y="55623"/>
                  </a:lnTo>
                  <a:lnTo>
                    <a:pt x="16169" y="46999"/>
                  </a:lnTo>
                  <a:lnTo>
                    <a:pt x="29083" y="41531"/>
                  </a:lnTo>
                  <a:lnTo>
                    <a:pt x="35646" y="36806"/>
                  </a:lnTo>
                  <a:lnTo>
                    <a:pt x="40194" y="40966"/>
                  </a:lnTo>
                  <a:lnTo>
                    <a:pt x="41191" y="35346"/>
                  </a:lnTo>
                  <a:lnTo>
                    <a:pt x="44690" y="32101"/>
                  </a:lnTo>
                  <a:lnTo>
                    <a:pt x="48493" y="30354"/>
                  </a:lnTo>
                  <a:lnTo>
                    <a:pt x="57640" y="30310"/>
                  </a:lnTo>
                  <a:lnTo>
                    <a:pt x="62565" y="29427"/>
                  </a:lnTo>
                  <a:lnTo>
                    <a:pt x="66126" y="27560"/>
                  </a:lnTo>
                  <a:lnTo>
                    <a:pt x="69779" y="27211"/>
                  </a:lnTo>
                  <a:lnTo>
                    <a:pt x="79784" y="29757"/>
                  </a:lnTo>
                  <a:lnTo>
                    <a:pt x="89556" y="29027"/>
                  </a:lnTo>
                  <a:lnTo>
                    <a:pt x="97447" y="25509"/>
                  </a:lnTo>
                  <a:lnTo>
                    <a:pt x="105648" y="24328"/>
                  </a:lnTo>
                  <a:lnTo>
                    <a:pt x="127343" y="23534"/>
                  </a:lnTo>
                  <a:lnTo>
                    <a:pt x="148902" y="20962"/>
                  </a:lnTo>
                  <a:lnTo>
                    <a:pt x="157522" y="16390"/>
                  </a:lnTo>
                  <a:lnTo>
                    <a:pt x="175630" y="3575"/>
                  </a:lnTo>
                  <a:lnTo>
                    <a:pt x="186048" y="0"/>
                  </a:lnTo>
                  <a:lnTo>
                    <a:pt x="169826" y="14891"/>
                  </a:lnTo>
                  <a:lnTo>
                    <a:pt x="161108" y="217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9" name="pg3869"/>
            <p:cNvSpPr/>
            <p:nvPr/>
          </p:nvSpPr>
          <p:spPr>
            <a:xfrm>
              <a:off x="5954108" y="2877417"/>
              <a:ext cx="23756" cy="26893"/>
            </a:xfrm>
            <a:custGeom>
              <a:avLst/>
              <a:gdLst/>
              <a:ahLst/>
              <a:cxnLst/>
              <a:rect l="0" t="0" r="0" b="0"/>
              <a:pathLst>
                <a:path w="23756" h="26893">
                  <a:moveTo>
                    <a:pt x="17596" y="18663"/>
                  </a:moveTo>
                  <a:lnTo>
                    <a:pt x="10841" y="17558"/>
                  </a:lnTo>
                  <a:lnTo>
                    <a:pt x="10981" y="24423"/>
                  </a:lnTo>
                  <a:lnTo>
                    <a:pt x="10226" y="26893"/>
                  </a:lnTo>
                  <a:lnTo>
                    <a:pt x="2744" y="23363"/>
                  </a:lnTo>
                  <a:lnTo>
                    <a:pt x="0" y="21089"/>
                  </a:lnTo>
                  <a:lnTo>
                    <a:pt x="237" y="11995"/>
                  </a:lnTo>
                  <a:lnTo>
                    <a:pt x="6847" y="3397"/>
                  </a:lnTo>
                  <a:lnTo>
                    <a:pt x="11885" y="0"/>
                  </a:lnTo>
                  <a:lnTo>
                    <a:pt x="18381" y="2355"/>
                  </a:lnTo>
                  <a:lnTo>
                    <a:pt x="23368" y="11983"/>
                  </a:lnTo>
                  <a:lnTo>
                    <a:pt x="23756" y="1612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0" name="pg3870"/>
            <p:cNvSpPr/>
            <p:nvPr/>
          </p:nvSpPr>
          <p:spPr>
            <a:xfrm>
              <a:off x="5337706" y="3371376"/>
              <a:ext cx="17833" cy="18174"/>
            </a:xfrm>
            <a:custGeom>
              <a:avLst/>
              <a:gdLst/>
              <a:ahLst/>
              <a:cxnLst/>
              <a:rect l="0" t="0" r="0" b="0"/>
              <a:pathLst>
                <a:path w="17833" h="18174">
                  <a:moveTo>
                    <a:pt x="0" y="18174"/>
                  </a:moveTo>
                  <a:lnTo>
                    <a:pt x="5048" y="5702"/>
                  </a:lnTo>
                  <a:lnTo>
                    <a:pt x="14330" y="0"/>
                  </a:lnTo>
                  <a:lnTo>
                    <a:pt x="17689" y="1187"/>
                  </a:lnTo>
                  <a:lnTo>
                    <a:pt x="17833" y="5594"/>
                  </a:lnTo>
                  <a:lnTo>
                    <a:pt x="16531" y="9360"/>
                  </a:lnTo>
                  <a:lnTo>
                    <a:pt x="10304" y="15164"/>
                  </a:lnTo>
                  <a:lnTo>
                    <a:pt x="5054" y="176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1" name="pg3871"/>
            <p:cNvSpPr/>
            <p:nvPr/>
          </p:nvSpPr>
          <p:spPr>
            <a:xfrm>
              <a:off x="5698253" y="3267490"/>
              <a:ext cx="33791" cy="16879"/>
            </a:xfrm>
            <a:custGeom>
              <a:avLst/>
              <a:gdLst/>
              <a:ahLst/>
              <a:cxnLst/>
              <a:rect l="0" t="0" r="0" b="0"/>
              <a:pathLst>
                <a:path w="33791" h="16879">
                  <a:moveTo>
                    <a:pt x="4645" y="16879"/>
                  </a:moveTo>
                  <a:lnTo>
                    <a:pt x="0" y="12776"/>
                  </a:lnTo>
                  <a:lnTo>
                    <a:pt x="7270" y="10878"/>
                  </a:lnTo>
                  <a:lnTo>
                    <a:pt x="16454" y="1130"/>
                  </a:lnTo>
                  <a:lnTo>
                    <a:pt x="22562" y="0"/>
                  </a:lnTo>
                  <a:lnTo>
                    <a:pt x="32158" y="5518"/>
                  </a:lnTo>
                  <a:lnTo>
                    <a:pt x="33791" y="1052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2" name="pg3872"/>
            <p:cNvSpPr/>
            <p:nvPr/>
          </p:nvSpPr>
          <p:spPr>
            <a:xfrm>
              <a:off x="5643532" y="3241859"/>
              <a:ext cx="12087" cy="24671"/>
            </a:xfrm>
            <a:custGeom>
              <a:avLst/>
              <a:gdLst/>
              <a:ahLst/>
              <a:cxnLst/>
              <a:rect l="0" t="0" r="0" b="0"/>
              <a:pathLst>
                <a:path w="12087" h="24671">
                  <a:moveTo>
                    <a:pt x="5855" y="24671"/>
                  </a:moveTo>
                  <a:lnTo>
                    <a:pt x="0" y="24048"/>
                  </a:lnTo>
                  <a:lnTo>
                    <a:pt x="2971" y="19248"/>
                  </a:lnTo>
                  <a:lnTo>
                    <a:pt x="4103" y="12199"/>
                  </a:lnTo>
                  <a:lnTo>
                    <a:pt x="6991" y="4457"/>
                  </a:lnTo>
                  <a:lnTo>
                    <a:pt x="8655" y="2089"/>
                  </a:lnTo>
                  <a:lnTo>
                    <a:pt x="12087" y="0"/>
                  </a:lnTo>
                  <a:lnTo>
                    <a:pt x="11095" y="211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3" name="pg3873"/>
            <p:cNvSpPr/>
            <p:nvPr/>
          </p:nvSpPr>
          <p:spPr>
            <a:xfrm>
              <a:off x="5761346" y="3275262"/>
              <a:ext cx="27001" cy="19248"/>
            </a:xfrm>
            <a:custGeom>
              <a:avLst/>
              <a:gdLst/>
              <a:ahLst/>
              <a:cxnLst/>
              <a:rect l="0" t="0" r="0" b="0"/>
              <a:pathLst>
                <a:path w="27001" h="19248">
                  <a:moveTo>
                    <a:pt x="18836" y="19248"/>
                  </a:moveTo>
                  <a:lnTo>
                    <a:pt x="0" y="14453"/>
                  </a:lnTo>
                  <a:lnTo>
                    <a:pt x="15498" y="10389"/>
                  </a:lnTo>
                  <a:lnTo>
                    <a:pt x="18030" y="8973"/>
                  </a:lnTo>
                  <a:lnTo>
                    <a:pt x="20050" y="2997"/>
                  </a:lnTo>
                  <a:lnTo>
                    <a:pt x="20303" y="0"/>
                  </a:lnTo>
                  <a:lnTo>
                    <a:pt x="26190" y="12853"/>
                  </a:lnTo>
                  <a:lnTo>
                    <a:pt x="27001" y="1715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4" name="pg3874"/>
            <p:cNvSpPr/>
            <p:nvPr/>
          </p:nvSpPr>
          <p:spPr>
            <a:xfrm>
              <a:off x="5180933" y="3984239"/>
              <a:ext cx="8624" cy="14377"/>
            </a:xfrm>
            <a:custGeom>
              <a:avLst/>
              <a:gdLst/>
              <a:ahLst/>
              <a:cxnLst/>
              <a:rect l="0" t="0" r="0" b="0"/>
              <a:pathLst>
                <a:path w="8624" h="14377">
                  <a:moveTo>
                    <a:pt x="7028" y="14377"/>
                  </a:moveTo>
                  <a:lnTo>
                    <a:pt x="0" y="0"/>
                  </a:lnTo>
                  <a:lnTo>
                    <a:pt x="7229" y="4648"/>
                  </a:lnTo>
                  <a:lnTo>
                    <a:pt x="8521" y="8515"/>
                  </a:lnTo>
                  <a:lnTo>
                    <a:pt x="8624" y="117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5" name="pg3875"/>
            <p:cNvSpPr/>
            <p:nvPr/>
          </p:nvSpPr>
          <p:spPr>
            <a:xfrm>
              <a:off x="5183801" y="4007259"/>
              <a:ext cx="24727" cy="72349"/>
            </a:xfrm>
            <a:custGeom>
              <a:avLst/>
              <a:gdLst/>
              <a:ahLst/>
              <a:cxnLst/>
              <a:rect l="0" t="0" r="0" b="0"/>
              <a:pathLst>
                <a:path w="24727" h="72349">
                  <a:moveTo>
                    <a:pt x="1250" y="72349"/>
                  </a:moveTo>
                  <a:lnTo>
                    <a:pt x="0" y="71213"/>
                  </a:lnTo>
                  <a:lnTo>
                    <a:pt x="16267" y="63796"/>
                  </a:lnTo>
                  <a:lnTo>
                    <a:pt x="21399" y="37670"/>
                  </a:lnTo>
                  <a:lnTo>
                    <a:pt x="22102" y="25623"/>
                  </a:lnTo>
                  <a:lnTo>
                    <a:pt x="19663" y="4388"/>
                  </a:lnTo>
                  <a:lnTo>
                    <a:pt x="19745" y="0"/>
                  </a:lnTo>
                  <a:lnTo>
                    <a:pt x="22391" y="6845"/>
                  </a:lnTo>
                  <a:lnTo>
                    <a:pt x="24727" y="26658"/>
                  </a:lnTo>
                  <a:lnTo>
                    <a:pt x="23849" y="41683"/>
                  </a:lnTo>
                  <a:lnTo>
                    <a:pt x="19130" y="63573"/>
                  </a:lnTo>
                  <a:lnTo>
                    <a:pt x="15446" y="6880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6" name="pg3876"/>
            <p:cNvSpPr/>
            <p:nvPr/>
          </p:nvSpPr>
          <p:spPr>
            <a:xfrm>
              <a:off x="5152676" y="4082556"/>
              <a:ext cx="21404" cy="9277"/>
            </a:xfrm>
            <a:custGeom>
              <a:avLst/>
              <a:gdLst/>
              <a:ahLst/>
              <a:cxnLst/>
              <a:rect l="0" t="0" r="0" b="0"/>
              <a:pathLst>
                <a:path w="21404" h="9277">
                  <a:moveTo>
                    <a:pt x="2170" y="9277"/>
                  </a:moveTo>
                  <a:lnTo>
                    <a:pt x="0" y="8725"/>
                  </a:lnTo>
                  <a:lnTo>
                    <a:pt x="12619" y="2089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7" name="pg3877"/>
            <p:cNvSpPr/>
            <p:nvPr/>
          </p:nvSpPr>
          <p:spPr>
            <a:xfrm>
              <a:off x="5095061" y="4115235"/>
              <a:ext cx="33993" cy="39982"/>
            </a:xfrm>
            <a:custGeom>
              <a:avLst/>
              <a:gdLst/>
              <a:ahLst/>
              <a:cxnLst/>
              <a:rect l="0" t="0" r="0" b="0"/>
              <a:pathLst>
                <a:path w="33993" h="39982">
                  <a:moveTo>
                    <a:pt x="0" y="39982"/>
                  </a:moveTo>
                  <a:lnTo>
                    <a:pt x="9689" y="23744"/>
                  </a:lnTo>
                  <a:lnTo>
                    <a:pt x="28825" y="3149"/>
                  </a:lnTo>
                  <a:lnTo>
                    <a:pt x="33993" y="0"/>
                  </a:lnTo>
                  <a:lnTo>
                    <a:pt x="18081" y="17590"/>
                  </a:lnTo>
                  <a:lnTo>
                    <a:pt x="2635" y="3848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8" name="pg3878"/>
            <p:cNvSpPr/>
            <p:nvPr/>
          </p:nvSpPr>
          <p:spPr>
            <a:xfrm>
              <a:off x="4494680" y="5206518"/>
              <a:ext cx="17373" cy="15672"/>
            </a:xfrm>
            <a:custGeom>
              <a:avLst/>
              <a:gdLst/>
              <a:ahLst/>
              <a:cxnLst/>
              <a:rect l="0" t="0" r="0" b="0"/>
              <a:pathLst>
                <a:path w="17373" h="15672">
                  <a:moveTo>
                    <a:pt x="13601" y="15672"/>
                  </a:moveTo>
                  <a:lnTo>
                    <a:pt x="5968" y="13183"/>
                  </a:lnTo>
                  <a:lnTo>
                    <a:pt x="1798" y="8725"/>
                  </a:lnTo>
                  <a:lnTo>
                    <a:pt x="0" y="0"/>
                  </a:lnTo>
                  <a:lnTo>
                    <a:pt x="6645" y="9239"/>
                  </a:lnTo>
                  <a:lnTo>
                    <a:pt x="9028" y="11329"/>
                  </a:lnTo>
                  <a:lnTo>
                    <a:pt x="17373" y="122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9" name="pg3879"/>
            <p:cNvSpPr/>
            <p:nvPr/>
          </p:nvSpPr>
          <p:spPr>
            <a:xfrm>
              <a:off x="4498091" y="5186660"/>
              <a:ext cx="9033" cy="26938"/>
            </a:xfrm>
            <a:custGeom>
              <a:avLst/>
              <a:gdLst/>
              <a:ahLst/>
              <a:cxnLst/>
              <a:rect l="0" t="0" r="0" b="0"/>
              <a:pathLst>
                <a:path w="9033" h="26938">
                  <a:moveTo>
                    <a:pt x="8883" y="26938"/>
                  </a:moveTo>
                  <a:lnTo>
                    <a:pt x="3550" y="14142"/>
                  </a:lnTo>
                  <a:lnTo>
                    <a:pt x="0" y="0"/>
                  </a:lnTo>
                  <a:lnTo>
                    <a:pt x="5079" y="4578"/>
                  </a:lnTo>
                  <a:lnTo>
                    <a:pt x="9033" y="19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0" name="pg3880"/>
            <p:cNvSpPr/>
            <p:nvPr/>
          </p:nvSpPr>
          <p:spPr>
            <a:xfrm>
              <a:off x="4666217" y="5362642"/>
              <a:ext cx="34236" cy="51158"/>
            </a:xfrm>
            <a:custGeom>
              <a:avLst/>
              <a:gdLst/>
              <a:ahLst/>
              <a:cxnLst/>
              <a:rect l="0" t="0" r="0" b="0"/>
              <a:pathLst>
                <a:path w="34236" h="51158">
                  <a:moveTo>
                    <a:pt x="0" y="51158"/>
                  </a:moveTo>
                  <a:lnTo>
                    <a:pt x="2330" y="45036"/>
                  </a:lnTo>
                  <a:lnTo>
                    <a:pt x="10531" y="31948"/>
                  </a:lnTo>
                  <a:lnTo>
                    <a:pt x="13182" y="25788"/>
                  </a:lnTo>
                  <a:lnTo>
                    <a:pt x="18722" y="21883"/>
                  </a:lnTo>
                  <a:lnTo>
                    <a:pt x="23880" y="14821"/>
                  </a:lnTo>
                  <a:lnTo>
                    <a:pt x="24267" y="6585"/>
                  </a:lnTo>
                  <a:lnTo>
                    <a:pt x="31760" y="825"/>
                  </a:lnTo>
                  <a:lnTo>
                    <a:pt x="34236" y="0"/>
                  </a:lnTo>
                  <a:lnTo>
                    <a:pt x="21032" y="267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1" name="pg3881"/>
            <p:cNvSpPr/>
            <p:nvPr/>
          </p:nvSpPr>
          <p:spPr>
            <a:xfrm>
              <a:off x="3456939" y="4803878"/>
              <a:ext cx="26706" cy="20480"/>
            </a:xfrm>
            <a:custGeom>
              <a:avLst/>
              <a:gdLst/>
              <a:ahLst/>
              <a:cxnLst/>
              <a:rect l="0" t="0" r="0" b="0"/>
              <a:pathLst>
                <a:path w="26706" h="20480">
                  <a:moveTo>
                    <a:pt x="18603" y="20480"/>
                  </a:moveTo>
                  <a:lnTo>
                    <a:pt x="1100" y="9214"/>
                  </a:lnTo>
                  <a:lnTo>
                    <a:pt x="0" y="4375"/>
                  </a:lnTo>
                  <a:lnTo>
                    <a:pt x="8635" y="0"/>
                  </a:lnTo>
                  <a:lnTo>
                    <a:pt x="13906" y="387"/>
                  </a:lnTo>
                  <a:lnTo>
                    <a:pt x="22241" y="6109"/>
                  </a:lnTo>
                  <a:lnTo>
                    <a:pt x="25290" y="7703"/>
                  </a:lnTo>
                  <a:lnTo>
                    <a:pt x="26706" y="10020"/>
                  </a:lnTo>
                  <a:lnTo>
                    <a:pt x="25900" y="13646"/>
                  </a:lnTo>
                  <a:lnTo>
                    <a:pt x="22536" y="18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2" name="pg3882"/>
            <p:cNvSpPr/>
            <p:nvPr/>
          </p:nvSpPr>
          <p:spPr>
            <a:xfrm>
              <a:off x="2924653" y="5000397"/>
              <a:ext cx="20774" cy="30399"/>
            </a:xfrm>
            <a:custGeom>
              <a:avLst/>
              <a:gdLst/>
              <a:ahLst/>
              <a:cxnLst/>
              <a:rect l="0" t="0" r="0" b="0"/>
              <a:pathLst>
                <a:path w="20774" h="30399">
                  <a:moveTo>
                    <a:pt x="0" y="30399"/>
                  </a:moveTo>
                  <a:lnTo>
                    <a:pt x="5121" y="19749"/>
                  </a:lnTo>
                  <a:lnTo>
                    <a:pt x="6072" y="15482"/>
                  </a:lnTo>
                  <a:lnTo>
                    <a:pt x="14469" y="2006"/>
                  </a:lnTo>
                  <a:lnTo>
                    <a:pt x="18903" y="0"/>
                  </a:lnTo>
                  <a:lnTo>
                    <a:pt x="20774" y="5734"/>
                  </a:lnTo>
                  <a:lnTo>
                    <a:pt x="12138" y="15202"/>
                  </a:lnTo>
                  <a:lnTo>
                    <a:pt x="2294" y="300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3" name="pg3883"/>
            <p:cNvSpPr/>
            <p:nvPr/>
          </p:nvSpPr>
          <p:spPr>
            <a:xfrm>
              <a:off x="2949515" y="4968054"/>
              <a:ext cx="42075" cy="30323"/>
            </a:xfrm>
            <a:custGeom>
              <a:avLst/>
              <a:gdLst/>
              <a:ahLst/>
              <a:cxnLst/>
              <a:rect l="0" t="0" r="0" b="0"/>
              <a:pathLst>
                <a:path w="42075" h="30323">
                  <a:moveTo>
                    <a:pt x="0" y="30323"/>
                  </a:moveTo>
                  <a:lnTo>
                    <a:pt x="4816" y="23299"/>
                  </a:lnTo>
                  <a:lnTo>
                    <a:pt x="12645" y="19756"/>
                  </a:lnTo>
                  <a:lnTo>
                    <a:pt x="29822" y="6261"/>
                  </a:lnTo>
                  <a:lnTo>
                    <a:pt x="36830" y="5334"/>
                  </a:lnTo>
                  <a:lnTo>
                    <a:pt x="40478" y="685"/>
                  </a:lnTo>
                  <a:lnTo>
                    <a:pt x="42075" y="0"/>
                  </a:lnTo>
                  <a:lnTo>
                    <a:pt x="41042" y="5696"/>
                  </a:lnTo>
                  <a:lnTo>
                    <a:pt x="27223" y="13786"/>
                  </a:lnTo>
                  <a:lnTo>
                    <a:pt x="3886" y="297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4" name="pg3884"/>
            <p:cNvSpPr/>
            <p:nvPr/>
          </p:nvSpPr>
          <p:spPr>
            <a:xfrm>
              <a:off x="2887740" y="5040830"/>
              <a:ext cx="34318" cy="75366"/>
            </a:xfrm>
            <a:custGeom>
              <a:avLst/>
              <a:gdLst/>
              <a:ahLst/>
              <a:cxnLst/>
              <a:rect l="0" t="0" r="0" b="0"/>
              <a:pathLst>
                <a:path w="34318" h="75366">
                  <a:moveTo>
                    <a:pt x="0" y="75366"/>
                  </a:moveTo>
                  <a:lnTo>
                    <a:pt x="909" y="64215"/>
                  </a:lnTo>
                  <a:lnTo>
                    <a:pt x="9503" y="38877"/>
                  </a:lnTo>
                  <a:lnTo>
                    <a:pt x="26965" y="5575"/>
                  </a:lnTo>
                  <a:lnTo>
                    <a:pt x="34318" y="0"/>
                  </a:lnTo>
                  <a:lnTo>
                    <a:pt x="14175" y="36521"/>
                  </a:lnTo>
                  <a:lnTo>
                    <a:pt x="3302" y="6788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5" name="pg3885"/>
            <p:cNvSpPr/>
            <p:nvPr/>
          </p:nvSpPr>
          <p:spPr>
            <a:xfrm>
              <a:off x="3130649" y="4843237"/>
              <a:ext cx="34081" cy="26658"/>
            </a:xfrm>
            <a:custGeom>
              <a:avLst/>
              <a:gdLst/>
              <a:ahLst/>
              <a:cxnLst/>
              <a:rect l="0" t="0" r="0" b="0"/>
              <a:pathLst>
                <a:path w="34081" h="26658">
                  <a:moveTo>
                    <a:pt x="0" y="26658"/>
                  </a:moveTo>
                  <a:lnTo>
                    <a:pt x="23068" y="6655"/>
                  </a:lnTo>
                  <a:lnTo>
                    <a:pt x="27905" y="0"/>
                  </a:lnTo>
                  <a:lnTo>
                    <a:pt x="34081" y="292"/>
                  </a:lnTo>
                  <a:lnTo>
                    <a:pt x="23781" y="11500"/>
                  </a:lnTo>
                  <a:lnTo>
                    <a:pt x="5286" y="254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6" name="pg3886"/>
            <p:cNvSpPr/>
            <p:nvPr/>
          </p:nvSpPr>
          <p:spPr>
            <a:xfrm>
              <a:off x="2885373" y="5122184"/>
              <a:ext cx="25027" cy="140921"/>
            </a:xfrm>
            <a:custGeom>
              <a:avLst/>
              <a:gdLst/>
              <a:ahLst/>
              <a:cxnLst/>
              <a:rect l="0" t="0" r="0" b="0"/>
              <a:pathLst>
                <a:path w="25027" h="140921">
                  <a:moveTo>
                    <a:pt x="23564" y="140921"/>
                  </a:moveTo>
                  <a:lnTo>
                    <a:pt x="14800" y="112719"/>
                  </a:lnTo>
                  <a:lnTo>
                    <a:pt x="537" y="48898"/>
                  </a:lnTo>
                  <a:lnTo>
                    <a:pt x="0" y="12522"/>
                  </a:lnTo>
                  <a:lnTo>
                    <a:pt x="2242" y="0"/>
                  </a:lnTo>
                  <a:lnTo>
                    <a:pt x="5922" y="51374"/>
                  </a:lnTo>
                  <a:lnTo>
                    <a:pt x="21688" y="116618"/>
                  </a:lnTo>
                  <a:lnTo>
                    <a:pt x="25027" y="13488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7" name="pg3887"/>
            <p:cNvSpPr/>
            <p:nvPr/>
          </p:nvSpPr>
          <p:spPr>
            <a:xfrm>
              <a:off x="5637481" y="3252585"/>
              <a:ext cx="5178" cy="13666"/>
            </a:xfrm>
            <a:custGeom>
              <a:avLst/>
              <a:gdLst/>
              <a:ahLst/>
              <a:cxnLst/>
              <a:rect l="0" t="0" r="0" b="0"/>
              <a:pathLst>
                <a:path w="5178" h="13666">
                  <a:moveTo>
                    <a:pt x="1095" y="13666"/>
                  </a:moveTo>
                  <a:lnTo>
                    <a:pt x="0" y="7385"/>
                  </a:lnTo>
                  <a:lnTo>
                    <a:pt x="2056" y="165"/>
                  </a:lnTo>
                  <a:lnTo>
                    <a:pt x="4139" y="0"/>
                  </a:lnTo>
                  <a:lnTo>
                    <a:pt x="5178" y="3841"/>
                  </a:lnTo>
                  <a:lnTo>
                    <a:pt x="4030" y="112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8" name="pg3888"/>
            <p:cNvSpPr/>
            <p:nvPr/>
          </p:nvSpPr>
          <p:spPr>
            <a:xfrm>
              <a:off x="5335877" y="3489988"/>
              <a:ext cx="15498" cy="28227"/>
            </a:xfrm>
            <a:custGeom>
              <a:avLst/>
              <a:gdLst/>
              <a:ahLst/>
              <a:cxnLst/>
              <a:rect l="0" t="0" r="0" b="0"/>
              <a:pathLst>
                <a:path w="15498" h="28227">
                  <a:moveTo>
                    <a:pt x="284" y="28227"/>
                  </a:moveTo>
                  <a:lnTo>
                    <a:pt x="0" y="24442"/>
                  </a:lnTo>
                  <a:lnTo>
                    <a:pt x="15498" y="0"/>
                  </a:lnTo>
                  <a:lnTo>
                    <a:pt x="12697" y="854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9" name="pg3889"/>
            <p:cNvSpPr/>
            <p:nvPr/>
          </p:nvSpPr>
          <p:spPr>
            <a:xfrm>
              <a:off x="5216776" y="3678353"/>
              <a:ext cx="29698" cy="55407"/>
            </a:xfrm>
            <a:custGeom>
              <a:avLst/>
              <a:gdLst/>
              <a:ahLst/>
              <a:cxnLst/>
              <a:rect l="0" t="0" r="0" b="0"/>
              <a:pathLst>
                <a:path w="29698" h="55407">
                  <a:moveTo>
                    <a:pt x="0" y="55407"/>
                  </a:moveTo>
                  <a:lnTo>
                    <a:pt x="16143" y="29364"/>
                  </a:lnTo>
                  <a:lnTo>
                    <a:pt x="25518" y="7544"/>
                  </a:lnTo>
                  <a:lnTo>
                    <a:pt x="29698" y="0"/>
                  </a:lnTo>
                  <a:lnTo>
                    <a:pt x="25642" y="15291"/>
                  </a:lnTo>
                  <a:lnTo>
                    <a:pt x="18552" y="29351"/>
                  </a:lnTo>
                  <a:lnTo>
                    <a:pt x="4811" y="53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0" name="pg3890"/>
            <p:cNvSpPr/>
            <p:nvPr/>
          </p:nvSpPr>
          <p:spPr>
            <a:xfrm>
              <a:off x="5079677" y="4146288"/>
              <a:ext cx="13513" cy="6191"/>
            </a:xfrm>
            <a:custGeom>
              <a:avLst/>
              <a:gdLst/>
              <a:ahLst/>
              <a:cxnLst/>
              <a:rect l="0" t="0" r="0" b="0"/>
              <a:pathLst>
                <a:path w="13513" h="6191">
                  <a:moveTo>
                    <a:pt x="11157" y="6191"/>
                  </a:moveTo>
                  <a:lnTo>
                    <a:pt x="6997" y="4756"/>
                  </a:lnTo>
                  <a:lnTo>
                    <a:pt x="1266" y="2013"/>
                  </a:lnTo>
                  <a:lnTo>
                    <a:pt x="0" y="0"/>
                  </a:lnTo>
                  <a:lnTo>
                    <a:pt x="5467" y="730"/>
                  </a:lnTo>
                  <a:lnTo>
                    <a:pt x="13513" y="58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1" name="pg3891"/>
            <p:cNvSpPr/>
            <p:nvPr/>
          </p:nvSpPr>
          <p:spPr>
            <a:xfrm>
              <a:off x="4577198" y="5440364"/>
              <a:ext cx="10779" cy="15615"/>
            </a:xfrm>
            <a:custGeom>
              <a:avLst/>
              <a:gdLst/>
              <a:ahLst/>
              <a:cxnLst/>
              <a:rect l="0" t="0" r="0" b="0"/>
              <a:pathLst>
                <a:path w="10779" h="15615">
                  <a:moveTo>
                    <a:pt x="6020" y="15615"/>
                  </a:moveTo>
                  <a:lnTo>
                    <a:pt x="4511" y="14790"/>
                  </a:lnTo>
                  <a:lnTo>
                    <a:pt x="4511" y="10890"/>
                  </a:lnTo>
                  <a:lnTo>
                    <a:pt x="0" y="2260"/>
                  </a:lnTo>
                  <a:lnTo>
                    <a:pt x="170" y="0"/>
                  </a:lnTo>
                  <a:lnTo>
                    <a:pt x="10516" y="8446"/>
                  </a:lnTo>
                  <a:lnTo>
                    <a:pt x="10779" y="10713"/>
                  </a:lnTo>
                  <a:lnTo>
                    <a:pt x="9193" y="129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2" name="pg3892"/>
            <p:cNvSpPr/>
            <p:nvPr/>
          </p:nvSpPr>
          <p:spPr>
            <a:xfrm>
              <a:off x="4637878" y="5427841"/>
              <a:ext cx="6681" cy="5543"/>
            </a:xfrm>
            <a:custGeom>
              <a:avLst/>
              <a:gdLst/>
              <a:ahLst/>
              <a:cxnLst/>
              <a:rect l="0" t="0" r="0" b="0"/>
              <a:pathLst>
                <a:path w="6681" h="5543">
                  <a:moveTo>
                    <a:pt x="0" y="5543"/>
                  </a:moveTo>
                  <a:lnTo>
                    <a:pt x="1002" y="3695"/>
                  </a:lnTo>
                  <a:lnTo>
                    <a:pt x="5178" y="0"/>
                  </a:lnTo>
                  <a:lnTo>
                    <a:pt x="6681" y="1435"/>
                  </a:lnTo>
                  <a:lnTo>
                    <a:pt x="6516" y="3283"/>
                  </a:lnTo>
                  <a:lnTo>
                    <a:pt x="2005" y="55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3" name="pg3893"/>
            <p:cNvSpPr/>
            <p:nvPr/>
          </p:nvSpPr>
          <p:spPr>
            <a:xfrm>
              <a:off x="4657267" y="5415509"/>
              <a:ext cx="5348" cy="5550"/>
            </a:xfrm>
            <a:custGeom>
              <a:avLst/>
              <a:gdLst/>
              <a:ahLst/>
              <a:cxnLst/>
              <a:rect l="0" t="0" r="0" b="0"/>
              <a:pathLst>
                <a:path w="5348" h="5550">
                  <a:moveTo>
                    <a:pt x="0" y="5550"/>
                  </a:moveTo>
                  <a:lnTo>
                    <a:pt x="4175" y="0"/>
                  </a:lnTo>
                  <a:lnTo>
                    <a:pt x="5348" y="412"/>
                  </a:lnTo>
                  <a:lnTo>
                    <a:pt x="2842" y="493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4" name="pg3894"/>
            <p:cNvSpPr/>
            <p:nvPr/>
          </p:nvSpPr>
          <p:spPr>
            <a:xfrm>
              <a:off x="4607290" y="5439132"/>
              <a:ext cx="21895" cy="8630"/>
            </a:xfrm>
            <a:custGeom>
              <a:avLst/>
              <a:gdLst/>
              <a:ahLst/>
              <a:cxnLst/>
              <a:rect l="0" t="0" r="0" b="0"/>
              <a:pathLst>
                <a:path w="21895" h="8630">
                  <a:moveTo>
                    <a:pt x="5012" y="8630"/>
                  </a:moveTo>
                  <a:lnTo>
                    <a:pt x="0" y="6369"/>
                  </a:lnTo>
                  <a:lnTo>
                    <a:pt x="5513" y="3289"/>
                  </a:lnTo>
                  <a:lnTo>
                    <a:pt x="21895" y="0"/>
                  </a:lnTo>
                  <a:lnTo>
                    <a:pt x="15709" y="4108"/>
                  </a:lnTo>
                  <a:lnTo>
                    <a:pt x="9860" y="555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5" name="pg3895"/>
            <p:cNvSpPr/>
            <p:nvPr/>
          </p:nvSpPr>
          <p:spPr>
            <a:xfrm>
              <a:off x="4570537" y="4631229"/>
              <a:ext cx="6945" cy="31688"/>
            </a:xfrm>
            <a:custGeom>
              <a:avLst/>
              <a:gdLst/>
              <a:ahLst/>
              <a:cxnLst/>
              <a:rect l="0" t="0" r="0" b="0"/>
              <a:pathLst>
                <a:path w="6945" h="31688">
                  <a:moveTo>
                    <a:pt x="2237" y="31688"/>
                  </a:moveTo>
                  <a:lnTo>
                    <a:pt x="201" y="20467"/>
                  </a:lnTo>
                  <a:lnTo>
                    <a:pt x="0" y="9570"/>
                  </a:lnTo>
                  <a:lnTo>
                    <a:pt x="3565" y="3124"/>
                  </a:lnTo>
                  <a:lnTo>
                    <a:pt x="694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6" name="pg3896"/>
            <p:cNvSpPr/>
            <p:nvPr/>
          </p:nvSpPr>
          <p:spPr>
            <a:xfrm>
              <a:off x="4554992" y="5448277"/>
              <a:ext cx="10567" cy="12891"/>
            </a:xfrm>
            <a:custGeom>
              <a:avLst/>
              <a:gdLst/>
              <a:ahLst/>
              <a:cxnLst/>
              <a:rect l="0" t="0" r="0" b="0"/>
              <a:pathLst>
                <a:path w="10567" h="12891">
                  <a:moveTo>
                    <a:pt x="0" y="12891"/>
                  </a:moveTo>
                  <a:lnTo>
                    <a:pt x="5529" y="7772"/>
                  </a:lnTo>
                  <a:lnTo>
                    <a:pt x="7322" y="0"/>
                  </a:lnTo>
                  <a:lnTo>
                    <a:pt x="10567" y="6070"/>
                  </a:lnTo>
                  <a:lnTo>
                    <a:pt x="10505" y="9754"/>
                  </a:lnTo>
                  <a:lnTo>
                    <a:pt x="6857" y="116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7" name="pg3897"/>
            <p:cNvSpPr/>
            <p:nvPr/>
          </p:nvSpPr>
          <p:spPr>
            <a:xfrm>
              <a:off x="4681421" y="5037121"/>
              <a:ext cx="28195" cy="83983"/>
            </a:xfrm>
            <a:custGeom>
              <a:avLst/>
              <a:gdLst/>
              <a:ahLst/>
              <a:cxnLst/>
              <a:rect l="0" t="0" r="0" b="0"/>
              <a:pathLst>
                <a:path w="28195" h="83983">
                  <a:moveTo>
                    <a:pt x="28195" y="83983"/>
                  </a:moveTo>
                  <a:lnTo>
                    <a:pt x="18464" y="61770"/>
                  </a:lnTo>
                  <a:lnTo>
                    <a:pt x="6438" y="26938"/>
                  </a:lnTo>
                  <a:lnTo>
                    <a:pt x="0" y="0"/>
                  </a:lnTo>
                  <a:lnTo>
                    <a:pt x="4356" y="7283"/>
                  </a:lnTo>
                  <a:lnTo>
                    <a:pt x="8614" y="22359"/>
                  </a:lnTo>
                  <a:lnTo>
                    <a:pt x="26474" y="744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8" name="pg3898"/>
            <p:cNvSpPr/>
            <p:nvPr/>
          </p:nvSpPr>
          <p:spPr>
            <a:xfrm>
              <a:off x="4535949" y="5462902"/>
              <a:ext cx="7699" cy="4470"/>
            </a:xfrm>
            <a:custGeom>
              <a:avLst/>
              <a:gdLst/>
              <a:ahLst/>
              <a:cxnLst/>
              <a:rect l="0" t="0" r="0" b="0"/>
              <a:pathLst>
                <a:path w="7699" h="4470">
                  <a:moveTo>
                    <a:pt x="232" y="4470"/>
                  </a:moveTo>
                  <a:lnTo>
                    <a:pt x="0" y="2457"/>
                  </a:lnTo>
                  <a:lnTo>
                    <a:pt x="4630" y="0"/>
                  </a:lnTo>
                  <a:lnTo>
                    <a:pt x="7699" y="165"/>
                  </a:lnTo>
                  <a:lnTo>
                    <a:pt x="7586" y="2889"/>
                  </a:lnTo>
                  <a:lnTo>
                    <a:pt x="2919" y="41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9" name="pg3899"/>
            <p:cNvSpPr/>
            <p:nvPr/>
          </p:nvSpPr>
          <p:spPr>
            <a:xfrm>
              <a:off x="3781115" y="4789697"/>
              <a:ext cx="7508" cy="12059"/>
            </a:xfrm>
            <a:custGeom>
              <a:avLst/>
              <a:gdLst/>
              <a:ahLst/>
              <a:cxnLst/>
              <a:rect l="0" t="0" r="0" b="0"/>
              <a:pathLst>
                <a:path w="7508" h="12059">
                  <a:moveTo>
                    <a:pt x="0" y="12059"/>
                  </a:moveTo>
                  <a:lnTo>
                    <a:pt x="263" y="9462"/>
                  </a:lnTo>
                  <a:lnTo>
                    <a:pt x="4490" y="2648"/>
                  </a:lnTo>
                  <a:lnTo>
                    <a:pt x="7508" y="0"/>
                  </a:lnTo>
                  <a:lnTo>
                    <a:pt x="5746" y="52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0" name="pg3900"/>
            <p:cNvSpPr/>
            <p:nvPr/>
          </p:nvSpPr>
          <p:spPr>
            <a:xfrm>
              <a:off x="3804479" y="4723202"/>
              <a:ext cx="17435" cy="7734"/>
            </a:xfrm>
            <a:custGeom>
              <a:avLst/>
              <a:gdLst/>
              <a:ahLst/>
              <a:cxnLst/>
              <a:rect l="0" t="0" r="0" b="0"/>
              <a:pathLst>
                <a:path w="17435" h="7734">
                  <a:moveTo>
                    <a:pt x="16107" y="7734"/>
                  </a:moveTo>
                  <a:lnTo>
                    <a:pt x="6733" y="5029"/>
                  </a:lnTo>
                  <a:lnTo>
                    <a:pt x="1033" y="2514"/>
                  </a:lnTo>
                  <a:lnTo>
                    <a:pt x="0" y="0"/>
                  </a:lnTo>
                  <a:lnTo>
                    <a:pt x="15756" y="4565"/>
                  </a:lnTo>
                  <a:lnTo>
                    <a:pt x="17435" y="62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1" name="pg3901"/>
            <p:cNvSpPr/>
            <p:nvPr/>
          </p:nvSpPr>
          <p:spPr>
            <a:xfrm>
              <a:off x="3847510" y="4721970"/>
              <a:ext cx="25921" cy="5569"/>
            </a:xfrm>
            <a:custGeom>
              <a:avLst/>
              <a:gdLst/>
              <a:ahLst/>
              <a:cxnLst/>
              <a:rect l="0" t="0" r="0" b="0"/>
              <a:pathLst>
                <a:path w="25921" h="5569">
                  <a:moveTo>
                    <a:pt x="16609" y="5569"/>
                  </a:moveTo>
                  <a:lnTo>
                    <a:pt x="2806" y="5308"/>
                  </a:lnTo>
                  <a:lnTo>
                    <a:pt x="0" y="4330"/>
                  </a:lnTo>
                  <a:lnTo>
                    <a:pt x="5539" y="2470"/>
                  </a:lnTo>
                  <a:lnTo>
                    <a:pt x="21895" y="0"/>
                  </a:lnTo>
                  <a:lnTo>
                    <a:pt x="25921" y="27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2" name="pg3902"/>
            <p:cNvSpPr/>
            <p:nvPr/>
          </p:nvSpPr>
          <p:spPr>
            <a:xfrm>
              <a:off x="3738952" y="4735636"/>
              <a:ext cx="16650" cy="17044"/>
            </a:xfrm>
            <a:custGeom>
              <a:avLst/>
              <a:gdLst/>
              <a:ahLst/>
              <a:cxnLst/>
              <a:rect l="0" t="0" r="0" b="0"/>
              <a:pathLst>
                <a:path w="16650" h="17044">
                  <a:moveTo>
                    <a:pt x="12862" y="17044"/>
                  </a:moveTo>
                  <a:lnTo>
                    <a:pt x="7679" y="14034"/>
                  </a:lnTo>
                  <a:lnTo>
                    <a:pt x="0" y="13761"/>
                  </a:lnTo>
                  <a:lnTo>
                    <a:pt x="3379" y="11697"/>
                  </a:lnTo>
                  <a:lnTo>
                    <a:pt x="5751" y="9684"/>
                  </a:lnTo>
                  <a:lnTo>
                    <a:pt x="6935" y="7518"/>
                  </a:lnTo>
                  <a:lnTo>
                    <a:pt x="16650" y="0"/>
                  </a:lnTo>
                  <a:lnTo>
                    <a:pt x="13896" y="5518"/>
                  </a:lnTo>
                  <a:lnTo>
                    <a:pt x="12490" y="10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3" name="pg3903"/>
            <p:cNvSpPr/>
            <p:nvPr/>
          </p:nvSpPr>
          <p:spPr>
            <a:xfrm>
              <a:off x="3789234" y="4750191"/>
              <a:ext cx="5746" cy="36527"/>
            </a:xfrm>
            <a:custGeom>
              <a:avLst/>
              <a:gdLst/>
              <a:ahLst/>
              <a:cxnLst/>
              <a:rect l="0" t="0" r="0" b="0"/>
              <a:pathLst>
                <a:path w="5746" h="36527">
                  <a:moveTo>
                    <a:pt x="1188" y="36527"/>
                  </a:moveTo>
                  <a:lnTo>
                    <a:pt x="4118" y="16695"/>
                  </a:lnTo>
                  <a:lnTo>
                    <a:pt x="0" y="0"/>
                  </a:lnTo>
                  <a:lnTo>
                    <a:pt x="4340" y="7328"/>
                  </a:lnTo>
                  <a:lnTo>
                    <a:pt x="5746" y="16047"/>
                  </a:lnTo>
                  <a:lnTo>
                    <a:pt x="4175" y="323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4" name="pg3904"/>
            <p:cNvSpPr/>
            <p:nvPr/>
          </p:nvSpPr>
          <p:spPr>
            <a:xfrm>
              <a:off x="4186131" y="4792371"/>
              <a:ext cx="40173" cy="16358"/>
            </a:xfrm>
            <a:custGeom>
              <a:avLst/>
              <a:gdLst/>
              <a:ahLst/>
              <a:cxnLst/>
              <a:rect l="0" t="0" r="0" b="0"/>
              <a:pathLst>
                <a:path w="40173" h="16358">
                  <a:moveTo>
                    <a:pt x="11482" y="16358"/>
                  </a:moveTo>
                  <a:lnTo>
                    <a:pt x="0" y="12954"/>
                  </a:lnTo>
                  <a:lnTo>
                    <a:pt x="7136" y="12307"/>
                  </a:lnTo>
                  <a:lnTo>
                    <a:pt x="12299" y="13685"/>
                  </a:lnTo>
                  <a:lnTo>
                    <a:pt x="25373" y="6991"/>
                  </a:lnTo>
                  <a:lnTo>
                    <a:pt x="32231" y="1924"/>
                  </a:lnTo>
                  <a:lnTo>
                    <a:pt x="40173" y="0"/>
                  </a:lnTo>
                  <a:lnTo>
                    <a:pt x="22102" y="116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5" name="pg3905"/>
            <p:cNvSpPr/>
            <p:nvPr/>
          </p:nvSpPr>
          <p:spPr>
            <a:xfrm>
              <a:off x="5923277" y="2903466"/>
              <a:ext cx="8449" cy="10395"/>
            </a:xfrm>
            <a:custGeom>
              <a:avLst/>
              <a:gdLst/>
              <a:ahLst/>
              <a:cxnLst/>
              <a:rect l="0" t="0" r="0" b="0"/>
              <a:pathLst>
                <a:path w="8449" h="10395">
                  <a:moveTo>
                    <a:pt x="4428" y="10395"/>
                  </a:moveTo>
                  <a:lnTo>
                    <a:pt x="139" y="9563"/>
                  </a:lnTo>
                  <a:lnTo>
                    <a:pt x="0" y="3149"/>
                  </a:lnTo>
                  <a:lnTo>
                    <a:pt x="1297" y="971"/>
                  </a:lnTo>
                  <a:lnTo>
                    <a:pt x="2780" y="0"/>
                  </a:lnTo>
                  <a:lnTo>
                    <a:pt x="4981" y="1803"/>
                  </a:lnTo>
                  <a:lnTo>
                    <a:pt x="8449" y="7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6" name="pg3906"/>
            <p:cNvSpPr/>
            <p:nvPr/>
          </p:nvSpPr>
          <p:spPr>
            <a:xfrm>
              <a:off x="2399291" y="4782381"/>
              <a:ext cx="513697" cy="755524"/>
            </a:xfrm>
            <a:custGeom>
              <a:avLst/>
              <a:gdLst/>
              <a:ahLst/>
              <a:cxnLst/>
              <a:rect l="0" t="0" r="0" b="0"/>
              <a:pathLst>
                <a:path w="513697" h="755524">
                  <a:moveTo>
                    <a:pt x="961" y="1759"/>
                  </a:moveTo>
                  <a:lnTo>
                    <a:pt x="26210" y="3480"/>
                  </a:lnTo>
                  <a:lnTo>
                    <a:pt x="41104" y="2895"/>
                  </a:lnTo>
                  <a:lnTo>
                    <a:pt x="45646" y="0"/>
                  </a:lnTo>
                  <a:lnTo>
                    <a:pt x="48008" y="152"/>
                  </a:lnTo>
                  <a:lnTo>
                    <a:pt x="48194" y="3340"/>
                  </a:lnTo>
                  <a:lnTo>
                    <a:pt x="51935" y="4692"/>
                  </a:lnTo>
                  <a:lnTo>
                    <a:pt x="59227" y="4210"/>
                  </a:lnTo>
                  <a:lnTo>
                    <a:pt x="65578" y="8668"/>
                  </a:lnTo>
                  <a:lnTo>
                    <a:pt x="73712" y="22778"/>
                  </a:lnTo>
                  <a:lnTo>
                    <a:pt x="101747" y="45379"/>
                  </a:lnTo>
                  <a:lnTo>
                    <a:pt x="104108" y="53133"/>
                  </a:lnTo>
                  <a:lnTo>
                    <a:pt x="113865" y="64316"/>
                  </a:lnTo>
                  <a:lnTo>
                    <a:pt x="131807" y="81507"/>
                  </a:lnTo>
                  <a:lnTo>
                    <a:pt x="141962" y="96329"/>
                  </a:lnTo>
                  <a:lnTo>
                    <a:pt x="144324" y="108782"/>
                  </a:lnTo>
                  <a:lnTo>
                    <a:pt x="153491" y="128481"/>
                  </a:lnTo>
                  <a:lnTo>
                    <a:pt x="169449" y="155419"/>
                  </a:lnTo>
                  <a:lnTo>
                    <a:pt x="176560" y="169942"/>
                  </a:lnTo>
                  <a:lnTo>
                    <a:pt x="174824" y="172038"/>
                  </a:lnTo>
                  <a:lnTo>
                    <a:pt x="176079" y="179620"/>
                  </a:lnTo>
                  <a:lnTo>
                    <a:pt x="180338" y="192683"/>
                  </a:lnTo>
                  <a:lnTo>
                    <a:pt x="188249" y="203745"/>
                  </a:lnTo>
                  <a:lnTo>
                    <a:pt x="199820" y="212807"/>
                  </a:lnTo>
                  <a:lnTo>
                    <a:pt x="211520" y="229077"/>
                  </a:lnTo>
                  <a:lnTo>
                    <a:pt x="223349" y="252561"/>
                  </a:lnTo>
                  <a:lnTo>
                    <a:pt x="237679" y="270425"/>
                  </a:lnTo>
                  <a:lnTo>
                    <a:pt x="254500" y="282655"/>
                  </a:lnTo>
                  <a:lnTo>
                    <a:pt x="264024" y="294042"/>
                  </a:lnTo>
                  <a:lnTo>
                    <a:pt x="266251" y="304571"/>
                  </a:lnTo>
                  <a:lnTo>
                    <a:pt x="266086" y="313588"/>
                  </a:lnTo>
                  <a:lnTo>
                    <a:pt x="263522" y="321094"/>
                  </a:lnTo>
                  <a:lnTo>
                    <a:pt x="264608" y="328226"/>
                  </a:lnTo>
                  <a:lnTo>
                    <a:pt x="269336" y="334964"/>
                  </a:lnTo>
                  <a:lnTo>
                    <a:pt x="270912" y="343232"/>
                  </a:lnTo>
                  <a:lnTo>
                    <a:pt x="269062" y="354732"/>
                  </a:lnTo>
                  <a:lnTo>
                    <a:pt x="269191" y="357990"/>
                  </a:lnTo>
                  <a:lnTo>
                    <a:pt x="270561" y="360587"/>
                  </a:lnTo>
                  <a:lnTo>
                    <a:pt x="285496" y="380350"/>
                  </a:lnTo>
                  <a:lnTo>
                    <a:pt x="293170" y="396321"/>
                  </a:lnTo>
                  <a:lnTo>
                    <a:pt x="299262" y="421811"/>
                  </a:lnTo>
                  <a:lnTo>
                    <a:pt x="299293" y="422040"/>
                  </a:lnTo>
                  <a:lnTo>
                    <a:pt x="306099" y="437287"/>
                  </a:lnTo>
                  <a:lnTo>
                    <a:pt x="315887" y="443523"/>
                  </a:lnTo>
                  <a:lnTo>
                    <a:pt x="330925" y="445829"/>
                  </a:lnTo>
                  <a:lnTo>
                    <a:pt x="342351" y="451138"/>
                  </a:lnTo>
                  <a:lnTo>
                    <a:pt x="350165" y="459457"/>
                  </a:lnTo>
                  <a:lnTo>
                    <a:pt x="360019" y="464480"/>
                  </a:lnTo>
                  <a:lnTo>
                    <a:pt x="371916" y="466207"/>
                  </a:lnTo>
                  <a:lnTo>
                    <a:pt x="383321" y="471694"/>
                  </a:lnTo>
                  <a:lnTo>
                    <a:pt x="394230" y="480953"/>
                  </a:lnTo>
                  <a:lnTo>
                    <a:pt x="414575" y="487030"/>
                  </a:lnTo>
                  <a:lnTo>
                    <a:pt x="444357" y="489945"/>
                  </a:lnTo>
                  <a:lnTo>
                    <a:pt x="467022" y="497470"/>
                  </a:lnTo>
                  <a:lnTo>
                    <a:pt x="482577" y="509612"/>
                  </a:lnTo>
                  <a:lnTo>
                    <a:pt x="489419" y="512082"/>
                  </a:lnTo>
                  <a:lnTo>
                    <a:pt x="491269" y="512254"/>
                  </a:lnTo>
                  <a:lnTo>
                    <a:pt x="492158" y="510399"/>
                  </a:lnTo>
                  <a:lnTo>
                    <a:pt x="493331" y="506964"/>
                  </a:lnTo>
                  <a:lnTo>
                    <a:pt x="499352" y="503008"/>
                  </a:lnTo>
                  <a:lnTo>
                    <a:pt x="513697" y="500423"/>
                  </a:lnTo>
                  <a:lnTo>
                    <a:pt x="511770" y="527285"/>
                  </a:lnTo>
                  <a:lnTo>
                    <a:pt x="505372" y="549327"/>
                  </a:lnTo>
                  <a:lnTo>
                    <a:pt x="484293" y="595152"/>
                  </a:lnTo>
                  <a:lnTo>
                    <a:pt x="475508" y="623576"/>
                  </a:lnTo>
                  <a:lnTo>
                    <a:pt x="458511" y="704804"/>
                  </a:lnTo>
                  <a:lnTo>
                    <a:pt x="453534" y="755524"/>
                  </a:lnTo>
                  <a:lnTo>
                    <a:pt x="0" y="755524"/>
                  </a:lnTo>
                  <a:lnTo>
                    <a:pt x="0" y="15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7" name="pg3907"/>
            <p:cNvSpPr/>
            <p:nvPr/>
          </p:nvSpPr>
          <p:spPr>
            <a:xfrm>
              <a:off x="4173090" y="2540116"/>
              <a:ext cx="1519164" cy="699069"/>
            </a:xfrm>
            <a:custGeom>
              <a:avLst/>
              <a:gdLst/>
              <a:ahLst/>
              <a:cxnLst/>
              <a:rect l="0" t="0" r="0" b="0"/>
              <a:pathLst>
                <a:path w="1519164" h="699069">
                  <a:moveTo>
                    <a:pt x="1509975" y="5632"/>
                  </a:moveTo>
                  <a:lnTo>
                    <a:pt x="1494849" y="16263"/>
                  </a:lnTo>
                  <a:lnTo>
                    <a:pt x="1478746" y="33041"/>
                  </a:lnTo>
                  <a:lnTo>
                    <a:pt x="1440965" y="45729"/>
                  </a:lnTo>
                  <a:lnTo>
                    <a:pt x="1426940" y="48955"/>
                  </a:lnTo>
                  <a:lnTo>
                    <a:pt x="1413994" y="47234"/>
                  </a:lnTo>
                  <a:lnTo>
                    <a:pt x="1398238" y="57559"/>
                  </a:lnTo>
                  <a:lnTo>
                    <a:pt x="1379593" y="63872"/>
                  </a:lnTo>
                  <a:lnTo>
                    <a:pt x="1374089" y="73474"/>
                  </a:lnTo>
                  <a:lnTo>
                    <a:pt x="1329270" y="99193"/>
                  </a:lnTo>
                  <a:lnTo>
                    <a:pt x="1312066" y="102431"/>
                  </a:lnTo>
                  <a:lnTo>
                    <a:pt x="1297426" y="109283"/>
                  </a:lnTo>
                  <a:lnTo>
                    <a:pt x="1293095" y="120917"/>
                  </a:lnTo>
                  <a:lnTo>
                    <a:pt x="1280026" y="127934"/>
                  </a:lnTo>
                  <a:lnTo>
                    <a:pt x="1276399" y="133307"/>
                  </a:lnTo>
                  <a:lnTo>
                    <a:pt x="1265407" y="149583"/>
                  </a:lnTo>
                  <a:lnTo>
                    <a:pt x="1244974" y="170603"/>
                  </a:lnTo>
                  <a:lnTo>
                    <a:pt x="1220075" y="174121"/>
                  </a:lnTo>
                  <a:lnTo>
                    <a:pt x="1210975" y="181436"/>
                  </a:lnTo>
                  <a:lnTo>
                    <a:pt x="1200438" y="193242"/>
                  </a:lnTo>
                  <a:lnTo>
                    <a:pt x="1185576" y="201345"/>
                  </a:lnTo>
                  <a:lnTo>
                    <a:pt x="1156233" y="197547"/>
                  </a:lnTo>
                  <a:lnTo>
                    <a:pt x="1163370" y="202513"/>
                  </a:lnTo>
                  <a:lnTo>
                    <a:pt x="1189622" y="210255"/>
                  </a:lnTo>
                  <a:lnTo>
                    <a:pt x="1192351" y="221730"/>
                  </a:lnTo>
                  <a:lnTo>
                    <a:pt x="1179199" y="224473"/>
                  </a:lnTo>
                  <a:lnTo>
                    <a:pt x="1151660" y="239771"/>
                  </a:lnTo>
                  <a:lnTo>
                    <a:pt x="1114556" y="266113"/>
                  </a:lnTo>
                  <a:lnTo>
                    <a:pt x="1108887" y="266735"/>
                  </a:lnTo>
                  <a:lnTo>
                    <a:pt x="1098918" y="266106"/>
                  </a:lnTo>
                  <a:lnTo>
                    <a:pt x="1084154" y="270501"/>
                  </a:lnTo>
                  <a:lnTo>
                    <a:pt x="1064759" y="279702"/>
                  </a:lnTo>
                  <a:lnTo>
                    <a:pt x="1041277" y="296232"/>
                  </a:lnTo>
                  <a:lnTo>
                    <a:pt x="999930" y="332023"/>
                  </a:lnTo>
                  <a:lnTo>
                    <a:pt x="997031" y="335802"/>
                  </a:lnTo>
                  <a:lnTo>
                    <a:pt x="991042" y="342438"/>
                  </a:lnTo>
                  <a:lnTo>
                    <a:pt x="975771" y="349512"/>
                  </a:lnTo>
                  <a:lnTo>
                    <a:pt x="961911" y="357139"/>
                  </a:lnTo>
                  <a:lnTo>
                    <a:pt x="958248" y="365166"/>
                  </a:lnTo>
                  <a:lnTo>
                    <a:pt x="951607" y="368824"/>
                  </a:lnTo>
                  <a:lnTo>
                    <a:pt x="928740" y="389177"/>
                  </a:lnTo>
                  <a:lnTo>
                    <a:pt x="915877" y="406513"/>
                  </a:lnTo>
                  <a:lnTo>
                    <a:pt x="904198" y="424656"/>
                  </a:lnTo>
                  <a:lnTo>
                    <a:pt x="891129" y="444946"/>
                  </a:lnTo>
                  <a:lnTo>
                    <a:pt x="864314" y="445200"/>
                  </a:lnTo>
                  <a:lnTo>
                    <a:pt x="843850" y="445117"/>
                  </a:lnTo>
                  <a:lnTo>
                    <a:pt x="808942" y="444971"/>
                  </a:lnTo>
                  <a:lnTo>
                    <a:pt x="779020" y="444851"/>
                  </a:lnTo>
                  <a:lnTo>
                    <a:pt x="743508" y="444705"/>
                  </a:lnTo>
                  <a:lnTo>
                    <a:pt x="717742" y="444597"/>
                  </a:lnTo>
                  <a:lnTo>
                    <a:pt x="689996" y="445448"/>
                  </a:lnTo>
                  <a:lnTo>
                    <a:pt x="676751" y="450858"/>
                  </a:lnTo>
                  <a:lnTo>
                    <a:pt x="660142" y="458167"/>
                  </a:lnTo>
                  <a:lnTo>
                    <a:pt x="642215" y="466048"/>
                  </a:lnTo>
                  <a:lnTo>
                    <a:pt x="651615" y="483626"/>
                  </a:lnTo>
                  <a:lnTo>
                    <a:pt x="654137" y="490561"/>
                  </a:lnTo>
                  <a:lnTo>
                    <a:pt x="653414" y="512927"/>
                  </a:lnTo>
                  <a:lnTo>
                    <a:pt x="655326" y="515372"/>
                  </a:lnTo>
                  <a:lnTo>
                    <a:pt x="657331" y="518693"/>
                  </a:lnTo>
                  <a:lnTo>
                    <a:pt x="657636" y="524472"/>
                  </a:lnTo>
                  <a:lnTo>
                    <a:pt x="659171" y="527114"/>
                  </a:lnTo>
                  <a:lnTo>
                    <a:pt x="662442" y="529247"/>
                  </a:lnTo>
                  <a:lnTo>
                    <a:pt x="666121" y="531756"/>
                  </a:lnTo>
                  <a:lnTo>
                    <a:pt x="668783" y="535153"/>
                  </a:lnTo>
                  <a:lnTo>
                    <a:pt x="669392" y="538544"/>
                  </a:lnTo>
                  <a:lnTo>
                    <a:pt x="666834" y="544450"/>
                  </a:lnTo>
                  <a:lnTo>
                    <a:pt x="656520" y="552433"/>
                  </a:lnTo>
                  <a:lnTo>
                    <a:pt x="642019" y="559431"/>
                  </a:lnTo>
                  <a:lnTo>
                    <a:pt x="613178" y="572055"/>
                  </a:lnTo>
                  <a:lnTo>
                    <a:pt x="579758" y="586687"/>
                  </a:lnTo>
                  <a:lnTo>
                    <a:pt x="550788" y="599368"/>
                  </a:lnTo>
                  <a:lnTo>
                    <a:pt x="528370" y="609180"/>
                  </a:lnTo>
                  <a:lnTo>
                    <a:pt x="482326" y="617797"/>
                  </a:lnTo>
                  <a:lnTo>
                    <a:pt x="445749" y="624637"/>
                  </a:lnTo>
                  <a:lnTo>
                    <a:pt x="419352" y="629577"/>
                  </a:lnTo>
                  <a:lnTo>
                    <a:pt x="395043" y="643326"/>
                  </a:lnTo>
                  <a:lnTo>
                    <a:pt x="368202" y="658497"/>
                  </a:lnTo>
                  <a:lnTo>
                    <a:pt x="345634" y="671255"/>
                  </a:lnTo>
                  <a:lnTo>
                    <a:pt x="320323" y="685562"/>
                  </a:lnTo>
                  <a:lnTo>
                    <a:pt x="296432" y="699069"/>
                  </a:lnTo>
                  <a:lnTo>
                    <a:pt x="269870" y="699025"/>
                  </a:lnTo>
                  <a:lnTo>
                    <a:pt x="251225" y="688902"/>
                  </a:lnTo>
                  <a:lnTo>
                    <a:pt x="233893" y="678507"/>
                  </a:lnTo>
                  <a:lnTo>
                    <a:pt x="222043" y="659919"/>
                  </a:lnTo>
                  <a:lnTo>
                    <a:pt x="221227" y="638322"/>
                  </a:lnTo>
                  <a:lnTo>
                    <a:pt x="225474" y="624179"/>
                  </a:lnTo>
                  <a:lnTo>
                    <a:pt x="229324" y="617727"/>
                  </a:lnTo>
                  <a:lnTo>
                    <a:pt x="236673" y="613638"/>
                  </a:lnTo>
                  <a:lnTo>
                    <a:pt x="251060" y="606684"/>
                  </a:lnTo>
                  <a:lnTo>
                    <a:pt x="264139" y="592605"/>
                  </a:lnTo>
                  <a:lnTo>
                    <a:pt x="274625" y="584204"/>
                  </a:lnTo>
                  <a:lnTo>
                    <a:pt x="285187" y="575535"/>
                  </a:lnTo>
                  <a:lnTo>
                    <a:pt x="291218" y="560606"/>
                  </a:lnTo>
                  <a:lnTo>
                    <a:pt x="298742" y="524465"/>
                  </a:lnTo>
                  <a:lnTo>
                    <a:pt x="299698" y="517277"/>
                  </a:lnTo>
                  <a:lnTo>
                    <a:pt x="310644" y="492491"/>
                  </a:lnTo>
                  <a:lnTo>
                    <a:pt x="322752" y="465070"/>
                  </a:lnTo>
                  <a:lnTo>
                    <a:pt x="328312" y="452477"/>
                  </a:lnTo>
                  <a:lnTo>
                    <a:pt x="322095" y="419792"/>
                  </a:lnTo>
                  <a:lnTo>
                    <a:pt x="317419" y="394676"/>
                  </a:lnTo>
                  <a:lnTo>
                    <a:pt x="313135" y="371669"/>
                  </a:lnTo>
                  <a:lnTo>
                    <a:pt x="308313" y="345746"/>
                  </a:lnTo>
                  <a:lnTo>
                    <a:pt x="303926" y="322148"/>
                  </a:lnTo>
                  <a:lnTo>
                    <a:pt x="299786" y="299916"/>
                  </a:lnTo>
                  <a:lnTo>
                    <a:pt x="295637" y="277600"/>
                  </a:lnTo>
                  <a:lnTo>
                    <a:pt x="291564" y="255723"/>
                  </a:lnTo>
                  <a:lnTo>
                    <a:pt x="288371" y="240032"/>
                  </a:lnTo>
                  <a:lnTo>
                    <a:pt x="284578" y="221438"/>
                  </a:lnTo>
                  <a:lnTo>
                    <a:pt x="262424" y="208388"/>
                  </a:lnTo>
                  <a:lnTo>
                    <a:pt x="245603" y="199249"/>
                  </a:lnTo>
                  <a:lnTo>
                    <a:pt x="218090" y="184320"/>
                  </a:lnTo>
                  <a:lnTo>
                    <a:pt x="195016" y="171797"/>
                  </a:lnTo>
                  <a:lnTo>
                    <a:pt x="174340" y="160340"/>
                  </a:lnTo>
                  <a:lnTo>
                    <a:pt x="187378" y="137250"/>
                  </a:lnTo>
                  <a:lnTo>
                    <a:pt x="186251" y="133472"/>
                  </a:lnTo>
                  <a:lnTo>
                    <a:pt x="181528" y="128925"/>
                  </a:lnTo>
                  <a:lnTo>
                    <a:pt x="171875" y="121362"/>
                  </a:lnTo>
                  <a:lnTo>
                    <a:pt x="166232" y="120593"/>
                  </a:lnTo>
                  <a:lnTo>
                    <a:pt x="156294" y="122372"/>
                  </a:lnTo>
                  <a:lnTo>
                    <a:pt x="140434" y="127077"/>
                  </a:lnTo>
                  <a:lnTo>
                    <a:pt x="133582" y="125515"/>
                  </a:lnTo>
                  <a:lnTo>
                    <a:pt x="128140" y="117437"/>
                  </a:lnTo>
                  <a:lnTo>
                    <a:pt x="121877" y="107099"/>
                  </a:lnTo>
                  <a:lnTo>
                    <a:pt x="119825" y="99021"/>
                  </a:lnTo>
                  <a:lnTo>
                    <a:pt x="119040" y="88333"/>
                  </a:lnTo>
                  <a:lnTo>
                    <a:pt x="115304" y="78713"/>
                  </a:lnTo>
                  <a:lnTo>
                    <a:pt x="117671" y="73664"/>
                  </a:lnTo>
                  <a:lnTo>
                    <a:pt x="118192" y="71149"/>
                  </a:lnTo>
                  <a:lnTo>
                    <a:pt x="117981" y="67987"/>
                  </a:lnTo>
                  <a:lnTo>
                    <a:pt x="115412" y="65967"/>
                  </a:lnTo>
                  <a:lnTo>
                    <a:pt x="110890" y="65085"/>
                  </a:lnTo>
                  <a:lnTo>
                    <a:pt x="95594" y="69123"/>
                  </a:lnTo>
                  <a:lnTo>
                    <a:pt x="88716" y="69498"/>
                  </a:lnTo>
                  <a:lnTo>
                    <a:pt x="84613" y="71772"/>
                  </a:lnTo>
                  <a:lnTo>
                    <a:pt x="78148" y="76490"/>
                  </a:lnTo>
                  <a:lnTo>
                    <a:pt x="71776" y="77074"/>
                  </a:lnTo>
                  <a:lnTo>
                    <a:pt x="60769" y="65904"/>
                  </a:lnTo>
                  <a:lnTo>
                    <a:pt x="48743" y="53673"/>
                  </a:lnTo>
                  <a:lnTo>
                    <a:pt x="43700" y="36825"/>
                  </a:lnTo>
                  <a:lnTo>
                    <a:pt x="38522" y="19521"/>
                  </a:lnTo>
                  <a:lnTo>
                    <a:pt x="17980" y="9112"/>
                  </a:lnTo>
                  <a:lnTo>
                    <a:pt x="0" y="0"/>
                  </a:lnTo>
                  <a:lnTo>
                    <a:pt x="151916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8" name="pg3908"/>
            <p:cNvSpPr/>
            <p:nvPr/>
          </p:nvSpPr>
          <p:spPr>
            <a:xfrm>
              <a:off x="6018224" y="2540116"/>
              <a:ext cx="296962" cy="257863"/>
            </a:xfrm>
            <a:custGeom>
              <a:avLst/>
              <a:gdLst/>
              <a:ahLst/>
              <a:cxnLst/>
              <a:rect l="0" t="0" r="0" b="0"/>
              <a:pathLst>
                <a:path w="296962" h="257863">
                  <a:moveTo>
                    <a:pt x="67195" y="242946"/>
                  </a:moveTo>
                  <a:lnTo>
                    <a:pt x="62725" y="241575"/>
                  </a:lnTo>
                  <a:lnTo>
                    <a:pt x="58875" y="240501"/>
                  </a:lnTo>
                  <a:lnTo>
                    <a:pt x="56643" y="242330"/>
                  </a:lnTo>
                  <a:lnTo>
                    <a:pt x="54529" y="244775"/>
                  </a:lnTo>
                  <a:lnTo>
                    <a:pt x="51924" y="246611"/>
                  </a:lnTo>
                  <a:lnTo>
                    <a:pt x="46457" y="244013"/>
                  </a:lnTo>
                  <a:lnTo>
                    <a:pt x="42979" y="239282"/>
                  </a:lnTo>
                  <a:lnTo>
                    <a:pt x="37393" y="234405"/>
                  </a:lnTo>
                  <a:lnTo>
                    <a:pt x="35279" y="230735"/>
                  </a:lnTo>
                  <a:lnTo>
                    <a:pt x="36401" y="226467"/>
                  </a:lnTo>
                  <a:lnTo>
                    <a:pt x="38881" y="222346"/>
                  </a:lnTo>
                  <a:lnTo>
                    <a:pt x="40002" y="217462"/>
                  </a:lnTo>
                  <a:lnTo>
                    <a:pt x="37269" y="211829"/>
                  </a:lnTo>
                  <a:lnTo>
                    <a:pt x="34783" y="208623"/>
                  </a:lnTo>
                  <a:lnTo>
                    <a:pt x="33047" y="204958"/>
                  </a:lnTo>
                  <a:lnTo>
                    <a:pt x="33667" y="201453"/>
                  </a:lnTo>
                  <a:lnTo>
                    <a:pt x="37145" y="199770"/>
                  </a:lnTo>
                  <a:lnTo>
                    <a:pt x="40375" y="197630"/>
                  </a:lnTo>
                  <a:lnTo>
                    <a:pt x="41491" y="193058"/>
                  </a:lnTo>
                  <a:lnTo>
                    <a:pt x="39501" y="188174"/>
                  </a:lnTo>
                  <a:lnTo>
                    <a:pt x="33791" y="186187"/>
                  </a:lnTo>
                  <a:lnTo>
                    <a:pt x="29073" y="186949"/>
                  </a:lnTo>
                  <a:lnTo>
                    <a:pt x="22241" y="185882"/>
                  </a:lnTo>
                  <a:lnTo>
                    <a:pt x="15663" y="182834"/>
                  </a:lnTo>
                  <a:lnTo>
                    <a:pt x="11316" y="179322"/>
                  </a:lnTo>
                  <a:lnTo>
                    <a:pt x="7963" y="177334"/>
                  </a:lnTo>
                  <a:lnTo>
                    <a:pt x="5353" y="177334"/>
                  </a:lnTo>
                  <a:lnTo>
                    <a:pt x="2247" y="175353"/>
                  </a:lnTo>
                  <a:lnTo>
                    <a:pt x="387" y="171993"/>
                  </a:lnTo>
                  <a:lnTo>
                    <a:pt x="635" y="166500"/>
                  </a:lnTo>
                  <a:lnTo>
                    <a:pt x="1503" y="163147"/>
                  </a:lnTo>
                  <a:lnTo>
                    <a:pt x="3239" y="160245"/>
                  </a:lnTo>
                  <a:lnTo>
                    <a:pt x="3363" y="157038"/>
                  </a:lnTo>
                  <a:lnTo>
                    <a:pt x="2619" y="154746"/>
                  </a:lnTo>
                  <a:lnTo>
                    <a:pt x="2500" y="152923"/>
                  </a:lnTo>
                  <a:lnTo>
                    <a:pt x="2991" y="150631"/>
                  </a:lnTo>
                  <a:lnTo>
                    <a:pt x="4113" y="146052"/>
                  </a:lnTo>
                  <a:lnTo>
                    <a:pt x="2247" y="142699"/>
                  </a:lnTo>
                  <a:lnTo>
                    <a:pt x="2056" y="131078"/>
                  </a:lnTo>
                  <a:lnTo>
                    <a:pt x="1689" y="109334"/>
                  </a:lnTo>
                  <a:lnTo>
                    <a:pt x="1415" y="92677"/>
                  </a:lnTo>
                  <a:lnTo>
                    <a:pt x="1069" y="71740"/>
                  </a:lnTo>
                  <a:lnTo>
                    <a:pt x="867" y="56493"/>
                  </a:lnTo>
                  <a:lnTo>
                    <a:pt x="588" y="35130"/>
                  </a:lnTo>
                  <a:lnTo>
                    <a:pt x="325" y="14859"/>
                  </a:lnTo>
                  <a:lnTo>
                    <a:pt x="0" y="0"/>
                  </a:lnTo>
                  <a:lnTo>
                    <a:pt x="276472" y="0"/>
                  </a:lnTo>
                  <a:lnTo>
                    <a:pt x="276633" y="57"/>
                  </a:lnTo>
                  <a:lnTo>
                    <a:pt x="276810" y="0"/>
                  </a:lnTo>
                  <a:lnTo>
                    <a:pt x="296962" y="0"/>
                  </a:lnTo>
                  <a:lnTo>
                    <a:pt x="296962" y="192012"/>
                  </a:lnTo>
                  <a:lnTo>
                    <a:pt x="290901" y="195833"/>
                  </a:lnTo>
                  <a:lnTo>
                    <a:pt x="267083" y="205085"/>
                  </a:lnTo>
                  <a:lnTo>
                    <a:pt x="239280" y="222746"/>
                  </a:lnTo>
                  <a:lnTo>
                    <a:pt x="203354" y="237625"/>
                  </a:lnTo>
                  <a:lnTo>
                    <a:pt x="195825" y="237682"/>
                  </a:lnTo>
                  <a:lnTo>
                    <a:pt x="179510" y="225438"/>
                  </a:lnTo>
                  <a:lnTo>
                    <a:pt x="184073" y="219863"/>
                  </a:lnTo>
                  <a:lnTo>
                    <a:pt x="188316" y="212306"/>
                  </a:lnTo>
                  <a:lnTo>
                    <a:pt x="184260" y="214484"/>
                  </a:lnTo>
                  <a:lnTo>
                    <a:pt x="181629" y="217761"/>
                  </a:lnTo>
                  <a:lnTo>
                    <a:pt x="171790" y="223019"/>
                  </a:lnTo>
                  <a:lnTo>
                    <a:pt x="179769" y="233199"/>
                  </a:lnTo>
                  <a:lnTo>
                    <a:pt x="175914" y="237015"/>
                  </a:lnTo>
                  <a:lnTo>
                    <a:pt x="164503" y="242032"/>
                  </a:lnTo>
                  <a:lnTo>
                    <a:pt x="153878" y="249290"/>
                  </a:lnTo>
                  <a:lnTo>
                    <a:pt x="144577" y="254142"/>
                  </a:lnTo>
                  <a:lnTo>
                    <a:pt x="137052" y="247970"/>
                  </a:lnTo>
                  <a:lnTo>
                    <a:pt x="116283" y="255768"/>
                  </a:lnTo>
                  <a:lnTo>
                    <a:pt x="98791" y="257863"/>
                  </a:lnTo>
                  <a:lnTo>
                    <a:pt x="95008" y="253913"/>
                  </a:lnTo>
                  <a:lnTo>
                    <a:pt x="93897" y="247677"/>
                  </a:lnTo>
                  <a:lnTo>
                    <a:pt x="87773" y="246172"/>
                  </a:lnTo>
                  <a:lnTo>
                    <a:pt x="76394" y="247893"/>
                  </a:lnTo>
                  <a:lnTo>
                    <a:pt x="72079" y="2445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9" name="pg3909"/>
            <p:cNvSpPr/>
            <p:nvPr/>
          </p:nvSpPr>
          <p:spPr>
            <a:xfrm>
              <a:off x="5287647" y="2540116"/>
              <a:ext cx="534180" cy="266113"/>
            </a:xfrm>
            <a:custGeom>
              <a:avLst/>
              <a:gdLst/>
              <a:ahLst/>
              <a:cxnLst/>
              <a:rect l="0" t="0" r="0" b="0"/>
              <a:pathLst>
                <a:path w="534180" h="266113">
                  <a:moveTo>
                    <a:pt x="528260" y="7169"/>
                  </a:moveTo>
                  <a:lnTo>
                    <a:pt x="511940" y="26932"/>
                  </a:lnTo>
                  <a:lnTo>
                    <a:pt x="497548" y="44357"/>
                  </a:lnTo>
                  <a:lnTo>
                    <a:pt x="494318" y="62240"/>
                  </a:lnTo>
                  <a:lnTo>
                    <a:pt x="491254" y="79195"/>
                  </a:lnTo>
                  <a:lnTo>
                    <a:pt x="479347" y="92099"/>
                  </a:lnTo>
                  <a:lnTo>
                    <a:pt x="472087" y="103930"/>
                  </a:lnTo>
                  <a:lnTo>
                    <a:pt x="468847" y="117050"/>
                  </a:lnTo>
                  <a:lnTo>
                    <a:pt x="466139" y="129097"/>
                  </a:lnTo>
                  <a:lnTo>
                    <a:pt x="465932" y="139181"/>
                  </a:lnTo>
                  <a:lnTo>
                    <a:pt x="467973" y="144471"/>
                  </a:lnTo>
                  <a:lnTo>
                    <a:pt x="467012" y="148770"/>
                  </a:lnTo>
                  <a:lnTo>
                    <a:pt x="463074" y="153717"/>
                  </a:lnTo>
                  <a:lnTo>
                    <a:pt x="455199" y="162322"/>
                  </a:lnTo>
                  <a:lnTo>
                    <a:pt x="453798" y="170603"/>
                  </a:lnTo>
                  <a:lnTo>
                    <a:pt x="448982" y="174686"/>
                  </a:lnTo>
                  <a:lnTo>
                    <a:pt x="435246" y="182859"/>
                  </a:lnTo>
                  <a:lnTo>
                    <a:pt x="424042" y="194906"/>
                  </a:lnTo>
                  <a:lnTo>
                    <a:pt x="423495" y="201726"/>
                  </a:lnTo>
                  <a:lnTo>
                    <a:pt x="425112" y="207391"/>
                  </a:lnTo>
                  <a:lnTo>
                    <a:pt x="425360" y="210909"/>
                  </a:lnTo>
                  <a:lnTo>
                    <a:pt x="423122" y="213360"/>
                  </a:lnTo>
                  <a:lnTo>
                    <a:pt x="418637" y="213201"/>
                  </a:lnTo>
                  <a:lnTo>
                    <a:pt x="413784" y="213970"/>
                  </a:lnTo>
                  <a:lnTo>
                    <a:pt x="409697" y="218993"/>
                  </a:lnTo>
                  <a:lnTo>
                    <a:pt x="409800" y="226207"/>
                  </a:lnTo>
                  <a:lnTo>
                    <a:pt x="406813" y="231408"/>
                  </a:lnTo>
                  <a:lnTo>
                    <a:pt x="403325" y="232481"/>
                  </a:lnTo>
                  <a:lnTo>
                    <a:pt x="400338" y="228804"/>
                  </a:lnTo>
                  <a:lnTo>
                    <a:pt x="396746" y="223292"/>
                  </a:lnTo>
                  <a:lnTo>
                    <a:pt x="392540" y="222752"/>
                  </a:lnTo>
                  <a:lnTo>
                    <a:pt x="386153" y="226410"/>
                  </a:lnTo>
                  <a:lnTo>
                    <a:pt x="378277" y="232430"/>
                  </a:lnTo>
                  <a:lnTo>
                    <a:pt x="371192" y="232754"/>
                  </a:lnTo>
                  <a:lnTo>
                    <a:pt x="357890" y="228887"/>
                  </a:lnTo>
                  <a:lnTo>
                    <a:pt x="348180" y="240559"/>
                  </a:lnTo>
                  <a:lnTo>
                    <a:pt x="337757" y="265630"/>
                  </a:lnTo>
                  <a:lnTo>
                    <a:pt x="293717" y="265693"/>
                  </a:lnTo>
                  <a:lnTo>
                    <a:pt x="249678" y="265757"/>
                  </a:lnTo>
                  <a:lnTo>
                    <a:pt x="205634" y="265820"/>
                  </a:lnTo>
                  <a:lnTo>
                    <a:pt x="161594" y="265884"/>
                  </a:lnTo>
                  <a:lnTo>
                    <a:pt x="117555" y="265941"/>
                  </a:lnTo>
                  <a:lnTo>
                    <a:pt x="73516" y="266005"/>
                  </a:lnTo>
                  <a:lnTo>
                    <a:pt x="29476" y="266068"/>
                  </a:lnTo>
                  <a:lnTo>
                    <a:pt x="4831" y="266106"/>
                  </a:lnTo>
                  <a:lnTo>
                    <a:pt x="0" y="266113"/>
                  </a:lnTo>
                  <a:lnTo>
                    <a:pt x="15089" y="261204"/>
                  </a:lnTo>
                  <a:lnTo>
                    <a:pt x="46550" y="242127"/>
                  </a:lnTo>
                  <a:lnTo>
                    <a:pt x="69753" y="235218"/>
                  </a:lnTo>
                  <a:lnTo>
                    <a:pt x="99933" y="215182"/>
                  </a:lnTo>
                  <a:lnTo>
                    <a:pt x="121792" y="211328"/>
                  </a:lnTo>
                  <a:lnTo>
                    <a:pt x="125952" y="206921"/>
                  </a:lnTo>
                  <a:lnTo>
                    <a:pt x="129616" y="190302"/>
                  </a:lnTo>
                  <a:lnTo>
                    <a:pt x="131616" y="184377"/>
                  </a:lnTo>
                  <a:lnTo>
                    <a:pt x="141823" y="168056"/>
                  </a:lnTo>
                  <a:lnTo>
                    <a:pt x="154080" y="154289"/>
                  </a:lnTo>
                  <a:lnTo>
                    <a:pt x="163971" y="135250"/>
                  </a:lnTo>
                  <a:lnTo>
                    <a:pt x="181924" y="123083"/>
                  </a:lnTo>
                  <a:lnTo>
                    <a:pt x="209070" y="112909"/>
                  </a:lnTo>
                  <a:lnTo>
                    <a:pt x="234180" y="90689"/>
                  </a:lnTo>
                  <a:lnTo>
                    <a:pt x="247942" y="83914"/>
                  </a:lnTo>
                  <a:lnTo>
                    <a:pt x="261280" y="79062"/>
                  </a:lnTo>
                  <a:lnTo>
                    <a:pt x="266881" y="70032"/>
                  </a:lnTo>
                  <a:lnTo>
                    <a:pt x="275129" y="64869"/>
                  </a:lnTo>
                  <a:lnTo>
                    <a:pt x="297180" y="54372"/>
                  </a:lnTo>
                  <a:lnTo>
                    <a:pt x="321484" y="51533"/>
                  </a:lnTo>
                  <a:lnTo>
                    <a:pt x="346046" y="42820"/>
                  </a:lnTo>
                  <a:lnTo>
                    <a:pt x="364887" y="38203"/>
                  </a:lnTo>
                  <a:lnTo>
                    <a:pt x="376442" y="30030"/>
                  </a:lnTo>
                  <a:lnTo>
                    <a:pt x="393243" y="25725"/>
                  </a:lnTo>
                  <a:lnTo>
                    <a:pt x="443385" y="2273"/>
                  </a:lnTo>
                  <a:lnTo>
                    <a:pt x="446265" y="0"/>
                  </a:lnTo>
                  <a:lnTo>
                    <a:pt x="53418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0" name="pg3910"/>
            <p:cNvSpPr/>
            <p:nvPr/>
          </p:nvSpPr>
          <p:spPr>
            <a:xfrm>
              <a:off x="6188919" y="2797057"/>
              <a:ext cx="126268" cy="202407"/>
            </a:xfrm>
            <a:custGeom>
              <a:avLst/>
              <a:gdLst/>
              <a:ahLst/>
              <a:cxnLst/>
              <a:rect l="0" t="0" r="0" b="0"/>
              <a:pathLst>
                <a:path w="126268" h="202407">
                  <a:moveTo>
                    <a:pt x="117079" y="175208"/>
                  </a:moveTo>
                  <a:lnTo>
                    <a:pt x="108057" y="174662"/>
                  </a:lnTo>
                  <a:lnTo>
                    <a:pt x="101406" y="175266"/>
                  </a:lnTo>
                  <a:lnTo>
                    <a:pt x="91386" y="182892"/>
                  </a:lnTo>
                  <a:lnTo>
                    <a:pt x="89830" y="198305"/>
                  </a:lnTo>
                  <a:lnTo>
                    <a:pt x="85406" y="196266"/>
                  </a:lnTo>
                  <a:lnTo>
                    <a:pt x="80916" y="196768"/>
                  </a:lnTo>
                  <a:lnTo>
                    <a:pt x="78595" y="201607"/>
                  </a:lnTo>
                  <a:lnTo>
                    <a:pt x="75288" y="202407"/>
                  </a:lnTo>
                  <a:lnTo>
                    <a:pt x="66529" y="197829"/>
                  </a:lnTo>
                  <a:lnTo>
                    <a:pt x="56214" y="200331"/>
                  </a:lnTo>
                  <a:lnTo>
                    <a:pt x="48147" y="196857"/>
                  </a:lnTo>
                  <a:lnTo>
                    <a:pt x="37863" y="174275"/>
                  </a:lnTo>
                  <a:lnTo>
                    <a:pt x="32401" y="166362"/>
                  </a:lnTo>
                  <a:lnTo>
                    <a:pt x="22717" y="163810"/>
                  </a:lnTo>
                  <a:lnTo>
                    <a:pt x="20205" y="168585"/>
                  </a:lnTo>
                  <a:lnTo>
                    <a:pt x="16448" y="173259"/>
                  </a:lnTo>
                  <a:lnTo>
                    <a:pt x="7126" y="163943"/>
                  </a:lnTo>
                  <a:lnTo>
                    <a:pt x="56" y="129365"/>
                  </a:lnTo>
                  <a:lnTo>
                    <a:pt x="0" y="121021"/>
                  </a:lnTo>
                  <a:lnTo>
                    <a:pt x="9896" y="91936"/>
                  </a:lnTo>
                  <a:lnTo>
                    <a:pt x="34401" y="65753"/>
                  </a:lnTo>
                  <a:lnTo>
                    <a:pt x="26577" y="64877"/>
                  </a:lnTo>
                  <a:lnTo>
                    <a:pt x="4940" y="83033"/>
                  </a:lnTo>
                  <a:lnTo>
                    <a:pt x="7172" y="78638"/>
                  </a:lnTo>
                  <a:lnTo>
                    <a:pt x="10841" y="74059"/>
                  </a:lnTo>
                  <a:lnTo>
                    <a:pt x="18138" y="66674"/>
                  </a:lnTo>
                  <a:lnTo>
                    <a:pt x="29213" y="59733"/>
                  </a:lnTo>
                  <a:lnTo>
                    <a:pt x="43961" y="55688"/>
                  </a:lnTo>
                  <a:lnTo>
                    <a:pt x="54106" y="55072"/>
                  </a:lnTo>
                  <a:lnTo>
                    <a:pt x="61098" y="51236"/>
                  </a:lnTo>
                  <a:lnTo>
                    <a:pt x="71231" y="44441"/>
                  </a:lnTo>
                  <a:lnTo>
                    <a:pt x="73112" y="40834"/>
                  </a:lnTo>
                  <a:lnTo>
                    <a:pt x="64126" y="44981"/>
                  </a:lnTo>
                  <a:lnTo>
                    <a:pt x="49196" y="49064"/>
                  </a:lnTo>
                  <a:lnTo>
                    <a:pt x="53026" y="43711"/>
                  </a:lnTo>
                  <a:lnTo>
                    <a:pt x="56762" y="40847"/>
                  </a:lnTo>
                  <a:lnTo>
                    <a:pt x="126268" y="0"/>
                  </a:lnTo>
                  <a:lnTo>
                    <a:pt x="126268" y="1681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1" name="pg3911"/>
            <p:cNvSpPr/>
            <p:nvPr/>
          </p:nvSpPr>
          <p:spPr>
            <a:xfrm>
              <a:off x="6175048" y="2885799"/>
              <a:ext cx="12040" cy="17520"/>
            </a:xfrm>
            <a:custGeom>
              <a:avLst/>
              <a:gdLst/>
              <a:ahLst/>
              <a:cxnLst/>
              <a:rect l="0" t="0" r="0" b="0"/>
              <a:pathLst>
                <a:path w="12040" h="17520">
                  <a:moveTo>
                    <a:pt x="0" y="17520"/>
                  </a:moveTo>
                  <a:lnTo>
                    <a:pt x="1291" y="13062"/>
                  </a:lnTo>
                  <a:lnTo>
                    <a:pt x="7792" y="1695"/>
                  </a:lnTo>
                  <a:lnTo>
                    <a:pt x="12040" y="0"/>
                  </a:lnTo>
                  <a:lnTo>
                    <a:pt x="5327" y="129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2" name="pg3912"/>
            <p:cNvSpPr/>
            <p:nvPr/>
          </p:nvSpPr>
          <p:spPr>
            <a:xfrm>
              <a:off x="6114410" y="2832043"/>
              <a:ext cx="16050" cy="22950"/>
            </a:xfrm>
            <a:custGeom>
              <a:avLst/>
              <a:gdLst/>
              <a:ahLst/>
              <a:cxnLst/>
              <a:rect l="0" t="0" r="0" b="0"/>
              <a:pathLst>
                <a:path w="16050" h="22950">
                  <a:moveTo>
                    <a:pt x="0" y="22950"/>
                  </a:moveTo>
                  <a:lnTo>
                    <a:pt x="5539" y="5391"/>
                  </a:lnTo>
                  <a:lnTo>
                    <a:pt x="10046" y="0"/>
                  </a:lnTo>
                  <a:lnTo>
                    <a:pt x="16050" y="1816"/>
                  </a:lnTo>
                  <a:lnTo>
                    <a:pt x="15208" y="12427"/>
                  </a:lnTo>
                  <a:lnTo>
                    <a:pt x="14242" y="1607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3" name="pg3913"/>
            <p:cNvSpPr/>
            <p:nvPr/>
          </p:nvSpPr>
          <p:spPr>
            <a:xfrm>
              <a:off x="5366847" y="2715076"/>
              <a:ext cx="51274" cy="34247"/>
            </a:xfrm>
            <a:custGeom>
              <a:avLst/>
              <a:gdLst/>
              <a:ahLst/>
              <a:cxnLst/>
              <a:rect l="0" t="0" r="0" b="0"/>
              <a:pathLst>
                <a:path w="51274" h="34247">
                  <a:moveTo>
                    <a:pt x="33548" y="33244"/>
                  </a:moveTo>
                  <a:lnTo>
                    <a:pt x="19601" y="30837"/>
                  </a:lnTo>
                  <a:lnTo>
                    <a:pt x="4268" y="34177"/>
                  </a:lnTo>
                  <a:lnTo>
                    <a:pt x="0" y="34247"/>
                  </a:lnTo>
                  <a:lnTo>
                    <a:pt x="11389" y="24582"/>
                  </a:lnTo>
                  <a:lnTo>
                    <a:pt x="28903" y="18638"/>
                  </a:lnTo>
                  <a:lnTo>
                    <a:pt x="46364" y="463"/>
                  </a:lnTo>
                  <a:lnTo>
                    <a:pt x="51274" y="0"/>
                  </a:lnTo>
                  <a:lnTo>
                    <a:pt x="44628" y="20587"/>
                  </a:lnTo>
                  <a:lnTo>
                    <a:pt x="43274" y="27948"/>
                  </a:lnTo>
                  <a:lnTo>
                    <a:pt x="41703" y="306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4" name="pg3914"/>
            <p:cNvSpPr/>
            <p:nvPr/>
          </p:nvSpPr>
          <p:spPr>
            <a:xfrm>
              <a:off x="5377730" y="2716409"/>
              <a:ext cx="30200" cy="16853"/>
            </a:xfrm>
            <a:custGeom>
              <a:avLst/>
              <a:gdLst/>
              <a:ahLst/>
              <a:cxnLst/>
              <a:rect l="0" t="0" r="0" b="0"/>
              <a:pathLst>
                <a:path w="30200" h="16853">
                  <a:moveTo>
                    <a:pt x="4423" y="16853"/>
                  </a:moveTo>
                  <a:lnTo>
                    <a:pt x="0" y="15723"/>
                  </a:lnTo>
                  <a:lnTo>
                    <a:pt x="14082" y="2946"/>
                  </a:lnTo>
                  <a:lnTo>
                    <a:pt x="30200" y="0"/>
                  </a:lnTo>
                  <a:lnTo>
                    <a:pt x="17187" y="1417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5" name="pg3915"/>
            <p:cNvSpPr/>
            <p:nvPr/>
          </p:nvSpPr>
          <p:spPr>
            <a:xfrm>
              <a:off x="5667831" y="2547127"/>
              <a:ext cx="30784" cy="17069"/>
            </a:xfrm>
            <a:custGeom>
              <a:avLst/>
              <a:gdLst/>
              <a:ahLst/>
              <a:cxnLst/>
              <a:rect l="0" t="0" r="0" b="0"/>
              <a:pathLst>
                <a:path w="30784" h="17069">
                  <a:moveTo>
                    <a:pt x="0" y="17069"/>
                  </a:moveTo>
                  <a:lnTo>
                    <a:pt x="2294" y="12554"/>
                  </a:lnTo>
                  <a:lnTo>
                    <a:pt x="15430" y="4508"/>
                  </a:lnTo>
                  <a:lnTo>
                    <a:pt x="25084" y="0"/>
                  </a:lnTo>
                  <a:lnTo>
                    <a:pt x="30784" y="95"/>
                  </a:lnTo>
                  <a:lnTo>
                    <a:pt x="21502" y="9957"/>
                  </a:lnTo>
                  <a:lnTo>
                    <a:pt x="9622" y="160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6" name="pg3916"/>
            <p:cNvSpPr/>
            <p:nvPr/>
          </p:nvSpPr>
          <p:spPr>
            <a:xfrm>
              <a:off x="4939342" y="5500509"/>
              <a:ext cx="49258" cy="37397"/>
            </a:xfrm>
            <a:custGeom>
              <a:avLst/>
              <a:gdLst/>
              <a:ahLst/>
              <a:cxnLst/>
              <a:rect l="0" t="0" r="0" b="0"/>
              <a:pathLst>
                <a:path w="49258" h="37397">
                  <a:moveTo>
                    <a:pt x="36380" y="7931"/>
                  </a:moveTo>
                  <a:lnTo>
                    <a:pt x="25890" y="16136"/>
                  </a:lnTo>
                  <a:lnTo>
                    <a:pt x="33512" y="21991"/>
                  </a:lnTo>
                  <a:lnTo>
                    <a:pt x="40695" y="9258"/>
                  </a:lnTo>
                  <a:lnTo>
                    <a:pt x="46395" y="19603"/>
                  </a:lnTo>
                  <a:lnTo>
                    <a:pt x="49258" y="37397"/>
                  </a:lnTo>
                  <a:lnTo>
                    <a:pt x="16879" y="37397"/>
                  </a:lnTo>
                  <a:lnTo>
                    <a:pt x="15627" y="32145"/>
                  </a:lnTo>
                  <a:lnTo>
                    <a:pt x="9084" y="25573"/>
                  </a:lnTo>
                  <a:lnTo>
                    <a:pt x="0" y="8807"/>
                  </a:lnTo>
                  <a:lnTo>
                    <a:pt x="5276" y="4483"/>
                  </a:lnTo>
                  <a:lnTo>
                    <a:pt x="12309" y="5924"/>
                  </a:lnTo>
                  <a:lnTo>
                    <a:pt x="15911" y="3905"/>
                  </a:lnTo>
                  <a:lnTo>
                    <a:pt x="25662" y="2292"/>
                  </a:lnTo>
                  <a:lnTo>
                    <a:pt x="31585" y="0"/>
                  </a:lnTo>
                  <a:lnTo>
                    <a:pt x="36215" y="495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7" name="pg3917"/>
            <p:cNvSpPr/>
            <p:nvPr/>
          </p:nvSpPr>
          <p:spPr>
            <a:xfrm>
              <a:off x="4945285" y="5155530"/>
              <a:ext cx="95830" cy="135860"/>
            </a:xfrm>
            <a:custGeom>
              <a:avLst/>
              <a:gdLst/>
              <a:ahLst/>
              <a:cxnLst/>
              <a:rect l="0" t="0" r="0" b="0"/>
              <a:pathLst>
                <a:path w="95830" h="135860">
                  <a:moveTo>
                    <a:pt x="73800" y="135860"/>
                  </a:moveTo>
                  <a:lnTo>
                    <a:pt x="64612" y="122835"/>
                  </a:lnTo>
                  <a:lnTo>
                    <a:pt x="57211" y="119050"/>
                  </a:lnTo>
                  <a:lnTo>
                    <a:pt x="68772" y="109842"/>
                  </a:lnTo>
                  <a:lnTo>
                    <a:pt x="73764" y="101930"/>
                  </a:lnTo>
                  <a:lnTo>
                    <a:pt x="73660" y="84669"/>
                  </a:lnTo>
                  <a:lnTo>
                    <a:pt x="76482" y="75214"/>
                  </a:lnTo>
                  <a:lnTo>
                    <a:pt x="75526" y="67028"/>
                  </a:lnTo>
                  <a:lnTo>
                    <a:pt x="78073" y="58671"/>
                  </a:lnTo>
                  <a:lnTo>
                    <a:pt x="74627" y="49285"/>
                  </a:lnTo>
                  <a:lnTo>
                    <a:pt x="64963" y="41842"/>
                  </a:lnTo>
                  <a:lnTo>
                    <a:pt x="45842" y="12237"/>
                  </a:lnTo>
                  <a:lnTo>
                    <a:pt x="15637" y="5048"/>
                  </a:lnTo>
                  <a:lnTo>
                    <a:pt x="0" y="4750"/>
                  </a:lnTo>
                  <a:lnTo>
                    <a:pt x="8593" y="0"/>
                  </a:lnTo>
                  <a:lnTo>
                    <a:pt x="16531" y="577"/>
                  </a:lnTo>
                  <a:lnTo>
                    <a:pt x="28748" y="3403"/>
                  </a:lnTo>
                  <a:lnTo>
                    <a:pt x="43377" y="4769"/>
                  </a:lnTo>
                  <a:lnTo>
                    <a:pt x="52318" y="13481"/>
                  </a:lnTo>
                  <a:lnTo>
                    <a:pt x="60855" y="25033"/>
                  </a:lnTo>
                  <a:lnTo>
                    <a:pt x="68565" y="29707"/>
                  </a:lnTo>
                  <a:lnTo>
                    <a:pt x="71738" y="32679"/>
                  </a:lnTo>
                  <a:lnTo>
                    <a:pt x="71381" y="36032"/>
                  </a:lnTo>
                  <a:lnTo>
                    <a:pt x="72663" y="39181"/>
                  </a:lnTo>
                  <a:lnTo>
                    <a:pt x="82724" y="44586"/>
                  </a:lnTo>
                  <a:lnTo>
                    <a:pt x="92858" y="53311"/>
                  </a:lnTo>
                  <a:lnTo>
                    <a:pt x="95830" y="78897"/>
                  </a:lnTo>
                  <a:lnTo>
                    <a:pt x="82177" y="91007"/>
                  </a:lnTo>
                  <a:lnTo>
                    <a:pt x="79665" y="128055"/>
                  </a:lnTo>
                  <a:lnTo>
                    <a:pt x="76001" y="1347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8" name="pg3918"/>
            <p:cNvSpPr/>
            <p:nvPr/>
          </p:nvSpPr>
          <p:spPr>
            <a:xfrm>
              <a:off x="4893261" y="5381534"/>
              <a:ext cx="74105" cy="118987"/>
            </a:xfrm>
            <a:custGeom>
              <a:avLst/>
              <a:gdLst/>
              <a:ahLst/>
              <a:cxnLst/>
              <a:rect l="0" t="0" r="0" b="0"/>
              <a:pathLst>
                <a:path w="74105" h="118987">
                  <a:moveTo>
                    <a:pt x="72947" y="80116"/>
                  </a:moveTo>
                  <a:lnTo>
                    <a:pt x="74105" y="91896"/>
                  </a:lnTo>
                  <a:lnTo>
                    <a:pt x="73035" y="96094"/>
                  </a:lnTo>
                  <a:lnTo>
                    <a:pt x="61583" y="103968"/>
                  </a:lnTo>
                  <a:lnTo>
                    <a:pt x="58643" y="108369"/>
                  </a:lnTo>
                  <a:lnTo>
                    <a:pt x="47847" y="112808"/>
                  </a:lnTo>
                  <a:lnTo>
                    <a:pt x="41315" y="118987"/>
                  </a:lnTo>
                  <a:lnTo>
                    <a:pt x="38044" y="108947"/>
                  </a:lnTo>
                  <a:lnTo>
                    <a:pt x="31703" y="102742"/>
                  </a:lnTo>
                  <a:lnTo>
                    <a:pt x="30639" y="92194"/>
                  </a:lnTo>
                  <a:lnTo>
                    <a:pt x="25792" y="95757"/>
                  </a:lnTo>
                  <a:lnTo>
                    <a:pt x="18805" y="93585"/>
                  </a:lnTo>
                  <a:lnTo>
                    <a:pt x="7281" y="85596"/>
                  </a:lnTo>
                  <a:lnTo>
                    <a:pt x="0" y="74750"/>
                  </a:lnTo>
                  <a:lnTo>
                    <a:pt x="10201" y="72870"/>
                  </a:lnTo>
                  <a:lnTo>
                    <a:pt x="12309" y="79608"/>
                  </a:lnTo>
                  <a:lnTo>
                    <a:pt x="20381" y="71340"/>
                  </a:lnTo>
                  <a:lnTo>
                    <a:pt x="18546" y="66983"/>
                  </a:lnTo>
                  <a:lnTo>
                    <a:pt x="17089" y="66425"/>
                  </a:lnTo>
                  <a:lnTo>
                    <a:pt x="14443" y="58321"/>
                  </a:lnTo>
                  <a:lnTo>
                    <a:pt x="26587" y="37098"/>
                  </a:lnTo>
                  <a:lnTo>
                    <a:pt x="29207" y="23407"/>
                  </a:lnTo>
                  <a:lnTo>
                    <a:pt x="23699" y="1441"/>
                  </a:lnTo>
                  <a:lnTo>
                    <a:pt x="28841" y="0"/>
                  </a:lnTo>
                  <a:lnTo>
                    <a:pt x="42545" y="7703"/>
                  </a:lnTo>
                  <a:lnTo>
                    <a:pt x="48685" y="15285"/>
                  </a:lnTo>
                  <a:lnTo>
                    <a:pt x="48886" y="25693"/>
                  </a:lnTo>
                  <a:lnTo>
                    <a:pt x="54648" y="33752"/>
                  </a:lnTo>
                  <a:lnTo>
                    <a:pt x="62989" y="53057"/>
                  </a:lnTo>
                  <a:lnTo>
                    <a:pt x="73180" y="64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9" name="pg3919"/>
            <p:cNvSpPr/>
            <p:nvPr/>
          </p:nvSpPr>
          <p:spPr>
            <a:xfrm>
              <a:off x="4835016" y="5174016"/>
              <a:ext cx="112522" cy="38661"/>
            </a:xfrm>
            <a:custGeom>
              <a:avLst/>
              <a:gdLst/>
              <a:ahLst/>
              <a:cxnLst/>
              <a:rect l="0" t="0" r="0" b="0"/>
              <a:pathLst>
                <a:path w="112522" h="38661">
                  <a:moveTo>
                    <a:pt x="64973" y="13005"/>
                  </a:moveTo>
                  <a:lnTo>
                    <a:pt x="71841" y="12453"/>
                  </a:lnTo>
                  <a:lnTo>
                    <a:pt x="75960" y="9792"/>
                  </a:lnTo>
                  <a:lnTo>
                    <a:pt x="94931" y="10878"/>
                  </a:lnTo>
                  <a:lnTo>
                    <a:pt x="110248" y="6985"/>
                  </a:lnTo>
                  <a:lnTo>
                    <a:pt x="112522" y="13894"/>
                  </a:lnTo>
                  <a:lnTo>
                    <a:pt x="112134" y="17501"/>
                  </a:lnTo>
                  <a:lnTo>
                    <a:pt x="79562" y="20886"/>
                  </a:lnTo>
                  <a:lnTo>
                    <a:pt x="49682" y="31028"/>
                  </a:lnTo>
                  <a:lnTo>
                    <a:pt x="33305" y="37899"/>
                  </a:lnTo>
                  <a:lnTo>
                    <a:pt x="25611" y="38661"/>
                  </a:lnTo>
                  <a:lnTo>
                    <a:pt x="19730" y="35047"/>
                  </a:lnTo>
                  <a:lnTo>
                    <a:pt x="0" y="14104"/>
                  </a:lnTo>
                  <a:lnTo>
                    <a:pt x="5276" y="16193"/>
                  </a:lnTo>
                  <a:lnTo>
                    <a:pt x="19854" y="28030"/>
                  </a:lnTo>
                  <a:lnTo>
                    <a:pt x="28908" y="25871"/>
                  </a:lnTo>
                  <a:lnTo>
                    <a:pt x="37295" y="18047"/>
                  </a:lnTo>
                  <a:lnTo>
                    <a:pt x="38577" y="12135"/>
                  </a:lnTo>
                  <a:lnTo>
                    <a:pt x="37326" y="9335"/>
                  </a:lnTo>
                  <a:lnTo>
                    <a:pt x="41119" y="0"/>
                  </a:lnTo>
                  <a:lnTo>
                    <a:pt x="52152" y="896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0" name="pg3920"/>
            <p:cNvSpPr/>
            <p:nvPr/>
          </p:nvSpPr>
          <p:spPr>
            <a:xfrm>
              <a:off x="4985696" y="5397055"/>
              <a:ext cx="30985" cy="11691"/>
            </a:xfrm>
            <a:custGeom>
              <a:avLst/>
              <a:gdLst/>
              <a:ahLst/>
              <a:cxnLst/>
              <a:rect l="0" t="0" r="0" b="0"/>
              <a:pathLst>
                <a:path w="30985" h="11691">
                  <a:moveTo>
                    <a:pt x="10733" y="11691"/>
                  </a:moveTo>
                  <a:lnTo>
                    <a:pt x="2191" y="9030"/>
                  </a:lnTo>
                  <a:lnTo>
                    <a:pt x="0" y="6890"/>
                  </a:lnTo>
                  <a:lnTo>
                    <a:pt x="3658" y="3295"/>
                  </a:lnTo>
                  <a:lnTo>
                    <a:pt x="11710" y="298"/>
                  </a:lnTo>
                  <a:lnTo>
                    <a:pt x="24639" y="0"/>
                  </a:lnTo>
                  <a:lnTo>
                    <a:pt x="30303" y="3543"/>
                  </a:lnTo>
                  <a:lnTo>
                    <a:pt x="30985" y="5093"/>
                  </a:lnTo>
                  <a:lnTo>
                    <a:pt x="22686" y="899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1" name="pg3921"/>
            <p:cNvSpPr/>
            <p:nvPr/>
          </p:nvSpPr>
          <p:spPr>
            <a:xfrm>
              <a:off x="5304944" y="5521433"/>
              <a:ext cx="12277" cy="16472"/>
            </a:xfrm>
            <a:custGeom>
              <a:avLst/>
              <a:gdLst/>
              <a:ahLst/>
              <a:cxnLst/>
              <a:rect l="0" t="0" r="0" b="0"/>
              <a:pathLst>
                <a:path w="12277" h="16472">
                  <a:moveTo>
                    <a:pt x="7008" y="16472"/>
                  </a:moveTo>
                  <a:lnTo>
                    <a:pt x="0" y="16472"/>
                  </a:lnTo>
                  <a:lnTo>
                    <a:pt x="1962" y="2806"/>
                  </a:lnTo>
                  <a:lnTo>
                    <a:pt x="7771" y="0"/>
                  </a:lnTo>
                  <a:lnTo>
                    <a:pt x="10050" y="152"/>
                  </a:lnTo>
                  <a:lnTo>
                    <a:pt x="12277" y="762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2" name="pg3922"/>
            <p:cNvSpPr/>
            <p:nvPr/>
          </p:nvSpPr>
          <p:spPr>
            <a:xfrm>
              <a:off x="5068380" y="5334383"/>
              <a:ext cx="70456" cy="119063"/>
            </a:xfrm>
            <a:custGeom>
              <a:avLst/>
              <a:gdLst/>
              <a:ahLst/>
              <a:cxnLst/>
              <a:rect l="0" t="0" r="0" b="0"/>
              <a:pathLst>
                <a:path w="70456" h="119063">
                  <a:moveTo>
                    <a:pt x="31373" y="24747"/>
                  </a:moveTo>
                  <a:lnTo>
                    <a:pt x="46235" y="30285"/>
                  </a:lnTo>
                  <a:lnTo>
                    <a:pt x="62302" y="48650"/>
                  </a:lnTo>
                  <a:lnTo>
                    <a:pt x="69221" y="55191"/>
                  </a:lnTo>
                  <a:lnTo>
                    <a:pt x="70456" y="61147"/>
                  </a:lnTo>
                  <a:lnTo>
                    <a:pt x="67748" y="88340"/>
                  </a:lnTo>
                  <a:lnTo>
                    <a:pt x="64136" y="104711"/>
                  </a:lnTo>
                  <a:lnTo>
                    <a:pt x="64679" y="119063"/>
                  </a:lnTo>
                  <a:lnTo>
                    <a:pt x="60906" y="114815"/>
                  </a:lnTo>
                  <a:lnTo>
                    <a:pt x="57093" y="105416"/>
                  </a:lnTo>
                  <a:lnTo>
                    <a:pt x="50840" y="100012"/>
                  </a:lnTo>
                  <a:lnTo>
                    <a:pt x="48757" y="97180"/>
                  </a:lnTo>
                  <a:lnTo>
                    <a:pt x="59997" y="96557"/>
                  </a:lnTo>
                  <a:lnTo>
                    <a:pt x="60994" y="81761"/>
                  </a:lnTo>
                  <a:lnTo>
                    <a:pt x="66477" y="70089"/>
                  </a:lnTo>
                  <a:lnTo>
                    <a:pt x="65645" y="57947"/>
                  </a:lnTo>
                  <a:lnTo>
                    <a:pt x="52529" y="44579"/>
                  </a:lnTo>
                  <a:lnTo>
                    <a:pt x="43538" y="32812"/>
                  </a:lnTo>
                  <a:lnTo>
                    <a:pt x="29714" y="29046"/>
                  </a:lnTo>
                  <a:lnTo>
                    <a:pt x="16929" y="17330"/>
                  </a:lnTo>
                  <a:lnTo>
                    <a:pt x="9301" y="15888"/>
                  </a:lnTo>
                  <a:lnTo>
                    <a:pt x="0" y="17952"/>
                  </a:lnTo>
                  <a:lnTo>
                    <a:pt x="3359" y="10967"/>
                  </a:lnTo>
                  <a:lnTo>
                    <a:pt x="5684" y="1727"/>
                  </a:lnTo>
                  <a:lnTo>
                    <a:pt x="7389" y="0"/>
                  </a:lnTo>
                  <a:lnTo>
                    <a:pt x="13952" y="100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3" name="pg3923"/>
            <p:cNvSpPr/>
            <p:nvPr/>
          </p:nvSpPr>
          <p:spPr>
            <a:xfrm>
              <a:off x="5178096" y="5447191"/>
              <a:ext cx="46804" cy="72629"/>
            </a:xfrm>
            <a:custGeom>
              <a:avLst/>
              <a:gdLst/>
              <a:ahLst/>
              <a:cxnLst/>
              <a:rect l="0" t="0" r="0" b="0"/>
              <a:pathLst>
                <a:path w="46804" h="72629">
                  <a:moveTo>
                    <a:pt x="46804" y="71314"/>
                  </a:moveTo>
                  <a:lnTo>
                    <a:pt x="39713" y="69974"/>
                  </a:lnTo>
                  <a:lnTo>
                    <a:pt x="29249" y="72559"/>
                  </a:lnTo>
                  <a:lnTo>
                    <a:pt x="25482" y="72629"/>
                  </a:lnTo>
                  <a:lnTo>
                    <a:pt x="27828" y="68101"/>
                  </a:lnTo>
                  <a:lnTo>
                    <a:pt x="35094" y="61979"/>
                  </a:lnTo>
                  <a:lnTo>
                    <a:pt x="35460" y="56150"/>
                  </a:lnTo>
                  <a:lnTo>
                    <a:pt x="26469" y="47742"/>
                  </a:lnTo>
                  <a:lnTo>
                    <a:pt x="16004" y="26824"/>
                  </a:lnTo>
                  <a:lnTo>
                    <a:pt x="11105" y="21864"/>
                  </a:lnTo>
                  <a:lnTo>
                    <a:pt x="8779" y="14002"/>
                  </a:lnTo>
                  <a:lnTo>
                    <a:pt x="0" y="5569"/>
                  </a:lnTo>
                  <a:lnTo>
                    <a:pt x="1834" y="1060"/>
                  </a:lnTo>
                  <a:lnTo>
                    <a:pt x="3638" y="0"/>
                  </a:lnTo>
                  <a:lnTo>
                    <a:pt x="9575" y="2165"/>
                  </a:lnTo>
                  <a:lnTo>
                    <a:pt x="23022" y="32253"/>
                  </a:lnTo>
                  <a:lnTo>
                    <a:pt x="23900" y="35136"/>
                  </a:lnTo>
                  <a:lnTo>
                    <a:pt x="46101" y="647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4" name="pt3924"/>
            <p:cNvSpPr/>
            <p:nvPr/>
          </p:nvSpPr>
          <p:spPr>
            <a:xfrm>
              <a:off x="5411954" y="3276309"/>
              <a:ext cx="63202" cy="63202"/>
            </a:xfrm>
            <a:prstGeom prst="ellipse">
              <a:avLst/>
            </a:prstGeom>
            <a:solidFill>
              <a:srgbClr val="3A7D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5" name="pt3925"/>
            <p:cNvSpPr/>
            <p:nvPr/>
          </p:nvSpPr>
          <p:spPr>
            <a:xfrm>
              <a:off x="3286560" y="4746129"/>
              <a:ext cx="63202" cy="63202"/>
            </a:xfrm>
            <a:prstGeom prst="ellipse">
              <a:avLst/>
            </a:prstGeom>
            <a:solidFill>
              <a:srgbClr val="4EB3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6" name="pt3926"/>
            <p:cNvSpPr/>
            <p:nvPr/>
          </p:nvSpPr>
          <p:spPr>
            <a:xfrm>
              <a:off x="5154968" y="3735383"/>
              <a:ext cx="63202" cy="63202"/>
            </a:xfrm>
            <a:prstGeom prst="ellipse">
              <a:avLst/>
            </a:prstGeom>
            <a:solidFill>
              <a:srgbClr val="5FCC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7" name="pt3927"/>
            <p:cNvSpPr/>
            <p:nvPr/>
          </p:nvSpPr>
          <p:spPr>
            <a:xfrm>
              <a:off x="3815690" y="4677487"/>
              <a:ext cx="63202" cy="63202"/>
            </a:xfrm>
            <a:prstGeom prst="ellipse">
              <a:avLst/>
            </a:prstGeom>
            <a:solidFill>
              <a:srgbClr val="57C1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8" name="pt3928"/>
            <p:cNvSpPr/>
            <p:nvPr/>
          </p:nvSpPr>
          <p:spPr>
            <a:xfrm>
              <a:off x="5234441" y="3545894"/>
              <a:ext cx="63202" cy="63202"/>
            </a:xfrm>
            <a:prstGeom prst="ellipse">
              <a:avLst/>
            </a:prstGeom>
            <a:solidFill>
              <a:srgbClr val="6CD1B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9" name="pt3929"/>
            <p:cNvSpPr/>
            <p:nvPr/>
          </p:nvSpPr>
          <p:spPr>
            <a:xfrm>
              <a:off x="3635685" y="4800931"/>
              <a:ext cx="63202" cy="63202"/>
            </a:xfrm>
            <a:prstGeom prst="ellipse">
              <a:avLst/>
            </a:prstGeom>
            <a:solidFill>
              <a:srgbClr val="58C2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0" name="pt3930"/>
            <p:cNvSpPr/>
            <p:nvPr/>
          </p:nvSpPr>
          <p:spPr>
            <a:xfrm>
              <a:off x="5602232" y="3222656"/>
              <a:ext cx="63202" cy="63202"/>
            </a:xfrm>
            <a:prstGeom prst="ellipse">
              <a:avLst/>
            </a:prstGeom>
            <a:solidFill>
              <a:srgbClr val="39609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1" name="pt3931"/>
            <p:cNvSpPr/>
            <p:nvPr/>
          </p:nvSpPr>
          <p:spPr>
            <a:xfrm>
              <a:off x="4189184" y="4765547"/>
              <a:ext cx="63202" cy="63202"/>
            </a:xfrm>
            <a:prstGeom prst="ellipse">
              <a:avLst/>
            </a:prstGeom>
            <a:solidFill>
              <a:srgbClr val="3B9E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2" name="pt3932"/>
            <p:cNvSpPr/>
            <p:nvPr/>
          </p:nvSpPr>
          <p:spPr>
            <a:xfrm>
              <a:off x="4913887" y="4211118"/>
              <a:ext cx="63202" cy="63202"/>
            </a:xfrm>
            <a:prstGeom prst="ellipse">
              <a:avLst/>
            </a:prstGeom>
            <a:solidFill>
              <a:srgbClr val="4FB5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3" name="pt3933"/>
            <p:cNvSpPr/>
            <p:nvPr/>
          </p:nvSpPr>
          <p:spPr>
            <a:xfrm>
              <a:off x="4598477" y="4463619"/>
              <a:ext cx="63202" cy="63202"/>
            </a:xfrm>
            <a:prstGeom prst="ellipse">
              <a:avLst/>
            </a:prstGeom>
            <a:solidFill>
              <a:srgbClr val="3A6FA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4" name="pt3934"/>
            <p:cNvSpPr/>
            <p:nvPr/>
          </p:nvSpPr>
          <p:spPr>
            <a:xfrm>
              <a:off x="3118737" y="4784820"/>
              <a:ext cx="63202" cy="63202"/>
            </a:xfrm>
            <a:prstGeom prst="ellipse">
              <a:avLst/>
            </a:prstGeom>
            <a:solidFill>
              <a:srgbClr val="71D3B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5" name="pt3935"/>
            <p:cNvSpPr/>
            <p:nvPr/>
          </p:nvSpPr>
          <p:spPr>
            <a:xfrm>
              <a:off x="4706891" y="4368015"/>
              <a:ext cx="63202" cy="63202"/>
            </a:xfrm>
            <a:prstGeom prst="ellipse">
              <a:avLst/>
            </a:prstGeom>
            <a:solidFill>
              <a:srgbClr val="42A5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6" name="pt3936"/>
            <p:cNvSpPr/>
            <p:nvPr/>
          </p:nvSpPr>
          <p:spPr>
            <a:xfrm>
              <a:off x="5170525" y="3498927"/>
              <a:ext cx="63202" cy="63202"/>
            </a:xfrm>
            <a:prstGeom prst="ellipse">
              <a:avLst/>
            </a:prstGeom>
            <a:solidFill>
              <a:srgbClr val="73D3B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7" name="pt3937"/>
            <p:cNvSpPr/>
            <p:nvPr/>
          </p:nvSpPr>
          <p:spPr>
            <a:xfrm>
              <a:off x="4143523" y="4766403"/>
              <a:ext cx="63202" cy="63202"/>
            </a:xfrm>
            <a:prstGeom prst="ellipse">
              <a:avLst/>
            </a:prstGeom>
            <a:solidFill>
              <a:srgbClr val="3EA1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8" name="pt3938"/>
            <p:cNvSpPr/>
            <p:nvPr/>
          </p:nvSpPr>
          <p:spPr>
            <a:xfrm>
              <a:off x="3690881" y="4772296"/>
              <a:ext cx="63202" cy="63202"/>
            </a:xfrm>
            <a:prstGeom prst="ellipse">
              <a:avLst/>
            </a:prstGeom>
            <a:solidFill>
              <a:srgbClr val="6FD2B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9" name="pt3939"/>
            <p:cNvSpPr/>
            <p:nvPr/>
          </p:nvSpPr>
          <p:spPr>
            <a:xfrm>
              <a:off x="5016032" y="3641698"/>
              <a:ext cx="63202" cy="63202"/>
            </a:xfrm>
            <a:prstGeom prst="ellipse">
              <a:avLst/>
            </a:prstGeom>
            <a:solidFill>
              <a:srgbClr val="95DDC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0" name="pt3940"/>
            <p:cNvSpPr/>
            <p:nvPr/>
          </p:nvSpPr>
          <p:spPr>
            <a:xfrm>
              <a:off x="4551789" y="4536931"/>
              <a:ext cx="63202" cy="63202"/>
            </a:xfrm>
            <a:prstGeom prst="ellipse">
              <a:avLst/>
            </a:prstGeom>
            <a:solidFill>
              <a:srgbClr val="3FA1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1" name="pt3941"/>
            <p:cNvSpPr/>
            <p:nvPr/>
          </p:nvSpPr>
          <p:spPr>
            <a:xfrm>
              <a:off x="3457033" y="4801454"/>
              <a:ext cx="63202" cy="63202"/>
            </a:xfrm>
            <a:prstGeom prst="ellipse">
              <a:avLst/>
            </a:prstGeom>
            <a:solidFill>
              <a:srgbClr val="79D5B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2" name="pt3942"/>
            <p:cNvSpPr/>
            <p:nvPr/>
          </p:nvSpPr>
          <p:spPr>
            <a:xfrm>
              <a:off x="4795350" y="4267713"/>
              <a:ext cx="63202" cy="63202"/>
            </a:xfrm>
            <a:prstGeom prst="ellipse">
              <a:avLst/>
            </a:prstGeom>
            <a:solidFill>
              <a:srgbClr val="42A5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3" name="pt3943"/>
            <p:cNvSpPr/>
            <p:nvPr/>
          </p:nvSpPr>
          <p:spPr>
            <a:xfrm>
              <a:off x="5763373" y="2927118"/>
              <a:ext cx="63202" cy="63202"/>
            </a:xfrm>
            <a:prstGeom prst="ellipse">
              <a:avLst/>
            </a:prstGeom>
            <a:solidFill>
              <a:srgbClr val="3A76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4" name="pt3944"/>
            <p:cNvSpPr/>
            <p:nvPr/>
          </p:nvSpPr>
          <p:spPr>
            <a:xfrm>
              <a:off x="3223042" y="4753931"/>
              <a:ext cx="63202" cy="63202"/>
            </a:xfrm>
            <a:prstGeom prst="ellipse">
              <a:avLst/>
            </a:prstGeom>
            <a:solidFill>
              <a:srgbClr val="4EB3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5" name="pt3945"/>
            <p:cNvSpPr/>
            <p:nvPr/>
          </p:nvSpPr>
          <p:spPr>
            <a:xfrm>
              <a:off x="6187218" y="2929573"/>
              <a:ext cx="63202" cy="63202"/>
            </a:xfrm>
            <a:prstGeom prst="ellipse">
              <a:avLst/>
            </a:prstGeom>
            <a:solidFill>
              <a:srgbClr val="3A7C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6" name="pt3946"/>
            <p:cNvSpPr/>
            <p:nvPr/>
          </p:nvSpPr>
          <p:spPr>
            <a:xfrm>
              <a:off x="4558922" y="4541579"/>
              <a:ext cx="63202" cy="63202"/>
            </a:xfrm>
            <a:prstGeom prst="ellipse">
              <a:avLst/>
            </a:prstGeom>
            <a:solidFill>
              <a:srgbClr val="3FA2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7" name="pt3947"/>
            <p:cNvSpPr/>
            <p:nvPr/>
          </p:nvSpPr>
          <p:spPr>
            <a:xfrm>
              <a:off x="5665872" y="3067530"/>
              <a:ext cx="63202" cy="63202"/>
            </a:xfrm>
            <a:prstGeom prst="ellipse">
              <a:avLst/>
            </a:prstGeom>
            <a:solidFill>
              <a:srgbClr val="3A689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8" name="pt3948"/>
            <p:cNvSpPr/>
            <p:nvPr/>
          </p:nvSpPr>
          <p:spPr>
            <a:xfrm>
              <a:off x="4587926" y="4467164"/>
              <a:ext cx="63202" cy="63202"/>
            </a:xfrm>
            <a:prstGeom prst="ellipse">
              <a:avLst/>
            </a:prstGeom>
            <a:solidFill>
              <a:srgbClr val="4EB4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9" name="pt3949"/>
            <p:cNvSpPr/>
            <p:nvPr/>
          </p:nvSpPr>
          <p:spPr>
            <a:xfrm>
              <a:off x="2979067" y="4895874"/>
              <a:ext cx="63202" cy="63202"/>
            </a:xfrm>
            <a:prstGeom prst="ellipse">
              <a:avLst/>
            </a:prstGeom>
            <a:solidFill>
              <a:srgbClr val="53BA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0" name="pt3950"/>
            <p:cNvSpPr/>
            <p:nvPr/>
          </p:nvSpPr>
          <p:spPr>
            <a:xfrm>
              <a:off x="4922163" y="4187507"/>
              <a:ext cx="63202" cy="63202"/>
            </a:xfrm>
            <a:prstGeom prst="ellipse">
              <a:avLst/>
            </a:prstGeom>
            <a:solidFill>
              <a:srgbClr val="3A77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1" name="pt3951"/>
            <p:cNvSpPr/>
            <p:nvPr/>
          </p:nvSpPr>
          <p:spPr>
            <a:xfrm>
              <a:off x="2878450" y="4973596"/>
              <a:ext cx="63202" cy="63202"/>
            </a:xfrm>
            <a:prstGeom prst="ellipse">
              <a:avLst/>
            </a:prstGeom>
            <a:solidFill>
              <a:srgbClr val="368F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2" name="pt3952"/>
            <p:cNvSpPr/>
            <p:nvPr/>
          </p:nvSpPr>
          <p:spPr>
            <a:xfrm>
              <a:off x="5803938" y="2901996"/>
              <a:ext cx="63202" cy="63202"/>
            </a:xfrm>
            <a:prstGeom prst="ellipse">
              <a:avLst/>
            </a:prstGeom>
            <a:solidFill>
              <a:srgbClr val="281E3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3" name="pt3953"/>
            <p:cNvSpPr/>
            <p:nvPr/>
          </p:nvSpPr>
          <p:spPr>
            <a:xfrm>
              <a:off x="5052138" y="3796215"/>
              <a:ext cx="63202" cy="63202"/>
            </a:xfrm>
            <a:prstGeom prst="ellipse">
              <a:avLst/>
            </a:prstGeom>
            <a:solidFill>
              <a:srgbClr val="D7F3E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4" name="pt3954"/>
            <p:cNvSpPr/>
            <p:nvPr/>
          </p:nvSpPr>
          <p:spPr>
            <a:xfrm>
              <a:off x="4544041" y="4668741"/>
              <a:ext cx="63202" cy="63202"/>
            </a:xfrm>
            <a:prstGeom prst="ellipse">
              <a:avLst/>
            </a:prstGeom>
            <a:solidFill>
              <a:srgbClr val="3A6DA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5" name="pt3955"/>
            <p:cNvSpPr/>
            <p:nvPr/>
          </p:nvSpPr>
          <p:spPr>
            <a:xfrm>
              <a:off x="3541256" y="4824822"/>
              <a:ext cx="63202" cy="63202"/>
            </a:xfrm>
            <a:prstGeom prst="ellipse">
              <a:avLst/>
            </a:prstGeom>
            <a:solidFill>
              <a:srgbClr val="60CD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6" name="pt3956"/>
            <p:cNvSpPr/>
            <p:nvPr/>
          </p:nvSpPr>
          <p:spPr>
            <a:xfrm>
              <a:off x="5657937" y="3028251"/>
              <a:ext cx="63202" cy="63202"/>
            </a:xfrm>
            <a:prstGeom prst="ellipse">
              <a:avLst/>
            </a:prstGeom>
            <a:solidFill>
              <a:srgbClr val="3A74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7" name="pt3957"/>
            <p:cNvSpPr/>
            <p:nvPr/>
          </p:nvSpPr>
          <p:spPr>
            <a:xfrm>
              <a:off x="2851349" y="4946495"/>
              <a:ext cx="117405" cy="117405"/>
            </a:xfrm>
            <a:prstGeom prst="ellipse">
              <a:avLst/>
            </a:prstGeom>
            <a:solidFill>
              <a:srgbClr val="368F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8" name="pt3958"/>
            <p:cNvSpPr/>
            <p:nvPr/>
          </p:nvSpPr>
          <p:spPr>
            <a:xfrm>
              <a:off x="5776837" y="2874895"/>
              <a:ext cx="117405" cy="117405"/>
            </a:xfrm>
            <a:prstGeom prst="ellipse">
              <a:avLst/>
            </a:prstGeom>
            <a:solidFill>
              <a:srgbClr val="281E3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9" name="pt3959"/>
            <p:cNvSpPr/>
            <p:nvPr/>
          </p:nvSpPr>
          <p:spPr>
            <a:xfrm>
              <a:off x="4516940" y="4641639"/>
              <a:ext cx="117405" cy="117405"/>
            </a:xfrm>
            <a:prstGeom prst="ellipse">
              <a:avLst/>
            </a:prstGeom>
            <a:solidFill>
              <a:srgbClr val="3A6DA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0" name="pt3960"/>
            <p:cNvSpPr/>
            <p:nvPr/>
          </p:nvSpPr>
          <p:spPr>
            <a:xfrm>
              <a:off x="3514155" y="4797720"/>
              <a:ext cx="117405" cy="117405"/>
            </a:xfrm>
            <a:prstGeom prst="ellipse">
              <a:avLst/>
            </a:prstGeom>
            <a:solidFill>
              <a:srgbClr val="60CD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1" name="pt3961"/>
            <p:cNvSpPr/>
            <p:nvPr/>
          </p:nvSpPr>
          <p:spPr>
            <a:xfrm>
              <a:off x="5630836" y="3001150"/>
              <a:ext cx="117405" cy="117405"/>
            </a:xfrm>
            <a:prstGeom prst="ellipse">
              <a:avLst/>
            </a:prstGeom>
            <a:solidFill>
              <a:srgbClr val="3A74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2" name="pl3962"/>
            <p:cNvSpPr/>
            <p:nvPr/>
          </p:nvSpPr>
          <p:spPr>
            <a:xfrm>
              <a:off x="2850458" y="4909125"/>
              <a:ext cx="52355" cy="84402"/>
            </a:xfrm>
            <a:custGeom>
              <a:avLst/>
              <a:gdLst/>
              <a:ahLst/>
              <a:cxnLst/>
              <a:rect l="0" t="0" r="0" b="0"/>
              <a:pathLst>
                <a:path w="52355" h="84402">
                  <a:moveTo>
                    <a:pt x="0" y="0"/>
                  </a:moveTo>
                  <a:lnTo>
                    <a:pt x="52355" y="8440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3" name="pl3963"/>
            <p:cNvSpPr/>
            <p:nvPr/>
          </p:nvSpPr>
          <p:spPr>
            <a:xfrm>
              <a:off x="5710677" y="2781402"/>
              <a:ext cx="115898" cy="141269"/>
            </a:xfrm>
            <a:custGeom>
              <a:avLst/>
              <a:gdLst/>
              <a:ahLst/>
              <a:cxnLst/>
              <a:rect l="0" t="0" r="0" b="0"/>
              <a:pathLst>
                <a:path w="115898" h="141269">
                  <a:moveTo>
                    <a:pt x="0" y="0"/>
                  </a:moveTo>
                  <a:lnTo>
                    <a:pt x="115898" y="14126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4" name="pl3964"/>
            <p:cNvSpPr/>
            <p:nvPr/>
          </p:nvSpPr>
          <p:spPr>
            <a:xfrm>
              <a:off x="4513352" y="4609160"/>
              <a:ext cx="54474" cy="79740"/>
            </a:xfrm>
            <a:custGeom>
              <a:avLst/>
              <a:gdLst/>
              <a:ahLst/>
              <a:cxnLst/>
              <a:rect l="0" t="0" r="0" b="0"/>
              <a:pathLst>
                <a:path w="54474" h="79740">
                  <a:moveTo>
                    <a:pt x="0" y="0"/>
                  </a:moveTo>
                  <a:lnTo>
                    <a:pt x="54474" y="7974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5" name="pl3965"/>
            <p:cNvSpPr/>
            <p:nvPr/>
          </p:nvSpPr>
          <p:spPr>
            <a:xfrm>
              <a:off x="3511671" y="4762457"/>
              <a:ext cx="53660" cy="82407"/>
            </a:xfrm>
            <a:custGeom>
              <a:avLst/>
              <a:gdLst/>
              <a:ahLst/>
              <a:cxnLst/>
              <a:rect l="0" t="0" r="0" b="0"/>
              <a:pathLst>
                <a:path w="53660" h="82407">
                  <a:moveTo>
                    <a:pt x="0" y="0"/>
                  </a:moveTo>
                  <a:lnTo>
                    <a:pt x="53660" y="82407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6" name="pg3966"/>
            <p:cNvSpPr/>
            <p:nvPr/>
          </p:nvSpPr>
          <p:spPr>
            <a:xfrm>
              <a:off x="2291942" y="4760423"/>
              <a:ext cx="558515" cy="191932"/>
            </a:xfrm>
            <a:custGeom>
              <a:avLst/>
              <a:gdLst/>
              <a:ahLst/>
              <a:cxnLst/>
              <a:rect l="0" t="0" r="0" b="0"/>
              <a:pathLst>
                <a:path w="558515" h="191932">
                  <a:moveTo>
                    <a:pt x="27431" y="191932"/>
                  </a:moveTo>
                  <a:lnTo>
                    <a:pt x="531083" y="191932"/>
                  </a:lnTo>
                  <a:lnTo>
                    <a:pt x="529978" y="191910"/>
                  </a:lnTo>
                  <a:lnTo>
                    <a:pt x="534390" y="191732"/>
                  </a:lnTo>
                  <a:lnTo>
                    <a:pt x="538715" y="190849"/>
                  </a:lnTo>
                  <a:lnTo>
                    <a:pt x="542843" y="189284"/>
                  </a:lnTo>
                  <a:lnTo>
                    <a:pt x="546666" y="187076"/>
                  </a:lnTo>
                  <a:lnTo>
                    <a:pt x="550086" y="184284"/>
                  </a:lnTo>
                  <a:lnTo>
                    <a:pt x="553013" y="180980"/>
                  </a:lnTo>
                  <a:lnTo>
                    <a:pt x="555373" y="177248"/>
                  </a:lnTo>
                  <a:lnTo>
                    <a:pt x="557103" y="173187"/>
                  </a:lnTo>
                  <a:lnTo>
                    <a:pt x="558160" y="168900"/>
                  </a:lnTo>
                  <a:lnTo>
                    <a:pt x="558515" y="164500"/>
                  </a:lnTo>
                  <a:lnTo>
                    <a:pt x="558515" y="27431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7" name="tx3967"/>
            <p:cNvSpPr/>
            <p:nvPr/>
          </p:nvSpPr>
          <p:spPr>
            <a:xfrm>
              <a:off x="2337662" y="4806143"/>
              <a:ext cx="467075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3968" name="pg3968"/>
            <p:cNvSpPr/>
            <p:nvPr/>
          </p:nvSpPr>
          <p:spPr>
            <a:xfrm>
              <a:off x="5378928" y="2589470"/>
              <a:ext cx="589605" cy="191932"/>
            </a:xfrm>
            <a:custGeom>
              <a:avLst/>
              <a:gdLst/>
              <a:ahLst/>
              <a:cxnLst/>
              <a:rect l="0" t="0" r="0" b="0"/>
              <a:pathLst>
                <a:path w="589605" h="191932">
                  <a:moveTo>
                    <a:pt x="27431" y="191932"/>
                  </a:moveTo>
                  <a:lnTo>
                    <a:pt x="562173" y="191932"/>
                  </a:lnTo>
                  <a:lnTo>
                    <a:pt x="561068" y="191910"/>
                  </a:lnTo>
                  <a:lnTo>
                    <a:pt x="565479" y="191732"/>
                  </a:lnTo>
                  <a:lnTo>
                    <a:pt x="569805" y="190849"/>
                  </a:lnTo>
                  <a:lnTo>
                    <a:pt x="573933" y="189284"/>
                  </a:lnTo>
                  <a:lnTo>
                    <a:pt x="577756" y="187076"/>
                  </a:lnTo>
                  <a:lnTo>
                    <a:pt x="581175" y="184284"/>
                  </a:lnTo>
                  <a:lnTo>
                    <a:pt x="584103" y="180980"/>
                  </a:lnTo>
                  <a:lnTo>
                    <a:pt x="586462" y="177248"/>
                  </a:lnTo>
                  <a:lnTo>
                    <a:pt x="588193" y="173187"/>
                  </a:lnTo>
                  <a:lnTo>
                    <a:pt x="589249" y="168900"/>
                  </a:lnTo>
                  <a:lnTo>
                    <a:pt x="589605" y="164500"/>
                  </a:lnTo>
                  <a:lnTo>
                    <a:pt x="589605" y="27432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9" name="tx3969"/>
            <p:cNvSpPr/>
            <p:nvPr/>
          </p:nvSpPr>
          <p:spPr>
            <a:xfrm>
              <a:off x="5424648" y="2635190"/>
              <a:ext cx="498165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3970" name="pg3970"/>
            <p:cNvSpPr/>
            <p:nvPr/>
          </p:nvSpPr>
          <p:spPr>
            <a:xfrm>
              <a:off x="3970381" y="4460281"/>
              <a:ext cx="542970" cy="191932"/>
            </a:xfrm>
            <a:custGeom>
              <a:avLst/>
              <a:gdLst/>
              <a:ahLst/>
              <a:cxnLst/>
              <a:rect l="0" t="0" r="0" b="0"/>
              <a:pathLst>
                <a:path w="542970" h="191932">
                  <a:moveTo>
                    <a:pt x="27432" y="191932"/>
                  </a:moveTo>
                  <a:lnTo>
                    <a:pt x="515538" y="191932"/>
                  </a:lnTo>
                  <a:lnTo>
                    <a:pt x="514434" y="191910"/>
                  </a:lnTo>
                  <a:lnTo>
                    <a:pt x="518845" y="191732"/>
                  </a:lnTo>
                  <a:lnTo>
                    <a:pt x="523170" y="190849"/>
                  </a:lnTo>
                  <a:lnTo>
                    <a:pt x="527298" y="189284"/>
                  </a:lnTo>
                  <a:lnTo>
                    <a:pt x="531121" y="187076"/>
                  </a:lnTo>
                  <a:lnTo>
                    <a:pt x="534541" y="184284"/>
                  </a:lnTo>
                  <a:lnTo>
                    <a:pt x="537469" y="180980"/>
                  </a:lnTo>
                  <a:lnTo>
                    <a:pt x="539828" y="177248"/>
                  </a:lnTo>
                  <a:lnTo>
                    <a:pt x="541558" y="173187"/>
                  </a:lnTo>
                  <a:lnTo>
                    <a:pt x="542615" y="168900"/>
                  </a:lnTo>
                  <a:lnTo>
                    <a:pt x="542970" y="164500"/>
                  </a:lnTo>
                  <a:lnTo>
                    <a:pt x="542970" y="27432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1" name="tx3971"/>
            <p:cNvSpPr/>
            <p:nvPr/>
          </p:nvSpPr>
          <p:spPr>
            <a:xfrm>
              <a:off x="4016101" y="4506001"/>
              <a:ext cx="451530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3972" name="pg3972"/>
            <p:cNvSpPr/>
            <p:nvPr/>
          </p:nvSpPr>
          <p:spPr>
            <a:xfrm>
              <a:off x="2960836" y="4613756"/>
              <a:ext cx="550834" cy="191932"/>
            </a:xfrm>
            <a:custGeom>
              <a:avLst/>
              <a:gdLst/>
              <a:ahLst/>
              <a:cxnLst/>
              <a:rect l="0" t="0" r="0" b="0"/>
              <a:pathLst>
                <a:path w="550834" h="191932">
                  <a:moveTo>
                    <a:pt x="27431" y="191932"/>
                  </a:moveTo>
                  <a:lnTo>
                    <a:pt x="523402" y="191932"/>
                  </a:lnTo>
                  <a:lnTo>
                    <a:pt x="522297" y="191910"/>
                  </a:lnTo>
                  <a:lnTo>
                    <a:pt x="526709" y="191732"/>
                  </a:lnTo>
                  <a:lnTo>
                    <a:pt x="531034" y="190849"/>
                  </a:lnTo>
                  <a:lnTo>
                    <a:pt x="535162" y="189284"/>
                  </a:lnTo>
                  <a:lnTo>
                    <a:pt x="538985" y="187076"/>
                  </a:lnTo>
                  <a:lnTo>
                    <a:pt x="542405" y="184284"/>
                  </a:lnTo>
                  <a:lnTo>
                    <a:pt x="545332" y="180980"/>
                  </a:lnTo>
                  <a:lnTo>
                    <a:pt x="547692" y="177248"/>
                  </a:lnTo>
                  <a:lnTo>
                    <a:pt x="549422" y="173187"/>
                  </a:lnTo>
                  <a:lnTo>
                    <a:pt x="550479" y="168900"/>
                  </a:lnTo>
                  <a:lnTo>
                    <a:pt x="550834" y="164500"/>
                  </a:lnTo>
                  <a:lnTo>
                    <a:pt x="550834" y="27431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3" name="tx3973"/>
            <p:cNvSpPr/>
            <p:nvPr/>
          </p:nvSpPr>
          <p:spPr>
            <a:xfrm>
              <a:off x="3006556" y="4659476"/>
              <a:ext cx="459394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3974" name="pg3974"/>
            <p:cNvSpPr/>
            <p:nvPr/>
          </p:nvSpPr>
          <p:spPr>
            <a:xfrm>
              <a:off x="5017697" y="2872610"/>
              <a:ext cx="581741" cy="191932"/>
            </a:xfrm>
            <a:custGeom>
              <a:avLst/>
              <a:gdLst/>
              <a:ahLst/>
              <a:cxnLst/>
              <a:rect l="0" t="0" r="0" b="0"/>
              <a:pathLst>
                <a:path w="581741" h="191932">
                  <a:moveTo>
                    <a:pt x="27432" y="191932"/>
                  </a:moveTo>
                  <a:lnTo>
                    <a:pt x="554309" y="191932"/>
                  </a:lnTo>
                  <a:lnTo>
                    <a:pt x="553204" y="191910"/>
                  </a:lnTo>
                  <a:lnTo>
                    <a:pt x="557615" y="191732"/>
                  </a:lnTo>
                  <a:lnTo>
                    <a:pt x="561941" y="190849"/>
                  </a:lnTo>
                  <a:lnTo>
                    <a:pt x="566069" y="189284"/>
                  </a:lnTo>
                  <a:lnTo>
                    <a:pt x="569892" y="187076"/>
                  </a:lnTo>
                  <a:lnTo>
                    <a:pt x="573312" y="184284"/>
                  </a:lnTo>
                  <a:lnTo>
                    <a:pt x="576239" y="180980"/>
                  </a:lnTo>
                  <a:lnTo>
                    <a:pt x="578599" y="177248"/>
                  </a:lnTo>
                  <a:lnTo>
                    <a:pt x="580329" y="173187"/>
                  </a:lnTo>
                  <a:lnTo>
                    <a:pt x="581386" y="168900"/>
                  </a:lnTo>
                  <a:lnTo>
                    <a:pt x="581741" y="164500"/>
                  </a:lnTo>
                  <a:lnTo>
                    <a:pt x="581741" y="27431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5" name="tx3975"/>
            <p:cNvSpPr/>
            <p:nvPr/>
          </p:nvSpPr>
          <p:spPr>
            <a:xfrm>
              <a:off x="5063417" y="2918330"/>
              <a:ext cx="490301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3976" name="rc3976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7" name="tx3977"/>
            <p:cNvSpPr/>
            <p:nvPr/>
          </p:nvSpPr>
          <p:spPr>
            <a:xfrm>
              <a:off x="1889564" y="5366840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978" name="tx3978"/>
            <p:cNvSpPr/>
            <p:nvPr/>
          </p:nvSpPr>
          <p:spPr>
            <a:xfrm>
              <a:off x="2013922" y="534846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79" name="tx3979"/>
            <p:cNvSpPr/>
            <p:nvPr/>
          </p:nvSpPr>
          <p:spPr>
            <a:xfrm>
              <a:off x="2058636" y="536684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0" name="tx3980"/>
            <p:cNvSpPr/>
            <p:nvPr/>
          </p:nvSpPr>
          <p:spPr>
            <a:xfrm>
              <a:off x="1889564" y="471646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981" name="tx3981"/>
            <p:cNvSpPr/>
            <p:nvPr/>
          </p:nvSpPr>
          <p:spPr>
            <a:xfrm>
              <a:off x="2013922" y="469808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2" name="tx3982"/>
            <p:cNvSpPr/>
            <p:nvPr/>
          </p:nvSpPr>
          <p:spPr>
            <a:xfrm>
              <a:off x="2058636" y="471646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3" name="tx3983"/>
            <p:cNvSpPr/>
            <p:nvPr/>
          </p:nvSpPr>
          <p:spPr>
            <a:xfrm>
              <a:off x="1889564" y="406618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984" name="tx3984"/>
            <p:cNvSpPr/>
            <p:nvPr/>
          </p:nvSpPr>
          <p:spPr>
            <a:xfrm>
              <a:off x="2013922" y="404780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5" name="tx3985"/>
            <p:cNvSpPr/>
            <p:nvPr/>
          </p:nvSpPr>
          <p:spPr>
            <a:xfrm>
              <a:off x="2058636" y="406618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6" name="tx3986"/>
            <p:cNvSpPr/>
            <p:nvPr/>
          </p:nvSpPr>
          <p:spPr>
            <a:xfrm>
              <a:off x="1889564" y="341590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987" name="tx3987"/>
            <p:cNvSpPr/>
            <p:nvPr/>
          </p:nvSpPr>
          <p:spPr>
            <a:xfrm>
              <a:off x="2013922" y="339752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8" name="tx3988"/>
            <p:cNvSpPr/>
            <p:nvPr/>
          </p:nvSpPr>
          <p:spPr>
            <a:xfrm>
              <a:off x="2058636" y="341590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9" name="tx3989"/>
            <p:cNvSpPr/>
            <p:nvPr/>
          </p:nvSpPr>
          <p:spPr>
            <a:xfrm>
              <a:off x="1889564" y="2765720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990" name="tx3990"/>
            <p:cNvSpPr/>
            <p:nvPr/>
          </p:nvSpPr>
          <p:spPr>
            <a:xfrm>
              <a:off x="2013922" y="274734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91" name="tx3991"/>
            <p:cNvSpPr/>
            <p:nvPr/>
          </p:nvSpPr>
          <p:spPr>
            <a:xfrm>
              <a:off x="2058636" y="276572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2" name="pl3992"/>
            <p:cNvSpPr/>
            <p:nvPr/>
          </p:nvSpPr>
          <p:spPr>
            <a:xfrm>
              <a:off x="2167122" y="540785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3" name="pl3993"/>
            <p:cNvSpPr/>
            <p:nvPr/>
          </p:nvSpPr>
          <p:spPr>
            <a:xfrm>
              <a:off x="2167122" y="475757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4" name="pl3994"/>
            <p:cNvSpPr/>
            <p:nvPr/>
          </p:nvSpPr>
          <p:spPr>
            <a:xfrm>
              <a:off x="2167122" y="410729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5" name="pl3995"/>
            <p:cNvSpPr/>
            <p:nvPr/>
          </p:nvSpPr>
          <p:spPr>
            <a:xfrm>
              <a:off x="2167122" y="345701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6" name="pl3996"/>
            <p:cNvSpPr/>
            <p:nvPr/>
          </p:nvSpPr>
          <p:spPr>
            <a:xfrm>
              <a:off x="2167122" y="280673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7" name="pl3997"/>
            <p:cNvSpPr/>
            <p:nvPr/>
          </p:nvSpPr>
          <p:spPr>
            <a:xfrm>
              <a:off x="2610961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8" name="pl3998"/>
            <p:cNvSpPr/>
            <p:nvPr/>
          </p:nvSpPr>
          <p:spPr>
            <a:xfrm>
              <a:off x="314013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9" name="pl3999"/>
            <p:cNvSpPr/>
            <p:nvPr/>
          </p:nvSpPr>
          <p:spPr>
            <a:xfrm>
              <a:off x="366931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0" name="pl4000"/>
            <p:cNvSpPr/>
            <p:nvPr/>
          </p:nvSpPr>
          <p:spPr>
            <a:xfrm>
              <a:off x="419848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1" name="pl4001"/>
            <p:cNvSpPr/>
            <p:nvPr/>
          </p:nvSpPr>
          <p:spPr>
            <a:xfrm>
              <a:off x="472766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2" name="pl4002"/>
            <p:cNvSpPr/>
            <p:nvPr/>
          </p:nvSpPr>
          <p:spPr>
            <a:xfrm>
              <a:off x="525683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3" name="pl4003"/>
            <p:cNvSpPr/>
            <p:nvPr/>
          </p:nvSpPr>
          <p:spPr>
            <a:xfrm>
              <a:off x="578601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4" name="pl4004"/>
            <p:cNvSpPr/>
            <p:nvPr/>
          </p:nvSpPr>
          <p:spPr>
            <a:xfrm>
              <a:off x="631518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5" name="tx4005"/>
            <p:cNvSpPr/>
            <p:nvPr/>
          </p:nvSpPr>
          <p:spPr>
            <a:xfrm>
              <a:off x="2442620" y="5783578"/>
              <a:ext cx="18653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06" name="tx4006"/>
            <p:cNvSpPr/>
            <p:nvPr/>
          </p:nvSpPr>
          <p:spPr>
            <a:xfrm>
              <a:off x="262915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7" name="tx4007"/>
            <p:cNvSpPr/>
            <p:nvPr/>
          </p:nvSpPr>
          <p:spPr>
            <a:xfrm>
              <a:off x="267387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8" name="tx4008"/>
            <p:cNvSpPr/>
            <p:nvPr/>
          </p:nvSpPr>
          <p:spPr>
            <a:xfrm>
              <a:off x="298738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4009" name="tx4009"/>
            <p:cNvSpPr/>
            <p:nvPr/>
          </p:nvSpPr>
          <p:spPr>
            <a:xfrm>
              <a:off x="314274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0" name="tx4010"/>
            <p:cNvSpPr/>
            <p:nvPr/>
          </p:nvSpPr>
          <p:spPr>
            <a:xfrm>
              <a:off x="318745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1" name="tx4011"/>
            <p:cNvSpPr/>
            <p:nvPr/>
          </p:nvSpPr>
          <p:spPr>
            <a:xfrm>
              <a:off x="351656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4012" name="tx4012"/>
            <p:cNvSpPr/>
            <p:nvPr/>
          </p:nvSpPr>
          <p:spPr>
            <a:xfrm>
              <a:off x="367191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3" name="tx4013"/>
            <p:cNvSpPr/>
            <p:nvPr/>
          </p:nvSpPr>
          <p:spPr>
            <a:xfrm>
              <a:off x="371663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4" name="tx4014"/>
            <p:cNvSpPr/>
            <p:nvPr/>
          </p:nvSpPr>
          <p:spPr>
            <a:xfrm>
              <a:off x="404573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4015" name="tx4015"/>
            <p:cNvSpPr/>
            <p:nvPr/>
          </p:nvSpPr>
          <p:spPr>
            <a:xfrm>
              <a:off x="420109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6" name="tx4016"/>
            <p:cNvSpPr/>
            <p:nvPr/>
          </p:nvSpPr>
          <p:spPr>
            <a:xfrm>
              <a:off x="424580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7" name="tx4017"/>
            <p:cNvSpPr/>
            <p:nvPr/>
          </p:nvSpPr>
          <p:spPr>
            <a:xfrm>
              <a:off x="457491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4018" name="tx4018"/>
            <p:cNvSpPr/>
            <p:nvPr/>
          </p:nvSpPr>
          <p:spPr>
            <a:xfrm>
              <a:off x="473026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9" name="tx4019"/>
            <p:cNvSpPr/>
            <p:nvPr/>
          </p:nvSpPr>
          <p:spPr>
            <a:xfrm>
              <a:off x="477498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0" name="tx4020"/>
            <p:cNvSpPr/>
            <p:nvPr/>
          </p:nvSpPr>
          <p:spPr>
            <a:xfrm>
              <a:off x="510408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4021" name="tx4021"/>
            <p:cNvSpPr/>
            <p:nvPr/>
          </p:nvSpPr>
          <p:spPr>
            <a:xfrm>
              <a:off x="525944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2" name="tx4022"/>
            <p:cNvSpPr/>
            <p:nvPr/>
          </p:nvSpPr>
          <p:spPr>
            <a:xfrm>
              <a:off x="530415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3" name="tx4023"/>
            <p:cNvSpPr/>
            <p:nvPr/>
          </p:nvSpPr>
          <p:spPr>
            <a:xfrm>
              <a:off x="563326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4024" name="tx4024"/>
            <p:cNvSpPr/>
            <p:nvPr/>
          </p:nvSpPr>
          <p:spPr>
            <a:xfrm>
              <a:off x="578861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5" name="tx4025"/>
            <p:cNvSpPr/>
            <p:nvPr/>
          </p:nvSpPr>
          <p:spPr>
            <a:xfrm>
              <a:off x="583333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6" name="tx4026"/>
            <p:cNvSpPr/>
            <p:nvPr/>
          </p:nvSpPr>
          <p:spPr>
            <a:xfrm>
              <a:off x="616243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4027" name="tx4027"/>
            <p:cNvSpPr/>
            <p:nvPr/>
          </p:nvSpPr>
          <p:spPr>
            <a:xfrm>
              <a:off x="631779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8" name="tx4028"/>
            <p:cNvSpPr/>
            <p:nvPr/>
          </p:nvSpPr>
          <p:spPr>
            <a:xfrm>
              <a:off x="636250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9" name="tx4029"/>
            <p:cNvSpPr/>
            <p:nvPr/>
          </p:nvSpPr>
          <p:spPr>
            <a:xfrm>
              <a:off x="4066122" y="5925448"/>
              <a:ext cx="61383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4030" name="tx4030"/>
            <p:cNvSpPr/>
            <p:nvPr/>
          </p:nvSpPr>
          <p:spPr>
            <a:xfrm rot="-5400000">
              <a:off x="1525174" y="3987658"/>
              <a:ext cx="49715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4031" name="rc4031"/>
            <p:cNvSpPr/>
            <p:nvPr/>
          </p:nvSpPr>
          <p:spPr>
            <a:xfrm>
              <a:off x="6683342" y="3243743"/>
              <a:ext cx="737012" cy="15880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032" name="tx4032"/>
            <p:cNvSpPr/>
            <p:nvPr/>
          </p:nvSpPr>
          <p:spPr>
            <a:xfrm>
              <a:off x="6752931" y="3328785"/>
              <a:ext cx="59783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</a:t>
              </a:r>
            </a:p>
          </p:txBody>
        </p:sp>
        <p:sp>
          <p:nvSpPr>
            <p:cNvPr id="4033" name="tx4033"/>
            <p:cNvSpPr/>
            <p:nvPr/>
          </p:nvSpPr>
          <p:spPr>
            <a:xfrm>
              <a:off x="6752931" y="3479661"/>
              <a:ext cx="37252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Offset</a:t>
              </a:r>
            </a:p>
          </p:txBody>
        </p:sp>
        <p:pic>
          <p:nvPicPr>
            <p:cNvPr id="4034" name="pic403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52931" y="3664922"/>
              <a:ext cx="219455" cy="1097280"/>
            </a:xfrm>
            <a:prstGeom prst="rect">
              <a:avLst/>
            </a:prstGeom>
          </p:spPr>
        </p:pic>
        <p:sp>
          <p:nvSpPr>
            <p:cNvPr id="4035" name="pl4035"/>
            <p:cNvSpPr/>
            <p:nvPr/>
          </p:nvSpPr>
          <p:spPr>
            <a:xfrm>
              <a:off x="6928496" y="476037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6" name="pl4036"/>
            <p:cNvSpPr/>
            <p:nvPr/>
          </p:nvSpPr>
          <p:spPr>
            <a:xfrm>
              <a:off x="6928496" y="457810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7" name="pl4037"/>
            <p:cNvSpPr/>
            <p:nvPr/>
          </p:nvSpPr>
          <p:spPr>
            <a:xfrm>
              <a:off x="6928496" y="439583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8" name="pl4038"/>
            <p:cNvSpPr/>
            <p:nvPr/>
          </p:nvSpPr>
          <p:spPr>
            <a:xfrm>
              <a:off x="6928496" y="421356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9" name="pl4039"/>
            <p:cNvSpPr/>
            <p:nvPr/>
          </p:nvSpPr>
          <p:spPr>
            <a:xfrm>
              <a:off x="6928496" y="403129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0" name="pl4040"/>
            <p:cNvSpPr/>
            <p:nvPr/>
          </p:nvSpPr>
          <p:spPr>
            <a:xfrm>
              <a:off x="6928496" y="384902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1" name="pl4041"/>
            <p:cNvSpPr/>
            <p:nvPr/>
          </p:nvSpPr>
          <p:spPr>
            <a:xfrm>
              <a:off x="6928496" y="366675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2" name="pl4042"/>
            <p:cNvSpPr/>
            <p:nvPr/>
          </p:nvSpPr>
          <p:spPr>
            <a:xfrm>
              <a:off x="6752931" y="476037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3" name="pl4043"/>
            <p:cNvSpPr/>
            <p:nvPr/>
          </p:nvSpPr>
          <p:spPr>
            <a:xfrm>
              <a:off x="6752931" y="457810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4" name="pl4044"/>
            <p:cNvSpPr/>
            <p:nvPr/>
          </p:nvSpPr>
          <p:spPr>
            <a:xfrm>
              <a:off x="6752931" y="439583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5" name="pl4045"/>
            <p:cNvSpPr/>
            <p:nvPr/>
          </p:nvSpPr>
          <p:spPr>
            <a:xfrm>
              <a:off x="6752931" y="421356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6" name="pl4046"/>
            <p:cNvSpPr/>
            <p:nvPr/>
          </p:nvSpPr>
          <p:spPr>
            <a:xfrm>
              <a:off x="6752931" y="403129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7" name="pl4047"/>
            <p:cNvSpPr/>
            <p:nvPr/>
          </p:nvSpPr>
          <p:spPr>
            <a:xfrm>
              <a:off x="6752931" y="384902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8" name="pl4048"/>
            <p:cNvSpPr/>
            <p:nvPr/>
          </p:nvSpPr>
          <p:spPr>
            <a:xfrm>
              <a:off x="6752931" y="366675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9" name="tx4049"/>
            <p:cNvSpPr/>
            <p:nvPr/>
          </p:nvSpPr>
          <p:spPr>
            <a:xfrm>
              <a:off x="7041976" y="472032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4050" name="tx4050"/>
            <p:cNvSpPr/>
            <p:nvPr/>
          </p:nvSpPr>
          <p:spPr>
            <a:xfrm>
              <a:off x="7041976" y="453805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4051" name="tx4051"/>
            <p:cNvSpPr/>
            <p:nvPr/>
          </p:nvSpPr>
          <p:spPr>
            <a:xfrm>
              <a:off x="7041976" y="4355781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4052" name="tx4052"/>
            <p:cNvSpPr/>
            <p:nvPr/>
          </p:nvSpPr>
          <p:spPr>
            <a:xfrm>
              <a:off x="7041976" y="4173511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4053" name="tx4053"/>
            <p:cNvSpPr/>
            <p:nvPr/>
          </p:nvSpPr>
          <p:spPr>
            <a:xfrm>
              <a:off x="7041976" y="3991241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4054" name="tx4054"/>
            <p:cNvSpPr/>
            <p:nvPr/>
          </p:nvSpPr>
          <p:spPr>
            <a:xfrm>
              <a:off x="7041976" y="3808970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4055" name="tx4055"/>
            <p:cNvSpPr/>
            <p:nvPr/>
          </p:nvSpPr>
          <p:spPr>
            <a:xfrm>
              <a:off x="7041976" y="3626700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4056" name="tx4056"/>
            <p:cNvSpPr/>
            <p:nvPr/>
          </p:nvSpPr>
          <p:spPr>
            <a:xfrm>
              <a:off x="2201917" y="1669789"/>
              <a:ext cx="2541117" cy="218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Offset to </a:t>
              </a:r>
            </a:p>
          </p:txBody>
        </p:sp>
        <p:sp>
          <p:nvSpPr>
            <p:cNvPr id="4057" name="tx4057"/>
            <p:cNvSpPr/>
            <p:nvPr/>
          </p:nvSpPr>
          <p:spPr>
            <a:xfrm>
              <a:off x="2201917" y="1998973"/>
              <a:ext cx="2151491" cy="218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 (LEA)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4" name="Group 753">
            <a:extLst>
              <a:ext uri="{FF2B5EF4-FFF2-40B4-BE49-F238E27FC236}">
                <a16:creationId xmlns:a16="http://schemas.microsoft.com/office/drawing/2014/main" id="{6C8530CF-A6A9-698D-6E5A-51FC59BCA7F3}"/>
              </a:ext>
            </a:extLst>
          </p:cNvPr>
          <p:cNvGrpSpPr/>
          <p:nvPr/>
        </p:nvGrpSpPr>
        <p:grpSpPr>
          <a:xfrm>
            <a:off x="2301906" y="1669789"/>
            <a:ext cx="4577989" cy="4051159"/>
            <a:chOff x="2301906" y="1669789"/>
            <a:chExt cx="4577989" cy="4051159"/>
          </a:xfrm>
        </p:grpSpPr>
        <p:sp>
          <p:nvSpPr>
            <p:cNvPr id="5" name="rc5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" name="pl7"/>
            <p:cNvSpPr/>
            <p:nvPr/>
          </p:nvSpPr>
          <p:spPr>
            <a:xfrm>
              <a:off x="3124860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l8"/>
            <p:cNvSpPr/>
            <p:nvPr/>
          </p:nvSpPr>
          <p:spPr>
            <a:xfrm>
              <a:off x="3865485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l9"/>
            <p:cNvSpPr/>
            <p:nvPr/>
          </p:nvSpPr>
          <p:spPr>
            <a:xfrm>
              <a:off x="4606110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l10"/>
            <p:cNvSpPr/>
            <p:nvPr/>
          </p:nvSpPr>
          <p:spPr>
            <a:xfrm>
              <a:off x="5346735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l11"/>
            <p:cNvSpPr/>
            <p:nvPr/>
          </p:nvSpPr>
          <p:spPr>
            <a:xfrm>
              <a:off x="6087361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l12"/>
            <p:cNvSpPr/>
            <p:nvPr/>
          </p:nvSpPr>
          <p:spPr>
            <a:xfrm>
              <a:off x="2301906" y="5555180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l13"/>
            <p:cNvSpPr/>
            <p:nvPr/>
          </p:nvSpPr>
          <p:spPr>
            <a:xfrm>
              <a:off x="2301906" y="4615577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l14"/>
            <p:cNvSpPr/>
            <p:nvPr/>
          </p:nvSpPr>
          <p:spPr>
            <a:xfrm>
              <a:off x="2301906" y="3675975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5"/>
            <p:cNvSpPr/>
            <p:nvPr/>
          </p:nvSpPr>
          <p:spPr>
            <a:xfrm>
              <a:off x="2301906" y="2736372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l16"/>
            <p:cNvSpPr/>
            <p:nvPr/>
          </p:nvSpPr>
          <p:spPr>
            <a:xfrm>
              <a:off x="2301906" y="1796770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g17"/>
            <p:cNvSpPr/>
            <p:nvPr/>
          </p:nvSpPr>
          <p:spPr>
            <a:xfrm>
              <a:off x="4171236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g18"/>
            <p:cNvSpPr/>
            <p:nvPr/>
          </p:nvSpPr>
          <p:spPr>
            <a:xfrm>
              <a:off x="4252673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g19"/>
            <p:cNvSpPr/>
            <p:nvPr/>
          </p:nvSpPr>
          <p:spPr>
            <a:xfrm>
              <a:off x="4334110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g20"/>
            <p:cNvSpPr/>
            <p:nvPr/>
          </p:nvSpPr>
          <p:spPr>
            <a:xfrm>
              <a:off x="4415547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g21"/>
            <p:cNvSpPr/>
            <p:nvPr/>
          </p:nvSpPr>
          <p:spPr>
            <a:xfrm>
              <a:off x="4496984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g22"/>
            <p:cNvSpPr/>
            <p:nvPr/>
          </p:nvSpPr>
          <p:spPr>
            <a:xfrm>
              <a:off x="4578421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g23"/>
            <p:cNvSpPr/>
            <p:nvPr/>
          </p:nvSpPr>
          <p:spPr>
            <a:xfrm>
              <a:off x="4659858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g24"/>
            <p:cNvSpPr/>
            <p:nvPr/>
          </p:nvSpPr>
          <p:spPr>
            <a:xfrm>
              <a:off x="5067044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g25"/>
            <p:cNvSpPr/>
            <p:nvPr/>
          </p:nvSpPr>
          <p:spPr>
            <a:xfrm>
              <a:off x="5148481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g26"/>
            <p:cNvSpPr/>
            <p:nvPr/>
          </p:nvSpPr>
          <p:spPr>
            <a:xfrm>
              <a:off x="5229918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g27"/>
            <p:cNvSpPr/>
            <p:nvPr/>
          </p:nvSpPr>
          <p:spPr>
            <a:xfrm>
              <a:off x="5311355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g28"/>
            <p:cNvSpPr/>
            <p:nvPr/>
          </p:nvSpPr>
          <p:spPr>
            <a:xfrm>
              <a:off x="5392793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g29"/>
            <p:cNvSpPr/>
            <p:nvPr/>
          </p:nvSpPr>
          <p:spPr>
            <a:xfrm>
              <a:off x="408979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4171236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g31"/>
            <p:cNvSpPr/>
            <p:nvPr/>
          </p:nvSpPr>
          <p:spPr>
            <a:xfrm>
              <a:off x="4252673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g32"/>
            <p:cNvSpPr/>
            <p:nvPr/>
          </p:nvSpPr>
          <p:spPr>
            <a:xfrm>
              <a:off x="4334110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g33"/>
            <p:cNvSpPr/>
            <p:nvPr/>
          </p:nvSpPr>
          <p:spPr>
            <a:xfrm>
              <a:off x="4415547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g34"/>
            <p:cNvSpPr/>
            <p:nvPr/>
          </p:nvSpPr>
          <p:spPr>
            <a:xfrm>
              <a:off x="4496984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g35"/>
            <p:cNvSpPr/>
            <p:nvPr/>
          </p:nvSpPr>
          <p:spPr>
            <a:xfrm>
              <a:off x="4578421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g36"/>
            <p:cNvSpPr/>
            <p:nvPr/>
          </p:nvSpPr>
          <p:spPr>
            <a:xfrm>
              <a:off x="465985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g37"/>
            <p:cNvSpPr/>
            <p:nvPr/>
          </p:nvSpPr>
          <p:spPr>
            <a:xfrm>
              <a:off x="5067044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g38"/>
            <p:cNvSpPr/>
            <p:nvPr/>
          </p:nvSpPr>
          <p:spPr>
            <a:xfrm>
              <a:off x="5148481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g39"/>
            <p:cNvSpPr/>
            <p:nvPr/>
          </p:nvSpPr>
          <p:spPr>
            <a:xfrm>
              <a:off x="522991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g40"/>
            <p:cNvSpPr/>
            <p:nvPr/>
          </p:nvSpPr>
          <p:spPr>
            <a:xfrm>
              <a:off x="5311355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g41"/>
            <p:cNvSpPr/>
            <p:nvPr/>
          </p:nvSpPr>
          <p:spPr>
            <a:xfrm>
              <a:off x="5392793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g42"/>
            <p:cNvSpPr/>
            <p:nvPr/>
          </p:nvSpPr>
          <p:spPr>
            <a:xfrm>
              <a:off x="368261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g43"/>
            <p:cNvSpPr/>
            <p:nvPr/>
          </p:nvSpPr>
          <p:spPr>
            <a:xfrm>
              <a:off x="3764050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g44"/>
            <p:cNvSpPr/>
            <p:nvPr/>
          </p:nvSpPr>
          <p:spPr>
            <a:xfrm>
              <a:off x="384548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g45"/>
            <p:cNvSpPr/>
            <p:nvPr/>
          </p:nvSpPr>
          <p:spPr>
            <a:xfrm>
              <a:off x="392692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g46"/>
            <p:cNvSpPr/>
            <p:nvPr/>
          </p:nvSpPr>
          <p:spPr>
            <a:xfrm>
              <a:off x="400836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g47"/>
            <p:cNvSpPr/>
            <p:nvPr/>
          </p:nvSpPr>
          <p:spPr>
            <a:xfrm>
              <a:off x="4089798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F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g48"/>
            <p:cNvSpPr/>
            <p:nvPr/>
          </p:nvSpPr>
          <p:spPr>
            <a:xfrm>
              <a:off x="4171236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g49"/>
            <p:cNvSpPr/>
            <p:nvPr/>
          </p:nvSpPr>
          <p:spPr>
            <a:xfrm>
              <a:off x="425267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g50"/>
            <p:cNvSpPr/>
            <p:nvPr/>
          </p:nvSpPr>
          <p:spPr>
            <a:xfrm>
              <a:off x="4334110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g51"/>
            <p:cNvSpPr/>
            <p:nvPr/>
          </p:nvSpPr>
          <p:spPr>
            <a:xfrm>
              <a:off x="441554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g52"/>
            <p:cNvSpPr/>
            <p:nvPr/>
          </p:nvSpPr>
          <p:spPr>
            <a:xfrm>
              <a:off x="449698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g53"/>
            <p:cNvSpPr/>
            <p:nvPr/>
          </p:nvSpPr>
          <p:spPr>
            <a:xfrm>
              <a:off x="457842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g54"/>
            <p:cNvSpPr/>
            <p:nvPr/>
          </p:nvSpPr>
          <p:spPr>
            <a:xfrm>
              <a:off x="498560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g55"/>
            <p:cNvSpPr/>
            <p:nvPr/>
          </p:nvSpPr>
          <p:spPr>
            <a:xfrm>
              <a:off x="506704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/>
            <p:cNvSpPr/>
            <p:nvPr/>
          </p:nvSpPr>
          <p:spPr>
            <a:xfrm>
              <a:off x="514848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g57"/>
            <p:cNvSpPr/>
            <p:nvPr/>
          </p:nvSpPr>
          <p:spPr>
            <a:xfrm>
              <a:off x="5229918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/>
            <p:cNvSpPr/>
            <p:nvPr/>
          </p:nvSpPr>
          <p:spPr>
            <a:xfrm>
              <a:off x="5311355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g59"/>
            <p:cNvSpPr/>
            <p:nvPr/>
          </p:nvSpPr>
          <p:spPr>
            <a:xfrm>
              <a:off x="539279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g60"/>
            <p:cNvSpPr/>
            <p:nvPr/>
          </p:nvSpPr>
          <p:spPr>
            <a:xfrm>
              <a:off x="3601176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pg61"/>
            <p:cNvSpPr/>
            <p:nvPr/>
          </p:nvSpPr>
          <p:spPr>
            <a:xfrm>
              <a:off x="368261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g62"/>
            <p:cNvSpPr/>
            <p:nvPr/>
          </p:nvSpPr>
          <p:spPr>
            <a:xfrm>
              <a:off x="376405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g63"/>
            <p:cNvSpPr/>
            <p:nvPr/>
          </p:nvSpPr>
          <p:spPr>
            <a:xfrm>
              <a:off x="384548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g64"/>
            <p:cNvSpPr/>
            <p:nvPr/>
          </p:nvSpPr>
          <p:spPr>
            <a:xfrm>
              <a:off x="392692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g65"/>
            <p:cNvSpPr/>
            <p:nvPr/>
          </p:nvSpPr>
          <p:spPr>
            <a:xfrm>
              <a:off x="4008361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g66"/>
            <p:cNvSpPr/>
            <p:nvPr/>
          </p:nvSpPr>
          <p:spPr>
            <a:xfrm>
              <a:off x="4089798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g67"/>
            <p:cNvSpPr/>
            <p:nvPr/>
          </p:nvSpPr>
          <p:spPr>
            <a:xfrm>
              <a:off x="4171236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g68"/>
            <p:cNvSpPr/>
            <p:nvPr/>
          </p:nvSpPr>
          <p:spPr>
            <a:xfrm>
              <a:off x="425267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g69"/>
            <p:cNvSpPr/>
            <p:nvPr/>
          </p:nvSpPr>
          <p:spPr>
            <a:xfrm>
              <a:off x="433411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g70"/>
            <p:cNvSpPr/>
            <p:nvPr/>
          </p:nvSpPr>
          <p:spPr>
            <a:xfrm>
              <a:off x="441554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g71"/>
            <p:cNvSpPr/>
            <p:nvPr/>
          </p:nvSpPr>
          <p:spPr>
            <a:xfrm>
              <a:off x="449698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g72"/>
            <p:cNvSpPr/>
            <p:nvPr/>
          </p:nvSpPr>
          <p:spPr>
            <a:xfrm>
              <a:off x="490417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g73"/>
            <p:cNvSpPr/>
            <p:nvPr/>
          </p:nvSpPr>
          <p:spPr>
            <a:xfrm>
              <a:off x="498560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g74"/>
            <p:cNvSpPr/>
            <p:nvPr/>
          </p:nvSpPr>
          <p:spPr>
            <a:xfrm>
              <a:off x="506704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g75"/>
            <p:cNvSpPr/>
            <p:nvPr/>
          </p:nvSpPr>
          <p:spPr>
            <a:xfrm>
              <a:off x="5148481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g76"/>
            <p:cNvSpPr/>
            <p:nvPr/>
          </p:nvSpPr>
          <p:spPr>
            <a:xfrm>
              <a:off x="5229918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g77"/>
            <p:cNvSpPr/>
            <p:nvPr/>
          </p:nvSpPr>
          <p:spPr>
            <a:xfrm>
              <a:off x="5311355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g78"/>
            <p:cNvSpPr/>
            <p:nvPr/>
          </p:nvSpPr>
          <p:spPr>
            <a:xfrm>
              <a:off x="539279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g79"/>
            <p:cNvSpPr/>
            <p:nvPr/>
          </p:nvSpPr>
          <p:spPr>
            <a:xfrm>
              <a:off x="343830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g80"/>
            <p:cNvSpPr/>
            <p:nvPr/>
          </p:nvSpPr>
          <p:spPr>
            <a:xfrm>
              <a:off x="351973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g81"/>
            <p:cNvSpPr/>
            <p:nvPr/>
          </p:nvSpPr>
          <p:spPr>
            <a:xfrm>
              <a:off x="3601176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g82"/>
            <p:cNvSpPr/>
            <p:nvPr/>
          </p:nvSpPr>
          <p:spPr>
            <a:xfrm>
              <a:off x="368261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g83"/>
            <p:cNvSpPr/>
            <p:nvPr/>
          </p:nvSpPr>
          <p:spPr>
            <a:xfrm>
              <a:off x="376405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g84"/>
            <p:cNvSpPr/>
            <p:nvPr/>
          </p:nvSpPr>
          <p:spPr>
            <a:xfrm>
              <a:off x="3845487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g85"/>
            <p:cNvSpPr/>
            <p:nvPr/>
          </p:nvSpPr>
          <p:spPr>
            <a:xfrm>
              <a:off x="3926924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/>
            <p:cNvSpPr/>
            <p:nvPr/>
          </p:nvSpPr>
          <p:spPr>
            <a:xfrm>
              <a:off x="400836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pg87"/>
            <p:cNvSpPr/>
            <p:nvPr/>
          </p:nvSpPr>
          <p:spPr>
            <a:xfrm>
              <a:off x="408979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pg88"/>
            <p:cNvSpPr/>
            <p:nvPr/>
          </p:nvSpPr>
          <p:spPr>
            <a:xfrm>
              <a:off x="4171236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pg89"/>
            <p:cNvSpPr/>
            <p:nvPr/>
          </p:nvSpPr>
          <p:spPr>
            <a:xfrm>
              <a:off x="425267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g90"/>
            <p:cNvSpPr/>
            <p:nvPr/>
          </p:nvSpPr>
          <p:spPr>
            <a:xfrm>
              <a:off x="433411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g91"/>
            <p:cNvSpPr/>
            <p:nvPr/>
          </p:nvSpPr>
          <p:spPr>
            <a:xfrm>
              <a:off x="482273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g92"/>
            <p:cNvSpPr/>
            <p:nvPr/>
          </p:nvSpPr>
          <p:spPr>
            <a:xfrm>
              <a:off x="490417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g93"/>
            <p:cNvSpPr/>
            <p:nvPr/>
          </p:nvSpPr>
          <p:spPr>
            <a:xfrm>
              <a:off x="4985607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g94"/>
            <p:cNvSpPr/>
            <p:nvPr/>
          </p:nvSpPr>
          <p:spPr>
            <a:xfrm>
              <a:off x="5067044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g95"/>
            <p:cNvSpPr/>
            <p:nvPr/>
          </p:nvSpPr>
          <p:spPr>
            <a:xfrm>
              <a:off x="514848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g96"/>
            <p:cNvSpPr/>
            <p:nvPr/>
          </p:nvSpPr>
          <p:spPr>
            <a:xfrm>
              <a:off x="522991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g97"/>
            <p:cNvSpPr/>
            <p:nvPr/>
          </p:nvSpPr>
          <p:spPr>
            <a:xfrm>
              <a:off x="327542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g98"/>
            <p:cNvSpPr/>
            <p:nvPr/>
          </p:nvSpPr>
          <p:spPr>
            <a:xfrm>
              <a:off x="335686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g99"/>
            <p:cNvSpPr/>
            <p:nvPr/>
          </p:nvSpPr>
          <p:spPr>
            <a:xfrm>
              <a:off x="343830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g100"/>
            <p:cNvSpPr/>
            <p:nvPr/>
          </p:nvSpPr>
          <p:spPr>
            <a:xfrm>
              <a:off x="351973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g101"/>
            <p:cNvSpPr/>
            <p:nvPr/>
          </p:nvSpPr>
          <p:spPr>
            <a:xfrm>
              <a:off x="360117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g102"/>
            <p:cNvSpPr/>
            <p:nvPr/>
          </p:nvSpPr>
          <p:spPr>
            <a:xfrm>
              <a:off x="368261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g103"/>
            <p:cNvSpPr/>
            <p:nvPr/>
          </p:nvSpPr>
          <p:spPr>
            <a:xfrm>
              <a:off x="376405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g104"/>
            <p:cNvSpPr/>
            <p:nvPr/>
          </p:nvSpPr>
          <p:spPr>
            <a:xfrm>
              <a:off x="384548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DFC4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g105"/>
            <p:cNvSpPr/>
            <p:nvPr/>
          </p:nvSpPr>
          <p:spPr>
            <a:xfrm>
              <a:off x="392692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g106"/>
            <p:cNvSpPr/>
            <p:nvPr/>
          </p:nvSpPr>
          <p:spPr>
            <a:xfrm>
              <a:off x="400836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g107"/>
            <p:cNvSpPr/>
            <p:nvPr/>
          </p:nvSpPr>
          <p:spPr>
            <a:xfrm>
              <a:off x="408979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g108"/>
            <p:cNvSpPr/>
            <p:nvPr/>
          </p:nvSpPr>
          <p:spPr>
            <a:xfrm>
              <a:off x="417123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g109"/>
            <p:cNvSpPr/>
            <p:nvPr/>
          </p:nvSpPr>
          <p:spPr>
            <a:xfrm>
              <a:off x="425267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g110"/>
            <p:cNvSpPr/>
            <p:nvPr/>
          </p:nvSpPr>
          <p:spPr>
            <a:xfrm>
              <a:off x="433411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g111"/>
            <p:cNvSpPr/>
            <p:nvPr/>
          </p:nvSpPr>
          <p:spPr>
            <a:xfrm>
              <a:off x="441554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g112"/>
            <p:cNvSpPr/>
            <p:nvPr/>
          </p:nvSpPr>
          <p:spPr>
            <a:xfrm>
              <a:off x="449698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g113"/>
            <p:cNvSpPr/>
            <p:nvPr/>
          </p:nvSpPr>
          <p:spPr>
            <a:xfrm>
              <a:off x="457842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g114"/>
            <p:cNvSpPr/>
            <p:nvPr/>
          </p:nvSpPr>
          <p:spPr>
            <a:xfrm>
              <a:off x="474129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pg115"/>
            <p:cNvSpPr/>
            <p:nvPr/>
          </p:nvSpPr>
          <p:spPr>
            <a:xfrm>
              <a:off x="482273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g116"/>
            <p:cNvSpPr/>
            <p:nvPr/>
          </p:nvSpPr>
          <p:spPr>
            <a:xfrm>
              <a:off x="490417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pg117"/>
            <p:cNvSpPr/>
            <p:nvPr/>
          </p:nvSpPr>
          <p:spPr>
            <a:xfrm>
              <a:off x="498560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g118"/>
            <p:cNvSpPr/>
            <p:nvPr/>
          </p:nvSpPr>
          <p:spPr>
            <a:xfrm>
              <a:off x="506704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pg119"/>
            <p:cNvSpPr/>
            <p:nvPr/>
          </p:nvSpPr>
          <p:spPr>
            <a:xfrm>
              <a:off x="514848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pg120"/>
            <p:cNvSpPr/>
            <p:nvPr/>
          </p:nvSpPr>
          <p:spPr>
            <a:xfrm>
              <a:off x="522991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pg121"/>
            <p:cNvSpPr/>
            <p:nvPr/>
          </p:nvSpPr>
          <p:spPr>
            <a:xfrm>
              <a:off x="327542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pg122"/>
            <p:cNvSpPr/>
            <p:nvPr/>
          </p:nvSpPr>
          <p:spPr>
            <a:xfrm>
              <a:off x="335686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g123"/>
            <p:cNvSpPr/>
            <p:nvPr/>
          </p:nvSpPr>
          <p:spPr>
            <a:xfrm>
              <a:off x="343830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g124"/>
            <p:cNvSpPr/>
            <p:nvPr/>
          </p:nvSpPr>
          <p:spPr>
            <a:xfrm>
              <a:off x="351973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g125"/>
            <p:cNvSpPr/>
            <p:nvPr/>
          </p:nvSpPr>
          <p:spPr>
            <a:xfrm>
              <a:off x="360117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g126"/>
            <p:cNvSpPr/>
            <p:nvPr/>
          </p:nvSpPr>
          <p:spPr>
            <a:xfrm>
              <a:off x="368261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g127"/>
            <p:cNvSpPr/>
            <p:nvPr/>
          </p:nvSpPr>
          <p:spPr>
            <a:xfrm>
              <a:off x="376405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g128"/>
            <p:cNvSpPr/>
            <p:nvPr/>
          </p:nvSpPr>
          <p:spPr>
            <a:xfrm>
              <a:off x="384548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g129"/>
            <p:cNvSpPr/>
            <p:nvPr/>
          </p:nvSpPr>
          <p:spPr>
            <a:xfrm>
              <a:off x="392692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g130"/>
            <p:cNvSpPr/>
            <p:nvPr/>
          </p:nvSpPr>
          <p:spPr>
            <a:xfrm>
              <a:off x="400836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89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g131"/>
            <p:cNvSpPr/>
            <p:nvPr/>
          </p:nvSpPr>
          <p:spPr>
            <a:xfrm>
              <a:off x="408979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g132"/>
            <p:cNvSpPr/>
            <p:nvPr/>
          </p:nvSpPr>
          <p:spPr>
            <a:xfrm>
              <a:off x="417123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g133"/>
            <p:cNvSpPr/>
            <p:nvPr/>
          </p:nvSpPr>
          <p:spPr>
            <a:xfrm>
              <a:off x="425267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pg134"/>
            <p:cNvSpPr/>
            <p:nvPr/>
          </p:nvSpPr>
          <p:spPr>
            <a:xfrm>
              <a:off x="433411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pg135"/>
            <p:cNvSpPr/>
            <p:nvPr/>
          </p:nvSpPr>
          <p:spPr>
            <a:xfrm>
              <a:off x="441554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pg136"/>
            <p:cNvSpPr/>
            <p:nvPr/>
          </p:nvSpPr>
          <p:spPr>
            <a:xfrm>
              <a:off x="449698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pg137"/>
            <p:cNvSpPr/>
            <p:nvPr/>
          </p:nvSpPr>
          <p:spPr>
            <a:xfrm>
              <a:off x="457842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pg138"/>
            <p:cNvSpPr/>
            <p:nvPr/>
          </p:nvSpPr>
          <p:spPr>
            <a:xfrm>
              <a:off x="465985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pg139"/>
            <p:cNvSpPr/>
            <p:nvPr/>
          </p:nvSpPr>
          <p:spPr>
            <a:xfrm>
              <a:off x="474129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pg140"/>
            <p:cNvSpPr/>
            <p:nvPr/>
          </p:nvSpPr>
          <p:spPr>
            <a:xfrm>
              <a:off x="482273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pg141"/>
            <p:cNvSpPr/>
            <p:nvPr/>
          </p:nvSpPr>
          <p:spPr>
            <a:xfrm>
              <a:off x="490417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pg142"/>
            <p:cNvSpPr/>
            <p:nvPr/>
          </p:nvSpPr>
          <p:spPr>
            <a:xfrm>
              <a:off x="498560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pg143"/>
            <p:cNvSpPr/>
            <p:nvPr/>
          </p:nvSpPr>
          <p:spPr>
            <a:xfrm>
              <a:off x="506704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pg144"/>
            <p:cNvSpPr/>
            <p:nvPr/>
          </p:nvSpPr>
          <p:spPr>
            <a:xfrm>
              <a:off x="514848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pg145"/>
            <p:cNvSpPr/>
            <p:nvPr/>
          </p:nvSpPr>
          <p:spPr>
            <a:xfrm>
              <a:off x="327542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pg146"/>
            <p:cNvSpPr/>
            <p:nvPr/>
          </p:nvSpPr>
          <p:spPr>
            <a:xfrm>
              <a:off x="335686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pg147"/>
            <p:cNvSpPr/>
            <p:nvPr/>
          </p:nvSpPr>
          <p:spPr>
            <a:xfrm>
              <a:off x="343830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pg148"/>
            <p:cNvSpPr/>
            <p:nvPr/>
          </p:nvSpPr>
          <p:spPr>
            <a:xfrm>
              <a:off x="351973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pg149"/>
            <p:cNvSpPr/>
            <p:nvPr/>
          </p:nvSpPr>
          <p:spPr>
            <a:xfrm>
              <a:off x="360117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pg150"/>
            <p:cNvSpPr/>
            <p:nvPr/>
          </p:nvSpPr>
          <p:spPr>
            <a:xfrm>
              <a:off x="368261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pg151"/>
            <p:cNvSpPr/>
            <p:nvPr/>
          </p:nvSpPr>
          <p:spPr>
            <a:xfrm>
              <a:off x="376405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pg152"/>
            <p:cNvSpPr/>
            <p:nvPr/>
          </p:nvSpPr>
          <p:spPr>
            <a:xfrm>
              <a:off x="384548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pg153"/>
            <p:cNvSpPr/>
            <p:nvPr/>
          </p:nvSpPr>
          <p:spPr>
            <a:xfrm>
              <a:off x="392692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pg154"/>
            <p:cNvSpPr/>
            <p:nvPr/>
          </p:nvSpPr>
          <p:spPr>
            <a:xfrm>
              <a:off x="400836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pg155"/>
            <p:cNvSpPr/>
            <p:nvPr/>
          </p:nvSpPr>
          <p:spPr>
            <a:xfrm>
              <a:off x="408979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pg156"/>
            <p:cNvSpPr/>
            <p:nvPr/>
          </p:nvSpPr>
          <p:spPr>
            <a:xfrm>
              <a:off x="417123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pg157"/>
            <p:cNvSpPr/>
            <p:nvPr/>
          </p:nvSpPr>
          <p:spPr>
            <a:xfrm>
              <a:off x="425267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pg158"/>
            <p:cNvSpPr/>
            <p:nvPr/>
          </p:nvSpPr>
          <p:spPr>
            <a:xfrm>
              <a:off x="433411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4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pg159"/>
            <p:cNvSpPr/>
            <p:nvPr/>
          </p:nvSpPr>
          <p:spPr>
            <a:xfrm>
              <a:off x="441554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pg160"/>
            <p:cNvSpPr/>
            <p:nvPr/>
          </p:nvSpPr>
          <p:spPr>
            <a:xfrm>
              <a:off x="449698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pg161"/>
            <p:cNvSpPr/>
            <p:nvPr/>
          </p:nvSpPr>
          <p:spPr>
            <a:xfrm>
              <a:off x="457842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pg162"/>
            <p:cNvSpPr/>
            <p:nvPr/>
          </p:nvSpPr>
          <p:spPr>
            <a:xfrm>
              <a:off x="465985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pg163"/>
            <p:cNvSpPr/>
            <p:nvPr/>
          </p:nvSpPr>
          <p:spPr>
            <a:xfrm>
              <a:off x="474129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pg164"/>
            <p:cNvSpPr/>
            <p:nvPr/>
          </p:nvSpPr>
          <p:spPr>
            <a:xfrm>
              <a:off x="482273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pg165"/>
            <p:cNvSpPr/>
            <p:nvPr/>
          </p:nvSpPr>
          <p:spPr>
            <a:xfrm>
              <a:off x="490417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pg166"/>
            <p:cNvSpPr/>
            <p:nvPr/>
          </p:nvSpPr>
          <p:spPr>
            <a:xfrm>
              <a:off x="498560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pg167"/>
            <p:cNvSpPr/>
            <p:nvPr/>
          </p:nvSpPr>
          <p:spPr>
            <a:xfrm>
              <a:off x="506704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pg168"/>
            <p:cNvSpPr/>
            <p:nvPr/>
          </p:nvSpPr>
          <p:spPr>
            <a:xfrm>
              <a:off x="303111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pg169"/>
            <p:cNvSpPr/>
            <p:nvPr/>
          </p:nvSpPr>
          <p:spPr>
            <a:xfrm>
              <a:off x="311255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pg170"/>
            <p:cNvSpPr/>
            <p:nvPr/>
          </p:nvSpPr>
          <p:spPr>
            <a:xfrm>
              <a:off x="327542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pg171"/>
            <p:cNvSpPr/>
            <p:nvPr/>
          </p:nvSpPr>
          <p:spPr>
            <a:xfrm>
              <a:off x="3356864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pg172"/>
            <p:cNvSpPr/>
            <p:nvPr/>
          </p:nvSpPr>
          <p:spPr>
            <a:xfrm>
              <a:off x="3438301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pg173"/>
            <p:cNvSpPr/>
            <p:nvPr/>
          </p:nvSpPr>
          <p:spPr>
            <a:xfrm>
              <a:off x="351973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pg174"/>
            <p:cNvSpPr/>
            <p:nvPr/>
          </p:nvSpPr>
          <p:spPr>
            <a:xfrm>
              <a:off x="360117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pg175"/>
            <p:cNvSpPr/>
            <p:nvPr/>
          </p:nvSpPr>
          <p:spPr>
            <a:xfrm>
              <a:off x="368261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pg176"/>
            <p:cNvSpPr/>
            <p:nvPr/>
          </p:nvSpPr>
          <p:spPr>
            <a:xfrm>
              <a:off x="376405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pg177"/>
            <p:cNvSpPr/>
            <p:nvPr/>
          </p:nvSpPr>
          <p:spPr>
            <a:xfrm>
              <a:off x="384548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pg178"/>
            <p:cNvSpPr/>
            <p:nvPr/>
          </p:nvSpPr>
          <p:spPr>
            <a:xfrm>
              <a:off x="408979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pg179"/>
            <p:cNvSpPr/>
            <p:nvPr/>
          </p:nvSpPr>
          <p:spPr>
            <a:xfrm>
              <a:off x="417123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pg180"/>
            <p:cNvSpPr/>
            <p:nvPr/>
          </p:nvSpPr>
          <p:spPr>
            <a:xfrm>
              <a:off x="425267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pg181"/>
            <p:cNvSpPr/>
            <p:nvPr/>
          </p:nvSpPr>
          <p:spPr>
            <a:xfrm>
              <a:off x="433411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pg182"/>
            <p:cNvSpPr/>
            <p:nvPr/>
          </p:nvSpPr>
          <p:spPr>
            <a:xfrm>
              <a:off x="441554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pg183"/>
            <p:cNvSpPr/>
            <p:nvPr/>
          </p:nvSpPr>
          <p:spPr>
            <a:xfrm>
              <a:off x="4496984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pg184"/>
            <p:cNvSpPr/>
            <p:nvPr/>
          </p:nvSpPr>
          <p:spPr>
            <a:xfrm>
              <a:off x="4578421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pg185"/>
            <p:cNvSpPr/>
            <p:nvPr/>
          </p:nvSpPr>
          <p:spPr>
            <a:xfrm>
              <a:off x="465985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pg186"/>
            <p:cNvSpPr/>
            <p:nvPr/>
          </p:nvSpPr>
          <p:spPr>
            <a:xfrm>
              <a:off x="474129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pg187"/>
            <p:cNvSpPr/>
            <p:nvPr/>
          </p:nvSpPr>
          <p:spPr>
            <a:xfrm>
              <a:off x="482273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pg188"/>
            <p:cNvSpPr/>
            <p:nvPr/>
          </p:nvSpPr>
          <p:spPr>
            <a:xfrm>
              <a:off x="490417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pg189"/>
            <p:cNvSpPr/>
            <p:nvPr/>
          </p:nvSpPr>
          <p:spPr>
            <a:xfrm>
              <a:off x="498560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pg190"/>
            <p:cNvSpPr/>
            <p:nvPr/>
          </p:nvSpPr>
          <p:spPr>
            <a:xfrm>
              <a:off x="294967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pg191"/>
            <p:cNvSpPr/>
            <p:nvPr/>
          </p:nvSpPr>
          <p:spPr>
            <a:xfrm>
              <a:off x="303111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pg192"/>
            <p:cNvSpPr/>
            <p:nvPr/>
          </p:nvSpPr>
          <p:spPr>
            <a:xfrm>
              <a:off x="311255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pg193"/>
            <p:cNvSpPr/>
            <p:nvPr/>
          </p:nvSpPr>
          <p:spPr>
            <a:xfrm>
              <a:off x="319399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pg194"/>
            <p:cNvSpPr/>
            <p:nvPr/>
          </p:nvSpPr>
          <p:spPr>
            <a:xfrm>
              <a:off x="327542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pg195"/>
            <p:cNvSpPr/>
            <p:nvPr/>
          </p:nvSpPr>
          <p:spPr>
            <a:xfrm>
              <a:off x="3356864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pg196"/>
            <p:cNvSpPr/>
            <p:nvPr/>
          </p:nvSpPr>
          <p:spPr>
            <a:xfrm>
              <a:off x="3438301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pg197"/>
            <p:cNvSpPr/>
            <p:nvPr/>
          </p:nvSpPr>
          <p:spPr>
            <a:xfrm>
              <a:off x="351973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pg198"/>
            <p:cNvSpPr/>
            <p:nvPr/>
          </p:nvSpPr>
          <p:spPr>
            <a:xfrm>
              <a:off x="360117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pg199"/>
            <p:cNvSpPr/>
            <p:nvPr/>
          </p:nvSpPr>
          <p:spPr>
            <a:xfrm>
              <a:off x="368261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pg200"/>
            <p:cNvSpPr/>
            <p:nvPr/>
          </p:nvSpPr>
          <p:spPr>
            <a:xfrm>
              <a:off x="376405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pg201"/>
            <p:cNvSpPr/>
            <p:nvPr/>
          </p:nvSpPr>
          <p:spPr>
            <a:xfrm>
              <a:off x="384548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pg202"/>
            <p:cNvSpPr/>
            <p:nvPr/>
          </p:nvSpPr>
          <p:spPr>
            <a:xfrm>
              <a:off x="417123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pg203"/>
            <p:cNvSpPr/>
            <p:nvPr/>
          </p:nvSpPr>
          <p:spPr>
            <a:xfrm>
              <a:off x="425267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pg204"/>
            <p:cNvSpPr/>
            <p:nvPr/>
          </p:nvSpPr>
          <p:spPr>
            <a:xfrm>
              <a:off x="433411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pg205"/>
            <p:cNvSpPr/>
            <p:nvPr/>
          </p:nvSpPr>
          <p:spPr>
            <a:xfrm>
              <a:off x="441554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pg206"/>
            <p:cNvSpPr/>
            <p:nvPr/>
          </p:nvSpPr>
          <p:spPr>
            <a:xfrm>
              <a:off x="4496984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pg207"/>
            <p:cNvSpPr/>
            <p:nvPr/>
          </p:nvSpPr>
          <p:spPr>
            <a:xfrm>
              <a:off x="4578421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pg208"/>
            <p:cNvSpPr/>
            <p:nvPr/>
          </p:nvSpPr>
          <p:spPr>
            <a:xfrm>
              <a:off x="465985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pg209"/>
            <p:cNvSpPr/>
            <p:nvPr/>
          </p:nvSpPr>
          <p:spPr>
            <a:xfrm>
              <a:off x="474129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pg210"/>
            <p:cNvSpPr/>
            <p:nvPr/>
          </p:nvSpPr>
          <p:spPr>
            <a:xfrm>
              <a:off x="482273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pg211"/>
            <p:cNvSpPr/>
            <p:nvPr/>
          </p:nvSpPr>
          <p:spPr>
            <a:xfrm>
              <a:off x="490417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pg212"/>
            <p:cNvSpPr/>
            <p:nvPr/>
          </p:nvSpPr>
          <p:spPr>
            <a:xfrm>
              <a:off x="286824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pg213"/>
            <p:cNvSpPr/>
            <p:nvPr/>
          </p:nvSpPr>
          <p:spPr>
            <a:xfrm>
              <a:off x="294967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pg214"/>
            <p:cNvSpPr/>
            <p:nvPr/>
          </p:nvSpPr>
          <p:spPr>
            <a:xfrm>
              <a:off x="303111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pg215"/>
            <p:cNvSpPr/>
            <p:nvPr/>
          </p:nvSpPr>
          <p:spPr>
            <a:xfrm>
              <a:off x="311255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pg216"/>
            <p:cNvSpPr/>
            <p:nvPr/>
          </p:nvSpPr>
          <p:spPr>
            <a:xfrm>
              <a:off x="319399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pg217"/>
            <p:cNvSpPr/>
            <p:nvPr/>
          </p:nvSpPr>
          <p:spPr>
            <a:xfrm>
              <a:off x="327542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5E3C9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pg218"/>
            <p:cNvSpPr/>
            <p:nvPr/>
          </p:nvSpPr>
          <p:spPr>
            <a:xfrm>
              <a:off x="3356864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pg219"/>
            <p:cNvSpPr/>
            <p:nvPr/>
          </p:nvSpPr>
          <p:spPr>
            <a:xfrm>
              <a:off x="343830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pg220"/>
            <p:cNvSpPr/>
            <p:nvPr/>
          </p:nvSpPr>
          <p:spPr>
            <a:xfrm>
              <a:off x="351973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pg221"/>
            <p:cNvSpPr/>
            <p:nvPr/>
          </p:nvSpPr>
          <p:spPr>
            <a:xfrm>
              <a:off x="360117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pg222"/>
            <p:cNvSpPr/>
            <p:nvPr/>
          </p:nvSpPr>
          <p:spPr>
            <a:xfrm>
              <a:off x="368261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pg223"/>
            <p:cNvSpPr/>
            <p:nvPr/>
          </p:nvSpPr>
          <p:spPr>
            <a:xfrm>
              <a:off x="376405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pg224"/>
            <p:cNvSpPr/>
            <p:nvPr/>
          </p:nvSpPr>
          <p:spPr>
            <a:xfrm>
              <a:off x="384548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pg225"/>
            <p:cNvSpPr/>
            <p:nvPr/>
          </p:nvSpPr>
          <p:spPr>
            <a:xfrm>
              <a:off x="417123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pg226"/>
            <p:cNvSpPr/>
            <p:nvPr/>
          </p:nvSpPr>
          <p:spPr>
            <a:xfrm>
              <a:off x="425267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pg227"/>
            <p:cNvSpPr/>
            <p:nvPr/>
          </p:nvSpPr>
          <p:spPr>
            <a:xfrm>
              <a:off x="433411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pg228"/>
            <p:cNvSpPr/>
            <p:nvPr/>
          </p:nvSpPr>
          <p:spPr>
            <a:xfrm>
              <a:off x="441554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pg229"/>
            <p:cNvSpPr/>
            <p:nvPr/>
          </p:nvSpPr>
          <p:spPr>
            <a:xfrm>
              <a:off x="4496984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pg230"/>
            <p:cNvSpPr/>
            <p:nvPr/>
          </p:nvSpPr>
          <p:spPr>
            <a:xfrm>
              <a:off x="457842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pg231"/>
            <p:cNvSpPr/>
            <p:nvPr/>
          </p:nvSpPr>
          <p:spPr>
            <a:xfrm>
              <a:off x="465985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pg232"/>
            <p:cNvSpPr/>
            <p:nvPr/>
          </p:nvSpPr>
          <p:spPr>
            <a:xfrm>
              <a:off x="474129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pg233"/>
            <p:cNvSpPr/>
            <p:nvPr/>
          </p:nvSpPr>
          <p:spPr>
            <a:xfrm>
              <a:off x="482273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pg234"/>
            <p:cNvSpPr/>
            <p:nvPr/>
          </p:nvSpPr>
          <p:spPr>
            <a:xfrm>
              <a:off x="278680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pg235"/>
            <p:cNvSpPr/>
            <p:nvPr/>
          </p:nvSpPr>
          <p:spPr>
            <a:xfrm>
              <a:off x="286824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pg236"/>
            <p:cNvSpPr/>
            <p:nvPr/>
          </p:nvSpPr>
          <p:spPr>
            <a:xfrm>
              <a:off x="294967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pg237"/>
            <p:cNvSpPr/>
            <p:nvPr/>
          </p:nvSpPr>
          <p:spPr>
            <a:xfrm>
              <a:off x="303111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pg238"/>
            <p:cNvSpPr/>
            <p:nvPr/>
          </p:nvSpPr>
          <p:spPr>
            <a:xfrm>
              <a:off x="311255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pg239"/>
            <p:cNvSpPr/>
            <p:nvPr/>
          </p:nvSpPr>
          <p:spPr>
            <a:xfrm>
              <a:off x="319399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pg240"/>
            <p:cNvSpPr/>
            <p:nvPr/>
          </p:nvSpPr>
          <p:spPr>
            <a:xfrm>
              <a:off x="327542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pg241"/>
            <p:cNvSpPr/>
            <p:nvPr/>
          </p:nvSpPr>
          <p:spPr>
            <a:xfrm>
              <a:off x="335686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pg242"/>
            <p:cNvSpPr/>
            <p:nvPr/>
          </p:nvSpPr>
          <p:spPr>
            <a:xfrm>
              <a:off x="343830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pg243"/>
            <p:cNvSpPr/>
            <p:nvPr/>
          </p:nvSpPr>
          <p:spPr>
            <a:xfrm>
              <a:off x="351973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pg244"/>
            <p:cNvSpPr/>
            <p:nvPr/>
          </p:nvSpPr>
          <p:spPr>
            <a:xfrm>
              <a:off x="360117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pg245"/>
            <p:cNvSpPr/>
            <p:nvPr/>
          </p:nvSpPr>
          <p:spPr>
            <a:xfrm>
              <a:off x="368261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pg246"/>
            <p:cNvSpPr/>
            <p:nvPr/>
          </p:nvSpPr>
          <p:spPr>
            <a:xfrm>
              <a:off x="376405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pg247"/>
            <p:cNvSpPr/>
            <p:nvPr/>
          </p:nvSpPr>
          <p:spPr>
            <a:xfrm>
              <a:off x="384548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pg248"/>
            <p:cNvSpPr/>
            <p:nvPr/>
          </p:nvSpPr>
          <p:spPr>
            <a:xfrm>
              <a:off x="392692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pg249"/>
            <p:cNvSpPr/>
            <p:nvPr/>
          </p:nvSpPr>
          <p:spPr>
            <a:xfrm>
              <a:off x="425267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pg250"/>
            <p:cNvSpPr/>
            <p:nvPr/>
          </p:nvSpPr>
          <p:spPr>
            <a:xfrm>
              <a:off x="433411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pg251"/>
            <p:cNvSpPr/>
            <p:nvPr/>
          </p:nvSpPr>
          <p:spPr>
            <a:xfrm>
              <a:off x="441554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pg252"/>
            <p:cNvSpPr/>
            <p:nvPr/>
          </p:nvSpPr>
          <p:spPr>
            <a:xfrm>
              <a:off x="449698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pg253"/>
            <p:cNvSpPr/>
            <p:nvPr/>
          </p:nvSpPr>
          <p:spPr>
            <a:xfrm>
              <a:off x="457842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pg254"/>
            <p:cNvSpPr/>
            <p:nvPr/>
          </p:nvSpPr>
          <p:spPr>
            <a:xfrm>
              <a:off x="465985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pg255"/>
            <p:cNvSpPr/>
            <p:nvPr/>
          </p:nvSpPr>
          <p:spPr>
            <a:xfrm>
              <a:off x="474129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pg256"/>
            <p:cNvSpPr/>
            <p:nvPr/>
          </p:nvSpPr>
          <p:spPr>
            <a:xfrm>
              <a:off x="278680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pg257"/>
            <p:cNvSpPr/>
            <p:nvPr/>
          </p:nvSpPr>
          <p:spPr>
            <a:xfrm>
              <a:off x="286824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pg258"/>
            <p:cNvSpPr/>
            <p:nvPr/>
          </p:nvSpPr>
          <p:spPr>
            <a:xfrm>
              <a:off x="294967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pg259"/>
            <p:cNvSpPr/>
            <p:nvPr/>
          </p:nvSpPr>
          <p:spPr>
            <a:xfrm>
              <a:off x="3031116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pg260"/>
            <p:cNvSpPr/>
            <p:nvPr/>
          </p:nvSpPr>
          <p:spPr>
            <a:xfrm>
              <a:off x="311255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pg261"/>
            <p:cNvSpPr/>
            <p:nvPr/>
          </p:nvSpPr>
          <p:spPr>
            <a:xfrm>
              <a:off x="319399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pg262"/>
            <p:cNvSpPr/>
            <p:nvPr/>
          </p:nvSpPr>
          <p:spPr>
            <a:xfrm>
              <a:off x="327542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pg263"/>
            <p:cNvSpPr/>
            <p:nvPr/>
          </p:nvSpPr>
          <p:spPr>
            <a:xfrm>
              <a:off x="335686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pg264"/>
            <p:cNvSpPr/>
            <p:nvPr/>
          </p:nvSpPr>
          <p:spPr>
            <a:xfrm>
              <a:off x="343830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pg265"/>
            <p:cNvSpPr/>
            <p:nvPr/>
          </p:nvSpPr>
          <p:spPr>
            <a:xfrm>
              <a:off x="351973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pg266"/>
            <p:cNvSpPr/>
            <p:nvPr/>
          </p:nvSpPr>
          <p:spPr>
            <a:xfrm>
              <a:off x="3601176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pg267"/>
            <p:cNvSpPr/>
            <p:nvPr/>
          </p:nvSpPr>
          <p:spPr>
            <a:xfrm>
              <a:off x="368261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DFC4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pg268"/>
            <p:cNvSpPr/>
            <p:nvPr/>
          </p:nvSpPr>
          <p:spPr>
            <a:xfrm>
              <a:off x="376405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pg269"/>
            <p:cNvSpPr/>
            <p:nvPr/>
          </p:nvSpPr>
          <p:spPr>
            <a:xfrm>
              <a:off x="384548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pg270"/>
            <p:cNvSpPr/>
            <p:nvPr/>
          </p:nvSpPr>
          <p:spPr>
            <a:xfrm>
              <a:off x="392692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pg271"/>
            <p:cNvSpPr/>
            <p:nvPr/>
          </p:nvSpPr>
          <p:spPr>
            <a:xfrm>
              <a:off x="425267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pg272"/>
            <p:cNvSpPr/>
            <p:nvPr/>
          </p:nvSpPr>
          <p:spPr>
            <a:xfrm>
              <a:off x="433411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pg273"/>
            <p:cNvSpPr/>
            <p:nvPr/>
          </p:nvSpPr>
          <p:spPr>
            <a:xfrm>
              <a:off x="441554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pg274"/>
            <p:cNvSpPr/>
            <p:nvPr/>
          </p:nvSpPr>
          <p:spPr>
            <a:xfrm>
              <a:off x="449698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pg275"/>
            <p:cNvSpPr/>
            <p:nvPr/>
          </p:nvSpPr>
          <p:spPr>
            <a:xfrm>
              <a:off x="457842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pg276"/>
            <p:cNvSpPr/>
            <p:nvPr/>
          </p:nvSpPr>
          <p:spPr>
            <a:xfrm>
              <a:off x="465985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pg277"/>
            <p:cNvSpPr/>
            <p:nvPr/>
          </p:nvSpPr>
          <p:spPr>
            <a:xfrm>
              <a:off x="270536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pg278"/>
            <p:cNvSpPr/>
            <p:nvPr/>
          </p:nvSpPr>
          <p:spPr>
            <a:xfrm>
              <a:off x="278680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pg279"/>
            <p:cNvSpPr/>
            <p:nvPr/>
          </p:nvSpPr>
          <p:spPr>
            <a:xfrm>
              <a:off x="286824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pg280"/>
            <p:cNvSpPr/>
            <p:nvPr/>
          </p:nvSpPr>
          <p:spPr>
            <a:xfrm>
              <a:off x="294967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pg281"/>
            <p:cNvSpPr/>
            <p:nvPr/>
          </p:nvSpPr>
          <p:spPr>
            <a:xfrm>
              <a:off x="3031116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pg282"/>
            <p:cNvSpPr/>
            <p:nvPr/>
          </p:nvSpPr>
          <p:spPr>
            <a:xfrm>
              <a:off x="311255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pg283"/>
            <p:cNvSpPr/>
            <p:nvPr/>
          </p:nvSpPr>
          <p:spPr>
            <a:xfrm>
              <a:off x="319399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pg284"/>
            <p:cNvSpPr/>
            <p:nvPr/>
          </p:nvSpPr>
          <p:spPr>
            <a:xfrm>
              <a:off x="327542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pg285"/>
            <p:cNvSpPr/>
            <p:nvPr/>
          </p:nvSpPr>
          <p:spPr>
            <a:xfrm>
              <a:off x="335686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pg286"/>
            <p:cNvSpPr/>
            <p:nvPr/>
          </p:nvSpPr>
          <p:spPr>
            <a:xfrm>
              <a:off x="343830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pg287"/>
            <p:cNvSpPr/>
            <p:nvPr/>
          </p:nvSpPr>
          <p:spPr>
            <a:xfrm>
              <a:off x="351973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5E3C9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pg288"/>
            <p:cNvSpPr/>
            <p:nvPr/>
          </p:nvSpPr>
          <p:spPr>
            <a:xfrm>
              <a:off x="3601176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pg289"/>
            <p:cNvSpPr/>
            <p:nvPr/>
          </p:nvSpPr>
          <p:spPr>
            <a:xfrm>
              <a:off x="368261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pg290"/>
            <p:cNvSpPr/>
            <p:nvPr/>
          </p:nvSpPr>
          <p:spPr>
            <a:xfrm>
              <a:off x="376405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4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pg291"/>
            <p:cNvSpPr/>
            <p:nvPr/>
          </p:nvSpPr>
          <p:spPr>
            <a:xfrm>
              <a:off x="384548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pg292"/>
            <p:cNvSpPr/>
            <p:nvPr/>
          </p:nvSpPr>
          <p:spPr>
            <a:xfrm>
              <a:off x="392692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pg293"/>
            <p:cNvSpPr/>
            <p:nvPr/>
          </p:nvSpPr>
          <p:spPr>
            <a:xfrm>
              <a:off x="400836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pg294"/>
            <p:cNvSpPr/>
            <p:nvPr/>
          </p:nvSpPr>
          <p:spPr>
            <a:xfrm>
              <a:off x="425267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pg295"/>
            <p:cNvSpPr/>
            <p:nvPr/>
          </p:nvSpPr>
          <p:spPr>
            <a:xfrm>
              <a:off x="433411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pg296"/>
            <p:cNvSpPr/>
            <p:nvPr/>
          </p:nvSpPr>
          <p:spPr>
            <a:xfrm>
              <a:off x="441554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pg297"/>
            <p:cNvSpPr/>
            <p:nvPr/>
          </p:nvSpPr>
          <p:spPr>
            <a:xfrm>
              <a:off x="449698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pg298"/>
            <p:cNvSpPr/>
            <p:nvPr/>
          </p:nvSpPr>
          <p:spPr>
            <a:xfrm>
              <a:off x="457842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pg299"/>
            <p:cNvSpPr/>
            <p:nvPr/>
          </p:nvSpPr>
          <p:spPr>
            <a:xfrm>
              <a:off x="465985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pg300"/>
            <p:cNvSpPr/>
            <p:nvPr/>
          </p:nvSpPr>
          <p:spPr>
            <a:xfrm>
              <a:off x="270536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pg301"/>
            <p:cNvSpPr/>
            <p:nvPr/>
          </p:nvSpPr>
          <p:spPr>
            <a:xfrm>
              <a:off x="278680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pg302"/>
            <p:cNvSpPr/>
            <p:nvPr/>
          </p:nvSpPr>
          <p:spPr>
            <a:xfrm>
              <a:off x="286824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pg303"/>
            <p:cNvSpPr/>
            <p:nvPr/>
          </p:nvSpPr>
          <p:spPr>
            <a:xfrm>
              <a:off x="294967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pg304"/>
            <p:cNvSpPr/>
            <p:nvPr/>
          </p:nvSpPr>
          <p:spPr>
            <a:xfrm>
              <a:off x="3031116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pg305"/>
            <p:cNvSpPr/>
            <p:nvPr/>
          </p:nvSpPr>
          <p:spPr>
            <a:xfrm>
              <a:off x="3112553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pg306"/>
            <p:cNvSpPr/>
            <p:nvPr/>
          </p:nvSpPr>
          <p:spPr>
            <a:xfrm>
              <a:off x="319399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pg307"/>
            <p:cNvSpPr/>
            <p:nvPr/>
          </p:nvSpPr>
          <p:spPr>
            <a:xfrm>
              <a:off x="327542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pg308"/>
            <p:cNvSpPr/>
            <p:nvPr/>
          </p:nvSpPr>
          <p:spPr>
            <a:xfrm>
              <a:off x="335686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AFE6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pg309"/>
            <p:cNvSpPr/>
            <p:nvPr/>
          </p:nvSpPr>
          <p:spPr>
            <a:xfrm>
              <a:off x="343830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pg310"/>
            <p:cNvSpPr/>
            <p:nvPr/>
          </p:nvSpPr>
          <p:spPr>
            <a:xfrm>
              <a:off x="351973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pg311"/>
            <p:cNvSpPr/>
            <p:nvPr/>
          </p:nvSpPr>
          <p:spPr>
            <a:xfrm>
              <a:off x="3601176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pg312"/>
            <p:cNvSpPr/>
            <p:nvPr/>
          </p:nvSpPr>
          <p:spPr>
            <a:xfrm>
              <a:off x="3682613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pg313"/>
            <p:cNvSpPr/>
            <p:nvPr/>
          </p:nvSpPr>
          <p:spPr>
            <a:xfrm>
              <a:off x="376405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pg314"/>
            <p:cNvSpPr/>
            <p:nvPr/>
          </p:nvSpPr>
          <p:spPr>
            <a:xfrm>
              <a:off x="384548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pg315"/>
            <p:cNvSpPr/>
            <p:nvPr/>
          </p:nvSpPr>
          <p:spPr>
            <a:xfrm>
              <a:off x="392692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pg316"/>
            <p:cNvSpPr/>
            <p:nvPr/>
          </p:nvSpPr>
          <p:spPr>
            <a:xfrm>
              <a:off x="400836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pg317"/>
            <p:cNvSpPr/>
            <p:nvPr/>
          </p:nvSpPr>
          <p:spPr>
            <a:xfrm>
              <a:off x="408979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pg318"/>
            <p:cNvSpPr/>
            <p:nvPr/>
          </p:nvSpPr>
          <p:spPr>
            <a:xfrm>
              <a:off x="433411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pg319"/>
            <p:cNvSpPr/>
            <p:nvPr/>
          </p:nvSpPr>
          <p:spPr>
            <a:xfrm>
              <a:off x="441554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pg320"/>
            <p:cNvSpPr/>
            <p:nvPr/>
          </p:nvSpPr>
          <p:spPr>
            <a:xfrm>
              <a:off x="449698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pg321"/>
            <p:cNvSpPr/>
            <p:nvPr/>
          </p:nvSpPr>
          <p:spPr>
            <a:xfrm>
              <a:off x="457842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pg322"/>
            <p:cNvSpPr/>
            <p:nvPr/>
          </p:nvSpPr>
          <p:spPr>
            <a:xfrm>
              <a:off x="465985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pg323"/>
            <p:cNvSpPr/>
            <p:nvPr/>
          </p:nvSpPr>
          <p:spPr>
            <a:xfrm>
              <a:off x="270536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pg324"/>
            <p:cNvSpPr/>
            <p:nvPr/>
          </p:nvSpPr>
          <p:spPr>
            <a:xfrm>
              <a:off x="278680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pg325"/>
            <p:cNvSpPr/>
            <p:nvPr/>
          </p:nvSpPr>
          <p:spPr>
            <a:xfrm>
              <a:off x="286824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pg326"/>
            <p:cNvSpPr/>
            <p:nvPr/>
          </p:nvSpPr>
          <p:spPr>
            <a:xfrm>
              <a:off x="294967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pg327"/>
            <p:cNvSpPr/>
            <p:nvPr/>
          </p:nvSpPr>
          <p:spPr>
            <a:xfrm>
              <a:off x="3031116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pg328"/>
            <p:cNvSpPr/>
            <p:nvPr/>
          </p:nvSpPr>
          <p:spPr>
            <a:xfrm>
              <a:off x="311255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BBEA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pg329"/>
            <p:cNvSpPr/>
            <p:nvPr/>
          </p:nvSpPr>
          <p:spPr>
            <a:xfrm>
              <a:off x="319399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pg330"/>
            <p:cNvSpPr/>
            <p:nvPr/>
          </p:nvSpPr>
          <p:spPr>
            <a:xfrm>
              <a:off x="327542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pg331"/>
            <p:cNvSpPr/>
            <p:nvPr/>
          </p:nvSpPr>
          <p:spPr>
            <a:xfrm>
              <a:off x="335686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3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pg332"/>
            <p:cNvSpPr/>
            <p:nvPr/>
          </p:nvSpPr>
          <p:spPr>
            <a:xfrm>
              <a:off x="343830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pg333"/>
            <p:cNvSpPr/>
            <p:nvPr/>
          </p:nvSpPr>
          <p:spPr>
            <a:xfrm>
              <a:off x="351973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pg334"/>
            <p:cNvSpPr/>
            <p:nvPr/>
          </p:nvSpPr>
          <p:spPr>
            <a:xfrm>
              <a:off x="3601176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1C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pg335"/>
            <p:cNvSpPr/>
            <p:nvPr/>
          </p:nvSpPr>
          <p:spPr>
            <a:xfrm>
              <a:off x="368261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pg336"/>
            <p:cNvSpPr/>
            <p:nvPr/>
          </p:nvSpPr>
          <p:spPr>
            <a:xfrm>
              <a:off x="376405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pg337"/>
            <p:cNvSpPr/>
            <p:nvPr/>
          </p:nvSpPr>
          <p:spPr>
            <a:xfrm>
              <a:off x="384548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pg338"/>
            <p:cNvSpPr/>
            <p:nvPr/>
          </p:nvSpPr>
          <p:spPr>
            <a:xfrm>
              <a:off x="392692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pg339"/>
            <p:cNvSpPr/>
            <p:nvPr/>
          </p:nvSpPr>
          <p:spPr>
            <a:xfrm>
              <a:off x="400836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pg340"/>
            <p:cNvSpPr/>
            <p:nvPr/>
          </p:nvSpPr>
          <p:spPr>
            <a:xfrm>
              <a:off x="408979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pg341"/>
            <p:cNvSpPr/>
            <p:nvPr/>
          </p:nvSpPr>
          <p:spPr>
            <a:xfrm>
              <a:off x="425267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pg342"/>
            <p:cNvSpPr/>
            <p:nvPr/>
          </p:nvSpPr>
          <p:spPr>
            <a:xfrm>
              <a:off x="433411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pg343"/>
            <p:cNvSpPr/>
            <p:nvPr/>
          </p:nvSpPr>
          <p:spPr>
            <a:xfrm>
              <a:off x="441554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pg344"/>
            <p:cNvSpPr/>
            <p:nvPr/>
          </p:nvSpPr>
          <p:spPr>
            <a:xfrm>
              <a:off x="449698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pg345"/>
            <p:cNvSpPr/>
            <p:nvPr/>
          </p:nvSpPr>
          <p:spPr>
            <a:xfrm>
              <a:off x="457842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pg346"/>
            <p:cNvSpPr/>
            <p:nvPr/>
          </p:nvSpPr>
          <p:spPr>
            <a:xfrm>
              <a:off x="465985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pg347"/>
            <p:cNvSpPr/>
            <p:nvPr/>
          </p:nvSpPr>
          <p:spPr>
            <a:xfrm>
              <a:off x="278680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pg348"/>
            <p:cNvSpPr/>
            <p:nvPr/>
          </p:nvSpPr>
          <p:spPr>
            <a:xfrm>
              <a:off x="286824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pg349"/>
            <p:cNvSpPr/>
            <p:nvPr/>
          </p:nvSpPr>
          <p:spPr>
            <a:xfrm>
              <a:off x="294967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pg350"/>
            <p:cNvSpPr/>
            <p:nvPr/>
          </p:nvSpPr>
          <p:spPr>
            <a:xfrm>
              <a:off x="303111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pg351"/>
            <p:cNvSpPr/>
            <p:nvPr/>
          </p:nvSpPr>
          <p:spPr>
            <a:xfrm>
              <a:off x="311255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CD7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pg352"/>
            <p:cNvSpPr/>
            <p:nvPr/>
          </p:nvSpPr>
          <p:spPr>
            <a:xfrm>
              <a:off x="319399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pg353"/>
            <p:cNvSpPr/>
            <p:nvPr/>
          </p:nvSpPr>
          <p:spPr>
            <a:xfrm>
              <a:off x="327542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pg354"/>
            <p:cNvSpPr/>
            <p:nvPr/>
          </p:nvSpPr>
          <p:spPr>
            <a:xfrm>
              <a:off x="335686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pg355"/>
            <p:cNvSpPr/>
            <p:nvPr/>
          </p:nvSpPr>
          <p:spPr>
            <a:xfrm>
              <a:off x="343830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pg356"/>
            <p:cNvSpPr/>
            <p:nvPr/>
          </p:nvSpPr>
          <p:spPr>
            <a:xfrm>
              <a:off x="351973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6E3CA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pg357"/>
            <p:cNvSpPr/>
            <p:nvPr/>
          </p:nvSpPr>
          <p:spPr>
            <a:xfrm>
              <a:off x="360117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pg358"/>
            <p:cNvSpPr/>
            <p:nvPr/>
          </p:nvSpPr>
          <p:spPr>
            <a:xfrm>
              <a:off x="368261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pg359"/>
            <p:cNvSpPr/>
            <p:nvPr/>
          </p:nvSpPr>
          <p:spPr>
            <a:xfrm>
              <a:off x="376405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pg360"/>
            <p:cNvSpPr/>
            <p:nvPr/>
          </p:nvSpPr>
          <p:spPr>
            <a:xfrm>
              <a:off x="384548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pg361"/>
            <p:cNvSpPr/>
            <p:nvPr/>
          </p:nvSpPr>
          <p:spPr>
            <a:xfrm>
              <a:off x="392692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pg362"/>
            <p:cNvSpPr/>
            <p:nvPr/>
          </p:nvSpPr>
          <p:spPr>
            <a:xfrm>
              <a:off x="400836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pg363"/>
            <p:cNvSpPr/>
            <p:nvPr/>
          </p:nvSpPr>
          <p:spPr>
            <a:xfrm>
              <a:off x="408979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pg364"/>
            <p:cNvSpPr/>
            <p:nvPr/>
          </p:nvSpPr>
          <p:spPr>
            <a:xfrm>
              <a:off x="417123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pg365"/>
            <p:cNvSpPr/>
            <p:nvPr/>
          </p:nvSpPr>
          <p:spPr>
            <a:xfrm>
              <a:off x="425267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pg366"/>
            <p:cNvSpPr/>
            <p:nvPr/>
          </p:nvSpPr>
          <p:spPr>
            <a:xfrm>
              <a:off x="433411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pg367"/>
            <p:cNvSpPr/>
            <p:nvPr/>
          </p:nvSpPr>
          <p:spPr>
            <a:xfrm>
              <a:off x="441554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pg368"/>
            <p:cNvSpPr/>
            <p:nvPr/>
          </p:nvSpPr>
          <p:spPr>
            <a:xfrm>
              <a:off x="449698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pg369"/>
            <p:cNvSpPr/>
            <p:nvPr/>
          </p:nvSpPr>
          <p:spPr>
            <a:xfrm>
              <a:off x="457842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pg370"/>
            <p:cNvSpPr/>
            <p:nvPr/>
          </p:nvSpPr>
          <p:spPr>
            <a:xfrm>
              <a:off x="465985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pg371"/>
            <p:cNvSpPr/>
            <p:nvPr/>
          </p:nvSpPr>
          <p:spPr>
            <a:xfrm>
              <a:off x="286824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pg372"/>
            <p:cNvSpPr/>
            <p:nvPr/>
          </p:nvSpPr>
          <p:spPr>
            <a:xfrm>
              <a:off x="294967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AFE6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pg373"/>
            <p:cNvSpPr/>
            <p:nvPr/>
          </p:nvSpPr>
          <p:spPr>
            <a:xfrm>
              <a:off x="303111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pg374"/>
            <p:cNvSpPr/>
            <p:nvPr/>
          </p:nvSpPr>
          <p:spPr>
            <a:xfrm>
              <a:off x="311255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pg375"/>
            <p:cNvSpPr/>
            <p:nvPr/>
          </p:nvSpPr>
          <p:spPr>
            <a:xfrm>
              <a:off x="319399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pg376"/>
            <p:cNvSpPr/>
            <p:nvPr/>
          </p:nvSpPr>
          <p:spPr>
            <a:xfrm>
              <a:off x="327542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pg377"/>
            <p:cNvSpPr/>
            <p:nvPr/>
          </p:nvSpPr>
          <p:spPr>
            <a:xfrm>
              <a:off x="335686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pg378"/>
            <p:cNvSpPr/>
            <p:nvPr/>
          </p:nvSpPr>
          <p:spPr>
            <a:xfrm>
              <a:off x="343830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pg379"/>
            <p:cNvSpPr/>
            <p:nvPr/>
          </p:nvSpPr>
          <p:spPr>
            <a:xfrm>
              <a:off x="351973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pg380"/>
            <p:cNvSpPr/>
            <p:nvPr/>
          </p:nvSpPr>
          <p:spPr>
            <a:xfrm>
              <a:off x="360117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pg381"/>
            <p:cNvSpPr/>
            <p:nvPr/>
          </p:nvSpPr>
          <p:spPr>
            <a:xfrm>
              <a:off x="368261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pg382"/>
            <p:cNvSpPr/>
            <p:nvPr/>
          </p:nvSpPr>
          <p:spPr>
            <a:xfrm>
              <a:off x="376405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pg383"/>
            <p:cNvSpPr/>
            <p:nvPr/>
          </p:nvSpPr>
          <p:spPr>
            <a:xfrm>
              <a:off x="384548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pg384"/>
            <p:cNvSpPr/>
            <p:nvPr/>
          </p:nvSpPr>
          <p:spPr>
            <a:xfrm>
              <a:off x="392692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pg385"/>
            <p:cNvSpPr/>
            <p:nvPr/>
          </p:nvSpPr>
          <p:spPr>
            <a:xfrm>
              <a:off x="400836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pg386"/>
            <p:cNvSpPr/>
            <p:nvPr/>
          </p:nvSpPr>
          <p:spPr>
            <a:xfrm>
              <a:off x="408979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pg387"/>
            <p:cNvSpPr/>
            <p:nvPr/>
          </p:nvSpPr>
          <p:spPr>
            <a:xfrm>
              <a:off x="417123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pg388"/>
            <p:cNvSpPr/>
            <p:nvPr/>
          </p:nvSpPr>
          <p:spPr>
            <a:xfrm>
              <a:off x="425267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pg389"/>
            <p:cNvSpPr/>
            <p:nvPr/>
          </p:nvSpPr>
          <p:spPr>
            <a:xfrm>
              <a:off x="433411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pg390"/>
            <p:cNvSpPr/>
            <p:nvPr/>
          </p:nvSpPr>
          <p:spPr>
            <a:xfrm>
              <a:off x="441554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pg391"/>
            <p:cNvSpPr/>
            <p:nvPr/>
          </p:nvSpPr>
          <p:spPr>
            <a:xfrm>
              <a:off x="449698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pg392"/>
            <p:cNvSpPr/>
            <p:nvPr/>
          </p:nvSpPr>
          <p:spPr>
            <a:xfrm>
              <a:off x="457842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pg393"/>
            <p:cNvSpPr/>
            <p:nvPr/>
          </p:nvSpPr>
          <p:spPr>
            <a:xfrm>
              <a:off x="286824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6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pg394"/>
            <p:cNvSpPr/>
            <p:nvPr/>
          </p:nvSpPr>
          <p:spPr>
            <a:xfrm>
              <a:off x="294967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pg395"/>
            <p:cNvSpPr/>
            <p:nvPr/>
          </p:nvSpPr>
          <p:spPr>
            <a:xfrm>
              <a:off x="303111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pg396"/>
            <p:cNvSpPr/>
            <p:nvPr/>
          </p:nvSpPr>
          <p:spPr>
            <a:xfrm>
              <a:off x="311255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pg397"/>
            <p:cNvSpPr/>
            <p:nvPr/>
          </p:nvSpPr>
          <p:spPr>
            <a:xfrm>
              <a:off x="319399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pg398"/>
            <p:cNvSpPr/>
            <p:nvPr/>
          </p:nvSpPr>
          <p:spPr>
            <a:xfrm>
              <a:off x="327542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pg399"/>
            <p:cNvSpPr/>
            <p:nvPr/>
          </p:nvSpPr>
          <p:spPr>
            <a:xfrm>
              <a:off x="335686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pg400"/>
            <p:cNvSpPr/>
            <p:nvPr/>
          </p:nvSpPr>
          <p:spPr>
            <a:xfrm>
              <a:off x="343830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pg401"/>
            <p:cNvSpPr/>
            <p:nvPr/>
          </p:nvSpPr>
          <p:spPr>
            <a:xfrm>
              <a:off x="351973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pg402"/>
            <p:cNvSpPr/>
            <p:nvPr/>
          </p:nvSpPr>
          <p:spPr>
            <a:xfrm>
              <a:off x="360117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pg403"/>
            <p:cNvSpPr/>
            <p:nvPr/>
          </p:nvSpPr>
          <p:spPr>
            <a:xfrm>
              <a:off x="368261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pg404"/>
            <p:cNvSpPr/>
            <p:nvPr/>
          </p:nvSpPr>
          <p:spPr>
            <a:xfrm>
              <a:off x="376405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pg405"/>
            <p:cNvSpPr/>
            <p:nvPr/>
          </p:nvSpPr>
          <p:spPr>
            <a:xfrm>
              <a:off x="384548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pg406"/>
            <p:cNvSpPr/>
            <p:nvPr/>
          </p:nvSpPr>
          <p:spPr>
            <a:xfrm>
              <a:off x="392692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pg407"/>
            <p:cNvSpPr/>
            <p:nvPr/>
          </p:nvSpPr>
          <p:spPr>
            <a:xfrm>
              <a:off x="400836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pg408"/>
            <p:cNvSpPr/>
            <p:nvPr/>
          </p:nvSpPr>
          <p:spPr>
            <a:xfrm>
              <a:off x="408979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pg409"/>
            <p:cNvSpPr/>
            <p:nvPr/>
          </p:nvSpPr>
          <p:spPr>
            <a:xfrm>
              <a:off x="417123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pg410"/>
            <p:cNvSpPr/>
            <p:nvPr/>
          </p:nvSpPr>
          <p:spPr>
            <a:xfrm>
              <a:off x="425267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pg411"/>
            <p:cNvSpPr/>
            <p:nvPr/>
          </p:nvSpPr>
          <p:spPr>
            <a:xfrm>
              <a:off x="433411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pg412"/>
            <p:cNvSpPr/>
            <p:nvPr/>
          </p:nvSpPr>
          <p:spPr>
            <a:xfrm>
              <a:off x="441554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pg413"/>
            <p:cNvSpPr/>
            <p:nvPr/>
          </p:nvSpPr>
          <p:spPr>
            <a:xfrm>
              <a:off x="449698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pg414"/>
            <p:cNvSpPr/>
            <p:nvPr/>
          </p:nvSpPr>
          <p:spPr>
            <a:xfrm>
              <a:off x="303111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pg415"/>
            <p:cNvSpPr/>
            <p:nvPr/>
          </p:nvSpPr>
          <p:spPr>
            <a:xfrm>
              <a:off x="311255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pg416"/>
            <p:cNvSpPr/>
            <p:nvPr/>
          </p:nvSpPr>
          <p:spPr>
            <a:xfrm>
              <a:off x="319399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pg417"/>
            <p:cNvSpPr/>
            <p:nvPr/>
          </p:nvSpPr>
          <p:spPr>
            <a:xfrm>
              <a:off x="327542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pg418"/>
            <p:cNvSpPr/>
            <p:nvPr/>
          </p:nvSpPr>
          <p:spPr>
            <a:xfrm>
              <a:off x="3356864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pg419"/>
            <p:cNvSpPr/>
            <p:nvPr/>
          </p:nvSpPr>
          <p:spPr>
            <a:xfrm>
              <a:off x="3438301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pg420"/>
            <p:cNvSpPr/>
            <p:nvPr/>
          </p:nvSpPr>
          <p:spPr>
            <a:xfrm>
              <a:off x="3519738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pg421"/>
            <p:cNvSpPr/>
            <p:nvPr/>
          </p:nvSpPr>
          <p:spPr>
            <a:xfrm>
              <a:off x="360117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pg422"/>
            <p:cNvSpPr/>
            <p:nvPr/>
          </p:nvSpPr>
          <p:spPr>
            <a:xfrm>
              <a:off x="368261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DC0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pg423"/>
            <p:cNvSpPr/>
            <p:nvPr/>
          </p:nvSpPr>
          <p:spPr>
            <a:xfrm>
              <a:off x="376405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pg424"/>
            <p:cNvSpPr/>
            <p:nvPr/>
          </p:nvSpPr>
          <p:spPr>
            <a:xfrm>
              <a:off x="384548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pg425"/>
            <p:cNvSpPr/>
            <p:nvPr/>
          </p:nvSpPr>
          <p:spPr>
            <a:xfrm>
              <a:off x="3926924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pg426"/>
            <p:cNvSpPr/>
            <p:nvPr/>
          </p:nvSpPr>
          <p:spPr>
            <a:xfrm>
              <a:off x="4008361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pg427"/>
            <p:cNvSpPr/>
            <p:nvPr/>
          </p:nvSpPr>
          <p:spPr>
            <a:xfrm>
              <a:off x="4089798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pg428"/>
            <p:cNvSpPr/>
            <p:nvPr/>
          </p:nvSpPr>
          <p:spPr>
            <a:xfrm>
              <a:off x="417123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pg429"/>
            <p:cNvSpPr/>
            <p:nvPr/>
          </p:nvSpPr>
          <p:spPr>
            <a:xfrm>
              <a:off x="425267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pg430"/>
            <p:cNvSpPr/>
            <p:nvPr/>
          </p:nvSpPr>
          <p:spPr>
            <a:xfrm>
              <a:off x="433411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pg431"/>
            <p:cNvSpPr/>
            <p:nvPr/>
          </p:nvSpPr>
          <p:spPr>
            <a:xfrm>
              <a:off x="441554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6B8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pg432"/>
            <p:cNvSpPr/>
            <p:nvPr/>
          </p:nvSpPr>
          <p:spPr>
            <a:xfrm>
              <a:off x="311255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pg433"/>
            <p:cNvSpPr/>
            <p:nvPr/>
          </p:nvSpPr>
          <p:spPr>
            <a:xfrm>
              <a:off x="319399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pg434"/>
            <p:cNvSpPr/>
            <p:nvPr/>
          </p:nvSpPr>
          <p:spPr>
            <a:xfrm>
              <a:off x="3275427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pg435"/>
            <p:cNvSpPr/>
            <p:nvPr/>
          </p:nvSpPr>
          <p:spPr>
            <a:xfrm>
              <a:off x="3356864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pg436"/>
            <p:cNvSpPr/>
            <p:nvPr/>
          </p:nvSpPr>
          <p:spPr>
            <a:xfrm>
              <a:off x="3438301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pg437"/>
            <p:cNvSpPr/>
            <p:nvPr/>
          </p:nvSpPr>
          <p:spPr>
            <a:xfrm>
              <a:off x="3519738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pg438"/>
            <p:cNvSpPr/>
            <p:nvPr/>
          </p:nvSpPr>
          <p:spPr>
            <a:xfrm>
              <a:off x="3601176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pg439"/>
            <p:cNvSpPr/>
            <p:nvPr/>
          </p:nvSpPr>
          <p:spPr>
            <a:xfrm>
              <a:off x="368261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pg440"/>
            <p:cNvSpPr/>
            <p:nvPr/>
          </p:nvSpPr>
          <p:spPr>
            <a:xfrm>
              <a:off x="376405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pg441"/>
            <p:cNvSpPr/>
            <p:nvPr/>
          </p:nvSpPr>
          <p:spPr>
            <a:xfrm>
              <a:off x="3845487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pg442"/>
            <p:cNvSpPr/>
            <p:nvPr/>
          </p:nvSpPr>
          <p:spPr>
            <a:xfrm>
              <a:off x="3926924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pg443"/>
            <p:cNvSpPr/>
            <p:nvPr/>
          </p:nvSpPr>
          <p:spPr>
            <a:xfrm>
              <a:off x="4008361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pg444"/>
            <p:cNvSpPr/>
            <p:nvPr/>
          </p:nvSpPr>
          <p:spPr>
            <a:xfrm>
              <a:off x="4089798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pg445"/>
            <p:cNvSpPr/>
            <p:nvPr/>
          </p:nvSpPr>
          <p:spPr>
            <a:xfrm>
              <a:off x="4171236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pg446"/>
            <p:cNvSpPr/>
            <p:nvPr/>
          </p:nvSpPr>
          <p:spPr>
            <a:xfrm>
              <a:off x="425267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pg447"/>
            <p:cNvSpPr/>
            <p:nvPr/>
          </p:nvSpPr>
          <p:spPr>
            <a:xfrm>
              <a:off x="433411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pg448"/>
            <p:cNvSpPr/>
            <p:nvPr/>
          </p:nvSpPr>
          <p:spPr>
            <a:xfrm>
              <a:off x="319399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pg449"/>
            <p:cNvSpPr/>
            <p:nvPr/>
          </p:nvSpPr>
          <p:spPr>
            <a:xfrm>
              <a:off x="3275427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pg450"/>
            <p:cNvSpPr/>
            <p:nvPr/>
          </p:nvSpPr>
          <p:spPr>
            <a:xfrm>
              <a:off x="3356864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pg451"/>
            <p:cNvSpPr/>
            <p:nvPr/>
          </p:nvSpPr>
          <p:spPr>
            <a:xfrm>
              <a:off x="3438301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pg452"/>
            <p:cNvSpPr/>
            <p:nvPr/>
          </p:nvSpPr>
          <p:spPr>
            <a:xfrm>
              <a:off x="3519738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pg453"/>
            <p:cNvSpPr/>
            <p:nvPr/>
          </p:nvSpPr>
          <p:spPr>
            <a:xfrm>
              <a:off x="3601176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pg454"/>
            <p:cNvSpPr/>
            <p:nvPr/>
          </p:nvSpPr>
          <p:spPr>
            <a:xfrm>
              <a:off x="3682613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pg455"/>
            <p:cNvSpPr/>
            <p:nvPr/>
          </p:nvSpPr>
          <p:spPr>
            <a:xfrm>
              <a:off x="376405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pg456"/>
            <p:cNvSpPr/>
            <p:nvPr/>
          </p:nvSpPr>
          <p:spPr>
            <a:xfrm>
              <a:off x="3845487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pg457"/>
            <p:cNvSpPr/>
            <p:nvPr/>
          </p:nvSpPr>
          <p:spPr>
            <a:xfrm>
              <a:off x="3926924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pg458"/>
            <p:cNvSpPr/>
            <p:nvPr/>
          </p:nvSpPr>
          <p:spPr>
            <a:xfrm>
              <a:off x="4008361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pg459"/>
            <p:cNvSpPr/>
            <p:nvPr/>
          </p:nvSpPr>
          <p:spPr>
            <a:xfrm>
              <a:off x="4089798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pg460"/>
            <p:cNvSpPr/>
            <p:nvPr/>
          </p:nvSpPr>
          <p:spPr>
            <a:xfrm>
              <a:off x="4171236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pg461"/>
            <p:cNvSpPr/>
            <p:nvPr/>
          </p:nvSpPr>
          <p:spPr>
            <a:xfrm>
              <a:off x="4252673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pg462"/>
            <p:cNvSpPr/>
            <p:nvPr/>
          </p:nvSpPr>
          <p:spPr>
            <a:xfrm>
              <a:off x="433411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pg463"/>
            <p:cNvSpPr/>
            <p:nvPr/>
          </p:nvSpPr>
          <p:spPr>
            <a:xfrm>
              <a:off x="286824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pg464"/>
            <p:cNvSpPr/>
            <p:nvPr/>
          </p:nvSpPr>
          <p:spPr>
            <a:xfrm>
              <a:off x="294967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pg465"/>
            <p:cNvSpPr/>
            <p:nvPr/>
          </p:nvSpPr>
          <p:spPr>
            <a:xfrm>
              <a:off x="303111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pg466"/>
            <p:cNvSpPr/>
            <p:nvPr/>
          </p:nvSpPr>
          <p:spPr>
            <a:xfrm>
              <a:off x="311255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pg467"/>
            <p:cNvSpPr/>
            <p:nvPr/>
          </p:nvSpPr>
          <p:spPr>
            <a:xfrm>
              <a:off x="3193990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pg468"/>
            <p:cNvSpPr/>
            <p:nvPr/>
          </p:nvSpPr>
          <p:spPr>
            <a:xfrm>
              <a:off x="3275427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pg469"/>
            <p:cNvSpPr/>
            <p:nvPr/>
          </p:nvSpPr>
          <p:spPr>
            <a:xfrm>
              <a:off x="3356864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pg470"/>
            <p:cNvSpPr/>
            <p:nvPr/>
          </p:nvSpPr>
          <p:spPr>
            <a:xfrm>
              <a:off x="343830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pg471"/>
            <p:cNvSpPr/>
            <p:nvPr/>
          </p:nvSpPr>
          <p:spPr>
            <a:xfrm>
              <a:off x="351973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pg472"/>
            <p:cNvSpPr/>
            <p:nvPr/>
          </p:nvSpPr>
          <p:spPr>
            <a:xfrm>
              <a:off x="360117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pg473"/>
            <p:cNvSpPr/>
            <p:nvPr/>
          </p:nvSpPr>
          <p:spPr>
            <a:xfrm>
              <a:off x="368261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pg474"/>
            <p:cNvSpPr/>
            <p:nvPr/>
          </p:nvSpPr>
          <p:spPr>
            <a:xfrm>
              <a:off x="3764050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pg475"/>
            <p:cNvSpPr/>
            <p:nvPr/>
          </p:nvSpPr>
          <p:spPr>
            <a:xfrm>
              <a:off x="3845487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pg476"/>
            <p:cNvSpPr/>
            <p:nvPr/>
          </p:nvSpPr>
          <p:spPr>
            <a:xfrm>
              <a:off x="3926924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pg477"/>
            <p:cNvSpPr/>
            <p:nvPr/>
          </p:nvSpPr>
          <p:spPr>
            <a:xfrm>
              <a:off x="400836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pg478"/>
            <p:cNvSpPr/>
            <p:nvPr/>
          </p:nvSpPr>
          <p:spPr>
            <a:xfrm>
              <a:off x="408979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pg479"/>
            <p:cNvSpPr/>
            <p:nvPr/>
          </p:nvSpPr>
          <p:spPr>
            <a:xfrm>
              <a:off x="417123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pg480"/>
            <p:cNvSpPr/>
            <p:nvPr/>
          </p:nvSpPr>
          <p:spPr>
            <a:xfrm>
              <a:off x="425267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pg481"/>
            <p:cNvSpPr/>
            <p:nvPr/>
          </p:nvSpPr>
          <p:spPr>
            <a:xfrm>
              <a:off x="278680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pg482"/>
            <p:cNvSpPr/>
            <p:nvPr/>
          </p:nvSpPr>
          <p:spPr>
            <a:xfrm>
              <a:off x="286824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pg483"/>
            <p:cNvSpPr/>
            <p:nvPr/>
          </p:nvSpPr>
          <p:spPr>
            <a:xfrm>
              <a:off x="294967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pg484"/>
            <p:cNvSpPr/>
            <p:nvPr/>
          </p:nvSpPr>
          <p:spPr>
            <a:xfrm>
              <a:off x="303111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pg485"/>
            <p:cNvSpPr/>
            <p:nvPr/>
          </p:nvSpPr>
          <p:spPr>
            <a:xfrm>
              <a:off x="311255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pg486"/>
            <p:cNvSpPr/>
            <p:nvPr/>
          </p:nvSpPr>
          <p:spPr>
            <a:xfrm>
              <a:off x="3193990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pg487"/>
            <p:cNvSpPr/>
            <p:nvPr/>
          </p:nvSpPr>
          <p:spPr>
            <a:xfrm>
              <a:off x="3275427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pg488"/>
            <p:cNvSpPr/>
            <p:nvPr/>
          </p:nvSpPr>
          <p:spPr>
            <a:xfrm>
              <a:off x="335686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pg489"/>
            <p:cNvSpPr/>
            <p:nvPr/>
          </p:nvSpPr>
          <p:spPr>
            <a:xfrm>
              <a:off x="343830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pg490"/>
            <p:cNvSpPr/>
            <p:nvPr/>
          </p:nvSpPr>
          <p:spPr>
            <a:xfrm>
              <a:off x="351973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pg491"/>
            <p:cNvSpPr/>
            <p:nvPr/>
          </p:nvSpPr>
          <p:spPr>
            <a:xfrm>
              <a:off x="360117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pg492"/>
            <p:cNvSpPr/>
            <p:nvPr/>
          </p:nvSpPr>
          <p:spPr>
            <a:xfrm>
              <a:off x="368261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pg493"/>
            <p:cNvSpPr/>
            <p:nvPr/>
          </p:nvSpPr>
          <p:spPr>
            <a:xfrm>
              <a:off x="3764050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pg494"/>
            <p:cNvSpPr/>
            <p:nvPr/>
          </p:nvSpPr>
          <p:spPr>
            <a:xfrm>
              <a:off x="3845487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pg495"/>
            <p:cNvSpPr/>
            <p:nvPr/>
          </p:nvSpPr>
          <p:spPr>
            <a:xfrm>
              <a:off x="392692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pg496"/>
            <p:cNvSpPr/>
            <p:nvPr/>
          </p:nvSpPr>
          <p:spPr>
            <a:xfrm>
              <a:off x="400836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pg497"/>
            <p:cNvSpPr/>
            <p:nvPr/>
          </p:nvSpPr>
          <p:spPr>
            <a:xfrm>
              <a:off x="408979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pg498"/>
            <p:cNvSpPr/>
            <p:nvPr/>
          </p:nvSpPr>
          <p:spPr>
            <a:xfrm>
              <a:off x="417123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pg499"/>
            <p:cNvSpPr/>
            <p:nvPr/>
          </p:nvSpPr>
          <p:spPr>
            <a:xfrm>
              <a:off x="425267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pg500"/>
            <p:cNvSpPr/>
            <p:nvPr/>
          </p:nvSpPr>
          <p:spPr>
            <a:xfrm>
              <a:off x="278680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pg501"/>
            <p:cNvSpPr/>
            <p:nvPr/>
          </p:nvSpPr>
          <p:spPr>
            <a:xfrm>
              <a:off x="286824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pg502"/>
            <p:cNvSpPr/>
            <p:nvPr/>
          </p:nvSpPr>
          <p:spPr>
            <a:xfrm>
              <a:off x="294967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pg503"/>
            <p:cNvSpPr/>
            <p:nvPr/>
          </p:nvSpPr>
          <p:spPr>
            <a:xfrm>
              <a:off x="303111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pg504"/>
            <p:cNvSpPr/>
            <p:nvPr/>
          </p:nvSpPr>
          <p:spPr>
            <a:xfrm>
              <a:off x="3112553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pg505"/>
            <p:cNvSpPr/>
            <p:nvPr/>
          </p:nvSpPr>
          <p:spPr>
            <a:xfrm>
              <a:off x="3193990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pg506"/>
            <p:cNvSpPr/>
            <p:nvPr/>
          </p:nvSpPr>
          <p:spPr>
            <a:xfrm>
              <a:off x="3275427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FF0DE">
                <a:alpha val="100000"/>
              </a:srgbClr>
            </a:solidFill>
            <a:ln w="5420" cap="flat">
              <a:solidFill>
                <a:srgbClr val="CB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pg507"/>
            <p:cNvSpPr/>
            <p:nvPr/>
          </p:nvSpPr>
          <p:spPr>
            <a:xfrm>
              <a:off x="335686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1F1DF">
                <a:alpha val="100000"/>
              </a:srgbClr>
            </a:solidFill>
            <a:ln w="5420" cap="flat">
              <a:solidFill>
                <a:srgbClr val="CD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pg508"/>
            <p:cNvSpPr/>
            <p:nvPr/>
          </p:nvSpPr>
          <p:spPr>
            <a:xfrm>
              <a:off x="343830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0F1DE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pg509"/>
            <p:cNvSpPr/>
            <p:nvPr/>
          </p:nvSpPr>
          <p:spPr>
            <a:xfrm>
              <a:off x="351973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pg510"/>
            <p:cNvSpPr/>
            <p:nvPr/>
          </p:nvSpPr>
          <p:spPr>
            <a:xfrm>
              <a:off x="360117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pg511"/>
            <p:cNvSpPr/>
            <p:nvPr/>
          </p:nvSpPr>
          <p:spPr>
            <a:xfrm>
              <a:off x="3682613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pg512"/>
            <p:cNvSpPr/>
            <p:nvPr/>
          </p:nvSpPr>
          <p:spPr>
            <a:xfrm>
              <a:off x="3764050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pg513"/>
            <p:cNvSpPr/>
            <p:nvPr/>
          </p:nvSpPr>
          <p:spPr>
            <a:xfrm>
              <a:off x="3845487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pg514"/>
            <p:cNvSpPr/>
            <p:nvPr/>
          </p:nvSpPr>
          <p:spPr>
            <a:xfrm>
              <a:off x="392692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pg515"/>
            <p:cNvSpPr/>
            <p:nvPr/>
          </p:nvSpPr>
          <p:spPr>
            <a:xfrm>
              <a:off x="400836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pg516"/>
            <p:cNvSpPr/>
            <p:nvPr/>
          </p:nvSpPr>
          <p:spPr>
            <a:xfrm>
              <a:off x="408979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pg517"/>
            <p:cNvSpPr/>
            <p:nvPr/>
          </p:nvSpPr>
          <p:spPr>
            <a:xfrm>
              <a:off x="417123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pg518"/>
            <p:cNvSpPr/>
            <p:nvPr/>
          </p:nvSpPr>
          <p:spPr>
            <a:xfrm>
              <a:off x="278680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pg519"/>
            <p:cNvSpPr/>
            <p:nvPr/>
          </p:nvSpPr>
          <p:spPr>
            <a:xfrm>
              <a:off x="286824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pg520"/>
            <p:cNvSpPr/>
            <p:nvPr/>
          </p:nvSpPr>
          <p:spPr>
            <a:xfrm>
              <a:off x="294967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pg521"/>
            <p:cNvSpPr/>
            <p:nvPr/>
          </p:nvSpPr>
          <p:spPr>
            <a:xfrm>
              <a:off x="3031116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pg522"/>
            <p:cNvSpPr/>
            <p:nvPr/>
          </p:nvSpPr>
          <p:spPr>
            <a:xfrm>
              <a:off x="3112553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pg523"/>
            <p:cNvSpPr/>
            <p:nvPr/>
          </p:nvSpPr>
          <p:spPr>
            <a:xfrm>
              <a:off x="3193990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FF0DE">
                <a:alpha val="100000"/>
              </a:srgbClr>
            </a:solidFill>
            <a:ln w="5420" cap="flat">
              <a:solidFill>
                <a:srgbClr val="CA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pg524"/>
            <p:cNvSpPr/>
            <p:nvPr/>
          </p:nvSpPr>
          <p:spPr>
            <a:xfrm>
              <a:off x="3275427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4F2E0">
                <a:alpha val="100000"/>
              </a:srgbClr>
            </a:solidFill>
            <a:ln w="5420" cap="flat">
              <a:solidFill>
                <a:srgbClr val="D1F1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pg525"/>
            <p:cNvSpPr/>
            <p:nvPr/>
          </p:nvSpPr>
          <p:spPr>
            <a:xfrm>
              <a:off x="335686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7F3E1">
                <a:alpha val="100000"/>
              </a:srgbClr>
            </a:solidFill>
            <a:ln w="5420" cap="flat">
              <a:solidFill>
                <a:srgbClr val="D4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pg526"/>
            <p:cNvSpPr/>
            <p:nvPr/>
          </p:nvSpPr>
          <p:spPr>
            <a:xfrm>
              <a:off x="343830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6F2E1">
                <a:alpha val="100000"/>
              </a:srgbClr>
            </a:solidFill>
            <a:ln w="5420" cap="flat">
              <a:solidFill>
                <a:srgbClr val="D3F1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pg527"/>
            <p:cNvSpPr/>
            <p:nvPr/>
          </p:nvSpPr>
          <p:spPr>
            <a:xfrm>
              <a:off x="351973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B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pg528"/>
            <p:cNvSpPr/>
            <p:nvPr/>
          </p:nvSpPr>
          <p:spPr>
            <a:xfrm>
              <a:off x="3601176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pg529"/>
            <p:cNvSpPr/>
            <p:nvPr/>
          </p:nvSpPr>
          <p:spPr>
            <a:xfrm>
              <a:off x="3682613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pg530"/>
            <p:cNvSpPr/>
            <p:nvPr/>
          </p:nvSpPr>
          <p:spPr>
            <a:xfrm>
              <a:off x="3764050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pg531"/>
            <p:cNvSpPr/>
            <p:nvPr/>
          </p:nvSpPr>
          <p:spPr>
            <a:xfrm>
              <a:off x="3845487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pg532"/>
            <p:cNvSpPr/>
            <p:nvPr/>
          </p:nvSpPr>
          <p:spPr>
            <a:xfrm>
              <a:off x="392692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pg533"/>
            <p:cNvSpPr/>
            <p:nvPr/>
          </p:nvSpPr>
          <p:spPr>
            <a:xfrm>
              <a:off x="400836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pg534"/>
            <p:cNvSpPr/>
            <p:nvPr/>
          </p:nvSpPr>
          <p:spPr>
            <a:xfrm>
              <a:off x="408979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pg535"/>
            <p:cNvSpPr/>
            <p:nvPr/>
          </p:nvSpPr>
          <p:spPr>
            <a:xfrm>
              <a:off x="286824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pg536"/>
            <p:cNvSpPr/>
            <p:nvPr/>
          </p:nvSpPr>
          <p:spPr>
            <a:xfrm>
              <a:off x="2949678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3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pg537"/>
            <p:cNvSpPr/>
            <p:nvPr/>
          </p:nvSpPr>
          <p:spPr>
            <a:xfrm>
              <a:off x="3031116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pg538"/>
            <p:cNvSpPr/>
            <p:nvPr/>
          </p:nvSpPr>
          <p:spPr>
            <a:xfrm>
              <a:off x="3112553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pg539"/>
            <p:cNvSpPr/>
            <p:nvPr/>
          </p:nvSpPr>
          <p:spPr>
            <a:xfrm>
              <a:off x="3193990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0F0DE">
                <a:alpha val="100000"/>
              </a:srgbClr>
            </a:solidFill>
            <a:ln w="5420" cap="flat">
              <a:solidFill>
                <a:srgbClr val="CB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pg540"/>
            <p:cNvSpPr/>
            <p:nvPr/>
          </p:nvSpPr>
          <p:spPr>
            <a:xfrm>
              <a:off x="3275427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4F2E0">
                <a:alpha val="100000"/>
              </a:srgbClr>
            </a:solidFill>
            <a:ln w="5420" cap="flat">
              <a:solidFill>
                <a:srgbClr val="D1F1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pg541"/>
            <p:cNvSpPr/>
            <p:nvPr/>
          </p:nvSpPr>
          <p:spPr>
            <a:xfrm>
              <a:off x="3356864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7F3E1">
                <a:alpha val="100000"/>
              </a:srgbClr>
            </a:solidFill>
            <a:ln w="5420" cap="flat">
              <a:solidFill>
                <a:srgbClr val="D4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pg542"/>
            <p:cNvSpPr/>
            <p:nvPr/>
          </p:nvSpPr>
          <p:spPr>
            <a:xfrm>
              <a:off x="343830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6F2E1">
                <a:alpha val="100000"/>
              </a:srgbClr>
            </a:solidFill>
            <a:ln w="5420" cap="flat">
              <a:solidFill>
                <a:srgbClr val="D3F2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pg543"/>
            <p:cNvSpPr/>
            <p:nvPr/>
          </p:nvSpPr>
          <p:spPr>
            <a:xfrm>
              <a:off x="3519738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pg544"/>
            <p:cNvSpPr/>
            <p:nvPr/>
          </p:nvSpPr>
          <p:spPr>
            <a:xfrm>
              <a:off x="3601176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pg545"/>
            <p:cNvSpPr/>
            <p:nvPr/>
          </p:nvSpPr>
          <p:spPr>
            <a:xfrm>
              <a:off x="3682613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pg546"/>
            <p:cNvSpPr/>
            <p:nvPr/>
          </p:nvSpPr>
          <p:spPr>
            <a:xfrm>
              <a:off x="3764050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pg547"/>
            <p:cNvSpPr/>
            <p:nvPr/>
          </p:nvSpPr>
          <p:spPr>
            <a:xfrm>
              <a:off x="3845487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pg548"/>
            <p:cNvSpPr/>
            <p:nvPr/>
          </p:nvSpPr>
          <p:spPr>
            <a:xfrm>
              <a:off x="3926924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pg549"/>
            <p:cNvSpPr/>
            <p:nvPr/>
          </p:nvSpPr>
          <p:spPr>
            <a:xfrm>
              <a:off x="400836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pg550"/>
            <p:cNvSpPr/>
            <p:nvPr/>
          </p:nvSpPr>
          <p:spPr>
            <a:xfrm>
              <a:off x="3112553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pg551"/>
            <p:cNvSpPr/>
            <p:nvPr/>
          </p:nvSpPr>
          <p:spPr>
            <a:xfrm>
              <a:off x="3193990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pg552"/>
            <p:cNvSpPr/>
            <p:nvPr/>
          </p:nvSpPr>
          <p:spPr>
            <a:xfrm>
              <a:off x="3275427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0F0DE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pg553"/>
            <p:cNvSpPr/>
            <p:nvPr/>
          </p:nvSpPr>
          <p:spPr>
            <a:xfrm>
              <a:off x="3356864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2F1DF">
                <a:alpha val="100000"/>
              </a:srgbClr>
            </a:solidFill>
            <a:ln w="5420" cap="flat">
              <a:solidFill>
                <a:srgbClr val="CE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pg554"/>
            <p:cNvSpPr/>
            <p:nvPr/>
          </p:nvSpPr>
          <p:spPr>
            <a:xfrm>
              <a:off x="3438301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1F1DF">
                <a:alpha val="100000"/>
              </a:srgbClr>
            </a:solidFill>
            <a:ln w="5420" cap="flat">
              <a:solidFill>
                <a:srgbClr val="CDF0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pg555"/>
            <p:cNvSpPr/>
            <p:nvPr/>
          </p:nvSpPr>
          <p:spPr>
            <a:xfrm>
              <a:off x="3519738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ED9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pg556"/>
            <p:cNvSpPr/>
            <p:nvPr/>
          </p:nvSpPr>
          <p:spPr>
            <a:xfrm>
              <a:off x="3601176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pg557"/>
            <p:cNvSpPr/>
            <p:nvPr/>
          </p:nvSpPr>
          <p:spPr>
            <a:xfrm>
              <a:off x="3682613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pg558"/>
            <p:cNvSpPr/>
            <p:nvPr/>
          </p:nvSpPr>
          <p:spPr>
            <a:xfrm>
              <a:off x="3764050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pg559"/>
            <p:cNvSpPr/>
            <p:nvPr/>
          </p:nvSpPr>
          <p:spPr>
            <a:xfrm>
              <a:off x="3845487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pg560"/>
            <p:cNvSpPr/>
            <p:nvPr/>
          </p:nvSpPr>
          <p:spPr>
            <a:xfrm>
              <a:off x="3926924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pg561"/>
            <p:cNvSpPr/>
            <p:nvPr/>
          </p:nvSpPr>
          <p:spPr>
            <a:xfrm>
              <a:off x="4008361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pg562"/>
            <p:cNvSpPr/>
            <p:nvPr/>
          </p:nvSpPr>
          <p:spPr>
            <a:xfrm>
              <a:off x="3275427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pg563"/>
            <p:cNvSpPr/>
            <p:nvPr/>
          </p:nvSpPr>
          <p:spPr>
            <a:xfrm>
              <a:off x="3356864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FDB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pg564"/>
            <p:cNvSpPr/>
            <p:nvPr/>
          </p:nvSpPr>
          <p:spPr>
            <a:xfrm>
              <a:off x="3438301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pg565"/>
            <p:cNvSpPr/>
            <p:nvPr/>
          </p:nvSpPr>
          <p:spPr>
            <a:xfrm>
              <a:off x="3519738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pg566"/>
            <p:cNvSpPr/>
            <p:nvPr/>
          </p:nvSpPr>
          <p:spPr>
            <a:xfrm>
              <a:off x="3601176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pg567"/>
            <p:cNvSpPr/>
            <p:nvPr/>
          </p:nvSpPr>
          <p:spPr>
            <a:xfrm>
              <a:off x="3682613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pg568"/>
            <p:cNvSpPr/>
            <p:nvPr/>
          </p:nvSpPr>
          <p:spPr>
            <a:xfrm>
              <a:off x="3764050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pg569"/>
            <p:cNvSpPr/>
            <p:nvPr/>
          </p:nvSpPr>
          <p:spPr>
            <a:xfrm>
              <a:off x="3845487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pg570"/>
            <p:cNvSpPr/>
            <p:nvPr/>
          </p:nvSpPr>
          <p:spPr>
            <a:xfrm>
              <a:off x="3926924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pg571"/>
            <p:cNvSpPr/>
            <p:nvPr/>
          </p:nvSpPr>
          <p:spPr>
            <a:xfrm>
              <a:off x="4008361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pg572"/>
            <p:cNvSpPr/>
            <p:nvPr/>
          </p:nvSpPr>
          <p:spPr>
            <a:xfrm>
              <a:off x="3356864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CD6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pg573"/>
            <p:cNvSpPr/>
            <p:nvPr/>
          </p:nvSpPr>
          <p:spPr>
            <a:xfrm>
              <a:off x="3438301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pg574"/>
            <p:cNvSpPr/>
            <p:nvPr/>
          </p:nvSpPr>
          <p:spPr>
            <a:xfrm>
              <a:off x="3519738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pg575"/>
            <p:cNvSpPr/>
            <p:nvPr/>
          </p:nvSpPr>
          <p:spPr>
            <a:xfrm>
              <a:off x="3601176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pg576"/>
            <p:cNvSpPr/>
            <p:nvPr/>
          </p:nvSpPr>
          <p:spPr>
            <a:xfrm>
              <a:off x="3682613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pg577"/>
            <p:cNvSpPr/>
            <p:nvPr/>
          </p:nvSpPr>
          <p:spPr>
            <a:xfrm>
              <a:off x="3764050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pg578"/>
            <p:cNvSpPr/>
            <p:nvPr/>
          </p:nvSpPr>
          <p:spPr>
            <a:xfrm>
              <a:off x="3845487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pg579"/>
            <p:cNvSpPr/>
            <p:nvPr/>
          </p:nvSpPr>
          <p:spPr>
            <a:xfrm>
              <a:off x="3926924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pg580"/>
            <p:cNvSpPr/>
            <p:nvPr/>
          </p:nvSpPr>
          <p:spPr>
            <a:xfrm>
              <a:off x="4008361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pg581"/>
            <p:cNvSpPr/>
            <p:nvPr/>
          </p:nvSpPr>
          <p:spPr>
            <a:xfrm>
              <a:off x="3438301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pg582"/>
            <p:cNvSpPr/>
            <p:nvPr/>
          </p:nvSpPr>
          <p:spPr>
            <a:xfrm>
              <a:off x="3519738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pg583"/>
            <p:cNvSpPr/>
            <p:nvPr/>
          </p:nvSpPr>
          <p:spPr>
            <a:xfrm>
              <a:off x="3601176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pg584"/>
            <p:cNvSpPr/>
            <p:nvPr/>
          </p:nvSpPr>
          <p:spPr>
            <a:xfrm>
              <a:off x="3682613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pg585"/>
            <p:cNvSpPr/>
            <p:nvPr/>
          </p:nvSpPr>
          <p:spPr>
            <a:xfrm>
              <a:off x="3764050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pg586"/>
            <p:cNvSpPr/>
            <p:nvPr/>
          </p:nvSpPr>
          <p:spPr>
            <a:xfrm>
              <a:off x="3845487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DFC4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pg587"/>
            <p:cNvSpPr/>
            <p:nvPr/>
          </p:nvSpPr>
          <p:spPr>
            <a:xfrm>
              <a:off x="3926924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pg588"/>
            <p:cNvSpPr/>
            <p:nvPr/>
          </p:nvSpPr>
          <p:spPr>
            <a:xfrm>
              <a:off x="4008361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pg589"/>
            <p:cNvSpPr/>
            <p:nvPr/>
          </p:nvSpPr>
          <p:spPr>
            <a:xfrm>
              <a:off x="4089798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pg590"/>
            <p:cNvSpPr/>
            <p:nvPr/>
          </p:nvSpPr>
          <p:spPr>
            <a:xfrm>
              <a:off x="3682613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pg591"/>
            <p:cNvSpPr/>
            <p:nvPr/>
          </p:nvSpPr>
          <p:spPr>
            <a:xfrm>
              <a:off x="3764050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pg592"/>
            <p:cNvSpPr/>
            <p:nvPr/>
          </p:nvSpPr>
          <p:spPr>
            <a:xfrm>
              <a:off x="3845487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pg593"/>
            <p:cNvSpPr/>
            <p:nvPr/>
          </p:nvSpPr>
          <p:spPr>
            <a:xfrm>
              <a:off x="3926924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DC0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pg594"/>
            <p:cNvSpPr/>
            <p:nvPr/>
          </p:nvSpPr>
          <p:spPr>
            <a:xfrm>
              <a:off x="4008361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pg595"/>
            <p:cNvSpPr/>
            <p:nvPr/>
          </p:nvSpPr>
          <p:spPr>
            <a:xfrm>
              <a:off x="4089798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pg596"/>
            <p:cNvSpPr/>
            <p:nvPr/>
          </p:nvSpPr>
          <p:spPr>
            <a:xfrm>
              <a:off x="3275427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pg597"/>
            <p:cNvSpPr/>
            <p:nvPr/>
          </p:nvSpPr>
          <p:spPr>
            <a:xfrm>
              <a:off x="3601176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pg598"/>
            <p:cNvSpPr/>
            <p:nvPr/>
          </p:nvSpPr>
          <p:spPr>
            <a:xfrm>
              <a:off x="3682613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pg599"/>
            <p:cNvSpPr/>
            <p:nvPr/>
          </p:nvSpPr>
          <p:spPr>
            <a:xfrm>
              <a:off x="3764050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pg600"/>
            <p:cNvSpPr/>
            <p:nvPr/>
          </p:nvSpPr>
          <p:spPr>
            <a:xfrm>
              <a:off x="3845487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pg601"/>
            <p:cNvSpPr/>
            <p:nvPr/>
          </p:nvSpPr>
          <p:spPr>
            <a:xfrm>
              <a:off x="3926924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pg602"/>
            <p:cNvSpPr/>
            <p:nvPr/>
          </p:nvSpPr>
          <p:spPr>
            <a:xfrm>
              <a:off x="4008361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pg603"/>
            <p:cNvSpPr/>
            <p:nvPr/>
          </p:nvSpPr>
          <p:spPr>
            <a:xfrm>
              <a:off x="4089798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pg604"/>
            <p:cNvSpPr/>
            <p:nvPr/>
          </p:nvSpPr>
          <p:spPr>
            <a:xfrm>
              <a:off x="3193990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pg605"/>
            <p:cNvSpPr/>
            <p:nvPr/>
          </p:nvSpPr>
          <p:spPr>
            <a:xfrm>
              <a:off x="3275427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pg606"/>
            <p:cNvSpPr/>
            <p:nvPr/>
          </p:nvSpPr>
          <p:spPr>
            <a:xfrm>
              <a:off x="3356864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pg607"/>
            <p:cNvSpPr/>
            <p:nvPr/>
          </p:nvSpPr>
          <p:spPr>
            <a:xfrm>
              <a:off x="3438301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pg608"/>
            <p:cNvSpPr/>
            <p:nvPr/>
          </p:nvSpPr>
          <p:spPr>
            <a:xfrm>
              <a:off x="3519738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pg609"/>
            <p:cNvSpPr/>
            <p:nvPr/>
          </p:nvSpPr>
          <p:spPr>
            <a:xfrm>
              <a:off x="3601176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pg610"/>
            <p:cNvSpPr/>
            <p:nvPr/>
          </p:nvSpPr>
          <p:spPr>
            <a:xfrm>
              <a:off x="3682613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pg611"/>
            <p:cNvSpPr/>
            <p:nvPr/>
          </p:nvSpPr>
          <p:spPr>
            <a:xfrm>
              <a:off x="3764050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pg612"/>
            <p:cNvSpPr/>
            <p:nvPr/>
          </p:nvSpPr>
          <p:spPr>
            <a:xfrm>
              <a:off x="3845487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pg613"/>
            <p:cNvSpPr/>
            <p:nvPr/>
          </p:nvSpPr>
          <p:spPr>
            <a:xfrm>
              <a:off x="3926924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pg614"/>
            <p:cNvSpPr/>
            <p:nvPr/>
          </p:nvSpPr>
          <p:spPr>
            <a:xfrm>
              <a:off x="4008361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pg615"/>
            <p:cNvSpPr/>
            <p:nvPr/>
          </p:nvSpPr>
          <p:spPr>
            <a:xfrm>
              <a:off x="4089798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pg616"/>
            <p:cNvSpPr/>
            <p:nvPr/>
          </p:nvSpPr>
          <p:spPr>
            <a:xfrm>
              <a:off x="3112553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pg617"/>
            <p:cNvSpPr/>
            <p:nvPr/>
          </p:nvSpPr>
          <p:spPr>
            <a:xfrm>
              <a:off x="3193990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pg618"/>
            <p:cNvSpPr/>
            <p:nvPr/>
          </p:nvSpPr>
          <p:spPr>
            <a:xfrm>
              <a:off x="3275427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pg619"/>
            <p:cNvSpPr/>
            <p:nvPr/>
          </p:nvSpPr>
          <p:spPr>
            <a:xfrm>
              <a:off x="3356864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pg620"/>
            <p:cNvSpPr/>
            <p:nvPr/>
          </p:nvSpPr>
          <p:spPr>
            <a:xfrm>
              <a:off x="3438301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pg621"/>
            <p:cNvSpPr/>
            <p:nvPr/>
          </p:nvSpPr>
          <p:spPr>
            <a:xfrm>
              <a:off x="3519738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pg622"/>
            <p:cNvSpPr/>
            <p:nvPr/>
          </p:nvSpPr>
          <p:spPr>
            <a:xfrm>
              <a:off x="3601176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pg623"/>
            <p:cNvSpPr/>
            <p:nvPr/>
          </p:nvSpPr>
          <p:spPr>
            <a:xfrm>
              <a:off x="3682613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pg624"/>
            <p:cNvSpPr/>
            <p:nvPr/>
          </p:nvSpPr>
          <p:spPr>
            <a:xfrm>
              <a:off x="3764050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pg625"/>
            <p:cNvSpPr/>
            <p:nvPr/>
          </p:nvSpPr>
          <p:spPr>
            <a:xfrm>
              <a:off x="3845487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pg626"/>
            <p:cNvSpPr/>
            <p:nvPr/>
          </p:nvSpPr>
          <p:spPr>
            <a:xfrm>
              <a:off x="3926924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pg627"/>
            <p:cNvSpPr/>
            <p:nvPr/>
          </p:nvSpPr>
          <p:spPr>
            <a:xfrm>
              <a:off x="4008361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pg628"/>
            <p:cNvSpPr/>
            <p:nvPr/>
          </p:nvSpPr>
          <p:spPr>
            <a:xfrm>
              <a:off x="4089798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pg629"/>
            <p:cNvSpPr/>
            <p:nvPr/>
          </p:nvSpPr>
          <p:spPr>
            <a:xfrm>
              <a:off x="4171236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pg630"/>
            <p:cNvSpPr/>
            <p:nvPr/>
          </p:nvSpPr>
          <p:spPr>
            <a:xfrm>
              <a:off x="311255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pg631"/>
            <p:cNvSpPr/>
            <p:nvPr/>
          </p:nvSpPr>
          <p:spPr>
            <a:xfrm>
              <a:off x="3193990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pg632"/>
            <p:cNvSpPr/>
            <p:nvPr/>
          </p:nvSpPr>
          <p:spPr>
            <a:xfrm>
              <a:off x="3275427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pg633"/>
            <p:cNvSpPr/>
            <p:nvPr/>
          </p:nvSpPr>
          <p:spPr>
            <a:xfrm>
              <a:off x="3356864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pg634"/>
            <p:cNvSpPr/>
            <p:nvPr/>
          </p:nvSpPr>
          <p:spPr>
            <a:xfrm>
              <a:off x="3438301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pg635"/>
            <p:cNvSpPr/>
            <p:nvPr/>
          </p:nvSpPr>
          <p:spPr>
            <a:xfrm>
              <a:off x="3519738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pg636"/>
            <p:cNvSpPr/>
            <p:nvPr/>
          </p:nvSpPr>
          <p:spPr>
            <a:xfrm>
              <a:off x="3601176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pg637"/>
            <p:cNvSpPr/>
            <p:nvPr/>
          </p:nvSpPr>
          <p:spPr>
            <a:xfrm>
              <a:off x="368261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pg638"/>
            <p:cNvSpPr/>
            <p:nvPr/>
          </p:nvSpPr>
          <p:spPr>
            <a:xfrm>
              <a:off x="3764050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pg639"/>
            <p:cNvSpPr/>
            <p:nvPr/>
          </p:nvSpPr>
          <p:spPr>
            <a:xfrm>
              <a:off x="3845487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pg640"/>
            <p:cNvSpPr/>
            <p:nvPr/>
          </p:nvSpPr>
          <p:spPr>
            <a:xfrm>
              <a:off x="3926924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pg641"/>
            <p:cNvSpPr/>
            <p:nvPr/>
          </p:nvSpPr>
          <p:spPr>
            <a:xfrm>
              <a:off x="4008361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pg642"/>
            <p:cNvSpPr/>
            <p:nvPr/>
          </p:nvSpPr>
          <p:spPr>
            <a:xfrm>
              <a:off x="4089798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pg643"/>
            <p:cNvSpPr/>
            <p:nvPr/>
          </p:nvSpPr>
          <p:spPr>
            <a:xfrm>
              <a:off x="4171236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pg644"/>
            <p:cNvSpPr/>
            <p:nvPr/>
          </p:nvSpPr>
          <p:spPr>
            <a:xfrm>
              <a:off x="425267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pg645"/>
            <p:cNvSpPr/>
            <p:nvPr/>
          </p:nvSpPr>
          <p:spPr>
            <a:xfrm>
              <a:off x="3112553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pg646"/>
            <p:cNvSpPr/>
            <p:nvPr/>
          </p:nvSpPr>
          <p:spPr>
            <a:xfrm>
              <a:off x="3193990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pg647"/>
            <p:cNvSpPr/>
            <p:nvPr/>
          </p:nvSpPr>
          <p:spPr>
            <a:xfrm>
              <a:off x="3275427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pg648"/>
            <p:cNvSpPr/>
            <p:nvPr/>
          </p:nvSpPr>
          <p:spPr>
            <a:xfrm>
              <a:off x="3356864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pg649"/>
            <p:cNvSpPr/>
            <p:nvPr/>
          </p:nvSpPr>
          <p:spPr>
            <a:xfrm>
              <a:off x="3438301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pg650"/>
            <p:cNvSpPr/>
            <p:nvPr/>
          </p:nvSpPr>
          <p:spPr>
            <a:xfrm>
              <a:off x="3519738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pg651"/>
            <p:cNvSpPr/>
            <p:nvPr/>
          </p:nvSpPr>
          <p:spPr>
            <a:xfrm>
              <a:off x="3601176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pg652"/>
            <p:cNvSpPr/>
            <p:nvPr/>
          </p:nvSpPr>
          <p:spPr>
            <a:xfrm>
              <a:off x="3682613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pg653"/>
            <p:cNvSpPr/>
            <p:nvPr/>
          </p:nvSpPr>
          <p:spPr>
            <a:xfrm>
              <a:off x="3764050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pg654"/>
            <p:cNvSpPr/>
            <p:nvPr/>
          </p:nvSpPr>
          <p:spPr>
            <a:xfrm>
              <a:off x="3845487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pg655"/>
            <p:cNvSpPr/>
            <p:nvPr/>
          </p:nvSpPr>
          <p:spPr>
            <a:xfrm>
              <a:off x="3926924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pg656"/>
            <p:cNvSpPr/>
            <p:nvPr/>
          </p:nvSpPr>
          <p:spPr>
            <a:xfrm>
              <a:off x="4008361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pg657"/>
            <p:cNvSpPr/>
            <p:nvPr/>
          </p:nvSpPr>
          <p:spPr>
            <a:xfrm>
              <a:off x="4089798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pg658"/>
            <p:cNvSpPr/>
            <p:nvPr/>
          </p:nvSpPr>
          <p:spPr>
            <a:xfrm>
              <a:off x="4171236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pg659"/>
            <p:cNvSpPr/>
            <p:nvPr/>
          </p:nvSpPr>
          <p:spPr>
            <a:xfrm>
              <a:off x="4252673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pg660"/>
            <p:cNvSpPr/>
            <p:nvPr/>
          </p:nvSpPr>
          <p:spPr>
            <a:xfrm>
              <a:off x="5284534" y="1853932"/>
              <a:ext cx="27605" cy="141906"/>
            </a:xfrm>
            <a:custGeom>
              <a:avLst/>
              <a:gdLst/>
              <a:ahLst/>
              <a:cxnLst/>
              <a:rect l="0" t="0" r="0" b="0"/>
              <a:pathLst>
                <a:path w="27605" h="141906">
                  <a:moveTo>
                    <a:pt x="25965" y="15142"/>
                  </a:moveTo>
                  <a:lnTo>
                    <a:pt x="3001" y="141906"/>
                  </a:lnTo>
                  <a:lnTo>
                    <a:pt x="0" y="103414"/>
                  </a:lnTo>
                  <a:lnTo>
                    <a:pt x="9634" y="0"/>
                  </a:lnTo>
                  <a:lnTo>
                    <a:pt x="2760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pg661"/>
            <p:cNvSpPr/>
            <p:nvPr/>
          </p:nvSpPr>
          <p:spPr>
            <a:xfrm>
              <a:off x="4217860" y="1853932"/>
              <a:ext cx="1042192" cy="937770"/>
            </a:xfrm>
            <a:custGeom>
              <a:avLst/>
              <a:gdLst/>
              <a:ahLst/>
              <a:cxnLst/>
              <a:rect l="0" t="0" r="0" b="0"/>
              <a:pathLst>
                <a:path w="1042192" h="937770">
                  <a:moveTo>
                    <a:pt x="1041757" y="966"/>
                  </a:moveTo>
                  <a:lnTo>
                    <a:pt x="998433" y="199714"/>
                  </a:lnTo>
                  <a:lnTo>
                    <a:pt x="938872" y="305648"/>
                  </a:lnTo>
                  <a:lnTo>
                    <a:pt x="884012" y="378917"/>
                  </a:lnTo>
                  <a:lnTo>
                    <a:pt x="827417" y="366805"/>
                  </a:lnTo>
                  <a:lnTo>
                    <a:pt x="840146" y="425026"/>
                  </a:lnTo>
                  <a:lnTo>
                    <a:pt x="824596" y="455352"/>
                  </a:lnTo>
                  <a:lnTo>
                    <a:pt x="811288" y="518619"/>
                  </a:lnTo>
                  <a:lnTo>
                    <a:pt x="777548" y="560552"/>
                  </a:lnTo>
                  <a:lnTo>
                    <a:pt x="745832" y="556515"/>
                  </a:lnTo>
                  <a:lnTo>
                    <a:pt x="700266" y="585419"/>
                  </a:lnTo>
                  <a:lnTo>
                    <a:pt x="682293" y="607532"/>
                  </a:lnTo>
                  <a:lnTo>
                    <a:pt x="680955" y="649879"/>
                  </a:lnTo>
                  <a:lnTo>
                    <a:pt x="650470" y="687132"/>
                  </a:lnTo>
                  <a:lnTo>
                    <a:pt x="540461" y="880650"/>
                  </a:lnTo>
                  <a:lnTo>
                    <a:pt x="444953" y="937770"/>
                  </a:lnTo>
                  <a:lnTo>
                    <a:pt x="422098" y="929465"/>
                  </a:lnTo>
                  <a:lnTo>
                    <a:pt x="447268" y="838120"/>
                  </a:lnTo>
                  <a:lnTo>
                    <a:pt x="464518" y="745766"/>
                  </a:lnTo>
                  <a:lnTo>
                    <a:pt x="406548" y="705576"/>
                  </a:lnTo>
                  <a:lnTo>
                    <a:pt x="351073" y="684334"/>
                  </a:lnTo>
                  <a:lnTo>
                    <a:pt x="287426" y="687132"/>
                  </a:lnTo>
                  <a:lnTo>
                    <a:pt x="217124" y="615332"/>
                  </a:lnTo>
                  <a:lnTo>
                    <a:pt x="126499" y="563121"/>
                  </a:lnTo>
                  <a:lnTo>
                    <a:pt x="0" y="421860"/>
                  </a:lnTo>
                  <a:lnTo>
                    <a:pt x="3688" y="382679"/>
                  </a:lnTo>
                  <a:lnTo>
                    <a:pt x="506" y="316935"/>
                  </a:lnTo>
                  <a:lnTo>
                    <a:pt x="38947" y="213064"/>
                  </a:lnTo>
                  <a:lnTo>
                    <a:pt x="75798" y="140438"/>
                  </a:lnTo>
                  <a:lnTo>
                    <a:pt x="126680" y="102817"/>
                  </a:lnTo>
                  <a:lnTo>
                    <a:pt x="274335" y="64508"/>
                  </a:lnTo>
                  <a:lnTo>
                    <a:pt x="311366" y="6884"/>
                  </a:lnTo>
                  <a:lnTo>
                    <a:pt x="314479" y="0"/>
                  </a:lnTo>
                  <a:lnTo>
                    <a:pt x="1042192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pg662"/>
            <p:cNvSpPr/>
            <p:nvPr/>
          </p:nvSpPr>
          <p:spPr>
            <a:xfrm>
              <a:off x="2490532" y="1853932"/>
              <a:ext cx="2088998" cy="3682871"/>
            </a:xfrm>
            <a:custGeom>
              <a:avLst/>
              <a:gdLst/>
              <a:ahLst/>
              <a:cxnLst/>
              <a:rect l="0" t="0" r="0" b="0"/>
              <a:pathLst>
                <a:path w="2088998" h="3682871">
                  <a:moveTo>
                    <a:pt x="1987487" y="41706"/>
                  </a:moveTo>
                  <a:lnTo>
                    <a:pt x="1877912" y="69968"/>
                  </a:lnTo>
                  <a:lnTo>
                    <a:pt x="1818858" y="101074"/>
                  </a:lnTo>
                  <a:lnTo>
                    <a:pt x="1771628" y="148650"/>
                  </a:lnTo>
                  <a:lnTo>
                    <a:pt x="1743674" y="208385"/>
                  </a:lnTo>
                  <a:lnTo>
                    <a:pt x="1680388" y="280369"/>
                  </a:lnTo>
                  <a:lnTo>
                    <a:pt x="1684836" y="328588"/>
                  </a:lnTo>
                  <a:lnTo>
                    <a:pt x="1695432" y="362859"/>
                  </a:lnTo>
                  <a:lnTo>
                    <a:pt x="1690550" y="434293"/>
                  </a:lnTo>
                  <a:lnTo>
                    <a:pt x="1730583" y="503937"/>
                  </a:lnTo>
                  <a:lnTo>
                    <a:pt x="1809961" y="618039"/>
                  </a:lnTo>
                  <a:lnTo>
                    <a:pt x="1825114" y="795269"/>
                  </a:lnTo>
                  <a:lnTo>
                    <a:pt x="1885687" y="913867"/>
                  </a:lnTo>
                  <a:lnTo>
                    <a:pt x="1978519" y="1052146"/>
                  </a:lnTo>
                  <a:lnTo>
                    <a:pt x="2049905" y="1091464"/>
                  </a:lnTo>
                  <a:lnTo>
                    <a:pt x="2053377" y="1142895"/>
                  </a:lnTo>
                  <a:lnTo>
                    <a:pt x="2020432" y="1227817"/>
                  </a:lnTo>
                  <a:lnTo>
                    <a:pt x="1977000" y="1266630"/>
                  </a:lnTo>
                  <a:lnTo>
                    <a:pt x="2033487" y="1258877"/>
                  </a:lnTo>
                  <a:lnTo>
                    <a:pt x="2061622" y="1278284"/>
                  </a:lnTo>
                  <a:lnTo>
                    <a:pt x="2088998" y="1349121"/>
                  </a:lnTo>
                  <a:lnTo>
                    <a:pt x="2086864" y="1421426"/>
                  </a:lnTo>
                  <a:lnTo>
                    <a:pt x="2077606" y="1462167"/>
                  </a:lnTo>
                  <a:lnTo>
                    <a:pt x="2060501" y="1478408"/>
                  </a:lnTo>
                  <a:lnTo>
                    <a:pt x="2061224" y="1436796"/>
                  </a:lnTo>
                  <a:lnTo>
                    <a:pt x="2049110" y="1422344"/>
                  </a:lnTo>
                  <a:lnTo>
                    <a:pt x="2029111" y="1440374"/>
                  </a:lnTo>
                  <a:lnTo>
                    <a:pt x="2016165" y="1460928"/>
                  </a:lnTo>
                  <a:lnTo>
                    <a:pt x="2010776" y="1541905"/>
                  </a:lnTo>
                  <a:lnTo>
                    <a:pt x="1997071" y="1582370"/>
                  </a:lnTo>
                  <a:lnTo>
                    <a:pt x="1948612" y="1594390"/>
                  </a:lnTo>
                  <a:lnTo>
                    <a:pt x="1899466" y="1700646"/>
                  </a:lnTo>
                  <a:lnTo>
                    <a:pt x="1853755" y="1760931"/>
                  </a:lnTo>
                  <a:lnTo>
                    <a:pt x="1673879" y="2168566"/>
                  </a:lnTo>
                  <a:lnTo>
                    <a:pt x="1680750" y="2236697"/>
                  </a:lnTo>
                  <a:lnTo>
                    <a:pt x="1647841" y="2258627"/>
                  </a:lnTo>
                  <a:lnTo>
                    <a:pt x="1598008" y="2276474"/>
                  </a:lnTo>
                  <a:lnTo>
                    <a:pt x="1547596" y="2317214"/>
                  </a:lnTo>
                  <a:lnTo>
                    <a:pt x="1514145" y="2362130"/>
                  </a:lnTo>
                  <a:lnTo>
                    <a:pt x="1483081" y="2482929"/>
                  </a:lnTo>
                  <a:lnTo>
                    <a:pt x="1423556" y="2618915"/>
                  </a:lnTo>
                  <a:lnTo>
                    <a:pt x="1386416" y="2562254"/>
                  </a:lnTo>
                  <a:lnTo>
                    <a:pt x="1376905" y="2513760"/>
                  </a:lnTo>
                  <a:lnTo>
                    <a:pt x="1393432" y="2387272"/>
                  </a:lnTo>
                  <a:lnTo>
                    <a:pt x="1457803" y="2179898"/>
                  </a:lnTo>
                  <a:lnTo>
                    <a:pt x="1528719" y="2050978"/>
                  </a:lnTo>
                  <a:lnTo>
                    <a:pt x="1582819" y="1989868"/>
                  </a:lnTo>
                  <a:lnTo>
                    <a:pt x="1627300" y="1865306"/>
                  </a:lnTo>
                  <a:lnTo>
                    <a:pt x="1571103" y="1846725"/>
                  </a:lnTo>
                  <a:lnTo>
                    <a:pt x="1485432" y="1848744"/>
                  </a:lnTo>
                  <a:lnTo>
                    <a:pt x="1501560" y="1791257"/>
                  </a:lnTo>
                  <a:lnTo>
                    <a:pt x="1526549" y="1740607"/>
                  </a:lnTo>
                  <a:lnTo>
                    <a:pt x="1481888" y="1690140"/>
                  </a:lnTo>
                  <a:lnTo>
                    <a:pt x="1455452" y="1683717"/>
                  </a:lnTo>
                  <a:lnTo>
                    <a:pt x="1428221" y="1663025"/>
                  </a:lnTo>
                  <a:lnTo>
                    <a:pt x="1460153" y="1621000"/>
                  </a:lnTo>
                  <a:lnTo>
                    <a:pt x="1475740" y="1576589"/>
                  </a:lnTo>
                  <a:lnTo>
                    <a:pt x="1466229" y="1522544"/>
                  </a:lnTo>
                  <a:lnTo>
                    <a:pt x="1479609" y="1481849"/>
                  </a:lnTo>
                  <a:lnTo>
                    <a:pt x="1457296" y="1487997"/>
                  </a:lnTo>
                  <a:lnTo>
                    <a:pt x="1421422" y="1531077"/>
                  </a:lnTo>
                  <a:lnTo>
                    <a:pt x="1399110" y="1548282"/>
                  </a:lnTo>
                  <a:lnTo>
                    <a:pt x="1385512" y="1510156"/>
                  </a:lnTo>
                  <a:lnTo>
                    <a:pt x="1369998" y="1518782"/>
                  </a:lnTo>
                  <a:lnTo>
                    <a:pt x="1359909" y="1544979"/>
                  </a:lnTo>
                  <a:lnTo>
                    <a:pt x="1337017" y="1559385"/>
                  </a:lnTo>
                  <a:lnTo>
                    <a:pt x="1288667" y="1523553"/>
                  </a:lnTo>
                  <a:lnTo>
                    <a:pt x="1218184" y="1482537"/>
                  </a:lnTo>
                  <a:lnTo>
                    <a:pt x="1178947" y="1411975"/>
                  </a:lnTo>
                  <a:lnTo>
                    <a:pt x="1156562" y="1357287"/>
                  </a:lnTo>
                  <a:lnTo>
                    <a:pt x="1179309" y="1258326"/>
                  </a:lnTo>
                  <a:lnTo>
                    <a:pt x="1228021" y="1240755"/>
                  </a:lnTo>
                  <a:lnTo>
                    <a:pt x="1291307" y="1256812"/>
                  </a:lnTo>
                  <a:lnTo>
                    <a:pt x="1374265" y="1256675"/>
                  </a:lnTo>
                  <a:lnTo>
                    <a:pt x="1362404" y="1234699"/>
                  </a:lnTo>
                  <a:lnTo>
                    <a:pt x="1332786" y="1238323"/>
                  </a:lnTo>
                  <a:lnTo>
                    <a:pt x="1245343" y="1158035"/>
                  </a:lnTo>
                  <a:lnTo>
                    <a:pt x="1217208" y="1109541"/>
                  </a:lnTo>
                  <a:lnTo>
                    <a:pt x="1168821" y="1096236"/>
                  </a:lnTo>
                  <a:lnTo>
                    <a:pt x="1146762" y="1142849"/>
                  </a:lnTo>
                  <a:lnTo>
                    <a:pt x="1122279" y="1155236"/>
                  </a:lnTo>
                  <a:lnTo>
                    <a:pt x="1152512" y="1053247"/>
                  </a:lnTo>
                  <a:lnTo>
                    <a:pt x="1192038" y="1049072"/>
                  </a:lnTo>
                  <a:lnTo>
                    <a:pt x="1250406" y="1020811"/>
                  </a:lnTo>
                  <a:lnTo>
                    <a:pt x="1233445" y="961764"/>
                  </a:lnTo>
                  <a:lnTo>
                    <a:pt x="1196595" y="935934"/>
                  </a:lnTo>
                  <a:lnTo>
                    <a:pt x="1130054" y="968325"/>
                  </a:lnTo>
                  <a:lnTo>
                    <a:pt x="1130850" y="926804"/>
                  </a:lnTo>
                  <a:lnTo>
                    <a:pt x="1143326" y="873631"/>
                  </a:lnTo>
                  <a:lnTo>
                    <a:pt x="1193485" y="873814"/>
                  </a:lnTo>
                  <a:lnTo>
                    <a:pt x="1237423" y="891156"/>
                  </a:lnTo>
                  <a:lnTo>
                    <a:pt x="1274816" y="805271"/>
                  </a:lnTo>
                  <a:lnTo>
                    <a:pt x="1276480" y="766916"/>
                  </a:lnTo>
                  <a:lnTo>
                    <a:pt x="1214351" y="822659"/>
                  </a:lnTo>
                  <a:lnTo>
                    <a:pt x="1200392" y="702410"/>
                  </a:lnTo>
                  <a:lnTo>
                    <a:pt x="1261544" y="586428"/>
                  </a:lnTo>
                  <a:lnTo>
                    <a:pt x="1319876" y="535869"/>
                  </a:lnTo>
                  <a:lnTo>
                    <a:pt x="1392745" y="537337"/>
                  </a:lnTo>
                  <a:lnTo>
                    <a:pt x="1466807" y="529171"/>
                  </a:lnTo>
                  <a:lnTo>
                    <a:pt x="1420338" y="507929"/>
                  </a:lnTo>
                  <a:lnTo>
                    <a:pt x="1372638" y="496413"/>
                  </a:lnTo>
                  <a:lnTo>
                    <a:pt x="1408476" y="450580"/>
                  </a:lnTo>
                  <a:lnTo>
                    <a:pt x="1439034" y="442368"/>
                  </a:lnTo>
                  <a:lnTo>
                    <a:pt x="1469050" y="402407"/>
                  </a:lnTo>
                  <a:lnTo>
                    <a:pt x="1396868" y="408326"/>
                  </a:lnTo>
                  <a:lnTo>
                    <a:pt x="1405366" y="332717"/>
                  </a:lnTo>
                  <a:lnTo>
                    <a:pt x="1370287" y="348086"/>
                  </a:lnTo>
                  <a:lnTo>
                    <a:pt x="1328302" y="355198"/>
                  </a:lnTo>
                  <a:lnTo>
                    <a:pt x="1311956" y="387267"/>
                  </a:lnTo>
                  <a:lnTo>
                    <a:pt x="1315175" y="440533"/>
                  </a:lnTo>
                  <a:lnTo>
                    <a:pt x="1302915" y="475492"/>
                  </a:lnTo>
                  <a:lnTo>
                    <a:pt x="1270260" y="503570"/>
                  </a:lnTo>
                  <a:lnTo>
                    <a:pt x="1215111" y="525455"/>
                  </a:lnTo>
                  <a:lnTo>
                    <a:pt x="1209758" y="487513"/>
                  </a:lnTo>
                  <a:lnTo>
                    <a:pt x="1191532" y="470308"/>
                  </a:lnTo>
                  <a:lnTo>
                    <a:pt x="1184733" y="551560"/>
                  </a:lnTo>
                  <a:lnTo>
                    <a:pt x="1170268" y="579179"/>
                  </a:lnTo>
                  <a:lnTo>
                    <a:pt x="1129946" y="502928"/>
                  </a:lnTo>
                  <a:lnTo>
                    <a:pt x="1117831" y="518298"/>
                  </a:lnTo>
                  <a:lnTo>
                    <a:pt x="1119386" y="539952"/>
                  </a:lnTo>
                  <a:lnTo>
                    <a:pt x="1109080" y="577390"/>
                  </a:lnTo>
                  <a:lnTo>
                    <a:pt x="1074507" y="596888"/>
                  </a:lnTo>
                  <a:lnTo>
                    <a:pt x="1076641" y="644878"/>
                  </a:lnTo>
                  <a:lnTo>
                    <a:pt x="1063225" y="671029"/>
                  </a:lnTo>
                  <a:lnTo>
                    <a:pt x="952492" y="629371"/>
                  </a:lnTo>
                  <a:lnTo>
                    <a:pt x="949889" y="643501"/>
                  </a:lnTo>
                  <a:lnTo>
                    <a:pt x="1012524" y="733333"/>
                  </a:lnTo>
                  <a:lnTo>
                    <a:pt x="1058270" y="764026"/>
                  </a:lnTo>
                  <a:lnTo>
                    <a:pt x="1063839" y="813024"/>
                  </a:lnTo>
                  <a:lnTo>
                    <a:pt x="1024566" y="853673"/>
                  </a:lnTo>
                  <a:lnTo>
                    <a:pt x="970393" y="818576"/>
                  </a:lnTo>
                  <a:lnTo>
                    <a:pt x="961280" y="821145"/>
                  </a:lnTo>
                  <a:lnTo>
                    <a:pt x="990717" y="881338"/>
                  </a:lnTo>
                  <a:lnTo>
                    <a:pt x="1009269" y="933916"/>
                  </a:lnTo>
                  <a:lnTo>
                    <a:pt x="990175" y="977960"/>
                  </a:lnTo>
                  <a:lnTo>
                    <a:pt x="993140" y="1032189"/>
                  </a:lnTo>
                  <a:lnTo>
                    <a:pt x="989017" y="1081371"/>
                  </a:lnTo>
                  <a:lnTo>
                    <a:pt x="977337" y="1124268"/>
                  </a:lnTo>
                  <a:lnTo>
                    <a:pt x="1003663" y="1322006"/>
                  </a:lnTo>
                  <a:lnTo>
                    <a:pt x="1035379" y="1375777"/>
                  </a:lnTo>
                  <a:lnTo>
                    <a:pt x="1066552" y="1427207"/>
                  </a:lnTo>
                  <a:lnTo>
                    <a:pt x="1083078" y="1475334"/>
                  </a:lnTo>
                  <a:lnTo>
                    <a:pt x="1049989" y="1482354"/>
                  </a:lnTo>
                  <a:lnTo>
                    <a:pt x="997299" y="1442760"/>
                  </a:lnTo>
                  <a:lnTo>
                    <a:pt x="951010" y="1412572"/>
                  </a:lnTo>
                  <a:lnTo>
                    <a:pt x="895861" y="1316042"/>
                  </a:lnTo>
                  <a:lnTo>
                    <a:pt x="886747" y="1277504"/>
                  </a:lnTo>
                  <a:lnTo>
                    <a:pt x="873295" y="1247040"/>
                  </a:lnTo>
                  <a:lnTo>
                    <a:pt x="879804" y="1317006"/>
                  </a:lnTo>
                  <a:lnTo>
                    <a:pt x="899477" y="1395138"/>
                  </a:lnTo>
                  <a:lnTo>
                    <a:pt x="1072193" y="1569983"/>
                  </a:lnTo>
                  <a:lnTo>
                    <a:pt x="1104089" y="1637058"/>
                  </a:lnTo>
                  <a:lnTo>
                    <a:pt x="1128391" y="1689773"/>
                  </a:lnTo>
                  <a:lnTo>
                    <a:pt x="1122279" y="1740286"/>
                  </a:lnTo>
                  <a:lnTo>
                    <a:pt x="1077256" y="1704546"/>
                  </a:lnTo>
                  <a:lnTo>
                    <a:pt x="1038416" y="1658988"/>
                  </a:lnTo>
                  <a:lnTo>
                    <a:pt x="935315" y="1607512"/>
                  </a:lnTo>
                  <a:lnTo>
                    <a:pt x="805308" y="1574983"/>
                  </a:lnTo>
                  <a:lnTo>
                    <a:pt x="732004" y="1455331"/>
                  </a:lnTo>
                  <a:lnTo>
                    <a:pt x="732258" y="1505247"/>
                  </a:lnTo>
                  <a:lnTo>
                    <a:pt x="715984" y="1547594"/>
                  </a:lnTo>
                  <a:lnTo>
                    <a:pt x="671178" y="1495980"/>
                  </a:lnTo>
                  <a:lnTo>
                    <a:pt x="642934" y="1451936"/>
                  </a:lnTo>
                  <a:lnTo>
                    <a:pt x="633459" y="1403671"/>
                  </a:lnTo>
                  <a:lnTo>
                    <a:pt x="577515" y="1406974"/>
                  </a:lnTo>
                  <a:lnTo>
                    <a:pt x="518858" y="1448908"/>
                  </a:lnTo>
                  <a:lnTo>
                    <a:pt x="462117" y="1438952"/>
                  </a:lnTo>
                  <a:lnTo>
                    <a:pt x="455391" y="1357104"/>
                  </a:lnTo>
                  <a:lnTo>
                    <a:pt x="470724" y="1313748"/>
                  </a:lnTo>
                  <a:lnTo>
                    <a:pt x="534408" y="1211209"/>
                  </a:lnTo>
                  <a:lnTo>
                    <a:pt x="594403" y="1158861"/>
                  </a:lnTo>
                  <a:lnTo>
                    <a:pt x="620875" y="1091281"/>
                  </a:lnTo>
                  <a:lnTo>
                    <a:pt x="611834" y="986493"/>
                  </a:lnTo>
                  <a:lnTo>
                    <a:pt x="600551" y="1093116"/>
                  </a:lnTo>
                  <a:lnTo>
                    <a:pt x="566268" y="1145969"/>
                  </a:lnTo>
                  <a:lnTo>
                    <a:pt x="512384" y="1186342"/>
                  </a:lnTo>
                  <a:lnTo>
                    <a:pt x="441468" y="1258280"/>
                  </a:lnTo>
                  <a:lnTo>
                    <a:pt x="424146" y="1324805"/>
                  </a:lnTo>
                  <a:lnTo>
                    <a:pt x="402014" y="1449367"/>
                  </a:lnTo>
                  <a:lnTo>
                    <a:pt x="431957" y="1491529"/>
                  </a:lnTo>
                  <a:lnTo>
                    <a:pt x="462551" y="1502540"/>
                  </a:lnTo>
                  <a:lnTo>
                    <a:pt x="552924" y="1474279"/>
                  </a:lnTo>
                  <a:lnTo>
                    <a:pt x="599683" y="1486896"/>
                  </a:lnTo>
                  <a:lnTo>
                    <a:pt x="703689" y="1636874"/>
                  </a:lnTo>
                  <a:lnTo>
                    <a:pt x="897343" y="1696196"/>
                  </a:lnTo>
                  <a:lnTo>
                    <a:pt x="967970" y="1733266"/>
                  </a:lnTo>
                  <a:lnTo>
                    <a:pt x="1025542" y="1811536"/>
                  </a:lnTo>
                  <a:lnTo>
                    <a:pt x="1112081" y="1856589"/>
                  </a:lnTo>
                  <a:lnTo>
                    <a:pt x="1179237" y="1922058"/>
                  </a:lnTo>
                  <a:lnTo>
                    <a:pt x="1181045" y="1964772"/>
                  </a:lnTo>
                  <a:lnTo>
                    <a:pt x="1157792" y="2015285"/>
                  </a:lnTo>
                  <a:lnTo>
                    <a:pt x="1148606" y="2083644"/>
                  </a:lnTo>
                  <a:lnTo>
                    <a:pt x="1120073" y="2126771"/>
                  </a:lnTo>
                  <a:lnTo>
                    <a:pt x="1051580" y="2131726"/>
                  </a:lnTo>
                  <a:lnTo>
                    <a:pt x="1010209" y="2120623"/>
                  </a:lnTo>
                  <a:lnTo>
                    <a:pt x="787804" y="1880308"/>
                  </a:lnTo>
                  <a:lnTo>
                    <a:pt x="761261" y="1858195"/>
                  </a:lnTo>
                  <a:lnTo>
                    <a:pt x="678772" y="1732349"/>
                  </a:lnTo>
                  <a:lnTo>
                    <a:pt x="581999" y="1664952"/>
                  </a:lnTo>
                  <a:lnTo>
                    <a:pt x="552056" y="1666374"/>
                  </a:lnTo>
                  <a:lnTo>
                    <a:pt x="689802" y="1791028"/>
                  </a:lnTo>
                  <a:lnTo>
                    <a:pt x="746036" y="1878198"/>
                  </a:lnTo>
                  <a:lnTo>
                    <a:pt x="845087" y="2000420"/>
                  </a:lnTo>
                  <a:lnTo>
                    <a:pt x="915895" y="2052171"/>
                  </a:lnTo>
                  <a:lnTo>
                    <a:pt x="968006" y="2132918"/>
                  </a:lnTo>
                  <a:lnTo>
                    <a:pt x="1016429" y="2170769"/>
                  </a:lnTo>
                  <a:lnTo>
                    <a:pt x="1148642" y="2224676"/>
                  </a:lnTo>
                  <a:lnTo>
                    <a:pt x="1102679" y="2263398"/>
                  </a:lnTo>
                  <a:lnTo>
                    <a:pt x="1176054" y="2296385"/>
                  </a:lnTo>
                  <a:lnTo>
                    <a:pt x="1186542" y="2357037"/>
                  </a:lnTo>
                  <a:lnTo>
                    <a:pt x="1179815" y="2426177"/>
                  </a:lnTo>
                  <a:lnTo>
                    <a:pt x="1077979" y="2398833"/>
                  </a:lnTo>
                  <a:lnTo>
                    <a:pt x="1074652" y="2449759"/>
                  </a:lnTo>
                  <a:lnTo>
                    <a:pt x="1083765" y="2479810"/>
                  </a:lnTo>
                  <a:lnTo>
                    <a:pt x="1038778" y="2504630"/>
                  </a:lnTo>
                  <a:lnTo>
                    <a:pt x="976216" y="2470955"/>
                  </a:lnTo>
                  <a:lnTo>
                    <a:pt x="813770" y="2286751"/>
                  </a:lnTo>
                  <a:lnTo>
                    <a:pt x="815144" y="2311388"/>
                  </a:lnTo>
                  <a:lnTo>
                    <a:pt x="828307" y="2339970"/>
                  </a:lnTo>
                  <a:lnTo>
                    <a:pt x="922513" y="2458568"/>
                  </a:lnTo>
                  <a:lnTo>
                    <a:pt x="1006593" y="2529680"/>
                  </a:lnTo>
                  <a:lnTo>
                    <a:pt x="1077871" y="2561796"/>
                  </a:lnTo>
                  <a:lnTo>
                    <a:pt x="1132803" y="2621392"/>
                  </a:lnTo>
                  <a:lnTo>
                    <a:pt x="1152186" y="2657453"/>
                  </a:lnTo>
                  <a:lnTo>
                    <a:pt x="1165133" y="2712141"/>
                  </a:lnTo>
                  <a:lnTo>
                    <a:pt x="1124413" y="2749303"/>
                  </a:lnTo>
                  <a:lnTo>
                    <a:pt x="1078051" y="2769811"/>
                  </a:lnTo>
                  <a:lnTo>
                    <a:pt x="1032775" y="2732741"/>
                  </a:lnTo>
                  <a:lnTo>
                    <a:pt x="999577" y="2693698"/>
                  </a:lnTo>
                  <a:lnTo>
                    <a:pt x="928878" y="2627403"/>
                  </a:lnTo>
                  <a:lnTo>
                    <a:pt x="907686" y="2553308"/>
                  </a:lnTo>
                  <a:lnTo>
                    <a:pt x="853911" y="2557116"/>
                  </a:lnTo>
                  <a:lnTo>
                    <a:pt x="629156" y="2463156"/>
                  </a:lnTo>
                  <a:lnTo>
                    <a:pt x="448520" y="2452328"/>
                  </a:lnTo>
                  <a:lnTo>
                    <a:pt x="466168" y="2471230"/>
                  </a:lnTo>
                  <a:lnTo>
                    <a:pt x="489023" y="2483801"/>
                  </a:lnTo>
                  <a:lnTo>
                    <a:pt x="632881" y="2506970"/>
                  </a:lnTo>
                  <a:lnTo>
                    <a:pt x="689730" y="2550234"/>
                  </a:lnTo>
                  <a:lnTo>
                    <a:pt x="808056" y="2588635"/>
                  </a:lnTo>
                  <a:lnTo>
                    <a:pt x="877345" y="2599141"/>
                  </a:lnTo>
                  <a:lnTo>
                    <a:pt x="905444" y="2717096"/>
                  </a:lnTo>
                  <a:lnTo>
                    <a:pt x="1001204" y="2798256"/>
                  </a:lnTo>
                  <a:lnTo>
                    <a:pt x="1013645" y="2858403"/>
                  </a:lnTo>
                  <a:lnTo>
                    <a:pt x="1079028" y="2865148"/>
                  </a:lnTo>
                  <a:lnTo>
                    <a:pt x="1194063" y="2806147"/>
                  </a:lnTo>
                  <a:lnTo>
                    <a:pt x="1268307" y="2826839"/>
                  </a:lnTo>
                  <a:lnTo>
                    <a:pt x="1375386" y="2843722"/>
                  </a:lnTo>
                  <a:lnTo>
                    <a:pt x="1399869" y="2891345"/>
                  </a:lnTo>
                  <a:lnTo>
                    <a:pt x="1418240" y="2981956"/>
                  </a:lnTo>
                  <a:lnTo>
                    <a:pt x="1456103" y="3083899"/>
                  </a:lnTo>
                  <a:lnTo>
                    <a:pt x="1554287" y="3485845"/>
                  </a:lnTo>
                  <a:lnTo>
                    <a:pt x="1642687" y="3682871"/>
                  </a:lnTo>
                  <a:lnTo>
                    <a:pt x="1615976" y="3682871"/>
                  </a:lnTo>
                  <a:lnTo>
                    <a:pt x="1576238" y="3603800"/>
                  </a:lnTo>
                  <a:lnTo>
                    <a:pt x="1515845" y="3446573"/>
                  </a:lnTo>
                  <a:lnTo>
                    <a:pt x="1453789" y="3168959"/>
                  </a:lnTo>
                  <a:lnTo>
                    <a:pt x="1435779" y="3106793"/>
                  </a:lnTo>
                  <a:lnTo>
                    <a:pt x="1414588" y="3081972"/>
                  </a:lnTo>
                  <a:lnTo>
                    <a:pt x="1400629" y="3102159"/>
                  </a:lnTo>
                  <a:lnTo>
                    <a:pt x="1394625" y="3137532"/>
                  </a:lnTo>
                  <a:lnTo>
                    <a:pt x="1404751" y="3164692"/>
                  </a:lnTo>
                  <a:lnTo>
                    <a:pt x="1380305" y="3256083"/>
                  </a:lnTo>
                  <a:lnTo>
                    <a:pt x="1390901" y="3298016"/>
                  </a:lnTo>
                  <a:lnTo>
                    <a:pt x="1430608" y="3341372"/>
                  </a:lnTo>
                  <a:lnTo>
                    <a:pt x="1473751" y="3449555"/>
                  </a:lnTo>
                  <a:lnTo>
                    <a:pt x="1508214" y="3595221"/>
                  </a:lnTo>
                  <a:lnTo>
                    <a:pt x="1461600" y="3536174"/>
                  </a:lnTo>
                  <a:lnTo>
                    <a:pt x="1411839" y="3504885"/>
                  </a:lnTo>
                  <a:lnTo>
                    <a:pt x="1334413" y="3480890"/>
                  </a:lnTo>
                  <a:lnTo>
                    <a:pt x="1265450" y="3438819"/>
                  </a:lnTo>
                  <a:lnTo>
                    <a:pt x="1270477" y="3499150"/>
                  </a:lnTo>
                  <a:lnTo>
                    <a:pt x="1263859" y="3564298"/>
                  </a:lnTo>
                  <a:lnTo>
                    <a:pt x="1210699" y="3544433"/>
                  </a:lnTo>
                  <a:lnTo>
                    <a:pt x="1174535" y="3522824"/>
                  </a:lnTo>
                  <a:lnTo>
                    <a:pt x="1206540" y="3592239"/>
                  </a:lnTo>
                  <a:lnTo>
                    <a:pt x="1137070" y="3571410"/>
                  </a:lnTo>
                  <a:lnTo>
                    <a:pt x="1090781" y="3575768"/>
                  </a:lnTo>
                  <a:lnTo>
                    <a:pt x="1060693" y="3637384"/>
                  </a:lnTo>
                  <a:lnTo>
                    <a:pt x="1020335" y="3674775"/>
                  </a:lnTo>
                  <a:lnTo>
                    <a:pt x="980297" y="3682871"/>
                  </a:lnTo>
                  <a:lnTo>
                    <a:pt x="954427" y="3682871"/>
                  </a:lnTo>
                  <a:lnTo>
                    <a:pt x="872137" y="3630502"/>
                  </a:lnTo>
                  <a:lnTo>
                    <a:pt x="843460" y="3562096"/>
                  </a:lnTo>
                  <a:lnTo>
                    <a:pt x="831598" y="3485937"/>
                  </a:lnTo>
                  <a:lnTo>
                    <a:pt x="826861" y="3575997"/>
                  </a:lnTo>
                  <a:lnTo>
                    <a:pt x="842628" y="3669774"/>
                  </a:lnTo>
                  <a:lnTo>
                    <a:pt x="841612" y="3682871"/>
                  </a:lnTo>
                  <a:lnTo>
                    <a:pt x="0" y="3682871"/>
                  </a:lnTo>
                  <a:lnTo>
                    <a:pt x="0" y="0"/>
                  </a:lnTo>
                  <a:lnTo>
                    <a:pt x="2024089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pg663"/>
            <p:cNvSpPr/>
            <p:nvPr/>
          </p:nvSpPr>
          <p:spPr>
            <a:xfrm>
              <a:off x="5159228" y="2035019"/>
              <a:ext cx="108453" cy="203932"/>
            </a:xfrm>
            <a:custGeom>
              <a:avLst/>
              <a:gdLst/>
              <a:ahLst/>
              <a:cxnLst/>
              <a:rect l="0" t="0" r="0" b="0"/>
              <a:pathLst>
                <a:path w="108453" h="203932">
                  <a:moveTo>
                    <a:pt x="1988" y="203932"/>
                  </a:moveTo>
                  <a:lnTo>
                    <a:pt x="0" y="176588"/>
                  </a:lnTo>
                  <a:lnTo>
                    <a:pt x="108453" y="0"/>
                  </a:lnTo>
                  <a:lnTo>
                    <a:pt x="88853" y="617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pg664"/>
            <p:cNvSpPr/>
            <p:nvPr/>
          </p:nvSpPr>
          <p:spPr>
            <a:xfrm>
              <a:off x="4325772" y="3395883"/>
              <a:ext cx="207830" cy="400294"/>
            </a:xfrm>
            <a:custGeom>
              <a:avLst/>
              <a:gdLst/>
              <a:ahLst/>
              <a:cxnLst/>
              <a:rect l="0" t="0" r="0" b="0"/>
              <a:pathLst>
                <a:path w="207830" h="400294">
                  <a:moveTo>
                    <a:pt x="0" y="400294"/>
                  </a:moveTo>
                  <a:lnTo>
                    <a:pt x="112974" y="212144"/>
                  </a:lnTo>
                  <a:lnTo>
                    <a:pt x="178574" y="54504"/>
                  </a:lnTo>
                  <a:lnTo>
                    <a:pt x="207830" y="0"/>
                  </a:lnTo>
                  <a:lnTo>
                    <a:pt x="179442" y="110476"/>
                  </a:lnTo>
                  <a:lnTo>
                    <a:pt x="129826" y="212052"/>
                  </a:lnTo>
                  <a:lnTo>
                    <a:pt x="33668" y="38506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pt665"/>
            <p:cNvSpPr/>
            <p:nvPr/>
          </p:nvSpPr>
          <p:spPr>
            <a:xfrm>
              <a:off x="4042131" y="3963949"/>
              <a:ext cx="144506" cy="144506"/>
            </a:xfrm>
            <a:prstGeom prst="ellipse">
              <a:avLst/>
            </a:prstGeom>
            <a:solidFill>
              <a:srgbClr val="80D7B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pt666"/>
            <p:cNvSpPr/>
            <p:nvPr/>
          </p:nvSpPr>
          <p:spPr>
            <a:xfrm>
              <a:off x="4598279" y="2594972"/>
              <a:ext cx="144506" cy="144506"/>
            </a:xfrm>
            <a:prstGeom prst="ellipse">
              <a:avLst/>
            </a:prstGeom>
            <a:solidFill>
              <a:srgbClr val="8BDAB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pt667"/>
            <p:cNvSpPr/>
            <p:nvPr/>
          </p:nvSpPr>
          <p:spPr>
            <a:xfrm>
              <a:off x="4150995" y="2255653"/>
              <a:ext cx="144506" cy="144506"/>
            </a:xfrm>
            <a:prstGeom prst="ellipse">
              <a:avLst/>
            </a:prstGeom>
            <a:solidFill>
              <a:srgbClr val="90DCB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pt668"/>
            <p:cNvSpPr/>
            <p:nvPr/>
          </p:nvSpPr>
          <p:spPr>
            <a:xfrm>
              <a:off x="3069870" y="3287113"/>
              <a:ext cx="144506" cy="144506"/>
            </a:xfrm>
            <a:prstGeom prst="ellipse">
              <a:avLst/>
            </a:prstGeom>
            <a:solidFill>
              <a:srgbClr val="A8E3C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pt669"/>
            <p:cNvSpPr/>
            <p:nvPr/>
          </p:nvSpPr>
          <p:spPr>
            <a:xfrm>
              <a:off x="3322535" y="4403436"/>
              <a:ext cx="144506" cy="144506"/>
            </a:xfrm>
            <a:prstGeom prst="ellipse">
              <a:avLst/>
            </a:prstGeom>
            <a:solidFill>
              <a:srgbClr val="D9F3E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pt670"/>
            <p:cNvSpPr/>
            <p:nvPr/>
          </p:nvSpPr>
          <p:spPr>
            <a:xfrm>
              <a:off x="3295434" y="4376335"/>
              <a:ext cx="198708" cy="198708"/>
            </a:xfrm>
            <a:prstGeom prst="ellipse">
              <a:avLst/>
            </a:prstGeom>
            <a:solidFill>
              <a:srgbClr val="D9F3E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pt671"/>
            <p:cNvSpPr/>
            <p:nvPr/>
          </p:nvSpPr>
          <p:spPr>
            <a:xfrm>
              <a:off x="3424036" y="3595130"/>
              <a:ext cx="198708" cy="198708"/>
            </a:xfrm>
            <a:prstGeom prst="ellipse">
              <a:avLst/>
            </a:prstGeom>
            <a:solidFill>
              <a:srgbClr val="DCF4E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pt672"/>
            <p:cNvSpPr/>
            <p:nvPr/>
          </p:nvSpPr>
          <p:spPr>
            <a:xfrm>
              <a:off x="3396284" y="4283878"/>
              <a:ext cx="198708" cy="198708"/>
            </a:xfrm>
            <a:prstGeom prst="ellipse">
              <a:avLst/>
            </a:prstGeom>
            <a:solidFill>
              <a:srgbClr val="BCEAD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pg673"/>
            <p:cNvSpPr/>
            <p:nvPr/>
          </p:nvSpPr>
          <p:spPr>
            <a:xfrm>
              <a:off x="3241457" y="3539977"/>
              <a:ext cx="267615" cy="231762"/>
            </a:xfrm>
            <a:custGeom>
              <a:avLst/>
              <a:gdLst/>
              <a:ahLst/>
              <a:cxnLst/>
              <a:rect l="0" t="0" r="0" b="0"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pl674"/>
            <p:cNvSpPr/>
            <p:nvPr/>
          </p:nvSpPr>
          <p:spPr>
            <a:xfrm>
              <a:off x="3408816" y="4237726"/>
              <a:ext cx="1102704" cy="234974"/>
            </a:xfrm>
            <a:custGeom>
              <a:avLst/>
              <a:gdLst/>
              <a:ahLst/>
              <a:cxnLst/>
              <a:rect l="0" t="0" r="0" b="0"/>
              <a:pathLst>
                <a:path w="1102704" h="234974">
                  <a:moveTo>
                    <a:pt x="1102704" y="0"/>
                  </a:moveTo>
                  <a:lnTo>
                    <a:pt x="0" y="23497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pl675"/>
            <p:cNvSpPr/>
            <p:nvPr/>
          </p:nvSpPr>
          <p:spPr>
            <a:xfrm>
              <a:off x="3536967" y="3324746"/>
              <a:ext cx="1087491" cy="365179"/>
            </a:xfrm>
            <a:custGeom>
              <a:avLst/>
              <a:gdLst/>
              <a:ahLst/>
              <a:cxnLst/>
              <a:rect l="0" t="0" r="0" b="0"/>
              <a:pathLst>
                <a:path w="1087491" h="365179">
                  <a:moveTo>
                    <a:pt x="1087491" y="0"/>
                  </a:moveTo>
                  <a:lnTo>
                    <a:pt x="0" y="36517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pl676"/>
            <p:cNvSpPr/>
            <p:nvPr/>
          </p:nvSpPr>
          <p:spPr>
            <a:xfrm>
              <a:off x="3508717" y="3825242"/>
              <a:ext cx="1248462" cy="552205"/>
            </a:xfrm>
            <a:custGeom>
              <a:avLst/>
              <a:gdLst/>
              <a:ahLst/>
              <a:cxnLst/>
              <a:rect l="0" t="0" r="0" b="0"/>
              <a:pathLst>
                <a:path w="1248462" h="552205">
                  <a:moveTo>
                    <a:pt x="1248462" y="0"/>
                  </a:moveTo>
                  <a:lnTo>
                    <a:pt x="0" y="55220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pg677"/>
            <p:cNvSpPr/>
            <p:nvPr/>
          </p:nvSpPr>
          <p:spPr>
            <a:xfrm>
              <a:off x="4511520" y="4071998"/>
              <a:ext cx="1193383" cy="324612"/>
            </a:xfrm>
            <a:custGeom>
              <a:avLst/>
              <a:gdLst/>
              <a:ahLst/>
              <a:cxnLst/>
              <a:rect l="0" t="0" r="0" b="0"/>
              <a:pathLst>
                <a:path w="1193383" h="324612">
                  <a:moveTo>
                    <a:pt x="27432" y="324612"/>
                  </a:moveTo>
                  <a:lnTo>
                    <a:pt x="1165951" y="324612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80"/>
                  </a:lnTo>
                  <a:lnTo>
                    <a:pt x="1193383" y="27432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tx678"/>
            <p:cNvSpPr/>
            <p:nvPr/>
          </p:nvSpPr>
          <p:spPr>
            <a:xfrm>
              <a:off x="4557240" y="4117718"/>
              <a:ext cx="1101943" cy="23317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679" name="pg679"/>
            <p:cNvSpPr/>
            <p:nvPr/>
          </p:nvSpPr>
          <p:spPr>
            <a:xfrm>
              <a:off x="4624458" y="3156339"/>
              <a:ext cx="1500987" cy="324612"/>
            </a:xfrm>
            <a:custGeom>
              <a:avLst/>
              <a:gdLst/>
              <a:ahLst/>
              <a:cxnLst/>
              <a:rect l="0" t="0" r="0" b="0"/>
              <a:pathLst>
                <a:path w="1500987" h="324612">
                  <a:moveTo>
                    <a:pt x="27431" y="324612"/>
                  </a:moveTo>
                  <a:lnTo>
                    <a:pt x="1473555" y="324612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tx680"/>
            <p:cNvSpPr/>
            <p:nvPr/>
          </p:nvSpPr>
          <p:spPr>
            <a:xfrm>
              <a:off x="4670178" y="3202059"/>
              <a:ext cx="1409547" cy="23317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681" name="pg681"/>
            <p:cNvSpPr/>
            <p:nvPr/>
          </p:nvSpPr>
          <p:spPr>
            <a:xfrm>
              <a:off x="4757180" y="3655838"/>
              <a:ext cx="1554937" cy="324612"/>
            </a:xfrm>
            <a:custGeom>
              <a:avLst/>
              <a:gdLst/>
              <a:ahLst/>
              <a:cxnLst/>
              <a:rect l="0" t="0" r="0" b="0"/>
              <a:pathLst>
                <a:path w="1554937" h="324612">
                  <a:moveTo>
                    <a:pt x="27431" y="324612"/>
                  </a:moveTo>
                  <a:lnTo>
                    <a:pt x="1527505" y="324612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80"/>
                  </a:lnTo>
                  <a:lnTo>
                    <a:pt x="1554937" y="27432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tx682"/>
            <p:cNvSpPr/>
            <p:nvPr/>
          </p:nvSpPr>
          <p:spPr>
            <a:xfrm>
              <a:off x="4802900" y="3701558"/>
              <a:ext cx="1463497" cy="23317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683" name="rc683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pl733"/>
            <p:cNvSpPr/>
            <p:nvPr/>
          </p:nvSpPr>
          <p:spPr>
            <a:xfrm>
              <a:off x="6836004" y="434253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pl734"/>
            <p:cNvSpPr/>
            <p:nvPr/>
          </p:nvSpPr>
          <p:spPr>
            <a:xfrm>
              <a:off x="6836004" y="416026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pl735"/>
            <p:cNvSpPr/>
            <p:nvPr/>
          </p:nvSpPr>
          <p:spPr>
            <a:xfrm>
              <a:off x="6836004" y="397799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pl736"/>
            <p:cNvSpPr/>
            <p:nvPr/>
          </p:nvSpPr>
          <p:spPr>
            <a:xfrm>
              <a:off x="6836004" y="379572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pl737"/>
            <p:cNvSpPr/>
            <p:nvPr/>
          </p:nvSpPr>
          <p:spPr>
            <a:xfrm>
              <a:off x="6836004" y="361345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pl738"/>
            <p:cNvSpPr/>
            <p:nvPr/>
          </p:nvSpPr>
          <p:spPr>
            <a:xfrm>
              <a:off x="6836004" y="343118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pl739"/>
            <p:cNvSpPr/>
            <p:nvPr/>
          </p:nvSpPr>
          <p:spPr>
            <a:xfrm>
              <a:off x="6836004" y="324891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pl740"/>
            <p:cNvSpPr/>
            <p:nvPr/>
          </p:nvSpPr>
          <p:spPr>
            <a:xfrm>
              <a:off x="6660439" y="434253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pl741"/>
            <p:cNvSpPr/>
            <p:nvPr/>
          </p:nvSpPr>
          <p:spPr>
            <a:xfrm>
              <a:off x="6660439" y="416026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pl742"/>
            <p:cNvSpPr/>
            <p:nvPr/>
          </p:nvSpPr>
          <p:spPr>
            <a:xfrm>
              <a:off x="6660439" y="397799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pl743"/>
            <p:cNvSpPr/>
            <p:nvPr/>
          </p:nvSpPr>
          <p:spPr>
            <a:xfrm>
              <a:off x="6660439" y="379572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pl744"/>
            <p:cNvSpPr/>
            <p:nvPr/>
          </p:nvSpPr>
          <p:spPr>
            <a:xfrm>
              <a:off x="6660439" y="361345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pl745"/>
            <p:cNvSpPr/>
            <p:nvPr/>
          </p:nvSpPr>
          <p:spPr>
            <a:xfrm>
              <a:off x="6660439" y="343118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pl746"/>
            <p:cNvSpPr/>
            <p:nvPr/>
          </p:nvSpPr>
          <p:spPr>
            <a:xfrm>
              <a:off x="6660439" y="324891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60556-4EF5-5392-8A8D-BA31403A0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164" name="Group 14163">
            <a:extLst>
              <a:ext uri="{FF2B5EF4-FFF2-40B4-BE49-F238E27FC236}">
                <a16:creationId xmlns:a16="http://schemas.microsoft.com/office/drawing/2014/main" id="{5349CF92-1537-3B3B-2943-66CDC034E4F4}"/>
              </a:ext>
            </a:extLst>
          </p:cNvPr>
          <p:cNvGrpSpPr/>
          <p:nvPr/>
        </p:nvGrpSpPr>
        <p:grpSpPr>
          <a:xfrm>
            <a:off x="1654056" y="1166019"/>
            <a:ext cx="5835888" cy="4525962"/>
            <a:chOff x="1654056" y="1166019"/>
            <a:chExt cx="5835888" cy="4525962"/>
          </a:xfrm>
        </p:grpSpPr>
        <p:grpSp>
          <p:nvGrpSpPr>
            <p:cNvPr id="9458" name="Content Placeholder 2">
              <a:extLst>
                <a:ext uri="{FF2B5EF4-FFF2-40B4-BE49-F238E27FC236}">
                  <a16:creationId xmlns:a16="http://schemas.microsoft.com/office/drawing/2014/main" id="{2DC9B2AC-CAD0-1B5D-4E5E-1979A28939C5}"/>
                </a:ext>
              </a:extLst>
            </p:cNvPr>
            <p:cNvGrpSpPr/>
            <p:nvPr/>
          </p:nvGrpSpPr>
          <p:grpSpPr>
            <a:xfrm>
              <a:off x="1654056" y="1166019"/>
              <a:ext cx="5835888" cy="4525962"/>
              <a:chOff x="1654055" y="1600200"/>
              <a:chExt cx="5835888" cy="4525962"/>
            </a:xfrm>
          </p:grpSpPr>
          <p:sp>
            <p:nvSpPr>
              <p:cNvPr id="9459" name="rc4">
                <a:extLst>
                  <a:ext uri="{FF2B5EF4-FFF2-40B4-BE49-F238E27FC236}">
                    <a16:creationId xmlns:a16="http://schemas.microsoft.com/office/drawing/2014/main" id="{DE4242F3-42ED-DCD4-4C1B-56BFBEAA5F66}"/>
                  </a:ext>
                </a:extLst>
              </p:cNvPr>
              <p:cNvSpPr/>
              <p:nvPr/>
            </p:nvSpPr>
            <p:spPr>
              <a:xfrm>
                <a:off x="1654055" y="1600200"/>
                <a:ext cx="5835888" cy="4525962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  <a:ln w="13550" cap="rnd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60" name="rc5">
                <a:extLst>
                  <a:ext uri="{FF2B5EF4-FFF2-40B4-BE49-F238E27FC236}">
                    <a16:creationId xmlns:a16="http://schemas.microsoft.com/office/drawing/2014/main" id="{EB43499E-4CC6-2B48-25C4-ED9D234800A2}"/>
                  </a:ext>
                </a:extLst>
              </p:cNvPr>
              <p:cNvSpPr/>
              <p:nvPr/>
            </p:nvSpPr>
            <p:spPr>
              <a:xfrm>
                <a:off x="2201917" y="2354586"/>
                <a:ext cx="4342247" cy="3366361"/>
              </a:xfrm>
              <a:prstGeom prst="rect">
                <a:avLst/>
              </a:prstGeom>
              <a:solidFill>
                <a:srgbClr val="F0F8FF">
                  <a:alpha val="100000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61" name="pl6">
                <a:extLst>
                  <a:ext uri="{FF2B5EF4-FFF2-40B4-BE49-F238E27FC236}">
                    <a16:creationId xmlns:a16="http://schemas.microsoft.com/office/drawing/2014/main" id="{6ED6990A-447F-C67F-864B-3E8D002A1A4C}"/>
                  </a:ext>
                </a:extLst>
              </p:cNvPr>
              <p:cNvSpPr/>
              <p:nvPr/>
            </p:nvSpPr>
            <p:spPr>
              <a:xfrm>
                <a:off x="2610961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62" name="pl7">
                <a:extLst>
                  <a:ext uri="{FF2B5EF4-FFF2-40B4-BE49-F238E27FC236}">
                    <a16:creationId xmlns:a16="http://schemas.microsoft.com/office/drawing/2014/main" id="{AC714CE8-91E1-76EF-E7CC-35B71F369655}"/>
                  </a:ext>
                </a:extLst>
              </p:cNvPr>
              <p:cNvSpPr/>
              <p:nvPr/>
            </p:nvSpPr>
            <p:spPr>
              <a:xfrm>
                <a:off x="3140137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63" name="pl8">
                <a:extLst>
                  <a:ext uri="{FF2B5EF4-FFF2-40B4-BE49-F238E27FC236}">
                    <a16:creationId xmlns:a16="http://schemas.microsoft.com/office/drawing/2014/main" id="{DD373336-DFEE-11CC-83CC-660C56686CFA}"/>
                  </a:ext>
                </a:extLst>
              </p:cNvPr>
              <p:cNvSpPr/>
              <p:nvPr/>
            </p:nvSpPr>
            <p:spPr>
              <a:xfrm>
                <a:off x="3669312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64" name="pl9">
                <a:extLst>
                  <a:ext uri="{FF2B5EF4-FFF2-40B4-BE49-F238E27FC236}">
                    <a16:creationId xmlns:a16="http://schemas.microsoft.com/office/drawing/2014/main" id="{75020709-A1C8-9C38-DE87-3CEF9023558A}"/>
                  </a:ext>
                </a:extLst>
              </p:cNvPr>
              <p:cNvSpPr/>
              <p:nvPr/>
            </p:nvSpPr>
            <p:spPr>
              <a:xfrm>
                <a:off x="4198487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65" name="pl10">
                <a:extLst>
                  <a:ext uri="{FF2B5EF4-FFF2-40B4-BE49-F238E27FC236}">
                    <a16:creationId xmlns:a16="http://schemas.microsoft.com/office/drawing/2014/main" id="{3E6483BE-EB34-5F46-EAE9-F73DF7D50444}"/>
                  </a:ext>
                </a:extLst>
              </p:cNvPr>
              <p:cNvSpPr/>
              <p:nvPr/>
            </p:nvSpPr>
            <p:spPr>
              <a:xfrm>
                <a:off x="4727662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66" name="pl11">
                <a:extLst>
                  <a:ext uri="{FF2B5EF4-FFF2-40B4-BE49-F238E27FC236}">
                    <a16:creationId xmlns:a16="http://schemas.microsoft.com/office/drawing/2014/main" id="{54365BC0-058E-BD9E-F05B-0D4217A57EA9}"/>
                  </a:ext>
                </a:extLst>
              </p:cNvPr>
              <p:cNvSpPr/>
              <p:nvPr/>
            </p:nvSpPr>
            <p:spPr>
              <a:xfrm>
                <a:off x="5256837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67" name="pl12">
                <a:extLst>
                  <a:ext uri="{FF2B5EF4-FFF2-40B4-BE49-F238E27FC236}">
                    <a16:creationId xmlns:a16="http://schemas.microsoft.com/office/drawing/2014/main" id="{77FE435D-E5E3-9DB6-48AD-DD4199F09157}"/>
                  </a:ext>
                </a:extLst>
              </p:cNvPr>
              <p:cNvSpPr/>
              <p:nvPr/>
            </p:nvSpPr>
            <p:spPr>
              <a:xfrm>
                <a:off x="5786012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68" name="pl13">
                <a:extLst>
                  <a:ext uri="{FF2B5EF4-FFF2-40B4-BE49-F238E27FC236}">
                    <a16:creationId xmlns:a16="http://schemas.microsoft.com/office/drawing/2014/main" id="{8FE797BF-7A29-9500-3766-CE22F1E4F7B4}"/>
                  </a:ext>
                </a:extLst>
              </p:cNvPr>
              <p:cNvSpPr/>
              <p:nvPr/>
            </p:nvSpPr>
            <p:spPr>
              <a:xfrm>
                <a:off x="6315187" y="2354586"/>
                <a:ext cx="0" cy="3366361"/>
              </a:xfrm>
              <a:custGeom>
                <a:avLst/>
                <a:gdLst/>
                <a:ahLst/>
                <a:cxnLst/>
                <a:rect l="0" t="0" r="0" b="0"/>
                <a:pathLst>
                  <a:path h="3366361">
                    <a:moveTo>
                      <a:pt x="0" y="3366361"/>
                    </a:moveTo>
                    <a:lnTo>
                      <a:pt x="0" y="3348846"/>
                    </a:lnTo>
                    <a:lnTo>
                      <a:pt x="0" y="3309435"/>
                    </a:lnTo>
                    <a:lnTo>
                      <a:pt x="0" y="3270024"/>
                    </a:lnTo>
                    <a:lnTo>
                      <a:pt x="0" y="3230613"/>
                    </a:lnTo>
                    <a:lnTo>
                      <a:pt x="0" y="3191202"/>
                    </a:lnTo>
                    <a:lnTo>
                      <a:pt x="0" y="3151791"/>
                    </a:lnTo>
                    <a:lnTo>
                      <a:pt x="0" y="3112380"/>
                    </a:lnTo>
                    <a:lnTo>
                      <a:pt x="0" y="3072969"/>
                    </a:lnTo>
                    <a:lnTo>
                      <a:pt x="0" y="3033559"/>
                    </a:lnTo>
                    <a:lnTo>
                      <a:pt x="0" y="2994148"/>
                    </a:lnTo>
                    <a:lnTo>
                      <a:pt x="0" y="2954737"/>
                    </a:lnTo>
                    <a:lnTo>
                      <a:pt x="0" y="2915326"/>
                    </a:lnTo>
                    <a:lnTo>
                      <a:pt x="0" y="2875915"/>
                    </a:lnTo>
                    <a:lnTo>
                      <a:pt x="0" y="2836504"/>
                    </a:lnTo>
                    <a:lnTo>
                      <a:pt x="0" y="2797093"/>
                    </a:lnTo>
                    <a:lnTo>
                      <a:pt x="0" y="2757682"/>
                    </a:lnTo>
                    <a:lnTo>
                      <a:pt x="0" y="2718271"/>
                    </a:lnTo>
                    <a:lnTo>
                      <a:pt x="0" y="2678860"/>
                    </a:lnTo>
                    <a:lnTo>
                      <a:pt x="0" y="2639450"/>
                    </a:lnTo>
                    <a:lnTo>
                      <a:pt x="0" y="2600039"/>
                    </a:lnTo>
                    <a:lnTo>
                      <a:pt x="0" y="2560628"/>
                    </a:lnTo>
                    <a:lnTo>
                      <a:pt x="0" y="2521217"/>
                    </a:lnTo>
                    <a:lnTo>
                      <a:pt x="0" y="2481806"/>
                    </a:lnTo>
                    <a:lnTo>
                      <a:pt x="0" y="2442395"/>
                    </a:lnTo>
                    <a:lnTo>
                      <a:pt x="0" y="2402984"/>
                    </a:lnTo>
                    <a:lnTo>
                      <a:pt x="0" y="2363573"/>
                    </a:lnTo>
                    <a:lnTo>
                      <a:pt x="0" y="2324162"/>
                    </a:lnTo>
                    <a:lnTo>
                      <a:pt x="0" y="2284751"/>
                    </a:lnTo>
                    <a:lnTo>
                      <a:pt x="0" y="2245340"/>
                    </a:lnTo>
                    <a:lnTo>
                      <a:pt x="0" y="2205930"/>
                    </a:lnTo>
                    <a:lnTo>
                      <a:pt x="0" y="2166519"/>
                    </a:lnTo>
                    <a:lnTo>
                      <a:pt x="0" y="2127108"/>
                    </a:lnTo>
                    <a:lnTo>
                      <a:pt x="0" y="2087697"/>
                    </a:lnTo>
                    <a:lnTo>
                      <a:pt x="0" y="2048286"/>
                    </a:lnTo>
                    <a:lnTo>
                      <a:pt x="0" y="2008875"/>
                    </a:lnTo>
                    <a:lnTo>
                      <a:pt x="0" y="1969464"/>
                    </a:lnTo>
                    <a:lnTo>
                      <a:pt x="0" y="1930053"/>
                    </a:lnTo>
                    <a:lnTo>
                      <a:pt x="0" y="1890642"/>
                    </a:lnTo>
                    <a:lnTo>
                      <a:pt x="0" y="1851231"/>
                    </a:lnTo>
                    <a:lnTo>
                      <a:pt x="0" y="1811821"/>
                    </a:lnTo>
                    <a:lnTo>
                      <a:pt x="0" y="1772410"/>
                    </a:lnTo>
                    <a:lnTo>
                      <a:pt x="0" y="1732999"/>
                    </a:lnTo>
                    <a:lnTo>
                      <a:pt x="0" y="1693588"/>
                    </a:lnTo>
                    <a:lnTo>
                      <a:pt x="0" y="1654177"/>
                    </a:lnTo>
                    <a:lnTo>
                      <a:pt x="0" y="1614766"/>
                    </a:lnTo>
                    <a:lnTo>
                      <a:pt x="0" y="1575355"/>
                    </a:lnTo>
                    <a:lnTo>
                      <a:pt x="0" y="1535944"/>
                    </a:lnTo>
                    <a:lnTo>
                      <a:pt x="0" y="1496533"/>
                    </a:lnTo>
                    <a:lnTo>
                      <a:pt x="0" y="1457122"/>
                    </a:lnTo>
                    <a:lnTo>
                      <a:pt x="0" y="1417711"/>
                    </a:lnTo>
                    <a:lnTo>
                      <a:pt x="0" y="1378301"/>
                    </a:lnTo>
                    <a:lnTo>
                      <a:pt x="0" y="1338890"/>
                    </a:lnTo>
                    <a:lnTo>
                      <a:pt x="0" y="1299479"/>
                    </a:lnTo>
                    <a:lnTo>
                      <a:pt x="0" y="1260068"/>
                    </a:lnTo>
                    <a:lnTo>
                      <a:pt x="0" y="1220657"/>
                    </a:lnTo>
                    <a:lnTo>
                      <a:pt x="0" y="1181246"/>
                    </a:lnTo>
                    <a:lnTo>
                      <a:pt x="0" y="1141835"/>
                    </a:lnTo>
                    <a:lnTo>
                      <a:pt x="0" y="1102424"/>
                    </a:lnTo>
                    <a:lnTo>
                      <a:pt x="0" y="1063013"/>
                    </a:lnTo>
                    <a:lnTo>
                      <a:pt x="0" y="1023602"/>
                    </a:lnTo>
                    <a:lnTo>
                      <a:pt x="0" y="984192"/>
                    </a:lnTo>
                    <a:lnTo>
                      <a:pt x="0" y="944781"/>
                    </a:lnTo>
                    <a:lnTo>
                      <a:pt x="0" y="905370"/>
                    </a:lnTo>
                    <a:lnTo>
                      <a:pt x="0" y="865959"/>
                    </a:lnTo>
                    <a:lnTo>
                      <a:pt x="0" y="826548"/>
                    </a:lnTo>
                    <a:lnTo>
                      <a:pt x="0" y="787137"/>
                    </a:lnTo>
                    <a:lnTo>
                      <a:pt x="0" y="747726"/>
                    </a:lnTo>
                    <a:lnTo>
                      <a:pt x="0" y="708315"/>
                    </a:lnTo>
                    <a:lnTo>
                      <a:pt x="0" y="668904"/>
                    </a:lnTo>
                    <a:lnTo>
                      <a:pt x="0" y="629493"/>
                    </a:lnTo>
                    <a:lnTo>
                      <a:pt x="0" y="590082"/>
                    </a:lnTo>
                    <a:lnTo>
                      <a:pt x="0" y="550672"/>
                    </a:lnTo>
                    <a:lnTo>
                      <a:pt x="0" y="511261"/>
                    </a:lnTo>
                    <a:lnTo>
                      <a:pt x="0" y="471850"/>
                    </a:lnTo>
                    <a:lnTo>
                      <a:pt x="0" y="432439"/>
                    </a:lnTo>
                    <a:lnTo>
                      <a:pt x="0" y="393028"/>
                    </a:lnTo>
                    <a:lnTo>
                      <a:pt x="0" y="353617"/>
                    </a:lnTo>
                    <a:lnTo>
                      <a:pt x="0" y="314206"/>
                    </a:lnTo>
                    <a:lnTo>
                      <a:pt x="0" y="274795"/>
                    </a:lnTo>
                    <a:lnTo>
                      <a:pt x="0" y="235384"/>
                    </a:lnTo>
                    <a:lnTo>
                      <a:pt x="0" y="195973"/>
                    </a:lnTo>
                    <a:lnTo>
                      <a:pt x="0" y="156563"/>
                    </a:lnTo>
                    <a:lnTo>
                      <a:pt x="0" y="117152"/>
                    </a:lnTo>
                    <a:lnTo>
                      <a:pt x="0" y="77741"/>
                    </a:lnTo>
                    <a:lnTo>
                      <a:pt x="0" y="3833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69" name="pl14">
                <a:extLst>
                  <a:ext uri="{FF2B5EF4-FFF2-40B4-BE49-F238E27FC236}">
                    <a16:creationId xmlns:a16="http://schemas.microsoft.com/office/drawing/2014/main" id="{4A33813A-2DDD-56DE-34F2-C9480AF9BEDE}"/>
                  </a:ext>
                </a:extLst>
              </p:cNvPr>
              <p:cNvSpPr/>
              <p:nvPr/>
            </p:nvSpPr>
            <p:spPr>
              <a:xfrm>
                <a:off x="2201917" y="5407850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70" name="pl15">
                <a:extLst>
                  <a:ext uri="{FF2B5EF4-FFF2-40B4-BE49-F238E27FC236}">
                    <a16:creationId xmlns:a16="http://schemas.microsoft.com/office/drawing/2014/main" id="{0611C1E6-9140-FB11-3CEF-95F712952092}"/>
                  </a:ext>
                </a:extLst>
              </p:cNvPr>
              <p:cNvSpPr/>
              <p:nvPr/>
            </p:nvSpPr>
            <p:spPr>
              <a:xfrm>
                <a:off x="2201917" y="4757570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71" name="pl16">
                <a:extLst>
                  <a:ext uri="{FF2B5EF4-FFF2-40B4-BE49-F238E27FC236}">
                    <a16:creationId xmlns:a16="http://schemas.microsoft.com/office/drawing/2014/main" id="{122687B3-8629-4AD6-D21C-8F9F66DD9D01}"/>
                  </a:ext>
                </a:extLst>
              </p:cNvPr>
              <p:cNvSpPr/>
              <p:nvPr/>
            </p:nvSpPr>
            <p:spPr>
              <a:xfrm>
                <a:off x="2201917" y="4107291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72" name="pl17">
                <a:extLst>
                  <a:ext uri="{FF2B5EF4-FFF2-40B4-BE49-F238E27FC236}">
                    <a16:creationId xmlns:a16="http://schemas.microsoft.com/office/drawing/2014/main" id="{A58185AC-7CC5-18E4-188A-2EB8E75E6820}"/>
                  </a:ext>
                </a:extLst>
              </p:cNvPr>
              <p:cNvSpPr/>
              <p:nvPr/>
            </p:nvSpPr>
            <p:spPr>
              <a:xfrm>
                <a:off x="2201917" y="3457011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73" name="pl18">
                <a:extLst>
                  <a:ext uri="{FF2B5EF4-FFF2-40B4-BE49-F238E27FC236}">
                    <a16:creationId xmlns:a16="http://schemas.microsoft.com/office/drawing/2014/main" id="{87EDA6B4-5950-DF4D-C86F-7A89E570985B}"/>
                  </a:ext>
                </a:extLst>
              </p:cNvPr>
              <p:cNvSpPr/>
              <p:nvPr/>
            </p:nvSpPr>
            <p:spPr>
              <a:xfrm>
                <a:off x="2201917" y="2806731"/>
                <a:ext cx="434224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42247">
                    <a:moveTo>
                      <a:pt x="0" y="0"/>
                    </a:moveTo>
                    <a:lnTo>
                      <a:pt x="24190" y="0"/>
                    </a:lnTo>
                    <a:lnTo>
                      <a:pt x="72297" y="0"/>
                    </a:lnTo>
                    <a:lnTo>
                      <a:pt x="120403" y="0"/>
                    </a:lnTo>
                    <a:lnTo>
                      <a:pt x="168510" y="0"/>
                    </a:lnTo>
                    <a:lnTo>
                      <a:pt x="216617" y="0"/>
                    </a:lnTo>
                    <a:lnTo>
                      <a:pt x="264724" y="0"/>
                    </a:lnTo>
                    <a:lnTo>
                      <a:pt x="312831" y="0"/>
                    </a:lnTo>
                    <a:lnTo>
                      <a:pt x="360938" y="0"/>
                    </a:lnTo>
                    <a:lnTo>
                      <a:pt x="409044" y="0"/>
                    </a:lnTo>
                    <a:lnTo>
                      <a:pt x="457151" y="0"/>
                    </a:lnTo>
                    <a:lnTo>
                      <a:pt x="505258" y="0"/>
                    </a:lnTo>
                    <a:lnTo>
                      <a:pt x="553365" y="0"/>
                    </a:lnTo>
                    <a:lnTo>
                      <a:pt x="601472" y="0"/>
                    </a:lnTo>
                    <a:lnTo>
                      <a:pt x="649579" y="0"/>
                    </a:lnTo>
                    <a:lnTo>
                      <a:pt x="697685" y="0"/>
                    </a:lnTo>
                    <a:lnTo>
                      <a:pt x="745792" y="0"/>
                    </a:lnTo>
                    <a:lnTo>
                      <a:pt x="793899" y="0"/>
                    </a:lnTo>
                    <a:lnTo>
                      <a:pt x="842006" y="0"/>
                    </a:lnTo>
                    <a:lnTo>
                      <a:pt x="890113" y="0"/>
                    </a:lnTo>
                    <a:lnTo>
                      <a:pt x="938219" y="0"/>
                    </a:lnTo>
                    <a:lnTo>
                      <a:pt x="986326" y="0"/>
                    </a:lnTo>
                    <a:lnTo>
                      <a:pt x="1034433" y="0"/>
                    </a:lnTo>
                    <a:lnTo>
                      <a:pt x="1082540" y="0"/>
                    </a:lnTo>
                    <a:lnTo>
                      <a:pt x="1130647" y="0"/>
                    </a:lnTo>
                    <a:lnTo>
                      <a:pt x="1178754" y="0"/>
                    </a:lnTo>
                    <a:lnTo>
                      <a:pt x="1226860" y="0"/>
                    </a:lnTo>
                    <a:lnTo>
                      <a:pt x="1274967" y="0"/>
                    </a:lnTo>
                    <a:lnTo>
                      <a:pt x="1323074" y="0"/>
                    </a:lnTo>
                    <a:lnTo>
                      <a:pt x="1371181" y="0"/>
                    </a:lnTo>
                    <a:lnTo>
                      <a:pt x="1419288" y="0"/>
                    </a:lnTo>
                    <a:lnTo>
                      <a:pt x="1467394" y="0"/>
                    </a:lnTo>
                    <a:lnTo>
                      <a:pt x="1515501" y="0"/>
                    </a:lnTo>
                    <a:lnTo>
                      <a:pt x="1563608" y="0"/>
                    </a:lnTo>
                    <a:lnTo>
                      <a:pt x="1611715" y="0"/>
                    </a:lnTo>
                    <a:lnTo>
                      <a:pt x="1659822" y="0"/>
                    </a:lnTo>
                    <a:lnTo>
                      <a:pt x="1707929" y="0"/>
                    </a:lnTo>
                    <a:lnTo>
                      <a:pt x="1756035" y="0"/>
                    </a:lnTo>
                    <a:lnTo>
                      <a:pt x="1804142" y="0"/>
                    </a:lnTo>
                    <a:lnTo>
                      <a:pt x="1852249" y="0"/>
                    </a:lnTo>
                    <a:lnTo>
                      <a:pt x="1900356" y="0"/>
                    </a:lnTo>
                    <a:lnTo>
                      <a:pt x="1948463" y="0"/>
                    </a:lnTo>
                    <a:lnTo>
                      <a:pt x="1996570" y="0"/>
                    </a:lnTo>
                    <a:lnTo>
                      <a:pt x="2044676" y="0"/>
                    </a:lnTo>
                    <a:lnTo>
                      <a:pt x="2092783" y="0"/>
                    </a:lnTo>
                    <a:lnTo>
                      <a:pt x="2140890" y="0"/>
                    </a:lnTo>
                    <a:lnTo>
                      <a:pt x="2188997" y="0"/>
                    </a:lnTo>
                    <a:lnTo>
                      <a:pt x="2237104" y="0"/>
                    </a:lnTo>
                    <a:lnTo>
                      <a:pt x="2285210" y="0"/>
                    </a:lnTo>
                    <a:lnTo>
                      <a:pt x="2333317" y="0"/>
                    </a:lnTo>
                    <a:lnTo>
                      <a:pt x="2381424" y="0"/>
                    </a:lnTo>
                    <a:lnTo>
                      <a:pt x="2429531" y="0"/>
                    </a:lnTo>
                    <a:lnTo>
                      <a:pt x="2477638" y="0"/>
                    </a:lnTo>
                    <a:lnTo>
                      <a:pt x="2525745" y="0"/>
                    </a:lnTo>
                    <a:lnTo>
                      <a:pt x="2573851" y="0"/>
                    </a:lnTo>
                    <a:lnTo>
                      <a:pt x="2621958" y="0"/>
                    </a:lnTo>
                    <a:lnTo>
                      <a:pt x="2670065" y="0"/>
                    </a:lnTo>
                    <a:lnTo>
                      <a:pt x="2718172" y="0"/>
                    </a:lnTo>
                    <a:lnTo>
                      <a:pt x="2766279" y="0"/>
                    </a:lnTo>
                    <a:lnTo>
                      <a:pt x="2814386" y="0"/>
                    </a:lnTo>
                    <a:lnTo>
                      <a:pt x="2862492" y="0"/>
                    </a:lnTo>
                    <a:lnTo>
                      <a:pt x="2910599" y="0"/>
                    </a:lnTo>
                    <a:lnTo>
                      <a:pt x="2958706" y="0"/>
                    </a:lnTo>
                    <a:lnTo>
                      <a:pt x="3006813" y="0"/>
                    </a:lnTo>
                    <a:lnTo>
                      <a:pt x="3054920" y="0"/>
                    </a:lnTo>
                    <a:lnTo>
                      <a:pt x="3103026" y="0"/>
                    </a:lnTo>
                    <a:lnTo>
                      <a:pt x="3151133" y="0"/>
                    </a:lnTo>
                    <a:lnTo>
                      <a:pt x="3199240" y="0"/>
                    </a:lnTo>
                    <a:lnTo>
                      <a:pt x="3247347" y="0"/>
                    </a:lnTo>
                    <a:lnTo>
                      <a:pt x="3295454" y="0"/>
                    </a:lnTo>
                    <a:lnTo>
                      <a:pt x="3343561" y="0"/>
                    </a:lnTo>
                    <a:lnTo>
                      <a:pt x="3391667" y="0"/>
                    </a:lnTo>
                    <a:lnTo>
                      <a:pt x="3439774" y="0"/>
                    </a:lnTo>
                    <a:lnTo>
                      <a:pt x="3487881" y="0"/>
                    </a:lnTo>
                    <a:lnTo>
                      <a:pt x="3535988" y="0"/>
                    </a:lnTo>
                    <a:lnTo>
                      <a:pt x="3584095" y="0"/>
                    </a:lnTo>
                    <a:lnTo>
                      <a:pt x="3632202" y="0"/>
                    </a:lnTo>
                    <a:lnTo>
                      <a:pt x="3680308" y="0"/>
                    </a:lnTo>
                    <a:lnTo>
                      <a:pt x="3728415" y="0"/>
                    </a:lnTo>
                    <a:lnTo>
                      <a:pt x="3776522" y="0"/>
                    </a:lnTo>
                    <a:lnTo>
                      <a:pt x="3824629" y="0"/>
                    </a:lnTo>
                    <a:lnTo>
                      <a:pt x="3872736" y="0"/>
                    </a:lnTo>
                    <a:lnTo>
                      <a:pt x="3920842" y="0"/>
                    </a:lnTo>
                    <a:lnTo>
                      <a:pt x="3968949" y="0"/>
                    </a:lnTo>
                    <a:lnTo>
                      <a:pt x="4017056" y="0"/>
                    </a:lnTo>
                    <a:lnTo>
                      <a:pt x="4065163" y="0"/>
                    </a:lnTo>
                    <a:lnTo>
                      <a:pt x="4113270" y="0"/>
                    </a:lnTo>
                    <a:lnTo>
                      <a:pt x="4161377" y="0"/>
                    </a:lnTo>
                    <a:lnTo>
                      <a:pt x="4209483" y="0"/>
                    </a:lnTo>
                    <a:lnTo>
                      <a:pt x="4257590" y="0"/>
                    </a:lnTo>
                    <a:lnTo>
                      <a:pt x="4305697" y="0"/>
                    </a:lnTo>
                    <a:lnTo>
                      <a:pt x="4342247" y="0"/>
                    </a:lnTo>
                    <a:lnTo>
                      <a:pt x="4342247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74" name="pg19">
                <a:extLst>
                  <a:ext uri="{FF2B5EF4-FFF2-40B4-BE49-F238E27FC236}">
                    <a16:creationId xmlns:a16="http://schemas.microsoft.com/office/drawing/2014/main" id="{FF024BC2-63FE-2C17-2293-FB8253FFA939}"/>
                  </a:ext>
                </a:extLst>
              </p:cNvPr>
              <p:cNvSpPr/>
              <p:nvPr/>
            </p:nvSpPr>
            <p:spPr>
              <a:xfrm>
                <a:off x="5671824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75" name="pg20">
                <a:extLst>
                  <a:ext uri="{FF2B5EF4-FFF2-40B4-BE49-F238E27FC236}">
                    <a16:creationId xmlns:a16="http://schemas.microsoft.com/office/drawing/2014/main" id="{9FCCAF85-CA84-71DB-41D9-343E27BC7601}"/>
                  </a:ext>
                </a:extLst>
              </p:cNvPr>
              <p:cNvSpPr/>
              <p:nvPr/>
            </p:nvSpPr>
            <p:spPr>
              <a:xfrm>
                <a:off x="5683461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76" name="pg21">
                <a:extLst>
                  <a:ext uri="{FF2B5EF4-FFF2-40B4-BE49-F238E27FC236}">
                    <a16:creationId xmlns:a16="http://schemas.microsoft.com/office/drawing/2014/main" id="{52B7432C-70A4-1F0D-27A5-3504B7F6BEC8}"/>
                  </a:ext>
                </a:extLst>
              </p:cNvPr>
              <p:cNvSpPr/>
              <p:nvPr/>
            </p:nvSpPr>
            <p:spPr>
              <a:xfrm>
                <a:off x="5695098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77" name="pg22">
                <a:extLst>
                  <a:ext uri="{FF2B5EF4-FFF2-40B4-BE49-F238E27FC236}">
                    <a16:creationId xmlns:a16="http://schemas.microsoft.com/office/drawing/2014/main" id="{46BC1351-C559-63F4-C747-436D540AAC5F}"/>
                  </a:ext>
                </a:extLst>
              </p:cNvPr>
              <p:cNvSpPr/>
              <p:nvPr/>
            </p:nvSpPr>
            <p:spPr>
              <a:xfrm>
                <a:off x="5718373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78" name="pg23">
                <a:extLst>
                  <a:ext uri="{FF2B5EF4-FFF2-40B4-BE49-F238E27FC236}">
                    <a16:creationId xmlns:a16="http://schemas.microsoft.com/office/drawing/2014/main" id="{29A7EE87-A316-6696-AC1F-0C50080BA48D}"/>
                  </a:ext>
                </a:extLst>
              </p:cNvPr>
              <p:cNvSpPr/>
              <p:nvPr/>
            </p:nvSpPr>
            <p:spPr>
              <a:xfrm>
                <a:off x="5730010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79" name="pg24">
                <a:extLst>
                  <a:ext uri="{FF2B5EF4-FFF2-40B4-BE49-F238E27FC236}">
                    <a16:creationId xmlns:a16="http://schemas.microsoft.com/office/drawing/2014/main" id="{8111537B-764B-7A96-68AD-3A416EF50CCD}"/>
                  </a:ext>
                </a:extLst>
              </p:cNvPr>
              <p:cNvSpPr/>
              <p:nvPr/>
            </p:nvSpPr>
            <p:spPr>
              <a:xfrm>
                <a:off x="5741648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80" name="pg25">
                <a:extLst>
                  <a:ext uri="{FF2B5EF4-FFF2-40B4-BE49-F238E27FC236}">
                    <a16:creationId xmlns:a16="http://schemas.microsoft.com/office/drawing/2014/main" id="{AF247B9B-3D11-7686-E554-2D1EFAC0CDC9}"/>
                  </a:ext>
                </a:extLst>
              </p:cNvPr>
              <p:cNvSpPr/>
              <p:nvPr/>
            </p:nvSpPr>
            <p:spPr>
              <a:xfrm>
                <a:off x="6276965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81" name="pg26">
                <a:extLst>
                  <a:ext uri="{FF2B5EF4-FFF2-40B4-BE49-F238E27FC236}">
                    <a16:creationId xmlns:a16="http://schemas.microsoft.com/office/drawing/2014/main" id="{835D9023-8964-5F48-BD9D-934330657562}"/>
                  </a:ext>
                </a:extLst>
              </p:cNvPr>
              <p:cNvSpPr/>
              <p:nvPr/>
            </p:nvSpPr>
            <p:spPr>
              <a:xfrm>
                <a:off x="6288602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82" name="pg27">
                <a:extLst>
                  <a:ext uri="{FF2B5EF4-FFF2-40B4-BE49-F238E27FC236}">
                    <a16:creationId xmlns:a16="http://schemas.microsoft.com/office/drawing/2014/main" id="{ECD8C37E-56DD-CFE7-9B60-00E799D46257}"/>
                  </a:ext>
                </a:extLst>
              </p:cNvPr>
              <p:cNvSpPr/>
              <p:nvPr/>
            </p:nvSpPr>
            <p:spPr>
              <a:xfrm>
                <a:off x="6300240" y="25076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83" name="pg28">
                <a:extLst>
                  <a:ext uri="{FF2B5EF4-FFF2-40B4-BE49-F238E27FC236}">
                    <a16:creationId xmlns:a16="http://schemas.microsoft.com/office/drawing/2014/main" id="{D034B747-02F7-0560-6FDF-BAFD35E6DA34}"/>
                  </a:ext>
                </a:extLst>
              </p:cNvPr>
              <p:cNvSpPr/>
              <p:nvPr/>
            </p:nvSpPr>
            <p:spPr>
              <a:xfrm>
                <a:off x="5648549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84" name="pg29">
                <a:extLst>
                  <a:ext uri="{FF2B5EF4-FFF2-40B4-BE49-F238E27FC236}">
                    <a16:creationId xmlns:a16="http://schemas.microsoft.com/office/drawing/2014/main" id="{A04067F8-5A73-47B8-A9A9-6A654495C476}"/>
                  </a:ext>
                </a:extLst>
              </p:cNvPr>
              <p:cNvSpPr/>
              <p:nvPr/>
            </p:nvSpPr>
            <p:spPr>
              <a:xfrm>
                <a:off x="5660186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85" name="pg30">
                <a:extLst>
                  <a:ext uri="{FF2B5EF4-FFF2-40B4-BE49-F238E27FC236}">
                    <a16:creationId xmlns:a16="http://schemas.microsoft.com/office/drawing/2014/main" id="{A9B4BAFA-2EE2-F967-E42A-35621AC578C9}"/>
                  </a:ext>
                </a:extLst>
              </p:cNvPr>
              <p:cNvSpPr/>
              <p:nvPr/>
            </p:nvSpPr>
            <p:spPr>
              <a:xfrm>
                <a:off x="5671824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86" name="pg31">
                <a:extLst>
                  <a:ext uri="{FF2B5EF4-FFF2-40B4-BE49-F238E27FC236}">
                    <a16:creationId xmlns:a16="http://schemas.microsoft.com/office/drawing/2014/main" id="{5D023379-A5F1-8F06-27C8-4563D7C2C052}"/>
                  </a:ext>
                </a:extLst>
              </p:cNvPr>
              <p:cNvSpPr/>
              <p:nvPr/>
            </p:nvSpPr>
            <p:spPr>
              <a:xfrm>
                <a:off x="5683461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87" name="pg32">
                <a:extLst>
                  <a:ext uri="{FF2B5EF4-FFF2-40B4-BE49-F238E27FC236}">
                    <a16:creationId xmlns:a16="http://schemas.microsoft.com/office/drawing/2014/main" id="{CF3BA9C6-0755-E08C-2F28-9AF57F84EF02}"/>
                  </a:ext>
                </a:extLst>
              </p:cNvPr>
              <p:cNvSpPr/>
              <p:nvPr/>
            </p:nvSpPr>
            <p:spPr>
              <a:xfrm>
                <a:off x="5695098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88" name="pg33">
                <a:extLst>
                  <a:ext uri="{FF2B5EF4-FFF2-40B4-BE49-F238E27FC236}">
                    <a16:creationId xmlns:a16="http://schemas.microsoft.com/office/drawing/2014/main" id="{D790FA94-12FB-F076-E614-3545EFFA0AC6}"/>
                  </a:ext>
                </a:extLst>
              </p:cNvPr>
              <p:cNvSpPr/>
              <p:nvPr/>
            </p:nvSpPr>
            <p:spPr>
              <a:xfrm>
                <a:off x="5706736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89" name="pg34">
                <a:extLst>
                  <a:ext uri="{FF2B5EF4-FFF2-40B4-BE49-F238E27FC236}">
                    <a16:creationId xmlns:a16="http://schemas.microsoft.com/office/drawing/2014/main" id="{6BBA6D5C-4166-E43B-46B1-9C0899290442}"/>
                  </a:ext>
                </a:extLst>
              </p:cNvPr>
              <p:cNvSpPr/>
              <p:nvPr/>
            </p:nvSpPr>
            <p:spPr>
              <a:xfrm>
                <a:off x="5718373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90" name="pg35">
                <a:extLst>
                  <a:ext uri="{FF2B5EF4-FFF2-40B4-BE49-F238E27FC236}">
                    <a16:creationId xmlns:a16="http://schemas.microsoft.com/office/drawing/2014/main" id="{2B9B0E41-60C2-E31F-C70C-1491B906E3CD}"/>
                  </a:ext>
                </a:extLst>
              </p:cNvPr>
              <p:cNvSpPr/>
              <p:nvPr/>
            </p:nvSpPr>
            <p:spPr>
              <a:xfrm>
                <a:off x="5730010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91" name="pg36">
                <a:extLst>
                  <a:ext uri="{FF2B5EF4-FFF2-40B4-BE49-F238E27FC236}">
                    <a16:creationId xmlns:a16="http://schemas.microsoft.com/office/drawing/2014/main" id="{E09853E8-F8BA-BEBC-5083-AE704F39EE44}"/>
                  </a:ext>
                </a:extLst>
              </p:cNvPr>
              <p:cNvSpPr/>
              <p:nvPr/>
            </p:nvSpPr>
            <p:spPr>
              <a:xfrm>
                <a:off x="5741648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92" name="pg37">
                <a:extLst>
                  <a:ext uri="{FF2B5EF4-FFF2-40B4-BE49-F238E27FC236}">
                    <a16:creationId xmlns:a16="http://schemas.microsoft.com/office/drawing/2014/main" id="{E90717BE-8498-1050-E2DA-38B4F42783B9}"/>
                  </a:ext>
                </a:extLst>
              </p:cNvPr>
              <p:cNvSpPr/>
              <p:nvPr/>
            </p:nvSpPr>
            <p:spPr>
              <a:xfrm>
                <a:off x="6265328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93" name="pg38">
                <a:extLst>
                  <a:ext uri="{FF2B5EF4-FFF2-40B4-BE49-F238E27FC236}">
                    <a16:creationId xmlns:a16="http://schemas.microsoft.com/office/drawing/2014/main" id="{13A3B6A8-570C-D080-EE8E-484B114917D2}"/>
                  </a:ext>
                </a:extLst>
              </p:cNvPr>
              <p:cNvSpPr/>
              <p:nvPr/>
            </p:nvSpPr>
            <p:spPr>
              <a:xfrm>
                <a:off x="6276965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94" name="pg39">
                <a:extLst>
                  <a:ext uri="{FF2B5EF4-FFF2-40B4-BE49-F238E27FC236}">
                    <a16:creationId xmlns:a16="http://schemas.microsoft.com/office/drawing/2014/main" id="{E8177481-1F31-AB1C-1180-C2940C4563BC}"/>
                  </a:ext>
                </a:extLst>
              </p:cNvPr>
              <p:cNvSpPr/>
              <p:nvPr/>
            </p:nvSpPr>
            <p:spPr>
              <a:xfrm>
                <a:off x="6288602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95" name="pg40">
                <a:extLst>
                  <a:ext uri="{FF2B5EF4-FFF2-40B4-BE49-F238E27FC236}">
                    <a16:creationId xmlns:a16="http://schemas.microsoft.com/office/drawing/2014/main" id="{F88235DB-D1A3-A1BB-7FBC-92CC7A7AD881}"/>
                  </a:ext>
                </a:extLst>
              </p:cNvPr>
              <p:cNvSpPr/>
              <p:nvPr/>
            </p:nvSpPr>
            <p:spPr>
              <a:xfrm>
                <a:off x="6300240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96" name="pg41">
                <a:extLst>
                  <a:ext uri="{FF2B5EF4-FFF2-40B4-BE49-F238E27FC236}">
                    <a16:creationId xmlns:a16="http://schemas.microsoft.com/office/drawing/2014/main" id="{06896DA3-AE53-BBEE-795C-75F92D6CDDC8}"/>
                  </a:ext>
                </a:extLst>
              </p:cNvPr>
              <p:cNvSpPr/>
              <p:nvPr/>
            </p:nvSpPr>
            <p:spPr>
              <a:xfrm>
                <a:off x="6311877" y="25219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97" name="pg42">
                <a:extLst>
                  <a:ext uri="{FF2B5EF4-FFF2-40B4-BE49-F238E27FC236}">
                    <a16:creationId xmlns:a16="http://schemas.microsoft.com/office/drawing/2014/main" id="{1291B384-3DBE-FEA3-A431-1DF4B7CA7E0F}"/>
                  </a:ext>
                </a:extLst>
              </p:cNvPr>
              <p:cNvSpPr/>
              <p:nvPr/>
            </p:nvSpPr>
            <p:spPr>
              <a:xfrm>
                <a:off x="5636912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98" name="pg43">
                <a:extLst>
                  <a:ext uri="{FF2B5EF4-FFF2-40B4-BE49-F238E27FC236}">
                    <a16:creationId xmlns:a16="http://schemas.microsoft.com/office/drawing/2014/main" id="{1A0F1B3F-19D7-235A-3CCE-AE7AEC3BF714}"/>
                  </a:ext>
                </a:extLst>
              </p:cNvPr>
              <p:cNvSpPr/>
              <p:nvPr/>
            </p:nvSpPr>
            <p:spPr>
              <a:xfrm>
                <a:off x="5648549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99" name="pg44">
                <a:extLst>
                  <a:ext uri="{FF2B5EF4-FFF2-40B4-BE49-F238E27FC236}">
                    <a16:creationId xmlns:a16="http://schemas.microsoft.com/office/drawing/2014/main" id="{CFE3D07E-E101-1D6B-D3E5-19039E052F26}"/>
                  </a:ext>
                </a:extLst>
              </p:cNvPr>
              <p:cNvSpPr/>
              <p:nvPr/>
            </p:nvSpPr>
            <p:spPr>
              <a:xfrm>
                <a:off x="5660186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00" name="pg45">
                <a:extLst>
                  <a:ext uri="{FF2B5EF4-FFF2-40B4-BE49-F238E27FC236}">
                    <a16:creationId xmlns:a16="http://schemas.microsoft.com/office/drawing/2014/main" id="{3F425F1C-66F9-7129-2847-CFC2D6875CA3}"/>
                  </a:ext>
                </a:extLst>
              </p:cNvPr>
              <p:cNvSpPr/>
              <p:nvPr/>
            </p:nvSpPr>
            <p:spPr>
              <a:xfrm>
                <a:off x="5671824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01" name="pg46">
                <a:extLst>
                  <a:ext uri="{FF2B5EF4-FFF2-40B4-BE49-F238E27FC236}">
                    <a16:creationId xmlns:a16="http://schemas.microsoft.com/office/drawing/2014/main" id="{CA2656B5-4CC5-BE2A-4F77-F58674A5F8E2}"/>
                  </a:ext>
                </a:extLst>
              </p:cNvPr>
              <p:cNvSpPr/>
              <p:nvPr/>
            </p:nvSpPr>
            <p:spPr>
              <a:xfrm>
                <a:off x="5683461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02" name="pg47">
                <a:extLst>
                  <a:ext uri="{FF2B5EF4-FFF2-40B4-BE49-F238E27FC236}">
                    <a16:creationId xmlns:a16="http://schemas.microsoft.com/office/drawing/2014/main" id="{EA79AABA-DB2D-550A-A18D-6B6F7DEFE248}"/>
                  </a:ext>
                </a:extLst>
              </p:cNvPr>
              <p:cNvSpPr/>
              <p:nvPr/>
            </p:nvSpPr>
            <p:spPr>
              <a:xfrm>
                <a:off x="5695098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03" name="pg48">
                <a:extLst>
                  <a:ext uri="{FF2B5EF4-FFF2-40B4-BE49-F238E27FC236}">
                    <a16:creationId xmlns:a16="http://schemas.microsoft.com/office/drawing/2014/main" id="{CF036B71-1CAF-E4A2-C734-94C8D16F1ECD}"/>
                  </a:ext>
                </a:extLst>
              </p:cNvPr>
              <p:cNvSpPr/>
              <p:nvPr/>
            </p:nvSpPr>
            <p:spPr>
              <a:xfrm>
                <a:off x="5706736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04" name="pg49">
                <a:extLst>
                  <a:ext uri="{FF2B5EF4-FFF2-40B4-BE49-F238E27FC236}">
                    <a16:creationId xmlns:a16="http://schemas.microsoft.com/office/drawing/2014/main" id="{9B666354-5807-9CE4-5DDD-3105C7D1F587}"/>
                  </a:ext>
                </a:extLst>
              </p:cNvPr>
              <p:cNvSpPr/>
              <p:nvPr/>
            </p:nvSpPr>
            <p:spPr>
              <a:xfrm>
                <a:off x="5718373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05" name="pg50">
                <a:extLst>
                  <a:ext uri="{FF2B5EF4-FFF2-40B4-BE49-F238E27FC236}">
                    <a16:creationId xmlns:a16="http://schemas.microsoft.com/office/drawing/2014/main" id="{4F10FFC6-64CC-B85F-D84B-C716D4444B5E}"/>
                  </a:ext>
                </a:extLst>
              </p:cNvPr>
              <p:cNvSpPr/>
              <p:nvPr/>
            </p:nvSpPr>
            <p:spPr>
              <a:xfrm>
                <a:off x="5730010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16" name="pg51">
                <a:extLst>
                  <a:ext uri="{FF2B5EF4-FFF2-40B4-BE49-F238E27FC236}">
                    <a16:creationId xmlns:a16="http://schemas.microsoft.com/office/drawing/2014/main" id="{34124DFA-1959-0ED9-9AA4-96A92F74B82A}"/>
                  </a:ext>
                </a:extLst>
              </p:cNvPr>
              <p:cNvSpPr/>
              <p:nvPr/>
            </p:nvSpPr>
            <p:spPr>
              <a:xfrm>
                <a:off x="5741648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17" name="pg52">
                <a:extLst>
                  <a:ext uri="{FF2B5EF4-FFF2-40B4-BE49-F238E27FC236}">
                    <a16:creationId xmlns:a16="http://schemas.microsoft.com/office/drawing/2014/main" id="{7402E70F-439A-BE37-FD21-F8E0B29F3BAB}"/>
                  </a:ext>
                </a:extLst>
              </p:cNvPr>
              <p:cNvSpPr/>
              <p:nvPr/>
            </p:nvSpPr>
            <p:spPr>
              <a:xfrm>
                <a:off x="5753285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18" name="pg53">
                <a:extLst>
                  <a:ext uri="{FF2B5EF4-FFF2-40B4-BE49-F238E27FC236}">
                    <a16:creationId xmlns:a16="http://schemas.microsoft.com/office/drawing/2014/main" id="{F31EC74B-5A9F-B3AA-5288-C8F4970800D3}"/>
                  </a:ext>
                </a:extLst>
              </p:cNvPr>
              <p:cNvSpPr/>
              <p:nvPr/>
            </p:nvSpPr>
            <p:spPr>
              <a:xfrm>
                <a:off x="6265328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19" name="pg54">
                <a:extLst>
                  <a:ext uri="{FF2B5EF4-FFF2-40B4-BE49-F238E27FC236}">
                    <a16:creationId xmlns:a16="http://schemas.microsoft.com/office/drawing/2014/main" id="{B7ACC16B-1642-2402-014D-2E1AD159980D}"/>
                  </a:ext>
                </a:extLst>
              </p:cNvPr>
              <p:cNvSpPr/>
              <p:nvPr/>
            </p:nvSpPr>
            <p:spPr>
              <a:xfrm>
                <a:off x="6276965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20" name="pg55">
                <a:extLst>
                  <a:ext uri="{FF2B5EF4-FFF2-40B4-BE49-F238E27FC236}">
                    <a16:creationId xmlns:a16="http://schemas.microsoft.com/office/drawing/2014/main" id="{20627BFE-7CF2-D221-0FB3-796C42A24107}"/>
                  </a:ext>
                </a:extLst>
              </p:cNvPr>
              <p:cNvSpPr/>
              <p:nvPr/>
            </p:nvSpPr>
            <p:spPr>
              <a:xfrm>
                <a:off x="6288602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24" name="pg56">
                <a:extLst>
                  <a:ext uri="{FF2B5EF4-FFF2-40B4-BE49-F238E27FC236}">
                    <a16:creationId xmlns:a16="http://schemas.microsoft.com/office/drawing/2014/main" id="{E0DED979-0B2F-6F06-8B1B-8DDF8D9EB430}"/>
                  </a:ext>
                </a:extLst>
              </p:cNvPr>
              <p:cNvSpPr/>
              <p:nvPr/>
            </p:nvSpPr>
            <p:spPr>
              <a:xfrm>
                <a:off x="6300240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29" name="pg57">
                <a:extLst>
                  <a:ext uri="{FF2B5EF4-FFF2-40B4-BE49-F238E27FC236}">
                    <a16:creationId xmlns:a16="http://schemas.microsoft.com/office/drawing/2014/main" id="{0CDF69BC-638D-A7BB-6C5E-ED85717F09EA}"/>
                  </a:ext>
                </a:extLst>
              </p:cNvPr>
              <p:cNvSpPr/>
              <p:nvPr/>
            </p:nvSpPr>
            <p:spPr>
              <a:xfrm>
                <a:off x="6311877" y="25362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30" name="pg58">
                <a:extLst>
                  <a:ext uri="{FF2B5EF4-FFF2-40B4-BE49-F238E27FC236}">
                    <a16:creationId xmlns:a16="http://schemas.microsoft.com/office/drawing/2014/main" id="{E152AF4D-BFE8-29C1-F2AB-052163DF02F2}"/>
                  </a:ext>
                </a:extLst>
              </p:cNvPr>
              <p:cNvSpPr/>
              <p:nvPr/>
            </p:nvSpPr>
            <p:spPr>
              <a:xfrm>
                <a:off x="5578725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31" name="pg59">
                <a:extLst>
                  <a:ext uri="{FF2B5EF4-FFF2-40B4-BE49-F238E27FC236}">
                    <a16:creationId xmlns:a16="http://schemas.microsoft.com/office/drawing/2014/main" id="{C375361C-1483-508D-C8FB-E30A00F75935}"/>
                  </a:ext>
                </a:extLst>
              </p:cNvPr>
              <p:cNvSpPr/>
              <p:nvPr/>
            </p:nvSpPr>
            <p:spPr>
              <a:xfrm>
                <a:off x="5590363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32" name="pg60">
                <a:extLst>
                  <a:ext uri="{FF2B5EF4-FFF2-40B4-BE49-F238E27FC236}">
                    <a16:creationId xmlns:a16="http://schemas.microsoft.com/office/drawing/2014/main" id="{83D6838D-9FFB-092F-2D05-3E51D81CC1AB}"/>
                  </a:ext>
                </a:extLst>
              </p:cNvPr>
              <p:cNvSpPr/>
              <p:nvPr/>
            </p:nvSpPr>
            <p:spPr>
              <a:xfrm>
                <a:off x="5602000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33" name="pg61">
                <a:extLst>
                  <a:ext uri="{FF2B5EF4-FFF2-40B4-BE49-F238E27FC236}">
                    <a16:creationId xmlns:a16="http://schemas.microsoft.com/office/drawing/2014/main" id="{402009B1-B4B0-F495-D4C7-599E837F0AAB}"/>
                  </a:ext>
                </a:extLst>
              </p:cNvPr>
              <p:cNvSpPr/>
              <p:nvPr/>
            </p:nvSpPr>
            <p:spPr>
              <a:xfrm>
                <a:off x="5613637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34" name="pg62">
                <a:extLst>
                  <a:ext uri="{FF2B5EF4-FFF2-40B4-BE49-F238E27FC236}">
                    <a16:creationId xmlns:a16="http://schemas.microsoft.com/office/drawing/2014/main" id="{7ECB4EFA-6564-2FF0-3B70-47BB68E49A34}"/>
                  </a:ext>
                </a:extLst>
              </p:cNvPr>
              <p:cNvSpPr/>
              <p:nvPr/>
            </p:nvSpPr>
            <p:spPr>
              <a:xfrm>
                <a:off x="5625275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35" name="pg63">
                <a:extLst>
                  <a:ext uri="{FF2B5EF4-FFF2-40B4-BE49-F238E27FC236}">
                    <a16:creationId xmlns:a16="http://schemas.microsoft.com/office/drawing/2014/main" id="{D143A31A-5463-E2F9-81FF-D1051D8D4BCC}"/>
                  </a:ext>
                </a:extLst>
              </p:cNvPr>
              <p:cNvSpPr/>
              <p:nvPr/>
            </p:nvSpPr>
            <p:spPr>
              <a:xfrm>
                <a:off x="5636912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55" name="pg64">
                <a:extLst>
                  <a:ext uri="{FF2B5EF4-FFF2-40B4-BE49-F238E27FC236}">
                    <a16:creationId xmlns:a16="http://schemas.microsoft.com/office/drawing/2014/main" id="{F1CF7EDB-37B6-D833-FB50-8BAB34E916BA}"/>
                  </a:ext>
                </a:extLst>
              </p:cNvPr>
              <p:cNvSpPr/>
              <p:nvPr/>
            </p:nvSpPr>
            <p:spPr>
              <a:xfrm>
                <a:off x="5648549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56" name="pg65">
                <a:extLst>
                  <a:ext uri="{FF2B5EF4-FFF2-40B4-BE49-F238E27FC236}">
                    <a16:creationId xmlns:a16="http://schemas.microsoft.com/office/drawing/2014/main" id="{53366E01-29AB-6BC8-BE18-DC800996B4DA}"/>
                  </a:ext>
                </a:extLst>
              </p:cNvPr>
              <p:cNvSpPr/>
              <p:nvPr/>
            </p:nvSpPr>
            <p:spPr>
              <a:xfrm>
                <a:off x="5660186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57" name="pg66">
                <a:extLst>
                  <a:ext uri="{FF2B5EF4-FFF2-40B4-BE49-F238E27FC236}">
                    <a16:creationId xmlns:a16="http://schemas.microsoft.com/office/drawing/2014/main" id="{97A8DF88-58E2-C77E-D83B-9FC652F7E012}"/>
                  </a:ext>
                </a:extLst>
              </p:cNvPr>
              <p:cNvSpPr/>
              <p:nvPr/>
            </p:nvSpPr>
            <p:spPr>
              <a:xfrm>
                <a:off x="5671824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58" name="pg67">
                <a:extLst>
                  <a:ext uri="{FF2B5EF4-FFF2-40B4-BE49-F238E27FC236}">
                    <a16:creationId xmlns:a16="http://schemas.microsoft.com/office/drawing/2014/main" id="{2542135C-C8FC-159C-2064-12F901F232A0}"/>
                  </a:ext>
                </a:extLst>
              </p:cNvPr>
              <p:cNvSpPr/>
              <p:nvPr/>
            </p:nvSpPr>
            <p:spPr>
              <a:xfrm>
                <a:off x="5683461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59" name="pg68">
                <a:extLst>
                  <a:ext uri="{FF2B5EF4-FFF2-40B4-BE49-F238E27FC236}">
                    <a16:creationId xmlns:a16="http://schemas.microsoft.com/office/drawing/2014/main" id="{F8C10080-6905-DC59-188E-C2FDA6245D46}"/>
                  </a:ext>
                </a:extLst>
              </p:cNvPr>
              <p:cNvSpPr/>
              <p:nvPr/>
            </p:nvSpPr>
            <p:spPr>
              <a:xfrm>
                <a:off x="5695098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0" name="pg69">
                <a:extLst>
                  <a:ext uri="{FF2B5EF4-FFF2-40B4-BE49-F238E27FC236}">
                    <a16:creationId xmlns:a16="http://schemas.microsoft.com/office/drawing/2014/main" id="{8485E0BA-6DD8-CDF4-376B-83D620867DD8}"/>
                  </a:ext>
                </a:extLst>
              </p:cNvPr>
              <p:cNvSpPr/>
              <p:nvPr/>
            </p:nvSpPr>
            <p:spPr>
              <a:xfrm>
                <a:off x="5706736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1" name="pg70">
                <a:extLst>
                  <a:ext uri="{FF2B5EF4-FFF2-40B4-BE49-F238E27FC236}">
                    <a16:creationId xmlns:a16="http://schemas.microsoft.com/office/drawing/2014/main" id="{AAAB9DE8-6623-5501-B0DD-9334010D3F47}"/>
                  </a:ext>
                </a:extLst>
              </p:cNvPr>
              <p:cNvSpPr/>
              <p:nvPr/>
            </p:nvSpPr>
            <p:spPr>
              <a:xfrm>
                <a:off x="5718373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2" name="pg71">
                <a:extLst>
                  <a:ext uri="{FF2B5EF4-FFF2-40B4-BE49-F238E27FC236}">
                    <a16:creationId xmlns:a16="http://schemas.microsoft.com/office/drawing/2014/main" id="{51AD8B83-9D0F-1AB9-BC49-445A76224978}"/>
                  </a:ext>
                </a:extLst>
              </p:cNvPr>
              <p:cNvSpPr/>
              <p:nvPr/>
            </p:nvSpPr>
            <p:spPr>
              <a:xfrm>
                <a:off x="5730010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3" name="pg72">
                <a:extLst>
                  <a:ext uri="{FF2B5EF4-FFF2-40B4-BE49-F238E27FC236}">
                    <a16:creationId xmlns:a16="http://schemas.microsoft.com/office/drawing/2014/main" id="{F75AB07C-961F-533D-4BE7-7F8B25981EBA}"/>
                  </a:ext>
                </a:extLst>
              </p:cNvPr>
              <p:cNvSpPr/>
              <p:nvPr/>
            </p:nvSpPr>
            <p:spPr>
              <a:xfrm>
                <a:off x="5741648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4" name="pg73">
                <a:extLst>
                  <a:ext uri="{FF2B5EF4-FFF2-40B4-BE49-F238E27FC236}">
                    <a16:creationId xmlns:a16="http://schemas.microsoft.com/office/drawing/2014/main" id="{C2F75B1C-98C2-2AA4-FF6F-2EA179FAA13D}"/>
                  </a:ext>
                </a:extLst>
              </p:cNvPr>
              <p:cNvSpPr/>
              <p:nvPr/>
            </p:nvSpPr>
            <p:spPr>
              <a:xfrm>
                <a:off x="6276965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5" name="pg74">
                <a:extLst>
                  <a:ext uri="{FF2B5EF4-FFF2-40B4-BE49-F238E27FC236}">
                    <a16:creationId xmlns:a16="http://schemas.microsoft.com/office/drawing/2014/main" id="{9C678107-4DE6-C679-2AF0-696C35716435}"/>
                  </a:ext>
                </a:extLst>
              </p:cNvPr>
              <p:cNvSpPr/>
              <p:nvPr/>
            </p:nvSpPr>
            <p:spPr>
              <a:xfrm>
                <a:off x="6288602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6" name="pg75">
                <a:extLst>
                  <a:ext uri="{FF2B5EF4-FFF2-40B4-BE49-F238E27FC236}">
                    <a16:creationId xmlns:a16="http://schemas.microsoft.com/office/drawing/2014/main" id="{5A9E20A4-FE69-12A6-5C42-DACBAACC79D4}"/>
                  </a:ext>
                </a:extLst>
              </p:cNvPr>
              <p:cNvSpPr/>
              <p:nvPr/>
            </p:nvSpPr>
            <p:spPr>
              <a:xfrm>
                <a:off x="6300240" y="25505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7" name="pg76">
                <a:extLst>
                  <a:ext uri="{FF2B5EF4-FFF2-40B4-BE49-F238E27FC236}">
                    <a16:creationId xmlns:a16="http://schemas.microsoft.com/office/drawing/2014/main" id="{B9A43F07-3C1B-C69B-F7D7-4EED25A1ECC2}"/>
                  </a:ext>
                </a:extLst>
              </p:cNvPr>
              <p:cNvSpPr/>
              <p:nvPr/>
            </p:nvSpPr>
            <p:spPr>
              <a:xfrm>
                <a:off x="5543813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8" name="pg77">
                <a:extLst>
                  <a:ext uri="{FF2B5EF4-FFF2-40B4-BE49-F238E27FC236}">
                    <a16:creationId xmlns:a16="http://schemas.microsoft.com/office/drawing/2014/main" id="{6C957907-5080-2F18-DB24-51E1BD94E152}"/>
                  </a:ext>
                </a:extLst>
              </p:cNvPr>
              <p:cNvSpPr/>
              <p:nvPr/>
            </p:nvSpPr>
            <p:spPr>
              <a:xfrm>
                <a:off x="5555451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9" name="pg78">
                <a:extLst>
                  <a:ext uri="{FF2B5EF4-FFF2-40B4-BE49-F238E27FC236}">
                    <a16:creationId xmlns:a16="http://schemas.microsoft.com/office/drawing/2014/main" id="{3116E1B6-F366-6187-805E-08831C8DB778}"/>
                  </a:ext>
                </a:extLst>
              </p:cNvPr>
              <p:cNvSpPr/>
              <p:nvPr/>
            </p:nvSpPr>
            <p:spPr>
              <a:xfrm>
                <a:off x="5567088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0" name="pg79">
                <a:extLst>
                  <a:ext uri="{FF2B5EF4-FFF2-40B4-BE49-F238E27FC236}">
                    <a16:creationId xmlns:a16="http://schemas.microsoft.com/office/drawing/2014/main" id="{8C9A5502-FD86-5A99-4FF3-E786BCC66FD9}"/>
                  </a:ext>
                </a:extLst>
              </p:cNvPr>
              <p:cNvSpPr/>
              <p:nvPr/>
            </p:nvSpPr>
            <p:spPr>
              <a:xfrm>
                <a:off x="5578725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1" name="pg80">
                <a:extLst>
                  <a:ext uri="{FF2B5EF4-FFF2-40B4-BE49-F238E27FC236}">
                    <a16:creationId xmlns:a16="http://schemas.microsoft.com/office/drawing/2014/main" id="{E2D8D769-844C-03B0-0664-1C253F9B2098}"/>
                  </a:ext>
                </a:extLst>
              </p:cNvPr>
              <p:cNvSpPr/>
              <p:nvPr/>
            </p:nvSpPr>
            <p:spPr>
              <a:xfrm>
                <a:off x="5590363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2" name="pg81">
                <a:extLst>
                  <a:ext uri="{FF2B5EF4-FFF2-40B4-BE49-F238E27FC236}">
                    <a16:creationId xmlns:a16="http://schemas.microsoft.com/office/drawing/2014/main" id="{07459FF7-9FB7-DEF6-722D-1768304EF105}"/>
                  </a:ext>
                </a:extLst>
              </p:cNvPr>
              <p:cNvSpPr/>
              <p:nvPr/>
            </p:nvSpPr>
            <p:spPr>
              <a:xfrm>
                <a:off x="5602000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3" name="pg82">
                <a:extLst>
                  <a:ext uri="{FF2B5EF4-FFF2-40B4-BE49-F238E27FC236}">
                    <a16:creationId xmlns:a16="http://schemas.microsoft.com/office/drawing/2014/main" id="{314BF2A7-9941-93FC-99AA-5B110C5B07A3}"/>
                  </a:ext>
                </a:extLst>
              </p:cNvPr>
              <p:cNvSpPr/>
              <p:nvPr/>
            </p:nvSpPr>
            <p:spPr>
              <a:xfrm>
                <a:off x="5613637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4" name="pg83">
                <a:extLst>
                  <a:ext uri="{FF2B5EF4-FFF2-40B4-BE49-F238E27FC236}">
                    <a16:creationId xmlns:a16="http://schemas.microsoft.com/office/drawing/2014/main" id="{1B0DE18D-C4B7-8918-CC32-BE22E0E8A488}"/>
                  </a:ext>
                </a:extLst>
              </p:cNvPr>
              <p:cNvSpPr/>
              <p:nvPr/>
            </p:nvSpPr>
            <p:spPr>
              <a:xfrm>
                <a:off x="5625275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5" name="pg84">
                <a:extLst>
                  <a:ext uri="{FF2B5EF4-FFF2-40B4-BE49-F238E27FC236}">
                    <a16:creationId xmlns:a16="http://schemas.microsoft.com/office/drawing/2014/main" id="{3B4F05BA-F0C2-F519-AD79-DCEE6682FD9E}"/>
                  </a:ext>
                </a:extLst>
              </p:cNvPr>
              <p:cNvSpPr/>
              <p:nvPr/>
            </p:nvSpPr>
            <p:spPr>
              <a:xfrm>
                <a:off x="5636912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6" name="pg85">
                <a:extLst>
                  <a:ext uri="{FF2B5EF4-FFF2-40B4-BE49-F238E27FC236}">
                    <a16:creationId xmlns:a16="http://schemas.microsoft.com/office/drawing/2014/main" id="{6D3B01B3-C1BF-6D2F-52E2-B571AF5671D3}"/>
                  </a:ext>
                </a:extLst>
              </p:cNvPr>
              <p:cNvSpPr/>
              <p:nvPr/>
            </p:nvSpPr>
            <p:spPr>
              <a:xfrm>
                <a:off x="5648549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7" name="pg86">
                <a:extLst>
                  <a:ext uri="{FF2B5EF4-FFF2-40B4-BE49-F238E27FC236}">
                    <a16:creationId xmlns:a16="http://schemas.microsoft.com/office/drawing/2014/main" id="{024C4496-87E6-1322-BF33-DC27EDB75727}"/>
                  </a:ext>
                </a:extLst>
              </p:cNvPr>
              <p:cNvSpPr/>
              <p:nvPr/>
            </p:nvSpPr>
            <p:spPr>
              <a:xfrm>
                <a:off x="5660186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8" name="pg87">
                <a:extLst>
                  <a:ext uri="{FF2B5EF4-FFF2-40B4-BE49-F238E27FC236}">
                    <a16:creationId xmlns:a16="http://schemas.microsoft.com/office/drawing/2014/main" id="{16BEEB52-58F0-9E52-F7DF-01F76AAEC74A}"/>
                  </a:ext>
                </a:extLst>
              </p:cNvPr>
              <p:cNvSpPr/>
              <p:nvPr/>
            </p:nvSpPr>
            <p:spPr>
              <a:xfrm>
                <a:off x="5671824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9" name="pg88">
                <a:extLst>
                  <a:ext uri="{FF2B5EF4-FFF2-40B4-BE49-F238E27FC236}">
                    <a16:creationId xmlns:a16="http://schemas.microsoft.com/office/drawing/2014/main" id="{88FEDF7D-DFC4-07F2-D19C-8D620ABF3EAF}"/>
                  </a:ext>
                </a:extLst>
              </p:cNvPr>
              <p:cNvSpPr/>
              <p:nvPr/>
            </p:nvSpPr>
            <p:spPr>
              <a:xfrm>
                <a:off x="5683461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0" name="pg89">
                <a:extLst>
                  <a:ext uri="{FF2B5EF4-FFF2-40B4-BE49-F238E27FC236}">
                    <a16:creationId xmlns:a16="http://schemas.microsoft.com/office/drawing/2014/main" id="{63C5D03D-F289-8C8A-6FC0-25289341B751}"/>
                  </a:ext>
                </a:extLst>
              </p:cNvPr>
              <p:cNvSpPr/>
              <p:nvPr/>
            </p:nvSpPr>
            <p:spPr>
              <a:xfrm>
                <a:off x="5695098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1" name="pg90">
                <a:extLst>
                  <a:ext uri="{FF2B5EF4-FFF2-40B4-BE49-F238E27FC236}">
                    <a16:creationId xmlns:a16="http://schemas.microsoft.com/office/drawing/2014/main" id="{28ECECBD-BC63-2037-86E8-A01AEAC1C5A6}"/>
                  </a:ext>
                </a:extLst>
              </p:cNvPr>
              <p:cNvSpPr/>
              <p:nvPr/>
            </p:nvSpPr>
            <p:spPr>
              <a:xfrm>
                <a:off x="5706736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2" name="pg91">
                <a:extLst>
                  <a:ext uri="{FF2B5EF4-FFF2-40B4-BE49-F238E27FC236}">
                    <a16:creationId xmlns:a16="http://schemas.microsoft.com/office/drawing/2014/main" id="{B7340041-E611-A0D0-BEE5-F3B01ABFA134}"/>
                  </a:ext>
                </a:extLst>
              </p:cNvPr>
              <p:cNvSpPr/>
              <p:nvPr/>
            </p:nvSpPr>
            <p:spPr>
              <a:xfrm>
                <a:off x="5718373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3" name="pg92">
                <a:extLst>
                  <a:ext uri="{FF2B5EF4-FFF2-40B4-BE49-F238E27FC236}">
                    <a16:creationId xmlns:a16="http://schemas.microsoft.com/office/drawing/2014/main" id="{29C80770-0B27-3D58-EAE0-FE97AA61AE13}"/>
                  </a:ext>
                </a:extLst>
              </p:cNvPr>
              <p:cNvSpPr/>
              <p:nvPr/>
            </p:nvSpPr>
            <p:spPr>
              <a:xfrm>
                <a:off x="5730010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4" name="pg93">
                <a:extLst>
                  <a:ext uri="{FF2B5EF4-FFF2-40B4-BE49-F238E27FC236}">
                    <a16:creationId xmlns:a16="http://schemas.microsoft.com/office/drawing/2014/main" id="{5AC69316-753B-DA1E-8433-9608A588D1EE}"/>
                  </a:ext>
                </a:extLst>
              </p:cNvPr>
              <p:cNvSpPr/>
              <p:nvPr/>
            </p:nvSpPr>
            <p:spPr>
              <a:xfrm>
                <a:off x="6288602" y="25648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5" name="pg94">
                <a:extLst>
                  <a:ext uri="{FF2B5EF4-FFF2-40B4-BE49-F238E27FC236}">
                    <a16:creationId xmlns:a16="http://schemas.microsoft.com/office/drawing/2014/main" id="{13994231-53C7-4D69-58B9-86E95355797A}"/>
                  </a:ext>
                </a:extLst>
              </p:cNvPr>
              <p:cNvSpPr/>
              <p:nvPr/>
            </p:nvSpPr>
            <p:spPr>
              <a:xfrm>
                <a:off x="5532176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6" name="pg95">
                <a:extLst>
                  <a:ext uri="{FF2B5EF4-FFF2-40B4-BE49-F238E27FC236}">
                    <a16:creationId xmlns:a16="http://schemas.microsoft.com/office/drawing/2014/main" id="{D3F6BBE7-7C12-F0F6-8121-EE5BC1AABC57}"/>
                  </a:ext>
                </a:extLst>
              </p:cNvPr>
              <p:cNvSpPr/>
              <p:nvPr/>
            </p:nvSpPr>
            <p:spPr>
              <a:xfrm>
                <a:off x="5543813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7" name="pg96">
                <a:extLst>
                  <a:ext uri="{FF2B5EF4-FFF2-40B4-BE49-F238E27FC236}">
                    <a16:creationId xmlns:a16="http://schemas.microsoft.com/office/drawing/2014/main" id="{066BFE1A-4B3C-8B2C-B2C5-9AC0016AD4AF}"/>
                  </a:ext>
                </a:extLst>
              </p:cNvPr>
              <p:cNvSpPr/>
              <p:nvPr/>
            </p:nvSpPr>
            <p:spPr>
              <a:xfrm>
                <a:off x="5555451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8" name="pg97">
                <a:extLst>
                  <a:ext uri="{FF2B5EF4-FFF2-40B4-BE49-F238E27FC236}">
                    <a16:creationId xmlns:a16="http://schemas.microsoft.com/office/drawing/2014/main" id="{A9684DE2-9E9E-DDA2-D984-C3EC6991F04A}"/>
                  </a:ext>
                </a:extLst>
              </p:cNvPr>
              <p:cNvSpPr/>
              <p:nvPr/>
            </p:nvSpPr>
            <p:spPr>
              <a:xfrm>
                <a:off x="5567088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9" name="pg98">
                <a:extLst>
                  <a:ext uri="{FF2B5EF4-FFF2-40B4-BE49-F238E27FC236}">
                    <a16:creationId xmlns:a16="http://schemas.microsoft.com/office/drawing/2014/main" id="{6F791BA6-F1D7-2453-4E6D-43C8308B04CC}"/>
                  </a:ext>
                </a:extLst>
              </p:cNvPr>
              <p:cNvSpPr/>
              <p:nvPr/>
            </p:nvSpPr>
            <p:spPr>
              <a:xfrm>
                <a:off x="5578725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0" name="pg99">
                <a:extLst>
                  <a:ext uri="{FF2B5EF4-FFF2-40B4-BE49-F238E27FC236}">
                    <a16:creationId xmlns:a16="http://schemas.microsoft.com/office/drawing/2014/main" id="{4AB42FBC-8B1D-E065-1C51-DE2AC4EEF7AA}"/>
                  </a:ext>
                </a:extLst>
              </p:cNvPr>
              <p:cNvSpPr/>
              <p:nvPr/>
            </p:nvSpPr>
            <p:spPr>
              <a:xfrm>
                <a:off x="5590363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1" name="pg100">
                <a:extLst>
                  <a:ext uri="{FF2B5EF4-FFF2-40B4-BE49-F238E27FC236}">
                    <a16:creationId xmlns:a16="http://schemas.microsoft.com/office/drawing/2014/main" id="{5F84B765-ABA6-6D8D-F446-3F980C8C0F0E}"/>
                  </a:ext>
                </a:extLst>
              </p:cNvPr>
              <p:cNvSpPr/>
              <p:nvPr/>
            </p:nvSpPr>
            <p:spPr>
              <a:xfrm>
                <a:off x="5602000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2" name="pg101">
                <a:extLst>
                  <a:ext uri="{FF2B5EF4-FFF2-40B4-BE49-F238E27FC236}">
                    <a16:creationId xmlns:a16="http://schemas.microsoft.com/office/drawing/2014/main" id="{3BD578FF-3F14-8982-A191-CC26439BF457}"/>
                  </a:ext>
                </a:extLst>
              </p:cNvPr>
              <p:cNvSpPr/>
              <p:nvPr/>
            </p:nvSpPr>
            <p:spPr>
              <a:xfrm>
                <a:off x="5613637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3" name="pg102">
                <a:extLst>
                  <a:ext uri="{FF2B5EF4-FFF2-40B4-BE49-F238E27FC236}">
                    <a16:creationId xmlns:a16="http://schemas.microsoft.com/office/drawing/2014/main" id="{7AA8FB75-C80F-0604-4F83-FE28345E9DAD}"/>
                  </a:ext>
                </a:extLst>
              </p:cNvPr>
              <p:cNvSpPr/>
              <p:nvPr/>
            </p:nvSpPr>
            <p:spPr>
              <a:xfrm>
                <a:off x="5625275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4" name="pg103">
                <a:extLst>
                  <a:ext uri="{FF2B5EF4-FFF2-40B4-BE49-F238E27FC236}">
                    <a16:creationId xmlns:a16="http://schemas.microsoft.com/office/drawing/2014/main" id="{C7E88BF1-ABE0-9244-A005-2692A81D9C81}"/>
                  </a:ext>
                </a:extLst>
              </p:cNvPr>
              <p:cNvSpPr/>
              <p:nvPr/>
            </p:nvSpPr>
            <p:spPr>
              <a:xfrm>
                <a:off x="5636912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5" name="pg104">
                <a:extLst>
                  <a:ext uri="{FF2B5EF4-FFF2-40B4-BE49-F238E27FC236}">
                    <a16:creationId xmlns:a16="http://schemas.microsoft.com/office/drawing/2014/main" id="{05625678-2BDA-04A5-A0D6-56A381F71091}"/>
                  </a:ext>
                </a:extLst>
              </p:cNvPr>
              <p:cNvSpPr/>
              <p:nvPr/>
            </p:nvSpPr>
            <p:spPr>
              <a:xfrm>
                <a:off x="5648549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68" name="pg105">
                <a:extLst>
                  <a:ext uri="{FF2B5EF4-FFF2-40B4-BE49-F238E27FC236}">
                    <a16:creationId xmlns:a16="http://schemas.microsoft.com/office/drawing/2014/main" id="{31BEAE8F-9454-86E9-8BB4-998939DF426C}"/>
                  </a:ext>
                </a:extLst>
              </p:cNvPr>
              <p:cNvSpPr/>
              <p:nvPr/>
            </p:nvSpPr>
            <p:spPr>
              <a:xfrm>
                <a:off x="5660186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69" name="pg106">
                <a:extLst>
                  <a:ext uri="{FF2B5EF4-FFF2-40B4-BE49-F238E27FC236}">
                    <a16:creationId xmlns:a16="http://schemas.microsoft.com/office/drawing/2014/main" id="{0F2EB9EE-A2A9-583E-CB2B-8198EC784A77}"/>
                  </a:ext>
                </a:extLst>
              </p:cNvPr>
              <p:cNvSpPr/>
              <p:nvPr/>
            </p:nvSpPr>
            <p:spPr>
              <a:xfrm>
                <a:off x="5671824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70" name="pg107">
                <a:extLst>
                  <a:ext uri="{FF2B5EF4-FFF2-40B4-BE49-F238E27FC236}">
                    <a16:creationId xmlns:a16="http://schemas.microsoft.com/office/drawing/2014/main" id="{DC94B1F2-90B6-DEB5-EDC9-FB4F7E384BA0}"/>
                  </a:ext>
                </a:extLst>
              </p:cNvPr>
              <p:cNvSpPr/>
              <p:nvPr/>
            </p:nvSpPr>
            <p:spPr>
              <a:xfrm>
                <a:off x="5683461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71" name="pg108">
                <a:extLst>
                  <a:ext uri="{FF2B5EF4-FFF2-40B4-BE49-F238E27FC236}">
                    <a16:creationId xmlns:a16="http://schemas.microsoft.com/office/drawing/2014/main" id="{339EBDBA-5562-46BE-5F4E-2831C1E9DF1C}"/>
                  </a:ext>
                </a:extLst>
              </p:cNvPr>
              <p:cNvSpPr/>
              <p:nvPr/>
            </p:nvSpPr>
            <p:spPr>
              <a:xfrm>
                <a:off x="5695098" y="25791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72" name="pg109">
                <a:extLst>
                  <a:ext uri="{FF2B5EF4-FFF2-40B4-BE49-F238E27FC236}">
                    <a16:creationId xmlns:a16="http://schemas.microsoft.com/office/drawing/2014/main" id="{058ADB9A-76FA-611E-1EC0-CC9C1672BDF6}"/>
                  </a:ext>
                </a:extLst>
              </p:cNvPr>
              <p:cNvSpPr/>
              <p:nvPr/>
            </p:nvSpPr>
            <p:spPr>
              <a:xfrm>
                <a:off x="5508901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74" name="pg110">
                <a:extLst>
                  <a:ext uri="{FF2B5EF4-FFF2-40B4-BE49-F238E27FC236}">
                    <a16:creationId xmlns:a16="http://schemas.microsoft.com/office/drawing/2014/main" id="{36E95CEC-0EF4-E90F-C862-0019565FAC2F}"/>
                  </a:ext>
                </a:extLst>
              </p:cNvPr>
              <p:cNvSpPr/>
              <p:nvPr/>
            </p:nvSpPr>
            <p:spPr>
              <a:xfrm>
                <a:off x="5520539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75" name="pg111">
                <a:extLst>
                  <a:ext uri="{FF2B5EF4-FFF2-40B4-BE49-F238E27FC236}">
                    <a16:creationId xmlns:a16="http://schemas.microsoft.com/office/drawing/2014/main" id="{50922A97-7B12-3F46-E881-71FED2304E6B}"/>
                  </a:ext>
                </a:extLst>
              </p:cNvPr>
              <p:cNvSpPr/>
              <p:nvPr/>
            </p:nvSpPr>
            <p:spPr>
              <a:xfrm>
                <a:off x="5532176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77" name="pg112">
                <a:extLst>
                  <a:ext uri="{FF2B5EF4-FFF2-40B4-BE49-F238E27FC236}">
                    <a16:creationId xmlns:a16="http://schemas.microsoft.com/office/drawing/2014/main" id="{C87BB6F9-FFE9-43D5-46A7-797D8004D707}"/>
                  </a:ext>
                </a:extLst>
              </p:cNvPr>
              <p:cNvSpPr/>
              <p:nvPr/>
            </p:nvSpPr>
            <p:spPr>
              <a:xfrm>
                <a:off x="5543813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78" name="pg113">
                <a:extLst>
                  <a:ext uri="{FF2B5EF4-FFF2-40B4-BE49-F238E27FC236}">
                    <a16:creationId xmlns:a16="http://schemas.microsoft.com/office/drawing/2014/main" id="{E04BFD4D-C190-BA70-5E10-43CF3A1278AE}"/>
                  </a:ext>
                </a:extLst>
              </p:cNvPr>
              <p:cNvSpPr/>
              <p:nvPr/>
            </p:nvSpPr>
            <p:spPr>
              <a:xfrm>
                <a:off x="5555451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79" name="pg114">
                <a:extLst>
                  <a:ext uri="{FF2B5EF4-FFF2-40B4-BE49-F238E27FC236}">
                    <a16:creationId xmlns:a16="http://schemas.microsoft.com/office/drawing/2014/main" id="{95BD5EB2-F3E9-EF51-7BD3-9944167E2122}"/>
                  </a:ext>
                </a:extLst>
              </p:cNvPr>
              <p:cNvSpPr/>
              <p:nvPr/>
            </p:nvSpPr>
            <p:spPr>
              <a:xfrm>
                <a:off x="5567088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80" name="pg115">
                <a:extLst>
                  <a:ext uri="{FF2B5EF4-FFF2-40B4-BE49-F238E27FC236}">
                    <a16:creationId xmlns:a16="http://schemas.microsoft.com/office/drawing/2014/main" id="{BBE66151-4D99-A990-0A04-083046E5AC1A}"/>
                  </a:ext>
                </a:extLst>
              </p:cNvPr>
              <p:cNvSpPr/>
              <p:nvPr/>
            </p:nvSpPr>
            <p:spPr>
              <a:xfrm>
                <a:off x="5578725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81" name="pg116">
                <a:extLst>
                  <a:ext uri="{FF2B5EF4-FFF2-40B4-BE49-F238E27FC236}">
                    <a16:creationId xmlns:a16="http://schemas.microsoft.com/office/drawing/2014/main" id="{73119A3F-7718-1CE9-3843-8181418C98D4}"/>
                  </a:ext>
                </a:extLst>
              </p:cNvPr>
              <p:cNvSpPr/>
              <p:nvPr/>
            </p:nvSpPr>
            <p:spPr>
              <a:xfrm>
                <a:off x="5590363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82" name="pg117">
                <a:extLst>
                  <a:ext uri="{FF2B5EF4-FFF2-40B4-BE49-F238E27FC236}">
                    <a16:creationId xmlns:a16="http://schemas.microsoft.com/office/drawing/2014/main" id="{E335E059-314F-B0B4-2CFE-AC6F5E777816}"/>
                  </a:ext>
                </a:extLst>
              </p:cNvPr>
              <p:cNvSpPr/>
              <p:nvPr/>
            </p:nvSpPr>
            <p:spPr>
              <a:xfrm>
                <a:off x="5602000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83" name="pg118">
                <a:extLst>
                  <a:ext uri="{FF2B5EF4-FFF2-40B4-BE49-F238E27FC236}">
                    <a16:creationId xmlns:a16="http://schemas.microsoft.com/office/drawing/2014/main" id="{996FCB69-7643-DE5B-B65A-2FCEF3B120D1}"/>
                  </a:ext>
                </a:extLst>
              </p:cNvPr>
              <p:cNvSpPr/>
              <p:nvPr/>
            </p:nvSpPr>
            <p:spPr>
              <a:xfrm>
                <a:off x="5613637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84" name="pg119">
                <a:extLst>
                  <a:ext uri="{FF2B5EF4-FFF2-40B4-BE49-F238E27FC236}">
                    <a16:creationId xmlns:a16="http://schemas.microsoft.com/office/drawing/2014/main" id="{2D97788B-D8A1-A131-B1DC-9F90C9C3E65B}"/>
                  </a:ext>
                </a:extLst>
              </p:cNvPr>
              <p:cNvSpPr/>
              <p:nvPr/>
            </p:nvSpPr>
            <p:spPr>
              <a:xfrm>
                <a:off x="5625275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85" name="pg120">
                <a:extLst>
                  <a:ext uri="{FF2B5EF4-FFF2-40B4-BE49-F238E27FC236}">
                    <a16:creationId xmlns:a16="http://schemas.microsoft.com/office/drawing/2014/main" id="{B0EB3C9F-83ED-E438-642D-113EC3764B4D}"/>
                  </a:ext>
                </a:extLst>
              </p:cNvPr>
              <p:cNvSpPr/>
              <p:nvPr/>
            </p:nvSpPr>
            <p:spPr>
              <a:xfrm>
                <a:off x="5636912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86" name="pg121">
                <a:extLst>
                  <a:ext uri="{FF2B5EF4-FFF2-40B4-BE49-F238E27FC236}">
                    <a16:creationId xmlns:a16="http://schemas.microsoft.com/office/drawing/2014/main" id="{B909498C-82A1-A9E4-53D6-9CCAF9150543}"/>
                  </a:ext>
                </a:extLst>
              </p:cNvPr>
              <p:cNvSpPr/>
              <p:nvPr/>
            </p:nvSpPr>
            <p:spPr>
              <a:xfrm>
                <a:off x="5648549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87" name="pg122">
                <a:extLst>
                  <a:ext uri="{FF2B5EF4-FFF2-40B4-BE49-F238E27FC236}">
                    <a16:creationId xmlns:a16="http://schemas.microsoft.com/office/drawing/2014/main" id="{52295677-633B-311E-6291-B72D4531E664}"/>
                  </a:ext>
                </a:extLst>
              </p:cNvPr>
              <p:cNvSpPr/>
              <p:nvPr/>
            </p:nvSpPr>
            <p:spPr>
              <a:xfrm>
                <a:off x="5660186" y="25934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88" name="pg123">
                <a:extLst>
                  <a:ext uri="{FF2B5EF4-FFF2-40B4-BE49-F238E27FC236}">
                    <a16:creationId xmlns:a16="http://schemas.microsoft.com/office/drawing/2014/main" id="{C0613C38-F167-44C9-795F-41E4762AB35E}"/>
                  </a:ext>
                </a:extLst>
              </p:cNvPr>
              <p:cNvSpPr/>
              <p:nvPr/>
            </p:nvSpPr>
            <p:spPr>
              <a:xfrm>
                <a:off x="5473989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89" name="pg124">
                <a:extLst>
                  <a:ext uri="{FF2B5EF4-FFF2-40B4-BE49-F238E27FC236}">
                    <a16:creationId xmlns:a16="http://schemas.microsoft.com/office/drawing/2014/main" id="{37E97B82-9FF5-EB13-234E-7E3DD6163B43}"/>
                  </a:ext>
                </a:extLst>
              </p:cNvPr>
              <p:cNvSpPr/>
              <p:nvPr/>
            </p:nvSpPr>
            <p:spPr>
              <a:xfrm>
                <a:off x="5485627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90" name="pg125">
                <a:extLst>
                  <a:ext uri="{FF2B5EF4-FFF2-40B4-BE49-F238E27FC236}">
                    <a16:creationId xmlns:a16="http://schemas.microsoft.com/office/drawing/2014/main" id="{4B4EC0ED-FC09-B212-88D0-287E09BE1751}"/>
                  </a:ext>
                </a:extLst>
              </p:cNvPr>
              <p:cNvSpPr/>
              <p:nvPr/>
            </p:nvSpPr>
            <p:spPr>
              <a:xfrm>
                <a:off x="5497264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91" name="pg126">
                <a:extLst>
                  <a:ext uri="{FF2B5EF4-FFF2-40B4-BE49-F238E27FC236}">
                    <a16:creationId xmlns:a16="http://schemas.microsoft.com/office/drawing/2014/main" id="{EE5AB606-C37D-52AC-9857-70C71F7A6320}"/>
                  </a:ext>
                </a:extLst>
              </p:cNvPr>
              <p:cNvSpPr/>
              <p:nvPr/>
            </p:nvSpPr>
            <p:spPr>
              <a:xfrm>
                <a:off x="5508901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92" name="pg127">
                <a:extLst>
                  <a:ext uri="{FF2B5EF4-FFF2-40B4-BE49-F238E27FC236}">
                    <a16:creationId xmlns:a16="http://schemas.microsoft.com/office/drawing/2014/main" id="{C50BAE6C-2DC9-1EBD-0C1A-6E74A43F0542}"/>
                  </a:ext>
                </a:extLst>
              </p:cNvPr>
              <p:cNvSpPr/>
              <p:nvPr/>
            </p:nvSpPr>
            <p:spPr>
              <a:xfrm>
                <a:off x="5520539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93" name="pg128">
                <a:extLst>
                  <a:ext uri="{FF2B5EF4-FFF2-40B4-BE49-F238E27FC236}">
                    <a16:creationId xmlns:a16="http://schemas.microsoft.com/office/drawing/2014/main" id="{D1051D75-3180-FD4A-EAEB-1DDF6D87D0C2}"/>
                  </a:ext>
                </a:extLst>
              </p:cNvPr>
              <p:cNvSpPr/>
              <p:nvPr/>
            </p:nvSpPr>
            <p:spPr>
              <a:xfrm>
                <a:off x="5532176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94" name="pg129">
                <a:extLst>
                  <a:ext uri="{FF2B5EF4-FFF2-40B4-BE49-F238E27FC236}">
                    <a16:creationId xmlns:a16="http://schemas.microsoft.com/office/drawing/2014/main" id="{7036A1E9-7419-8A77-05E3-635CD6BE15CD}"/>
                  </a:ext>
                </a:extLst>
              </p:cNvPr>
              <p:cNvSpPr/>
              <p:nvPr/>
            </p:nvSpPr>
            <p:spPr>
              <a:xfrm>
                <a:off x="5543813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95" name="pg130">
                <a:extLst>
                  <a:ext uri="{FF2B5EF4-FFF2-40B4-BE49-F238E27FC236}">
                    <a16:creationId xmlns:a16="http://schemas.microsoft.com/office/drawing/2014/main" id="{58D8E1CD-D6D7-AE52-818A-29BC0BAF118A}"/>
                  </a:ext>
                </a:extLst>
              </p:cNvPr>
              <p:cNvSpPr/>
              <p:nvPr/>
            </p:nvSpPr>
            <p:spPr>
              <a:xfrm>
                <a:off x="5555451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96" name="pg131">
                <a:extLst>
                  <a:ext uri="{FF2B5EF4-FFF2-40B4-BE49-F238E27FC236}">
                    <a16:creationId xmlns:a16="http://schemas.microsoft.com/office/drawing/2014/main" id="{B17DAA58-DAFC-1DEE-31AD-6D445E74342A}"/>
                  </a:ext>
                </a:extLst>
              </p:cNvPr>
              <p:cNvSpPr/>
              <p:nvPr/>
            </p:nvSpPr>
            <p:spPr>
              <a:xfrm>
                <a:off x="5567088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97" name="pg132">
                <a:extLst>
                  <a:ext uri="{FF2B5EF4-FFF2-40B4-BE49-F238E27FC236}">
                    <a16:creationId xmlns:a16="http://schemas.microsoft.com/office/drawing/2014/main" id="{A820B5EB-B2DB-7907-1036-FA075D690150}"/>
                  </a:ext>
                </a:extLst>
              </p:cNvPr>
              <p:cNvSpPr/>
              <p:nvPr/>
            </p:nvSpPr>
            <p:spPr>
              <a:xfrm>
                <a:off x="5578725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98" name="pg133">
                <a:extLst>
                  <a:ext uri="{FF2B5EF4-FFF2-40B4-BE49-F238E27FC236}">
                    <a16:creationId xmlns:a16="http://schemas.microsoft.com/office/drawing/2014/main" id="{1F610E69-BC5C-C42B-078D-151E2E40ACB1}"/>
                  </a:ext>
                </a:extLst>
              </p:cNvPr>
              <p:cNvSpPr/>
              <p:nvPr/>
            </p:nvSpPr>
            <p:spPr>
              <a:xfrm>
                <a:off x="5590363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99" name="pg134">
                <a:extLst>
                  <a:ext uri="{FF2B5EF4-FFF2-40B4-BE49-F238E27FC236}">
                    <a16:creationId xmlns:a16="http://schemas.microsoft.com/office/drawing/2014/main" id="{6234E8A6-E357-869F-E234-C7F377DB3954}"/>
                  </a:ext>
                </a:extLst>
              </p:cNvPr>
              <p:cNvSpPr/>
              <p:nvPr/>
            </p:nvSpPr>
            <p:spPr>
              <a:xfrm>
                <a:off x="5602000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36" name="pg135">
                <a:extLst>
                  <a:ext uri="{FF2B5EF4-FFF2-40B4-BE49-F238E27FC236}">
                    <a16:creationId xmlns:a16="http://schemas.microsoft.com/office/drawing/2014/main" id="{70ABEAFD-502A-946F-91F3-38AD350DA71C}"/>
                  </a:ext>
                </a:extLst>
              </p:cNvPr>
              <p:cNvSpPr/>
              <p:nvPr/>
            </p:nvSpPr>
            <p:spPr>
              <a:xfrm>
                <a:off x="5613637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37" name="pg136">
                <a:extLst>
                  <a:ext uri="{FF2B5EF4-FFF2-40B4-BE49-F238E27FC236}">
                    <a16:creationId xmlns:a16="http://schemas.microsoft.com/office/drawing/2014/main" id="{EB7A9F15-DC2A-CCDE-2E35-74390686BF16}"/>
                  </a:ext>
                </a:extLst>
              </p:cNvPr>
              <p:cNvSpPr/>
              <p:nvPr/>
            </p:nvSpPr>
            <p:spPr>
              <a:xfrm>
                <a:off x="5625275" y="26077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38" name="pg137">
                <a:extLst>
                  <a:ext uri="{FF2B5EF4-FFF2-40B4-BE49-F238E27FC236}">
                    <a16:creationId xmlns:a16="http://schemas.microsoft.com/office/drawing/2014/main" id="{FEAE6071-5582-4B95-2810-07E74B459B65}"/>
                  </a:ext>
                </a:extLst>
              </p:cNvPr>
              <p:cNvSpPr/>
              <p:nvPr/>
            </p:nvSpPr>
            <p:spPr>
              <a:xfrm>
                <a:off x="5450715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39" name="pg138">
                <a:extLst>
                  <a:ext uri="{FF2B5EF4-FFF2-40B4-BE49-F238E27FC236}">
                    <a16:creationId xmlns:a16="http://schemas.microsoft.com/office/drawing/2014/main" id="{FFA6DDDA-B672-469C-0799-C2BEF4C2B45F}"/>
                  </a:ext>
                </a:extLst>
              </p:cNvPr>
              <p:cNvSpPr/>
              <p:nvPr/>
            </p:nvSpPr>
            <p:spPr>
              <a:xfrm>
                <a:off x="5462352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40" name="pg139">
                <a:extLst>
                  <a:ext uri="{FF2B5EF4-FFF2-40B4-BE49-F238E27FC236}">
                    <a16:creationId xmlns:a16="http://schemas.microsoft.com/office/drawing/2014/main" id="{7D036086-ACBF-EB81-3B1F-495B43A43E0F}"/>
                  </a:ext>
                </a:extLst>
              </p:cNvPr>
              <p:cNvSpPr/>
              <p:nvPr/>
            </p:nvSpPr>
            <p:spPr>
              <a:xfrm>
                <a:off x="5473989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41" name="pg140">
                <a:extLst>
                  <a:ext uri="{FF2B5EF4-FFF2-40B4-BE49-F238E27FC236}">
                    <a16:creationId xmlns:a16="http://schemas.microsoft.com/office/drawing/2014/main" id="{EA721622-0AA4-6F81-8084-FF83A02A4E3A}"/>
                  </a:ext>
                </a:extLst>
              </p:cNvPr>
              <p:cNvSpPr/>
              <p:nvPr/>
            </p:nvSpPr>
            <p:spPr>
              <a:xfrm>
                <a:off x="5485627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42" name="pg141">
                <a:extLst>
                  <a:ext uri="{FF2B5EF4-FFF2-40B4-BE49-F238E27FC236}">
                    <a16:creationId xmlns:a16="http://schemas.microsoft.com/office/drawing/2014/main" id="{CB4A6469-53BB-0E3C-7249-9E9649A64B17}"/>
                  </a:ext>
                </a:extLst>
              </p:cNvPr>
              <p:cNvSpPr/>
              <p:nvPr/>
            </p:nvSpPr>
            <p:spPr>
              <a:xfrm>
                <a:off x="5497264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43" name="pg142">
                <a:extLst>
                  <a:ext uri="{FF2B5EF4-FFF2-40B4-BE49-F238E27FC236}">
                    <a16:creationId xmlns:a16="http://schemas.microsoft.com/office/drawing/2014/main" id="{4641B938-BF44-CD44-41F5-878D5860373C}"/>
                  </a:ext>
                </a:extLst>
              </p:cNvPr>
              <p:cNvSpPr/>
              <p:nvPr/>
            </p:nvSpPr>
            <p:spPr>
              <a:xfrm>
                <a:off x="5508901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44" name="pg143">
                <a:extLst>
                  <a:ext uri="{FF2B5EF4-FFF2-40B4-BE49-F238E27FC236}">
                    <a16:creationId xmlns:a16="http://schemas.microsoft.com/office/drawing/2014/main" id="{D8FC8915-1828-01C3-93D1-2FE9ACC36229}"/>
                  </a:ext>
                </a:extLst>
              </p:cNvPr>
              <p:cNvSpPr/>
              <p:nvPr/>
            </p:nvSpPr>
            <p:spPr>
              <a:xfrm>
                <a:off x="5520539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45" name="pg144">
                <a:extLst>
                  <a:ext uri="{FF2B5EF4-FFF2-40B4-BE49-F238E27FC236}">
                    <a16:creationId xmlns:a16="http://schemas.microsoft.com/office/drawing/2014/main" id="{2962D95D-A5FD-AA58-24B1-D40957E0E5D4}"/>
                  </a:ext>
                </a:extLst>
              </p:cNvPr>
              <p:cNvSpPr/>
              <p:nvPr/>
            </p:nvSpPr>
            <p:spPr>
              <a:xfrm>
                <a:off x="5532176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46" name="pg145">
                <a:extLst>
                  <a:ext uri="{FF2B5EF4-FFF2-40B4-BE49-F238E27FC236}">
                    <a16:creationId xmlns:a16="http://schemas.microsoft.com/office/drawing/2014/main" id="{43678606-76C7-2668-67D2-A0F4E4959DFF}"/>
                  </a:ext>
                </a:extLst>
              </p:cNvPr>
              <p:cNvSpPr/>
              <p:nvPr/>
            </p:nvSpPr>
            <p:spPr>
              <a:xfrm>
                <a:off x="5543813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47" name="pg146">
                <a:extLst>
                  <a:ext uri="{FF2B5EF4-FFF2-40B4-BE49-F238E27FC236}">
                    <a16:creationId xmlns:a16="http://schemas.microsoft.com/office/drawing/2014/main" id="{3A5D3512-0915-C91C-8C46-6B4877B69CDC}"/>
                  </a:ext>
                </a:extLst>
              </p:cNvPr>
              <p:cNvSpPr/>
              <p:nvPr/>
            </p:nvSpPr>
            <p:spPr>
              <a:xfrm>
                <a:off x="5555451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48" name="pg147">
                <a:extLst>
                  <a:ext uri="{FF2B5EF4-FFF2-40B4-BE49-F238E27FC236}">
                    <a16:creationId xmlns:a16="http://schemas.microsoft.com/office/drawing/2014/main" id="{E0AF61CE-8F7D-6341-138E-C356F108DBCD}"/>
                  </a:ext>
                </a:extLst>
              </p:cNvPr>
              <p:cNvSpPr/>
              <p:nvPr/>
            </p:nvSpPr>
            <p:spPr>
              <a:xfrm>
                <a:off x="5567088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49" name="pg148">
                <a:extLst>
                  <a:ext uri="{FF2B5EF4-FFF2-40B4-BE49-F238E27FC236}">
                    <a16:creationId xmlns:a16="http://schemas.microsoft.com/office/drawing/2014/main" id="{A39DE7D9-DFD9-9715-5BC7-B2B1DEC082C8}"/>
                  </a:ext>
                </a:extLst>
              </p:cNvPr>
              <p:cNvSpPr/>
              <p:nvPr/>
            </p:nvSpPr>
            <p:spPr>
              <a:xfrm>
                <a:off x="5578725" y="26220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50" name="pg149">
                <a:extLst>
                  <a:ext uri="{FF2B5EF4-FFF2-40B4-BE49-F238E27FC236}">
                    <a16:creationId xmlns:a16="http://schemas.microsoft.com/office/drawing/2014/main" id="{75CE2243-64CC-1F37-C704-467E3CA631F5}"/>
                  </a:ext>
                </a:extLst>
              </p:cNvPr>
              <p:cNvSpPr/>
              <p:nvPr/>
            </p:nvSpPr>
            <p:spPr>
              <a:xfrm>
                <a:off x="5439077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51" name="pg150">
                <a:extLst>
                  <a:ext uri="{FF2B5EF4-FFF2-40B4-BE49-F238E27FC236}">
                    <a16:creationId xmlns:a16="http://schemas.microsoft.com/office/drawing/2014/main" id="{600FE673-42A1-1B23-045B-11ADC6D733E6}"/>
                  </a:ext>
                </a:extLst>
              </p:cNvPr>
              <p:cNvSpPr/>
              <p:nvPr/>
            </p:nvSpPr>
            <p:spPr>
              <a:xfrm>
                <a:off x="5450715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52" name="pg151">
                <a:extLst>
                  <a:ext uri="{FF2B5EF4-FFF2-40B4-BE49-F238E27FC236}">
                    <a16:creationId xmlns:a16="http://schemas.microsoft.com/office/drawing/2014/main" id="{1E10D49E-81D1-D645-EEEC-190BAED7E66F}"/>
                  </a:ext>
                </a:extLst>
              </p:cNvPr>
              <p:cNvSpPr/>
              <p:nvPr/>
            </p:nvSpPr>
            <p:spPr>
              <a:xfrm>
                <a:off x="5462352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53" name="pg152">
                <a:extLst>
                  <a:ext uri="{FF2B5EF4-FFF2-40B4-BE49-F238E27FC236}">
                    <a16:creationId xmlns:a16="http://schemas.microsoft.com/office/drawing/2014/main" id="{604BFF9F-13D3-8EC8-7EFA-73F2FF54E6E7}"/>
                  </a:ext>
                </a:extLst>
              </p:cNvPr>
              <p:cNvSpPr/>
              <p:nvPr/>
            </p:nvSpPr>
            <p:spPr>
              <a:xfrm>
                <a:off x="5473989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54" name="pg153">
                <a:extLst>
                  <a:ext uri="{FF2B5EF4-FFF2-40B4-BE49-F238E27FC236}">
                    <a16:creationId xmlns:a16="http://schemas.microsoft.com/office/drawing/2014/main" id="{551B0C45-3DD6-761D-A89E-33CD749BCBB5}"/>
                  </a:ext>
                </a:extLst>
              </p:cNvPr>
              <p:cNvSpPr/>
              <p:nvPr/>
            </p:nvSpPr>
            <p:spPr>
              <a:xfrm>
                <a:off x="5485627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55" name="pg154">
                <a:extLst>
                  <a:ext uri="{FF2B5EF4-FFF2-40B4-BE49-F238E27FC236}">
                    <a16:creationId xmlns:a16="http://schemas.microsoft.com/office/drawing/2014/main" id="{90CB1B99-6A1A-9E73-83BB-15D921E6AA1F}"/>
                  </a:ext>
                </a:extLst>
              </p:cNvPr>
              <p:cNvSpPr/>
              <p:nvPr/>
            </p:nvSpPr>
            <p:spPr>
              <a:xfrm>
                <a:off x="5497264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56" name="pg155">
                <a:extLst>
                  <a:ext uri="{FF2B5EF4-FFF2-40B4-BE49-F238E27FC236}">
                    <a16:creationId xmlns:a16="http://schemas.microsoft.com/office/drawing/2014/main" id="{89F14651-CE20-B9EC-8AA5-8F4116E8E287}"/>
                  </a:ext>
                </a:extLst>
              </p:cNvPr>
              <p:cNvSpPr/>
              <p:nvPr/>
            </p:nvSpPr>
            <p:spPr>
              <a:xfrm>
                <a:off x="5508901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57" name="pg156">
                <a:extLst>
                  <a:ext uri="{FF2B5EF4-FFF2-40B4-BE49-F238E27FC236}">
                    <a16:creationId xmlns:a16="http://schemas.microsoft.com/office/drawing/2014/main" id="{6E7386CE-052C-99E9-4705-4C8BCFC605F4}"/>
                  </a:ext>
                </a:extLst>
              </p:cNvPr>
              <p:cNvSpPr/>
              <p:nvPr/>
            </p:nvSpPr>
            <p:spPr>
              <a:xfrm>
                <a:off x="5520539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58" name="pg157">
                <a:extLst>
                  <a:ext uri="{FF2B5EF4-FFF2-40B4-BE49-F238E27FC236}">
                    <a16:creationId xmlns:a16="http://schemas.microsoft.com/office/drawing/2014/main" id="{110707E1-960D-B08C-A59E-114426D17D7F}"/>
                  </a:ext>
                </a:extLst>
              </p:cNvPr>
              <p:cNvSpPr/>
              <p:nvPr/>
            </p:nvSpPr>
            <p:spPr>
              <a:xfrm>
                <a:off x="5532176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59" name="pg158">
                <a:extLst>
                  <a:ext uri="{FF2B5EF4-FFF2-40B4-BE49-F238E27FC236}">
                    <a16:creationId xmlns:a16="http://schemas.microsoft.com/office/drawing/2014/main" id="{D059F392-808F-2BC8-64A3-11E2CE27414D}"/>
                  </a:ext>
                </a:extLst>
              </p:cNvPr>
              <p:cNvSpPr/>
              <p:nvPr/>
            </p:nvSpPr>
            <p:spPr>
              <a:xfrm>
                <a:off x="5543813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60" name="pg159">
                <a:extLst>
                  <a:ext uri="{FF2B5EF4-FFF2-40B4-BE49-F238E27FC236}">
                    <a16:creationId xmlns:a16="http://schemas.microsoft.com/office/drawing/2014/main" id="{B8745630-9AF1-F14D-864D-D7021D189615}"/>
                  </a:ext>
                </a:extLst>
              </p:cNvPr>
              <p:cNvSpPr/>
              <p:nvPr/>
            </p:nvSpPr>
            <p:spPr>
              <a:xfrm>
                <a:off x="5555451" y="26363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61" name="pg160">
                <a:extLst>
                  <a:ext uri="{FF2B5EF4-FFF2-40B4-BE49-F238E27FC236}">
                    <a16:creationId xmlns:a16="http://schemas.microsoft.com/office/drawing/2014/main" id="{90D2002A-8943-C8A7-7316-C0F97606FADF}"/>
                  </a:ext>
                </a:extLst>
              </p:cNvPr>
              <p:cNvSpPr/>
              <p:nvPr/>
            </p:nvSpPr>
            <p:spPr>
              <a:xfrm>
                <a:off x="5427440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62" name="pg161">
                <a:extLst>
                  <a:ext uri="{FF2B5EF4-FFF2-40B4-BE49-F238E27FC236}">
                    <a16:creationId xmlns:a16="http://schemas.microsoft.com/office/drawing/2014/main" id="{70E83060-F967-D568-2AB9-FC3C98828AF2}"/>
                  </a:ext>
                </a:extLst>
              </p:cNvPr>
              <p:cNvSpPr/>
              <p:nvPr/>
            </p:nvSpPr>
            <p:spPr>
              <a:xfrm>
                <a:off x="5439077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63" name="pg162">
                <a:extLst>
                  <a:ext uri="{FF2B5EF4-FFF2-40B4-BE49-F238E27FC236}">
                    <a16:creationId xmlns:a16="http://schemas.microsoft.com/office/drawing/2014/main" id="{F7AB9D42-EF57-10AC-2495-4BC690DF2905}"/>
                  </a:ext>
                </a:extLst>
              </p:cNvPr>
              <p:cNvSpPr/>
              <p:nvPr/>
            </p:nvSpPr>
            <p:spPr>
              <a:xfrm>
                <a:off x="5450715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64" name="pg163">
                <a:extLst>
                  <a:ext uri="{FF2B5EF4-FFF2-40B4-BE49-F238E27FC236}">
                    <a16:creationId xmlns:a16="http://schemas.microsoft.com/office/drawing/2014/main" id="{3A753BAF-6728-4600-4D40-40804F56C44E}"/>
                  </a:ext>
                </a:extLst>
              </p:cNvPr>
              <p:cNvSpPr/>
              <p:nvPr/>
            </p:nvSpPr>
            <p:spPr>
              <a:xfrm>
                <a:off x="5462352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65" name="pg164">
                <a:extLst>
                  <a:ext uri="{FF2B5EF4-FFF2-40B4-BE49-F238E27FC236}">
                    <a16:creationId xmlns:a16="http://schemas.microsoft.com/office/drawing/2014/main" id="{7E55232C-6836-F740-C5CC-5989C0B9F1FE}"/>
                  </a:ext>
                </a:extLst>
              </p:cNvPr>
              <p:cNvSpPr/>
              <p:nvPr/>
            </p:nvSpPr>
            <p:spPr>
              <a:xfrm>
                <a:off x="5473989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66" name="pg165">
                <a:extLst>
                  <a:ext uri="{FF2B5EF4-FFF2-40B4-BE49-F238E27FC236}">
                    <a16:creationId xmlns:a16="http://schemas.microsoft.com/office/drawing/2014/main" id="{EB68467C-9E01-8196-7695-E08E63CDA854}"/>
                  </a:ext>
                </a:extLst>
              </p:cNvPr>
              <p:cNvSpPr/>
              <p:nvPr/>
            </p:nvSpPr>
            <p:spPr>
              <a:xfrm>
                <a:off x="5485627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67" name="pg166">
                <a:extLst>
                  <a:ext uri="{FF2B5EF4-FFF2-40B4-BE49-F238E27FC236}">
                    <a16:creationId xmlns:a16="http://schemas.microsoft.com/office/drawing/2014/main" id="{343124FA-6879-16EF-6C2D-0D29743E023A}"/>
                  </a:ext>
                </a:extLst>
              </p:cNvPr>
              <p:cNvSpPr/>
              <p:nvPr/>
            </p:nvSpPr>
            <p:spPr>
              <a:xfrm>
                <a:off x="5497264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68" name="pg167">
                <a:extLst>
                  <a:ext uri="{FF2B5EF4-FFF2-40B4-BE49-F238E27FC236}">
                    <a16:creationId xmlns:a16="http://schemas.microsoft.com/office/drawing/2014/main" id="{568021E4-B06F-4440-4021-C6CBC9743E99}"/>
                  </a:ext>
                </a:extLst>
              </p:cNvPr>
              <p:cNvSpPr/>
              <p:nvPr/>
            </p:nvSpPr>
            <p:spPr>
              <a:xfrm>
                <a:off x="5508901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69" name="pg168">
                <a:extLst>
                  <a:ext uri="{FF2B5EF4-FFF2-40B4-BE49-F238E27FC236}">
                    <a16:creationId xmlns:a16="http://schemas.microsoft.com/office/drawing/2014/main" id="{A2ED79A4-228A-A180-9ED7-3F0D510C4E78}"/>
                  </a:ext>
                </a:extLst>
              </p:cNvPr>
              <p:cNvSpPr/>
              <p:nvPr/>
            </p:nvSpPr>
            <p:spPr>
              <a:xfrm>
                <a:off x="5520539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70" name="pg169">
                <a:extLst>
                  <a:ext uri="{FF2B5EF4-FFF2-40B4-BE49-F238E27FC236}">
                    <a16:creationId xmlns:a16="http://schemas.microsoft.com/office/drawing/2014/main" id="{4117FAFD-6F83-2636-13C9-B074BC7FFD9C}"/>
                  </a:ext>
                </a:extLst>
              </p:cNvPr>
              <p:cNvSpPr/>
              <p:nvPr/>
            </p:nvSpPr>
            <p:spPr>
              <a:xfrm>
                <a:off x="5532176" y="26506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71" name="pg170">
                <a:extLst>
                  <a:ext uri="{FF2B5EF4-FFF2-40B4-BE49-F238E27FC236}">
                    <a16:creationId xmlns:a16="http://schemas.microsoft.com/office/drawing/2014/main" id="{66E3C676-8261-C0B0-0714-C1E1F70587CC}"/>
                  </a:ext>
                </a:extLst>
              </p:cNvPr>
              <p:cNvSpPr/>
              <p:nvPr/>
            </p:nvSpPr>
            <p:spPr>
              <a:xfrm>
                <a:off x="5415803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72" name="pg171">
                <a:extLst>
                  <a:ext uri="{FF2B5EF4-FFF2-40B4-BE49-F238E27FC236}">
                    <a16:creationId xmlns:a16="http://schemas.microsoft.com/office/drawing/2014/main" id="{177C47CB-DA0F-B5AE-54DE-4427D4D69A20}"/>
                  </a:ext>
                </a:extLst>
              </p:cNvPr>
              <p:cNvSpPr/>
              <p:nvPr/>
            </p:nvSpPr>
            <p:spPr>
              <a:xfrm>
                <a:off x="5427440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73" name="pg172">
                <a:extLst>
                  <a:ext uri="{FF2B5EF4-FFF2-40B4-BE49-F238E27FC236}">
                    <a16:creationId xmlns:a16="http://schemas.microsoft.com/office/drawing/2014/main" id="{E475BCFB-43D8-1DEE-6688-CB0E20B00305}"/>
                  </a:ext>
                </a:extLst>
              </p:cNvPr>
              <p:cNvSpPr/>
              <p:nvPr/>
            </p:nvSpPr>
            <p:spPr>
              <a:xfrm>
                <a:off x="5439077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74" name="pg173">
                <a:extLst>
                  <a:ext uri="{FF2B5EF4-FFF2-40B4-BE49-F238E27FC236}">
                    <a16:creationId xmlns:a16="http://schemas.microsoft.com/office/drawing/2014/main" id="{4C546E18-A4FC-9188-5072-376BFD74CC88}"/>
                  </a:ext>
                </a:extLst>
              </p:cNvPr>
              <p:cNvSpPr/>
              <p:nvPr/>
            </p:nvSpPr>
            <p:spPr>
              <a:xfrm>
                <a:off x="5450715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75" name="pg174">
                <a:extLst>
                  <a:ext uri="{FF2B5EF4-FFF2-40B4-BE49-F238E27FC236}">
                    <a16:creationId xmlns:a16="http://schemas.microsoft.com/office/drawing/2014/main" id="{6FBD1723-1508-CDFC-AD07-C7339A4A1909}"/>
                  </a:ext>
                </a:extLst>
              </p:cNvPr>
              <p:cNvSpPr/>
              <p:nvPr/>
            </p:nvSpPr>
            <p:spPr>
              <a:xfrm>
                <a:off x="5462352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76" name="pg175">
                <a:extLst>
                  <a:ext uri="{FF2B5EF4-FFF2-40B4-BE49-F238E27FC236}">
                    <a16:creationId xmlns:a16="http://schemas.microsoft.com/office/drawing/2014/main" id="{57A4EF18-2F61-9E37-F213-AD8702B9039A}"/>
                  </a:ext>
                </a:extLst>
              </p:cNvPr>
              <p:cNvSpPr/>
              <p:nvPr/>
            </p:nvSpPr>
            <p:spPr>
              <a:xfrm>
                <a:off x="5473989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77" name="pg176">
                <a:extLst>
                  <a:ext uri="{FF2B5EF4-FFF2-40B4-BE49-F238E27FC236}">
                    <a16:creationId xmlns:a16="http://schemas.microsoft.com/office/drawing/2014/main" id="{7830DF01-E7D1-6B73-4E6D-91C1A8A294A9}"/>
                  </a:ext>
                </a:extLst>
              </p:cNvPr>
              <p:cNvSpPr/>
              <p:nvPr/>
            </p:nvSpPr>
            <p:spPr>
              <a:xfrm>
                <a:off x="5485627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78" name="pg177">
                <a:extLst>
                  <a:ext uri="{FF2B5EF4-FFF2-40B4-BE49-F238E27FC236}">
                    <a16:creationId xmlns:a16="http://schemas.microsoft.com/office/drawing/2014/main" id="{5C679B42-BB8D-D534-5420-396D236757F2}"/>
                  </a:ext>
                </a:extLst>
              </p:cNvPr>
              <p:cNvSpPr/>
              <p:nvPr/>
            </p:nvSpPr>
            <p:spPr>
              <a:xfrm>
                <a:off x="5497264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79" name="pg178">
                <a:extLst>
                  <a:ext uri="{FF2B5EF4-FFF2-40B4-BE49-F238E27FC236}">
                    <a16:creationId xmlns:a16="http://schemas.microsoft.com/office/drawing/2014/main" id="{BEA81917-C590-46AF-9529-6417226E5586}"/>
                  </a:ext>
                </a:extLst>
              </p:cNvPr>
              <p:cNvSpPr/>
              <p:nvPr/>
            </p:nvSpPr>
            <p:spPr>
              <a:xfrm>
                <a:off x="5508901" y="26649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80" name="pg179">
                <a:extLst>
                  <a:ext uri="{FF2B5EF4-FFF2-40B4-BE49-F238E27FC236}">
                    <a16:creationId xmlns:a16="http://schemas.microsoft.com/office/drawing/2014/main" id="{8DE877BC-38A9-E39A-82CC-FB6423B2119A}"/>
                  </a:ext>
                </a:extLst>
              </p:cNvPr>
              <p:cNvSpPr/>
              <p:nvPr/>
            </p:nvSpPr>
            <p:spPr>
              <a:xfrm>
                <a:off x="5380891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81" name="pg180">
                <a:extLst>
                  <a:ext uri="{FF2B5EF4-FFF2-40B4-BE49-F238E27FC236}">
                    <a16:creationId xmlns:a16="http://schemas.microsoft.com/office/drawing/2014/main" id="{E1D08769-9F2F-E8F6-2FAC-5038D9EED94F}"/>
                  </a:ext>
                </a:extLst>
              </p:cNvPr>
              <p:cNvSpPr/>
              <p:nvPr/>
            </p:nvSpPr>
            <p:spPr>
              <a:xfrm>
                <a:off x="5392528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82" name="pg181">
                <a:extLst>
                  <a:ext uri="{FF2B5EF4-FFF2-40B4-BE49-F238E27FC236}">
                    <a16:creationId xmlns:a16="http://schemas.microsoft.com/office/drawing/2014/main" id="{CEE2D77C-3FC5-7165-B5BE-5AEAF05421D6}"/>
                  </a:ext>
                </a:extLst>
              </p:cNvPr>
              <p:cNvSpPr/>
              <p:nvPr/>
            </p:nvSpPr>
            <p:spPr>
              <a:xfrm>
                <a:off x="5404165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83" name="pg182">
                <a:extLst>
                  <a:ext uri="{FF2B5EF4-FFF2-40B4-BE49-F238E27FC236}">
                    <a16:creationId xmlns:a16="http://schemas.microsoft.com/office/drawing/2014/main" id="{434ABF60-620B-5D57-1359-0D4DB12CCBE1}"/>
                  </a:ext>
                </a:extLst>
              </p:cNvPr>
              <p:cNvSpPr/>
              <p:nvPr/>
            </p:nvSpPr>
            <p:spPr>
              <a:xfrm>
                <a:off x="5415803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84" name="pg183">
                <a:extLst>
                  <a:ext uri="{FF2B5EF4-FFF2-40B4-BE49-F238E27FC236}">
                    <a16:creationId xmlns:a16="http://schemas.microsoft.com/office/drawing/2014/main" id="{90621EDE-937C-02B2-DBA8-9EA6C9830ECF}"/>
                  </a:ext>
                </a:extLst>
              </p:cNvPr>
              <p:cNvSpPr/>
              <p:nvPr/>
            </p:nvSpPr>
            <p:spPr>
              <a:xfrm>
                <a:off x="5427440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85" name="pg184">
                <a:extLst>
                  <a:ext uri="{FF2B5EF4-FFF2-40B4-BE49-F238E27FC236}">
                    <a16:creationId xmlns:a16="http://schemas.microsoft.com/office/drawing/2014/main" id="{462F9E0E-94BD-8409-59E6-0915007184E2}"/>
                  </a:ext>
                </a:extLst>
              </p:cNvPr>
              <p:cNvSpPr/>
              <p:nvPr/>
            </p:nvSpPr>
            <p:spPr>
              <a:xfrm>
                <a:off x="5439077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86" name="pg185">
                <a:extLst>
                  <a:ext uri="{FF2B5EF4-FFF2-40B4-BE49-F238E27FC236}">
                    <a16:creationId xmlns:a16="http://schemas.microsoft.com/office/drawing/2014/main" id="{012E052C-3DDA-848A-4D71-CDAE393504AC}"/>
                  </a:ext>
                </a:extLst>
              </p:cNvPr>
              <p:cNvSpPr/>
              <p:nvPr/>
            </p:nvSpPr>
            <p:spPr>
              <a:xfrm>
                <a:off x="5450715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87" name="pg186">
                <a:extLst>
                  <a:ext uri="{FF2B5EF4-FFF2-40B4-BE49-F238E27FC236}">
                    <a16:creationId xmlns:a16="http://schemas.microsoft.com/office/drawing/2014/main" id="{5215F666-F20F-BFF8-06C7-1ABE7BF6C3AF}"/>
                  </a:ext>
                </a:extLst>
              </p:cNvPr>
              <p:cNvSpPr/>
              <p:nvPr/>
            </p:nvSpPr>
            <p:spPr>
              <a:xfrm>
                <a:off x="5462352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88" name="pg187">
                <a:extLst>
                  <a:ext uri="{FF2B5EF4-FFF2-40B4-BE49-F238E27FC236}">
                    <a16:creationId xmlns:a16="http://schemas.microsoft.com/office/drawing/2014/main" id="{1D238DC6-421D-97DF-D76F-0EBE5E48D68B}"/>
                  </a:ext>
                </a:extLst>
              </p:cNvPr>
              <p:cNvSpPr/>
              <p:nvPr/>
            </p:nvSpPr>
            <p:spPr>
              <a:xfrm>
                <a:off x="5473989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89" name="pg188">
                <a:extLst>
                  <a:ext uri="{FF2B5EF4-FFF2-40B4-BE49-F238E27FC236}">
                    <a16:creationId xmlns:a16="http://schemas.microsoft.com/office/drawing/2014/main" id="{2EB721AC-0B72-EA71-7E99-5DA740C9D486}"/>
                  </a:ext>
                </a:extLst>
              </p:cNvPr>
              <p:cNvSpPr/>
              <p:nvPr/>
            </p:nvSpPr>
            <p:spPr>
              <a:xfrm>
                <a:off x="5485627" y="26792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90" name="pg189">
                <a:extLst>
                  <a:ext uri="{FF2B5EF4-FFF2-40B4-BE49-F238E27FC236}">
                    <a16:creationId xmlns:a16="http://schemas.microsoft.com/office/drawing/2014/main" id="{9C3A5B8F-1D7E-9B75-0272-89407E894625}"/>
                  </a:ext>
                </a:extLst>
              </p:cNvPr>
              <p:cNvSpPr/>
              <p:nvPr/>
            </p:nvSpPr>
            <p:spPr>
              <a:xfrm>
                <a:off x="5369253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91" name="pg190">
                <a:extLst>
                  <a:ext uri="{FF2B5EF4-FFF2-40B4-BE49-F238E27FC236}">
                    <a16:creationId xmlns:a16="http://schemas.microsoft.com/office/drawing/2014/main" id="{4B3A26DE-1D85-C6E6-DE71-FA8221479B88}"/>
                  </a:ext>
                </a:extLst>
              </p:cNvPr>
              <p:cNvSpPr/>
              <p:nvPr/>
            </p:nvSpPr>
            <p:spPr>
              <a:xfrm>
                <a:off x="5380891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92" name="pg191">
                <a:extLst>
                  <a:ext uri="{FF2B5EF4-FFF2-40B4-BE49-F238E27FC236}">
                    <a16:creationId xmlns:a16="http://schemas.microsoft.com/office/drawing/2014/main" id="{43C0BA6B-BCDD-B3CB-7C76-4C87A249409B}"/>
                  </a:ext>
                </a:extLst>
              </p:cNvPr>
              <p:cNvSpPr/>
              <p:nvPr/>
            </p:nvSpPr>
            <p:spPr>
              <a:xfrm>
                <a:off x="5392528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93" name="pg192">
                <a:extLst>
                  <a:ext uri="{FF2B5EF4-FFF2-40B4-BE49-F238E27FC236}">
                    <a16:creationId xmlns:a16="http://schemas.microsoft.com/office/drawing/2014/main" id="{9BA72576-B622-0E09-7145-275E7ED3B480}"/>
                  </a:ext>
                </a:extLst>
              </p:cNvPr>
              <p:cNvSpPr/>
              <p:nvPr/>
            </p:nvSpPr>
            <p:spPr>
              <a:xfrm>
                <a:off x="5404165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94" name="pg193">
                <a:extLst>
                  <a:ext uri="{FF2B5EF4-FFF2-40B4-BE49-F238E27FC236}">
                    <a16:creationId xmlns:a16="http://schemas.microsoft.com/office/drawing/2014/main" id="{242ED2A1-3F8D-F2FB-D8E5-ECAE6CDEB6A8}"/>
                  </a:ext>
                </a:extLst>
              </p:cNvPr>
              <p:cNvSpPr/>
              <p:nvPr/>
            </p:nvSpPr>
            <p:spPr>
              <a:xfrm>
                <a:off x="5415803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95" name="pg194">
                <a:extLst>
                  <a:ext uri="{FF2B5EF4-FFF2-40B4-BE49-F238E27FC236}">
                    <a16:creationId xmlns:a16="http://schemas.microsoft.com/office/drawing/2014/main" id="{5B56030C-0492-E021-8A69-82111D19362D}"/>
                  </a:ext>
                </a:extLst>
              </p:cNvPr>
              <p:cNvSpPr/>
              <p:nvPr/>
            </p:nvSpPr>
            <p:spPr>
              <a:xfrm>
                <a:off x="5427440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96" name="pg195">
                <a:extLst>
                  <a:ext uri="{FF2B5EF4-FFF2-40B4-BE49-F238E27FC236}">
                    <a16:creationId xmlns:a16="http://schemas.microsoft.com/office/drawing/2014/main" id="{090DF99C-1D70-9635-CA86-8400EA3BCF2B}"/>
                  </a:ext>
                </a:extLst>
              </p:cNvPr>
              <p:cNvSpPr/>
              <p:nvPr/>
            </p:nvSpPr>
            <p:spPr>
              <a:xfrm>
                <a:off x="5439077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97" name="pg196">
                <a:extLst>
                  <a:ext uri="{FF2B5EF4-FFF2-40B4-BE49-F238E27FC236}">
                    <a16:creationId xmlns:a16="http://schemas.microsoft.com/office/drawing/2014/main" id="{2EFAAB02-3725-DEE0-B1FD-3B56D73918D3}"/>
                  </a:ext>
                </a:extLst>
              </p:cNvPr>
              <p:cNvSpPr/>
              <p:nvPr/>
            </p:nvSpPr>
            <p:spPr>
              <a:xfrm>
                <a:off x="5450715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98" name="pg197">
                <a:extLst>
                  <a:ext uri="{FF2B5EF4-FFF2-40B4-BE49-F238E27FC236}">
                    <a16:creationId xmlns:a16="http://schemas.microsoft.com/office/drawing/2014/main" id="{D48AD9AC-AA04-7D31-7C48-B60F655A57E3}"/>
                  </a:ext>
                </a:extLst>
              </p:cNvPr>
              <p:cNvSpPr/>
              <p:nvPr/>
            </p:nvSpPr>
            <p:spPr>
              <a:xfrm>
                <a:off x="5462352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99" name="pg198">
                <a:extLst>
                  <a:ext uri="{FF2B5EF4-FFF2-40B4-BE49-F238E27FC236}">
                    <a16:creationId xmlns:a16="http://schemas.microsoft.com/office/drawing/2014/main" id="{CE555B88-28BD-15AA-9AFC-9B6DD250BB90}"/>
                  </a:ext>
                </a:extLst>
              </p:cNvPr>
              <p:cNvSpPr/>
              <p:nvPr/>
            </p:nvSpPr>
            <p:spPr>
              <a:xfrm>
                <a:off x="6311877" y="26935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00" name="pg199">
                <a:extLst>
                  <a:ext uri="{FF2B5EF4-FFF2-40B4-BE49-F238E27FC236}">
                    <a16:creationId xmlns:a16="http://schemas.microsoft.com/office/drawing/2014/main" id="{D032D3E3-C282-D8BE-E720-A167A2CF214D}"/>
                  </a:ext>
                </a:extLst>
              </p:cNvPr>
              <p:cNvSpPr/>
              <p:nvPr/>
            </p:nvSpPr>
            <p:spPr>
              <a:xfrm>
                <a:off x="5311067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01" name="pg200">
                <a:extLst>
                  <a:ext uri="{FF2B5EF4-FFF2-40B4-BE49-F238E27FC236}">
                    <a16:creationId xmlns:a16="http://schemas.microsoft.com/office/drawing/2014/main" id="{17A07705-79F8-F7CB-2C81-648C51B10ED6}"/>
                  </a:ext>
                </a:extLst>
              </p:cNvPr>
              <p:cNvSpPr/>
              <p:nvPr/>
            </p:nvSpPr>
            <p:spPr>
              <a:xfrm>
                <a:off x="5322704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02" name="pg201">
                <a:extLst>
                  <a:ext uri="{FF2B5EF4-FFF2-40B4-BE49-F238E27FC236}">
                    <a16:creationId xmlns:a16="http://schemas.microsoft.com/office/drawing/2014/main" id="{810B681D-C678-992F-A541-40FBD727C507}"/>
                  </a:ext>
                </a:extLst>
              </p:cNvPr>
              <p:cNvSpPr/>
              <p:nvPr/>
            </p:nvSpPr>
            <p:spPr>
              <a:xfrm>
                <a:off x="5334341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03" name="pg202">
                <a:extLst>
                  <a:ext uri="{FF2B5EF4-FFF2-40B4-BE49-F238E27FC236}">
                    <a16:creationId xmlns:a16="http://schemas.microsoft.com/office/drawing/2014/main" id="{13C4A49A-B64B-D864-9D48-9F701E869695}"/>
                  </a:ext>
                </a:extLst>
              </p:cNvPr>
              <p:cNvSpPr/>
              <p:nvPr/>
            </p:nvSpPr>
            <p:spPr>
              <a:xfrm>
                <a:off x="5345979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04" name="pg203">
                <a:extLst>
                  <a:ext uri="{FF2B5EF4-FFF2-40B4-BE49-F238E27FC236}">
                    <a16:creationId xmlns:a16="http://schemas.microsoft.com/office/drawing/2014/main" id="{BA5ADC73-0164-95E7-212E-2AC0BB814CE9}"/>
                  </a:ext>
                </a:extLst>
              </p:cNvPr>
              <p:cNvSpPr/>
              <p:nvPr/>
            </p:nvSpPr>
            <p:spPr>
              <a:xfrm>
                <a:off x="5357616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05" name="pg204">
                <a:extLst>
                  <a:ext uri="{FF2B5EF4-FFF2-40B4-BE49-F238E27FC236}">
                    <a16:creationId xmlns:a16="http://schemas.microsoft.com/office/drawing/2014/main" id="{9AEE8FF7-8858-F2C5-6B27-66AE24A37185}"/>
                  </a:ext>
                </a:extLst>
              </p:cNvPr>
              <p:cNvSpPr/>
              <p:nvPr/>
            </p:nvSpPr>
            <p:spPr>
              <a:xfrm>
                <a:off x="5369253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06" name="pg205">
                <a:extLst>
                  <a:ext uri="{FF2B5EF4-FFF2-40B4-BE49-F238E27FC236}">
                    <a16:creationId xmlns:a16="http://schemas.microsoft.com/office/drawing/2014/main" id="{E2D09DBC-71C1-4DC7-3A91-BC80910371FA}"/>
                  </a:ext>
                </a:extLst>
              </p:cNvPr>
              <p:cNvSpPr/>
              <p:nvPr/>
            </p:nvSpPr>
            <p:spPr>
              <a:xfrm>
                <a:off x="5380891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07" name="pg206">
                <a:extLst>
                  <a:ext uri="{FF2B5EF4-FFF2-40B4-BE49-F238E27FC236}">
                    <a16:creationId xmlns:a16="http://schemas.microsoft.com/office/drawing/2014/main" id="{A8D15C3D-3C85-D37B-AF72-FD2D356E92F1}"/>
                  </a:ext>
                </a:extLst>
              </p:cNvPr>
              <p:cNvSpPr/>
              <p:nvPr/>
            </p:nvSpPr>
            <p:spPr>
              <a:xfrm>
                <a:off x="5392528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08" name="pg207">
                <a:extLst>
                  <a:ext uri="{FF2B5EF4-FFF2-40B4-BE49-F238E27FC236}">
                    <a16:creationId xmlns:a16="http://schemas.microsoft.com/office/drawing/2014/main" id="{2602C264-2FD6-7B87-79D1-36FCA21263A4}"/>
                  </a:ext>
                </a:extLst>
              </p:cNvPr>
              <p:cNvSpPr/>
              <p:nvPr/>
            </p:nvSpPr>
            <p:spPr>
              <a:xfrm>
                <a:off x="5404165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09" name="pg208">
                <a:extLst>
                  <a:ext uri="{FF2B5EF4-FFF2-40B4-BE49-F238E27FC236}">
                    <a16:creationId xmlns:a16="http://schemas.microsoft.com/office/drawing/2014/main" id="{DF7684BD-2701-5110-2441-7626F72DE043}"/>
                  </a:ext>
                </a:extLst>
              </p:cNvPr>
              <p:cNvSpPr/>
              <p:nvPr/>
            </p:nvSpPr>
            <p:spPr>
              <a:xfrm>
                <a:off x="5415803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10" name="pg209">
                <a:extLst>
                  <a:ext uri="{FF2B5EF4-FFF2-40B4-BE49-F238E27FC236}">
                    <a16:creationId xmlns:a16="http://schemas.microsoft.com/office/drawing/2014/main" id="{C3190522-B801-686E-4EBD-6F2DC0643070}"/>
                  </a:ext>
                </a:extLst>
              </p:cNvPr>
              <p:cNvSpPr/>
              <p:nvPr/>
            </p:nvSpPr>
            <p:spPr>
              <a:xfrm>
                <a:off x="5427440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11" name="pg210">
                <a:extLst>
                  <a:ext uri="{FF2B5EF4-FFF2-40B4-BE49-F238E27FC236}">
                    <a16:creationId xmlns:a16="http://schemas.microsoft.com/office/drawing/2014/main" id="{BD271DF6-1A2C-190F-B583-32B110216660}"/>
                  </a:ext>
                </a:extLst>
              </p:cNvPr>
              <p:cNvSpPr/>
              <p:nvPr/>
            </p:nvSpPr>
            <p:spPr>
              <a:xfrm>
                <a:off x="5439077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12" name="pg211">
                <a:extLst>
                  <a:ext uri="{FF2B5EF4-FFF2-40B4-BE49-F238E27FC236}">
                    <a16:creationId xmlns:a16="http://schemas.microsoft.com/office/drawing/2014/main" id="{D823DD69-B102-A62F-E340-E660A738FCCE}"/>
                  </a:ext>
                </a:extLst>
              </p:cNvPr>
              <p:cNvSpPr/>
              <p:nvPr/>
            </p:nvSpPr>
            <p:spPr>
              <a:xfrm>
                <a:off x="5450715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13" name="pg212">
                <a:extLst>
                  <a:ext uri="{FF2B5EF4-FFF2-40B4-BE49-F238E27FC236}">
                    <a16:creationId xmlns:a16="http://schemas.microsoft.com/office/drawing/2014/main" id="{B18DE1D6-A1F6-BF6C-5945-5809A03A2E37}"/>
                  </a:ext>
                </a:extLst>
              </p:cNvPr>
              <p:cNvSpPr/>
              <p:nvPr/>
            </p:nvSpPr>
            <p:spPr>
              <a:xfrm>
                <a:off x="6276965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14" name="pg213">
                <a:extLst>
                  <a:ext uri="{FF2B5EF4-FFF2-40B4-BE49-F238E27FC236}">
                    <a16:creationId xmlns:a16="http://schemas.microsoft.com/office/drawing/2014/main" id="{9E21DFAE-5AB7-ACC4-AE92-4707E0C41DE0}"/>
                  </a:ext>
                </a:extLst>
              </p:cNvPr>
              <p:cNvSpPr/>
              <p:nvPr/>
            </p:nvSpPr>
            <p:spPr>
              <a:xfrm>
                <a:off x="6288602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15" name="pg214">
                <a:extLst>
                  <a:ext uri="{FF2B5EF4-FFF2-40B4-BE49-F238E27FC236}">
                    <a16:creationId xmlns:a16="http://schemas.microsoft.com/office/drawing/2014/main" id="{13E79789-95F6-51ED-2780-AB03C10852B6}"/>
                  </a:ext>
                </a:extLst>
              </p:cNvPr>
              <p:cNvSpPr/>
              <p:nvPr/>
            </p:nvSpPr>
            <p:spPr>
              <a:xfrm>
                <a:off x="6300240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16" name="pg215">
                <a:extLst>
                  <a:ext uri="{FF2B5EF4-FFF2-40B4-BE49-F238E27FC236}">
                    <a16:creationId xmlns:a16="http://schemas.microsoft.com/office/drawing/2014/main" id="{DCB41DB3-3E42-D0BE-B661-1C028FEDBD22}"/>
                  </a:ext>
                </a:extLst>
              </p:cNvPr>
              <p:cNvSpPr/>
              <p:nvPr/>
            </p:nvSpPr>
            <p:spPr>
              <a:xfrm>
                <a:off x="6311877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17" name="pg216">
                <a:extLst>
                  <a:ext uri="{FF2B5EF4-FFF2-40B4-BE49-F238E27FC236}">
                    <a16:creationId xmlns:a16="http://schemas.microsoft.com/office/drawing/2014/main" id="{16EBBE14-1BFA-0BF8-816A-8F1BE3901EB6}"/>
                  </a:ext>
                </a:extLst>
              </p:cNvPr>
              <p:cNvSpPr/>
              <p:nvPr/>
            </p:nvSpPr>
            <p:spPr>
              <a:xfrm>
                <a:off x="6323514" y="27078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18" name="pg217">
                <a:extLst>
                  <a:ext uri="{FF2B5EF4-FFF2-40B4-BE49-F238E27FC236}">
                    <a16:creationId xmlns:a16="http://schemas.microsoft.com/office/drawing/2014/main" id="{615E2F02-4990-D0F5-BCA9-5F566D4D2ADC}"/>
                  </a:ext>
                </a:extLst>
              </p:cNvPr>
              <p:cNvSpPr/>
              <p:nvPr/>
            </p:nvSpPr>
            <p:spPr>
              <a:xfrm>
                <a:off x="5299429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19" name="pg218">
                <a:extLst>
                  <a:ext uri="{FF2B5EF4-FFF2-40B4-BE49-F238E27FC236}">
                    <a16:creationId xmlns:a16="http://schemas.microsoft.com/office/drawing/2014/main" id="{ACA04228-FA40-A8C2-12F7-5491E3F702FB}"/>
                  </a:ext>
                </a:extLst>
              </p:cNvPr>
              <p:cNvSpPr/>
              <p:nvPr/>
            </p:nvSpPr>
            <p:spPr>
              <a:xfrm>
                <a:off x="5311067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20" name="pg219">
                <a:extLst>
                  <a:ext uri="{FF2B5EF4-FFF2-40B4-BE49-F238E27FC236}">
                    <a16:creationId xmlns:a16="http://schemas.microsoft.com/office/drawing/2014/main" id="{D65D5DF9-DB3B-0AB6-0039-5B6C1531432B}"/>
                  </a:ext>
                </a:extLst>
              </p:cNvPr>
              <p:cNvSpPr/>
              <p:nvPr/>
            </p:nvSpPr>
            <p:spPr>
              <a:xfrm>
                <a:off x="5322704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21" name="pg220">
                <a:extLst>
                  <a:ext uri="{FF2B5EF4-FFF2-40B4-BE49-F238E27FC236}">
                    <a16:creationId xmlns:a16="http://schemas.microsoft.com/office/drawing/2014/main" id="{E8159419-35EC-1DFC-EE46-E6418C10336D}"/>
                  </a:ext>
                </a:extLst>
              </p:cNvPr>
              <p:cNvSpPr/>
              <p:nvPr/>
            </p:nvSpPr>
            <p:spPr>
              <a:xfrm>
                <a:off x="5334341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22" name="pg221">
                <a:extLst>
                  <a:ext uri="{FF2B5EF4-FFF2-40B4-BE49-F238E27FC236}">
                    <a16:creationId xmlns:a16="http://schemas.microsoft.com/office/drawing/2014/main" id="{6E213C63-A50E-14BC-DC7F-0EA89253C347}"/>
                  </a:ext>
                </a:extLst>
              </p:cNvPr>
              <p:cNvSpPr/>
              <p:nvPr/>
            </p:nvSpPr>
            <p:spPr>
              <a:xfrm>
                <a:off x="5345979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23" name="pg222">
                <a:extLst>
                  <a:ext uri="{FF2B5EF4-FFF2-40B4-BE49-F238E27FC236}">
                    <a16:creationId xmlns:a16="http://schemas.microsoft.com/office/drawing/2014/main" id="{30ED90CE-02BE-946A-FC09-88CEAA162D4F}"/>
                  </a:ext>
                </a:extLst>
              </p:cNvPr>
              <p:cNvSpPr/>
              <p:nvPr/>
            </p:nvSpPr>
            <p:spPr>
              <a:xfrm>
                <a:off x="5357616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24" name="pg223">
                <a:extLst>
                  <a:ext uri="{FF2B5EF4-FFF2-40B4-BE49-F238E27FC236}">
                    <a16:creationId xmlns:a16="http://schemas.microsoft.com/office/drawing/2014/main" id="{DE1F8477-5613-B74A-41EC-10D980C18370}"/>
                  </a:ext>
                </a:extLst>
              </p:cNvPr>
              <p:cNvSpPr/>
              <p:nvPr/>
            </p:nvSpPr>
            <p:spPr>
              <a:xfrm>
                <a:off x="5369253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25" name="pg224">
                <a:extLst>
                  <a:ext uri="{FF2B5EF4-FFF2-40B4-BE49-F238E27FC236}">
                    <a16:creationId xmlns:a16="http://schemas.microsoft.com/office/drawing/2014/main" id="{4A01F126-EAE2-8568-77C2-C28E0585632E}"/>
                  </a:ext>
                </a:extLst>
              </p:cNvPr>
              <p:cNvSpPr/>
              <p:nvPr/>
            </p:nvSpPr>
            <p:spPr>
              <a:xfrm>
                <a:off x="5380891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26" name="pg225">
                <a:extLst>
                  <a:ext uri="{FF2B5EF4-FFF2-40B4-BE49-F238E27FC236}">
                    <a16:creationId xmlns:a16="http://schemas.microsoft.com/office/drawing/2014/main" id="{C21C9389-7D30-7709-F57D-D8F7BBF1746F}"/>
                  </a:ext>
                </a:extLst>
              </p:cNvPr>
              <p:cNvSpPr/>
              <p:nvPr/>
            </p:nvSpPr>
            <p:spPr>
              <a:xfrm>
                <a:off x="5392528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27" name="pg226">
                <a:extLst>
                  <a:ext uri="{FF2B5EF4-FFF2-40B4-BE49-F238E27FC236}">
                    <a16:creationId xmlns:a16="http://schemas.microsoft.com/office/drawing/2014/main" id="{01C3D485-E730-B4CE-F513-9381ED2B0727}"/>
                  </a:ext>
                </a:extLst>
              </p:cNvPr>
              <p:cNvSpPr/>
              <p:nvPr/>
            </p:nvSpPr>
            <p:spPr>
              <a:xfrm>
                <a:off x="5404165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28" name="pg227">
                <a:extLst>
                  <a:ext uri="{FF2B5EF4-FFF2-40B4-BE49-F238E27FC236}">
                    <a16:creationId xmlns:a16="http://schemas.microsoft.com/office/drawing/2014/main" id="{539579E6-9EA3-8EBD-4B86-8AAC101B0732}"/>
                  </a:ext>
                </a:extLst>
              </p:cNvPr>
              <p:cNvSpPr/>
              <p:nvPr/>
            </p:nvSpPr>
            <p:spPr>
              <a:xfrm>
                <a:off x="5415803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29" name="pg228">
                <a:extLst>
                  <a:ext uri="{FF2B5EF4-FFF2-40B4-BE49-F238E27FC236}">
                    <a16:creationId xmlns:a16="http://schemas.microsoft.com/office/drawing/2014/main" id="{92A9D82B-11A7-3D83-C768-F5CB8C3AA07A}"/>
                  </a:ext>
                </a:extLst>
              </p:cNvPr>
              <p:cNvSpPr/>
              <p:nvPr/>
            </p:nvSpPr>
            <p:spPr>
              <a:xfrm>
                <a:off x="5427440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30" name="pg229">
                <a:extLst>
                  <a:ext uri="{FF2B5EF4-FFF2-40B4-BE49-F238E27FC236}">
                    <a16:creationId xmlns:a16="http://schemas.microsoft.com/office/drawing/2014/main" id="{99E29948-632A-D691-FCFE-4EA0297412F6}"/>
                  </a:ext>
                </a:extLst>
              </p:cNvPr>
              <p:cNvSpPr/>
              <p:nvPr/>
            </p:nvSpPr>
            <p:spPr>
              <a:xfrm>
                <a:off x="5439077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31" name="pg230">
                <a:extLst>
                  <a:ext uri="{FF2B5EF4-FFF2-40B4-BE49-F238E27FC236}">
                    <a16:creationId xmlns:a16="http://schemas.microsoft.com/office/drawing/2014/main" id="{8D954523-5DCE-7854-0C82-3017787B4C76}"/>
                  </a:ext>
                </a:extLst>
              </p:cNvPr>
              <p:cNvSpPr/>
              <p:nvPr/>
            </p:nvSpPr>
            <p:spPr>
              <a:xfrm>
                <a:off x="6183866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32" name="pg231">
                <a:extLst>
                  <a:ext uri="{FF2B5EF4-FFF2-40B4-BE49-F238E27FC236}">
                    <a16:creationId xmlns:a16="http://schemas.microsoft.com/office/drawing/2014/main" id="{CC7EFAFE-1391-A66A-E331-A32CCB91E0A6}"/>
                  </a:ext>
                </a:extLst>
              </p:cNvPr>
              <p:cNvSpPr/>
              <p:nvPr/>
            </p:nvSpPr>
            <p:spPr>
              <a:xfrm>
                <a:off x="6195504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33" name="pg232">
                <a:extLst>
                  <a:ext uri="{FF2B5EF4-FFF2-40B4-BE49-F238E27FC236}">
                    <a16:creationId xmlns:a16="http://schemas.microsoft.com/office/drawing/2014/main" id="{AF063779-4E73-C569-7D0F-A14546193BD3}"/>
                  </a:ext>
                </a:extLst>
              </p:cNvPr>
              <p:cNvSpPr/>
              <p:nvPr/>
            </p:nvSpPr>
            <p:spPr>
              <a:xfrm>
                <a:off x="6207141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34" name="pg233">
                <a:extLst>
                  <a:ext uri="{FF2B5EF4-FFF2-40B4-BE49-F238E27FC236}">
                    <a16:creationId xmlns:a16="http://schemas.microsoft.com/office/drawing/2014/main" id="{5139F58D-4C88-F083-D828-28B03FD4DF04}"/>
                  </a:ext>
                </a:extLst>
              </p:cNvPr>
              <p:cNvSpPr/>
              <p:nvPr/>
            </p:nvSpPr>
            <p:spPr>
              <a:xfrm>
                <a:off x="6218778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35" name="pg234">
                <a:extLst>
                  <a:ext uri="{FF2B5EF4-FFF2-40B4-BE49-F238E27FC236}">
                    <a16:creationId xmlns:a16="http://schemas.microsoft.com/office/drawing/2014/main" id="{D6FD41AB-21A7-9B85-3102-D06535192AD0}"/>
                  </a:ext>
                </a:extLst>
              </p:cNvPr>
              <p:cNvSpPr/>
              <p:nvPr/>
            </p:nvSpPr>
            <p:spPr>
              <a:xfrm>
                <a:off x="6253690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36" name="pg235">
                <a:extLst>
                  <a:ext uri="{FF2B5EF4-FFF2-40B4-BE49-F238E27FC236}">
                    <a16:creationId xmlns:a16="http://schemas.microsoft.com/office/drawing/2014/main" id="{69F1D896-8874-DDA9-486A-FB8F35594C20}"/>
                  </a:ext>
                </a:extLst>
              </p:cNvPr>
              <p:cNvSpPr/>
              <p:nvPr/>
            </p:nvSpPr>
            <p:spPr>
              <a:xfrm>
                <a:off x="6265328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37" name="pg236">
                <a:extLst>
                  <a:ext uri="{FF2B5EF4-FFF2-40B4-BE49-F238E27FC236}">
                    <a16:creationId xmlns:a16="http://schemas.microsoft.com/office/drawing/2014/main" id="{62FCCC8F-F090-C358-9005-FA9D2E4AE4C1}"/>
                  </a:ext>
                </a:extLst>
              </p:cNvPr>
              <p:cNvSpPr/>
              <p:nvPr/>
            </p:nvSpPr>
            <p:spPr>
              <a:xfrm>
                <a:off x="6276965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38" name="pg237">
                <a:extLst>
                  <a:ext uri="{FF2B5EF4-FFF2-40B4-BE49-F238E27FC236}">
                    <a16:creationId xmlns:a16="http://schemas.microsoft.com/office/drawing/2014/main" id="{76D1A878-F867-5440-5958-A1BEB17FE4CA}"/>
                  </a:ext>
                </a:extLst>
              </p:cNvPr>
              <p:cNvSpPr/>
              <p:nvPr/>
            </p:nvSpPr>
            <p:spPr>
              <a:xfrm>
                <a:off x="6288602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39" name="pg238">
                <a:extLst>
                  <a:ext uri="{FF2B5EF4-FFF2-40B4-BE49-F238E27FC236}">
                    <a16:creationId xmlns:a16="http://schemas.microsoft.com/office/drawing/2014/main" id="{AF01F1AE-AD06-ECAE-04C2-7255DCE6EC9E}"/>
                  </a:ext>
                </a:extLst>
              </p:cNvPr>
              <p:cNvSpPr/>
              <p:nvPr/>
            </p:nvSpPr>
            <p:spPr>
              <a:xfrm>
                <a:off x="6300240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40" name="pg239">
                <a:extLst>
                  <a:ext uri="{FF2B5EF4-FFF2-40B4-BE49-F238E27FC236}">
                    <a16:creationId xmlns:a16="http://schemas.microsoft.com/office/drawing/2014/main" id="{DD61E551-0262-122D-3258-5A615C8E09E4}"/>
                  </a:ext>
                </a:extLst>
              </p:cNvPr>
              <p:cNvSpPr/>
              <p:nvPr/>
            </p:nvSpPr>
            <p:spPr>
              <a:xfrm>
                <a:off x="6311877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41" name="pg240">
                <a:extLst>
                  <a:ext uri="{FF2B5EF4-FFF2-40B4-BE49-F238E27FC236}">
                    <a16:creationId xmlns:a16="http://schemas.microsoft.com/office/drawing/2014/main" id="{EC55F2D4-124A-2E71-2A3F-73B70213C461}"/>
                  </a:ext>
                </a:extLst>
              </p:cNvPr>
              <p:cNvSpPr/>
              <p:nvPr/>
            </p:nvSpPr>
            <p:spPr>
              <a:xfrm>
                <a:off x="6323514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42" name="pg241">
                <a:extLst>
                  <a:ext uri="{FF2B5EF4-FFF2-40B4-BE49-F238E27FC236}">
                    <a16:creationId xmlns:a16="http://schemas.microsoft.com/office/drawing/2014/main" id="{CD217109-0D60-CCC6-394C-13F4B7389E64}"/>
                  </a:ext>
                </a:extLst>
              </p:cNvPr>
              <p:cNvSpPr/>
              <p:nvPr/>
            </p:nvSpPr>
            <p:spPr>
              <a:xfrm>
                <a:off x="6335152" y="27221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43" name="pg242">
                <a:extLst>
                  <a:ext uri="{FF2B5EF4-FFF2-40B4-BE49-F238E27FC236}">
                    <a16:creationId xmlns:a16="http://schemas.microsoft.com/office/drawing/2014/main" id="{96FC26D9-E425-CBD7-A679-90DC38923BA2}"/>
                  </a:ext>
                </a:extLst>
              </p:cNvPr>
              <p:cNvSpPr/>
              <p:nvPr/>
            </p:nvSpPr>
            <p:spPr>
              <a:xfrm>
                <a:off x="5299429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44" name="pg243">
                <a:extLst>
                  <a:ext uri="{FF2B5EF4-FFF2-40B4-BE49-F238E27FC236}">
                    <a16:creationId xmlns:a16="http://schemas.microsoft.com/office/drawing/2014/main" id="{C3EDAB85-781F-7DFB-80B8-19A0CD67A3E4}"/>
                  </a:ext>
                </a:extLst>
              </p:cNvPr>
              <p:cNvSpPr/>
              <p:nvPr/>
            </p:nvSpPr>
            <p:spPr>
              <a:xfrm>
                <a:off x="5311067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45" name="pg244">
                <a:extLst>
                  <a:ext uri="{FF2B5EF4-FFF2-40B4-BE49-F238E27FC236}">
                    <a16:creationId xmlns:a16="http://schemas.microsoft.com/office/drawing/2014/main" id="{86B86926-D5BD-E02C-36EC-95B75B2A061F}"/>
                  </a:ext>
                </a:extLst>
              </p:cNvPr>
              <p:cNvSpPr/>
              <p:nvPr/>
            </p:nvSpPr>
            <p:spPr>
              <a:xfrm>
                <a:off x="5322704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46" name="pg245">
                <a:extLst>
                  <a:ext uri="{FF2B5EF4-FFF2-40B4-BE49-F238E27FC236}">
                    <a16:creationId xmlns:a16="http://schemas.microsoft.com/office/drawing/2014/main" id="{81EA2D9E-37C9-58E8-7B45-2063822465DA}"/>
                  </a:ext>
                </a:extLst>
              </p:cNvPr>
              <p:cNvSpPr/>
              <p:nvPr/>
            </p:nvSpPr>
            <p:spPr>
              <a:xfrm>
                <a:off x="5334341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47" name="pg246">
                <a:extLst>
                  <a:ext uri="{FF2B5EF4-FFF2-40B4-BE49-F238E27FC236}">
                    <a16:creationId xmlns:a16="http://schemas.microsoft.com/office/drawing/2014/main" id="{C378577C-BE39-2C5A-4C39-D2B8D8B5889E}"/>
                  </a:ext>
                </a:extLst>
              </p:cNvPr>
              <p:cNvSpPr/>
              <p:nvPr/>
            </p:nvSpPr>
            <p:spPr>
              <a:xfrm>
                <a:off x="5345979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48" name="pg247">
                <a:extLst>
                  <a:ext uri="{FF2B5EF4-FFF2-40B4-BE49-F238E27FC236}">
                    <a16:creationId xmlns:a16="http://schemas.microsoft.com/office/drawing/2014/main" id="{24BB1A24-6FAE-C240-1717-7EADEF229DF7}"/>
                  </a:ext>
                </a:extLst>
              </p:cNvPr>
              <p:cNvSpPr/>
              <p:nvPr/>
            </p:nvSpPr>
            <p:spPr>
              <a:xfrm>
                <a:off x="5357616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49" name="pg248">
                <a:extLst>
                  <a:ext uri="{FF2B5EF4-FFF2-40B4-BE49-F238E27FC236}">
                    <a16:creationId xmlns:a16="http://schemas.microsoft.com/office/drawing/2014/main" id="{0414FC1F-0581-543B-C27C-B2F697BDA3BD}"/>
                  </a:ext>
                </a:extLst>
              </p:cNvPr>
              <p:cNvSpPr/>
              <p:nvPr/>
            </p:nvSpPr>
            <p:spPr>
              <a:xfrm>
                <a:off x="5369253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50" name="pg249">
                <a:extLst>
                  <a:ext uri="{FF2B5EF4-FFF2-40B4-BE49-F238E27FC236}">
                    <a16:creationId xmlns:a16="http://schemas.microsoft.com/office/drawing/2014/main" id="{62C4C04B-F71E-FA10-FC54-30067D716534}"/>
                  </a:ext>
                </a:extLst>
              </p:cNvPr>
              <p:cNvSpPr/>
              <p:nvPr/>
            </p:nvSpPr>
            <p:spPr>
              <a:xfrm>
                <a:off x="5380891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51" name="pg250">
                <a:extLst>
                  <a:ext uri="{FF2B5EF4-FFF2-40B4-BE49-F238E27FC236}">
                    <a16:creationId xmlns:a16="http://schemas.microsoft.com/office/drawing/2014/main" id="{04DFD9BB-563C-DAEB-1116-FDB09E121914}"/>
                  </a:ext>
                </a:extLst>
              </p:cNvPr>
              <p:cNvSpPr/>
              <p:nvPr/>
            </p:nvSpPr>
            <p:spPr>
              <a:xfrm>
                <a:off x="5392528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52" name="pg251">
                <a:extLst>
                  <a:ext uri="{FF2B5EF4-FFF2-40B4-BE49-F238E27FC236}">
                    <a16:creationId xmlns:a16="http://schemas.microsoft.com/office/drawing/2014/main" id="{3A6FFC40-2A74-F9DA-8341-3E901AF46E56}"/>
                  </a:ext>
                </a:extLst>
              </p:cNvPr>
              <p:cNvSpPr/>
              <p:nvPr/>
            </p:nvSpPr>
            <p:spPr>
              <a:xfrm>
                <a:off x="5404165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53" name="pg252">
                <a:extLst>
                  <a:ext uri="{FF2B5EF4-FFF2-40B4-BE49-F238E27FC236}">
                    <a16:creationId xmlns:a16="http://schemas.microsoft.com/office/drawing/2014/main" id="{A2C06037-8FF4-21CC-A747-06E24C940AF1}"/>
                  </a:ext>
                </a:extLst>
              </p:cNvPr>
              <p:cNvSpPr/>
              <p:nvPr/>
            </p:nvSpPr>
            <p:spPr>
              <a:xfrm>
                <a:off x="5415803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54" name="pg253">
                <a:extLst>
                  <a:ext uri="{FF2B5EF4-FFF2-40B4-BE49-F238E27FC236}">
                    <a16:creationId xmlns:a16="http://schemas.microsoft.com/office/drawing/2014/main" id="{59ACFBAF-05CC-7979-0F7B-226AD06348C5}"/>
                  </a:ext>
                </a:extLst>
              </p:cNvPr>
              <p:cNvSpPr/>
              <p:nvPr/>
            </p:nvSpPr>
            <p:spPr>
              <a:xfrm>
                <a:off x="5427440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55" name="pg254">
                <a:extLst>
                  <a:ext uri="{FF2B5EF4-FFF2-40B4-BE49-F238E27FC236}">
                    <a16:creationId xmlns:a16="http://schemas.microsoft.com/office/drawing/2014/main" id="{1D97CCAE-2A87-A7DC-9B93-7EF345B9B918}"/>
                  </a:ext>
                </a:extLst>
              </p:cNvPr>
              <p:cNvSpPr/>
              <p:nvPr/>
            </p:nvSpPr>
            <p:spPr>
              <a:xfrm>
                <a:off x="6172229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56" name="pg255">
                <a:extLst>
                  <a:ext uri="{FF2B5EF4-FFF2-40B4-BE49-F238E27FC236}">
                    <a16:creationId xmlns:a16="http://schemas.microsoft.com/office/drawing/2014/main" id="{BEAA2B14-DF7B-C02B-F60D-BAE6417FA297}"/>
                  </a:ext>
                </a:extLst>
              </p:cNvPr>
              <p:cNvSpPr/>
              <p:nvPr/>
            </p:nvSpPr>
            <p:spPr>
              <a:xfrm>
                <a:off x="6183866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57" name="pg256">
                <a:extLst>
                  <a:ext uri="{FF2B5EF4-FFF2-40B4-BE49-F238E27FC236}">
                    <a16:creationId xmlns:a16="http://schemas.microsoft.com/office/drawing/2014/main" id="{25B07733-5D78-4EFE-BD63-B4865F00B024}"/>
                  </a:ext>
                </a:extLst>
              </p:cNvPr>
              <p:cNvSpPr/>
              <p:nvPr/>
            </p:nvSpPr>
            <p:spPr>
              <a:xfrm>
                <a:off x="6195504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58" name="pg257">
                <a:extLst>
                  <a:ext uri="{FF2B5EF4-FFF2-40B4-BE49-F238E27FC236}">
                    <a16:creationId xmlns:a16="http://schemas.microsoft.com/office/drawing/2014/main" id="{75AA2F8D-B251-DE9F-A57A-086B222287D9}"/>
                  </a:ext>
                </a:extLst>
              </p:cNvPr>
              <p:cNvSpPr/>
              <p:nvPr/>
            </p:nvSpPr>
            <p:spPr>
              <a:xfrm>
                <a:off x="6207141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59" name="pg258">
                <a:extLst>
                  <a:ext uri="{FF2B5EF4-FFF2-40B4-BE49-F238E27FC236}">
                    <a16:creationId xmlns:a16="http://schemas.microsoft.com/office/drawing/2014/main" id="{AD34BC69-3662-6C44-673A-E2959827C54F}"/>
                  </a:ext>
                </a:extLst>
              </p:cNvPr>
              <p:cNvSpPr/>
              <p:nvPr/>
            </p:nvSpPr>
            <p:spPr>
              <a:xfrm>
                <a:off x="6218778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60" name="pg259">
                <a:extLst>
                  <a:ext uri="{FF2B5EF4-FFF2-40B4-BE49-F238E27FC236}">
                    <a16:creationId xmlns:a16="http://schemas.microsoft.com/office/drawing/2014/main" id="{31147F3F-C795-80EA-5FE5-C9882B9409A2}"/>
                  </a:ext>
                </a:extLst>
              </p:cNvPr>
              <p:cNvSpPr/>
              <p:nvPr/>
            </p:nvSpPr>
            <p:spPr>
              <a:xfrm>
                <a:off x="6230416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61" name="pg260">
                <a:extLst>
                  <a:ext uri="{FF2B5EF4-FFF2-40B4-BE49-F238E27FC236}">
                    <a16:creationId xmlns:a16="http://schemas.microsoft.com/office/drawing/2014/main" id="{9F477C45-AA72-C185-FF02-1A03B48011DB}"/>
                  </a:ext>
                </a:extLst>
              </p:cNvPr>
              <p:cNvSpPr/>
              <p:nvPr/>
            </p:nvSpPr>
            <p:spPr>
              <a:xfrm>
                <a:off x="6242053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62" name="pg261">
                <a:extLst>
                  <a:ext uri="{FF2B5EF4-FFF2-40B4-BE49-F238E27FC236}">
                    <a16:creationId xmlns:a16="http://schemas.microsoft.com/office/drawing/2014/main" id="{4B1A79E6-893A-819F-5291-B76529937445}"/>
                  </a:ext>
                </a:extLst>
              </p:cNvPr>
              <p:cNvSpPr/>
              <p:nvPr/>
            </p:nvSpPr>
            <p:spPr>
              <a:xfrm>
                <a:off x="6253690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63" name="pg262">
                <a:extLst>
                  <a:ext uri="{FF2B5EF4-FFF2-40B4-BE49-F238E27FC236}">
                    <a16:creationId xmlns:a16="http://schemas.microsoft.com/office/drawing/2014/main" id="{DB455AFB-2799-13E1-55C1-CEB364A46A44}"/>
                  </a:ext>
                </a:extLst>
              </p:cNvPr>
              <p:cNvSpPr/>
              <p:nvPr/>
            </p:nvSpPr>
            <p:spPr>
              <a:xfrm>
                <a:off x="6265328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64" name="pg263">
                <a:extLst>
                  <a:ext uri="{FF2B5EF4-FFF2-40B4-BE49-F238E27FC236}">
                    <a16:creationId xmlns:a16="http://schemas.microsoft.com/office/drawing/2014/main" id="{85E0224A-125C-0E4F-6AB6-40E2B57A01C1}"/>
                  </a:ext>
                </a:extLst>
              </p:cNvPr>
              <p:cNvSpPr/>
              <p:nvPr/>
            </p:nvSpPr>
            <p:spPr>
              <a:xfrm>
                <a:off x="6276965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65" name="pg264">
                <a:extLst>
                  <a:ext uri="{FF2B5EF4-FFF2-40B4-BE49-F238E27FC236}">
                    <a16:creationId xmlns:a16="http://schemas.microsoft.com/office/drawing/2014/main" id="{D1EE60C4-2B7E-54EA-41E8-83C1A7C3304B}"/>
                  </a:ext>
                </a:extLst>
              </p:cNvPr>
              <p:cNvSpPr/>
              <p:nvPr/>
            </p:nvSpPr>
            <p:spPr>
              <a:xfrm>
                <a:off x="6288602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66" name="pg265">
                <a:extLst>
                  <a:ext uri="{FF2B5EF4-FFF2-40B4-BE49-F238E27FC236}">
                    <a16:creationId xmlns:a16="http://schemas.microsoft.com/office/drawing/2014/main" id="{03015CAE-FB25-EA2A-2C08-CB7F769902EC}"/>
                  </a:ext>
                </a:extLst>
              </p:cNvPr>
              <p:cNvSpPr/>
              <p:nvPr/>
            </p:nvSpPr>
            <p:spPr>
              <a:xfrm>
                <a:off x="6300240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67" name="pg266">
                <a:extLst>
                  <a:ext uri="{FF2B5EF4-FFF2-40B4-BE49-F238E27FC236}">
                    <a16:creationId xmlns:a16="http://schemas.microsoft.com/office/drawing/2014/main" id="{3890649C-AC55-2CF8-AD90-0728BA736D3B}"/>
                  </a:ext>
                </a:extLst>
              </p:cNvPr>
              <p:cNvSpPr/>
              <p:nvPr/>
            </p:nvSpPr>
            <p:spPr>
              <a:xfrm>
                <a:off x="6311877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68" name="pg267">
                <a:extLst>
                  <a:ext uri="{FF2B5EF4-FFF2-40B4-BE49-F238E27FC236}">
                    <a16:creationId xmlns:a16="http://schemas.microsoft.com/office/drawing/2014/main" id="{CFA1A9C8-6217-6657-26AD-AAE44292334F}"/>
                  </a:ext>
                </a:extLst>
              </p:cNvPr>
              <p:cNvSpPr/>
              <p:nvPr/>
            </p:nvSpPr>
            <p:spPr>
              <a:xfrm>
                <a:off x="6323514" y="27364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69" name="pg268">
                <a:extLst>
                  <a:ext uri="{FF2B5EF4-FFF2-40B4-BE49-F238E27FC236}">
                    <a16:creationId xmlns:a16="http://schemas.microsoft.com/office/drawing/2014/main" id="{1165B4F7-E777-5FF8-3559-A0B288D7095B}"/>
                  </a:ext>
                </a:extLst>
              </p:cNvPr>
              <p:cNvSpPr/>
              <p:nvPr/>
            </p:nvSpPr>
            <p:spPr>
              <a:xfrm>
                <a:off x="5299429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70" name="pg269">
                <a:extLst>
                  <a:ext uri="{FF2B5EF4-FFF2-40B4-BE49-F238E27FC236}">
                    <a16:creationId xmlns:a16="http://schemas.microsoft.com/office/drawing/2014/main" id="{BDF300A4-BC63-4361-C557-D074AAA8FFA7}"/>
                  </a:ext>
                </a:extLst>
              </p:cNvPr>
              <p:cNvSpPr/>
              <p:nvPr/>
            </p:nvSpPr>
            <p:spPr>
              <a:xfrm>
                <a:off x="5311067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71" name="pg270">
                <a:extLst>
                  <a:ext uri="{FF2B5EF4-FFF2-40B4-BE49-F238E27FC236}">
                    <a16:creationId xmlns:a16="http://schemas.microsoft.com/office/drawing/2014/main" id="{BB6063E6-F6F4-9BC7-ED44-85B426E76F8F}"/>
                  </a:ext>
                </a:extLst>
              </p:cNvPr>
              <p:cNvSpPr/>
              <p:nvPr/>
            </p:nvSpPr>
            <p:spPr>
              <a:xfrm>
                <a:off x="5322704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72" name="pg271">
                <a:extLst>
                  <a:ext uri="{FF2B5EF4-FFF2-40B4-BE49-F238E27FC236}">
                    <a16:creationId xmlns:a16="http://schemas.microsoft.com/office/drawing/2014/main" id="{5FA04197-3078-5259-DF07-65197E32BA3C}"/>
                  </a:ext>
                </a:extLst>
              </p:cNvPr>
              <p:cNvSpPr/>
              <p:nvPr/>
            </p:nvSpPr>
            <p:spPr>
              <a:xfrm>
                <a:off x="5334341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73" name="pg272">
                <a:extLst>
                  <a:ext uri="{FF2B5EF4-FFF2-40B4-BE49-F238E27FC236}">
                    <a16:creationId xmlns:a16="http://schemas.microsoft.com/office/drawing/2014/main" id="{F5316534-9826-5F39-BC14-DA642CC29D01}"/>
                  </a:ext>
                </a:extLst>
              </p:cNvPr>
              <p:cNvSpPr/>
              <p:nvPr/>
            </p:nvSpPr>
            <p:spPr>
              <a:xfrm>
                <a:off x="5345979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74" name="pg273">
                <a:extLst>
                  <a:ext uri="{FF2B5EF4-FFF2-40B4-BE49-F238E27FC236}">
                    <a16:creationId xmlns:a16="http://schemas.microsoft.com/office/drawing/2014/main" id="{FCFD1882-623C-0778-1B12-F41F1CAB7E03}"/>
                  </a:ext>
                </a:extLst>
              </p:cNvPr>
              <p:cNvSpPr/>
              <p:nvPr/>
            </p:nvSpPr>
            <p:spPr>
              <a:xfrm>
                <a:off x="5357616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75" name="pg274">
                <a:extLst>
                  <a:ext uri="{FF2B5EF4-FFF2-40B4-BE49-F238E27FC236}">
                    <a16:creationId xmlns:a16="http://schemas.microsoft.com/office/drawing/2014/main" id="{5D5370B4-0316-6760-2892-01A1F697FC93}"/>
                  </a:ext>
                </a:extLst>
              </p:cNvPr>
              <p:cNvSpPr/>
              <p:nvPr/>
            </p:nvSpPr>
            <p:spPr>
              <a:xfrm>
                <a:off x="5369253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76" name="pg275">
                <a:extLst>
                  <a:ext uri="{FF2B5EF4-FFF2-40B4-BE49-F238E27FC236}">
                    <a16:creationId xmlns:a16="http://schemas.microsoft.com/office/drawing/2014/main" id="{7D7164A5-7B88-7F38-02CB-42BDF3B4610C}"/>
                  </a:ext>
                </a:extLst>
              </p:cNvPr>
              <p:cNvSpPr/>
              <p:nvPr/>
            </p:nvSpPr>
            <p:spPr>
              <a:xfrm>
                <a:off x="5380891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77" name="pg276">
                <a:extLst>
                  <a:ext uri="{FF2B5EF4-FFF2-40B4-BE49-F238E27FC236}">
                    <a16:creationId xmlns:a16="http://schemas.microsoft.com/office/drawing/2014/main" id="{74A9A9DA-2DCB-A983-5ED2-B5E00820E63D}"/>
                  </a:ext>
                </a:extLst>
              </p:cNvPr>
              <p:cNvSpPr/>
              <p:nvPr/>
            </p:nvSpPr>
            <p:spPr>
              <a:xfrm>
                <a:off x="5392528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78" name="pg277">
                <a:extLst>
                  <a:ext uri="{FF2B5EF4-FFF2-40B4-BE49-F238E27FC236}">
                    <a16:creationId xmlns:a16="http://schemas.microsoft.com/office/drawing/2014/main" id="{E6B036F7-BB59-0581-02C3-7A4B535AC096}"/>
                  </a:ext>
                </a:extLst>
              </p:cNvPr>
              <p:cNvSpPr/>
              <p:nvPr/>
            </p:nvSpPr>
            <p:spPr>
              <a:xfrm>
                <a:off x="5404165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79" name="pg278">
                <a:extLst>
                  <a:ext uri="{FF2B5EF4-FFF2-40B4-BE49-F238E27FC236}">
                    <a16:creationId xmlns:a16="http://schemas.microsoft.com/office/drawing/2014/main" id="{D7D28022-F22B-40B5-52D2-E38D099EF73C}"/>
                  </a:ext>
                </a:extLst>
              </p:cNvPr>
              <p:cNvSpPr/>
              <p:nvPr/>
            </p:nvSpPr>
            <p:spPr>
              <a:xfrm>
                <a:off x="5415803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80" name="pg279">
                <a:extLst>
                  <a:ext uri="{FF2B5EF4-FFF2-40B4-BE49-F238E27FC236}">
                    <a16:creationId xmlns:a16="http://schemas.microsoft.com/office/drawing/2014/main" id="{E2D12631-0F3E-BF4F-E0B8-B2906657C0B6}"/>
                  </a:ext>
                </a:extLst>
              </p:cNvPr>
              <p:cNvSpPr/>
              <p:nvPr/>
            </p:nvSpPr>
            <p:spPr>
              <a:xfrm>
                <a:off x="5427440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81" name="pg280">
                <a:extLst>
                  <a:ext uri="{FF2B5EF4-FFF2-40B4-BE49-F238E27FC236}">
                    <a16:creationId xmlns:a16="http://schemas.microsoft.com/office/drawing/2014/main" id="{6FE618F1-9ACF-C055-FD57-1766FCDE2677}"/>
                  </a:ext>
                </a:extLst>
              </p:cNvPr>
              <p:cNvSpPr/>
              <p:nvPr/>
            </p:nvSpPr>
            <p:spPr>
              <a:xfrm>
                <a:off x="6079130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82" name="pg281">
                <a:extLst>
                  <a:ext uri="{FF2B5EF4-FFF2-40B4-BE49-F238E27FC236}">
                    <a16:creationId xmlns:a16="http://schemas.microsoft.com/office/drawing/2014/main" id="{84D92D7E-4184-E9C6-C749-D7FF6763398A}"/>
                  </a:ext>
                </a:extLst>
              </p:cNvPr>
              <p:cNvSpPr/>
              <p:nvPr/>
            </p:nvSpPr>
            <p:spPr>
              <a:xfrm>
                <a:off x="6090768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83" name="pg282">
                <a:extLst>
                  <a:ext uri="{FF2B5EF4-FFF2-40B4-BE49-F238E27FC236}">
                    <a16:creationId xmlns:a16="http://schemas.microsoft.com/office/drawing/2014/main" id="{5E43DEAC-8182-F8FF-50BB-B90A99D0DE55}"/>
                  </a:ext>
                </a:extLst>
              </p:cNvPr>
              <p:cNvSpPr/>
              <p:nvPr/>
            </p:nvSpPr>
            <p:spPr>
              <a:xfrm>
                <a:off x="6102405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84" name="pg283">
                <a:extLst>
                  <a:ext uri="{FF2B5EF4-FFF2-40B4-BE49-F238E27FC236}">
                    <a16:creationId xmlns:a16="http://schemas.microsoft.com/office/drawing/2014/main" id="{FF5ABA0C-0319-BED0-5951-427C3617A547}"/>
                  </a:ext>
                </a:extLst>
              </p:cNvPr>
              <p:cNvSpPr/>
              <p:nvPr/>
            </p:nvSpPr>
            <p:spPr>
              <a:xfrm>
                <a:off x="6114042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85" name="pg284">
                <a:extLst>
                  <a:ext uri="{FF2B5EF4-FFF2-40B4-BE49-F238E27FC236}">
                    <a16:creationId xmlns:a16="http://schemas.microsoft.com/office/drawing/2014/main" id="{32D6BAB3-D699-9E75-83E5-55CD0904EFD5}"/>
                  </a:ext>
                </a:extLst>
              </p:cNvPr>
              <p:cNvSpPr/>
              <p:nvPr/>
            </p:nvSpPr>
            <p:spPr>
              <a:xfrm>
                <a:off x="6148954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86" name="pg285">
                <a:extLst>
                  <a:ext uri="{FF2B5EF4-FFF2-40B4-BE49-F238E27FC236}">
                    <a16:creationId xmlns:a16="http://schemas.microsoft.com/office/drawing/2014/main" id="{37EC41F5-03FC-769D-0203-F2BADD0AD505}"/>
                  </a:ext>
                </a:extLst>
              </p:cNvPr>
              <p:cNvSpPr/>
              <p:nvPr/>
            </p:nvSpPr>
            <p:spPr>
              <a:xfrm>
                <a:off x="6160592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87" name="pg286">
                <a:extLst>
                  <a:ext uri="{FF2B5EF4-FFF2-40B4-BE49-F238E27FC236}">
                    <a16:creationId xmlns:a16="http://schemas.microsoft.com/office/drawing/2014/main" id="{E2864770-2F89-F580-0CFD-0B825355D553}"/>
                  </a:ext>
                </a:extLst>
              </p:cNvPr>
              <p:cNvSpPr/>
              <p:nvPr/>
            </p:nvSpPr>
            <p:spPr>
              <a:xfrm>
                <a:off x="6172229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88" name="pg287">
                <a:extLst>
                  <a:ext uri="{FF2B5EF4-FFF2-40B4-BE49-F238E27FC236}">
                    <a16:creationId xmlns:a16="http://schemas.microsoft.com/office/drawing/2014/main" id="{0DFE39AA-9589-1DFD-6E0A-682176EC9BC9}"/>
                  </a:ext>
                </a:extLst>
              </p:cNvPr>
              <p:cNvSpPr/>
              <p:nvPr/>
            </p:nvSpPr>
            <p:spPr>
              <a:xfrm>
                <a:off x="6183866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89" name="pg288">
                <a:extLst>
                  <a:ext uri="{FF2B5EF4-FFF2-40B4-BE49-F238E27FC236}">
                    <a16:creationId xmlns:a16="http://schemas.microsoft.com/office/drawing/2014/main" id="{514A9E49-49A4-9F25-1971-39DA538FFE03}"/>
                  </a:ext>
                </a:extLst>
              </p:cNvPr>
              <p:cNvSpPr/>
              <p:nvPr/>
            </p:nvSpPr>
            <p:spPr>
              <a:xfrm>
                <a:off x="6195504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90" name="pg289">
                <a:extLst>
                  <a:ext uri="{FF2B5EF4-FFF2-40B4-BE49-F238E27FC236}">
                    <a16:creationId xmlns:a16="http://schemas.microsoft.com/office/drawing/2014/main" id="{889FFB0B-0BE7-9031-DBF5-EDF587A96E5B}"/>
                  </a:ext>
                </a:extLst>
              </p:cNvPr>
              <p:cNvSpPr/>
              <p:nvPr/>
            </p:nvSpPr>
            <p:spPr>
              <a:xfrm>
                <a:off x="6207141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91" name="pg290">
                <a:extLst>
                  <a:ext uri="{FF2B5EF4-FFF2-40B4-BE49-F238E27FC236}">
                    <a16:creationId xmlns:a16="http://schemas.microsoft.com/office/drawing/2014/main" id="{9D69A6D3-2061-80C5-B276-ECB3D976C109}"/>
                  </a:ext>
                </a:extLst>
              </p:cNvPr>
              <p:cNvSpPr/>
              <p:nvPr/>
            </p:nvSpPr>
            <p:spPr>
              <a:xfrm>
                <a:off x="6218778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92" name="pg291">
                <a:extLst>
                  <a:ext uri="{FF2B5EF4-FFF2-40B4-BE49-F238E27FC236}">
                    <a16:creationId xmlns:a16="http://schemas.microsoft.com/office/drawing/2014/main" id="{0179C4FD-795E-229B-A3A5-E8B65AC35B80}"/>
                  </a:ext>
                </a:extLst>
              </p:cNvPr>
              <p:cNvSpPr/>
              <p:nvPr/>
            </p:nvSpPr>
            <p:spPr>
              <a:xfrm>
                <a:off x="6230416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93" name="pg292">
                <a:extLst>
                  <a:ext uri="{FF2B5EF4-FFF2-40B4-BE49-F238E27FC236}">
                    <a16:creationId xmlns:a16="http://schemas.microsoft.com/office/drawing/2014/main" id="{DFC3E8A3-AE78-0CFD-47BE-25D92860BD6C}"/>
                  </a:ext>
                </a:extLst>
              </p:cNvPr>
              <p:cNvSpPr/>
              <p:nvPr/>
            </p:nvSpPr>
            <p:spPr>
              <a:xfrm>
                <a:off x="6242053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94" name="pg293">
                <a:extLst>
                  <a:ext uri="{FF2B5EF4-FFF2-40B4-BE49-F238E27FC236}">
                    <a16:creationId xmlns:a16="http://schemas.microsoft.com/office/drawing/2014/main" id="{5AE153DB-499F-F586-7B4F-59F48402B251}"/>
                  </a:ext>
                </a:extLst>
              </p:cNvPr>
              <p:cNvSpPr/>
              <p:nvPr/>
            </p:nvSpPr>
            <p:spPr>
              <a:xfrm>
                <a:off x="6253690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95" name="pg294">
                <a:extLst>
                  <a:ext uri="{FF2B5EF4-FFF2-40B4-BE49-F238E27FC236}">
                    <a16:creationId xmlns:a16="http://schemas.microsoft.com/office/drawing/2014/main" id="{B10E9B93-F2D0-2AF3-FAB6-84BA53A41D4A}"/>
                  </a:ext>
                </a:extLst>
              </p:cNvPr>
              <p:cNvSpPr/>
              <p:nvPr/>
            </p:nvSpPr>
            <p:spPr>
              <a:xfrm>
                <a:off x="6265328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96" name="pg295">
                <a:extLst>
                  <a:ext uri="{FF2B5EF4-FFF2-40B4-BE49-F238E27FC236}">
                    <a16:creationId xmlns:a16="http://schemas.microsoft.com/office/drawing/2014/main" id="{68DC3F6F-501F-0F45-C1A8-81A5F04041FB}"/>
                  </a:ext>
                </a:extLst>
              </p:cNvPr>
              <p:cNvSpPr/>
              <p:nvPr/>
            </p:nvSpPr>
            <p:spPr>
              <a:xfrm>
                <a:off x="6276965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97" name="pg296">
                <a:extLst>
                  <a:ext uri="{FF2B5EF4-FFF2-40B4-BE49-F238E27FC236}">
                    <a16:creationId xmlns:a16="http://schemas.microsoft.com/office/drawing/2014/main" id="{92EF4085-3B3E-26F8-EC08-54B17D31E8B7}"/>
                  </a:ext>
                </a:extLst>
              </p:cNvPr>
              <p:cNvSpPr/>
              <p:nvPr/>
            </p:nvSpPr>
            <p:spPr>
              <a:xfrm>
                <a:off x="6288602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98" name="pg297">
                <a:extLst>
                  <a:ext uri="{FF2B5EF4-FFF2-40B4-BE49-F238E27FC236}">
                    <a16:creationId xmlns:a16="http://schemas.microsoft.com/office/drawing/2014/main" id="{5D9D15CE-428B-EE6C-504C-F102EC5ED2FB}"/>
                  </a:ext>
                </a:extLst>
              </p:cNvPr>
              <p:cNvSpPr/>
              <p:nvPr/>
            </p:nvSpPr>
            <p:spPr>
              <a:xfrm>
                <a:off x="6300240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699" name="pg298">
                <a:extLst>
                  <a:ext uri="{FF2B5EF4-FFF2-40B4-BE49-F238E27FC236}">
                    <a16:creationId xmlns:a16="http://schemas.microsoft.com/office/drawing/2014/main" id="{C8D29AFD-15F6-6B44-7355-1677EC513FD8}"/>
                  </a:ext>
                </a:extLst>
              </p:cNvPr>
              <p:cNvSpPr/>
              <p:nvPr/>
            </p:nvSpPr>
            <p:spPr>
              <a:xfrm>
                <a:off x="6311877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00" name="pg299">
                <a:extLst>
                  <a:ext uri="{FF2B5EF4-FFF2-40B4-BE49-F238E27FC236}">
                    <a16:creationId xmlns:a16="http://schemas.microsoft.com/office/drawing/2014/main" id="{F9E28D7E-DE0E-07D4-D8B5-EFCE0414FB9F}"/>
                  </a:ext>
                </a:extLst>
              </p:cNvPr>
              <p:cNvSpPr/>
              <p:nvPr/>
            </p:nvSpPr>
            <p:spPr>
              <a:xfrm>
                <a:off x="6323514" y="27507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01" name="pg300">
                <a:extLst>
                  <a:ext uri="{FF2B5EF4-FFF2-40B4-BE49-F238E27FC236}">
                    <a16:creationId xmlns:a16="http://schemas.microsoft.com/office/drawing/2014/main" id="{FBEE56C7-3F56-3DE0-D5AE-F38DAA58835B}"/>
                  </a:ext>
                </a:extLst>
              </p:cNvPr>
              <p:cNvSpPr/>
              <p:nvPr/>
            </p:nvSpPr>
            <p:spPr>
              <a:xfrm>
                <a:off x="5287792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02" name="pg301">
                <a:extLst>
                  <a:ext uri="{FF2B5EF4-FFF2-40B4-BE49-F238E27FC236}">
                    <a16:creationId xmlns:a16="http://schemas.microsoft.com/office/drawing/2014/main" id="{22B72E18-D70B-1B30-CCED-2C2A34415076}"/>
                  </a:ext>
                </a:extLst>
              </p:cNvPr>
              <p:cNvSpPr/>
              <p:nvPr/>
            </p:nvSpPr>
            <p:spPr>
              <a:xfrm>
                <a:off x="5299429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03" name="pg302">
                <a:extLst>
                  <a:ext uri="{FF2B5EF4-FFF2-40B4-BE49-F238E27FC236}">
                    <a16:creationId xmlns:a16="http://schemas.microsoft.com/office/drawing/2014/main" id="{96F512E6-47C4-BB8C-0514-74E9A94568EF}"/>
                  </a:ext>
                </a:extLst>
              </p:cNvPr>
              <p:cNvSpPr/>
              <p:nvPr/>
            </p:nvSpPr>
            <p:spPr>
              <a:xfrm>
                <a:off x="5311067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04" name="pg303">
                <a:extLst>
                  <a:ext uri="{FF2B5EF4-FFF2-40B4-BE49-F238E27FC236}">
                    <a16:creationId xmlns:a16="http://schemas.microsoft.com/office/drawing/2014/main" id="{05CB4675-C360-C927-8861-E7440CB86941}"/>
                  </a:ext>
                </a:extLst>
              </p:cNvPr>
              <p:cNvSpPr/>
              <p:nvPr/>
            </p:nvSpPr>
            <p:spPr>
              <a:xfrm>
                <a:off x="5322704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05" name="pg304">
                <a:extLst>
                  <a:ext uri="{FF2B5EF4-FFF2-40B4-BE49-F238E27FC236}">
                    <a16:creationId xmlns:a16="http://schemas.microsoft.com/office/drawing/2014/main" id="{94D5EEEA-6D19-D81B-18BF-912CD7A5682C}"/>
                  </a:ext>
                </a:extLst>
              </p:cNvPr>
              <p:cNvSpPr/>
              <p:nvPr/>
            </p:nvSpPr>
            <p:spPr>
              <a:xfrm>
                <a:off x="5334341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06" name="pg305">
                <a:extLst>
                  <a:ext uri="{FF2B5EF4-FFF2-40B4-BE49-F238E27FC236}">
                    <a16:creationId xmlns:a16="http://schemas.microsoft.com/office/drawing/2014/main" id="{3322853C-2DFE-D89F-8717-369EBBDE8B09}"/>
                  </a:ext>
                </a:extLst>
              </p:cNvPr>
              <p:cNvSpPr/>
              <p:nvPr/>
            </p:nvSpPr>
            <p:spPr>
              <a:xfrm>
                <a:off x="5345979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07" name="pg306">
                <a:extLst>
                  <a:ext uri="{FF2B5EF4-FFF2-40B4-BE49-F238E27FC236}">
                    <a16:creationId xmlns:a16="http://schemas.microsoft.com/office/drawing/2014/main" id="{D747FA97-04BF-DB06-9D17-2CE573C4CA46}"/>
                  </a:ext>
                </a:extLst>
              </p:cNvPr>
              <p:cNvSpPr/>
              <p:nvPr/>
            </p:nvSpPr>
            <p:spPr>
              <a:xfrm>
                <a:off x="5357616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08" name="pg307">
                <a:extLst>
                  <a:ext uri="{FF2B5EF4-FFF2-40B4-BE49-F238E27FC236}">
                    <a16:creationId xmlns:a16="http://schemas.microsoft.com/office/drawing/2014/main" id="{4BB6757B-07A6-830B-BD26-B42B414F53E7}"/>
                  </a:ext>
                </a:extLst>
              </p:cNvPr>
              <p:cNvSpPr/>
              <p:nvPr/>
            </p:nvSpPr>
            <p:spPr>
              <a:xfrm>
                <a:off x="5369253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09" name="pg308">
                <a:extLst>
                  <a:ext uri="{FF2B5EF4-FFF2-40B4-BE49-F238E27FC236}">
                    <a16:creationId xmlns:a16="http://schemas.microsoft.com/office/drawing/2014/main" id="{D44BC1FA-9E73-EC02-044E-2EDA3D09074D}"/>
                  </a:ext>
                </a:extLst>
              </p:cNvPr>
              <p:cNvSpPr/>
              <p:nvPr/>
            </p:nvSpPr>
            <p:spPr>
              <a:xfrm>
                <a:off x="5380891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10" name="pg309">
                <a:extLst>
                  <a:ext uri="{FF2B5EF4-FFF2-40B4-BE49-F238E27FC236}">
                    <a16:creationId xmlns:a16="http://schemas.microsoft.com/office/drawing/2014/main" id="{E7183BD5-5D3B-800C-CC4B-65EC2B0FC355}"/>
                  </a:ext>
                </a:extLst>
              </p:cNvPr>
              <p:cNvSpPr/>
              <p:nvPr/>
            </p:nvSpPr>
            <p:spPr>
              <a:xfrm>
                <a:off x="5392528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11" name="pg310">
                <a:extLst>
                  <a:ext uri="{FF2B5EF4-FFF2-40B4-BE49-F238E27FC236}">
                    <a16:creationId xmlns:a16="http://schemas.microsoft.com/office/drawing/2014/main" id="{A6FAB8B9-44F5-9B82-C805-5FA6CF311A54}"/>
                  </a:ext>
                </a:extLst>
              </p:cNvPr>
              <p:cNvSpPr/>
              <p:nvPr/>
            </p:nvSpPr>
            <p:spPr>
              <a:xfrm>
                <a:off x="5404165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12" name="pg311">
                <a:extLst>
                  <a:ext uri="{FF2B5EF4-FFF2-40B4-BE49-F238E27FC236}">
                    <a16:creationId xmlns:a16="http://schemas.microsoft.com/office/drawing/2014/main" id="{25671008-2DAD-6EC3-DFCE-8BAA727A7F39}"/>
                  </a:ext>
                </a:extLst>
              </p:cNvPr>
              <p:cNvSpPr/>
              <p:nvPr/>
            </p:nvSpPr>
            <p:spPr>
              <a:xfrm>
                <a:off x="5415803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13" name="pg312">
                <a:extLst>
                  <a:ext uri="{FF2B5EF4-FFF2-40B4-BE49-F238E27FC236}">
                    <a16:creationId xmlns:a16="http://schemas.microsoft.com/office/drawing/2014/main" id="{151B38E2-EF5F-5375-5C13-AD9E3B4DB9E2}"/>
                  </a:ext>
                </a:extLst>
              </p:cNvPr>
              <p:cNvSpPr/>
              <p:nvPr/>
            </p:nvSpPr>
            <p:spPr>
              <a:xfrm>
                <a:off x="6067493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14" name="pg313">
                <a:extLst>
                  <a:ext uri="{FF2B5EF4-FFF2-40B4-BE49-F238E27FC236}">
                    <a16:creationId xmlns:a16="http://schemas.microsoft.com/office/drawing/2014/main" id="{99198D91-C47E-45F4-CBED-64C0AE685136}"/>
                  </a:ext>
                </a:extLst>
              </p:cNvPr>
              <p:cNvSpPr/>
              <p:nvPr/>
            </p:nvSpPr>
            <p:spPr>
              <a:xfrm>
                <a:off x="6079130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15" name="pg314">
                <a:extLst>
                  <a:ext uri="{FF2B5EF4-FFF2-40B4-BE49-F238E27FC236}">
                    <a16:creationId xmlns:a16="http://schemas.microsoft.com/office/drawing/2014/main" id="{496E43B1-3085-378B-51F1-A24EA98F6AB2}"/>
                  </a:ext>
                </a:extLst>
              </p:cNvPr>
              <p:cNvSpPr/>
              <p:nvPr/>
            </p:nvSpPr>
            <p:spPr>
              <a:xfrm>
                <a:off x="6090768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16" name="pg315">
                <a:extLst>
                  <a:ext uri="{FF2B5EF4-FFF2-40B4-BE49-F238E27FC236}">
                    <a16:creationId xmlns:a16="http://schemas.microsoft.com/office/drawing/2014/main" id="{4751848F-8E9C-F53E-B4F8-E934E76F280A}"/>
                  </a:ext>
                </a:extLst>
              </p:cNvPr>
              <p:cNvSpPr/>
              <p:nvPr/>
            </p:nvSpPr>
            <p:spPr>
              <a:xfrm>
                <a:off x="6102405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17" name="pg316">
                <a:extLst>
                  <a:ext uri="{FF2B5EF4-FFF2-40B4-BE49-F238E27FC236}">
                    <a16:creationId xmlns:a16="http://schemas.microsoft.com/office/drawing/2014/main" id="{5E8C3629-74DE-40DD-6284-3F11F4A42988}"/>
                  </a:ext>
                </a:extLst>
              </p:cNvPr>
              <p:cNvSpPr/>
              <p:nvPr/>
            </p:nvSpPr>
            <p:spPr>
              <a:xfrm>
                <a:off x="6114042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18" name="pg317">
                <a:extLst>
                  <a:ext uri="{FF2B5EF4-FFF2-40B4-BE49-F238E27FC236}">
                    <a16:creationId xmlns:a16="http://schemas.microsoft.com/office/drawing/2014/main" id="{FC530017-CD85-DE14-F7F8-A6E44A6E33EB}"/>
                  </a:ext>
                </a:extLst>
              </p:cNvPr>
              <p:cNvSpPr/>
              <p:nvPr/>
            </p:nvSpPr>
            <p:spPr>
              <a:xfrm>
                <a:off x="6125680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6FA0">
                  <a:alpha val="100000"/>
                </a:srgbClr>
              </a:solidFill>
              <a:ln w="5420" cap="flat">
                <a:solidFill>
                  <a:srgbClr val="3B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19" name="pg318">
                <a:extLst>
                  <a:ext uri="{FF2B5EF4-FFF2-40B4-BE49-F238E27FC236}">
                    <a16:creationId xmlns:a16="http://schemas.microsoft.com/office/drawing/2014/main" id="{705D42D2-38F2-5BDD-F86B-73053FA9E8F6}"/>
                  </a:ext>
                </a:extLst>
              </p:cNvPr>
              <p:cNvSpPr/>
              <p:nvPr/>
            </p:nvSpPr>
            <p:spPr>
              <a:xfrm>
                <a:off x="6137317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20" name="pg319">
                <a:extLst>
                  <a:ext uri="{FF2B5EF4-FFF2-40B4-BE49-F238E27FC236}">
                    <a16:creationId xmlns:a16="http://schemas.microsoft.com/office/drawing/2014/main" id="{7716749F-FC51-7FC7-CC44-968B818BB7C6}"/>
                  </a:ext>
                </a:extLst>
              </p:cNvPr>
              <p:cNvSpPr/>
              <p:nvPr/>
            </p:nvSpPr>
            <p:spPr>
              <a:xfrm>
                <a:off x="6148954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21" name="pg320">
                <a:extLst>
                  <a:ext uri="{FF2B5EF4-FFF2-40B4-BE49-F238E27FC236}">
                    <a16:creationId xmlns:a16="http://schemas.microsoft.com/office/drawing/2014/main" id="{81ACBB7A-45E2-5D21-21B4-257B125EE15C}"/>
                  </a:ext>
                </a:extLst>
              </p:cNvPr>
              <p:cNvSpPr/>
              <p:nvPr/>
            </p:nvSpPr>
            <p:spPr>
              <a:xfrm>
                <a:off x="6160592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22" name="pg321">
                <a:extLst>
                  <a:ext uri="{FF2B5EF4-FFF2-40B4-BE49-F238E27FC236}">
                    <a16:creationId xmlns:a16="http://schemas.microsoft.com/office/drawing/2014/main" id="{FAF46AE9-8650-B1B9-D328-BE26A15F0B3F}"/>
                  </a:ext>
                </a:extLst>
              </p:cNvPr>
              <p:cNvSpPr/>
              <p:nvPr/>
            </p:nvSpPr>
            <p:spPr>
              <a:xfrm>
                <a:off x="6172229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23" name="pg322">
                <a:extLst>
                  <a:ext uri="{FF2B5EF4-FFF2-40B4-BE49-F238E27FC236}">
                    <a16:creationId xmlns:a16="http://schemas.microsoft.com/office/drawing/2014/main" id="{85B386DF-AA2B-A43B-8815-9D3421257DA2}"/>
                  </a:ext>
                </a:extLst>
              </p:cNvPr>
              <p:cNvSpPr/>
              <p:nvPr/>
            </p:nvSpPr>
            <p:spPr>
              <a:xfrm>
                <a:off x="6183866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24" name="pg323">
                <a:extLst>
                  <a:ext uri="{FF2B5EF4-FFF2-40B4-BE49-F238E27FC236}">
                    <a16:creationId xmlns:a16="http://schemas.microsoft.com/office/drawing/2014/main" id="{4254962B-59DE-6EA3-00EE-3747A92BB502}"/>
                  </a:ext>
                </a:extLst>
              </p:cNvPr>
              <p:cNvSpPr/>
              <p:nvPr/>
            </p:nvSpPr>
            <p:spPr>
              <a:xfrm>
                <a:off x="6195504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25" name="pg324">
                <a:extLst>
                  <a:ext uri="{FF2B5EF4-FFF2-40B4-BE49-F238E27FC236}">
                    <a16:creationId xmlns:a16="http://schemas.microsoft.com/office/drawing/2014/main" id="{95E19348-04E7-C881-2F8B-FA7E6DCA61EB}"/>
                  </a:ext>
                </a:extLst>
              </p:cNvPr>
              <p:cNvSpPr/>
              <p:nvPr/>
            </p:nvSpPr>
            <p:spPr>
              <a:xfrm>
                <a:off x="6207141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26" name="pg325">
                <a:extLst>
                  <a:ext uri="{FF2B5EF4-FFF2-40B4-BE49-F238E27FC236}">
                    <a16:creationId xmlns:a16="http://schemas.microsoft.com/office/drawing/2014/main" id="{39F8DB66-FA8F-CB66-A65D-BB1B5F91AA9B}"/>
                  </a:ext>
                </a:extLst>
              </p:cNvPr>
              <p:cNvSpPr/>
              <p:nvPr/>
            </p:nvSpPr>
            <p:spPr>
              <a:xfrm>
                <a:off x="6218778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27" name="pg326">
                <a:extLst>
                  <a:ext uri="{FF2B5EF4-FFF2-40B4-BE49-F238E27FC236}">
                    <a16:creationId xmlns:a16="http://schemas.microsoft.com/office/drawing/2014/main" id="{6528F391-8B26-C565-5339-27BD37AFA60C}"/>
                  </a:ext>
                </a:extLst>
              </p:cNvPr>
              <p:cNvSpPr/>
              <p:nvPr/>
            </p:nvSpPr>
            <p:spPr>
              <a:xfrm>
                <a:off x="6230416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28" name="pg327">
                <a:extLst>
                  <a:ext uri="{FF2B5EF4-FFF2-40B4-BE49-F238E27FC236}">
                    <a16:creationId xmlns:a16="http://schemas.microsoft.com/office/drawing/2014/main" id="{BEC710A3-18F0-A286-361E-328C803166E5}"/>
                  </a:ext>
                </a:extLst>
              </p:cNvPr>
              <p:cNvSpPr/>
              <p:nvPr/>
            </p:nvSpPr>
            <p:spPr>
              <a:xfrm>
                <a:off x="6242053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29" name="pg328">
                <a:extLst>
                  <a:ext uri="{FF2B5EF4-FFF2-40B4-BE49-F238E27FC236}">
                    <a16:creationId xmlns:a16="http://schemas.microsoft.com/office/drawing/2014/main" id="{B585EA6B-1635-C21B-C45B-EB1CEA8692C0}"/>
                  </a:ext>
                </a:extLst>
              </p:cNvPr>
              <p:cNvSpPr/>
              <p:nvPr/>
            </p:nvSpPr>
            <p:spPr>
              <a:xfrm>
                <a:off x="6253690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30" name="pg329">
                <a:extLst>
                  <a:ext uri="{FF2B5EF4-FFF2-40B4-BE49-F238E27FC236}">
                    <a16:creationId xmlns:a16="http://schemas.microsoft.com/office/drawing/2014/main" id="{D9D3E6BA-D8D2-45A9-3327-179A87F4C523}"/>
                  </a:ext>
                </a:extLst>
              </p:cNvPr>
              <p:cNvSpPr/>
              <p:nvPr/>
            </p:nvSpPr>
            <p:spPr>
              <a:xfrm>
                <a:off x="6265328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31" name="pg330">
                <a:extLst>
                  <a:ext uri="{FF2B5EF4-FFF2-40B4-BE49-F238E27FC236}">
                    <a16:creationId xmlns:a16="http://schemas.microsoft.com/office/drawing/2014/main" id="{1B7E0522-4FC1-24FD-0785-FB7FC0A6D0C8}"/>
                  </a:ext>
                </a:extLst>
              </p:cNvPr>
              <p:cNvSpPr/>
              <p:nvPr/>
            </p:nvSpPr>
            <p:spPr>
              <a:xfrm>
                <a:off x="6276965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32" name="pg331">
                <a:extLst>
                  <a:ext uri="{FF2B5EF4-FFF2-40B4-BE49-F238E27FC236}">
                    <a16:creationId xmlns:a16="http://schemas.microsoft.com/office/drawing/2014/main" id="{8C8D170A-6FC3-956E-37FE-3F7E02EBE7B6}"/>
                  </a:ext>
                </a:extLst>
              </p:cNvPr>
              <p:cNvSpPr/>
              <p:nvPr/>
            </p:nvSpPr>
            <p:spPr>
              <a:xfrm>
                <a:off x="6288602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33" name="pg332">
                <a:extLst>
                  <a:ext uri="{FF2B5EF4-FFF2-40B4-BE49-F238E27FC236}">
                    <a16:creationId xmlns:a16="http://schemas.microsoft.com/office/drawing/2014/main" id="{8622B16C-F8E9-27B9-1ED9-EBA91064D5BA}"/>
                  </a:ext>
                </a:extLst>
              </p:cNvPr>
              <p:cNvSpPr/>
              <p:nvPr/>
            </p:nvSpPr>
            <p:spPr>
              <a:xfrm>
                <a:off x="6300240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34" name="pg333">
                <a:extLst>
                  <a:ext uri="{FF2B5EF4-FFF2-40B4-BE49-F238E27FC236}">
                    <a16:creationId xmlns:a16="http://schemas.microsoft.com/office/drawing/2014/main" id="{B2901C54-D9F2-E73D-DCD5-CBE0C57FE411}"/>
                  </a:ext>
                </a:extLst>
              </p:cNvPr>
              <p:cNvSpPr/>
              <p:nvPr/>
            </p:nvSpPr>
            <p:spPr>
              <a:xfrm>
                <a:off x="6311877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35" name="pg334">
                <a:extLst>
                  <a:ext uri="{FF2B5EF4-FFF2-40B4-BE49-F238E27FC236}">
                    <a16:creationId xmlns:a16="http://schemas.microsoft.com/office/drawing/2014/main" id="{9FBF5BD8-0D38-3BBB-50AB-3C88DC558271}"/>
                  </a:ext>
                </a:extLst>
              </p:cNvPr>
              <p:cNvSpPr/>
              <p:nvPr/>
            </p:nvSpPr>
            <p:spPr>
              <a:xfrm>
                <a:off x="6323514" y="27650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36" name="pg335">
                <a:extLst>
                  <a:ext uri="{FF2B5EF4-FFF2-40B4-BE49-F238E27FC236}">
                    <a16:creationId xmlns:a16="http://schemas.microsoft.com/office/drawing/2014/main" id="{C539F95F-0E80-31BD-C9FF-9CCCC84FC27B}"/>
                  </a:ext>
                </a:extLst>
              </p:cNvPr>
              <p:cNvSpPr/>
              <p:nvPr/>
            </p:nvSpPr>
            <p:spPr>
              <a:xfrm>
                <a:off x="5264517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37" name="pg336">
                <a:extLst>
                  <a:ext uri="{FF2B5EF4-FFF2-40B4-BE49-F238E27FC236}">
                    <a16:creationId xmlns:a16="http://schemas.microsoft.com/office/drawing/2014/main" id="{FE712A65-A1E6-8262-F0F4-6EF2AFB0A090}"/>
                  </a:ext>
                </a:extLst>
              </p:cNvPr>
              <p:cNvSpPr/>
              <p:nvPr/>
            </p:nvSpPr>
            <p:spPr>
              <a:xfrm>
                <a:off x="5276155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38" name="pg337">
                <a:extLst>
                  <a:ext uri="{FF2B5EF4-FFF2-40B4-BE49-F238E27FC236}">
                    <a16:creationId xmlns:a16="http://schemas.microsoft.com/office/drawing/2014/main" id="{800A6CC4-D4D9-190E-10F5-5096EEC81A04}"/>
                  </a:ext>
                </a:extLst>
              </p:cNvPr>
              <p:cNvSpPr/>
              <p:nvPr/>
            </p:nvSpPr>
            <p:spPr>
              <a:xfrm>
                <a:off x="5287792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39" name="pg338">
                <a:extLst>
                  <a:ext uri="{FF2B5EF4-FFF2-40B4-BE49-F238E27FC236}">
                    <a16:creationId xmlns:a16="http://schemas.microsoft.com/office/drawing/2014/main" id="{B85AD74B-4F97-60AA-6195-BD56D44E14DD}"/>
                  </a:ext>
                </a:extLst>
              </p:cNvPr>
              <p:cNvSpPr/>
              <p:nvPr/>
            </p:nvSpPr>
            <p:spPr>
              <a:xfrm>
                <a:off x="5299429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40" name="pg339">
                <a:extLst>
                  <a:ext uri="{FF2B5EF4-FFF2-40B4-BE49-F238E27FC236}">
                    <a16:creationId xmlns:a16="http://schemas.microsoft.com/office/drawing/2014/main" id="{3FAAC521-CCFA-11AB-2584-715C33B8F892}"/>
                  </a:ext>
                </a:extLst>
              </p:cNvPr>
              <p:cNvSpPr/>
              <p:nvPr/>
            </p:nvSpPr>
            <p:spPr>
              <a:xfrm>
                <a:off x="5311067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41" name="pg340">
                <a:extLst>
                  <a:ext uri="{FF2B5EF4-FFF2-40B4-BE49-F238E27FC236}">
                    <a16:creationId xmlns:a16="http://schemas.microsoft.com/office/drawing/2014/main" id="{7E1F87FB-84E3-3AE9-57A5-BB1C34F6A6B9}"/>
                  </a:ext>
                </a:extLst>
              </p:cNvPr>
              <p:cNvSpPr/>
              <p:nvPr/>
            </p:nvSpPr>
            <p:spPr>
              <a:xfrm>
                <a:off x="5322704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42" name="pg341">
                <a:extLst>
                  <a:ext uri="{FF2B5EF4-FFF2-40B4-BE49-F238E27FC236}">
                    <a16:creationId xmlns:a16="http://schemas.microsoft.com/office/drawing/2014/main" id="{4361E7FB-5137-7C88-7812-A37AE9DBFABB}"/>
                  </a:ext>
                </a:extLst>
              </p:cNvPr>
              <p:cNvSpPr/>
              <p:nvPr/>
            </p:nvSpPr>
            <p:spPr>
              <a:xfrm>
                <a:off x="5334341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43" name="pg342">
                <a:extLst>
                  <a:ext uri="{FF2B5EF4-FFF2-40B4-BE49-F238E27FC236}">
                    <a16:creationId xmlns:a16="http://schemas.microsoft.com/office/drawing/2014/main" id="{736473F5-7CDB-A3C8-BD37-84A425DE3B3A}"/>
                  </a:ext>
                </a:extLst>
              </p:cNvPr>
              <p:cNvSpPr/>
              <p:nvPr/>
            </p:nvSpPr>
            <p:spPr>
              <a:xfrm>
                <a:off x="5345979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44" name="pg343">
                <a:extLst>
                  <a:ext uri="{FF2B5EF4-FFF2-40B4-BE49-F238E27FC236}">
                    <a16:creationId xmlns:a16="http://schemas.microsoft.com/office/drawing/2014/main" id="{7ABFF867-8912-94DC-2708-DB2C08EB004A}"/>
                  </a:ext>
                </a:extLst>
              </p:cNvPr>
              <p:cNvSpPr/>
              <p:nvPr/>
            </p:nvSpPr>
            <p:spPr>
              <a:xfrm>
                <a:off x="5357616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45" name="pg344">
                <a:extLst>
                  <a:ext uri="{FF2B5EF4-FFF2-40B4-BE49-F238E27FC236}">
                    <a16:creationId xmlns:a16="http://schemas.microsoft.com/office/drawing/2014/main" id="{BFA1E887-B48C-8370-240C-477B7F448C1E}"/>
                  </a:ext>
                </a:extLst>
              </p:cNvPr>
              <p:cNvSpPr/>
              <p:nvPr/>
            </p:nvSpPr>
            <p:spPr>
              <a:xfrm>
                <a:off x="5369253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46" name="pg345">
                <a:extLst>
                  <a:ext uri="{FF2B5EF4-FFF2-40B4-BE49-F238E27FC236}">
                    <a16:creationId xmlns:a16="http://schemas.microsoft.com/office/drawing/2014/main" id="{41F498D6-46CC-53FA-8BAB-BDCA2A02330F}"/>
                  </a:ext>
                </a:extLst>
              </p:cNvPr>
              <p:cNvSpPr/>
              <p:nvPr/>
            </p:nvSpPr>
            <p:spPr>
              <a:xfrm>
                <a:off x="5380891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47" name="pg346">
                <a:extLst>
                  <a:ext uri="{FF2B5EF4-FFF2-40B4-BE49-F238E27FC236}">
                    <a16:creationId xmlns:a16="http://schemas.microsoft.com/office/drawing/2014/main" id="{AA601E0C-A88C-4126-47DB-96FA489A20CD}"/>
                  </a:ext>
                </a:extLst>
              </p:cNvPr>
              <p:cNvSpPr/>
              <p:nvPr/>
            </p:nvSpPr>
            <p:spPr>
              <a:xfrm>
                <a:off x="6067493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48" name="pg347">
                <a:extLst>
                  <a:ext uri="{FF2B5EF4-FFF2-40B4-BE49-F238E27FC236}">
                    <a16:creationId xmlns:a16="http://schemas.microsoft.com/office/drawing/2014/main" id="{4FE17634-F978-CE68-623E-6720B4A08772}"/>
                  </a:ext>
                </a:extLst>
              </p:cNvPr>
              <p:cNvSpPr/>
              <p:nvPr/>
            </p:nvSpPr>
            <p:spPr>
              <a:xfrm>
                <a:off x="6079130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49" name="pg348">
                <a:extLst>
                  <a:ext uri="{FF2B5EF4-FFF2-40B4-BE49-F238E27FC236}">
                    <a16:creationId xmlns:a16="http://schemas.microsoft.com/office/drawing/2014/main" id="{24D47DB6-234C-F6C3-84F3-A621E1D52031}"/>
                  </a:ext>
                </a:extLst>
              </p:cNvPr>
              <p:cNvSpPr/>
              <p:nvPr/>
            </p:nvSpPr>
            <p:spPr>
              <a:xfrm>
                <a:off x="6090768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50" name="pg349">
                <a:extLst>
                  <a:ext uri="{FF2B5EF4-FFF2-40B4-BE49-F238E27FC236}">
                    <a16:creationId xmlns:a16="http://schemas.microsoft.com/office/drawing/2014/main" id="{2C8F0F03-F9D6-1D2A-76CA-3C4CDA5D8473}"/>
                  </a:ext>
                </a:extLst>
              </p:cNvPr>
              <p:cNvSpPr/>
              <p:nvPr/>
            </p:nvSpPr>
            <p:spPr>
              <a:xfrm>
                <a:off x="6102405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51" name="pg350">
                <a:extLst>
                  <a:ext uri="{FF2B5EF4-FFF2-40B4-BE49-F238E27FC236}">
                    <a16:creationId xmlns:a16="http://schemas.microsoft.com/office/drawing/2014/main" id="{61E9E62C-71BA-64E7-8691-59B5C29CD2FC}"/>
                  </a:ext>
                </a:extLst>
              </p:cNvPr>
              <p:cNvSpPr/>
              <p:nvPr/>
            </p:nvSpPr>
            <p:spPr>
              <a:xfrm>
                <a:off x="6114042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52" name="pg351">
                <a:extLst>
                  <a:ext uri="{FF2B5EF4-FFF2-40B4-BE49-F238E27FC236}">
                    <a16:creationId xmlns:a16="http://schemas.microsoft.com/office/drawing/2014/main" id="{BC25C11B-58BA-F1F3-79BC-410775DA0D88}"/>
                  </a:ext>
                </a:extLst>
              </p:cNvPr>
              <p:cNvSpPr/>
              <p:nvPr/>
            </p:nvSpPr>
            <p:spPr>
              <a:xfrm>
                <a:off x="6125680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53" name="pg352">
                <a:extLst>
                  <a:ext uri="{FF2B5EF4-FFF2-40B4-BE49-F238E27FC236}">
                    <a16:creationId xmlns:a16="http://schemas.microsoft.com/office/drawing/2014/main" id="{F0A91116-FA6C-6000-8B03-B613B7450793}"/>
                  </a:ext>
                </a:extLst>
              </p:cNvPr>
              <p:cNvSpPr/>
              <p:nvPr/>
            </p:nvSpPr>
            <p:spPr>
              <a:xfrm>
                <a:off x="6137317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54" name="pg353">
                <a:extLst>
                  <a:ext uri="{FF2B5EF4-FFF2-40B4-BE49-F238E27FC236}">
                    <a16:creationId xmlns:a16="http://schemas.microsoft.com/office/drawing/2014/main" id="{2E7B8D5B-BB38-B555-5DE4-268564D8221E}"/>
                  </a:ext>
                </a:extLst>
              </p:cNvPr>
              <p:cNvSpPr/>
              <p:nvPr/>
            </p:nvSpPr>
            <p:spPr>
              <a:xfrm>
                <a:off x="6148954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55" name="pg354">
                <a:extLst>
                  <a:ext uri="{FF2B5EF4-FFF2-40B4-BE49-F238E27FC236}">
                    <a16:creationId xmlns:a16="http://schemas.microsoft.com/office/drawing/2014/main" id="{E188F267-1AF3-43C0-1955-50B86B16C95F}"/>
                  </a:ext>
                </a:extLst>
              </p:cNvPr>
              <p:cNvSpPr/>
              <p:nvPr/>
            </p:nvSpPr>
            <p:spPr>
              <a:xfrm>
                <a:off x="6160592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56" name="pg355">
                <a:extLst>
                  <a:ext uri="{FF2B5EF4-FFF2-40B4-BE49-F238E27FC236}">
                    <a16:creationId xmlns:a16="http://schemas.microsoft.com/office/drawing/2014/main" id="{45995D90-A356-D83B-00C5-CE5BE9B079EB}"/>
                  </a:ext>
                </a:extLst>
              </p:cNvPr>
              <p:cNvSpPr/>
              <p:nvPr/>
            </p:nvSpPr>
            <p:spPr>
              <a:xfrm>
                <a:off x="6172229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57" name="pg356">
                <a:extLst>
                  <a:ext uri="{FF2B5EF4-FFF2-40B4-BE49-F238E27FC236}">
                    <a16:creationId xmlns:a16="http://schemas.microsoft.com/office/drawing/2014/main" id="{3DF6FCE0-45DF-1EB7-9DFE-631634AAA17F}"/>
                  </a:ext>
                </a:extLst>
              </p:cNvPr>
              <p:cNvSpPr/>
              <p:nvPr/>
            </p:nvSpPr>
            <p:spPr>
              <a:xfrm>
                <a:off x="6183866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58" name="pg357">
                <a:extLst>
                  <a:ext uri="{FF2B5EF4-FFF2-40B4-BE49-F238E27FC236}">
                    <a16:creationId xmlns:a16="http://schemas.microsoft.com/office/drawing/2014/main" id="{2016C3B3-F819-F4A8-36E5-C79E24826775}"/>
                  </a:ext>
                </a:extLst>
              </p:cNvPr>
              <p:cNvSpPr/>
              <p:nvPr/>
            </p:nvSpPr>
            <p:spPr>
              <a:xfrm>
                <a:off x="6195504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59" name="pg358">
                <a:extLst>
                  <a:ext uri="{FF2B5EF4-FFF2-40B4-BE49-F238E27FC236}">
                    <a16:creationId xmlns:a16="http://schemas.microsoft.com/office/drawing/2014/main" id="{8FFE2465-D2B2-A24E-7C75-60366E2B6038}"/>
                  </a:ext>
                </a:extLst>
              </p:cNvPr>
              <p:cNvSpPr/>
              <p:nvPr/>
            </p:nvSpPr>
            <p:spPr>
              <a:xfrm>
                <a:off x="6207141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60" name="pg359">
                <a:extLst>
                  <a:ext uri="{FF2B5EF4-FFF2-40B4-BE49-F238E27FC236}">
                    <a16:creationId xmlns:a16="http://schemas.microsoft.com/office/drawing/2014/main" id="{3416D68A-276D-A810-C6F7-E31D5187CFA2}"/>
                  </a:ext>
                </a:extLst>
              </p:cNvPr>
              <p:cNvSpPr/>
              <p:nvPr/>
            </p:nvSpPr>
            <p:spPr>
              <a:xfrm>
                <a:off x="6218778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61" name="pg360">
                <a:extLst>
                  <a:ext uri="{FF2B5EF4-FFF2-40B4-BE49-F238E27FC236}">
                    <a16:creationId xmlns:a16="http://schemas.microsoft.com/office/drawing/2014/main" id="{3D7E8335-BBD8-3813-B1F3-C426D09E0BAC}"/>
                  </a:ext>
                </a:extLst>
              </p:cNvPr>
              <p:cNvSpPr/>
              <p:nvPr/>
            </p:nvSpPr>
            <p:spPr>
              <a:xfrm>
                <a:off x="6230416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62" name="pg361">
                <a:extLst>
                  <a:ext uri="{FF2B5EF4-FFF2-40B4-BE49-F238E27FC236}">
                    <a16:creationId xmlns:a16="http://schemas.microsoft.com/office/drawing/2014/main" id="{1124B957-3FC4-51CD-5BD9-76887119A82C}"/>
                  </a:ext>
                </a:extLst>
              </p:cNvPr>
              <p:cNvSpPr/>
              <p:nvPr/>
            </p:nvSpPr>
            <p:spPr>
              <a:xfrm>
                <a:off x="6242053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63" name="pg362">
                <a:extLst>
                  <a:ext uri="{FF2B5EF4-FFF2-40B4-BE49-F238E27FC236}">
                    <a16:creationId xmlns:a16="http://schemas.microsoft.com/office/drawing/2014/main" id="{8A4A13F6-705A-8012-1228-EE3DE6AB05B8}"/>
                  </a:ext>
                </a:extLst>
              </p:cNvPr>
              <p:cNvSpPr/>
              <p:nvPr/>
            </p:nvSpPr>
            <p:spPr>
              <a:xfrm>
                <a:off x="6253690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64" name="pg363">
                <a:extLst>
                  <a:ext uri="{FF2B5EF4-FFF2-40B4-BE49-F238E27FC236}">
                    <a16:creationId xmlns:a16="http://schemas.microsoft.com/office/drawing/2014/main" id="{56103860-C572-00FB-7F45-BC5FEAFE9894}"/>
                  </a:ext>
                </a:extLst>
              </p:cNvPr>
              <p:cNvSpPr/>
              <p:nvPr/>
            </p:nvSpPr>
            <p:spPr>
              <a:xfrm>
                <a:off x="6265328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65" name="pg364">
                <a:extLst>
                  <a:ext uri="{FF2B5EF4-FFF2-40B4-BE49-F238E27FC236}">
                    <a16:creationId xmlns:a16="http://schemas.microsoft.com/office/drawing/2014/main" id="{200AB639-F332-1085-C528-A44833B3E418}"/>
                  </a:ext>
                </a:extLst>
              </p:cNvPr>
              <p:cNvSpPr/>
              <p:nvPr/>
            </p:nvSpPr>
            <p:spPr>
              <a:xfrm>
                <a:off x="6276965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66" name="pg365">
                <a:extLst>
                  <a:ext uri="{FF2B5EF4-FFF2-40B4-BE49-F238E27FC236}">
                    <a16:creationId xmlns:a16="http://schemas.microsoft.com/office/drawing/2014/main" id="{D8EE1E27-9E0C-0FB8-070E-CDE73D30B7BF}"/>
                  </a:ext>
                </a:extLst>
              </p:cNvPr>
              <p:cNvSpPr/>
              <p:nvPr/>
            </p:nvSpPr>
            <p:spPr>
              <a:xfrm>
                <a:off x="6288602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67" name="pg366">
                <a:extLst>
                  <a:ext uri="{FF2B5EF4-FFF2-40B4-BE49-F238E27FC236}">
                    <a16:creationId xmlns:a16="http://schemas.microsoft.com/office/drawing/2014/main" id="{4A3EA784-C908-E95F-0FD2-4E3509F80E4E}"/>
                  </a:ext>
                </a:extLst>
              </p:cNvPr>
              <p:cNvSpPr/>
              <p:nvPr/>
            </p:nvSpPr>
            <p:spPr>
              <a:xfrm>
                <a:off x="6300240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68" name="pg367">
                <a:extLst>
                  <a:ext uri="{FF2B5EF4-FFF2-40B4-BE49-F238E27FC236}">
                    <a16:creationId xmlns:a16="http://schemas.microsoft.com/office/drawing/2014/main" id="{9D00E8C9-AF79-2DDD-664C-A9B4E4EDA1AF}"/>
                  </a:ext>
                </a:extLst>
              </p:cNvPr>
              <p:cNvSpPr/>
              <p:nvPr/>
            </p:nvSpPr>
            <p:spPr>
              <a:xfrm>
                <a:off x="6311877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69" name="pg368">
                <a:extLst>
                  <a:ext uri="{FF2B5EF4-FFF2-40B4-BE49-F238E27FC236}">
                    <a16:creationId xmlns:a16="http://schemas.microsoft.com/office/drawing/2014/main" id="{D5674E19-8BFE-95D1-DE60-C71FFAD820DE}"/>
                  </a:ext>
                </a:extLst>
              </p:cNvPr>
              <p:cNvSpPr/>
              <p:nvPr/>
            </p:nvSpPr>
            <p:spPr>
              <a:xfrm>
                <a:off x="6323514" y="27793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70" name="pg369">
                <a:extLst>
                  <a:ext uri="{FF2B5EF4-FFF2-40B4-BE49-F238E27FC236}">
                    <a16:creationId xmlns:a16="http://schemas.microsoft.com/office/drawing/2014/main" id="{326CB3A8-E181-2593-2274-E77B2231F6AC}"/>
                  </a:ext>
                </a:extLst>
              </p:cNvPr>
              <p:cNvSpPr/>
              <p:nvPr/>
            </p:nvSpPr>
            <p:spPr>
              <a:xfrm>
                <a:off x="5264517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71" name="pg370">
                <a:extLst>
                  <a:ext uri="{FF2B5EF4-FFF2-40B4-BE49-F238E27FC236}">
                    <a16:creationId xmlns:a16="http://schemas.microsoft.com/office/drawing/2014/main" id="{1F179BAC-2C08-5E10-DBC1-18A1F97F7AE0}"/>
                  </a:ext>
                </a:extLst>
              </p:cNvPr>
              <p:cNvSpPr/>
              <p:nvPr/>
            </p:nvSpPr>
            <p:spPr>
              <a:xfrm>
                <a:off x="5276155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72" name="pg371">
                <a:extLst>
                  <a:ext uri="{FF2B5EF4-FFF2-40B4-BE49-F238E27FC236}">
                    <a16:creationId xmlns:a16="http://schemas.microsoft.com/office/drawing/2014/main" id="{F3416C14-701B-B1CE-2B4F-F28A3DC50795}"/>
                  </a:ext>
                </a:extLst>
              </p:cNvPr>
              <p:cNvSpPr/>
              <p:nvPr/>
            </p:nvSpPr>
            <p:spPr>
              <a:xfrm>
                <a:off x="528779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73" name="pg372">
                <a:extLst>
                  <a:ext uri="{FF2B5EF4-FFF2-40B4-BE49-F238E27FC236}">
                    <a16:creationId xmlns:a16="http://schemas.microsoft.com/office/drawing/2014/main" id="{A52C3063-615D-27BB-88EA-8FE1F29B91FF}"/>
                  </a:ext>
                </a:extLst>
              </p:cNvPr>
              <p:cNvSpPr/>
              <p:nvPr/>
            </p:nvSpPr>
            <p:spPr>
              <a:xfrm>
                <a:off x="5299429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74" name="pg373">
                <a:extLst>
                  <a:ext uri="{FF2B5EF4-FFF2-40B4-BE49-F238E27FC236}">
                    <a16:creationId xmlns:a16="http://schemas.microsoft.com/office/drawing/2014/main" id="{A57BC147-005F-6EFB-656E-B3E721706E6D}"/>
                  </a:ext>
                </a:extLst>
              </p:cNvPr>
              <p:cNvSpPr/>
              <p:nvPr/>
            </p:nvSpPr>
            <p:spPr>
              <a:xfrm>
                <a:off x="5311067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75" name="pg374">
                <a:extLst>
                  <a:ext uri="{FF2B5EF4-FFF2-40B4-BE49-F238E27FC236}">
                    <a16:creationId xmlns:a16="http://schemas.microsoft.com/office/drawing/2014/main" id="{AA297E42-A912-4221-1D7F-732C35101878}"/>
                  </a:ext>
                </a:extLst>
              </p:cNvPr>
              <p:cNvSpPr/>
              <p:nvPr/>
            </p:nvSpPr>
            <p:spPr>
              <a:xfrm>
                <a:off x="5322704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76" name="pg375">
                <a:extLst>
                  <a:ext uri="{FF2B5EF4-FFF2-40B4-BE49-F238E27FC236}">
                    <a16:creationId xmlns:a16="http://schemas.microsoft.com/office/drawing/2014/main" id="{49409D27-C719-35C1-E349-90E4522D6DA1}"/>
                  </a:ext>
                </a:extLst>
              </p:cNvPr>
              <p:cNvSpPr/>
              <p:nvPr/>
            </p:nvSpPr>
            <p:spPr>
              <a:xfrm>
                <a:off x="5334341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77" name="pg376">
                <a:extLst>
                  <a:ext uri="{FF2B5EF4-FFF2-40B4-BE49-F238E27FC236}">
                    <a16:creationId xmlns:a16="http://schemas.microsoft.com/office/drawing/2014/main" id="{8A587DC5-11E6-C8E5-FD4A-3DB2CBBD2792}"/>
                  </a:ext>
                </a:extLst>
              </p:cNvPr>
              <p:cNvSpPr/>
              <p:nvPr/>
            </p:nvSpPr>
            <p:spPr>
              <a:xfrm>
                <a:off x="5345979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78" name="pg377">
                <a:extLst>
                  <a:ext uri="{FF2B5EF4-FFF2-40B4-BE49-F238E27FC236}">
                    <a16:creationId xmlns:a16="http://schemas.microsoft.com/office/drawing/2014/main" id="{1C8B4DE9-F2BB-05BC-77ED-ADF74C389BD1}"/>
                  </a:ext>
                </a:extLst>
              </p:cNvPr>
              <p:cNvSpPr/>
              <p:nvPr/>
            </p:nvSpPr>
            <p:spPr>
              <a:xfrm>
                <a:off x="5357616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79" name="pg378">
                <a:extLst>
                  <a:ext uri="{FF2B5EF4-FFF2-40B4-BE49-F238E27FC236}">
                    <a16:creationId xmlns:a16="http://schemas.microsoft.com/office/drawing/2014/main" id="{FAF1CBC2-0F53-A25E-D557-6F9FD94CA8EE}"/>
                  </a:ext>
                </a:extLst>
              </p:cNvPr>
              <p:cNvSpPr/>
              <p:nvPr/>
            </p:nvSpPr>
            <p:spPr>
              <a:xfrm>
                <a:off x="6067493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80" name="pg379">
                <a:extLst>
                  <a:ext uri="{FF2B5EF4-FFF2-40B4-BE49-F238E27FC236}">
                    <a16:creationId xmlns:a16="http://schemas.microsoft.com/office/drawing/2014/main" id="{A9D114A9-E9E7-32CC-E012-B08F113F72DA}"/>
                  </a:ext>
                </a:extLst>
              </p:cNvPr>
              <p:cNvSpPr/>
              <p:nvPr/>
            </p:nvSpPr>
            <p:spPr>
              <a:xfrm>
                <a:off x="6079130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81" name="pg380">
                <a:extLst>
                  <a:ext uri="{FF2B5EF4-FFF2-40B4-BE49-F238E27FC236}">
                    <a16:creationId xmlns:a16="http://schemas.microsoft.com/office/drawing/2014/main" id="{14547493-9E02-BBBC-3F0C-9ADF34200C56}"/>
                  </a:ext>
                </a:extLst>
              </p:cNvPr>
              <p:cNvSpPr/>
              <p:nvPr/>
            </p:nvSpPr>
            <p:spPr>
              <a:xfrm>
                <a:off x="6090768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82" name="pg381">
                <a:extLst>
                  <a:ext uri="{FF2B5EF4-FFF2-40B4-BE49-F238E27FC236}">
                    <a16:creationId xmlns:a16="http://schemas.microsoft.com/office/drawing/2014/main" id="{449019EC-5412-2FF9-387E-D94DDE3E3F20}"/>
                  </a:ext>
                </a:extLst>
              </p:cNvPr>
              <p:cNvSpPr/>
              <p:nvPr/>
            </p:nvSpPr>
            <p:spPr>
              <a:xfrm>
                <a:off x="6102405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83" name="pg382">
                <a:extLst>
                  <a:ext uri="{FF2B5EF4-FFF2-40B4-BE49-F238E27FC236}">
                    <a16:creationId xmlns:a16="http://schemas.microsoft.com/office/drawing/2014/main" id="{AE8B50EB-3DE5-2465-1BC2-A84313E38DBE}"/>
                  </a:ext>
                </a:extLst>
              </p:cNvPr>
              <p:cNvSpPr/>
              <p:nvPr/>
            </p:nvSpPr>
            <p:spPr>
              <a:xfrm>
                <a:off x="611404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84" name="pg383">
                <a:extLst>
                  <a:ext uri="{FF2B5EF4-FFF2-40B4-BE49-F238E27FC236}">
                    <a16:creationId xmlns:a16="http://schemas.microsoft.com/office/drawing/2014/main" id="{E66B6C92-29CB-8E94-9572-95241B87CEBD}"/>
                  </a:ext>
                </a:extLst>
              </p:cNvPr>
              <p:cNvSpPr/>
              <p:nvPr/>
            </p:nvSpPr>
            <p:spPr>
              <a:xfrm>
                <a:off x="6125680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85" name="pg384">
                <a:extLst>
                  <a:ext uri="{FF2B5EF4-FFF2-40B4-BE49-F238E27FC236}">
                    <a16:creationId xmlns:a16="http://schemas.microsoft.com/office/drawing/2014/main" id="{40E30E8E-3E69-D43C-B27F-E558212E6041}"/>
                  </a:ext>
                </a:extLst>
              </p:cNvPr>
              <p:cNvSpPr/>
              <p:nvPr/>
            </p:nvSpPr>
            <p:spPr>
              <a:xfrm>
                <a:off x="6137317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86" name="pg385">
                <a:extLst>
                  <a:ext uri="{FF2B5EF4-FFF2-40B4-BE49-F238E27FC236}">
                    <a16:creationId xmlns:a16="http://schemas.microsoft.com/office/drawing/2014/main" id="{09DCA792-9697-903C-BC21-37C0D5B6E5D7}"/>
                  </a:ext>
                </a:extLst>
              </p:cNvPr>
              <p:cNvSpPr/>
              <p:nvPr/>
            </p:nvSpPr>
            <p:spPr>
              <a:xfrm>
                <a:off x="6148954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87" name="pg386">
                <a:extLst>
                  <a:ext uri="{FF2B5EF4-FFF2-40B4-BE49-F238E27FC236}">
                    <a16:creationId xmlns:a16="http://schemas.microsoft.com/office/drawing/2014/main" id="{3E55AA9B-4A40-00FB-8D5E-40E517EB099F}"/>
                  </a:ext>
                </a:extLst>
              </p:cNvPr>
              <p:cNvSpPr/>
              <p:nvPr/>
            </p:nvSpPr>
            <p:spPr>
              <a:xfrm>
                <a:off x="616059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88" name="pg387">
                <a:extLst>
                  <a:ext uri="{FF2B5EF4-FFF2-40B4-BE49-F238E27FC236}">
                    <a16:creationId xmlns:a16="http://schemas.microsoft.com/office/drawing/2014/main" id="{F19D5036-FB89-71C8-F4BE-C188E1465B8D}"/>
                  </a:ext>
                </a:extLst>
              </p:cNvPr>
              <p:cNvSpPr/>
              <p:nvPr/>
            </p:nvSpPr>
            <p:spPr>
              <a:xfrm>
                <a:off x="6172229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89" name="pg388">
                <a:extLst>
                  <a:ext uri="{FF2B5EF4-FFF2-40B4-BE49-F238E27FC236}">
                    <a16:creationId xmlns:a16="http://schemas.microsoft.com/office/drawing/2014/main" id="{6656520F-CEDC-1066-1E4D-40BA80017D79}"/>
                  </a:ext>
                </a:extLst>
              </p:cNvPr>
              <p:cNvSpPr/>
              <p:nvPr/>
            </p:nvSpPr>
            <p:spPr>
              <a:xfrm>
                <a:off x="6183866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90" name="pg389">
                <a:extLst>
                  <a:ext uri="{FF2B5EF4-FFF2-40B4-BE49-F238E27FC236}">
                    <a16:creationId xmlns:a16="http://schemas.microsoft.com/office/drawing/2014/main" id="{4AA4F66D-01DB-6FE7-D7CA-A42136037378}"/>
                  </a:ext>
                </a:extLst>
              </p:cNvPr>
              <p:cNvSpPr/>
              <p:nvPr/>
            </p:nvSpPr>
            <p:spPr>
              <a:xfrm>
                <a:off x="6195504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91" name="pg390">
                <a:extLst>
                  <a:ext uri="{FF2B5EF4-FFF2-40B4-BE49-F238E27FC236}">
                    <a16:creationId xmlns:a16="http://schemas.microsoft.com/office/drawing/2014/main" id="{7CF1BEA3-2199-214B-71FF-1BBFB9A61B25}"/>
                  </a:ext>
                </a:extLst>
              </p:cNvPr>
              <p:cNvSpPr/>
              <p:nvPr/>
            </p:nvSpPr>
            <p:spPr>
              <a:xfrm>
                <a:off x="6207141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92" name="pg391">
                <a:extLst>
                  <a:ext uri="{FF2B5EF4-FFF2-40B4-BE49-F238E27FC236}">
                    <a16:creationId xmlns:a16="http://schemas.microsoft.com/office/drawing/2014/main" id="{21AE9B07-AEED-B802-7A16-B068A1E5678A}"/>
                  </a:ext>
                </a:extLst>
              </p:cNvPr>
              <p:cNvSpPr/>
              <p:nvPr/>
            </p:nvSpPr>
            <p:spPr>
              <a:xfrm>
                <a:off x="6218778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93" name="pg392">
                <a:extLst>
                  <a:ext uri="{FF2B5EF4-FFF2-40B4-BE49-F238E27FC236}">
                    <a16:creationId xmlns:a16="http://schemas.microsoft.com/office/drawing/2014/main" id="{A028D817-68CD-B0E4-2F22-11DB993191ED}"/>
                  </a:ext>
                </a:extLst>
              </p:cNvPr>
              <p:cNvSpPr/>
              <p:nvPr/>
            </p:nvSpPr>
            <p:spPr>
              <a:xfrm>
                <a:off x="6230416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94" name="pg393">
                <a:extLst>
                  <a:ext uri="{FF2B5EF4-FFF2-40B4-BE49-F238E27FC236}">
                    <a16:creationId xmlns:a16="http://schemas.microsoft.com/office/drawing/2014/main" id="{9F7DC2CF-F7BA-8DEF-2044-5939A69193D0}"/>
                  </a:ext>
                </a:extLst>
              </p:cNvPr>
              <p:cNvSpPr/>
              <p:nvPr/>
            </p:nvSpPr>
            <p:spPr>
              <a:xfrm>
                <a:off x="6242053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95" name="pg394">
                <a:extLst>
                  <a:ext uri="{FF2B5EF4-FFF2-40B4-BE49-F238E27FC236}">
                    <a16:creationId xmlns:a16="http://schemas.microsoft.com/office/drawing/2014/main" id="{2A1B9EAF-CBB6-8420-F4EA-6769E838D170}"/>
                  </a:ext>
                </a:extLst>
              </p:cNvPr>
              <p:cNvSpPr/>
              <p:nvPr/>
            </p:nvSpPr>
            <p:spPr>
              <a:xfrm>
                <a:off x="6253690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96" name="pg395">
                <a:extLst>
                  <a:ext uri="{FF2B5EF4-FFF2-40B4-BE49-F238E27FC236}">
                    <a16:creationId xmlns:a16="http://schemas.microsoft.com/office/drawing/2014/main" id="{72F22629-4E44-55F8-8FD4-176E0B7C6D36}"/>
                  </a:ext>
                </a:extLst>
              </p:cNvPr>
              <p:cNvSpPr/>
              <p:nvPr/>
            </p:nvSpPr>
            <p:spPr>
              <a:xfrm>
                <a:off x="6265328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97" name="pg396">
                <a:extLst>
                  <a:ext uri="{FF2B5EF4-FFF2-40B4-BE49-F238E27FC236}">
                    <a16:creationId xmlns:a16="http://schemas.microsoft.com/office/drawing/2014/main" id="{64E03651-077E-E29A-D378-4EE878B92DC2}"/>
                  </a:ext>
                </a:extLst>
              </p:cNvPr>
              <p:cNvSpPr/>
              <p:nvPr/>
            </p:nvSpPr>
            <p:spPr>
              <a:xfrm>
                <a:off x="6276965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98" name="pg397">
                <a:extLst>
                  <a:ext uri="{FF2B5EF4-FFF2-40B4-BE49-F238E27FC236}">
                    <a16:creationId xmlns:a16="http://schemas.microsoft.com/office/drawing/2014/main" id="{60AE6BDF-D281-11C9-F6E9-2AADB5D5361D}"/>
                  </a:ext>
                </a:extLst>
              </p:cNvPr>
              <p:cNvSpPr/>
              <p:nvPr/>
            </p:nvSpPr>
            <p:spPr>
              <a:xfrm>
                <a:off x="628860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799" name="pg398">
                <a:extLst>
                  <a:ext uri="{FF2B5EF4-FFF2-40B4-BE49-F238E27FC236}">
                    <a16:creationId xmlns:a16="http://schemas.microsoft.com/office/drawing/2014/main" id="{6A4B6DB3-D1A9-73A9-98F4-FE3B0DE587CF}"/>
                  </a:ext>
                </a:extLst>
              </p:cNvPr>
              <p:cNvSpPr/>
              <p:nvPr/>
            </p:nvSpPr>
            <p:spPr>
              <a:xfrm>
                <a:off x="6300240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00" name="pg399">
                <a:extLst>
                  <a:ext uri="{FF2B5EF4-FFF2-40B4-BE49-F238E27FC236}">
                    <a16:creationId xmlns:a16="http://schemas.microsoft.com/office/drawing/2014/main" id="{4B166ADF-40E7-D115-EE7A-7E347D079297}"/>
                  </a:ext>
                </a:extLst>
              </p:cNvPr>
              <p:cNvSpPr/>
              <p:nvPr/>
            </p:nvSpPr>
            <p:spPr>
              <a:xfrm>
                <a:off x="6311877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01" name="pg400">
                <a:extLst>
                  <a:ext uri="{FF2B5EF4-FFF2-40B4-BE49-F238E27FC236}">
                    <a16:creationId xmlns:a16="http://schemas.microsoft.com/office/drawing/2014/main" id="{48C404F9-610D-FA3C-F8B2-E27365168526}"/>
                  </a:ext>
                </a:extLst>
              </p:cNvPr>
              <p:cNvSpPr/>
              <p:nvPr/>
            </p:nvSpPr>
            <p:spPr>
              <a:xfrm>
                <a:off x="6323514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02" name="pg401">
                <a:extLst>
                  <a:ext uri="{FF2B5EF4-FFF2-40B4-BE49-F238E27FC236}">
                    <a16:creationId xmlns:a16="http://schemas.microsoft.com/office/drawing/2014/main" id="{A4F17E64-DCCD-5C46-2D52-1668AC019405}"/>
                  </a:ext>
                </a:extLst>
              </p:cNvPr>
              <p:cNvSpPr/>
              <p:nvPr/>
            </p:nvSpPr>
            <p:spPr>
              <a:xfrm>
                <a:off x="6335152" y="27936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03" name="pg402">
                <a:extLst>
                  <a:ext uri="{FF2B5EF4-FFF2-40B4-BE49-F238E27FC236}">
                    <a16:creationId xmlns:a16="http://schemas.microsoft.com/office/drawing/2014/main" id="{4FFFEF1B-40B0-4638-06F5-C80D3ED54602}"/>
                  </a:ext>
                </a:extLst>
              </p:cNvPr>
              <p:cNvSpPr/>
              <p:nvPr/>
            </p:nvSpPr>
            <p:spPr>
              <a:xfrm>
                <a:off x="5264517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04" name="pg403">
                <a:extLst>
                  <a:ext uri="{FF2B5EF4-FFF2-40B4-BE49-F238E27FC236}">
                    <a16:creationId xmlns:a16="http://schemas.microsoft.com/office/drawing/2014/main" id="{23CB08A4-929F-D8E7-F341-B0DBB62B708F}"/>
                  </a:ext>
                </a:extLst>
              </p:cNvPr>
              <p:cNvSpPr/>
              <p:nvPr/>
            </p:nvSpPr>
            <p:spPr>
              <a:xfrm>
                <a:off x="5276155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05" name="pg404">
                <a:extLst>
                  <a:ext uri="{FF2B5EF4-FFF2-40B4-BE49-F238E27FC236}">
                    <a16:creationId xmlns:a16="http://schemas.microsoft.com/office/drawing/2014/main" id="{B6895E35-DCAB-2ACB-D444-13B7678281A5}"/>
                  </a:ext>
                </a:extLst>
              </p:cNvPr>
              <p:cNvSpPr/>
              <p:nvPr/>
            </p:nvSpPr>
            <p:spPr>
              <a:xfrm>
                <a:off x="5287792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06" name="pg405">
                <a:extLst>
                  <a:ext uri="{FF2B5EF4-FFF2-40B4-BE49-F238E27FC236}">
                    <a16:creationId xmlns:a16="http://schemas.microsoft.com/office/drawing/2014/main" id="{354D10A0-8241-B2C0-02AA-78B0ABFE96BD}"/>
                  </a:ext>
                </a:extLst>
              </p:cNvPr>
              <p:cNvSpPr/>
              <p:nvPr/>
            </p:nvSpPr>
            <p:spPr>
              <a:xfrm>
                <a:off x="5299429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07" name="pg406">
                <a:extLst>
                  <a:ext uri="{FF2B5EF4-FFF2-40B4-BE49-F238E27FC236}">
                    <a16:creationId xmlns:a16="http://schemas.microsoft.com/office/drawing/2014/main" id="{4CAD676F-B683-EFA8-0BEB-866F65009725}"/>
                  </a:ext>
                </a:extLst>
              </p:cNvPr>
              <p:cNvSpPr/>
              <p:nvPr/>
            </p:nvSpPr>
            <p:spPr>
              <a:xfrm>
                <a:off x="5311067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08" name="pg407">
                <a:extLst>
                  <a:ext uri="{FF2B5EF4-FFF2-40B4-BE49-F238E27FC236}">
                    <a16:creationId xmlns:a16="http://schemas.microsoft.com/office/drawing/2014/main" id="{6BA226B3-8F27-A263-FD0E-AEAD04CC6200}"/>
                  </a:ext>
                </a:extLst>
              </p:cNvPr>
              <p:cNvSpPr/>
              <p:nvPr/>
            </p:nvSpPr>
            <p:spPr>
              <a:xfrm>
                <a:off x="5322704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09" name="pg408">
                <a:extLst>
                  <a:ext uri="{FF2B5EF4-FFF2-40B4-BE49-F238E27FC236}">
                    <a16:creationId xmlns:a16="http://schemas.microsoft.com/office/drawing/2014/main" id="{17BA5B1F-EB2C-F434-3203-9269078388D4}"/>
                  </a:ext>
                </a:extLst>
              </p:cNvPr>
              <p:cNvSpPr/>
              <p:nvPr/>
            </p:nvSpPr>
            <p:spPr>
              <a:xfrm>
                <a:off x="6055856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10" name="pg409">
                <a:extLst>
                  <a:ext uri="{FF2B5EF4-FFF2-40B4-BE49-F238E27FC236}">
                    <a16:creationId xmlns:a16="http://schemas.microsoft.com/office/drawing/2014/main" id="{C535D46A-D437-F170-EA58-A742EB221CA6}"/>
                  </a:ext>
                </a:extLst>
              </p:cNvPr>
              <p:cNvSpPr/>
              <p:nvPr/>
            </p:nvSpPr>
            <p:spPr>
              <a:xfrm>
                <a:off x="6067493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11" name="pg410">
                <a:extLst>
                  <a:ext uri="{FF2B5EF4-FFF2-40B4-BE49-F238E27FC236}">
                    <a16:creationId xmlns:a16="http://schemas.microsoft.com/office/drawing/2014/main" id="{D45E4D2B-8DCD-16E5-D305-3185A07F68D2}"/>
                  </a:ext>
                </a:extLst>
              </p:cNvPr>
              <p:cNvSpPr/>
              <p:nvPr/>
            </p:nvSpPr>
            <p:spPr>
              <a:xfrm>
                <a:off x="6079130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12" name="pg411">
                <a:extLst>
                  <a:ext uri="{FF2B5EF4-FFF2-40B4-BE49-F238E27FC236}">
                    <a16:creationId xmlns:a16="http://schemas.microsoft.com/office/drawing/2014/main" id="{B0E71DE6-7D93-F6BF-D042-A56F1E160C0B}"/>
                  </a:ext>
                </a:extLst>
              </p:cNvPr>
              <p:cNvSpPr/>
              <p:nvPr/>
            </p:nvSpPr>
            <p:spPr>
              <a:xfrm>
                <a:off x="6090768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13" name="pg412">
                <a:extLst>
                  <a:ext uri="{FF2B5EF4-FFF2-40B4-BE49-F238E27FC236}">
                    <a16:creationId xmlns:a16="http://schemas.microsoft.com/office/drawing/2014/main" id="{1349F13B-C7CF-4058-9383-3EAAFCA3B02E}"/>
                  </a:ext>
                </a:extLst>
              </p:cNvPr>
              <p:cNvSpPr/>
              <p:nvPr/>
            </p:nvSpPr>
            <p:spPr>
              <a:xfrm>
                <a:off x="6102405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14" name="pg413">
                <a:extLst>
                  <a:ext uri="{FF2B5EF4-FFF2-40B4-BE49-F238E27FC236}">
                    <a16:creationId xmlns:a16="http://schemas.microsoft.com/office/drawing/2014/main" id="{B954B77B-9419-E6F8-9CE1-DFC02DDF7B6C}"/>
                  </a:ext>
                </a:extLst>
              </p:cNvPr>
              <p:cNvSpPr/>
              <p:nvPr/>
            </p:nvSpPr>
            <p:spPr>
              <a:xfrm>
                <a:off x="6114042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15" name="pg414">
                <a:extLst>
                  <a:ext uri="{FF2B5EF4-FFF2-40B4-BE49-F238E27FC236}">
                    <a16:creationId xmlns:a16="http://schemas.microsoft.com/office/drawing/2014/main" id="{B31366B7-6468-16A4-8C02-5346E9E12B0C}"/>
                  </a:ext>
                </a:extLst>
              </p:cNvPr>
              <p:cNvSpPr/>
              <p:nvPr/>
            </p:nvSpPr>
            <p:spPr>
              <a:xfrm>
                <a:off x="6125680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16" name="pg415">
                <a:extLst>
                  <a:ext uri="{FF2B5EF4-FFF2-40B4-BE49-F238E27FC236}">
                    <a16:creationId xmlns:a16="http://schemas.microsoft.com/office/drawing/2014/main" id="{98FED018-B580-9C20-D1B7-B90E6E3F2610}"/>
                  </a:ext>
                </a:extLst>
              </p:cNvPr>
              <p:cNvSpPr/>
              <p:nvPr/>
            </p:nvSpPr>
            <p:spPr>
              <a:xfrm>
                <a:off x="6137317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17" name="pg416">
                <a:extLst>
                  <a:ext uri="{FF2B5EF4-FFF2-40B4-BE49-F238E27FC236}">
                    <a16:creationId xmlns:a16="http://schemas.microsoft.com/office/drawing/2014/main" id="{997E4069-4E74-9B56-431A-5639CEB78A03}"/>
                  </a:ext>
                </a:extLst>
              </p:cNvPr>
              <p:cNvSpPr/>
              <p:nvPr/>
            </p:nvSpPr>
            <p:spPr>
              <a:xfrm>
                <a:off x="6148954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18" name="pg417">
                <a:extLst>
                  <a:ext uri="{FF2B5EF4-FFF2-40B4-BE49-F238E27FC236}">
                    <a16:creationId xmlns:a16="http://schemas.microsoft.com/office/drawing/2014/main" id="{C3325181-861D-01E2-2E6D-CB0F03BDFFDC}"/>
                  </a:ext>
                </a:extLst>
              </p:cNvPr>
              <p:cNvSpPr/>
              <p:nvPr/>
            </p:nvSpPr>
            <p:spPr>
              <a:xfrm>
                <a:off x="6160592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19" name="pg418">
                <a:extLst>
                  <a:ext uri="{FF2B5EF4-FFF2-40B4-BE49-F238E27FC236}">
                    <a16:creationId xmlns:a16="http://schemas.microsoft.com/office/drawing/2014/main" id="{DA33206B-216D-14FC-2F00-77F5F79ECEF4}"/>
                  </a:ext>
                </a:extLst>
              </p:cNvPr>
              <p:cNvSpPr/>
              <p:nvPr/>
            </p:nvSpPr>
            <p:spPr>
              <a:xfrm>
                <a:off x="6172229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20" name="pg419">
                <a:extLst>
                  <a:ext uri="{FF2B5EF4-FFF2-40B4-BE49-F238E27FC236}">
                    <a16:creationId xmlns:a16="http://schemas.microsoft.com/office/drawing/2014/main" id="{F6084B89-A1EA-C09E-3F77-16DA0B1B6735}"/>
                  </a:ext>
                </a:extLst>
              </p:cNvPr>
              <p:cNvSpPr/>
              <p:nvPr/>
            </p:nvSpPr>
            <p:spPr>
              <a:xfrm>
                <a:off x="6230416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21" name="pg420">
                <a:extLst>
                  <a:ext uri="{FF2B5EF4-FFF2-40B4-BE49-F238E27FC236}">
                    <a16:creationId xmlns:a16="http://schemas.microsoft.com/office/drawing/2014/main" id="{DD0FE124-7BB8-46A0-F8A8-5B4BE5500DBF}"/>
                  </a:ext>
                </a:extLst>
              </p:cNvPr>
              <p:cNvSpPr/>
              <p:nvPr/>
            </p:nvSpPr>
            <p:spPr>
              <a:xfrm>
                <a:off x="6242053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22" name="pg421">
                <a:extLst>
                  <a:ext uri="{FF2B5EF4-FFF2-40B4-BE49-F238E27FC236}">
                    <a16:creationId xmlns:a16="http://schemas.microsoft.com/office/drawing/2014/main" id="{2E9DEA8E-2D42-6935-38EF-BF166C40F0BE}"/>
                  </a:ext>
                </a:extLst>
              </p:cNvPr>
              <p:cNvSpPr/>
              <p:nvPr/>
            </p:nvSpPr>
            <p:spPr>
              <a:xfrm>
                <a:off x="6253690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23" name="pg422">
                <a:extLst>
                  <a:ext uri="{FF2B5EF4-FFF2-40B4-BE49-F238E27FC236}">
                    <a16:creationId xmlns:a16="http://schemas.microsoft.com/office/drawing/2014/main" id="{79DC06B1-CF56-4AF0-FA4A-2B4CA7BF819D}"/>
                  </a:ext>
                </a:extLst>
              </p:cNvPr>
              <p:cNvSpPr/>
              <p:nvPr/>
            </p:nvSpPr>
            <p:spPr>
              <a:xfrm>
                <a:off x="6265328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24" name="pg423">
                <a:extLst>
                  <a:ext uri="{FF2B5EF4-FFF2-40B4-BE49-F238E27FC236}">
                    <a16:creationId xmlns:a16="http://schemas.microsoft.com/office/drawing/2014/main" id="{6040BDA9-C76F-998E-A0B2-76FCFA18F5F4}"/>
                  </a:ext>
                </a:extLst>
              </p:cNvPr>
              <p:cNvSpPr/>
              <p:nvPr/>
            </p:nvSpPr>
            <p:spPr>
              <a:xfrm>
                <a:off x="6276965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25" name="pg424">
                <a:extLst>
                  <a:ext uri="{FF2B5EF4-FFF2-40B4-BE49-F238E27FC236}">
                    <a16:creationId xmlns:a16="http://schemas.microsoft.com/office/drawing/2014/main" id="{ABCBE841-D39B-E181-C52E-CF3107D48612}"/>
                  </a:ext>
                </a:extLst>
              </p:cNvPr>
              <p:cNvSpPr/>
              <p:nvPr/>
            </p:nvSpPr>
            <p:spPr>
              <a:xfrm>
                <a:off x="6288602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26" name="pg425">
                <a:extLst>
                  <a:ext uri="{FF2B5EF4-FFF2-40B4-BE49-F238E27FC236}">
                    <a16:creationId xmlns:a16="http://schemas.microsoft.com/office/drawing/2014/main" id="{57629347-3753-51BB-67BF-6DFA84E62978}"/>
                  </a:ext>
                </a:extLst>
              </p:cNvPr>
              <p:cNvSpPr/>
              <p:nvPr/>
            </p:nvSpPr>
            <p:spPr>
              <a:xfrm>
                <a:off x="6300240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27" name="pg426">
                <a:extLst>
                  <a:ext uri="{FF2B5EF4-FFF2-40B4-BE49-F238E27FC236}">
                    <a16:creationId xmlns:a16="http://schemas.microsoft.com/office/drawing/2014/main" id="{C528A12D-8C62-1DD5-3F1A-7D373ECA8452}"/>
                  </a:ext>
                </a:extLst>
              </p:cNvPr>
              <p:cNvSpPr/>
              <p:nvPr/>
            </p:nvSpPr>
            <p:spPr>
              <a:xfrm>
                <a:off x="6311877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28" name="pg427">
                <a:extLst>
                  <a:ext uri="{FF2B5EF4-FFF2-40B4-BE49-F238E27FC236}">
                    <a16:creationId xmlns:a16="http://schemas.microsoft.com/office/drawing/2014/main" id="{D7C1ACD5-3609-085C-368F-E926D71FF0B9}"/>
                  </a:ext>
                </a:extLst>
              </p:cNvPr>
              <p:cNvSpPr/>
              <p:nvPr/>
            </p:nvSpPr>
            <p:spPr>
              <a:xfrm>
                <a:off x="6323514" y="28079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29" name="pg428">
                <a:extLst>
                  <a:ext uri="{FF2B5EF4-FFF2-40B4-BE49-F238E27FC236}">
                    <a16:creationId xmlns:a16="http://schemas.microsoft.com/office/drawing/2014/main" id="{5D473C12-9091-2766-BBE9-3FEC6FA47EB7}"/>
                  </a:ext>
                </a:extLst>
              </p:cNvPr>
              <p:cNvSpPr/>
              <p:nvPr/>
            </p:nvSpPr>
            <p:spPr>
              <a:xfrm>
                <a:off x="5264517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30" name="pg429">
                <a:extLst>
                  <a:ext uri="{FF2B5EF4-FFF2-40B4-BE49-F238E27FC236}">
                    <a16:creationId xmlns:a16="http://schemas.microsoft.com/office/drawing/2014/main" id="{F9956898-890B-75FB-1D48-5C653AC7AEAF}"/>
                  </a:ext>
                </a:extLst>
              </p:cNvPr>
              <p:cNvSpPr/>
              <p:nvPr/>
            </p:nvSpPr>
            <p:spPr>
              <a:xfrm>
                <a:off x="5276155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31" name="pg430">
                <a:extLst>
                  <a:ext uri="{FF2B5EF4-FFF2-40B4-BE49-F238E27FC236}">
                    <a16:creationId xmlns:a16="http://schemas.microsoft.com/office/drawing/2014/main" id="{F5F4D2D1-E1A5-9AA8-A4F2-89E3C0D58922}"/>
                  </a:ext>
                </a:extLst>
              </p:cNvPr>
              <p:cNvSpPr/>
              <p:nvPr/>
            </p:nvSpPr>
            <p:spPr>
              <a:xfrm>
                <a:off x="5287792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32" name="pg431">
                <a:extLst>
                  <a:ext uri="{FF2B5EF4-FFF2-40B4-BE49-F238E27FC236}">
                    <a16:creationId xmlns:a16="http://schemas.microsoft.com/office/drawing/2014/main" id="{982495AB-CA86-F37F-5BFB-8B33E3907EED}"/>
                  </a:ext>
                </a:extLst>
              </p:cNvPr>
              <p:cNvSpPr/>
              <p:nvPr/>
            </p:nvSpPr>
            <p:spPr>
              <a:xfrm>
                <a:off x="5299429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33" name="pg432">
                <a:extLst>
                  <a:ext uri="{FF2B5EF4-FFF2-40B4-BE49-F238E27FC236}">
                    <a16:creationId xmlns:a16="http://schemas.microsoft.com/office/drawing/2014/main" id="{0EDFB19A-6F8E-7F61-BD77-F8EBB24CE8E6}"/>
                  </a:ext>
                </a:extLst>
              </p:cNvPr>
              <p:cNvSpPr/>
              <p:nvPr/>
            </p:nvSpPr>
            <p:spPr>
              <a:xfrm>
                <a:off x="6009306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D9C">
                  <a:alpha val="100000"/>
                </a:srgbClr>
              </a:solidFill>
              <a:ln w="5420" cap="flat">
                <a:solidFill>
                  <a:srgbClr val="395D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34" name="pg433">
                <a:extLst>
                  <a:ext uri="{FF2B5EF4-FFF2-40B4-BE49-F238E27FC236}">
                    <a16:creationId xmlns:a16="http://schemas.microsoft.com/office/drawing/2014/main" id="{072E49F2-81BE-5E41-E9F7-1693BE69829C}"/>
                  </a:ext>
                </a:extLst>
              </p:cNvPr>
              <p:cNvSpPr/>
              <p:nvPr/>
            </p:nvSpPr>
            <p:spPr>
              <a:xfrm>
                <a:off x="6020944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D">
                  <a:alpha val="100000"/>
                </a:srgbClr>
              </a:solidFill>
              <a:ln w="5420" cap="flat">
                <a:solidFill>
                  <a:srgbClr val="395F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35" name="pg434">
                <a:extLst>
                  <a:ext uri="{FF2B5EF4-FFF2-40B4-BE49-F238E27FC236}">
                    <a16:creationId xmlns:a16="http://schemas.microsoft.com/office/drawing/2014/main" id="{A00972FD-8F4F-E0CA-DF69-70A4F27BA09A}"/>
                  </a:ext>
                </a:extLst>
              </p:cNvPr>
              <p:cNvSpPr/>
              <p:nvPr/>
            </p:nvSpPr>
            <p:spPr>
              <a:xfrm>
                <a:off x="6032581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E">
                  <a:alpha val="100000"/>
                </a:srgbClr>
              </a:solidFill>
              <a:ln w="5420" cap="flat">
                <a:solidFill>
                  <a:srgbClr val="3A63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36" name="pg435">
                <a:extLst>
                  <a:ext uri="{FF2B5EF4-FFF2-40B4-BE49-F238E27FC236}">
                    <a16:creationId xmlns:a16="http://schemas.microsoft.com/office/drawing/2014/main" id="{E3B484A7-003A-55D4-C6FA-5207489DF2F0}"/>
                  </a:ext>
                </a:extLst>
              </p:cNvPr>
              <p:cNvSpPr/>
              <p:nvPr/>
            </p:nvSpPr>
            <p:spPr>
              <a:xfrm>
                <a:off x="6044218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37" name="pg436">
                <a:extLst>
                  <a:ext uri="{FF2B5EF4-FFF2-40B4-BE49-F238E27FC236}">
                    <a16:creationId xmlns:a16="http://schemas.microsoft.com/office/drawing/2014/main" id="{2070A467-9197-1881-12EC-67CE87CC15C6}"/>
                  </a:ext>
                </a:extLst>
              </p:cNvPr>
              <p:cNvSpPr/>
              <p:nvPr/>
            </p:nvSpPr>
            <p:spPr>
              <a:xfrm>
                <a:off x="6055856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38" name="pg437">
                <a:extLst>
                  <a:ext uri="{FF2B5EF4-FFF2-40B4-BE49-F238E27FC236}">
                    <a16:creationId xmlns:a16="http://schemas.microsoft.com/office/drawing/2014/main" id="{1750554C-01C6-06AD-F46C-5106C14C282C}"/>
                  </a:ext>
                </a:extLst>
              </p:cNvPr>
              <p:cNvSpPr/>
              <p:nvPr/>
            </p:nvSpPr>
            <p:spPr>
              <a:xfrm>
                <a:off x="6067493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39" name="pg438">
                <a:extLst>
                  <a:ext uri="{FF2B5EF4-FFF2-40B4-BE49-F238E27FC236}">
                    <a16:creationId xmlns:a16="http://schemas.microsoft.com/office/drawing/2014/main" id="{AAD2666A-4C9E-A306-8652-5868876C157A}"/>
                  </a:ext>
                </a:extLst>
              </p:cNvPr>
              <p:cNvSpPr/>
              <p:nvPr/>
            </p:nvSpPr>
            <p:spPr>
              <a:xfrm>
                <a:off x="6079130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40" name="pg439">
                <a:extLst>
                  <a:ext uri="{FF2B5EF4-FFF2-40B4-BE49-F238E27FC236}">
                    <a16:creationId xmlns:a16="http://schemas.microsoft.com/office/drawing/2014/main" id="{F6EDE972-B050-78BE-9CCC-417AA415E8CF}"/>
                  </a:ext>
                </a:extLst>
              </p:cNvPr>
              <p:cNvSpPr/>
              <p:nvPr/>
            </p:nvSpPr>
            <p:spPr>
              <a:xfrm>
                <a:off x="6090768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41" name="pg440">
                <a:extLst>
                  <a:ext uri="{FF2B5EF4-FFF2-40B4-BE49-F238E27FC236}">
                    <a16:creationId xmlns:a16="http://schemas.microsoft.com/office/drawing/2014/main" id="{61E64006-8EEA-61C4-244A-72D42FD21592}"/>
                  </a:ext>
                </a:extLst>
              </p:cNvPr>
              <p:cNvSpPr/>
              <p:nvPr/>
            </p:nvSpPr>
            <p:spPr>
              <a:xfrm>
                <a:off x="6102405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42" name="pg441">
                <a:extLst>
                  <a:ext uri="{FF2B5EF4-FFF2-40B4-BE49-F238E27FC236}">
                    <a16:creationId xmlns:a16="http://schemas.microsoft.com/office/drawing/2014/main" id="{C1502EFB-59BD-6503-E03E-3E0400A46A38}"/>
                  </a:ext>
                </a:extLst>
              </p:cNvPr>
              <p:cNvSpPr/>
              <p:nvPr/>
            </p:nvSpPr>
            <p:spPr>
              <a:xfrm>
                <a:off x="6114042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43" name="pg442">
                <a:extLst>
                  <a:ext uri="{FF2B5EF4-FFF2-40B4-BE49-F238E27FC236}">
                    <a16:creationId xmlns:a16="http://schemas.microsoft.com/office/drawing/2014/main" id="{B17A28FA-E0EA-AD36-2C46-C8EEE1F31CD0}"/>
                  </a:ext>
                </a:extLst>
              </p:cNvPr>
              <p:cNvSpPr/>
              <p:nvPr/>
            </p:nvSpPr>
            <p:spPr>
              <a:xfrm>
                <a:off x="6207141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44" name="pg443">
                <a:extLst>
                  <a:ext uri="{FF2B5EF4-FFF2-40B4-BE49-F238E27FC236}">
                    <a16:creationId xmlns:a16="http://schemas.microsoft.com/office/drawing/2014/main" id="{344DBD39-3EF1-3757-3C56-9640B756AE21}"/>
                  </a:ext>
                </a:extLst>
              </p:cNvPr>
              <p:cNvSpPr/>
              <p:nvPr/>
            </p:nvSpPr>
            <p:spPr>
              <a:xfrm>
                <a:off x="6218778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45" name="pg444">
                <a:extLst>
                  <a:ext uri="{FF2B5EF4-FFF2-40B4-BE49-F238E27FC236}">
                    <a16:creationId xmlns:a16="http://schemas.microsoft.com/office/drawing/2014/main" id="{6E6814A3-F108-BF82-905F-7DD72EF13CB7}"/>
                  </a:ext>
                </a:extLst>
              </p:cNvPr>
              <p:cNvSpPr/>
              <p:nvPr/>
            </p:nvSpPr>
            <p:spPr>
              <a:xfrm>
                <a:off x="6230416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46" name="pg445">
                <a:extLst>
                  <a:ext uri="{FF2B5EF4-FFF2-40B4-BE49-F238E27FC236}">
                    <a16:creationId xmlns:a16="http://schemas.microsoft.com/office/drawing/2014/main" id="{0AE993DD-D008-CFEE-E776-1FCB80CB49FF}"/>
                  </a:ext>
                </a:extLst>
              </p:cNvPr>
              <p:cNvSpPr/>
              <p:nvPr/>
            </p:nvSpPr>
            <p:spPr>
              <a:xfrm>
                <a:off x="6242053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47" name="pg446">
                <a:extLst>
                  <a:ext uri="{FF2B5EF4-FFF2-40B4-BE49-F238E27FC236}">
                    <a16:creationId xmlns:a16="http://schemas.microsoft.com/office/drawing/2014/main" id="{7459074F-7B7C-DB5A-5359-2E8BD6218F70}"/>
                  </a:ext>
                </a:extLst>
              </p:cNvPr>
              <p:cNvSpPr/>
              <p:nvPr/>
            </p:nvSpPr>
            <p:spPr>
              <a:xfrm>
                <a:off x="6253690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48" name="pg447">
                <a:extLst>
                  <a:ext uri="{FF2B5EF4-FFF2-40B4-BE49-F238E27FC236}">
                    <a16:creationId xmlns:a16="http://schemas.microsoft.com/office/drawing/2014/main" id="{63D769EB-D87B-5164-72E9-17D3CABF6B04}"/>
                  </a:ext>
                </a:extLst>
              </p:cNvPr>
              <p:cNvSpPr/>
              <p:nvPr/>
            </p:nvSpPr>
            <p:spPr>
              <a:xfrm>
                <a:off x="6265328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49" name="pg448">
                <a:extLst>
                  <a:ext uri="{FF2B5EF4-FFF2-40B4-BE49-F238E27FC236}">
                    <a16:creationId xmlns:a16="http://schemas.microsoft.com/office/drawing/2014/main" id="{5B05191C-C1AA-130D-7EE0-6B602E422B24}"/>
                  </a:ext>
                </a:extLst>
              </p:cNvPr>
              <p:cNvSpPr/>
              <p:nvPr/>
            </p:nvSpPr>
            <p:spPr>
              <a:xfrm>
                <a:off x="6276965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50" name="pg449">
                <a:extLst>
                  <a:ext uri="{FF2B5EF4-FFF2-40B4-BE49-F238E27FC236}">
                    <a16:creationId xmlns:a16="http://schemas.microsoft.com/office/drawing/2014/main" id="{CA070B27-0226-E765-C707-405E82C9B63D}"/>
                  </a:ext>
                </a:extLst>
              </p:cNvPr>
              <p:cNvSpPr/>
              <p:nvPr/>
            </p:nvSpPr>
            <p:spPr>
              <a:xfrm>
                <a:off x="6288602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51" name="pg450">
                <a:extLst>
                  <a:ext uri="{FF2B5EF4-FFF2-40B4-BE49-F238E27FC236}">
                    <a16:creationId xmlns:a16="http://schemas.microsoft.com/office/drawing/2014/main" id="{06A77D4B-AA49-6CF4-21C2-12FE54A86D55}"/>
                  </a:ext>
                </a:extLst>
              </p:cNvPr>
              <p:cNvSpPr/>
              <p:nvPr/>
            </p:nvSpPr>
            <p:spPr>
              <a:xfrm>
                <a:off x="6300240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52" name="pg451">
                <a:extLst>
                  <a:ext uri="{FF2B5EF4-FFF2-40B4-BE49-F238E27FC236}">
                    <a16:creationId xmlns:a16="http://schemas.microsoft.com/office/drawing/2014/main" id="{AF342F08-B3F0-4DB8-A349-0F7C007C3604}"/>
                  </a:ext>
                </a:extLst>
              </p:cNvPr>
              <p:cNvSpPr/>
              <p:nvPr/>
            </p:nvSpPr>
            <p:spPr>
              <a:xfrm>
                <a:off x="6311877" y="28222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53" name="pg452">
                <a:extLst>
                  <a:ext uri="{FF2B5EF4-FFF2-40B4-BE49-F238E27FC236}">
                    <a16:creationId xmlns:a16="http://schemas.microsoft.com/office/drawing/2014/main" id="{AC3457EF-1C00-7885-B6DB-35AAF07D9D68}"/>
                  </a:ext>
                </a:extLst>
              </p:cNvPr>
              <p:cNvSpPr/>
              <p:nvPr/>
            </p:nvSpPr>
            <p:spPr>
              <a:xfrm>
                <a:off x="5892933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A">
                  <a:alpha val="100000"/>
                </a:srgbClr>
              </a:solidFill>
              <a:ln w="5420" cap="flat">
                <a:solidFill>
                  <a:srgbClr val="3C457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54" name="pg453">
                <a:extLst>
                  <a:ext uri="{FF2B5EF4-FFF2-40B4-BE49-F238E27FC236}">
                    <a16:creationId xmlns:a16="http://schemas.microsoft.com/office/drawing/2014/main" id="{25A34055-1F0D-BAD0-4DDC-13C49074AD7B}"/>
                  </a:ext>
                </a:extLst>
              </p:cNvPr>
              <p:cNvSpPr/>
              <p:nvPr/>
            </p:nvSpPr>
            <p:spPr>
              <a:xfrm>
                <a:off x="5904570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55" name="pg454">
                <a:extLst>
                  <a:ext uri="{FF2B5EF4-FFF2-40B4-BE49-F238E27FC236}">
                    <a16:creationId xmlns:a16="http://schemas.microsoft.com/office/drawing/2014/main" id="{BFC0FC45-1EBF-B112-0D91-5D1A318A45AD}"/>
                  </a:ext>
                </a:extLst>
              </p:cNvPr>
              <p:cNvSpPr/>
              <p:nvPr/>
            </p:nvSpPr>
            <p:spPr>
              <a:xfrm>
                <a:off x="591620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56" name="pg455">
                <a:extLst>
                  <a:ext uri="{FF2B5EF4-FFF2-40B4-BE49-F238E27FC236}">
                    <a16:creationId xmlns:a16="http://schemas.microsoft.com/office/drawing/2014/main" id="{ADEA1DA3-A7DF-E0E1-4C39-3FCCD5291F8C}"/>
                  </a:ext>
                </a:extLst>
              </p:cNvPr>
              <p:cNvSpPr/>
              <p:nvPr/>
            </p:nvSpPr>
            <p:spPr>
              <a:xfrm>
                <a:off x="5927845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57" name="pg456">
                <a:extLst>
                  <a:ext uri="{FF2B5EF4-FFF2-40B4-BE49-F238E27FC236}">
                    <a16:creationId xmlns:a16="http://schemas.microsoft.com/office/drawing/2014/main" id="{8C457011-6B73-1F69-774F-2B13DD0CEAAE}"/>
                  </a:ext>
                </a:extLst>
              </p:cNvPr>
              <p:cNvSpPr/>
              <p:nvPr/>
            </p:nvSpPr>
            <p:spPr>
              <a:xfrm>
                <a:off x="5939482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58" name="pg457">
                <a:extLst>
                  <a:ext uri="{FF2B5EF4-FFF2-40B4-BE49-F238E27FC236}">
                    <a16:creationId xmlns:a16="http://schemas.microsoft.com/office/drawing/2014/main" id="{164A8785-E62F-2C8D-89A9-F8541D55BE21}"/>
                  </a:ext>
                </a:extLst>
              </p:cNvPr>
              <p:cNvSpPr/>
              <p:nvPr/>
            </p:nvSpPr>
            <p:spPr>
              <a:xfrm>
                <a:off x="5951120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59" name="pg458">
                <a:extLst>
                  <a:ext uri="{FF2B5EF4-FFF2-40B4-BE49-F238E27FC236}">
                    <a16:creationId xmlns:a16="http://schemas.microsoft.com/office/drawing/2014/main" id="{03DD47E0-C7D3-31F0-FE95-9D2627BF0DCC}"/>
                  </a:ext>
                </a:extLst>
              </p:cNvPr>
              <p:cNvSpPr/>
              <p:nvPr/>
            </p:nvSpPr>
            <p:spPr>
              <a:xfrm>
                <a:off x="5962757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60" name="pg459">
                <a:extLst>
                  <a:ext uri="{FF2B5EF4-FFF2-40B4-BE49-F238E27FC236}">
                    <a16:creationId xmlns:a16="http://schemas.microsoft.com/office/drawing/2014/main" id="{474712AD-3F88-492D-ACA3-0E824D080804}"/>
                  </a:ext>
                </a:extLst>
              </p:cNvPr>
              <p:cNvSpPr/>
              <p:nvPr/>
            </p:nvSpPr>
            <p:spPr>
              <a:xfrm>
                <a:off x="5974394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692">
                  <a:alpha val="100000"/>
                </a:srgbClr>
              </a:solidFill>
              <a:ln w="5420" cap="flat">
                <a:solidFill>
                  <a:srgbClr val="3B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61" name="pg460">
                <a:extLst>
                  <a:ext uri="{FF2B5EF4-FFF2-40B4-BE49-F238E27FC236}">
                    <a16:creationId xmlns:a16="http://schemas.microsoft.com/office/drawing/2014/main" id="{2A0675FD-A77C-B0F9-0895-73249D9D7444}"/>
                  </a:ext>
                </a:extLst>
              </p:cNvPr>
              <p:cNvSpPr/>
              <p:nvPr/>
            </p:nvSpPr>
            <p:spPr>
              <a:xfrm>
                <a:off x="5986032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62" name="pg461">
                <a:extLst>
                  <a:ext uri="{FF2B5EF4-FFF2-40B4-BE49-F238E27FC236}">
                    <a16:creationId xmlns:a16="http://schemas.microsoft.com/office/drawing/2014/main" id="{ABCF721C-1536-CA73-C3F3-346FFCE4CC6A}"/>
                  </a:ext>
                </a:extLst>
              </p:cNvPr>
              <p:cNvSpPr/>
              <p:nvPr/>
            </p:nvSpPr>
            <p:spPr>
              <a:xfrm>
                <a:off x="5997669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63" name="pg462">
                <a:extLst>
                  <a:ext uri="{FF2B5EF4-FFF2-40B4-BE49-F238E27FC236}">
                    <a16:creationId xmlns:a16="http://schemas.microsoft.com/office/drawing/2014/main" id="{D3947F99-1DC6-FCDB-D03C-E66613D37F97}"/>
                  </a:ext>
                </a:extLst>
              </p:cNvPr>
              <p:cNvSpPr/>
              <p:nvPr/>
            </p:nvSpPr>
            <p:spPr>
              <a:xfrm>
                <a:off x="6009306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B">
                  <a:alpha val="100000"/>
                </a:srgbClr>
              </a:solidFill>
              <a:ln w="5420" cap="flat">
                <a:solidFill>
                  <a:srgbClr val="395C9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64" name="pg463">
                <a:extLst>
                  <a:ext uri="{FF2B5EF4-FFF2-40B4-BE49-F238E27FC236}">
                    <a16:creationId xmlns:a16="http://schemas.microsoft.com/office/drawing/2014/main" id="{85D9DA47-A156-5B6E-A1CA-47E9032BBDC1}"/>
                  </a:ext>
                </a:extLst>
              </p:cNvPr>
              <p:cNvSpPr/>
              <p:nvPr/>
            </p:nvSpPr>
            <p:spPr>
              <a:xfrm>
                <a:off x="6020944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65" name="pg464">
                <a:extLst>
                  <a:ext uri="{FF2B5EF4-FFF2-40B4-BE49-F238E27FC236}">
                    <a16:creationId xmlns:a16="http://schemas.microsoft.com/office/drawing/2014/main" id="{88175D6F-21C0-AC11-2050-2E7555E6772E}"/>
                  </a:ext>
                </a:extLst>
              </p:cNvPr>
              <p:cNvSpPr/>
              <p:nvPr/>
            </p:nvSpPr>
            <p:spPr>
              <a:xfrm>
                <a:off x="6032581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66" name="pg465">
                <a:extLst>
                  <a:ext uri="{FF2B5EF4-FFF2-40B4-BE49-F238E27FC236}">
                    <a16:creationId xmlns:a16="http://schemas.microsoft.com/office/drawing/2014/main" id="{6F9793A9-1457-2D58-1DC1-4CC69A5F09B7}"/>
                  </a:ext>
                </a:extLst>
              </p:cNvPr>
              <p:cNvSpPr/>
              <p:nvPr/>
            </p:nvSpPr>
            <p:spPr>
              <a:xfrm>
                <a:off x="604421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67" name="pg466">
                <a:extLst>
                  <a:ext uri="{FF2B5EF4-FFF2-40B4-BE49-F238E27FC236}">
                    <a16:creationId xmlns:a16="http://schemas.microsoft.com/office/drawing/2014/main" id="{253288FF-2758-F6C9-BF41-495461B73CAB}"/>
                  </a:ext>
                </a:extLst>
              </p:cNvPr>
              <p:cNvSpPr/>
              <p:nvPr/>
            </p:nvSpPr>
            <p:spPr>
              <a:xfrm>
                <a:off x="6055856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68" name="pg467">
                <a:extLst>
                  <a:ext uri="{FF2B5EF4-FFF2-40B4-BE49-F238E27FC236}">
                    <a16:creationId xmlns:a16="http://schemas.microsoft.com/office/drawing/2014/main" id="{7036B5E4-FC85-5A69-0115-4B736694A5D6}"/>
                  </a:ext>
                </a:extLst>
              </p:cNvPr>
              <p:cNvSpPr/>
              <p:nvPr/>
            </p:nvSpPr>
            <p:spPr>
              <a:xfrm>
                <a:off x="6067493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69" name="pg468">
                <a:extLst>
                  <a:ext uri="{FF2B5EF4-FFF2-40B4-BE49-F238E27FC236}">
                    <a16:creationId xmlns:a16="http://schemas.microsoft.com/office/drawing/2014/main" id="{A837A68D-79C6-434D-0313-D24541040D91}"/>
                  </a:ext>
                </a:extLst>
              </p:cNvPr>
              <p:cNvSpPr/>
              <p:nvPr/>
            </p:nvSpPr>
            <p:spPr>
              <a:xfrm>
                <a:off x="6079130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70" name="pg469">
                <a:extLst>
                  <a:ext uri="{FF2B5EF4-FFF2-40B4-BE49-F238E27FC236}">
                    <a16:creationId xmlns:a16="http://schemas.microsoft.com/office/drawing/2014/main" id="{A43501C1-40ED-C760-F217-9FF199F54B74}"/>
                  </a:ext>
                </a:extLst>
              </p:cNvPr>
              <p:cNvSpPr/>
              <p:nvPr/>
            </p:nvSpPr>
            <p:spPr>
              <a:xfrm>
                <a:off x="609076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71" name="pg470">
                <a:extLst>
                  <a:ext uri="{FF2B5EF4-FFF2-40B4-BE49-F238E27FC236}">
                    <a16:creationId xmlns:a16="http://schemas.microsoft.com/office/drawing/2014/main" id="{9E8018FD-573B-755A-9873-94AB5BBDC62B}"/>
                  </a:ext>
                </a:extLst>
              </p:cNvPr>
              <p:cNvSpPr/>
              <p:nvPr/>
            </p:nvSpPr>
            <p:spPr>
              <a:xfrm>
                <a:off x="6102405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72" name="pg471">
                <a:extLst>
                  <a:ext uri="{FF2B5EF4-FFF2-40B4-BE49-F238E27FC236}">
                    <a16:creationId xmlns:a16="http://schemas.microsoft.com/office/drawing/2014/main" id="{EBD57BBE-6A70-5BCD-2569-5EC8E587E67E}"/>
                  </a:ext>
                </a:extLst>
              </p:cNvPr>
              <p:cNvSpPr/>
              <p:nvPr/>
            </p:nvSpPr>
            <p:spPr>
              <a:xfrm>
                <a:off x="6114042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73" name="pg472">
                <a:extLst>
                  <a:ext uri="{FF2B5EF4-FFF2-40B4-BE49-F238E27FC236}">
                    <a16:creationId xmlns:a16="http://schemas.microsoft.com/office/drawing/2014/main" id="{5A2F44AD-243C-0D6D-ADC4-754CB280E3EB}"/>
                  </a:ext>
                </a:extLst>
              </p:cNvPr>
              <p:cNvSpPr/>
              <p:nvPr/>
            </p:nvSpPr>
            <p:spPr>
              <a:xfrm>
                <a:off x="6183866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74" name="pg473">
                <a:extLst>
                  <a:ext uri="{FF2B5EF4-FFF2-40B4-BE49-F238E27FC236}">
                    <a16:creationId xmlns:a16="http://schemas.microsoft.com/office/drawing/2014/main" id="{14A93003-FD7E-FC8B-7247-1BE251F3F559}"/>
                  </a:ext>
                </a:extLst>
              </p:cNvPr>
              <p:cNvSpPr/>
              <p:nvPr/>
            </p:nvSpPr>
            <p:spPr>
              <a:xfrm>
                <a:off x="6195504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75" name="pg474">
                <a:extLst>
                  <a:ext uri="{FF2B5EF4-FFF2-40B4-BE49-F238E27FC236}">
                    <a16:creationId xmlns:a16="http://schemas.microsoft.com/office/drawing/2014/main" id="{D53C3A9D-CCC2-8F4F-EA30-1DB677D74C57}"/>
                  </a:ext>
                </a:extLst>
              </p:cNvPr>
              <p:cNvSpPr/>
              <p:nvPr/>
            </p:nvSpPr>
            <p:spPr>
              <a:xfrm>
                <a:off x="6207141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76" name="pg475">
                <a:extLst>
                  <a:ext uri="{FF2B5EF4-FFF2-40B4-BE49-F238E27FC236}">
                    <a16:creationId xmlns:a16="http://schemas.microsoft.com/office/drawing/2014/main" id="{5E3B615A-B87C-5CC0-D120-8BFF8A442088}"/>
                  </a:ext>
                </a:extLst>
              </p:cNvPr>
              <p:cNvSpPr/>
              <p:nvPr/>
            </p:nvSpPr>
            <p:spPr>
              <a:xfrm>
                <a:off x="621877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77" name="pg476">
                <a:extLst>
                  <a:ext uri="{FF2B5EF4-FFF2-40B4-BE49-F238E27FC236}">
                    <a16:creationId xmlns:a16="http://schemas.microsoft.com/office/drawing/2014/main" id="{355AAB5A-E050-A913-D335-2AB98F222B1B}"/>
                  </a:ext>
                </a:extLst>
              </p:cNvPr>
              <p:cNvSpPr/>
              <p:nvPr/>
            </p:nvSpPr>
            <p:spPr>
              <a:xfrm>
                <a:off x="6230416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78" name="pg477">
                <a:extLst>
                  <a:ext uri="{FF2B5EF4-FFF2-40B4-BE49-F238E27FC236}">
                    <a16:creationId xmlns:a16="http://schemas.microsoft.com/office/drawing/2014/main" id="{177CAEB6-6F3F-671B-4D2D-6CDC602A867B}"/>
                  </a:ext>
                </a:extLst>
              </p:cNvPr>
              <p:cNvSpPr/>
              <p:nvPr/>
            </p:nvSpPr>
            <p:spPr>
              <a:xfrm>
                <a:off x="6242053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79" name="pg478">
                <a:extLst>
                  <a:ext uri="{FF2B5EF4-FFF2-40B4-BE49-F238E27FC236}">
                    <a16:creationId xmlns:a16="http://schemas.microsoft.com/office/drawing/2014/main" id="{C5928DDF-35C5-D618-4875-D85042D7903E}"/>
                  </a:ext>
                </a:extLst>
              </p:cNvPr>
              <p:cNvSpPr/>
              <p:nvPr/>
            </p:nvSpPr>
            <p:spPr>
              <a:xfrm>
                <a:off x="6253690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80" name="pg479">
                <a:extLst>
                  <a:ext uri="{FF2B5EF4-FFF2-40B4-BE49-F238E27FC236}">
                    <a16:creationId xmlns:a16="http://schemas.microsoft.com/office/drawing/2014/main" id="{B8374576-26C2-5B28-DA9B-85BA0AC72A05}"/>
                  </a:ext>
                </a:extLst>
              </p:cNvPr>
              <p:cNvSpPr/>
              <p:nvPr/>
            </p:nvSpPr>
            <p:spPr>
              <a:xfrm>
                <a:off x="6265328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81" name="pg480">
                <a:extLst>
                  <a:ext uri="{FF2B5EF4-FFF2-40B4-BE49-F238E27FC236}">
                    <a16:creationId xmlns:a16="http://schemas.microsoft.com/office/drawing/2014/main" id="{42F6AE81-B831-F740-BFC7-7D21F215BE4A}"/>
                  </a:ext>
                </a:extLst>
              </p:cNvPr>
              <p:cNvSpPr/>
              <p:nvPr/>
            </p:nvSpPr>
            <p:spPr>
              <a:xfrm>
                <a:off x="6276965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82" name="pg481">
                <a:extLst>
                  <a:ext uri="{FF2B5EF4-FFF2-40B4-BE49-F238E27FC236}">
                    <a16:creationId xmlns:a16="http://schemas.microsoft.com/office/drawing/2014/main" id="{9C1B8274-8993-2316-4197-8C70BB47C287}"/>
                  </a:ext>
                </a:extLst>
              </p:cNvPr>
              <p:cNvSpPr/>
              <p:nvPr/>
            </p:nvSpPr>
            <p:spPr>
              <a:xfrm>
                <a:off x="6288602" y="28365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83" name="pg482">
                <a:extLst>
                  <a:ext uri="{FF2B5EF4-FFF2-40B4-BE49-F238E27FC236}">
                    <a16:creationId xmlns:a16="http://schemas.microsoft.com/office/drawing/2014/main" id="{33DEBC46-4CDB-13E8-CB74-2AC46179D9E8}"/>
                  </a:ext>
                </a:extLst>
              </p:cNvPr>
              <p:cNvSpPr/>
              <p:nvPr/>
            </p:nvSpPr>
            <p:spPr>
              <a:xfrm>
                <a:off x="588129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84" name="pg483">
                <a:extLst>
                  <a:ext uri="{FF2B5EF4-FFF2-40B4-BE49-F238E27FC236}">
                    <a16:creationId xmlns:a16="http://schemas.microsoft.com/office/drawing/2014/main" id="{8689F4FA-8224-4E4E-A9F2-3E258C3790E9}"/>
                  </a:ext>
                </a:extLst>
              </p:cNvPr>
              <p:cNvSpPr/>
              <p:nvPr/>
            </p:nvSpPr>
            <p:spPr>
              <a:xfrm>
                <a:off x="5892933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85" name="pg484">
                <a:extLst>
                  <a:ext uri="{FF2B5EF4-FFF2-40B4-BE49-F238E27FC236}">
                    <a16:creationId xmlns:a16="http://schemas.microsoft.com/office/drawing/2014/main" id="{39F523C8-B5F6-F757-4DBA-6659DD2E7AB7}"/>
                  </a:ext>
                </a:extLst>
              </p:cNvPr>
              <p:cNvSpPr/>
              <p:nvPr/>
            </p:nvSpPr>
            <p:spPr>
              <a:xfrm>
                <a:off x="5904570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86" name="pg485">
                <a:extLst>
                  <a:ext uri="{FF2B5EF4-FFF2-40B4-BE49-F238E27FC236}">
                    <a16:creationId xmlns:a16="http://schemas.microsoft.com/office/drawing/2014/main" id="{5108F60D-AC19-8DCC-6A99-6CB305C8BFF9}"/>
                  </a:ext>
                </a:extLst>
              </p:cNvPr>
              <p:cNvSpPr/>
              <p:nvPr/>
            </p:nvSpPr>
            <p:spPr>
              <a:xfrm>
                <a:off x="591620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87" name="pg486">
                <a:extLst>
                  <a:ext uri="{FF2B5EF4-FFF2-40B4-BE49-F238E27FC236}">
                    <a16:creationId xmlns:a16="http://schemas.microsoft.com/office/drawing/2014/main" id="{7C582EFC-D1F4-9401-0274-D0101B573A4C}"/>
                  </a:ext>
                </a:extLst>
              </p:cNvPr>
              <p:cNvSpPr/>
              <p:nvPr/>
            </p:nvSpPr>
            <p:spPr>
              <a:xfrm>
                <a:off x="5927845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88" name="pg487">
                <a:extLst>
                  <a:ext uri="{FF2B5EF4-FFF2-40B4-BE49-F238E27FC236}">
                    <a16:creationId xmlns:a16="http://schemas.microsoft.com/office/drawing/2014/main" id="{31468099-B34D-C73A-305D-09A774478214}"/>
                  </a:ext>
                </a:extLst>
              </p:cNvPr>
              <p:cNvSpPr/>
              <p:nvPr/>
            </p:nvSpPr>
            <p:spPr>
              <a:xfrm>
                <a:off x="5939482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89" name="pg488">
                <a:extLst>
                  <a:ext uri="{FF2B5EF4-FFF2-40B4-BE49-F238E27FC236}">
                    <a16:creationId xmlns:a16="http://schemas.microsoft.com/office/drawing/2014/main" id="{7FE47F97-346F-DB6E-F9B9-129E1418C10A}"/>
                  </a:ext>
                </a:extLst>
              </p:cNvPr>
              <p:cNvSpPr/>
              <p:nvPr/>
            </p:nvSpPr>
            <p:spPr>
              <a:xfrm>
                <a:off x="5951120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90" name="pg489">
                <a:extLst>
                  <a:ext uri="{FF2B5EF4-FFF2-40B4-BE49-F238E27FC236}">
                    <a16:creationId xmlns:a16="http://schemas.microsoft.com/office/drawing/2014/main" id="{26A9D82D-523F-1376-3077-55C01E2C6007}"/>
                  </a:ext>
                </a:extLst>
              </p:cNvPr>
              <p:cNvSpPr/>
              <p:nvPr/>
            </p:nvSpPr>
            <p:spPr>
              <a:xfrm>
                <a:off x="5962757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91" name="pg490">
                <a:extLst>
                  <a:ext uri="{FF2B5EF4-FFF2-40B4-BE49-F238E27FC236}">
                    <a16:creationId xmlns:a16="http://schemas.microsoft.com/office/drawing/2014/main" id="{D32B4A8E-BFA6-A138-F64B-E84E38DF840E}"/>
                  </a:ext>
                </a:extLst>
              </p:cNvPr>
              <p:cNvSpPr/>
              <p:nvPr/>
            </p:nvSpPr>
            <p:spPr>
              <a:xfrm>
                <a:off x="5974394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90">
                  <a:alpha val="100000"/>
                </a:srgbClr>
              </a:solidFill>
              <a:ln w="5420" cap="flat">
                <a:solidFill>
                  <a:srgbClr val="3B54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92" name="pg491">
                <a:extLst>
                  <a:ext uri="{FF2B5EF4-FFF2-40B4-BE49-F238E27FC236}">
                    <a16:creationId xmlns:a16="http://schemas.microsoft.com/office/drawing/2014/main" id="{70CDE01A-1C99-81DE-F15F-BA5C0B2F6BE2}"/>
                  </a:ext>
                </a:extLst>
              </p:cNvPr>
              <p:cNvSpPr/>
              <p:nvPr/>
            </p:nvSpPr>
            <p:spPr>
              <a:xfrm>
                <a:off x="5986032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3A57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93" name="pg492">
                <a:extLst>
                  <a:ext uri="{FF2B5EF4-FFF2-40B4-BE49-F238E27FC236}">
                    <a16:creationId xmlns:a16="http://schemas.microsoft.com/office/drawing/2014/main" id="{CFC00719-271E-6B87-5C39-76BE70195F84}"/>
                  </a:ext>
                </a:extLst>
              </p:cNvPr>
              <p:cNvSpPr/>
              <p:nvPr/>
            </p:nvSpPr>
            <p:spPr>
              <a:xfrm>
                <a:off x="5997669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7">
                  <a:alpha val="100000"/>
                </a:srgbClr>
              </a:solidFill>
              <a:ln w="5420" cap="flat">
                <a:solidFill>
                  <a:srgbClr val="3A599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94" name="pg493">
                <a:extLst>
                  <a:ext uri="{FF2B5EF4-FFF2-40B4-BE49-F238E27FC236}">
                    <a16:creationId xmlns:a16="http://schemas.microsoft.com/office/drawing/2014/main" id="{B4C60DF8-C6C1-10A3-BDCE-01B632E31C58}"/>
                  </a:ext>
                </a:extLst>
              </p:cNvPr>
              <p:cNvSpPr/>
              <p:nvPr/>
            </p:nvSpPr>
            <p:spPr>
              <a:xfrm>
                <a:off x="600930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95" name="pg494">
                <a:extLst>
                  <a:ext uri="{FF2B5EF4-FFF2-40B4-BE49-F238E27FC236}">
                    <a16:creationId xmlns:a16="http://schemas.microsoft.com/office/drawing/2014/main" id="{966614C1-8AC6-2996-E919-486DDF6F9CA9}"/>
                  </a:ext>
                </a:extLst>
              </p:cNvPr>
              <p:cNvSpPr/>
              <p:nvPr/>
            </p:nvSpPr>
            <p:spPr>
              <a:xfrm>
                <a:off x="6020944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96" name="pg495">
                <a:extLst>
                  <a:ext uri="{FF2B5EF4-FFF2-40B4-BE49-F238E27FC236}">
                    <a16:creationId xmlns:a16="http://schemas.microsoft.com/office/drawing/2014/main" id="{3DBC98D4-207A-38CD-4D5F-EC4E554C5FD8}"/>
                  </a:ext>
                </a:extLst>
              </p:cNvPr>
              <p:cNvSpPr/>
              <p:nvPr/>
            </p:nvSpPr>
            <p:spPr>
              <a:xfrm>
                <a:off x="6032581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97" name="pg496">
                <a:extLst>
                  <a:ext uri="{FF2B5EF4-FFF2-40B4-BE49-F238E27FC236}">
                    <a16:creationId xmlns:a16="http://schemas.microsoft.com/office/drawing/2014/main" id="{4694DF21-16EA-5911-D418-9BCDFCBE9E1B}"/>
                  </a:ext>
                </a:extLst>
              </p:cNvPr>
              <p:cNvSpPr/>
              <p:nvPr/>
            </p:nvSpPr>
            <p:spPr>
              <a:xfrm>
                <a:off x="604421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98" name="pg497">
                <a:extLst>
                  <a:ext uri="{FF2B5EF4-FFF2-40B4-BE49-F238E27FC236}">
                    <a16:creationId xmlns:a16="http://schemas.microsoft.com/office/drawing/2014/main" id="{9047D4CC-9D54-2B66-C01A-58B5E46E2313}"/>
                  </a:ext>
                </a:extLst>
              </p:cNvPr>
              <p:cNvSpPr/>
              <p:nvPr/>
            </p:nvSpPr>
            <p:spPr>
              <a:xfrm>
                <a:off x="605585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899" name="pg498">
                <a:extLst>
                  <a:ext uri="{FF2B5EF4-FFF2-40B4-BE49-F238E27FC236}">
                    <a16:creationId xmlns:a16="http://schemas.microsoft.com/office/drawing/2014/main" id="{49B66BDB-CE32-B1EA-6F67-CD3D248494C7}"/>
                  </a:ext>
                </a:extLst>
              </p:cNvPr>
              <p:cNvSpPr/>
              <p:nvPr/>
            </p:nvSpPr>
            <p:spPr>
              <a:xfrm>
                <a:off x="6067493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00" name="pg499">
                <a:extLst>
                  <a:ext uri="{FF2B5EF4-FFF2-40B4-BE49-F238E27FC236}">
                    <a16:creationId xmlns:a16="http://schemas.microsoft.com/office/drawing/2014/main" id="{E2081F76-3B99-8961-069F-370C27084E9C}"/>
                  </a:ext>
                </a:extLst>
              </p:cNvPr>
              <p:cNvSpPr/>
              <p:nvPr/>
            </p:nvSpPr>
            <p:spPr>
              <a:xfrm>
                <a:off x="6079130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01" name="pg500">
                <a:extLst>
                  <a:ext uri="{FF2B5EF4-FFF2-40B4-BE49-F238E27FC236}">
                    <a16:creationId xmlns:a16="http://schemas.microsoft.com/office/drawing/2014/main" id="{0B6DAD1D-CA02-FC52-883C-9D84111B1C44}"/>
                  </a:ext>
                </a:extLst>
              </p:cNvPr>
              <p:cNvSpPr/>
              <p:nvPr/>
            </p:nvSpPr>
            <p:spPr>
              <a:xfrm>
                <a:off x="609076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02" name="pg501">
                <a:extLst>
                  <a:ext uri="{FF2B5EF4-FFF2-40B4-BE49-F238E27FC236}">
                    <a16:creationId xmlns:a16="http://schemas.microsoft.com/office/drawing/2014/main" id="{7ADB13EB-CBEA-A356-6667-887B98C3355B}"/>
                  </a:ext>
                </a:extLst>
              </p:cNvPr>
              <p:cNvSpPr/>
              <p:nvPr/>
            </p:nvSpPr>
            <p:spPr>
              <a:xfrm>
                <a:off x="6102405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03" name="pg502">
                <a:extLst>
                  <a:ext uri="{FF2B5EF4-FFF2-40B4-BE49-F238E27FC236}">
                    <a16:creationId xmlns:a16="http://schemas.microsoft.com/office/drawing/2014/main" id="{1A054570-6205-C12A-6F4D-C4705764C7DE}"/>
                  </a:ext>
                </a:extLst>
              </p:cNvPr>
              <p:cNvSpPr/>
              <p:nvPr/>
            </p:nvSpPr>
            <p:spPr>
              <a:xfrm>
                <a:off x="6172229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04" name="pg503">
                <a:extLst>
                  <a:ext uri="{FF2B5EF4-FFF2-40B4-BE49-F238E27FC236}">
                    <a16:creationId xmlns:a16="http://schemas.microsoft.com/office/drawing/2014/main" id="{1DB543DE-5296-DF31-1FB8-FB86EF00E5D3}"/>
                  </a:ext>
                </a:extLst>
              </p:cNvPr>
              <p:cNvSpPr/>
              <p:nvPr/>
            </p:nvSpPr>
            <p:spPr>
              <a:xfrm>
                <a:off x="618386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05" name="pg504">
                <a:extLst>
                  <a:ext uri="{FF2B5EF4-FFF2-40B4-BE49-F238E27FC236}">
                    <a16:creationId xmlns:a16="http://schemas.microsoft.com/office/drawing/2014/main" id="{92F6724F-99D9-4376-2018-42CBC883340F}"/>
                  </a:ext>
                </a:extLst>
              </p:cNvPr>
              <p:cNvSpPr/>
              <p:nvPr/>
            </p:nvSpPr>
            <p:spPr>
              <a:xfrm>
                <a:off x="6195504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06" name="pg505">
                <a:extLst>
                  <a:ext uri="{FF2B5EF4-FFF2-40B4-BE49-F238E27FC236}">
                    <a16:creationId xmlns:a16="http://schemas.microsoft.com/office/drawing/2014/main" id="{1217D1F5-0712-4C06-0DC1-61B927598E92}"/>
                  </a:ext>
                </a:extLst>
              </p:cNvPr>
              <p:cNvSpPr/>
              <p:nvPr/>
            </p:nvSpPr>
            <p:spPr>
              <a:xfrm>
                <a:off x="6207141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07" name="pg506">
                <a:extLst>
                  <a:ext uri="{FF2B5EF4-FFF2-40B4-BE49-F238E27FC236}">
                    <a16:creationId xmlns:a16="http://schemas.microsoft.com/office/drawing/2014/main" id="{0D8BDCFD-E4E3-FB8A-63B7-AC082BF93D69}"/>
                  </a:ext>
                </a:extLst>
              </p:cNvPr>
              <p:cNvSpPr/>
              <p:nvPr/>
            </p:nvSpPr>
            <p:spPr>
              <a:xfrm>
                <a:off x="621877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08" name="pg507">
                <a:extLst>
                  <a:ext uri="{FF2B5EF4-FFF2-40B4-BE49-F238E27FC236}">
                    <a16:creationId xmlns:a16="http://schemas.microsoft.com/office/drawing/2014/main" id="{75C87B7E-2206-F67A-978A-724D10DBF9A7}"/>
                  </a:ext>
                </a:extLst>
              </p:cNvPr>
              <p:cNvSpPr/>
              <p:nvPr/>
            </p:nvSpPr>
            <p:spPr>
              <a:xfrm>
                <a:off x="6230416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09" name="pg508">
                <a:extLst>
                  <a:ext uri="{FF2B5EF4-FFF2-40B4-BE49-F238E27FC236}">
                    <a16:creationId xmlns:a16="http://schemas.microsoft.com/office/drawing/2014/main" id="{CBDA2B71-97F9-01BB-C7C0-61B2F465A3BF}"/>
                  </a:ext>
                </a:extLst>
              </p:cNvPr>
              <p:cNvSpPr/>
              <p:nvPr/>
            </p:nvSpPr>
            <p:spPr>
              <a:xfrm>
                <a:off x="6242053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10" name="pg509">
                <a:extLst>
                  <a:ext uri="{FF2B5EF4-FFF2-40B4-BE49-F238E27FC236}">
                    <a16:creationId xmlns:a16="http://schemas.microsoft.com/office/drawing/2014/main" id="{CBA48D2F-9CDA-2F57-D4A9-3B0599C195A9}"/>
                  </a:ext>
                </a:extLst>
              </p:cNvPr>
              <p:cNvSpPr/>
              <p:nvPr/>
            </p:nvSpPr>
            <p:spPr>
              <a:xfrm>
                <a:off x="6253690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11" name="pg510">
                <a:extLst>
                  <a:ext uri="{FF2B5EF4-FFF2-40B4-BE49-F238E27FC236}">
                    <a16:creationId xmlns:a16="http://schemas.microsoft.com/office/drawing/2014/main" id="{517CC3CD-0DA1-B4DE-B596-42F49AEB09FD}"/>
                  </a:ext>
                </a:extLst>
              </p:cNvPr>
              <p:cNvSpPr/>
              <p:nvPr/>
            </p:nvSpPr>
            <p:spPr>
              <a:xfrm>
                <a:off x="6265328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12" name="pg511">
                <a:extLst>
                  <a:ext uri="{FF2B5EF4-FFF2-40B4-BE49-F238E27FC236}">
                    <a16:creationId xmlns:a16="http://schemas.microsoft.com/office/drawing/2014/main" id="{06A5804D-DD5B-E04E-0975-88E1E2DC3D4D}"/>
                  </a:ext>
                </a:extLst>
              </p:cNvPr>
              <p:cNvSpPr/>
              <p:nvPr/>
            </p:nvSpPr>
            <p:spPr>
              <a:xfrm>
                <a:off x="6276965" y="28508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13" name="pg512">
                <a:extLst>
                  <a:ext uri="{FF2B5EF4-FFF2-40B4-BE49-F238E27FC236}">
                    <a16:creationId xmlns:a16="http://schemas.microsoft.com/office/drawing/2014/main" id="{45D67CB0-E4B4-C016-2658-EE11950AED8E}"/>
                  </a:ext>
                </a:extLst>
              </p:cNvPr>
              <p:cNvSpPr/>
              <p:nvPr/>
            </p:nvSpPr>
            <p:spPr>
              <a:xfrm>
                <a:off x="586965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14" name="pg513">
                <a:extLst>
                  <a:ext uri="{FF2B5EF4-FFF2-40B4-BE49-F238E27FC236}">
                    <a16:creationId xmlns:a16="http://schemas.microsoft.com/office/drawing/2014/main" id="{DED90F0C-4411-E006-F4EA-41D5E347E42A}"/>
                  </a:ext>
                </a:extLst>
              </p:cNvPr>
              <p:cNvSpPr/>
              <p:nvPr/>
            </p:nvSpPr>
            <p:spPr>
              <a:xfrm>
                <a:off x="588129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15" name="pg514">
                <a:extLst>
                  <a:ext uri="{FF2B5EF4-FFF2-40B4-BE49-F238E27FC236}">
                    <a16:creationId xmlns:a16="http://schemas.microsoft.com/office/drawing/2014/main" id="{7335C134-1FB4-49CB-B40A-AAEBFA3E3C25}"/>
                  </a:ext>
                </a:extLst>
              </p:cNvPr>
              <p:cNvSpPr/>
              <p:nvPr/>
            </p:nvSpPr>
            <p:spPr>
              <a:xfrm>
                <a:off x="5892933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E70">
                  <a:alpha val="100000"/>
                </a:srgbClr>
              </a:solidFill>
              <a:ln w="5420" cap="flat">
                <a:solidFill>
                  <a:srgbClr val="3B3E7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16" name="pg515">
                <a:extLst>
                  <a:ext uri="{FF2B5EF4-FFF2-40B4-BE49-F238E27FC236}">
                    <a16:creationId xmlns:a16="http://schemas.microsoft.com/office/drawing/2014/main" id="{5F402768-C388-3D71-3A5C-2397E0109340}"/>
                  </a:ext>
                </a:extLst>
              </p:cNvPr>
              <p:cNvSpPr/>
              <p:nvPr/>
            </p:nvSpPr>
            <p:spPr>
              <a:xfrm>
                <a:off x="5904570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17" name="pg516">
                <a:extLst>
                  <a:ext uri="{FF2B5EF4-FFF2-40B4-BE49-F238E27FC236}">
                    <a16:creationId xmlns:a16="http://schemas.microsoft.com/office/drawing/2014/main" id="{90C5B0EF-B45D-5C50-A109-87250E73CDB9}"/>
                  </a:ext>
                </a:extLst>
              </p:cNvPr>
              <p:cNvSpPr/>
              <p:nvPr/>
            </p:nvSpPr>
            <p:spPr>
              <a:xfrm>
                <a:off x="591620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18" name="pg517">
                <a:extLst>
                  <a:ext uri="{FF2B5EF4-FFF2-40B4-BE49-F238E27FC236}">
                    <a16:creationId xmlns:a16="http://schemas.microsoft.com/office/drawing/2014/main" id="{A7E6A0F1-F648-6BC1-A6E5-5980B97474FB}"/>
                  </a:ext>
                </a:extLst>
              </p:cNvPr>
              <p:cNvSpPr/>
              <p:nvPr/>
            </p:nvSpPr>
            <p:spPr>
              <a:xfrm>
                <a:off x="5927845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F">
                  <a:alpha val="100000"/>
                </a:srgbClr>
              </a:solidFill>
              <a:ln w="5420" cap="flat">
                <a:solidFill>
                  <a:srgbClr val="3C48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19" name="pg518">
                <a:extLst>
                  <a:ext uri="{FF2B5EF4-FFF2-40B4-BE49-F238E27FC236}">
                    <a16:creationId xmlns:a16="http://schemas.microsoft.com/office/drawing/2014/main" id="{6A2DE734-72AA-FC4F-CB92-3AFDF923F7E9}"/>
                  </a:ext>
                </a:extLst>
              </p:cNvPr>
              <p:cNvSpPr/>
              <p:nvPr/>
            </p:nvSpPr>
            <p:spPr>
              <a:xfrm>
                <a:off x="5939482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20" name="pg519">
                <a:extLst>
                  <a:ext uri="{FF2B5EF4-FFF2-40B4-BE49-F238E27FC236}">
                    <a16:creationId xmlns:a16="http://schemas.microsoft.com/office/drawing/2014/main" id="{3BB9CCAD-74C2-6960-4099-3F36247760A6}"/>
                  </a:ext>
                </a:extLst>
              </p:cNvPr>
              <p:cNvSpPr/>
              <p:nvPr/>
            </p:nvSpPr>
            <p:spPr>
              <a:xfrm>
                <a:off x="5951120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7">
                  <a:alpha val="100000"/>
                </a:srgbClr>
              </a:solidFill>
              <a:ln w="5420" cap="flat">
                <a:solidFill>
                  <a:srgbClr val="3B4E8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21" name="pg520">
                <a:extLst>
                  <a:ext uri="{FF2B5EF4-FFF2-40B4-BE49-F238E27FC236}">
                    <a16:creationId xmlns:a16="http://schemas.microsoft.com/office/drawing/2014/main" id="{73E56DCB-2D37-5909-7089-2766F8788D45}"/>
                  </a:ext>
                </a:extLst>
              </p:cNvPr>
              <p:cNvSpPr/>
              <p:nvPr/>
            </p:nvSpPr>
            <p:spPr>
              <a:xfrm>
                <a:off x="5962757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A">
                  <a:alpha val="100000"/>
                </a:srgbClr>
              </a:solidFill>
              <a:ln w="5420" cap="flat">
                <a:solidFill>
                  <a:srgbClr val="3B518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22" name="pg521">
                <a:extLst>
                  <a:ext uri="{FF2B5EF4-FFF2-40B4-BE49-F238E27FC236}">
                    <a16:creationId xmlns:a16="http://schemas.microsoft.com/office/drawing/2014/main" id="{5B02450E-4D0B-74BA-3CB6-B108FE70F2D9}"/>
                  </a:ext>
                </a:extLst>
              </p:cNvPr>
              <p:cNvSpPr/>
              <p:nvPr/>
            </p:nvSpPr>
            <p:spPr>
              <a:xfrm>
                <a:off x="5974394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3B538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23" name="pg522">
                <a:extLst>
                  <a:ext uri="{FF2B5EF4-FFF2-40B4-BE49-F238E27FC236}">
                    <a16:creationId xmlns:a16="http://schemas.microsoft.com/office/drawing/2014/main" id="{33B4CAB7-FCE5-0927-E83E-07EFC8563BCB}"/>
                  </a:ext>
                </a:extLst>
              </p:cNvPr>
              <p:cNvSpPr/>
              <p:nvPr/>
            </p:nvSpPr>
            <p:spPr>
              <a:xfrm>
                <a:off x="5986032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24" name="pg523">
                <a:extLst>
                  <a:ext uri="{FF2B5EF4-FFF2-40B4-BE49-F238E27FC236}">
                    <a16:creationId xmlns:a16="http://schemas.microsoft.com/office/drawing/2014/main" id="{97E616E4-FAE8-7D2C-F736-CA2FA2DBA934}"/>
                  </a:ext>
                </a:extLst>
              </p:cNvPr>
              <p:cNvSpPr/>
              <p:nvPr/>
            </p:nvSpPr>
            <p:spPr>
              <a:xfrm>
                <a:off x="5997669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996">
                  <a:alpha val="100000"/>
                </a:srgbClr>
              </a:solidFill>
              <a:ln w="5420" cap="flat">
                <a:solidFill>
                  <a:srgbClr val="3A599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25" name="pg524">
                <a:extLst>
                  <a:ext uri="{FF2B5EF4-FFF2-40B4-BE49-F238E27FC236}">
                    <a16:creationId xmlns:a16="http://schemas.microsoft.com/office/drawing/2014/main" id="{36D149AF-4041-7CF5-3D3A-17EE7ED8F030}"/>
                  </a:ext>
                </a:extLst>
              </p:cNvPr>
              <p:cNvSpPr/>
              <p:nvPr/>
            </p:nvSpPr>
            <p:spPr>
              <a:xfrm>
                <a:off x="600930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9">
                  <a:alpha val="100000"/>
                </a:srgbClr>
              </a:solidFill>
              <a:ln w="5420" cap="flat">
                <a:solidFill>
                  <a:srgbClr val="39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26" name="pg525">
                <a:extLst>
                  <a:ext uri="{FF2B5EF4-FFF2-40B4-BE49-F238E27FC236}">
                    <a16:creationId xmlns:a16="http://schemas.microsoft.com/office/drawing/2014/main" id="{08D3F446-C1BC-E552-E81A-BE6F1792C597}"/>
                  </a:ext>
                </a:extLst>
              </p:cNvPr>
              <p:cNvSpPr/>
              <p:nvPr/>
            </p:nvSpPr>
            <p:spPr>
              <a:xfrm>
                <a:off x="6020944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27" name="pg526">
                <a:extLst>
                  <a:ext uri="{FF2B5EF4-FFF2-40B4-BE49-F238E27FC236}">
                    <a16:creationId xmlns:a16="http://schemas.microsoft.com/office/drawing/2014/main" id="{66322A8E-5515-84DA-0C98-F5FB65E10F56}"/>
                  </a:ext>
                </a:extLst>
              </p:cNvPr>
              <p:cNvSpPr/>
              <p:nvPr/>
            </p:nvSpPr>
            <p:spPr>
              <a:xfrm>
                <a:off x="6032581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28" name="pg527">
                <a:extLst>
                  <a:ext uri="{FF2B5EF4-FFF2-40B4-BE49-F238E27FC236}">
                    <a16:creationId xmlns:a16="http://schemas.microsoft.com/office/drawing/2014/main" id="{56E86CE4-DE3C-9EC2-5B1D-AA76C24D471A}"/>
                  </a:ext>
                </a:extLst>
              </p:cNvPr>
              <p:cNvSpPr/>
              <p:nvPr/>
            </p:nvSpPr>
            <p:spPr>
              <a:xfrm>
                <a:off x="604421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29" name="pg528">
                <a:extLst>
                  <a:ext uri="{FF2B5EF4-FFF2-40B4-BE49-F238E27FC236}">
                    <a16:creationId xmlns:a16="http://schemas.microsoft.com/office/drawing/2014/main" id="{09670E8E-CFAD-AE9F-10E7-57F73E2A192B}"/>
                  </a:ext>
                </a:extLst>
              </p:cNvPr>
              <p:cNvSpPr/>
              <p:nvPr/>
            </p:nvSpPr>
            <p:spPr>
              <a:xfrm>
                <a:off x="605585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30" name="pg529">
                <a:extLst>
                  <a:ext uri="{FF2B5EF4-FFF2-40B4-BE49-F238E27FC236}">
                    <a16:creationId xmlns:a16="http://schemas.microsoft.com/office/drawing/2014/main" id="{40F7B502-9927-B333-158D-D4F4D9D73CC6}"/>
                  </a:ext>
                </a:extLst>
              </p:cNvPr>
              <p:cNvSpPr/>
              <p:nvPr/>
            </p:nvSpPr>
            <p:spPr>
              <a:xfrm>
                <a:off x="6067493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31" name="pg530">
                <a:extLst>
                  <a:ext uri="{FF2B5EF4-FFF2-40B4-BE49-F238E27FC236}">
                    <a16:creationId xmlns:a16="http://schemas.microsoft.com/office/drawing/2014/main" id="{B0C0296D-5405-B237-B373-049C478449DA}"/>
                  </a:ext>
                </a:extLst>
              </p:cNvPr>
              <p:cNvSpPr/>
              <p:nvPr/>
            </p:nvSpPr>
            <p:spPr>
              <a:xfrm>
                <a:off x="6079130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32" name="pg531">
                <a:extLst>
                  <a:ext uri="{FF2B5EF4-FFF2-40B4-BE49-F238E27FC236}">
                    <a16:creationId xmlns:a16="http://schemas.microsoft.com/office/drawing/2014/main" id="{482E81B5-35C1-1BB9-8533-CD1228639FE3}"/>
                  </a:ext>
                </a:extLst>
              </p:cNvPr>
              <p:cNvSpPr/>
              <p:nvPr/>
            </p:nvSpPr>
            <p:spPr>
              <a:xfrm>
                <a:off x="609076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33" name="pg532">
                <a:extLst>
                  <a:ext uri="{FF2B5EF4-FFF2-40B4-BE49-F238E27FC236}">
                    <a16:creationId xmlns:a16="http://schemas.microsoft.com/office/drawing/2014/main" id="{56BC04A0-8160-453F-4382-1B54DB168F48}"/>
                  </a:ext>
                </a:extLst>
              </p:cNvPr>
              <p:cNvSpPr/>
              <p:nvPr/>
            </p:nvSpPr>
            <p:spPr>
              <a:xfrm>
                <a:off x="6172229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34" name="pg533">
                <a:extLst>
                  <a:ext uri="{FF2B5EF4-FFF2-40B4-BE49-F238E27FC236}">
                    <a16:creationId xmlns:a16="http://schemas.microsoft.com/office/drawing/2014/main" id="{942E430B-A348-150C-E5B9-E444D5838AF0}"/>
                  </a:ext>
                </a:extLst>
              </p:cNvPr>
              <p:cNvSpPr/>
              <p:nvPr/>
            </p:nvSpPr>
            <p:spPr>
              <a:xfrm>
                <a:off x="618386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35" name="pg534">
                <a:extLst>
                  <a:ext uri="{FF2B5EF4-FFF2-40B4-BE49-F238E27FC236}">
                    <a16:creationId xmlns:a16="http://schemas.microsoft.com/office/drawing/2014/main" id="{B2799DA8-B8ED-D151-5EFB-69E482D689A0}"/>
                  </a:ext>
                </a:extLst>
              </p:cNvPr>
              <p:cNvSpPr/>
              <p:nvPr/>
            </p:nvSpPr>
            <p:spPr>
              <a:xfrm>
                <a:off x="6195504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36" name="pg535">
                <a:extLst>
                  <a:ext uri="{FF2B5EF4-FFF2-40B4-BE49-F238E27FC236}">
                    <a16:creationId xmlns:a16="http://schemas.microsoft.com/office/drawing/2014/main" id="{E0C107CF-DDB3-49FF-E32B-1981B4608E2E}"/>
                  </a:ext>
                </a:extLst>
              </p:cNvPr>
              <p:cNvSpPr/>
              <p:nvPr/>
            </p:nvSpPr>
            <p:spPr>
              <a:xfrm>
                <a:off x="6207141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37" name="pg536">
                <a:extLst>
                  <a:ext uri="{FF2B5EF4-FFF2-40B4-BE49-F238E27FC236}">
                    <a16:creationId xmlns:a16="http://schemas.microsoft.com/office/drawing/2014/main" id="{C20C2B37-214C-5E9F-900F-18CFA78AC94C}"/>
                  </a:ext>
                </a:extLst>
              </p:cNvPr>
              <p:cNvSpPr/>
              <p:nvPr/>
            </p:nvSpPr>
            <p:spPr>
              <a:xfrm>
                <a:off x="6218778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38" name="pg537">
                <a:extLst>
                  <a:ext uri="{FF2B5EF4-FFF2-40B4-BE49-F238E27FC236}">
                    <a16:creationId xmlns:a16="http://schemas.microsoft.com/office/drawing/2014/main" id="{25EBDF7B-302B-1C82-4060-6D088F92C839}"/>
                  </a:ext>
                </a:extLst>
              </p:cNvPr>
              <p:cNvSpPr/>
              <p:nvPr/>
            </p:nvSpPr>
            <p:spPr>
              <a:xfrm>
                <a:off x="6230416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39" name="pg538">
                <a:extLst>
                  <a:ext uri="{FF2B5EF4-FFF2-40B4-BE49-F238E27FC236}">
                    <a16:creationId xmlns:a16="http://schemas.microsoft.com/office/drawing/2014/main" id="{AB9C5010-739F-C933-A96D-2B74FE940AAA}"/>
                  </a:ext>
                </a:extLst>
              </p:cNvPr>
              <p:cNvSpPr/>
              <p:nvPr/>
            </p:nvSpPr>
            <p:spPr>
              <a:xfrm>
                <a:off x="6242053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40" name="pg539">
                <a:extLst>
                  <a:ext uri="{FF2B5EF4-FFF2-40B4-BE49-F238E27FC236}">
                    <a16:creationId xmlns:a16="http://schemas.microsoft.com/office/drawing/2014/main" id="{6ED098EB-E4A5-DAC1-805C-B8D8CFE211F5}"/>
                  </a:ext>
                </a:extLst>
              </p:cNvPr>
              <p:cNvSpPr/>
              <p:nvPr/>
            </p:nvSpPr>
            <p:spPr>
              <a:xfrm>
                <a:off x="6253690" y="28651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41" name="pg540">
                <a:extLst>
                  <a:ext uri="{FF2B5EF4-FFF2-40B4-BE49-F238E27FC236}">
                    <a16:creationId xmlns:a16="http://schemas.microsoft.com/office/drawing/2014/main" id="{34045AB7-11B3-68A9-09FC-41DBD30CAD20}"/>
                  </a:ext>
                </a:extLst>
              </p:cNvPr>
              <p:cNvSpPr/>
              <p:nvPr/>
            </p:nvSpPr>
            <p:spPr>
              <a:xfrm>
                <a:off x="5869658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42" name="pg541">
                <a:extLst>
                  <a:ext uri="{FF2B5EF4-FFF2-40B4-BE49-F238E27FC236}">
                    <a16:creationId xmlns:a16="http://schemas.microsoft.com/office/drawing/2014/main" id="{10BADCE8-BEDB-D2F5-6800-56C3AB450099}"/>
                  </a:ext>
                </a:extLst>
              </p:cNvPr>
              <p:cNvSpPr/>
              <p:nvPr/>
            </p:nvSpPr>
            <p:spPr>
              <a:xfrm>
                <a:off x="5881296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43" name="pg542">
                <a:extLst>
                  <a:ext uri="{FF2B5EF4-FFF2-40B4-BE49-F238E27FC236}">
                    <a16:creationId xmlns:a16="http://schemas.microsoft.com/office/drawing/2014/main" id="{ECCCD4BD-2833-9E40-A09D-09DE262E68CE}"/>
                  </a:ext>
                </a:extLst>
              </p:cNvPr>
              <p:cNvSpPr/>
              <p:nvPr/>
            </p:nvSpPr>
            <p:spPr>
              <a:xfrm>
                <a:off x="5892933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44" name="pg543">
                <a:extLst>
                  <a:ext uri="{FF2B5EF4-FFF2-40B4-BE49-F238E27FC236}">
                    <a16:creationId xmlns:a16="http://schemas.microsoft.com/office/drawing/2014/main" id="{31654324-F5A4-34C3-37B8-54496F1DB126}"/>
                  </a:ext>
                </a:extLst>
              </p:cNvPr>
              <p:cNvSpPr/>
              <p:nvPr/>
            </p:nvSpPr>
            <p:spPr>
              <a:xfrm>
                <a:off x="5904570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45" name="pg544">
                <a:extLst>
                  <a:ext uri="{FF2B5EF4-FFF2-40B4-BE49-F238E27FC236}">
                    <a16:creationId xmlns:a16="http://schemas.microsoft.com/office/drawing/2014/main" id="{B85AB5F9-6D60-AFC8-02B3-91AD9B78C18A}"/>
                  </a:ext>
                </a:extLst>
              </p:cNvPr>
              <p:cNvSpPr/>
              <p:nvPr/>
            </p:nvSpPr>
            <p:spPr>
              <a:xfrm>
                <a:off x="5916208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46" name="pg545">
                <a:extLst>
                  <a:ext uri="{FF2B5EF4-FFF2-40B4-BE49-F238E27FC236}">
                    <a16:creationId xmlns:a16="http://schemas.microsoft.com/office/drawing/2014/main" id="{6A186B67-1F39-97A4-02DC-DA6CE7F28F94}"/>
                  </a:ext>
                </a:extLst>
              </p:cNvPr>
              <p:cNvSpPr/>
              <p:nvPr/>
            </p:nvSpPr>
            <p:spPr>
              <a:xfrm>
                <a:off x="5927845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C">
                  <a:alpha val="100000"/>
                </a:srgbClr>
              </a:solidFill>
              <a:ln w="5420" cap="flat">
                <a:solidFill>
                  <a:srgbClr val="3C477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47" name="pg546">
                <a:extLst>
                  <a:ext uri="{FF2B5EF4-FFF2-40B4-BE49-F238E27FC236}">
                    <a16:creationId xmlns:a16="http://schemas.microsoft.com/office/drawing/2014/main" id="{7565EAD4-5B23-0368-D34E-4A8CE309EA73}"/>
                  </a:ext>
                </a:extLst>
              </p:cNvPr>
              <p:cNvSpPr/>
              <p:nvPr/>
            </p:nvSpPr>
            <p:spPr>
              <a:xfrm>
                <a:off x="5939482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A80">
                  <a:alpha val="100000"/>
                </a:srgbClr>
              </a:solidFill>
              <a:ln w="5420" cap="flat">
                <a:solidFill>
                  <a:srgbClr val="3C4A8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48" name="pg547">
                <a:extLst>
                  <a:ext uri="{FF2B5EF4-FFF2-40B4-BE49-F238E27FC236}">
                    <a16:creationId xmlns:a16="http://schemas.microsoft.com/office/drawing/2014/main" id="{2DCB2247-73D9-298E-C519-A75811D4A244}"/>
                  </a:ext>
                </a:extLst>
              </p:cNvPr>
              <p:cNvSpPr/>
              <p:nvPr/>
            </p:nvSpPr>
            <p:spPr>
              <a:xfrm>
                <a:off x="5951120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49" name="pg548">
                <a:extLst>
                  <a:ext uri="{FF2B5EF4-FFF2-40B4-BE49-F238E27FC236}">
                    <a16:creationId xmlns:a16="http://schemas.microsoft.com/office/drawing/2014/main" id="{5D291304-1602-A165-3116-46C217354CD6}"/>
                  </a:ext>
                </a:extLst>
              </p:cNvPr>
              <p:cNvSpPr/>
              <p:nvPr/>
            </p:nvSpPr>
            <p:spPr>
              <a:xfrm>
                <a:off x="5962757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089">
                  <a:alpha val="100000"/>
                </a:srgbClr>
              </a:solidFill>
              <a:ln w="5420" cap="flat">
                <a:solidFill>
                  <a:srgbClr val="3B508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50" name="pg549">
                <a:extLst>
                  <a:ext uri="{FF2B5EF4-FFF2-40B4-BE49-F238E27FC236}">
                    <a16:creationId xmlns:a16="http://schemas.microsoft.com/office/drawing/2014/main" id="{0085AE95-F76D-A13E-5F4B-369EEB595B45}"/>
                  </a:ext>
                </a:extLst>
              </p:cNvPr>
              <p:cNvSpPr/>
              <p:nvPr/>
            </p:nvSpPr>
            <p:spPr>
              <a:xfrm>
                <a:off x="5974394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38D">
                  <a:alpha val="100000"/>
                </a:srgbClr>
              </a:solidFill>
              <a:ln w="5420" cap="flat">
                <a:solidFill>
                  <a:srgbClr val="3B538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51" name="pg550">
                <a:extLst>
                  <a:ext uri="{FF2B5EF4-FFF2-40B4-BE49-F238E27FC236}">
                    <a16:creationId xmlns:a16="http://schemas.microsoft.com/office/drawing/2014/main" id="{4425617C-845B-D55D-6214-78480B50ADEB}"/>
                  </a:ext>
                </a:extLst>
              </p:cNvPr>
              <p:cNvSpPr/>
              <p:nvPr/>
            </p:nvSpPr>
            <p:spPr>
              <a:xfrm>
                <a:off x="5986032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52" name="pg551">
                <a:extLst>
                  <a:ext uri="{FF2B5EF4-FFF2-40B4-BE49-F238E27FC236}">
                    <a16:creationId xmlns:a16="http://schemas.microsoft.com/office/drawing/2014/main" id="{375603BE-6B7E-61B7-2FBA-1A68EBCAD84D}"/>
                  </a:ext>
                </a:extLst>
              </p:cNvPr>
              <p:cNvSpPr/>
              <p:nvPr/>
            </p:nvSpPr>
            <p:spPr>
              <a:xfrm>
                <a:off x="5997669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53" name="pg552">
                <a:extLst>
                  <a:ext uri="{FF2B5EF4-FFF2-40B4-BE49-F238E27FC236}">
                    <a16:creationId xmlns:a16="http://schemas.microsoft.com/office/drawing/2014/main" id="{FB6CC1CC-1754-652D-0A74-E67AA4A7FAB4}"/>
                  </a:ext>
                </a:extLst>
              </p:cNvPr>
              <p:cNvSpPr/>
              <p:nvPr/>
            </p:nvSpPr>
            <p:spPr>
              <a:xfrm>
                <a:off x="6009306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B99">
                  <a:alpha val="100000"/>
                </a:srgbClr>
              </a:solidFill>
              <a:ln w="5420" cap="flat">
                <a:solidFill>
                  <a:srgbClr val="3A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54" name="pg553">
                <a:extLst>
                  <a:ext uri="{FF2B5EF4-FFF2-40B4-BE49-F238E27FC236}">
                    <a16:creationId xmlns:a16="http://schemas.microsoft.com/office/drawing/2014/main" id="{6A392BF5-4383-4FFC-E0F9-90C00ACE450E}"/>
                  </a:ext>
                </a:extLst>
              </p:cNvPr>
              <p:cNvSpPr/>
              <p:nvPr/>
            </p:nvSpPr>
            <p:spPr>
              <a:xfrm>
                <a:off x="6020944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55" name="pg554">
                <a:extLst>
                  <a:ext uri="{FF2B5EF4-FFF2-40B4-BE49-F238E27FC236}">
                    <a16:creationId xmlns:a16="http://schemas.microsoft.com/office/drawing/2014/main" id="{38D02682-22F4-A58C-BDD6-062C78367F3F}"/>
                  </a:ext>
                </a:extLst>
              </p:cNvPr>
              <p:cNvSpPr/>
              <p:nvPr/>
            </p:nvSpPr>
            <p:spPr>
              <a:xfrm>
                <a:off x="6032581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56" name="pg555">
                <a:extLst>
                  <a:ext uri="{FF2B5EF4-FFF2-40B4-BE49-F238E27FC236}">
                    <a16:creationId xmlns:a16="http://schemas.microsoft.com/office/drawing/2014/main" id="{CD35455A-2B8C-9CF4-263D-9EA71B72D5C9}"/>
                  </a:ext>
                </a:extLst>
              </p:cNvPr>
              <p:cNvSpPr/>
              <p:nvPr/>
            </p:nvSpPr>
            <p:spPr>
              <a:xfrm>
                <a:off x="6044218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57" name="pg556">
                <a:extLst>
                  <a:ext uri="{FF2B5EF4-FFF2-40B4-BE49-F238E27FC236}">
                    <a16:creationId xmlns:a16="http://schemas.microsoft.com/office/drawing/2014/main" id="{32F535DD-1C6A-0C4F-4782-51F32429DFA2}"/>
                  </a:ext>
                </a:extLst>
              </p:cNvPr>
              <p:cNvSpPr/>
              <p:nvPr/>
            </p:nvSpPr>
            <p:spPr>
              <a:xfrm>
                <a:off x="6172229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58" name="pg557">
                <a:extLst>
                  <a:ext uri="{FF2B5EF4-FFF2-40B4-BE49-F238E27FC236}">
                    <a16:creationId xmlns:a16="http://schemas.microsoft.com/office/drawing/2014/main" id="{B3E75A54-92A3-DFBE-8C35-FE25CA43A43F}"/>
                  </a:ext>
                </a:extLst>
              </p:cNvPr>
              <p:cNvSpPr/>
              <p:nvPr/>
            </p:nvSpPr>
            <p:spPr>
              <a:xfrm>
                <a:off x="6183866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59" name="pg558">
                <a:extLst>
                  <a:ext uri="{FF2B5EF4-FFF2-40B4-BE49-F238E27FC236}">
                    <a16:creationId xmlns:a16="http://schemas.microsoft.com/office/drawing/2014/main" id="{ECD14590-DB2C-8409-8DE0-DC26EF10FF05}"/>
                  </a:ext>
                </a:extLst>
              </p:cNvPr>
              <p:cNvSpPr/>
              <p:nvPr/>
            </p:nvSpPr>
            <p:spPr>
              <a:xfrm>
                <a:off x="6195504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60" name="pg559">
                <a:extLst>
                  <a:ext uri="{FF2B5EF4-FFF2-40B4-BE49-F238E27FC236}">
                    <a16:creationId xmlns:a16="http://schemas.microsoft.com/office/drawing/2014/main" id="{7DFE5D18-B557-4D7A-57ED-1A5ECBA527AE}"/>
                  </a:ext>
                </a:extLst>
              </p:cNvPr>
              <p:cNvSpPr/>
              <p:nvPr/>
            </p:nvSpPr>
            <p:spPr>
              <a:xfrm>
                <a:off x="6207141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61" name="pg560">
                <a:extLst>
                  <a:ext uri="{FF2B5EF4-FFF2-40B4-BE49-F238E27FC236}">
                    <a16:creationId xmlns:a16="http://schemas.microsoft.com/office/drawing/2014/main" id="{3CDA4394-7F74-5A6E-CA4B-2DBA8607705B}"/>
                  </a:ext>
                </a:extLst>
              </p:cNvPr>
              <p:cNvSpPr/>
              <p:nvPr/>
            </p:nvSpPr>
            <p:spPr>
              <a:xfrm>
                <a:off x="6218778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62" name="pg561">
                <a:extLst>
                  <a:ext uri="{FF2B5EF4-FFF2-40B4-BE49-F238E27FC236}">
                    <a16:creationId xmlns:a16="http://schemas.microsoft.com/office/drawing/2014/main" id="{85E3496A-8885-DB7A-1327-79511D449725}"/>
                  </a:ext>
                </a:extLst>
              </p:cNvPr>
              <p:cNvSpPr/>
              <p:nvPr/>
            </p:nvSpPr>
            <p:spPr>
              <a:xfrm>
                <a:off x="6230416" y="28794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63" name="pg562">
                <a:extLst>
                  <a:ext uri="{FF2B5EF4-FFF2-40B4-BE49-F238E27FC236}">
                    <a16:creationId xmlns:a16="http://schemas.microsoft.com/office/drawing/2014/main" id="{03D6FA3E-178D-C163-1560-FE5D642225EC}"/>
                  </a:ext>
                </a:extLst>
              </p:cNvPr>
              <p:cNvSpPr/>
              <p:nvPr/>
            </p:nvSpPr>
            <p:spPr>
              <a:xfrm>
                <a:off x="5858021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C56">
                  <a:alpha val="100000"/>
                </a:srgbClr>
              </a:solidFill>
              <a:ln w="5420" cap="flat">
                <a:solidFill>
                  <a:srgbClr val="382C5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64" name="pg563">
                <a:extLst>
                  <a:ext uri="{FF2B5EF4-FFF2-40B4-BE49-F238E27FC236}">
                    <a16:creationId xmlns:a16="http://schemas.microsoft.com/office/drawing/2014/main" id="{D282B051-467A-92E1-8B09-4796871107DB}"/>
                  </a:ext>
                </a:extLst>
              </p:cNvPr>
              <p:cNvSpPr/>
              <p:nvPr/>
            </p:nvSpPr>
            <p:spPr>
              <a:xfrm>
                <a:off x="5869658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A">
                  <a:alpha val="100000"/>
                </a:srgbClr>
              </a:solidFill>
              <a:ln w="5420" cap="flat">
                <a:solidFill>
                  <a:srgbClr val="392F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65" name="pg564">
                <a:extLst>
                  <a:ext uri="{FF2B5EF4-FFF2-40B4-BE49-F238E27FC236}">
                    <a16:creationId xmlns:a16="http://schemas.microsoft.com/office/drawing/2014/main" id="{EC7D6AC8-1F61-DA44-5A42-E7DBB023E9CD}"/>
                  </a:ext>
                </a:extLst>
              </p:cNvPr>
              <p:cNvSpPr/>
              <p:nvPr/>
            </p:nvSpPr>
            <p:spPr>
              <a:xfrm>
                <a:off x="5881296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60">
                  <a:alpha val="100000"/>
                </a:srgbClr>
              </a:solidFill>
              <a:ln w="5420" cap="flat">
                <a:solidFill>
                  <a:srgbClr val="3A32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66" name="pg565">
                <a:extLst>
                  <a:ext uri="{FF2B5EF4-FFF2-40B4-BE49-F238E27FC236}">
                    <a16:creationId xmlns:a16="http://schemas.microsoft.com/office/drawing/2014/main" id="{DEC9851D-403A-D1DE-7774-A7FD75ED9D7C}"/>
                  </a:ext>
                </a:extLst>
              </p:cNvPr>
              <p:cNvSpPr/>
              <p:nvPr/>
            </p:nvSpPr>
            <p:spPr>
              <a:xfrm>
                <a:off x="5892933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67" name="pg566">
                <a:extLst>
                  <a:ext uri="{FF2B5EF4-FFF2-40B4-BE49-F238E27FC236}">
                    <a16:creationId xmlns:a16="http://schemas.microsoft.com/office/drawing/2014/main" id="{DDF4C48E-E1C1-D596-2127-4393876C5D41}"/>
                  </a:ext>
                </a:extLst>
              </p:cNvPr>
              <p:cNvSpPr/>
              <p:nvPr/>
            </p:nvSpPr>
            <p:spPr>
              <a:xfrm>
                <a:off x="5904570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A">
                  <a:alpha val="100000"/>
                </a:srgbClr>
              </a:solidFill>
              <a:ln w="5420" cap="flat">
                <a:solidFill>
                  <a:srgbClr val="3B3A6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68" name="pg567">
                <a:extLst>
                  <a:ext uri="{FF2B5EF4-FFF2-40B4-BE49-F238E27FC236}">
                    <a16:creationId xmlns:a16="http://schemas.microsoft.com/office/drawing/2014/main" id="{AD2B07CF-F3ED-94D7-B44B-68D81D6DC304}"/>
                  </a:ext>
                </a:extLst>
              </p:cNvPr>
              <p:cNvSpPr/>
              <p:nvPr/>
            </p:nvSpPr>
            <p:spPr>
              <a:xfrm>
                <a:off x="5916208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69" name="pg568">
                <a:extLst>
                  <a:ext uri="{FF2B5EF4-FFF2-40B4-BE49-F238E27FC236}">
                    <a16:creationId xmlns:a16="http://schemas.microsoft.com/office/drawing/2014/main" id="{05B97D71-8F07-5472-68D0-D5F234BB3E26}"/>
                  </a:ext>
                </a:extLst>
              </p:cNvPr>
              <p:cNvSpPr/>
              <p:nvPr/>
            </p:nvSpPr>
            <p:spPr>
              <a:xfrm>
                <a:off x="5927845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57A">
                  <a:alpha val="100000"/>
                </a:srgbClr>
              </a:solidFill>
              <a:ln w="5420" cap="flat">
                <a:solidFill>
                  <a:srgbClr val="3C457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70" name="pg569">
                <a:extLst>
                  <a:ext uri="{FF2B5EF4-FFF2-40B4-BE49-F238E27FC236}">
                    <a16:creationId xmlns:a16="http://schemas.microsoft.com/office/drawing/2014/main" id="{0EC8A17A-2EE6-8D98-7D6A-67430DE659FD}"/>
                  </a:ext>
                </a:extLst>
              </p:cNvPr>
              <p:cNvSpPr/>
              <p:nvPr/>
            </p:nvSpPr>
            <p:spPr>
              <a:xfrm>
                <a:off x="5939482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F">
                  <a:alpha val="100000"/>
                </a:srgbClr>
              </a:solidFill>
              <a:ln w="5420" cap="flat">
                <a:solidFill>
                  <a:srgbClr val="3C487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71" name="pg570">
                <a:extLst>
                  <a:ext uri="{FF2B5EF4-FFF2-40B4-BE49-F238E27FC236}">
                    <a16:creationId xmlns:a16="http://schemas.microsoft.com/office/drawing/2014/main" id="{2AAEF907-6AC6-A1C1-92D3-28FE2D439F8F}"/>
                  </a:ext>
                </a:extLst>
              </p:cNvPr>
              <p:cNvSpPr/>
              <p:nvPr/>
            </p:nvSpPr>
            <p:spPr>
              <a:xfrm>
                <a:off x="5951120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C83">
                  <a:alpha val="100000"/>
                </a:srgbClr>
              </a:solidFill>
              <a:ln w="5420" cap="flat">
                <a:solidFill>
                  <a:srgbClr val="3C4C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72" name="pg571">
                <a:extLst>
                  <a:ext uri="{FF2B5EF4-FFF2-40B4-BE49-F238E27FC236}">
                    <a16:creationId xmlns:a16="http://schemas.microsoft.com/office/drawing/2014/main" id="{D0C17892-3ABD-2EDB-EA58-DB419C5C4E08}"/>
                  </a:ext>
                </a:extLst>
              </p:cNvPr>
              <p:cNvSpPr/>
              <p:nvPr/>
            </p:nvSpPr>
            <p:spPr>
              <a:xfrm>
                <a:off x="5962757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73" name="pg572">
                <a:extLst>
                  <a:ext uri="{FF2B5EF4-FFF2-40B4-BE49-F238E27FC236}">
                    <a16:creationId xmlns:a16="http://schemas.microsoft.com/office/drawing/2014/main" id="{55D18A75-B95A-9A51-7005-400F2561404F}"/>
                  </a:ext>
                </a:extLst>
              </p:cNvPr>
              <p:cNvSpPr/>
              <p:nvPr/>
            </p:nvSpPr>
            <p:spPr>
              <a:xfrm>
                <a:off x="5974394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74" name="pg573">
                <a:extLst>
                  <a:ext uri="{FF2B5EF4-FFF2-40B4-BE49-F238E27FC236}">
                    <a16:creationId xmlns:a16="http://schemas.microsoft.com/office/drawing/2014/main" id="{FD504E15-6337-143D-AC85-F87AB5C3EBA7}"/>
                  </a:ext>
                </a:extLst>
              </p:cNvPr>
              <p:cNvSpPr/>
              <p:nvPr/>
            </p:nvSpPr>
            <p:spPr>
              <a:xfrm>
                <a:off x="5986032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75" name="pg574">
                <a:extLst>
                  <a:ext uri="{FF2B5EF4-FFF2-40B4-BE49-F238E27FC236}">
                    <a16:creationId xmlns:a16="http://schemas.microsoft.com/office/drawing/2014/main" id="{5DBC15BB-4ADB-0D82-A4CF-B656EB8937B5}"/>
                  </a:ext>
                </a:extLst>
              </p:cNvPr>
              <p:cNvSpPr/>
              <p:nvPr/>
            </p:nvSpPr>
            <p:spPr>
              <a:xfrm>
                <a:off x="5997669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76" name="pg575">
                <a:extLst>
                  <a:ext uri="{FF2B5EF4-FFF2-40B4-BE49-F238E27FC236}">
                    <a16:creationId xmlns:a16="http://schemas.microsoft.com/office/drawing/2014/main" id="{35E14A59-F4E3-65CE-64D4-F96259032E69}"/>
                  </a:ext>
                </a:extLst>
              </p:cNvPr>
              <p:cNvSpPr/>
              <p:nvPr/>
            </p:nvSpPr>
            <p:spPr>
              <a:xfrm>
                <a:off x="6009306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B99">
                  <a:alpha val="100000"/>
                </a:srgbClr>
              </a:solidFill>
              <a:ln w="5420" cap="flat">
                <a:solidFill>
                  <a:srgbClr val="3A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77" name="pg576">
                <a:extLst>
                  <a:ext uri="{FF2B5EF4-FFF2-40B4-BE49-F238E27FC236}">
                    <a16:creationId xmlns:a16="http://schemas.microsoft.com/office/drawing/2014/main" id="{A07CDF62-636F-A826-7E80-A43125FE140C}"/>
                  </a:ext>
                </a:extLst>
              </p:cNvPr>
              <p:cNvSpPr/>
              <p:nvPr/>
            </p:nvSpPr>
            <p:spPr>
              <a:xfrm>
                <a:off x="6160592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78" name="pg577">
                <a:extLst>
                  <a:ext uri="{FF2B5EF4-FFF2-40B4-BE49-F238E27FC236}">
                    <a16:creationId xmlns:a16="http://schemas.microsoft.com/office/drawing/2014/main" id="{A4CB496F-AE02-F5DA-8E35-602EAB1FD400}"/>
                  </a:ext>
                </a:extLst>
              </p:cNvPr>
              <p:cNvSpPr/>
              <p:nvPr/>
            </p:nvSpPr>
            <p:spPr>
              <a:xfrm>
                <a:off x="6172229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79" name="pg578">
                <a:extLst>
                  <a:ext uri="{FF2B5EF4-FFF2-40B4-BE49-F238E27FC236}">
                    <a16:creationId xmlns:a16="http://schemas.microsoft.com/office/drawing/2014/main" id="{00E5A7E0-A408-4E21-2FA3-1132929AF57A}"/>
                  </a:ext>
                </a:extLst>
              </p:cNvPr>
              <p:cNvSpPr/>
              <p:nvPr/>
            </p:nvSpPr>
            <p:spPr>
              <a:xfrm>
                <a:off x="6183866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80" name="pg579">
                <a:extLst>
                  <a:ext uri="{FF2B5EF4-FFF2-40B4-BE49-F238E27FC236}">
                    <a16:creationId xmlns:a16="http://schemas.microsoft.com/office/drawing/2014/main" id="{1535DDC2-D4AB-A11A-68B1-764FA67D2573}"/>
                  </a:ext>
                </a:extLst>
              </p:cNvPr>
              <p:cNvSpPr/>
              <p:nvPr/>
            </p:nvSpPr>
            <p:spPr>
              <a:xfrm>
                <a:off x="6195504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81" name="pg580">
                <a:extLst>
                  <a:ext uri="{FF2B5EF4-FFF2-40B4-BE49-F238E27FC236}">
                    <a16:creationId xmlns:a16="http://schemas.microsoft.com/office/drawing/2014/main" id="{20AC265E-83FD-B5E5-60B5-88648731CF46}"/>
                  </a:ext>
                </a:extLst>
              </p:cNvPr>
              <p:cNvSpPr/>
              <p:nvPr/>
            </p:nvSpPr>
            <p:spPr>
              <a:xfrm>
                <a:off x="6207141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82" name="pg581">
                <a:extLst>
                  <a:ext uri="{FF2B5EF4-FFF2-40B4-BE49-F238E27FC236}">
                    <a16:creationId xmlns:a16="http://schemas.microsoft.com/office/drawing/2014/main" id="{C37B88EA-7712-439B-99E8-44ED03CE4B57}"/>
                  </a:ext>
                </a:extLst>
              </p:cNvPr>
              <p:cNvSpPr/>
              <p:nvPr/>
            </p:nvSpPr>
            <p:spPr>
              <a:xfrm>
                <a:off x="6218778" y="28937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83" name="pg582">
                <a:extLst>
                  <a:ext uri="{FF2B5EF4-FFF2-40B4-BE49-F238E27FC236}">
                    <a16:creationId xmlns:a16="http://schemas.microsoft.com/office/drawing/2014/main" id="{ED83F611-03E6-77BE-7B01-E616FAA95EBC}"/>
                  </a:ext>
                </a:extLst>
              </p:cNvPr>
              <p:cNvSpPr/>
              <p:nvPr/>
            </p:nvSpPr>
            <p:spPr>
              <a:xfrm>
                <a:off x="5799834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84" name="pg583">
                <a:extLst>
                  <a:ext uri="{FF2B5EF4-FFF2-40B4-BE49-F238E27FC236}">
                    <a16:creationId xmlns:a16="http://schemas.microsoft.com/office/drawing/2014/main" id="{8F14F676-1B5E-7803-694C-B27FD4A016B9}"/>
                  </a:ext>
                </a:extLst>
              </p:cNvPr>
              <p:cNvSpPr/>
              <p:nvPr/>
            </p:nvSpPr>
            <p:spPr>
              <a:xfrm>
                <a:off x="5811472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274D">
                  <a:alpha val="100000"/>
                </a:srgbClr>
              </a:solidFill>
              <a:ln w="5420" cap="flat">
                <a:solidFill>
                  <a:srgbClr val="35274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85" name="pg584">
                <a:extLst>
                  <a:ext uri="{FF2B5EF4-FFF2-40B4-BE49-F238E27FC236}">
                    <a16:creationId xmlns:a16="http://schemas.microsoft.com/office/drawing/2014/main" id="{F4F39FD5-5D46-7F60-91CE-B75F5212A457}"/>
                  </a:ext>
                </a:extLst>
              </p:cNvPr>
              <p:cNvSpPr/>
              <p:nvPr/>
            </p:nvSpPr>
            <p:spPr>
              <a:xfrm>
                <a:off x="5823109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F2343">
                  <a:alpha val="100000"/>
                </a:srgbClr>
              </a:solidFill>
              <a:ln w="5420" cap="flat">
                <a:solidFill>
                  <a:srgbClr val="2F234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86" name="pg585">
                <a:extLst>
                  <a:ext uri="{FF2B5EF4-FFF2-40B4-BE49-F238E27FC236}">
                    <a16:creationId xmlns:a16="http://schemas.microsoft.com/office/drawing/2014/main" id="{2107A0FB-12A4-DCE6-5F9A-8209E9469796}"/>
                  </a:ext>
                </a:extLst>
              </p:cNvPr>
              <p:cNvSpPr/>
              <p:nvPr/>
            </p:nvSpPr>
            <p:spPr>
              <a:xfrm>
                <a:off x="5834746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D2240">
                  <a:alpha val="100000"/>
                </a:srgbClr>
              </a:solidFill>
              <a:ln w="5420" cap="flat">
                <a:solidFill>
                  <a:srgbClr val="2D224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87" name="pg586">
                <a:extLst>
                  <a:ext uri="{FF2B5EF4-FFF2-40B4-BE49-F238E27FC236}">
                    <a16:creationId xmlns:a16="http://schemas.microsoft.com/office/drawing/2014/main" id="{8F5E8D74-C58D-C191-4799-4680DB86EDD4}"/>
                  </a:ext>
                </a:extLst>
              </p:cNvPr>
              <p:cNvSpPr/>
              <p:nvPr/>
            </p:nvSpPr>
            <p:spPr>
              <a:xfrm>
                <a:off x="5846384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02446">
                  <a:alpha val="100000"/>
                </a:srgbClr>
              </a:solidFill>
              <a:ln w="5420" cap="flat">
                <a:solidFill>
                  <a:srgbClr val="30244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88" name="pg587">
                <a:extLst>
                  <a:ext uri="{FF2B5EF4-FFF2-40B4-BE49-F238E27FC236}">
                    <a16:creationId xmlns:a16="http://schemas.microsoft.com/office/drawing/2014/main" id="{2FC8121D-49DC-348E-6A89-C0B93A93FC1B}"/>
                  </a:ext>
                </a:extLst>
              </p:cNvPr>
              <p:cNvSpPr/>
              <p:nvPr/>
            </p:nvSpPr>
            <p:spPr>
              <a:xfrm>
                <a:off x="5858021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274C">
                  <a:alpha val="100000"/>
                </a:srgbClr>
              </a:solidFill>
              <a:ln w="5420" cap="flat">
                <a:solidFill>
                  <a:srgbClr val="34274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89" name="pg588">
                <a:extLst>
                  <a:ext uri="{FF2B5EF4-FFF2-40B4-BE49-F238E27FC236}">
                    <a16:creationId xmlns:a16="http://schemas.microsoft.com/office/drawing/2014/main" id="{FA75A404-EF52-8703-0584-A484F3915DCE}"/>
                  </a:ext>
                </a:extLst>
              </p:cNvPr>
              <p:cNvSpPr/>
              <p:nvPr/>
            </p:nvSpPr>
            <p:spPr>
              <a:xfrm>
                <a:off x="5869658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A54">
                  <a:alpha val="100000"/>
                </a:srgbClr>
              </a:solidFill>
              <a:ln w="5420" cap="flat">
                <a:solidFill>
                  <a:srgbClr val="382A5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90" name="pg589">
                <a:extLst>
                  <a:ext uri="{FF2B5EF4-FFF2-40B4-BE49-F238E27FC236}">
                    <a16:creationId xmlns:a16="http://schemas.microsoft.com/office/drawing/2014/main" id="{2335B5D9-F158-0FE1-A2A5-9AC974607BE1}"/>
                  </a:ext>
                </a:extLst>
              </p:cNvPr>
              <p:cNvSpPr/>
              <p:nvPr/>
            </p:nvSpPr>
            <p:spPr>
              <a:xfrm>
                <a:off x="5881296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A">
                  <a:alpha val="100000"/>
                </a:srgbClr>
              </a:solidFill>
              <a:ln w="5420" cap="flat">
                <a:solidFill>
                  <a:srgbClr val="392F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91" name="pg590">
                <a:extLst>
                  <a:ext uri="{FF2B5EF4-FFF2-40B4-BE49-F238E27FC236}">
                    <a16:creationId xmlns:a16="http://schemas.microsoft.com/office/drawing/2014/main" id="{9055B05E-F2A6-BB5D-67B8-67ACDA0D6EDF}"/>
                  </a:ext>
                </a:extLst>
              </p:cNvPr>
              <p:cNvSpPr/>
              <p:nvPr/>
            </p:nvSpPr>
            <p:spPr>
              <a:xfrm>
                <a:off x="5892933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361">
                  <a:alpha val="100000"/>
                </a:srgbClr>
              </a:solidFill>
              <a:ln w="5420" cap="flat">
                <a:solidFill>
                  <a:srgbClr val="3A33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92" name="pg591">
                <a:extLst>
                  <a:ext uri="{FF2B5EF4-FFF2-40B4-BE49-F238E27FC236}">
                    <a16:creationId xmlns:a16="http://schemas.microsoft.com/office/drawing/2014/main" id="{68E9AFC9-A30E-FC0A-7CC7-1607A023A1ED}"/>
                  </a:ext>
                </a:extLst>
              </p:cNvPr>
              <p:cNvSpPr/>
              <p:nvPr/>
            </p:nvSpPr>
            <p:spPr>
              <a:xfrm>
                <a:off x="5904570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867">
                  <a:alpha val="100000"/>
                </a:srgbClr>
              </a:solidFill>
              <a:ln w="5420" cap="flat">
                <a:solidFill>
                  <a:srgbClr val="3B38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93" name="pg592">
                <a:extLst>
                  <a:ext uri="{FF2B5EF4-FFF2-40B4-BE49-F238E27FC236}">
                    <a16:creationId xmlns:a16="http://schemas.microsoft.com/office/drawing/2014/main" id="{D552303E-9F77-0448-E7E5-46E18C800F83}"/>
                  </a:ext>
                </a:extLst>
              </p:cNvPr>
              <p:cNvSpPr/>
              <p:nvPr/>
            </p:nvSpPr>
            <p:spPr>
              <a:xfrm>
                <a:off x="5916208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073">
                  <a:alpha val="100000"/>
                </a:srgbClr>
              </a:solidFill>
              <a:ln w="5420" cap="flat">
                <a:solidFill>
                  <a:srgbClr val="3C407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94" name="pg593">
                <a:extLst>
                  <a:ext uri="{FF2B5EF4-FFF2-40B4-BE49-F238E27FC236}">
                    <a16:creationId xmlns:a16="http://schemas.microsoft.com/office/drawing/2014/main" id="{F09B95EF-C987-75FD-E710-0F27C55F1DD2}"/>
                  </a:ext>
                </a:extLst>
              </p:cNvPr>
              <p:cNvSpPr/>
              <p:nvPr/>
            </p:nvSpPr>
            <p:spPr>
              <a:xfrm>
                <a:off x="5927845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9">
                  <a:alpha val="100000"/>
                </a:srgbClr>
              </a:solidFill>
              <a:ln w="5420" cap="flat">
                <a:solidFill>
                  <a:srgbClr val="3C44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95" name="pg594">
                <a:extLst>
                  <a:ext uri="{FF2B5EF4-FFF2-40B4-BE49-F238E27FC236}">
                    <a16:creationId xmlns:a16="http://schemas.microsoft.com/office/drawing/2014/main" id="{137B68B0-455D-6730-1CF1-05071FB5C93B}"/>
                  </a:ext>
                </a:extLst>
              </p:cNvPr>
              <p:cNvSpPr/>
              <p:nvPr/>
            </p:nvSpPr>
            <p:spPr>
              <a:xfrm>
                <a:off x="5939482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96" name="pg595">
                <a:extLst>
                  <a:ext uri="{FF2B5EF4-FFF2-40B4-BE49-F238E27FC236}">
                    <a16:creationId xmlns:a16="http://schemas.microsoft.com/office/drawing/2014/main" id="{7F0E5B0C-8C87-F55D-B557-B1C860CFDB2C}"/>
                  </a:ext>
                </a:extLst>
              </p:cNvPr>
              <p:cNvSpPr/>
              <p:nvPr/>
            </p:nvSpPr>
            <p:spPr>
              <a:xfrm>
                <a:off x="5951120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97" name="pg596">
                <a:extLst>
                  <a:ext uri="{FF2B5EF4-FFF2-40B4-BE49-F238E27FC236}">
                    <a16:creationId xmlns:a16="http://schemas.microsoft.com/office/drawing/2014/main" id="{186066F0-5437-BC1E-727C-D5DD4BD70794}"/>
                  </a:ext>
                </a:extLst>
              </p:cNvPr>
              <p:cNvSpPr/>
              <p:nvPr/>
            </p:nvSpPr>
            <p:spPr>
              <a:xfrm>
                <a:off x="5974394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28C">
                  <a:alpha val="100000"/>
                </a:srgbClr>
              </a:solidFill>
              <a:ln w="5420" cap="flat">
                <a:solidFill>
                  <a:srgbClr val="3B528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98" name="pg597">
                <a:extLst>
                  <a:ext uri="{FF2B5EF4-FFF2-40B4-BE49-F238E27FC236}">
                    <a16:creationId xmlns:a16="http://schemas.microsoft.com/office/drawing/2014/main" id="{61BFCCDB-212A-6FBB-D5D2-590FD48BDFD7}"/>
                  </a:ext>
                </a:extLst>
              </p:cNvPr>
              <p:cNvSpPr/>
              <p:nvPr/>
            </p:nvSpPr>
            <p:spPr>
              <a:xfrm>
                <a:off x="5986032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0">
                  <a:alpha val="100000"/>
                </a:srgbClr>
              </a:solidFill>
              <a:ln w="5420" cap="flat">
                <a:solidFill>
                  <a:srgbClr val="3B55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999" name="pg598">
                <a:extLst>
                  <a:ext uri="{FF2B5EF4-FFF2-40B4-BE49-F238E27FC236}">
                    <a16:creationId xmlns:a16="http://schemas.microsoft.com/office/drawing/2014/main" id="{A22C4C40-D974-EFC4-6B0D-C98E9D62FAC7}"/>
                  </a:ext>
                </a:extLst>
              </p:cNvPr>
              <p:cNvSpPr/>
              <p:nvPr/>
            </p:nvSpPr>
            <p:spPr>
              <a:xfrm>
                <a:off x="5997669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00" name="pg599">
                <a:extLst>
                  <a:ext uri="{FF2B5EF4-FFF2-40B4-BE49-F238E27FC236}">
                    <a16:creationId xmlns:a16="http://schemas.microsoft.com/office/drawing/2014/main" id="{421D9864-824D-D17B-BCC9-D5B644D3EE42}"/>
                  </a:ext>
                </a:extLst>
              </p:cNvPr>
              <p:cNvSpPr/>
              <p:nvPr/>
            </p:nvSpPr>
            <p:spPr>
              <a:xfrm>
                <a:off x="6160592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01" name="pg600">
                <a:extLst>
                  <a:ext uri="{FF2B5EF4-FFF2-40B4-BE49-F238E27FC236}">
                    <a16:creationId xmlns:a16="http://schemas.microsoft.com/office/drawing/2014/main" id="{F525FBBB-573B-01E0-B0E7-088D3C86AF70}"/>
                  </a:ext>
                </a:extLst>
              </p:cNvPr>
              <p:cNvSpPr/>
              <p:nvPr/>
            </p:nvSpPr>
            <p:spPr>
              <a:xfrm>
                <a:off x="6172229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02" name="pg601">
                <a:extLst>
                  <a:ext uri="{FF2B5EF4-FFF2-40B4-BE49-F238E27FC236}">
                    <a16:creationId xmlns:a16="http://schemas.microsoft.com/office/drawing/2014/main" id="{5F37F8FD-82A1-B31D-9979-5114155D050B}"/>
                  </a:ext>
                </a:extLst>
              </p:cNvPr>
              <p:cNvSpPr/>
              <p:nvPr/>
            </p:nvSpPr>
            <p:spPr>
              <a:xfrm>
                <a:off x="6183866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03" name="pg602">
                <a:extLst>
                  <a:ext uri="{FF2B5EF4-FFF2-40B4-BE49-F238E27FC236}">
                    <a16:creationId xmlns:a16="http://schemas.microsoft.com/office/drawing/2014/main" id="{AA881865-1789-AD8C-996A-5627FA7AF64B}"/>
                  </a:ext>
                </a:extLst>
              </p:cNvPr>
              <p:cNvSpPr/>
              <p:nvPr/>
            </p:nvSpPr>
            <p:spPr>
              <a:xfrm>
                <a:off x="6195504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04" name="pg603">
                <a:extLst>
                  <a:ext uri="{FF2B5EF4-FFF2-40B4-BE49-F238E27FC236}">
                    <a16:creationId xmlns:a16="http://schemas.microsoft.com/office/drawing/2014/main" id="{9C6732C8-483E-6D77-75ED-DEB42E2F2B09}"/>
                  </a:ext>
                </a:extLst>
              </p:cNvPr>
              <p:cNvSpPr/>
              <p:nvPr/>
            </p:nvSpPr>
            <p:spPr>
              <a:xfrm>
                <a:off x="6207141" y="29080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05" name="pg604">
                <a:extLst>
                  <a:ext uri="{FF2B5EF4-FFF2-40B4-BE49-F238E27FC236}">
                    <a16:creationId xmlns:a16="http://schemas.microsoft.com/office/drawing/2014/main" id="{1DBE16AE-DEF4-5EE3-70BC-498FF33C21B2}"/>
                  </a:ext>
                </a:extLst>
              </p:cNvPr>
              <p:cNvSpPr/>
              <p:nvPr/>
            </p:nvSpPr>
            <p:spPr>
              <a:xfrm>
                <a:off x="5764922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5">
                  <a:alpha val="100000"/>
                </a:srgbClr>
              </a:solidFill>
              <a:ln w="5420" cap="flat">
                <a:solidFill>
                  <a:srgbClr val="3A589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06" name="pg605">
                <a:extLst>
                  <a:ext uri="{FF2B5EF4-FFF2-40B4-BE49-F238E27FC236}">
                    <a16:creationId xmlns:a16="http://schemas.microsoft.com/office/drawing/2014/main" id="{96BF6C09-FCAA-2AB3-11E1-B3909BF6FE6A}"/>
                  </a:ext>
                </a:extLst>
              </p:cNvPr>
              <p:cNvSpPr/>
              <p:nvPr/>
            </p:nvSpPr>
            <p:spPr>
              <a:xfrm>
                <a:off x="5776560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07" name="pg606">
                <a:extLst>
                  <a:ext uri="{FF2B5EF4-FFF2-40B4-BE49-F238E27FC236}">
                    <a16:creationId xmlns:a16="http://schemas.microsoft.com/office/drawing/2014/main" id="{B453EC61-BF4E-62CC-F59D-723369B8D923}"/>
                  </a:ext>
                </a:extLst>
              </p:cNvPr>
              <p:cNvSpPr/>
              <p:nvPr/>
            </p:nvSpPr>
            <p:spPr>
              <a:xfrm>
                <a:off x="5788197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E86">
                  <a:alpha val="100000"/>
                </a:srgbClr>
              </a:solidFill>
              <a:ln w="5420" cap="flat">
                <a:solidFill>
                  <a:srgbClr val="3B4E8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08" name="pg607">
                <a:extLst>
                  <a:ext uri="{FF2B5EF4-FFF2-40B4-BE49-F238E27FC236}">
                    <a16:creationId xmlns:a16="http://schemas.microsoft.com/office/drawing/2014/main" id="{7E52B8AA-72B6-6BBC-3831-F3357D8D6D68}"/>
                  </a:ext>
                </a:extLst>
              </p:cNvPr>
              <p:cNvSpPr/>
              <p:nvPr/>
            </p:nvSpPr>
            <p:spPr>
              <a:xfrm>
                <a:off x="5799834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09" name="pg608">
                <a:extLst>
                  <a:ext uri="{FF2B5EF4-FFF2-40B4-BE49-F238E27FC236}">
                    <a16:creationId xmlns:a16="http://schemas.microsoft.com/office/drawing/2014/main" id="{7269212D-B7B5-EDD2-3F77-D3116969CACC}"/>
                  </a:ext>
                </a:extLst>
              </p:cNvPr>
              <p:cNvSpPr/>
              <p:nvPr/>
            </p:nvSpPr>
            <p:spPr>
              <a:xfrm>
                <a:off x="5811472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E2242">
                  <a:alpha val="100000"/>
                </a:srgbClr>
              </a:solidFill>
              <a:ln w="5420" cap="flat">
                <a:solidFill>
                  <a:srgbClr val="2E224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10" name="pg609">
                <a:extLst>
                  <a:ext uri="{FF2B5EF4-FFF2-40B4-BE49-F238E27FC236}">
                    <a16:creationId xmlns:a16="http://schemas.microsoft.com/office/drawing/2014/main" id="{55CDCD42-F4B2-AEF8-FE8C-540A87379BB3}"/>
                  </a:ext>
                </a:extLst>
              </p:cNvPr>
              <p:cNvSpPr/>
              <p:nvPr/>
            </p:nvSpPr>
            <p:spPr>
              <a:xfrm>
                <a:off x="5823109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71D34">
                  <a:alpha val="100000"/>
                </a:srgbClr>
              </a:solidFill>
              <a:ln w="5420" cap="flat">
                <a:solidFill>
                  <a:srgbClr val="271D3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11" name="pg610">
                <a:extLst>
                  <a:ext uri="{FF2B5EF4-FFF2-40B4-BE49-F238E27FC236}">
                    <a16:creationId xmlns:a16="http://schemas.microsoft.com/office/drawing/2014/main" id="{02FA3091-74B5-1982-B11C-EE73D615C035}"/>
                  </a:ext>
                </a:extLst>
              </p:cNvPr>
              <p:cNvSpPr/>
              <p:nvPr/>
            </p:nvSpPr>
            <p:spPr>
              <a:xfrm>
                <a:off x="5834746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61C33">
                  <a:alpha val="100000"/>
                </a:srgbClr>
              </a:solidFill>
              <a:ln w="5420" cap="flat">
                <a:solidFill>
                  <a:srgbClr val="261C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12" name="pg611">
                <a:extLst>
                  <a:ext uri="{FF2B5EF4-FFF2-40B4-BE49-F238E27FC236}">
                    <a16:creationId xmlns:a16="http://schemas.microsoft.com/office/drawing/2014/main" id="{29904480-6D41-2616-7CCA-5FAF53EF7FF3}"/>
                  </a:ext>
                </a:extLst>
              </p:cNvPr>
              <p:cNvSpPr/>
              <p:nvPr/>
            </p:nvSpPr>
            <p:spPr>
              <a:xfrm>
                <a:off x="5846384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A1F3B">
                  <a:alpha val="100000"/>
                </a:srgbClr>
              </a:solidFill>
              <a:ln w="5420" cap="flat">
                <a:solidFill>
                  <a:srgbClr val="2A1F3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13" name="pg612">
                <a:extLst>
                  <a:ext uri="{FF2B5EF4-FFF2-40B4-BE49-F238E27FC236}">
                    <a16:creationId xmlns:a16="http://schemas.microsoft.com/office/drawing/2014/main" id="{6B6C1ADB-028C-A912-745A-1B855BF801FE}"/>
                  </a:ext>
                </a:extLst>
              </p:cNvPr>
              <p:cNvSpPr/>
              <p:nvPr/>
            </p:nvSpPr>
            <p:spPr>
              <a:xfrm>
                <a:off x="5858021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02344">
                  <a:alpha val="100000"/>
                </a:srgbClr>
              </a:solidFill>
              <a:ln w="5420" cap="flat">
                <a:solidFill>
                  <a:srgbClr val="30234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14" name="pg613">
                <a:extLst>
                  <a:ext uri="{FF2B5EF4-FFF2-40B4-BE49-F238E27FC236}">
                    <a16:creationId xmlns:a16="http://schemas.microsoft.com/office/drawing/2014/main" id="{265713D2-20A2-6599-1655-0D0B463A2D4B}"/>
                  </a:ext>
                </a:extLst>
              </p:cNvPr>
              <p:cNvSpPr/>
              <p:nvPr/>
            </p:nvSpPr>
            <p:spPr>
              <a:xfrm>
                <a:off x="5869658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284F">
                  <a:alpha val="100000"/>
                </a:srgbClr>
              </a:solidFill>
              <a:ln w="5420" cap="flat">
                <a:solidFill>
                  <a:srgbClr val="35284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15" name="pg614">
                <a:extLst>
                  <a:ext uri="{FF2B5EF4-FFF2-40B4-BE49-F238E27FC236}">
                    <a16:creationId xmlns:a16="http://schemas.microsoft.com/office/drawing/2014/main" id="{BC0C2444-2D71-CEC2-F7E1-5F90A8CDB628}"/>
                  </a:ext>
                </a:extLst>
              </p:cNvPr>
              <p:cNvSpPr/>
              <p:nvPr/>
            </p:nvSpPr>
            <p:spPr>
              <a:xfrm>
                <a:off x="5881296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D58">
                  <a:alpha val="100000"/>
                </a:srgbClr>
              </a:solidFill>
              <a:ln w="5420" cap="flat">
                <a:solidFill>
                  <a:srgbClr val="392D5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16" name="pg615">
                <a:extLst>
                  <a:ext uri="{FF2B5EF4-FFF2-40B4-BE49-F238E27FC236}">
                    <a16:creationId xmlns:a16="http://schemas.microsoft.com/office/drawing/2014/main" id="{670D0880-12C0-C40B-AA28-87F1FCBF1B81}"/>
                  </a:ext>
                </a:extLst>
              </p:cNvPr>
              <p:cNvSpPr/>
              <p:nvPr/>
            </p:nvSpPr>
            <p:spPr>
              <a:xfrm>
                <a:off x="5892933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17" name="pg616">
                <a:extLst>
                  <a:ext uri="{FF2B5EF4-FFF2-40B4-BE49-F238E27FC236}">
                    <a16:creationId xmlns:a16="http://schemas.microsoft.com/office/drawing/2014/main" id="{5145D2E8-D1D2-8F72-ED7D-DF2AE304C9ED}"/>
                  </a:ext>
                </a:extLst>
              </p:cNvPr>
              <p:cNvSpPr/>
              <p:nvPr/>
            </p:nvSpPr>
            <p:spPr>
              <a:xfrm>
                <a:off x="5904570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18" name="pg617">
                <a:extLst>
                  <a:ext uri="{FF2B5EF4-FFF2-40B4-BE49-F238E27FC236}">
                    <a16:creationId xmlns:a16="http://schemas.microsoft.com/office/drawing/2014/main" id="{5E2F2BDB-C24C-AE83-5848-392E5114786D}"/>
                  </a:ext>
                </a:extLst>
              </p:cNvPr>
              <p:cNvSpPr/>
              <p:nvPr/>
            </p:nvSpPr>
            <p:spPr>
              <a:xfrm>
                <a:off x="5927845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8">
                  <a:alpha val="100000"/>
                </a:srgbClr>
              </a:solidFill>
              <a:ln w="5420" cap="flat">
                <a:solidFill>
                  <a:srgbClr val="3C447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19" name="pg618">
                <a:extLst>
                  <a:ext uri="{FF2B5EF4-FFF2-40B4-BE49-F238E27FC236}">
                    <a16:creationId xmlns:a16="http://schemas.microsoft.com/office/drawing/2014/main" id="{D58B82FB-5DE6-44CD-6B37-479CAC5E2634}"/>
                  </a:ext>
                </a:extLst>
              </p:cNvPr>
              <p:cNvSpPr/>
              <p:nvPr/>
            </p:nvSpPr>
            <p:spPr>
              <a:xfrm>
                <a:off x="5939482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87E">
                  <a:alpha val="100000"/>
                </a:srgbClr>
              </a:solidFill>
              <a:ln w="5420" cap="flat">
                <a:solidFill>
                  <a:srgbClr val="3C487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20" name="pg619">
                <a:extLst>
                  <a:ext uri="{FF2B5EF4-FFF2-40B4-BE49-F238E27FC236}">
                    <a16:creationId xmlns:a16="http://schemas.microsoft.com/office/drawing/2014/main" id="{EC1005D3-D524-65F7-0CC1-C447461FF581}"/>
                  </a:ext>
                </a:extLst>
              </p:cNvPr>
              <p:cNvSpPr/>
              <p:nvPr/>
            </p:nvSpPr>
            <p:spPr>
              <a:xfrm>
                <a:off x="6160592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21" name="pg620">
                <a:extLst>
                  <a:ext uri="{FF2B5EF4-FFF2-40B4-BE49-F238E27FC236}">
                    <a16:creationId xmlns:a16="http://schemas.microsoft.com/office/drawing/2014/main" id="{67B7B3B2-E445-E939-8AE8-83F2D48FA5BD}"/>
                  </a:ext>
                </a:extLst>
              </p:cNvPr>
              <p:cNvSpPr/>
              <p:nvPr/>
            </p:nvSpPr>
            <p:spPr>
              <a:xfrm>
                <a:off x="6172229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22" name="pg621">
                <a:extLst>
                  <a:ext uri="{FF2B5EF4-FFF2-40B4-BE49-F238E27FC236}">
                    <a16:creationId xmlns:a16="http://schemas.microsoft.com/office/drawing/2014/main" id="{D82E509B-9DE3-7316-3048-138D9CE5AF76}"/>
                  </a:ext>
                </a:extLst>
              </p:cNvPr>
              <p:cNvSpPr/>
              <p:nvPr/>
            </p:nvSpPr>
            <p:spPr>
              <a:xfrm>
                <a:off x="6183866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23" name="pg622">
                <a:extLst>
                  <a:ext uri="{FF2B5EF4-FFF2-40B4-BE49-F238E27FC236}">
                    <a16:creationId xmlns:a16="http://schemas.microsoft.com/office/drawing/2014/main" id="{0B641E55-C399-47BA-D2C7-0FF335497053}"/>
                  </a:ext>
                </a:extLst>
              </p:cNvPr>
              <p:cNvSpPr/>
              <p:nvPr/>
            </p:nvSpPr>
            <p:spPr>
              <a:xfrm>
                <a:off x="6195504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24" name="pg623">
                <a:extLst>
                  <a:ext uri="{FF2B5EF4-FFF2-40B4-BE49-F238E27FC236}">
                    <a16:creationId xmlns:a16="http://schemas.microsoft.com/office/drawing/2014/main" id="{178052B4-AEE4-0444-04A2-51C68260A30D}"/>
                  </a:ext>
                </a:extLst>
              </p:cNvPr>
              <p:cNvSpPr/>
              <p:nvPr/>
            </p:nvSpPr>
            <p:spPr>
              <a:xfrm>
                <a:off x="6207141" y="29223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25" name="pg624">
                <a:extLst>
                  <a:ext uri="{FF2B5EF4-FFF2-40B4-BE49-F238E27FC236}">
                    <a16:creationId xmlns:a16="http://schemas.microsoft.com/office/drawing/2014/main" id="{0543DD69-C0E4-64B4-E278-484276ADD3E4}"/>
                  </a:ext>
                </a:extLst>
              </p:cNvPr>
              <p:cNvSpPr/>
              <p:nvPr/>
            </p:nvSpPr>
            <p:spPr>
              <a:xfrm>
                <a:off x="5753285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26" name="pg625">
                <a:extLst>
                  <a:ext uri="{FF2B5EF4-FFF2-40B4-BE49-F238E27FC236}">
                    <a16:creationId xmlns:a16="http://schemas.microsoft.com/office/drawing/2014/main" id="{EFB6B53E-5069-6CAD-BA6A-F05B2B55BE6E}"/>
                  </a:ext>
                </a:extLst>
              </p:cNvPr>
              <p:cNvSpPr/>
              <p:nvPr/>
            </p:nvSpPr>
            <p:spPr>
              <a:xfrm>
                <a:off x="5764922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27" name="pg626">
                <a:extLst>
                  <a:ext uri="{FF2B5EF4-FFF2-40B4-BE49-F238E27FC236}">
                    <a16:creationId xmlns:a16="http://schemas.microsoft.com/office/drawing/2014/main" id="{4D453779-E1E6-DA88-7F73-F19A0F14C62E}"/>
                  </a:ext>
                </a:extLst>
              </p:cNvPr>
              <p:cNvSpPr/>
              <p:nvPr/>
            </p:nvSpPr>
            <p:spPr>
              <a:xfrm>
                <a:off x="5776560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28" name="pg627">
                <a:extLst>
                  <a:ext uri="{FF2B5EF4-FFF2-40B4-BE49-F238E27FC236}">
                    <a16:creationId xmlns:a16="http://schemas.microsoft.com/office/drawing/2014/main" id="{DE841C06-629F-5205-DF45-BB2117E024E8}"/>
                  </a:ext>
                </a:extLst>
              </p:cNvPr>
              <p:cNvSpPr/>
              <p:nvPr/>
            </p:nvSpPr>
            <p:spPr>
              <a:xfrm>
                <a:off x="5788197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29" name="pg628">
                <a:extLst>
                  <a:ext uri="{FF2B5EF4-FFF2-40B4-BE49-F238E27FC236}">
                    <a16:creationId xmlns:a16="http://schemas.microsoft.com/office/drawing/2014/main" id="{55AD5F2C-FC9A-8882-7276-D7BC410B9911}"/>
                  </a:ext>
                </a:extLst>
              </p:cNvPr>
              <p:cNvSpPr/>
              <p:nvPr/>
            </p:nvSpPr>
            <p:spPr>
              <a:xfrm>
                <a:off x="5799834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3">
                  <a:alpha val="100000"/>
                </a:srgbClr>
              </a:solidFill>
              <a:ln w="5420" cap="flat">
                <a:solidFill>
                  <a:srgbClr val="3A569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30" name="pg629">
                <a:extLst>
                  <a:ext uri="{FF2B5EF4-FFF2-40B4-BE49-F238E27FC236}">
                    <a16:creationId xmlns:a16="http://schemas.microsoft.com/office/drawing/2014/main" id="{7DE3BDBC-2EBC-7C68-8FE7-13FCF05BE8B8}"/>
                  </a:ext>
                </a:extLst>
              </p:cNvPr>
              <p:cNvSpPr/>
              <p:nvPr/>
            </p:nvSpPr>
            <p:spPr>
              <a:xfrm>
                <a:off x="5811472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31" name="pg630">
                <a:extLst>
                  <a:ext uri="{FF2B5EF4-FFF2-40B4-BE49-F238E27FC236}">
                    <a16:creationId xmlns:a16="http://schemas.microsoft.com/office/drawing/2014/main" id="{FF96FF42-E6AA-6A72-A55A-BC0A2AF5EBA5}"/>
                  </a:ext>
                </a:extLst>
              </p:cNvPr>
              <p:cNvSpPr/>
              <p:nvPr/>
            </p:nvSpPr>
            <p:spPr>
              <a:xfrm>
                <a:off x="5823109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274C">
                  <a:alpha val="100000"/>
                </a:srgbClr>
              </a:solidFill>
              <a:ln w="5420" cap="flat">
                <a:solidFill>
                  <a:srgbClr val="34274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32" name="pg631">
                <a:extLst>
                  <a:ext uri="{FF2B5EF4-FFF2-40B4-BE49-F238E27FC236}">
                    <a16:creationId xmlns:a16="http://schemas.microsoft.com/office/drawing/2014/main" id="{6A0164BA-09AC-94BB-63EC-B9A2382E52C0}"/>
                  </a:ext>
                </a:extLst>
              </p:cNvPr>
              <p:cNvSpPr/>
              <p:nvPr/>
            </p:nvSpPr>
            <p:spPr>
              <a:xfrm>
                <a:off x="5834746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2F2344">
                  <a:alpha val="100000"/>
                </a:srgbClr>
              </a:solidFill>
              <a:ln w="5420" cap="flat">
                <a:solidFill>
                  <a:srgbClr val="2F234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33" name="pg632">
                <a:extLst>
                  <a:ext uri="{FF2B5EF4-FFF2-40B4-BE49-F238E27FC236}">
                    <a16:creationId xmlns:a16="http://schemas.microsoft.com/office/drawing/2014/main" id="{8B685A87-48B2-F799-3A22-49630ED6C500}"/>
                  </a:ext>
                </a:extLst>
              </p:cNvPr>
              <p:cNvSpPr/>
              <p:nvPr/>
            </p:nvSpPr>
            <p:spPr>
              <a:xfrm>
                <a:off x="5846384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12548">
                  <a:alpha val="100000"/>
                </a:srgbClr>
              </a:solidFill>
              <a:ln w="5420" cap="flat">
                <a:solidFill>
                  <a:srgbClr val="31254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34" name="pg633">
                <a:extLst>
                  <a:ext uri="{FF2B5EF4-FFF2-40B4-BE49-F238E27FC236}">
                    <a16:creationId xmlns:a16="http://schemas.microsoft.com/office/drawing/2014/main" id="{E9729564-5655-B228-FB97-C4A100ACC063}"/>
                  </a:ext>
                </a:extLst>
              </p:cNvPr>
              <p:cNvSpPr/>
              <p:nvPr/>
            </p:nvSpPr>
            <p:spPr>
              <a:xfrm>
                <a:off x="5858021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284F">
                  <a:alpha val="100000"/>
                </a:srgbClr>
              </a:solidFill>
              <a:ln w="5420" cap="flat">
                <a:solidFill>
                  <a:srgbClr val="35284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35" name="pg634">
                <a:extLst>
                  <a:ext uri="{FF2B5EF4-FFF2-40B4-BE49-F238E27FC236}">
                    <a16:creationId xmlns:a16="http://schemas.microsoft.com/office/drawing/2014/main" id="{168B9CF0-0A52-EA84-16A5-594B836F1A28}"/>
                  </a:ext>
                </a:extLst>
              </p:cNvPr>
              <p:cNvSpPr/>
              <p:nvPr/>
            </p:nvSpPr>
            <p:spPr>
              <a:xfrm>
                <a:off x="5869658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36" name="pg635">
                <a:extLst>
                  <a:ext uri="{FF2B5EF4-FFF2-40B4-BE49-F238E27FC236}">
                    <a16:creationId xmlns:a16="http://schemas.microsoft.com/office/drawing/2014/main" id="{310FD35E-AE0A-72FA-F8AC-1596DCBC733A}"/>
                  </a:ext>
                </a:extLst>
              </p:cNvPr>
              <p:cNvSpPr/>
              <p:nvPr/>
            </p:nvSpPr>
            <p:spPr>
              <a:xfrm>
                <a:off x="5881296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37" name="pg636">
                <a:extLst>
                  <a:ext uri="{FF2B5EF4-FFF2-40B4-BE49-F238E27FC236}">
                    <a16:creationId xmlns:a16="http://schemas.microsoft.com/office/drawing/2014/main" id="{827C5839-FBAB-43AE-03D5-32102EE90AF5}"/>
                  </a:ext>
                </a:extLst>
              </p:cNvPr>
              <p:cNvSpPr/>
              <p:nvPr/>
            </p:nvSpPr>
            <p:spPr>
              <a:xfrm>
                <a:off x="5892933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38" name="pg637">
                <a:extLst>
                  <a:ext uri="{FF2B5EF4-FFF2-40B4-BE49-F238E27FC236}">
                    <a16:creationId xmlns:a16="http://schemas.microsoft.com/office/drawing/2014/main" id="{84571DFE-E086-DD45-FDDB-E38E06BC15C2}"/>
                  </a:ext>
                </a:extLst>
              </p:cNvPr>
              <p:cNvSpPr/>
              <p:nvPr/>
            </p:nvSpPr>
            <p:spPr>
              <a:xfrm>
                <a:off x="6160592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39" name="pg638">
                <a:extLst>
                  <a:ext uri="{FF2B5EF4-FFF2-40B4-BE49-F238E27FC236}">
                    <a16:creationId xmlns:a16="http://schemas.microsoft.com/office/drawing/2014/main" id="{0FB30AD6-D1AC-4943-CA35-90D04F8311D5}"/>
                  </a:ext>
                </a:extLst>
              </p:cNvPr>
              <p:cNvSpPr/>
              <p:nvPr/>
            </p:nvSpPr>
            <p:spPr>
              <a:xfrm>
                <a:off x="6172229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40" name="pg639">
                <a:extLst>
                  <a:ext uri="{FF2B5EF4-FFF2-40B4-BE49-F238E27FC236}">
                    <a16:creationId xmlns:a16="http://schemas.microsoft.com/office/drawing/2014/main" id="{E37455C4-FC59-DBB2-DFD0-A7EBA700D54B}"/>
                  </a:ext>
                </a:extLst>
              </p:cNvPr>
              <p:cNvSpPr/>
              <p:nvPr/>
            </p:nvSpPr>
            <p:spPr>
              <a:xfrm>
                <a:off x="6183866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41" name="pg640">
                <a:extLst>
                  <a:ext uri="{FF2B5EF4-FFF2-40B4-BE49-F238E27FC236}">
                    <a16:creationId xmlns:a16="http://schemas.microsoft.com/office/drawing/2014/main" id="{4B30F3B4-3004-F4BB-E9B3-87D187329990}"/>
                  </a:ext>
                </a:extLst>
              </p:cNvPr>
              <p:cNvSpPr/>
              <p:nvPr/>
            </p:nvSpPr>
            <p:spPr>
              <a:xfrm>
                <a:off x="6195504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42" name="pg641">
                <a:extLst>
                  <a:ext uri="{FF2B5EF4-FFF2-40B4-BE49-F238E27FC236}">
                    <a16:creationId xmlns:a16="http://schemas.microsoft.com/office/drawing/2014/main" id="{A0A4CFD9-413B-3D85-0F8A-94E29B81A68F}"/>
                  </a:ext>
                </a:extLst>
              </p:cNvPr>
              <p:cNvSpPr/>
              <p:nvPr/>
            </p:nvSpPr>
            <p:spPr>
              <a:xfrm>
                <a:off x="6207141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43" name="pg642">
                <a:extLst>
                  <a:ext uri="{FF2B5EF4-FFF2-40B4-BE49-F238E27FC236}">
                    <a16:creationId xmlns:a16="http://schemas.microsoft.com/office/drawing/2014/main" id="{C2FDE961-2213-CA3C-B9EC-5925FCC38F85}"/>
                  </a:ext>
                </a:extLst>
              </p:cNvPr>
              <p:cNvSpPr/>
              <p:nvPr/>
            </p:nvSpPr>
            <p:spPr>
              <a:xfrm>
                <a:off x="6218778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44" name="pg643">
                <a:extLst>
                  <a:ext uri="{FF2B5EF4-FFF2-40B4-BE49-F238E27FC236}">
                    <a16:creationId xmlns:a16="http://schemas.microsoft.com/office/drawing/2014/main" id="{549311C0-0A71-8A4C-CE37-9BCA415549B9}"/>
                  </a:ext>
                </a:extLst>
              </p:cNvPr>
              <p:cNvSpPr/>
              <p:nvPr/>
            </p:nvSpPr>
            <p:spPr>
              <a:xfrm>
                <a:off x="6230416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45" name="pg644">
                <a:extLst>
                  <a:ext uri="{FF2B5EF4-FFF2-40B4-BE49-F238E27FC236}">
                    <a16:creationId xmlns:a16="http://schemas.microsoft.com/office/drawing/2014/main" id="{207F836B-808B-B2C7-4F0C-FFCF544353B9}"/>
                  </a:ext>
                </a:extLst>
              </p:cNvPr>
              <p:cNvSpPr/>
              <p:nvPr/>
            </p:nvSpPr>
            <p:spPr>
              <a:xfrm>
                <a:off x="6276965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46" name="pg645">
                <a:extLst>
                  <a:ext uri="{FF2B5EF4-FFF2-40B4-BE49-F238E27FC236}">
                    <a16:creationId xmlns:a16="http://schemas.microsoft.com/office/drawing/2014/main" id="{E1D038CF-0310-84EE-D197-E9979BF615CB}"/>
                  </a:ext>
                </a:extLst>
              </p:cNvPr>
              <p:cNvSpPr/>
              <p:nvPr/>
            </p:nvSpPr>
            <p:spPr>
              <a:xfrm>
                <a:off x="6288602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47" name="pg646">
                <a:extLst>
                  <a:ext uri="{FF2B5EF4-FFF2-40B4-BE49-F238E27FC236}">
                    <a16:creationId xmlns:a16="http://schemas.microsoft.com/office/drawing/2014/main" id="{5B3563B1-0B34-D626-045C-64D0ACC4BED8}"/>
                  </a:ext>
                </a:extLst>
              </p:cNvPr>
              <p:cNvSpPr/>
              <p:nvPr/>
            </p:nvSpPr>
            <p:spPr>
              <a:xfrm>
                <a:off x="6300240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48" name="pg647">
                <a:extLst>
                  <a:ext uri="{FF2B5EF4-FFF2-40B4-BE49-F238E27FC236}">
                    <a16:creationId xmlns:a16="http://schemas.microsoft.com/office/drawing/2014/main" id="{EED2B08B-77CD-BCD1-DA90-C9A02CDEDFFD}"/>
                  </a:ext>
                </a:extLst>
              </p:cNvPr>
              <p:cNvSpPr/>
              <p:nvPr/>
            </p:nvSpPr>
            <p:spPr>
              <a:xfrm>
                <a:off x="6311877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49" name="pg648">
                <a:extLst>
                  <a:ext uri="{FF2B5EF4-FFF2-40B4-BE49-F238E27FC236}">
                    <a16:creationId xmlns:a16="http://schemas.microsoft.com/office/drawing/2014/main" id="{3D164F75-694F-8D29-9BAA-A41282866F79}"/>
                  </a:ext>
                </a:extLst>
              </p:cNvPr>
              <p:cNvSpPr/>
              <p:nvPr/>
            </p:nvSpPr>
            <p:spPr>
              <a:xfrm>
                <a:off x="6323514" y="29366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50" name="pg649">
                <a:extLst>
                  <a:ext uri="{FF2B5EF4-FFF2-40B4-BE49-F238E27FC236}">
                    <a16:creationId xmlns:a16="http://schemas.microsoft.com/office/drawing/2014/main" id="{DCF4BE72-44E7-3773-C9F6-E3CBE7722068}"/>
                  </a:ext>
                </a:extLst>
              </p:cNvPr>
              <p:cNvSpPr/>
              <p:nvPr/>
            </p:nvSpPr>
            <p:spPr>
              <a:xfrm>
                <a:off x="5741648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51" name="pg650">
                <a:extLst>
                  <a:ext uri="{FF2B5EF4-FFF2-40B4-BE49-F238E27FC236}">
                    <a16:creationId xmlns:a16="http://schemas.microsoft.com/office/drawing/2014/main" id="{A5D9B38A-C056-EC7E-5724-B42585E4A62B}"/>
                  </a:ext>
                </a:extLst>
              </p:cNvPr>
              <p:cNvSpPr/>
              <p:nvPr/>
            </p:nvSpPr>
            <p:spPr>
              <a:xfrm>
                <a:off x="5753285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52" name="pg651">
                <a:extLst>
                  <a:ext uri="{FF2B5EF4-FFF2-40B4-BE49-F238E27FC236}">
                    <a16:creationId xmlns:a16="http://schemas.microsoft.com/office/drawing/2014/main" id="{61DF7A37-7B0E-6E30-79EC-DA9F602E94C4}"/>
                  </a:ext>
                </a:extLst>
              </p:cNvPr>
              <p:cNvSpPr/>
              <p:nvPr/>
            </p:nvSpPr>
            <p:spPr>
              <a:xfrm>
                <a:off x="5764922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53" name="pg652">
                <a:extLst>
                  <a:ext uri="{FF2B5EF4-FFF2-40B4-BE49-F238E27FC236}">
                    <a16:creationId xmlns:a16="http://schemas.microsoft.com/office/drawing/2014/main" id="{E43FAA0B-35A7-375A-2058-E4FEB59431D4}"/>
                  </a:ext>
                </a:extLst>
              </p:cNvPr>
              <p:cNvSpPr/>
              <p:nvPr/>
            </p:nvSpPr>
            <p:spPr>
              <a:xfrm>
                <a:off x="5776560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54" name="pg653">
                <a:extLst>
                  <a:ext uri="{FF2B5EF4-FFF2-40B4-BE49-F238E27FC236}">
                    <a16:creationId xmlns:a16="http://schemas.microsoft.com/office/drawing/2014/main" id="{391F78BC-829A-AB23-4145-B22A9F48163F}"/>
                  </a:ext>
                </a:extLst>
              </p:cNvPr>
              <p:cNvSpPr/>
              <p:nvPr/>
            </p:nvSpPr>
            <p:spPr>
              <a:xfrm>
                <a:off x="5788197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55" name="pg654">
                <a:extLst>
                  <a:ext uri="{FF2B5EF4-FFF2-40B4-BE49-F238E27FC236}">
                    <a16:creationId xmlns:a16="http://schemas.microsoft.com/office/drawing/2014/main" id="{557DB278-BFC2-539A-762E-3A4E476ECB47}"/>
                  </a:ext>
                </a:extLst>
              </p:cNvPr>
              <p:cNvSpPr/>
              <p:nvPr/>
            </p:nvSpPr>
            <p:spPr>
              <a:xfrm>
                <a:off x="5799834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56" name="pg655">
                <a:extLst>
                  <a:ext uri="{FF2B5EF4-FFF2-40B4-BE49-F238E27FC236}">
                    <a16:creationId xmlns:a16="http://schemas.microsoft.com/office/drawing/2014/main" id="{E712A978-C063-C5F8-0A05-51E8081A9150}"/>
                  </a:ext>
                </a:extLst>
              </p:cNvPr>
              <p:cNvSpPr/>
              <p:nvPr/>
            </p:nvSpPr>
            <p:spPr>
              <a:xfrm>
                <a:off x="5811472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F88">
                  <a:alpha val="100000"/>
                </a:srgbClr>
              </a:solidFill>
              <a:ln w="5420" cap="flat">
                <a:solidFill>
                  <a:srgbClr val="3B4F8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57" name="pg656">
                <a:extLst>
                  <a:ext uri="{FF2B5EF4-FFF2-40B4-BE49-F238E27FC236}">
                    <a16:creationId xmlns:a16="http://schemas.microsoft.com/office/drawing/2014/main" id="{C951B960-3259-7C72-7F14-C8A841CB53C4}"/>
                  </a:ext>
                </a:extLst>
              </p:cNvPr>
              <p:cNvSpPr/>
              <p:nvPr/>
            </p:nvSpPr>
            <p:spPr>
              <a:xfrm>
                <a:off x="5823109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F">
                  <a:alpha val="100000"/>
                </a:srgbClr>
              </a:solidFill>
              <a:ln w="5420" cap="flat">
                <a:solidFill>
                  <a:srgbClr val="3B3D6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58" name="pg657">
                <a:extLst>
                  <a:ext uri="{FF2B5EF4-FFF2-40B4-BE49-F238E27FC236}">
                    <a16:creationId xmlns:a16="http://schemas.microsoft.com/office/drawing/2014/main" id="{CD5FEE43-31AA-FB1B-CC0C-2F641DA06A2E}"/>
                  </a:ext>
                </a:extLst>
              </p:cNvPr>
              <p:cNvSpPr/>
              <p:nvPr/>
            </p:nvSpPr>
            <p:spPr>
              <a:xfrm>
                <a:off x="5834746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59" name="pg658">
                <a:extLst>
                  <a:ext uri="{FF2B5EF4-FFF2-40B4-BE49-F238E27FC236}">
                    <a16:creationId xmlns:a16="http://schemas.microsoft.com/office/drawing/2014/main" id="{177CD434-CFEA-3097-CCB8-31226CDA1AE3}"/>
                  </a:ext>
                </a:extLst>
              </p:cNvPr>
              <p:cNvSpPr/>
              <p:nvPr/>
            </p:nvSpPr>
            <p:spPr>
              <a:xfrm>
                <a:off x="5846384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60" name="pg659">
                <a:extLst>
                  <a:ext uri="{FF2B5EF4-FFF2-40B4-BE49-F238E27FC236}">
                    <a16:creationId xmlns:a16="http://schemas.microsoft.com/office/drawing/2014/main" id="{C9E0AE14-CCE2-C7A9-F66D-D46E52F6BC84}"/>
                  </a:ext>
                </a:extLst>
              </p:cNvPr>
              <p:cNvSpPr/>
              <p:nvPr/>
            </p:nvSpPr>
            <p:spPr>
              <a:xfrm>
                <a:off x="5858021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5F">
                  <a:alpha val="100000"/>
                </a:srgbClr>
              </a:solidFill>
              <a:ln w="5420" cap="flat">
                <a:solidFill>
                  <a:srgbClr val="3A325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61" name="pg660">
                <a:extLst>
                  <a:ext uri="{FF2B5EF4-FFF2-40B4-BE49-F238E27FC236}">
                    <a16:creationId xmlns:a16="http://schemas.microsoft.com/office/drawing/2014/main" id="{5898F829-7E25-26EF-3B87-1541E11B2F3B}"/>
                  </a:ext>
                </a:extLst>
              </p:cNvPr>
              <p:cNvSpPr/>
              <p:nvPr/>
            </p:nvSpPr>
            <p:spPr>
              <a:xfrm>
                <a:off x="5869658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2">
                  <a:alpha val="100000"/>
                </a:srgbClr>
              </a:solidFill>
              <a:ln w="5420" cap="flat">
                <a:solidFill>
                  <a:srgbClr val="3A346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62" name="pg661">
                <a:extLst>
                  <a:ext uri="{FF2B5EF4-FFF2-40B4-BE49-F238E27FC236}">
                    <a16:creationId xmlns:a16="http://schemas.microsoft.com/office/drawing/2014/main" id="{9DB2170F-2DD7-1B78-E048-8BA35081F8BD}"/>
                  </a:ext>
                </a:extLst>
              </p:cNvPr>
              <p:cNvSpPr/>
              <p:nvPr/>
            </p:nvSpPr>
            <p:spPr>
              <a:xfrm>
                <a:off x="5881296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5">
                  <a:alpha val="100000"/>
                </a:srgbClr>
              </a:solidFill>
              <a:ln w="5420" cap="flat">
                <a:solidFill>
                  <a:srgbClr val="3A366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63" name="pg662">
                <a:extLst>
                  <a:ext uri="{FF2B5EF4-FFF2-40B4-BE49-F238E27FC236}">
                    <a16:creationId xmlns:a16="http://schemas.microsoft.com/office/drawing/2014/main" id="{353570EB-8218-D0BB-7B65-382DF2443FE9}"/>
                  </a:ext>
                </a:extLst>
              </p:cNvPr>
              <p:cNvSpPr/>
              <p:nvPr/>
            </p:nvSpPr>
            <p:spPr>
              <a:xfrm>
                <a:off x="6172229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64" name="pg663">
                <a:extLst>
                  <a:ext uri="{FF2B5EF4-FFF2-40B4-BE49-F238E27FC236}">
                    <a16:creationId xmlns:a16="http://schemas.microsoft.com/office/drawing/2014/main" id="{62436327-F14E-3C26-18E0-3495C05AC8FF}"/>
                  </a:ext>
                </a:extLst>
              </p:cNvPr>
              <p:cNvSpPr/>
              <p:nvPr/>
            </p:nvSpPr>
            <p:spPr>
              <a:xfrm>
                <a:off x="6183866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65" name="pg664">
                <a:extLst>
                  <a:ext uri="{FF2B5EF4-FFF2-40B4-BE49-F238E27FC236}">
                    <a16:creationId xmlns:a16="http://schemas.microsoft.com/office/drawing/2014/main" id="{C78E01A9-C0DF-49E7-8AB7-58D95E81A3DA}"/>
                  </a:ext>
                </a:extLst>
              </p:cNvPr>
              <p:cNvSpPr/>
              <p:nvPr/>
            </p:nvSpPr>
            <p:spPr>
              <a:xfrm>
                <a:off x="6195504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66" name="pg665">
                <a:extLst>
                  <a:ext uri="{FF2B5EF4-FFF2-40B4-BE49-F238E27FC236}">
                    <a16:creationId xmlns:a16="http://schemas.microsoft.com/office/drawing/2014/main" id="{9D35A7DD-F372-E0AB-6467-CA0598D53EF7}"/>
                  </a:ext>
                </a:extLst>
              </p:cNvPr>
              <p:cNvSpPr/>
              <p:nvPr/>
            </p:nvSpPr>
            <p:spPr>
              <a:xfrm>
                <a:off x="6207141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67" name="pg666">
                <a:extLst>
                  <a:ext uri="{FF2B5EF4-FFF2-40B4-BE49-F238E27FC236}">
                    <a16:creationId xmlns:a16="http://schemas.microsoft.com/office/drawing/2014/main" id="{666DBDFC-E2FC-F5C7-F630-614FF65BD851}"/>
                  </a:ext>
                </a:extLst>
              </p:cNvPr>
              <p:cNvSpPr/>
              <p:nvPr/>
            </p:nvSpPr>
            <p:spPr>
              <a:xfrm>
                <a:off x="6218778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68" name="pg667">
                <a:extLst>
                  <a:ext uri="{FF2B5EF4-FFF2-40B4-BE49-F238E27FC236}">
                    <a16:creationId xmlns:a16="http://schemas.microsoft.com/office/drawing/2014/main" id="{CC51EB53-E640-B3D3-5E44-C45A762E46FF}"/>
                  </a:ext>
                </a:extLst>
              </p:cNvPr>
              <p:cNvSpPr/>
              <p:nvPr/>
            </p:nvSpPr>
            <p:spPr>
              <a:xfrm>
                <a:off x="6230416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69" name="pg668">
                <a:extLst>
                  <a:ext uri="{FF2B5EF4-FFF2-40B4-BE49-F238E27FC236}">
                    <a16:creationId xmlns:a16="http://schemas.microsoft.com/office/drawing/2014/main" id="{AD1B464F-2193-C14B-84E6-90F743F7E777}"/>
                  </a:ext>
                </a:extLst>
              </p:cNvPr>
              <p:cNvSpPr/>
              <p:nvPr/>
            </p:nvSpPr>
            <p:spPr>
              <a:xfrm>
                <a:off x="6242053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70" name="pg669">
                <a:extLst>
                  <a:ext uri="{FF2B5EF4-FFF2-40B4-BE49-F238E27FC236}">
                    <a16:creationId xmlns:a16="http://schemas.microsoft.com/office/drawing/2014/main" id="{A1C79E59-869B-F7C2-EFA9-6DFAE4DFEC20}"/>
                  </a:ext>
                </a:extLst>
              </p:cNvPr>
              <p:cNvSpPr/>
              <p:nvPr/>
            </p:nvSpPr>
            <p:spPr>
              <a:xfrm>
                <a:off x="6265328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71" name="pg670">
                <a:extLst>
                  <a:ext uri="{FF2B5EF4-FFF2-40B4-BE49-F238E27FC236}">
                    <a16:creationId xmlns:a16="http://schemas.microsoft.com/office/drawing/2014/main" id="{520CDF2E-AEEF-A0E9-10AE-56A4E8571E92}"/>
                  </a:ext>
                </a:extLst>
              </p:cNvPr>
              <p:cNvSpPr/>
              <p:nvPr/>
            </p:nvSpPr>
            <p:spPr>
              <a:xfrm>
                <a:off x="6276965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72" name="pg671">
                <a:extLst>
                  <a:ext uri="{FF2B5EF4-FFF2-40B4-BE49-F238E27FC236}">
                    <a16:creationId xmlns:a16="http://schemas.microsoft.com/office/drawing/2014/main" id="{95963A62-1DD8-936F-0FD7-23C603C08404}"/>
                  </a:ext>
                </a:extLst>
              </p:cNvPr>
              <p:cNvSpPr/>
              <p:nvPr/>
            </p:nvSpPr>
            <p:spPr>
              <a:xfrm>
                <a:off x="6288602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73" name="pg672">
                <a:extLst>
                  <a:ext uri="{FF2B5EF4-FFF2-40B4-BE49-F238E27FC236}">
                    <a16:creationId xmlns:a16="http://schemas.microsoft.com/office/drawing/2014/main" id="{536C89B2-B8C3-60C6-C222-52FB84D09CEA}"/>
                  </a:ext>
                </a:extLst>
              </p:cNvPr>
              <p:cNvSpPr/>
              <p:nvPr/>
            </p:nvSpPr>
            <p:spPr>
              <a:xfrm>
                <a:off x="6300240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74" name="pg673">
                <a:extLst>
                  <a:ext uri="{FF2B5EF4-FFF2-40B4-BE49-F238E27FC236}">
                    <a16:creationId xmlns:a16="http://schemas.microsoft.com/office/drawing/2014/main" id="{E908E79F-7F64-42B0-84B9-466584BBABAA}"/>
                  </a:ext>
                </a:extLst>
              </p:cNvPr>
              <p:cNvSpPr/>
              <p:nvPr/>
            </p:nvSpPr>
            <p:spPr>
              <a:xfrm>
                <a:off x="6311877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75" name="pg674">
                <a:extLst>
                  <a:ext uri="{FF2B5EF4-FFF2-40B4-BE49-F238E27FC236}">
                    <a16:creationId xmlns:a16="http://schemas.microsoft.com/office/drawing/2014/main" id="{B300E89E-D45A-ADD7-437F-6BEB6AD70539}"/>
                  </a:ext>
                </a:extLst>
              </p:cNvPr>
              <p:cNvSpPr/>
              <p:nvPr/>
            </p:nvSpPr>
            <p:spPr>
              <a:xfrm>
                <a:off x="6323514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76" name="pg675">
                <a:extLst>
                  <a:ext uri="{FF2B5EF4-FFF2-40B4-BE49-F238E27FC236}">
                    <a16:creationId xmlns:a16="http://schemas.microsoft.com/office/drawing/2014/main" id="{CBA96C6C-DB7D-EA09-CF1E-F613DE78951C}"/>
                  </a:ext>
                </a:extLst>
              </p:cNvPr>
              <p:cNvSpPr/>
              <p:nvPr/>
            </p:nvSpPr>
            <p:spPr>
              <a:xfrm>
                <a:off x="6335152" y="29509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77" name="pg676">
                <a:extLst>
                  <a:ext uri="{FF2B5EF4-FFF2-40B4-BE49-F238E27FC236}">
                    <a16:creationId xmlns:a16="http://schemas.microsoft.com/office/drawing/2014/main" id="{D8185B40-51FD-0A05-13B2-961A12748466}"/>
                  </a:ext>
                </a:extLst>
              </p:cNvPr>
              <p:cNvSpPr/>
              <p:nvPr/>
            </p:nvSpPr>
            <p:spPr>
              <a:xfrm>
                <a:off x="5730010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78" name="pg677">
                <a:extLst>
                  <a:ext uri="{FF2B5EF4-FFF2-40B4-BE49-F238E27FC236}">
                    <a16:creationId xmlns:a16="http://schemas.microsoft.com/office/drawing/2014/main" id="{3CEBC584-6E22-1106-BF1C-31FAEDB5A671}"/>
                  </a:ext>
                </a:extLst>
              </p:cNvPr>
              <p:cNvSpPr/>
              <p:nvPr/>
            </p:nvSpPr>
            <p:spPr>
              <a:xfrm>
                <a:off x="5741648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79" name="pg678">
                <a:extLst>
                  <a:ext uri="{FF2B5EF4-FFF2-40B4-BE49-F238E27FC236}">
                    <a16:creationId xmlns:a16="http://schemas.microsoft.com/office/drawing/2014/main" id="{D5AAD48D-E7D9-24C9-51B5-C05F2A63B37E}"/>
                  </a:ext>
                </a:extLst>
              </p:cNvPr>
              <p:cNvSpPr/>
              <p:nvPr/>
            </p:nvSpPr>
            <p:spPr>
              <a:xfrm>
                <a:off x="5753285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80" name="pg679">
                <a:extLst>
                  <a:ext uri="{FF2B5EF4-FFF2-40B4-BE49-F238E27FC236}">
                    <a16:creationId xmlns:a16="http://schemas.microsoft.com/office/drawing/2014/main" id="{BBF5F198-2AF4-8E70-0585-2C954B15F27C}"/>
                  </a:ext>
                </a:extLst>
              </p:cNvPr>
              <p:cNvSpPr/>
              <p:nvPr/>
            </p:nvSpPr>
            <p:spPr>
              <a:xfrm>
                <a:off x="5764922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81" name="pg680">
                <a:extLst>
                  <a:ext uri="{FF2B5EF4-FFF2-40B4-BE49-F238E27FC236}">
                    <a16:creationId xmlns:a16="http://schemas.microsoft.com/office/drawing/2014/main" id="{7C47AB1A-C32D-8E8B-EECA-A2A4737D978A}"/>
                  </a:ext>
                </a:extLst>
              </p:cNvPr>
              <p:cNvSpPr/>
              <p:nvPr/>
            </p:nvSpPr>
            <p:spPr>
              <a:xfrm>
                <a:off x="5776560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82" name="pg681">
                <a:extLst>
                  <a:ext uri="{FF2B5EF4-FFF2-40B4-BE49-F238E27FC236}">
                    <a16:creationId xmlns:a16="http://schemas.microsoft.com/office/drawing/2014/main" id="{3463FAA1-04F4-1806-F483-ADCAA479C3DB}"/>
                  </a:ext>
                </a:extLst>
              </p:cNvPr>
              <p:cNvSpPr/>
              <p:nvPr/>
            </p:nvSpPr>
            <p:spPr>
              <a:xfrm>
                <a:off x="5788197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83" name="pg682">
                <a:extLst>
                  <a:ext uri="{FF2B5EF4-FFF2-40B4-BE49-F238E27FC236}">
                    <a16:creationId xmlns:a16="http://schemas.microsoft.com/office/drawing/2014/main" id="{208CB94B-6499-6294-650C-A59FEAD6F00C}"/>
                  </a:ext>
                </a:extLst>
              </p:cNvPr>
              <p:cNvSpPr/>
              <p:nvPr/>
            </p:nvSpPr>
            <p:spPr>
              <a:xfrm>
                <a:off x="5799834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84" name="pg683">
                <a:extLst>
                  <a:ext uri="{FF2B5EF4-FFF2-40B4-BE49-F238E27FC236}">
                    <a16:creationId xmlns:a16="http://schemas.microsoft.com/office/drawing/2014/main" id="{365207CC-44A1-40C6-F0CC-84EBA4300311}"/>
                  </a:ext>
                </a:extLst>
              </p:cNvPr>
              <p:cNvSpPr/>
              <p:nvPr/>
            </p:nvSpPr>
            <p:spPr>
              <a:xfrm>
                <a:off x="5811472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692">
                  <a:alpha val="100000"/>
                </a:srgbClr>
              </a:solidFill>
              <a:ln w="5420" cap="flat">
                <a:solidFill>
                  <a:srgbClr val="3A569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85" name="pg684">
                <a:extLst>
                  <a:ext uri="{FF2B5EF4-FFF2-40B4-BE49-F238E27FC236}">
                    <a16:creationId xmlns:a16="http://schemas.microsoft.com/office/drawing/2014/main" id="{29CDB0DD-D58F-2AD1-2B1B-4D2AF172C946}"/>
                  </a:ext>
                </a:extLst>
              </p:cNvPr>
              <p:cNvSpPr/>
              <p:nvPr/>
            </p:nvSpPr>
            <p:spPr>
              <a:xfrm>
                <a:off x="5823109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86" name="pg685">
                <a:extLst>
                  <a:ext uri="{FF2B5EF4-FFF2-40B4-BE49-F238E27FC236}">
                    <a16:creationId xmlns:a16="http://schemas.microsoft.com/office/drawing/2014/main" id="{1934C0F2-6237-CC38-6625-F8296C218868}"/>
                  </a:ext>
                </a:extLst>
              </p:cNvPr>
              <p:cNvSpPr/>
              <p:nvPr/>
            </p:nvSpPr>
            <p:spPr>
              <a:xfrm>
                <a:off x="5834746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6">
                  <a:alpha val="100000"/>
                </a:srgbClr>
              </a:solidFill>
              <a:ln w="5420" cap="flat">
                <a:solidFill>
                  <a:srgbClr val="3C427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87" name="pg686">
                <a:extLst>
                  <a:ext uri="{FF2B5EF4-FFF2-40B4-BE49-F238E27FC236}">
                    <a16:creationId xmlns:a16="http://schemas.microsoft.com/office/drawing/2014/main" id="{13A2271B-14E9-47AC-9FBD-7B6581E44E8E}"/>
                  </a:ext>
                </a:extLst>
              </p:cNvPr>
              <p:cNvSpPr/>
              <p:nvPr/>
            </p:nvSpPr>
            <p:spPr>
              <a:xfrm>
                <a:off x="5846384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D6E">
                  <a:alpha val="100000"/>
                </a:srgbClr>
              </a:solidFill>
              <a:ln w="5420" cap="flat">
                <a:solidFill>
                  <a:srgbClr val="3B3D6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88" name="pg687">
                <a:extLst>
                  <a:ext uri="{FF2B5EF4-FFF2-40B4-BE49-F238E27FC236}">
                    <a16:creationId xmlns:a16="http://schemas.microsoft.com/office/drawing/2014/main" id="{FB64813E-D350-7069-9CD7-2D63AC707E5F}"/>
                  </a:ext>
                </a:extLst>
              </p:cNvPr>
              <p:cNvSpPr/>
              <p:nvPr/>
            </p:nvSpPr>
            <p:spPr>
              <a:xfrm>
                <a:off x="6172229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89" name="pg688">
                <a:extLst>
                  <a:ext uri="{FF2B5EF4-FFF2-40B4-BE49-F238E27FC236}">
                    <a16:creationId xmlns:a16="http://schemas.microsoft.com/office/drawing/2014/main" id="{9ABADC13-7A71-B3F8-5164-432851FCFF8D}"/>
                  </a:ext>
                </a:extLst>
              </p:cNvPr>
              <p:cNvSpPr/>
              <p:nvPr/>
            </p:nvSpPr>
            <p:spPr>
              <a:xfrm>
                <a:off x="6183866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90" name="pg689">
                <a:extLst>
                  <a:ext uri="{FF2B5EF4-FFF2-40B4-BE49-F238E27FC236}">
                    <a16:creationId xmlns:a16="http://schemas.microsoft.com/office/drawing/2014/main" id="{633F80A5-15C2-48E3-C2A5-477F89AA1D36}"/>
                  </a:ext>
                </a:extLst>
              </p:cNvPr>
              <p:cNvSpPr/>
              <p:nvPr/>
            </p:nvSpPr>
            <p:spPr>
              <a:xfrm>
                <a:off x="6195504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91" name="pg690">
                <a:extLst>
                  <a:ext uri="{FF2B5EF4-FFF2-40B4-BE49-F238E27FC236}">
                    <a16:creationId xmlns:a16="http://schemas.microsoft.com/office/drawing/2014/main" id="{12CA4201-D1D0-704B-4215-6F8595E506DC}"/>
                  </a:ext>
                </a:extLst>
              </p:cNvPr>
              <p:cNvSpPr/>
              <p:nvPr/>
            </p:nvSpPr>
            <p:spPr>
              <a:xfrm>
                <a:off x="6207141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92" name="pg691">
                <a:extLst>
                  <a:ext uri="{FF2B5EF4-FFF2-40B4-BE49-F238E27FC236}">
                    <a16:creationId xmlns:a16="http://schemas.microsoft.com/office/drawing/2014/main" id="{0238C448-668A-8114-D790-D4B28BD2EE20}"/>
                  </a:ext>
                </a:extLst>
              </p:cNvPr>
              <p:cNvSpPr/>
              <p:nvPr/>
            </p:nvSpPr>
            <p:spPr>
              <a:xfrm>
                <a:off x="6218778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93" name="pg692">
                <a:extLst>
                  <a:ext uri="{FF2B5EF4-FFF2-40B4-BE49-F238E27FC236}">
                    <a16:creationId xmlns:a16="http://schemas.microsoft.com/office/drawing/2014/main" id="{C2F70634-3AF0-DAE3-0F26-30F1C9935333}"/>
                  </a:ext>
                </a:extLst>
              </p:cNvPr>
              <p:cNvSpPr/>
              <p:nvPr/>
            </p:nvSpPr>
            <p:spPr>
              <a:xfrm>
                <a:off x="6230416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94" name="pg693">
                <a:extLst>
                  <a:ext uri="{FF2B5EF4-FFF2-40B4-BE49-F238E27FC236}">
                    <a16:creationId xmlns:a16="http://schemas.microsoft.com/office/drawing/2014/main" id="{4E285B8E-C1CD-AD39-88DC-87E8A2334DE7}"/>
                  </a:ext>
                </a:extLst>
              </p:cNvPr>
              <p:cNvSpPr/>
              <p:nvPr/>
            </p:nvSpPr>
            <p:spPr>
              <a:xfrm>
                <a:off x="6242053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95" name="pg694">
                <a:extLst>
                  <a:ext uri="{FF2B5EF4-FFF2-40B4-BE49-F238E27FC236}">
                    <a16:creationId xmlns:a16="http://schemas.microsoft.com/office/drawing/2014/main" id="{7B636D96-671C-F229-7D8A-8C546ED2F8B9}"/>
                  </a:ext>
                </a:extLst>
              </p:cNvPr>
              <p:cNvSpPr/>
              <p:nvPr/>
            </p:nvSpPr>
            <p:spPr>
              <a:xfrm>
                <a:off x="6253690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96" name="pg695">
                <a:extLst>
                  <a:ext uri="{FF2B5EF4-FFF2-40B4-BE49-F238E27FC236}">
                    <a16:creationId xmlns:a16="http://schemas.microsoft.com/office/drawing/2014/main" id="{88F6F5AA-ADA4-6536-C186-6359F81D59FA}"/>
                  </a:ext>
                </a:extLst>
              </p:cNvPr>
              <p:cNvSpPr/>
              <p:nvPr/>
            </p:nvSpPr>
            <p:spPr>
              <a:xfrm>
                <a:off x="6265328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97" name="pg696">
                <a:extLst>
                  <a:ext uri="{FF2B5EF4-FFF2-40B4-BE49-F238E27FC236}">
                    <a16:creationId xmlns:a16="http://schemas.microsoft.com/office/drawing/2014/main" id="{9E90C54A-A1A3-479D-035C-7E6B6EB47BE9}"/>
                  </a:ext>
                </a:extLst>
              </p:cNvPr>
              <p:cNvSpPr/>
              <p:nvPr/>
            </p:nvSpPr>
            <p:spPr>
              <a:xfrm>
                <a:off x="6276965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98" name="pg697">
                <a:extLst>
                  <a:ext uri="{FF2B5EF4-FFF2-40B4-BE49-F238E27FC236}">
                    <a16:creationId xmlns:a16="http://schemas.microsoft.com/office/drawing/2014/main" id="{DE113C19-2417-66C7-13C8-D90A720CBAE2}"/>
                  </a:ext>
                </a:extLst>
              </p:cNvPr>
              <p:cNvSpPr/>
              <p:nvPr/>
            </p:nvSpPr>
            <p:spPr>
              <a:xfrm>
                <a:off x="6288602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99" name="pg698">
                <a:extLst>
                  <a:ext uri="{FF2B5EF4-FFF2-40B4-BE49-F238E27FC236}">
                    <a16:creationId xmlns:a16="http://schemas.microsoft.com/office/drawing/2014/main" id="{2AC567EA-86B2-3F0F-67A8-3D8EB1BB0841}"/>
                  </a:ext>
                </a:extLst>
              </p:cNvPr>
              <p:cNvSpPr/>
              <p:nvPr/>
            </p:nvSpPr>
            <p:spPr>
              <a:xfrm>
                <a:off x="6300240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00" name="pg699">
                <a:extLst>
                  <a:ext uri="{FF2B5EF4-FFF2-40B4-BE49-F238E27FC236}">
                    <a16:creationId xmlns:a16="http://schemas.microsoft.com/office/drawing/2014/main" id="{A6700562-1B1F-C48E-B5BB-F1AEE6F1D5C6}"/>
                  </a:ext>
                </a:extLst>
              </p:cNvPr>
              <p:cNvSpPr/>
              <p:nvPr/>
            </p:nvSpPr>
            <p:spPr>
              <a:xfrm>
                <a:off x="6311877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01" name="pg700">
                <a:extLst>
                  <a:ext uri="{FF2B5EF4-FFF2-40B4-BE49-F238E27FC236}">
                    <a16:creationId xmlns:a16="http://schemas.microsoft.com/office/drawing/2014/main" id="{BF92CA16-836E-62DC-2659-C15661A592F7}"/>
                  </a:ext>
                </a:extLst>
              </p:cNvPr>
              <p:cNvSpPr/>
              <p:nvPr/>
            </p:nvSpPr>
            <p:spPr>
              <a:xfrm>
                <a:off x="6323514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02" name="pg701">
                <a:extLst>
                  <a:ext uri="{FF2B5EF4-FFF2-40B4-BE49-F238E27FC236}">
                    <a16:creationId xmlns:a16="http://schemas.microsoft.com/office/drawing/2014/main" id="{F429927F-F8CD-B03B-8A69-4EA6AAA3BB1E}"/>
                  </a:ext>
                </a:extLst>
              </p:cNvPr>
              <p:cNvSpPr/>
              <p:nvPr/>
            </p:nvSpPr>
            <p:spPr>
              <a:xfrm>
                <a:off x="6335152" y="29652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03" name="pg702">
                <a:extLst>
                  <a:ext uri="{FF2B5EF4-FFF2-40B4-BE49-F238E27FC236}">
                    <a16:creationId xmlns:a16="http://schemas.microsoft.com/office/drawing/2014/main" id="{CA9077BB-0929-BD56-5AC2-0FE81984554E}"/>
                  </a:ext>
                </a:extLst>
              </p:cNvPr>
              <p:cNvSpPr/>
              <p:nvPr/>
            </p:nvSpPr>
            <p:spPr>
              <a:xfrm>
                <a:off x="5718373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04" name="pg703">
                <a:extLst>
                  <a:ext uri="{FF2B5EF4-FFF2-40B4-BE49-F238E27FC236}">
                    <a16:creationId xmlns:a16="http://schemas.microsoft.com/office/drawing/2014/main" id="{1D625F00-6073-FA66-A519-EA56E6333ACD}"/>
                  </a:ext>
                </a:extLst>
              </p:cNvPr>
              <p:cNvSpPr/>
              <p:nvPr/>
            </p:nvSpPr>
            <p:spPr>
              <a:xfrm>
                <a:off x="5730010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05" name="pg704">
                <a:extLst>
                  <a:ext uri="{FF2B5EF4-FFF2-40B4-BE49-F238E27FC236}">
                    <a16:creationId xmlns:a16="http://schemas.microsoft.com/office/drawing/2014/main" id="{27697763-B43E-436A-1A83-6B8A3B328138}"/>
                  </a:ext>
                </a:extLst>
              </p:cNvPr>
              <p:cNvSpPr/>
              <p:nvPr/>
            </p:nvSpPr>
            <p:spPr>
              <a:xfrm>
                <a:off x="5741648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89F">
                  <a:alpha val="100000"/>
                </a:srgbClr>
              </a:solidFill>
              <a:ln w="5420" cap="flat">
                <a:solidFill>
                  <a:srgbClr val="3A68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06" name="pg705">
                <a:extLst>
                  <a:ext uri="{FF2B5EF4-FFF2-40B4-BE49-F238E27FC236}">
                    <a16:creationId xmlns:a16="http://schemas.microsoft.com/office/drawing/2014/main" id="{5761FF07-02E8-70FC-43B9-F9DF3A85BB2B}"/>
                  </a:ext>
                </a:extLst>
              </p:cNvPr>
              <p:cNvSpPr/>
              <p:nvPr/>
            </p:nvSpPr>
            <p:spPr>
              <a:xfrm>
                <a:off x="5753285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07" name="pg706">
                <a:extLst>
                  <a:ext uri="{FF2B5EF4-FFF2-40B4-BE49-F238E27FC236}">
                    <a16:creationId xmlns:a16="http://schemas.microsoft.com/office/drawing/2014/main" id="{3BFD032C-CCED-74BB-AFA8-81E09FACA671}"/>
                  </a:ext>
                </a:extLst>
              </p:cNvPr>
              <p:cNvSpPr/>
              <p:nvPr/>
            </p:nvSpPr>
            <p:spPr>
              <a:xfrm>
                <a:off x="5764922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08" name="pg707">
                <a:extLst>
                  <a:ext uri="{FF2B5EF4-FFF2-40B4-BE49-F238E27FC236}">
                    <a16:creationId xmlns:a16="http://schemas.microsoft.com/office/drawing/2014/main" id="{F78C55BA-E7E3-E12A-E0A6-8F80922E757E}"/>
                  </a:ext>
                </a:extLst>
              </p:cNvPr>
              <p:cNvSpPr/>
              <p:nvPr/>
            </p:nvSpPr>
            <p:spPr>
              <a:xfrm>
                <a:off x="5776560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09" name="pg708">
                <a:extLst>
                  <a:ext uri="{FF2B5EF4-FFF2-40B4-BE49-F238E27FC236}">
                    <a16:creationId xmlns:a16="http://schemas.microsoft.com/office/drawing/2014/main" id="{0BF03C9D-D3BC-1B58-B2EF-1CAAAB547779}"/>
                  </a:ext>
                </a:extLst>
              </p:cNvPr>
              <p:cNvSpPr/>
              <p:nvPr/>
            </p:nvSpPr>
            <p:spPr>
              <a:xfrm>
                <a:off x="5788197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10" name="pg709">
                <a:extLst>
                  <a:ext uri="{FF2B5EF4-FFF2-40B4-BE49-F238E27FC236}">
                    <a16:creationId xmlns:a16="http://schemas.microsoft.com/office/drawing/2014/main" id="{9BDBC738-2F50-8028-A75E-B7FC7EDB3230}"/>
                  </a:ext>
                </a:extLst>
              </p:cNvPr>
              <p:cNvSpPr/>
              <p:nvPr/>
            </p:nvSpPr>
            <p:spPr>
              <a:xfrm>
                <a:off x="5799834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11" name="pg710">
                <a:extLst>
                  <a:ext uri="{FF2B5EF4-FFF2-40B4-BE49-F238E27FC236}">
                    <a16:creationId xmlns:a16="http://schemas.microsoft.com/office/drawing/2014/main" id="{F5EA654E-3D76-8A9E-4AEE-934CE1FA43B3}"/>
                  </a:ext>
                </a:extLst>
              </p:cNvPr>
              <p:cNvSpPr/>
              <p:nvPr/>
            </p:nvSpPr>
            <p:spPr>
              <a:xfrm>
                <a:off x="5811472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894">
                  <a:alpha val="100000"/>
                </a:srgbClr>
              </a:solidFill>
              <a:ln w="5420" cap="flat">
                <a:solidFill>
                  <a:srgbClr val="3A58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12" name="pg711">
                <a:extLst>
                  <a:ext uri="{FF2B5EF4-FFF2-40B4-BE49-F238E27FC236}">
                    <a16:creationId xmlns:a16="http://schemas.microsoft.com/office/drawing/2014/main" id="{DAB23697-A507-DAF1-BDBA-D48729776B9A}"/>
                  </a:ext>
                </a:extLst>
              </p:cNvPr>
              <p:cNvSpPr/>
              <p:nvPr/>
            </p:nvSpPr>
            <p:spPr>
              <a:xfrm>
                <a:off x="6183866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13" name="pg712">
                <a:extLst>
                  <a:ext uri="{FF2B5EF4-FFF2-40B4-BE49-F238E27FC236}">
                    <a16:creationId xmlns:a16="http://schemas.microsoft.com/office/drawing/2014/main" id="{5DB98DD8-7344-38B9-D07E-62EEB1FEE05A}"/>
                  </a:ext>
                </a:extLst>
              </p:cNvPr>
              <p:cNvSpPr/>
              <p:nvPr/>
            </p:nvSpPr>
            <p:spPr>
              <a:xfrm>
                <a:off x="6195504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14" name="pg713">
                <a:extLst>
                  <a:ext uri="{FF2B5EF4-FFF2-40B4-BE49-F238E27FC236}">
                    <a16:creationId xmlns:a16="http://schemas.microsoft.com/office/drawing/2014/main" id="{08D888FD-361D-F5BD-E903-9CD393B9BB6A}"/>
                  </a:ext>
                </a:extLst>
              </p:cNvPr>
              <p:cNvSpPr/>
              <p:nvPr/>
            </p:nvSpPr>
            <p:spPr>
              <a:xfrm>
                <a:off x="6207141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15" name="pg714">
                <a:extLst>
                  <a:ext uri="{FF2B5EF4-FFF2-40B4-BE49-F238E27FC236}">
                    <a16:creationId xmlns:a16="http://schemas.microsoft.com/office/drawing/2014/main" id="{35F5A758-7593-9CAA-240D-F0AA968094AF}"/>
                  </a:ext>
                </a:extLst>
              </p:cNvPr>
              <p:cNvSpPr/>
              <p:nvPr/>
            </p:nvSpPr>
            <p:spPr>
              <a:xfrm>
                <a:off x="6218778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16" name="pg715">
                <a:extLst>
                  <a:ext uri="{FF2B5EF4-FFF2-40B4-BE49-F238E27FC236}">
                    <a16:creationId xmlns:a16="http://schemas.microsoft.com/office/drawing/2014/main" id="{701A5FBC-1D30-8250-9F94-6B439DE8627E}"/>
                  </a:ext>
                </a:extLst>
              </p:cNvPr>
              <p:cNvSpPr/>
              <p:nvPr/>
            </p:nvSpPr>
            <p:spPr>
              <a:xfrm>
                <a:off x="6230416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17" name="pg716">
                <a:extLst>
                  <a:ext uri="{FF2B5EF4-FFF2-40B4-BE49-F238E27FC236}">
                    <a16:creationId xmlns:a16="http://schemas.microsoft.com/office/drawing/2014/main" id="{3C2B5E4F-9A55-5418-3D1C-D70A672A20B3}"/>
                  </a:ext>
                </a:extLst>
              </p:cNvPr>
              <p:cNvSpPr/>
              <p:nvPr/>
            </p:nvSpPr>
            <p:spPr>
              <a:xfrm>
                <a:off x="6242053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18" name="pg717">
                <a:extLst>
                  <a:ext uri="{FF2B5EF4-FFF2-40B4-BE49-F238E27FC236}">
                    <a16:creationId xmlns:a16="http://schemas.microsoft.com/office/drawing/2014/main" id="{13044B66-CC16-1E18-CD29-1F5CC1B77B73}"/>
                  </a:ext>
                </a:extLst>
              </p:cNvPr>
              <p:cNvSpPr/>
              <p:nvPr/>
            </p:nvSpPr>
            <p:spPr>
              <a:xfrm>
                <a:off x="6253690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19" name="pg718">
                <a:extLst>
                  <a:ext uri="{FF2B5EF4-FFF2-40B4-BE49-F238E27FC236}">
                    <a16:creationId xmlns:a16="http://schemas.microsoft.com/office/drawing/2014/main" id="{F34A781C-517E-EF29-3A69-DA28267B8FFF}"/>
                  </a:ext>
                </a:extLst>
              </p:cNvPr>
              <p:cNvSpPr/>
              <p:nvPr/>
            </p:nvSpPr>
            <p:spPr>
              <a:xfrm>
                <a:off x="6265328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20" name="pg719">
                <a:extLst>
                  <a:ext uri="{FF2B5EF4-FFF2-40B4-BE49-F238E27FC236}">
                    <a16:creationId xmlns:a16="http://schemas.microsoft.com/office/drawing/2014/main" id="{A18EBB11-100A-7F31-C4C7-14B1CEEEFA25}"/>
                  </a:ext>
                </a:extLst>
              </p:cNvPr>
              <p:cNvSpPr/>
              <p:nvPr/>
            </p:nvSpPr>
            <p:spPr>
              <a:xfrm>
                <a:off x="6276965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21" name="pg720">
                <a:extLst>
                  <a:ext uri="{FF2B5EF4-FFF2-40B4-BE49-F238E27FC236}">
                    <a16:creationId xmlns:a16="http://schemas.microsoft.com/office/drawing/2014/main" id="{7F03A4A8-D76B-1AC0-1EAC-C931838804A7}"/>
                  </a:ext>
                </a:extLst>
              </p:cNvPr>
              <p:cNvSpPr/>
              <p:nvPr/>
            </p:nvSpPr>
            <p:spPr>
              <a:xfrm>
                <a:off x="6288602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22" name="pg721">
                <a:extLst>
                  <a:ext uri="{FF2B5EF4-FFF2-40B4-BE49-F238E27FC236}">
                    <a16:creationId xmlns:a16="http://schemas.microsoft.com/office/drawing/2014/main" id="{DBE5D2D7-78AA-939E-7FDF-1F0A03462169}"/>
                  </a:ext>
                </a:extLst>
              </p:cNvPr>
              <p:cNvSpPr/>
              <p:nvPr/>
            </p:nvSpPr>
            <p:spPr>
              <a:xfrm>
                <a:off x="6300240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23" name="pg722">
                <a:extLst>
                  <a:ext uri="{FF2B5EF4-FFF2-40B4-BE49-F238E27FC236}">
                    <a16:creationId xmlns:a16="http://schemas.microsoft.com/office/drawing/2014/main" id="{2CECD8DE-0C62-0E20-DC77-FC2393CF6280}"/>
                  </a:ext>
                </a:extLst>
              </p:cNvPr>
              <p:cNvSpPr/>
              <p:nvPr/>
            </p:nvSpPr>
            <p:spPr>
              <a:xfrm>
                <a:off x="6311877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24" name="pg723">
                <a:extLst>
                  <a:ext uri="{FF2B5EF4-FFF2-40B4-BE49-F238E27FC236}">
                    <a16:creationId xmlns:a16="http://schemas.microsoft.com/office/drawing/2014/main" id="{1C08FEA0-4458-2AA8-D0A5-FAF4F3DE1FB0}"/>
                  </a:ext>
                </a:extLst>
              </p:cNvPr>
              <p:cNvSpPr/>
              <p:nvPr/>
            </p:nvSpPr>
            <p:spPr>
              <a:xfrm>
                <a:off x="6323514" y="29795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25" name="pg724">
                <a:extLst>
                  <a:ext uri="{FF2B5EF4-FFF2-40B4-BE49-F238E27FC236}">
                    <a16:creationId xmlns:a16="http://schemas.microsoft.com/office/drawing/2014/main" id="{07FAE0EB-6064-8BA1-3064-5818AC65063E}"/>
                  </a:ext>
                </a:extLst>
              </p:cNvPr>
              <p:cNvSpPr/>
              <p:nvPr/>
            </p:nvSpPr>
            <p:spPr>
              <a:xfrm>
                <a:off x="5706736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26" name="pg725">
                <a:extLst>
                  <a:ext uri="{FF2B5EF4-FFF2-40B4-BE49-F238E27FC236}">
                    <a16:creationId xmlns:a16="http://schemas.microsoft.com/office/drawing/2014/main" id="{CC044B1E-7560-8D11-1571-BC6E073BF945}"/>
                  </a:ext>
                </a:extLst>
              </p:cNvPr>
              <p:cNvSpPr/>
              <p:nvPr/>
            </p:nvSpPr>
            <p:spPr>
              <a:xfrm>
                <a:off x="5718373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27" name="pg726">
                <a:extLst>
                  <a:ext uri="{FF2B5EF4-FFF2-40B4-BE49-F238E27FC236}">
                    <a16:creationId xmlns:a16="http://schemas.microsoft.com/office/drawing/2014/main" id="{8C900853-2E4E-F720-F774-AAC137D0A3D1}"/>
                  </a:ext>
                </a:extLst>
              </p:cNvPr>
              <p:cNvSpPr/>
              <p:nvPr/>
            </p:nvSpPr>
            <p:spPr>
              <a:xfrm>
                <a:off x="5730010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28" name="pg727">
                <a:extLst>
                  <a:ext uri="{FF2B5EF4-FFF2-40B4-BE49-F238E27FC236}">
                    <a16:creationId xmlns:a16="http://schemas.microsoft.com/office/drawing/2014/main" id="{13DE32C5-E48D-21AA-BD4C-00A4389F844C}"/>
                  </a:ext>
                </a:extLst>
              </p:cNvPr>
              <p:cNvSpPr/>
              <p:nvPr/>
            </p:nvSpPr>
            <p:spPr>
              <a:xfrm>
                <a:off x="5741648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29" name="pg728">
                <a:extLst>
                  <a:ext uri="{FF2B5EF4-FFF2-40B4-BE49-F238E27FC236}">
                    <a16:creationId xmlns:a16="http://schemas.microsoft.com/office/drawing/2014/main" id="{7034E3C4-4579-CDB1-8497-0D6BFC0932C5}"/>
                  </a:ext>
                </a:extLst>
              </p:cNvPr>
              <p:cNvSpPr/>
              <p:nvPr/>
            </p:nvSpPr>
            <p:spPr>
              <a:xfrm>
                <a:off x="5753285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30" name="pg729">
                <a:extLst>
                  <a:ext uri="{FF2B5EF4-FFF2-40B4-BE49-F238E27FC236}">
                    <a16:creationId xmlns:a16="http://schemas.microsoft.com/office/drawing/2014/main" id="{F5EE968E-AAD5-EF4A-1017-18DD887CD498}"/>
                  </a:ext>
                </a:extLst>
              </p:cNvPr>
              <p:cNvSpPr/>
              <p:nvPr/>
            </p:nvSpPr>
            <p:spPr>
              <a:xfrm>
                <a:off x="5764922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31" name="pg730">
                <a:extLst>
                  <a:ext uri="{FF2B5EF4-FFF2-40B4-BE49-F238E27FC236}">
                    <a16:creationId xmlns:a16="http://schemas.microsoft.com/office/drawing/2014/main" id="{DA15D462-8E57-BF1D-B234-2FB79EBE61A5}"/>
                  </a:ext>
                </a:extLst>
              </p:cNvPr>
              <p:cNvSpPr/>
              <p:nvPr/>
            </p:nvSpPr>
            <p:spPr>
              <a:xfrm>
                <a:off x="5776560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32" name="pg731">
                <a:extLst>
                  <a:ext uri="{FF2B5EF4-FFF2-40B4-BE49-F238E27FC236}">
                    <a16:creationId xmlns:a16="http://schemas.microsoft.com/office/drawing/2014/main" id="{4F9DADE4-FCD3-E36F-D65F-0CD2AF3FBE97}"/>
                  </a:ext>
                </a:extLst>
              </p:cNvPr>
              <p:cNvSpPr/>
              <p:nvPr/>
            </p:nvSpPr>
            <p:spPr>
              <a:xfrm>
                <a:off x="6195504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33" name="pg732">
                <a:extLst>
                  <a:ext uri="{FF2B5EF4-FFF2-40B4-BE49-F238E27FC236}">
                    <a16:creationId xmlns:a16="http://schemas.microsoft.com/office/drawing/2014/main" id="{F608FCF0-EE8D-EC5D-153C-008F2E90B794}"/>
                  </a:ext>
                </a:extLst>
              </p:cNvPr>
              <p:cNvSpPr/>
              <p:nvPr/>
            </p:nvSpPr>
            <p:spPr>
              <a:xfrm>
                <a:off x="6207141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34" name="pg733">
                <a:extLst>
                  <a:ext uri="{FF2B5EF4-FFF2-40B4-BE49-F238E27FC236}">
                    <a16:creationId xmlns:a16="http://schemas.microsoft.com/office/drawing/2014/main" id="{0496F418-E970-93D9-4631-02838FDEADEB}"/>
                  </a:ext>
                </a:extLst>
              </p:cNvPr>
              <p:cNvSpPr/>
              <p:nvPr/>
            </p:nvSpPr>
            <p:spPr>
              <a:xfrm>
                <a:off x="6218778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35" name="pg734">
                <a:extLst>
                  <a:ext uri="{FF2B5EF4-FFF2-40B4-BE49-F238E27FC236}">
                    <a16:creationId xmlns:a16="http://schemas.microsoft.com/office/drawing/2014/main" id="{17A72FE1-6631-0DDD-54B8-C110D921C5E6}"/>
                  </a:ext>
                </a:extLst>
              </p:cNvPr>
              <p:cNvSpPr/>
              <p:nvPr/>
            </p:nvSpPr>
            <p:spPr>
              <a:xfrm>
                <a:off x="6230416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36" name="pg735">
                <a:extLst>
                  <a:ext uri="{FF2B5EF4-FFF2-40B4-BE49-F238E27FC236}">
                    <a16:creationId xmlns:a16="http://schemas.microsoft.com/office/drawing/2014/main" id="{FC9F6997-E9AB-3E53-F669-6A90B9289C7D}"/>
                  </a:ext>
                </a:extLst>
              </p:cNvPr>
              <p:cNvSpPr/>
              <p:nvPr/>
            </p:nvSpPr>
            <p:spPr>
              <a:xfrm>
                <a:off x="6242053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37" name="pg736">
                <a:extLst>
                  <a:ext uri="{FF2B5EF4-FFF2-40B4-BE49-F238E27FC236}">
                    <a16:creationId xmlns:a16="http://schemas.microsoft.com/office/drawing/2014/main" id="{CBD40A9A-E1A2-E7F2-4B13-050AB66D57D1}"/>
                  </a:ext>
                </a:extLst>
              </p:cNvPr>
              <p:cNvSpPr/>
              <p:nvPr/>
            </p:nvSpPr>
            <p:spPr>
              <a:xfrm>
                <a:off x="6253690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38" name="pg737">
                <a:extLst>
                  <a:ext uri="{FF2B5EF4-FFF2-40B4-BE49-F238E27FC236}">
                    <a16:creationId xmlns:a16="http://schemas.microsoft.com/office/drawing/2014/main" id="{F8C901F5-DA1F-6DF0-05FD-41310BCBE829}"/>
                  </a:ext>
                </a:extLst>
              </p:cNvPr>
              <p:cNvSpPr/>
              <p:nvPr/>
            </p:nvSpPr>
            <p:spPr>
              <a:xfrm>
                <a:off x="6265328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39" name="pg738">
                <a:extLst>
                  <a:ext uri="{FF2B5EF4-FFF2-40B4-BE49-F238E27FC236}">
                    <a16:creationId xmlns:a16="http://schemas.microsoft.com/office/drawing/2014/main" id="{CC605092-7B16-8672-137E-8648BCF0C45C}"/>
                  </a:ext>
                </a:extLst>
              </p:cNvPr>
              <p:cNvSpPr/>
              <p:nvPr/>
            </p:nvSpPr>
            <p:spPr>
              <a:xfrm>
                <a:off x="6276965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40" name="pg739">
                <a:extLst>
                  <a:ext uri="{FF2B5EF4-FFF2-40B4-BE49-F238E27FC236}">
                    <a16:creationId xmlns:a16="http://schemas.microsoft.com/office/drawing/2014/main" id="{DBCABE93-F2DB-0312-15BB-815A7E93E1DC}"/>
                  </a:ext>
                </a:extLst>
              </p:cNvPr>
              <p:cNvSpPr/>
              <p:nvPr/>
            </p:nvSpPr>
            <p:spPr>
              <a:xfrm>
                <a:off x="6288602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41" name="pg740">
                <a:extLst>
                  <a:ext uri="{FF2B5EF4-FFF2-40B4-BE49-F238E27FC236}">
                    <a16:creationId xmlns:a16="http://schemas.microsoft.com/office/drawing/2014/main" id="{8491A18C-4DE8-B252-9886-E70F0035577C}"/>
                  </a:ext>
                </a:extLst>
              </p:cNvPr>
              <p:cNvSpPr/>
              <p:nvPr/>
            </p:nvSpPr>
            <p:spPr>
              <a:xfrm>
                <a:off x="6300240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42" name="pg741">
                <a:extLst>
                  <a:ext uri="{FF2B5EF4-FFF2-40B4-BE49-F238E27FC236}">
                    <a16:creationId xmlns:a16="http://schemas.microsoft.com/office/drawing/2014/main" id="{352B1FD8-4F49-D5FF-0B01-396FD2AEA4D2}"/>
                  </a:ext>
                </a:extLst>
              </p:cNvPr>
              <p:cNvSpPr/>
              <p:nvPr/>
            </p:nvSpPr>
            <p:spPr>
              <a:xfrm>
                <a:off x="6311877" y="29938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43" name="pg742">
                <a:extLst>
                  <a:ext uri="{FF2B5EF4-FFF2-40B4-BE49-F238E27FC236}">
                    <a16:creationId xmlns:a16="http://schemas.microsoft.com/office/drawing/2014/main" id="{373D5D4B-F71C-8270-1156-0ACB01E18B99}"/>
                  </a:ext>
                </a:extLst>
              </p:cNvPr>
              <p:cNvSpPr/>
              <p:nvPr/>
            </p:nvSpPr>
            <p:spPr>
              <a:xfrm>
                <a:off x="5706736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44" name="pg743">
                <a:extLst>
                  <a:ext uri="{FF2B5EF4-FFF2-40B4-BE49-F238E27FC236}">
                    <a16:creationId xmlns:a16="http://schemas.microsoft.com/office/drawing/2014/main" id="{6DCBFA91-5A35-5A9B-87B9-C67FAA4AAC5E}"/>
                  </a:ext>
                </a:extLst>
              </p:cNvPr>
              <p:cNvSpPr/>
              <p:nvPr/>
            </p:nvSpPr>
            <p:spPr>
              <a:xfrm>
                <a:off x="5718373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45" name="pg744">
                <a:extLst>
                  <a:ext uri="{FF2B5EF4-FFF2-40B4-BE49-F238E27FC236}">
                    <a16:creationId xmlns:a16="http://schemas.microsoft.com/office/drawing/2014/main" id="{4881E1D2-3183-D89E-1B7B-19DF2E3DD674}"/>
                  </a:ext>
                </a:extLst>
              </p:cNvPr>
              <p:cNvSpPr/>
              <p:nvPr/>
            </p:nvSpPr>
            <p:spPr>
              <a:xfrm>
                <a:off x="5730010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46" name="pg745">
                <a:extLst>
                  <a:ext uri="{FF2B5EF4-FFF2-40B4-BE49-F238E27FC236}">
                    <a16:creationId xmlns:a16="http://schemas.microsoft.com/office/drawing/2014/main" id="{765D6CD3-A755-EE02-5A8D-E8313217175C}"/>
                  </a:ext>
                </a:extLst>
              </p:cNvPr>
              <p:cNvSpPr/>
              <p:nvPr/>
            </p:nvSpPr>
            <p:spPr>
              <a:xfrm>
                <a:off x="5741648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47" name="pg746">
                <a:extLst>
                  <a:ext uri="{FF2B5EF4-FFF2-40B4-BE49-F238E27FC236}">
                    <a16:creationId xmlns:a16="http://schemas.microsoft.com/office/drawing/2014/main" id="{706792F9-0788-4F80-B9E1-BFE0EB9C647B}"/>
                  </a:ext>
                </a:extLst>
              </p:cNvPr>
              <p:cNvSpPr/>
              <p:nvPr/>
            </p:nvSpPr>
            <p:spPr>
              <a:xfrm>
                <a:off x="5753285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48" name="pg747">
                <a:extLst>
                  <a:ext uri="{FF2B5EF4-FFF2-40B4-BE49-F238E27FC236}">
                    <a16:creationId xmlns:a16="http://schemas.microsoft.com/office/drawing/2014/main" id="{7853C650-D64B-9FAC-3049-0E7CCF928B45}"/>
                  </a:ext>
                </a:extLst>
              </p:cNvPr>
              <p:cNvSpPr/>
              <p:nvPr/>
            </p:nvSpPr>
            <p:spPr>
              <a:xfrm>
                <a:off x="5764922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49" name="pg748">
                <a:extLst>
                  <a:ext uri="{FF2B5EF4-FFF2-40B4-BE49-F238E27FC236}">
                    <a16:creationId xmlns:a16="http://schemas.microsoft.com/office/drawing/2014/main" id="{D032D243-3354-7DE0-07DA-87A64B81AC9F}"/>
                  </a:ext>
                </a:extLst>
              </p:cNvPr>
              <p:cNvSpPr/>
              <p:nvPr/>
            </p:nvSpPr>
            <p:spPr>
              <a:xfrm>
                <a:off x="6218778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50" name="pg749">
                <a:extLst>
                  <a:ext uri="{FF2B5EF4-FFF2-40B4-BE49-F238E27FC236}">
                    <a16:creationId xmlns:a16="http://schemas.microsoft.com/office/drawing/2014/main" id="{078E1256-1FE9-7BA1-596C-66888704270B}"/>
                  </a:ext>
                </a:extLst>
              </p:cNvPr>
              <p:cNvSpPr/>
              <p:nvPr/>
            </p:nvSpPr>
            <p:spPr>
              <a:xfrm>
                <a:off x="6230416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51" name="pg750">
                <a:extLst>
                  <a:ext uri="{FF2B5EF4-FFF2-40B4-BE49-F238E27FC236}">
                    <a16:creationId xmlns:a16="http://schemas.microsoft.com/office/drawing/2014/main" id="{059475D6-B751-5A95-8845-E12D040B313D}"/>
                  </a:ext>
                </a:extLst>
              </p:cNvPr>
              <p:cNvSpPr/>
              <p:nvPr/>
            </p:nvSpPr>
            <p:spPr>
              <a:xfrm>
                <a:off x="6242053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52" name="pg751">
                <a:extLst>
                  <a:ext uri="{FF2B5EF4-FFF2-40B4-BE49-F238E27FC236}">
                    <a16:creationId xmlns:a16="http://schemas.microsoft.com/office/drawing/2014/main" id="{0438E7BE-6104-804F-AF4C-DAEA241649DC}"/>
                  </a:ext>
                </a:extLst>
              </p:cNvPr>
              <p:cNvSpPr/>
              <p:nvPr/>
            </p:nvSpPr>
            <p:spPr>
              <a:xfrm>
                <a:off x="6253690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53" name="pg752">
                <a:extLst>
                  <a:ext uri="{FF2B5EF4-FFF2-40B4-BE49-F238E27FC236}">
                    <a16:creationId xmlns:a16="http://schemas.microsoft.com/office/drawing/2014/main" id="{BABFE341-C61F-6721-4B1A-4A177B9FC692}"/>
                  </a:ext>
                </a:extLst>
              </p:cNvPr>
              <p:cNvSpPr/>
              <p:nvPr/>
            </p:nvSpPr>
            <p:spPr>
              <a:xfrm>
                <a:off x="6265328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54" name="pg753">
                <a:extLst>
                  <a:ext uri="{FF2B5EF4-FFF2-40B4-BE49-F238E27FC236}">
                    <a16:creationId xmlns:a16="http://schemas.microsoft.com/office/drawing/2014/main" id="{A129E4B8-2FF2-AA32-3712-C47D78080024}"/>
                  </a:ext>
                </a:extLst>
              </p:cNvPr>
              <p:cNvSpPr/>
              <p:nvPr/>
            </p:nvSpPr>
            <p:spPr>
              <a:xfrm>
                <a:off x="6276965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55" name="pg754">
                <a:extLst>
                  <a:ext uri="{FF2B5EF4-FFF2-40B4-BE49-F238E27FC236}">
                    <a16:creationId xmlns:a16="http://schemas.microsoft.com/office/drawing/2014/main" id="{63DAAE0C-9B29-4727-0391-770AB17B09C6}"/>
                  </a:ext>
                </a:extLst>
              </p:cNvPr>
              <p:cNvSpPr/>
              <p:nvPr/>
            </p:nvSpPr>
            <p:spPr>
              <a:xfrm>
                <a:off x="6288602" y="30081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56" name="pg755">
                <a:extLst>
                  <a:ext uri="{FF2B5EF4-FFF2-40B4-BE49-F238E27FC236}">
                    <a16:creationId xmlns:a16="http://schemas.microsoft.com/office/drawing/2014/main" id="{846246E8-7C8B-94DB-4DB7-BC0CDE6D9E33}"/>
                  </a:ext>
                </a:extLst>
              </p:cNvPr>
              <p:cNvSpPr/>
              <p:nvPr/>
            </p:nvSpPr>
            <p:spPr>
              <a:xfrm>
                <a:off x="5695098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57" name="pg756">
                <a:extLst>
                  <a:ext uri="{FF2B5EF4-FFF2-40B4-BE49-F238E27FC236}">
                    <a16:creationId xmlns:a16="http://schemas.microsoft.com/office/drawing/2014/main" id="{D514F9AB-1FF7-F8D3-0C5F-8582B4B6A070}"/>
                  </a:ext>
                </a:extLst>
              </p:cNvPr>
              <p:cNvSpPr/>
              <p:nvPr/>
            </p:nvSpPr>
            <p:spPr>
              <a:xfrm>
                <a:off x="5706736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58" name="pg757">
                <a:extLst>
                  <a:ext uri="{FF2B5EF4-FFF2-40B4-BE49-F238E27FC236}">
                    <a16:creationId xmlns:a16="http://schemas.microsoft.com/office/drawing/2014/main" id="{72CE4A2C-768B-1D43-DB9D-FB4EB2ED7B9C}"/>
                  </a:ext>
                </a:extLst>
              </p:cNvPr>
              <p:cNvSpPr/>
              <p:nvPr/>
            </p:nvSpPr>
            <p:spPr>
              <a:xfrm>
                <a:off x="5718373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59" name="pg758">
                <a:extLst>
                  <a:ext uri="{FF2B5EF4-FFF2-40B4-BE49-F238E27FC236}">
                    <a16:creationId xmlns:a16="http://schemas.microsoft.com/office/drawing/2014/main" id="{445C1855-2A0C-C9D4-C208-3B450453E8AC}"/>
                  </a:ext>
                </a:extLst>
              </p:cNvPr>
              <p:cNvSpPr/>
              <p:nvPr/>
            </p:nvSpPr>
            <p:spPr>
              <a:xfrm>
                <a:off x="5730010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60" name="pg759">
                <a:extLst>
                  <a:ext uri="{FF2B5EF4-FFF2-40B4-BE49-F238E27FC236}">
                    <a16:creationId xmlns:a16="http://schemas.microsoft.com/office/drawing/2014/main" id="{F747849E-C0B8-2128-F579-BB172390803C}"/>
                  </a:ext>
                </a:extLst>
              </p:cNvPr>
              <p:cNvSpPr/>
              <p:nvPr/>
            </p:nvSpPr>
            <p:spPr>
              <a:xfrm>
                <a:off x="5741648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61" name="pg760">
                <a:extLst>
                  <a:ext uri="{FF2B5EF4-FFF2-40B4-BE49-F238E27FC236}">
                    <a16:creationId xmlns:a16="http://schemas.microsoft.com/office/drawing/2014/main" id="{E174727E-BCF3-4415-7BB4-F667EF2CABED}"/>
                  </a:ext>
                </a:extLst>
              </p:cNvPr>
              <p:cNvSpPr/>
              <p:nvPr/>
            </p:nvSpPr>
            <p:spPr>
              <a:xfrm>
                <a:off x="5753285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62" name="pg761">
                <a:extLst>
                  <a:ext uri="{FF2B5EF4-FFF2-40B4-BE49-F238E27FC236}">
                    <a16:creationId xmlns:a16="http://schemas.microsoft.com/office/drawing/2014/main" id="{C1AF205C-B008-50B6-0DF3-0AE2BE9704ED}"/>
                  </a:ext>
                </a:extLst>
              </p:cNvPr>
              <p:cNvSpPr/>
              <p:nvPr/>
            </p:nvSpPr>
            <p:spPr>
              <a:xfrm>
                <a:off x="6242053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63" name="pg762">
                <a:extLst>
                  <a:ext uri="{FF2B5EF4-FFF2-40B4-BE49-F238E27FC236}">
                    <a16:creationId xmlns:a16="http://schemas.microsoft.com/office/drawing/2014/main" id="{883C1C92-5E04-934A-2F71-D7298C40A2DD}"/>
                  </a:ext>
                </a:extLst>
              </p:cNvPr>
              <p:cNvSpPr/>
              <p:nvPr/>
            </p:nvSpPr>
            <p:spPr>
              <a:xfrm>
                <a:off x="6253690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64" name="pg763">
                <a:extLst>
                  <a:ext uri="{FF2B5EF4-FFF2-40B4-BE49-F238E27FC236}">
                    <a16:creationId xmlns:a16="http://schemas.microsoft.com/office/drawing/2014/main" id="{6E47B1F2-40C4-36B0-BAF9-50F320041320}"/>
                  </a:ext>
                </a:extLst>
              </p:cNvPr>
              <p:cNvSpPr/>
              <p:nvPr/>
            </p:nvSpPr>
            <p:spPr>
              <a:xfrm>
                <a:off x="6265328" y="30224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65" name="pg764">
                <a:extLst>
                  <a:ext uri="{FF2B5EF4-FFF2-40B4-BE49-F238E27FC236}">
                    <a16:creationId xmlns:a16="http://schemas.microsoft.com/office/drawing/2014/main" id="{B89A7140-9200-E2EE-C372-6FD6EB75AED5}"/>
                  </a:ext>
                </a:extLst>
              </p:cNvPr>
              <p:cNvSpPr/>
              <p:nvPr/>
            </p:nvSpPr>
            <p:spPr>
              <a:xfrm>
                <a:off x="5683461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66" name="pg765">
                <a:extLst>
                  <a:ext uri="{FF2B5EF4-FFF2-40B4-BE49-F238E27FC236}">
                    <a16:creationId xmlns:a16="http://schemas.microsoft.com/office/drawing/2014/main" id="{D058BD3F-29C4-AC87-6A22-432D3D1CCB73}"/>
                  </a:ext>
                </a:extLst>
              </p:cNvPr>
              <p:cNvSpPr/>
              <p:nvPr/>
            </p:nvSpPr>
            <p:spPr>
              <a:xfrm>
                <a:off x="5695098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67" name="pg766">
                <a:extLst>
                  <a:ext uri="{FF2B5EF4-FFF2-40B4-BE49-F238E27FC236}">
                    <a16:creationId xmlns:a16="http://schemas.microsoft.com/office/drawing/2014/main" id="{49C22C59-1FBB-8D4F-6FC1-7396B37BFF91}"/>
                  </a:ext>
                </a:extLst>
              </p:cNvPr>
              <p:cNvSpPr/>
              <p:nvPr/>
            </p:nvSpPr>
            <p:spPr>
              <a:xfrm>
                <a:off x="5706736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68" name="pg767">
                <a:extLst>
                  <a:ext uri="{FF2B5EF4-FFF2-40B4-BE49-F238E27FC236}">
                    <a16:creationId xmlns:a16="http://schemas.microsoft.com/office/drawing/2014/main" id="{1A027211-D38F-30E2-0708-2F6F972E3533}"/>
                  </a:ext>
                </a:extLst>
              </p:cNvPr>
              <p:cNvSpPr/>
              <p:nvPr/>
            </p:nvSpPr>
            <p:spPr>
              <a:xfrm>
                <a:off x="5718373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69" name="pg768">
                <a:extLst>
                  <a:ext uri="{FF2B5EF4-FFF2-40B4-BE49-F238E27FC236}">
                    <a16:creationId xmlns:a16="http://schemas.microsoft.com/office/drawing/2014/main" id="{199C1360-0824-1F64-9855-377DDAA38843}"/>
                  </a:ext>
                </a:extLst>
              </p:cNvPr>
              <p:cNvSpPr/>
              <p:nvPr/>
            </p:nvSpPr>
            <p:spPr>
              <a:xfrm>
                <a:off x="5730010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70" name="pg769">
                <a:extLst>
                  <a:ext uri="{FF2B5EF4-FFF2-40B4-BE49-F238E27FC236}">
                    <a16:creationId xmlns:a16="http://schemas.microsoft.com/office/drawing/2014/main" id="{62B300F5-C583-B831-F44D-6DE1302E7904}"/>
                  </a:ext>
                </a:extLst>
              </p:cNvPr>
              <p:cNvSpPr/>
              <p:nvPr/>
            </p:nvSpPr>
            <p:spPr>
              <a:xfrm>
                <a:off x="5741648" y="30367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71" name="pg770">
                <a:extLst>
                  <a:ext uri="{FF2B5EF4-FFF2-40B4-BE49-F238E27FC236}">
                    <a16:creationId xmlns:a16="http://schemas.microsoft.com/office/drawing/2014/main" id="{7F678B34-A15B-3E54-EA77-CD857419E5FC}"/>
                  </a:ext>
                </a:extLst>
              </p:cNvPr>
              <p:cNvSpPr/>
              <p:nvPr/>
            </p:nvSpPr>
            <p:spPr>
              <a:xfrm>
                <a:off x="5683461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72" name="pg771">
                <a:extLst>
                  <a:ext uri="{FF2B5EF4-FFF2-40B4-BE49-F238E27FC236}">
                    <a16:creationId xmlns:a16="http://schemas.microsoft.com/office/drawing/2014/main" id="{D7A29BBE-C090-E683-4963-A42C2D3C0E7F}"/>
                  </a:ext>
                </a:extLst>
              </p:cNvPr>
              <p:cNvSpPr/>
              <p:nvPr/>
            </p:nvSpPr>
            <p:spPr>
              <a:xfrm>
                <a:off x="5695098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73" name="pg772">
                <a:extLst>
                  <a:ext uri="{FF2B5EF4-FFF2-40B4-BE49-F238E27FC236}">
                    <a16:creationId xmlns:a16="http://schemas.microsoft.com/office/drawing/2014/main" id="{D7B14E72-9215-4A29-51B1-A9E5F4CD8435}"/>
                  </a:ext>
                </a:extLst>
              </p:cNvPr>
              <p:cNvSpPr/>
              <p:nvPr/>
            </p:nvSpPr>
            <p:spPr>
              <a:xfrm>
                <a:off x="5706736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74" name="pg773">
                <a:extLst>
                  <a:ext uri="{FF2B5EF4-FFF2-40B4-BE49-F238E27FC236}">
                    <a16:creationId xmlns:a16="http://schemas.microsoft.com/office/drawing/2014/main" id="{5A1D8F66-7338-3D09-80A5-62284EF4D373}"/>
                  </a:ext>
                </a:extLst>
              </p:cNvPr>
              <p:cNvSpPr/>
              <p:nvPr/>
            </p:nvSpPr>
            <p:spPr>
              <a:xfrm>
                <a:off x="5718373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75" name="pg774">
                <a:extLst>
                  <a:ext uri="{FF2B5EF4-FFF2-40B4-BE49-F238E27FC236}">
                    <a16:creationId xmlns:a16="http://schemas.microsoft.com/office/drawing/2014/main" id="{7165C5E6-18E3-FF6D-67D3-4CF05B2D7F32}"/>
                  </a:ext>
                </a:extLst>
              </p:cNvPr>
              <p:cNvSpPr/>
              <p:nvPr/>
            </p:nvSpPr>
            <p:spPr>
              <a:xfrm>
                <a:off x="5730010" y="30510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76" name="pg775">
                <a:extLst>
                  <a:ext uri="{FF2B5EF4-FFF2-40B4-BE49-F238E27FC236}">
                    <a16:creationId xmlns:a16="http://schemas.microsoft.com/office/drawing/2014/main" id="{63568C2E-9A05-1B71-B071-04965D732A32}"/>
                  </a:ext>
                </a:extLst>
              </p:cNvPr>
              <p:cNvSpPr/>
              <p:nvPr/>
            </p:nvSpPr>
            <p:spPr>
              <a:xfrm>
                <a:off x="5671824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77" name="pg776">
                <a:extLst>
                  <a:ext uri="{FF2B5EF4-FFF2-40B4-BE49-F238E27FC236}">
                    <a16:creationId xmlns:a16="http://schemas.microsoft.com/office/drawing/2014/main" id="{37416A36-D5AC-5102-68EE-79B9F5FB810E}"/>
                  </a:ext>
                </a:extLst>
              </p:cNvPr>
              <p:cNvSpPr/>
              <p:nvPr/>
            </p:nvSpPr>
            <p:spPr>
              <a:xfrm>
                <a:off x="5683461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78" name="pg777">
                <a:extLst>
                  <a:ext uri="{FF2B5EF4-FFF2-40B4-BE49-F238E27FC236}">
                    <a16:creationId xmlns:a16="http://schemas.microsoft.com/office/drawing/2014/main" id="{86DA1D07-A43D-130B-8674-391CF09DFBC6}"/>
                  </a:ext>
                </a:extLst>
              </p:cNvPr>
              <p:cNvSpPr/>
              <p:nvPr/>
            </p:nvSpPr>
            <p:spPr>
              <a:xfrm>
                <a:off x="5695098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79" name="pg778">
                <a:extLst>
                  <a:ext uri="{FF2B5EF4-FFF2-40B4-BE49-F238E27FC236}">
                    <a16:creationId xmlns:a16="http://schemas.microsoft.com/office/drawing/2014/main" id="{AF048113-B9E8-A81D-70AC-C48A53F1A325}"/>
                  </a:ext>
                </a:extLst>
              </p:cNvPr>
              <p:cNvSpPr/>
              <p:nvPr/>
            </p:nvSpPr>
            <p:spPr>
              <a:xfrm>
                <a:off x="5706736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80" name="pg779">
                <a:extLst>
                  <a:ext uri="{FF2B5EF4-FFF2-40B4-BE49-F238E27FC236}">
                    <a16:creationId xmlns:a16="http://schemas.microsoft.com/office/drawing/2014/main" id="{ABC1CD6F-9EFB-FBEE-321A-90DC14B23FC5}"/>
                  </a:ext>
                </a:extLst>
              </p:cNvPr>
              <p:cNvSpPr/>
              <p:nvPr/>
            </p:nvSpPr>
            <p:spPr>
              <a:xfrm>
                <a:off x="5718373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81" name="pg780">
                <a:extLst>
                  <a:ext uri="{FF2B5EF4-FFF2-40B4-BE49-F238E27FC236}">
                    <a16:creationId xmlns:a16="http://schemas.microsoft.com/office/drawing/2014/main" id="{D42EC705-2E29-106D-4618-DBA82B4DE4FB}"/>
                  </a:ext>
                </a:extLst>
              </p:cNvPr>
              <p:cNvSpPr/>
              <p:nvPr/>
            </p:nvSpPr>
            <p:spPr>
              <a:xfrm>
                <a:off x="5730010" y="30653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82" name="pg781">
                <a:extLst>
                  <a:ext uri="{FF2B5EF4-FFF2-40B4-BE49-F238E27FC236}">
                    <a16:creationId xmlns:a16="http://schemas.microsoft.com/office/drawing/2014/main" id="{0AB3042B-10E9-05C9-F027-23D4D00E1465}"/>
                  </a:ext>
                </a:extLst>
              </p:cNvPr>
              <p:cNvSpPr/>
              <p:nvPr/>
            </p:nvSpPr>
            <p:spPr>
              <a:xfrm>
                <a:off x="5671824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83" name="pg782">
                <a:extLst>
                  <a:ext uri="{FF2B5EF4-FFF2-40B4-BE49-F238E27FC236}">
                    <a16:creationId xmlns:a16="http://schemas.microsoft.com/office/drawing/2014/main" id="{4365ECCD-A008-B00D-0C89-0F59A87B0C7B}"/>
                  </a:ext>
                </a:extLst>
              </p:cNvPr>
              <p:cNvSpPr/>
              <p:nvPr/>
            </p:nvSpPr>
            <p:spPr>
              <a:xfrm>
                <a:off x="5683461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84" name="pg783">
                <a:extLst>
                  <a:ext uri="{FF2B5EF4-FFF2-40B4-BE49-F238E27FC236}">
                    <a16:creationId xmlns:a16="http://schemas.microsoft.com/office/drawing/2014/main" id="{4F49CF07-3D89-D5A9-F669-A19A470856CE}"/>
                  </a:ext>
                </a:extLst>
              </p:cNvPr>
              <p:cNvSpPr/>
              <p:nvPr/>
            </p:nvSpPr>
            <p:spPr>
              <a:xfrm>
                <a:off x="5695098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85" name="pg784">
                <a:extLst>
                  <a:ext uri="{FF2B5EF4-FFF2-40B4-BE49-F238E27FC236}">
                    <a16:creationId xmlns:a16="http://schemas.microsoft.com/office/drawing/2014/main" id="{EFCEFA49-210A-1D3D-A6F8-51DBFF135DBE}"/>
                  </a:ext>
                </a:extLst>
              </p:cNvPr>
              <p:cNvSpPr/>
              <p:nvPr/>
            </p:nvSpPr>
            <p:spPr>
              <a:xfrm>
                <a:off x="5706736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86" name="pg785">
                <a:extLst>
                  <a:ext uri="{FF2B5EF4-FFF2-40B4-BE49-F238E27FC236}">
                    <a16:creationId xmlns:a16="http://schemas.microsoft.com/office/drawing/2014/main" id="{45F16B58-AC7C-5298-677A-4B4A0011970F}"/>
                  </a:ext>
                </a:extLst>
              </p:cNvPr>
              <p:cNvSpPr/>
              <p:nvPr/>
            </p:nvSpPr>
            <p:spPr>
              <a:xfrm>
                <a:off x="5718373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87" name="pg786">
                <a:extLst>
                  <a:ext uri="{FF2B5EF4-FFF2-40B4-BE49-F238E27FC236}">
                    <a16:creationId xmlns:a16="http://schemas.microsoft.com/office/drawing/2014/main" id="{280BDF5E-BDAF-5C45-CA64-547C40230581}"/>
                  </a:ext>
                </a:extLst>
              </p:cNvPr>
              <p:cNvSpPr/>
              <p:nvPr/>
            </p:nvSpPr>
            <p:spPr>
              <a:xfrm>
                <a:off x="5730010" y="30796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88" name="pg787">
                <a:extLst>
                  <a:ext uri="{FF2B5EF4-FFF2-40B4-BE49-F238E27FC236}">
                    <a16:creationId xmlns:a16="http://schemas.microsoft.com/office/drawing/2014/main" id="{3E8CA0F7-AA07-5E5A-9EC5-0750E5BADAC9}"/>
                  </a:ext>
                </a:extLst>
              </p:cNvPr>
              <p:cNvSpPr/>
              <p:nvPr/>
            </p:nvSpPr>
            <p:spPr>
              <a:xfrm>
                <a:off x="5671824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89" name="pg788">
                <a:extLst>
                  <a:ext uri="{FF2B5EF4-FFF2-40B4-BE49-F238E27FC236}">
                    <a16:creationId xmlns:a16="http://schemas.microsoft.com/office/drawing/2014/main" id="{58D355A6-2086-C111-C8D7-43DDC71760E6}"/>
                  </a:ext>
                </a:extLst>
              </p:cNvPr>
              <p:cNvSpPr/>
              <p:nvPr/>
            </p:nvSpPr>
            <p:spPr>
              <a:xfrm>
                <a:off x="5683461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90" name="pg789">
                <a:extLst>
                  <a:ext uri="{FF2B5EF4-FFF2-40B4-BE49-F238E27FC236}">
                    <a16:creationId xmlns:a16="http://schemas.microsoft.com/office/drawing/2014/main" id="{A9B1460B-81F3-D946-EF38-85E85FF5E6EA}"/>
                  </a:ext>
                </a:extLst>
              </p:cNvPr>
              <p:cNvSpPr/>
              <p:nvPr/>
            </p:nvSpPr>
            <p:spPr>
              <a:xfrm>
                <a:off x="5695098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91" name="pg790">
                <a:extLst>
                  <a:ext uri="{FF2B5EF4-FFF2-40B4-BE49-F238E27FC236}">
                    <a16:creationId xmlns:a16="http://schemas.microsoft.com/office/drawing/2014/main" id="{F17359B9-D481-E5F9-6C24-F5D2F8965617}"/>
                  </a:ext>
                </a:extLst>
              </p:cNvPr>
              <p:cNvSpPr/>
              <p:nvPr/>
            </p:nvSpPr>
            <p:spPr>
              <a:xfrm>
                <a:off x="5706736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92" name="pg791">
                <a:extLst>
                  <a:ext uri="{FF2B5EF4-FFF2-40B4-BE49-F238E27FC236}">
                    <a16:creationId xmlns:a16="http://schemas.microsoft.com/office/drawing/2014/main" id="{41B329E0-4C0D-B1B5-D4A0-EE01CBE3DD05}"/>
                  </a:ext>
                </a:extLst>
              </p:cNvPr>
              <p:cNvSpPr/>
              <p:nvPr/>
            </p:nvSpPr>
            <p:spPr>
              <a:xfrm>
                <a:off x="5718373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93" name="pg792">
                <a:extLst>
                  <a:ext uri="{FF2B5EF4-FFF2-40B4-BE49-F238E27FC236}">
                    <a16:creationId xmlns:a16="http://schemas.microsoft.com/office/drawing/2014/main" id="{6427DAA1-CE77-4403-887B-48580DFDCFEA}"/>
                  </a:ext>
                </a:extLst>
              </p:cNvPr>
              <p:cNvSpPr/>
              <p:nvPr/>
            </p:nvSpPr>
            <p:spPr>
              <a:xfrm>
                <a:off x="5730010" y="30939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94" name="pg793">
                <a:extLst>
                  <a:ext uri="{FF2B5EF4-FFF2-40B4-BE49-F238E27FC236}">
                    <a16:creationId xmlns:a16="http://schemas.microsoft.com/office/drawing/2014/main" id="{B973B633-96F5-5ABC-68A3-19216CB97778}"/>
                  </a:ext>
                </a:extLst>
              </p:cNvPr>
              <p:cNvSpPr/>
              <p:nvPr/>
            </p:nvSpPr>
            <p:spPr>
              <a:xfrm>
                <a:off x="5671824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95" name="pg794">
                <a:extLst>
                  <a:ext uri="{FF2B5EF4-FFF2-40B4-BE49-F238E27FC236}">
                    <a16:creationId xmlns:a16="http://schemas.microsoft.com/office/drawing/2014/main" id="{85D4C026-339E-5227-A7FE-92BE4BB94BB4}"/>
                  </a:ext>
                </a:extLst>
              </p:cNvPr>
              <p:cNvSpPr/>
              <p:nvPr/>
            </p:nvSpPr>
            <p:spPr>
              <a:xfrm>
                <a:off x="5683461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96" name="pg795">
                <a:extLst>
                  <a:ext uri="{FF2B5EF4-FFF2-40B4-BE49-F238E27FC236}">
                    <a16:creationId xmlns:a16="http://schemas.microsoft.com/office/drawing/2014/main" id="{715FDECF-A007-596B-33A3-863DDC0750F3}"/>
                  </a:ext>
                </a:extLst>
              </p:cNvPr>
              <p:cNvSpPr/>
              <p:nvPr/>
            </p:nvSpPr>
            <p:spPr>
              <a:xfrm>
                <a:off x="5695098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97" name="pg796">
                <a:extLst>
                  <a:ext uri="{FF2B5EF4-FFF2-40B4-BE49-F238E27FC236}">
                    <a16:creationId xmlns:a16="http://schemas.microsoft.com/office/drawing/2014/main" id="{842DFF73-6B3F-E4F1-D940-56F0DC72CD47}"/>
                  </a:ext>
                </a:extLst>
              </p:cNvPr>
              <p:cNvSpPr/>
              <p:nvPr/>
            </p:nvSpPr>
            <p:spPr>
              <a:xfrm>
                <a:off x="5706736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98" name="pg797">
                <a:extLst>
                  <a:ext uri="{FF2B5EF4-FFF2-40B4-BE49-F238E27FC236}">
                    <a16:creationId xmlns:a16="http://schemas.microsoft.com/office/drawing/2014/main" id="{67A21595-1625-2578-ACF4-D8D8D476539D}"/>
                  </a:ext>
                </a:extLst>
              </p:cNvPr>
              <p:cNvSpPr/>
              <p:nvPr/>
            </p:nvSpPr>
            <p:spPr>
              <a:xfrm>
                <a:off x="5718373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199" name="pg798">
                <a:extLst>
                  <a:ext uri="{FF2B5EF4-FFF2-40B4-BE49-F238E27FC236}">
                    <a16:creationId xmlns:a16="http://schemas.microsoft.com/office/drawing/2014/main" id="{67E7569C-D7D5-60DF-E604-375A78D78158}"/>
                  </a:ext>
                </a:extLst>
              </p:cNvPr>
              <p:cNvSpPr/>
              <p:nvPr/>
            </p:nvSpPr>
            <p:spPr>
              <a:xfrm>
                <a:off x="5730010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00" name="pg799">
                <a:extLst>
                  <a:ext uri="{FF2B5EF4-FFF2-40B4-BE49-F238E27FC236}">
                    <a16:creationId xmlns:a16="http://schemas.microsoft.com/office/drawing/2014/main" id="{8E36C8AB-FEE8-ACC0-BA55-1EDD36C3AC20}"/>
                  </a:ext>
                </a:extLst>
              </p:cNvPr>
              <p:cNvSpPr/>
              <p:nvPr/>
            </p:nvSpPr>
            <p:spPr>
              <a:xfrm>
                <a:off x="5741648" y="31082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01" name="pg800">
                <a:extLst>
                  <a:ext uri="{FF2B5EF4-FFF2-40B4-BE49-F238E27FC236}">
                    <a16:creationId xmlns:a16="http://schemas.microsoft.com/office/drawing/2014/main" id="{10F0E37D-9061-27D2-E40E-78FFA27D1DC7}"/>
                  </a:ext>
                </a:extLst>
              </p:cNvPr>
              <p:cNvSpPr/>
              <p:nvPr/>
            </p:nvSpPr>
            <p:spPr>
              <a:xfrm>
                <a:off x="5660186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02" name="pg801">
                <a:extLst>
                  <a:ext uri="{FF2B5EF4-FFF2-40B4-BE49-F238E27FC236}">
                    <a16:creationId xmlns:a16="http://schemas.microsoft.com/office/drawing/2014/main" id="{8FDF4B7C-2592-950D-EEFC-EAD9B89CC17F}"/>
                  </a:ext>
                </a:extLst>
              </p:cNvPr>
              <p:cNvSpPr/>
              <p:nvPr/>
            </p:nvSpPr>
            <p:spPr>
              <a:xfrm>
                <a:off x="5671824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03" name="pg802">
                <a:extLst>
                  <a:ext uri="{FF2B5EF4-FFF2-40B4-BE49-F238E27FC236}">
                    <a16:creationId xmlns:a16="http://schemas.microsoft.com/office/drawing/2014/main" id="{D8108BE8-4C33-4062-1E86-7C5B072A12FF}"/>
                  </a:ext>
                </a:extLst>
              </p:cNvPr>
              <p:cNvSpPr/>
              <p:nvPr/>
            </p:nvSpPr>
            <p:spPr>
              <a:xfrm>
                <a:off x="5683461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04" name="pg803">
                <a:extLst>
                  <a:ext uri="{FF2B5EF4-FFF2-40B4-BE49-F238E27FC236}">
                    <a16:creationId xmlns:a16="http://schemas.microsoft.com/office/drawing/2014/main" id="{9C766EF5-0764-FCDF-467E-E260C5D981F4}"/>
                  </a:ext>
                </a:extLst>
              </p:cNvPr>
              <p:cNvSpPr/>
              <p:nvPr/>
            </p:nvSpPr>
            <p:spPr>
              <a:xfrm>
                <a:off x="5695098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05" name="pg804">
                <a:extLst>
                  <a:ext uri="{FF2B5EF4-FFF2-40B4-BE49-F238E27FC236}">
                    <a16:creationId xmlns:a16="http://schemas.microsoft.com/office/drawing/2014/main" id="{E74EBAFC-738B-F7C8-432E-F6CC8B01D215}"/>
                  </a:ext>
                </a:extLst>
              </p:cNvPr>
              <p:cNvSpPr/>
              <p:nvPr/>
            </p:nvSpPr>
            <p:spPr>
              <a:xfrm>
                <a:off x="5706736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06" name="pg805">
                <a:extLst>
                  <a:ext uri="{FF2B5EF4-FFF2-40B4-BE49-F238E27FC236}">
                    <a16:creationId xmlns:a16="http://schemas.microsoft.com/office/drawing/2014/main" id="{6DE206E1-2379-FFAF-211E-AA5D6A0A74F0}"/>
                  </a:ext>
                </a:extLst>
              </p:cNvPr>
              <p:cNvSpPr/>
              <p:nvPr/>
            </p:nvSpPr>
            <p:spPr>
              <a:xfrm>
                <a:off x="5718373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07" name="pg806">
                <a:extLst>
                  <a:ext uri="{FF2B5EF4-FFF2-40B4-BE49-F238E27FC236}">
                    <a16:creationId xmlns:a16="http://schemas.microsoft.com/office/drawing/2014/main" id="{3DFB9F9B-2F46-17F1-317B-D0009C121D7F}"/>
                  </a:ext>
                </a:extLst>
              </p:cNvPr>
              <p:cNvSpPr/>
              <p:nvPr/>
            </p:nvSpPr>
            <p:spPr>
              <a:xfrm>
                <a:off x="5730010" y="31225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08" name="pg807">
                <a:extLst>
                  <a:ext uri="{FF2B5EF4-FFF2-40B4-BE49-F238E27FC236}">
                    <a16:creationId xmlns:a16="http://schemas.microsoft.com/office/drawing/2014/main" id="{A4813DDE-31A2-C432-598F-71CA82B903A3}"/>
                  </a:ext>
                </a:extLst>
              </p:cNvPr>
              <p:cNvSpPr/>
              <p:nvPr/>
            </p:nvSpPr>
            <p:spPr>
              <a:xfrm>
                <a:off x="5648549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09" name="pg808">
                <a:extLst>
                  <a:ext uri="{FF2B5EF4-FFF2-40B4-BE49-F238E27FC236}">
                    <a16:creationId xmlns:a16="http://schemas.microsoft.com/office/drawing/2014/main" id="{413F31F5-422A-ECCB-9821-6AA1B51AAF27}"/>
                  </a:ext>
                </a:extLst>
              </p:cNvPr>
              <p:cNvSpPr/>
              <p:nvPr/>
            </p:nvSpPr>
            <p:spPr>
              <a:xfrm>
                <a:off x="5660186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10" name="pg809">
                <a:extLst>
                  <a:ext uri="{FF2B5EF4-FFF2-40B4-BE49-F238E27FC236}">
                    <a16:creationId xmlns:a16="http://schemas.microsoft.com/office/drawing/2014/main" id="{3AA5E0BC-47A6-D085-A1AF-DA7D64C17096}"/>
                  </a:ext>
                </a:extLst>
              </p:cNvPr>
              <p:cNvSpPr/>
              <p:nvPr/>
            </p:nvSpPr>
            <p:spPr>
              <a:xfrm>
                <a:off x="5671824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11" name="pg810">
                <a:extLst>
                  <a:ext uri="{FF2B5EF4-FFF2-40B4-BE49-F238E27FC236}">
                    <a16:creationId xmlns:a16="http://schemas.microsoft.com/office/drawing/2014/main" id="{529ACB2D-8637-7F81-E39F-1C4E7D038623}"/>
                  </a:ext>
                </a:extLst>
              </p:cNvPr>
              <p:cNvSpPr/>
              <p:nvPr/>
            </p:nvSpPr>
            <p:spPr>
              <a:xfrm>
                <a:off x="5683461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12" name="pg811">
                <a:extLst>
                  <a:ext uri="{FF2B5EF4-FFF2-40B4-BE49-F238E27FC236}">
                    <a16:creationId xmlns:a16="http://schemas.microsoft.com/office/drawing/2014/main" id="{00907F24-20A5-86DB-22C6-929E3DE3F7BB}"/>
                  </a:ext>
                </a:extLst>
              </p:cNvPr>
              <p:cNvSpPr/>
              <p:nvPr/>
            </p:nvSpPr>
            <p:spPr>
              <a:xfrm>
                <a:off x="5695098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13" name="pg812">
                <a:extLst>
                  <a:ext uri="{FF2B5EF4-FFF2-40B4-BE49-F238E27FC236}">
                    <a16:creationId xmlns:a16="http://schemas.microsoft.com/office/drawing/2014/main" id="{DB376089-2F23-2F93-1EFB-3EAD3708AB96}"/>
                  </a:ext>
                </a:extLst>
              </p:cNvPr>
              <p:cNvSpPr/>
              <p:nvPr/>
            </p:nvSpPr>
            <p:spPr>
              <a:xfrm>
                <a:off x="5706736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14" name="pg813">
                <a:extLst>
                  <a:ext uri="{FF2B5EF4-FFF2-40B4-BE49-F238E27FC236}">
                    <a16:creationId xmlns:a16="http://schemas.microsoft.com/office/drawing/2014/main" id="{6A7FFC6D-A33B-4085-4215-5A5DEFE5ED7A}"/>
                  </a:ext>
                </a:extLst>
              </p:cNvPr>
              <p:cNvSpPr/>
              <p:nvPr/>
            </p:nvSpPr>
            <p:spPr>
              <a:xfrm>
                <a:off x="5718373" y="31368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15" name="pg814">
                <a:extLst>
                  <a:ext uri="{FF2B5EF4-FFF2-40B4-BE49-F238E27FC236}">
                    <a16:creationId xmlns:a16="http://schemas.microsoft.com/office/drawing/2014/main" id="{58408263-5F61-253B-F891-8AAD9D51BC95}"/>
                  </a:ext>
                </a:extLst>
              </p:cNvPr>
              <p:cNvSpPr/>
              <p:nvPr/>
            </p:nvSpPr>
            <p:spPr>
              <a:xfrm>
                <a:off x="5648549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16" name="pg815">
                <a:extLst>
                  <a:ext uri="{FF2B5EF4-FFF2-40B4-BE49-F238E27FC236}">
                    <a16:creationId xmlns:a16="http://schemas.microsoft.com/office/drawing/2014/main" id="{557BD3B6-BCC1-391C-6484-63B00E965BBC}"/>
                  </a:ext>
                </a:extLst>
              </p:cNvPr>
              <p:cNvSpPr/>
              <p:nvPr/>
            </p:nvSpPr>
            <p:spPr>
              <a:xfrm>
                <a:off x="5660186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17" name="pg816">
                <a:extLst>
                  <a:ext uri="{FF2B5EF4-FFF2-40B4-BE49-F238E27FC236}">
                    <a16:creationId xmlns:a16="http://schemas.microsoft.com/office/drawing/2014/main" id="{6A86BDA8-86A2-A669-7A0E-29DFEFCA7F2A}"/>
                  </a:ext>
                </a:extLst>
              </p:cNvPr>
              <p:cNvSpPr/>
              <p:nvPr/>
            </p:nvSpPr>
            <p:spPr>
              <a:xfrm>
                <a:off x="5671824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18" name="pg817">
                <a:extLst>
                  <a:ext uri="{FF2B5EF4-FFF2-40B4-BE49-F238E27FC236}">
                    <a16:creationId xmlns:a16="http://schemas.microsoft.com/office/drawing/2014/main" id="{CD8A98F7-4E0D-D776-3000-001C66CC7792}"/>
                  </a:ext>
                </a:extLst>
              </p:cNvPr>
              <p:cNvSpPr/>
              <p:nvPr/>
            </p:nvSpPr>
            <p:spPr>
              <a:xfrm>
                <a:off x="5683461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19" name="pg818">
                <a:extLst>
                  <a:ext uri="{FF2B5EF4-FFF2-40B4-BE49-F238E27FC236}">
                    <a16:creationId xmlns:a16="http://schemas.microsoft.com/office/drawing/2014/main" id="{87A1E2F2-3C39-6C01-F4AC-6BCD54EDF94D}"/>
                  </a:ext>
                </a:extLst>
              </p:cNvPr>
              <p:cNvSpPr/>
              <p:nvPr/>
            </p:nvSpPr>
            <p:spPr>
              <a:xfrm>
                <a:off x="5695098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20" name="pg819">
                <a:extLst>
                  <a:ext uri="{FF2B5EF4-FFF2-40B4-BE49-F238E27FC236}">
                    <a16:creationId xmlns:a16="http://schemas.microsoft.com/office/drawing/2014/main" id="{A1EDD763-73A5-D75F-3B0B-C56980541F50}"/>
                  </a:ext>
                </a:extLst>
              </p:cNvPr>
              <p:cNvSpPr/>
              <p:nvPr/>
            </p:nvSpPr>
            <p:spPr>
              <a:xfrm>
                <a:off x="5706736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21" name="pg820">
                <a:extLst>
                  <a:ext uri="{FF2B5EF4-FFF2-40B4-BE49-F238E27FC236}">
                    <a16:creationId xmlns:a16="http://schemas.microsoft.com/office/drawing/2014/main" id="{2BA5B532-FC61-3B91-21C7-DB4AB064CF50}"/>
                  </a:ext>
                </a:extLst>
              </p:cNvPr>
              <p:cNvSpPr/>
              <p:nvPr/>
            </p:nvSpPr>
            <p:spPr>
              <a:xfrm>
                <a:off x="5718373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22" name="pg821">
                <a:extLst>
                  <a:ext uri="{FF2B5EF4-FFF2-40B4-BE49-F238E27FC236}">
                    <a16:creationId xmlns:a16="http://schemas.microsoft.com/office/drawing/2014/main" id="{674417E2-B5A2-7DFC-1069-5E0EE7659AB0}"/>
                  </a:ext>
                </a:extLst>
              </p:cNvPr>
              <p:cNvSpPr/>
              <p:nvPr/>
            </p:nvSpPr>
            <p:spPr>
              <a:xfrm>
                <a:off x="5741648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23" name="pg822">
                <a:extLst>
                  <a:ext uri="{FF2B5EF4-FFF2-40B4-BE49-F238E27FC236}">
                    <a16:creationId xmlns:a16="http://schemas.microsoft.com/office/drawing/2014/main" id="{2AD3AA3A-4A53-71FF-18C5-274741EC3014}"/>
                  </a:ext>
                </a:extLst>
              </p:cNvPr>
              <p:cNvSpPr/>
              <p:nvPr/>
            </p:nvSpPr>
            <p:spPr>
              <a:xfrm>
                <a:off x="5753285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24" name="pg823">
                <a:extLst>
                  <a:ext uri="{FF2B5EF4-FFF2-40B4-BE49-F238E27FC236}">
                    <a16:creationId xmlns:a16="http://schemas.microsoft.com/office/drawing/2014/main" id="{AE414D53-5A51-0563-7D02-1958EF5CC627}"/>
                  </a:ext>
                </a:extLst>
              </p:cNvPr>
              <p:cNvSpPr/>
              <p:nvPr/>
            </p:nvSpPr>
            <p:spPr>
              <a:xfrm>
                <a:off x="5764922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25" name="pg824">
                <a:extLst>
                  <a:ext uri="{FF2B5EF4-FFF2-40B4-BE49-F238E27FC236}">
                    <a16:creationId xmlns:a16="http://schemas.microsoft.com/office/drawing/2014/main" id="{8FA21583-667F-136F-E48E-26D4BEACDC8C}"/>
                  </a:ext>
                </a:extLst>
              </p:cNvPr>
              <p:cNvSpPr/>
              <p:nvPr/>
            </p:nvSpPr>
            <p:spPr>
              <a:xfrm>
                <a:off x="5776560" y="31511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26" name="pg825">
                <a:extLst>
                  <a:ext uri="{FF2B5EF4-FFF2-40B4-BE49-F238E27FC236}">
                    <a16:creationId xmlns:a16="http://schemas.microsoft.com/office/drawing/2014/main" id="{F93C76F7-2A73-DF29-0A19-149ED128E7E1}"/>
                  </a:ext>
                </a:extLst>
              </p:cNvPr>
              <p:cNvSpPr/>
              <p:nvPr/>
            </p:nvSpPr>
            <p:spPr>
              <a:xfrm>
                <a:off x="5648549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27" name="pg826">
                <a:extLst>
                  <a:ext uri="{FF2B5EF4-FFF2-40B4-BE49-F238E27FC236}">
                    <a16:creationId xmlns:a16="http://schemas.microsoft.com/office/drawing/2014/main" id="{DB7B3E70-3A24-8E1A-BA97-09FFF622571B}"/>
                  </a:ext>
                </a:extLst>
              </p:cNvPr>
              <p:cNvSpPr/>
              <p:nvPr/>
            </p:nvSpPr>
            <p:spPr>
              <a:xfrm>
                <a:off x="5660186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28" name="pg827">
                <a:extLst>
                  <a:ext uri="{FF2B5EF4-FFF2-40B4-BE49-F238E27FC236}">
                    <a16:creationId xmlns:a16="http://schemas.microsoft.com/office/drawing/2014/main" id="{98A5D429-740F-A71F-E692-A8E9F250E655}"/>
                  </a:ext>
                </a:extLst>
              </p:cNvPr>
              <p:cNvSpPr/>
              <p:nvPr/>
            </p:nvSpPr>
            <p:spPr>
              <a:xfrm>
                <a:off x="5671824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29" name="pg828">
                <a:extLst>
                  <a:ext uri="{FF2B5EF4-FFF2-40B4-BE49-F238E27FC236}">
                    <a16:creationId xmlns:a16="http://schemas.microsoft.com/office/drawing/2014/main" id="{4A6278DD-573C-160D-D69E-A3EC4BE90472}"/>
                  </a:ext>
                </a:extLst>
              </p:cNvPr>
              <p:cNvSpPr/>
              <p:nvPr/>
            </p:nvSpPr>
            <p:spPr>
              <a:xfrm>
                <a:off x="5683461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30" name="pg829">
                <a:extLst>
                  <a:ext uri="{FF2B5EF4-FFF2-40B4-BE49-F238E27FC236}">
                    <a16:creationId xmlns:a16="http://schemas.microsoft.com/office/drawing/2014/main" id="{41CD877C-31E3-E067-8B6C-FAFABE413822}"/>
                  </a:ext>
                </a:extLst>
              </p:cNvPr>
              <p:cNvSpPr/>
              <p:nvPr/>
            </p:nvSpPr>
            <p:spPr>
              <a:xfrm>
                <a:off x="5695098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31" name="pg830">
                <a:extLst>
                  <a:ext uri="{FF2B5EF4-FFF2-40B4-BE49-F238E27FC236}">
                    <a16:creationId xmlns:a16="http://schemas.microsoft.com/office/drawing/2014/main" id="{0951ED93-4592-CAC9-35FD-992E7EB45C5D}"/>
                  </a:ext>
                </a:extLst>
              </p:cNvPr>
              <p:cNvSpPr/>
              <p:nvPr/>
            </p:nvSpPr>
            <p:spPr>
              <a:xfrm>
                <a:off x="5706736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32" name="pg831">
                <a:extLst>
                  <a:ext uri="{FF2B5EF4-FFF2-40B4-BE49-F238E27FC236}">
                    <a16:creationId xmlns:a16="http://schemas.microsoft.com/office/drawing/2014/main" id="{814CA6C4-3B2E-F950-3B27-16C0CD70BC83}"/>
                  </a:ext>
                </a:extLst>
              </p:cNvPr>
              <p:cNvSpPr/>
              <p:nvPr/>
            </p:nvSpPr>
            <p:spPr>
              <a:xfrm>
                <a:off x="5718373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33" name="pg832">
                <a:extLst>
                  <a:ext uri="{FF2B5EF4-FFF2-40B4-BE49-F238E27FC236}">
                    <a16:creationId xmlns:a16="http://schemas.microsoft.com/office/drawing/2014/main" id="{95D71C7D-0A1C-3730-B5F1-341714A03A40}"/>
                  </a:ext>
                </a:extLst>
              </p:cNvPr>
              <p:cNvSpPr/>
              <p:nvPr/>
            </p:nvSpPr>
            <p:spPr>
              <a:xfrm>
                <a:off x="5730010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34" name="pg833">
                <a:extLst>
                  <a:ext uri="{FF2B5EF4-FFF2-40B4-BE49-F238E27FC236}">
                    <a16:creationId xmlns:a16="http://schemas.microsoft.com/office/drawing/2014/main" id="{2690C6F1-C5F0-6152-B254-8C803C40D99F}"/>
                  </a:ext>
                </a:extLst>
              </p:cNvPr>
              <p:cNvSpPr/>
              <p:nvPr/>
            </p:nvSpPr>
            <p:spPr>
              <a:xfrm>
                <a:off x="5741648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35" name="pg834">
                <a:extLst>
                  <a:ext uri="{FF2B5EF4-FFF2-40B4-BE49-F238E27FC236}">
                    <a16:creationId xmlns:a16="http://schemas.microsoft.com/office/drawing/2014/main" id="{D3F7FEEF-DFA3-0204-5503-00D034C585C8}"/>
                  </a:ext>
                </a:extLst>
              </p:cNvPr>
              <p:cNvSpPr/>
              <p:nvPr/>
            </p:nvSpPr>
            <p:spPr>
              <a:xfrm>
                <a:off x="5753285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36" name="pg835">
                <a:extLst>
                  <a:ext uri="{FF2B5EF4-FFF2-40B4-BE49-F238E27FC236}">
                    <a16:creationId xmlns:a16="http://schemas.microsoft.com/office/drawing/2014/main" id="{92C4DBA9-86FA-7536-E920-8BD3BD23D32C}"/>
                  </a:ext>
                </a:extLst>
              </p:cNvPr>
              <p:cNvSpPr/>
              <p:nvPr/>
            </p:nvSpPr>
            <p:spPr>
              <a:xfrm>
                <a:off x="5764922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37" name="pg836">
                <a:extLst>
                  <a:ext uri="{FF2B5EF4-FFF2-40B4-BE49-F238E27FC236}">
                    <a16:creationId xmlns:a16="http://schemas.microsoft.com/office/drawing/2014/main" id="{F4FAC665-917D-9028-FCC7-208294FDAFDF}"/>
                  </a:ext>
                </a:extLst>
              </p:cNvPr>
              <p:cNvSpPr/>
              <p:nvPr/>
            </p:nvSpPr>
            <p:spPr>
              <a:xfrm>
                <a:off x="5776560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38" name="pg837">
                <a:extLst>
                  <a:ext uri="{FF2B5EF4-FFF2-40B4-BE49-F238E27FC236}">
                    <a16:creationId xmlns:a16="http://schemas.microsoft.com/office/drawing/2014/main" id="{F5D43BBB-14C8-5EA7-2502-BB799B11E231}"/>
                  </a:ext>
                </a:extLst>
              </p:cNvPr>
              <p:cNvSpPr/>
              <p:nvPr/>
            </p:nvSpPr>
            <p:spPr>
              <a:xfrm>
                <a:off x="5788197" y="31654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39" name="pg838">
                <a:extLst>
                  <a:ext uri="{FF2B5EF4-FFF2-40B4-BE49-F238E27FC236}">
                    <a16:creationId xmlns:a16="http://schemas.microsoft.com/office/drawing/2014/main" id="{B2F2AAFF-0958-5156-7A37-46FD8EAD29ED}"/>
                  </a:ext>
                </a:extLst>
              </p:cNvPr>
              <p:cNvSpPr/>
              <p:nvPr/>
            </p:nvSpPr>
            <p:spPr>
              <a:xfrm>
                <a:off x="5671824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40" name="pg839">
                <a:extLst>
                  <a:ext uri="{FF2B5EF4-FFF2-40B4-BE49-F238E27FC236}">
                    <a16:creationId xmlns:a16="http://schemas.microsoft.com/office/drawing/2014/main" id="{62574E33-7809-6313-AE10-B1AB0D235BF6}"/>
                  </a:ext>
                </a:extLst>
              </p:cNvPr>
              <p:cNvSpPr/>
              <p:nvPr/>
            </p:nvSpPr>
            <p:spPr>
              <a:xfrm>
                <a:off x="5683461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41" name="pg840">
                <a:extLst>
                  <a:ext uri="{FF2B5EF4-FFF2-40B4-BE49-F238E27FC236}">
                    <a16:creationId xmlns:a16="http://schemas.microsoft.com/office/drawing/2014/main" id="{7E4A48FC-3C78-77DE-3310-73C457925454}"/>
                  </a:ext>
                </a:extLst>
              </p:cNvPr>
              <p:cNvSpPr/>
              <p:nvPr/>
            </p:nvSpPr>
            <p:spPr>
              <a:xfrm>
                <a:off x="5695098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42" name="pg841">
                <a:extLst>
                  <a:ext uri="{FF2B5EF4-FFF2-40B4-BE49-F238E27FC236}">
                    <a16:creationId xmlns:a16="http://schemas.microsoft.com/office/drawing/2014/main" id="{E74CC763-071B-3483-280C-6B199CC36881}"/>
                  </a:ext>
                </a:extLst>
              </p:cNvPr>
              <p:cNvSpPr/>
              <p:nvPr/>
            </p:nvSpPr>
            <p:spPr>
              <a:xfrm>
                <a:off x="5706736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43" name="pg842">
                <a:extLst>
                  <a:ext uri="{FF2B5EF4-FFF2-40B4-BE49-F238E27FC236}">
                    <a16:creationId xmlns:a16="http://schemas.microsoft.com/office/drawing/2014/main" id="{30B3C6CC-82E3-EAB4-1546-554DB38E4A3C}"/>
                  </a:ext>
                </a:extLst>
              </p:cNvPr>
              <p:cNvSpPr/>
              <p:nvPr/>
            </p:nvSpPr>
            <p:spPr>
              <a:xfrm>
                <a:off x="5718373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44" name="pg843">
                <a:extLst>
                  <a:ext uri="{FF2B5EF4-FFF2-40B4-BE49-F238E27FC236}">
                    <a16:creationId xmlns:a16="http://schemas.microsoft.com/office/drawing/2014/main" id="{648BA0AC-4776-1AC3-CFBD-2893034B4078}"/>
                  </a:ext>
                </a:extLst>
              </p:cNvPr>
              <p:cNvSpPr/>
              <p:nvPr/>
            </p:nvSpPr>
            <p:spPr>
              <a:xfrm>
                <a:off x="5730010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45" name="pg844">
                <a:extLst>
                  <a:ext uri="{FF2B5EF4-FFF2-40B4-BE49-F238E27FC236}">
                    <a16:creationId xmlns:a16="http://schemas.microsoft.com/office/drawing/2014/main" id="{6B982A5A-5A90-55BF-7A4B-E81249F72622}"/>
                  </a:ext>
                </a:extLst>
              </p:cNvPr>
              <p:cNvSpPr/>
              <p:nvPr/>
            </p:nvSpPr>
            <p:spPr>
              <a:xfrm>
                <a:off x="5741648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46" name="pg845">
                <a:extLst>
                  <a:ext uri="{FF2B5EF4-FFF2-40B4-BE49-F238E27FC236}">
                    <a16:creationId xmlns:a16="http://schemas.microsoft.com/office/drawing/2014/main" id="{10F25F87-50F6-0295-3AC4-99582CDAF102}"/>
                  </a:ext>
                </a:extLst>
              </p:cNvPr>
              <p:cNvSpPr/>
              <p:nvPr/>
            </p:nvSpPr>
            <p:spPr>
              <a:xfrm>
                <a:off x="5753285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47" name="pg846">
                <a:extLst>
                  <a:ext uri="{FF2B5EF4-FFF2-40B4-BE49-F238E27FC236}">
                    <a16:creationId xmlns:a16="http://schemas.microsoft.com/office/drawing/2014/main" id="{1BB7D81F-57D1-4BDE-9462-A81BB2762FA9}"/>
                  </a:ext>
                </a:extLst>
              </p:cNvPr>
              <p:cNvSpPr/>
              <p:nvPr/>
            </p:nvSpPr>
            <p:spPr>
              <a:xfrm>
                <a:off x="5764922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48" name="pg847">
                <a:extLst>
                  <a:ext uri="{FF2B5EF4-FFF2-40B4-BE49-F238E27FC236}">
                    <a16:creationId xmlns:a16="http://schemas.microsoft.com/office/drawing/2014/main" id="{40AD55F4-B562-9C59-4710-B282A74B1275}"/>
                  </a:ext>
                </a:extLst>
              </p:cNvPr>
              <p:cNvSpPr/>
              <p:nvPr/>
            </p:nvSpPr>
            <p:spPr>
              <a:xfrm>
                <a:off x="5776560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49" name="pg848">
                <a:extLst>
                  <a:ext uri="{FF2B5EF4-FFF2-40B4-BE49-F238E27FC236}">
                    <a16:creationId xmlns:a16="http://schemas.microsoft.com/office/drawing/2014/main" id="{67E7EE0A-E7CC-5CA0-EFE6-D1F66E2408D1}"/>
                  </a:ext>
                </a:extLst>
              </p:cNvPr>
              <p:cNvSpPr/>
              <p:nvPr/>
            </p:nvSpPr>
            <p:spPr>
              <a:xfrm>
                <a:off x="5788197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50" name="pg849">
                <a:extLst>
                  <a:ext uri="{FF2B5EF4-FFF2-40B4-BE49-F238E27FC236}">
                    <a16:creationId xmlns:a16="http://schemas.microsoft.com/office/drawing/2014/main" id="{B4C2B0EF-2D90-8ED1-8672-2E5BB9A6B536}"/>
                  </a:ext>
                </a:extLst>
              </p:cNvPr>
              <p:cNvSpPr/>
              <p:nvPr/>
            </p:nvSpPr>
            <p:spPr>
              <a:xfrm>
                <a:off x="5799834" y="31797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51" name="pg850">
                <a:extLst>
                  <a:ext uri="{FF2B5EF4-FFF2-40B4-BE49-F238E27FC236}">
                    <a16:creationId xmlns:a16="http://schemas.microsoft.com/office/drawing/2014/main" id="{35180814-263F-B5F0-CBD1-F08191141D7E}"/>
                  </a:ext>
                </a:extLst>
              </p:cNvPr>
              <p:cNvSpPr/>
              <p:nvPr/>
            </p:nvSpPr>
            <p:spPr>
              <a:xfrm>
                <a:off x="5625275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52" name="pg851">
                <a:extLst>
                  <a:ext uri="{FF2B5EF4-FFF2-40B4-BE49-F238E27FC236}">
                    <a16:creationId xmlns:a16="http://schemas.microsoft.com/office/drawing/2014/main" id="{6746F31F-20C0-9BD3-6EE2-92D2F9061BD1}"/>
                  </a:ext>
                </a:extLst>
              </p:cNvPr>
              <p:cNvSpPr/>
              <p:nvPr/>
            </p:nvSpPr>
            <p:spPr>
              <a:xfrm>
                <a:off x="5636912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53" name="pg852">
                <a:extLst>
                  <a:ext uri="{FF2B5EF4-FFF2-40B4-BE49-F238E27FC236}">
                    <a16:creationId xmlns:a16="http://schemas.microsoft.com/office/drawing/2014/main" id="{260D09A9-1EF6-239D-F820-0E01E4CDCBEB}"/>
                  </a:ext>
                </a:extLst>
              </p:cNvPr>
              <p:cNvSpPr/>
              <p:nvPr/>
            </p:nvSpPr>
            <p:spPr>
              <a:xfrm>
                <a:off x="5648549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54" name="pg853">
                <a:extLst>
                  <a:ext uri="{FF2B5EF4-FFF2-40B4-BE49-F238E27FC236}">
                    <a16:creationId xmlns:a16="http://schemas.microsoft.com/office/drawing/2014/main" id="{F6B9F381-946A-358E-C8FE-44A89FD6BC9B}"/>
                  </a:ext>
                </a:extLst>
              </p:cNvPr>
              <p:cNvSpPr/>
              <p:nvPr/>
            </p:nvSpPr>
            <p:spPr>
              <a:xfrm>
                <a:off x="5660186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55" name="pg854">
                <a:extLst>
                  <a:ext uri="{FF2B5EF4-FFF2-40B4-BE49-F238E27FC236}">
                    <a16:creationId xmlns:a16="http://schemas.microsoft.com/office/drawing/2014/main" id="{EFE6D954-D7AB-2475-8FE8-7CF4ED235F41}"/>
                  </a:ext>
                </a:extLst>
              </p:cNvPr>
              <p:cNvSpPr/>
              <p:nvPr/>
            </p:nvSpPr>
            <p:spPr>
              <a:xfrm>
                <a:off x="5695098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56" name="pg855">
                <a:extLst>
                  <a:ext uri="{FF2B5EF4-FFF2-40B4-BE49-F238E27FC236}">
                    <a16:creationId xmlns:a16="http://schemas.microsoft.com/office/drawing/2014/main" id="{3C7A9265-8151-F125-B292-DDEEDCD6AE01}"/>
                  </a:ext>
                </a:extLst>
              </p:cNvPr>
              <p:cNvSpPr/>
              <p:nvPr/>
            </p:nvSpPr>
            <p:spPr>
              <a:xfrm>
                <a:off x="5706736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57" name="pg856">
                <a:extLst>
                  <a:ext uri="{FF2B5EF4-FFF2-40B4-BE49-F238E27FC236}">
                    <a16:creationId xmlns:a16="http://schemas.microsoft.com/office/drawing/2014/main" id="{B4DC4B50-EE6B-277D-DC58-3D8793F092DF}"/>
                  </a:ext>
                </a:extLst>
              </p:cNvPr>
              <p:cNvSpPr/>
              <p:nvPr/>
            </p:nvSpPr>
            <p:spPr>
              <a:xfrm>
                <a:off x="5718373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58" name="pg857">
                <a:extLst>
                  <a:ext uri="{FF2B5EF4-FFF2-40B4-BE49-F238E27FC236}">
                    <a16:creationId xmlns:a16="http://schemas.microsoft.com/office/drawing/2014/main" id="{9F2721D1-C1E3-7D44-8754-DAECCD427BAE}"/>
                  </a:ext>
                </a:extLst>
              </p:cNvPr>
              <p:cNvSpPr/>
              <p:nvPr/>
            </p:nvSpPr>
            <p:spPr>
              <a:xfrm>
                <a:off x="5730010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59" name="pg858">
                <a:extLst>
                  <a:ext uri="{FF2B5EF4-FFF2-40B4-BE49-F238E27FC236}">
                    <a16:creationId xmlns:a16="http://schemas.microsoft.com/office/drawing/2014/main" id="{8153010F-E27A-614A-A5A8-BB0807A3D196}"/>
                  </a:ext>
                </a:extLst>
              </p:cNvPr>
              <p:cNvSpPr/>
              <p:nvPr/>
            </p:nvSpPr>
            <p:spPr>
              <a:xfrm>
                <a:off x="5741648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60" name="pg859">
                <a:extLst>
                  <a:ext uri="{FF2B5EF4-FFF2-40B4-BE49-F238E27FC236}">
                    <a16:creationId xmlns:a16="http://schemas.microsoft.com/office/drawing/2014/main" id="{6526C36F-5424-E6BC-0DD3-75CC1F1D68A3}"/>
                  </a:ext>
                </a:extLst>
              </p:cNvPr>
              <p:cNvSpPr/>
              <p:nvPr/>
            </p:nvSpPr>
            <p:spPr>
              <a:xfrm>
                <a:off x="5753285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61" name="pg860">
                <a:extLst>
                  <a:ext uri="{FF2B5EF4-FFF2-40B4-BE49-F238E27FC236}">
                    <a16:creationId xmlns:a16="http://schemas.microsoft.com/office/drawing/2014/main" id="{610034EC-2576-2D86-8BFC-01344D79BC40}"/>
                  </a:ext>
                </a:extLst>
              </p:cNvPr>
              <p:cNvSpPr/>
              <p:nvPr/>
            </p:nvSpPr>
            <p:spPr>
              <a:xfrm>
                <a:off x="5764922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62" name="pg861">
                <a:extLst>
                  <a:ext uri="{FF2B5EF4-FFF2-40B4-BE49-F238E27FC236}">
                    <a16:creationId xmlns:a16="http://schemas.microsoft.com/office/drawing/2014/main" id="{A2D07E35-7DF2-B9BF-594F-FEF074675FD8}"/>
                  </a:ext>
                </a:extLst>
              </p:cNvPr>
              <p:cNvSpPr/>
              <p:nvPr/>
            </p:nvSpPr>
            <p:spPr>
              <a:xfrm>
                <a:off x="5776560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63" name="pg862">
                <a:extLst>
                  <a:ext uri="{FF2B5EF4-FFF2-40B4-BE49-F238E27FC236}">
                    <a16:creationId xmlns:a16="http://schemas.microsoft.com/office/drawing/2014/main" id="{D1B9E7D6-CCD2-AFD6-FD9B-FEC854076520}"/>
                  </a:ext>
                </a:extLst>
              </p:cNvPr>
              <p:cNvSpPr/>
              <p:nvPr/>
            </p:nvSpPr>
            <p:spPr>
              <a:xfrm>
                <a:off x="5788197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64" name="pg863">
                <a:extLst>
                  <a:ext uri="{FF2B5EF4-FFF2-40B4-BE49-F238E27FC236}">
                    <a16:creationId xmlns:a16="http://schemas.microsoft.com/office/drawing/2014/main" id="{84DEB038-47AF-C46D-574D-CE5254A37C7D}"/>
                  </a:ext>
                </a:extLst>
              </p:cNvPr>
              <p:cNvSpPr/>
              <p:nvPr/>
            </p:nvSpPr>
            <p:spPr>
              <a:xfrm>
                <a:off x="5799834" y="31940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65" name="pg864">
                <a:extLst>
                  <a:ext uri="{FF2B5EF4-FFF2-40B4-BE49-F238E27FC236}">
                    <a16:creationId xmlns:a16="http://schemas.microsoft.com/office/drawing/2014/main" id="{C0D13116-5775-CF5D-ED92-BAFDB1E71564}"/>
                  </a:ext>
                </a:extLst>
              </p:cNvPr>
              <p:cNvSpPr/>
              <p:nvPr/>
            </p:nvSpPr>
            <p:spPr>
              <a:xfrm>
                <a:off x="5613637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66" name="pg865">
                <a:extLst>
                  <a:ext uri="{FF2B5EF4-FFF2-40B4-BE49-F238E27FC236}">
                    <a16:creationId xmlns:a16="http://schemas.microsoft.com/office/drawing/2014/main" id="{F1943D20-1404-03A2-F578-BF100AFE3F99}"/>
                  </a:ext>
                </a:extLst>
              </p:cNvPr>
              <p:cNvSpPr/>
              <p:nvPr/>
            </p:nvSpPr>
            <p:spPr>
              <a:xfrm>
                <a:off x="5625275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67" name="pg866">
                <a:extLst>
                  <a:ext uri="{FF2B5EF4-FFF2-40B4-BE49-F238E27FC236}">
                    <a16:creationId xmlns:a16="http://schemas.microsoft.com/office/drawing/2014/main" id="{AE58A935-0EC6-B12C-272D-F3BACF0FA6D9}"/>
                  </a:ext>
                </a:extLst>
              </p:cNvPr>
              <p:cNvSpPr/>
              <p:nvPr/>
            </p:nvSpPr>
            <p:spPr>
              <a:xfrm>
                <a:off x="5636912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68" name="pg867">
                <a:extLst>
                  <a:ext uri="{FF2B5EF4-FFF2-40B4-BE49-F238E27FC236}">
                    <a16:creationId xmlns:a16="http://schemas.microsoft.com/office/drawing/2014/main" id="{4A12941A-F701-8374-CD57-271829DDD253}"/>
                  </a:ext>
                </a:extLst>
              </p:cNvPr>
              <p:cNvSpPr/>
              <p:nvPr/>
            </p:nvSpPr>
            <p:spPr>
              <a:xfrm>
                <a:off x="5648549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69" name="pg868">
                <a:extLst>
                  <a:ext uri="{FF2B5EF4-FFF2-40B4-BE49-F238E27FC236}">
                    <a16:creationId xmlns:a16="http://schemas.microsoft.com/office/drawing/2014/main" id="{3096268A-A972-E080-6604-6C538364136B}"/>
                  </a:ext>
                </a:extLst>
              </p:cNvPr>
              <p:cNvSpPr/>
              <p:nvPr/>
            </p:nvSpPr>
            <p:spPr>
              <a:xfrm>
                <a:off x="5660186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70" name="pg869">
                <a:extLst>
                  <a:ext uri="{FF2B5EF4-FFF2-40B4-BE49-F238E27FC236}">
                    <a16:creationId xmlns:a16="http://schemas.microsoft.com/office/drawing/2014/main" id="{7F92FA64-D9C6-4F20-AD88-5CBA6A82F334}"/>
                  </a:ext>
                </a:extLst>
              </p:cNvPr>
              <p:cNvSpPr/>
              <p:nvPr/>
            </p:nvSpPr>
            <p:spPr>
              <a:xfrm>
                <a:off x="5671824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71" name="pg870">
                <a:extLst>
                  <a:ext uri="{FF2B5EF4-FFF2-40B4-BE49-F238E27FC236}">
                    <a16:creationId xmlns:a16="http://schemas.microsoft.com/office/drawing/2014/main" id="{3141B224-AE49-5FCB-8A80-5DB2040A1FCF}"/>
                  </a:ext>
                </a:extLst>
              </p:cNvPr>
              <p:cNvSpPr/>
              <p:nvPr/>
            </p:nvSpPr>
            <p:spPr>
              <a:xfrm>
                <a:off x="5683461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72" name="pg871">
                <a:extLst>
                  <a:ext uri="{FF2B5EF4-FFF2-40B4-BE49-F238E27FC236}">
                    <a16:creationId xmlns:a16="http://schemas.microsoft.com/office/drawing/2014/main" id="{99B0F26F-5B1E-2B3A-9498-01F4593F5A4C}"/>
                  </a:ext>
                </a:extLst>
              </p:cNvPr>
              <p:cNvSpPr/>
              <p:nvPr/>
            </p:nvSpPr>
            <p:spPr>
              <a:xfrm>
                <a:off x="5695098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73" name="pg872">
                <a:extLst>
                  <a:ext uri="{FF2B5EF4-FFF2-40B4-BE49-F238E27FC236}">
                    <a16:creationId xmlns:a16="http://schemas.microsoft.com/office/drawing/2014/main" id="{911BE39F-4AD3-3A17-A204-FC28CEFA6E23}"/>
                  </a:ext>
                </a:extLst>
              </p:cNvPr>
              <p:cNvSpPr/>
              <p:nvPr/>
            </p:nvSpPr>
            <p:spPr>
              <a:xfrm>
                <a:off x="5706736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74" name="pg873">
                <a:extLst>
                  <a:ext uri="{FF2B5EF4-FFF2-40B4-BE49-F238E27FC236}">
                    <a16:creationId xmlns:a16="http://schemas.microsoft.com/office/drawing/2014/main" id="{8AD61A20-ACA2-A056-193C-DDD3E114CE19}"/>
                  </a:ext>
                </a:extLst>
              </p:cNvPr>
              <p:cNvSpPr/>
              <p:nvPr/>
            </p:nvSpPr>
            <p:spPr>
              <a:xfrm>
                <a:off x="5718373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75" name="pg874">
                <a:extLst>
                  <a:ext uri="{FF2B5EF4-FFF2-40B4-BE49-F238E27FC236}">
                    <a16:creationId xmlns:a16="http://schemas.microsoft.com/office/drawing/2014/main" id="{FB8B9CF3-A090-7C94-3200-419717CCFC7B}"/>
                  </a:ext>
                </a:extLst>
              </p:cNvPr>
              <p:cNvSpPr/>
              <p:nvPr/>
            </p:nvSpPr>
            <p:spPr>
              <a:xfrm>
                <a:off x="5730010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76" name="pg875">
                <a:extLst>
                  <a:ext uri="{FF2B5EF4-FFF2-40B4-BE49-F238E27FC236}">
                    <a16:creationId xmlns:a16="http://schemas.microsoft.com/office/drawing/2014/main" id="{BE118E4B-26EF-BE56-4C7A-D5171499226F}"/>
                  </a:ext>
                </a:extLst>
              </p:cNvPr>
              <p:cNvSpPr/>
              <p:nvPr/>
            </p:nvSpPr>
            <p:spPr>
              <a:xfrm>
                <a:off x="5741648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77" name="pg876">
                <a:extLst>
                  <a:ext uri="{FF2B5EF4-FFF2-40B4-BE49-F238E27FC236}">
                    <a16:creationId xmlns:a16="http://schemas.microsoft.com/office/drawing/2014/main" id="{8CBC9F94-E398-14F2-2576-02B82444FB13}"/>
                  </a:ext>
                </a:extLst>
              </p:cNvPr>
              <p:cNvSpPr/>
              <p:nvPr/>
            </p:nvSpPr>
            <p:spPr>
              <a:xfrm>
                <a:off x="5753285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78" name="pg877">
                <a:extLst>
                  <a:ext uri="{FF2B5EF4-FFF2-40B4-BE49-F238E27FC236}">
                    <a16:creationId xmlns:a16="http://schemas.microsoft.com/office/drawing/2014/main" id="{4467B47A-17B9-83B6-B9C5-67B1A66CE398}"/>
                  </a:ext>
                </a:extLst>
              </p:cNvPr>
              <p:cNvSpPr/>
              <p:nvPr/>
            </p:nvSpPr>
            <p:spPr>
              <a:xfrm>
                <a:off x="5764922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79" name="pg878">
                <a:extLst>
                  <a:ext uri="{FF2B5EF4-FFF2-40B4-BE49-F238E27FC236}">
                    <a16:creationId xmlns:a16="http://schemas.microsoft.com/office/drawing/2014/main" id="{32E661BE-194E-FF90-D13F-DC6EE53F8300}"/>
                  </a:ext>
                </a:extLst>
              </p:cNvPr>
              <p:cNvSpPr/>
              <p:nvPr/>
            </p:nvSpPr>
            <p:spPr>
              <a:xfrm>
                <a:off x="5776560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80" name="pg879">
                <a:extLst>
                  <a:ext uri="{FF2B5EF4-FFF2-40B4-BE49-F238E27FC236}">
                    <a16:creationId xmlns:a16="http://schemas.microsoft.com/office/drawing/2014/main" id="{0574449A-6CE7-2F3B-1CEA-46AA7592F188}"/>
                  </a:ext>
                </a:extLst>
              </p:cNvPr>
              <p:cNvSpPr/>
              <p:nvPr/>
            </p:nvSpPr>
            <p:spPr>
              <a:xfrm>
                <a:off x="5788197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81" name="pg880">
                <a:extLst>
                  <a:ext uri="{FF2B5EF4-FFF2-40B4-BE49-F238E27FC236}">
                    <a16:creationId xmlns:a16="http://schemas.microsoft.com/office/drawing/2014/main" id="{8A9F3111-290F-3C00-376D-B3610E21E2BB}"/>
                  </a:ext>
                </a:extLst>
              </p:cNvPr>
              <p:cNvSpPr/>
              <p:nvPr/>
            </p:nvSpPr>
            <p:spPr>
              <a:xfrm>
                <a:off x="5799834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82" name="pg881">
                <a:extLst>
                  <a:ext uri="{FF2B5EF4-FFF2-40B4-BE49-F238E27FC236}">
                    <a16:creationId xmlns:a16="http://schemas.microsoft.com/office/drawing/2014/main" id="{4FC3245A-1ECE-CC7F-8081-2AC6EFD29F1C}"/>
                  </a:ext>
                </a:extLst>
              </p:cNvPr>
              <p:cNvSpPr/>
              <p:nvPr/>
            </p:nvSpPr>
            <p:spPr>
              <a:xfrm>
                <a:off x="5811472" y="32083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83" name="pg882">
                <a:extLst>
                  <a:ext uri="{FF2B5EF4-FFF2-40B4-BE49-F238E27FC236}">
                    <a16:creationId xmlns:a16="http://schemas.microsoft.com/office/drawing/2014/main" id="{0EF85F4D-C33D-75B9-8B5E-D324D563C2AE}"/>
                  </a:ext>
                </a:extLst>
              </p:cNvPr>
              <p:cNvSpPr/>
              <p:nvPr/>
            </p:nvSpPr>
            <p:spPr>
              <a:xfrm>
                <a:off x="5613637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84" name="pg883">
                <a:extLst>
                  <a:ext uri="{FF2B5EF4-FFF2-40B4-BE49-F238E27FC236}">
                    <a16:creationId xmlns:a16="http://schemas.microsoft.com/office/drawing/2014/main" id="{905B240C-F0CD-F212-3B49-CC56575AEE3A}"/>
                  </a:ext>
                </a:extLst>
              </p:cNvPr>
              <p:cNvSpPr/>
              <p:nvPr/>
            </p:nvSpPr>
            <p:spPr>
              <a:xfrm>
                <a:off x="5625275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85" name="pg884">
                <a:extLst>
                  <a:ext uri="{FF2B5EF4-FFF2-40B4-BE49-F238E27FC236}">
                    <a16:creationId xmlns:a16="http://schemas.microsoft.com/office/drawing/2014/main" id="{E2B71EF6-E414-5F90-3358-597AB5937B90}"/>
                  </a:ext>
                </a:extLst>
              </p:cNvPr>
              <p:cNvSpPr/>
              <p:nvPr/>
            </p:nvSpPr>
            <p:spPr>
              <a:xfrm>
                <a:off x="5636912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86" name="pg885">
                <a:extLst>
                  <a:ext uri="{FF2B5EF4-FFF2-40B4-BE49-F238E27FC236}">
                    <a16:creationId xmlns:a16="http://schemas.microsoft.com/office/drawing/2014/main" id="{8C74810A-B243-5D37-84A5-A6E4F7BFEB7E}"/>
                  </a:ext>
                </a:extLst>
              </p:cNvPr>
              <p:cNvSpPr/>
              <p:nvPr/>
            </p:nvSpPr>
            <p:spPr>
              <a:xfrm>
                <a:off x="5648549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87" name="pg886">
                <a:extLst>
                  <a:ext uri="{FF2B5EF4-FFF2-40B4-BE49-F238E27FC236}">
                    <a16:creationId xmlns:a16="http://schemas.microsoft.com/office/drawing/2014/main" id="{08B2899B-1963-2B8E-EDAF-A607DB7807A8}"/>
                  </a:ext>
                </a:extLst>
              </p:cNvPr>
              <p:cNvSpPr/>
              <p:nvPr/>
            </p:nvSpPr>
            <p:spPr>
              <a:xfrm>
                <a:off x="5660186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88" name="pg887">
                <a:extLst>
                  <a:ext uri="{FF2B5EF4-FFF2-40B4-BE49-F238E27FC236}">
                    <a16:creationId xmlns:a16="http://schemas.microsoft.com/office/drawing/2014/main" id="{AF65C841-565F-C195-D965-C5536847CD6D}"/>
                  </a:ext>
                </a:extLst>
              </p:cNvPr>
              <p:cNvSpPr/>
              <p:nvPr/>
            </p:nvSpPr>
            <p:spPr>
              <a:xfrm>
                <a:off x="5671824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89" name="pg888">
                <a:extLst>
                  <a:ext uri="{FF2B5EF4-FFF2-40B4-BE49-F238E27FC236}">
                    <a16:creationId xmlns:a16="http://schemas.microsoft.com/office/drawing/2014/main" id="{82D637EC-8439-CA72-005B-38BB2BA04BA5}"/>
                  </a:ext>
                </a:extLst>
              </p:cNvPr>
              <p:cNvSpPr/>
              <p:nvPr/>
            </p:nvSpPr>
            <p:spPr>
              <a:xfrm>
                <a:off x="5683461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90" name="pg889">
                <a:extLst>
                  <a:ext uri="{FF2B5EF4-FFF2-40B4-BE49-F238E27FC236}">
                    <a16:creationId xmlns:a16="http://schemas.microsoft.com/office/drawing/2014/main" id="{8954684E-9F48-AA5F-6B64-93D25A1ADBF2}"/>
                  </a:ext>
                </a:extLst>
              </p:cNvPr>
              <p:cNvSpPr/>
              <p:nvPr/>
            </p:nvSpPr>
            <p:spPr>
              <a:xfrm>
                <a:off x="5695098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91" name="pg890">
                <a:extLst>
                  <a:ext uri="{FF2B5EF4-FFF2-40B4-BE49-F238E27FC236}">
                    <a16:creationId xmlns:a16="http://schemas.microsoft.com/office/drawing/2014/main" id="{A6F070D1-59AD-D7B9-AE09-20487335376C}"/>
                  </a:ext>
                </a:extLst>
              </p:cNvPr>
              <p:cNvSpPr/>
              <p:nvPr/>
            </p:nvSpPr>
            <p:spPr>
              <a:xfrm>
                <a:off x="5706736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92" name="pg891">
                <a:extLst>
                  <a:ext uri="{FF2B5EF4-FFF2-40B4-BE49-F238E27FC236}">
                    <a16:creationId xmlns:a16="http://schemas.microsoft.com/office/drawing/2014/main" id="{F20D7C54-FD2D-6338-A350-748C8D958E9F}"/>
                  </a:ext>
                </a:extLst>
              </p:cNvPr>
              <p:cNvSpPr/>
              <p:nvPr/>
            </p:nvSpPr>
            <p:spPr>
              <a:xfrm>
                <a:off x="5718373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93" name="pg892">
                <a:extLst>
                  <a:ext uri="{FF2B5EF4-FFF2-40B4-BE49-F238E27FC236}">
                    <a16:creationId xmlns:a16="http://schemas.microsoft.com/office/drawing/2014/main" id="{8D30D403-FB91-2849-F1BA-E3C475B56994}"/>
                  </a:ext>
                </a:extLst>
              </p:cNvPr>
              <p:cNvSpPr/>
              <p:nvPr/>
            </p:nvSpPr>
            <p:spPr>
              <a:xfrm>
                <a:off x="5730010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94" name="pg893">
                <a:extLst>
                  <a:ext uri="{FF2B5EF4-FFF2-40B4-BE49-F238E27FC236}">
                    <a16:creationId xmlns:a16="http://schemas.microsoft.com/office/drawing/2014/main" id="{6E673640-6E37-EC5A-CB58-C20913E6F634}"/>
                  </a:ext>
                </a:extLst>
              </p:cNvPr>
              <p:cNvSpPr/>
              <p:nvPr/>
            </p:nvSpPr>
            <p:spPr>
              <a:xfrm>
                <a:off x="5741648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95" name="pg894">
                <a:extLst>
                  <a:ext uri="{FF2B5EF4-FFF2-40B4-BE49-F238E27FC236}">
                    <a16:creationId xmlns:a16="http://schemas.microsoft.com/office/drawing/2014/main" id="{DEB9118D-8BD4-7159-3FBE-3B92CA155FD3}"/>
                  </a:ext>
                </a:extLst>
              </p:cNvPr>
              <p:cNvSpPr/>
              <p:nvPr/>
            </p:nvSpPr>
            <p:spPr>
              <a:xfrm>
                <a:off x="5753285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96" name="pg895">
                <a:extLst>
                  <a:ext uri="{FF2B5EF4-FFF2-40B4-BE49-F238E27FC236}">
                    <a16:creationId xmlns:a16="http://schemas.microsoft.com/office/drawing/2014/main" id="{FB335B32-1CB1-3EB7-3346-D2A7D571A6EB}"/>
                  </a:ext>
                </a:extLst>
              </p:cNvPr>
              <p:cNvSpPr/>
              <p:nvPr/>
            </p:nvSpPr>
            <p:spPr>
              <a:xfrm>
                <a:off x="5764922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97" name="pg896">
                <a:extLst>
                  <a:ext uri="{FF2B5EF4-FFF2-40B4-BE49-F238E27FC236}">
                    <a16:creationId xmlns:a16="http://schemas.microsoft.com/office/drawing/2014/main" id="{4AFEDCCA-75CB-6BE4-F0BC-A61E1169788E}"/>
                  </a:ext>
                </a:extLst>
              </p:cNvPr>
              <p:cNvSpPr/>
              <p:nvPr/>
            </p:nvSpPr>
            <p:spPr>
              <a:xfrm>
                <a:off x="5776560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98" name="pg897">
                <a:extLst>
                  <a:ext uri="{FF2B5EF4-FFF2-40B4-BE49-F238E27FC236}">
                    <a16:creationId xmlns:a16="http://schemas.microsoft.com/office/drawing/2014/main" id="{312463F1-4FAC-7AE5-C8B4-DABE5C020C9C}"/>
                  </a:ext>
                </a:extLst>
              </p:cNvPr>
              <p:cNvSpPr/>
              <p:nvPr/>
            </p:nvSpPr>
            <p:spPr>
              <a:xfrm>
                <a:off x="5788197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299" name="pg898">
                <a:extLst>
                  <a:ext uri="{FF2B5EF4-FFF2-40B4-BE49-F238E27FC236}">
                    <a16:creationId xmlns:a16="http://schemas.microsoft.com/office/drawing/2014/main" id="{F4E5F14D-13ED-8C08-D2FD-4C8C8773448A}"/>
                  </a:ext>
                </a:extLst>
              </p:cNvPr>
              <p:cNvSpPr/>
              <p:nvPr/>
            </p:nvSpPr>
            <p:spPr>
              <a:xfrm>
                <a:off x="5799834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00" name="pg899">
                <a:extLst>
                  <a:ext uri="{FF2B5EF4-FFF2-40B4-BE49-F238E27FC236}">
                    <a16:creationId xmlns:a16="http://schemas.microsoft.com/office/drawing/2014/main" id="{A2819470-59D0-AB30-5B2C-545ED9A4BEF3}"/>
                  </a:ext>
                </a:extLst>
              </p:cNvPr>
              <p:cNvSpPr/>
              <p:nvPr/>
            </p:nvSpPr>
            <p:spPr>
              <a:xfrm>
                <a:off x="5811472" y="322263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01" name="pg900">
                <a:extLst>
                  <a:ext uri="{FF2B5EF4-FFF2-40B4-BE49-F238E27FC236}">
                    <a16:creationId xmlns:a16="http://schemas.microsoft.com/office/drawing/2014/main" id="{DF0B9938-11C5-66B8-7E4F-50B2929CD535}"/>
                  </a:ext>
                </a:extLst>
              </p:cNvPr>
              <p:cNvSpPr/>
              <p:nvPr/>
            </p:nvSpPr>
            <p:spPr>
              <a:xfrm>
                <a:off x="5613637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02" name="pg901">
                <a:extLst>
                  <a:ext uri="{FF2B5EF4-FFF2-40B4-BE49-F238E27FC236}">
                    <a16:creationId xmlns:a16="http://schemas.microsoft.com/office/drawing/2014/main" id="{9DFB6A47-9F42-14B1-0CF3-8368B0DC71BC}"/>
                  </a:ext>
                </a:extLst>
              </p:cNvPr>
              <p:cNvSpPr/>
              <p:nvPr/>
            </p:nvSpPr>
            <p:spPr>
              <a:xfrm>
                <a:off x="5625275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03" name="pg902">
                <a:extLst>
                  <a:ext uri="{FF2B5EF4-FFF2-40B4-BE49-F238E27FC236}">
                    <a16:creationId xmlns:a16="http://schemas.microsoft.com/office/drawing/2014/main" id="{23C545C6-910A-54A3-CC59-890129985A37}"/>
                  </a:ext>
                </a:extLst>
              </p:cNvPr>
              <p:cNvSpPr/>
              <p:nvPr/>
            </p:nvSpPr>
            <p:spPr>
              <a:xfrm>
                <a:off x="5636912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04" name="pg903">
                <a:extLst>
                  <a:ext uri="{FF2B5EF4-FFF2-40B4-BE49-F238E27FC236}">
                    <a16:creationId xmlns:a16="http://schemas.microsoft.com/office/drawing/2014/main" id="{EDE75DDF-C797-782A-4895-DB4E0B45BF33}"/>
                  </a:ext>
                </a:extLst>
              </p:cNvPr>
              <p:cNvSpPr/>
              <p:nvPr/>
            </p:nvSpPr>
            <p:spPr>
              <a:xfrm>
                <a:off x="5648549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05" name="pg904">
                <a:extLst>
                  <a:ext uri="{FF2B5EF4-FFF2-40B4-BE49-F238E27FC236}">
                    <a16:creationId xmlns:a16="http://schemas.microsoft.com/office/drawing/2014/main" id="{6EDBF9B1-7CAF-880D-BD55-833A29C6132B}"/>
                  </a:ext>
                </a:extLst>
              </p:cNvPr>
              <p:cNvSpPr/>
              <p:nvPr/>
            </p:nvSpPr>
            <p:spPr>
              <a:xfrm>
                <a:off x="5660186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06" name="pg905">
                <a:extLst>
                  <a:ext uri="{FF2B5EF4-FFF2-40B4-BE49-F238E27FC236}">
                    <a16:creationId xmlns:a16="http://schemas.microsoft.com/office/drawing/2014/main" id="{C9E8F920-E4B2-F67A-097A-91D83294A512}"/>
                  </a:ext>
                </a:extLst>
              </p:cNvPr>
              <p:cNvSpPr/>
              <p:nvPr/>
            </p:nvSpPr>
            <p:spPr>
              <a:xfrm>
                <a:off x="5671824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07" name="pg906">
                <a:extLst>
                  <a:ext uri="{FF2B5EF4-FFF2-40B4-BE49-F238E27FC236}">
                    <a16:creationId xmlns:a16="http://schemas.microsoft.com/office/drawing/2014/main" id="{0F83A430-009B-856B-234E-32975CDCE7A6}"/>
                  </a:ext>
                </a:extLst>
              </p:cNvPr>
              <p:cNvSpPr/>
              <p:nvPr/>
            </p:nvSpPr>
            <p:spPr>
              <a:xfrm>
                <a:off x="5683461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08" name="pg907">
                <a:extLst>
                  <a:ext uri="{FF2B5EF4-FFF2-40B4-BE49-F238E27FC236}">
                    <a16:creationId xmlns:a16="http://schemas.microsoft.com/office/drawing/2014/main" id="{CF3720A2-004B-5A89-B32D-22EF1393D364}"/>
                  </a:ext>
                </a:extLst>
              </p:cNvPr>
              <p:cNvSpPr/>
              <p:nvPr/>
            </p:nvSpPr>
            <p:spPr>
              <a:xfrm>
                <a:off x="5695098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09" name="pg908">
                <a:extLst>
                  <a:ext uri="{FF2B5EF4-FFF2-40B4-BE49-F238E27FC236}">
                    <a16:creationId xmlns:a16="http://schemas.microsoft.com/office/drawing/2014/main" id="{F11F3942-3BE7-5F9D-E5C8-77ABAD3E35C7}"/>
                  </a:ext>
                </a:extLst>
              </p:cNvPr>
              <p:cNvSpPr/>
              <p:nvPr/>
            </p:nvSpPr>
            <p:spPr>
              <a:xfrm>
                <a:off x="5706736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10" name="pg909">
                <a:extLst>
                  <a:ext uri="{FF2B5EF4-FFF2-40B4-BE49-F238E27FC236}">
                    <a16:creationId xmlns:a16="http://schemas.microsoft.com/office/drawing/2014/main" id="{D01B1930-2CE2-6120-6644-2B258D82784E}"/>
                  </a:ext>
                </a:extLst>
              </p:cNvPr>
              <p:cNvSpPr/>
              <p:nvPr/>
            </p:nvSpPr>
            <p:spPr>
              <a:xfrm>
                <a:off x="5718373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11" name="pg910">
                <a:extLst>
                  <a:ext uri="{FF2B5EF4-FFF2-40B4-BE49-F238E27FC236}">
                    <a16:creationId xmlns:a16="http://schemas.microsoft.com/office/drawing/2014/main" id="{9129053F-30DE-2E0B-8268-0C746A9071CE}"/>
                  </a:ext>
                </a:extLst>
              </p:cNvPr>
              <p:cNvSpPr/>
              <p:nvPr/>
            </p:nvSpPr>
            <p:spPr>
              <a:xfrm>
                <a:off x="5730010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12" name="pg911">
                <a:extLst>
                  <a:ext uri="{FF2B5EF4-FFF2-40B4-BE49-F238E27FC236}">
                    <a16:creationId xmlns:a16="http://schemas.microsoft.com/office/drawing/2014/main" id="{777E9AD6-A761-8AAC-C0F0-4B96B9E8D6AF}"/>
                  </a:ext>
                </a:extLst>
              </p:cNvPr>
              <p:cNvSpPr/>
              <p:nvPr/>
            </p:nvSpPr>
            <p:spPr>
              <a:xfrm>
                <a:off x="5741648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13" name="pg912">
                <a:extLst>
                  <a:ext uri="{FF2B5EF4-FFF2-40B4-BE49-F238E27FC236}">
                    <a16:creationId xmlns:a16="http://schemas.microsoft.com/office/drawing/2014/main" id="{5091017D-495C-CBAF-DBF3-549CE7CE11FE}"/>
                  </a:ext>
                </a:extLst>
              </p:cNvPr>
              <p:cNvSpPr/>
              <p:nvPr/>
            </p:nvSpPr>
            <p:spPr>
              <a:xfrm>
                <a:off x="5753285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14" name="pg913">
                <a:extLst>
                  <a:ext uri="{FF2B5EF4-FFF2-40B4-BE49-F238E27FC236}">
                    <a16:creationId xmlns:a16="http://schemas.microsoft.com/office/drawing/2014/main" id="{05EC412B-5BA1-C4BB-539F-4752AF6DDECA}"/>
                  </a:ext>
                </a:extLst>
              </p:cNvPr>
              <p:cNvSpPr/>
              <p:nvPr/>
            </p:nvSpPr>
            <p:spPr>
              <a:xfrm>
                <a:off x="5764922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15" name="pg914">
                <a:extLst>
                  <a:ext uri="{FF2B5EF4-FFF2-40B4-BE49-F238E27FC236}">
                    <a16:creationId xmlns:a16="http://schemas.microsoft.com/office/drawing/2014/main" id="{5EAD3CF2-A5C8-512B-F2BB-F1488EDA3D53}"/>
                  </a:ext>
                </a:extLst>
              </p:cNvPr>
              <p:cNvSpPr/>
              <p:nvPr/>
            </p:nvSpPr>
            <p:spPr>
              <a:xfrm>
                <a:off x="5776560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16" name="pg915">
                <a:extLst>
                  <a:ext uri="{FF2B5EF4-FFF2-40B4-BE49-F238E27FC236}">
                    <a16:creationId xmlns:a16="http://schemas.microsoft.com/office/drawing/2014/main" id="{79C31AFB-C097-B46E-20F1-E21285E22459}"/>
                  </a:ext>
                </a:extLst>
              </p:cNvPr>
              <p:cNvSpPr/>
              <p:nvPr/>
            </p:nvSpPr>
            <p:spPr>
              <a:xfrm>
                <a:off x="5788197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17" name="pg916">
                <a:extLst>
                  <a:ext uri="{FF2B5EF4-FFF2-40B4-BE49-F238E27FC236}">
                    <a16:creationId xmlns:a16="http://schemas.microsoft.com/office/drawing/2014/main" id="{ABE6B91B-3D25-E83B-8A4E-ED5B6B667177}"/>
                  </a:ext>
                </a:extLst>
              </p:cNvPr>
              <p:cNvSpPr/>
              <p:nvPr/>
            </p:nvSpPr>
            <p:spPr>
              <a:xfrm>
                <a:off x="5799834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18" name="pg917">
                <a:extLst>
                  <a:ext uri="{FF2B5EF4-FFF2-40B4-BE49-F238E27FC236}">
                    <a16:creationId xmlns:a16="http://schemas.microsoft.com/office/drawing/2014/main" id="{97AC4549-79E6-D542-CA65-5EFF012D7685}"/>
                  </a:ext>
                </a:extLst>
              </p:cNvPr>
              <p:cNvSpPr/>
              <p:nvPr/>
            </p:nvSpPr>
            <p:spPr>
              <a:xfrm>
                <a:off x="5811472" y="323693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19" name="pg918">
                <a:extLst>
                  <a:ext uri="{FF2B5EF4-FFF2-40B4-BE49-F238E27FC236}">
                    <a16:creationId xmlns:a16="http://schemas.microsoft.com/office/drawing/2014/main" id="{55FA52D6-A2F6-4007-2D20-8A96E3854BE3}"/>
                  </a:ext>
                </a:extLst>
              </p:cNvPr>
              <p:cNvSpPr/>
              <p:nvPr/>
            </p:nvSpPr>
            <p:spPr>
              <a:xfrm>
                <a:off x="5473989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20" name="pg919">
                <a:extLst>
                  <a:ext uri="{FF2B5EF4-FFF2-40B4-BE49-F238E27FC236}">
                    <a16:creationId xmlns:a16="http://schemas.microsoft.com/office/drawing/2014/main" id="{303A7234-1864-CB01-7C3D-D1CF1A1905CD}"/>
                  </a:ext>
                </a:extLst>
              </p:cNvPr>
              <p:cNvSpPr/>
              <p:nvPr/>
            </p:nvSpPr>
            <p:spPr>
              <a:xfrm>
                <a:off x="5520539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21" name="pg920">
                <a:extLst>
                  <a:ext uri="{FF2B5EF4-FFF2-40B4-BE49-F238E27FC236}">
                    <a16:creationId xmlns:a16="http://schemas.microsoft.com/office/drawing/2014/main" id="{737EC3F9-B65F-47C4-2080-B1592AB1D54D}"/>
                  </a:ext>
                </a:extLst>
              </p:cNvPr>
              <p:cNvSpPr/>
              <p:nvPr/>
            </p:nvSpPr>
            <p:spPr>
              <a:xfrm>
                <a:off x="5532176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22" name="pg921">
                <a:extLst>
                  <a:ext uri="{FF2B5EF4-FFF2-40B4-BE49-F238E27FC236}">
                    <a16:creationId xmlns:a16="http://schemas.microsoft.com/office/drawing/2014/main" id="{D48F8256-B312-6794-FC34-E3102958F93B}"/>
                  </a:ext>
                </a:extLst>
              </p:cNvPr>
              <p:cNvSpPr/>
              <p:nvPr/>
            </p:nvSpPr>
            <p:spPr>
              <a:xfrm>
                <a:off x="5543813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23" name="pg922">
                <a:extLst>
                  <a:ext uri="{FF2B5EF4-FFF2-40B4-BE49-F238E27FC236}">
                    <a16:creationId xmlns:a16="http://schemas.microsoft.com/office/drawing/2014/main" id="{950C7879-69B0-B990-2022-CABA33160C98}"/>
                  </a:ext>
                </a:extLst>
              </p:cNvPr>
              <p:cNvSpPr/>
              <p:nvPr/>
            </p:nvSpPr>
            <p:spPr>
              <a:xfrm>
                <a:off x="5555451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24" name="pg923">
                <a:extLst>
                  <a:ext uri="{FF2B5EF4-FFF2-40B4-BE49-F238E27FC236}">
                    <a16:creationId xmlns:a16="http://schemas.microsoft.com/office/drawing/2014/main" id="{6161FCE5-6FF2-93C0-87A1-96638C2566B7}"/>
                  </a:ext>
                </a:extLst>
              </p:cNvPr>
              <p:cNvSpPr/>
              <p:nvPr/>
            </p:nvSpPr>
            <p:spPr>
              <a:xfrm>
                <a:off x="5567088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25" name="pg924">
                <a:extLst>
                  <a:ext uri="{FF2B5EF4-FFF2-40B4-BE49-F238E27FC236}">
                    <a16:creationId xmlns:a16="http://schemas.microsoft.com/office/drawing/2014/main" id="{AC2D71DB-CE24-DEDD-5DE2-8FD6EE0EA6EE}"/>
                  </a:ext>
                </a:extLst>
              </p:cNvPr>
              <p:cNvSpPr/>
              <p:nvPr/>
            </p:nvSpPr>
            <p:spPr>
              <a:xfrm>
                <a:off x="5578725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26" name="pg925">
                <a:extLst>
                  <a:ext uri="{FF2B5EF4-FFF2-40B4-BE49-F238E27FC236}">
                    <a16:creationId xmlns:a16="http://schemas.microsoft.com/office/drawing/2014/main" id="{F4EFDEBE-3789-9416-909C-2090BB76C691}"/>
                  </a:ext>
                </a:extLst>
              </p:cNvPr>
              <p:cNvSpPr/>
              <p:nvPr/>
            </p:nvSpPr>
            <p:spPr>
              <a:xfrm>
                <a:off x="5590363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27" name="pg926">
                <a:extLst>
                  <a:ext uri="{FF2B5EF4-FFF2-40B4-BE49-F238E27FC236}">
                    <a16:creationId xmlns:a16="http://schemas.microsoft.com/office/drawing/2014/main" id="{22F21620-ADB6-D947-BC4F-BF3623F26AD5}"/>
                  </a:ext>
                </a:extLst>
              </p:cNvPr>
              <p:cNvSpPr/>
              <p:nvPr/>
            </p:nvSpPr>
            <p:spPr>
              <a:xfrm>
                <a:off x="5602000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28" name="pg927">
                <a:extLst>
                  <a:ext uri="{FF2B5EF4-FFF2-40B4-BE49-F238E27FC236}">
                    <a16:creationId xmlns:a16="http://schemas.microsoft.com/office/drawing/2014/main" id="{E46E41F3-C51A-599B-7BFF-707755A36917}"/>
                  </a:ext>
                </a:extLst>
              </p:cNvPr>
              <p:cNvSpPr/>
              <p:nvPr/>
            </p:nvSpPr>
            <p:spPr>
              <a:xfrm>
                <a:off x="5613637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29" name="pg928">
                <a:extLst>
                  <a:ext uri="{FF2B5EF4-FFF2-40B4-BE49-F238E27FC236}">
                    <a16:creationId xmlns:a16="http://schemas.microsoft.com/office/drawing/2014/main" id="{FC052DCA-FAFE-B4C5-BC36-FCA3B9AB26D5}"/>
                  </a:ext>
                </a:extLst>
              </p:cNvPr>
              <p:cNvSpPr/>
              <p:nvPr/>
            </p:nvSpPr>
            <p:spPr>
              <a:xfrm>
                <a:off x="5625275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30" name="pg929">
                <a:extLst>
                  <a:ext uri="{FF2B5EF4-FFF2-40B4-BE49-F238E27FC236}">
                    <a16:creationId xmlns:a16="http://schemas.microsoft.com/office/drawing/2014/main" id="{C415A2D8-CB02-E66A-0C93-2A32BFA48189}"/>
                  </a:ext>
                </a:extLst>
              </p:cNvPr>
              <p:cNvSpPr/>
              <p:nvPr/>
            </p:nvSpPr>
            <p:spPr>
              <a:xfrm>
                <a:off x="5636912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31" name="pg930">
                <a:extLst>
                  <a:ext uri="{FF2B5EF4-FFF2-40B4-BE49-F238E27FC236}">
                    <a16:creationId xmlns:a16="http://schemas.microsoft.com/office/drawing/2014/main" id="{3B69EC26-1139-57DF-8EA5-5FBB29DF16E0}"/>
                  </a:ext>
                </a:extLst>
              </p:cNvPr>
              <p:cNvSpPr/>
              <p:nvPr/>
            </p:nvSpPr>
            <p:spPr>
              <a:xfrm>
                <a:off x="5648549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32" name="pg931">
                <a:extLst>
                  <a:ext uri="{FF2B5EF4-FFF2-40B4-BE49-F238E27FC236}">
                    <a16:creationId xmlns:a16="http://schemas.microsoft.com/office/drawing/2014/main" id="{E811A25F-EEB7-28DB-0815-51C3330843D3}"/>
                  </a:ext>
                </a:extLst>
              </p:cNvPr>
              <p:cNvSpPr/>
              <p:nvPr/>
            </p:nvSpPr>
            <p:spPr>
              <a:xfrm>
                <a:off x="5660186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33" name="pg932">
                <a:extLst>
                  <a:ext uri="{FF2B5EF4-FFF2-40B4-BE49-F238E27FC236}">
                    <a16:creationId xmlns:a16="http://schemas.microsoft.com/office/drawing/2014/main" id="{033F87BB-05BE-6480-415C-CF3025C92296}"/>
                  </a:ext>
                </a:extLst>
              </p:cNvPr>
              <p:cNvSpPr/>
              <p:nvPr/>
            </p:nvSpPr>
            <p:spPr>
              <a:xfrm>
                <a:off x="5671824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34" name="pg933">
                <a:extLst>
                  <a:ext uri="{FF2B5EF4-FFF2-40B4-BE49-F238E27FC236}">
                    <a16:creationId xmlns:a16="http://schemas.microsoft.com/office/drawing/2014/main" id="{8A952676-D1E0-E3E0-0A7C-8851336F760E}"/>
                  </a:ext>
                </a:extLst>
              </p:cNvPr>
              <p:cNvSpPr/>
              <p:nvPr/>
            </p:nvSpPr>
            <p:spPr>
              <a:xfrm>
                <a:off x="5683461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35" name="pg934">
                <a:extLst>
                  <a:ext uri="{FF2B5EF4-FFF2-40B4-BE49-F238E27FC236}">
                    <a16:creationId xmlns:a16="http://schemas.microsoft.com/office/drawing/2014/main" id="{A2045E84-CF88-6D69-329B-E9AC910395DF}"/>
                  </a:ext>
                </a:extLst>
              </p:cNvPr>
              <p:cNvSpPr/>
              <p:nvPr/>
            </p:nvSpPr>
            <p:spPr>
              <a:xfrm>
                <a:off x="5695098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36" name="pg935">
                <a:extLst>
                  <a:ext uri="{FF2B5EF4-FFF2-40B4-BE49-F238E27FC236}">
                    <a16:creationId xmlns:a16="http://schemas.microsoft.com/office/drawing/2014/main" id="{C5DA2683-1138-21F1-C588-4F928F12500A}"/>
                  </a:ext>
                </a:extLst>
              </p:cNvPr>
              <p:cNvSpPr/>
              <p:nvPr/>
            </p:nvSpPr>
            <p:spPr>
              <a:xfrm>
                <a:off x="5706736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37" name="pg936">
                <a:extLst>
                  <a:ext uri="{FF2B5EF4-FFF2-40B4-BE49-F238E27FC236}">
                    <a16:creationId xmlns:a16="http://schemas.microsoft.com/office/drawing/2014/main" id="{268FDCD5-3BF1-32A2-39A9-7DDDC61DC24E}"/>
                  </a:ext>
                </a:extLst>
              </p:cNvPr>
              <p:cNvSpPr/>
              <p:nvPr/>
            </p:nvSpPr>
            <p:spPr>
              <a:xfrm>
                <a:off x="5718373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38" name="pg937">
                <a:extLst>
                  <a:ext uri="{FF2B5EF4-FFF2-40B4-BE49-F238E27FC236}">
                    <a16:creationId xmlns:a16="http://schemas.microsoft.com/office/drawing/2014/main" id="{EEBDA34C-AD2F-7D33-E675-3006F6E9EB3D}"/>
                  </a:ext>
                </a:extLst>
              </p:cNvPr>
              <p:cNvSpPr/>
              <p:nvPr/>
            </p:nvSpPr>
            <p:spPr>
              <a:xfrm>
                <a:off x="5730010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39" name="pg938">
                <a:extLst>
                  <a:ext uri="{FF2B5EF4-FFF2-40B4-BE49-F238E27FC236}">
                    <a16:creationId xmlns:a16="http://schemas.microsoft.com/office/drawing/2014/main" id="{BB50F913-9F34-AB28-57B6-A18A1701BF46}"/>
                  </a:ext>
                </a:extLst>
              </p:cNvPr>
              <p:cNvSpPr/>
              <p:nvPr/>
            </p:nvSpPr>
            <p:spPr>
              <a:xfrm>
                <a:off x="5741648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40" name="pg939">
                <a:extLst>
                  <a:ext uri="{FF2B5EF4-FFF2-40B4-BE49-F238E27FC236}">
                    <a16:creationId xmlns:a16="http://schemas.microsoft.com/office/drawing/2014/main" id="{2AE4F5FD-22C2-52CB-D418-5E331B61A413}"/>
                  </a:ext>
                </a:extLst>
              </p:cNvPr>
              <p:cNvSpPr/>
              <p:nvPr/>
            </p:nvSpPr>
            <p:spPr>
              <a:xfrm>
                <a:off x="5753285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41" name="pg940">
                <a:extLst>
                  <a:ext uri="{FF2B5EF4-FFF2-40B4-BE49-F238E27FC236}">
                    <a16:creationId xmlns:a16="http://schemas.microsoft.com/office/drawing/2014/main" id="{48F93673-7261-4808-8119-8E4E2CF22E49}"/>
                  </a:ext>
                </a:extLst>
              </p:cNvPr>
              <p:cNvSpPr/>
              <p:nvPr/>
            </p:nvSpPr>
            <p:spPr>
              <a:xfrm>
                <a:off x="5764922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42" name="pg941">
                <a:extLst>
                  <a:ext uri="{FF2B5EF4-FFF2-40B4-BE49-F238E27FC236}">
                    <a16:creationId xmlns:a16="http://schemas.microsoft.com/office/drawing/2014/main" id="{9E2EFBCB-63D9-5EDA-A0EA-0E2B9C812216}"/>
                  </a:ext>
                </a:extLst>
              </p:cNvPr>
              <p:cNvSpPr/>
              <p:nvPr/>
            </p:nvSpPr>
            <p:spPr>
              <a:xfrm>
                <a:off x="5776560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43" name="pg942">
                <a:extLst>
                  <a:ext uri="{FF2B5EF4-FFF2-40B4-BE49-F238E27FC236}">
                    <a16:creationId xmlns:a16="http://schemas.microsoft.com/office/drawing/2014/main" id="{05E44192-4FFC-C4C8-373C-D343A8C6A7DA}"/>
                  </a:ext>
                </a:extLst>
              </p:cNvPr>
              <p:cNvSpPr/>
              <p:nvPr/>
            </p:nvSpPr>
            <p:spPr>
              <a:xfrm>
                <a:off x="5788197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44" name="pg943">
                <a:extLst>
                  <a:ext uri="{FF2B5EF4-FFF2-40B4-BE49-F238E27FC236}">
                    <a16:creationId xmlns:a16="http://schemas.microsoft.com/office/drawing/2014/main" id="{8BF3604D-568B-F4BE-E8EF-5DCA3A5AC400}"/>
                  </a:ext>
                </a:extLst>
              </p:cNvPr>
              <p:cNvSpPr/>
              <p:nvPr/>
            </p:nvSpPr>
            <p:spPr>
              <a:xfrm>
                <a:off x="5799834" y="32512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45" name="pg944">
                <a:extLst>
                  <a:ext uri="{FF2B5EF4-FFF2-40B4-BE49-F238E27FC236}">
                    <a16:creationId xmlns:a16="http://schemas.microsoft.com/office/drawing/2014/main" id="{610FCA2D-E860-1713-0256-C339D835E61D}"/>
                  </a:ext>
                </a:extLst>
              </p:cNvPr>
              <p:cNvSpPr/>
              <p:nvPr/>
            </p:nvSpPr>
            <p:spPr>
              <a:xfrm>
                <a:off x="5345979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46" name="pg945">
                <a:extLst>
                  <a:ext uri="{FF2B5EF4-FFF2-40B4-BE49-F238E27FC236}">
                    <a16:creationId xmlns:a16="http://schemas.microsoft.com/office/drawing/2014/main" id="{28556B99-E5D9-A4B5-D6FB-69154C256C16}"/>
                  </a:ext>
                </a:extLst>
              </p:cNvPr>
              <p:cNvSpPr/>
              <p:nvPr/>
            </p:nvSpPr>
            <p:spPr>
              <a:xfrm>
                <a:off x="5357616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47" name="pg946">
                <a:extLst>
                  <a:ext uri="{FF2B5EF4-FFF2-40B4-BE49-F238E27FC236}">
                    <a16:creationId xmlns:a16="http://schemas.microsoft.com/office/drawing/2014/main" id="{55E68B21-1560-3E16-08A2-6281ECE4CD9B}"/>
                  </a:ext>
                </a:extLst>
              </p:cNvPr>
              <p:cNvSpPr/>
              <p:nvPr/>
            </p:nvSpPr>
            <p:spPr>
              <a:xfrm>
                <a:off x="5369253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48" name="pg947">
                <a:extLst>
                  <a:ext uri="{FF2B5EF4-FFF2-40B4-BE49-F238E27FC236}">
                    <a16:creationId xmlns:a16="http://schemas.microsoft.com/office/drawing/2014/main" id="{EFBAAEAF-EF2E-0810-0932-E41B09973F51}"/>
                  </a:ext>
                </a:extLst>
              </p:cNvPr>
              <p:cNvSpPr/>
              <p:nvPr/>
            </p:nvSpPr>
            <p:spPr>
              <a:xfrm>
                <a:off x="5439077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49" name="pg948">
                <a:extLst>
                  <a:ext uri="{FF2B5EF4-FFF2-40B4-BE49-F238E27FC236}">
                    <a16:creationId xmlns:a16="http://schemas.microsoft.com/office/drawing/2014/main" id="{75ABA135-6136-FF75-E4D1-D59C01C4F16E}"/>
                  </a:ext>
                </a:extLst>
              </p:cNvPr>
              <p:cNvSpPr/>
              <p:nvPr/>
            </p:nvSpPr>
            <p:spPr>
              <a:xfrm>
                <a:off x="5450715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50" name="pg949">
                <a:extLst>
                  <a:ext uri="{FF2B5EF4-FFF2-40B4-BE49-F238E27FC236}">
                    <a16:creationId xmlns:a16="http://schemas.microsoft.com/office/drawing/2014/main" id="{26FFCA7C-699B-1A7B-0713-8AEE7C02423A}"/>
                  </a:ext>
                </a:extLst>
              </p:cNvPr>
              <p:cNvSpPr/>
              <p:nvPr/>
            </p:nvSpPr>
            <p:spPr>
              <a:xfrm>
                <a:off x="5462352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51" name="pg950">
                <a:extLst>
                  <a:ext uri="{FF2B5EF4-FFF2-40B4-BE49-F238E27FC236}">
                    <a16:creationId xmlns:a16="http://schemas.microsoft.com/office/drawing/2014/main" id="{F68275FE-0EEC-22F1-B9D1-D2893243CE61}"/>
                  </a:ext>
                </a:extLst>
              </p:cNvPr>
              <p:cNvSpPr/>
              <p:nvPr/>
            </p:nvSpPr>
            <p:spPr>
              <a:xfrm>
                <a:off x="5473989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52" name="pg951">
                <a:extLst>
                  <a:ext uri="{FF2B5EF4-FFF2-40B4-BE49-F238E27FC236}">
                    <a16:creationId xmlns:a16="http://schemas.microsoft.com/office/drawing/2014/main" id="{5C39CFA0-6449-B939-4FC7-44A2F05EA050}"/>
                  </a:ext>
                </a:extLst>
              </p:cNvPr>
              <p:cNvSpPr/>
              <p:nvPr/>
            </p:nvSpPr>
            <p:spPr>
              <a:xfrm>
                <a:off x="5485627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53" name="pg952">
                <a:extLst>
                  <a:ext uri="{FF2B5EF4-FFF2-40B4-BE49-F238E27FC236}">
                    <a16:creationId xmlns:a16="http://schemas.microsoft.com/office/drawing/2014/main" id="{5EDE4E9C-2247-D25F-9863-0FE34EE0F216}"/>
                  </a:ext>
                </a:extLst>
              </p:cNvPr>
              <p:cNvSpPr/>
              <p:nvPr/>
            </p:nvSpPr>
            <p:spPr>
              <a:xfrm>
                <a:off x="5497264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54" name="pg953">
                <a:extLst>
                  <a:ext uri="{FF2B5EF4-FFF2-40B4-BE49-F238E27FC236}">
                    <a16:creationId xmlns:a16="http://schemas.microsoft.com/office/drawing/2014/main" id="{27DD4E32-21DA-9427-429D-F8484070BE21}"/>
                  </a:ext>
                </a:extLst>
              </p:cNvPr>
              <p:cNvSpPr/>
              <p:nvPr/>
            </p:nvSpPr>
            <p:spPr>
              <a:xfrm>
                <a:off x="5508901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55" name="pg954">
                <a:extLst>
                  <a:ext uri="{FF2B5EF4-FFF2-40B4-BE49-F238E27FC236}">
                    <a16:creationId xmlns:a16="http://schemas.microsoft.com/office/drawing/2014/main" id="{726B8FD0-BBAC-CBBC-0BAD-7E05AFAC8E0C}"/>
                  </a:ext>
                </a:extLst>
              </p:cNvPr>
              <p:cNvSpPr/>
              <p:nvPr/>
            </p:nvSpPr>
            <p:spPr>
              <a:xfrm>
                <a:off x="5520539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56" name="pg955">
                <a:extLst>
                  <a:ext uri="{FF2B5EF4-FFF2-40B4-BE49-F238E27FC236}">
                    <a16:creationId xmlns:a16="http://schemas.microsoft.com/office/drawing/2014/main" id="{F2DE11B2-DF44-EF8A-DD7E-D84DEC43BAC7}"/>
                  </a:ext>
                </a:extLst>
              </p:cNvPr>
              <p:cNvSpPr/>
              <p:nvPr/>
            </p:nvSpPr>
            <p:spPr>
              <a:xfrm>
                <a:off x="5532176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57" name="pg956">
                <a:extLst>
                  <a:ext uri="{FF2B5EF4-FFF2-40B4-BE49-F238E27FC236}">
                    <a16:creationId xmlns:a16="http://schemas.microsoft.com/office/drawing/2014/main" id="{886D7568-E676-34CE-FC15-3EA859E8C632}"/>
                  </a:ext>
                </a:extLst>
              </p:cNvPr>
              <p:cNvSpPr/>
              <p:nvPr/>
            </p:nvSpPr>
            <p:spPr>
              <a:xfrm>
                <a:off x="5543813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58" name="pg957">
                <a:extLst>
                  <a:ext uri="{FF2B5EF4-FFF2-40B4-BE49-F238E27FC236}">
                    <a16:creationId xmlns:a16="http://schemas.microsoft.com/office/drawing/2014/main" id="{B3C8C225-2FA0-4CA5-2F44-D49B690E8D85}"/>
                  </a:ext>
                </a:extLst>
              </p:cNvPr>
              <p:cNvSpPr/>
              <p:nvPr/>
            </p:nvSpPr>
            <p:spPr>
              <a:xfrm>
                <a:off x="5555451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59" name="pg958">
                <a:extLst>
                  <a:ext uri="{FF2B5EF4-FFF2-40B4-BE49-F238E27FC236}">
                    <a16:creationId xmlns:a16="http://schemas.microsoft.com/office/drawing/2014/main" id="{3E645757-E667-8A6D-584C-B68D5779CB27}"/>
                  </a:ext>
                </a:extLst>
              </p:cNvPr>
              <p:cNvSpPr/>
              <p:nvPr/>
            </p:nvSpPr>
            <p:spPr>
              <a:xfrm>
                <a:off x="5567088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60" name="pg959">
                <a:extLst>
                  <a:ext uri="{FF2B5EF4-FFF2-40B4-BE49-F238E27FC236}">
                    <a16:creationId xmlns:a16="http://schemas.microsoft.com/office/drawing/2014/main" id="{1715FAE8-2654-07E4-5309-847E7C65BFAA}"/>
                  </a:ext>
                </a:extLst>
              </p:cNvPr>
              <p:cNvSpPr/>
              <p:nvPr/>
            </p:nvSpPr>
            <p:spPr>
              <a:xfrm>
                <a:off x="5578725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61" name="pg960">
                <a:extLst>
                  <a:ext uri="{FF2B5EF4-FFF2-40B4-BE49-F238E27FC236}">
                    <a16:creationId xmlns:a16="http://schemas.microsoft.com/office/drawing/2014/main" id="{BA15B968-F3A1-6F49-E54E-EFC2DBC78269}"/>
                  </a:ext>
                </a:extLst>
              </p:cNvPr>
              <p:cNvSpPr/>
              <p:nvPr/>
            </p:nvSpPr>
            <p:spPr>
              <a:xfrm>
                <a:off x="5590363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62" name="pg961">
                <a:extLst>
                  <a:ext uri="{FF2B5EF4-FFF2-40B4-BE49-F238E27FC236}">
                    <a16:creationId xmlns:a16="http://schemas.microsoft.com/office/drawing/2014/main" id="{E5C92CD7-9CF5-9EB8-D6A3-0E7B2A48A88C}"/>
                  </a:ext>
                </a:extLst>
              </p:cNvPr>
              <p:cNvSpPr/>
              <p:nvPr/>
            </p:nvSpPr>
            <p:spPr>
              <a:xfrm>
                <a:off x="5602000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63" name="pg962">
                <a:extLst>
                  <a:ext uri="{FF2B5EF4-FFF2-40B4-BE49-F238E27FC236}">
                    <a16:creationId xmlns:a16="http://schemas.microsoft.com/office/drawing/2014/main" id="{8E64383F-0F90-5DD2-C459-F8E7919E5870}"/>
                  </a:ext>
                </a:extLst>
              </p:cNvPr>
              <p:cNvSpPr/>
              <p:nvPr/>
            </p:nvSpPr>
            <p:spPr>
              <a:xfrm>
                <a:off x="5613637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64" name="pg963">
                <a:extLst>
                  <a:ext uri="{FF2B5EF4-FFF2-40B4-BE49-F238E27FC236}">
                    <a16:creationId xmlns:a16="http://schemas.microsoft.com/office/drawing/2014/main" id="{5E51599C-939A-D5BF-2B60-98F3630021CA}"/>
                  </a:ext>
                </a:extLst>
              </p:cNvPr>
              <p:cNvSpPr/>
              <p:nvPr/>
            </p:nvSpPr>
            <p:spPr>
              <a:xfrm>
                <a:off x="5625275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65" name="pg964">
                <a:extLst>
                  <a:ext uri="{FF2B5EF4-FFF2-40B4-BE49-F238E27FC236}">
                    <a16:creationId xmlns:a16="http://schemas.microsoft.com/office/drawing/2014/main" id="{53E2927C-725C-2BBF-0C35-C17EE62EA2AC}"/>
                  </a:ext>
                </a:extLst>
              </p:cNvPr>
              <p:cNvSpPr/>
              <p:nvPr/>
            </p:nvSpPr>
            <p:spPr>
              <a:xfrm>
                <a:off x="5636912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66" name="pg965">
                <a:extLst>
                  <a:ext uri="{FF2B5EF4-FFF2-40B4-BE49-F238E27FC236}">
                    <a16:creationId xmlns:a16="http://schemas.microsoft.com/office/drawing/2014/main" id="{7E2B4B45-5E91-808F-881E-90C1AA38CB0C}"/>
                  </a:ext>
                </a:extLst>
              </p:cNvPr>
              <p:cNvSpPr/>
              <p:nvPr/>
            </p:nvSpPr>
            <p:spPr>
              <a:xfrm>
                <a:off x="5648549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67" name="pg966">
                <a:extLst>
                  <a:ext uri="{FF2B5EF4-FFF2-40B4-BE49-F238E27FC236}">
                    <a16:creationId xmlns:a16="http://schemas.microsoft.com/office/drawing/2014/main" id="{70A8F54D-6E6E-9202-3B63-B440C121D7DE}"/>
                  </a:ext>
                </a:extLst>
              </p:cNvPr>
              <p:cNvSpPr/>
              <p:nvPr/>
            </p:nvSpPr>
            <p:spPr>
              <a:xfrm>
                <a:off x="5660186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68" name="pg967">
                <a:extLst>
                  <a:ext uri="{FF2B5EF4-FFF2-40B4-BE49-F238E27FC236}">
                    <a16:creationId xmlns:a16="http://schemas.microsoft.com/office/drawing/2014/main" id="{96FEB1B5-F3F9-38BE-DCA1-D64CC3CC00F8}"/>
                  </a:ext>
                </a:extLst>
              </p:cNvPr>
              <p:cNvSpPr/>
              <p:nvPr/>
            </p:nvSpPr>
            <p:spPr>
              <a:xfrm>
                <a:off x="5671824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69" name="pg968">
                <a:extLst>
                  <a:ext uri="{FF2B5EF4-FFF2-40B4-BE49-F238E27FC236}">
                    <a16:creationId xmlns:a16="http://schemas.microsoft.com/office/drawing/2014/main" id="{7A39167A-026F-4C30-3D6E-4A1DF39F5184}"/>
                  </a:ext>
                </a:extLst>
              </p:cNvPr>
              <p:cNvSpPr/>
              <p:nvPr/>
            </p:nvSpPr>
            <p:spPr>
              <a:xfrm>
                <a:off x="5683461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70" name="pg969">
                <a:extLst>
                  <a:ext uri="{FF2B5EF4-FFF2-40B4-BE49-F238E27FC236}">
                    <a16:creationId xmlns:a16="http://schemas.microsoft.com/office/drawing/2014/main" id="{B2390644-2BD1-4006-79DB-682407EC8664}"/>
                  </a:ext>
                </a:extLst>
              </p:cNvPr>
              <p:cNvSpPr/>
              <p:nvPr/>
            </p:nvSpPr>
            <p:spPr>
              <a:xfrm>
                <a:off x="5695098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71" name="pg970">
                <a:extLst>
                  <a:ext uri="{FF2B5EF4-FFF2-40B4-BE49-F238E27FC236}">
                    <a16:creationId xmlns:a16="http://schemas.microsoft.com/office/drawing/2014/main" id="{FE4B2883-E581-2275-871B-5BAE7F539223}"/>
                  </a:ext>
                </a:extLst>
              </p:cNvPr>
              <p:cNvSpPr/>
              <p:nvPr/>
            </p:nvSpPr>
            <p:spPr>
              <a:xfrm>
                <a:off x="5706736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72" name="pg971">
                <a:extLst>
                  <a:ext uri="{FF2B5EF4-FFF2-40B4-BE49-F238E27FC236}">
                    <a16:creationId xmlns:a16="http://schemas.microsoft.com/office/drawing/2014/main" id="{AD2CB9C1-ACAC-D6CE-74F2-6C67125F70D0}"/>
                  </a:ext>
                </a:extLst>
              </p:cNvPr>
              <p:cNvSpPr/>
              <p:nvPr/>
            </p:nvSpPr>
            <p:spPr>
              <a:xfrm>
                <a:off x="5718373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73" name="pg972">
                <a:extLst>
                  <a:ext uri="{FF2B5EF4-FFF2-40B4-BE49-F238E27FC236}">
                    <a16:creationId xmlns:a16="http://schemas.microsoft.com/office/drawing/2014/main" id="{ECCE404A-4049-600E-6E90-87FB9DAAB671}"/>
                  </a:ext>
                </a:extLst>
              </p:cNvPr>
              <p:cNvSpPr/>
              <p:nvPr/>
            </p:nvSpPr>
            <p:spPr>
              <a:xfrm>
                <a:off x="5730010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74" name="pg973">
                <a:extLst>
                  <a:ext uri="{FF2B5EF4-FFF2-40B4-BE49-F238E27FC236}">
                    <a16:creationId xmlns:a16="http://schemas.microsoft.com/office/drawing/2014/main" id="{4795D050-C735-3ED7-F02E-862D5CAEFFD8}"/>
                  </a:ext>
                </a:extLst>
              </p:cNvPr>
              <p:cNvSpPr/>
              <p:nvPr/>
            </p:nvSpPr>
            <p:spPr>
              <a:xfrm>
                <a:off x="5741648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75" name="pg974">
                <a:extLst>
                  <a:ext uri="{FF2B5EF4-FFF2-40B4-BE49-F238E27FC236}">
                    <a16:creationId xmlns:a16="http://schemas.microsoft.com/office/drawing/2014/main" id="{6CEB7711-FEEA-3B69-30AB-1AC4158CE2A3}"/>
                  </a:ext>
                </a:extLst>
              </p:cNvPr>
              <p:cNvSpPr/>
              <p:nvPr/>
            </p:nvSpPr>
            <p:spPr>
              <a:xfrm>
                <a:off x="5753285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76" name="pg975">
                <a:extLst>
                  <a:ext uri="{FF2B5EF4-FFF2-40B4-BE49-F238E27FC236}">
                    <a16:creationId xmlns:a16="http://schemas.microsoft.com/office/drawing/2014/main" id="{05951A68-98F4-331C-4F94-95B55545CA1F}"/>
                  </a:ext>
                </a:extLst>
              </p:cNvPr>
              <p:cNvSpPr/>
              <p:nvPr/>
            </p:nvSpPr>
            <p:spPr>
              <a:xfrm>
                <a:off x="5764922" y="326553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77" name="pg976">
                <a:extLst>
                  <a:ext uri="{FF2B5EF4-FFF2-40B4-BE49-F238E27FC236}">
                    <a16:creationId xmlns:a16="http://schemas.microsoft.com/office/drawing/2014/main" id="{8E9F9662-C882-08D2-DC81-3306B08F01BB}"/>
                  </a:ext>
                </a:extLst>
              </p:cNvPr>
              <p:cNvSpPr/>
              <p:nvPr/>
            </p:nvSpPr>
            <p:spPr>
              <a:xfrm>
                <a:off x="533434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78" name="pg977">
                <a:extLst>
                  <a:ext uri="{FF2B5EF4-FFF2-40B4-BE49-F238E27FC236}">
                    <a16:creationId xmlns:a16="http://schemas.microsoft.com/office/drawing/2014/main" id="{71C8434C-2AF6-2EEC-C880-A9793FC7C733}"/>
                  </a:ext>
                </a:extLst>
              </p:cNvPr>
              <p:cNvSpPr/>
              <p:nvPr/>
            </p:nvSpPr>
            <p:spPr>
              <a:xfrm>
                <a:off x="5345979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79" name="pg978">
                <a:extLst>
                  <a:ext uri="{FF2B5EF4-FFF2-40B4-BE49-F238E27FC236}">
                    <a16:creationId xmlns:a16="http://schemas.microsoft.com/office/drawing/2014/main" id="{A3630741-ACCE-D8BF-B1CE-A7BD9B5E13FF}"/>
                  </a:ext>
                </a:extLst>
              </p:cNvPr>
              <p:cNvSpPr/>
              <p:nvPr/>
            </p:nvSpPr>
            <p:spPr>
              <a:xfrm>
                <a:off x="5357616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80" name="pg979">
                <a:extLst>
                  <a:ext uri="{FF2B5EF4-FFF2-40B4-BE49-F238E27FC236}">
                    <a16:creationId xmlns:a16="http://schemas.microsoft.com/office/drawing/2014/main" id="{68125B0A-7ABC-CF16-7064-D5F09FC757C3}"/>
                  </a:ext>
                </a:extLst>
              </p:cNvPr>
              <p:cNvSpPr/>
              <p:nvPr/>
            </p:nvSpPr>
            <p:spPr>
              <a:xfrm>
                <a:off x="536925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81" name="pg980">
                <a:extLst>
                  <a:ext uri="{FF2B5EF4-FFF2-40B4-BE49-F238E27FC236}">
                    <a16:creationId xmlns:a16="http://schemas.microsoft.com/office/drawing/2014/main" id="{51E5E0DE-C8EB-4C70-7FCE-D0109F54F091}"/>
                  </a:ext>
                </a:extLst>
              </p:cNvPr>
              <p:cNvSpPr/>
              <p:nvPr/>
            </p:nvSpPr>
            <p:spPr>
              <a:xfrm>
                <a:off x="538089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82" name="pg981">
                <a:extLst>
                  <a:ext uri="{FF2B5EF4-FFF2-40B4-BE49-F238E27FC236}">
                    <a16:creationId xmlns:a16="http://schemas.microsoft.com/office/drawing/2014/main" id="{0489F77E-48F7-E959-D6EF-4DC1ACCD28B9}"/>
                  </a:ext>
                </a:extLst>
              </p:cNvPr>
              <p:cNvSpPr/>
              <p:nvPr/>
            </p:nvSpPr>
            <p:spPr>
              <a:xfrm>
                <a:off x="541580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83" name="pg982">
                <a:extLst>
                  <a:ext uri="{FF2B5EF4-FFF2-40B4-BE49-F238E27FC236}">
                    <a16:creationId xmlns:a16="http://schemas.microsoft.com/office/drawing/2014/main" id="{150848C2-D897-6499-C9DB-BBC4D1743EDD}"/>
                  </a:ext>
                </a:extLst>
              </p:cNvPr>
              <p:cNvSpPr/>
              <p:nvPr/>
            </p:nvSpPr>
            <p:spPr>
              <a:xfrm>
                <a:off x="5427440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84" name="pg983">
                <a:extLst>
                  <a:ext uri="{FF2B5EF4-FFF2-40B4-BE49-F238E27FC236}">
                    <a16:creationId xmlns:a16="http://schemas.microsoft.com/office/drawing/2014/main" id="{2602349D-7BB1-6322-45C4-598EEC33E415}"/>
                  </a:ext>
                </a:extLst>
              </p:cNvPr>
              <p:cNvSpPr/>
              <p:nvPr/>
            </p:nvSpPr>
            <p:spPr>
              <a:xfrm>
                <a:off x="5439077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85" name="pg984">
                <a:extLst>
                  <a:ext uri="{FF2B5EF4-FFF2-40B4-BE49-F238E27FC236}">
                    <a16:creationId xmlns:a16="http://schemas.microsoft.com/office/drawing/2014/main" id="{3D956BE9-0BF6-3C0A-0F98-C8A451442150}"/>
                  </a:ext>
                </a:extLst>
              </p:cNvPr>
              <p:cNvSpPr/>
              <p:nvPr/>
            </p:nvSpPr>
            <p:spPr>
              <a:xfrm>
                <a:off x="5450715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86" name="pg985">
                <a:extLst>
                  <a:ext uri="{FF2B5EF4-FFF2-40B4-BE49-F238E27FC236}">
                    <a16:creationId xmlns:a16="http://schemas.microsoft.com/office/drawing/2014/main" id="{9D9EE961-A5F4-C714-5442-6856440CF918}"/>
                  </a:ext>
                </a:extLst>
              </p:cNvPr>
              <p:cNvSpPr/>
              <p:nvPr/>
            </p:nvSpPr>
            <p:spPr>
              <a:xfrm>
                <a:off x="5462352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87" name="pg986">
                <a:extLst>
                  <a:ext uri="{FF2B5EF4-FFF2-40B4-BE49-F238E27FC236}">
                    <a16:creationId xmlns:a16="http://schemas.microsoft.com/office/drawing/2014/main" id="{D39EE5A0-04DF-40BB-F55E-634305CAD138}"/>
                  </a:ext>
                </a:extLst>
              </p:cNvPr>
              <p:cNvSpPr/>
              <p:nvPr/>
            </p:nvSpPr>
            <p:spPr>
              <a:xfrm>
                <a:off x="5473989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88" name="pg987">
                <a:extLst>
                  <a:ext uri="{FF2B5EF4-FFF2-40B4-BE49-F238E27FC236}">
                    <a16:creationId xmlns:a16="http://schemas.microsoft.com/office/drawing/2014/main" id="{71E96EB2-6631-E6B5-E951-AFE16B1DB536}"/>
                  </a:ext>
                </a:extLst>
              </p:cNvPr>
              <p:cNvSpPr/>
              <p:nvPr/>
            </p:nvSpPr>
            <p:spPr>
              <a:xfrm>
                <a:off x="5485627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89" name="pg988">
                <a:extLst>
                  <a:ext uri="{FF2B5EF4-FFF2-40B4-BE49-F238E27FC236}">
                    <a16:creationId xmlns:a16="http://schemas.microsoft.com/office/drawing/2014/main" id="{AC30B3F8-E8C5-BAAA-939C-B42998D1983E}"/>
                  </a:ext>
                </a:extLst>
              </p:cNvPr>
              <p:cNvSpPr/>
              <p:nvPr/>
            </p:nvSpPr>
            <p:spPr>
              <a:xfrm>
                <a:off x="5497264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90" name="pg989">
                <a:extLst>
                  <a:ext uri="{FF2B5EF4-FFF2-40B4-BE49-F238E27FC236}">
                    <a16:creationId xmlns:a16="http://schemas.microsoft.com/office/drawing/2014/main" id="{ED425D7C-4538-A211-2EFA-A9D4A148628D}"/>
                  </a:ext>
                </a:extLst>
              </p:cNvPr>
              <p:cNvSpPr/>
              <p:nvPr/>
            </p:nvSpPr>
            <p:spPr>
              <a:xfrm>
                <a:off x="550890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91" name="pg990">
                <a:extLst>
                  <a:ext uri="{FF2B5EF4-FFF2-40B4-BE49-F238E27FC236}">
                    <a16:creationId xmlns:a16="http://schemas.microsoft.com/office/drawing/2014/main" id="{3667C3BB-9517-F177-8407-F8BEB69C6B59}"/>
                  </a:ext>
                </a:extLst>
              </p:cNvPr>
              <p:cNvSpPr/>
              <p:nvPr/>
            </p:nvSpPr>
            <p:spPr>
              <a:xfrm>
                <a:off x="5520539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92" name="pg991">
                <a:extLst>
                  <a:ext uri="{FF2B5EF4-FFF2-40B4-BE49-F238E27FC236}">
                    <a16:creationId xmlns:a16="http://schemas.microsoft.com/office/drawing/2014/main" id="{13DAE461-32A8-2138-B158-747E5EAFB52B}"/>
                  </a:ext>
                </a:extLst>
              </p:cNvPr>
              <p:cNvSpPr/>
              <p:nvPr/>
            </p:nvSpPr>
            <p:spPr>
              <a:xfrm>
                <a:off x="5532176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93" name="pg992">
                <a:extLst>
                  <a:ext uri="{FF2B5EF4-FFF2-40B4-BE49-F238E27FC236}">
                    <a16:creationId xmlns:a16="http://schemas.microsoft.com/office/drawing/2014/main" id="{C2D96E66-9DA6-D495-5AAC-F6856577AA2D}"/>
                  </a:ext>
                </a:extLst>
              </p:cNvPr>
              <p:cNvSpPr/>
              <p:nvPr/>
            </p:nvSpPr>
            <p:spPr>
              <a:xfrm>
                <a:off x="554381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94" name="pg993">
                <a:extLst>
                  <a:ext uri="{FF2B5EF4-FFF2-40B4-BE49-F238E27FC236}">
                    <a16:creationId xmlns:a16="http://schemas.microsoft.com/office/drawing/2014/main" id="{B159F3EB-F7D7-D331-6B28-121BBA460C04}"/>
                  </a:ext>
                </a:extLst>
              </p:cNvPr>
              <p:cNvSpPr/>
              <p:nvPr/>
            </p:nvSpPr>
            <p:spPr>
              <a:xfrm>
                <a:off x="555545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95" name="pg994">
                <a:extLst>
                  <a:ext uri="{FF2B5EF4-FFF2-40B4-BE49-F238E27FC236}">
                    <a16:creationId xmlns:a16="http://schemas.microsoft.com/office/drawing/2014/main" id="{16B8F903-9146-B8E4-48F8-4E62199731E5}"/>
                  </a:ext>
                </a:extLst>
              </p:cNvPr>
              <p:cNvSpPr/>
              <p:nvPr/>
            </p:nvSpPr>
            <p:spPr>
              <a:xfrm>
                <a:off x="5567088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96" name="pg995">
                <a:extLst>
                  <a:ext uri="{FF2B5EF4-FFF2-40B4-BE49-F238E27FC236}">
                    <a16:creationId xmlns:a16="http://schemas.microsoft.com/office/drawing/2014/main" id="{B1956D04-46A9-44B9-D84E-34870DFC7420}"/>
                  </a:ext>
                </a:extLst>
              </p:cNvPr>
              <p:cNvSpPr/>
              <p:nvPr/>
            </p:nvSpPr>
            <p:spPr>
              <a:xfrm>
                <a:off x="5578725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97" name="pg996">
                <a:extLst>
                  <a:ext uri="{FF2B5EF4-FFF2-40B4-BE49-F238E27FC236}">
                    <a16:creationId xmlns:a16="http://schemas.microsoft.com/office/drawing/2014/main" id="{55FEB8C0-63D8-7033-6F61-010FA881C2E7}"/>
                  </a:ext>
                </a:extLst>
              </p:cNvPr>
              <p:cNvSpPr/>
              <p:nvPr/>
            </p:nvSpPr>
            <p:spPr>
              <a:xfrm>
                <a:off x="559036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98" name="pg997">
                <a:extLst>
                  <a:ext uri="{FF2B5EF4-FFF2-40B4-BE49-F238E27FC236}">
                    <a16:creationId xmlns:a16="http://schemas.microsoft.com/office/drawing/2014/main" id="{3CEEE2C8-F935-2C64-90FD-9EE47ED7F004}"/>
                  </a:ext>
                </a:extLst>
              </p:cNvPr>
              <p:cNvSpPr/>
              <p:nvPr/>
            </p:nvSpPr>
            <p:spPr>
              <a:xfrm>
                <a:off x="5602000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399" name="pg998">
                <a:extLst>
                  <a:ext uri="{FF2B5EF4-FFF2-40B4-BE49-F238E27FC236}">
                    <a16:creationId xmlns:a16="http://schemas.microsoft.com/office/drawing/2014/main" id="{48494E7F-2B44-0344-B2CF-BA54904F93D2}"/>
                  </a:ext>
                </a:extLst>
              </p:cNvPr>
              <p:cNvSpPr/>
              <p:nvPr/>
            </p:nvSpPr>
            <p:spPr>
              <a:xfrm>
                <a:off x="5613637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00" name="pg999">
                <a:extLst>
                  <a:ext uri="{FF2B5EF4-FFF2-40B4-BE49-F238E27FC236}">
                    <a16:creationId xmlns:a16="http://schemas.microsoft.com/office/drawing/2014/main" id="{E7341E9B-F643-0B15-C894-A25B3625EA36}"/>
                  </a:ext>
                </a:extLst>
              </p:cNvPr>
              <p:cNvSpPr/>
              <p:nvPr/>
            </p:nvSpPr>
            <p:spPr>
              <a:xfrm>
                <a:off x="5625275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01" name="pg1000">
                <a:extLst>
                  <a:ext uri="{FF2B5EF4-FFF2-40B4-BE49-F238E27FC236}">
                    <a16:creationId xmlns:a16="http://schemas.microsoft.com/office/drawing/2014/main" id="{14B428CE-5523-8CC5-D9D2-7C9ABC645A33}"/>
                  </a:ext>
                </a:extLst>
              </p:cNvPr>
              <p:cNvSpPr/>
              <p:nvPr/>
            </p:nvSpPr>
            <p:spPr>
              <a:xfrm>
                <a:off x="5636912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02" name="pg1001">
                <a:extLst>
                  <a:ext uri="{FF2B5EF4-FFF2-40B4-BE49-F238E27FC236}">
                    <a16:creationId xmlns:a16="http://schemas.microsoft.com/office/drawing/2014/main" id="{7FB88892-8D71-BEB0-8D14-F1899A7BBC10}"/>
                  </a:ext>
                </a:extLst>
              </p:cNvPr>
              <p:cNvSpPr/>
              <p:nvPr/>
            </p:nvSpPr>
            <p:spPr>
              <a:xfrm>
                <a:off x="5648549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03" name="pg1002">
                <a:extLst>
                  <a:ext uri="{FF2B5EF4-FFF2-40B4-BE49-F238E27FC236}">
                    <a16:creationId xmlns:a16="http://schemas.microsoft.com/office/drawing/2014/main" id="{4108CA52-25D8-441C-365D-2FBE28867AE7}"/>
                  </a:ext>
                </a:extLst>
              </p:cNvPr>
              <p:cNvSpPr/>
              <p:nvPr/>
            </p:nvSpPr>
            <p:spPr>
              <a:xfrm>
                <a:off x="5660186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04" name="pg1003">
                <a:extLst>
                  <a:ext uri="{FF2B5EF4-FFF2-40B4-BE49-F238E27FC236}">
                    <a16:creationId xmlns:a16="http://schemas.microsoft.com/office/drawing/2014/main" id="{6100FD06-1F29-C9EA-F007-157A6985870C}"/>
                  </a:ext>
                </a:extLst>
              </p:cNvPr>
              <p:cNvSpPr/>
              <p:nvPr/>
            </p:nvSpPr>
            <p:spPr>
              <a:xfrm>
                <a:off x="5671824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05" name="pg1004">
                <a:extLst>
                  <a:ext uri="{FF2B5EF4-FFF2-40B4-BE49-F238E27FC236}">
                    <a16:creationId xmlns:a16="http://schemas.microsoft.com/office/drawing/2014/main" id="{9DE370D4-7A18-51B4-5E73-568336A2BD67}"/>
                  </a:ext>
                </a:extLst>
              </p:cNvPr>
              <p:cNvSpPr/>
              <p:nvPr/>
            </p:nvSpPr>
            <p:spPr>
              <a:xfrm>
                <a:off x="5683461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06" name="pg1005">
                <a:extLst>
                  <a:ext uri="{FF2B5EF4-FFF2-40B4-BE49-F238E27FC236}">
                    <a16:creationId xmlns:a16="http://schemas.microsoft.com/office/drawing/2014/main" id="{A3271AB2-79CD-22E3-1528-162A28E980B0}"/>
                  </a:ext>
                </a:extLst>
              </p:cNvPr>
              <p:cNvSpPr/>
              <p:nvPr/>
            </p:nvSpPr>
            <p:spPr>
              <a:xfrm>
                <a:off x="5706736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07" name="pg1006">
                <a:extLst>
                  <a:ext uri="{FF2B5EF4-FFF2-40B4-BE49-F238E27FC236}">
                    <a16:creationId xmlns:a16="http://schemas.microsoft.com/office/drawing/2014/main" id="{04E1ADDF-3C35-3694-A20B-1BC2C694CFA2}"/>
                  </a:ext>
                </a:extLst>
              </p:cNvPr>
              <p:cNvSpPr/>
              <p:nvPr/>
            </p:nvSpPr>
            <p:spPr>
              <a:xfrm>
                <a:off x="5718373" y="32798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08" name="pg1007">
                <a:extLst>
                  <a:ext uri="{FF2B5EF4-FFF2-40B4-BE49-F238E27FC236}">
                    <a16:creationId xmlns:a16="http://schemas.microsoft.com/office/drawing/2014/main" id="{788B51A2-48AF-8E62-6E5D-69876C9883C6}"/>
                  </a:ext>
                </a:extLst>
              </p:cNvPr>
              <p:cNvSpPr/>
              <p:nvPr/>
            </p:nvSpPr>
            <p:spPr>
              <a:xfrm>
                <a:off x="5334341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09" name="pg1008">
                <a:extLst>
                  <a:ext uri="{FF2B5EF4-FFF2-40B4-BE49-F238E27FC236}">
                    <a16:creationId xmlns:a16="http://schemas.microsoft.com/office/drawing/2014/main" id="{141DAD23-C8C8-FF49-9328-CEEF2AA8B21D}"/>
                  </a:ext>
                </a:extLst>
              </p:cNvPr>
              <p:cNvSpPr/>
              <p:nvPr/>
            </p:nvSpPr>
            <p:spPr>
              <a:xfrm>
                <a:off x="5345979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10" name="pg1009">
                <a:extLst>
                  <a:ext uri="{FF2B5EF4-FFF2-40B4-BE49-F238E27FC236}">
                    <a16:creationId xmlns:a16="http://schemas.microsoft.com/office/drawing/2014/main" id="{C92B5E48-C8DE-0E4F-460F-3F2D5217DB18}"/>
                  </a:ext>
                </a:extLst>
              </p:cNvPr>
              <p:cNvSpPr/>
              <p:nvPr/>
            </p:nvSpPr>
            <p:spPr>
              <a:xfrm>
                <a:off x="5357616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11" name="pg1010">
                <a:extLst>
                  <a:ext uri="{FF2B5EF4-FFF2-40B4-BE49-F238E27FC236}">
                    <a16:creationId xmlns:a16="http://schemas.microsoft.com/office/drawing/2014/main" id="{02495777-28BB-41B5-65B0-092FC32FF948}"/>
                  </a:ext>
                </a:extLst>
              </p:cNvPr>
              <p:cNvSpPr/>
              <p:nvPr/>
            </p:nvSpPr>
            <p:spPr>
              <a:xfrm>
                <a:off x="5369253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12" name="pg1011">
                <a:extLst>
                  <a:ext uri="{FF2B5EF4-FFF2-40B4-BE49-F238E27FC236}">
                    <a16:creationId xmlns:a16="http://schemas.microsoft.com/office/drawing/2014/main" id="{CE95FE50-D777-38A9-97B0-41FADA4A8503}"/>
                  </a:ext>
                </a:extLst>
              </p:cNvPr>
              <p:cNvSpPr/>
              <p:nvPr/>
            </p:nvSpPr>
            <p:spPr>
              <a:xfrm>
                <a:off x="5380891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13" name="pg1012">
                <a:extLst>
                  <a:ext uri="{FF2B5EF4-FFF2-40B4-BE49-F238E27FC236}">
                    <a16:creationId xmlns:a16="http://schemas.microsoft.com/office/drawing/2014/main" id="{7F6D7F63-C2FB-E827-1E83-75731FD2A639}"/>
                  </a:ext>
                </a:extLst>
              </p:cNvPr>
              <p:cNvSpPr/>
              <p:nvPr/>
            </p:nvSpPr>
            <p:spPr>
              <a:xfrm>
                <a:off x="5392528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14" name="pg1013">
                <a:extLst>
                  <a:ext uri="{FF2B5EF4-FFF2-40B4-BE49-F238E27FC236}">
                    <a16:creationId xmlns:a16="http://schemas.microsoft.com/office/drawing/2014/main" id="{A621EE8F-FA8D-EBB4-ED6F-D9BB7265A74F}"/>
                  </a:ext>
                </a:extLst>
              </p:cNvPr>
              <p:cNvSpPr/>
              <p:nvPr/>
            </p:nvSpPr>
            <p:spPr>
              <a:xfrm>
                <a:off x="5404165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15" name="pg1014">
                <a:extLst>
                  <a:ext uri="{FF2B5EF4-FFF2-40B4-BE49-F238E27FC236}">
                    <a16:creationId xmlns:a16="http://schemas.microsoft.com/office/drawing/2014/main" id="{C12AD2EB-6299-F868-F379-2504A70BAACE}"/>
                  </a:ext>
                </a:extLst>
              </p:cNvPr>
              <p:cNvSpPr/>
              <p:nvPr/>
            </p:nvSpPr>
            <p:spPr>
              <a:xfrm>
                <a:off x="5415803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16" name="pg1015">
                <a:extLst>
                  <a:ext uri="{FF2B5EF4-FFF2-40B4-BE49-F238E27FC236}">
                    <a16:creationId xmlns:a16="http://schemas.microsoft.com/office/drawing/2014/main" id="{45A2875D-DCB6-6157-C82C-928B82D61CFF}"/>
                  </a:ext>
                </a:extLst>
              </p:cNvPr>
              <p:cNvSpPr/>
              <p:nvPr/>
            </p:nvSpPr>
            <p:spPr>
              <a:xfrm>
                <a:off x="5427440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17" name="pg1016">
                <a:extLst>
                  <a:ext uri="{FF2B5EF4-FFF2-40B4-BE49-F238E27FC236}">
                    <a16:creationId xmlns:a16="http://schemas.microsoft.com/office/drawing/2014/main" id="{2BDDDF18-7230-599A-669D-3BD4B2A351FB}"/>
                  </a:ext>
                </a:extLst>
              </p:cNvPr>
              <p:cNvSpPr/>
              <p:nvPr/>
            </p:nvSpPr>
            <p:spPr>
              <a:xfrm>
                <a:off x="5439077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18" name="pg1017">
                <a:extLst>
                  <a:ext uri="{FF2B5EF4-FFF2-40B4-BE49-F238E27FC236}">
                    <a16:creationId xmlns:a16="http://schemas.microsoft.com/office/drawing/2014/main" id="{85466262-008C-9A28-7D31-82EBD3C1909A}"/>
                  </a:ext>
                </a:extLst>
              </p:cNvPr>
              <p:cNvSpPr/>
              <p:nvPr/>
            </p:nvSpPr>
            <p:spPr>
              <a:xfrm>
                <a:off x="5450715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19" name="pg1018">
                <a:extLst>
                  <a:ext uri="{FF2B5EF4-FFF2-40B4-BE49-F238E27FC236}">
                    <a16:creationId xmlns:a16="http://schemas.microsoft.com/office/drawing/2014/main" id="{2AA97903-CDBC-5753-CBB1-295F6426BF9D}"/>
                  </a:ext>
                </a:extLst>
              </p:cNvPr>
              <p:cNvSpPr/>
              <p:nvPr/>
            </p:nvSpPr>
            <p:spPr>
              <a:xfrm>
                <a:off x="5462352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20" name="pg1019">
                <a:extLst>
                  <a:ext uri="{FF2B5EF4-FFF2-40B4-BE49-F238E27FC236}">
                    <a16:creationId xmlns:a16="http://schemas.microsoft.com/office/drawing/2014/main" id="{7404AB97-E8EF-0975-D280-A7B1976580EE}"/>
                  </a:ext>
                </a:extLst>
              </p:cNvPr>
              <p:cNvSpPr/>
              <p:nvPr/>
            </p:nvSpPr>
            <p:spPr>
              <a:xfrm>
                <a:off x="5473989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21" name="pg1020">
                <a:extLst>
                  <a:ext uri="{FF2B5EF4-FFF2-40B4-BE49-F238E27FC236}">
                    <a16:creationId xmlns:a16="http://schemas.microsoft.com/office/drawing/2014/main" id="{B10D4EA3-F287-19E5-B631-F13375A50F3E}"/>
                  </a:ext>
                </a:extLst>
              </p:cNvPr>
              <p:cNvSpPr/>
              <p:nvPr/>
            </p:nvSpPr>
            <p:spPr>
              <a:xfrm>
                <a:off x="5485627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22" name="pg1021">
                <a:extLst>
                  <a:ext uri="{FF2B5EF4-FFF2-40B4-BE49-F238E27FC236}">
                    <a16:creationId xmlns:a16="http://schemas.microsoft.com/office/drawing/2014/main" id="{FCFF315B-656D-DD93-7B8E-BF46A3A59781}"/>
                  </a:ext>
                </a:extLst>
              </p:cNvPr>
              <p:cNvSpPr/>
              <p:nvPr/>
            </p:nvSpPr>
            <p:spPr>
              <a:xfrm>
                <a:off x="5497264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23" name="pg1022">
                <a:extLst>
                  <a:ext uri="{FF2B5EF4-FFF2-40B4-BE49-F238E27FC236}">
                    <a16:creationId xmlns:a16="http://schemas.microsoft.com/office/drawing/2014/main" id="{EE1E5EC3-339B-6EF7-9366-ADEB5BAD8296}"/>
                  </a:ext>
                </a:extLst>
              </p:cNvPr>
              <p:cNvSpPr/>
              <p:nvPr/>
            </p:nvSpPr>
            <p:spPr>
              <a:xfrm>
                <a:off x="5508901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24" name="pg1023">
                <a:extLst>
                  <a:ext uri="{FF2B5EF4-FFF2-40B4-BE49-F238E27FC236}">
                    <a16:creationId xmlns:a16="http://schemas.microsoft.com/office/drawing/2014/main" id="{2C731D4B-DDB4-1A84-7826-8B15541E73A5}"/>
                  </a:ext>
                </a:extLst>
              </p:cNvPr>
              <p:cNvSpPr/>
              <p:nvPr/>
            </p:nvSpPr>
            <p:spPr>
              <a:xfrm>
                <a:off x="5520539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25" name="pg1024">
                <a:extLst>
                  <a:ext uri="{FF2B5EF4-FFF2-40B4-BE49-F238E27FC236}">
                    <a16:creationId xmlns:a16="http://schemas.microsoft.com/office/drawing/2014/main" id="{043F5BF4-805A-80C2-10A4-0A8AA1ADF053}"/>
                  </a:ext>
                </a:extLst>
              </p:cNvPr>
              <p:cNvSpPr/>
              <p:nvPr/>
            </p:nvSpPr>
            <p:spPr>
              <a:xfrm>
                <a:off x="5532176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26" name="pg1025">
                <a:extLst>
                  <a:ext uri="{FF2B5EF4-FFF2-40B4-BE49-F238E27FC236}">
                    <a16:creationId xmlns:a16="http://schemas.microsoft.com/office/drawing/2014/main" id="{D4ED9C13-2772-1D0F-1B8D-E4C226F7302F}"/>
                  </a:ext>
                </a:extLst>
              </p:cNvPr>
              <p:cNvSpPr/>
              <p:nvPr/>
            </p:nvSpPr>
            <p:spPr>
              <a:xfrm>
                <a:off x="5543813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27" name="pg1026">
                <a:extLst>
                  <a:ext uri="{FF2B5EF4-FFF2-40B4-BE49-F238E27FC236}">
                    <a16:creationId xmlns:a16="http://schemas.microsoft.com/office/drawing/2014/main" id="{1BA2FC17-339C-318F-FD24-CC4118EDF5D6}"/>
                  </a:ext>
                </a:extLst>
              </p:cNvPr>
              <p:cNvSpPr/>
              <p:nvPr/>
            </p:nvSpPr>
            <p:spPr>
              <a:xfrm>
                <a:off x="5555451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28" name="pg1027">
                <a:extLst>
                  <a:ext uri="{FF2B5EF4-FFF2-40B4-BE49-F238E27FC236}">
                    <a16:creationId xmlns:a16="http://schemas.microsoft.com/office/drawing/2014/main" id="{CF230104-41E7-092B-DF33-9028D7EC159E}"/>
                  </a:ext>
                </a:extLst>
              </p:cNvPr>
              <p:cNvSpPr/>
              <p:nvPr/>
            </p:nvSpPr>
            <p:spPr>
              <a:xfrm>
                <a:off x="5567088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29" name="pg1028">
                <a:extLst>
                  <a:ext uri="{FF2B5EF4-FFF2-40B4-BE49-F238E27FC236}">
                    <a16:creationId xmlns:a16="http://schemas.microsoft.com/office/drawing/2014/main" id="{0A293932-0764-0D88-D12C-EEDD39380253}"/>
                  </a:ext>
                </a:extLst>
              </p:cNvPr>
              <p:cNvSpPr/>
              <p:nvPr/>
            </p:nvSpPr>
            <p:spPr>
              <a:xfrm>
                <a:off x="5578725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30" name="pg1029">
                <a:extLst>
                  <a:ext uri="{FF2B5EF4-FFF2-40B4-BE49-F238E27FC236}">
                    <a16:creationId xmlns:a16="http://schemas.microsoft.com/office/drawing/2014/main" id="{1D1765E1-1084-F32F-AAED-515EF96A0349}"/>
                  </a:ext>
                </a:extLst>
              </p:cNvPr>
              <p:cNvSpPr/>
              <p:nvPr/>
            </p:nvSpPr>
            <p:spPr>
              <a:xfrm>
                <a:off x="5590363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31" name="pg1030">
                <a:extLst>
                  <a:ext uri="{FF2B5EF4-FFF2-40B4-BE49-F238E27FC236}">
                    <a16:creationId xmlns:a16="http://schemas.microsoft.com/office/drawing/2014/main" id="{5871DD3D-9A89-0186-1361-B37681247A8C}"/>
                  </a:ext>
                </a:extLst>
              </p:cNvPr>
              <p:cNvSpPr/>
              <p:nvPr/>
            </p:nvSpPr>
            <p:spPr>
              <a:xfrm>
                <a:off x="5602000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32" name="pg1031">
                <a:extLst>
                  <a:ext uri="{FF2B5EF4-FFF2-40B4-BE49-F238E27FC236}">
                    <a16:creationId xmlns:a16="http://schemas.microsoft.com/office/drawing/2014/main" id="{8B983DD5-C842-7216-E324-9D61AEDBB5E0}"/>
                  </a:ext>
                </a:extLst>
              </p:cNvPr>
              <p:cNvSpPr/>
              <p:nvPr/>
            </p:nvSpPr>
            <p:spPr>
              <a:xfrm>
                <a:off x="5613637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33" name="pg1032">
                <a:extLst>
                  <a:ext uri="{FF2B5EF4-FFF2-40B4-BE49-F238E27FC236}">
                    <a16:creationId xmlns:a16="http://schemas.microsoft.com/office/drawing/2014/main" id="{A06E2177-B58A-6246-565C-E5D1684FABC5}"/>
                  </a:ext>
                </a:extLst>
              </p:cNvPr>
              <p:cNvSpPr/>
              <p:nvPr/>
            </p:nvSpPr>
            <p:spPr>
              <a:xfrm>
                <a:off x="5625275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34" name="pg1033">
                <a:extLst>
                  <a:ext uri="{FF2B5EF4-FFF2-40B4-BE49-F238E27FC236}">
                    <a16:creationId xmlns:a16="http://schemas.microsoft.com/office/drawing/2014/main" id="{9A6F979F-10DE-27AF-38DF-3F48150FB7B9}"/>
                  </a:ext>
                </a:extLst>
              </p:cNvPr>
              <p:cNvSpPr/>
              <p:nvPr/>
            </p:nvSpPr>
            <p:spPr>
              <a:xfrm>
                <a:off x="5636912" y="329413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35" name="pg1034">
                <a:extLst>
                  <a:ext uri="{FF2B5EF4-FFF2-40B4-BE49-F238E27FC236}">
                    <a16:creationId xmlns:a16="http://schemas.microsoft.com/office/drawing/2014/main" id="{C4220493-7EEC-D795-9EBD-4A5A0125C834}"/>
                  </a:ext>
                </a:extLst>
              </p:cNvPr>
              <p:cNvSpPr/>
              <p:nvPr/>
            </p:nvSpPr>
            <p:spPr>
              <a:xfrm>
                <a:off x="5345979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36" name="pg1035">
                <a:extLst>
                  <a:ext uri="{FF2B5EF4-FFF2-40B4-BE49-F238E27FC236}">
                    <a16:creationId xmlns:a16="http://schemas.microsoft.com/office/drawing/2014/main" id="{24A7F057-07C5-5271-3961-8F1103E1DA98}"/>
                  </a:ext>
                </a:extLst>
              </p:cNvPr>
              <p:cNvSpPr/>
              <p:nvPr/>
            </p:nvSpPr>
            <p:spPr>
              <a:xfrm>
                <a:off x="5357616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37" name="pg1036">
                <a:extLst>
                  <a:ext uri="{FF2B5EF4-FFF2-40B4-BE49-F238E27FC236}">
                    <a16:creationId xmlns:a16="http://schemas.microsoft.com/office/drawing/2014/main" id="{8FFDE552-3FFE-5902-5C7F-499C472AAE27}"/>
                  </a:ext>
                </a:extLst>
              </p:cNvPr>
              <p:cNvSpPr/>
              <p:nvPr/>
            </p:nvSpPr>
            <p:spPr>
              <a:xfrm>
                <a:off x="5369253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38" name="pg1037">
                <a:extLst>
                  <a:ext uri="{FF2B5EF4-FFF2-40B4-BE49-F238E27FC236}">
                    <a16:creationId xmlns:a16="http://schemas.microsoft.com/office/drawing/2014/main" id="{78461589-F08C-2DB8-688A-5BDDB80B8509}"/>
                  </a:ext>
                </a:extLst>
              </p:cNvPr>
              <p:cNvSpPr/>
              <p:nvPr/>
            </p:nvSpPr>
            <p:spPr>
              <a:xfrm>
                <a:off x="5380891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39" name="pg1038">
                <a:extLst>
                  <a:ext uri="{FF2B5EF4-FFF2-40B4-BE49-F238E27FC236}">
                    <a16:creationId xmlns:a16="http://schemas.microsoft.com/office/drawing/2014/main" id="{3CC4759F-77F4-44C9-5BD2-9F4A420DD8EE}"/>
                  </a:ext>
                </a:extLst>
              </p:cNvPr>
              <p:cNvSpPr/>
              <p:nvPr/>
            </p:nvSpPr>
            <p:spPr>
              <a:xfrm>
                <a:off x="5392528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40" name="pg1039">
                <a:extLst>
                  <a:ext uri="{FF2B5EF4-FFF2-40B4-BE49-F238E27FC236}">
                    <a16:creationId xmlns:a16="http://schemas.microsoft.com/office/drawing/2014/main" id="{BC7E953B-2896-7682-0CE3-187F85AF47A9}"/>
                  </a:ext>
                </a:extLst>
              </p:cNvPr>
              <p:cNvSpPr/>
              <p:nvPr/>
            </p:nvSpPr>
            <p:spPr>
              <a:xfrm>
                <a:off x="5404165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41" name="pg1040">
                <a:extLst>
                  <a:ext uri="{FF2B5EF4-FFF2-40B4-BE49-F238E27FC236}">
                    <a16:creationId xmlns:a16="http://schemas.microsoft.com/office/drawing/2014/main" id="{8311840D-C59D-8A72-01EC-0956182C6036}"/>
                  </a:ext>
                </a:extLst>
              </p:cNvPr>
              <p:cNvSpPr/>
              <p:nvPr/>
            </p:nvSpPr>
            <p:spPr>
              <a:xfrm>
                <a:off x="5415803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42" name="pg1041">
                <a:extLst>
                  <a:ext uri="{FF2B5EF4-FFF2-40B4-BE49-F238E27FC236}">
                    <a16:creationId xmlns:a16="http://schemas.microsoft.com/office/drawing/2014/main" id="{3C4A68A7-0108-1415-11D1-1E920AD7716E}"/>
                  </a:ext>
                </a:extLst>
              </p:cNvPr>
              <p:cNvSpPr/>
              <p:nvPr/>
            </p:nvSpPr>
            <p:spPr>
              <a:xfrm>
                <a:off x="5427440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43" name="pg1042">
                <a:extLst>
                  <a:ext uri="{FF2B5EF4-FFF2-40B4-BE49-F238E27FC236}">
                    <a16:creationId xmlns:a16="http://schemas.microsoft.com/office/drawing/2014/main" id="{8D271597-BB4E-AC09-7D50-CA0BB50AAD1D}"/>
                  </a:ext>
                </a:extLst>
              </p:cNvPr>
              <p:cNvSpPr/>
              <p:nvPr/>
            </p:nvSpPr>
            <p:spPr>
              <a:xfrm>
                <a:off x="5439077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44" name="pg1043">
                <a:extLst>
                  <a:ext uri="{FF2B5EF4-FFF2-40B4-BE49-F238E27FC236}">
                    <a16:creationId xmlns:a16="http://schemas.microsoft.com/office/drawing/2014/main" id="{B9D8E571-CF63-F087-9BD1-E7247CAC41A9}"/>
                  </a:ext>
                </a:extLst>
              </p:cNvPr>
              <p:cNvSpPr/>
              <p:nvPr/>
            </p:nvSpPr>
            <p:spPr>
              <a:xfrm>
                <a:off x="5450715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45" name="pg1044">
                <a:extLst>
                  <a:ext uri="{FF2B5EF4-FFF2-40B4-BE49-F238E27FC236}">
                    <a16:creationId xmlns:a16="http://schemas.microsoft.com/office/drawing/2014/main" id="{751D554D-58EE-24C6-8866-F8C89594CAFB}"/>
                  </a:ext>
                </a:extLst>
              </p:cNvPr>
              <p:cNvSpPr/>
              <p:nvPr/>
            </p:nvSpPr>
            <p:spPr>
              <a:xfrm>
                <a:off x="5462352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46" name="pg1045">
                <a:extLst>
                  <a:ext uri="{FF2B5EF4-FFF2-40B4-BE49-F238E27FC236}">
                    <a16:creationId xmlns:a16="http://schemas.microsoft.com/office/drawing/2014/main" id="{F2F81853-37C0-7230-0CE3-5051B039530D}"/>
                  </a:ext>
                </a:extLst>
              </p:cNvPr>
              <p:cNvSpPr/>
              <p:nvPr/>
            </p:nvSpPr>
            <p:spPr>
              <a:xfrm>
                <a:off x="5473989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47" name="pg1046">
                <a:extLst>
                  <a:ext uri="{FF2B5EF4-FFF2-40B4-BE49-F238E27FC236}">
                    <a16:creationId xmlns:a16="http://schemas.microsoft.com/office/drawing/2014/main" id="{19C36328-3B12-5D62-6E0C-82B5693F72D3}"/>
                  </a:ext>
                </a:extLst>
              </p:cNvPr>
              <p:cNvSpPr/>
              <p:nvPr/>
            </p:nvSpPr>
            <p:spPr>
              <a:xfrm>
                <a:off x="5485627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48" name="pg1047">
                <a:extLst>
                  <a:ext uri="{FF2B5EF4-FFF2-40B4-BE49-F238E27FC236}">
                    <a16:creationId xmlns:a16="http://schemas.microsoft.com/office/drawing/2014/main" id="{2BCFFCE6-BB56-281A-792F-DE54F2B94B06}"/>
                  </a:ext>
                </a:extLst>
              </p:cNvPr>
              <p:cNvSpPr/>
              <p:nvPr/>
            </p:nvSpPr>
            <p:spPr>
              <a:xfrm>
                <a:off x="5497264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49" name="pg1048">
                <a:extLst>
                  <a:ext uri="{FF2B5EF4-FFF2-40B4-BE49-F238E27FC236}">
                    <a16:creationId xmlns:a16="http://schemas.microsoft.com/office/drawing/2014/main" id="{11D38D03-417E-645C-2BC5-54BB8EB1A83A}"/>
                  </a:ext>
                </a:extLst>
              </p:cNvPr>
              <p:cNvSpPr/>
              <p:nvPr/>
            </p:nvSpPr>
            <p:spPr>
              <a:xfrm>
                <a:off x="5508901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50" name="pg1049">
                <a:extLst>
                  <a:ext uri="{FF2B5EF4-FFF2-40B4-BE49-F238E27FC236}">
                    <a16:creationId xmlns:a16="http://schemas.microsoft.com/office/drawing/2014/main" id="{444786D7-55DB-2937-CEA4-579145C7BD24}"/>
                  </a:ext>
                </a:extLst>
              </p:cNvPr>
              <p:cNvSpPr/>
              <p:nvPr/>
            </p:nvSpPr>
            <p:spPr>
              <a:xfrm>
                <a:off x="5520539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51" name="pg1050">
                <a:extLst>
                  <a:ext uri="{FF2B5EF4-FFF2-40B4-BE49-F238E27FC236}">
                    <a16:creationId xmlns:a16="http://schemas.microsoft.com/office/drawing/2014/main" id="{EB187405-8B7B-E270-22FD-12F1225F2C1B}"/>
                  </a:ext>
                </a:extLst>
              </p:cNvPr>
              <p:cNvSpPr/>
              <p:nvPr/>
            </p:nvSpPr>
            <p:spPr>
              <a:xfrm>
                <a:off x="5532176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52" name="pg1051">
                <a:extLst>
                  <a:ext uri="{FF2B5EF4-FFF2-40B4-BE49-F238E27FC236}">
                    <a16:creationId xmlns:a16="http://schemas.microsoft.com/office/drawing/2014/main" id="{826FA39D-9476-6884-0962-2FD247DF998D}"/>
                  </a:ext>
                </a:extLst>
              </p:cNvPr>
              <p:cNvSpPr/>
              <p:nvPr/>
            </p:nvSpPr>
            <p:spPr>
              <a:xfrm>
                <a:off x="5543813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53" name="pg1052">
                <a:extLst>
                  <a:ext uri="{FF2B5EF4-FFF2-40B4-BE49-F238E27FC236}">
                    <a16:creationId xmlns:a16="http://schemas.microsoft.com/office/drawing/2014/main" id="{665946EE-902E-9CA2-A501-89C96B8ADC50}"/>
                  </a:ext>
                </a:extLst>
              </p:cNvPr>
              <p:cNvSpPr/>
              <p:nvPr/>
            </p:nvSpPr>
            <p:spPr>
              <a:xfrm>
                <a:off x="5555451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54" name="pg1053">
                <a:extLst>
                  <a:ext uri="{FF2B5EF4-FFF2-40B4-BE49-F238E27FC236}">
                    <a16:creationId xmlns:a16="http://schemas.microsoft.com/office/drawing/2014/main" id="{DCBC2C54-2940-1B24-1DF4-AA1FA817C829}"/>
                  </a:ext>
                </a:extLst>
              </p:cNvPr>
              <p:cNvSpPr/>
              <p:nvPr/>
            </p:nvSpPr>
            <p:spPr>
              <a:xfrm>
                <a:off x="5567088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55" name="pg1054">
                <a:extLst>
                  <a:ext uri="{FF2B5EF4-FFF2-40B4-BE49-F238E27FC236}">
                    <a16:creationId xmlns:a16="http://schemas.microsoft.com/office/drawing/2014/main" id="{DA67C1BC-12F6-8C1C-65DD-1E4D7122F2F1}"/>
                  </a:ext>
                </a:extLst>
              </p:cNvPr>
              <p:cNvSpPr/>
              <p:nvPr/>
            </p:nvSpPr>
            <p:spPr>
              <a:xfrm>
                <a:off x="5590363" y="330843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56" name="pg1055">
                <a:extLst>
                  <a:ext uri="{FF2B5EF4-FFF2-40B4-BE49-F238E27FC236}">
                    <a16:creationId xmlns:a16="http://schemas.microsoft.com/office/drawing/2014/main" id="{B37E6E0D-B34F-FC82-5308-F73E68D44696}"/>
                  </a:ext>
                </a:extLst>
              </p:cNvPr>
              <p:cNvSpPr/>
              <p:nvPr/>
            </p:nvSpPr>
            <p:spPr>
              <a:xfrm>
                <a:off x="5345979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57" name="pg1056">
                <a:extLst>
                  <a:ext uri="{FF2B5EF4-FFF2-40B4-BE49-F238E27FC236}">
                    <a16:creationId xmlns:a16="http://schemas.microsoft.com/office/drawing/2014/main" id="{7EDF8E3E-98F5-4A4C-A67F-647B4C15E382}"/>
                  </a:ext>
                </a:extLst>
              </p:cNvPr>
              <p:cNvSpPr/>
              <p:nvPr/>
            </p:nvSpPr>
            <p:spPr>
              <a:xfrm>
                <a:off x="5357616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58" name="pg1057">
                <a:extLst>
                  <a:ext uri="{FF2B5EF4-FFF2-40B4-BE49-F238E27FC236}">
                    <a16:creationId xmlns:a16="http://schemas.microsoft.com/office/drawing/2014/main" id="{AAB8DFBC-798B-EBF8-476A-4090EFC7C1A5}"/>
                  </a:ext>
                </a:extLst>
              </p:cNvPr>
              <p:cNvSpPr/>
              <p:nvPr/>
            </p:nvSpPr>
            <p:spPr>
              <a:xfrm>
                <a:off x="5369253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59" name="pg1058">
                <a:extLst>
                  <a:ext uri="{FF2B5EF4-FFF2-40B4-BE49-F238E27FC236}">
                    <a16:creationId xmlns:a16="http://schemas.microsoft.com/office/drawing/2014/main" id="{F2E02499-AAE9-812B-E197-601A6A52CF27}"/>
                  </a:ext>
                </a:extLst>
              </p:cNvPr>
              <p:cNvSpPr/>
              <p:nvPr/>
            </p:nvSpPr>
            <p:spPr>
              <a:xfrm>
                <a:off x="5380891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60" name="pg1059">
                <a:extLst>
                  <a:ext uri="{FF2B5EF4-FFF2-40B4-BE49-F238E27FC236}">
                    <a16:creationId xmlns:a16="http://schemas.microsoft.com/office/drawing/2014/main" id="{001002FA-B1B7-81CF-5109-9099BA65F0C3}"/>
                  </a:ext>
                </a:extLst>
              </p:cNvPr>
              <p:cNvSpPr/>
              <p:nvPr/>
            </p:nvSpPr>
            <p:spPr>
              <a:xfrm>
                <a:off x="5392528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61" name="pg1060">
                <a:extLst>
                  <a:ext uri="{FF2B5EF4-FFF2-40B4-BE49-F238E27FC236}">
                    <a16:creationId xmlns:a16="http://schemas.microsoft.com/office/drawing/2014/main" id="{AB0BE28B-A87B-0C9C-DB28-7E6536A7DBB7}"/>
                  </a:ext>
                </a:extLst>
              </p:cNvPr>
              <p:cNvSpPr/>
              <p:nvPr/>
            </p:nvSpPr>
            <p:spPr>
              <a:xfrm>
                <a:off x="5404165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62" name="pg1061">
                <a:extLst>
                  <a:ext uri="{FF2B5EF4-FFF2-40B4-BE49-F238E27FC236}">
                    <a16:creationId xmlns:a16="http://schemas.microsoft.com/office/drawing/2014/main" id="{DCF4DF8A-4DCD-FB38-6115-A2419A87AA08}"/>
                  </a:ext>
                </a:extLst>
              </p:cNvPr>
              <p:cNvSpPr/>
              <p:nvPr/>
            </p:nvSpPr>
            <p:spPr>
              <a:xfrm>
                <a:off x="5415803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63" name="pg1062">
                <a:extLst>
                  <a:ext uri="{FF2B5EF4-FFF2-40B4-BE49-F238E27FC236}">
                    <a16:creationId xmlns:a16="http://schemas.microsoft.com/office/drawing/2014/main" id="{F8D0EB8C-87AF-4FDA-E78E-0B5ACC0CF976}"/>
                  </a:ext>
                </a:extLst>
              </p:cNvPr>
              <p:cNvSpPr/>
              <p:nvPr/>
            </p:nvSpPr>
            <p:spPr>
              <a:xfrm>
                <a:off x="5427440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64" name="pg1063">
                <a:extLst>
                  <a:ext uri="{FF2B5EF4-FFF2-40B4-BE49-F238E27FC236}">
                    <a16:creationId xmlns:a16="http://schemas.microsoft.com/office/drawing/2014/main" id="{95A62DE6-56D5-9D11-CD93-AE1D1B69FA54}"/>
                  </a:ext>
                </a:extLst>
              </p:cNvPr>
              <p:cNvSpPr/>
              <p:nvPr/>
            </p:nvSpPr>
            <p:spPr>
              <a:xfrm>
                <a:off x="5439077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65" name="pg1064">
                <a:extLst>
                  <a:ext uri="{FF2B5EF4-FFF2-40B4-BE49-F238E27FC236}">
                    <a16:creationId xmlns:a16="http://schemas.microsoft.com/office/drawing/2014/main" id="{F527C453-6B26-D33F-DF45-BC98C14FB54C}"/>
                  </a:ext>
                </a:extLst>
              </p:cNvPr>
              <p:cNvSpPr/>
              <p:nvPr/>
            </p:nvSpPr>
            <p:spPr>
              <a:xfrm>
                <a:off x="5450715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66" name="pg1065">
                <a:extLst>
                  <a:ext uri="{FF2B5EF4-FFF2-40B4-BE49-F238E27FC236}">
                    <a16:creationId xmlns:a16="http://schemas.microsoft.com/office/drawing/2014/main" id="{3E0BBF73-0E39-AD1C-88BE-16FE6C31FB91}"/>
                  </a:ext>
                </a:extLst>
              </p:cNvPr>
              <p:cNvSpPr/>
              <p:nvPr/>
            </p:nvSpPr>
            <p:spPr>
              <a:xfrm>
                <a:off x="5462352" y="33227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67" name="pg1066">
                <a:extLst>
                  <a:ext uri="{FF2B5EF4-FFF2-40B4-BE49-F238E27FC236}">
                    <a16:creationId xmlns:a16="http://schemas.microsoft.com/office/drawing/2014/main" id="{3D258297-D56D-811D-4B09-294B6F217335}"/>
                  </a:ext>
                </a:extLst>
              </p:cNvPr>
              <p:cNvSpPr/>
              <p:nvPr/>
            </p:nvSpPr>
            <p:spPr>
              <a:xfrm>
                <a:off x="5334341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68" name="pg1067">
                <a:extLst>
                  <a:ext uri="{FF2B5EF4-FFF2-40B4-BE49-F238E27FC236}">
                    <a16:creationId xmlns:a16="http://schemas.microsoft.com/office/drawing/2014/main" id="{FA2E45E6-16A2-571E-28F2-08BDF2071F23}"/>
                  </a:ext>
                </a:extLst>
              </p:cNvPr>
              <p:cNvSpPr/>
              <p:nvPr/>
            </p:nvSpPr>
            <p:spPr>
              <a:xfrm>
                <a:off x="5345979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69" name="pg1068">
                <a:extLst>
                  <a:ext uri="{FF2B5EF4-FFF2-40B4-BE49-F238E27FC236}">
                    <a16:creationId xmlns:a16="http://schemas.microsoft.com/office/drawing/2014/main" id="{BF0D07D2-3A49-C9FA-F6D1-55268475C63D}"/>
                  </a:ext>
                </a:extLst>
              </p:cNvPr>
              <p:cNvSpPr/>
              <p:nvPr/>
            </p:nvSpPr>
            <p:spPr>
              <a:xfrm>
                <a:off x="5357616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70" name="pg1069">
                <a:extLst>
                  <a:ext uri="{FF2B5EF4-FFF2-40B4-BE49-F238E27FC236}">
                    <a16:creationId xmlns:a16="http://schemas.microsoft.com/office/drawing/2014/main" id="{5E710E32-C3A0-8B9D-6DAF-7E1290104A25}"/>
                  </a:ext>
                </a:extLst>
              </p:cNvPr>
              <p:cNvSpPr/>
              <p:nvPr/>
            </p:nvSpPr>
            <p:spPr>
              <a:xfrm>
                <a:off x="5369253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71" name="pg1070">
                <a:extLst>
                  <a:ext uri="{FF2B5EF4-FFF2-40B4-BE49-F238E27FC236}">
                    <a16:creationId xmlns:a16="http://schemas.microsoft.com/office/drawing/2014/main" id="{6CD20D4E-3536-6728-D0B0-3C675B957C3A}"/>
                  </a:ext>
                </a:extLst>
              </p:cNvPr>
              <p:cNvSpPr/>
              <p:nvPr/>
            </p:nvSpPr>
            <p:spPr>
              <a:xfrm>
                <a:off x="5380891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72" name="pg1071">
                <a:extLst>
                  <a:ext uri="{FF2B5EF4-FFF2-40B4-BE49-F238E27FC236}">
                    <a16:creationId xmlns:a16="http://schemas.microsoft.com/office/drawing/2014/main" id="{C6D8A445-D763-FCEB-BB97-25FB708DB284}"/>
                  </a:ext>
                </a:extLst>
              </p:cNvPr>
              <p:cNvSpPr/>
              <p:nvPr/>
            </p:nvSpPr>
            <p:spPr>
              <a:xfrm>
                <a:off x="5392528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73" name="pg1072">
                <a:extLst>
                  <a:ext uri="{FF2B5EF4-FFF2-40B4-BE49-F238E27FC236}">
                    <a16:creationId xmlns:a16="http://schemas.microsoft.com/office/drawing/2014/main" id="{F6927B21-996F-B6BC-2600-E5FA94F3822F}"/>
                  </a:ext>
                </a:extLst>
              </p:cNvPr>
              <p:cNvSpPr/>
              <p:nvPr/>
            </p:nvSpPr>
            <p:spPr>
              <a:xfrm>
                <a:off x="5404165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74" name="pg1073">
                <a:extLst>
                  <a:ext uri="{FF2B5EF4-FFF2-40B4-BE49-F238E27FC236}">
                    <a16:creationId xmlns:a16="http://schemas.microsoft.com/office/drawing/2014/main" id="{8D422641-BE59-AEC1-36B3-70666F8287EA}"/>
                  </a:ext>
                </a:extLst>
              </p:cNvPr>
              <p:cNvSpPr/>
              <p:nvPr/>
            </p:nvSpPr>
            <p:spPr>
              <a:xfrm>
                <a:off x="5415803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1A4">
                  <a:alpha val="100000"/>
                </a:srgbClr>
              </a:solidFill>
              <a:ln w="5420" cap="flat">
                <a:solidFill>
                  <a:srgbClr val="3A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75" name="pg1074">
                <a:extLst>
                  <a:ext uri="{FF2B5EF4-FFF2-40B4-BE49-F238E27FC236}">
                    <a16:creationId xmlns:a16="http://schemas.microsoft.com/office/drawing/2014/main" id="{800DFA07-C7E1-B865-B04D-013EBFBDA2C7}"/>
                  </a:ext>
                </a:extLst>
              </p:cNvPr>
              <p:cNvSpPr/>
              <p:nvPr/>
            </p:nvSpPr>
            <p:spPr>
              <a:xfrm>
                <a:off x="5427440" y="333703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76" name="pg1075">
                <a:extLst>
                  <a:ext uri="{FF2B5EF4-FFF2-40B4-BE49-F238E27FC236}">
                    <a16:creationId xmlns:a16="http://schemas.microsoft.com/office/drawing/2014/main" id="{8A621868-4C52-5C92-9CB8-D4A76EA33AA3}"/>
                  </a:ext>
                </a:extLst>
              </p:cNvPr>
              <p:cNvSpPr/>
              <p:nvPr/>
            </p:nvSpPr>
            <p:spPr>
              <a:xfrm>
                <a:off x="5322704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77" name="pg1076">
                <a:extLst>
                  <a:ext uri="{FF2B5EF4-FFF2-40B4-BE49-F238E27FC236}">
                    <a16:creationId xmlns:a16="http://schemas.microsoft.com/office/drawing/2014/main" id="{9F81D5D5-43F3-AFB1-C0FF-3DABD74F3F58}"/>
                  </a:ext>
                </a:extLst>
              </p:cNvPr>
              <p:cNvSpPr/>
              <p:nvPr/>
            </p:nvSpPr>
            <p:spPr>
              <a:xfrm>
                <a:off x="5334341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78" name="pg1077">
                <a:extLst>
                  <a:ext uri="{FF2B5EF4-FFF2-40B4-BE49-F238E27FC236}">
                    <a16:creationId xmlns:a16="http://schemas.microsoft.com/office/drawing/2014/main" id="{26AEE1A5-9CC9-AFB5-B538-5DA106867BA9}"/>
                  </a:ext>
                </a:extLst>
              </p:cNvPr>
              <p:cNvSpPr/>
              <p:nvPr/>
            </p:nvSpPr>
            <p:spPr>
              <a:xfrm>
                <a:off x="5345979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79" name="pg1078">
                <a:extLst>
                  <a:ext uri="{FF2B5EF4-FFF2-40B4-BE49-F238E27FC236}">
                    <a16:creationId xmlns:a16="http://schemas.microsoft.com/office/drawing/2014/main" id="{1D5CFE5A-B32B-637C-E7EF-8038F490EEEC}"/>
                  </a:ext>
                </a:extLst>
              </p:cNvPr>
              <p:cNvSpPr/>
              <p:nvPr/>
            </p:nvSpPr>
            <p:spPr>
              <a:xfrm>
                <a:off x="5357616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80" name="pg1079">
                <a:extLst>
                  <a:ext uri="{FF2B5EF4-FFF2-40B4-BE49-F238E27FC236}">
                    <a16:creationId xmlns:a16="http://schemas.microsoft.com/office/drawing/2014/main" id="{10690D05-095C-13CA-56C8-A84C14A4519D}"/>
                  </a:ext>
                </a:extLst>
              </p:cNvPr>
              <p:cNvSpPr/>
              <p:nvPr/>
            </p:nvSpPr>
            <p:spPr>
              <a:xfrm>
                <a:off x="5369253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81" name="pg1080">
                <a:extLst>
                  <a:ext uri="{FF2B5EF4-FFF2-40B4-BE49-F238E27FC236}">
                    <a16:creationId xmlns:a16="http://schemas.microsoft.com/office/drawing/2014/main" id="{EEE2B64D-AFAC-B6A9-1364-4ED7D662A762}"/>
                  </a:ext>
                </a:extLst>
              </p:cNvPr>
              <p:cNvSpPr/>
              <p:nvPr/>
            </p:nvSpPr>
            <p:spPr>
              <a:xfrm>
                <a:off x="5380891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82" name="pg1081">
                <a:extLst>
                  <a:ext uri="{FF2B5EF4-FFF2-40B4-BE49-F238E27FC236}">
                    <a16:creationId xmlns:a16="http://schemas.microsoft.com/office/drawing/2014/main" id="{A79495C3-371A-C28F-411F-C25BEE675635}"/>
                  </a:ext>
                </a:extLst>
              </p:cNvPr>
              <p:cNvSpPr/>
              <p:nvPr/>
            </p:nvSpPr>
            <p:spPr>
              <a:xfrm>
                <a:off x="5392528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83" name="pg1082">
                <a:extLst>
                  <a:ext uri="{FF2B5EF4-FFF2-40B4-BE49-F238E27FC236}">
                    <a16:creationId xmlns:a16="http://schemas.microsoft.com/office/drawing/2014/main" id="{4D01AEF3-B8CD-293A-C90C-3A7B1724DAE1}"/>
                  </a:ext>
                </a:extLst>
              </p:cNvPr>
              <p:cNvSpPr/>
              <p:nvPr/>
            </p:nvSpPr>
            <p:spPr>
              <a:xfrm>
                <a:off x="5404165" y="33513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84" name="pg1083">
                <a:extLst>
                  <a:ext uri="{FF2B5EF4-FFF2-40B4-BE49-F238E27FC236}">
                    <a16:creationId xmlns:a16="http://schemas.microsoft.com/office/drawing/2014/main" id="{19194076-5B59-5096-F3FD-3963F812DEE7}"/>
                  </a:ext>
                </a:extLst>
              </p:cNvPr>
              <p:cNvSpPr/>
              <p:nvPr/>
            </p:nvSpPr>
            <p:spPr>
              <a:xfrm>
                <a:off x="5311067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85" name="pg1084">
                <a:extLst>
                  <a:ext uri="{FF2B5EF4-FFF2-40B4-BE49-F238E27FC236}">
                    <a16:creationId xmlns:a16="http://schemas.microsoft.com/office/drawing/2014/main" id="{A5E3A3E9-558F-00A4-AE09-493ADF1222C6}"/>
                  </a:ext>
                </a:extLst>
              </p:cNvPr>
              <p:cNvSpPr/>
              <p:nvPr/>
            </p:nvSpPr>
            <p:spPr>
              <a:xfrm>
                <a:off x="5322704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86" name="pg1085">
                <a:extLst>
                  <a:ext uri="{FF2B5EF4-FFF2-40B4-BE49-F238E27FC236}">
                    <a16:creationId xmlns:a16="http://schemas.microsoft.com/office/drawing/2014/main" id="{6A9BD940-CBF5-C189-708A-D09D7A25E77D}"/>
                  </a:ext>
                </a:extLst>
              </p:cNvPr>
              <p:cNvSpPr/>
              <p:nvPr/>
            </p:nvSpPr>
            <p:spPr>
              <a:xfrm>
                <a:off x="5334341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87" name="pg1086">
                <a:extLst>
                  <a:ext uri="{FF2B5EF4-FFF2-40B4-BE49-F238E27FC236}">
                    <a16:creationId xmlns:a16="http://schemas.microsoft.com/office/drawing/2014/main" id="{619B4A7B-6D23-FA6D-3AC5-88FF52708ACA}"/>
                  </a:ext>
                </a:extLst>
              </p:cNvPr>
              <p:cNvSpPr/>
              <p:nvPr/>
            </p:nvSpPr>
            <p:spPr>
              <a:xfrm>
                <a:off x="5345979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88" name="pg1087">
                <a:extLst>
                  <a:ext uri="{FF2B5EF4-FFF2-40B4-BE49-F238E27FC236}">
                    <a16:creationId xmlns:a16="http://schemas.microsoft.com/office/drawing/2014/main" id="{CD22E1EF-4CB0-7B57-D141-79D597FAB5F0}"/>
                  </a:ext>
                </a:extLst>
              </p:cNvPr>
              <p:cNvSpPr/>
              <p:nvPr/>
            </p:nvSpPr>
            <p:spPr>
              <a:xfrm>
                <a:off x="5357616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89" name="pg1088">
                <a:extLst>
                  <a:ext uri="{FF2B5EF4-FFF2-40B4-BE49-F238E27FC236}">
                    <a16:creationId xmlns:a16="http://schemas.microsoft.com/office/drawing/2014/main" id="{8F246A95-4A9C-F32D-3349-FD4318DA995A}"/>
                  </a:ext>
                </a:extLst>
              </p:cNvPr>
              <p:cNvSpPr/>
              <p:nvPr/>
            </p:nvSpPr>
            <p:spPr>
              <a:xfrm>
                <a:off x="5369253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90" name="pg1089">
                <a:extLst>
                  <a:ext uri="{FF2B5EF4-FFF2-40B4-BE49-F238E27FC236}">
                    <a16:creationId xmlns:a16="http://schemas.microsoft.com/office/drawing/2014/main" id="{6F340B01-8E3B-1C03-FC81-A9551A1DB82C}"/>
                  </a:ext>
                </a:extLst>
              </p:cNvPr>
              <p:cNvSpPr/>
              <p:nvPr/>
            </p:nvSpPr>
            <p:spPr>
              <a:xfrm>
                <a:off x="5380891" y="336563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91" name="pg1090">
                <a:extLst>
                  <a:ext uri="{FF2B5EF4-FFF2-40B4-BE49-F238E27FC236}">
                    <a16:creationId xmlns:a16="http://schemas.microsoft.com/office/drawing/2014/main" id="{66463063-F5DB-5E2D-7156-96763410A5B7}"/>
                  </a:ext>
                </a:extLst>
              </p:cNvPr>
              <p:cNvSpPr/>
              <p:nvPr/>
            </p:nvSpPr>
            <p:spPr>
              <a:xfrm>
                <a:off x="5311067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92" name="pg1091">
                <a:extLst>
                  <a:ext uri="{FF2B5EF4-FFF2-40B4-BE49-F238E27FC236}">
                    <a16:creationId xmlns:a16="http://schemas.microsoft.com/office/drawing/2014/main" id="{5A0CEE35-32B4-1714-4863-0AD754361F73}"/>
                  </a:ext>
                </a:extLst>
              </p:cNvPr>
              <p:cNvSpPr/>
              <p:nvPr/>
            </p:nvSpPr>
            <p:spPr>
              <a:xfrm>
                <a:off x="5322704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93" name="pg1092">
                <a:extLst>
                  <a:ext uri="{FF2B5EF4-FFF2-40B4-BE49-F238E27FC236}">
                    <a16:creationId xmlns:a16="http://schemas.microsoft.com/office/drawing/2014/main" id="{18427B21-CD2E-B564-F532-F0DF9FD34BD0}"/>
                  </a:ext>
                </a:extLst>
              </p:cNvPr>
              <p:cNvSpPr/>
              <p:nvPr/>
            </p:nvSpPr>
            <p:spPr>
              <a:xfrm>
                <a:off x="5334341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94" name="pg1093">
                <a:extLst>
                  <a:ext uri="{FF2B5EF4-FFF2-40B4-BE49-F238E27FC236}">
                    <a16:creationId xmlns:a16="http://schemas.microsoft.com/office/drawing/2014/main" id="{CE9842EC-0738-7A42-9051-022E550360DD}"/>
                  </a:ext>
                </a:extLst>
              </p:cNvPr>
              <p:cNvSpPr/>
              <p:nvPr/>
            </p:nvSpPr>
            <p:spPr>
              <a:xfrm>
                <a:off x="5345979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95" name="pg1094">
                <a:extLst>
                  <a:ext uri="{FF2B5EF4-FFF2-40B4-BE49-F238E27FC236}">
                    <a16:creationId xmlns:a16="http://schemas.microsoft.com/office/drawing/2014/main" id="{B7C15084-D924-9E13-8BD2-BBFD733B0C65}"/>
                  </a:ext>
                </a:extLst>
              </p:cNvPr>
              <p:cNvSpPr/>
              <p:nvPr/>
            </p:nvSpPr>
            <p:spPr>
              <a:xfrm>
                <a:off x="5357616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96" name="pg1095">
                <a:extLst>
                  <a:ext uri="{FF2B5EF4-FFF2-40B4-BE49-F238E27FC236}">
                    <a16:creationId xmlns:a16="http://schemas.microsoft.com/office/drawing/2014/main" id="{42C09E41-9146-C9C6-B15F-F86FA7597E1E}"/>
                  </a:ext>
                </a:extLst>
              </p:cNvPr>
              <p:cNvSpPr/>
              <p:nvPr/>
            </p:nvSpPr>
            <p:spPr>
              <a:xfrm>
                <a:off x="5369253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97" name="pg1096">
                <a:extLst>
                  <a:ext uri="{FF2B5EF4-FFF2-40B4-BE49-F238E27FC236}">
                    <a16:creationId xmlns:a16="http://schemas.microsoft.com/office/drawing/2014/main" id="{5C71956B-B639-F53C-EF34-295E5919B00F}"/>
                  </a:ext>
                </a:extLst>
              </p:cNvPr>
              <p:cNvSpPr/>
              <p:nvPr/>
            </p:nvSpPr>
            <p:spPr>
              <a:xfrm>
                <a:off x="5380891" y="337993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98" name="pg1097">
                <a:extLst>
                  <a:ext uri="{FF2B5EF4-FFF2-40B4-BE49-F238E27FC236}">
                    <a16:creationId xmlns:a16="http://schemas.microsoft.com/office/drawing/2014/main" id="{AE317022-5BEB-9EFA-EC20-B0A53586F7A4}"/>
                  </a:ext>
                </a:extLst>
              </p:cNvPr>
              <p:cNvSpPr/>
              <p:nvPr/>
            </p:nvSpPr>
            <p:spPr>
              <a:xfrm>
                <a:off x="5311067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499" name="pg1098">
                <a:extLst>
                  <a:ext uri="{FF2B5EF4-FFF2-40B4-BE49-F238E27FC236}">
                    <a16:creationId xmlns:a16="http://schemas.microsoft.com/office/drawing/2014/main" id="{EE3B0504-EAB3-E346-ADF5-C2BD2E6FBE31}"/>
                  </a:ext>
                </a:extLst>
              </p:cNvPr>
              <p:cNvSpPr/>
              <p:nvPr/>
            </p:nvSpPr>
            <p:spPr>
              <a:xfrm>
                <a:off x="5322704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00" name="pg1099">
                <a:extLst>
                  <a:ext uri="{FF2B5EF4-FFF2-40B4-BE49-F238E27FC236}">
                    <a16:creationId xmlns:a16="http://schemas.microsoft.com/office/drawing/2014/main" id="{53AB1119-45C8-BA27-119C-249360CABAC1}"/>
                  </a:ext>
                </a:extLst>
              </p:cNvPr>
              <p:cNvSpPr/>
              <p:nvPr/>
            </p:nvSpPr>
            <p:spPr>
              <a:xfrm>
                <a:off x="5334341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01" name="pg1100">
                <a:extLst>
                  <a:ext uri="{FF2B5EF4-FFF2-40B4-BE49-F238E27FC236}">
                    <a16:creationId xmlns:a16="http://schemas.microsoft.com/office/drawing/2014/main" id="{5CC57852-F01F-847F-1F72-2726683580C8}"/>
                  </a:ext>
                </a:extLst>
              </p:cNvPr>
              <p:cNvSpPr/>
              <p:nvPr/>
            </p:nvSpPr>
            <p:spPr>
              <a:xfrm>
                <a:off x="5345979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02" name="pg1101">
                <a:extLst>
                  <a:ext uri="{FF2B5EF4-FFF2-40B4-BE49-F238E27FC236}">
                    <a16:creationId xmlns:a16="http://schemas.microsoft.com/office/drawing/2014/main" id="{04ED7BBE-C232-BB28-AF5F-D2ABD721FD91}"/>
                  </a:ext>
                </a:extLst>
              </p:cNvPr>
              <p:cNvSpPr/>
              <p:nvPr/>
            </p:nvSpPr>
            <p:spPr>
              <a:xfrm>
                <a:off x="5357616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03" name="pg1102">
                <a:extLst>
                  <a:ext uri="{FF2B5EF4-FFF2-40B4-BE49-F238E27FC236}">
                    <a16:creationId xmlns:a16="http://schemas.microsoft.com/office/drawing/2014/main" id="{7EE4519D-E053-39EF-D53E-F31DC08E446C}"/>
                  </a:ext>
                </a:extLst>
              </p:cNvPr>
              <p:cNvSpPr/>
              <p:nvPr/>
            </p:nvSpPr>
            <p:spPr>
              <a:xfrm>
                <a:off x="5369253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04" name="pg1103">
                <a:extLst>
                  <a:ext uri="{FF2B5EF4-FFF2-40B4-BE49-F238E27FC236}">
                    <a16:creationId xmlns:a16="http://schemas.microsoft.com/office/drawing/2014/main" id="{23FAF944-95EE-AC15-F3E2-D9C4333693E4}"/>
                  </a:ext>
                </a:extLst>
              </p:cNvPr>
              <p:cNvSpPr/>
              <p:nvPr/>
            </p:nvSpPr>
            <p:spPr>
              <a:xfrm>
                <a:off x="5380891" y="33942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05" name="pg1104">
                <a:extLst>
                  <a:ext uri="{FF2B5EF4-FFF2-40B4-BE49-F238E27FC236}">
                    <a16:creationId xmlns:a16="http://schemas.microsoft.com/office/drawing/2014/main" id="{00A6BB68-FD30-B2E8-3479-C9F02F9917CC}"/>
                  </a:ext>
                </a:extLst>
              </p:cNvPr>
              <p:cNvSpPr/>
              <p:nvPr/>
            </p:nvSpPr>
            <p:spPr>
              <a:xfrm>
                <a:off x="5311067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06" name="pg1105">
                <a:extLst>
                  <a:ext uri="{FF2B5EF4-FFF2-40B4-BE49-F238E27FC236}">
                    <a16:creationId xmlns:a16="http://schemas.microsoft.com/office/drawing/2014/main" id="{23F6A366-689B-18A1-BF57-4B2698787CFB}"/>
                  </a:ext>
                </a:extLst>
              </p:cNvPr>
              <p:cNvSpPr/>
              <p:nvPr/>
            </p:nvSpPr>
            <p:spPr>
              <a:xfrm>
                <a:off x="5322704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07" name="pg1106">
                <a:extLst>
                  <a:ext uri="{FF2B5EF4-FFF2-40B4-BE49-F238E27FC236}">
                    <a16:creationId xmlns:a16="http://schemas.microsoft.com/office/drawing/2014/main" id="{DE3F9C0B-CA2C-4F29-724F-1D7CAE8BBC73}"/>
                  </a:ext>
                </a:extLst>
              </p:cNvPr>
              <p:cNvSpPr/>
              <p:nvPr/>
            </p:nvSpPr>
            <p:spPr>
              <a:xfrm>
                <a:off x="5334341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08" name="pg1107">
                <a:extLst>
                  <a:ext uri="{FF2B5EF4-FFF2-40B4-BE49-F238E27FC236}">
                    <a16:creationId xmlns:a16="http://schemas.microsoft.com/office/drawing/2014/main" id="{35942FEF-25E2-CB65-8CAA-0B15608BF0B6}"/>
                  </a:ext>
                </a:extLst>
              </p:cNvPr>
              <p:cNvSpPr/>
              <p:nvPr/>
            </p:nvSpPr>
            <p:spPr>
              <a:xfrm>
                <a:off x="5345979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09" name="pg1108">
                <a:extLst>
                  <a:ext uri="{FF2B5EF4-FFF2-40B4-BE49-F238E27FC236}">
                    <a16:creationId xmlns:a16="http://schemas.microsoft.com/office/drawing/2014/main" id="{4FE5C0B9-3EB7-4B40-BB24-200458F31340}"/>
                  </a:ext>
                </a:extLst>
              </p:cNvPr>
              <p:cNvSpPr/>
              <p:nvPr/>
            </p:nvSpPr>
            <p:spPr>
              <a:xfrm>
                <a:off x="5357616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10" name="pg1109">
                <a:extLst>
                  <a:ext uri="{FF2B5EF4-FFF2-40B4-BE49-F238E27FC236}">
                    <a16:creationId xmlns:a16="http://schemas.microsoft.com/office/drawing/2014/main" id="{3645CB45-564C-5F09-F6DC-7810595E47DA}"/>
                  </a:ext>
                </a:extLst>
              </p:cNvPr>
              <p:cNvSpPr/>
              <p:nvPr/>
            </p:nvSpPr>
            <p:spPr>
              <a:xfrm>
                <a:off x="5369253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11" name="pg1110">
                <a:extLst>
                  <a:ext uri="{FF2B5EF4-FFF2-40B4-BE49-F238E27FC236}">
                    <a16:creationId xmlns:a16="http://schemas.microsoft.com/office/drawing/2014/main" id="{B2792713-4FB7-A201-7941-90316FC31A02}"/>
                  </a:ext>
                </a:extLst>
              </p:cNvPr>
              <p:cNvSpPr/>
              <p:nvPr/>
            </p:nvSpPr>
            <p:spPr>
              <a:xfrm>
                <a:off x="5380891" y="340854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12" name="pg1111">
                <a:extLst>
                  <a:ext uri="{FF2B5EF4-FFF2-40B4-BE49-F238E27FC236}">
                    <a16:creationId xmlns:a16="http://schemas.microsoft.com/office/drawing/2014/main" id="{4CEDC31E-1329-2F5B-19DD-107EC5B1D0D7}"/>
                  </a:ext>
                </a:extLst>
              </p:cNvPr>
              <p:cNvSpPr/>
              <p:nvPr/>
            </p:nvSpPr>
            <p:spPr>
              <a:xfrm>
                <a:off x="5241243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13" name="pg1112">
                <a:extLst>
                  <a:ext uri="{FF2B5EF4-FFF2-40B4-BE49-F238E27FC236}">
                    <a16:creationId xmlns:a16="http://schemas.microsoft.com/office/drawing/2014/main" id="{4D1E1E43-0737-B082-CC11-6EAE930EF8EA}"/>
                  </a:ext>
                </a:extLst>
              </p:cNvPr>
              <p:cNvSpPr/>
              <p:nvPr/>
            </p:nvSpPr>
            <p:spPr>
              <a:xfrm>
                <a:off x="5252880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14" name="pg1113">
                <a:extLst>
                  <a:ext uri="{FF2B5EF4-FFF2-40B4-BE49-F238E27FC236}">
                    <a16:creationId xmlns:a16="http://schemas.microsoft.com/office/drawing/2014/main" id="{5A96984B-A222-8C44-75EC-80895C659415}"/>
                  </a:ext>
                </a:extLst>
              </p:cNvPr>
              <p:cNvSpPr/>
              <p:nvPr/>
            </p:nvSpPr>
            <p:spPr>
              <a:xfrm>
                <a:off x="5334341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15" name="pg1114">
                <a:extLst>
                  <a:ext uri="{FF2B5EF4-FFF2-40B4-BE49-F238E27FC236}">
                    <a16:creationId xmlns:a16="http://schemas.microsoft.com/office/drawing/2014/main" id="{70070A49-F6CA-078D-6DDC-A51026451047}"/>
                  </a:ext>
                </a:extLst>
              </p:cNvPr>
              <p:cNvSpPr/>
              <p:nvPr/>
            </p:nvSpPr>
            <p:spPr>
              <a:xfrm>
                <a:off x="5345979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16" name="pg1115">
                <a:extLst>
                  <a:ext uri="{FF2B5EF4-FFF2-40B4-BE49-F238E27FC236}">
                    <a16:creationId xmlns:a16="http://schemas.microsoft.com/office/drawing/2014/main" id="{68F7B262-B31E-F45E-8BF8-4DC4BDC07073}"/>
                  </a:ext>
                </a:extLst>
              </p:cNvPr>
              <p:cNvSpPr/>
              <p:nvPr/>
            </p:nvSpPr>
            <p:spPr>
              <a:xfrm>
                <a:off x="5357616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17" name="pg1116">
                <a:extLst>
                  <a:ext uri="{FF2B5EF4-FFF2-40B4-BE49-F238E27FC236}">
                    <a16:creationId xmlns:a16="http://schemas.microsoft.com/office/drawing/2014/main" id="{8043DF69-190D-B15F-C408-BDA06F2D8A1D}"/>
                  </a:ext>
                </a:extLst>
              </p:cNvPr>
              <p:cNvSpPr/>
              <p:nvPr/>
            </p:nvSpPr>
            <p:spPr>
              <a:xfrm>
                <a:off x="5369253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18" name="pg1117">
                <a:extLst>
                  <a:ext uri="{FF2B5EF4-FFF2-40B4-BE49-F238E27FC236}">
                    <a16:creationId xmlns:a16="http://schemas.microsoft.com/office/drawing/2014/main" id="{720EA1EB-3F9D-6BB9-F57F-575B53D26E6D}"/>
                  </a:ext>
                </a:extLst>
              </p:cNvPr>
              <p:cNvSpPr/>
              <p:nvPr/>
            </p:nvSpPr>
            <p:spPr>
              <a:xfrm>
                <a:off x="5380891" y="34228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19" name="pg1118">
                <a:extLst>
                  <a:ext uri="{FF2B5EF4-FFF2-40B4-BE49-F238E27FC236}">
                    <a16:creationId xmlns:a16="http://schemas.microsoft.com/office/drawing/2014/main" id="{5CB5A334-32C0-4948-5910-FBD417DBC510}"/>
                  </a:ext>
                </a:extLst>
              </p:cNvPr>
              <p:cNvSpPr/>
              <p:nvPr/>
            </p:nvSpPr>
            <p:spPr>
              <a:xfrm>
                <a:off x="5217968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20" name="pg1119">
                <a:extLst>
                  <a:ext uri="{FF2B5EF4-FFF2-40B4-BE49-F238E27FC236}">
                    <a16:creationId xmlns:a16="http://schemas.microsoft.com/office/drawing/2014/main" id="{BC0E8C8C-0AC1-D59B-8A12-03D46AED9706}"/>
                  </a:ext>
                </a:extLst>
              </p:cNvPr>
              <p:cNvSpPr/>
              <p:nvPr/>
            </p:nvSpPr>
            <p:spPr>
              <a:xfrm>
                <a:off x="5229605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21" name="pg1120">
                <a:extLst>
                  <a:ext uri="{FF2B5EF4-FFF2-40B4-BE49-F238E27FC236}">
                    <a16:creationId xmlns:a16="http://schemas.microsoft.com/office/drawing/2014/main" id="{788FA283-BED4-5B46-0731-079D50D46484}"/>
                  </a:ext>
                </a:extLst>
              </p:cNvPr>
              <p:cNvSpPr/>
              <p:nvPr/>
            </p:nvSpPr>
            <p:spPr>
              <a:xfrm>
                <a:off x="5241243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22" name="pg1121">
                <a:extLst>
                  <a:ext uri="{FF2B5EF4-FFF2-40B4-BE49-F238E27FC236}">
                    <a16:creationId xmlns:a16="http://schemas.microsoft.com/office/drawing/2014/main" id="{77353661-CF2D-B9BD-12FD-F8AEA62EF894}"/>
                  </a:ext>
                </a:extLst>
              </p:cNvPr>
              <p:cNvSpPr/>
              <p:nvPr/>
            </p:nvSpPr>
            <p:spPr>
              <a:xfrm>
                <a:off x="5252880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23" name="pg1122">
                <a:extLst>
                  <a:ext uri="{FF2B5EF4-FFF2-40B4-BE49-F238E27FC236}">
                    <a16:creationId xmlns:a16="http://schemas.microsoft.com/office/drawing/2014/main" id="{3A74251F-9C3D-D3C5-2237-668EBE4625EF}"/>
                  </a:ext>
                </a:extLst>
              </p:cNvPr>
              <p:cNvSpPr/>
              <p:nvPr/>
            </p:nvSpPr>
            <p:spPr>
              <a:xfrm>
                <a:off x="5264517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24" name="pg1123">
                <a:extLst>
                  <a:ext uri="{FF2B5EF4-FFF2-40B4-BE49-F238E27FC236}">
                    <a16:creationId xmlns:a16="http://schemas.microsoft.com/office/drawing/2014/main" id="{B5A00264-E23D-FA83-9F83-BDA433A53A9A}"/>
                  </a:ext>
                </a:extLst>
              </p:cNvPr>
              <p:cNvSpPr/>
              <p:nvPr/>
            </p:nvSpPr>
            <p:spPr>
              <a:xfrm>
                <a:off x="5334341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25" name="pg1124">
                <a:extLst>
                  <a:ext uri="{FF2B5EF4-FFF2-40B4-BE49-F238E27FC236}">
                    <a16:creationId xmlns:a16="http://schemas.microsoft.com/office/drawing/2014/main" id="{05447CF1-5604-170D-8DA9-0D68E25D89B9}"/>
                  </a:ext>
                </a:extLst>
              </p:cNvPr>
              <p:cNvSpPr/>
              <p:nvPr/>
            </p:nvSpPr>
            <p:spPr>
              <a:xfrm>
                <a:off x="5345979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26" name="pg1125">
                <a:extLst>
                  <a:ext uri="{FF2B5EF4-FFF2-40B4-BE49-F238E27FC236}">
                    <a16:creationId xmlns:a16="http://schemas.microsoft.com/office/drawing/2014/main" id="{11F8629C-3250-BB34-EBC4-DB2DEACBC1F9}"/>
                  </a:ext>
                </a:extLst>
              </p:cNvPr>
              <p:cNvSpPr/>
              <p:nvPr/>
            </p:nvSpPr>
            <p:spPr>
              <a:xfrm>
                <a:off x="5357616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27" name="pg1126">
                <a:extLst>
                  <a:ext uri="{FF2B5EF4-FFF2-40B4-BE49-F238E27FC236}">
                    <a16:creationId xmlns:a16="http://schemas.microsoft.com/office/drawing/2014/main" id="{80CF7FDF-9070-1CBA-A77B-809A237E5EC8}"/>
                  </a:ext>
                </a:extLst>
              </p:cNvPr>
              <p:cNvSpPr/>
              <p:nvPr/>
            </p:nvSpPr>
            <p:spPr>
              <a:xfrm>
                <a:off x="5369253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28" name="pg1127">
                <a:extLst>
                  <a:ext uri="{FF2B5EF4-FFF2-40B4-BE49-F238E27FC236}">
                    <a16:creationId xmlns:a16="http://schemas.microsoft.com/office/drawing/2014/main" id="{A947EC78-B2EC-ED48-A55C-18325773FE13}"/>
                  </a:ext>
                </a:extLst>
              </p:cNvPr>
              <p:cNvSpPr/>
              <p:nvPr/>
            </p:nvSpPr>
            <p:spPr>
              <a:xfrm>
                <a:off x="5380891" y="343714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29" name="pg1128">
                <a:extLst>
                  <a:ext uri="{FF2B5EF4-FFF2-40B4-BE49-F238E27FC236}">
                    <a16:creationId xmlns:a16="http://schemas.microsoft.com/office/drawing/2014/main" id="{1B97FD09-D96C-E7B8-93BC-F73CBE8AED4B}"/>
                  </a:ext>
                </a:extLst>
              </p:cNvPr>
              <p:cNvSpPr/>
              <p:nvPr/>
            </p:nvSpPr>
            <p:spPr>
              <a:xfrm>
                <a:off x="5194693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30" name="pg1129">
                <a:extLst>
                  <a:ext uri="{FF2B5EF4-FFF2-40B4-BE49-F238E27FC236}">
                    <a16:creationId xmlns:a16="http://schemas.microsoft.com/office/drawing/2014/main" id="{145A601F-DF22-FC57-0AC7-5EBFA69F3261}"/>
                  </a:ext>
                </a:extLst>
              </p:cNvPr>
              <p:cNvSpPr/>
              <p:nvPr/>
            </p:nvSpPr>
            <p:spPr>
              <a:xfrm>
                <a:off x="5206331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31" name="pg1130">
                <a:extLst>
                  <a:ext uri="{FF2B5EF4-FFF2-40B4-BE49-F238E27FC236}">
                    <a16:creationId xmlns:a16="http://schemas.microsoft.com/office/drawing/2014/main" id="{65DDE1DE-8CA8-B993-EBF7-D948F45F5154}"/>
                  </a:ext>
                </a:extLst>
              </p:cNvPr>
              <p:cNvSpPr/>
              <p:nvPr/>
            </p:nvSpPr>
            <p:spPr>
              <a:xfrm>
                <a:off x="5217968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AF">
                  <a:alpha val="100000"/>
                </a:srgbClr>
              </a:solidFill>
              <a:ln w="5420" cap="flat">
                <a:solidFill>
                  <a:srgbClr val="6AD1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32" name="pg1131">
                <a:extLst>
                  <a:ext uri="{FF2B5EF4-FFF2-40B4-BE49-F238E27FC236}">
                    <a16:creationId xmlns:a16="http://schemas.microsoft.com/office/drawing/2014/main" id="{2C6176EC-AF55-07FD-2E80-5E21E15F78A1}"/>
                  </a:ext>
                </a:extLst>
              </p:cNvPr>
              <p:cNvSpPr/>
              <p:nvPr/>
            </p:nvSpPr>
            <p:spPr>
              <a:xfrm>
                <a:off x="5229605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33" name="pg1132">
                <a:extLst>
                  <a:ext uri="{FF2B5EF4-FFF2-40B4-BE49-F238E27FC236}">
                    <a16:creationId xmlns:a16="http://schemas.microsoft.com/office/drawing/2014/main" id="{AB0E4A50-7D83-3100-1A21-CE62AE963D9D}"/>
                  </a:ext>
                </a:extLst>
              </p:cNvPr>
              <p:cNvSpPr/>
              <p:nvPr/>
            </p:nvSpPr>
            <p:spPr>
              <a:xfrm>
                <a:off x="5241243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34" name="pg1133">
                <a:extLst>
                  <a:ext uri="{FF2B5EF4-FFF2-40B4-BE49-F238E27FC236}">
                    <a16:creationId xmlns:a16="http://schemas.microsoft.com/office/drawing/2014/main" id="{612C6A03-0EEA-C589-FDA8-F6287C346FA9}"/>
                  </a:ext>
                </a:extLst>
              </p:cNvPr>
              <p:cNvSpPr/>
              <p:nvPr/>
            </p:nvSpPr>
            <p:spPr>
              <a:xfrm>
                <a:off x="5252880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35" name="pg1134">
                <a:extLst>
                  <a:ext uri="{FF2B5EF4-FFF2-40B4-BE49-F238E27FC236}">
                    <a16:creationId xmlns:a16="http://schemas.microsoft.com/office/drawing/2014/main" id="{A41A2074-943C-9E0D-6361-53F81941637C}"/>
                  </a:ext>
                </a:extLst>
              </p:cNvPr>
              <p:cNvSpPr/>
              <p:nvPr/>
            </p:nvSpPr>
            <p:spPr>
              <a:xfrm>
                <a:off x="5264517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36" name="pg1135">
                <a:extLst>
                  <a:ext uri="{FF2B5EF4-FFF2-40B4-BE49-F238E27FC236}">
                    <a16:creationId xmlns:a16="http://schemas.microsoft.com/office/drawing/2014/main" id="{F45D0501-DC01-89C0-9C40-73CA9E066DF0}"/>
                  </a:ext>
                </a:extLst>
              </p:cNvPr>
              <p:cNvSpPr/>
              <p:nvPr/>
            </p:nvSpPr>
            <p:spPr>
              <a:xfrm>
                <a:off x="5322704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37" name="pg1136">
                <a:extLst>
                  <a:ext uri="{FF2B5EF4-FFF2-40B4-BE49-F238E27FC236}">
                    <a16:creationId xmlns:a16="http://schemas.microsoft.com/office/drawing/2014/main" id="{103B236F-F724-D1E3-C7DC-EED22934C792}"/>
                  </a:ext>
                </a:extLst>
              </p:cNvPr>
              <p:cNvSpPr/>
              <p:nvPr/>
            </p:nvSpPr>
            <p:spPr>
              <a:xfrm>
                <a:off x="5334341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38" name="pg1137">
                <a:extLst>
                  <a:ext uri="{FF2B5EF4-FFF2-40B4-BE49-F238E27FC236}">
                    <a16:creationId xmlns:a16="http://schemas.microsoft.com/office/drawing/2014/main" id="{A42BDD7B-4E44-CACE-3A94-D08DC54FFFA6}"/>
                  </a:ext>
                </a:extLst>
              </p:cNvPr>
              <p:cNvSpPr/>
              <p:nvPr/>
            </p:nvSpPr>
            <p:spPr>
              <a:xfrm>
                <a:off x="5345979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39" name="pg1138">
                <a:extLst>
                  <a:ext uri="{FF2B5EF4-FFF2-40B4-BE49-F238E27FC236}">
                    <a16:creationId xmlns:a16="http://schemas.microsoft.com/office/drawing/2014/main" id="{72D11B04-54B5-212B-FB1E-BB6B6E36C4ED}"/>
                  </a:ext>
                </a:extLst>
              </p:cNvPr>
              <p:cNvSpPr/>
              <p:nvPr/>
            </p:nvSpPr>
            <p:spPr>
              <a:xfrm>
                <a:off x="5357616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40" name="pg1139">
                <a:extLst>
                  <a:ext uri="{FF2B5EF4-FFF2-40B4-BE49-F238E27FC236}">
                    <a16:creationId xmlns:a16="http://schemas.microsoft.com/office/drawing/2014/main" id="{B39BA2AE-7923-02F3-76D9-F4CDDC20411F}"/>
                  </a:ext>
                </a:extLst>
              </p:cNvPr>
              <p:cNvSpPr/>
              <p:nvPr/>
            </p:nvSpPr>
            <p:spPr>
              <a:xfrm>
                <a:off x="5369253" y="345144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41" name="pg1140">
                <a:extLst>
                  <a:ext uri="{FF2B5EF4-FFF2-40B4-BE49-F238E27FC236}">
                    <a16:creationId xmlns:a16="http://schemas.microsoft.com/office/drawing/2014/main" id="{299D5210-2642-D1FF-12D6-34010076BE19}"/>
                  </a:ext>
                </a:extLst>
              </p:cNvPr>
              <p:cNvSpPr/>
              <p:nvPr/>
            </p:nvSpPr>
            <p:spPr>
              <a:xfrm>
                <a:off x="5183056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42" name="pg1141">
                <a:extLst>
                  <a:ext uri="{FF2B5EF4-FFF2-40B4-BE49-F238E27FC236}">
                    <a16:creationId xmlns:a16="http://schemas.microsoft.com/office/drawing/2014/main" id="{CE189EB1-E815-C2DB-3C2E-D59092186A41}"/>
                  </a:ext>
                </a:extLst>
              </p:cNvPr>
              <p:cNvSpPr/>
              <p:nvPr/>
            </p:nvSpPr>
            <p:spPr>
              <a:xfrm>
                <a:off x="5194693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43" name="pg1142">
                <a:extLst>
                  <a:ext uri="{FF2B5EF4-FFF2-40B4-BE49-F238E27FC236}">
                    <a16:creationId xmlns:a16="http://schemas.microsoft.com/office/drawing/2014/main" id="{1E1A2DDD-315B-5E5B-1C28-A1A19D245E1D}"/>
                  </a:ext>
                </a:extLst>
              </p:cNvPr>
              <p:cNvSpPr/>
              <p:nvPr/>
            </p:nvSpPr>
            <p:spPr>
              <a:xfrm>
                <a:off x="5206331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44" name="pg1143">
                <a:extLst>
                  <a:ext uri="{FF2B5EF4-FFF2-40B4-BE49-F238E27FC236}">
                    <a16:creationId xmlns:a16="http://schemas.microsoft.com/office/drawing/2014/main" id="{342132CD-45C2-61B7-5232-5A9F96C0285B}"/>
                  </a:ext>
                </a:extLst>
              </p:cNvPr>
              <p:cNvSpPr/>
              <p:nvPr/>
            </p:nvSpPr>
            <p:spPr>
              <a:xfrm>
                <a:off x="5217968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45" name="pg1144">
                <a:extLst>
                  <a:ext uri="{FF2B5EF4-FFF2-40B4-BE49-F238E27FC236}">
                    <a16:creationId xmlns:a16="http://schemas.microsoft.com/office/drawing/2014/main" id="{D00CDD3D-6E06-1629-67DF-DE19E5F31C8B}"/>
                  </a:ext>
                </a:extLst>
              </p:cNvPr>
              <p:cNvSpPr/>
              <p:nvPr/>
            </p:nvSpPr>
            <p:spPr>
              <a:xfrm>
                <a:off x="5229605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46" name="pg1145">
                <a:extLst>
                  <a:ext uri="{FF2B5EF4-FFF2-40B4-BE49-F238E27FC236}">
                    <a16:creationId xmlns:a16="http://schemas.microsoft.com/office/drawing/2014/main" id="{4873E168-3397-0CD2-0723-39383B4890D5}"/>
                  </a:ext>
                </a:extLst>
              </p:cNvPr>
              <p:cNvSpPr/>
              <p:nvPr/>
            </p:nvSpPr>
            <p:spPr>
              <a:xfrm>
                <a:off x="5241243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47" name="pg1146">
                <a:extLst>
                  <a:ext uri="{FF2B5EF4-FFF2-40B4-BE49-F238E27FC236}">
                    <a16:creationId xmlns:a16="http://schemas.microsoft.com/office/drawing/2014/main" id="{B4D7FE8E-B9D7-6479-CB72-66AD7368A4B8}"/>
                  </a:ext>
                </a:extLst>
              </p:cNvPr>
              <p:cNvSpPr/>
              <p:nvPr/>
            </p:nvSpPr>
            <p:spPr>
              <a:xfrm>
                <a:off x="5252880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48" name="pg1147">
                <a:extLst>
                  <a:ext uri="{FF2B5EF4-FFF2-40B4-BE49-F238E27FC236}">
                    <a16:creationId xmlns:a16="http://schemas.microsoft.com/office/drawing/2014/main" id="{D3B4E644-1E12-6573-8E51-E1E2DA06593F}"/>
                  </a:ext>
                </a:extLst>
              </p:cNvPr>
              <p:cNvSpPr/>
              <p:nvPr/>
            </p:nvSpPr>
            <p:spPr>
              <a:xfrm>
                <a:off x="5264517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49" name="pg1148">
                <a:extLst>
                  <a:ext uri="{FF2B5EF4-FFF2-40B4-BE49-F238E27FC236}">
                    <a16:creationId xmlns:a16="http://schemas.microsoft.com/office/drawing/2014/main" id="{70531849-CDD6-D465-641A-4B376E8BBBFF}"/>
                  </a:ext>
                </a:extLst>
              </p:cNvPr>
              <p:cNvSpPr/>
              <p:nvPr/>
            </p:nvSpPr>
            <p:spPr>
              <a:xfrm>
                <a:off x="5322704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50" name="pg1149">
                <a:extLst>
                  <a:ext uri="{FF2B5EF4-FFF2-40B4-BE49-F238E27FC236}">
                    <a16:creationId xmlns:a16="http://schemas.microsoft.com/office/drawing/2014/main" id="{1DBC1C5D-FDED-B9A8-E27B-4B768C9AA7F3}"/>
                  </a:ext>
                </a:extLst>
              </p:cNvPr>
              <p:cNvSpPr/>
              <p:nvPr/>
            </p:nvSpPr>
            <p:spPr>
              <a:xfrm>
                <a:off x="5334341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51" name="pg1150">
                <a:extLst>
                  <a:ext uri="{FF2B5EF4-FFF2-40B4-BE49-F238E27FC236}">
                    <a16:creationId xmlns:a16="http://schemas.microsoft.com/office/drawing/2014/main" id="{71E23F36-5BF5-DE28-8CD0-A7FE7F24AD51}"/>
                  </a:ext>
                </a:extLst>
              </p:cNvPr>
              <p:cNvSpPr/>
              <p:nvPr/>
            </p:nvSpPr>
            <p:spPr>
              <a:xfrm>
                <a:off x="5345979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52" name="pg1151">
                <a:extLst>
                  <a:ext uri="{FF2B5EF4-FFF2-40B4-BE49-F238E27FC236}">
                    <a16:creationId xmlns:a16="http://schemas.microsoft.com/office/drawing/2014/main" id="{0905D427-78BD-E747-DFA7-96CEE840EA00}"/>
                  </a:ext>
                </a:extLst>
              </p:cNvPr>
              <p:cNvSpPr/>
              <p:nvPr/>
            </p:nvSpPr>
            <p:spPr>
              <a:xfrm>
                <a:off x="5357616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53" name="pg1152">
                <a:extLst>
                  <a:ext uri="{FF2B5EF4-FFF2-40B4-BE49-F238E27FC236}">
                    <a16:creationId xmlns:a16="http://schemas.microsoft.com/office/drawing/2014/main" id="{158A533B-31F9-C640-18EB-DAD9F930E684}"/>
                  </a:ext>
                </a:extLst>
              </p:cNvPr>
              <p:cNvSpPr/>
              <p:nvPr/>
            </p:nvSpPr>
            <p:spPr>
              <a:xfrm>
                <a:off x="5369253" y="34657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54" name="pg1153">
                <a:extLst>
                  <a:ext uri="{FF2B5EF4-FFF2-40B4-BE49-F238E27FC236}">
                    <a16:creationId xmlns:a16="http://schemas.microsoft.com/office/drawing/2014/main" id="{945CB172-3F06-25E7-CC8E-98789E3F3600}"/>
                  </a:ext>
                </a:extLst>
              </p:cNvPr>
              <p:cNvSpPr/>
              <p:nvPr/>
            </p:nvSpPr>
            <p:spPr>
              <a:xfrm>
                <a:off x="5124869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4B4">
                  <a:alpha val="100000"/>
                </a:srgbClr>
              </a:solidFill>
              <a:ln w="5420" cap="flat">
                <a:solidFill>
                  <a:srgbClr val="74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55" name="pg1154">
                <a:extLst>
                  <a:ext uri="{FF2B5EF4-FFF2-40B4-BE49-F238E27FC236}">
                    <a16:creationId xmlns:a16="http://schemas.microsoft.com/office/drawing/2014/main" id="{4F1BECCB-4F0C-A96D-75B3-4F372F617B85}"/>
                  </a:ext>
                </a:extLst>
              </p:cNvPr>
              <p:cNvSpPr/>
              <p:nvPr/>
            </p:nvSpPr>
            <p:spPr>
              <a:xfrm>
                <a:off x="5136507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56" name="pg1155">
                <a:extLst>
                  <a:ext uri="{FF2B5EF4-FFF2-40B4-BE49-F238E27FC236}">
                    <a16:creationId xmlns:a16="http://schemas.microsoft.com/office/drawing/2014/main" id="{D4300316-FDCE-B33B-9FDE-59E64F6F702A}"/>
                  </a:ext>
                </a:extLst>
              </p:cNvPr>
              <p:cNvSpPr/>
              <p:nvPr/>
            </p:nvSpPr>
            <p:spPr>
              <a:xfrm>
                <a:off x="5148144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57" name="pg1156">
                <a:extLst>
                  <a:ext uri="{FF2B5EF4-FFF2-40B4-BE49-F238E27FC236}">
                    <a16:creationId xmlns:a16="http://schemas.microsoft.com/office/drawing/2014/main" id="{2E096F4D-8AA3-7686-FBFF-23D4530F074A}"/>
                  </a:ext>
                </a:extLst>
              </p:cNvPr>
              <p:cNvSpPr/>
              <p:nvPr/>
            </p:nvSpPr>
            <p:spPr>
              <a:xfrm>
                <a:off x="5159781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58" name="pg1157">
                <a:extLst>
                  <a:ext uri="{FF2B5EF4-FFF2-40B4-BE49-F238E27FC236}">
                    <a16:creationId xmlns:a16="http://schemas.microsoft.com/office/drawing/2014/main" id="{8738390E-C44A-1876-F7E9-AA212CD83312}"/>
                  </a:ext>
                </a:extLst>
              </p:cNvPr>
              <p:cNvSpPr/>
              <p:nvPr/>
            </p:nvSpPr>
            <p:spPr>
              <a:xfrm>
                <a:off x="5171419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59" name="pg1158">
                <a:extLst>
                  <a:ext uri="{FF2B5EF4-FFF2-40B4-BE49-F238E27FC236}">
                    <a16:creationId xmlns:a16="http://schemas.microsoft.com/office/drawing/2014/main" id="{E5E87CF1-F4C1-2009-1DEF-7D458CD4368F}"/>
                  </a:ext>
                </a:extLst>
              </p:cNvPr>
              <p:cNvSpPr/>
              <p:nvPr/>
            </p:nvSpPr>
            <p:spPr>
              <a:xfrm>
                <a:off x="5183056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6B8">
                  <a:alpha val="100000"/>
                </a:srgbClr>
              </a:solidFill>
              <a:ln w="5420" cap="flat">
                <a:solidFill>
                  <a:srgbClr val="7F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60" name="pg1159">
                <a:extLst>
                  <a:ext uri="{FF2B5EF4-FFF2-40B4-BE49-F238E27FC236}">
                    <a16:creationId xmlns:a16="http://schemas.microsoft.com/office/drawing/2014/main" id="{46BC0FCE-0270-9BFF-AF0C-58C72527ADD6}"/>
                  </a:ext>
                </a:extLst>
              </p:cNvPr>
              <p:cNvSpPr/>
              <p:nvPr/>
            </p:nvSpPr>
            <p:spPr>
              <a:xfrm>
                <a:off x="5194693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61" name="pg1160">
                <a:extLst>
                  <a:ext uri="{FF2B5EF4-FFF2-40B4-BE49-F238E27FC236}">
                    <a16:creationId xmlns:a16="http://schemas.microsoft.com/office/drawing/2014/main" id="{DFCD76C6-95F1-FE8E-4FF0-6EC18BBB0687}"/>
                  </a:ext>
                </a:extLst>
              </p:cNvPr>
              <p:cNvSpPr/>
              <p:nvPr/>
            </p:nvSpPr>
            <p:spPr>
              <a:xfrm>
                <a:off x="5206331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62" name="pg1161">
                <a:extLst>
                  <a:ext uri="{FF2B5EF4-FFF2-40B4-BE49-F238E27FC236}">
                    <a16:creationId xmlns:a16="http://schemas.microsoft.com/office/drawing/2014/main" id="{97C5C04D-9E78-5982-F75A-7E6344313D12}"/>
                  </a:ext>
                </a:extLst>
              </p:cNvPr>
              <p:cNvSpPr/>
              <p:nvPr/>
            </p:nvSpPr>
            <p:spPr>
              <a:xfrm>
                <a:off x="5217968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63" name="pg1162">
                <a:extLst>
                  <a:ext uri="{FF2B5EF4-FFF2-40B4-BE49-F238E27FC236}">
                    <a16:creationId xmlns:a16="http://schemas.microsoft.com/office/drawing/2014/main" id="{4124047D-95F7-5B4B-B729-60521764A62D}"/>
                  </a:ext>
                </a:extLst>
              </p:cNvPr>
              <p:cNvSpPr/>
              <p:nvPr/>
            </p:nvSpPr>
            <p:spPr>
              <a:xfrm>
                <a:off x="5229605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4">
                  <a:alpha val="100000"/>
                </a:srgbClr>
              </a:solidFill>
              <a:ln w="5420" cap="flat">
                <a:solidFill>
                  <a:srgbClr val="77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64" name="pg1163">
                <a:extLst>
                  <a:ext uri="{FF2B5EF4-FFF2-40B4-BE49-F238E27FC236}">
                    <a16:creationId xmlns:a16="http://schemas.microsoft.com/office/drawing/2014/main" id="{8AB086B6-2602-9DDF-B104-97DDA1DEC784}"/>
                  </a:ext>
                </a:extLst>
              </p:cNvPr>
              <p:cNvSpPr/>
              <p:nvPr/>
            </p:nvSpPr>
            <p:spPr>
              <a:xfrm>
                <a:off x="5241243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65" name="pg1164">
                <a:extLst>
                  <a:ext uri="{FF2B5EF4-FFF2-40B4-BE49-F238E27FC236}">
                    <a16:creationId xmlns:a16="http://schemas.microsoft.com/office/drawing/2014/main" id="{DE9059C3-7005-E0F4-65C0-A38618B8923C}"/>
                  </a:ext>
                </a:extLst>
              </p:cNvPr>
              <p:cNvSpPr/>
              <p:nvPr/>
            </p:nvSpPr>
            <p:spPr>
              <a:xfrm>
                <a:off x="5252880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66" name="pg1165">
                <a:extLst>
                  <a:ext uri="{FF2B5EF4-FFF2-40B4-BE49-F238E27FC236}">
                    <a16:creationId xmlns:a16="http://schemas.microsoft.com/office/drawing/2014/main" id="{09B0A34D-7590-0C05-BB0B-4EBE7249138C}"/>
                  </a:ext>
                </a:extLst>
              </p:cNvPr>
              <p:cNvSpPr/>
              <p:nvPr/>
            </p:nvSpPr>
            <p:spPr>
              <a:xfrm>
                <a:off x="5311067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67" name="pg1166">
                <a:extLst>
                  <a:ext uri="{FF2B5EF4-FFF2-40B4-BE49-F238E27FC236}">
                    <a16:creationId xmlns:a16="http://schemas.microsoft.com/office/drawing/2014/main" id="{240521FF-E756-B00F-DA29-17BE21FFBA36}"/>
                  </a:ext>
                </a:extLst>
              </p:cNvPr>
              <p:cNvSpPr/>
              <p:nvPr/>
            </p:nvSpPr>
            <p:spPr>
              <a:xfrm>
                <a:off x="5322704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68" name="pg1167">
                <a:extLst>
                  <a:ext uri="{FF2B5EF4-FFF2-40B4-BE49-F238E27FC236}">
                    <a16:creationId xmlns:a16="http://schemas.microsoft.com/office/drawing/2014/main" id="{9774828D-DD88-E207-5060-47F37BEBFB8F}"/>
                  </a:ext>
                </a:extLst>
              </p:cNvPr>
              <p:cNvSpPr/>
              <p:nvPr/>
            </p:nvSpPr>
            <p:spPr>
              <a:xfrm>
                <a:off x="5334341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69" name="pg1168">
                <a:extLst>
                  <a:ext uri="{FF2B5EF4-FFF2-40B4-BE49-F238E27FC236}">
                    <a16:creationId xmlns:a16="http://schemas.microsoft.com/office/drawing/2014/main" id="{44D21005-6248-F216-1FA4-2317BD413E87}"/>
                  </a:ext>
                </a:extLst>
              </p:cNvPr>
              <p:cNvSpPr/>
              <p:nvPr/>
            </p:nvSpPr>
            <p:spPr>
              <a:xfrm>
                <a:off x="5345979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70" name="pg1169">
                <a:extLst>
                  <a:ext uri="{FF2B5EF4-FFF2-40B4-BE49-F238E27FC236}">
                    <a16:creationId xmlns:a16="http://schemas.microsoft.com/office/drawing/2014/main" id="{F8BA9A8D-9999-9B5D-655B-C40A3DF7E905}"/>
                  </a:ext>
                </a:extLst>
              </p:cNvPr>
              <p:cNvSpPr/>
              <p:nvPr/>
            </p:nvSpPr>
            <p:spPr>
              <a:xfrm>
                <a:off x="5357616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71" name="pg1170">
                <a:extLst>
                  <a:ext uri="{FF2B5EF4-FFF2-40B4-BE49-F238E27FC236}">
                    <a16:creationId xmlns:a16="http://schemas.microsoft.com/office/drawing/2014/main" id="{7D275818-F1D7-1AF6-A9E2-C5A03A5F169C}"/>
                  </a:ext>
                </a:extLst>
              </p:cNvPr>
              <p:cNvSpPr/>
              <p:nvPr/>
            </p:nvSpPr>
            <p:spPr>
              <a:xfrm>
                <a:off x="5369253" y="348004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72" name="pg1171">
                <a:extLst>
                  <a:ext uri="{FF2B5EF4-FFF2-40B4-BE49-F238E27FC236}">
                    <a16:creationId xmlns:a16="http://schemas.microsoft.com/office/drawing/2014/main" id="{99638EF9-C2AB-9929-FCC3-CD1B53C2CF1E}"/>
                  </a:ext>
                </a:extLst>
              </p:cNvPr>
              <p:cNvSpPr/>
              <p:nvPr/>
            </p:nvSpPr>
            <p:spPr>
              <a:xfrm>
                <a:off x="5113232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73" name="pg1172">
                <a:extLst>
                  <a:ext uri="{FF2B5EF4-FFF2-40B4-BE49-F238E27FC236}">
                    <a16:creationId xmlns:a16="http://schemas.microsoft.com/office/drawing/2014/main" id="{49633EB0-7692-95E6-91BA-2C9878E5F9F5}"/>
                  </a:ext>
                </a:extLst>
              </p:cNvPr>
              <p:cNvSpPr/>
              <p:nvPr/>
            </p:nvSpPr>
            <p:spPr>
              <a:xfrm>
                <a:off x="5124869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74" name="pg1173">
                <a:extLst>
                  <a:ext uri="{FF2B5EF4-FFF2-40B4-BE49-F238E27FC236}">
                    <a16:creationId xmlns:a16="http://schemas.microsoft.com/office/drawing/2014/main" id="{6A251128-C727-678C-D18C-45D56DBC40F6}"/>
                  </a:ext>
                </a:extLst>
              </p:cNvPr>
              <p:cNvSpPr/>
              <p:nvPr/>
            </p:nvSpPr>
            <p:spPr>
              <a:xfrm>
                <a:off x="5136507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75" name="pg1174">
                <a:extLst>
                  <a:ext uri="{FF2B5EF4-FFF2-40B4-BE49-F238E27FC236}">
                    <a16:creationId xmlns:a16="http://schemas.microsoft.com/office/drawing/2014/main" id="{12177FE9-6989-5B60-C2E9-3405DCA7684A}"/>
                  </a:ext>
                </a:extLst>
              </p:cNvPr>
              <p:cNvSpPr/>
              <p:nvPr/>
            </p:nvSpPr>
            <p:spPr>
              <a:xfrm>
                <a:off x="5148144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76" name="pg1175">
                <a:extLst>
                  <a:ext uri="{FF2B5EF4-FFF2-40B4-BE49-F238E27FC236}">
                    <a16:creationId xmlns:a16="http://schemas.microsoft.com/office/drawing/2014/main" id="{CFBD5C3D-6BDF-1A1D-6C57-3885182BA2F0}"/>
                  </a:ext>
                </a:extLst>
              </p:cNvPr>
              <p:cNvSpPr/>
              <p:nvPr/>
            </p:nvSpPr>
            <p:spPr>
              <a:xfrm>
                <a:off x="5159781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77" name="pg1176">
                <a:extLst>
                  <a:ext uri="{FF2B5EF4-FFF2-40B4-BE49-F238E27FC236}">
                    <a16:creationId xmlns:a16="http://schemas.microsoft.com/office/drawing/2014/main" id="{93D346BD-59C6-4AA2-B91E-D419ABD27C91}"/>
                  </a:ext>
                </a:extLst>
              </p:cNvPr>
              <p:cNvSpPr/>
              <p:nvPr/>
            </p:nvSpPr>
            <p:spPr>
              <a:xfrm>
                <a:off x="5171419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78" name="pg1177">
                <a:extLst>
                  <a:ext uri="{FF2B5EF4-FFF2-40B4-BE49-F238E27FC236}">
                    <a16:creationId xmlns:a16="http://schemas.microsoft.com/office/drawing/2014/main" id="{80548238-CED8-1A7C-BCA9-4A0E292037F8}"/>
                  </a:ext>
                </a:extLst>
              </p:cNvPr>
              <p:cNvSpPr/>
              <p:nvPr/>
            </p:nvSpPr>
            <p:spPr>
              <a:xfrm>
                <a:off x="5183056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5D8BA">
                  <a:alpha val="100000"/>
                </a:srgbClr>
              </a:solidFill>
              <a:ln w="5420" cap="flat">
                <a:solidFill>
                  <a:srgbClr val="85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79" name="pg1178">
                <a:extLst>
                  <a:ext uri="{FF2B5EF4-FFF2-40B4-BE49-F238E27FC236}">
                    <a16:creationId xmlns:a16="http://schemas.microsoft.com/office/drawing/2014/main" id="{13705556-F393-ED27-CCB9-3FE7215DF06E}"/>
                  </a:ext>
                </a:extLst>
              </p:cNvPr>
              <p:cNvSpPr/>
              <p:nvPr/>
            </p:nvSpPr>
            <p:spPr>
              <a:xfrm>
                <a:off x="5194693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80" name="pg1179">
                <a:extLst>
                  <a:ext uri="{FF2B5EF4-FFF2-40B4-BE49-F238E27FC236}">
                    <a16:creationId xmlns:a16="http://schemas.microsoft.com/office/drawing/2014/main" id="{1F3460AB-7CDD-2D02-6CEE-E9B0536DC05F}"/>
                  </a:ext>
                </a:extLst>
              </p:cNvPr>
              <p:cNvSpPr/>
              <p:nvPr/>
            </p:nvSpPr>
            <p:spPr>
              <a:xfrm>
                <a:off x="5206331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5D9BB">
                  <a:alpha val="100000"/>
                </a:srgbClr>
              </a:solidFill>
              <a:ln w="5420" cap="flat">
                <a:solidFill>
                  <a:srgbClr val="85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81" name="pg1180">
                <a:extLst>
                  <a:ext uri="{FF2B5EF4-FFF2-40B4-BE49-F238E27FC236}">
                    <a16:creationId xmlns:a16="http://schemas.microsoft.com/office/drawing/2014/main" id="{90FA5DCA-22DC-CBD3-D292-9935700DCEC4}"/>
                  </a:ext>
                </a:extLst>
              </p:cNvPr>
              <p:cNvSpPr/>
              <p:nvPr/>
            </p:nvSpPr>
            <p:spPr>
              <a:xfrm>
                <a:off x="5217968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82" name="pg1181">
                <a:extLst>
                  <a:ext uri="{FF2B5EF4-FFF2-40B4-BE49-F238E27FC236}">
                    <a16:creationId xmlns:a16="http://schemas.microsoft.com/office/drawing/2014/main" id="{711D897D-D724-66E3-4AB5-5949F28D6FBC}"/>
                  </a:ext>
                </a:extLst>
              </p:cNvPr>
              <p:cNvSpPr/>
              <p:nvPr/>
            </p:nvSpPr>
            <p:spPr>
              <a:xfrm>
                <a:off x="5229605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83" name="pg1182">
                <a:extLst>
                  <a:ext uri="{FF2B5EF4-FFF2-40B4-BE49-F238E27FC236}">
                    <a16:creationId xmlns:a16="http://schemas.microsoft.com/office/drawing/2014/main" id="{E6FCDE51-374E-4374-F6E9-26817B6C4133}"/>
                  </a:ext>
                </a:extLst>
              </p:cNvPr>
              <p:cNvSpPr/>
              <p:nvPr/>
            </p:nvSpPr>
            <p:spPr>
              <a:xfrm>
                <a:off x="5241243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84" name="pg1183">
                <a:extLst>
                  <a:ext uri="{FF2B5EF4-FFF2-40B4-BE49-F238E27FC236}">
                    <a16:creationId xmlns:a16="http://schemas.microsoft.com/office/drawing/2014/main" id="{BA073C96-8FE8-E814-A7D6-1CC7E425158C}"/>
                  </a:ext>
                </a:extLst>
              </p:cNvPr>
              <p:cNvSpPr/>
              <p:nvPr/>
            </p:nvSpPr>
            <p:spPr>
              <a:xfrm>
                <a:off x="5299429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85" name="pg1184">
                <a:extLst>
                  <a:ext uri="{FF2B5EF4-FFF2-40B4-BE49-F238E27FC236}">
                    <a16:creationId xmlns:a16="http://schemas.microsoft.com/office/drawing/2014/main" id="{9040EEFB-2417-ECB9-AC6D-0B0A2587BB6B}"/>
                  </a:ext>
                </a:extLst>
              </p:cNvPr>
              <p:cNvSpPr/>
              <p:nvPr/>
            </p:nvSpPr>
            <p:spPr>
              <a:xfrm>
                <a:off x="5311067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CAC">
                  <a:alpha val="100000"/>
                </a:srgbClr>
              </a:solidFill>
              <a:ln w="5420" cap="flat">
                <a:solidFill>
                  <a:srgbClr val="5E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86" name="pg1185">
                <a:extLst>
                  <a:ext uri="{FF2B5EF4-FFF2-40B4-BE49-F238E27FC236}">
                    <a16:creationId xmlns:a16="http://schemas.microsoft.com/office/drawing/2014/main" id="{90BCA096-EFC2-D367-9D2A-F8BC7B279BA0}"/>
                  </a:ext>
                </a:extLst>
              </p:cNvPr>
              <p:cNvSpPr/>
              <p:nvPr/>
            </p:nvSpPr>
            <p:spPr>
              <a:xfrm>
                <a:off x="5322704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87" name="pg1186">
                <a:extLst>
                  <a:ext uri="{FF2B5EF4-FFF2-40B4-BE49-F238E27FC236}">
                    <a16:creationId xmlns:a16="http://schemas.microsoft.com/office/drawing/2014/main" id="{1DFAC440-81EA-F1C7-0FC2-491F525022A6}"/>
                  </a:ext>
                </a:extLst>
              </p:cNvPr>
              <p:cNvSpPr/>
              <p:nvPr/>
            </p:nvSpPr>
            <p:spPr>
              <a:xfrm>
                <a:off x="5334341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88" name="pg1187">
                <a:extLst>
                  <a:ext uri="{FF2B5EF4-FFF2-40B4-BE49-F238E27FC236}">
                    <a16:creationId xmlns:a16="http://schemas.microsoft.com/office/drawing/2014/main" id="{6DA373AA-5CF2-9BF6-9CAE-ACF3F68D45A1}"/>
                  </a:ext>
                </a:extLst>
              </p:cNvPr>
              <p:cNvSpPr/>
              <p:nvPr/>
            </p:nvSpPr>
            <p:spPr>
              <a:xfrm>
                <a:off x="5345979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89" name="pg1188">
                <a:extLst>
                  <a:ext uri="{FF2B5EF4-FFF2-40B4-BE49-F238E27FC236}">
                    <a16:creationId xmlns:a16="http://schemas.microsoft.com/office/drawing/2014/main" id="{E765CC0E-F42E-899E-9B32-9CBF4B2537E9}"/>
                  </a:ext>
                </a:extLst>
              </p:cNvPr>
              <p:cNvSpPr/>
              <p:nvPr/>
            </p:nvSpPr>
            <p:spPr>
              <a:xfrm>
                <a:off x="5357616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90" name="pg1189">
                <a:extLst>
                  <a:ext uri="{FF2B5EF4-FFF2-40B4-BE49-F238E27FC236}">
                    <a16:creationId xmlns:a16="http://schemas.microsoft.com/office/drawing/2014/main" id="{BE23797A-5D22-14A0-BAAB-7352D70FE4E6}"/>
                  </a:ext>
                </a:extLst>
              </p:cNvPr>
              <p:cNvSpPr/>
              <p:nvPr/>
            </p:nvSpPr>
            <p:spPr>
              <a:xfrm>
                <a:off x="5369253" y="34943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91" name="pg1190">
                <a:extLst>
                  <a:ext uri="{FF2B5EF4-FFF2-40B4-BE49-F238E27FC236}">
                    <a16:creationId xmlns:a16="http://schemas.microsoft.com/office/drawing/2014/main" id="{774A63FD-CF7C-72B5-2CD9-ADBC88580AAC}"/>
                  </a:ext>
                </a:extLst>
              </p:cNvPr>
              <p:cNvSpPr/>
              <p:nvPr/>
            </p:nvSpPr>
            <p:spPr>
              <a:xfrm>
                <a:off x="5089957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4">
                  <a:alpha val="100000"/>
                </a:srgbClr>
              </a:solidFill>
              <a:ln w="5420" cap="flat">
                <a:solidFill>
                  <a:srgbClr val="74D3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92" name="pg1191">
                <a:extLst>
                  <a:ext uri="{FF2B5EF4-FFF2-40B4-BE49-F238E27FC236}">
                    <a16:creationId xmlns:a16="http://schemas.microsoft.com/office/drawing/2014/main" id="{07BAA334-F8E1-F7DD-62A5-D72D2872A318}"/>
                  </a:ext>
                </a:extLst>
              </p:cNvPr>
              <p:cNvSpPr/>
              <p:nvPr/>
            </p:nvSpPr>
            <p:spPr>
              <a:xfrm>
                <a:off x="5101595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93" name="pg1192">
                <a:extLst>
                  <a:ext uri="{FF2B5EF4-FFF2-40B4-BE49-F238E27FC236}">
                    <a16:creationId xmlns:a16="http://schemas.microsoft.com/office/drawing/2014/main" id="{A785F998-CEF5-058A-7C01-58C122DBFA31}"/>
                  </a:ext>
                </a:extLst>
              </p:cNvPr>
              <p:cNvSpPr/>
              <p:nvPr/>
            </p:nvSpPr>
            <p:spPr>
              <a:xfrm>
                <a:off x="5113232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6">
                  <a:alpha val="100000"/>
                </a:srgbClr>
              </a:solidFill>
              <a:ln w="5420" cap="flat">
                <a:solidFill>
                  <a:srgbClr val="79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94" name="pg1193">
                <a:extLst>
                  <a:ext uri="{FF2B5EF4-FFF2-40B4-BE49-F238E27FC236}">
                    <a16:creationId xmlns:a16="http://schemas.microsoft.com/office/drawing/2014/main" id="{E786962A-4C03-384D-64E1-1C0D79264233}"/>
                  </a:ext>
                </a:extLst>
              </p:cNvPr>
              <p:cNvSpPr/>
              <p:nvPr/>
            </p:nvSpPr>
            <p:spPr>
              <a:xfrm>
                <a:off x="5124869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95" name="pg1194">
                <a:extLst>
                  <a:ext uri="{FF2B5EF4-FFF2-40B4-BE49-F238E27FC236}">
                    <a16:creationId xmlns:a16="http://schemas.microsoft.com/office/drawing/2014/main" id="{EF9FB297-EE19-68F9-0AB8-9159CA778339}"/>
                  </a:ext>
                </a:extLst>
              </p:cNvPr>
              <p:cNvSpPr/>
              <p:nvPr/>
            </p:nvSpPr>
            <p:spPr>
              <a:xfrm>
                <a:off x="5136507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96" name="pg1195">
                <a:extLst>
                  <a:ext uri="{FF2B5EF4-FFF2-40B4-BE49-F238E27FC236}">
                    <a16:creationId xmlns:a16="http://schemas.microsoft.com/office/drawing/2014/main" id="{C829E75D-5932-2F4D-5105-A3E1F735C724}"/>
                  </a:ext>
                </a:extLst>
              </p:cNvPr>
              <p:cNvSpPr/>
              <p:nvPr/>
            </p:nvSpPr>
            <p:spPr>
              <a:xfrm>
                <a:off x="5148144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97" name="pg1196">
                <a:extLst>
                  <a:ext uri="{FF2B5EF4-FFF2-40B4-BE49-F238E27FC236}">
                    <a16:creationId xmlns:a16="http://schemas.microsoft.com/office/drawing/2014/main" id="{9E0D06F1-46F2-8725-9CD9-AFCA27B2561D}"/>
                  </a:ext>
                </a:extLst>
              </p:cNvPr>
              <p:cNvSpPr/>
              <p:nvPr/>
            </p:nvSpPr>
            <p:spPr>
              <a:xfrm>
                <a:off x="5159781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7D9BB">
                  <a:alpha val="100000"/>
                </a:srgbClr>
              </a:solidFill>
              <a:ln w="5420" cap="flat">
                <a:solidFill>
                  <a:srgbClr val="87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98" name="pg1197">
                <a:extLst>
                  <a:ext uri="{FF2B5EF4-FFF2-40B4-BE49-F238E27FC236}">
                    <a16:creationId xmlns:a16="http://schemas.microsoft.com/office/drawing/2014/main" id="{774DEB0C-1860-6E52-F6DB-4FF560D0DDD6}"/>
                  </a:ext>
                </a:extLst>
              </p:cNvPr>
              <p:cNvSpPr/>
              <p:nvPr/>
            </p:nvSpPr>
            <p:spPr>
              <a:xfrm>
                <a:off x="5171419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ADABD">
                  <a:alpha val="100000"/>
                </a:srgbClr>
              </a:solidFill>
              <a:ln w="5420" cap="flat">
                <a:solidFill>
                  <a:srgbClr val="8A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599" name="pg1198">
                <a:extLst>
                  <a:ext uri="{FF2B5EF4-FFF2-40B4-BE49-F238E27FC236}">
                    <a16:creationId xmlns:a16="http://schemas.microsoft.com/office/drawing/2014/main" id="{3238BD52-D698-C9B0-4B3D-78AEBE00715C}"/>
                  </a:ext>
                </a:extLst>
              </p:cNvPr>
              <p:cNvSpPr/>
              <p:nvPr/>
            </p:nvSpPr>
            <p:spPr>
              <a:xfrm>
                <a:off x="5183056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00" name="pg1199">
                <a:extLst>
                  <a:ext uri="{FF2B5EF4-FFF2-40B4-BE49-F238E27FC236}">
                    <a16:creationId xmlns:a16="http://schemas.microsoft.com/office/drawing/2014/main" id="{F61C0EC9-D920-D452-6DEE-023FEFD2921E}"/>
                  </a:ext>
                </a:extLst>
              </p:cNvPr>
              <p:cNvSpPr/>
              <p:nvPr/>
            </p:nvSpPr>
            <p:spPr>
              <a:xfrm>
                <a:off x="5194693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FDBBF">
                  <a:alpha val="100000"/>
                </a:srgbClr>
              </a:solidFill>
              <a:ln w="5420" cap="flat">
                <a:solidFill>
                  <a:srgbClr val="8FDB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01" name="pg1200">
                <a:extLst>
                  <a:ext uri="{FF2B5EF4-FFF2-40B4-BE49-F238E27FC236}">
                    <a16:creationId xmlns:a16="http://schemas.microsoft.com/office/drawing/2014/main" id="{AF3F10B5-064C-7D77-236E-FFCCCD8685C3}"/>
                  </a:ext>
                </a:extLst>
              </p:cNvPr>
              <p:cNvSpPr/>
              <p:nvPr/>
            </p:nvSpPr>
            <p:spPr>
              <a:xfrm>
                <a:off x="5206331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FDBBF">
                  <a:alpha val="100000"/>
                </a:srgbClr>
              </a:solidFill>
              <a:ln w="5420" cap="flat">
                <a:solidFill>
                  <a:srgbClr val="8FDB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02" name="pg1201">
                <a:extLst>
                  <a:ext uri="{FF2B5EF4-FFF2-40B4-BE49-F238E27FC236}">
                    <a16:creationId xmlns:a16="http://schemas.microsoft.com/office/drawing/2014/main" id="{2F492148-30EE-BF44-1D99-9EEB48E41E7C}"/>
                  </a:ext>
                </a:extLst>
              </p:cNvPr>
              <p:cNvSpPr/>
              <p:nvPr/>
            </p:nvSpPr>
            <p:spPr>
              <a:xfrm>
                <a:off x="5217968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03" name="pg1202">
                <a:extLst>
                  <a:ext uri="{FF2B5EF4-FFF2-40B4-BE49-F238E27FC236}">
                    <a16:creationId xmlns:a16="http://schemas.microsoft.com/office/drawing/2014/main" id="{A68D8DF9-954C-464B-E528-C2B541684FB1}"/>
                  </a:ext>
                </a:extLst>
              </p:cNvPr>
              <p:cNvSpPr/>
              <p:nvPr/>
            </p:nvSpPr>
            <p:spPr>
              <a:xfrm>
                <a:off x="5287792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04" name="pg1203">
                <a:extLst>
                  <a:ext uri="{FF2B5EF4-FFF2-40B4-BE49-F238E27FC236}">
                    <a16:creationId xmlns:a16="http://schemas.microsoft.com/office/drawing/2014/main" id="{7F2E793C-6BB5-01F2-2BC7-FB5BDBC08C08}"/>
                  </a:ext>
                </a:extLst>
              </p:cNvPr>
              <p:cNvSpPr/>
              <p:nvPr/>
            </p:nvSpPr>
            <p:spPr>
              <a:xfrm>
                <a:off x="5299429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05" name="pg1204">
                <a:extLst>
                  <a:ext uri="{FF2B5EF4-FFF2-40B4-BE49-F238E27FC236}">
                    <a16:creationId xmlns:a16="http://schemas.microsoft.com/office/drawing/2014/main" id="{5D248AC0-0869-20C8-2CC8-5C542EF012DF}"/>
                  </a:ext>
                </a:extLst>
              </p:cNvPr>
              <p:cNvSpPr/>
              <p:nvPr/>
            </p:nvSpPr>
            <p:spPr>
              <a:xfrm>
                <a:off x="5311067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06" name="pg1205">
                <a:extLst>
                  <a:ext uri="{FF2B5EF4-FFF2-40B4-BE49-F238E27FC236}">
                    <a16:creationId xmlns:a16="http://schemas.microsoft.com/office/drawing/2014/main" id="{185DDF1D-5155-59CC-5777-06432E438D9F}"/>
                  </a:ext>
                </a:extLst>
              </p:cNvPr>
              <p:cNvSpPr/>
              <p:nvPr/>
            </p:nvSpPr>
            <p:spPr>
              <a:xfrm>
                <a:off x="5322704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07" name="pg1206">
                <a:extLst>
                  <a:ext uri="{FF2B5EF4-FFF2-40B4-BE49-F238E27FC236}">
                    <a16:creationId xmlns:a16="http://schemas.microsoft.com/office/drawing/2014/main" id="{EF760112-35FC-88F9-E205-098AFD2C126B}"/>
                  </a:ext>
                </a:extLst>
              </p:cNvPr>
              <p:cNvSpPr/>
              <p:nvPr/>
            </p:nvSpPr>
            <p:spPr>
              <a:xfrm>
                <a:off x="5334341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08" name="pg1207">
                <a:extLst>
                  <a:ext uri="{FF2B5EF4-FFF2-40B4-BE49-F238E27FC236}">
                    <a16:creationId xmlns:a16="http://schemas.microsoft.com/office/drawing/2014/main" id="{7A30643A-649A-DC95-5A21-FE8B65B3989E}"/>
                  </a:ext>
                </a:extLst>
              </p:cNvPr>
              <p:cNvSpPr/>
              <p:nvPr/>
            </p:nvSpPr>
            <p:spPr>
              <a:xfrm>
                <a:off x="5345979" y="350864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09" name="pg1208">
                <a:extLst>
                  <a:ext uri="{FF2B5EF4-FFF2-40B4-BE49-F238E27FC236}">
                    <a16:creationId xmlns:a16="http://schemas.microsoft.com/office/drawing/2014/main" id="{B413FB21-CBFE-FFE7-3DFB-F1D0C1C175E4}"/>
                  </a:ext>
                </a:extLst>
              </p:cNvPr>
              <p:cNvSpPr/>
              <p:nvPr/>
            </p:nvSpPr>
            <p:spPr>
              <a:xfrm>
                <a:off x="5066683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10" name="pg1209">
                <a:extLst>
                  <a:ext uri="{FF2B5EF4-FFF2-40B4-BE49-F238E27FC236}">
                    <a16:creationId xmlns:a16="http://schemas.microsoft.com/office/drawing/2014/main" id="{B62CDCD8-79E7-50A1-B63C-091808910E55}"/>
                  </a:ext>
                </a:extLst>
              </p:cNvPr>
              <p:cNvSpPr/>
              <p:nvPr/>
            </p:nvSpPr>
            <p:spPr>
              <a:xfrm>
                <a:off x="5078320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11" name="pg1210">
                <a:extLst>
                  <a:ext uri="{FF2B5EF4-FFF2-40B4-BE49-F238E27FC236}">
                    <a16:creationId xmlns:a16="http://schemas.microsoft.com/office/drawing/2014/main" id="{4899F37C-04F8-9BB8-F525-A29C788D3B86}"/>
                  </a:ext>
                </a:extLst>
              </p:cNvPr>
              <p:cNvSpPr/>
              <p:nvPr/>
            </p:nvSpPr>
            <p:spPr>
              <a:xfrm>
                <a:off x="5089957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12" name="pg1211">
                <a:extLst>
                  <a:ext uri="{FF2B5EF4-FFF2-40B4-BE49-F238E27FC236}">
                    <a16:creationId xmlns:a16="http://schemas.microsoft.com/office/drawing/2014/main" id="{B7EE5A0C-5022-6FF9-05C8-CF135391A2E1}"/>
                  </a:ext>
                </a:extLst>
              </p:cNvPr>
              <p:cNvSpPr/>
              <p:nvPr/>
            </p:nvSpPr>
            <p:spPr>
              <a:xfrm>
                <a:off x="5101595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6">
                  <a:alpha val="100000"/>
                </a:srgbClr>
              </a:solidFill>
              <a:ln w="5420" cap="flat">
                <a:solidFill>
                  <a:srgbClr val="79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13" name="pg1212">
                <a:extLst>
                  <a:ext uri="{FF2B5EF4-FFF2-40B4-BE49-F238E27FC236}">
                    <a16:creationId xmlns:a16="http://schemas.microsoft.com/office/drawing/2014/main" id="{80317303-5A61-29CF-9E75-CA252D1660F2}"/>
                  </a:ext>
                </a:extLst>
              </p:cNvPr>
              <p:cNvSpPr/>
              <p:nvPr/>
            </p:nvSpPr>
            <p:spPr>
              <a:xfrm>
                <a:off x="5113232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14" name="pg1213">
                <a:extLst>
                  <a:ext uri="{FF2B5EF4-FFF2-40B4-BE49-F238E27FC236}">
                    <a16:creationId xmlns:a16="http://schemas.microsoft.com/office/drawing/2014/main" id="{D86DD33E-8DEF-ADE5-FF19-05D9B3F736D7}"/>
                  </a:ext>
                </a:extLst>
              </p:cNvPr>
              <p:cNvSpPr/>
              <p:nvPr/>
            </p:nvSpPr>
            <p:spPr>
              <a:xfrm>
                <a:off x="5124869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15" name="pg1214">
                <a:extLst>
                  <a:ext uri="{FF2B5EF4-FFF2-40B4-BE49-F238E27FC236}">
                    <a16:creationId xmlns:a16="http://schemas.microsoft.com/office/drawing/2014/main" id="{E435A8BA-C004-B84E-BF8D-B05CB9CB2E57}"/>
                  </a:ext>
                </a:extLst>
              </p:cNvPr>
              <p:cNvSpPr/>
              <p:nvPr/>
            </p:nvSpPr>
            <p:spPr>
              <a:xfrm>
                <a:off x="5136507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16" name="pg1215">
                <a:extLst>
                  <a:ext uri="{FF2B5EF4-FFF2-40B4-BE49-F238E27FC236}">
                    <a16:creationId xmlns:a16="http://schemas.microsoft.com/office/drawing/2014/main" id="{FB90E29A-DF47-BC77-6EA0-76E758578F40}"/>
                  </a:ext>
                </a:extLst>
              </p:cNvPr>
              <p:cNvSpPr/>
              <p:nvPr/>
            </p:nvSpPr>
            <p:spPr>
              <a:xfrm>
                <a:off x="5148144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17" name="pg1216">
                <a:extLst>
                  <a:ext uri="{FF2B5EF4-FFF2-40B4-BE49-F238E27FC236}">
                    <a16:creationId xmlns:a16="http://schemas.microsoft.com/office/drawing/2014/main" id="{007C3F5D-A51E-C3FA-7BEC-29ED76AD33D5}"/>
                  </a:ext>
                </a:extLst>
              </p:cNvPr>
              <p:cNvSpPr/>
              <p:nvPr/>
            </p:nvSpPr>
            <p:spPr>
              <a:xfrm>
                <a:off x="5159781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7D9BB">
                  <a:alpha val="100000"/>
                </a:srgbClr>
              </a:solidFill>
              <a:ln w="5420" cap="flat">
                <a:solidFill>
                  <a:srgbClr val="87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18" name="pg1217">
                <a:extLst>
                  <a:ext uri="{FF2B5EF4-FFF2-40B4-BE49-F238E27FC236}">
                    <a16:creationId xmlns:a16="http://schemas.microsoft.com/office/drawing/2014/main" id="{805AF297-5A8D-D6A3-D0BC-6C9AF812FD15}"/>
                  </a:ext>
                </a:extLst>
              </p:cNvPr>
              <p:cNvSpPr/>
              <p:nvPr/>
            </p:nvSpPr>
            <p:spPr>
              <a:xfrm>
                <a:off x="5171419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ADABD">
                  <a:alpha val="100000"/>
                </a:srgbClr>
              </a:solidFill>
              <a:ln w="5420" cap="flat">
                <a:solidFill>
                  <a:srgbClr val="8A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19" name="pg1218">
                <a:extLst>
                  <a:ext uri="{FF2B5EF4-FFF2-40B4-BE49-F238E27FC236}">
                    <a16:creationId xmlns:a16="http://schemas.microsoft.com/office/drawing/2014/main" id="{BE7A4CB6-AA5A-2AAD-4D33-39D5807AF237}"/>
                  </a:ext>
                </a:extLst>
              </p:cNvPr>
              <p:cNvSpPr/>
              <p:nvPr/>
            </p:nvSpPr>
            <p:spPr>
              <a:xfrm>
                <a:off x="5183056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20" name="pg1219">
                <a:extLst>
                  <a:ext uri="{FF2B5EF4-FFF2-40B4-BE49-F238E27FC236}">
                    <a16:creationId xmlns:a16="http://schemas.microsoft.com/office/drawing/2014/main" id="{52110D3E-3A9F-4FD5-4B2E-88D31E587810}"/>
                  </a:ext>
                </a:extLst>
              </p:cNvPr>
              <p:cNvSpPr/>
              <p:nvPr/>
            </p:nvSpPr>
            <p:spPr>
              <a:xfrm>
                <a:off x="5194693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FDCBF">
                  <a:alpha val="100000"/>
                </a:srgbClr>
              </a:solidFill>
              <a:ln w="5420" cap="flat">
                <a:solidFill>
                  <a:srgbClr val="8F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21" name="pg1220">
                <a:extLst>
                  <a:ext uri="{FF2B5EF4-FFF2-40B4-BE49-F238E27FC236}">
                    <a16:creationId xmlns:a16="http://schemas.microsoft.com/office/drawing/2014/main" id="{2C9F65FF-2FB1-0603-1780-E68F87004DD9}"/>
                  </a:ext>
                </a:extLst>
              </p:cNvPr>
              <p:cNvSpPr/>
              <p:nvPr/>
            </p:nvSpPr>
            <p:spPr>
              <a:xfrm>
                <a:off x="5206331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FDBBF">
                  <a:alpha val="100000"/>
                </a:srgbClr>
              </a:solidFill>
              <a:ln w="5420" cap="flat">
                <a:solidFill>
                  <a:srgbClr val="8FDB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22" name="pg1221">
                <a:extLst>
                  <a:ext uri="{FF2B5EF4-FFF2-40B4-BE49-F238E27FC236}">
                    <a16:creationId xmlns:a16="http://schemas.microsoft.com/office/drawing/2014/main" id="{7D2B344A-FC84-0C96-2B5F-D0EA715C4C16}"/>
                  </a:ext>
                </a:extLst>
              </p:cNvPr>
              <p:cNvSpPr/>
              <p:nvPr/>
            </p:nvSpPr>
            <p:spPr>
              <a:xfrm>
                <a:off x="5217968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23" name="pg1222">
                <a:extLst>
                  <a:ext uri="{FF2B5EF4-FFF2-40B4-BE49-F238E27FC236}">
                    <a16:creationId xmlns:a16="http://schemas.microsoft.com/office/drawing/2014/main" id="{9EF6FA36-9FDB-882A-D971-B8F45DCEDDF9}"/>
                  </a:ext>
                </a:extLst>
              </p:cNvPr>
              <p:cNvSpPr/>
              <p:nvPr/>
            </p:nvSpPr>
            <p:spPr>
              <a:xfrm>
                <a:off x="5229605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24" name="pg1223">
                <a:extLst>
                  <a:ext uri="{FF2B5EF4-FFF2-40B4-BE49-F238E27FC236}">
                    <a16:creationId xmlns:a16="http://schemas.microsoft.com/office/drawing/2014/main" id="{7D6582F3-2E84-C3C7-8DA7-FCDC419CCA39}"/>
                  </a:ext>
                </a:extLst>
              </p:cNvPr>
              <p:cNvSpPr/>
              <p:nvPr/>
            </p:nvSpPr>
            <p:spPr>
              <a:xfrm>
                <a:off x="5241243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25" name="pg1224">
                <a:extLst>
                  <a:ext uri="{FF2B5EF4-FFF2-40B4-BE49-F238E27FC236}">
                    <a16:creationId xmlns:a16="http://schemas.microsoft.com/office/drawing/2014/main" id="{6FAA0A8F-E769-93B8-98B5-7B8B15723682}"/>
                  </a:ext>
                </a:extLst>
              </p:cNvPr>
              <p:cNvSpPr/>
              <p:nvPr/>
            </p:nvSpPr>
            <p:spPr>
              <a:xfrm>
                <a:off x="5252880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26" name="pg1225">
                <a:extLst>
                  <a:ext uri="{FF2B5EF4-FFF2-40B4-BE49-F238E27FC236}">
                    <a16:creationId xmlns:a16="http://schemas.microsoft.com/office/drawing/2014/main" id="{CE841AFB-3EB6-FC33-0486-613DCF6353EC}"/>
                  </a:ext>
                </a:extLst>
              </p:cNvPr>
              <p:cNvSpPr/>
              <p:nvPr/>
            </p:nvSpPr>
            <p:spPr>
              <a:xfrm>
                <a:off x="5276155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27" name="pg1226">
                <a:extLst>
                  <a:ext uri="{FF2B5EF4-FFF2-40B4-BE49-F238E27FC236}">
                    <a16:creationId xmlns:a16="http://schemas.microsoft.com/office/drawing/2014/main" id="{06A9A012-BACF-1237-DDA1-D65ECAEEA307}"/>
                  </a:ext>
                </a:extLst>
              </p:cNvPr>
              <p:cNvSpPr/>
              <p:nvPr/>
            </p:nvSpPr>
            <p:spPr>
              <a:xfrm>
                <a:off x="5287792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28" name="pg1227">
                <a:extLst>
                  <a:ext uri="{FF2B5EF4-FFF2-40B4-BE49-F238E27FC236}">
                    <a16:creationId xmlns:a16="http://schemas.microsoft.com/office/drawing/2014/main" id="{C0B65E22-89F0-7A9D-2785-486E215EEE87}"/>
                  </a:ext>
                </a:extLst>
              </p:cNvPr>
              <p:cNvSpPr/>
              <p:nvPr/>
            </p:nvSpPr>
            <p:spPr>
              <a:xfrm>
                <a:off x="5299429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29" name="pg1228">
                <a:extLst>
                  <a:ext uri="{FF2B5EF4-FFF2-40B4-BE49-F238E27FC236}">
                    <a16:creationId xmlns:a16="http://schemas.microsoft.com/office/drawing/2014/main" id="{C8FB6D4B-C8AA-F63D-C25A-08C73D0FBCA0}"/>
                  </a:ext>
                </a:extLst>
              </p:cNvPr>
              <p:cNvSpPr/>
              <p:nvPr/>
            </p:nvSpPr>
            <p:spPr>
              <a:xfrm>
                <a:off x="5311067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30" name="pg1229">
                <a:extLst>
                  <a:ext uri="{FF2B5EF4-FFF2-40B4-BE49-F238E27FC236}">
                    <a16:creationId xmlns:a16="http://schemas.microsoft.com/office/drawing/2014/main" id="{08CB217F-A27A-631C-FD88-A0355AC5F1FC}"/>
                  </a:ext>
                </a:extLst>
              </p:cNvPr>
              <p:cNvSpPr/>
              <p:nvPr/>
            </p:nvSpPr>
            <p:spPr>
              <a:xfrm>
                <a:off x="5322704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31" name="pg1230">
                <a:extLst>
                  <a:ext uri="{FF2B5EF4-FFF2-40B4-BE49-F238E27FC236}">
                    <a16:creationId xmlns:a16="http://schemas.microsoft.com/office/drawing/2014/main" id="{10C5665C-7DC7-DBF5-E837-09236C08C52D}"/>
                  </a:ext>
                </a:extLst>
              </p:cNvPr>
              <p:cNvSpPr/>
              <p:nvPr/>
            </p:nvSpPr>
            <p:spPr>
              <a:xfrm>
                <a:off x="5334341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32" name="pg1231">
                <a:extLst>
                  <a:ext uri="{FF2B5EF4-FFF2-40B4-BE49-F238E27FC236}">
                    <a16:creationId xmlns:a16="http://schemas.microsoft.com/office/drawing/2014/main" id="{84FD8AAB-8A62-895F-F70D-0F864238C219}"/>
                  </a:ext>
                </a:extLst>
              </p:cNvPr>
              <p:cNvSpPr/>
              <p:nvPr/>
            </p:nvSpPr>
            <p:spPr>
              <a:xfrm>
                <a:off x="5345979" y="352294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33" name="pg1232">
                <a:extLst>
                  <a:ext uri="{FF2B5EF4-FFF2-40B4-BE49-F238E27FC236}">
                    <a16:creationId xmlns:a16="http://schemas.microsoft.com/office/drawing/2014/main" id="{C6728DAA-5516-E2D7-5B9F-38D9F432BA0B}"/>
                  </a:ext>
                </a:extLst>
              </p:cNvPr>
              <p:cNvSpPr/>
              <p:nvPr/>
            </p:nvSpPr>
            <p:spPr>
              <a:xfrm>
                <a:off x="5066683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34" name="pg1233">
                <a:extLst>
                  <a:ext uri="{FF2B5EF4-FFF2-40B4-BE49-F238E27FC236}">
                    <a16:creationId xmlns:a16="http://schemas.microsoft.com/office/drawing/2014/main" id="{2849CE20-57E6-3833-3D13-A355473C222B}"/>
                  </a:ext>
                </a:extLst>
              </p:cNvPr>
              <p:cNvSpPr/>
              <p:nvPr/>
            </p:nvSpPr>
            <p:spPr>
              <a:xfrm>
                <a:off x="5078320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35" name="pg1234">
                <a:extLst>
                  <a:ext uri="{FF2B5EF4-FFF2-40B4-BE49-F238E27FC236}">
                    <a16:creationId xmlns:a16="http://schemas.microsoft.com/office/drawing/2014/main" id="{7DE7D61F-A163-5E9F-E575-87525732A733}"/>
                  </a:ext>
                </a:extLst>
              </p:cNvPr>
              <p:cNvSpPr/>
              <p:nvPr/>
            </p:nvSpPr>
            <p:spPr>
              <a:xfrm>
                <a:off x="5089957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36" name="pg1235">
                <a:extLst>
                  <a:ext uri="{FF2B5EF4-FFF2-40B4-BE49-F238E27FC236}">
                    <a16:creationId xmlns:a16="http://schemas.microsoft.com/office/drawing/2014/main" id="{7F650D62-8741-D1A6-0F89-3E2AA1AE69C9}"/>
                  </a:ext>
                </a:extLst>
              </p:cNvPr>
              <p:cNvSpPr/>
              <p:nvPr/>
            </p:nvSpPr>
            <p:spPr>
              <a:xfrm>
                <a:off x="5101595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37" name="pg1236">
                <a:extLst>
                  <a:ext uri="{FF2B5EF4-FFF2-40B4-BE49-F238E27FC236}">
                    <a16:creationId xmlns:a16="http://schemas.microsoft.com/office/drawing/2014/main" id="{34E961E8-CCF3-310D-589B-CFD0E6EAE340}"/>
                  </a:ext>
                </a:extLst>
              </p:cNvPr>
              <p:cNvSpPr/>
              <p:nvPr/>
            </p:nvSpPr>
            <p:spPr>
              <a:xfrm>
                <a:off x="5113232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38" name="pg1237">
                <a:extLst>
                  <a:ext uri="{FF2B5EF4-FFF2-40B4-BE49-F238E27FC236}">
                    <a16:creationId xmlns:a16="http://schemas.microsoft.com/office/drawing/2014/main" id="{39EEA169-0458-F232-BC21-20F875BF57F7}"/>
                  </a:ext>
                </a:extLst>
              </p:cNvPr>
              <p:cNvSpPr/>
              <p:nvPr/>
            </p:nvSpPr>
            <p:spPr>
              <a:xfrm>
                <a:off x="5124869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7">
                  <a:alpha val="100000"/>
                </a:srgbClr>
              </a:solidFill>
              <a:ln w="5420" cap="flat">
                <a:solidFill>
                  <a:srgbClr val="7E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39" name="pg1238">
                <a:extLst>
                  <a:ext uri="{FF2B5EF4-FFF2-40B4-BE49-F238E27FC236}">
                    <a16:creationId xmlns:a16="http://schemas.microsoft.com/office/drawing/2014/main" id="{4B9AFFA2-5DBD-A306-FA47-72B6E88B6F3C}"/>
                  </a:ext>
                </a:extLst>
              </p:cNvPr>
              <p:cNvSpPr/>
              <p:nvPr/>
            </p:nvSpPr>
            <p:spPr>
              <a:xfrm>
                <a:off x="5136507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40" name="pg1239">
                <a:extLst>
                  <a:ext uri="{FF2B5EF4-FFF2-40B4-BE49-F238E27FC236}">
                    <a16:creationId xmlns:a16="http://schemas.microsoft.com/office/drawing/2014/main" id="{D15AAF36-4C28-C93A-8669-A36C447EC69D}"/>
                  </a:ext>
                </a:extLst>
              </p:cNvPr>
              <p:cNvSpPr/>
              <p:nvPr/>
            </p:nvSpPr>
            <p:spPr>
              <a:xfrm>
                <a:off x="5148144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41" name="pg1240">
                <a:extLst>
                  <a:ext uri="{FF2B5EF4-FFF2-40B4-BE49-F238E27FC236}">
                    <a16:creationId xmlns:a16="http://schemas.microsoft.com/office/drawing/2014/main" id="{8E1236C5-B95D-C2C8-3DFC-2E3458045707}"/>
                  </a:ext>
                </a:extLst>
              </p:cNvPr>
              <p:cNvSpPr/>
              <p:nvPr/>
            </p:nvSpPr>
            <p:spPr>
              <a:xfrm>
                <a:off x="5159781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42" name="pg1241">
                <a:extLst>
                  <a:ext uri="{FF2B5EF4-FFF2-40B4-BE49-F238E27FC236}">
                    <a16:creationId xmlns:a16="http://schemas.microsoft.com/office/drawing/2014/main" id="{C5C89488-10AD-3C66-6027-3C0D57E053A1}"/>
                  </a:ext>
                </a:extLst>
              </p:cNvPr>
              <p:cNvSpPr/>
              <p:nvPr/>
            </p:nvSpPr>
            <p:spPr>
              <a:xfrm>
                <a:off x="5171419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9D9BC">
                  <a:alpha val="100000"/>
                </a:srgbClr>
              </a:solidFill>
              <a:ln w="5420" cap="flat">
                <a:solidFill>
                  <a:srgbClr val="89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43" name="pg1242">
                <a:extLst>
                  <a:ext uri="{FF2B5EF4-FFF2-40B4-BE49-F238E27FC236}">
                    <a16:creationId xmlns:a16="http://schemas.microsoft.com/office/drawing/2014/main" id="{65857AD3-18EA-B6B8-F4F2-417FB188F73C}"/>
                  </a:ext>
                </a:extLst>
              </p:cNvPr>
              <p:cNvSpPr/>
              <p:nvPr/>
            </p:nvSpPr>
            <p:spPr>
              <a:xfrm>
                <a:off x="5183056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44" name="pg1243">
                <a:extLst>
                  <a:ext uri="{FF2B5EF4-FFF2-40B4-BE49-F238E27FC236}">
                    <a16:creationId xmlns:a16="http://schemas.microsoft.com/office/drawing/2014/main" id="{46D62A50-BB1A-5040-6EFA-1980617698DC}"/>
                  </a:ext>
                </a:extLst>
              </p:cNvPr>
              <p:cNvSpPr/>
              <p:nvPr/>
            </p:nvSpPr>
            <p:spPr>
              <a:xfrm>
                <a:off x="5194693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CDBBE">
                  <a:alpha val="100000"/>
                </a:srgbClr>
              </a:solidFill>
              <a:ln w="5420" cap="flat">
                <a:solidFill>
                  <a:srgbClr val="8C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45" name="pg1244">
                <a:extLst>
                  <a:ext uri="{FF2B5EF4-FFF2-40B4-BE49-F238E27FC236}">
                    <a16:creationId xmlns:a16="http://schemas.microsoft.com/office/drawing/2014/main" id="{0CBC5426-BD32-CEB7-A79F-DC17C498F9A4}"/>
                  </a:ext>
                </a:extLst>
              </p:cNvPr>
              <p:cNvSpPr/>
              <p:nvPr/>
            </p:nvSpPr>
            <p:spPr>
              <a:xfrm>
                <a:off x="5206331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CDBBD">
                  <a:alpha val="100000"/>
                </a:srgbClr>
              </a:solidFill>
              <a:ln w="5420" cap="flat">
                <a:solidFill>
                  <a:srgbClr val="8CDB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46" name="pg1245">
                <a:extLst>
                  <a:ext uri="{FF2B5EF4-FFF2-40B4-BE49-F238E27FC236}">
                    <a16:creationId xmlns:a16="http://schemas.microsoft.com/office/drawing/2014/main" id="{3844D834-F57A-0FEF-6651-C1F370DBBA9B}"/>
                  </a:ext>
                </a:extLst>
              </p:cNvPr>
              <p:cNvSpPr/>
              <p:nvPr/>
            </p:nvSpPr>
            <p:spPr>
              <a:xfrm>
                <a:off x="5217968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5D8BA">
                  <a:alpha val="100000"/>
                </a:srgbClr>
              </a:solidFill>
              <a:ln w="5420" cap="flat">
                <a:solidFill>
                  <a:srgbClr val="85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47" name="pg1246">
                <a:extLst>
                  <a:ext uri="{FF2B5EF4-FFF2-40B4-BE49-F238E27FC236}">
                    <a16:creationId xmlns:a16="http://schemas.microsoft.com/office/drawing/2014/main" id="{E6149415-C35E-E905-0F90-6796D19A4F66}"/>
                  </a:ext>
                </a:extLst>
              </p:cNvPr>
              <p:cNvSpPr/>
              <p:nvPr/>
            </p:nvSpPr>
            <p:spPr>
              <a:xfrm>
                <a:off x="5229605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48" name="pg1247">
                <a:extLst>
                  <a:ext uri="{FF2B5EF4-FFF2-40B4-BE49-F238E27FC236}">
                    <a16:creationId xmlns:a16="http://schemas.microsoft.com/office/drawing/2014/main" id="{555730E6-8035-9C50-9C80-35140AF79BBC}"/>
                  </a:ext>
                </a:extLst>
              </p:cNvPr>
              <p:cNvSpPr/>
              <p:nvPr/>
            </p:nvSpPr>
            <p:spPr>
              <a:xfrm>
                <a:off x="5241243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49" name="pg1248">
                <a:extLst>
                  <a:ext uri="{FF2B5EF4-FFF2-40B4-BE49-F238E27FC236}">
                    <a16:creationId xmlns:a16="http://schemas.microsoft.com/office/drawing/2014/main" id="{A7113743-DF15-22CB-E765-7E50AA43F879}"/>
                  </a:ext>
                </a:extLst>
              </p:cNvPr>
              <p:cNvSpPr/>
              <p:nvPr/>
            </p:nvSpPr>
            <p:spPr>
              <a:xfrm>
                <a:off x="5252880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50" name="pg1249">
                <a:extLst>
                  <a:ext uri="{FF2B5EF4-FFF2-40B4-BE49-F238E27FC236}">
                    <a16:creationId xmlns:a16="http://schemas.microsoft.com/office/drawing/2014/main" id="{CF2D5229-F6B0-5784-7CF3-43B5C6594188}"/>
                  </a:ext>
                </a:extLst>
              </p:cNvPr>
              <p:cNvSpPr/>
              <p:nvPr/>
            </p:nvSpPr>
            <p:spPr>
              <a:xfrm>
                <a:off x="5264517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51" name="pg1250">
                <a:extLst>
                  <a:ext uri="{FF2B5EF4-FFF2-40B4-BE49-F238E27FC236}">
                    <a16:creationId xmlns:a16="http://schemas.microsoft.com/office/drawing/2014/main" id="{FCF5F93F-B515-AE80-D07A-50DBC8FE7BE7}"/>
                  </a:ext>
                </a:extLst>
              </p:cNvPr>
              <p:cNvSpPr/>
              <p:nvPr/>
            </p:nvSpPr>
            <p:spPr>
              <a:xfrm>
                <a:off x="5276155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52" name="pg1251">
                <a:extLst>
                  <a:ext uri="{FF2B5EF4-FFF2-40B4-BE49-F238E27FC236}">
                    <a16:creationId xmlns:a16="http://schemas.microsoft.com/office/drawing/2014/main" id="{E768D684-804E-91B0-7584-C4AD1AAB8B39}"/>
                  </a:ext>
                </a:extLst>
              </p:cNvPr>
              <p:cNvSpPr/>
              <p:nvPr/>
            </p:nvSpPr>
            <p:spPr>
              <a:xfrm>
                <a:off x="5287792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53" name="pg1252">
                <a:extLst>
                  <a:ext uri="{FF2B5EF4-FFF2-40B4-BE49-F238E27FC236}">
                    <a16:creationId xmlns:a16="http://schemas.microsoft.com/office/drawing/2014/main" id="{70E493B2-F644-2AB4-8B8B-B10879736CA9}"/>
                  </a:ext>
                </a:extLst>
              </p:cNvPr>
              <p:cNvSpPr/>
              <p:nvPr/>
            </p:nvSpPr>
            <p:spPr>
              <a:xfrm>
                <a:off x="5299429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54" name="pg1253">
                <a:extLst>
                  <a:ext uri="{FF2B5EF4-FFF2-40B4-BE49-F238E27FC236}">
                    <a16:creationId xmlns:a16="http://schemas.microsoft.com/office/drawing/2014/main" id="{36DBC022-4218-650C-CF87-B23C33265D25}"/>
                  </a:ext>
                </a:extLst>
              </p:cNvPr>
              <p:cNvSpPr/>
              <p:nvPr/>
            </p:nvSpPr>
            <p:spPr>
              <a:xfrm>
                <a:off x="5311067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55" name="pg1254">
                <a:extLst>
                  <a:ext uri="{FF2B5EF4-FFF2-40B4-BE49-F238E27FC236}">
                    <a16:creationId xmlns:a16="http://schemas.microsoft.com/office/drawing/2014/main" id="{4D807C72-7C48-EC90-47BC-B7CC30AB321F}"/>
                  </a:ext>
                </a:extLst>
              </p:cNvPr>
              <p:cNvSpPr/>
              <p:nvPr/>
            </p:nvSpPr>
            <p:spPr>
              <a:xfrm>
                <a:off x="5322704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56" name="pg1255">
                <a:extLst>
                  <a:ext uri="{FF2B5EF4-FFF2-40B4-BE49-F238E27FC236}">
                    <a16:creationId xmlns:a16="http://schemas.microsoft.com/office/drawing/2014/main" id="{3673F045-FF7A-5D36-BD33-51DA8F0B930F}"/>
                  </a:ext>
                </a:extLst>
              </p:cNvPr>
              <p:cNvSpPr/>
              <p:nvPr/>
            </p:nvSpPr>
            <p:spPr>
              <a:xfrm>
                <a:off x="5334341" y="35372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57" name="pg1256">
                <a:extLst>
                  <a:ext uri="{FF2B5EF4-FFF2-40B4-BE49-F238E27FC236}">
                    <a16:creationId xmlns:a16="http://schemas.microsoft.com/office/drawing/2014/main" id="{46FDE465-3857-1AD8-7BBD-95265FA097C9}"/>
                  </a:ext>
                </a:extLst>
              </p:cNvPr>
              <p:cNvSpPr/>
              <p:nvPr/>
            </p:nvSpPr>
            <p:spPr>
              <a:xfrm>
                <a:off x="5066683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58" name="pg1257">
                <a:extLst>
                  <a:ext uri="{FF2B5EF4-FFF2-40B4-BE49-F238E27FC236}">
                    <a16:creationId xmlns:a16="http://schemas.microsoft.com/office/drawing/2014/main" id="{7213140A-A6AE-8B16-CFA7-F95A735EFF6C}"/>
                  </a:ext>
                </a:extLst>
              </p:cNvPr>
              <p:cNvSpPr/>
              <p:nvPr/>
            </p:nvSpPr>
            <p:spPr>
              <a:xfrm>
                <a:off x="5078320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59" name="pg1258">
                <a:extLst>
                  <a:ext uri="{FF2B5EF4-FFF2-40B4-BE49-F238E27FC236}">
                    <a16:creationId xmlns:a16="http://schemas.microsoft.com/office/drawing/2014/main" id="{6E591982-38B1-A95B-6051-FCFE42517777}"/>
                  </a:ext>
                </a:extLst>
              </p:cNvPr>
              <p:cNvSpPr/>
              <p:nvPr/>
            </p:nvSpPr>
            <p:spPr>
              <a:xfrm>
                <a:off x="5089957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60" name="pg1259">
                <a:extLst>
                  <a:ext uri="{FF2B5EF4-FFF2-40B4-BE49-F238E27FC236}">
                    <a16:creationId xmlns:a16="http://schemas.microsoft.com/office/drawing/2014/main" id="{3F801720-34F2-208C-594D-27A42B19E74D}"/>
                  </a:ext>
                </a:extLst>
              </p:cNvPr>
              <p:cNvSpPr/>
              <p:nvPr/>
            </p:nvSpPr>
            <p:spPr>
              <a:xfrm>
                <a:off x="5101595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61" name="pg1260">
                <a:extLst>
                  <a:ext uri="{FF2B5EF4-FFF2-40B4-BE49-F238E27FC236}">
                    <a16:creationId xmlns:a16="http://schemas.microsoft.com/office/drawing/2014/main" id="{F06530C9-D098-38CB-46A2-44CC7244B9DF}"/>
                  </a:ext>
                </a:extLst>
              </p:cNvPr>
              <p:cNvSpPr/>
              <p:nvPr/>
            </p:nvSpPr>
            <p:spPr>
              <a:xfrm>
                <a:off x="5113232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62" name="pg1261">
                <a:extLst>
                  <a:ext uri="{FF2B5EF4-FFF2-40B4-BE49-F238E27FC236}">
                    <a16:creationId xmlns:a16="http://schemas.microsoft.com/office/drawing/2014/main" id="{836FDA31-7842-F1EC-4E28-AE54E2D5EF55}"/>
                  </a:ext>
                </a:extLst>
              </p:cNvPr>
              <p:cNvSpPr/>
              <p:nvPr/>
            </p:nvSpPr>
            <p:spPr>
              <a:xfrm>
                <a:off x="5124869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63" name="pg1262">
                <a:extLst>
                  <a:ext uri="{FF2B5EF4-FFF2-40B4-BE49-F238E27FC236}">
                    <a16:creationId xmlns:a16="http://schemas.microsoft.com/office/drawing/2014/main" id="{CEB2A10E-2168-D9F1-DF8D-F97F4B850A91}"/>
                  </a:ext>
                </a:extLst>
              </p:cNvPr>
              <p:cNvSpPr/>
              <p:nvPr/>
            </p:nvSpPr>
            <p:spPr>
              <a:xfrm>
                <a:off x="5136507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64" name="pg1263">
                <a:extLst>
                  <a:ext uri="{FF2B5EF4-FFF2-40B4-BE49-F238E27FC236}">
                    <a16:creationId xmlns:a16="http://schemas.microsoft.com/office/drawing/2014/main" id="{AC65C193-B495-C3CE-79B1-C7114A27942A}"/>
                  </a:ext>
                </a:extLst>
              </p:cNvPr>
              <p:cNvSpPr/>
              <p:nvPr/>
            </p:nvSpPr>
            <p:spPr>
              <a:xfrm>
                <a:off x="5148144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65" name="pg1264">
                <a:extLst>
                  <a:ext uri="{FF2B5EF4-FFF2-40B4-BE49-F238E27FC236}">
                    <a16:creationId xmlns:a16="http://schemas.microsoft.com/office/drawing/2014/main" id="{6AA6542E-6E28-5EEF-84F7-70A19BF8C4EA}"/>
                  </a:ext>
                </a:extLst>
              </p:cNvPr>
              <p:cNvSpPr/>
              <p:nvPr/>
            </p:nvSpPr>
            <p:spPr>
              <a:xfrm>
                <a:off x="5159781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66" name="pg1265">
                <a:extLst>
                  <a:ext uri="{FF2B5EF4-FFF2-40B4-BE49-F238E27FC236}">
                    <a16:creationId xmlns:a16="http://schemas.microsoft.com/office/drawing/2014/main" id="{0EFD0B3E-89BE-84C7-83F0-C3E373D2C2ED}"/>
                  </a:ext>
                </a:extLst>
              </p:cNvPr>
              <p:cNvSpPr/>
              <p:nvPr/>
            </p:nvSpPr>
            <p:spPr>
              <a:xfrm>
                <a:off x="5171419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5D9BB">
                  <a:alpha val="100000"/>
                </a:srgbClr>
              </a:solidFill>
              <a:ln w="5420" cap="flat">
                <a:solidFill>
                  <a:srgbClr val="85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67" name="pg1266">
                <a:extLst>
                  <a:ext uri="{FF2B5EF4-FFF2-40B4-BE49-F238E27FC236}">
                    <a16:creationId xmlns:a16="http://schemas.microsoft.com/office/drawing/2014/main" id="{F63FB661-98D0-BD6E-D3A9-044513C8AC82}"/>
                  </a:ext>
                </a:extLst>
              </p:cNvPr>
              <p:cNvSpPr/>
              <p:nvPr/>
            </p:nvSpPr>
            <p:spPr>
              <a:xfrm>
                <a:off x="5183056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7D9BB">
                  <a:alpha val="100000"/>
                </a:srgbClr>
              </a:solidFill>
              <a:ln w="5420" cap="flat">
                <a:solidFill>
                  <a:srgbClr val="87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68" name="pg1267">
                <a:extLst>
                  <a:ext uri="{FF2B5EF4-FFF2-40B4-BE49-F238E27FC236}">
                    <a16:creationId xmlns:a16="http://schemas.microsoft.com/office/drawing/2014/main" id="{5EE8A3C1-CF97-55BC-E4E0-4D891A493A31}"/>
                  </a:ext>
                </a:extLst>
              </p:cNvPr>
              <p:cNvSpPr/>
              <p:nvPr/>
            </p:nvSpPr>
            <p:spPr>
              <a:xfrm>
                <a:off x="5194693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7D9BB">
                  <a:alpha val="100000"/>
                </a:srgbClr>
              </a:solidFill>
              <a:ln w="5420" cap="flat">
                <a:solidFill>
                  <a:srgbClr val="87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69" name="pg1268">
                <a:extLst>
                  <a:ext uri="{FF2B5EF4-FFF2-40B4-BE49-F238E27FC236}">
                    <a16:creationId xmlns:a16="http://schemas.microsoft.com/office/drawing/2014/main" id="{A847FFF5-61B9-844A-0C0D-FDB9D353A03D}"/>
                  </a:ext>
                </a:extLst>
              </p:cNvPr>
              <p:cNvSpPr/>
              <p:nvPr/>
            </p:nvSpPr>
            <p:spPr>
              <a:xfrm>
                <a:off x="5206331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70" name="pg1269">
                <a:extLst>
                  <a:ext uri="{FF2B5EF4-FFF2-40B4-BE49-F238E27FC236}">
                    <a16:creationId xmlns:a16="http://schemas.microsoft.com/office/drawing/2014/main" id="{B2E21BA8-757F-5F6D-34A2-45C3429B2864}"/>
                  </a:ext>
                </a:extLst>
              </p:cNvPr>
              <p:cNvSpPr/>
              <p:nvPr/>
            </p:nvSpPr>
            <p:spPr>
              <a:xfrm>
                <a:off x="5217968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71" name="pg1270">
                <a:extLst>
                  <a:ext uri="{FF2B5EF4-FFF2-40B4-BE49-F238E27FC236}">
                    <a16:creationId xmlns:a16="http://schemas.microsoft.com/office/drawing/2014/main" id="{6E67E66E-00F1-92BE-7F4F-31B7EC270D6A}"/>
                  </a:ext>
                </a:extLst>
              </p:cNvPr>
              <p:cNvSpPr/>
              <p:nvPr/>
            </p:nvSpPr>
            <p:spPr>
              <a:xfrm>
                <a:off x="5229605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72" name="pg1271">
                <a:extLst>
                  <a:ext uri="{FF2B5EF4-FFF2-40B4-BE49-F238E27FC236}">
                    <a16:creationId xmlns:a16="http://schemas.microsoft.com/office/drawing/2014/main" id="{20BF308C-2238-880E-CDB7-912DB5EC41AD}"/>
                  </a:ext>
                </a:extLst>
              </p:cNvPr>
              <p:cNvSpPr/>
              <p:nvPr/>
            </p:nvSpPr>
            <p:spPr>
              <a:xfrm>
                <a:off x="5241243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6B6">
                  <a:alpha val="100000"/>
                </a:srgbClr>
              </a:solidFill>
              <a:ln w="5420" cap="flat">
                <a:solidFill>
                  <a:srgbClr val="7BD6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73" name="pg1272">
                <a:extLst>
                  <a:ext uri="{FF2B5EF4-FFF2-40B4-BE49-F238E27FC236}">
                    <a16:creationId xmlns:a16="http://schemas.microsoft.com/office/drawing/2014/main" id="{BB93AC6F-5E1B-D564-30A2-C62AA74F3680}"/>
                  </a:ext>
                </a:extLst>
              </p:cNvPr>
              <p:cNvSpPr/>
              <p:nvPr/>
            </p:nvSpPr>
            <p:spPr>
              <a:xfrm>
                <a:off x="5252880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74" name="pg1273">
                <a:extLst>
                  <a:ext uri="{FF2B5EF4-FFF2-40B4-BE49-F238E27FC236}">
                    <a16:creationId xmlns:a16="http://schemas.microsoft.com/office/drawing/2014/main" id="{538A1165-9F50-FD30-1B9B-D580C966C4DF}"/>
                  </a:ext>
                </a:extLst>
              </p:cNvPr>
              <p:cNvSpPr/>
              <p:nvPr/>
            </p:nvSpPr>
            <p:spPr>
              <a:xfrm>
                <a:off x="5264517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75" name="pg1274">
                <a:extLst>
                  <a:ext uri="{FF2B5EF4-FFF2-40B4-BE49-F238E27FC236}">
                    <a16:creationId xmlns:a16="http://schemas.microsoft.com/office/drawing/2014/main" id="{1F0E880F-5B99-CFF6-CBAF-337283E15404}"/>
                  </a:ext>
                </a:extLst>
              </p:cNvPr>
              <p:cNvSpPr/>
              <p:nvPr/>
            </p:nvSpPr>
            <p:spPr>
              <a:xfrm>
                <a:off x="5276155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6">
                  <a:alpha val="100000"/>
                </a:srgbClr>
              </a:solidFill>
              <a:ln w="5420" cap="flat">
                <a:solidFill>
                  <a:srgbClr val="79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76" name="pg1275">
                <a:extLst>
                  <a:ext uri="{FF2B5EF4-FFF2-40B4-BE49-F238E27FC236}">
                    <a16:creationId xmlns:a16="http://schemas.microsoft.com/office/drawing/2014/main" id="{7CB3E905-4FCF-71F1-1784-15960523A062}"/>
                  </a:ext>
                </a:extLst>
              </p:cNvPr>
              <p:cNvSpPr/>
              <p:nvPr/>
            </p:nvSpPr>
            <p:spPr>
              <a:xfrm>
                <a:off x="5287792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77" name="pg1276">
                <a:extLst>
                  <a:ext uri="{FF2B5EF4-FFF2-40B4-BE49-F238E27FC236}">
                    <a16:creationId xmlns:a16="http://schemas.microsoft.com/office/drawing/2014/main" id="{69FAB03F-AF61-6EEC-007E-1D738FE82263}"/>
                  </a:ext>
                </a:extLst>
              </p:cNvPr>
              <p:cNvSpPr/>
              <p:nvPr/>
            </p:nvSpPr>
            <p:spPr>
              <a:xfrm>
                <a:off x="5299429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4">
                  <a:alpha val="100000"/>
                </a:srgbClr>
              </a:solidFill>
              <a:ln w="5420" cap="flat">
                <a:solidFill>
                  <a:srgbClr val="74D3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78" name="pg1277">
                <a:extLst>
                  <a:ext uri="{FF2B5EF4-FFF2-40B4-BE49-F238E27FC236}">
                    <a16:creationId xmlns:a16="http://schemas.microsoft.com/office/drawing/2014/main" id="{71A05985-886F-01C3-D520-FB4D6FED13BF}"/>
                  </a:ext>
                </a:extLst>
              </p:cNvPr>
              <p:cNvSpPr/>
              <p:nvPr/>
            </p:nvSpPr>
            <p:spPr>
              <a:xfrm>
                <a:off x="5311067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79" name="pg1278">
                <a:extLst>
                  <a:ext uri="{FF2B5EF4-FFF2-40B4-BE49-F238E27FC236}">
                    <a16:creationId xmlns:a16="http://schemas.microsoft.com/office/drawing/2014/main" id="{C91642B7-4B38-517B-4E90-D6FB5D8EBFC6}"/>
                  </a:ext>
                </a:extLst>
              </p:cNvPr>
              <p:cNvSpPr/>
              <p:nvPr/>
            </p:nvSpPr>
            <p:spPr>
              <a:xfrm>
                <a:off x="5322704" y="355154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80" name="pg1279">
                <a:extLst>
                  <a:ext uri="{FF2B5EF4-FFF2-40B4-BE49-F238E27FC236}">
                    <a16:creationId xmlns:a16="http://schemas.microsoft.com/office/drawing/2014/main" id="{E25FD86C-BC51-96DA-46DA-E485C8145F30}"/>
                  </a:ext>
                </a:extLst>
              </p:cNvPr>
              <p:cNvSpPr/>
              <p:nvPr/>
            </p:nvSpPr>
            <p:spPr>
              <a:xfrm>
                <a:off x="5031771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81" name="pg1280">
                <a:extLst>
                  <a:ext uri="{FF2B5EF4-FFF2-40B4-BE49-F238E27FC236}">
                    <a16:creationId xmlns:a16="http://schemas.microsoft.com/office/drawing/2014/main" id="{49DD40A8-5FCA-D630-76D0-2B3A1C518147}"/>
                  </a:ext>
                </a:extLst>
              </p:cNvPr>
              <p:cNvSpPr/>
              <p:nvPr/>
            </p:nvSpPr>
            <p:spPr>
              <a:xfrm>
                <a:off x="5043408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82" name="pg1281">
                <a:extLst>
                  <a:ext uri="{FF2B5EF4-FFF2-40B4-BE49-F238E27FC236}">
                    <a16:creationId xmlns:a16="http://schemas.microsoft.com/office/drawing/2014/main" id="{BAFABA63-4F10-B7FE-AAD2-64994D3CFBD6}"/>
                  </a:ext>
                </a:extLst>
              </p:cNvPr>
              <p:cNvSpPr/>
              <p:nvPr/>
            </p:nvSpPr>
            <p:spPr>
              <a:xfrm>
                <a:off x="5066683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83" name="pg1282">
                <a:extLst>
                  <a:ext uri="{FF2B5EF4-FFF2-40B4-BE49-F238E27FC236}">
                    <a16:creationId xmlns:a16="http://schemas.microsoft.com/office/drawing/2014/main" id="{767E16FB-8C5F-D9E6-AD8B-F18BE11E4787}"/>
                  </a:ext>
                </a:extLst>
              </p:cNvPr>
              <p:cNvSpPr/>
              <p:nvPr/>
            </p:nvSpPr>
            <p:spPr>
              <a:xfrm>
                <a:off x="5078320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84" name="pg1283">
                <a:extLst>
                  <a:ext uri="{FF2B5EF4-FFF2-40B4-BE49-F238E27FC236}">
                    <a16:creationId xmlns:a16="http://schemas.microsoft.com/office/drawing/2014/main" id="{9932B69F-808F-9200-B700-5A2B0EBF0991}"/>
                  </a:ext>
                </a:extLst>
              </p:cNvPr>
              <p:cNvSpPr/>
              <p:nvPr/>
            </p:nvSpPr>
            <p:spPr>
              <a:xfrm>
                <a:off x="5089957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85" name="pg1284">
                <a:extLst>
                  <a:ext uri="{FF2B5EF4-FFF2-40B4-BE49-F238E27FC236}">
                    <a16:creationId xmlns:a16="http://schemas.microsoft.com/office/drawing/2014/main" id="{FC3FBEBB-BF37-431F-47FC-AE1B7C098CA2}"/>
                  </a:ext>
                </a:extLst>
              </p:cNvPr>
              <p:cNvSpPr/>
              <p:nvPr/>
            </p:nvSpPr>
            <p:spPr>
              <a:xfrm>
                <a:off x="5101595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86" name="pg1285">
                <a:extLst>
                  <a:ext uri="{FF2B5EF4-FFF2-40B4-BE49-F238E27FC236}">
                    <a16:creationId xmlns:a16="http://schemas.microsoft.com/office/drawing/2014/main" id="{F9CB7893-1955-C261-0C02-802162D6B644}"/>
                  </a:ext>
                </a:extLst>
              </p:cNvPr>
              <p:cNvSpPr/>
              <p:nvPr/>
            </p:nvSpPr>
            <p:spPr>
              <a:xfrm>
                <a:off x="5113232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87" name="pg1286">
                <a:extLst>
                  <a:ext uri="{FF2B5EF4-FFF2-40B4-BE49-F238E27FC236}">
                    <a16:creationId xmlns:a16="http://schemas.microsoft.com/office/drawing/2014/main" id="{F8644C62-5E91-DCA6-097D-0B19394414FD}"/>
                  </a:ext>
                </a:extLst>
              </p:cNvPr>
              <p:cNvSpPr/>
              <p:nvPr/>
            </p:nvSpPr>
            <p:spPr>
              <a:xfrm>
                <a:off x="5124869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88" name="pg1287">
                <a:extLst>
                  <a:ext uri="{FF2B5EF4-FFF2-40B4-BE49-F238E27FC236}">
                    <a16:creationId xmlns:a16="http://schemas.microsoft.com/office/drawing/2014/main" id="{C7BDB7E9-45DD-6FCB-7053-FEBCC0E5A5AF}"/>
                  </a:ext>
                </a:extLst>
              </p:cNvPr>
              <p:cNvSpPr/>
              <p:nvPr/>
            </p:nvSpPr>
            <p:spPr>
              <a:xfrm>
                <a:off x="5136507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89" name="pg1288">
                <a:extLst>
                  <a:ext uri="{FF2B5EF4-FFF2-40B4-BE49-F238E27FC236}">
                    <a16:creationId xmlns:a16="http://schemas.microsoft.com/office/drawing/2014/main" id="{6BAB4BE6-1CAE-BF8C-DF36-AC0813FDCAC0}"/>
                  </a:ext>
                </a:extLst>
              </p:cNvPr>
              <p:cNvSpPr/>
              <p:nvPr/>
            </p:nvSpPr>
            <p:spPr>
              <a:xfrm>
                <a:off x="5148144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90" name="pg1289">
                <a:extLst>
                  <a:ext uri="{FF2B5EF4-FFF2-40B4-BE49-F238E27FC236}">
                    <a16:creationId xmlns:a16="http://schemas.microsoft.com/office/drawing/2014/main" id="{2B24D505-87A7-DD36-903D-3552E7D33327}"/>
                  </a:ext>
                </a:extLst>
              </p:cNvPr>
              <p:cNvSpPr/>
              <p:nvPr/>
            </p:nvSpPr>
            <p:spPr>
              <a:xfrm>
                <a:off x="5183056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91" name="pg1290">
                <a:extLst>
                  <a:ext uri="{FF2B5EF4-FFF2-40B4-BE49-F238E27FC236}">
                    <a16:creationId xmlns:a16="http://schemas.microsoft.com/office/drawing/2014/main" id="{A4975911-2306-C06E-F85E-7E497F0F45AB}"/>
                  </a:ext>
                </a:extLst>
              </p:cNvPr>
              <p:cNvSpPr/>
              <p:nvPr/>
            </p:nvSpPr>
            <p:spPr>
              <a:xfrm>
                <a:off x="5194693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92" name="pg1291">
                <a:extLst>
                  <a:ext uri="{FF2B5EF4-FFF2-40B4-BE49-F238E27FC236}">
                    <a16:creationId xmlns:a16="http://schemas.microsoft.com/office/drawing/2014/main" id="{CC2B647C-92F9-161F-EE8C-50689E2642F0}"/>
                  </a:ext>
                </a:extLst>
              </p:cNvPr>
              <p:cNvSpPr/>
              <p:nvPr/>
            </p:nvSpPr>
            <p:spPr>
              <a:xfrm>
                <a:off x="5206331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93" name="pg1292">
                <a:extLst>
                  <a:ext uri="{FF2B5EF4-FFF2-40B4-BE49-F238E27FC236}">
                    <a16:creationId xmlns:a16="http://schemas.microsoft.com/office/drawing/2014/main" id="{65106EB4-C97E-4E80-899F-A07EE9E91BD6}"/>
                  </a:ext>
                </a:extLst>
              </p:cNvPr>
              <p:cNvSpPr/>
              <p:nvPr/>
            </p:nvSpPr>
            <p:spPr>
              <a:xfrm>
                <a:off x="5217968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94" name="pg1293">
                <a:extLst>
                  <a:ext uri="{FF2B5EF4-FFF2-40B4-BE49-F238E27FC236}">
                    <a16:creationId xmlns:a16="http://schemas.microsoft.com/office/drawing/2014/main" id="{93C9CDE2-9D91-C1DB-D5E4-AFDBBF5ADCD5}"/>
                  </a:ext>
                </a:extLst>
              </p:cNvPr>
              <p:cNvSpPr/>
              <p:nvPr/>
            </p:nvSpPr>
            <p:spPr>
              <a:xfrm>
                <a:off x="5229605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6B6">
                  <a:alpha val="100000"/>
                </a:srgbClr>
              </a:solidFill>
              <a:ln w="5420" cap="flat">
                <a:solidFill>
                  <a:srgbClr val="7BD6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95" name="pg1294">
                <a:extLst>
                  <a:ext uri="{FF2B5EF4-FFF2-40B4-BE49-F238E27FC236}">
                    <a16:creationId xmlns:a16="http://schemas.microsoft.com/office/drawing/2014/main" id="{B9E3EF66-B276-73A2-670D-3D5D93C2FACE}"/>
                  </a:ext>
                </a:extLst>
              </p:cNvPr>
              <p:cNvSpPr/>
              <p:nvPr/>
            </p:nvSpPr>
            <p:spPr>
              <a:xfrm>
                <a:off x="5241243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96" name="pg1295">
                <a:extLst>
                  <a:ext uri="{FF2B5EF4-FFF2-40B4-BE49-F238E27FC236}">
                    <a16:creationId xmlns:a16="http://schemas.microsoft.com/office/drawing/2014/main" id="{5E0BAF2F-7659-C295-A80E-C887C62978F9}"/>
                  </a:ext>
                </a:extLst>
              </p:cNvPr>
              <p:cNvSpPr/>
              <p:nvPr/>
            </p:nvSpPr>
            <p:spPr>
              <a:xfrm>
                <a:off x="5252880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97" name="pg1296">
                <a:extLst>
                  <a:ext uri="{FF2B5EF4-FFF2-40B4-BE49-F238E27FC236}">
                    <a16:creationId xmlns:a16="http://schemas.microsoft.com/office/drawing/2014/main" id="{F700809E-DCBE-D62A-EF6A-4C7B1A06091A}"/>
                  </a:ext>
                </a:extLst>
              </p:cNvPr>
              <p:cNvSpPr/>
              <p:nvPr/>
            </p:nvSpPr>
            <p:spPr>
              <a:xfrm>
                <a:off x="5264517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98" name="pg1297">
                <a:extLst>
                  <a:ext uri="{FF2B5EF4-FFF2-40B4-BE49-F238E27FC236}">
                    <a16:creationId xmlns:a16="http://schemas.microsoft.com/office/drawing/2014/main" id="{A7C95005-E7D1-6214-28FD-90F8948B17AB}"/>
                  </a:ext>
                </a:extLst>
              </p:cNvPr>
              <p:cNvSpPr/>
              <p:nvPr/>
            </p:nvSpPr>
            <p:spPr>
              <a:xfrm>
                <a:off x="5276155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699" name="pg1298">
                <a:extLst>
                  <a:ext uri="{FF2B5EF4-FFF2-40B4-BE49-F238E27FC236}">
                    <a16:creationId xmlns:a16="http://schemas.microsoft.com/office/drawing/2014/main" id="{0F2CDAD2-3DF5-8A33-DBE1-6B0B0D3E5436}"/>
                  </a:ext>
                </a:extLst>
              </p:cNvPr>
              <p:cNvSpPr/>
              <p:nvPr/>
            </p:nvSpPr>
            <p:spPr>
              <a:xfrm>
                <a:off x="5287792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00" name="pg1299">
                <a:extLst>
                  <a:ext uri="{FF2B5EF4-FFF2-40B4-BE49-F238E27FC236}">
                    <a16:creationId xmlns:a16="http://schemas.microsoft.com/office/drawing/2014/main" id="{05149864-12DD-5EE8-9318-7ADD43FBD3BC}"/>
                  </a:ext>
                </a:extLst>
              </p:cNvPr>
              <p:cNvSpPr/>
              <p:nvPr/>
            </p:nvSpPr>
            <p:spPr>
              <a:xfrm>
                <a:off x="5299429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01" name="pg1300">
                <a:extLst>
                  <a:ext uri="{FF2B5EF4-FFF2-40B4-BE49-F238E27FC236}">
                    <a16:creationId xmlns:a16="http://schemas.microsoft.com/office/drawing/2014/main" id="{5C108577-0658-7FBF-F427-3FDDDDA27859}"/>
                  </a:ext>
                </a:extLst>
              </p:cNvPr>
              <p:cNvSpPr/>
              <p:nvPr/>
            </p:nvSpPr>
            <p:spPr>
              <a:xfrm>
                <a:off x="5311067" y="35658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02" name="pg1301">
                <a:extLst>
                  <a:ext uri="{FF2B5EF4-FFF2-40B4-BE49-F238E27FC236}">
                    <a16:creationId xmlns:a16="http://schemas.microsoft.com/office/drawing/2014/main" id="{31F4242E-F84B-5670-7960-005388349724}"/>
                  </a:ext>
                </a:extLst>
              </p:cNvPr>
              <p:cNvSpPr/>
              <p:nvPr/>
            </p:nvSpPr>
            <p:spPr>
              <a:xfrm>
                <a:off x="5020133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CDBBE">
                  <a:alpha val="100000"/>
                </a:srgbClr>
              </a:solidFill>
              <a:ln w="5420" cap="flat">
                <a:solidFill>
                  <a:srgbClr val="8C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03" name="pg1302">
                <a:extLst>
                  <a:ext uri="{FF2B5EF4-FFF2-40B4-BE49-F238E27FC236}">
                    <a16:creationId xmlns:a16="http://schemas.microsoft.com/office/drawing/2014/main" id="{B1D7F56D-F4A2-8B17-98E9-F4E16B73C7E8}"/>
                  </a:ext>
                </a:extLst>
              </p:cNvPr>
              <p:cNvSpPr/>
              <p:nvPr/>
            </p:nvSpPr>
            <p:spPr>
              <a:xfrm>
                <a:off x="5031771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04" name="pg1303">
                <a:extLst>
                  <a:ext uri="{FF2B5EF4-FFF2-40B4-BE49-F238E27FC236}">
                    <a16:creationId xmlns:a16="http://schemas.microsoft.com/office/drawing/2014/main" id="{C13EC6E1-E3F5-66BF-D830-F9DA1D55AB00}"/>
                  </a:ext>
                </a:extLst>
              </p:cNvPr>
              <p:cNvSpPr/>
              <p:nvPr/>
            </p:nvSpPr>
            <p:spPr>
              <a:xfrm>
                <a:off x="5043408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05" name="pg1304">
                <a:extLst>
                  <a:ext uri="{FF2B5EF4-FFF2-40B4-BE49-F238E27FC236}">
                    <a16:creationId xmlns:a16="http://schemas.microsoft.com/office/drawing/2014/main" id="{D601E2BD-1D85-0690-774B-E7397D0C5533}"/>
                  </a:ext>
                </a:extLst>
              </p:cNvPr>
              <p:cNvSpPr/>
              <p:nvPr/>
            </p:nvSpPr>
            <p:spPr>
              <a:xfrm>
                <a:off x="5055045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CDBBD">
                  <a:alpha val="100000"/>
                </a:srgbClr>
              </a:solidFill>
              <a:ln w="5420" cap="flat">
                <a:solidFill>
                  <a:srgbClr val="8CDB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06" name="pg1305">
                <a:extLst>
                  <a:ext uri="{FF2B5EF4-FFF2-40B4-BE49-F238E27FC236}">
                    <a16:creationId xmlns:a16="http://schemas.microsoft.com/office/drawing/2014/main" id="{990EC7CD-DC60-2CED-27E7-F06D832DE64A}"/>
                  </a:ext>
                </a:extLst>
              </p:cNvPr>
              <p:cNvSpPr/>
              <p:nvPr/>
            </p:nvSpPr>
            <p:spPr>
              <a:xfrm>
                <a:off x="5066683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ADABD">
                  <a:alpha val="100000"/>
                </a:srgbClr>
              </a:solidFill>
              <a:ln w="5420" cap="flat">
                <a:solidFill>
                  <a:srgbClr val="8A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07" name="pg1306">
                <a:extLst>
                  <a:ext uri="{FF2B5EF4-FFF2-40B4-BE49-F238E27FC236}">
                    <a16:creationId xmlns:a16="http://schemas.microsoft.com/office/drawing/2014/main" id="{46340C71-F949-4120-10BE-688D75AAA765}"/>
                  </a:ext>
                </a:extLst>
              </p:cNvPr>
              <p:cNvSpPr/>
              <p:nvPr/>
            </p:nvSpPr>
            <p:spPr>
              <a:xfrm>
                <a:off x="5078320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08" name="pg1307">
                <a:extLst>
                  <a:ext uri="{FF2B5EF4-FFF2-40B4-BE49-F238E27FC236}">
                    <a16:creationId xmlns:a16="http://schemas.microsoft.com/office/drawing/2014/main" id="{1510AE02-72F0-AE39-323A-EBA6922FFA9C}"/>
                  </a:ext>
                </a:extLst>
              </p:cNvPr>
              <p:cNvSpPr/>
              <p:nvPr/>
            </p:nvSpPr>
            <p:spPr>
              <a:xfrm>
                <a:off x="5089957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09" name="pg1308">
                <a:extLst>
                  <a:ext uri="{FF2B5EF4-FFF2-40B4-BE49-F238E27FC236}">
                    <a16:creationId xmlns:a16="http://schemas.microsoft.com/office/drawing/2014/main" id="{41570DBB-3B4A-DFC2-8A8D-F430FB714889}"/>
                  </a:ext>
                </a:extLst>
              </p:cNvPr>
              <p:cNvSpPr/>
              <p:nvPr/>
            </p:nvSpPr>
            <p:spPr>
              <a:xfrm>
                <a:off x="5101595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10" name="pg1309">
                <a:extLst>
                  <a:ext uri="{FF2B5EF4-FFF2-40B4-BE49-F238E27FC236}">
                    <a16:creationId xmlns:a16="http://schemas.microsoft.com/office/drawing/2014/main" id="{6FE4B349-4D28-E7BD-3956-484B88A68FDD}"/>
                  </a:ext>
                </a:extLst>
              </p:cNvPr>
              <p:cNvSpPr/>
              <p:nvPr/>
            </p:nvSpPr>
            <p:spPr>
              <a:xfrm>
                <a:off x="5113232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11" name="pg1310">
                <a:extLst>
                  <a:ext uri="{FF2B5EF4-FFF2-40B4-BE49-F238E27FC236}">
                    <a16:creationId xmlns:a16="http://schemas.microsoft.com/office/drawing/2014/main" id="{C3948C50-E041-08C8-1F44-D37DA7157D3D}"/>
                  </a:ext>
                </a:extLst>
              </p:cNvPr>
              <p:cNvSpPr/>
              <p:nvPr/>
            </p:nvSpPr>
            <p:spPr>
              <a:xfrm>
                <a:off x="5124869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12" name="pg1311">
                <a:extLst>
                  <a:ext uri="{FF2B5EF4-FFF2-40B4-BE49-F238E27FC236}">
                    <a16:creationId xmlns:a16="http://schemas.microsoft.com/office/drawing/2014/main" id="{0E61E32F-E8EB-4453-42A0-2579EF8A5C7F}"/>
                  </a:ext>
                </a:extLst>
              </p:cNvPr>
              <p:cNvSpPr/>
              <p:nvPr/>
            </p:nvSpPr>
            <p:spPr>
              <a:xfrm>
                <a:off x="5136507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13" name="pg1312">
                <a:extLst>
                  <a:ext uri="{FF2B5EF4-FFF2-40B4-BE49-F238E27FC236}">
                    <a16:creationId xmlns:a16="http://schemas.microsoft.com/office/drawing/2014/main" id="{9D16CBE8-E197-A855-9959-8E4B26EEFA95}"/>
                  </a:ext>
                </a:extLst>
              </p:cNvPr>
              <p:cNvSpPr/>
              <p:nvPr/>
            </p:nvSpPr>
            <p:spPr>
              <a:xfrm>
                <a:off x="5148144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14" name="pg1313">
                <a:extLst>
                  <a:ext uri="{FF2B5EF4-FFF2-40B4-BE49-F238E27FC236}">
                    <a16:creationId xmlns:a16="http://schemas.microsoft.com/office/drawing/2014/main" id="{0DF57531-5DA0-9FA1-B030-30DF453DBDE9}"/>
                  </a:ext>
                </a:extLst>
              </p:cNvPr>
              <p:cNvSpPr/>
              <p:nvPr/>
            </p:nvSpPr>
            <p:spPr>
              <a:xfrm>
                <a:off x="5194693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15" name="pg1314">
                <a:extLst>
                  <a:ext uri="{FF2B5EF4-FFF2-40B4-BE49-F238E27FC236}">
                    <a16:creationId xmlns:a16="http://schemas.microsoft.com/office/drawing/2014/main" id="{78FCFCAD-717C-BBF5-AB62-A99249CB27E9}"/>
                  </a:ext>
                </a:extLst>
              </p:cNvPr>
              <p:cNvSpPr/>
              <p:nvPr/>
            </p:nvSpPr>
            <p:spPr>
              <a:xfrm>
                <a:off x="5206331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16" name="pg1315">
                <a:extLst>
                  <a:ext uri="{FF2B5EF4-FFF2-40B4-BE49-F238E27FC236}">
                    <a16:creationId xmlns:a16="http://schemas.microsoft.com/office/drawing/2014/main" id="{A82832DB-F8F2-2D6E-AA89-81AA3FEAD84C}"/>
                  </a:ext>
                </a:extLst>
              </p:cNvPr>
              <p:cNvSpPr/>
              <p:nvPr/>
            </p:nvSpPr>
            <p:spPr>
              <a:xfrm>
                <a:off x="5217968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17" name="pg1316">
                <a:extLst>
                  <a:ext uri="{FF2B5EF4-FFF2-40B4-BE49-F238E27FC236}">
                    <a16:creationId xmlns:a16="http://schemas.microsoft.com/office/drawing/2014/main" id="{8FA1C4F7-95B3-2E2C-0725-A44E0EC46FC4}"/>
                  </a:ext>
                </a:extLst>
              </p:cNvPr>
              <p:cNvSpPr/>
              <p:nvPr/>
            </p:nvSpPr>
            <p:spPr>
              <a:xfrm>
                <a:off x="5229605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18" name="pg1317">
                <a:extLst>
                  <a:ext uri="{FF2B5EF4-FFF2-40B4-BE49-F238E27FC236}">
                    <a16:creationId xmlns:a16="http://schemas.microsoft.com/office/drawing/2014/main" id="{B40B192D-A578-1283-7F79-BBB17940910B}"/>
                  </a:ext>
                </a:extLst>
              </p:cNvPr>
              <p:cNvSpPr/>
              <p:nvPr/>
            </p:nvSpPr>
            <p:spPr>
              <a:xfrm>
                <a:off x="5241243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19" name="pg1318">
                <a:extLst>
                  <a:ext uri="{FF2B5EF4-FFF2-40B4-BE49-F238E27FC236}">
                    <a16:creationId xmlns:a16="http://schemas.microsoft.com/office/drawing/2014/main" id="{D8940AF7-06D6-FD8E-0F7A-6E9824D6C205}"/>
                  </a:ext>
                </a:extLst>
              </p:cNvPr>
              <p:cNvSpPr/>
              <p:nvPr/>
            </p:nvSpPr>
            <p:spPr>
              <a:xfrm>
                <a:off x="5252880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20" name="pg1319">
                <a:extLst>
                  <a:ext uri="{FF2B5EF4-FFF2-40B4-BE49-F238E27FC236}">
                    <a16:creationId xmlns:a16="http://schemas.microsoft.com/office/drawing/2014/main" id="{60A8F0BE-B416-E74B-76C8-8F106424D552}"/>
                  </a:ext>
                </a:extLst>
              </p:cNvPr>
              <p:cNvSpPr/>
              <p:nvPr/>
            </p:nvSpPr>
            <p:spPr>
              <a:xfrm>
                <a:off x="5264517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21" name="pg1320">
                <a:extLst>
                  <a:ext uri="{FF2B5EF4-FFF2-40B4-BE49-F238E27FC236}">
                    <a16:creationId xmlns:a16="http://schemas.microsoft.com/office/drawing/2014/main" id="{2722E0D9-7782-32B9-DA49-D884FBC7F66F}"/>
                  </a:ext>
                </a:extLst>
              </p:cNvPr>
              <p:cNvSpPr/>
              <p:nvPr/>
            </p:nvSpPr>
            <p:spPr>
              <a:xfrm>
                <a:off x="5276155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22" name="pg1321">
                <a:extLst>
                  <a:ext uri="{FF2B5EF4-FFF2-40B4-BE49-F238E27FC236}">
                    <a16:creationId xmlns:a16="http://schemas.microsoft.com/office/drawing/2014/main" id="{3F3157C3-93E2-EC1C-21FF-6D0A7A593089}"/>
                  </a:ext>
                </a:extLst>
              </p:cNvPr>
              <p:cNvSpPr/>
              <p:nvPr/>
            </p:nvSpPr>
            <p:spPr>
              <a:xfrm>
                <a:off x="5287792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4B5">
                  <a:alpha val="100000"/>
                </a:srgbClr>
              </a:solidFill>
              <a:ln w="5420" cap="flat">
                <a:solidFill>
                  <a:srgbClr val="78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23" name="pg1322">
                <a:extLst>
                  <a:ext uri="{FF2B5EF4-FFF2-40B4-BE49-F238E27FC236}">
                    <a16:creationId xmlns:a16="http://schemas.microsoft.com/office/drawing/2014/main" id="{6870E516-F5D4-BC3F-226A-BF289D91E25D}"/>
                  </a:ext>
                </a:extLst>
              </p:cNvPr>
              <p:cNvSpPr/>
              <p:nvPr/>
            </p:nvSpPr>
            <p:spPr>
              <a:xfrm>
                <a:off x="5299429" y="358014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24" name="pg1323">
                <a:extLst>
                  <a:ext uri="{FF2B5EF4-FFF2-40B4-BE49-F238E27FC236}">
                    <a16:creationId xmlns:a16="http://schemas.microsoft.com/office/drawing/2014/main" id="{B1BB74B9-AAA0-3A74-791F-A7B01C623EC3}"/>
                  </a:ext>
                </a:extLst>
              </p:cNvPr>
              <p:cNvSpPr/>
              <p:nvPr/>
            </p:nvSpPr>
            <p:spPr>
              <a:xfrm>
                <a:off x="5008496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3DDC1">
                  <a:alpha val="100000"/>
                </a:srgbClr>
              </a:solidFill>
              <a:ln w="5420" cap="flat">
                <a:solidFill>
                  <a:srgbClr val="93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25" name="pg1324">
                <a:extLst>
                  <a:ext uri="{FF2B5EF4-FFF2-40B4-BE49-F238E27FC236}">
                    <a16:creationId xmlns:a16="http://schemas.microsoft.com/office/drawing/2014/main" id="{5E8632FC-F3A5-E83E-BB6B-6EE89E07E191}"/>
                  </a:ext>
                </a:extLst>
              </p:cNvPr>
              <p:cNvSpPr/>
              <p:nvPr/>
            </p:nvSpPr>
            <p:spPr>
              <a:xfrm>
                <a:off x="5020133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26" name="pg1325">
                <a:extLst>
                  <a:ext uri="{FF2B5EF4-FFF2-40B4-BE49-F238E27FC236}">
                    <a16:creationId xmlns:a16="http://schemas.microsoft.com/office/drawing/2014/main" id="{CD53E635-C38F-99FA-08EC-F346C7DCAEEC}"/>
                  </a:ext>
                </a:extLst>
              </p:cNvPr>
              <p:cNvSpPr/>
              <p:nvPr/>
            </p:nvSpPr>
            <p:spPr>
              <a:xfrm>
                <a:off x="5031771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5DDC2">
                  <a:alpha val="100000"/>
                </a:srgbClr>
              </a:solidFill>
              <a:ln w="5420" cap="flat">
                <a:solidFill>
                  <a:srgbClr val="95DD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27" name="pg1326">
                <a:extLst>
                  <a:ext uri="{FF2B5EF4-FFF2-40B4-BE49-F238E27FC236}">
                    <a16:creationId xmlns:a16="http://schemas.microsoft.com/office/drawing/2014/main" id="{C3971581-EC28-7CBC-06DB-1545E7EAC29A}"/>
                  </a:ext>
                </a:extLst>
              </p:cNvPr>
              <p:cNvSpPr/>
              <p:nvPr/>
            </p:nvSpPr>
            <p:spPr>
              <a:xfrm>
                <a:off x="5043408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5DDC1">
                  <a:alpha val="100000"/>
                </a:srgbClr>
              </a:solidFill>
              <a:ln w="5420" cap="flat">
                <a:solidFill>
                  <a:srgbClr val="95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28" name="pg1327">
                <a:extLst>
                  <a:ext uri="{FF2B5EF4-FFF2-40B4-BE49-F238E27FC236}">
                    <a16:creationId xmlns:a16="http://schemas.microsoft.com/office/drawing/2014/main" id="{0D2780DD-D146-E0DB-F2D5-93F9D9A03D98}"/>
                  </a:ext>
                </a:extLst>
              </p:cNvPr>
              <p:cNvSpPr/>
              <p:nvPr/>
            </p:nvSpPr>
            <p:spPr>
              <a:xfrm>
                <a:off x="5055045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29" name="pg1328">
                <a:extLst>
                  <a:ext uri="{FF2B5EF4-FFF2-40B4-BE49-F238E27FC236}">
                    <a16:creationId xmlns:a16="http://schemas.microsoft.com/office/drawing/2014/main" id="{BF7B40BD-3D46-97C8-A413-2EE01E7591BC}"/>
                  </a:ext>
                </a:extLst>
              </p:cNvPr>
              <p:cNvSpPr/>
              <p:nvPr/>
            </p:nvSpPr>
            <p:spPr>
              <a:xfrm>
                <a:off x="5066683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2DCC0">
                  <a:alpha val="100000"/>
                </a:srgbClr>
              </a:solidFill>
              <a:ln w="5420" cap="flat">
                <a:solidFill>
                  <a:srgbClr val="92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30" name="pg1329">
                <a:extLst>
                  <a:ext uri="{FF2B5EF4-FFF2-40B4-BE49-F238E27FC236}">
                    <a16:creationId xmlns:a16="http://schemas.microsoft.com/office/drawing/2014/main" id="{E7BC3B39-D231-3DAC-228B-78813061F73F}"/>
                  </a:ext>
                </a:extLst>
              </p:cNvPr>
              <p:cNvSpPr/>
              <p:nvPr/>
            </p:nvSpPr>
            <p:spPr>
              <a:xfrm>
                <a:off x="5078320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FDBBF">
                  <a:alpha val="100000"/>
                </a:srgbClr>
              </a:solidFill>
              <a:ln w="5420" cap="flat">
                <a:solidFill>
                  <a:srgbClr val="8FDB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31" name="pg1330">
                <a:extLst>
                  <a:ext uri="{FF2B5EF4-FFF2-40B4-BE49-F238E27FC236}">
                    <a16:creationId xmlns:a16="http://schemas.microsoft.com/office/drawing/2014/main" id="{87EC8632-B130-5EBF-A831-32CC68AA91FB}"/>
                  </a:ext>
                </a:extLst>
              </p:cNvPr>
              <p:cNvSpPr/>
              <p:nvPr/>
            </p:nvSpPr>
            <p:spPr>
              <a:xfrm>
                <a:off x="5089957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CDABD">
                  <a:alpha val="100000"/>
                </a:srgbClr>
              </a:solidFill>
              <a:ln w="5420" cap="flat">
                <a:solidFill>
                  <a:srgbClr val="8C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32" name="pg1331">
                <a:extLst>
                  <a:ext uri="{FF2B5EF4-FFF2-40B4-BE49-F238E27FC236}">
                    <a16:creationId xmlns:a16="http://schemas.microsoft.com/office/drawing/2014/main" id="{F6A2B4F3-73F7-99DC-D274-9C1742604D00}"/>
                  </a:ext>
                </a:extLst>
              </p:cNvPr>
              <p:cNvSpPr/>
              <p:nvPr/>
            </p:nvSpPr>
            <p:spPr>
              <a:xfrm>
                <a:off x="5101595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5D8BB">
                  <a:alpha val="100000"/>
                </a:srgbClr>
              </a:solidFill>
              <a:ln w="5420" cap="flat">
                <a:solidFill>
                  <a:srgbClr val="85D8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33" name="pg1332">
                <a:extLst>
                  <a:ext uri="{FF2B5EF4-FFF2-40B4-BE49-F238E27FC236}">
                    <a16:creationId xmlns:a16="http://schemas.microsoft.com/office/drawing/2014/main" id="{8876894E-787D-D286-9F9D-35830B0BEC13}"/>
                  </a:ext>
                </a:extLst>
              </p:cNvPr>
              <p:cNvSpPr/>
              <p:nvPr/>
            </p:nvSpPr>
            <p:spPr>
              <a:xfrm>
                <a:off x="5113232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34" name="pg1333">
                <a:extLst>
                  <a:ext uri="{FF2B5EF4-FFF2-40B4-BE49-F238E27FC236}">
                    <a16:creationId xmlns:a16="http://schemas.microsoft.com/office/drawing/2014/main" id="{7ECD39A1-26CC-623C-4900-1887B8370A3D}"/>
                  </a:ext>
                </a:extLst>
              </p:cNvPr>
              <p:cNvSpPr/>
              <p:nvPr/>
            </p:nvSpPr>
            <p:spPr>
              <a:xfrm>
                <a:off x="5124869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35" name="pg1334">
                <a:extLst>
                  <a:ext uri="{FF2B5EF4-FFF2-40B4-BE49-F238E27FC236}">
                    <a16:creationId xmlns:a16="http://schemas.microsoft.com/office/drawing/2014/main" id="{C002F15B-AB03-289B-A3F7-049C81E13927}"/>
                  </a:ext>
                </a:extLst>
              </p:cNvPr>
              <p:cNvSpPr/>
              <p:nvPr/>
            </p:nvSpPr>
            <p:spPr>
              <a:xfrm>
                <a:off x="5136507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36" name="pg1335">
                <a:extLst>
                  <a:ext uri="{FF2B5EF4-FFF2-40B4-BE49-F238E27FC236}">
                    <a16:creationId xmlns:a16="http://schemas.microsoft.com/office/drawing/2014/main" id="{0916DC13-BF15-0E93-49D7-A67816D44C53}"/>
                  </a:ext>
                </a:extLst>
              </p:cNvPr>
              <p:cNvSpPr/>
              <p:nvPr/>
            </p:nvSpPr>
            <p:spPr>
              <a:xfrm>
                <a:off x="5148144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37" name="pg1336">
                <a:extLst>
                  <a:ext uri="{FF2B5EF4-FFF2-40B4-BE49-F238E27FC236}">
                    <a16:creationId xmlns:a16="http://schemas.microsoft.com/office/drawing/2014/main" id="{B773763E-288C-AAD2-558D-769A29025257}"/>
                  </a:ext>
                </a:extLst>
              </p:cNvPr>
              <p:cNvSpPr/>
              <p:nvPr/>
            </p:nvSpPr>
            <p:spPr>
              <a:xfrm>
                <a:off x="5194693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38" name="pg1337">
                <a:extLst>
                  <a:ext uri="{FF2B5EF4-FFF2-40B4-BE49-F238E27FC236}">
                    <a16:creationId xmlns:a16="http://schemas.microsoft.com/office/drawing/2014/main" id="{AECE0B81-D0C0-B165-7408-4E58D14218CE}"/>
                  </a:ext>
                </a:extLst>
              </p:cNvPr>
              <p:cNvSpPr/>
              <p:nvPr/>
            </p:nvSpPr>
            <p:spPr>
              <a:xfrm>
                <a:off x="5206331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39" name="pg1338">
                <a:extLst>
                  <a:ext uri="{FF2B5EF4-FFF2-40B4-BE49-F238E27FC236}">
                    <a16:creationId xmlns:a16="http://schemas.microsoft.com/office/drawing/2014/main" id="{A18618DF-65A6-9182-E30F-40212D689A0A}"/>
                  </a:ext>
                </a:extLst>
              </p:cNvPr>
              <p:cNvSpPr/>
              <p:nvPr/>
            </p:nvSpPr>
            <p:spPr>
              <a:xfrm>
                <a:off x="5217968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40" name="pg1339">
                <a:extLst>
                  <a:ext uri="{FF2B5EF4-FFF2-40B4-BE49-F238E27FC236}">
                    <a16:creationId xmlns:a16="http://schemas.microsoft.com/office/drawing/2014/main" id="{DEF8B4E7-3B1B-0DB7-6750-88D957E8FE3D}"/>
                  </a:ext>
                </a:extLst>
              </p:cNvPr>
              <p:cNvSpPr/>
              <p:nvPr/>
            </p:nvSpPr>
            <p:spPr>
              <a:xfrm>
                <a:off x="5229605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41" name="pg1340">
                <a:extLst>
                  <a:ext uri="{FF2B5EF4-FFF2-40B4-BE49-F238E27FC236}">
                    <a16:creationId xmlns:a16="http://schemas.microsoft.com/office/drawing/2014/main" id="{7766189D-891E-3416-46C5-C9E494926439}"/>
                  </a:ext>
                </a:extLst>
              </p:cNvPr>
              <p:cNvSpPr/>
              <p:nvPr/>
            </p:nvSpPr>
            <p:spPr>
              <a:xfrm>
                <a:off x="5241243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42" name="pg1341">
                <a:extLst>
                  <a:ext uri="{FF2B5EF4-FFF2-40B4-BE49-F238E27FC236}">
                    <a16:creationId xmlns:a16="http://schemas.microsoft.com/office/drawing/2014/main" id="{ADA87E13-E1F4-D387-7C80-EBC1AD36BC85}"/>
                  </a:ext>
                </a:extLst>
              </p:cNvPr>
              <p:cNvSpPr/>
              <p:nvPr/>
            </p:nvSpPr>
            <p:spPr>
              <a:xfrm>
                <a:off x="5252880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6">
                  <a:alpha val="100000"/>
                </a:srgbClr>
              </a:solidFill>
              <a:ln w="5420" cap="flat">
                <a:solidFill>
                  <a:srgbClr val="79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43" name="pg1342">
                <a:extLst>
                  <a:ext uri="{FF2B5EF4-FFF2-40B4-BE49-F238E27FC236}">
                    <a16:creationId xmlns:a16="http://schemas.microsoft.com/office/drawing/2014/main" id="{A71ACE4E-014E-32F6-20B1-3E2EF05F77AD}"/>
                  </a:ext>
                </a:extLst>
              </p:cNvPr>
              <p:cNvSpPr/>
              <p:nvPr/>
            </p:nvSpPr>
            <p:spPr>
              <a:xfrm>
                <a:off x="5264517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44" name="pg1343">
                <a:extLst>
                  <a:ext uri="{FF2B5EF4-FFF2-40B4-BE49-F238E27FC236}">
                    <a16:creationId xmlns:a16="http://schemas.microsoft.com/office/drawing/2014/main" id="{F01C7C50-F295-43BC-29F2-9D5070DCCF99}"/>
                  </a:ext>
                </a:extLst>
              </p:cNvPr>
              <p:cNvSpPr/>
              <p:nvPr/>
            </p:nvSpPr>
            <p:spPr>
              <a:xfrm>
                <a:off x="5276155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45" name="pg1344">
                <a:extLst>
                  <a:ext uri="{FF2B5EF4-FFF2-40B4-BE49-F238E27FC236}">
                    <a16:creationId xmlns:a16="http://schemas.microsoft.com/office/drawing/2014/main" id="{D3E3B203-DBA9-92A5-00FB-2B14E2831A76}"/>
                  </a:ext>
                </a:extLst>
              </p:cNvPr>
              <p:cNvSpPr/>
              <p:nvPr/>
            </p:nvSpPr>
            <p:spPr>
              <a:xfrm>
                <a:off x="5287792" y="359444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46" name="pg1345">
                <a:extLst>
                  <a:ext uri="{FF2B5EF4-FFF2-40B4-BE49-F238E27FC236}">
                    <a16:creationId xmlns:a16="http://schemas.microsoft.com/office/drawing/2014/main" id="{E32AA756-13EB-2F39-E828-760720BEC2AF}"/>
                  </a:ext>
                </a:extLst>
              </p:cNvPr>
              <p:cNvSpPr/>
              <p:nvPr/>
            </p:nvSpPr>
            <p:spPr>
              <a:xfrm>
                <a:off x="4996859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47" name="pg1346">
                <a:extLst>
                  <a:ext uri="{FF2B5EF4-FFF2-40B4-BE49-F238E27FC236}">
                    <a16:creationId xmlns:a16="http://schemas.microsoft.com/office/drawing/2014/main" id="{3E3664E0-82FD-3538-825D-17CF7C8265FF}"/>
                  </a:ext>
                </a:extLst>
              </p:cNvPr>
              <p:cNvSpPr/>
              <p:nvPr/>
            </p:nvSpPr>
            <p:spPr>
              <a:xfrm>
                <a:off x="5008496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48" name="pg1347">
                <a:extLst>
                  <a:ext uri="{FF2B5EF4-FFF2-40B4-BE49-F238E27FC236}">
                    <a16:creationId xmlns:a16="http://schemas.microsoft.com/office/drawing/2014/main" id="{59F177D5-16FF-7445-64D4-772FE8AB4BF2}"/>
                  </a:ext>
                </a:extLst>
              </p:cNvPr>
              <p:cNvSpPr/>
              <p:nvPr/>
            </p:nvSpPr>
            <p:spPr>
              <a:xfrm>
                <a:off x="5020133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49" name="pg1348">
                <a:extLst>
                  <a:ext uri="{FF2B5EF4-FFF2-40B4-BE49-F238E27FC236}">
                    <a16:creationId xmlns:a16="http://schemas.microsoft.com/office/drawing/2014/main" id="{CDC4394F-8BE5-F75F-62AE-CB8A240A1754}"/>
                  </a:ext>
                </a:extLst>
              </p:cNvPr>
              <p:cNvSpPr/>
              <p:nvPr/>
            </p:nvSpPr>
            <p:spPr>
              <a:xfrm>
                <a:off x="5031771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50" name="pg1349">
                <a:extLst>
                  <a:ext uri="{FF2B5EF4-FFF2-40B4-BE49-F238E27FC236}">
                    <a16:creationId xmlns:a16="http://schemas.microsoft.com/office/drawing/2014/main" id="{ADA5D56B-A902-D9BB-DBC0-F318F1EDB1AF}"/>
                  </a:ext>
                </a:extLst>
              </p:cNvPr>
              <p:cNvSpPr/>
              <p:nvPr/>
            </p:nvSpPr>
            <p:spPr>
              <a:xfrm>
                <a:off x="5043408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51" name="pg1350">
                <a:extLst>
                  <a:ext uri="{FF2B5EF4-FFF2-40B4-BE49-F238E27FC236}">
                    <a16:creationId xmlns:a16="http://schemas.microsoft.com/office/drawing/2014/main" id="{7F00EA47-B20B-5D42-C2A9-82736042CDBD}"/>
                  </a:ext>
                </a:extLst>
              </p:cNvPr>
              <p:cNvSpPr/>
              <p:nvPr/>
            </p:nvSpPr>
            <p:spPr>
              <a:xfrm>
                <a:off x="5055045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52" name="pg1351">
                <a:extLst>
                  <a:ext uri="{FF2B5EF4-FFF2-40B4-BE49-F238E27FC236}">
                    <a16:creationId xmlns:a16="http://schemas.microsoft.com/office/drawing/2014/main" id="{DE52F247-E3EA-DCB7-8579-F8B177E5ED4A}"/>
                  </a:ext>
                </a:extLst>
              </p:cNvPr>
              <p:cNvSpPr/>
              <p:nvPr/>
            </p:nvSpPr>
            <p:spPr>
              <a:xfrm>
                <a:off x="5066683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53" name="pg1352">
                <a:extLst>
                  <a:ext uri="{FF2B5EF4-FFF2-40B4-BE49-F238E27FC236}">
                    <a16:creationId xmlns:a16="http://schemas.microsoft.com/office/drawing/2014/main" id="{E133523E-115F-DA8F-45B9-4EF2FBA65A1C}"/>
                  </a:ext>
                </a:extLst>
              </p:cNvPr>
              <p:cNvSpPr/>
              <p:nvPr/>
            </p:nvSpPr>
            <p:spPr>
              <a:xfrm>
                <a:off x="5078320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54" name="pg1353">
                <a:extLst>
                  <a:ext uri="{FF2B5EF4-FFF2-40B4-BE49-F238E27FC236}">
                    <a16:creationId xmlns:a16="http://schemas.microsoft.com/office/drawing/2014/main" id="{2D36BC8D-ABAB-032D-3700-48C809A82B5D}"/>
                  </a:ext>
                </a:extLst>
              </p:cNvPr>
              <p:cNvSpPr/>
              <p:nvPr/>
            </p:nvSpPr>
            <p:spPr>
              <a:xfrm>
                <a:off x="5089957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2DCC0">
                  <a:alpha val="100000"/>
                </a:srgbClr>
              </a:solidFill>
              <a:ln w="5420" cap="flat">
                <a:solidFill>
                  <a:srgbClr val="92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55" name="pg1354">
                <a:extLst>
                  <a:ext uri="{FF2B5EF4-FFF2-40B4-BE49-F238E27FC236}">
                    <a16:creationId xmlns:a16="http://schemas.microsoft.com/office/drawing/2014/main" id="{E9E5E1EB-DC73-A765-3783-6525D430DD6E}"/>
                  </a:ext>
                </a:extLst>
              </p:cNvPr>
              <p:cNvSpPr/>
              <p:nvPr/>
            </p:nvSpPr>
            <p:spPr>
              <a:xfrm>
                <a:off x="5101595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56" name="pg1355">
                <a:extLst>
                  <a:ext uri="{FF2B5EF4-FFF2-40B4-BE49-F238E27FC236}">
                    <a16:creationId xmlns:a16="http://schemas.microsoft.com/office/drawing/2014/main" id="{92AA5F89-2CAC-E9EA-6C95-BF962AA4D324}"/>
                  </a:ext>
                </a:extLst>
              </p:cNvPr>
              <p:cNvSpPr/>
              <p:nvPr/>
            </p:nvSpPr>
            <p:spPr>
              <a:xfrm>
                <a:off x="5113232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5D8BB">
                  <a:alpha val="100000"/>
                </a:srgbClr>
              </a:solidFill>
              <a:ln w="5420" cap="flat">
                <a:solidFill>
                  <a:srgbClr val="85D8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57" name="pg1356">
                <a:extLst>
                  <a:ext uri="{FF2B5EF4-FFF2-40B4-BE49-F238E27FC236}">
                    <a16:creationId xmlns:a16="http://schemas.microsoft.com/office/drawing/2014/main" id="{3CFCC3EE-3F9B-F41B-F0E9-1AA1F447364B}"/>
                  </a:ext>
                </a:extLst>
              </p:cNvPr>
              <p:cNvSpPr/>
              <p:nvPr/>
            </p:nvSpPr>
            <p:spPr>
              <a:xfrm>
                <a:off x="5124869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58" name="pg1357">
                <a:extLst>
                  <a:ext uri="{FF2B5EF4-FFF2-40B4-BE49-F238E27FC236}">
                    <a16:creationId xmlns:a16="http://schemas.microsoft.com/office/drawing/2014/main" id="{0EB1FD80-424A-1FDE-10A8-AFF070C74D53}"/>
                  </a:ext>
                </a:extLst>
              </p:cNvPr>
              <p:cNvSpPr/>
              <p:nvPr/>
            </p:nvSpPr>
            <p:spPr>
              <a:xfrm>
                <a:off x="5136507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59" name="pg1358">
                <a:extLst>
                  <a:ext uri="{FF2B5EF4-FFF2-40B4-BE49-F238E27FC236}">
                    <a16:creationId xmlns:a16="http://schemas.microsoft.com/office/drawing/2014/main" id="{38EFAC87-4782-B8EC-4FC0-46C5E460E059}"/>
                  </a:ext>
                </a:extLst>
              </p:cNvPr>
              <p:cNvSpPr/>
              <p:nvPr/>
            </p:nvSpPr>
            <p:spPr>
              <a:xfrm>
                <a:off x="5148144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60" name="pg1359">
                <a:extLst>
                  <a:ext uri="{FF2B5EF4-FFF2-40B4-BE49-F238E27FC236}">
                    <a16:creationId xmlns:a16="http://schemas.microsoft.com/office/drawing/2014/main" id="{93739D03-A6F7-22A4-715B-7ADDE1FA8B4A}"/>
                  </a:ext>
                </a:extLst>
              </p:cNvPr>
              <p:cNvSpPr/>
              <p:nvPr/>
            </p:nvSpPr>
            <p:spPr>
              <a:xfrm>
                <a:off x="5159781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61" name="pg1360">
                <a:extLst>
                  <a:ext uri="{FF2B5EF4-FFF2-40B4-BE49-F238E27FC236}">
                    <a16:creationId xmlns:a16="http://schemas.microsoft.com/office/drawing/2014/main" id="{DC15F43E-AFCE-AC56-B3E7-6ED1AA2014A3}"/>
                  </a:ext>
                </a:extLst>
              </p:cNvPr>
              <p:cNvSpPr/>
              <p:nvPr/>
            </p:nvSpPr>
            <p:spPr>
              <a:xfrm>
                <a:off x="5206331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4B5">
                  <a:alpha val="100000"/>
                </a:srgbClr>
              </a:solidFill>
              <a:ln w="5420" cap="flat">
                <a:solidFill>
                  <a:srgbClr val="78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62" name="pg1361">
                <a:extLst>
                  <a:ext uri="{FF2B5EF4-FFF2-40B4-BE49-F238E27FC236}">
                    <a16:creationId xmlns:a16="http://schemas.microsoft.com/office/drawing/2014/main" id="{8B890530-B42C-C64F-3A77-5A3F48872F34}"/>
                  </a:ext>
                </a:extLst>
              </p:cNvPr>
              <p:cNvSpPr/>
              <p:nvPr/>
            </p:nvSpPr>
            <p:spPr>
              <a:xfrm>
                <a:off x="5217968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63" name="pg1362">
                <a:extLst>
                  <a:ext uri="{FF2B5EF4-FFF2-40B4-BE49-F238E27FC236}">
                    <a16:creationId xmlns:a16="http://schemas.microsoft.com/office/drawing/2014/main" id="{0384CBFC-10BE-0592-8CA5-717937611A1E}"/>
                  </a:ext>
                </a:extLst>
              </p:cNvPr>
              <p:cNvSpPr/>
              <p:nvPr/>
            </p:nvSpPr>
            <p:spPr>
              <a:xfrm>
                <a:off x="5229605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64" name="pg1363">
                <a:extLst>
                  <a:ext uri="{FF2B5EF4-FFF2-40B4-BE49-F238E27FC236}">
                    <a16:creationId xmlns:a16="http://schemas.microsoft.com/office/drawing/2014/main" id="{821F50AC-8ADE-EBFD-7865-4FA0CDCDE711}"/>
                  </a:ext>
                </a:extLst>
              </p:cNvPr>
              <p:cNvSpPr/>
              <p:nvPr/>
            </p:nvSpPr>
            <p:spPr>
              <a:xfrm>
                <a:off x="5241243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65" name="pg1364">
                <a:extLst>
                  <a:ext uri="{FF2B5EF4-FFF2-40B4-BE49-F238E27FC236}">
                    <a16:creationId xmlns:a16="http://schemas.microsoft.com/office/drawing/2014/main" id="{4A16D629-7F60-5517-3565-9C3C469B1683}"/>
                  </a:ext>
                </a:extLst>
              </p:cNvPr>
              <p:cNvSpPr/>
              <p:nvPr/>
            </p:nvSpPr>
            <p:spPr>
              <a:xfrm>
                <a:off x="5252880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66" name="pg1365">
                <a:extLst>
                  <a:ext uri="{FF2B5EF4-FFF2-40B4-BE49-F238E27FC236}">
                    <a16:creationId xmlns:a16="http://schemas.microsoft.com/office/drawing/2014/main" id="{B2EACDF3-3D39-5C8E-78DA-60B49B7F7CCE}"/>
                  </a:ext>
                </a:extLst>
              </p:cNvPr>
              <p:cNvSpPr/>
              <p:nvPr/>
            </p:nvSpPr>
            <p:spPr>
              <a:xfrm>
                <a:off x="5264517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67" name="pg1366">
                <a:extLst>
                  <a:ext uri="{FF2B5EF4-FFF2-40B4-BE49-F238E27FC236}">
                    <a16:creationId xmlns:a16="http://schemas.microsoft.com/office/drawing/2014/main" id="{F5A27543-D7A9-2424-05F0-3064554FE964}"/>
                  </a:ext>
                </a:extLst>
              </p:cNvPr>
              <p:cNvSpPr/>
              <p:nvPr/>
            </p:nvSpPr>
            <p:spPr>
              <a:xfrm>
                <a:off x="5276155" y="36087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68" name="pg1367">
                <a:extLst>
                  <a:ext uri="{FF2B5EF4-FFF2-40B4-BE49-F238E27FC236}">
                    <a16:creationId xmlns:a16="http://schemas.microsoft.com/office/drawing/2014/main" id="{6B78479C-980C-F91E-6824-A5ED70092C76}"/>
                  </a:ext>
                </a:extLst>
              </p:cNvPr>
              <p:cNvSpPr/>
              <p:nvPr/>
            </p:nvSpPr>
            <p:spPr>
              <a:xfrm>
                <a:off x="4996859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69" name="pg1368">
                <a:extLst>
                  <a:ext uri="{FF2B5EF4-FFF2-40B4-BE49-F238E27FC236}">
                    <a16:creationId xmlns:a16="http://schemas.microsoft.com/office/drawing/2014/main" id="{EC02373B-2FCF-4DA9-A5D3-48CF82CA09AD}"/>
                  </a:ext>
                </a:extLst>
              </p:cNvPr>
              <p:cNvSpPr/>
              <p:nvPr/>
            </p:nvSpPr>
            <p:spPr>
              <a:xfrm>
                <a:off x="5008496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70" name="pg1369">
                <a:extLst>
                  <a:ext uri="{FF2B5EF4-FFF2-40B4-BE49-F238E27FC236}">
                    <a16:creationId xmlns:a16="http://schemas.microsoft.com/office/drawing/2014/main" id="{C25BA245-0E64-4161-19B1-F6C39A02DBDC}"/>
                  </a:ext>
                </a:extLst>
              </p:cNvPr>
              <p:cNvSpPr/>
              <p:nvPr/>
            </p:nvSpPr>
            <p:spPr>
              <a:xfrm>
                <a:off x="5020133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71" name="pg1370">
                <a:extLst>
                  <a:ext uri="{FF2B5EF4-FFF2-40B4-BE49-F238E27FC236}">
                    <a16:creationId xmlns:a16="http://schemas.microsoft.com/office/drawing/2014/main" id="{CAB6E3D2-9DD2-E809-7305-CF8C852F6A50}"/>
                  </a:ext>
                </a:extLst>
              </p:cNvPr>
              <p:cNvSpPr/>
              <p:nvPr/>
            </p:nvSpPr>
            <p:spPr>
              <a:xfrm>
                <a:off x="5031771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72" name="pg1371">
                <a:extLst>
                  <a:ext uri="{FF2B5EF4-FFF2-40B4-BE49-F238E27FC236}">
                    <a16:creationId xmlns:a16="http://schemas.microsoft.com/office/drawing/2014/main" id="{41F13F45-1EAC-EB50-74B7-244CA1E92B12}"/>
                  </a:ext>
                </a:extLst>
              </p:cNvPr>
              <p:cNvSpPr/>
              <p:nvPr/>
            </p:nvSpPr>
            <p:spPr>
              <a:xfrm>
                <a:off x="5043408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73" name="pg1372">
                <a:extLst>
                  <a:ext uri="{FF2B5EF4-FFF2-40B4-BE49-F238E27FC236}">
                    <a16:creationId xmlns:a16="http://schemas.microsoft.com/office/drawing/2014/main" id="{7F0943AD-69A9-4D36-5893-DA7687300F43}"/>
                  </a:ext>
                </a:extLst>
              </p:cNvPr>
              <p:cNvSpPr/>
              <p:nvPr/>
            </p:nvSpPr>
            <p:spPr>
              <a:xfrm>
                <a:off x="5055045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74" name="pg1373">
                <a:extLst>
                  <a:ext uri="{FF2B5EF4-FFF2-40B4-BE49-F238E27FC236}">
                    <a16:creationId xmlns:a16="http://schemas.microsoft.com/office/drawing/2014/main" id="{21A212D5-9C83-678C-9AB7-4E43D231958D}"/>
                  </a:ext>
                </a:extLst>
              </p:cNvPr>
              <p:cNvSpPr/>
              <p:nvPr/>
            </p:nvSpPr>
            <p:spPr>
              <a:xfrm>
                <a:off x="5066683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75" name="pg1374">
                <a:extLst>
                  <a:ext uri="{FF2B5EF4-FFF2-40B4-BE49-F238E27FC236}">
                    <a16:creationId xmlns:a16="http://schemas.microsoft.com/office/drawing/2014/main" id="{89A4E5C6-17CC-6435-4C49-E9BC2B1F5AFC}"/>
                  </a:ext>
                </a:extLst>
              </p:cNvPr>
              <p:cNvSpPr/>
              <p:nvPr/>
            </p:nvSpPr>
            <p:spPr>
              <a:xfrm>
                <a:off x="5078320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76" name="pg1375">
                <a:extLst>
                  <a:ext uri="{FF2B5EF4-FFF2-40B4-BE49-F238E27FC236}">
                    <a16:creationId xmlns:a16="http://schemas.microsoft.com/office/drawing/2014/main" id="{AB6E0FF6-3D3F-7B8B-F890-808D593E2156}"/>
                  </a:ext>
                </a:extLst>
              </p:cNvPr>
              <p:cNvSpPr/>
              <p:nvPr/>
            </p:nvSpPr>
            <p:spPr>
              <a:xfrm>
                <a:off x="5089957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EC3">
                  <a:alpha val="100000"/>
                </a:srgbClr>
              </a:solidFill>
              <a:ln w="5420" cap="flat">
                <a:solidFill>
                  <a:srgbClr val="99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77" name="pg1376">
                <a:extLst>
                  <a:ext uri="{FF2B5EF4-FFF2-40B4-BE49-F238E27FC236}">
                    <a16:creationId xmlns:a16="http://schemas.microsoft.com/office/drawing/2014/main" id="{00D95434-CEAA-67C9-EB1F-C88C01AEFAB3}"/>
                  </a:ext>
                </a:extLst>
              </p:cNvPr>
              <p:cNvSpPr/>
              <p:nvPr/>
            </p:nvSpPr>
            <p:spPr>
              <a:xfrm>
                <a:off x="5101595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78" name="pg1377">
                <a:extLst>
                  <a:ext uri="{FF2B5EF4-FFF2-40B4-BE49-F238E27FC236}">
                    <a16:creationId xmlns:a16="http://schemas.microsoft.com/office/drawing/2014/main" id="{DF9A6219-4568-DCB1-1227-41DD56FE8E45}"/>
                  </a:ext>
                </a:extLst>
              </p:cNvPr>
              <p:cNvSpPr/>
              <p:nvPr/>
            </p:nvSpPr>
            <p:spPr>
              <a:xfrm>
                <a:off x="5113232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79" name="pg1378">
                <a:extLst>
                  <a:ext uri="{FF2B5EF4-FFF2-40B4-BE49-F238E27FC236}">
                    <a16:creationId xmlns:a16="http://schemas.microsoft.com/office/drawing/2014/main" id="{412E2B95-E152-809B-0058-79459EFF1BC4}"/>
                  </a:ext>
                </a:extLst>
              </p:cNvPr>
              <p:cNvSpPr/>
              <p:nvPr/>
            </p:nvSpPr>
            <p:spPr>
              <a:xfrm>
                <a:off x="5124869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80" name="pg1379">
                <a:extLst>
                  <a:ext uri="{FF2B5EF4-FFF2-40B4-BE49-F238E27FC236}">
                    <a16:creationId xmlns:a16="http://schemas.microsoft.com/office/drawing/2014/main" id="{B144230F-F765-8968-FF44-BC838775914D}"/>
                  </a:ext>
                </a:extLst>
              </p:cNvPr>
              <p:cNvSpPr/>
              <p:nvPr/>
            </p:nvSpPr>
            <p:spPr>
              <a:xfrm>
                <a:off x="5136507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81" name="pg1380">
                <a:extLst>
                  <a:ext uri="{FF2B5EF4-FFF2-40B4-BE49-F238E27FC236}">
                    <a16:creationId xmlns:a16="http://schemas.microsoft.com/office/drawing/2014/main" id="{6DC17B2A-1F86-3CC8-7F7A-A85CAE4CF70B}"/>
                  </a:ext>
                </a:extLst>
              </p:cNvPr>
              <p:cNvSpPr/>
              <p:nvPr/>
            </p:nvSpPr>
            <p:spPr>
              <a:xfrm>
                <a:off x="5148144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82" name="pg1381">
                <a:extLst>
                  <a:ext uri="{FF2B5EF4-FFF2-40B4-BE49-F238E27FC236}">
                    <a16:creationId xmlns:a16="http://schemas.microsoft.com/office/drawing/2014/main" id="{55CD436C-AAC2-20EB-159D-6175DA85B8DD}"/>
                  </a:ext>
                </a:extLst>
              </p:cNvPr>
              <p:cNvSpPr/>
              <p:nvPr/>
            </p:nvSpPr>
            <p:spPr>
              <a:xfrm>
                <a:off x="5159781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83" name="pg1382">
                <a:extLst>
                  <a:ext uri="{FF2B5EF4-FFF2-40B4-BE49-F238E27FC236}">
                    <a16:creationId xmlns:a16="http://schemas.microsoft.com/office/drawing/2014/main" id="{7A1365DF-D2C7-7DBA-95C0-09A181869A29}"/>
                  </a:ext>
                </a:extLst>
              </p:cNvPr>
              <p:cNvSpPr/>
              <p:nvPr/>
            </p:nvSpPr>
            <p:spPr>
              <a:xfrm>
                <a:off x="5206331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84" name="pg1383">
                <a:extLst>
                  <a:ext uri="{FF2B5EF4-FFF2-40B4-BE49-F238E27FC236}">
                    <a16:creationId xmlns:a16="http://schemas.microsoft.com/office/drawing/2014/main" id="{B2B05AF0-0EF9-994E-A1CC-6BD89F1E363A}"/>
                  </a:ext>
                </a:extLst>
              </p:cNvPr>
              <p:cNvSpPr/>
              <p:nvPr/>
            </p:nvSpPr>
            <p:spPr>
              <a:xfrm>
                <a:off x="5217968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85" name="pg1384">
                <a:extLst>
                  <a:ext uri="{FF2B5EF4-FFF2-40B4-BE49-F238E27FC236}">
                    <a16:creationId xmlns:a16="http://schemas.microsoft.com/office/drawing/2014/main" id="{7B79DA14-993E-FC6D-513D-BC86B223F941}"/>
                  </a:ext>
                </a:extLst>
              </p:cNvPr>
              <p:cNvSpPr/>
              <p:nvPr/>
            </p:nvSpPr>
            <p:spPr>
              <a:xfrm>
                <a:off x="5229605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86" name="pg1385">
                <a:extLst>
                  <a:ext uri="{FF2B5EF4-FFF2-40B4-BE49-F238E27FC236}">
                    <a16:creationId xmlns:a16="http://schemas.microsoft.com/office/drawing/2014/main" id="{0E1DC083-1719-8A76-8E20-DE2AA68C345F}"/>
                  </a:ext>
                </a:extLst>
              </p:cNvPr>
              <p:cNvSpPr/>
              <p:nvPr/>
            </p:nvSpPr>
            <p:spPr>
              <a:xfrm>
                <a:off x="5241243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87" name="pg1386">
                <a:extLst>
                  <a:ext uri="{FF2B5EF4-FFF2-40B4-BE49-F238E27FC236}">
                    <a16:creationId xmlns:a16="http://schemas.microsoft.com/office/drawing/2014/main" id="{35C12E40-67ED-173C-99B8-2F3B5CF2B91B}"/>
                  </a:ext>
                </a:extLst>
              </p:cNvPr>
              <p:cNvSpPr/>
              <p:nvPr/>
            </p:nvSpPr>
            <p:spPr>
              <a:xfrm>
                <a:off x="5252880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88" name="pg1387">
                <a:extLst>
                  <a:ext uri="{FF2B5EF4-FFF2-40B4-BE49-F238E27FC236}">
                    <a16:creationId xmlns:a16="http://schemas.microsoft.com/office/drawing/2014/main" id="{A56F2872-16E9-EB55-6DAA-056ABCB2EDD9}"/>
                  </a:ext>
                </a:extLst>
              </p:cNvPr>
              <p:cNvSpPr/>
              <p:nvPr/>
            </p:nvSpPr>
            <p:spPr>
              <a:xfrm>
                <a:off x="5264517" y="362304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89" name="pg1388">
                <a:extLst>
                  <a:ext uri="{FF2B5EF4-FFF2-40B4-BE49-F238E27FC236}">
                    <a16:creationId xmlns:a16="http://schemas.microsoft.com/office/drawing/2014/main" id="{F537D39D-1952-D198-DAE3-432A746964C6}"/>
                  </a:ext>
                </a:extLst>
              </p:cNvPr>
              <p:cNvSpPr/>
              <p:nvPr/>
            </p:nvSpPr>
            <p:spPr>
              <a:xfrm>
                <a:off x="4985221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90" name="pg1389">
                <a:extLst>
                  <a:ext uri="{FF2B5EF4-FFF2-40B4-BE49-F238E27FC236}">
                    <a16:creationId xmlns:a16="http://schemas.microsoft.com/office/drawing/2014/main" id="{60F7F2C1-639E-D2AF-3C4C-CA3C0C400C14}"/>
                  </a:ext>
                </a:extLst>
              </p:cNvPr>
              <p:cNvSpPr/>
              <p:nvPr/>
            </p:nvSpPr>
            <p:spPr>
              <a:xfrm>
                <a:off x="4996859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91" name="pg1390">
                <a:extLst>
                  <a:ext uri="{FF2B5EF4-FFF2-40B4-BE49-F238E27FC236}">
                    <a16:creationId xmlns:a16="http://schemas.microsoft.com/office/drawing/2014/main" id="{60FB7353-5573-8A61-5698-771CD5F458D0}"/>
                  </a:ext>
                </a:extLst>
              </p:cNvPr>
              <p:cNvSpPr/>
              <p:nvPr/>
            </p:nvSpPr>
            <p:spPr>
              <a:xfrm>
                <a:off x="5008496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92" name="pg1391">
                <a:extLst>
                  <a:ext uri="{FF2B5EF4-FFF2-40B4-BE49-F238E27FC236}">
                    <a16:creationId xmlns:a16="http://schemas.microsoft.com/office/drawing/2014/main" id="{A3B88766-846A-8E2C-33F0-53C8053CC93B}"/>
                  </a:ext>
                </a:extLst>
              </p:cNvPr>
              <p:cNvSpPr/>
              <p:nvPr/>
            </p:nvSpPr>
            <p:spPr>
              <a:xfrm>
                <a:off x="5020133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93" name="pg1392">
                <a:extLst>
                  <a:ext uri="{FF2B5EF4-FFF2-40B4-BE49-F238E27FC236}">
                    <a16:creationId xmlns:a16="http://schemas.microsoft.com/office/drawing/2014/main" id="{AE8F28F1-B6CF-FAE0-6D3E-48BC7633A681}"/>
                  </a:ext>
                </a:extLst>
              </p:cNvPr>
              <p:cNvSpPr/>
              <p:nvPr/>
            </p:nvSpPr>
            <p:spPr>
              <a:xfrm>
                <a:off x="5031771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94" name="pg1393">
                <a:extLst>
                  <a:ext uri="{FF2B5EF4-FFF2-40B4-BE49-F238E27FC236}">
                    <a16:creationId xmlns:a16="http://schemas.microsoft.com/office/drawing/2014/main" id="{49F5F704-600F-230E-EF0C-008CF316D33B}"/>
                  </a:ext>
                </a:extLst>
              </p:cNvPr>
              <p:cNvSpPr/>
              <p:nvPr/>
            </p:nvSpPr>
            <p:spPr>
              <a:xfrm>
                <a:off x="5043408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95" name="pg1394">
                <a:extLst>
                  <a:ext uri="{FF2B5EF4-FFF2-40B4-BE49-F238E27FC236}">
                    <a16:creationId xmlns:a16="http://schemas.microsoft.com/office/drawing/2014/main" id="{5A54D0D6-1650-1474-AD92-C58AAA97E77B}"/>
                  </a:ext>
                </a:extLst>
              </p:cNvPr>
              <p:cNvSpPr/>
              <p:nvPr/>
            </p:nvSpPr>
            <p:spPr>
              <a:xfrm>
                <a:off x="5055045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96" name="pg1395">
                <a:extLst>
                  <a:ext uri="{FF2B5EF4-FFF2-40B4-BE49-F238E27FC236}">
                    <a16:creationId xmlns:a16="http://schemas.microsoft.com/office/drawing/2014/main" id="{FBAAF1B8-3691-27D8-F66E-94800207EF03}"/>
                  </a:ext>
                </a:extLst>
              </p:cNvPr>
              <p:cNvSpPr/>
              <p:nvPr/>
            </p:nvSpPr>
            <p:spPr>
              <a:xfrm>
                <a:off x="5066683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97" name="pg1396">
                <a:extLst>
                  <a:ext uri="{FF2B5EF4-FFF2-40B4-BE49-F238E27FC236}">
                    <a16:creationId xmlns:a16="http://schemas.microsoft.com/office/drawing/2014/main" id="{43638207-ABB9-075F-2295-C320A4A66B35}"/>
                  </a:ext>
                </a:extLst>
              </p:cNvPr>
              <p:cNvSpPr/>
              <p:nvPr/>
            </p:nvSpPr>
            <p:spPr>
              <a:xfrm>
                <a:off x="5078320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98" name="pg1397">
                <a:extLst>
                  <a:ext uri="{FF2B5EF4-FFF2-40B4-BE49-F238E27FC236}">
                    <a16:creationId xmlns:a16="http://schemas.microsoft.com/office/drawing/2014/main" id="{8A845390-DF1B-9FB2-D171-A8F95F436789}"/>
                  </a:ext>
                </a:extLst>
              </p:cNvPr>
              <p:cNvSpPr/>
              <p:nvPr/>
            </p:nvSpPr>
            <p:spPr>
              <a:xfrm>
                <a:off x="5089957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799" name="pg1398">
                <a:extLst>
                  <a:ext uri="{FF2B5EF4-FFF2-40B4-BE49-F238E27FC236}">
                    <a16:creationId xmlns:a16="http://schemas.microsoft.com/office/drawing/2014/main" id="{0F8CB25F-EB1B-CA7A-169F-5741833B62D1}"/>
                  </a:ext>
                </a:extLst>
              </p:cNvPr>
              <p:cNvSpPr/>
              <p:nvPr/>
            </p:nvSpPr>
            <p:spPr>
              <a:xfrm>
                <a:off x="5101595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1DCC0">
                  <a:alpha val="100000"/>
                </a:srgbClr>
              </a:solidFill>
              <a:ln w="5420" cap="flat">
                <a:solidFill>
                  <a:srgbClr val="91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00" name="pg1399">
                <a:extLst>
                  <a:ext uri="{FF2B5EF4-FFF2-40B4-BE49-F238E27FC236}">
                    <a16:creationId xmlns:a16="http://schemas.microsoft.com/office/drawing/2014/main" id="{71A0B523-CDA2-195F-440B-EF9EBFB6B730}"/>
                  </a:ext>
                </a:extLst>
              </p:cNvPr>
              <p:cNvSpPr/>
              <p:nvPr/>
            </p:nvSpPr>
            <p:spPr>
              <a:xfrm>
                <a:off x="5113232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01" name="pg1400">
                <a:extLst>
                  <a:ext uri="{FF2B5EF4-FFF2-40B4-BE49-F238E27FC236}">
                    <a16:creationId xmlns:a16="http://schemas.microsoft.com/office/drawing/2014/main" id="{357B3CA9-98ED-DECA-CFDC-AAF080A0A4E9}"/>
                  </a:ext>
                </a:extLst>
              </p:cNvPr>
              <p:cNvSpPr/>
              <p:nvPr/>
            </p:nvSpPr>
            <p:spPr>
              <a:xfrm>
                <a:off x="5124869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5D9BB">
                  <a:alpha val="100000"/>
                </a:srgbClr>
              </a:solidFill>
              <a:ln w="5420" cap="flat">
                <a:solidFill>
                  <a:srgbClr val="85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02" name="pg1401">
                <a:extLst>
                  <a:ext uri="{FF2B5EF4-FFF2-40B4-BE49-F238E27FC236}">
                    <a16:creationId xmlns:a16="http://schemas.microsoft.com/office/drawing/2014/main" id="{20B1E755-6F51-0381-8E5D-60115B980D5E}"/>
                  </a:ext>
                </a:extLst>
              </p:cNvPr>
              <p:cNvSpPr/>
              <p:nvPr/>
            </p:nvSpPr>
            <p:spPr>
              <a:xfrm>
                <a:off x="5136507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03" name="pg1402">
                <a:extLst>
                  <a:ext uri="{FF2B5EF4-FFF2-40B4-BE49-F238E27FC236}">
                    <a16:creationId xmlns:a16="http://schemas.microsoft.com/office/drawing/2014/main" id="{F4C785F5-6163-2C84-A8E0-E9ABF9094304}"/>
                  </a:ext>
                </a:extLst>
              </p:cNvPr>
              <p:cNvSpPr/>
              <p:nvPr/>
            </p:nvSpPr>
            <p:spPr>
              <a:xfrm>
                <a:off x="5148144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04" name="pg1403">
                <a:extLst>
                  <a:ext uri="{FF2B5EF4-FFF2-40B4-BE49-F238E27FC236}">
                    <a16:creationId xmlns:a16="http://schemas.microsoft.com/office/drawing/2014/main" id="{2D900FA8-A4EA-D3B7-17F2-7F8CE72CE870}"/>
                  </a:ext>
                </a:extLst>
              </p:cNvPr>
              <p:cNvSpPr/>
              <p:nvPr/>
            </p:nvSpPr>
            <p:spPr>
              <a:xfrm>
                <a:off x="5159781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6">
                  <a:alpha val="100000"/>
                </a:srgbClr>
              </a:solidFill>
              <a:ln w="5420" cap="flat">
                <a:solidFill>
                  <a:srgbClr val="79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05" name="pg1404">
                <a:extLst>
                  <a:ext uri="{FF2B5EF4-FFF2-40B4-BE49-F238E27FC236}">
                    <a16:creationId xmlns:a16="http://schemas.microsoft.com/office/drawing/2014/main" id="{04FDC409-CB6F-FF69-12CB-D63894FC987B}"/>
                  </a:ext>
                </a:extLst>
              </p:cNvPr>
              <p:cNvSpPr/>
              <p:nvPr/>
            </p:nvSpPr>
            <p:spPr>
              <a:xfrm>
                <a:off x="5171419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06" name="pg1405">
                <a:extLst>
                  <a:ext uri="{FF2B5EF4-FFF2-40B4-BE49-F238E27FC236}">
                    <a16:creationId xmlns:a16="http://schemas.microsoft.com/office/drawing/2014/main" id="{DCC7955B-FD7D-8310-4B61-1C790BF5CFA9}"/>
                  </a:ext>
                </a:extLst>
              </p:cNvPr>
              <p:cNvSpPr/>
              <p:nvPr/>
            </p:nvSpPr>
            <p:spPr>
              <a:xfrm>
                <a:off x="5206331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07" name="pg1406">
                <a:extLst>
                  <a:ext uri="{FF2B5EF4-FFF2-40B4-BE49-F238E27FC236}">
                    <a16:creationId xmlns:a16="http://schemas.microsoft.com/office/drawing/2014/main" id="{EF0146CD-7772-B579-B477-8B5E76B9F705}"/>
                  </a:ext>
                </a:extLst>
              </p:cNvPr>
              <p:cNvSpPr/>
              <p:nvPr/>
            </p:nvSpPr>
            <p:spPr>
              <a:xfrm>
                <a:off x="5217968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08" name="pg1407">
                <a:extLst>
                  <a:ext uri="{FF2B5EF4-FFF2-40B4-BE49-F238E27FC236}">
                    <a16:creationId xmlns:a16="http://schemas.microsoft.com/office/drawing/2014/main" id="{3CCC30C8-FE17-EA49-E61C-181A4167CBD7}"/>
                  </a:ext>
                </a:extLst>
              </p:cNvPr>
              <p:cNvSpPr/>
              <p:nvPr/>
            </p:nvSpPr>
            <p:spPr>
              <a:xfrm>
                <a:off x="5229605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2B2">
                  <a:alpha val="100000"/>
                </a:srgbClr>
              </a:solidFill>
              <a:ln w="5420" cap="flat">
                <a:solidFill>
                  <a:srgbClr val="71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09" name="pg1408">
                <a:extLst>
                  <a:ext uri="{FF2B5EF4-FFF2-40B4-BE49-F238E27FC236}">
                    <a16:creationId xmlns:a16="http://schemas.microsoft.com/office/drawing/2014/main" id="{D6340B6D-C014-9701-1F07-FAFD1094B157}"/>
                  </a:ext>
                </a:extLst>
              </p:cNvPr>
              <p:cNvSpPr/>
              <p:nvPr/>
            </p:nvSpPr>
            <p:spPr>
              <a:xfrm>
                <a:off x="5241243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10" name="pg1409">
                <a:extLst>
                  <a:ext uri="{FF2B5EF4-FFF2-40B4-BE49-F238E27FC236}">
                    <a16:creationId xmlns:a16="http://schemas.microsoft.com/office/drawing/2014/main" id="{282F158D-4256-1E0A-1FAD-7701C5631A21}"/>
                  </a:ext>
                </a:extLst>
              </p:cNvPr>
              <p:cNvSpPr/>
              <p:nvPr/>
            </p:nvSpPr>
            <p:spPr>
              <a:xfrm>
                <a:off x="5252880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11" name="pg1410">
                <a:extLst>
                  <a:ext uri="{FF2B5EF4-FFF2-40B4-BE49-F238E27FC236}">
                    <a16:creationId xmlns:a16="http://schemas.microsoft.com/office/drawing/2014/main" id="{5566D597-E7FB-3CCB-431F-66C95961474A}"/>
                  </a:ext>
                </a:extLst>
              </p:cNvPr>
              <p:cNvSpPr/>
              <p:nvPr/>
            </p:nvSpPr>
            <p:spPr>
              <a:xfrm>
                <a:off x="5264517" y="36373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12" name="pg1411">
                <a:extLst>
                  <a:ext uri="{FF2B5EF4-FFF2-40B4-BE49-F238E27FC236}">
                    <a16:creationId xmlns:a16="http://schemas.microsoft.com/office/drawing/2014/main" id="{A9357EEA-FD38-14D1-E3C6-FF345D5BFB4E}"/>
                  </a:ext>
                </a:extLst>
              </p:cNvPr>
              <p:cNvSpPr/>
              <p:nvPr/>
            </p:nvSpPr>
            <p:spPr>
              <a:xfrm>
                <a:off x="4985221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13" name="pg1412">
                <a:extLst>
                  <a:ext uri="{FF2B5EF4-FFF2-40B4-BE49-F238E27FC236}">
                    <a16:creationId xmlns:a16="http://schemas.microsoft.com/office/drawing/2014/main" id="{131920D5-6BA0-3540-585A-950CDD4C5F36}"/>
                  </a:ext>
                </a:extLst>
              </p:cNvPr>
              <p:cNvSpPr/>
              <p:nvPr/>
            </p:nvSpPr>
            <p:spPr>
              <a:xfrm>
                <a:off x="4996859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14" name="pg1413">
                <a:extLst>
                  <a:ext uri="{FF2B5EF4-FFF2-40B4-BE49-F238E27FC236}">
                    <a16:creationId xmlns:a16="http://schemas.microsoft.com/office/drawing/2014/main" id="{CFF23067-A2E5-2AF1-23B7-E8DE937F12B0}"/>
                  </a:ext>
                </a:extLst>
              </p:cNvPr>
              <p:cNvSpPr/>
              <p:nvPr/>
            </p:nvSpPr>
            <p:spPr>
              <a:xfrm>
                <a:off x="5008496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15" name="pg1414">
                <a:extLst>
                  <a:ext uri="{FF2B5EF4-FFF2-40B4-BE49-F238E27FC236}">
                    <a16:creationId xmlns:a16="http://schemas.microsoft.com/office/drawing/2014/main" id="{B8D994FA-CF7D-37E2-2DFD-A54FAEF8E520}"/>
                  </a:ext>
                </a:extLst>
              </p:cNvPr>
              <p:cNvSpPr/>
              <p:nvPr/>
            </p:nvSpPr>
            <p:spPr>
              <a:xfrm>
                <a:off x="5020133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B7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16" name="pg1415">
                <a:extLst>
                  <a:ext uri="{FF2B5EF4-FFF2-40B4-BE49-F238E27FC236}">
                    <a16:creationId xmlns:a16="http://schemas.microsoft.com/office/drawing/2014/main" id="{771F9948-DF9E-F563-53C0-959980B65566}"/>
                  </a:ext>
                </a:extLst>
              </p:cNvPr>
              <p:cNvSpPr/>
              <p:nvPr/>
            </p:nvSpPr>
            <p:spPr>
              <a:xfrm>
                <a:off x="5031771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17" name="pg1416">
                <a:extLst>
                  <a:ext uri="{FF2B5EF4-FFF2-40B4-BE49-F238E27FC236}">
                    <a16:creationId xmlns:a16="http://schemas.microsoft.com/office/drawing/2014/main" id="{D2C45380-C2A7-1E05-8C1F-E58A80AB0601}"/>
                  </a:ext>
                </a:extLst>
              </p:cNvPr>
              <p:cNvSpPr/>
              <p:nvPr/>
            </p:nvSpPr>
            <p:spPr>
              <a:xfrm>
                <a:off x="5043408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BE9D3">
                  <a:alpha val="100000"/>
                </a:srgbClr>
              </a:solidFill>
              <a:ln w="5420" cap="flat">
                <a:solidFill>
                  <a:srgbClr val="BB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18" name="pg1417">
                <a:extLst>
                  <a:ext uri="{FF2B5EF4-FFF2-40B4-BE49-F238E27FC236}">
                    <a16:creationId xmlns:a16="http://schemas.microsoft.com/office/drawing/2014/main" id="{171459DB-406E-4162-7D8F-4A41D2B841FB}"/>
                  </a:ext>
                </a:extLst>
              </p:cNvPr>
              <p:cNvSpPr/>
              <p:nvPr/>
            </p:nvSpPr>
            <p:spPr>
              <a:xfrm>
                <a:off x="5055045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9E9D3">
                  <a:alpha val="100000"/>
                </a:srgbClr>
              </a:solidFill>
              <a:ln w="5420" cap="flat">
                <a:solidFill>
                  <a:srgbClr val="B9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19" name="pg1418">
                <a:extLst>
                  <a:ext uri="{FF2B5EF4-FFF2-40B4-BE49-F238E27FC236}">
                    <a16:creationId xmlns:a16="http://schemas.microsoft.com/office/drawing/2014/main" id="{F72B0927-DBD8-77E1-2621-0831977711C7}"/>
                  </a:ext>
                </a:extLst>
              </p:cNvPr>
              <p:cNvSpPr/>
              <p:nvPr/>
            </p:nvSpPr>
            <p:spPr>
              <a:xfrm>
                <a:off x="5066683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B5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20" name="pg1419">
                <a:extLst>
                  <a:ext uri="{FF2B5EF4-FFF2-40B4-BE49-F238E27FC236}">
                    <a16:creationId xmlns:a16="http://schemas.microsoft.com/office/drawing/2014/main" id="{6E8DC476-9179-2A6A-658E-359EE5F336FC}"/>
                  </a:ext>
                </a:extLst>
              </p:cNvPr>
              <p:cNvSpPr/>
              <p:nvPr/>
            </p:nvSpPr>
            <p:spPr>
              <a:xfrm>
                <a:off x="5078320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FE6CD">
                  <a:alpha val="100000"/>
                </a:srgbClr>
              </a:solidFill>
              <a:ln w="5420" cap="flat">
                <a:solidFill>
                  <a:srgbClr val="AFE6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21" name="pg1420">
                <a:extLst>
                  <a:ext uri="{FF2B5EF4-FFF2-40B4-BE49-F238E27FC236}">
                    <a16:creationId xmlns:a16="http://schemas.microsoft.com/office/drawing/2014/main" id="{32464146-B5FB-D8A4-19C6-BEFAAF7F4F14}"/>
                  </a:ext>
                </a:extLst>
              </p:cNvPr>
              <p:cNvSpPr/>
              <p:nvPr/>
            </p:nvSpPr>
            <p:spPr>
              <a:xfrm>
                <a:off x="5089957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22" name="pg1421">
                <a:extLst>
                  <a:ext uri="{FF2B5EF4-FFF2-40B4-BE49-F238E27FC236}">
                    <a16:creationId xmlns:a16="http://schemas.microsoft.com/office/drawing/2014/main" id="{5CEC0739-A12D-1C8D-0751-1933CDA0273E}"/>
                  </a:ext>
                </a:extLst>
              </p:cNvPr>
              <p:cNvSpPr/>
              <p:nvPr/>
            </p:nvSpPr>
            <p:spPr>
              <a:xfrm>
                <a:off x="5101595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23" name="pg1422">
                <a:extLst>
                  <a:ext uri="{FF2B5EF4-FFF2-40B4-BE49-F238E27FC236}">
                    <a16:creationId xmlns:a16="http://schemas.microsoft.com/office/drawing/2014/main" id="{7B9B5B86-0580-5235-9D53-C620A0476A78}"/>
                  </a:ext>
                </a:extLst>
              </p:cNvPr>
              <p:cNvSpPr/>
              <p:nvPr/>
            </p:nvSpPr>
            <p:spPr>
              <a:xfrm>
                <a:off x="5113232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EDBBE">
                  <a:alpha val="100000"/>
                </a:srgbClr>
              </a:solidFill>
              <a:ln w="5420" cap="flat">
                <a:solidFill>
                  <a:srgbClr val="8E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24" name="pg1423">
                <a:extLst>
                  <a:ext uri="{FF2B5EF4-FFF2-40B4-BE49-F238E27FC236}">
                    <a16:creationId xmlns:a16="http://schemas.microsoft.com/office/drawing/2014/main" id="{08ECF270-C20A-F95B-22A0-D4649038F575}"/>
                  </a:ext>
                </a:extLst>
              </p:cNvPr>
              <p:cNvSpPr/>
              <p:nvPr/>
            </p:nvSpPr>
            <p:spPr>
              <a:xfrm>
                <a:off x="5124869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25" name="pg1424">
                <a:extLst>
                  <a:ext uri="{FF2B5EF4-FFF2-40B4-BE49-F238E27FC236}">
                    <a16:creationId xmlns:a16="http://schemas.microsoft.com/office/drawing/2014/main" id="{10B7A3C4-BCA6-2458-6C73-8B0DBD804F8C}"/>
                  </a:ext>
                </a:extLst>
              </p:cNvPr>
              <p:cNvSpPr/>
              <p:nvPr/>
            </p:nvSpPr>
            <p:spPr>
              <a:xfrm>
                <a:off x="5136507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26" name="pg1425">
                <a:extLst>
                  <a:ext uri="{FF2B5EF4-FFF2-40B4-BE49-F238E27FC236}">
                    <a16:creationId xmlns:a16="http://schemas.microsoft.com/office/drawing/2014/main" id="{5C5ED486-448C-8CAD-3E63-C3EA018C87BC}"/>
                  </a:ext>
                </a:extLst>
              </p:cNvPr>
              <p:cNvSpPr/>
              <p:nvPr/>
            </p:nvSpPr>
            <p:spPr>
              <a:xfrm>
                <a:off x="5148144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27" name="pg1426">
                <a:extLst>
                  <a:ext uri="{FF2B5EF4-FFF2-40B4-BE49-F238E27FC236}">
                    <a16:creationId xmlns:a16="http://schemas.microsoft.com/office/drawing/2014/main" id="{1C0F840F-9734-DA1F-D989-BE5CC9CED18E}"/>
                  </a:ext>
                </a:extLst>
              </p:cNvPr>
              <p:cNvSpPr/>
              <p:nvPr/>
            </p:nvSpPr>
            <p:spPr>
              <a:xfrm>
                <a:off x="5159781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28" name="pg1427">
                <a:extLst>
                  <a:ext uri="{FF2B5EF4-FFF2-40B4-BE49-F238E27FC236}">
                    <a16:creationId xmlns:a16="http://schemas.microsoft.com/office/drawing/2014/main" id="{4385A9BA-BA11-2806-B547-9AD8D8D4B335}"/>
                  </a:ext>
                </a:extLst>
              </p:cNvPr>
              <p:cNvSpPr/>
              <p:nvPr/>
            </p:nvSpPr>
            <p:spPr>
              <a:xfrm>
                <a:off x="5171419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29" name="pg1428">
                <a:extLst>
                  <a:ext uri="{FF2B5EF4-FFF2-40B4-BE49-F238E27FC236}">
                    <a16:creationId xmlns:a16="http://schemas.microsoft.com/office/drawing/2014/main" id="{1861D976-5AEB-23A0-4F7A-FE9E422009E7}"/>
                  </a:ext>
                </a:extLst>
              </p:cNvPr>
              <p:cNvSpPr/>
              <p:nvPr/>
            </p:nvSpPr>
            <p:spPr>
              <a:xfrm>
                <a:off x="5183056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30" name="pg1429">
                <a:extLst>
                  <a:ext uri="{FF2B5EF4-FFF2-40B4-BE49-F238E27FC236}">
                    <a16:creationId xmlns:a16="http://schemas.microsoft.com/office/drawing/2014/main" id="{F9599DEA-6D04-6F14-531D-57029526E91A}"/>
                  </a:ext>
                </a:extLst>
              </p:cNvPr>
              <p:cNvSpPr/>
              <p:nvPr/>
            </p:nvSpPr>
            <p:spPr>
              <a:xfrm>
                <a:off x="5217968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31" name="pg1430">
                <a:extLst>
                  <a:ext uri="{FF2B5EF4-FFF2-40B4-BE49-F238E27FC236}">
                    <a16:creationId xmlns:a16="http://schemas.microsoft.com/office/drawing/2014/main" id="{9F448F72-6ECC-AD37-9F19-E8F06E46F998}"/>
                  </a:ext>
                </a:extLst>
              </p:cNvPr>
              <p:cNvSpPr/>
              <p:nvPr/>
            </p:nvSpPr>
            <p:spPr>
              <a:xfrm>
                <a:off x="5229605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AF">
                  <a:alpha val="100000"/>
                </a:srgbClr>
              </a:solidFill>
              <a:ln w="5420" cap="flat">
                <a:solidFill>
                  <a:srgbClr val="6AD1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32" name="pg1431">
                <a:extLst>
                  <a:ext uri="{FF2B5EF4-FFF2-40B4-BE49-F238E27FC236}">
                    <a16:creationId xmlns:a16="http://schemas.microsoft.com/office/drawing/2014/main" id="{5ED6E661-F363-EDB7-180D-AD9CD9EB6890}"/>
                  </a:ext>
                </a:extLst>
              </p:cNvPr>
              <p:cNvSpPr/>
              <p:nvPr/>
            </p:nvSpPr>
            <p:spPr>
              <a:xfrm>
                <a:off x="5241243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33" name="pg1432">
                <a:extLst>
                  <a:ext uri="{FF2B5EF4-FFF2-40B4-BE49-F238E27FC236}">
                    <a16:creationId xmlns:a16="http://schemas.microsoft.com/office/drawing/2014/main" id="{CBDE3451-DE2E-A56B-F5BC-CA48B40DB57C}"/>
                  </a:ext>
                </a:extLst>
              </p:cNvPr>
              <p:cNvSpPr/>
              <p:nvPr/>
            </p:nvSpPr>
            <p:spPr>
              <a:xfrm>
                <a:off x="5252880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34" name="pg1433">
                <a:extLst>
                  <a:ext uri="{FF2B5EF4-FFF2-40B4-BE49-F238E27FC236}">
                    <a16:creationId xmlns:a16="http://schemas.microsoft.com/office/drawing/2014/main" id="{61763209-5F51-0F92-4418-B207167018E3}"/>
                  </a:ext>
                </a:extLst>
              </p:cNvPr>
              <p:cNvSpPr/>
              <p:nvPr/>
            </p:nvSpPr>
            <p:spPr>
              <a:xfrm>
                <a:off x="5264517" y="365165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35" name="pg1434">
                <a:extLst>
                  <a:ext uri="{FF2B5EF4-FFF2-40B4-BE49-F238E27FC236}">
                    <a16:creationId xmlns:a16="http://schemas.microsoft.com/office/drawing/2014/main" id="{5AD1DD62-D80E-E18F-C90B-FAD10459439E}"/>
                  </a:ext>
                </a:extLst>
              </p:cNvPr>
              <p:cNvSpPr/>
              <p:nvPr/>
            </p:nvSpPr>
            <p:spPr>
              <a:xfrm>
                <a:off x="4985221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36" name="pg1435">
                <a:extLst>
                  <a:ext uri="{FF2B5EF4-FFF2-40B4-BE49-F238E27FC236}">
                    <a16:creationId xmlns:a16="http://schemas.microsoft.com/office/drawing/2014/main" id="{C7252E60-DEA6-B506-16D3-942FDB6D41FF}"/>
                  </a:ext>
                </a:extLst>
              </p:cNvPr>
              <p:cNvSpPr/>
              <p:nvPr/>
            </p:nvSpPr>
            <p:spPr>
              <a:xfrm>
                <a:off x="4996859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37" name="pg1436">
                <a:extLst>
                  <a:ext uri="{FF2B5EF4-FFF2-40B4-BE49-F238E27FC236}">
                    <a16:creationId xmlns:a16="http://schemas.microsoft.com/office/drawing/2014/main" id="{8C10CF6A-E76C-7294-B8C6-8B8034D76388}"/>
                  </a:ext>
                </a:extLst>
              </p:cNvPr>
              <p:cNvSpPr/>
              <p:nvPr/>
            </p:nvSpPr>
            <p:spPr>
              <a:xfrm>
                <a:off x="5008496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38" name="pg1437">
                <a:extLst>
                  <a:ext uri="{FF2B5EF4-FFF2-40B4-BE49-F238E27FC236}">
                    <a16:creationId xmlns:a16="http://schemas.microsoft.com/office/drawing/2014/main" id="{45BA2D4B-6E0C-6C21-2B7F-BC1DEBD433B0}"/>
                  </a:ext>
                </a:extLst>
              </p:cNvPr>
              <p:cNvSpPr/>
              <p:nvPr/>
            </p:nvSpPr>
            <p:spPr>
              <a:xfrm>
                <a:off x="5020133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B7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39" name="pg1438">
                <a:extLst>
                  <a:ext uri="{FF2B5EF4-FFF2-40B4-BE49-F238E27FC236}">
                    <a16:creationId xmlns:a16="http://schemas.microsoft.com/office/drawing/2014/main" id="{639F9901-64FE-F0C3-042B-52C2097EE6BC}"/>
                  </a:ext>
                </a:extLst>
              </p:cNvPr>
              <p:cNvSpPr/>
              <p:nvPr/>
            </p:nvSpPr>
            <p:spPr>
              <a:xfrm>
                <a:off x="5031771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40" name="pg1439">
                <a:extLst>
                  <a:ext uri="{FF2B5EF4-FFF2-40B4-BE49-F238E27FC236}">
                    <a16:creationId xmlns:a16="http://schemas.microsoft.com/office/drawing/2014/main" id="{0C8445D0-397C-B5AA-2147-5344BD4E5DD2}"/>
                  </a:ext>
                </a:extLst>
              </p:cNvPr>
              <p:cNvSpPr/>
              <p:nvPr/>
            </p:nvSpPr>
            <p:spPr>
              <a:xfrm>
                <a:off x="5043408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BEAD3">
                  <a:alpha val="100000"/>
                </a:srgbClr>
              </a:solidFill>
              <a:ln w="5420" cap="flat">
                <a:solidFill>
                  <a:srgbClr val="BBEA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41" name="pg1440">
                <a:extLst>
                  <a:ext uri="{FF2B5EF4-FFF2-40B4-BE49-F238E27FC236}">
                    <a16:creationId xmlns:a16="http://schemas.microsoft.com/office/drawing/2014/main" id="{A09B4CC1-6832-7D50-6570-597A21D16134}"/>
                  </a:ext>
                </a:extLst>
              </p:cNvPr>
              <p:cNvSpPr/>
              <p:nvPr/>
            </p:nvSpPr>
            <p:spPr>
              <a:xfrm>
                <a:off x="5055045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42" name="pg1441">
                <a:extLst>
                  <a:ext uri="{FF2B5EF4-FFF2-40B4-BE49-F238E27FC236}">
                    <a16:creationId xmlns:a16="http://schemas.microsoft.com/office/drawing/2014/main" id="{C557573F-5D4D-D154-3420-15D238D90F93}"/>
                  </a:ext>
                </a:extLst>
              </p:cNvPr>
              <p:cNvSpPr/>
              <p:nvPr/>
            </p:nvSpPr>
            <p:spPr>
              <a:xfrm>
                <a:off x="5066683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B5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43" name="pg1442">
                <a:extLst>
                  <a:ext uri="{FF2B5EF4-FFF2-40B4-BE49-F238E27FC236}">
                    <a16:creationId xmlns:a16="http://schemas.microsoft.com/office/drawing/2014/main" id="{3EBE4580-ED3F-0A1F-EE14-D0D5A2FF78E3}"/>
                  </a:ext>
                </a:extLst>
              </p:cNvPr>
              <p:cNvSpPr/>
              <p:nvPr/>
            </p:nvSpPr>
            <p:spPr>
              <a:xfrm>
                <a:off x="5078320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44" name="pg1443">
                <a:extLst>
                  <a:ext uri="{FF2B5EF4-FFF2-40B4-BE49-F238E27FC236}">
                    <a16:creationId xmlns:a16="http://schemas.microsoft.com/office/drawing/2014/main" id="{9DC72216-A485-4838-FF44-54FB167AD506}"/>
                  </a:ext>
                </a:extLst>
              </p:cNvPr>
              <p:cNvSpPr/>
              <p:nvPr/>
            </p:nvSpPr>
            <p:spPr>
              <a:xfrm>
                <a:off x="5089957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45" name="pg1444">
                <a:extLst>
                  <a:ext uri="{FF2B5EF4-FFF2-40B4-BE49-F238E27FC236}">
                    <a16:creationId xmlns:a16="http://schemas.microsoft.com/office/drawing/2014/main" id="{0FBFDDEE-97DF-527F-E72A-BFB2FFEA61F4}"/>
                  </a:ext>
                </a:extLst>
              </p:cNvPr>
              <p:cNvSpPr/>
              <p:nvPr/>
            </p:nvSpPr>
            <p:spPr>
              <a:xfrm>
                <a:off x="5101595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5DDC2">
                  <a:alpha val="100000"/>
                </a:srgbClr>
              </a:solidFill>
              <a:ln w="5420" cap="flat">
                <a:solidFill>
                  <a:srgbClr val="95DD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46" name="pg1445">
                <a:extLst>
                  <a:ext uri="{FF2B5EF4-FFF2-40B4-BE49-F238E27FC236}">
                    <a16:creationId xmlns:a16="http://schemas.microsoft.com/office/drawing/2014/main" id="{ECAD9EEB-DDEE-4F14-9D42-FACE33334F89}"/>
                  </a:ext>
                </a:extLst>
              </p:cNvPr>
              <p:cNvSpPr/>
              <p:nvPr/>
            </p:nvSpPr>
            <p:spPr>
              <a:xfrm>
                <a:off x="5113232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47" name="pg1446">
                <a:extLst>
                  <a:ext uri="{FF2B5EF4-FFF2-40B4-BE49-F238E27FC236}">
                    <a16:creationId xmlns:a16="http://schemas.microsoft.com/office/drawing/2014/main" id="{E32ABC6D-3916-2A2F-BA69-EFC8716FD732}"/>
                  </a:ext>
                </a:extLst>
              </p:cNvPr>
              <p:cNvSpPr/>
              <p:nvPr/>
            </p:nvSpPr>
            <p:spPr>
              <a:xfrm>
                <a:off x="5124869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5D8BB">
                  <a:alpha val="100000"/>
                </a:srgbClr>
              </a:solidFill>
              <a:ln w="5420" cap="flat">
                <a:solidFill>
                  <a:srgbClr val="85D8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48" name="pg1447">
                <a:extLst>
                  <a:ext uri="{FF2B5EF4-FFF2-40B4-BE49-F238E27FC236}">
                    <a16:creationId xmlns:a16="http://schemas.microsoft.com/office/drawing/2014/main" id="{C21C9F58-2607-FE41-0A2A-63C658070913}"/>
                  </a:ext>
                </a:extLst>
              </p:cNvPr>
              <p:cNvSpPr/>
              <p:nvPr/>
            </p:nvSpPr>
            <p:spPr>
              <a:xfrm>
                <a:off x="5136507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49" name="pg1448">
                <a:extLst>
                  <a:ext uri="{FF2B5EF4-FFF2-40B4-BE49-F238E27FC236}">
                    <a16:creationId xmlns:a16="http://schemas.microsoft.com/office/drawing/2014/main" id="{280A9158-160A-31F7-3994-0F6031880703}"/>
                  </a:ext>
                </a:extLst>
              </p:cNvPr>
              <p:cNvSpPr/>
              <p:nvPr/>
            </p:nvSpPr>
            <p:spPr>
              <a:xfrm>
                <a:off x="5148144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50" name="pg1449">
                <a:extLst>
                  <a:ext uri="{FF2B5EF4-FFF2-40B4-BE49-F238E27FC236}">
                    <a16:creationId xmlns:a16="http://schemas.microsoft.com/office/drawing/2014/main" id="{A3B3CBB1-B63D-0426-7171-8DE0B23FDB8C}"/>
                  </a:ext>
                </a:extLst>
              </p:cNvPr>
              <p:cNvSpPr/>
              <p:nvPr/>
            </p:nvSpPr>
            <p:spPr>
              <a:xfrm>
                <a:off x="5159781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51" name="pg1450">
                <a:extLst>
                  <a:ext uri="{FF2B5EF4-FFF2-40B4-BE49-F238E27FC236}">
                    <a16:creationId xmlns:a16="http://schemas.microsoft.com/office/drawing/2014/main" id="{FD4633EB-7F6E-546A-BF37-9B3DF43E0DFA}"/>
                  </a:ext>
                </a:extLst>
              </p:cNvPr>
              <p:cNvSpPr/>
              <p:nvPr/>
            </p:nvSpPr>
            <p:spPr>
              <a:xfrm>
                <a:off x="5171419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52" name="pg1451">
                <a:extLst>
                  <a:ext uri="{FF2B5EF4-FFF2-40B4-BE49-F238E27FC236}">
                    <a16:creationId xmlns:a16="http://schemas.microsoft.com/office/drawing/2014/main" id="{962548B4-250A-58B4-BB50-E72AABB6BA9A}"/>
                  </a:ext>
                </a:extLst>
              </p:cNvPr>
              <p:cNvSpPr/>
              <p:nvPr/>
            </p:nvSpPr>
            <p:spPr>
              <a:xfrm>
                <a:off x="5183056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53" name="pg1452">
                <a:extLst>
                  <a:ext uri="{FF2B5EF4-FFF2-40B4-BE49-F238E27FC236}">
                    <a16:creationId xmlns:a16="http://schemas.microsoft.com/office/drawing/2014/main" id="{0B4457A2-5D12-183E-F0D9-9AF2E2577899}"/>
                  </a:ext>
                </a:extLst>
              </p:cNvPr>
              <p:cNvSpPr/>
              <p:nvPr/>
            </p:nvSpPr>
            <p:spPr>
              <a:xfrm>
                <a:off x="5206331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54" name="pg1453">
                <a:extLst>
                  <a:ext uri="{FF2B5EF4-FFF2-40B4-BE49-F238E27FC236}">
                    <a16:creationId xmlns:a16="http://schemas.microsoft.com/office/drawing/2014/main" id="{17A81BAA-12F1-9DAB-8DE5-66632C102CA0}"/>
                  </a:ext>
                </a:extLst>
              </p:cNvPr>
              <p:cNvSpPr/>
              <p:nvPr/>
            </p:nvSpPr>
            <p:spPr>
              <a:xfrm>
                <a:off x="5217968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55" name="pg1454">
                <a:extLst>
                  <a:ext uri="{FF2B5EF4-FFF2-40B4-BE49-F238E27FC236}">
                    <a16:creationId xmlns:a16="http://schemas.microsoft.com/office/drawing/2014/main" id="{CC378050-1C6A-E483-F202-3BD0C6144523}"/>
                  </a:ext>
                </a:extLst>
              </p:cNvPr>
              <p:cNvSpPr/>
              <p:nvPr/>
            </p:nvSpPr>
            <p:spPr>
              <a:xfrm>
                <a:off x="5229605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56" name="pg1455">
                <a:extLst>
                  <a:ext uri="{FF2B5EF4-FFF2-40B4-BE49-F238E27FC236}">
                    <a16:creationId xmlns:a16="http://schemas.microsoft.com/office/drawing/2014/main" id="{63D67DD6-6D23-7F32-53FD-A8BF5FFBBDDC}"/>
                  </a:ext>
                </a:extLst>
              </p:cNvPr>
              <p:cNvSpPr/>
              <p:nvPr/>
            </p:nvSpPr>
            <p:spPr>
              <a:xfrm>
                <a:off x="5241243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57" name="pg1456">
                <a:extLst>
                  <a:ext uri="{FF2B5EF4-FFF2-40B4-BE49-F238E27FC236}">
                    <a16:creationId xmlns:a16="http://schemas.microsoft.com/office/drawing/2014/main" id="{73BAFB5E-4892-7827-1844-E65F123854E9}"/>
                  </a:ext>
                </a:extLst>
              </p:cNvPr>
              <p:cNvSpPr/>
              <p:nvPr/>
            </p:nvSpPr>
            <p:spPr>
              <a:xfrm>
                <a:off x="5252880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58" name="pg1457">
                <a:extLst>
                  <a:ext uri="{FF2B5EF4-FFF2-40B4-BE49-F238E27FC236}">
                    <a16:creationId xmlns:a16="http://schemas.microsoft.com/office/drawing/2014/main" id="{FE3F710B-7A44-EBE5-9B9E-477174FBBBCE}"/>
                  </a:ext>
                </a:extLst>
              </p:cNvPr>
              <p:cNvSpPr/>
              <p:nvPr/>
            </p:nvSpPr>
            <p:spPr>
              <a:xfrm>
                <a:off x="5264517" y="366595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59" name="pg1458">
                <a:extLst>
                  <a:ext uri="{FF2B5EF4-FFF2-40B4-BE49-F238E27FC236}">
                    <a16:creationId xmlns:a16="http://schemas.microsoft.com/office/drawing/2014/main" id="{CBF36284-E860-B896-BF6A-F1B4311BDB39}"/>
                  </a:ext>
                </a:extLst>
              </p:cNvPr>
              <p:cNvSpPr/>
              <p:nvPr/>
            </p:nvSpPr>
            <p:spPr>
              <a:xfrm>
                <a:off x="4996859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60" name="pg1459">
                <a:extLst>
                  <a:ext uri="{FF2B5EF4-FFF2-40B4-BE49-F238E27FC236}">
                    <a16:creationId xmlns:a16="http://schemas.microsoft.com/office/drawing/2014/main" id="{1C2FD868-FE08-62E4-E2FF-B63381A2F8AA}"/>
                  </a:ext>
                </a:extLst>
              </p:cNvPr>
              <p:cNvSpPr/>
              <p:nvPr/>
            </p:nvSpPr>
            <p:spPr>
              <a:xfrm>
                <a:off x="5008496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61" name="pg1460">
                <a:extLst>
                  <a:ext uri="{FF2B5EF4-FFF2-40B4-BE49-F238E27FC236}">
                    <a16:creationId xmlns:a16="http://schemas.microsoft.com/office/drawing/2014/main" id="{F42CD30D-7F9E-BD93-C72E-6597ED674252}"/>
                  </a:ext>
                </a:extLst>
              </p:cNvPr>
              <p:cNvSpPr/>
              <p:nvPr/>
            </p:nvSpPr>
            <p:spPr>
              <a:xfrm>
                <a:off x="5020133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62" name="pg1461">
                <a:extLst>
                  <a:ext uri="{FF2B5EF4-FFF2-40B4-BE49-F238E27FC236}">
                    <a16:creationId xmlns:a16="http://schemas.microsoft.com/office/drawing/2014/main" id="{E553E398-7DF9-FEB5-C1AD-47BCECA59BFC}"/>
                  </a:ext>
                </a:extLst>
              </p:cNvPr>
              <p:cNvSpPr/>
              <p:nvPr/>
            </p:nvSpPr>
            <p:spPr>
              <a:xfrm>
                <a:off x="5031771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B7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63" name="pg1462">
                <a:extLst>
                  <a:ext uri="{FF2B5EF4-FFF2-40B4-BE49-F238E27FC236}">
                    <a16:creationId xmlns:a16="http://schemas.microsoft.com/office/drawing/2014/main" id="{AE951689-CC82-3C93-E486-E4B84C5D6E48}"/>
                  </a:ext>
                </a:extLst>
              </p:cNvPr>
              <p:cNvSpPr/>
              <p:nvPr/>
            </p:nvSpPr>
            <p:spPr>
              <a:xfrm>
                <a:off x="5043408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B8E8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64" name="pg1463">
                <a:extLst>
                  <a:ext uri="{FF2B5EF4-FFF2-40B4-BE49-F238E27FC236}">
                    <a16:creationId xmlns:a16="http://schemas.microsoft.com/office/drawing/2014/main" id="{F1EAFB26-D340-68A7-FA83-EBA4C5A5E9FE}"/>
                  </a:ext>
                </a:extLst>
              </p:cNvPr>
              <p:cNvSpPr/>
              <p:nvPr/>
            </p:nvSpPr>
            <p:spPr>
              <a:xfrm>
                <a:off x="5055045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65" name="pg1464">
                <a:extLst>
                  <a:ext uri="{FF2B5EF4-FFF2-40B4-BE49-F238E27FC236}">
                    <a16:creationId xmlns:a16="http://schemas.microsoft.com/office/drawing/2014/main" id="{A1E8F451-3852-6684-15C8-34848D2DA7A8}"/>
                  </a:ext>
                </a:extLst>
              </p:cNvPr>
              <p:cNvSpPr/>
              <p:nvPr/>
            </p:nvSpPr>
            <p:spPr>
              <a:xfrm>
                <a:off x="5066683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66" name="pg1465">
                <a:extLst>
                  <a:ext uri="{FF2B5EF4-FFF2-40B4-BE49-F238E27FC236}">
                    <a16:creationId xmlns:a16="http://schemas.microsoft.com/office/drawing/2014/main" id="{6BCC19D7-EE79-0064-805C-84C3860A6D1E}"/>
                  </a:ext>
                </a:extLst>
              </p:cNvPr>
              <p:cNvSpPr/>
              <p:nvPr/>
            </p:nvSpPr>
            <p:spPr>
              <a:xfrm>
                <a:off x="5078320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67" name="pg1466">
                <a:extLst>
                  <a:ext uri="{FF2B5EF4-FFF2-40B4-BE49-F238E27FC236}">
                    <a16:creationId xmlns:a16="http://schemas.microsoft.com/office/drawing/2014/main" id="{6447C208-E757-7DF3-4461-E8FA795323AA}"/>
                  </a:ext>
                </a:extLst>
              </p:cNvPr>
              <p:cNvSpPr/>
              <p:nvPr/>
            </p:nvSpPr>
            <p:spPr>
              <a:xfrm>
                <a:off x="5089957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68" name="pg1467">
                <a:extLst>
                  <a:ext uri="{FF2B5EF4-FFF2-40B4-BE49-F238E27FC236}">
                    <a16:creationId xmlns:a16="http://schemas.microsoft.com/office/drawing/2014/main" id="{FCDC4715-6639-1218-5140-A86F16FCE6F2}"/>
                  </a:ext>
                </a:extLst>
              </p:cNvPr>
              <p:cNvSpPr/>
              <p:nvPr/>
            </p:nvSpPr>
            <p:spPr>
              <a:xfrm>
                <a:off x="5101595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3DDC1">
                  <a:alpha val="100000"/>
                </a:srgbClr>
              </a:solidFill>
              <a:ln w="5420" cap="flat">
                <a:solidFill>
                  <a:srgbClr val="93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69" name="pg1468">
                <a:extLst>
                  <a:ext uri="{FF2B5EF4-FFF2-40B4-BE49-F238E27FC236}">
                    <a16:creationId xmlns:a16="http://schemas.microsoft.com/office/drawing/2014/main" id="{6C39F45C-8ED7-9BFB-4A60-8FEC7D3C7F17}"/>
                  </a:ext>
                </a:extLst>
              </p:cNvPr>
              <p:cNvSpPr/>
              <p:nvPr/>
            </p:nvSpPr>
            <p:spPr>
              <a:xfrm>
                <a:off x="5113232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ADABD">
                  <a:alpha val="100000"/>
                </a:srgbClr>
              </a:solidFill>
              <a:ln w="5420" cap="flat">
                <a:solidFill>
                  <a:srgbClr val="8A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70" name="pg1469">
                <a:extLst>
                  <a:ext uri="{FF2B5EF4-FFF2-40B4-BE49-F238E27FC236}">
                    <a16:creationId xmlns:a16="http://schemas.microsoft.com/office/drawing/2014/main" id="{A85FB430-CCC5-41C5-CC2F-2AFA9A665EFB}"/>
                  </a:ext>
                </a:extLst>
              </p:cNvPr>
              <p:cNvSpPr/>
              <p:nvPr/>
            </p:nvSpPr>
            <p:spPr>
              <a:xfrm>
                <a:off x="5124869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71" name="pg1470">
                <a:extLst>
                  <a:ext uri="{FF2B5EF4-FFF2-40B4-BE49-F238E27FC236}">
                    <a16:creationId xmlns:a16="http://schemas.microsoft.com/office/drawing/2014/main" id="{146852F2-D848-5922-E056-0086DC04FFDA}"/>
                  </a:ext>
                </a:extLst>
              </p:cNvPr>
              <p:cNvSpPr/>
              <p:nvPr/>
            </p:nvSpPr>
            <p:spPr>
              <a:xfrm>
                <a:off x="5136507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6B6">
                  <a:alpha val="100000"/>
                </a:srgbClr>
              </a:solidFill>
              <a:ln w="5420" cap="flat">
                <a:solidFill>
                  <a:srgbClr val="7BD6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72" name="pg1471">
                <a:extLst>
                  <a:ext uri="{FF2B5EF4-FFF2-40B4-BE49-F238E27FC236}">
                    <a16:creationId xmlns:a16="http://schemas.microsoft.com/office/drawing/2014/main" id="{DA344E8D-B082-8E2F-7A95-1D2B516A16C4}"/>
                  </a:ext>
                </a:extLst>
              </p:cNvPr>
              <p:cNvSpPr/>
              <p:nvPr/>
            </p:nvSpPr>
            <p:spPr>
              <a:xfrm>
                <a:off x="5148144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73" name="pg1472">
                <a:extLst>
                  <a:ext uri="{FF2B5EF4-FFF2-40B4-BE49-F238E27FC236}">
                    <a16:creationId xmlns:a16="http://schemas.microsoft.com/office/drawing/2014/main" id="{B90CD1AA-8BD1-BC94-5656-173CF1DB1D15}"/>
                  </a:ext>
                </a:extLst>
              </p:cNvPr>
              <p:cNvSpPr/>
              <p:nvPr/>
            </p:nvSpPr>
            <p:spPr>
              <a:xfrm>
                <a:off x="5159781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74" name="pg1473">
                <a:extLst>
                  <a:ext uri="{FF2B5EF4-FFF2-40B4-BE49-F238E27FC236}">
                    <a16:creationId xmlns:a16="http://schemas.microsoft.com/office/drawing/2014/main" id="{AF948598-7149-8C98-197C-497209C3AD1C}"/>
                  </a:ext>
                </a:extLst>
              </p:cNvPr>
              <p:cNvSpPr/>
              <p:nvPr/>
            </p:nvSpPr>
            <p:spPr>
              <a:xfrm>
                <a:off x="5171419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75" name="pg1474">
                <a:extLst>
                  <a:ext uri="{FF2B5EF4-FFF2-40B4-BE49-F238E27FC236}">
                    <a16:creationId xmlns:a16="http://schemas.microsoft.com/office/drawing/2014/main" id="{ED9B23CF-74C4-2C87-DAFF-305AD0FA4985}"/>
                  </a:ext>
                </a:extLst>
              </p:cNvPr>
              <p:cNvSpPr/>
              <p:nvPr/>
            </p:nvSpPr>
            <p:spPr>
              <a:xfrm>
                <a:off x="5183056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76" name="pg1475">
                <a:extLst>
                  <a:ext uri="{FF2B5EF4-FFF2-40B4-BE49-F238E27FC236}">
                    <a16:creationId xmlns:a16="http://schemas.microsoft.com/office/drawing/2014/main" id="{31504216-F6F6-8ECD-12CA-8F84995FDFE2}"/>
                  </a:ext>
                </a:extLst>
              </p:cNvPr>
              <p:cNvSpPr/>
              <p:nvPr/>
            </p:nvSpPr>
            <p:spPr>
              <a:xfrm>
                <a:off x="5194693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77" name="pg1476">
                <a:extLst>
                  <a:ext uri="{FF2B5EF4-FFF2-40B4-BE49-F238E27FC236}">
                    <a16:creationId xmlns:a16="http://schemas.microsoft.com/office/drawing/2014/main" id="{B129337F-575E-9E1D-C927-52D9F95C6397}"/>
                  </a:ext>
                </a:extLst>
              </p:cNvPr>
              <p:cNvSpPr/>
              <p:nvPr/>
            </p:nvSpPr>
            <p:spPr>
              <a:xfrm>
                <a:off x="5206331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78" name="pg1477">
                <a:extLst>
                  <a:ext uri="{FF2B5EF4-FFF2-40B4-BE49-F238E27FC236}">
                    <a16:creationId xmlns:a16="http://schemas.microsoft.com/office/drawing/2014/main" id="{2CB646DF-9954-1701-9B5B-C44BAED4B09F}"/>
                  </a:ext>
                </a:extLst>
              </p:cNvPr>
              <p:cNvSpPr/>
              <p:nvPr/>
            </p:nvSpPr>
            <p:spPr>
              <a:xfrm>
                <a:off x="5217968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79" name="pg1478">
                <a:extLst>
                  <a:ext uri="{FF2B5EF4-FFF2-40B4-BE49-F238E27FC236}">
                    <a16:creationId xmlns:a16="http://schemas.microsoft.com/office/drawing/2014/main" id="{D10706BD-A252-AD28-F20A-0DE53FE9A9FE}"/>
                  </a:ext>
                </a:extLst>
              </p:cNvPr>
              <p:cNvSpPr/>
              <p:nvPr/>
            </p:nvSpPr>
            <p:spPr>
              <a:xfrm>
                <a:off x="5229605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80" name="pg1479">
                <a:extLst>
                  <a:ext uri="{FF2B5EF4-FFF2-40B4-BE49-F238E27FC236}">
                    <a16:creationId xmlns:a16="http://schemas.microsoft.com/office/drawing/2014/main" id="{CCE748C7-645E-7596-43FB-A80DB8C2CEBB}"/>
                  </a:ext>
                </a:extLst>
              </p:cNvPr>
              <p:cNvSpPr/>
              <p:nvPr/>
            </p:nvSpPr>
            <p:spPr>
              <a:xfrm>
                <a:off x="5241243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81" name="pg1480">
                <a:extLst>
                  <a:ext uri="{FF2B5EF4-FFF2-40B4-BE49-F238E27FC236}">
                    <a16:creationId xmlns:a16="http://schemas.microsoft.com/office/drawing/2014/main" id="{EBC3ABFF-C23E-0ED4-42FE-109F90736E2C}"/>
                  </a:ext>
                </a:extLst>
              </p:cNvPr>
              <p:cNvSpPr/>
              <p:nvPr/>
            </p:nvSpPr>
            <p:spPr>
              <a:xfrm>
                <a:off x="5252880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82" name="pg1481">
                <a:extLst>
                  <a:ext uri="{FF2B5EF4-FFF2-40B4-BE49-F238E27FC236}">
                    <a16:creationId xmlns:a16="http://schemas.microsoft.com/office/drawing/2014/main" id="{17FA4BA6-8311-D61D-1FB1-C2237EE3EA4C}"/>
                  </a:ext>
                </a:extLst>
              </p:cNvPr>
              <p:cNvSpPr/>
              <p:nvPr/>
            </p:nvSpPr>
            <p:spPr>
              <a:xfrm>
                <a:off x="5264517" y="36802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83" name="pg1482">
                <a:extLst>
                  <a:ext uri="{FF2B5EF4-FFF2-40B4-BE49-F238E27FC236}">
                    <a16:creationId xmlns:a16="http://schemas.microsoft.com/office/drawing/2014/main" id="{5D309EE8-26EB-DB78-C233-8C8014C99AE9}"/>
                  </a:ext>
                </a:extLst>
              </p:cNvPr>
              <p:cNvSpPr/>
              <p:nvPr/>
            </p:nvSpPr>
            <p:spPr>
              <a:xfrm>
                <a:off x="5008496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84" name="pg1483">
                <a:extLst>
                  <a:ext uri="{FF2B5EF4-FFF2-40B4-BE49-F238E27FC236}">
                    <a16:creationId xmlns:a16="http://schemas.microsoft.com/office/drawing/2014/main" id="{3DBA4D55-FCE4-F5E6-EB04-A073159258F6}"/>
                  </a:ext>
                </a:extLst>
              </p:cNvPr>
              <p:cNvSpPr/>
              <p:nvPr/>
            </p:nvSpPr>
            <p:spPr>
              <a:xfrm>
                <a:off x="5020133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FE6CD">
                  <a:alpha val="100000"/>
                </a:srgbClr>
              </a:solidFill>
              <a:ln w="5420" cap="flat">
                <a:solidFill>
                  <a:srgbClr val="AFE6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85" name="pg1484">
                <a:extLst>
                  <a:ext uri="{FF2B5EF4-FFF2-40B4-BE49-F238E27FC236}">
                    <a16:creationId xmlns:a16="http://schemas.microsoft.com/office/drawing/2014/main" id="{32EE8522-FD4D-3B8D-0773-B26E1A00FA32}"/>
                  </a:ext>
                </a:extLst>
              </p:cNvPr>
              <p:cNvSpPr/>
              <p:nvPr/>
            </p:nvSpPr>
            <p:spPr>
              <a:xfrm>
                <a:off x="5031771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B1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86" name="pg1485">
                <a:extLst>
                  <a:ext uri="{FF2B5EF4-FFF2-40B4-BE49-F238E27FC236}">
                    <a16:creationId xmlns:a16="http://schemas.microsoft.com/office/drawing/2014/main" id="{052FF7C4-BD27-913D-C9EA-0E94BBC7325B}"/>
                  </a:ext>
                </a:extLst>
              </p:cNvPr>
              <p:cNvSpPr/>
              <p:nvPr/>
            </p:nvSpPr>
            <p:spPr>
              <a:xfrm>
                <a:off x="5043408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87" name="pg1486">
                <a:extLst>
                  <a:ext uri="{FF2B5EF4-FFF2-40B4-BE49-F238E27FC236}">
                    <a16:creationId xmlns:a16="http://schemas.microsoft.com/office/drawing/2014/main" id="{829F6412-2DDF-25C4-1B70-03A9442F6C1C}"/>
                  </a:ext>
                </a:extLst>
              </p:cNvPr>
              <p:cNvSpPr/>
              <p:nvPr/>
            </p:nvSpPr>
            <p:spPr>
              <a:xfrm>
                <a:off x="5055045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88" name="pg1487">
                <a:extLst>
                  <a:ext uri="{FF2B5EF4-FFF2-40B4-BE49-F238E27FC236}">
                    <a16:creationId xmlns:a16="http://schemas.microsoft.com/office/drawing/2014/main" id="{B43C6A33-8E14-1744-543C-C6A617DAD738}"/>
                  </a:ext>
                </a:extLst>
              </p:cNvPr>
              <p:cNvSpPr/>
              <p:nvPr/>
            </p:nvSpPr>
            <p:spPr>
              <a:xfrm>
                <a:off x="5066683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89" name="pg1488">
                <a:extLst>
                  <a:ext uri="{FF2B5EF4-FFF2-40B4-BE49-F238E27FC236}">
                    <a16:creationId xmlns:a16="http://schemas.microsoft.com/office/drawing/2014/main" id="{057F39A3-891B-A3D9-D920-F1E6CAE890FF}"/>
                  </a:ext>
                </a:extLst>
              </p:cNvPr>
              <p:cNvSpPr/>
              <p:nvPr/>
            </p:nvSpPr>
            <p:spPr>
              <a:xfrm>
                <a:off x="5078320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90" name="pg1489">
                <a:extLst>
                  <a:ext uri="{FF2B5EF4-FFF2-40B4-BE49-F238E27FC236}">
                    <a16:creationId xmlns:a16="http://schemas.microsoft.com/office/drawing/2014/main" id="{FF36377C-73CB-6B9E-C577-CD1382ADD86D}"/>
                  </a:ext>
                </a:extLst>
              </p:cNvPr>
              <p:cNvSpPr/>
              <p:nvPr/>
            </p:nvSpPr>
            <p:spPr>
              <a:xfrm>
                <a:off x="5089957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91" name="pg1490">
                <a:extLst>
                  <a:ext uri="{FF2B5EF4-FFF2-40B4-BE49-F238E27FC236}">
                    <a16:creationId xmlns:a16="http://schemas.microsoft.com/office/drawing/2014/main" id="{8399AC11-A6BC-8C58-7961-8B05A1E77894}"/>
                  </a:ext>
                </a:extLst>
              </p:cNvPr>
              <p:cNvSpPr/>
              <p:nvPr/>
            </p:nvSpPr>
            <p:spPr>
              <a:xfrm>
                <a:off x="5101595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FDCBF">
                  <a:alpha val="100000"/>
                </a:srgbClr>
              </a:solidFill>
              <a:ln w="5420" cap="flat">
                <a:solidFill>
                  <a:srgbClr val="8F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92" name="pg1491">
                <a:extLst>
                  <a:ext uri="{FF2B5EF4-FFF2-40B4-BE49-F238E27FC236}">
                    <a16:creationId xmlns:a16="http://schemas.microsoft.com/office/drawing/2014/main" id="{0892B3AA-6AF0-154F-68DF-7192CE7466DB}"/>
                  </a:ext>
                </a:extLst>
              </p:cNvPr>
              <p:cNvSpPr/>
              <p:nvPr/>
            </p:nvSpPr>
            <p:spPr>
              <a:xfrm>
                <a:off x="5113232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7D9BB">
                  <a:alpha val="100000"/>
                </a:srgbClr>
              </a:solidFill>
              <a:ln w="5420" cap="flat">
                <a:solidFill>
                  <a:srgbClr val="87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93" name="pg1492">
                <a:extLst>
                  <a:ext uri="{FF2B5EF4-FFF2-40B4-BE49-F238E27FC236}">
                    <a16:creationId xmlns:a16="http://schemas.microsoft.com/office/drawing/2014/main" id="{0EDFA469-6D7B-A2DF-0DBF-2A16C2E0A194}"/>
                  </a:ext>
                </a:extLst>
              </p:cNvPr>
              <p:cNvSpPr/>
              <p:nvPr/>
            </p:nvSpPr>
            <p:spPr>
              <a:xfrm>
                <a:off x="5124869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94" name="pg1493">
                <a:extLst>
                  <a:ext uri="{FF2B5EF4-FFF2-40B4-BE49-F238E27FC236}">
                    <a16:creationId xmlns:a16="http://schemas.microsoft.com/office/drawing/2014/main" id="{0A72FF05-3AA9-E326-D19F-EBF78E7F4561}"/>
                  </a:ext>
                </a:extLst>
              </p:cNvPr>
              <p:cNvSpPr/>
              <p:nvPr/>
            </p:nvSpPr>
            <p:spPr>
              <a:xfrm>
                <a:off x="5136507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95" name="pg1494">
                <a:extLst>
                  <a:ext uri="{FF2B5EF4-FFF2-40B4-BE49-F238E27FC236}">
                    <a16:creationId xmlns:a16="http://schemas.microsoft.com/office/drawing/2014/main" id="{03BDDCF9-0C6B-EB83-4FA5-BB38B7CB6AFC}"/>
                  </a:ext>
                </a:extLst>
              </p:cNvPr>
              <p:cNvSpPr/>
              <p:nvPr/>
            </p:nvSpPr>
            <p:spPr>
              <a:xfrm>
                <a:off x="5148144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96" name="pg1495">
                <a:extLst>
                  <a:ext uri="{FF2B5EF4-FFF2-40B4-BE49-F238E27FC236}">
                    <a16:creationId xmlns:a16="http://schemas.microsoft.com/office/drawing/2014/main" id="{F4418B84-7EAF-68B5-EA6A-698B1F41DD4B}"/>
                  </a:ext>
                </a:extLst>
              </p:cNvPr>
              <p:cNvSpPr/>
              <p:nvPr/>
            </p:nvSpPr>
            <p:spPr>
              <a:xfrm>
                <a:off x="5159781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97" name="pg1496">
                <a:extLst>
                  <a:ext uri="{FF2B5EF4-FFF2-40B4-BE49-F238E27FC236}">
                    <a16:creationId xmlns:a16="http://schemas.microsoft.com/office/drawing/2014/main" id="{DAFC43F9-28D1-5548-5741-FEEB49B234ED}"/>
                  </a:ext>
                </a:extLst>
              </p:cNvPr>
              <p:cNvSpPr/>
              <p:nvPr/>
            </p:nvSpPr>
            <p:spPr>
              <a:xfrm>
                <a:off x="5171419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98" name="pg1497">
                <a:extLst>
                  <a:ext uri="{FF2B5EF4-FFF2-40B4-BE49-F238E27FC236}">
                    <a16:creationId xmlns:a16="http://schemas.microsoft.com/office/drawing/2014/main" id="{D271C4C7-0439-CC3F-32CB-6111E480DD07}"/>
                  </a:ext>
                </a:extLst>
              </p:cNvPr>
              <p:cNvSpPr/>
              <p:nvPr/>
            </p:nvSpPr>
            <p:spPr>
              <a:xfrm>
                <a:off x="5183056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899" name="pg1498">
                <a:extLst>
                  <a:ext uri="{FF2B5EF4-FFF2-40B4-BE49-F238E27FC236}">
                    <a16:creationId xmlns:a16="http://schemas.microsoft.com/office/drawing/2014/main" id="{F5507541-82C3-C9DD-E2FE-0A252AE5294D}"/>
                  </a:ext>
                </a:extLst>
              </p:cNvPr>
              <p:cNvSpPr/>
              <p:nvPr/>
            </p:nvSpPr>
            <p:spPr>
              <a:xfrm>
                <a:off x="5194693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00" name="pg1499">
                <a:extLst>
                  <a:ext uri="{FF2B5EF4-FFF2-40B4-BE49-F238E27FC236}">
                    <a16:creationId xmlns:a16="http://schemas.microsoft.com/office/drawing/2014/main" id="{9035AEBD-6D35-AA17-D56C-2717D419EF00}"/>
                  </a:ext>
                </a:extLst>
              </p:cNvPr>
              <p:cNvSpPr/>
              <p:nvPr/>
            </p:nvSpPr>
            <p:spPr>
              <a:xfrm>
                <a:off x="5206331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01" name="pg1500">
                <a:extLst>
                  <a:ext uri="{FF2B5EF4-FFF2-40B4-BE49-F238E27FC236}">
                    <a16:creationId xmlns:a16="http://schemas.microsoft.com/office/drawing/2014/main" id="{CD4F7BEF-C163-B267-1A87-CE626D152752}"/>
                  </a:ext>
                </a:extLst>
              </p:cNvPr>
              <p:cNvSpPr/>
              <p:nvPr/>
            </p:nvSpPr>
            <p:spPr>
              <a:xfrm>
                <a:off x="5217968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02" name="pg1501">
                <a:extLst>
                  <a:ext uri="{FF2B5EF4-FFF2-40B4-BE49-F238E27FC236}">
                    <a16:creationId xmlns:a16="http://schemas.microsoft.com/office/drawing/2014/main" id="{D5271BE9-4B02-EA0B-C073-FFCE3265411A}"/>
                  </a:ext>
                </a:extLst>
              </p:cNvPr>
              <p:cNvSpPr/>
              <p:nvPr/>
            </p:nvSpPr>
            <p:spPr>
              <a:xfrm>
                <a:off x="5229605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03" name="pg1502">
                <a:extLst>
                  <a:ext uri="{FF2B5EF4-FFF2-40B4-BE49-F238E27FC236}">
                    <a16:creationId xmlns:a16="http://schemas.microsoft.com/office/drawing/2014/main" id="{7234AFF1-9EBE-1DE7-BEA1-7EFE06DB1131}"/>
                  </a:ext>
                </a:extLst>
              </p:cNvPr>
              <p:cNvSpPr/>
              <p:nvPr/>
            </p:nvSpPr>
            <p:spPr>
              <a:xfrm>
                <a:off x="5241243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04" name="pg1503">
                <a:extLst>
                  <a:ext uri="{FF2B5EF4-FFF2-40B4-BE49-F238E27FC236}">
                    <a16:creationId xmlns:a16="http://schemas.microsoft.com/office/drawing/2014/main" id="{4C29F90B-F3AB-99CC-68F2-50F7EF83DACF}"/>
                  </a:ext>
                </a:extLst>
              </p:cNvPr>
              <p:cNvSpPr/>
              <p:nvPr/>
            </p:nvSpPr>
            <p:spPr>
              <a:xfrm>
                <a:off x="5252880" y="369455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05" name="pg1504">
                <a:extLst>
                  <a:ext uri="{FF2B5EF4-FFF2-40B4-BE49-F238E27FC236}">
                    <a16:creationId xmlns:a16="http://schemas.microsoft.com/office/drawing/2014/main" id="{8C19DBC2-D9CD-D219-4CF4-E9BAEC21AFE8}"/>
                  </a:ext>
                </a:extLst>
              </p:cNvPr>
              <p:cNvSpPr/>
              <p:nvPr/>
            </p:nvSpPr>
            <p:spPr>
              <a:xfrm>
                <a:off x="5008496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A">
                  <a:alpha val="100000"/>
                </a:srgbClr>
              </a:solidFill>
              <a:ln w="5420" cap="flat">
                <a:solidFill>
                  <a:srgbClr val="A6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06" name="pg1505">
                <a:extLst>
                  <a:ext uri="{FF2B5EF4-FFF2-40B4-BE49-F238E27FC236}">
                    <a16:creationId xmlns:a16="http://schemas.microsoft.com/office/drawing/2014/main" id="{8969C470-9480-4F84-4164-0472C40C515C}"/>
                  </a:ext>
                </a:extLst>
              </p:cNvPr>
              <p:cNvSpPr/>
              <p:nvPr/>
            </p:nvSpPr>
            <p:spPr>
              <a:xfrm>
                <a:off x="5020133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07" name="pg1506">
                <a:extLst>
                  <a:ext uri="{FF2B5EF4-FFF2-40B4-BE49-F238E27FC236}">
                    <a16:creationId xmlns:a16="http://schemas.microsoft.com/office/drawing/2014/main" id="{8AD1D29F-EE75-BD3F-3CD9-04AF9D653493}"/>
                  </a:ext>
                </a:extLst>
              </p:cNvPr>
              <p:cNvSpPr/>
              <p:nvPr/>
            </p:nvSpPr>
            <p:spPr>
              <a:xfrm>
                <a:off x="5031771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08" name="pg1507">
                <a:extLst>
                  <a:ext uri="{FF2B5EF4-FFF2-40B4-BE49-F238E27FC236}">
                    <a16:creationId xmlns:a16="http://schemas.microsoft.com/office/drawing/2014/main" id="{40B92426-047F-7A59-BA26-4029B21658EA}"/>
                  </a:ext>
                </a:extLst>
              </p:cNvPr>
              <p:cNvSpPr/>
              <p:nvPr/>
            </p:nvSpPr>
            <p:spPr>
              <a:xfrm>
                <a:off x="5043408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09" name="pg1508">
                <a:extLst>
                  <a:ext uri="{FF2B5EF4-FFF2-40B4-BE49-F238E27FC236}">
                    <a16:creationId xmlns:a16="http://schemas.microsoft.com/office/drawing/2014/main" id="{BD703C6D-2112-0FCF-59A7-5A8BE07002F5}"/>
                  </a:ext>
                </a:extLst>
              </p:cNvPr>
              <p:cNvSpPr/>
              <p:nvPr/>
            </p:nvSpPr>
            <p:spPr>
              <a:xfrm>
                <a:off x="5055045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10" name="pg1509">
                <a:extLst>
                  <a:ext uri="{FF2B5EF4-FFF2-40B4-BE49-F238E27FC236}">
                    <a16:creationId xmlns:a16="http://schemas.microsoft.com/office/drawing/2014/main" id="{A9134C5A-2F26-0F54-DC54-C38692332C71}"/>
                  </a:ext>
                </a:extLst>
              </p:cNvPr>
              <p:cNvSpPr/>
              <p:nvPr/>
            </p:nvSpPr>
            <p:spPr>
              <a:xfrm>
                <a:off x="5066683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11" name="pg1510">
                <a:extLst>
                  <a:ext uri="{FF2B5EF4-FFF2-40B4-BE49-F238E27FC236}">
                    <a16:creationId xmlns:a16="http://schemas.microsoft.com/office/drawing/2014/main" id="{AB7B1F40-5230-FD21-6F9D-2CECFC2DD72E}"/>
                  </a:ext>
                </a:extLst>
              </p:cNvPr>
              <p:cNvSpPr/>
              <p:nvPr/>
            </p:nvSpPr>
            <p:spPr>
              <a:xfrm>
                <a:off x="5078320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12" name="pg1511">
                <a:extLst>
                  <a:ext uri="{FF2B5EF4-FFF2-40B4-BE49-F238E27FC236}">
                    <a16:creationId xmlns:a16="http://schemas.microsoft.com/office/drawing/2014/main" id="{E55B985B-3C7E-E57E-5871-B550EAE2AE82}"/>
                  </a:ext>
                </a:extLst>
              </p:cNvPr>
              <p:cNvSpPr/>
              <p:nvPr/>
            </p:nvSpPr>
            <p:spPr>
              <a:xfrm>
                <a:off x="5089957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13" name="pg1512">
                <a:extLst>
                  <a:ext uri="{FF2B5EF4-FFF2-40B4-BE49-F238E27FC236}">
                    <a16:creationId xmlns:a16="http://schemas.microsoft.com/office/drawing/2014/main" id="{36DD64C0-2BDE-C884-2629-C2AF06CCC7B2}"/>
                  </a:ext>
                </a:extLst>
              </p:cNvPr>
              <p:cNvSpPr/>
              <p:nvPr/>
            </p:nvSpPr>
            <p:spPr>
              <a:xfrm>
                <a:off x="5101595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14" name="pg1513">
                <a:extLst>
                  <a:ext uri="{FF2B5EF4-FFF2-40B4-BE49-F238E27FC236}">
                    <a16:creationId xmlns:a16="http://schemas.microsoft.com/office/drawing/2014/main" id="{A027362E-9F43-2E61-F8AF-B0DC30335E27}"/>
                  </a:ext>
                </a:extLst>
              </p:cNvPr>
              <p:cNvSpPr/>
              <p:nvPr/>
            </p:nvSpPr>
            <p:spPr>
              <a:xfrm>
                <a:off x="5113232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15" name="pg1514">
                <a:extLst>
                  <a:ext uri="{FF2B5EF4-FFF2-40B4-BE49-F238E27FC236}">
                    <a16:creationId xmlns:a16="http://schemas.microsoft.com/office/drawing/2014/main" id="{B7FE2CCB-9787-1821-24B0-828619A3F572}"/>
                  </a:ext>
                </a:extLst>
              </p:cNvPr>
              <p:cNvSpPr/>
              <p:nvPr/>
            </p:nvSpPr>
            <p:spPr>
              <a:xfrm>
                <a:off x="5124869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16" name="pg1515">
                <a:extLst>
                  <a:ext uri="{FF2B5EF4-FFF2-40B4-BE49-F238E27FC236}">
                    <a16:creationId xmlns:a16="http://schemas.microsoft.com/office/drawing/2014/main" id="{8E224F21-D46B-3EAE-AD65-D5BD339D5ED1}"/>
                  </a:ext>
                </a:extLst>
              </p:cNvPr>
              <p:cNvSpPr/>
              <p:nvPr/>
            </p:nvSpPr>
            <p:spPr>
              <a:xfrm>
                <a:off x="5136507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17" name="pg1516">
                <a:extLst>
                  <a:ext uri="{FF2B5EF4-FFF2-40B4-BE49-F238E27FC236}">
                    <a16:creationId xmlns:a16="http://schemas.microsoft.com/office/drawing/2014/main" id="{756620DC-4E20-D192-A82E-297FF034A58D}"/>
                  </a:ext>
                </a:extLst>
              </p:cNvPr>
              <p:cNvSpPr/>
              <p:nvPr/>
            </p:nvSpPr>
            <p:spPr>
              <a:xfrm>
                <a:off x="5148144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18" name="pg1517">
                <a:extLst>
                  <a:ext uri="{FF2B5EF4-FFF2-40B4-BE49-F238E27FC236}">
                    <a16:creationId xmlns:a16="http://schemas.microsoft.com/office/drawing/2014/main" id="{E61CF6DC-3906-C362-478C-935D76DA7064}"/>
                  </a:ext>
                </a:extLst>
              </p:cNvPr>
              <p:cNvSpPr/>
              <p:nvPr/>
            </p:nvSpPr>
            <p:spPr>
              <a:xfrm>
                <a:off x="5159781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19" name="pg1518">
                <a:extLst>
                  <a:ext uri="{FF2B5EF4-FFF2-40B4-BE49-F238E27FC236}">
                    <a16:creationId xmlns:a16="http://schemas.microsoft.com/office/drawing/2014/main" id="{8611321E-0CEB-1C3F-1F29-37454C8D1151}"/>
                  </a:ext>
                </a:extLst>
              </p:cNvPr>
              <p:cNvSpPr/>
              <p:nvPr/>
            </p:nvSpPr>
            <p:spPr>
              <a:xfrm>
                <a:off x="5171419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20" name="pg1519">
                <a:extLst>
                  <a:ext uri="{FF2B5EF4-FFF2-40B4-BE49-F238E27FC236}">
                    <a16:creationId xmlns:a16="http://schemas.microsoft.com/office/drawing/2014/main" id="{5860E3A7-69AD-3F73-521A-E2B878DC4BE3}"/>
                  </a:ext>
                </a:extLst>
              </p:cNvPr>
              <p:cNvSpPr/>
              <p:nvPr/>
            </p:nvSpPr>
            <p:spPr>
              <a:xfrm>
                <a:off x="5183056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21" name="pg1520">
                <a:extLst>
                  <a:ext uri="{FF2B5EF4-FFF2-40B4-BE49-F238E27FC236}">
                    <a16:creationId xmlns:a16="http://schemas.microsoft.com/office/drawing/2014/main" id="{940FECEB-8707-A045-4786-BB88DC7FB47C}"/>
                  </a:ext>
                </a:extLst>
              </p:cNvPr>
              <p:cNvSpPr/>
              <p:nvPr/>
            </p:nvSpPr>
            <p:spPr>
              <a:xfrm>
                <a:off x="5194693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22" name="pg1521">
                <a:extLst>
                  <a:ext uri="{FF2B5EF4-FFF2-40B4-BE49-F238E27FC236}">
                    <a16:creationId xmlns:a16="http://schemas.microsoft.com/office/drawing/2014/main" id="{B50E033E-8118-0163-DFE7-5D47D44935DD}"/>
                  </a:ext>
                </a:extLst>
              </p:cNvPr>
              <p:cNvSpPr/>
              <p:nvPr/>
            </p:nvSpPr>
            <p:spPr>
              <a:xfrm>
                <a:off x="5206331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23" name="pg1522">
                <a:extLst>
                  <a:ext uri="{FF2B5EF4-FFF2-40B4-BE49-F238E27FC236}">
                    <a16:creationId xmlns:a16="http://schemas.microsoft.com/office/drawing/2014/main" id="{80BE6732-7A9F-E43F-D270-0434215ED738}"/>
                  </a:ext>
                </a:extLst>
              </p:cNvPr>
              <p:cNvSpPr/>
              <p:nvPr/>
            </p:nvSpPr>
            <p:spPr>
              <a:xfrm>
                <a:off x="5217968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24" name="pg1523">
                <a:extLst>
                  <a:ext uri="{FF2B5EF4-FFF2-40B4-BE49-F238E27FC236}">
                    <a16:creationId xmlns:a16="http://schemas.microsoft.com/office/drawing/2014/main" id="{DCDE0F4F-CB20-AC14-D537-E2019614AF85}"/>
                  </a:ext>
                </a:extLst>
              </p:cNvPr>
              <p:cNvSpPr/>
              <p:nvPr/>
            </p:nvSpPr>
            <p:spPr>
              <a:xfrm>
                <a:off x="5229605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25" name="pg1524">
                <a:extLst>
                  <a:ext uri="{FF2B5EF4-FFF2-40B4-BE49-F238E27FC236}">
                    <a16:creationId xmlns:a16="http://schemas.microsoft.com/office/drawing/2014/main" id="{B838C084-7B40-8B9E-805F-5F7DE006BC79}"/>
                  </a:ext>
                </a:extLst>
              </p:cNvPr>
              <p:cNvSpPr/>
              <p:nvPr/>
            </p:nvSpPr>
            <p:spPr>
              <a:xfrm>
                <a:off x="5241243" y="370885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26" name="pg1525">
                <a:extLst>
                  <a:ext uri="{FF2B5EF4-FFF2-40B4-BE49-F238E27FC236}">
                    <a16:creationId xmlns:a16="http://schemas.microsoft.com/office/drawing/2014/main" id="{CCFE7F64-5ED0-6649-00A0-2A7632011DD8}"/>
                  </a:ext>
                </a:extLst>
              </p:cNvPr>
              <p:cNvSpPr/>
              <p:nvPr/>
            </p:nvSpPr>
            <p:spPr>
              <a:xfrm>
                <a:off x="5031771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27" name="pg1526">
                <a:extLst>
                  <a:ext uri="{FF2B5EF4-FFF2-40B4-BE49-F238E27FC236}">
                    <a16:creationId xmlns:a16="http://schemas.microsoft.com/office/drawing/2014/main" id="{87A39D8C-B330-DD55-DA10-E24888C52BBB}"/>
                  </a:ext>
                </a:extLst>
              </p:cNvPr>
              <p:cNvSpPr/>
              <p:nvPr/>
            </p:nvSpPr>
            <p:spPr>
              <a:xfrm>
                <a:off x="5043408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28" name="pg1527">
                <a:extLst>
                  <a:ext uri="{FF2B5EF4-FFF2-40B4-BE49-F238E27FC236}">
                    <a16:creationId xmlns:a16="http://schemas.microsoft.com/office/drawing/2014/main" id="{A53008C9-5CD5-BAC6-B8B3-00E1314779BE}"/>
                  </a:ext>
                </a:extLst>
              </p:cNvPr>
              <p:cNvSpPr/>
              <p:nvPr/>
            </p:nvSpPr>
            <p:spPr>
              <a:xfrm>
                <a:off x="5055045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29" name="pg1528">
                <a:extLst>
                  <a:ext uri="{FF2B5EF4-FFF2-40B4-BE49-F238E27FC236}">
                    <a16:creationId xmlns:a16="http://schemas.microsoft.com/office/drawing/2014/main" id="{FF93EDE0-26F7-01FF-51DE-5EC4E48D28F7}"/>
                  </a:ext>
                </a:extLst>
              </p:cNvPr>
              <p:cNvSpPr/>
              <p:nvPr/>
            </p:nvSpPr>
            <p:spPr>
              <a:xfrm>
                <a:off x="5066683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30" name="pg1529">
                <a:extLst>
                  <a:ext uri="{FF2B5EF4-FFF2-40B4-BE49-F238E27FC236}">
                    <a16:creationId xmlns:a16="http://schemas.microsoft.com/office/drawing/2014/main" id="{744AC185-2A75-5CF0-547E-1E11F2E7164E}"/>
                  </a:ext>
                </a:extLst>
              </p:cNvPr>
              <p:cNvSpPr/>
              <p:nvPr/>
            </p:nvSpPr>
            <p:spPr>
              <a:xfrm>
                <a:off x="5078320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DFC5">
                  <a:alpha val="100000"/>
                </a:srgbClr>
              </a:solidFill>
              <a:ln w="5420" cap="flat">
                <a:solidFill>
                  <a:srgbClr val="9CDF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31" name="pg1530">
                <a:extLst>
                  <a:ext uri="{FF2B5EF4-FFF2-40B4-BE49-F238E27FC236}">
                    <a16:creationId xmlns:a16="http://schemas.microsoft.com/office/drawing/2014/main" id="{1D5DA864-386C-418B-4A0B-D452C9A97744}"/>
                  </a:ext>
                </a:extLst>
              </p:cNvPr>
              <p:cNvSpPr/>
              <p:nvPr/>
            </p:nvSpPr>
            <p:spPr>
              <a:xfrm>
                <a:off x="5089957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32" name="pg1531">
                <a:extLst>
                  <a:ext uri="{FF2B5EF4-FFF2-40B4-BE49-F238E27FC236}">
                    <a16:creationId xmlns:a16="http://schemas.microsoft.com/office/drawing/2014/main" id="{2ED572A3-7C58-0E17-9F55-4FE4B59EA39D}"/>
                  </a:ext>
                </a:extLst>
              </p:cNvPr>
              <p:cNvSpPr/>
              <p:nvPr/>
            </p:nvSpPr>
            <p:spPr>
              <a:xfrm>
                <a:off x="5101595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33" name="pg1532">
                <a:extLst>
                  <a:ext uri="{FF2B5EF4-FFF2-40B4-BE49-F238E27FC236}">
                    <a16:creationId xmlns:a16="http://schemas.microsoft.com/office/drawing/2014/main" id="{5947C514-F5F6-B9A9-BBA5-0116E78B9470}"/>
                  </a:ext>
                </a:extLst>
              </p:cNvPr>
              <p:cNvSpPr/>
              <p:nvPr/>
            </p:nvSpPr>
            <p:spPr>
              <a:xfrm>
                <a:off x="5113232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34" name="pg1533">
                <a:extLst>
                  <a:ext uri="{FF2B5EF4-FFF2-40B4-BE49-F238E27FC236}">
                    <a16:creationId xmlns:a16="http://schemas.microsoft.com/office/drawing/2014/main" id="{85A0A113-8E27-4273-BFE8-E2EB01FAD7EA}"/>
                  </a:ext>
                </a:extLst>
              </p:cNvPr>
              <p:cNvSpPr/>
              <p:nvPr/>
            </p:nvSpPr>
            <p:spPr>
              <a:xfrm>
                <a:off x="5124869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35" name="pg1534">
                <a:extLst>
                  <a:ext uri="{FF2B5EF4-FFF2-40B4-BE49-F238E27FC236}">
                    <a16:creationId xmlns:a16="http://schemas.microsoft.com/office/drawing/2014/main" id="{CF23A56C-ABDB-7DA9-EAB2-28AFA2552CC0}"/>
                  </a:ext>
                </a:extLst>
              </p:cNvPr>
              <p:cNvSpPr/>
              <p:nvPr/>
            </p:nvSpPr>
            <p:spPr>
              <a:xfrm>
                <a:off x="5136507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36" name="pg1535">
                <a:extLst>
                  <a:ext uri="{FF2B5EF4-FFF2-40B4-BE49-F238E27FC236}">
                    <a16:creationId xmlns:a16="http://schemas.microsoft.com/office/drawing/2014/main" id="{6AAE7E2A-4E9F-3176-4812-AE739490B715}"/>
                  </a:ext>
                </a:extLst>
              </p:cNvPr>
              <p:cNvSpPr/>
              <p:nvPr/>
            </p:nvSpPr>
            <p:spPr>
              <a:xfrm>
                <a:off x="5148144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37" name="pg1536">
                <a:extLst>
                  <a:ext uri="{FF2B5EF4-FFF2-40B4-BE49-F238E27FC236}">
                    <a16:creationId xmlns:a16="http://schemas.microsoft.com/office/drawing/2014/main" id="{2C335358-09A5-7205-EAC6-14A18B8EBA3B}"/>
                  </a:ext>
                </a:extLst>
              </p:cNvPr>
              <p:cNvSpPr/>
              <p:nvPr/>
            </p:nvSpPr>
            <p:spPr>
              <a:xfrm>
                <a:off x="5159781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38" name="pg1537">
                <a:extLst>
                  <a:ext uri="{FF2B5EF4-FFF2-40B4-BE49-F238E27FC236}">
                    <a16:creationId xmlns:a16="http://schemas.microsoft.com/office/drawing/2014/main" id="{E9B2C614-7135-B544-2742-9AD4A5DBFE05}"/>
                  </a:ext>
                </a:extLst>
              </p:cNvPr>
              <p:cNvSpPr/>
              <p:nvPr/>
            </p:nvSpPr>
            <p:spPr>
              <a:xfrm>
                <a:off x="5171419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39" name="pg1538">
                <a:extLst>
                  <a:ext uri="{FF2B5EF4-FFF2-40B4-BE49-F238E27FC236}">
                    <a16:creationId xmlns:a16="http://schemas.microsoft.com/office/drawing/2014/main" id="{13D979A7-C608-20EF-620F-007EE78B1C52}"/>
                  </a:ext>
                </a:extLst>
              </p:cNvPr>
              <p:cNvSpPr/>
              <p:nvPr/>
            </p:nvSpPr>
            <p:spPr>
              <a:xfrm>
                <a:off x="5183056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40" name="pg1539">
                <a:extLst>
                  <a:ext uri="{FF2B5EF4-FFF2-40B4-BE49-F238E27FC236}">
                    <a16:creationId xmlns:a16="http://schemas.microsoft.com/office/drawing/2014/main" id="{7FC6A8DB-67BC-BF6F-0C05-4EBA7A29CC94}"/>
                  </a:ext>
                </a:extLst>
              </p:cNvPr>
              <p:cNvSpPr/>
              <p:nvPr/>
            </p:nvSpPr>
            <p:spPr>
              <a:xfrm>
                <a:off x="5194693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41" name="pg1540">
                <a:extLst>
                  <a:ext uri="{FF2B5EF4-FFF2-40B4-BE49-F238E27FC236}">
                    <a16:creationId xmlns:a16="http://schemas.microsoft.com/office/drawing/2014/main" id="{945DDCAD-A28D-7D3B-13D3-C15849CFEBAE}"/>
                  </a:ext>
                </a:extLst>
              </p:cNvPr>
              <p:cNvSpPr/>
              <p:nvPr/>
            </p:nvSpPr>
            <p:spPr>
              <a:xfrm>
                <a:off x="5206331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42" name="pg1541">
                <a:extLst>
                  <a:ext uri="{FF2B5EF4-FFF2-40B4-BE49-F238E27FC236}">
                    <a16:creationId xmlns:a16="http://schemas.microsoft.com/office/drawing/2014/main" id="{AB317824-2948-9308-9D1E-AD12590E7175}"/>
                  </a:ext>
                </a:extLst>
              </p:cNvPr>
              <p:cNvSpPr/>
              <p:nvPr/>
            </p:nvSpPr>
            <p:spPr>
              <a:xfrm>
                <a:off x="5217968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43" name="pg1542">
                <a:extLst>
                  <a:ext uri="{FF2B5EF4-FFF2-40B4-BE49-F238E27FC236}">
                    <a16:creationId xmlns:a16="http://schemas.microsoft.com/office/drawing/2014/main" id="{AE86FBAB-15A8-67AE-514A-A1CC663196AC}"/>
                  </a:ext>
                </a:extLst>
              </p:cNvPr>
              <p:cNvSpPr/>
              <p:nvPr/>
            </p:nvSpPr>
            <p:spPr>
              <a:xfrm>
                <a:off x="5229605" y="37231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44" name="pg1543">
                <a:extLst>
                  <a:ext uri="{FF2B5EF4-FFF2-40B4-BE49-F238E27FC236}">
                    <a16:creationId xmlns:a16="http://schemas.microsoft.com/office/drawing/2014/main" id="{524A34DB-0CC4-DDAE-EDB8-AB08321CBFD2}"/>
                  </a:ext>
                </a:extLst>
              </p:cNvPr>
              <p:cNvSpPr/>
              <p:nvPr/>
            </p:nvSpPr>
            <p:spPr>
              <a:xfrm>
                <a:off x="5043408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45" name="pg1544">
                <a:extLst>
                  <a:ext uri="{FF2B5EF4-FFF2-40B4-BE49-F238E27FC236}">
                    <a16:creationId xmlns:a16="http://schemas.microsoft.com/office/drawing/2014/main" id="{816F8517-1506-E423-E416-F3AAD50DD66B}"/>
                  </a:ext>
                </a:extLst>
              </p:cNvPr>
              <p:cNvSpPr/>
              <p:nvPr/>
            </p:nvSpPr>
            <p:spPr>
              <a:xfrm>
                <a:off x="5055045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46" name="pg1545">
                <a:extLst>
                  <a:ext uri="{FF2B5EF4-FFF2-40B4-BE49-F238E27FC236}">
                    <a16:creationId xmlns:a16="http://schemas.microsoft.com/office/drawing/2014/main" id="{1AFEC2DE-C01D-2887-BA65-8FF7373EBF40}"/>
                  </a:ext>
                </a:extLst>
              </p:cNvPr>
              <p:cNvSpPr/>
              <p:nvPr/>
            </p:nvSpPr>
            <p:spPr>
              <a:xfrm>
                <a:off x="5066683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47" name="pg1546">
                <a:extLst>
                  <a:ext uri="{FF2B5EF4-FFF2-40B4-BE49-F238E27FC236}">
                    <a16:creationId xmlns:a16="http://schemas.microsoft.com/office/drawing/2014/main" id="{3AC3C1D2-B937-8BDA-267A-82899134AA44}"/>
                  </a:ext>
                </a:extLst>
              </p:cNvPr>
              <p:cNvSpPr/>
              <p:nvPr/>
            </p:nvSpPr>
            <p:spPr>
              <a:xfrm>
                <a:off x="5078320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48" name="pg1547">
                <a:extLst>
                  <a:ext uri="{FF2B5EF4-FFF2-40B4-BE49-F238E27FC236}">
                    <a16:creationId xmlns:a16="http://schemas.microsoft.com/office/drawing/2014/main" id="{A5172809-A0DB-CC4B-29BF-65EFA8C02A32}"/>
                  </a:ext>
                </a:extLst>
              </p:cNvPr>
              <p:cNvSpPr/>
              <p:nvPr/>
            </p:nvSpPr>
            <p:spPr>
              <a:xfrm>
                <a:off x="5089957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49" name="pg1548">
                <a:extLst>
                  <a:ext uri="{FF2B5EF4-FFF2-40B4-BE49-F238E27FC236}">
                    <a16:creationId xmlns:a16="http://schemas.microsoft.com/office/drawing/2014/main" id="{9C71C553-F80F-1AD4-10B1-83C1C15DC36A}"/>
                  </a:ext>
                </a:extLst>
              </p:cNvPr>
              <p:cNvSpPr/>
              <p:nvPr/>
            </p:nvSpPr>
            <p:spPr>
              <a:xfrm>
                <a:off x="5101595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50" name="pg1549">
                <a:extLst>
                  <a:ext uri="{FF2B5EF4-FFF2-40B4-BE49-F238E27FC236}">
                    <a16:creationId xmlns:a16="http://schemas.microsoft.com/office/drawing/2014/main" id="{C761B84E-8F29-6319-E84E-5AECA8827BE0}"/>
                  </a:ext>
                </a:extLst>
              </p:cNvPr>
              <p:cNvSpPr/>
              <p:nvPr/>
            </p:nvSpPr>
            <p:spPr>
              <a:xfrm>
                <a:off x="5113232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51" name="pg1550">
                <a:extLst>
                  <a:ext uri="{FF2B5EF4-FFF2-40B4-BE49-F238E27FC236}">
                    <a16:creationId xmlns:a16="http://schemas.microsoft.com/office/drawing/2014/main" id="{8CAD61E3-BAFA-39AE-7128-BFF2A4B17491}"/>
                  </a:ext>
                </a:extLst>
              </p:cNvPr>
              <p:cNvSpPr/>
              <p:nvPr/>
            </p:nvSpPr>
            <p:spPr>
              <a:xfrm>
                <a:off x="5124869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52" name="pg1551">
                <a:extLst>
                  <a:ext uri="{FF2B5EF4-FFF2-40B4-BE49-F238E27FC236}">
                    <a16:creationId xmlns:a16="http://schemas.microsoft.com/office/drawing/2014/main" id="{7447CD2A-5435-461F-E16F-F4A1EBEE35D7}"/>
                  </a:ext>
                </a:extLst>
              </p:cNvPr>
              <p:cNvSpPr/>
              <p:nvPr/>
            </p:nvSpPr>
            <p:spPr>
              <a:xfrm>
                <a:off x="5136507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53" name="pg1552">
                <a:extLst>
                  <a:ext uri="{FF2B5EF4-FFF2-40B4-BE49-F238E27FC236}">
                    <a16:creationId xmlns:a16="http://schemas.microsoft.com/office/drawing/2014/main" id="{2F211958-FEF8-B3C2-30F6-271273128364}"/>
                  </a:ext>
                </a:extLst>
              </p:cNvPr>
              <p:cNvSpPr/>
              <p:nvPr/>
            </p:nvSpPr>
            <p:spPr>
              <a:xfrm>
                <a:off x="5148144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54" name="pg1553">
                <a:extLst>
                  <a:ext uri="{FF2B5EF4-FFF2-40B4-BE49-F238E27FC236}">
                    <a16:creationId xmlns:a16="http://schemas.microsoft.com/office/drawing/2014/main" id="{D0574408-A822-7309-27AF-C827F8E2F938}"/>
                  </a:ext>
                </a:extLst>
              </p:cNvPr>
              <p:cNvSpPr/>
              <p:nvPr/>
            </p:nvSpPr>
            <p:spPr>
              <a:xfrm>
                <a:off x="5159781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55" name="pg1554">
                <a:extLst>
                  <a:ext uri="{FF2B5EF4-FFF2-40B4-BE49-F238E27FC236}">
                    <a16:creationId xmlns:a16="http://schemas.microsoft.com/office/drawing/2014/main" id="{5EED574C-2C2F-7EA6-D084-33BCB6458053}"/>
                  </a:ext>
                </a:extLst>
              </p:cNvPr>
              <p:cNvSpPr/>
              <p:nvPr/>
            </p:nvSpPr>
            <p:spPr>
              <a:xfrm>
                <a:off x="5171419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56" name="pg1555">
                <a:extLst>
                  <a:ext uri="{FF2B5EF4-FFF2-40B4-BE49-F238E27FC236}">
                    <a16:creationId xmlns:a16="http://schemas.microsoft.com/office/drawing/2014/main" id="{1D556E2D-5976-B6F3-18F6-A8A6626C8230}"/>
                  </a:ext>
                </a:extLst>
              </p:cNvPr>
              <p:cNvSpPr/>
              <p:nvPr/>
            </p:nvSpPr>
            <p:spPr>
              <a:xfrm>
                <a:off x="5183056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57" name="pg1556">
                <a:extLst>
                  <a:ext uri="{FF2B5EF4-FFF2-40B4-BE49-F238E27FC236}">
                    <a16:creationId xmlns:a16="http://schemas.microsoft.com/office/drawing/2014/main" id="{D4626490-2809-CABA-C4C3-9283EE784164}"/>
                  </a:ext>
                </a:extLst>
              </p:cNvPr>
              <p:cNvSpPr/>
              <p:nvPr/>
            </p:nvSpPr>
            <p:spPr>
              <a:xfrm>
                <a:off x="5194693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58" name="pg1557">
                <a:extLst>
                  <a:ext uri="{FF2B5EF4-FFF2-40B4-BE49-F238E27FC236}">
                    <a16:creationId xmlns:a16="http://schemas.microsoft.com/office/drawing/2014/main" id="{4FB90DC4-EADF-5933-1F84-C012CCFC033B}"/>
                  </a:ext>
                </a:extLst>
              </p:cNvPr>
              <p:cNvSpPr/>
              <p:nvPr/>
            </p:nvSpPr>
            <p:spPr>
              <a:xfrm>
                <a:off x="5206331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59" name="pg1558">
                <a:extLst>
                  <a:ext uri="{FF2B5EF4-FFF2-40B4-BE49-F238E27FC236}">
                    <a16:creationId xmlns:a16="http://schemas.microsoft.com/office/drawing/2014/main" id="{35230BE2-1B2E-B0A9-A2E0-65038D1B5420}"/>
                  </a:ext>
                </a:extLst>
              </p:cNvPr>
              <p:cNvSpPr/>
              <p:nvPr/>
            </p:nvSpPr>
            <p:spPr>
              <a:xfrm>
                <a:off x="5217968" y="373745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60" name="pg1559">
                <a:extLst>
                  <a:ext uri="{FF2B5EF4-FFF2-40B4-BE49-F238E27FC236}">
                    <a16:creationId xmlns:a16="http://schemas.microsoft.com/office/drawing/2014/main" id="{F7A4118A-8EC9-83A7-8C46-92EA0515121F}"/>
                  </a:ext>
                </a:extLst>
              </p:cNvPr>
              <p:cNvSpPr/>
              <p:nvPr/>
            </p:nvSpPr>
            <p:spPr>
              <a:xfrm>
                <a:off x="5055045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61" name="pg1560">
                <a:extLst>
                  <a:ext uri="{FF2B5EF4-FFF2-40B4-BE49-F238E27FC236}">
                    <a16:creationId xmlns:a16="http://schemas.microsoft.com/office/drawing/2014/main" id="{ABA289B6-C53D-ED3E-ADB4-E65FC4ADC706}"/>
                  </a:ext>
                </a:extLst>
              </p:cNvPr>
              <p:cNvSpPr/>
              <p:nvPr/>
            </p:nvSpPr>
            <p:spPr>
              <a:xfrm>
                <a:off x="5066683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62" name="pg1561">
                <a:extLst>
                  <a:ext uri="{FF2B5EF4-FFF2-40B4-BE49-F238E27FC236}">
                    <a16:creationId xmlns:a16="http://schemas.microsoft.com/office/drawing/2014/main" id="{D848132E-9B30-AD7C-08CD-46E22EC691F7}"/>
                  </a:ext>
                </a:extLst>
              </p:cNvPr>
              <p:cNvSpPr/>
              <p:nvPr/>
            </p:nvSpPr>
            <p:spPr>
              <a:xfrm>
                <a:off x="5078320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63" name="pg1562">
                <a:extLst>
                  <a:ext uri="{FF2B5EF4-FFF2-40B4-BE49-F238E27FC236}">
                    <a16:creationId xmlns:a16="http://schemas.microsoft.com/office/drawing/2014/main" id="{A8B54828-9DA7-1362-5AEA-854574F84FF5}"/>
                  </a:ext>
                </a:extLst>
              </p:cNvPr>
              <p:cNvSpPr/>
              <p:nvPr/>
            </p:nvSpPr>
            <p:spPr>
              <a:xfrm>
                <a:off x="5089957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64" name="pg1563">
                <a:extLst>
                  <a:ext uri="{FF2B5EF4-FFF2-40B4-BE49-F238E27FC236}">
                    <a16:creationId xmlns:a16="http://schemas.microsoft.com/office/drawing/2014/main" id="{482238A0-C510-0FBD-86FE-36F8A70037E5}"/>
                  </a:ext>
                </a:extLst>
              </p:cNvPr>
              <p:cNvSpPr/>
              <p:nvPr/>
            </p:nvSpPr>
            <p:spPr>
              <a:xfrm>
                <a:off x="5101595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65" name="pg1564">
                <a:extLst>
                  <a:ext uri="{FF2B5EF4-FFF2-40B4-BE49-F238E27FC236}">
                    <a16:creationId xmlns:a16="http://schemas.microsoft.com/office/drawing/2014/main" id="{D2EA51AA-BDD4-E9E8-154E-88CD4DD853AD}"/>
                  </a:ext>
                </a:extLst>
              </p:cNvPr>
              <p:cNvSpPr/>
              <p:nvPr/>
            </p:nvSpPr>
            <p:spPr>
              <a:xfrm>
                <a:off x="5113232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66" name="pg1565">
                <a:extLst>
                  <a:ext uri="{FF2B5EF4-FFF2-40B4-BE49-F238E27FC236}">
                    <a16:creationId xmlns:a16="http://schemas.microsoft.com/office/drawing/2014/main" id="{538FA921-FE71-03B8-75BB-36CB3144B56E}"/>
                  </a:ext>
                </a:extLst>
              </p:cNvPr>
              <p:cNvSpPr/>
              <p:nvPr/>
            </p:nvSpPr>
            <p:spPr>
              <a:xfrm>
                <a:off x="5124869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67" name="pg1566">
                <a:extLst>
                  <a:ext uri="{FF2B5EF4-FFF2-40B4-BE49-F238E27FC236}">
                    <a16:creationId xmlns:a16="http://schemas.microsoft.com/office/drawing/2014/main" id="{68CC401F-B7CB-EDD2-A75D-96B8E1C57446}"/>
                  </a:ext>
                </a:extLst>
              </p:cNvPr>
              <p:cNvSpPr/>
              <p:nvPr/>
            </p:nvSpPr>
            <p:spPr>
              <a:xfrm>
                <a:off x="5136507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68" name="pg1567">
                <a:extLst>
                  <a:ext uri="{FF2B5EF4-FFF2-40B4-BE49-F238E27FC236}">
                    <a16:creationId xmlns:a16="http://schemas.microsoft.com/office/drawing/2014/main" id="{B47AC870-BC69-4407-4240-6969FBD4B45A}"/>
                  </a:ext>
                </a:extLst>
              </p:cNvPr>
              <p:cNvSpPr/>
              <p:nvPr/>
            </p:nvSpPr>
            <p:spPr>
              <a:xfrm>
                <a:off x="5148144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69" name="pg1568">
                <a:extLst>
                  <a:ext uri="{FF2B5EF4-FFF2-40B4-BE49-F238E27FC236}">
                    <a16:creationId xmlns:a16="http://schemas.microsoft.com/office/drawing/2014/main" id="{96CD8422-6225-63C6-EC4D-211CE530FCA3}"/>
                  </a:ext>
                </a:extLst>
              </p:cNvPr>
              <p:cNvSpPr/>
              <p:nvPr/>
            </p:nvSpPr>
            <p:spPr>
              <a:xfrm>
                <a:off x="5159781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70" name="pg1569">
                <a:extLst>
                  <a:ext uri="{FF2B5EF4-FFF2-40B4-BE49-F238E27FC236}">
                    <a16:creationId xmlns:a16="http://schemas.microsoft.com/office/drawing/2014/main" id="{48113F8A-5D9D-C663-2093-2CEAADAF5C6F}"/>
                  </a:ext>
                </a:extLst>
              </p:cNvPr>
              <p:cNvSpPr/>
              <p:nvPr/>
            </p:nvSpPr>
            <p:spPr>
              <a:xfrm>
                <a:off x="5171419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71" name="pg1570">
                <a:extLst>
                  <a:ext uri="{FF2B5EF4-FFF2-40B4-BE49-F238E27FC236}">
                    <a16:creationId xmlns:a16="http://schemas.microsoft.com/office/drawing/2014/main" id="{2C01461F-9262-7CC6-39AF-81161B4B145F}"/>
                  </a:ext>
                </a:extLst>
              </p:cNvPr>
              <p:cNvSpPr/>
              <p:nvPr/>
            </p:nvSpPr>
            <p:spPr>
              <a:xfrm>
                <a:off x="5183056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72" name="pg1571">
                <a:extLst>
                  <a:ext uri="{FF2B5EF4-FFF2-40B4-BE49-F238E27FC236}">
                    <a16:creationId xmlns:a16="http://schemas.microsoft.com/office/drawing/2014/main" id="{E0941184-FE08-C9AB-FC4F-0D71F3DE4F64}"/>
                  </a:ext>
                </a:extLst>
              </p:cNvPr>
              <p:cNvSpPr/>
              <p:nvPr/>
            </p:nvSpPr>
            <p:spPr>
              <a:xfrm>
                <a:off x="5194693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73" name="pg1572">
                <a:extLst>
                  <a:ext uri="{FF2B5EF4-FFF2-40B4-BE49-F238E27FC236}">
                    <a16:creationId xmlns:a16="http://schemas.microsoft.com/office/drawing/2014/main" id="{97321891-2775-DC94-BF13-DEEF87CBF683}"/>
                  </a:ext>
                </a:extLst>
              </p:cNvPr>
              <p:cNvSpPr/>
              <p:nvPr/>
            </p:nvSpPr>
            <p:spPr>
              <a:xfrm>
                <a:off x="5206331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74" name="pg1573">
                <a:extLst>
                  <a:ext uri="{FF2B5EF4-FFF2-40B4-BE49-F238E27FC236}">
                    <a16:creationId xmlns:a16="http://schemas.microsoft.com/office/drawing/2014/main" id="{385902A6-7470-B9DB-6C74-DF6A8D29150D}"/>
                  </a:ext>
                </a:extLst>
              </p:cNvPr>
              <p:cNvSpPr/>
              <p:nvPr/>
            </p:nvSpPr>
            <p:spPr>
              <a:xfrm>
                <a:off x="5217968" y="37517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75" name="pg1574">
                <a:extLst>
                  <a:ext uri="{FF2B5EF4-FFF2-40B4-BE49-F238E27FC236}">
                    <a16:creationId xmlns:a16="http://schemas.microsoft.com/office/drawing/2014/main" id="{A039BF6E-DF7D-0373-97A2-869868B9C62A}"/>
                  </a:ext>
                </a:extLst>
              </p:cNvPr>
              <p:cNvSpPr/>
              <p:nvPr/>
            </p:nvSpPr>
            <p:spPr>
              <a:xfrm>
                <a:off x="5008496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76" name="pg1575">
                <a:extLst>
                  <a:ext uri="{FF2B5EF4-FFF2-40B4-BE49-F238E27FC236}">
                    <a16:creationId xmlns:a16="http://schemas.microsoft.com/office/drawing/2014/main" id="{6FEAEE94-8669-8FE1-AFD3-EB581BD541C0}"/>
                  </a:ext>
                </a:extLst>
              </p:cNvPr>
              <p:cNvSpPr/>
              <p:nvPr/>
            </p:nvSpPr>
            <p:spPr>
              <a:xfrm>
                <a:off x="5020133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77" name="pg1576">
                <a:extLst>
                  <a:ext uri="{FF2B5EF4-FFF2-40B4-BE49-F238E27FC236}">
                    <a16:creationId xmlns:a16="http://schemas.microsoft.com/office/drawing/2014/main" id="{00AC3E5C-A58D-164D-03B5-3BC242BC18A5}"/>
                  </a:ext>
                </a:extLst>
              </p:cNvPr>
              <p:cNvSpPr/>
              <p:nvPr/>
            </p:nvSpPr>
            <p:spPr>
              <a:xfrm>
                <a:off x="5031771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78" name="pg1577">
                <a:extLst>
                  <a:ext uri="{FF2B5EF4-FFF2-40B4-BE49-F238E27FC236}">
                    <a16:creationId xmlns:a16="http://schemas.microsoft.com/office/drawing/2014/main" id="{67B1F89D-A07E-80F3-6540-E0D8FEDC9775}"/>
                  </a:ext>
                </a:extLst>
              </p:cNvPr>
              <p:cNvSpPr/>
              <p:nvPr/>
            </p:nvSpPr>
            <p:spPr>
              <a:xfrm>
                <a:off x="5043408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79" name="pg1578">
                <a:extLst>
                  <a:ext uri="{FF2B5EF4-FFF2-40B4-BE49-F238E27FC236}">
                    <a16:creationId xmlns:a16="http://schemas.microsoft.com/office/drawing/2014/main" id="{97E722E0-684C-2B1F-BBB7-3786FFD58CB0}"/>
                  </a:ext>
                </a:extLst>
              </p:cNvPr>
              <p:cNvSpPr/>
              <p:nvPr/>
            </p:nvSpPr>
            <p:spPr>
              <a:xfrm>
                <a:off x="5055045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80" name="pg1579">
                <a:extLst>
                  <a:ext uri="{FF2B5EF4-FFF2-40B4-BE49-F238E27FC236}">
                    <a16:creationId xmlns:a16="http://schemas.microsoft.com/office/drawing/2014/main" id="{4CF6613C-C011-2E13-BC6B-B1F8A26ABB06}"/>
                  </a:ext>
                </a:extLst>
              </p:cNvPr>
              <p:cNvSpPr/>
              <p:nvPr/>
            </p:nvSpPr>
            <p:spPr>
              <a:xfrm>
                <a:off x="5066683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81" name="pg1580">
                <a:extLst>
                  <a:ext uri="{FF2B5EF4-FFF2-40B4-BE49-F238E27FC236}">
                    <a16:creationId xmlns:a16="http://schemas.microsoft.com/office/drawing/2014/main" id="{86E4DD89-072F-1477-5980-726B6CDDA9C7}"/>
                  </a:ext>
                </a:extLst>
              </p:cNvPr>
              <p:cNvSpPr/>
              <p:nvPr/>
            </p:nvSpPr>
            <p:spPr>
              <a:xfrm>
                <a:off x="5078320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82" name="pg1581">
                <a:extLst>
                  <a:ext uri="{FF2B5EF4-FFF2-40B4-BE49-F238E27FC236}">
                    <a16:creationId xmlns:a16="http://schemas.microsoft.com/office/drawing/2014/main" id="{6A06DE43-B7BF-FF61-9644-8C7FDB78B1BC}"/>
                  </a:ext>
                </a:extLst>
              </p:cNvPr>
              <p:cNvSpPr/>
              <p:nvPr/>
            </p:nvSpPr>
            <p:spPr>
              <a:xfrm>
                <a:off x="5089957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83" name="pg1582">
                <a:extLst>
                  <a:ext uri="{FF2B5EF4-FFF2-40B4-BE49-F238E27FC236}">
                    <a16:creationId xmlns:a16="http://schemas.microsoft.com/office/drawing/2014/main" id="{D7A2557B-62AB-DF95-42BD-EC1B212D767A}"/>
                  </a:ext>
                </a:extLst>
              </p:cNvPr>
              <p:cNvSpPr/>
              <p:nvPr/>
            </p:nvSpPr>
            <p:spPr>
              <a:xfrm>
                <a:off x="5101595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3DDC0">
                  <a:alpha val="100000"/>
                </a:srgbClr>
              </a:solidFill>
              <a:ln w="5420" cap="flat">
                <a:solidFill>
                  <a:srgbClr val="93DD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84" name="pg1583">
                <a:extLst>
                  <a:ext uri="{FF2B5EF4-FFF2-40B4-BE49-F238E27FC236}">
                    <a16:creationId xmlns:a16="http://schemas.microsoft.com/office/drawing/2014/main" id="{DA4EA92A-C618-D474-F9E7-21CAB682319F}"/>
                  </a:ext>
                </a:extLst>
              </p:cNvPr>
              <p:cNvSpPr/>
              <p:nvPr/>
            </p:nvSpPr>
            <p:spPr>
              <a:xfrm>
                <a:off x="5113232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85" name="pg1584">
                <a:extLst>
                  <a:ext uri="{FF2B5EF4-FFF2-40B4-BE49-F238E27FC236}">
                    <a16:creationId xmlns:a16="http://schemas.microsoft.com/office/drawing/2014/main" id="{EA8E7678-5911-815E-3F1C-4767FAB4F91F}"/>
                  </a:ext>
                </a:extLst>
              </p:cNvPr>
              <p:cNvSpPr/>
              <p:nvPr/>
            </p:nvSpPr>
            <p:spPr>
              <a:xfrm>
                <a:off x="5124869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86" name="pg1585">
                <a:extLst>
                  <a:ext uri="{FF2B5EF4-FFF2-40B4-BE49-F238E27FC236}">
                    <a16:creationId xmlns:a16="http://schemas.microsoft.com/office/drawing/2014/main" id="{CE15E673-E55D-7027-E6C4-E79B1FCFBDDB}"/>
                  </a:ext>
                </a:extLst>
              </p:cNvPr>
              <p:cNvSpPr/>
              <p:nvPr/>
            </p:nvSpPr>
            <p:spPr>
              <a:xfrm>
                <a:off x="5136507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87" name="pg1586">
                <a:extLst>
                  <a:ext uri="{FF2B5EF4-FFF2-40B4-BE49-F238E27FC236}">
                    <a16:creationId xmlns:a16="http://schemas.microsoft.com/office/drawing/2014/main" id="{360CCE5D-6F86-160B-42EF-62132EC8564B}"/>
                  </a:ext>
                </a:extLst>
              </p:cNvPr>
              <p:cNvSpPr/>
              <p:nvPr/>
            </p:nvSpPr>
            <p:spPr>
              <a:xfrm>
                <a:off x="5148144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88" name="pg1587">
                <a:extLst>
                  <a:ext uri="{FF2B5EF4-FFF2-40B4-BE49-F238E27FC236}">
                    <a16:creationId xmlns:a16="http://schemas.microsoft.com/office/drawing/2014/main" id="{BF9F54D7-3997-7002-99A2-0E8ECABFC15C}"/>
                  </a:ext>
                </a:extLst>
              </p:cNvPr>
              <p:cNvSpPr/>
              <p:nvPr/>
            </p:nvSpPr>
            <p:spPr>
              <a:xfrm>
                <a:off x="5159781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89" name="pg1588">
                <a:extLst>
                  <a:ext uri="{FF2B5EF4-FFF2-40B4-BE49-F238E27FC236}">
                    <a16:creationId xmlns:a16="http://schemas.microsoft.com/office/drawing/2014/main" id="{0B706E57-876A-9A4B-AB6A-9C9A9D5F7C7B}"/>
                  </a:ext>
                </a:extLst>
              </p:cNvPr>
              <p:cNvSpPr/>
              <p:nvPr/>
            </p:nvSpPr>
            <p:spPr>
              <a:xfrm>
                <a:off x="5171419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90" name="pg1589">
                <a:extLst>
                  <a:ext uri="{FF2B5EF4-FFF2-40B4-BE49-F238E27FC236}">
                    <a16:creationId xmlns:a16="http://schemas.microsoft.com/office/drawing/2014/main" id="{257F2618-A6C5-4678-356A-5BC9A0C30DCB}"/>
                  </a:ext>
                </a:extLst>
              </p:cNvPr>
              <p:cNvSpPr/>
              <p:nvPr/>
            </p:nvSpPr>
            <p:spPr>
              <a:xfrm>
                <a:off x="5183056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91" name="pg1590">
                <a:extLst>
                  <a:ext uri="{FF2B5EF4-FFF2-40B4-BE49-F238E27FC236}">
                    <a16:creationId xmlns:a16="http://schemas.microsoft.com/office/drawing/2014/main" id="{8921D305-614D-B1A1-8F5E-FE15E6F292FF}"/>
                  </a:ext>
                </a:extLst>
              </p:cNvPr>
              <p:cNvSpPr/>
              <p:nvPr/>
            </p:nvSpPr>
            <p:spPr>
              <a:xfrm>
                <a:off x="5194693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92" name="pg1591">
                <a:extLst>
                  <a:ext uri="{FF2B5EF4-FFF2-40B4-BE49-F238E27FC236}">
                    <a16:creationId xmlns:a16="http://schemas.microsoft.com/office/drawing/2014/main" id="{B0628DED-EC85-2ECB-B553-B9C77E3126C5}"/>
                  </a:ext>
                </a:extLst>
              </p:cNvPr>
              <p:cNvSpPr/>
              <p:nvPr/>
            </p:nvSpPr>
            <p:spPr>
              <a:xfrm>
                <a:off x="5206331" y="376605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93" name="pg1592">
                <a:extLst>
                  <a:ext uri="{FF2B5EF4-FFF2-40B4-BE49-F238E27FC236}">
                    <a16:creationId xmlns:a16="http://schemas.microsoft.com/office/drawing/2014/main" id="{776C68AE-3292-AF50-32A2-6A6152BC1D00}"/>
                  </a:ext>
                </a:extLst>
              </p:cNvPr>
              <p:cNvSpPr/>
              <p:nvPr/>
            </p:nvSpPr>
            <p:spPr>
              <a:xfrm>
                <a:off x="4996859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94" name="pg1593">
                <a:extLst>
                  <a:ext uri="{FF2B5EF4-FFF2-40B4-BE49-F238E27FC236}">
                    <a16:creationId xmlns:a16="http://schemas.microsoft.com/office/drawing/2014/main" id="{23EB6C9E-BA5B-FBE8-2C45-411A0C75896D}"/>
                  </a:ext>
                </a:extLst>
              </p:cNvPr>
              <p:cNvSpPr/>
              <p:nvPr/>
            </p:nvSpPr>
            <p:spPr>
              <a:xfrm>
                <a:off x="5008496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95" name="pg1594">
                <a:extLst>
                  <a:ext uri="{FF2B5EF4-FFF2-40B4-BE49-F238E27FC236}">
                    <a16:creationId xmlns:a16="http://schemas.microsoft.com/office/drawing/2014/main" id="{A4759E08-6A1A-5A0F-2CBF-5F9D9B725A69}"/>
                  </a:ext>
                </a:extLst>
              </p:cNvPr>
              <p:cNvSpPr/>
              <p:nvPr/>
            </p:nvSpPr>
            <p:spPr>
              <a:xfrm>
                <a:off x="5020133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96" name="pg1595">
                <a:extLst>
                  <a:ext uri="{FF2B5EF4-FFF2-40B4-BE49-F238E27FC236}">
                    <a16:creationId xmlns:a16="http://schemas.microsoft.com/office/drawing/2014/main" id="{4C96A593-23D8-AE06-91E8-F7FB257B2FF4}"/>
                  </a:ext>
                </a:extLst>
              </p:cNvPr>
              <p:cNvSpPr/>
              <p:nvPr/>
            </p:nvSpPr>
            <p:spPr>
              <a:xfrm>
                <a:off x="5031771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97" name="pg1596">
                <a:extLst>
                  <a:ext uri="{FF2B5EF4-FFF2-40B4-BE49-F238E27FC236}">
                    <a16:creationId xmlns:a16="http://schemas.microsoft.com/office/drawing/2014/main" id="{2B568F09-720F-BBFC-F472-A687E4ECA274}"/>
                  </a:ext>
                </a:extLst>
              </p:cNvPr>
              <p:cNvSpPr/>
              <p:nvPr/>
            </p:nvSpPr>
            <p:spPr>
              <a:xfrm>
                <a:off x="5043408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98" name="pg1597">
                <a:extLst>
                  <a:ext uri="{FF2B5EF4-FFF2-40B4-BE49-F238E27FC236}">
                    <a16:creationId xmlns:a16="http://schemas.microsoft.com/office/drawing/2014/main" id="{E3F06E52-D630-209D-7373-1A35BF449E30}"/>
                  </a:ext>
                </a:extLst>
              </p:cNvPr>
              <p:cNvSpPr/>
              <p:nvPr/>
            </p:nvSpPr>
            <p:spPr>
              <a:xfrm>
                <a:off x="5055045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B1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999" name="pg1598">
                <a:extLst>
                  <a:ext uri="{FF2B5EF4-FFF2-40B4-BE49-F238E27FC236}">
                    <a16:creationId xmlns:a16="http://schemas.microsoft.com/office/drawing/2014/main" id="{1FC9DDA9-7CBE-9F84-739F-685E508C8163}"/>
                  </a:ext>
                </a:extLst>
              </p:cNvPr>
              <p:cNvSpPr/>
              <p:nvPr/>
            </p:nvSpPr>
            <p:spPr>
              <a:xfrm>
                <a:off x="5066683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B3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00" name="pg1599">
                <a:extLst>
                  <a:ext uri="{FF2B5EF4-FFF2-40B4-BE49-F238E27FC236}">
                    <a16:creationId xmlns:a16="http://schemas.microsoft.com/office/drawing/2014/main" id="{67A4DFDE-EDB1-C314-C187-0F01452DE419}"/>
                  </a:ext>
                </a:extLst>
              </p:cNvPr>
              <p:cNvSpPr/>
              <p:nvPr/>
            </p:nvSpPr>
            <p:spPr>
              <a:xfrm>
                <a:off x="5078320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B3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01" name="pg1600">
                <a:extLst>
                  <a:ext uri="{FF2B5EF4-FFF2-40B4-BE49-F238E27FC236}">
                    <a16:creationId xmlns:a16="http://schemas.microsoft.com/office/drawing/2014/main" id="{3066010E-FAD6-22D9-1615-9A560EEEEEF2}"/>
                  </a:ext>
                </a:extLst>
              </p:cNvPr>
              <p:cNvSpPr/>
              <p:nvPr/>
            </p:nvSpPr>
            <p:spPr>
              <a:xfrm>
                <a:off x="5089957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02" name="pg1601">
                <a:extLst>
                  <a:ext uri="{FF2B5EF4-FFF2-40B4-BE49-F238E27FC236}">
                    <a16:creationId xmlns:a16="http://schemas.microsoft.com/office/drawing/2014/main" id="{C5ECA09F-4553-AC27-5427-34FE77062282}"/>
                  </a:ext>
                </a:extLst>
              </p:cNvPr>
              <p:cNvSpPr/>
              <p:nvPr/>
            </p:nvSpPr>
            <p:spPr>
              <a:xfrm>
                <a:off x="5101595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03" name="pg1602">
                <a:extLst>
                  <a:ext uri="{FF2B5EF4-FFF2-40B4-BE49-F238E27FC236}">
                    <a16:creationId xmlns:a16="http://schemas.microsoft.com/office/drawing/2014/main" id="{7110A844-01C5-81E3-74CB-F32B48F0BA76}"/>
                  </a:ext>
                </a:extLst>
              </p:cNvPr>
              <p:cNvSpPr/>
              <p:nvPr/>
            </p:nvSpPr>
            <p:spPr>
              <a:xfrm>
                <a:off x="5113232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1DCC0">
                  <a:alpha val="100000"/>
                </a:srgbClr>
              </a:solidFill>
              <a:ln w="5420" cap="flat">
                <a:solidFill>
                  <a:srgbClr val="91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04" name="pg1603">
                <a:extLst>
                  <a:ext uri="{FF2B5EF4-FFF2-40B4-BE49-F238E27FC236}">
                    <a16:creationId xmlns:a16="http://schemas.microsoft.com/office/drawing/2014/main" id="{698F92E2-107A-D19D-1956-E9DC45DE4757}"/>
                  </a:ext>
                </a:extLst>
              </p:cNvPr>
              <p:cNvSpPr/>
              <p:nvPr/>
            </p:nvSpPr>
            <p:spPr>
              <a:xfrm>
                <a:off x="5124869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05" name="pg1604">
                <a:extLst>
                  <a:ext uri="{FF2B5EF4-FFF2-40B4-BE49-F238E27FC236}">
                    <a16:creationId xmlns:a16="http://schemas.microsoft.com/office/drawing/2014/main" id="{59822426-1E84-E47C-6B28-6CA91EFB437A}"/>
                  </a:ext>
                </a:extLst>
              </p:cNvPr>
              <p:cNvSpPr/>
              <p:nvPr/>
            </p:nvSpPr>
            <p:spPr>
              <a:xfrm>
                <a:off x="5136507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06" name="pg1605">
                <a:extLst>
                  <a:ext uri="{FF2B5EF4-FFF2-40B4-BE49-F238E27FC236}">
                    <a16:creationId xmlns:a16="http://schemas.microsoft.com/office/drawing/2014/main" id="{E5D8B212-030D-C7B5-E9AF-BE150604B2E7}"/>
                  </a:ext>
                </a:extLst>
              </p:cNvPr>
              <p:cNvSpPr/>
              <p:nvPr/>
            </p:nvSpPr>
            <p:spPr>
              <a:xfrm>
                <a:off x="5148144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07" name="pg1606">
                <a:extLst>
                  <a:ext uri="{FF2B5EF4-FFF2-40B4-BE49-F238E27FC236}">
                    <a16:creationId xmlns:a16="http://schemas.microsoft.com/office/drawing/2014/main" id="{D06731B4-D861-EE58-F373-8290E76B7A05}"/>
                  </a:ext>
                </a:extLst>
              </p:cNvPr>
              <p:cNvSpPr/>
              <p:nvPr/>
            </p:nvSpPr>
            <p:spPr>
              <a:xfrm>
                <a:off x="5159781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08" name="pg1607">
                <a:extLst>
                  <a:ext uri="{FF2B5EF4-FFF2-40B4-BE49-F238E27FC236}">
                    <a16:creationId xmlns:a16="http://schemas.microsoft.com/office/drawing/2014/main" id="{5E0ADC21-E9C0-4C6C-F05A-36AF605293D8}"/>
                  </a:ext>
                </a:extLst>
              </p:cNvPr>
              <p:cNvSpPr/>
              <p:nvPr/>
            </p:nvSpPr>
            <p:spPr>
              <a:xfrm>
                <a:off x="5171419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09" name="pg1608">
                <a:extLst>
                  <a:ext uri="{FF2B5EF4-FFF2-40B4-BE49-F238E27FC236}">
                    <a16:creationId xmlns:a16="http://schemas.microsoft.com/office/drawing/2014/main" id="{D195F2C6-8C93-5CCA-FBB4-02A29923F08C}"/>
                  </a:ext>
                </a:extLst>
              </p:cNvPr>
              <p:cNvSpPr/>
              <p:nvPr/>
            </p:nvSpPr>
            <p:spPr>
              <a:xfrm>
                <a:off x="5183056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10" name="pg1609">
                <a:extLst>
                  <a:ext uri="{FF2B5EF4-FFF2-40B4-BE49-F238E27FC236}">
                    <a16:creationId xmlns:a16="http://schemas.microsoft.com/office/drawing/2014/main" id="{923B1C41-FD45-0922-955F-88584FBB3316}"/>
                  </a:ext>
                </a:extLst>
              </p:cNvPr>
              <p:cNvSpPr/>
              <p:nvPr/>
            </p:nvSpPr>
            <p:spPr>
              <a:xfrm>
                <a:off x="5194693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11" name="pg1610">
                <a:extLst>
                  <a:ext uri="{FF2B5EF4-FFF2-40B4-BE49-F238E27FC236}">
                    <a16:creationId xmlns:a16="http://schemas.microsoft.com/office/drawing/2014/main" id="{6B0D0FCF-B746-E16D-C001-BE62F2475489}"/>
                  </a:ext>
                </a:extLst>
              </p:cNvPr>
              <p:cNvSpPr/>
              <p:nvPr/>
            </p:nvSpPr>
            <p:spPr>
              <a:xfrm>
                <a:off x="5206331" y="378035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12" name="pg1611">
                <a:extLst>
                  <a:ext uri="{FF2B5EF4-FFF2-40B4-BE49-F238E27FC236}">
                    <a16:creationId xmlns:a16="http://schemas.microsoft.com/office/drawing/2014/main" id="{04117FC8-8E31-E449-30D3-E09ED3356004}"/>
                  </a:ext>
                </a:extLst>
              </p:cNvPr>
              <p:cNvSpPr/>
              <p:nvPr/>
            </p:nvSpPr>
            <p:spPr>
              <a:xfrm>
                <a:off x="4996859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13" name="pg1612">
                <a:extLst>
                  <a:ext uri="{FF2B5EF4-FFF2-40B4-BE49-F238E27FC236}">
                    <a16:creationId xmlns:a16="http://schemas.microsoft.com/office/drawing/2014/main" id="{EDA6AA62-2960-127E-831F-3889AEC17ABC}"/>
                  </a:ext>
                </a:extLst>
              </p:cNvPr>
              <p:cNvSpPr/>
              <p:nvPr/>
            </p:nvSpPr>
            <p:spPr>
              <a:xfrm>
                <a:off x="5008496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14" name="pg1613">
                <a:extLst>
                  <a:ext uri="{FF2B5EF4-FFF2-40B4-BE49-F238E27FC236}">
                    <a16:creationId xmlns:a16="http://schemas.microsoft.com/office/drawing/2014/main" id="{205D0162-CA91-6903-1EEA-A7864F072CF6}"/>
                  </a:ext>
                </a:extLst>
              </p:cNvPr>
              <p:cNvSpPr/>
              <p:nvPr/>
            </p:nvSpPr>
            <p:spPr>
              <a:xfrm>
                <a:off x="5020133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15" name="pg1614">
                <a:extLst>
                  <a:ext uri="{FF2B5EF4-FFF2-40B4-BE49-F238E27FC236}">
                    <a16:creationId xmlns:a16="http://schemas.microsoft.com/office/drawing/2014/main" id="{240C1F6C-8466-C9C7-D3E4-3E5C25200C7E}"/>
                  </a:ext>
                </a:extLst>
              </p:cNvPr>
              <p:cNvSpPr/>
              <p:nvPr/>
            </p:nvSpPr>
            <p:spPr>
              <a:xfrm>
                <a:off x="5031771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B5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16" name="pg1615">
                <a:extLst>
                  <a:ext uri="{FF2B5EF4-FFF2-40B4-BE49-F238E27FC236}">
                    <a16:creationId xmlns:a16="http://schemas.microsoft.com/office/drawing/2014/main" id="{3CA6B009-0D0F-F718-5954-3D0EC4DD84F9}"/>
                  </a:ext>
                </a:extLst>
              </p:cNvPr>
              <p:cNvSpPr/>
              <p:nvPr/>
            </p:nvSpPr>
            <p:spPr>
              <a:xfrm>
                <a:off x="5043408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EEAD5">
                  <a:alpha val="100000"/>
                </a:srgbClr>
              </a:solidFill>
              <a:ln w="5420" cap="flat">
                <a:solidFill>
                  <a:srgbClr val="BEEA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17" name="pg1616">
                <a:extLst>
                  <a:ext uri="{FF2B5EF4-FFF2-40B4-BE49-F238E27FC236}">
                    <a16:creationId xmlns:a16="http://schemas.microsoft.com/office/drawing/2014/main" id="{F3B4630E-6C98-6990-C6A8-3B5CBD232254}"/>
                  </a:ext>
                </a:extLst>
              </p:cNvPr>
              <p:cNvSpPr/>
              <p:nvPr/>
            </p:nvSpPr>
            <p:spPr>
              <a:xfrm>
                <a:off x="5055045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5EDD8">
                  <a:alpha val="100000"/>
                </a:srgbClr>
              </a:solidFill>
              <a:ln w="5420" cap="flat">
                <a:solidFill>
                  <a:srgbClr val="C5ED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18" name="pg1617">
                <a:extLst>
                  <a:ext uri="{FF2B5EF4-FFF2-40B4-BE49-F238E27FC236}">
                    <a16:creationId xmlns:a16="http://schemas.microsoft.com/office/drawing/2014/main" id="{A64F678E-A57F-4C23-3062-A5F29D05043F}"/>
                  </a:ext>
                </a:extLst>
              </p:cNvPr>
              <p:cNvSpPr/>
              <p:nvPr/>
            </p:nvSpPr>
            <p:spPr>
              <a:xfrm>
                <a:off x="5066683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BEFDB">
                  <a:alpha val="100000"/>
                </a:srgbClr>
              </a:solidFill>
              <a:ln w="5420" cap="flat">
                <a:solidFill>
                  <a:srgbClr val="CBEFD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19" name="pg1618">
                <a:extLst>
                  <a:ext uri="{FF2B5EF4-FFF2-40B4-BE49-F238E27FC236}">
                    <a16:creationId xmlns:a16="http://schemas.microsoft.com/office/drawing/2014/main" id="{F969745A-090F-5815-83D8-12A15FCF1FD5}"/>
                  </a:ext>
                </a:extLst>
              </p:cNvPr>
              <p:cNvSpPr/>
              <p:nvPr/>
            </p:nvSpPr>
            <p:spPr>
              <a:xfrm>
                <a:off x="5078320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DEFDC">
                  <a:alpha val="100000"/>
                </a:srgbClr>
              </a:solidFill>
              <a:ln w="5420" cap="flat">
                <a:solidFill>
                  <a:srgbClr val="CDEFD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20" name="pg1619">
                <a:extLst>
                  <a:ext uri="{FF2B5EF4-FFF2-40B4-BE49-F238E27FC236}">
                    <a16:creationId xmlns:a16="http://schemas.microsoft.com/office/drawing/2014/main" id="{A6E3789A-EB21-6911-8669-C71B723CBA8D}"/>
                  </a:ext>
                </a:extLst>
              </p:cNvPr>
              <p:cNvSpPr/>
              <p:nvPr/>
            </p:nvSpPr>
            <p:spPr>
              <a:xfrm>
                <a:off x="5089957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CEFDC">
                  <a:alpha val="100000"/>
                </a:srgbClr>
              </a:solidFill>
              <a:ln w="5420" cap="flat">
                <a:solidFill>
                  <a:srgbClr val="CCEFD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21" name="pg1620">
                <a:extLst>
                  <a:ext uri="{FF2B5EF4-FFF2-40B4-BE49-F238E27FC236}">
                    <a16:creationId xmlns:a16="http://schemas.microsoft.com/office/drawing/2014/main" id="{F00A9B92-5BFA-D661-9EFB-51C3781E6C33}"/>
                  </a:ext>
                </a:extLst>
              </p:cNvPr>
              <p:cNvSpPr/>
              <p:nvPr/>
            </p:nvSpPr>
            <p:spPr>
              <a:xfrm>
                <a:off x="5101595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22" name="pg1621">
                <a:extLst>
                  <a:ext uri="{FF2B5EF4-FFF2-40B4-BE49-F238E27FC236}">
                    <a16:creationId xmlns:a16="http://schemas.microsoft.com/office/drawing/2014/main" id="{6C1F4EAD-0D8A-C8D9-827A-D5F36ADFE11E}"/>
                  </a:ext>
                </a:extLst>
              </p:cNvPr>
              <p:cNvSpPr/>
              <p:nvPr/>
            </p:nvSpPr>
            <p:spPr>
              <a:xfrm>
                <a:off x="5113232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23" name="pg1622">
                <a:extLst>
                  <a:ext uri="{FF2B5EF4-FFF2-40B4-BE49-F238E27FC236}">
                    <a16:creationId xmlns:a16="http://schemas.microsoft.com/office/drawing/2014/main" id="{310FD7F1-8270-317D-28FD-DA6CFEA64C2F}"/>
                  </a:ext>
                </a:extLst>
              </p:cNvPr>
              <p:cNvSpPr/>
              <p:nvPr/>
            </p:nvSpPr>
            <p:spPr>
              <a:xfrm>
                <a:off x="5124869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24" name="pg1623">
                <a:extLst>
                  <a:ext uri="{FF2B5EF4-FFF2-40B4-BE49-F238E27FC236}">
                    <a16:creationId xmlns:a16="http://schemas.microsoft.com/office/drawing/2014/main" id="{5EC2D4A2-1D42-1E4E-1555-BBDE98A444ED}"/>
                  </a:ext>
                </a:extLst>
              </p:cNvPr>
              <p:cNvSpPr/>
              <p:nvPr/>
            </p:nvSpPr>
            <p:spPr>
              <a:xfrm>
                <a:off x="5136507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25" name="pg1624">
                <a:extLst>
                  <a:ext uri="{FF2B5EF4-FFF2-40B4-BE49-F238E27FC236}">
                    <a16:creationId xmlns:a16="http://schemas.microsoft.com/office/drawing/2014/main" id="{66B57E2C-2845-BAB9-EF91-11D584DE4E4F}"/>
                  </a:ext>
                </a:extLst>
              </p:cNvPr>
              <p:cNvSpPr/>
              <p:nvPr/>
            </p:nvSpPr>
            <p:spPr>
              <a:xfrm>
                <a:off x="5148144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26" name="pg1625">
                <a:extLst>
                  <a:ext uri="{FF2B5EF4-FFF2-40B4-BE49-F238E27FC236}">
                    <a16:creationId xmlns:a16="http://schemas.microsoft.com/office/drawing/2014/main" id="{2AFD97D3-6362-E3DB-C3B1-B7946B88E1A7}"/>
                  </a:ext>
                </a:extLst>
              </p:cNvPr>
              <p:cNvSpPr/>
              <p:nvPr/>
            </p:nvSpPr>
            <p:spPr>
              <a:xfrm>
                <a:off x="5159781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27" name="pg1626">
                <a:extLst>
                  <a:ext uri="{FF2B5EF4-FFF2-40B4-BE49-F238E27FC236}">
                    <a16:creationId xmlns:a16="http://schemas.microsoft.com/office/drawing/2014/main" id="{4416D73A-A882-05C0-C0AD-A98E3D528370}"/>
                  </a:ext>
                </a:extLst>
              </p:cNvPr>
              <p:cNvSpPr/>
              <p:nvPr/>
            </p:nvSpPr>
            <p:spPr>
              <a:xfrm>
                <a:off x="5171419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28" name="pg1627">
                <a:extLst>
                  <a:ext uri="{FF2B5EF4-FFF2-40B4-BE49-F238E27FC236}">
                    <a16:creationId xmlns:a16="http://schemas.microsoft.com/office/drawing/2014/main" id="{78F109E1-2DEF-2136-CF45-BC2E91D0BDC0}"/>
                  </a:ext>
                </a:extLst>
              </p:cNvPr>
              <p:cNvSpPr/>
              <p:nvPr/>
            </p:nvSpPr>
            <p:spPr>
              <a:xfrm>
                <a:off x="5183056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29" name="pg1628">
                <a:extLst>
                  <a:ext uri="{FF2B5EF4-FFF2-40B4-BE49-F238E27FC236}">
                    <a16:creationId xmlns:a16="http://schemas.microsoft.com/office/drawing/2014/main" id="{8D94D7AF-552A-5D90-855A-004CB1C8789D}"/>
                  </a:ext>
                </a:extLst>
              </p:cNvPr>
              <p:cNvSpPr/>
              <p:nvPr/>
            </p:nvSpPr>
            <p:spPr>
              <a:xfrm>
                <a:off x="5194693" y="37946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30" name="pg1629">
                <a:extLst>
                  <a:ext uri="{FF2B5EF4-FFF2-40B4-BE49-F238E27FC236}">
                    <a16:creationId xmlns:a16="http://schemas.microsoft.com/office/drawing/2014/main" id="{EBCE1044-8BE1-4DB5-02DD-57EAD2DBE726}"/>
                  </a:ext>
                </a:extLst>
              </p:cNvPr>
              <p:cNvSpPr/>
              <p:nvPr/>
            </p:nvSpPr>
            <p:spPr>
              <a:xfrm>
                <a:off x="4996859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31" name="pg1630">
                <a:extLst>
                  <a:ext uri="{FF2B5EF4-FFF2-40B4-BE49-F238E27FC236}">
                    <a16:creationId xmlns:a16="http://schemas.microsoft.com/office/drawing/2014/main" id="{A52397D5-A062-FA5D-FBCF-71C85FD85D66}"/>
                  </a:ext>
                </a:extLst>
              </p:cNvPr>
              <p:cNvSpPr/>
              <p:nvPr/>
            </p:nvSpPr>
            <p:spPr>
              <a:xfrm>
                <a:off x="5008496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32" name="pg1631">
                <a:extLst>
                  <a:ext uri="{FF2B5EF4-FFF2-40B4-BE49-F238E27FC236}">
                    <a16:creationId xmlns:a16="http://schemas.microsoft.com/office/drawing/2014/main" id="{7B7050F4-C3D8-67B6-464D-0C8DB8A93E92}"/>
                  </a:ext>
                </a:extLst>
              </p:cNvPr>
              <p:cNvSpPr/>
              <p:nvPr/>
            </p:nvSpPr>
            <p:spPr>
              <a:xfrm>
                <a:off x="5020133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33" name="pg1632">
                <a:extLst>
                  <a:ext uri="{FF2B5EF4-FFF2-40B4-BE49-F238E27FC236}">
                    <a16:creationId xmlns:a16="http://schemas.microsoft.com/office/drawing/2014/main" id="{C0B162D1-E376-A5B2-CA7D-9645D8AB2953}"/>
                  </a:ext>
                </a:extLst>
              </p:cNvPr>
              <p:cNvSpPr/>
              <p:nvPr/>
            </p:nvSpPr>
            <p:spPr>
              <a:xfrm>
                <a:off x="5031771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34" name="pg1633">
                <a:extLst>
                  <a:ext uri="{FF2B5EF4-FFF2-40B4-BE49-F238E27FC236}">
                    <a16:creationId xmlns:a16="http://schemas.microsoft.com/office/drawing/2014/main" id="{C67A0770-BF19-BEA4-8219-BAA6BE1AE0E8}"/>
                  </a:ext>
                </a:extLst>
              </p:cNvPr>
              <p:cNvSpPr/>
              <p:nvPr/>
            </p:nvSpPr>
            <p:spPr>
              <a:xfrm>
                <a:off x="5043408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C2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35" name="pg1634">
                <a:extLst>
                  <a:ext uri="{FF2B5EF4-FFF2-40B4-BE49-F238E27FC236}">
                    <a16:creationId xmlns:a16="http://schemas.microsoft.com/office/drawing/2014/main" id="{9DC564F1-605C-3238-D3F9-E62D82CC8CBF}"/>
                  </a:ext>
                </a:extLst>
              </p:cNvPr>
              <p:cNvSpPr/>
              <p:nvPr/>
            </p:nvSpPr>
            <p:spPr>
              <a:xfrm>
                <a:off x="5055045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AEFDB">
                  <a:alpha val="100000"/>
                </a:srgbClr>
              </a:solidFill>
              <a:ln w="5420" cap="flat">
                <a:solidFill>
                  <a:srgbClr val="CAEFD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36" name="pg1635">
                <a:extLst>
                  <a:ext uri="{FF2B5EF4-FFF2-40B4-BE49-F238E27FC236}">
                    <a16:creationId xmlns:a16="http://schemas.microsoft.com/office/drawing/2014/main" id="{93E8D353-7369-0437-FB47-07F54798B3BD}"/>
                  </a:ext>
                </a:extLst>
              </p:cNvPr>
              <p:cNvSpPr/>
              <p:nvPr/>
            </p:nvSpPr>
            <p:spPr>
              <a:xfrm>
                <a:off x="5066683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D1F1DE">
                  <a:alpha val="100000"/>
                </a:srgbClr>
              </a:solidFill>
              <a:ln w="5420" cap="flat">
                <a:solidFill>
                  <a:srgbClr val="D1F1D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37" name="pg1636">
                <a:extLst>
                  <a:ext uri="{FF2B5EF4-FFF2-40B4-BE49-F238E27FC236}">
                    <a16:creationId xmlns:a16="http://schemas.microsoft.com/office/drawing/2014/main" id="{3AC39DA5-F661-CFAA-3407-F43CE48DCBD4}"/>
                  </a:ext>
                </a:extLst>
              </p:cNvPr>
              <p:cNvSpPr/>
              <p:nvPr/>
            </p:nvSpPr>
            <p:spPr>
              <a:xfrm>
                <a:off x="5078320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D4F2E0">
                  <a:alpha val="100000"/>
                </a:srgbClr>
              </a:solidFill>
              <a:ln w="5420" cap="flat">
                <a:solidFill>
                  <a:srgbClr val="D4F2E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38" name="pg1637">
                <a:extLst>
                  <a:ext uri="{FF2B5EF4-FFF2-40B4-BE49-F238E27FC236}">
                    <a16:creationId xmlns:a16="http://schemas.microsoft.com/office/drawing/2014/main" id="{751696BA-0450-B4F4-FD77-0BD945036572}"/>
                  </a:ext>
                </a:extLst>
              </p:cNvPr>
              <p:cNvSpPr/>
              <p:nvPr/>
            </p:nvSpPr>
            <p:spPr>
              <a:xfrm>
                <a:off x="5089957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D3F1E0">
                  <a:alpha val="100000"/>
                </a:srgbClr>
              </a:solidFill>
              <a:ln w="5420" cap="flat">
                <a:solidFill>
                  <a:srgbClr val="D3F1E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39" name="pg1638">
                <a:extLst>
                  <a:ext uri="{FF2B5EF4-FFF2-40B4-BE49-F238E27FC236}">
                    <a16:creationId xmlns:a16="http://schemas.microsoft.com/office/drawing/2014/main" id="{2FAEC50D-9F84-A694-761E-2E32E1A8959B}"/>
                  </a:ext>
                </a:extLst>
              </p:cNvPr>
              <p:cNvSpPr/>
              <p:nvPr/>
            </p:nvSpPr>
            <p:spPr>
              <a:xfrm>
                <a:off x="5101595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C2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40" name="pg1639">
                <a:extLst>
                  <a:ext uri="{FF2B5EF4-FFF2-40B4-BE49-F238E27FC236}">
                    <a16:creationId xmlns:a16="http://schemas.microsoft.com/office/drawing/2014/main" id="{52005B4B-D4EF-389B-44EA-0CCE60C1A34A}"/>
                  </a:ext>
                </a:extLst>
              </p:cNvPr>
              <p:cNvSpPr/>
              <p:nvPr/>
            </p:nvSpPr>
            <p:spPr>
              <a:xfrm>
                <a:off x="5113232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41" name="pg1640">
                <a:extLst>
                  <a:ext uri="{FF2B5EF4-FFF2-40B4-BE49-F238E27FC236}">
                    <a16:creationId xmlns:a16="http://schemas.microsoft.com/office/drawing/2014/main" id="{88713F79-B087-6F85-2EB9-29A179C105A6}"/>
                  </a:ext>
                </a:extLst>
              </p:cNvPr>
              <p:cNvSpPr/>
              <p:nvPr/>
            </p:nvSpPr>
            <p:spPr>
              <a:xfrm>
                <a:off x="5124869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42" name="pg1641">
                <a:extLst>
                  <a:ext uri="{FF2B5EF4-FFF2-40B4-BE49-F238E27FC236}">
                    <a16:creationId xmlns:a16="http://schemas.microsoft.com/office/drawing/2014/main" id="{E1E1A8A8-6F77-78B1-CB11-2D47F133FFC6}"/>
                  </a:ext>
                </a:extLst>
              </p:cNvPr>
              <p:cNvSpPr/>
              <p:nvPr/>
            </p:nvSpPr>
            <p:spPr>
              <a:xfrm>
                <a:off x="5136507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2DCC0">
                  <a:alpha val="100000"/>
                </a:srgbClr>
              </a:solidFill>
              <a:ln w="5420" cap="flat">
                <a:solidFill>
                  <a:srgbClr val="92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43" name="pg1642">
                <a:extLst>
                  <a:ext uri="{FF2B5EF4-FFF2-40B4-BE49-F238E27FC236}">
                    <a16:creationId xmlns:a16="http://schemas.microsoft.com/office/drawing/2014/main" id="{8C779F05-0102-2FD9-DB6F-42C9271C1CE7}"/>
                  </a:ext>
                </a:extLst>
              </p:cNvPr>
              <p:cNvSpPr/>
              <p:nvPr/>
            </p:nvSpPr>
            <p:spPr>
              <a:xfrm>
                <a:off x="5148144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44" name="pg1643">
                <a:extLst>
                  <a:ext uri="{FF2B5EF4-FFF2-40B4-BE49-F238E27FC236}">
                    <a16:creationId xmlns:a16="http://schemas.microsoft.com/office/drawing/2014/main" id="{31960CF5-01D5-493D-C4AE-04881BBCF324}"/>
                  </a:ext>
                </a:extLst>
              </p:cNvPr>
              <p:cNvSpPr/>
              <p:nvPr/>
            </p:nvSpPr>
            <p:spPr>
              <a:xfrm>
                <a:off x="5159781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45" name="pg1644">
                <a:extLst>
                  <a:ext uri="{FF2B5EF4-FFF2-40B4-BE49-F238E27FC236}">
                    <a16:creationId xmlns:a16="http://schemas.microsoft.com/office/drawing/2014/main" id="{A17D28D9-73F6-127A-9688-B5AFA3F5E950}"/>
                  </a:ext>
                </a:extLst>
              </p:cNvPr>
              <p:cNvSpPr/>
              <p:nvPr/>
            </p:nvSpPr>
            <p:spPr>
              <a:xfrm>
                <a:off x="5171419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46" name="pg1645">
                <a:extLst>
                  <a:ext uri="{FF2B5EF4-FFF2-40B4-BE49-F238E27FC236}">
                    <a16:creationId xmlns:a16="http://schemas.microsoft.com/office/drawing/2014/main" id="{5FDFC79F-43AC-8777-7793-A6E099945DFC}"/>
                  </a:ext>
                </a:extLst>
              </p:cNvPr>
              <p:cNvSpPr/>
              <p:nvPr/>
            </p:nvSpPr>
            <p:spPr>
              <a:xfrm>
                <a:off x="5183056" y="380895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47" name="pg1646">
                <a:extLst>
                  <a:ext uri="{FF2B5EF4-FFF2-40B4-BE49-F238E27FC236}">
                    <a16:creationId xmlns:a16="http://schemas.microsoft.com/office/drawing/2014/main" id="{903425F3-A8DB-279B-4CF8-1CC4574BCA95}"/>
                  </a:ext>
                </a:extLst>
              </p:cNvPr>
              <p:cNvSpPr/>
              <p:nvPr/>
            </p:nvSpPr>
            <p:spPr>
              <a:xfrm>
                <a:off x="5008496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48" name="pg1647">
                <a:extLst>
                  <a:ext uri="{FF2B5EF4-FFF2-40B4-BE49-F238E27FC236}">
                    <a16:creationId xmlns:a16="http://schemas.microsoft.com/office/drawing/2014/main" id="{3E6F2765-155F-BB40-87D2-51EFE0C4F4EB}"/>
                  </a:ext>
                </a:extLst>
              </p:cNvPr>
              <p:cNvSpPr/>
              <p:nvPr/>
            </p:nvSpPr>
            <p:spPr>
              <a:xfrm>
                <a:off x="5020133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49" name="pg1648">
                <a:extLst>
                  <a:ext uri="{FF2B5EF4-FFF2-40B4-BE49-F238E27FC236}">
                    <a16:creationId xmlns:a16="http://schemas.microsoft.com/office/drawing/2014/main" id="{E7F228CD-740B-811C-0C3C-1062BE52863F}"/>
                  </a:ext>
                </a:extLst>
              </p:cNvPr>
              <p:cNvSpPr/>
              <p:nvPr/>
            </p:nvSpPr>
            <p:spPr>
              <a:xfrm>
                <a:off x="5031771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50" name="pg1649">
                <a:extLst>
                  <a:ext uri="{FF2B5EF4-FFF2-40B4-BE49-F238E27FC236}">
                    <a16:creationId xmlns:a16="http://schemas.microsoft.com/office/drawing/2014/main" id="{7683E15A-E91B-7FF7-6576-3951AFF092F8}"/>
                  </a:ext>
                </a:extLst>
              </p:cNvPr>
              <p:cNvSpPr/>
              <p:nvPr/>
            </p:nvSpPr>
            <p:spPr>
              <a:xfrm>
                <a:off x="5043408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C2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51" name="pg1650">
                <a:extLst>
                  <a:ext uri="{FF2B5EF4-FFF2-40B4-BE49-F238E27FC236}">
                    <a16:creationId xmlns:a16="http://schemas.microsoft.com/office/drawing/2014/main" id="{EEDC95C5-4FA2-EEFE-B3EC-42B7FDE4E696}"/>
                  </a:ext>
                </a:extLst>
              </p:cNvPr>
              <p:cNvSpPr/>
              <p:nvPr/>
            </p:nvSpPr>
            <p:spPr>
              <a:xfrm>
                <a:off x="5055045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BEFDB">
                  <a:alpha val="100000"/>
                </a:srgbClr>
              </a:solidFill>
              <a:ln w="5420" cap="flat">
                <a:solidFill>
                  <a:srgbClr val="CBEFD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52" name="pg1651">
                <a:extLst>
                  <a:ext uri="{FF2B5EF4-FFF2-40B4-BE49-F238E27FC236}">
                    <a16:creationId xmlns:a16="http://schemas.microsoft.com/office/drawing/2014/main" id="{C657F57B-2DB1-33E2-4659-652079B9FC09}"/>
                  </a:ext>
                </a:extLst>
              </p:cNvPr>
              <p:cNvSpPr/>
              <p:nvPr/>
            </p:nvSpPr>
            <p:spPr>
              <a:xfrm>
                <a:off x="5066683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D1F1DE">
                  <a:alpha val="100000"/>
                </a:srgbClr>
              </a:solidFill>
              <a:ln w="5420" cap="flat">
                <a:solidFill>
                  <a:srgbClr val="D1F1D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53" name="pg1652">
                <a:extLst>
                  <a:ext uri="{FF2B5EF4-FFF2-40B4-BE49-F238E27FC236}">
                    <a16:creationId xmlns:a16="http://schemas.microsoft.com/office/drawing/2014/main" id="{31589A15-5804-5013-2BDA-22202EE73E6E}"/>
                  </a:ext>
                </a:extLst>
              </p:cNvPr>
              <p:cNvSpPr/>
              <p:nvPr/>
            </p:nvSpPr>
            <p:spPr>
              <a:xfrm>
                <a:off x="5078320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D4F2E0">
                  <a:alpha val="100000"/>
                </a:srgbClr>
              </a:solidFill>
              <a:ln w="5420" cap="flat">
                <a:solidFill>
                  <a:srgbClr val="D4F2E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54" name="pg1653">
                <a:extLst>
                  <a:ext uri="{FF2B5EF4-FFF2-40B4-BE49-F238E27FC236}">
                    <a16:creationId xmlns:a16="http://schemas.microsoft.com/office/drawing/2014/main" id="{03E8DDF8-8D82-D501-9ED9-F368CFA65983}"/>
                  </a:ext>
                </a:extLst>
              </p:cNvPr>
              <p:cNvSpPr/>
              <p:nvPr/>
            </p:nvSpPr>
            <p:spPr>
              <a:xfrm>
                <a:off x="5089957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D3F2E0">
                  <a:alpha val="100000"/>
                </a:srgbClr>
              </a:solidFill>
              <a:ln w="5420" cap="flat">
                <a:solidFill>
                  <a:srgbClr val="D3F2E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55" name="pg1654">
                <a:extLst>
                  <a:ext uri="{FF2B5EF4-FFF2-40B4-BE49-F238E27FC236}">
                    <a16:creationId xmlns:a16="http://schemas.microsoft.com/office/drawing/2014/main" id="{EF22A9E1-F9FD-404A-B222-40735FD37176}"/>
                  </a:ext>
                </a:extLst>
              </p:cNvPr>
              <p:cNvSpPr/>
              <p:nvPr/>
            </p:nvSpPr>
            <p:spPr>
              <a:xfrm>
                <a:off x="5101595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4ECD8">
                  <a:alpha val="100000"/>
                </a:srgbClr>
              </a:solidFill>
              <a:ln w="5420" cap="flat">
                <a:solidFill>
                  <a:srgbClr val="C4EC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56" name="pg1655">
                <a:extLst>
                  <a:ext uri="{FF2B5EF4-FFF2-40B4-BE49-F238E27FC236}">
                    <a16:creationId xmlns:a16="http://schemas.microsoft.com/office/drawing/2014/main" id="{EB6FF858-2797-002D-2CFE-44953DA26D8C}"/>
                  </a:ext>
                </a:extLst>
              </p:cNvPr>
              <p:cNvSpPr/>
              <p:nvPr/>
            </p:nvSpPr>
            <p:spPr>
              <a:xfrm>
                <a:off x="5113232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57" name="pg1656">
                <a:extLst>
                  <a:ext uri="{FF2B5EF4-FFF2-40B4-BE49-F238E27FC236}">
                    <a16:creationId xmlns:a16="http://schemas.microsoft.com/office/drawing/2014/main" id="{9D2CD191-9FA7-7B76-DE69-9F154A4D16FE}"/>
                  </a:ext>
                </a:extLst>
              </p:cNvPr>
              <p:cNvSpPr/>
              <p:nvPr/>
            </p:nvSpPr>
            <p:spPr>
              <a:xfrm>
                <a:off x="5124869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58" name="pg1657">
                <a:extLst>
                  <a:ext uri="{FF2B5EF4-FFF2-40B4-BE49-F238E27FC236}">
                    <a16:creationId xmlns:a16="http://schemas.microsoft.com/office/drawing/2014/main" id="{C8220B5D-11FD-4153-9C6B-2CC87E360027}"/>
                  </a:ext>
                </a:extLst>
              </p:cNvPr>
              <p:cNvSpPr/>
              <p:nvPr/>
            </p:nvSpPr>
            <p:spPr>
              <a:xfrm>
                <a:off x="5136507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59" name="pg1658">
                <a:extLst>
                  <a:ext uri="{FF2B5EF4-FFF2-40B4-BE49-F238E27FC236}">
                    <a16:creationId xmlns:a16="http://schemas.microsoft.com/office/drawing/2014/main" id="{024DF003-80B9-D420-398B-681AA03914D9}"/>
                  </a:ext>
                </a:extLst>
              </p:cNvPr>
              <p:cNvSpPr/>
              <p:nvPr/>
            </p:nvSpPr>
            <p:spPr>
              <a:xfrm>
                <a:off x="5148144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60" name="pg1659">
                <a:extLst>
                  <a:ext uri="{FF2B5EF4-FFF2-40B4-BE49-F238E27FC236}">
                    <a16:creationId xmlns:a16="http://schemas.microsoft.com/office/drawing/2014/main" id="{A4E76645-48AC-6CFA-0F1A-B72E5B55EA19}"/>
                  </a:ext>
                </a:extLst>
              </p:cNvPr>
              <p:cNvSpPr/>
              <p:nvPr/>
            </p:nvSpPr>
            <p:spPr>
              <a:xfrm>
                <a:off x="5159781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61" name="pg1660">
                <a:extLst>
                  <a:ext uri="{FF2B5EF4-FFF2-40B4-BE49-F238E27FC236}">
                    <a16:creationId xmlns:a16="http://schemas.microsoft.com/office/drawing/2014/main" id="{BB07029D-60CA-A1A5-4F70-6F0D45CE4121}"/>
                  </a:ext>
                </a:extLst>
              </p:cNvPr>
              <p:cNvSpPr/>
              <p:nvPr/>
            </p:nvSpPr>
            <p:spPr>
              <a:xfrm>
                <a:off x="5171419" y="38232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62" name="pg1661">
                <a:extLst>
                  <a:ext uri="{FF2B5EF4-FFF2-40B4-BE49-F238E27FC236}">
                    <a16:creationId xmlns:a16="http://schemas.microsoft.com/office/drawing/2014/main" id="{FA2E132E-AF5C-10D8-F43A-D5D9C2972DF3}"/>
                  </a:ext>
                </a:extLst>
              </p:cNvPr>
              <p:cNvSpPr/>
              <p:nvPr/>
            </p:nvSpPr>
            <p:spPr>
              <a:xfrm>
                <a:off x="5043408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FEBD6">
                  <a:alpha val="100000"/>
                </a:srgbClr>
              </a:solidFill>
              <a:ln w="5420" cap="flat">
                <a:solidFill>
                  <a:srgbClr val="BF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63" name="pg1662">
                <a:extLst>
                  <a:ext uri="{FF2B5EF4-FFF2-40B4-BE49-F238E27FC236}">
                    <a16:creationId xmlns:a16="http://schemas.microsoft.com/office/drawing/2014/main" id="{9D82100A-151F-5B90-1C05-754639B176D7}"/>
                  </a:ext>
                </a:extLst>
              </p:cNvPr>
              <p:cNvSpPr/>
              <p:nvPr/>
            </p:nvSpPr>
            <p:spPr>
              <a:xfrm>
                <a:off x="5055045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6EDD9">
                  <a:alpha val="100000"/>
                </a:srgbClr>
              </a:solidFill>
              <a:ln w="5420" cap="flat">
                <a:solidFill>
                  <a:srgbClr val="C6EDD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64" name="pg1663">
                <a:extLst>
                  <a:ext uri="{FF2B5EF4-FFF2-40B4-BE49-F238E27FC236}">
                    <a16:creationId xmlns:a16="http://schemas.microsoft.com/office/drawing/2014/main" id="{9201CAB7-1791-6327-DE6E-B0BA14AB9725}"/>
                  </a:ext>
                </a:extLst>
              </p:cNvPr>
              <p:cNvSpPr/>
              <p:nvPr/>
            </p:nvSpPr>
            <p:spPr>
              <a:xfrm>
                <a:off x="5066683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CEFDC">
                  <a:alpha val="100000"/>
                </a:srgbClr>
              </a:solidFill>
              <a:ln w="5420" cap="flat">
                <a:solidFill>
                  <a:srgbClr val="CCEFD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65" name="pg1664">
                <a:extLst>
                  <a:ext uri="{FF2B5EF4-FFF2-40B4-BE49-F238E27FC236}">
                    <a16:creationId xmlns:a16="http://schemas.microsoft.com/office/drawing/2014/main" id="{A811C42B-03BF-3DB1-0456-CFB5F8792B32}"/>
                  </a:ext>
                </a:extLst>
              </p:cNvPr>
              <p:cNvSpPr/>
              <p:nvPr/>
            </p:nvSpPr>
            <p:spPr>
              <a:xfrm>
                <a:off x="5078320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EF0DD">
                  <a:alpha val="100000"/>
                </a:srgbClr>
              </a:solidFill>
              <a:ln w="5420" cap="flat">
                <a:solidFill>
                  <a:srgbClr val="CEF0D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66" name="pg1665">
                <a:extLst>
                  <a:ext uri="{FF2B5EF4-FFF2-40B4-BE49-F238E27FC236}">
                    <a16:creationId xmlns:a16="http://schemas.microsoft.com/office/drawing/2014/main" id="{2D0B8959-F008-0265-C211-5A99967C2051}"/>
                  </a:ext>
                </a:extLst>
              </p:cNvPr>
              <p:cNvSpPr/>
              <p:nvPr/>
            </p:nvSpPr>
            <p:spPr>
              <a:xfrm>
                <a:off x="5089957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DF0DC">
                  <a:alpha val="100000"/>
                </a:srgbClr>
              </a:solidFill>
              <a:ln w="5420" cap="flat">
                <a:solidFill>
                  <a:srgbClr val="CDF0D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67" name="pg1666">
                <a:extLst>
                  <a:ext uri="{FF2B5EF4-FFF2-40B4-BE49-F238E27FC236}">
                    <a16:creationId xmlns:a16="http://schemas.microsoft.com/office/drawing/2014/main" id="{C21D73E1-3500-9D7A-3E9C-62D5A90808E0}"/>
                  </a:ext>
                </a:extLst>
              </p:cNvPr>
              <p:cNvSpPr/>
              <p:nvPr/>
            </p:nvSpPr>
            <p:spPr>
              <a:xfrm>
                <a:off x="5101595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FEBD6">
                  <a:alpha val="100000"/>
                </a:srgbClr>
              </a:solidFill>
              <a:ln w="5420" cap="flat">
                <a:solidFill>
                  <a:srgbClr val="BF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68" name="pg1667">
                <a:extLst>
                  <a:ext uri="{FF2B5EF4-FFF2-40B4-BE49-F238E27FC236}">
                    <a16:creationId xmlns:a16="http://schemas.microsoft.com/office/drawing/2014/main" id="{82455871-62C9-7F4E-ED50-A0CD48D5E488}"/>
                  </a:ext>
                </a:extLst>
              </p:cNvPr>
              <p:cNvSpPr/>
              <p:nvPr/>
            </p:nvSpPr>
            <p:spPr>
              <a:xfrm>
                <a:off x="5113232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69" name="pg1668">
                <a:extLst>
                  <a:ext uri="{FF2B5EF4-FFF2-40B4-BE49-F238E27FC236}">
                    <a16:creationId xmlns:a16="http://schemas.microsoft.com/office/drawing/2014/main" id="{197C3249-9EC3-5AEE-E2DF-EC12749C56DD}"/>
                  </a:ext>
                </a:extLst>
              </p:cNvPr>
              <p:cNvSpPr/>
              <p:nvPr/>
            </p:nvSpPr>
            <p:spPr>
              <a:xfrm>
                <a:off x="5124869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70" name="pg1669">
                <a:extLst>
                  <a:ext uri="{FF2B5EF4-FFF2-40B4-BE49-F238E27FC236}">
                    <a16:creationId xmlns:a16="http://schemas.microsoft.com/office/drawing/2014/main" id="{B0FFC573-CD7C-1546-2C3A-DE7799F1BF2E}"/>
                  </a:ext>
                </a:extLst>
              </p:cNvPr>
              <p:cNvSpPr/>
              <p:nvPr/>
            </p:nvSpPr>
            <p:spPr>
              <a:xfrm>
                <a:off x="5136507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71" name="pg1670">
                <a:extLst>
                  <a:ext uri="{FF2B5EF4-FFF2-40B4-BE49-F238E27FC236}">
                    <a16:creationId xmlns:a16="http://schemas.microsoft.com/office/drawing/2014/main" id="{4EDF75B0-20D5-B7EE-D295-E248BCA4B554}"/>
                  </a:ext>
                </a:extLst>
              </p:cNvPr>
              <p:cNvSpPr/>
              <p:nvPr/>
            </p:nvSpPr>
            <p:spPr>
              <a:xfrm>
                <a:off x="5148144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CDBBE">
                  <a:alpha val="100000"/>
                </a:srgbClr>
              </a:solidFill>
              <a:ln w="5420" cap="flat">
                <a:solidFill>
                  <a:srgbClr val="8C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72" name="pg1671">
                <a:extLst>
                  <a:ext uri="{FF2B5EF4-FFF2-40B4-BE49-F238E27FC236}">
                    <a16:creationId xmlns:a16="http://schemas.microsoft.com/office/drawing/2014/main" id="{44329240-3648-C3B6-F1C7-34BAA9099252}"/>
                  </a:ext>
                </a:extLst>
              </p:cNvPr>
              <p:cNvSpPr/>
              <p:nvPr/>
            </p:nvSpPr>
            <p:spPr>
              <a:xfrm>
                <a:off x="5159781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73" name="pg1672">
                <a:extLst>
                  <a:ext uri="{FF2B5EF4-FFF2-40B4-BE49-F238E27FC236}">
                    <a16:creationId xmlns:a16="http://schemas.microsoft.com/office/drawing/2014/main" id="{9C367162-C5EB-D39A-3933-A29DF5A50498}"/>
                  </a:ext>
                </a:extLst>
              </p:cNvPr>
              <p:cNvSpPr/>
              <p:nvPr/>
            </p:nvSpPr>
            <p:spPr>
              <a:xfrm>
                <a:off x="5171419" y="383755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74" name="pg1673">
                <a:extLst>
                  <a:ext uri="{FF2B5EF4-FFF2-40B4-BE49-F238E27FC236}">
                    <a16:creationId xmlns:a16="http://schemas.microsoft.com/office/drawing/2014/main" id="{19D265CC-EEEA-FF98-416E-57D113296C1B}"/>
                  </a:ext>
                </a:extLst>
              </p:cNvPr>
              <p:cNvSpPr/>
              <p:nvPr/>
            </p:nvSpPr>
            <p:spPr>
              <a:xfrm>
                <a:off x="5066683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C2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75" name="pg1674">
                <a:extLst>
                  <a:ext uri="{FF2B5EF4-FFF2-40B4-BE49-F238E27FC236}">
                    <a16:creationId xmlns:a16="http://schemas.microsoft.com/office/drawing/2014/main" id="{DA6D36BE-9661-CE81-F3E0-4C8487C6BCC2}"/>
                  </a:ext>
                </a:extLst>
              </p:cNvPr>
              <p:cNvSpPr/>
              <p:nvPr/>
            </p:nvSpPr>
            <p:spPr>
              <a:xfrm>
                <a:off x="5078320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4ECD8">
                  <a:alpha val="100000"/>
                </a:srgbClr>
              </a:solidFill>
              <a:ln w="5420" cap="flat">
                <a:solidFill>
                  <a:srgbClr val="C4EC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76" name="pg1675">
                <a:extLst>
                  <a:ext uri="{FF2B5EF4-FFF2-40B4-BE49-F238E27FC236}">
                    <a16:creationId xmlns:a16="http://schemas.microsoft.com/office/drawing/2014/main" id="{3303FD2D-07A8-43E3-CD7D-576E60090376}"/>
                  </a:ext>
                </a:extLst>
              </p:cNvPr>
              <p:cNvSpPr/>
              <p:nvPr/>
            </p:nvSpPr>
            <p:spPr>
              <a:xfrm>
                <a:off x="5089957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C3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77" name="pg1676">
                <a:extLst>
                  <a:ext uri="{FF2B5EF4-FFF2-40B4-BE49-F238E27FC236}">
                    <a16:creationId xmlns:a16="http://schemas.microsoft.com/office/drawing/2014/main" id="{FEEC842B-FA8A-8D47-F44A-2C3AD5BF9930}"/>
                  </a:ext>
                </a:extLst>
              </p:cNvPr>
              <p:cNvSpPr/>
              <p:nvPr/>
            </p:nvSpPr>
            <p:spPr>
              <a:xfrm>
                <a:off x="5101595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B7E8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78" name="pg1677">
                <a:extLst>
                  <a:ext uri="{FF2B5EF4-FFF2-40B4-BE49-F238E27FC236}">
                    <a16:creationId xmlns:a16="http://schemas.microsoft.com/office/drawing/2014/main" id="{66DA50EE-5614-A744-AA10-1CDE4C39BD35}"/>
                  </a:ext>
                </a:extLst>
              </p:cNvPr>
              <p:cNvSpPr/>
              <p:nvPr/>
            </p:nvSpPr>
            <p:spPr>
              <a:xfrm>
                <a:off x="5113232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79" name="pg1678">
                <a:extLst>
                  <a:ext uri="{FF2B5EF4-FFF2-40B4-BE49-F238E27FC236}">
                    <a16:creationId xmlns:a16="http://schemas.microsoft.com/office/drawing/2014/main" id="{82BCD034-C7D6-4394-6E08-1722388335E5}"/>
                  </a:ext>
                </a:extLst>
              </p:cNvPr>
              <p:cNvSpPr/>
              <p:nvPr/>
            </p:nvSpPr>
            <p:spPr>
              <a:xfrm>
                <a:off x="5124869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80" name="pg1679">
                <a:extLst>
                  <a:ext uri="{FF2B5EF4-FFF2-40B4-BE49-F238E27FC236}">
                    <a16:creationId xmlns:a16="http://schemas.microsoft.com/office/drawing/2014/main" id="{26B3CDBA-E001-BDA2-F1F1-25C06B07253A}"/>
                  </a:ext>
                </a:extLst>
              </p:cNvPr>
              <p:cNvSpPr/>
              <p:nvPr/>
            </p:nvSpPr>
            <p:spPr>
              <a:xfrm>
                <a:off x="5136507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81" name="pg1680">
                <a:extLst>
                  <a:ext uri="{FF2B5EF4-FFF2-40B4-BE49-F238E27FC236}">
                    <a16:creationId xmlns:a16="http://schemas.microsoft.com/office/drawing/2014/main" id="{952C8D34-FC98-D543-D4B6-2D62A9A95ECF}"/>
                  </a:ext>
                </a:extLst>
              </p:cNvPr>
              <p:cNvSpPr/>
              <p:nvPr/>
            </p:nvSpPr>
            <p:spPr>
              <a:xfrm>
                <a:off x="5148144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CDBBE">
                  <a:alpha val="100000"/>
                </a:srgbClr>
              </a:solidFill>
              <a:ln w="5420" cap="flat">
                <a:solidFill>
                  <a:srgbClr val="8C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82" name="pg1681">
                <a:extLst>
                  <a:ext uri="{FF2B5EF4-FFF2-40B4-BE49-F238E27FC236}">
                    <a16:creationId xmlns:a16="http://schemas.microsoft.com/office/drawing/2014/main" id="{57250585-CAB5-DF51-AA39-EB0B61ECE005}"/>
                  </a:ext>
                </a:extLst>
              </p:cNvPr>
              <p:cNvSpPr/>
              <p:nvPr/>
            </p:nvSpPr>
            <p:spPr>
              <a:xfrm>
                <a:off x="5159781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83" name="pg1682">
                <a:extLst>
                  <a:ext uri="{FF2B5EF4-FFF2-40B4-BE49-F238E27FC236}">
                    <a16:creationId xmlns:a16="http://schemas.microsoft.com/office/drawing/2014/main" id="{2A7FB795-3E05-7131-57FD-1E8CD051430D}"/>
                  </a:ext>
                </a:extLst>
              </p:cNvPr>
              <p:cNvSpPr/>
              <p:nvPr/>
            </p:nvSpPr>
            <p:spPr>
              <a:xfrm>
                <a:off x="5171419" y="385185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6">
                  <a:alpha val="100000"/>
                </a:srgbClr>
              </a:solidFill>
              <a:ln w="5420" cap="flat">
                <a:solidFill>
                  <a:srgbClr val="79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84" name="pg1683">
                <a:extLst>
                  <a:ext uri="{FF2B5EF4-FFF2-40B4-BE49-F238E27FC236}">
                    <a16:creationId xmlns:a16="http://schemas.microsoft.com/office/drawing/2014/main" id="{EBC226CC-7125-19F1-ACDA-A1EA05F17E97}"/>
                  </a:ext>
                </a:extLst>
              </p:cNvPr>
              <p:cNvSpPr/>
              <p:nvPr/>
            </p:nvSpPr>
            <p:spPr>
              <a:xfrm>
                <a:off x="5078320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B7E8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85" name="pg1684">
                <a:extLst>
                  <a:ext uri="{FF2B5EF4-FFF2-40B4-BE49-F238E27FC236}">
                    <a16:creationId xmlns:a16="http://schemas.microsoft.com/office/drawing/2014/main" id="{EAF29159-A3E5-5067-5DCE-0F5421E4E0E7}"/>
                  </a:ext>
                </a:extLst>
              </p:cNvPr>
              <p:cNvSpPr/>
              <p:nvPr/>
            </p:nvSpPr>
            <p:spPr>
              <a:xfrm>
                <a:off x="5089957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86" name="pg1685">
                <a:extLst>
                  <a:ext uri="{FF2B5EF4-FFF2-40B4-BE49-F238E27FC236}">
                    <a16:creationId xmlns:a16="http://schemas.microsoft.com/office/drawing/2014/main" id="{B1C76810-7D43-129C-C780-AEA2722278E1}"/>
                  </a:ext>
                </a:extLst>
              </p:cNvPr>
              <p:cNvSpPr/>
              <p:nvPr/>
            </p:nvSpPr>
            <p:spPr>
              <a:xfrm>
                <a:off x="5101595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87" name="pg1686">
                <a:extLst>
                  <a:ext uri="{FF2B5EF4-FFF2-40B4-BE49-F238E27FC236}">
                    <a16:creationId xmlns:a16="http://schemas.microsoft.com/office/drawing/2014/main" id="{8D7FBCD8-AE70-F260-7715-4EB2D536D3D8}"/>
                  </a:ext>
                </a:extLst>
              </p:cNvPr>
              <p:cNvSpPr/>
              <p:nvPr/>
            </p:nvSpPr>
            <p:spPr>
              <a:xfrm>
                <a:off x="5113232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88" name="pg1687">
                <a:extLst>
                  <a:ext uri="{FF2B5EF4-FFF2-40B4-BE49-F238E27FC236}">
                    <a16:creationId xmlns:a16="http://schemas.microsoft.com/office/drawing/2014/main" id="{010DE796-8BD5-4290-422C-F459A45ECE86}"/>
                  </a:ext>
                </a:extLst>
              </p:cNvPr>
              <p:cNvSpPr/>
              <p:nvPr/>
            </p:nvSpPr>
            <p:spPr>
              <a:xfrm>
                <a:off x="5124869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DFC5">
                  <a:alpha val="100000"/>
                </a:srgbClr>
              </a:solidFill>
              <a:ln w="5420" cap="flat">
                <a:solidFill>
                  <a:srgbClr val="9CDF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89" name="pg1688">
                <a:extLst>
                  <a:ext uri="{FF2B5EF4-FFF2-40B4-BE49-F238E27FC236}">
                    <a16:creationId xmlns:a16="http://schemas.microsoft.com/office/drawing/2014/main" id="{C09A6A73-95A7-DBFE-E0A9-129FBAF55872}"/>
                  </a:ext>
                </a:extLst>
              </p:cNvPr>
              <p:cNvSpPr/>
              <p:nvPr/>
            </p:nvSpPr>
            <p:spPr>
              <a:xfrm>
                <a:off x="5136507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2DCC0">
                  <a:alpha val="100000"/>
                </a:srgbClr>
              </a:solidFill>
              <a:ln w="5420" cap="flat">
                <a:solidFill>
                  <a:srgbClr val="92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90" name="pg1689">
                <a:extLst>
                  <a:ext uri="{FF2B5EF4-FFF2-40B4-BE49-F238E27FC236}">
                    <a16:creationId xmlns:a16="http://schemas.microsoft.com/office/drawing/2014/main" id="{DB9FF9F1-12D3-EBA5-460A-FB4B023BA632}"/>
                  </a:ext>
                </a:extLst>
              </p:cNvPr>
              <p:cNvSpPr/>
              <p:nvPr/>
            </p:nvSpPr>
            <p:spPr>
              <a:xfrm>
                <a:off x="5148144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91" name="pg1690">
                <a:extLst>
                  <a:ext uri="{FF2B5EF4-FFF2-40B4-BE49-F238E27FC236}">
                    <a16:creationId xmlns:a16="http://schemas.microsoft.com/office/drawing/2014/main" id="{2D0BD653-5ED1-4F90-B3DE-8A9769727A2C}"/>
                  </a:ext>
                </a:extLst>
              </p:cNvPr>
              <p:cNvSpPr/>
              <p:nvPr/>
            </p:nvSpPr>
            <p:spPr>
              <a:xfrm>
                <a:off x="5159781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92" name="pg1691">
                <a:extLst>
                  <a:ext uri="{FF2B5EF4-FFF2-40B4-BE49-F238E27FC236}">
                    <a16:creationId xmlns:a16="http://schemas.microsoft.com/office/drawing/2014/main" id="{39F3A13D-0965-5AAC-60E6-2CA5E6DD74E6}"/>
                  </a:ext>
                </a:extLst>
              </p:cNvPr>
              <p:cNvSpPr/>
              <p:nvPr/>
            </p:nvSpPr>
            <p:spPr>
              <a:xfrm>
                <a:off x="5171419" y="38661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93" name="pg1692">
                <a:extLst>
                  <a:ext uri="{FF2B5EF4-FFF2-40B4-BE49-F238E27FC236}">
                    <a16:creationId xmlns:a16="http://schemas.microsoft.com/office/drawing/2014/main" id="{3DB6FD8F-DB2B-CA40-2CE8-5CA284918864}"/>
                  </a:ext>
                </a:extLst>
              </p:cNvPr>
              <p:cNvSpPr/>
              <p:nvPr/>
            </p:nvSpPr>
            <p:spPr>
              <a:xfrm>
                <a:off x="5089957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94" name="pg1693">
                <a:extLst>
                  <a:ext uri="{FF2B5EF4-FFF2-40B4-BE49-F238E27FC236}">
                    <a16:creationId xmlns:a16="http://schemas.microsoft.com/office/drawing/2014/main" id="{3CF9F8C8-D0A7-F457-9BFA-FE2F6C298626}"/>
                  </a:ext>
                </a:extLst>
              </p:cNvPr>
              <p:cNvSpPr/>
              <p:nvPr/>
            </p:nvSpPr>
            <p:spPr>
              <a:xfrm>
                <a:off x="5101595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95" name="pg1694">
                <a:extLst>
                  <a:ext uri="{FF2B5EF4-FFF2-40B4-BE49-F238E27FC236}">
                    <a16:creationId xmlns:a16="http://schemas.microsoft.com/office/drawing/2014/main" id="{CC990E3B-0181-B94B-80C9-2714DF920780}"/>
                  </a:ext>
                </a:extLst>
              </p:cNvPr>
              <p:cNvSpPr/>
              <p:nvPr/>
            </p:nvSpPr>
            <p:spPr>
              <a:xfrm>
                <a:off x="5113232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CDFC5">
                  <a:alpha val="100000"/>
                </a:srgbClr>
              </a:solidFill>
              <a:ln w="5420" cap="flat">
                <a:solidFill>
                  <a:srgbClr val="9CDF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96" name="pg1695">
                <a:extLst>
                  <a:ext uri="{FF2B5EF4-FFF2-40B4-BE49-F238E27FC236}">
                    <a16:creationId xmlns:a16="http://schemas.microsoft.com/office/drawing/2014/main" id="{88CA81BD-1E90-1D74-00A6-50281F72A305}"/>
                  </a:ext>
                </a:extLst>
              </p:cNvPr>
              <p:cNvSpPr/>
              <p:nvPr/>
            </p:nvSpPr>
            <p:spPr>
              <a:xfrm>
                <a:off x="5124869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93DDC1">
                  <a:alpha val="100000"/>
                </a:srgbClr>
              </a:solidFill>
              <a:ln w="5420" cap="flat">
                <a:solidFill>
                  <a:srgbClr val="93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97" name="pg1696">
                <a:extLst>
                  <a:ext uri="{FF2B5EF4-FFF2-40B4-BE49-F238E27FC236}">
                    <a16:creationId xmlns:a16="http://schemas.microsoft.com/office/drawing/2014/main" id="{A7BE2061-9F86-8DF6-C918-7F337AC67A98}"/>
                  </a:ext>
                </a:extLst>
              </p:cNvPr>
              <p:cNvSpPr/>
              <p:nvPr/>
            </p:nvSpPr>
            <p:spPr>
              <a:xfrm>
                <a:off x="5136507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98" name="pg1697">
                <a:extLst>
                  <a:ext uri="{FF2B5EF4-FFF2-40B4-BE49-F238E27FC236}">
                    <a16:creationId xmlns:a16="http://schemas.microsoft.com/office/drawing/2014/main" id="{69E0E658-CF9D-82EC-C516-56104EFCC9B4}"/>
                  </a:ext>
                </a:extLst>
              </p:cNvPr>
              <p:cNvSpPr/>
              <p:nvPr/>
            </p:nvSpPr>
            <p:spPr>
              <a:xfrm>
                <a:off x="5148144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099" name="pg1698">
                <a:extLst>
                  <a:ext uri="{FF2B5EF4-FFF2-40B4-BE49-F238E27FC236}">
                    <a16:creationId xmlns:a16="http://schemas.microsoft.com/office/drawing/2014/main" id="{55282332-B747-0A82-BE03-82BF7E9632B9}"/>
                  </a:ext>
                </a:extLst>
              </p:cNvPr>
              <p:cNvSpPr/>
              <p:nvPr/>
            </p:nvSpPr>
            <p:spPr>
              <a:xfrm>
                <a:off x="5159781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00" name="pg1699">
                <a:extLst>
                  <a:ext uri="{FF2B5EF4-FFF2-40B4-BE49-F238E27FC236}">
                    <a16:creationId xmlns:a16="http://schemas.microsoft.com/office/drawing/2014/main" id="{FEC39D49-FF5E-AC04-3EFA-62C67BF6025A}"/>
                  </a:ext>
                </a:extLst>
              </p:cNvPr>
              <p:cNvSpPr/>
              <p:nvPr/>
            </p:nvSpPr>
            <p:spPr>
              <a:xfrm>
                <a:off x="5171419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01" name="pg1700">
                <a:extLst>
                  <a:ext uri="{FF2B5EF4-FFF2-40B4-BE49-F238E27FC236}">
                    <a16:creationId xmlns:a16="http://schemas.microsoft.com/office/drawing/2014/main" id="{4FCD8FF4-9385-8C8D-F4D7-DC3165ADCA83}"/>
                  </a:ext>
                </a:extLst>
              </p:cNvPr>
              <p:cNvSpPr/>
              <p:nvPr/>
            </p:nvSpPr>
            <p:spPr>
              <a:xfrm>
                <a:off x="5183056" y="388046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02" name="pg1701">
                <a:extLst>
                  <a:ext uri="{FF2B5EF4-FFF2-40B4-BE49-F238E27FC236}">
                    <a16:creationId xmlns:a16="http://schemas.microsoft.com/office/drawing/2014/main" id="{B99A4E0F-3128-8882-6EEC-006337987D7C}"/>
                  </a:ext>
                </a:extLst>
              </p:cNvPr>
              <p:cNvSpPr/>
              <p:nvPr/>
            </p:nvSpPr>
            <p:spPr>
              <a:xfrm>
                <a:off x="5124869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03" name="pg1702">
                <a:extLst>
                  <a:ext uri="{FF2B5EF4-FFF2-40B4-BE49-F238E27FC236}">
                    <a16:creationId xmlns:a16="http://schemas.microsoft.com/office/drawing/2014/main" id="{DA98D6A1-54F0-675A-20ED-95BDFE9502BC}"/>
                  </a:ext>
                </a:extLst>
              </p:cNvPr>
              <p:cNvSpPr/>
              <p:nvPr/>
            </p:nvSpPr>
            <p:spPr>
              <a:xfrm>
                <a:off x="5136507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04" name="pg1703">
                <a:extLst>
                  <a:ext uri="{FF2B5EF4-FFF2-40B4-BE49-F238E27FC236}">
                    <a16:creationId xmlns:a16="http://schemas.microsoft.com/office/drawing/2014/main" id="{A2F803C9-B7BE-C8B9-B6F9-7399CB3206BE}"/>
                  </a:ext>
                </a:extLst>
              </p:cNvPr>
              <p:cNvSpPr/>
              <p:nvPr/>
            </p:nvSpPr>
            <p:spPr>
              <a:xfrm>
                <a:off x="5148144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05" name="pg1704">
                <a:extLst>
                  <a:ext uri="{FF2B5EF4-FFF2-40B4-BE49-F238E27FC236}">
                    <a16:creationId xmlns:a16="http://schemas.microsoft.com/office/drawing/2014/main" id="{26C480D9-EFB4-7A02-1611-E0EB35AA59B5}"/>
                  </a:ext>
                </a:extLst>
              </p:cNvPr>
              <p:cNvSpPr/>
              <p:nvPr/>
            </p:nvSpPr>
            <p:spPr>
              <a:xfrm>
                <a:off x="5159781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06" name="pg1705">
                <a:extLst>
                  <a:ext uri="{FF2B5EF4-FFF2-40B4-BE49-F238E27FC236}">
                    <a16:creationId xmlns:a16="http://schemas.microsoft.com/office/drawing/2014/main" id="{E4D139FC-B760-8509-04E0-AD1EB49F5613}"/>
                  </a:ext>
                </a:extLst>
              </p:cNvPr>
              <p:cNvSpPr/>
              <p:nvPr/>
            </p:nvSpPr>
            <p:spPr>
              <a:xfrm>
                <a:off x="5171419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07" name="pg1706">
                <a:extLst>
                  <a:ext uri="{FF2B5EF4-FFF2-40B4-BE49-F238E27FC236}">
                    <a16:creationId xmlns:a16="http://schemas.microsoft.com/office/drawing/2014/main" id="{09399ADB-B5C4-2707-DD2D-F4E79D4F2BFA}"/>
                  </a:ext>
                </a:extLst>
              </p:cNvPr>
              <p:cNvSpPr/>
              <p:nvPr/>
            </p:nvSpPr>
            <p:spPr>
              <a:xfrm>
                <a:off x="5183056" y="38947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08" name="pg1707">
                <a:extLst>
                  <a:ext uri="{FF2B5EF4-FFF2-40B4-BE49-F238E27FC236}">
                    <a16:creationId xmlns:a16="http://schemas.microsoft.com/office/drawing/2014/main" id="{C9A637B8-6C5D-AA74-79E8-BC2CE7F9AF61}"/>
                  </a:ext>
                </a:extLst>
              </p:cNvPr>
              <p:cNvSpPr/>
              <p:nvPr/>
            </p:nvSpPr>
            <p:spPr>
              <a:xfrm>
                <a:off x="5066683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5D8BA">
                  <a:alpha val="100000"/>
                </a:srgbClr>
              </a:solidFill>
              <a:ln w="5420" cap="flat">
                <a:solidFill>
                  <a:srgbClr val="85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09" name="pg1708">
                <a:extLst>
                  <a:ext uri="{FF2B5EF4-FFF2-40B4-BE49-F238E27FC236}">
                    <a16:creationId xmlns:a16="http://schemas.microsoft.com/office/drawing/2014/main" id="{626812C4-9A4C-E268-327C-6111460FE620}"/>
                  </a:ext>
                </a:extLst>
              </p:cNvPr>
              <p:cNvSpPr/>
              <p:nvPr/>
            </p:nvSpPr>
            <p:spPr>
              <a:xfrm>
                <a:off x="5113232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10" name="pg1709">
                <a:extLst>
                  <a:ext uri="{FF2B5EF4-FFF2-40B4-BE49-F238E27FC236}">
                    <a16:creationId xmlns:a16="http://schemas.microsoft.com/office/drawing/2014/main" id="{40F2079C-BB1E-49A7-019C-E94B92D2926D}"/>
                  </a:ext>
                </a:extLst>
              </p:cNvPr>
              <p:cNvSpPr/>
              <p:nvPr/>
            </p:nvSpPr>
            <p:spPr>
              <a:xfrm>
                <a:off x="5124869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11" name="pg1710">
                <a:extLst>
                  <a:ext uri="{FF2B5EF4-FFF2-40B4-BE49-F238E27FC236}">
                    <a16:creationId xmlns:a16="http://schemas.microsoft.com/office/drawing/2014/main" id="{D7790A84-C928-C080-5A20-5124E1DF63D9}"/>
                  </a:ext>
                </a:extLst>
              </p:cNvPr>
              <p:cNvSpPr/>
              <p:nvPr/>
            </p:nvSpPr>
            <p:spPr>
              <a:xfrm>
                <a:off x="5136507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12" name="pg1711">
                <a:extLst>
                  <a:ext uri="{FF2B5EF4-FFF2-40B4-BE49-F238E27FC236}">
                    <a16:creationId xmlns:a16="http://schemas.microsoft.com/office/drawing/2014/main" id="{EB7EF236-5DDE-F818-0716-AE63DE69F2EE}"/>
                  </a:ext>
                </a:extLst>
              </p:cNvPr>
              <p:cNvSpPr/>
              <p:nvPr/>
            </p:nvSpPr>
            <p:spPr>
              <a:xfrm>
                <a:off x="5148144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4B4">
                  <a:alpha val="100000"/>
                </a:srgbClr>
              </a:solidFill>
              <a:ln w="5420" cap="flat">
                <a:solidFill>
                  <a:srgbClr val="74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13" name="pg1712">
                <a:extLst>
                  <a:ext uri="{FF2B5EF4-FFF2-40B4-BE49-F238E27FC236}">
                    <a16:creationId xmlns:a16="http://schemas.microsoft.com/office/drawing/2014/main" id="{173AAD7B-327E-EF1C-A082-CE70A8EFD7BA}"/>
                  </a:ext>
                </a:extLst>
              </p:cNvPr>
              <p:cNvSpPr/>
              <p:nvPr/>
            </p:nvSpPr>
            <p:spPr>
              <a:xfrm>
                <a:off x="5159781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14" name="pg1713">
                <a:extLst>
                  <a:ext uri="{FF2B5EF4-FFF2-40B4-BE49-F238E27FC236}">
                    <a16:creationId xmlns:a16="http://schemas.microsoft.com/office/drawing/2014/main" id="{B93712A6-9606-C39C-B3BD-B01E5CA24DDF}"/>
                  </a:ext>
                </a:extLst>
              </p:cNvPr>
              <p:cNvSpPr/>
              <p:nvPr/>
            </p:nvSpPr>
            <p:spPr>
              <a:xfrm>
                <a:off x="5171419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AF">
                  <a:alpha val="100000"/>
                </a:srgbClr>
              </a:solidFill>
              <a:ln w="5420" cap="flat">
                <a:solidFill>
                  <a:srgbClr val="6AD1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15" name="pg1714">
                <a:extLst>
                  <a:ext uri="{FF2B5EF4-FFF2-40B4-BE49-F238E27FC236}">
                    <a16:creationId xmlns:a16="http://schemas.microsoft.com/office/drawing/2014/main" id="{1C1B8802-EF08-F705-5C4E-6F73D99DC677}"/>
                  </a:ext>
                </a:extLst>
              </p:cNvPr>
              <p:cNvSpPr/>
              <p:nvPr/>
            </p:nvSpPr>
            <p:spPr>
              <a:xfrm>
                <a:off x="5183056" y="390906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16" name="pg1715">
                <a:extLst>
                  <a:ext uri="{FF2B5EF4-FFF2-40B4-BE49-F238E27FC236}">
                    <a16:creationId xmlns:a16="http://schemas.microsoft.com/office/drawing/2014/main" id="{406CE327-8FB1-BE66-BFAC-25D8A2FF288E}"/>
                  </a:ext>
                </a:extLst>
              </p:cNvPr>
              <p:cNvSpPr/>
              <p:nvPr/>
            </p:nvSpPr>
            <p:spPr>
              <a:xfrm>
                <a:off x="5055045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17" name="pg1716">
                <a:extLst>
                  <a:ext uri="{FF2B5EF4-FFF2-40B4-BE49-F238E27FC236}">
                    <a16:creationId xmlns:a16="http://schemas.microsoft.com/office/drawing/2014/main" id="{137717FF-B696-40F9-9609-9E3727098626}"/>
                  </a:ext>
                </a:extLst>
              </p:cNvPr>
              <p:cNvSpPr/>
              <p:nvPr/>
            </p:nvSpPr>
            <p:spPr>
              <a:xfrm>
                <a:off x="5066683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18" name="pg1717">
                <a:extLst>
                  <a:ext uri="{FF2B5EF4-FFF2-40B4-BE49-F238E27FC236}">
                    <a16:creationId xmlns:a16="http://schemas.microsoft.com/office/drawing/2014/main" id="{768F8134-0BF7-B277-19E3-C8C38F53C79E}"/>
                  </a:ext>
                </a:extLst>
              </p:cNvPr>
              <p:cNvSpPr/>
              <p:nvPr/>
            </p:nvSpPr>
            <p:spPr>
              <a:xfrm>
                <a:off x="5078320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19" name="pg1718">
                <a:extLst>
                  <a:ext uri="{FF2B5EF4-FFF2-40B4-BE49-F238E27FC236}">
                    <a16:creationId xmlns:a16="http://schemas.microsoft.com/office/drawing/2014/main" id="{4969A3C0-F600-E4AA-3331-6E65A21501A7}"/>
                  </a:ext>
                </a:extLst>
              </p:cNvPr>
              <p:cNvSpPr/>
              <p:nvPr/>
            </p:nvSpPr>
            <p:spPr>
              <a:xfrm>
                <a:off x="5089957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20" name="pg1719">
                <a:extLst>
                  <a:ext uri="{FF2B5EF4-FFF2-40B4-BE49-F238E27FC236}">
                    <a16:creationId xmlns:a16="http://schemas.microsoft.com/office/drawing/2014/main" id="{6B513C6E-BFD6-8C0D-A96F-FF267DB1D8B8}"/>
                  </a:ext>
                </a:extLst>
              </p:cNvPr>
              <p:cNvSpPr/>
              <p:nvPr/>
            </p:nvSpPr>
            <p:spPr>
              <a:xfrm>
                <a:off x="5101595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21" name="pg1720">
                <a:extLst>
                  <a:ext uri="{FF2B5EF4-FFF2-40B4-BE49-F238E27FC236}">
                    <a16:creationId xmlns:a16="http://schemas.microsoft.com/office/drawing/2014/main" id="{4AB1AD11-4DC9-70BF-952F-A95701F5A5E6}"/>
                  </a:ext>
                </a:extLst>
              </p:cNvPr>
              <p:cNvSpPr/>
              <p:nvPr/>
            </p:nvSpPr>
            <p:spPr>
              <a:xfrm>
                <a:off x="5113232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22" name="pg1721">
                <a:extLst>
                  <a:ext uri="{FF2B5EF4-FFF2-40B4-BE49-F238E27FC236}">
                    <a16:creationId xmlns:a16="http://schemas.microsoft.com/office/drawing/2014/main" id="{76E27FD5-0596-4502-D6D1-5069ACDEC488}"/>
                  </a:ext>
                </a:extLst>
              </p:cNvPr>
              <p:cNvSpPr/>
              <p:nvPr/>
            </p:nvSpPr>
            <p:spPr>
              <a:xfrm>
                <a:off x="5124869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23" name="pg1722">
                <a:extLst>
                  <a:ext uri="{FF2B5EF4-FFF2-40B4-BE49-F238E27FC236}">
                    <a16:creationId xmlns:a16="http://schemas.microsoft.com/office/drawing/2014/main" id="{D00811D5-112B-5638-807A-66987A038F62}"/>
                  </a:ext>
                </a:extLst>
              </p:cNvPr>
              <p:cNvSpPr/>
              <p:nvPr/>
            </p:nvSpPr>
            <p:spPr>
              <a:xfrm>
                <a:off x="5136507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24" name="pg1723">
                <a:extLst>
                  <a:ext uri="{FF2B5EF4-FFF2-40B4-BE49-F238E27FC236}">
                    <a16:creationId xmlns:a16="http://schemas.microsoft.com/office/drawing/2014/main" id="{CC077E35-16A6-FA4F-1D7D-9754AAFA3268}"/>
                  </a:ext>
                </a:extLst>
              </p:cNvPr>
              <p:cNvSpPr/>
              <p:nvPr/>
            </p:nvSpPr>
            <p:spPr>
              <a:xfrm>
                <a:off x="5148144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25" name="pg1724">
                <a:extLst>
                  <a:ext uri="{FF2B5EF4-FFF2-40B4-BE49-F238E27FC236}">
                    <a16:creationId xmlns:a16="http://schemas.microsoft.com/office/drawing/2014/main" id="{C0C537D3-9C68-78E9-5BFB-449573B11330}"/>
                  </a:ext>
                </a:extLst>
              </p:cNvPr>
              <p:cNvSpPr/>
              <p:nvPr/>
            </p:nvSpPr>
            <p:spPr>
              <a:xfrm>
                <a:off x="5159781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26" name="pg1725">
                <a:extLst>
                  <a:ext uri="{FF2B5EF4-FFF2-40B4-BE49-F238E27FC236}">
                    <a16:creationId xmlns:a16="http://schemas.microsoft.com/office/drawing/2014/main" id="{C201D9EE-3FA3-1B22-12FC-50532144A334}"/>
                  </a:ext>
                </a:extLst>
              </p:cNvPr>
              <p:cNvSpPr/>
              <p:nvPr/>
            </p:nvSpPr>
            <p:spPr>
              <a:xfrm>
                <a:off x="5171419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27" name="pg1726">
                <a:extLst>
                  <a:ext uri="{FF2B5EF4-FFF2-40B4-BE49-F238E27FC236}">
                    <a16:creationId xmlns:a16="http://schemas.microsoft.com/office/drawing/2014/main" id="{F74F56C3-EE33-4125-A0E5-6191AB88C006}"/>
                  </a:ext>
                </a:extLst>
              </p:cNvPr>
              <p:cNvSpPr/>
              <p:nvPr/>
            </p:nvSpPr>
            <p:spPr>
              <a:xfrm>
                <a:off x="5183056" y="392336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28" name="pg1727">
                <a:extLst>
                  <a:ext uri="{FF2B5EF4-FFF2-40B4-BE49-F238E27FC236}">
                    <a16:creationId xmlns:a16="http://schemas.microsoft.com/office/drawing/2014/main" id="{9FA3EFCA-C555-767D-11BD-F7495BCD1642}"/>
                  </a:ext>
                </a:extLst>
              </p:cNvPr>
              <p:cNvSpPr/>
              <p:nvPr/>
            </p:nvSpPr>
            <p:spPr>
              <a:xfrm>
                <a:off x="5043408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29" name="pg1728">
                <a:extLst>
                  <a:ext uri="{FF2B5EF4-FFF2-40B4-BE49-F238E27FC236}">
                    <a16:creationId xmlns:a16="http://schemas.microsoft.com/office/drawing/2014/main" id="{654B361D-83E6-6FAC-A151-3CEAFFF863B4}"/>
                  </a:ext>
                </a:extLst>
              </p:cNvPr>
              <p:cNvSpPr/>
              <p:nvPr/>
            </p:nvSpPr>
            <p:spPr>
              <a:xfrm>
                <a:off x="5055045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30" name="pg1729">
                <a:extLst>
                  <a:ext uri="{FF2B5EF4-FFF2-40B4-BE49-F238E27FC236}">
                    <a16:creationId xmlns:a16="http://schemas.microsoft.com/office/drawing/2014/main" id="{69A83EAC-24C4-9FA5-F42A-E8D88E9AE02D}"/>
                  </a:ext>
                </a:extLst>
              </p:cNvPr>
              <p:cNvSpPr/>
              <p:nvPr/>
            </p:nvSpPr>
            <p:spPr>
              <a:xfrm>
                <a:off x="5066683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31" name="pg1730">
                <a:extLst>
                  <a:ext uri="{FF2B5EF4-FFF2-40B4-BE49-F238E27FC236}">
                    <a16:creationId xmlns:a16="http://schemas.microsoft.com/office/drawing/2014/main" id="{A68E44B3-BE35-2ECC-5189-287F068CEC65}"/>
                  </a:ext>
                </a:extLst>
              </p:cNvPr>
              <p:cNvSpPr/>
              <p:nvPr/>
            </p:nvSpPr>
            <p:spPr>
              <a:xfrm>
                <a:off x="5078320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32" name="pg1731">
                <a:extLst>
                  <a:ext uri="{FF2B5EF4-FFF2-40B4-BE49-F238E27FC236}">
                    <a16:creationId xmlns:a16="http://schemas.microsoft.com/office/drawing/2014/main" id="{8DD6E134-8328-EB92-9C72-A0CBCD0FF968}"/>
                  </a:ext>
                </a:extLst>
              </p:cNvPr>
              <p:cNvSpPr/>
              <p:nvPr/>
            </p:nvSpPr>
            <p:spPr>
              <a:xfrm>
                <a:off x="5089957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33" name="pg1732">
                <a:extLst>
                  <a:ext uri="{FF2B5EF4-FFF2-40B4-BE49-F238E27FC236}">
                    <a16:creationId xmlns:a16="http://schemas.microsoft.com/office/drawing/2014/main" id="{4E94928B-754D-BCB5-065E-C006FECDD558}"/>
                  </a:ext>
                </a:extLst>
              </p:cNvPr>
              <p:cNvSpPr/>
              <p:nvPr/>
            </p:nvSpPr>
            <p:spPr>
              <a:xfrm>
                <a:off x="5101595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34" name="pg1733">
                <a:extLst>
                  <a:ext uri="{FF2B5EF4-FFF2-40B4-BE49-F238E27FC236}">
                    <a16:creationId xmlns:a16="http://schemas.microsoft.com/office/drawing/2014/main" id="{04E6EE74-3A43-AB28-DCFD-F28724E527B6}"/>
                  </a:ext>
                </a:extLst>
              </p:cNvPr>
              <p:cNvSpPr/>
              <p:nvPr/>
            </p:nvSpPr>
            <p:spPr>
              <a:xfrm>
                <a:off x="5113232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35" name="pg1734">
                <a:extLst>
                  <a:ext uri="{FF2B5EF4-FFF2-40B4-BE49-F238E27FC236}">
                    <a16:creationId xmlns:a16="http://schemas.microsoft.com/office/drawing/2014/main" id="{D22C65A9-560E-CB19-1170-C4D86C389406}"/>
                  </a:ext>
                </a:extLst>
              </p:cNvPr>
              <p:cNvSpPr/>
              <p:nvPr/>
            </p:nvSpPr>
            <p:spPr>
              <a:xfrm>
                <a:off x="5124869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36" name="pg1735">
                <a:extLst>
                  <a:ext uri="{FF2B5EF4-FFF2-40B4-BE49-F238E27FC236}">
                    <a16:creationId xmlns:a16="http://schemas.microsoft.com/office/drawing/2014/main" id="{AE204083-59DE-6401-78F9-783D6E44EDB3}"/>
                  </a:ext>
                </a:extLst>
              </p:cNvPr>
              <p:cNvSpPr/>
              <p:nvPr/>
            </p:nvSpPr>
            <p:spPr>
              <a:xfrm>
                <a:off x="5136507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37" name="pg1736">
                <a:extLst>
                  <a:ext uri="{FF2B5EF4-FFF2-40B4-BE49-F238E27FC236}">
                    <a16:creationId xmlns:a16="http://schemas.microsoft.com/office/drawing/2014/main" id="{AE573D21-8058-3C60-23EC-DDC59C3FDCFF}"/>
                  </a:ext>
                </a:extLst>
              </p:cNvPr>
              <p:cNvSpPr/>
              <p:nvPr/>
            </p:nvSpPr>
            <p:spPr>
              <a:xfrm>
                <a:off x="5148144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38" name="pg1737">
                <a:extLst>
                  <a:ext uri="{FF2B5EF4-FFF2-40B4-BE49-F238E27FC236}">
                    <a16:creationId xmlns:a16="http://schemas.microsoft.com/office/drawing/2014/main" id="{5193D040-87DB-863B-706B-C3832E6E8152}"/>
                  </a:ext>
                </a:extLst>
              </p:cNvPr>
              <p:cNvSpPr/>
              <p:nvPr/>
            </p:nvSpPr>
            <p:spPr>
              <a:xfrm>
                <a:off x="5159781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39" name="pg1738">
                <a:extLst>
                  <a:ext uri="{FF2B5EF4-FFF2-40B4-BE49-F238E27FC236}">
                    <a16:creationId xmlns:a16="http://schemas.microsoft.com/office/drawing/2014/main" id="{14A80353-77C3-B964-4A0A-675689C38DEF}"/>
                  </a:ext>
                </a:extLst>
              </p:cNvPr>
              <p:cNvSpPr/>
              <p:nvPr/>
            </p:nvSpPr>
            <p:spPr>
              <a:xfrm>
                <a:off x="5171419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40" name="pg1739">
                <a:extLst>
                  <a:ext uri="{FF2B5EF4-FFF2-40B4-BE49-F238E27FC236}">
                    <a16:creationId xmlns:a16="http://schemas.microsoft.com/office/drawing/2014/main" id="{2533296C-0BB3-A12E-0AC7-6D95DDB509DF}"/>
                  </a:ext>
                </a:extLst>
              </p:cNvPr>
              <p:cNvSpPr/>
              <p:nvPr/>
            </p:nvSpPr>
            <p:spPr>
              <a:xfrm>
                <a:off x="5183056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41" name="pg1740">
                <a:extLst>
                  <a:ext uri="{FF2B5EF4-FFF2-40B4-BE49-F238E27FC236}">
                    <a16:creationId xmlns:a16="http://schemas.microsoft.com/office/drawing/2014/main" id="{D82758B7-5698-0A98-A147-2CA6E08B6BFD}"/>
                  </a:ext>
                </a:extLst>
              </p:cNvPr>
              <p:cNvSpPr/>
              <p:nvPr/>
            </p:nvSpPr>
            <p:spPr>
              <a:xfrm>
                <a:off x="5194693" y="39376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42" name="pg1741">
                <a:extLst>
                  <a:ext uri="{FF2B5EF4-FFF2-40B4-BE49-F238E27FC236}">
                    <a16:creationId xmlns:a16="http://schemas.microsoft.com/office/drawing/2014/main" id="{4CC70D21-CA0A-A357-283E-7C0D8F82EA0D}"/>
                  </a:ext>
                </a:extLst>
              </p:cNvPr>
              <p:cNvSpPr/>
              <p:nvPr/>
            </p:nvSpPr>
            <p:spPr>
              <a:xfrm>
                <a:off x="5043408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43" name="pg1742">
                <a:extLst>
                  <a:ext uri="{FF2B5EF4-FFF2-40B4-BE49-F238E27FC236}">
                    <a16:creationId xmlns:a16="http://schemas.microsoft.com/office/drawing/2014/main" id="{ADDFE517-731B-6BA5-9D12-7CF413428672}"/>
                  </a:ext>
                </a:extLst>
              </p:cNvPr>
              <p:cNvSpPr/>
              <p:nvPr/>
            </p:nvSpPr>
            <p:spPr>
              <a:xfrm>
                <a:off x="5055045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44" name="pg1743">
                <a:extLst>
                  <a:ext uri="{FF2B5EF4-FFF2-40B4-BE49-F238E27FC236}">
                    <a16:creationId xmlns:a16="http://schemas.microsoft.com/office/drawing/2014/main" id="{11DBDF45-DC9A-A9CF-E0EE-AC06DA9DD475}"/>
                  </a:ext>
                </a:extLst>
              </p:cNvPr>
              <p:cNvSpPr/>
              <p:nvPr/>
            </p:nvSpPr>
            <p:spPr>
              <a:xfrm>
                <a:off x="5066683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45" name="pg1744">
                <a:extLst>
                  <a:ext uri="{FF2B5EF4-FFF2-40B4-BE49-F238E27FC236}">
                    <a16:creationId xmlns:a16="http://schemas.microsoft.com/office/drawing/2014/main" id="{D75F72F6-2280-E663-E645-DDE6B3454CD6}"/>
                  </a:ext>
                </a:extLst>
              </p:cNvPr>
              <p:cNvSpPr/>
              <p:nvPr/>
            </p:nvSpPr>
            <p:spPr>
              <a:xfrm>
                <a:off x="5078320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46" name="pg1745">
                <a:extLst>
                  <a:ext uri="{FF2B5EF4-FFF2-40B4-BE49-F238E27FC236}">
                    <a16:creationId xmlns:a16="http://schemas.microsoft.com/office/drawing/2014/main" id="{A5E8A63C-0A9E-9CA7-63A0-16DD3668F689}"/>
                  </a:ext>
                </a:extLst>
              </p:cNvPr>
              <p:cNvSpPr/>
              <p:nvPr/>
            </p:nvSpPr>
            <p:spPr>
              <a:xfrm>
                <a:off x="5089957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47" name="pg1746">
                <a:extLst>
                  <a:ext uri="{FF2B5EF4-FFF2-40B4-BE49-F238E27FC236}">
                    <a16:creationId xmlns:a16="http://schemas.microsoft.com/office/drawing/2014/main" id="{30A0683D-59C9-FC3D-17A7-5E8F9EFD24C1}"/>
                  </a:ext>
                </a:extLst>
              </p:cNvPr>
              <p:cNvSpPr/>
              <p:nvPr/>
            </p:nvSpPr>
            <p:spPr>
              <a:xfrm>
                <a:off x="5101595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48" name="pg1747">
                <a:extLst>
                  <a:ext uri="{FF2B5EF4-FFF2-40B4-BE49-F238E27FC236}">
                    <a16:creationId xmlns:a16="http://schemas.microsoft.com/office/drawing/2014/main" id="{564410B7-A090-EE1E-C2F1-827D5567AF3B}"/>
                  </a:ext>
                </a:extLst>
              </p:cNvPr>
              <p:cNvSpPr/>
              <p:nvPr/>
            </p:nvSpPr>
            <p:spPr>
              <a:xfrm>
                <a:off x="5113232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49" name="pg1748">
                <a:extLst>
                  <a:ext uri="{FF2B5EF4-FFF2-40B4-BE49-F238E27FC236}">
                    <a16:creationId xmlns:a16="http://schemas.microsoft.com/office/drawing/2014/main" id="{03E334EF-DADA-EAB8-A596-E142B66BEA9C}"/>
                  </a:ext>
                </a:extLst>
              </p:cNvPr>
              <p:cNvSpPr/>
              <p:nvPr/>
            </p:nvSpPr>
            <p:spPr>
              <a:xfrm>
                <a:off x="5124869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50" name="pg1749">
                <a:extLst>
                  <a:ext uri="{FF2B5EF4-FFF2-40B4-BE49-F238E27FC236}">
                    <a16:creationId xmlns:a16="http://schemas.microsoft.com/office/drawing/2014/main" id="{5A650163-F6A4-0BCB-6EC8-2252C4CBB534}"/>
                  </a:ext>
                </a:extLst>
              </p:cNvPr>
              <p:cNvSpPr/>
              <p:nvPr/>
            </p:nvSpPr>
            <p:spPr>
              <a:xfrm>
                <a:off x="5136507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51" name="pg1750">
                <a:extLst>
                  <a:ext uri="{FF2B5EF4-FFF2-40B4-BE49-F238E27FC236}">
                    <a16:creationId xmlns:a16="http://schemas.microsoft.com/office/drawing/2014/main" id="{B287F0A5-9BAD-B1BA-F7F2-980CC33811F0}"/>
                  </a:ext>
                </a:extLst>
              </p:cNvPr>
              <p:cNvSpPr/>
              <p:nvPr/>
            </p:nvSpPr>
            <p:spPr>
              <a:xfrm>
                <a:off x="5148144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52" name="pg1751">
                <a:extLst>
                  <a:ext uri="{FF2B5EF4-FFF2-40B4-BE49-F238E27FC236}">
                    <a16:creationId xmlns:a16="http://schemas.microsoft.com/office/drawing/2014/main" id="{4CDB1959-0472-09C4-0266-24ABDCB9D496}"/>
                  </a:ext>
                </a:extLst>
              </p:cNvPr>
              <p:cNvSpPr/>
              <p:nvPr/>
            </p:nvSpPr>
            <p:spPr>
              <a:xfrm>
                <a:off x="5159781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53" name="pg1752">
                <a:extLst>
                  <a:ext uri="{FF2B5EF4-FFF2-40B4-BE49-F238E27FC236}">
                    <a16:creationId xmlns:a16="http://schemas.microsoft.com/office/drawing/2014/main" id="{6421E7A8-CEE0-5301-C31A-20284790BEED}"/>
                  </a:ext>
                </a:extLst>
              </p:cNvPr>
              <p:cNvSpPr/>
              <p:nvPr/>
            </p:nvSpPr>
            <p:spPr>
              <a:xfrm>
                <a:off x="5171419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54" name="pg1753">
                <a:extLst>
                  <a:ext uri="{FF2B5EF4-FFF2-40B4-BE49-F238E27FC236}">
                    <a16:creationId xmlns:a16="http://schemas.microsoft.com/office/drawing/2014/main" id="{B29A68B3-A639-261F-4CA4-AEEFAE8467A9}"/>
                  </a:ext>
                </a:extLst>
              </p:cNvPr>
              <p:cNvSpPr/>
              <p:nvPr/>
            </p:nvSpPr>
            <p:spPr>
              <a:xfrm>
                <a:off x="5183056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55" name="pg1754">
                <a:extLst>
                  <a:ext uri="{FF2B5EF4-FFF2-40B4-BE49-F238E27FC236}">
                    <a16:creationId xmlns:a16="http://schemas.microsoft.com/office/drawing/2014/main" id="{C1EA3B36-3B59-A749-F484-DD5530652AD3}"/>
                  </a:ext>
                </a:extLst>
              </p:cNvPr>
              <p:cNvSpPr/>
              <p:nvPr/>
            </p:nvSpPr>
            <p:spPr>
              <a:xfrm>
                <a:off x="5194693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56" name="pg1755">
                <a:extLst>
                  <a:ext uri="{FF2B5EF4-FFF2-40B4-BE49-F238E27FC236}">
                    <a16:creationId xmlns:a16="http://schemas.microsoft.com/office/drawing/2014/main" id="{167F1922-44B7-D206-7CEA-D78DD5F16216}"/>
                  </a:ext>
                </a:extLst>
              </p:cNvPr>
              <p:cNvSpPr/>
              <p:nvPr/>
            </p:nvSpPr>
            <p:spPr>
              <a:xfrm>
                <a:off x="5206331" y="395196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57" name="pg1756">
                <a:extLst>
                  <a:ext uri="{FF2B5EF4-FFF2-40B4-BE49-F238E27FC236}">
                    <a16:creationId xmlns:a16="http://schemas.microsoft.com/office/drawing/2014/main" id="{7DCB46C7-A163-555A-CEC7-16050783F8F4}"/>
                  </a:ext>
                </a:extLst>
              </p:cNvPr>
              <p:cNvSpPr/>
              <p:nvPr/>
            </p:nvSpPr>
            <p:spPr>
              <a:xfrm>
                <a:off x="5043408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58" name="pg1757">
                <a:extLst>
                  <a:ext uri="{FF2B5EF4-FFF2-40B4-BE49-F238E27FC236}">
                    <a16:creationId xmlns:a16="http://schemas.microsoft.com/office/drawing/2014/main" id="{57E8A483-C816-F0D8-DEDC-7850874172D9}"/>
                  </a:ext>
                </a:extLst>
              </p:cNvPr>
              <p:cNvSpPr/>
              <p:nvPr/>
            </p:nvSpPr>
            <p:spPr>
              <a:xfrm>
                <a:off x="5055045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59" name="pg1758">
                <a:extLst>
                  <a:ext uri="{FF2B5EF4-FFF2-40B4-BE49-F238E27FC236}">
                    <a16:creationId xmlns:a16="http://schemas.microsoft.com/office/drawing/2014/main" id="{2806F41A-B875-FCD8-D2DF-721372A1C0B4}"/>
                  </a:ext>
                </a:extLst>
              </p:cNvPr>
              <p:cNvSpPr/>
              <p:nvPr/>
            </p:nvSpPr>
            <p:spPr>
              <a:xfrm>
                <a:off x="5066683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60" name="pg1759">
                <a:extLst>
                  <a:ext uri="{FF2B5EF4-FFF2-40B4-BE49-F238E27FC236}">
                    <a16:creationId xmlns:a16="http://schemas.microsoft.com/office/drawing/2014/main" id="{14EF9C55-2278-A16A-1832-1BF93814B61B}"/>
                  </a:ext>
                </a:extLst>
              </p:cNvPr>
              <p:cNvSpPr/>
              <p:nvPr/>
            </p:nvSpPr>
            <p:spPr>
              <a:xfrm>
                <a:off x="5078320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61" name="pg1760">
                <a:extLst>
                  <a:ext uri="{FF2B5EF4-FFF2-40B4-BE49-F238E27FC236}">
                    <a16:creationId xmlns:a16="http://schemas.microsoft.com/office/drawing/2014/main" id="{FB6574A8-63F9-AE1B-D14B-FDDE87FD4349}"/>
                  </a:ext>
                </a:extLst>
              </p:cNvPr>
              <p:cNvSpPr/>
              <p:nvPr/>
            </p:nvSpPr>
            <p:spPr>
              <a:xfrm>
                <a:off x="5089957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62" name="pg1761">
                <a:extLst>
                  <a:ext uri="{FF2B5EF4-FFF2-40B4-BE49-F238E27FC236}">
                    <a16:creationId xmlns:a16="http://schemas.microsoft.com/office/drawing/2014/main" id="{61729B28-8C5C-8596-7C2E-148BA9848E7A}"/>
                  </a:ext>
                </a:extLst>
              </p:cNvPr>
              <p:cNvSpPr/>
              <p:nvPr/>
            </p:nvSpPr>
            <p:spPr>
              <a:xfrm>
                <a:off x="5101595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63" name="pg1762">
                <a:extLst>
                  <a:ext uri="{FF2B5EF4-FFF2-40B4-BE49-F238E27FC236}">
                    <a16:creationId xmlns:a16="http://schemas.microsoft.com/office/drawing/2014/main" id="{2E82FC66-887A-87FB-E2F6-F47623ECB0B7}"/>
                  </a:ext>
                </a:extLst>
              </p:cNvPr>
              <p:cNvSpPr/>
              <p:nvPr/>
            </p:nvSpPr>
            <p:spPr>
              <a:xfrm>
                <a:off x="5113232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64" name="pg1763">
                <a:extLst>
                  <a:ext uri="{FF2B5EF4-FFF2-40B4-BE49-F238E27FC236}">
                    <a16:creationId xmlns:a16="http://schemas.microsoft.com/office/drawing/2014/main" id="{4D932C4E-D2F8-B3E3-3D68-39EB2A1FDA3C}"/>
                  </a:ext>
                </a:extLst>
              </p:cNvPr>
              <p:cNvSpPr/>
              <p:nvPr/>
            </p:nvSpPr>
            <p:spPr>
              <a:xfrm>
                <a:off x="5124869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65" name="pg1764">
                <a:extLst>
                  <a:ext uri="{FF2B5EF4-FFF2-40B4-BE49-F238E27FC236}">
                    <a16:creationId xmlns:a16="http://schemas.microsoft.com/office/drawing/2014/main" id="{AE39FAB2-34AF-86D7-8CCD-614D940D49E7}"/>
                  </a:ext>
                </a:extLst>
              </p:cNvPr>
              <p:cNvSpPr/>
              <p:nvPr/>
            </p:nvSpPr>
            <p:spPr>
              <a:xfrm>
                <a:off x="5136507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66" name="pg1765">
                <a:extLst>
                  <a:ext uri="{FF2B5EF4-FFF2-40B4-BE49-F238E27FC236}">
                    <a16:creationId xmlns:a16="http://schemas.microsoft.com/office/drawing/2014/main" id="{E3FCD25D-6DC2-FD01-06CF-BFF60F65DA88}"/>
                  </a:ext>
                </a:extLst>
              </p:cNvPr>
              <p:cNvSpPr/>
              <p:nvPr/>
            </p:nvSpPr>
            <p:spPr>
              <a:xfrm>
                <a:off x="5148144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67" name="pg1766">
                <a:extLst>
                  <a:ext uri="{FF2B5EF4-FFF2-40B4-BE49-F238E27FC236}">
                    <a16:creationId xmlns:a16="http://schemas.microsoft.com/office/drawing/2014/main" id="{05FC408F-6269-0747-4CCB-B1F4A881F884}"/>
                  </a:ext>
                </a:extLst>
              </p:cNvPr>
              <p:cNvSpPr/>
              <p:nvPr/>
            </p:nvSpPr>
            <p:spPr>
              <a:xfrm>
                <a:off x="5159781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68" name="pg1767">
                <a:extLst>
                  <a:ext uri="{FF2B5EF4-FFF2-40B4-BE49-F238E27FC236}">
                    <a16:creationId xmlns:a16="http://schemas.microsoft.com/office/drawing/2014/main" id="{E940CFAC-DAB9-9A70-058D-39FAF5459A59}"/>
                  </a:ext>
                </a:extLst>
              </p:cNvPr>
              <p:cNvSpPr/>
              <p:nvPr/>
            </p:nvSpPr>
            <p:spPr>
              <a:xfrm>
                <a:off x="5171419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69" name="pg1768">
                <a:extLst>
                  <a:ext uri="{FF2B5EF4-FFF2-40B4-BE49-F238E27FC236}">
                    <a16:creationId xmlns:a16="http://schemas.microsoft.com/office/drawing/2014/main" id="{6D4DFFAB-DE63-6813-AD39-27D59C332002}"/>
                  </a:ext>
                </a:extLst>
              </p:cNvPr>
              <p:cNvSpPr/>
              <p:nvPr/>
            </p:nvSpPr>
            <p:spPr>
              <a:xfrm>
                <a:off x="5183056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70" name="pg1769">
                <a:extLst>
                  <a:ext uri="{FF2B5EF4-FFF2-40B4-BE49-F238E27FC236}">
                    <a16:creationId xmlns:a16="http://schemas.microsoft.com/office/drawing/2014/main" id="{2813CDEF-70CB-5DE4-4F18-48E28C0694DA}"/>
                  </a:ext>
                </a:extLst>
              </p:cNvPr>
              <p:cNvSpPr/>
              <p:nvPr/>
            </p:nvSpPr>
            <p:spPr>
              <a:xfrm>
                <a:off x="5194693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71" name="pg1770">
                <a:extLst>
                  <a:ext uri="{FF2B5EF4-FFF2-40B4-BE49-F238E27FC236}">
                    <a16:creationId xmlns:a16="http://schemas.microsoft.com/office/drawing/2014/main" id="{4010E471-EBE8-CB35-CC45-33FA849378DF}"/>
                  </a:ext>
                </a:extLst>
              </p:cNvPr>
              <p:cNvSpPr/>
              <p:nvPr/>
            </p:nvSpPr>
            <p:spPr>
              <a:xfrm>
                <a:off x="5206331" y="39662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72" name="pg1771">
                <a:extLst>
                  <a:ext uri="{FF2B5EF4-FFF2-40B4-BE49-F238E27FC236}">
                    <a16:creationId xmlns:a16="http://schemas.microsoft.com/office/drawing/2014/main" id="{C1AC9E8C-365E-C8EA-8789-8D2350AD3B34}"/>
                  </a:ext>
                </a:extLst>
              </p:cNvPr>
              <p:cNvSpPr/>
              <p:nvPr/>
            </p:nvSpPr>
            <p:spPr>
              <a:xfrm>
                <a:off x="5043408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73" name="pg1772">
                <a:extLst>
                  <a:ext uri="{FF2B5EF4-FFF2-40B4-BE49-F238E27FC236}">
                    <a16:creationId xmlns:a16="http://schemas.microsoft.com/office/drawing/2014/main" id="{023EBED3-0EE3-60B4-4520-A601D75E205F}"/>
                  </a:ext>
                </a:extLst>
              </p:cNvPr>
              <p:cNvSpPr/>
              <p:nvPr/>
            </p:nvSpPr>
            <p:spPr>
              <a:xfrm>
                <a:off x="5055045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74" name="pg1773">
                <a:extLst>
                  <a:ext uri="{FF2B5EF4-FFF2-40B4-BE49-F238E27FC236}">
                    <a16:creationId xmlns:a16="http://schemas.microsoft.com/office/drawing/2014/main" id="{B824A2D9-7759-AB8E-B026-58FBC19184F6}"/>
                  </a:ext>
                </a:extLst>
              </p:cNvPr>
              <p:cNvSpPr/>
              <p:nvPr/>
            </p:nvSpPr>
            <p:spPr>
              <a:xfrm>
                <a:off x="5066683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75" name="pg1774">
                <a:extLst>
                  <a:ext uri="{FF2B5EF4-FFF2-40B4-BE49-F238E27FC236}">
                    <a16:creationId xmlns:a16="http://schemas.microsoft.com/office/drawing/2014/main" id="{C3F4A24D-546C-0BB5-ABE1-B685EF08D335}"/>
                  </a:ext>
                </a:extLst>
              </p:cNvPr>
              <p:cNvSpPr/>
              <p:nvPr/>
            </p:nvSpPr>
            <p:spPr>
              <a:xfrm>
                <a:off x="5078320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76" name="pg1775">
                <a:extLst>
                  <a:ext uri="{FF2B5EF4-FFF2-40B4-BE49-F238E27FC236}">
                    <a16:creationId xmlns:a16="http://schemas.microsoft.com/office/drawing/2014/main" id="{C6B86FD0-26C7-699F-EA0B-ADD54FA46E28}"/>
                  </a:ext>
                </a:extLst>
              </p:cNvPr>
              <p:cNvSpPr/>
              <p:nvPr/>
            </p:nvSpPr>
            <p:spPr>
              <a:xfrm>
                <a:off x="5089957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77" name="pg1776">
                <a:extLst>
                  <a:ext uri="{FF2B5EF4-FFF2-40B4-BE49-F238E27FC236}">
                    <a16:creationId xmlns:a16="http://schemas.microsoft.com/office/drawing/2014/main" id="{3858DE39-5559-55C2-8F84-E52C89E10777}"/>
                  </a:ext>
                </a:extLst>
              </p:cNvPr>
              <p:cNvSpPr/>
              <p:nvPr/>
            </p:nvSpPr>
            <p:spPr>
              <a:xfrm>
                <a:off x="5101595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78" name="pg1777">
                <a:extLst>
                  <a:ext uri="{FF2B5EF4-FFF2-40B4-BE49-F238E27FC236}">
                    <a16:creationId xmlns:a16="http://schemas.microsoft.com/office/drawing/2014/main" id="{BFF20A78-DD3C-BCCD-31C5-BF1147E8B164}"/>
                  </a:ext>
                </a:extLst>
              </p:cNvPr>
              <p:cNvSpPr/>
              <p:nvPr/>
            </p:nvSpPr>
            <p:spPr>
              <a:xfrm>
                <a:off x="5113232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79" name="pg1778">
                <a:extLst>
                  <a:ext uri="{FF2B5EF4-FFF2-40B4-BE49-F238E27FC236}">
                    <a16:creationId xmlns:a16="http://schemas.microsoft.com/office/drawing/2014/main" id="{AA406D35-D403-918F-CBC3-DD9BAC79895B}"/>
                  </a:ext>
                </a:extLst>
              </p:cNvPr>
              <p:cNvSpPr/>
              <p:nvPr/>
            </p:nvSpPr>
            <p:spPr>
              <a:xfrm>
                <a:off x="5124869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80" name="pg1779">
                <a:extLst>
                  <a:ext uri="{FF2B5EF4-FFF2-40B4-BE49-F238E27FC236}">
                    <a16:creationId xmlns:a16="http://schemas.microsoft.com/office/drawing/2014/main" id="{DE53FF4A-341C-1C48-28FE-670CAAC1D427}"/>
                  </a:ext>
                </a:extLst>
              </p:cNvPr>
              <p:cNvSpPr/>
              <p:nvPr/>
            </p:nvSpPr>
            <p:spPr>
              <a:xfrm>
                <a:off x="5136507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81" name="pg1780">
                <a:extLst>
                  <a:ext uri="{FF2B5EF4-FFF2-40B4-BE49-F238E27FC236}">
                    <a16:creationId xmlns:a16="http://schemas.microsoft.com/office/drawing/2014/main" id="{C16AC023-17EB-F6B8-893B-CDB7F93DF22D}"/>
                  </a:ext>
                </a:extLst>
              </p:cNvPr>
              <p:cNvSpPr/>
              <p:nvPr/>
            </p:nvSpPr>
            <p:spPr>
              <a:xfrm>
                <a:off x="5148144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82" name="pg1781">
                <a:extLst>
                  <a:ext uri="{FF2B5EF4-FFF2-40B4-BE49-F238E27FC236}">
                    <a16:creationId xmlns:a16="http://schemas.microsoft.com/office/drawing/2014/main" id="{778C468E-F4A0-DE53-8C4C-4FDD45628D1B}"/>
                  </a:ext>
                </a:extLst>
              </p:cNvPr>
              <p:cNvSpPr/>
              <p:nvPr/>
            </p:nvSpPr>
            <p:spPr>
              <a:xfrm>
                <a:off x="5159781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83" name="pg1782">
                <a:extLst>
                  <a:ext uri="{FF2B5EF4-FFF2-40B4-BE49-F238E27FC236}">
                    <a16:creationId xmlns:a16="http://schemas.microsoft.com/office/drawing/2014/main" id="{7CB87C5D-EE11-74B2-70D8-BB601297B971}"/>
                  </a:ext>
                </a:extLst>
              </p:cNvPr>
              <p:cNvSpPr/>
              <p:nvPr/>
            </p:nvSpPr>
            <p:spPr>
              <a:xfrm>
                <a:off x="5171419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84" name="pg1783">
                <a:extLst>
                  <a:ext uri="{FF2B5EF4-FFF2-40B4-BE49-F238E27FC236}">
                    <a16:creationId xmlns:a16="http://schemas.microsoft.com/office/drawing/2014/main" id="{D24A5B67-18B1-1D71-447D-4C5933E402BF}"/>
                  </a:ext>
                </a:extLst>
              </p:cNvPr>
              <p:cNvSpPr/>
              <p:nvPr/>
            </p:nvSpPr>
            <p:spPr>
              <a:xfrm>
                <a:off x="5183056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85" name="pg1784">
                <a:extLst>
                  <a:ext uri="{FF2B5EF4-FFF2-40B4-BE49-F238E27FC236}">
                    <a16:creationId xmlns:a16="http://schemas.microsoft.com/office/drawing/2014/main" id="{6B941A67-9FFD-1213-8484-C915F4D44637}"/>
                  </a:ext>
                </a:extLst>
              </p:cNvPr>
              <p:cNvSpPr/>
              <p:nvPr/>
            </p:nvSpPr>
            <p:spPr>
              <a:xfrm>
                <a:off x="5194693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86" name="pg1785">
                <a:extLst>
                  <a:ext uri="{FF2B5EF4-FFF2-40B4-BE49-F238E27FC236}">
                    <a16:creationId xmlns:a16="http://schemas.microsoft.com/office/drawing/2014/main" id="{35677407-DB99-2389-B0D8-CAC0A29E26A6}"/>
                  </a:ext>
                </a:extLst>
              </p:cNvPr>
              <p:cNvSpPr/>
              <p:nvPr/>
            </p:nvSpPr>
            <p:spPr>
              <a:xfrm>
                <a:off x="5206331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87" name="pg1786">
                <a:extLst>
                  <a:ext uri="{FF2B5EF4-FFF2-40B4-BE49-F238E27FC236}">
                    <a16:creationId xmlns:a16="http://schemas.microsoft.com/office/drawing/2014/main" id="{C43912ED-FAA2-F83F-CDFD-305AB1920542}"/>
                  </a:ext>
                </a:extLst>
              </p:cNvPr>
              <p:cNvSpPr/>
              <p:nvPr/>
            </p:nvSpPr>
            <p:spPr>
              <a:xfrm>
                <a:off x="5217968" y="398056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88" name="pg1787">
                <a:extLst>
                  <a:ext uri="{FF2B5EF4-FFF2-40B4-BE49-F238E27FC236}">
                    <a16:creationId xmlns:a16="http://schemas.microsoft.com/office/drawing/2014/main" id="{9813ACCA-7F24-F726-0A8B-BD3ED858DFF8}"/>
                  </a:ext>
                </a:extLst>
              </p:cNvPr>
              <p:cNvSpPr/>
              <p:nvPr/>
            </p:nvSpPr>
            <p:spPr>
              <a:xfrm>
                <a:off x="5055045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89" name="pg1788">
                <a:extLst>
                  <a:ext uri="{FF2B5EF4-FFF2-40B4-BE49-F238E27FC236}">
                    <a16:creationId xmlns:a16="http://schemas.microsoft.com/office/drawing/2014/main" id="{4802B4BC-1484-1329-34F6-AD867D4B5251}"/>
                  </a:ext>
                </a:extLst>
              </p:cNvPr>
              <p:cNvSpPr/>
              <p:nvPr/>
            </p:nvSpPr>
            <p:spPr>
              <a:xfrm>
                <a:off x="5066683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90" name="pg1789">
                <a:extLst>
                  <a:ext uri="{FF2B5EF4-FFF2-40B4-BE49-F238E27FC236}">
                    <a16:creationId xmlns:a16="http://schemas.microsoft.com/office/drawing/2014/main" id="{DB2B18A8-34C7-6DA2-3711-921B976A4495}"/>
                  </a:ext>
                </a:extLst>
              </p:cNvPr>
              <p:cNvSpPr/>
              <p:nvPr/>
            </p:nvSpPr>
            <p:spPr>
              <a:xfrm>
                <a:off x="5078320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91" name="pg1790">
                <a:extLst>
                  <a:ext uri="{FF2B5EF4-FFF2-40B4-BE49-F238E27FC236}">
                    <a16:creationId xmlns:a16="http://schemas.microsoft.com/office/drawing/2014/main" id="{4591767F-0E46-2B7F-39F9-94BAC206F1ED}"/>
                  </a:ext>
                </a:extLst>
              </p:cNvPr>
              <p:cNvSpPr/>
              <p:nvPr/>
            </p:nvSpPr>
            <p:spPr>
              <a:xfrm>
                <a:off x="5089957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92" name="pg1791">
                <a:extLst>
                  <a:ext uri="{FF2B5EF4-FFF2-40B4-BE49-F238E27FC236}">
                    <a16:creationId xmlns:a16="http://schemas.microsoft.com/office/drawing/2014/main" id="{09EDA051-151A-2683-5BCB-3C10DCE6EC3C}"/>
                  </a:ext>
                </a:extLst>
              </p:cNvPr>
              <p:cNvSpPr/>
              <p:nvPr/>
            </p:nvSpPr>
            <p:spPr>
              <a:xfrm>
                <a:off x="5101595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93" name="pg1792">
                <a:extLst>
                  <a:ext uri="{FF2B5EF4-FFF2-40B4-BE49-F238E27FC236}">
                    <a16:creationId xmlns:a16="http://schemas.microsoft.com/office/drawing/2014/main" id="{BD038DAF-AC59-DED7-24AC-9ACCB2217CFD}"/>
                  </a:ext>
                </a:extLst>
              </p:cNvPr>
              <p:cNvSpPr/>
              <p:nvPr/>
            </p:nvSpPr>
            <p:spPr>
              <a:xfrm>
                <a:off x="5113232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94" name="pg1793">
                <a:extLst>
                  <a:ext uri="{FF2B5EF4-FFF2-40B4-BE49-F238E27FC236}">
                    <a16:creationId xmlns:a16="http://schemas.microsoft.com/office/drawing/2014/main" id="{DE36BB8D-1B88-F102-746E-EF548FDA1CD2}"/>
                  </a:ext>
                </a:extLst>
              </p:cNvPr>
              <p:cNvSpPr/>
              <p:nvPr/>
            </p:nvSpPr>
            <p:spPr>
              <a:xfrm>
                <a:off x="5124869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95" name="pg1794">
                <a:extLst>
                  <a:ext uri="{FF2B5EF4-FFF2-40B4-BE49-F238E27FC236}">
                    <a16:creationId xmlns:a16="http://schemas.microsoft.com/office/drawing/2014/main" id="{06B629E7-EA53-3075-7797-7F38034CF5D9}"/>
                  </a:ext>
                </a:extLst>
              </p:cNvPr>
              <p:cNvSpPr/>
              <p:nvPr/>
            </p:nvSpPr>
            <p:spPr>
              <a:xfrm>
                <a:off x="5136507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96" name="pg1795">
                <a:extLst>
                  <a:ext uri="{FF2B5EF4-FFF2-40B4-BE49-F238E27FC236}">
                    <a16:creationId xmlns:a16="http://schemas.microsoft.com/office/drawing/2014/main" id="{6AA54286-2C3C-BB96-9DEA-6AB668576CE2}"/>
                  </a:ext>
                </a:extLst>
              </p:cNvPr>
              <p:cNvSpPr/>
              <p:nvPr/>
            </p:nvSpPr>
            <p:spPr>
              <a:xfrm>
                <a:off x="5148144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97" name="pg1796">
                <a:extLst>
                  <a:ext uri="{FF2B5EF4-FFF2-40B4-BE49-F238E27FC236}">
                    <a16:creationId xmlns:a16="http://schemas.microsoft.com/office/drawing/2014/main" id="{E082068B-B0B1-45BC-13D8-6D1B63C813E9}"/>
                  </a:ext>
                </a:extLst>
              </p:cNvPr>
              <p:cNvSpPr/>
              <p:nvPr/>
            </p:nvSpPr>
            <p:spPr>
              <a:xfrm>
                <a:off x="5159781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98" name="pg1797">
                <a:extLst>
                  <a:ext uri="{FF2B5EF4-FFF2-40B4-BE49-F238E27FC236}">
                    <a16:creationId xmlns:a16="http://schemas.microsoft.com/office/drawing/2014/main" id="{69661D80-A6B9-2CCB-4B24-AF7DBC6B0D7E}"/>
                  </a:ext>
                </a:extLst>
              </p:cNvPr>
              <p:cNvSpPr/>
              <p:nvPr/>
            </p:nvSpPr>
            <p:spPr>
              <a:xfrm>
                <a:off x="5171419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199" name="pg1798">
                <a:extLst>
                  <a:ext uri="{FF2B5EF4-FFF2-40B4-BE49-F238E27FC236}">
                    <a16:creationId xmlns:a16="http://schemas.microsoft.com/office/drawing/2014/main" id="{4E504BB9-B15E-AF56-D9D0-35C0F78DF163}"/>
                  </a:ext>
                </a:extLst>
              </p:cNvPr>
              <p:cNvSpPr/>
              <p:nvPr/>
            </p:nvSpPr>
            <p:spPr>
              <a:xfrm>
                <a:off x="5183056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00" name="pg1799">
                <a:extLst>
                  <a:ext uri="{FF2B5EF4-FFF2-40B4-BE49-F238E27FC236}">
                    <a16:creationId xmlns:a16="http://schemas.microsoft.com/office/drawing/2014/main" id="{3C284723-9C73-6734-784B-3F71DA0D6EC9}"/>
                  </a:ext>
                </a:extLst>
              </p:cNvPr>
              <p:cNvSpPr/>
              <p:nvPr/>
            </p:nvSpPr>
            <p:spPr>
              <a:xfrm>
                <a:off x="5194693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01" name="pg1800">
                <a:extLst>
                  <a:ext uri="{FF2B5EF4-FFF2-40B4-BE49-F238E27FC236}">
                    <a16:creationId xmlns:a16="http://schemas.microsoft.com/office/drawing/2014/main" id="{D72671CD-969E-FCC2-A0C4-F4A9CB0DE5C1}"/>
                  </a:ext>
                </a:extLst>
              </p:cNvPr>
              <p:cNvSpPr/>
              <p:nvPr/>
            </p:nvSpPr>
            <p:spPr>
              <a:xfrm>
                <a:off x="5206331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02" name="pg1801">
                <a:extLst>
                  <a:ext uri="{FF2B5EF4-FFF2-40B4-BE49-F238E27FC236}">
                    <a16:creationId xmlns:a16="http://schemas.microsoft.com/office/drawing/2014/main" id="{9C520CC0-FECE-A34C-F3E5-151506DDFA06}"/>
                  </a:ext>
                </a:extLst>
              </p:cNvPr>
              <p:cNvSpPr/>
              <p:nvPr/>
            </p:nvSpPr>
            <p:spPr>
              <a:xfrm>
                <a:off x="5217968" y="399486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03" name="pg1802">
                <a:extLst>
                  <a:ext uri="{FF2B5EF4-FFF2-40B4-BE49-F238E27FC236}">
                    <a16:creationId xmlns:a16="http://schemas.microsoft.com/office/drawing/2014/main" id="{91889A90-2D02-1404-85DF-DF0F5B338D98}"/>
                  </a:ext>
                </a:extLst>
              </p:cNvPr>
              <p:cNvSpPr/>
              <p:nvPr/>
            </p:nvSpPr>
            <p:spPr>
              <a:xfrm>
                <a:off x="5020133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04" name="pg1803">
                <a:extLst>
                  <a:ext uri="{FF2B5EF4-FFF2-40B4-BE49-F238E27FC236}">
                    <a16:creationId xmlns:a16="http://schemas.microsoft.com/office/drawing/2014/main" id="{007F3378-51B4-323E-3DA1-5540C0D2408C}"/>
                  </a:ext>
                </a:extLst>
              </p:cNvPr>
              <p:cNvSpPr/>
              <p:nvPr/>
            </p:nvSpPr>
            <p:spPr>
              <a:xfrm>
                <a:off x="5031771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05" name="pg1804">
                <a:extLst>
                  <a:ext uri="{FF2B5EF4-FFF2-40B4-BE49-F238E27FC236}">
                    <a16:creationId xmlns:a16="http://schemas.microsoft.com/office/drawing/2014/main" id="{97B22691-73FB-1E0A-A3BC-0D27DAE95054}"/>
                  </a:ext>
                </a:extLst>
              </p:cNvPr>
              <p:cNvSpPr/>
              <p:nvPr/>
            </p:nvSpPr>
            <p:spPr>
              <a:xfrm>
                <a:off x="5043408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06" name="pg1805">
                <a:extLst>
                  <a:ext uri="{FF2B5EF4-FFF2-40B4-BE49-F238E27FC236}">
                    <a16:creationId xmlns:a16="http://schemas.microsoft.com/office/drawing/2014/main" id="{289646FC-FC1B-0E5E-0726-9A92970CA5AF}"/>
                  </a:ext>
                </a:extLst>
              </p:cNvPr>
              <p:cNvSpPr/>
              <p:nvPr/>
            </p:nvSpPr>
            <p:spPr>
              <a:xfrm>
                <a:off x="5055045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07" name="pg1806">
                <a:extLst>
                  <a:ext uri="{FF2B5EF4-FFF2-40B4-BE49-F238E27FC236}">
                    <a16:creationId xmlns:a16="http://schemas.microsoft.com/office/drawing/2014/main" id="{3434E198-50CB-064D-3BFE-EF9F1B28CB63}"/>
                  </a:ext>
                </a:extLst>
              </p:cNvPr>
              <p:cNvSpPr/>
              <p:nvPr/>
            </p:nvSpPr>
            <p:spPr>
              <a:xfrm>
                <a:off x="5066683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08" name="pg1807">
                <a:extLst>
                  <a:ext uri="{FF2B5EF4-FFF2-40B4-BE49-F238E27FC236}">
                    <a16:creationId xmlns:a16="http://schemas.microsoft.com/office/drawing/2014/main" id="{BC60795C-4800-5EF4-0375-843098ECB8D0}"/>
                  </a:ext>
                </a:extLst>
              </p:cNvPr>
              <p:cNvSpPr/>
              <p:nvPr/>
            </p:nvSpPr>
            <p:spPr>
              <a:xfrm>
                <a:off x="5078320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09" name="pg1808">
                <a:extLst>
                  <a:ext uri="{FF2B5EF4-FFF2-40B4-BE49-F238E27FC236}">
                    <a16:creationId xmlns:a16="http://schemas.microsoft.com/office/drawing/2014/main" id="{181502EF-CF66-BCA8-071A-BCE82B8AE517}"/>
                  </a:ext>
                </a:extLst>
              </p:cNvPr>
              <p:cNvSpPr/>
              <p:nvPr/>
            </p:nvSpPr>
            <p:spPr>
              <a:xfrm>
                <a:off x="5089957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10" name="pg1809">
                <a:extLst>
                  <a:ext uri="{FF2B5EF4-FFF2-40B4-BE49-F238E27FC236}">
                    <a16:creationId xmlns:a16="http://schemas.microsoft.com/office/drawing/2014/main" id="{4F317DF6-90B6-5736-A31B-84EEA1BEC73F}"/>
                  </a:ext>
                </a:extLst>
              </p:cNvPr>
              <p:cNvSpPr/>
              <p:nvPr/>
            </p:nvSpPr>
            <p:spPr>
              <a:xfrm>
                <a:off x="5101595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11" name="pg1810">
                <a:extLst>
                  <a:ext uri="{FF2B5EF4-FFF2-40B4-BE49-F238E27FC236}">
                    <a16:creationId xmlns:a16="http://schemas.microsoft.com/office/drawing/2014/main" id="{8C0854E7-3690-2263-089B-C187BA1FC5DF}"/>
                  </a:ext>
                </a:extLst>
              </p:cNvPr>
              <p:cNvSpPr/>
              <p:nvPr/>
            </p:nvSpPr>
            <p:spPr>
              <a:xfrm>
                <a:off x="5113232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12" name="pg1811">
                <a:extLst>
                  <a:ext uri="{FF2B5EF4-FFF2-40B4-BE49-F238E27FC236}">
                    <a16:creationId xmlns:a16="http://schemas.microsoft.com/office/drawing/2014/main" id="{402220F4-6F62-6D4D-88FB-CBC7994A7B97}"/>
                  </a:ext>
                </a:extLst>
              </p:cNvPr>
              <p:cNvSpPr/>
              <p:nvPr/>
            </p:nvSpPr>
            <p:spPr>
              <a:xfrm>
                <a:off x="5124869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13" name="pg1812">
                <a:extLst>
                  <a:ext uri="{FF2B5EF4-FFF2-40B4-BE49-F238E27FC236}">
                    <a16:creationId xmlns:a16="http://schemas.microsoft.com/office/drawing/2014/main" id="{20BE216A-1122-855E-9123-3D64E53A5263}"/>
                  </a:ext>
                </a:extLst>
              </p:cNvPr>
              <p:cNvSpPr/>
              <p:nvPr/>
            </p:nvSpPr>
            <p:spPr>
              <a:xfrm>
                <a:off x="5136507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6AB">
                  <a:alpha val="100000"/>
                </a:srgbClr>
              </a:solidFill>
              <a:ln w="5420" cap="flat">
                <a:solidFill>
                  <a:srgbClr val="4F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14" name="pg1813">
                <a:extLst>
                  <a:ext uri="{FF2B5EF4-FFF2-40B4-BE49-F238E27FC236}">
                    <a16:creationId xmlns:a16="http://schemas.microsoft.com/office/drawing/2014/main" id="{D4A10D4E-5961-1AEC-14FF-5A2C9457C7B6}"/>
                  </a:ext>
                </a:extLst>
              </p:cNvPr>
              <p:cNvSpPr/>
              <p:nvPr/>
            </p:nvSpPr>
            <p:spPr>
              <a:xfrm>
                <a:off x="5148144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15" name="pg1814">
                <a:extLst>
                  <a:ext uri="{FF2B5EF4-FFF2-40B4-BE49-F238E27FC236}">
                    <a16:creationId xmlns:a16="http://schemas.microsoft.com/office/drawing/2014/main" id="{30DA7C4C-FA35-BBC9-83DB-46CDC50FAF9D}"/>
                  </a:ext>
                </a:extLst>
              </p:cNvPr>
              <p:cNvSpPr/>
              <p:nvPr/>
            </p:nvSpPr>
            <p:spPr>
              <a:xfrm>
                <a:off x="5159781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16" name="pg1815">
                <a:extLst>
                  <a:ext uri="{FF2B5EF4-FFF2-40B4-BE49-F238E27FC236}">
                    <a16:creationId xmlns:a16="http://schemas.microsoft.com/office/drawing/2014/main" id="{315EBDD2-86B0-ACEB-DA75-C659B6329E55}"/>
                  </a:ext>
                </a:extLst>
              </p:cNvPr>
              <p:cNvSpPr/>
              <p:nvPr/>
            </p:nvSpPr>
            <p:spPr>
              <a:xfrm>
                <a:off x="5171419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17" name="pg1816">
                <a:extLst>
                  <a:ext uri="{FF2B5EF4-FFF2-40B4-BE49-F238E27FC236}">
                    <a16:creationId xmlns:a16="http://schemas.microsoft.com/office/drawing/2014/main" id="{13DBD68C-0F8F-1F68-24EA-4A5B38989FFC}"/>
                  </a:ext>
                </a:extLst>
              </p:cNvPr>
              <p:cNvSpPr/>
              <p:nvPr/>
            </p:nvSpPr>
            <p:spPr>
              <a:xfrm>
                <a:off x="5183056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18" name="pg1817">
                <a:extLst>
                  <a:ext uri="{FF2B5EF4-FFF2-40B4-BE49-F238E27FC236}">
                    <a16:creationId xmlns:a16="http://schemas.microsoft.com/office/drawing/2014/main" id="{8849E2D7-463C-6983-0E79-9ED7512F1C9E}"/>
                  </a:ext>
                </a:extLst>
              </p:cNvPr>
              <p:cNvSpPr/>
              <p:nvPr/>
            </p:nvSpPr>
            <p:spPr>
              <a:xfrm>
                <a:off x="5194693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19" name="pg1818">
                <a:extLst>
                  <a:ext uri="{FF2B5EF4-FFF2-40B4-BE49-F238E27FC236}">
                    <a16:creationId xmlns:a16="http://schemas.microsoft.com/office/drawing/2014/main" id="{597C5F3A-3842-75CB-7CF7-C324E7932101}"/>
                  </a:ext>
                </a:extLst>
              </p:cNvPr>
              <p:cNvSpPr/>
              <p:nvPr/>
            </p:nvSpPr>
            <p:spPr>
              <a:xfrm>
                <a:off x="5206331" y="40091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20" name="pg1819">
                <a:extLst>
                  <a:ext uri="{FF2B5EF4-FFF2-40B4-BE49-F238E27FC236}">
                    <a16:creationId xmlns:a16="http://schemas.microsoft.com/office/drawing/2014/main" id="{465F8AFC-2EF4-C305-2583-222F368FC8C5}"/>
                  </a:ext>
                </a:extLst>
              </p:cNvPr>
              <p:cNvSpPr/>
              <p:nvPr/>
            </p:nvSpPr>
            <p:spPr>
              <a:xfrm>
                <a:off x="5020133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21" name="pg1820">
                <a:extLst>
                  <a:ext uri="{FF2B5EF4-FFF2-40B4-BE49-F238E27FC236}">
                    <a16:creationId xmlns:a16="http://schemas.microsoft.com/office/drawing/2014/main" id="{BCF626CB-5E24-5E76-5BC7-66B11A85FD98}"/>
                  </a:ext>
                </a:extLst>
              </p:cNvPr>
              <p:cNvSpPr/>
              <p:nvPr/>
            </p:nvSpPr>
            <p:spPr>
              <a:xfrm>
                <a:off x="5031771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22" name="pg1821">
                <a:extLst>
                  <a:ext uri="{FF2B5EF4-FFF2-40B4-BE49-F238E27FC236}">
                    <a16:creationId xmlns:a16="http://schemas.microsoft.com/office/drawing/2014/main" id="{7422F53D-1139-AEA5-0BBC-DB70B9A97B6C}"/>
                  </a:ext>
                </a:extLst>
              </p:cNvPr>
              <p:cNvSpPr/>
              <p:nvPr/>
            </p:nvSpPr>
            <p:spPr>
              <a:xfrm>
                <a:off x="5043408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23" name="pg1822">
                <a:extLst>
                  <a:ext uri="{FF2B5EF4-FFF2-40B4-BE49-F238E27FC236}">
                    <a16:creationId xmlns:a16="http://schemas.microsoft.com/office/drawing/2014/main" id="{47E62936-62CE-8A47-2844-8709CD8190F9}"/>
                  </a:ext>
                </a:extLst>
              </p:cNvPr>
              <p:cNvSpPr/>
              <p:nvPr/>
            </p:nvSpPr>
            <p:spPr>
              <a:xfrm>
                <a:off x="5055045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24" name="pg1823">
                <a:extLst>
                  <a:ext uri="{FF2B5EF4-FFF2-40B4-BE49-F238E27FC236}">
                    <a16:creationId xmlns:a16="http://schemas.microsoft.com/office/drawing/2014/main" id="{597F87F1-EE91-503C-DC30-98D6977411EB}"/>
                  </a:ext>
                </a:extLst>
              </p:cNvPr>
              <p:cNvSpPr/>
              <p:nvPr/>
            </p:nvSpPr>
            <p:spPr>
              <a:xfrm>
                <a:off x="5066683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25" name="pg1824">
                <a:extLst>
                  <a:ext uri="{FF2B5EF4-FFF2-40B4-BE49-F238E27FC236}">
                    <a16:creationId xmlns:a16="http://schemas.microsoft.com/office/drawing/2014/main" id="{DC2F7DCC-0A02-E7BE-9438-EF42C7A20952}"/>
                  </a:ext>
                </a:extLst>
              </p:cNvPr>
              <p:cNvSpPr/>
              <p:nvPr/>
            </p:nvSpPr>
            <p:spPr>
              <a:xfrm>
                <a:off x="5078320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26" name="pg1825">
                <a:extLst>
                  <a:ext uri="{FF2B5EF4-FFF2-40B4-BE49-F238E27FC236}">
                    <a16:creationId xmlns:a16="http://schemas.microsoft.com/office/drawing/2014/main" id="{71477393-72BF-1EF9-4739-271FB98EC483}"/>
                  </a:ext>
                </a:extLst>
              </p:cNvPr>
              <p:cNvSpPr/>
              <p:nvPr/>
            </p:nvSpPr>
            <p:spPr>
              <a:xfrm>
                <a:off x="5089957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27" name="pg1826">
                <a:extLst>
                  <a:ext uri="{FF2B5EF4-FFF2-40B4-BE49-F238E27FC236}">
                    <a16:creationId xmlns:a16="http://schemas.microsoft.com/office/drawing/2014/main" id="{9DA1249E-4931-CCC4-129F-5858844D3535}"/>
                  </a:ext>
                </a:extLst>
              </p:cNvPr>
              <p:cNvSpPr/>
              <p:nvPr/>
            </p:nvSpPr>
            <p:spPr>
              <a:xfrm>
                <a:off x="5101595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28" name="pg1827">
                <a:extLst>
                  <a:ext uri="{FF2B5EF4-FFF2-40B4-BE49-F238E27FC236}">
                    <a16:creationId xmlns:a16="http://schemas.microsoft.com/office/drawing/2014/main" id="{4423A32D-92E4-3C26-BDD1-D21B756111D3}"/>
                  </a:ext>
                </a:extLst>
              </p:cNvPr>
              <p:cNvSpPr/>
              <p:nvPr/>
            </p:nvSpPr>
            <p:spPr>
              <a:xfrm>
                <a:off x="5113232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29" name="pg1828">
                <a:extLst>
                  <a:ext uri="{FF2B5EF4-FFF2-40B4-BE49-F238E27FC236}">
                    <a16:creationId xmlns:a16="http://schemas.microsoft.com/office/drawing/2014/main" id="{358AC20F-EAE5-8A4E-F707-EFD1CC46D674}"/>
                  </a:ext>
                </a:extLst>
              </p:cNvPr>
              <p:cNvSpPr/>
              <p:nvPr/>
            </p:nvSpPr>
            <p:spPr>
              <a:xfrm>
                <a:off x="5124869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30" name="pg1829">
                <a:extLst>
                  <a:ext uri="{FF2B5EF4-FFF2-40B4-BE49-F238E27FC236}">
                    <a16:creationId xmlns:a16="http://schemas.microsoft.com/office/drawing/2014/main" id="{5DC195D4-AD9D-D947-93B3-BC87190EDDC8}"/>
                  </a:ext>
                </a:extLst>
              </p:cNvPr>
              <p:cNvSpPr/>
              <p:nvPr/>
            </p:nvSpPr>
            <p:spPr>
              <a:xfrm>
                <a:off x="5136507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31" name="pg1830">
                <a:extLst>
                  <a:ext uri="{FF2B5EF4-FFF2-40B4-BE49-F238E27FC236}">
                    <a16:creationId xmlns:a16="http://schemas.microsoft.com/office/drawing/2014/main" id="{DE773854-48E4-D161-617A-F8B693473F54}"/>
                  </a:ext>
                </a:extLst>
              </p:cNvPr>
              <p:cNvSpPr/>
              <p:nvPr/>
            </p:nvSpPr>
            <p:spPr>
              <a:xfrm>
                <a:off x="5148144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32" name="pg1831">
                <a:extLst>
                  <a:ext uri="{FF2B5EF4-FFF2-40B4-BE49-F238E27FC236}">
                    <a16:creationId xmlns:a16="http://schemas.microsoft.com/office/drawing/2014/main" id="{947E5F05-FAD0-C172-097F-715BC49C9906}"/>
                  </a:ext>
                </a:extLst>
              </p:cNvPr>
              <p:cNvSpPr/>
              <p:nvPr/>
            </p:nvSpPr>
            <p:spPr>
              <a:xfrm>
                <a:off x="5159781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33" name="pg1832">
                <a:extLst>
                  <a:ext uri="{FF2B5EF4-FFF2-40B4-BE49-F238E27FC236}">
                    <a16:creationId xmlns:a16="http://schemas.microsoft.com/office/drawing/2014/main" id="{8BF8DA41-0766-2162-907D-F877331EA257}"/>
                  </a:ext>
                </a:extLst>
              </p:cNvPr>
              <p:cNvSpPr/>
              <p:nvPr/>
            </p:nvSpPr>
            <p:spPr>
              <a:xfrm>
                <a:off x="5171419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34" name="pg1833">
                <a:extLst>
                  <a:ext uri="{FF2B5EF4-FFF2-40B4-BE49-F238E27FC236}">
                    <a16:creationId xmlns:a16="http://schemas.microsoft.com/office/drawing/2014/main" id="{490593E2-A739-7507-025D-533CA6BC90FD}"/>
                  </a:ext>
                </a:extLst>
              </p:cNvPr>
              <p:cNvSpPr/>
              <p:nvPr/>
            </p:nvSpPr>
            <p:spPr>
              <a:xfrm>
                <a:off x="5183056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35" name="pg1834">
                <a:extLst>
                  <a:ext uri="{FF2B5EF4-FFF2-40B4-BE49-F238E27FC236}">
                    <a16:creationId xmlns:a16="http://schemas.microsoft.com/office/drawing/2014/main" id="{C8518F3B-A958-5358-E4BB-783147B0DADB}"/>
                  </a:ext>
                </a:extLst>
              </p:cNvPr>
              <p:cNvSpPr/>
              <p:nvPr/>
            </p:nvSpPr>
            <p:spPr>
              <a:xfrm>
                <a:off x="5194693" y="402346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36" name="pg1835">
                <a:extLst>
                  <a:ext uri="{FF2B5EF4-FFF2-40B4-BE49-F238E27FC236}">
                    <a16:creationId xmlns:a16="http://schemas.microsoft.com/office/drawing/2014/main" id="{073B904A-1415-BC85-8AB0-7E97F4C9888C}"/>
                  </a:ext>
                </a:extLst>
              </p:cNvPr>
              <p:cNvSpPr/>
              <p:nvPr/>
            </p:nvSpPr>
            <p:spPr>
              <a:xfrm>
                <a:off x="5020133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37" name="pg1836">
                <a:extLst>
                  <a:ext uri="{FF2B5EF4-FFF2-40B4-BE49-F238E27FC236}">
                    <a16:creationId xmlns:a16="http://schemas.microsoft.com/office/drawing/2014/main" id="{2652E99F-8C91-5509-438B-5422CCD4209A}"/>
                  </a:ext>
                </a:extLst>
              </p:cNvPr>
              <p:cNvSpPr/>
              <p:nvPr/>
            </p:nvSpPr>
            <p:spPr>
              <a:xfrm>
                <a:off x="5031771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38" name="pg1837">
                <a:extLst>
                  <a:ext uri="{FF2B5EF4-FFF2-40B4-BE49-F238E27FC236}">
                    <a16:creationId xmlns:a16="http://schemas.microsoft.com/office/drawing/2014/main" id="{6D8183F7-8D43-DBE8-4BD4-A24AB0E07B64}"/>
                  </a:ext>
                </a:extLst>
              </p:cNvPr>
              <p:cNvSpPr/>
              <p:nvPr/>
            </p:nvSpPr>
            <p:spPr>
              <a:xfrm>
                <a:off x="5043408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39" name="pg1838">
                <a:extLst>
                  <a:ext uri="{FF2B5EF4-FFF2-40B4-BE49-F238E27FC236}">
                    <a16:creationId xmlns:a16="http://schemas.microsoft.com/office/drawing/2014/main" id="{1799996B-8B80-C30B-10AA-827B6AA6DF4E}"/>
                  </a:ext>
                </a:extLst>
              </p:cNvPr>
              <p:cNvSpPr/>
              <p:nvPr/>
            </p:nvSpPr>
            <p:spPr>
              <a:xfrm>
                <a:off x="5055045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6AA">
                  <a:alpha val="100000"/>
                </a:srgbClr>
              </a:solidFill>
              <a:ln w="5420" cap="flat">
                <a:solidFill>
                  <a:srgbClr val="42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40" name="pg1839">
                <a:extLst>
                  <a:ext uri="{FF2B5EF4-FFF2-40B4-BE49-F238E27FC236}">
                    <a16:creationId xmlns:a16="http://schemas.microsoft.com/office/drawing/2014/main" id="{98FE8E40-B78E-05F0-B9F1-59983F098CFC}"/>
                  </a:ext>
                </a:extLst>
              </p:cNvPr>
              <p:cNvSpPr/>
              <p:nvPr/>
            </p:nvSpPr>
            <p:spPr>
              <a:xfrm>
                <a:off x="5066683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41" name="pg1840">
                <a:extLst>
                  <a:ext uri="{FF2B5EF4-FFF2-40B4-BE49-F238E27FC236}">
                    <a16:creationId xmlns:a16="http://schemas.microsoft.com/office/drawing/2014/main" id="{1D71DB22-F0BD-138C-D57F-640C6B4186BC}"/>
                  </a:ext>
                </a:extLst>
              </p:cNvPr>
              <p:cNvSpPr/>
              <p:nvPr/>
            </p:nvSpPr>
            <p:spPr>
              <a:xfrm>
                <a:off x="5078320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42" name="pg1841">
                <a:extLst>
                  <a:ext uri="{FF2B5EF4-FFF2-40B4-BE49-F238E27FC236}">
                    <a16:creationId xmlns:a16="http://schemas.microsoft.com/office/drawing/2014/main" id="{5375F5F9-0357-DC82-5FC2-CDA5D1C39F5E}"/>
                  </a:ext>
                </a:extLst>
              </p:cNvPr>
              <p:cNvSpPr/>
              <p:nvPr/>
            </p:nvSpPr>
            <p:spPr>
              <a:xfrm>
                <a:off x="5089957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43" name="pg1842">
                <a:extLst>
                  <a:ext uri="{FF2B5EF4-FFF2-40B4-BE49-F238E27FC236}">
                    <a16:creationId xmlns:a16="http://schemas.microsoft.com/office/drawing/2014/main" id="{039F0F11-1C47-9B7F-BBB2-3F2DE4581932}"/>
                  </a:ext>
                </a:extLst>
              </p:cNvPr>
              <p:cNvSpPr/>
              <p:nvPr/>
            </p:nvSpPr>
            <p:spPr>
              <a:xfrm>
                <a:off x="5101595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BAA">
                  <a:alpha val="100000"/>
                </a:srgbClr>
              </a:solidFill>
              <a:ln w="5420" cap="flat">
                <a:solidFill>
                  <a:srgbClr val="48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44" name="pg1843">
                <a:extLst>
                  <a:ext uri="{FF2B5EF4-FFF2-40B4-BE49-F238E27FC236}">
                    <a16:creationId xmlns:a16="http://schemas.microsoft.com/office/drawing/2014/main" id="{F9A986B8-ABD4-AD49-A32A-06B20624AF44}"/>
                  </a:ext>
                </a:extLst>
              </p:cNvPr>
              <p:cNvSpPr/>
              <p:nvPr/>
            </p:nvSpPr>
            <p:spPr>
              <a:xfrm>
                <a:off x="5113232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45" name="pg1844">
                <a:extLst>
                  <a:ext uri="{FF2B5EF4-FFF2-40B4-BE49-F238E27FC236}">
                    <a16:creationId xmlns:a16="http://schemas.microsoft.com/office/drawing/2014/main" id="{BF985179-9BEC-6793-5A31-C717877EA11D}"/>
                  </a:ext>
                </a:extLst>
              </p:cNvPr>
              <p:cNvSpPr/>
              <p:nvPr/>
            </p:nvSpPr>
            <p:spPr>
              <a:xfrm>
                <a:off x="5124869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46" name="pg1845">
                <a:extLst>
                  <a:ext uri="{FF2B5EF4-FFF2-40B4-BE49-F238E27FC236}">
                    <a16:creationId xmlns:a16="http://schemas.microsoft.com/office/drawing/2014/main" id="{DD09B926-94EF-F4EE-4F85-17B45BCD03B2}"/>
                  </a:ext>
                </a:extLst>
              </p:cNvPr>
              <p:cNvSpPr/>
              <p:nvPr/>
            </p:nvSpPr>
            <p:spPr>
              <a:xfrm>
                <a:off x="5136507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47" name="pg1846">
                <a:extLst>
                  <a:ext uri="{FF2B5EF4-FFF2-40B4-BE49-F238E27FC236}">
                    <a16:creationId xmlns:a16="http://schemas.microsoft.com/office/drawing/2014/main" id="{E0965E0A-93AC-D170-3B13-A3FFC884390F}"/>
                  </a:ext>
                </a:extLst>
              </p:cNvPr>
              <p:cNvSpPr/>
              <p:nvPr/>
            </p:nvSpPr>
            <p:spPr>
              <a:xfrm>
                <a:off x="5148144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48" name="pg1847">
                <a:extLst>
                  <a:ext uri="{FF2B5EF4-FFF2-40B4-BE49-F238E27FC236}">
                    <a16:creationId xmlns:a16="http://schemas.microsoft.com/office/drawing/2014/main" id="{FFE81C11-3C36-C119-3470-A51341DE04C1}"/>
                  </a:ext>
                </a:extLst>
              </p:cNvPr>
              <p:cNvSpPr/>
              <p:nvPr/>
            </p:nvSpPr>
            <p:spPr>
              <a:xfrm>
                <a:off x="5159781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49" name="pg1848">
                <a:extLst>
                  <a:ext uri="{FF2B5EF4-FFF2-40B4-BE49-F238E27FC236}">
                    <a16:creationId xmlns:a16="http://schemas.microsoft.com/office/drawing/2014/main" id="{49F83BCE-5FC9-9138-5BC5-75524CDE7D41}"/>
                  </a:ext>
                </a:extLst>
              </p:cNvPr>
              <p:cNvSpPr/>
              <p:nvPr/>
            </p:nvSpPr>
            <p:spPr>
              <a:xfrm>
                <a:off x="5171419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50" name="pg1849">
                <a:extLst>
                  <a:ext uri="{FF2B5EF4-FFF2-40B4-BE49-F238E27FC236}">
                    <a16:creationId xmlns:a16="http://schemas.microsoft.com/office/drawing/2014/main" id="{8BC22105-CFB3-F650-C87D-23C4CD179EEE}"/>
                  </a:ext>
                </a:extLst>
              </p:cNvPr>
              <p:cNvSpPr/>
              <p:nvPr/>
            </p:nvSpPr>
            <p:spPr>
              <a:xfrm>
                <a:off x="5183056" y="40377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51" name="pg1850">
                <a:extLst>
                  <a:ext uri="{FF2B5EF4-FFF2-40B4-BE49-F238E27FC236}">
                    <a16:creationId xmlns:a16="http://schemas.microsoft.com/office/drawing/2014/main" id="{D31B7849-C531-3F5D-C916-5A1B41441342}"/>
                  </a:ext>
                </a:extLst>
              </p:cNvPr>
              <p:cNvSpPr/>
              <p:nvPr/>
            </p:nvSpPr>
            <p:spPr>
              <a:xfrm>
                <a:off x="5020133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52" name="pg1851">
                <a:extLst>
                  <a:ext uri="{FF2B5EF4-FFF2-40B4-BE49-F238E27FC236}">
                    <a16:creationId xmlns:a16="http://schemas.microsoft.com/office/drawing/2014/main" id="{6D416AB9-541E-60D0-944C-90244BB8579B}"/>
                  </a:ext>
                </a:extLst>
              </p:cNvPr>
              <p:cNvSpPr/>
              <p:nvPr/>
            </p:nvSpPr>
            <p:spPr>
              <a:xfrm>
                <a:off x="5031771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53" name="pg1852">
                <a:extLst>
                  <a:ext uri="{FF2B5EF4-FFF2-40B4-BE49-F238E27FC236}">
                    <a16:creationId xmlns:a16="http://schemas.microsoft.com/office/drawing/2014/main" id="{AB00952F-3697-51BF-28CB-C7747320253D}"/>
                  </a:ext>
                </a:extLst>
              </p:cNvPr>
              <p:cNvSpPr/>
              <p:nvPr/>
            </p:nvSpPr>
            <p:spPr>
              <a:xfrm>
                <a:off x="5043408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54" name="pg1853">
                <a:extLst>
                  <a:ext uri="{FF2B5EF4-FFF2-40B4-BE49-F238E27FC236}">
                    <a16:creationId xmlns:a16="http://schemas.microsoft.com/office/drawing/2014/main" id="{399D2143-DACC-03B0-5130-70749EA02F43}"/>
                  </a:ext>
                </a:extLst>
              </p:cNvPr>
              <p:cNvSpPr/>
              <p:nvPr/>
            </p:nvSpPr>
            <p:spPr>
              <a:xfrm>
                <a:off x="5055045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55" name="pg1854">
                <a:extLst>
                  <a:ext uri="{FF2B5EF4-FFF2-40B4-BE49-F238E27FC236}">
                    <a16:creationId xmlns:a16="http://schemas.microsoft.com/office/drawing/2014/main" id="{964EE807-B2F1-73A1-5BD2-A6EC96D2972B}"/>
                  </a:ext>
                </a:extLst>
              </p:cNvPr>
              <p:cNvSpPr/>
              <p:nvPr/>
            </p:nvSpPr>
            <p:spPr>
              <a:xfrm>
                <a:off x="5066683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56" name="pg1855">
                <a:extLst>
                  <a:ext uri="{FF2B5EF4-FFF2-40B4-BE49-F238E27FC236}">
                    <a16:creationId xmlns:a16="http://schemas.microsoft.com/office/drawing/2014/main" id="{0BD9BF7A-D543-25FD-4B6A-322FAE790E62}"/>
                  </a:ext>
                </a:extLst>
              </p:cNvPr>
              <p:cNvSpPr/>
              <p:nvPr/>
            </p:nvSpPr>
            <p:spPr>
              <a:xfrm>
                <a:off x="5078320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57" name="pg1856">
                <a:extLst>
                  <a:ext uri="{FF2B5EF4-FFF2-40B4-BE49-F238E27FC236}">
                    <a16:creationId xmlns:a16="http://schemas.microsoft.com/office/drawing/2014/main" id="{91EF63B4-14F8-9F15-BFAC-C8D2F80CC022}"/>
                  </a:ext>
                </a:extLst>
              </p:cNvPr>
              <p:cNvSpPr/>
              <p:nvPr/>
            </p:nvSpPr>
            <p:spPr>
              <a:xfrm>
                <a:off x="5089957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58" name="pg1857">
                <a:extLst>
                  <a:ext uri="{FF2B5EF4-FFF2-40B4-BE49-F238E27FC236}">
                    <a16:creationId xmlns:a16="http://schemas.microsoft.com/office/drawing/2014/main" id="{BCAE8E99-E95F-4BDC-58EF-D43D99B2009F}"/>
                  </a:ext>
                </a:extLst>
              </p:cNvPr>
              <p:cNvSpPr/>
              <p:nvPr/>
            </p:nvSpPr>
            <p:spPr>
              <a:xfrm>
                <a:off x="5101595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59" name="pg1858">
                <a:extLst>
                  <a:ext uri="{FF2B5EF4-FFF2-40B4-BE49-F238E27FC236}">
                    <a16:creationId xmlns:a16="http://schemas.microsoft.com/office/drawing/2014/main" id="{45D1BD96-32D6-AE5D-E4B1-F6761866355D}"/>
                  </a:ext>
                </a:extLst>
              </p:cNvPr>
              <p:cNvSpPr/>
              <p:nvPr/>
            </p:nvSpPr>
            <p:spPr>
              <a:xfrm>
                <a:off x="5113232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60" name="pg1859">
                <a:extLst>
                  <a:ext uri="{FF2B5EF4-FFF2-40B4-BE49-F238E27FC236}">
                    <a16:creationId xmlns:a16="http://schemas.microsoft.com/office/drawing/2014/main" id="{4808F170-5D7F-0004-9179-A3F7ADBED591}"/>
                  </a:ext>
                </a:extLst>
              </p:cNvPr>
              <p:cNvSpPr/>
              <p:nvPr/>
            </p:nvSpPr>
            <p:spPr>
              <a:xfrm>
                <a:off x="5124869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61" name="pg1860">
                <a:extLst>
                  <a:ext uri="{FF2B5EF4-FFF2-40B4-BE49-F238E27FC236}">
                    <a16:creationId xmlns:a16="http://schemas.microsoft.com/office/drawing/2014/main" id="{F887B730-2B2B-26E0-F7F5-F576A3D2921F}"/>
                  </a:ext>
                </a:extLst>
              </p:cNvPr>
              <p:cNvSpPr/>
              <p:nvPr/>
            </p:nvSpPr>
            <p:spPr>
              <a:xfrm>
                <a:off x="5136507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AAA">
                  <a:alpha val="100000"/>
                </a:srgbClr>
              </a:solidFill>
              <a:ln w="5420" cap="flat">
                <a:solidFill>
                  <a:srgbClr val="47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62" name="pg1861">
                <a:extLst>
                  <a:ext uri="{FF2B5EF4-FFF2-40B4-BE49-F238E27FC236}">
                    <a16:creationId xmlns:a16="http://schemas.microsoft.com/office/drawing/2014/main" id="{F9B3AB8B-D8B5-FC73-5237-91D994C23F6A}"/>
                  </a:ext>
                </a:extLst>
              </p:cNvPr>
              <p:cNvSpPr/>
              <p:nvPr/>
            </p:nvSpPr>
            <p:spPr>
              <a:xfrm>
                <a:off x="5148144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63" name="pg1862">
                <a:extLst>
                  <a:ext uri="{FF2B5EF4-FFF2-40B4-BE49-F238E27FC236}">
                    <a16:creationId xmlns:a16="http://schemas.microsoft.com/office/drawing/2014/main" id="{67959CBF-33B5-FA0E-7657-64F72C0BDDA7}"/>
                  </a:ext>
                </a:extLst>
              </p:cNvPr>
              <p:cNvSpPr/>
              <p:nvPr/>
            </p:nvSpPr>
            <p:spPr>
              <a:xfrm>
                <a:off x="5159781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64" name="pg1863">
                <a:extLst>
                  <a:ext uri="{FF2B5EF4-FFF2-40B4-BE49-F238E27FC236}">
                    <a16:creationId xmlns:a16="http://schemas.microsoft.com/office/drawing/2014/main" id="{E0EA0C94-64D1-E8CE-9AE6-953B2B80BEC9}"/>
                  </a:ext>
                </a:extLst>
              </p:cNvPr>
              <p:cNvSpPr/>
              <p:nvPr/>
            </p:nvSpPr>
            <p:spPr>
              <a:xfrm>
                <a:off x="5171419" y="405206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65" name="pg1864">
                <a:extLst>
                  <a:ext uri="{FF2B5EF4-FFF2-40B4-BE49-F238E27FC236}">
                    <a16:creationId xmlns:a16="http://schemas.microsoft.com/office/drawing/2014/main" id="{A5203149-C36F-C6E7-825D-FE9885FA7F2F}"/>
                  </a:ext>
                </a:extLst>
              </p:cNvPr>
              <p:cNvSpPr/>
              <p:nvPr/>
            </p:nvSpPr>
            <p:spPr>
              <a:xfrm>
                <a:off x="5008496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7A9">
                  <a:alpha val="100000"/>
                </a:srgbClr>
              </a:solidFill>
              <a:ln w="5420" cap="flat">
                <a:solidFill>
                  <a:srgbClr val="35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66" name="pg1865">
                <a:extLst>
                  <a:ext uri="{FF2B5EF4-FFF2-40B4-BE49-F238E27FC236}">
                    <a16:creationId xmlns:a16="http://schemas.microsoft.com/office/drawing/2014/main" id="{0B722661-2CD3-7A80-5EFD-B9DFFBECA7B0}"/>
                  </a:ext>
                </a:extLst>
              </p:cNvPr>
              <p:cNvSpPr/>
              <p:nvPr/>
            </p:nvSpPr>
            <p:spPr>
              <a:xfrm>
                <a:off x="5020133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67" name="pg1866">
                <a:extLst>
                  <a:ext uri="{FF2B5EF4-FFF2-40B4-BE49-F238E27FC236}">
                    <a16:creationId xmlns:a16="http://schemas.microsoft.com/office/drawing/2014/main" id="{DA35828A-7393-D341-C32D-2D4A09A4376D}"/>
                  </a:ext>
                </a:extLst>
              </p:cNvPr>
              <p:cNvSpPr/>
              <p:nvPr/>
            </p:nvSpPr>
            <p:spPr>
              <a:xfrm>
                <a:off x="5031771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68" name="pg1867">
                <a:extLst>
                  <a:ext uri="{FF2B5EF4-FFF2-40B4-BE49-F238E27FC236}">
                    <a16:creationId xmlns:a16="http://schemas.microsoft.com/office/drawing/2014/main" id="{85BA21D3-32FC-921C-71B0-28010656C000}"/>
                  </a:ext>
                </a:extLst>
              </p:cNvPr>
              <p:cNvSpPr/>
              <p:nvPr/>
            </p:nvSpPr>
            <p:spPr>
              <a:xfrm>
                <a:off x="5043408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69" name="pg1868">
                <a:extLst>
                  <a:ext uri="{FF2B5EF4-FFF2-40B4-BE49-F238E27FC236}">
                    <a16:creationId xmlns:a16="http://schemas.microsoft.com/office/drawing/2014/main" id="{06D5668F-26CD-1003-2D2D-E666F6FF222D}"/>
                  </a:ext>
                </a:extLst>
              </p:cNvPr>
              <p:cNvSpPr/>
              <p:nvPr/>
            </p:nvSpPr>
            <p:spPr>
              <a:xfrm>
                <a:off x="5055045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70" name="pg1869">
                <a:extLst>
                  <a:ext uri="{FF2B5EF4-FFF2-40B4-BE49-F238E27FC236}">
                    <a16:creationId xmlns:a16="http://schemas.microsoft.com/office/drawing/2014/main" id="{87ED4F9F-D1DA-0CCF-C886-25E279696145}"/>
                  </a:ext>
                </a:extLst>
              </p:cNvPr>
              <p:cNvSpPr/>
              <p:nvPr/>
            </p:nvSpPr>
            <p:spPr>
              <a:xfrm>
                <a:off x="5066683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71" name="pg1870">
                <a:extLst>
                  <a:ext uri="{FF2B5EF4-FFF2-40B4-BE49-F238E27FC236}">
                    <a16:creationId xmlns:a16="http://schemas.microsoft.com/office/drawing/2014/main" id="{BD73C69D-1692-49C4-227C-87747F4BBDA8}"/>
                  </a:ext>
                </a:extLst>
              </p:cNvPr>
              <p:cNvSpPr/>
              <p:nvPr/>
            </p:nvSpPr>
            <p:spPr>
              <a:xfrm>
                <a:off x="5078320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72" name="pg1871">
                <a:extLst>
                  <a:ext uri="{FF2B5EF4-FFF2-40B4-BE49-F238E27FC236}">
                    <a16:creationId xmlns:a16="http://schemas.microsoft.com/office/drawing/2014/main" id="{235BB587-7A90-CFE6-802F-62E9EC3CD6DC}"/>
                  </a:ext>
                </a:extLst>
              </p:cNvPr>
              <p:cNvSpPr/>
              <p:nvPr/>
            </p:nvSpPr>
            <p:spPr>
              <a:xfrm>
                <a:off x="5089957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73" name="pg1872">
                <a:extLst>
                  <a:ext uri="{FF2B5EF4-FFF2-40B4-BE49-F238E27FC236}">
                    <a16:creationId xmlns:a16="http://schemas.microsoft.com/office/drawing/2014/main" id="{D586BE8D-D85B-4297-5E00-72E187480319}"/>
                  </a:ext>
                </a:extLst>
              </p:cNvPr>
              <p:cNvSpPr/>
              <p:nvPr/>
            </p:nvSpPr>
            <p:spPr>
              <a:xfrm>
                <a:off x="5101595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74" name="pg1873">
                <a:extLst>
                  <a:ext uri="{FF2B5EF4-FFF2-40B4-BE49-F238E27FC236}">
                    <a16:creationId xmlns:a16="http://schemas.microsoft.com/office/drawing/2014/main" id="{C3BE5F70-ED2F-54FE-613E-6EDEB3B0DFD3}"/>
                  </a:ext>
                </a:extLst>
              </p:cNvPr>
              <p:cNvSpPr/>
              <p:nvPr/>
            </p:nvSpPr>
            <p:spPr>
              <a:xfrm>
                <a:off x="5113232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75" name="pg1874">
                <a:extLst>
                  <a:ext uri="{FF2B5EF4-FFF2-40B4-BE49-F238E27FC236}">
                    <a16:creationId xmlns:a16="http://schemas.microsoft.com/office/drawing/2014/main" id="{DC4A06FE-F592-1498-E6E1-081C830787A4}"/>
                  </a:ext>
                </a:extLst>
              </p:cNvPr>
              <p:cNvSpPr/>
              <p:nvPr/>
            </p:nvSpPr>
            <p:spPr>
              <a:xfrm>
                <a:off x="5124869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76" name="pg1875">
                <a:extLst>
                  <a:ext uri="{FF2B5EF4-FFF2-40B4-BE49-F238E27FC236}">
                    <a16:creationId xmlns:a16="http://schemas.microsoft.com/office/drawing/2014/main" id="{7801671F-52D6-8E5F-B726-0E9598AF05AC}"/>
                  </a:ext>
                </a:extLst>
              </p:cNvPr>
              <p:cNvSpPr/>
              <p:nvPr/>
            </p:nvSpPr>
            <p:spPr>
              <a:xfrm>
                <a:off x="5136507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77" name="pg1876">
                <a:extLst>
                  <a:ext uri="{FF2B5EF4-FFF2-40B4-BE49-F238E27FC236}">
                    <a16:creationId xmlns:a16="http://schemas.microsoft.com/office/drawing/2014/main" id="{5E514F71-8529-5C7A-A6FC-75EDE5B25A1D}"/>
                  </a:ext>
                </a:extLst>
              </p:cNvPr>
              <p:cNvSpPr/>
              <p:nvPr/>
            </p:nvSpPr>
            <p:spPr>
              <a:xfrm>
                <a:off x="5148144" y="406636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78" name="pg1877">
                <a:extLst>
                  <a:ext uri="{FF2B5EF4-FFF2-40B4-BE49-F238E27FC236}">
                    <a16:creationId xmlns:a16="http://schemas.microsoft.com/office/drawing/2014/main" id="{E1A29314-7F5D-CB57-85C4-F1EF3943010B}"/>
                  </a:ext>
                </a:extLst>
              </p:cNvPr>
              <p:cNvSpPr/>
              <p:nvPr/>
            </p:nvSpPr>
            <p:spPr>
              <a:xfrm>
                <a:off x="5008496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79" name="pg1878">
                <a:extLst>
                  <a:ext uri="{FF2B5EF4-FFF2-40B4-BE49-F238E27FC236}">
                    <a16:creationId xmlns:a16="http://schemas.microsoft.com/office/drawing/2014/main" id="{72068B7C-7381-AC19-AB2B-BF802EF84804}"/>
                  </a:ext>
                </a:extLst>
              </p:cNvPr>
              <p:cNvSpPr/>
              <p:nvPr/>
            </p:nvSpPr>
            <p:spPr>
              <a:xfrm>
                <a:off x="5020133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80" name="pg1879">
                <a:extLst>
                  <a:ext uri="{FF2B5EF4-FFF2-40B4-BE49-F238E27FC236}">
                    <a16:creationId xmlns:a16="http://schemas.microsoft.com/office/drawing/2014/main" id="{6A31AACE-B5F5-764E-2DA9-8777C0DAF8E2}"/>
                  </a:ext>
                </a:extLst>
              </p:cNvPr>
              <p:cNvSpPr/>
              <p:nvPr/>
            </p:nvSpPr>
            <p:spPr>
              <a:xfrm>
                <a:off x="5031771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81" name="pg1880">
                <a:extLst>
                  <a:ext uri="{FF2B5EF4-FFF2-40B4-BE49-F238E27FC236}">
                    <a16:creationId xmlns:a16="http://schemas.microsoft.com/office/drawing/2014/main" id="{14CD3F9C-1216-17D1-0FA3-036A98430878}"/>
                  </a:ext>
                </a:extLst>
              </p:cNvPr>
              <p:cNvSpPr/>
              <p:nvPr/>
            </p:nvSpPr>
            <p:spPr>
              <a:xfrm>
                <a:off x="5043408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82" name="pg1881">
                <a:extLst>
                  <a:ext uri="{FF2B5EF4-FFF2-40B4-BE49-F238E27FC236}">
                    <a16:creationId xmlns:a16="http://schemas.microsoft.com/office/drawing/2014/main" id="{5F7E782C-18C0-E7A0-2C00-27F9946AC117}"/>
                  </a:ext>
                </a:extLst>
              </p:cNvPr>
              <p:cNvSpPr/>
              <p:nvPr/>
            </p:nvSpPr>
            <p:spPr>
              <a:xfrm>
                <a:off x="5055045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83" name="pg1882">
                <a:extLst>
                  <a:ext uri="{FF2B5EF4-FFF2-40B4-BE49-F238E27FC236}">
                    <a16:creationId xmlns:a16="http://schemas.microsoft.com/office/drawing/2014/main" id="{DEACC1A2-64B5-78CC-A6B1-60E7CC0B8BAF}"/>
                  </a:ext>
                </a:extLst>
              </p:cNvPr>
              <p:cNvSpPr/>
              <p:nvPr/>
            </p:nvSpPr>
            <p:spPr>
              <a:xfrm>
                <a:off x="5066683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84" name="pg1883">
                <a:extLst>
                  <a:ext uri="{FF2B5EF4-FFF2-40B4-BE49-F238E27FC236}">
                    <a16:creationId xmlns:a16="http://schemas.microsoft.com/office/drawing/2014/main" id="{7DC50A7B-350F-ACD4-956D-76041ADE38BB}"/>
                  </a:ext>
                </a:extLst>
              </p:cNvPr>
              <p:cNvSpPr/>
              <p:nvPr/>
            </p:nvSpPr>
            <p:spPr>
              <a:xfrm>
                <a:off x="5078320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85" name="pg1884">
                <a:extLst>
                  <a:ext uri="{FF2B5EF4-FFF2-40B4-BE49-F238E27FC236}">
                    <a16:creationId xmlns:a16="http://schemas.microsoft.com/office/drawing/2014/main" id="{7CAFF912-706D-AB77-9058-15CF51AC65E9}"/>
                  </a:ext>
                </a:extLst>
              </p:cNvPr>
              <p:cNvSpPr/>
              <p:nvPr/>
            </p:nvSpPr>
            <p:spPr>
              <a:xfrm>
                <a:off x="5089957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86" name="pg1885">
                <a:extLst>
                  <a:ext uri="{FF2B5EF4-FFF2-40B4-BE49-F238E27FC236}">
                    <a16:creationId xmlns:a16="http://schemas.microsoft.com/office/drawing/2014/main" id="{870EA1C9-CCD1-E7FF-A18B-8AB9726AEB45}"/>
                  </a:ext>
                </a:extLst>
              </p:cNvPr>
              <p:cNvSpPr/>
              <p:nvPr/>
            </p:nvSpPr>
            <p:spPr>
              <a:xfrm>
                <a:off x="5101595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87" name="pg1886">
                <a:extLst>
                  <a:ext uri="{FF2B5EF4-FFF2-40B4-BE49-F238E27FC236}">
                    <a16:creationId xmlns:a16="http://schemas.microsoft.com/office/drawing/2014/main" id="{D13A341E-613A-993A-3498-FD510021B8D2}"/>
                  </a:ext>
                </a:extLst>
              </p:cNvPr>
              <p:cNvSpPr/>
              <p:nvPr/>
            </p:nvSpPr>
            <p:spPr>
              <a:xfrm>
                <a:off x="5113232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88" name="pg1887">
                <a:extLst>
                  <a:ext uri="{FF2B5EF4-FFF2-40B4-BE49-F238E27FC236}">
                    <a16:creationId xmlns:a16="http://schemas.microsoft.com/office/drawing/2014/main" id="{8810A8B6-72A8-90DC-EE15-E63243DE1932}"/>
                  </a:ext>
                </a:extLst>
              </p:cNvPr>
              <p:cNvSpPr/>
              <p:nvPr/>
            </p:nvSpPr>
            <p:spPr>
              <a:xfrm>
                <a:off x="5124869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89" name="pg1888">
                <a:extLst>
                  <a:ext uri="{FF2B5EF4-FFF2-40B4-BE49-F238E27FC236}">
                    <a16:creationId xmlns:a16="http://schemas.microsoft.com/office/drawing/2014/main" id="{1241553E-F6B4-0E6B-FAA3-7647F630ACA0}"/>
                  </a:ext>
                </a:extLst>
              </p:cNvPr>
              <p:cNvSpPr/>
              <p:nvPr/>
            </p:nvSpPr>
            <p:spPr>
              <a:xfrm>
                <a:off x="5136507" y="40806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90" name="pg1889">
                <a:extLst>
                  <a:ext uri="{FF2B5EF4-FFF2-40B4-BE49-F238E27FC236}">
                    <a16:creationId xmlns:a16="http://schemas.microsoft.com/office/drawing/2014/main" id="{029409C3-55CB-5186-CFBD-6958254F64C6}"/>
                  </a:ext>
                </a:extLst>
              </p:cNvPr>
              <p:cNvSpPr/>
              <p:nvPr/>
            </p:nvSpPr>
            <p:spPr>
              <a:xfrm>
                <a:off x="5008496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91" name="pg1890">
                <a:extLst>
                  <a:ext uri="{FF2B5EF4-FFF2-40B4-BE49-F238E27FC236}">
                    <a16:creationId xmlns:a16="http://schemas.microsoft.com/office/drawing/2014/main" id="{30224C5A-1A5B-C2CD-4D49-9FE383F0F69A}"/>
                  </a:ext>
                </a:extLst>
              </p:cNvPr>
              <p:cNvSpPr/>
              <p:nvPr/>
            </p:nvSpPr>
            <p:spPr>
              <a:xfrm>
                <a:off x="5020133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92" name="pg1891">
                <a:extLst>
                  <a:ext uri="{FF2B5EF4-FFF2-40B4-BE49-F238E27FC236}">
                    <a16:creationId xmlns:a16="http://schemas.microsoft.com/office/drawing/2014/main" id="{F3FFC4AF-65A1-63C2-889B-E2E3903E3854}"/>
                  </a:ext>
                </a:extLst>
              </p:cNvPr>
              <p:cNvSpPr/>
              <p:nvPr/>
            </p:nvSpPr>
            <p:spPr>
              <a:xfrm>
                <a:off x="5031771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8FA7">
                  <a:alpha val="100000"/>
                </a:srgbClr>
              </a:solidFill>
              <a:ln w="5420" cap="flat">
                <a:solidFill>
                  <a:srgbClr val="36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93" name="pg1892">
                <a:extLst>
                  <a:ext uri="{FF2B5EF4-FFF2-40B4-BE49-F238E27FC236}">
                    <a16:creationId xmlns:a16="http://schemas.microsoft.com/office/drawing/2014/main" id="{859F84EF-1AF9-C8C4-5EE7-158A3605B0AC}"/>
                  </a:ext>
                </a:extLst>
              </p:cNvPr>
              <p:cNvSpPr/>
              <p:nvPr/>
            </p:nvSpPr>
            <p:spPr>
              <a:xfrm>
                <a:off x="5043408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94" name="pg1893">
                <a:extLst>
                  <a:ext uri="{FF2B5EF4-FFF2-40B4-BE49-F238E27FC236}">
                    <a16:creationId xmlns:a16="http://schemas.microsoft.com/office/drawing/2014/main" id="{32977671-CF7C-EFF6-CBE3-FCE44E06D643}"/>
                  </a:ext>
                </a:extLst>
              </p:cNvPr>
              <p:cNvSpPr/>
              <p:nvPr/>
            </p:nvSpPr>
            <p:spPr>
              <a:xfrm>
                <a:off x="5055045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95" name="pg1894">
                <a:extLst>
                  <a:ext uri="{FF2B5EF4-FFF2-40B4-BE49-F238E27FC236}">
                    <a16:creationId xmlns:a16="http://schemas.microsoft.com/office/drawing/2014/main" id="{470519BD-3E43-727F-D97D-CA3822E5F204}"/>
                  </a:ext>
                </a:extLst>
              </p:cNvPr>
              <p:cNvSpPr/>
              <p:nvPr/>
            </p:nvSpPr>
            <p:spPr>
              <a:xfrm>
                <a:off x="5066683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96" name="pg1895">
                <a:extLst>
                  <a:ext uri="{FF2B5EF4-FFF2-40B4-BE49-F238E27FC236}">
                    <a16:creationId xmlns:a16="http://schemas.microsoft.com/office/drawing/2014/main" id="{F96AFDA1-9845-74AB-73C5-41A7C1D36407}"/>
                  </a:ext>
                </a:extLst>
              </p:cNvPr>
              <p:cNvSpPr/>
              <p:nvPr/>
            </p:nvSpPr>
            <p:spPr>
              <a:xfrm>
                <a:off x="5078320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97" name="pg1896">
                <a:extLst>
                  <a:ext uri="{FF2B5EF4-FFF2-40B4-BE49-F238E27FC236}">
                    <a16:creationId xmlns:a16="http://schemas.microsoft.com/office/drawing/2014/main" id="{8D63700C-4B70-1C7F-2E48-48009CD884CB}"/>
                  </a:ext>
                </a:extLst>
              </p:cNvPr>
              <p:cNvSpPr/>
              <p:nvPr/>
            </p:nvSpPr>
            <p:spPr>
              <a:xfrm>
                <a:off x="5089957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98" name="pg1897">
                <a:extLst>
                  <a:ext uri="{FF2B5EF4-FFF2-40B4-BE49-F238E27FC236}">
                    <a16:creationId xmlns:a16="http://schemas.microsoft.com/office/drawing/2014/main" id="{3322E1D5-9C39-6B7F-6372-3634BD84A191}"/>
                  </a:ext>
                </a:extLst>
              </p:cNvPr>
              <p:cNvSpPr/>
              <p:nvPr/>
            </p:nvSpPr>
            <p:spPr>
              <a:xfrm>
                <a:off x="5101595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299" name="pg1898">
                <a:extLst>
                  <a:ext uri="{FF2B5EF4-FFF2-40B4-BE49-F238E27FC236}">
                    <a16:creationId xmlns:a16="http://schemas.microsoft.com/office/drawing/2014/main" id="{742D904C-5ABC-E450-C7BB-DCBF4FA4668E}"/>
                  </a:ext>
                </a:extLst>
              </p:cNvPr>
              <p:cNvSpPr/>
              <p:nvPr/>
            </p:nvSpPr>
            <p:spPr>
              <a:xfrm>
                <a:off x="5113232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00" name="pg1899">
                <a:extLst>
                  <a:ext uri="{FF2B5EF4-FFF2-40B4-BE49-F238E27FC236}">
                    <a16:creationId xmlns:a16="http://schemas.microsoft.com/office/drawing/2014/main" id="{F6EC1462-1EC6-867E-1761-7D8E240BF5D2}"/>
                  </a:ext>
                </a:extLst>
              </p:cNvPr>
              <p:cNvSpPr/>
              <p:nvPr/>
            </p:nvSpPr>
            <p:spPr>
              <a:xfrm>
                <a:off x="5124869" y="409496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01" name="pg1900">
                <a:extLst>
                  <a:ext uri="{FF2B5EF4-FFF2-40B4-BE49-F238E27FC236}">
                    <a16:creationId xmlns:a16="http://schemas.microsoft.com/office/drawing/2014/main" id="{E092BC51-F6DB-A95D-00A6-3B9EC5787BC6}"/>
                  </a:ext>
                </a:extLst>
              </p:cNvPr>
              <p:cNvSpPr/>
              <p:nvPr/>
            </p:nvSpPr>
            <p:spPr>
              <a:xfrm>
                <a:off x="4985221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02" name="pg1901">
                <a:extLst>
                  <a:ext uri="{FF2B5EF4-FFF2-40B4-BE49-F238E27FC236}">
                    <a16:creationId xmlns:a16="http://schemas.microsoft.com/office/drawing/2014/main" id="{BD75B518-2381-8BDE-A0F0-3E6B8C957E6F}"/>
                  </a:ext>
                </a:extLst>
              </p:cNvPr>
              <p:cNvSpPr/>
              <p:nvPr/>
            </p:nvSpPr>
            <p:spPr>
              <a:xfrm>
                <a:off x="4996859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03" name="pg1902">
                <a:extLst>
                  <a:ext uri="{FF2B5EF4-FFF2-40B4-BE49-F238E27FC236}">
                    <a16:creationId xmlns:a16="http://schemas.microsoft.com/office/drawing/2014/main" id="{5AEEF39E-5A4E-B660-A4FC-36A3802D3D72}"/>
                  </a:ext>
                </a:extLst>
              </p:cNvPr>
              <p:cNvSpPr/>
              <p:nvPr/>
            </p:nvSpPr>
            <p:spPr>
              <a:xfrm>
                <a:off x="5008496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04" name="pg1903">
                <a:extLst>
                  <a:ext uri="{FF2B5EF4-FFF2-40B4-BE49-F238E27FC236}">
                    <a16:creationId xmlns:a16="http://schemas.microsoft.com/office/drawing/2014/main" id="{7D588E30-2143-F38D-9A67-AD47D7B6D370}"/>
                  </a:ext>
                </a:extLst>
              </p:cNvPr>
              <p:cNvSpPr/>
              <p:nvPr/>
            </p:nvSpPr>
            <p:spPr>
              <a:xfrm>
                <a:off x="5020133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05" name="pg1904">
                <a:extLst>
                  <a:ext uri="{FF2B5EF4-FFF2-40B4-BE49-F238E27FC236}">
                    <a16:creationId xmlns:a16="http://schemas.microsoft.com/office/drawing/2014/main" id="{BF4B389B-E359-3F59-85CB-2C4A784DE903}"/>
                  </a:ext>
                </a:extLst>
              </p:cNvPr>
              <p:cNvSpPr/>
              <p:nvPr/>
            </p:nvSpPr>
            <p:spPr>
              <a:xfrm>
                <a:off x="5031771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06" name="pg1905">
                <a:extLst>
                  <a:ext uri="{FF2B5EF4-FFF2-40B4-BE49-F238E27FC236}">
                    <a16:creationId xmlns:a16="http://schemas.microsoft.com/office/drawing/2014/main" id="{2A5DAB5A-4F86-F8DE-B927-3452899BB452}"/>
                  </a:ext>
                </a:extLst>
              </p:cNvPr>
              <p:cNvSpPr/>
              <p:nvPr/>
            </p:nvSpPr>
            <p:spPr>
              <a:xfrm>
                <a:off x="5043408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07" name="pg1906">
                <a:extLst>
                  <a:ext uri="{FF2B5EF4-FFF2-40B4-BE49-F238E27FC236}">
                    <a16:creationId xmlns:a16="http://schemas.microsoft.com/office/drawing/2014/main" id="{B820A301-2DF3-E34F-46DE-6293535D4B49}"/>
                  </a:ext>
                </a:extLst>
              </p:cNvPr>
              <p:cNvSpPr/>
              <p:nvPr/>
            </p:nvSpPr>
            <p:spPr>
              <a:xfrm>
                <a:off x="5055045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08" name="pg1907">
                <a:extLst>
                  <a:ext uri="{FF2B5EF4-FFF2-40B4-BE49-F238E27FC236}">
                    <a16:creationId xmlns:a16="http://schemas.microsoft.com/office/drawing/2014/main" id="{B0093191-7CBE-A68E-87F9-523E4944C921}"/>
                  </a:ext>
                </a:extLst>
              </p:cNvPr>
              <p:cNvSpPr/>
              <p:nvPr/>
            </p:nvSpPr>
            <p:spPr>
              <a:xfrm>
                <a:off x="5066683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09" name="pg1908">
                <a:extLst>
                  <a:ext uri="{FF2B5EF4-FFF2-40B4-BE49-F238E27FC236}">
                    <a16:creationId xmlns:a16="http://schemas.microsoft.com/office/drawing/2014/main" id="{D60CCFCC-1982-4704-6DF1-E13D366DF2B9}"/>
                  </a:ext>
                </a:extLst>
              </p:cNvPr>
              <p:cNvSpPr/>
              <p:nvPr/>
            </p:nvSpPr>
            <p:spPr>
              <a:xfrm>
                <a:off x="5078320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10" name="pg1909">
                <a:extLst>
                  <a:ext uri="{FF2B5EF4-FFF2-40B4-BE49-F238E27FC236}">
                    <a16:creationId xmlns:a16="http://schemas.microsoft.com/office/drawing/2014/main" id="{CFA13F7F-6D93-BECB-68FF-B382DBE09367}"/>
                  </a:ext>
                </a:extLst>
              </p:cNvPr>
              <p:cNvSpPr/>
              <p:nvPr/>
            </p:nvSpPr>
            <p:spPr>
              <a:xfrm>
                <a:off x="5089957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11" name="pg1910">
                <a:extLst>
                  <a:ext uri="{FF2B5EF4-FFF2-40B4-BE49-F238E27FC236}">
                    <a16:creationId xmlns:a16="http://schemas.microsoft.com/office/drawing/2014/main" id="{B0231691-35BE-67B2-7156-AC3C0E27E1C6}"/>
                  </a:ext>
                </a:extLst>
              </p:cNvPr>
              <p:cNvSpPr/>
              <p:nvPr/>
            </p:nvSpPr>
            <p:spPr>
              <a:xfrm>
                <a:off x="5101595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12" name="pg1911">
                <a:extLst>
                  <a:ext uri="{FF2B5EF4-FFF2-40B4-BE49-F238E27FC236}">
                    <a16:creationId xmlns:a16="http://schemas.microsoft.com/office/drawing/2014/main" id="{06EFBAFF-52EC-BCB7-7B66-C9D12DDCE939}"/>
                  </a:ext>
                </a:extLst>
              </p:cNvPr>
              <p:cNvSpPr/>
              <p:nvPr/>
            </p:nvSpPr>
            <p:spPr>
              <a:xfrm>
                <a:off x="5113232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13" name="pg1912">
                <a:extLst>
                  <a:ext uri="{FF2B5EF4-FFF2-40B4-BE49-F238E27FC236}">
                    <a16:creationId xmlns:a16="http://schemas.microsoft.com/office/drawing/2014/main" id="{E2A8C546-6904-85DA-8D25-0F38BE3533E4}"/>
                  </a:ext>
                </a:extLst>
              </p:cNvPr>
              <p:cNvSpPr/>
              <p:nvPr/>
            </p:nvSpPr>
            <p:spPr>
              <a:xfrm>
                <a:off x="5124869" y="41092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14" name="pg1913">
                <a:extLst>
                  <a:ext uri="{FF2B5EF4-FFF2-40B4-BE49-F238E27FC236}">
                    <a16:creationId xmlns:a16="http://schemas.microsoft.com/office/drawing/2014/main" id="{3AC6631F-23E4-F782-CCE1-6DF2F563418C}"/>
                  </a:ext>
                </a:extLst>
              </p:cNvPr>
              <p:cNvSpPr/>
              <p:nvPr/>
            </p:nvSpPr>
            <p:spPr>
              <a:xfrm>
                <a:off x="4973584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15" name="pg1914">
                <a:extLst>
                  <a:ext uri="{FF2B5EF4-FFF2-40B4-BE49-F238E27FC236}">
                    <a16:creationId xmlns:a16="http://schemas.microsoft.com/office/drawing/2014/main" id="{60E564D8-76B9-F433-7B47-17F85965C0B7}"/>
                  </a:ext>
                </a:extLst>
              </p:cNvPr>
              <p:cNvSpPr/>
              <p:nvPr/>
            </p:nvSpPr>
            <p:spPr>
              <a:xfrm>
                <a:off x="4985221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16" name="pg1915">
                <a:extLst>
                  <a:ext uri="{FF2B5EF4-FFF2-40B4-BE49-F238E27FC236}">
                    <a16:creationId xmlns:a16="http://schemas.microsoft.com/office/drawing/2014/main" id="{61467779-11E8-B405-9968-2D5EF9E93458}"/>
                  </a:ext>
                </a:extLst>
              </p:cNvPr>
              <p:cNvSpPr/>
              <p:nvPr/>
            </p:nvSpPr>
            <p:spPr>
              <a:xfrm>
                <a:off x="4996859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17" name="pg1916">
                <a:extLst>
                  <a:ext uri="{FF2B5EF4-FFF2-40B4-BE49-F238E27FC236}">
                    <a16:creationId xmlns:a16="http://schemas.microsoft.com/office/drawing/2014/main" id="{B0B5A204-C877-B807-F171-AFD226D81C0B}"/>
                  </a:ext>
                </a:extLst>
              </p:cNvPr>
              <p:cNvSpPr/>
              <p:nvPr/>
            </p:nvSpPr>
            <p:spPr>
              <a:xfrm>
                <a:off x="5008496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18" name="pg1917">
                <a:extLst>
                  <a:ext uri="{FF2B5EF4-FFF2-40B4-BE49-F238E27FC236}">
                    <a16:creationId xmlns:a16="http://schemas.microsoft.com/office/drawing/2014/main" id="{1310FD10-E78B-3911-78A5-E1477EACBA84}"/>
                  </a:ext>
                </a:extLst>
              </p:cNvPr>
              <p:cNvSpPr/>
              <p:nvPr/>
            </p:nvSpPr>
            <p:spPr>
              <a:xfrm>
                <a:off x="5020133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19" name="pg1918">
                <a:extLst>
                  <a:ext uri="{FF2B5EF4-FFF2-40B4-BE49-F238E27FC236}">
                    <a16:creationId xmlns:a16="http://schemas.microsoft.com/office/drawing/2014/main" id="{5CC19C81-33D7-7E99-580A-88389218A405}"/>
                  </a:ext>
                </a:extLst>
              </p:cNvPr>
              <p:cNvSpPr/>
              <p:nvPr/>
            </p:nvSpPr>
            <p:spPr>
              <a:xfrm>
                <a:off x="5031771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20" name="pg1919">
                <a:extLst>
                  <a:ext uri="{FF2B5EF4-FFF2-40B4-BE49-F238E27FC236}">
                    <a16:creationId xmlns:a16="http://schemas.microsoft.com/office/drawing/2014/main" id="{CC89CA05-6668-D6B0-DEF0-D1930F71CCD7}"/>
                  </a:ext>
                </a:extLst>
              </p:cNvPr>
              <p:cNvSpPr/>
              <p:nvPr/>
            </p:nvSpPr>
            <p:spPr>
              <a:xfrm>
                <a:off x="5043408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21" name="pg1920">
                <a:extLst>
                  <a:ext uri="{FF2B5EF4-FFF2-40B4-BE49-F238E27FC236}">
                    <a16:creationId xmlns:a16="http://schemas.microsoft.com/office/drawing/2014/main" id="{3A897F4C-69FE-B4B9-4714-F5700FCFD289}"/>
                  </a:ext>
                </a:extLst>
              </p:cNvPr>
              <p:cNvSpPr/>
              <p:nvPr/>
            </p:nvSpPr>
            <p:spPr>
              <a:xfrm>
                <a:off x="5055045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22" name="pg1921">
                <a:extLst>
                  <a:ext uri="{FF2B5EF4-FFF2-40B4-BE49-F238E27FC236}">
                    <a16:creationId xmlns:a16="http://schemas.microsoft.com/office/drawing/2014/main" id="{A4CF8673-A963-9650-66B0-8E47CF756FD9}"/>
                  </a:ext>
                </a:extLst>
              </p:cNvPr>
              <p:cNvSpPr/>
              <p:nvPr/>
            </p:nvSpPr>
            <p:spPr>
              <a:xfrm>
                <a:off x="5066683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23" name="pg1922">
                <a:extLst>
                  <a:ext uri="{FF2B5EF4-FFF2-40B4-BE49-F238E27FC236}">
                    <a16:creationId xmlns:a16="http://schemas.microsoft.com/office/drawing/2014/main" id="{C346FB94-08B7-1861-CD36-C31E52FE5319}"/>
                  </a:ext>
                </a:extLst>
              </p:cNvPr>
              <p:cNvSpPr/>
              <p:nvPr/>
            </p:nvSpPr>
            <p:spPr>
              <a:xfrm>
                <a:off x="5078320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24" name="pg1923">
                <a:extLst>
                  <a:ext uri="{FF2B5EF4-FFF2-40B4-BE49-F238E27FC236}">
                    <a16:creationId xmlns:a16="http://schemas.microsoft.com/office/drawing/2014/main" id="{8051EB92-8206-FCC9-3710-46FDE816D475}"/>
                  </a:ext>
                </a:extLst>
              </p:cNvPr>
              <p:cNvSpPr/>
              <p:nvPr/>
            </p:nvSpPr>
            <p:spPr>
              <a:xfrm>
                <a:off x="5089957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25" name="pg1924">
                <a:extLst>
                  <a:ext uri="{FF2B5EF4-FFF2-40B4-BE49-F238E27FC236}">
                    <a16:creationId xmlns:a16="http://schemas.microsoft.com/office/drawing/2014/main" id="{244B157C-9519-1158-BE4A-B2F188B7BB00}"/>
                  </a:ext>
                </a:extLst>
              </p:cNvPr>
              <p:cNvSpPr/>
              <p:nvPr/>
            </p:nvSpPr>
            <p:spPr>
              <a:xfrm>
                <a:off x="5101595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26" name="pg1925">
                <a:extLst>
                  <a:ext uri="{FF2B5EF4-FFF2-40B4-BE49-F238E27FC236}">
                    <a16:creationId xmlns:a16="http://schemas.microsoft.com/office/drawing/2014/main" id="{F5577F07-D919-2923-34C6-A5458A9C16AC}"/>
                  </a:ext>
                </a:extLst>
              </p:cNvPr>
              <p:cNvSpPr/>
              <p:nvPr/>
            </p:nvSpPr>
            <p:spPr>
              <a:xfrm>
                <a:off x="5113232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27" name="pg1926">
                <a:extLst>
                  <a:ext uri="{FF2B5EF4-FFF2-40B4-BE49-F238E27FC236}">
                    <a16:creationId xmlns:a16="http://schemas.microsoft.com/office/drawing/2014/main" id="{1332457E-4289-521B-6C03-AF6225C2E1ED}"/>
                  </a:ext>
                </a:extLst>
              </p:cNvPr>
              <p:cNvSpPr/>
              <p:nvPr/>
            </p:nvSpPr>
            <p:spPr>
              <a:xfrm>
                <a:off x="5124869" y="412357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28" name="pg1927">
                <a:extLst>
                  <a:ext uri="{FF2B5EF4-FFF2-40B4-BE49-F238E27FC236}">
                    <a16:creationId xmlns:a16="http://schemas.microsoft.com/office/drawing/2014/main" id="{34477FA0-E0E6-CD64-E50B-EE24F96BF241}"/>
                  </a:ext>
                </a:extLst>
              </p:cNvPr>
              <p:cNvSpPr/>
              <p:nvPr/>
            </p:nvSpPr>
            <p:spPr>
              <a:xfrm>
                <a:off x="4973584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29" name="pg1928">
                <a:extLst>
                  <a:ext uri="{FF2B5EF4-FFF2-40B4-BE49-F238E27FC236}">
                    <a16:creationId xmlns:a16="http://schemas.microsoft.com/office/drawing/2014/main" id="{FD65D328-A148-31AD-87FF-4CF50F19F273}"/>
                  </a:ext>
                </a:extLst>
              </p:cNvPr>
              <p:cNvSpPr/>
              <p:nvPr/>
            </p:nvSpPr>
            <p:spPr>
              <a:xfrm>
                <a:off x="4985221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4">
                  <a:alpha val="100000"/>
                </a:srgbClr>
              </a:solidFill>
              <a:ln w="5420" cap="flat">
                <a:solidFill>
                  <a:srgbClr val="3982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30" name="pg1929">
                <a:extLst>
                  <a:ext uri="{FF2B5EF4-FFF2-40B4-BE49-F238E27FC236}">
                    <a16:creationId xmlns:a16="http://schemas.microsoft.com/office/drawing/2014/main" id="{11CCE2A7-0532-467B-5025-8D7F022D4A74}"/>
                  </a:ext>
                </a:extLst>
              </p:cNvPr>
              <p:cNvSpPr/>
              <p:nvPr/>
            </p:nvSpPr>
            <p:spPr>
              <a:xfrm>
                <a:off x="4996859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31" name="pg1930">
                <a:extLst>
                  <a:ext uri="{FF2B5EF4-FFF2-40B4-BE49-F238E27FC236}">
                    <a16:creationId xmlns:a16="http://schemas.microsoft.com/office/drawing/2014/main" id="{2034040E-6882-B950-E824-A1C0AC8B799F}"/>
                  </a:ext>
                </a:extLst>
              </p:cNvPr>
              <p:cNvSpPr/>
              <p:nvPr/>
            </p:nvSpPr>
            <p:spPr>
              <a:xfrm>
                <a:off x="5008496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32" name="pg1931">
                <a:extLst>
                  <a:ext uri="{FF2B5EF4-FFF2-40B4-BE49-F238E27FC236}">
                    <a16:creationId xmlns:a16="http://schemas.microsoft.com/office/drawing/2014/main" id="{6ED122F0-41CD-18FF-8668-AE8C412A1BEE}"/>
                  </a:ext>
                </a:extLst>
              </p:cNvPr>
              <p:cNvSpPr/>
              <p:nvPr/>
            </p:nvSpPr>
            <p:spPr>
              <a:xfrm>
                <a:off x="5020133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33" name="pg1932">
                <a:extLst>
                  <a:ext uri="{FF2B5EF4-FFF2-40B4-BE49-F238E27FC236}">
                    <a16:creationId xmlns:a16="http://schemas.microsoft.com/office/drawing/2014/main" id="{E4C25963-1C19-35CB-A09E-73A0389770D3}"/>
                  </a:ext>
                </a:extLst>
              </p:cNvPr>
              <p:cNvSpPr/>
              <p:nvPr/>
            </p:nvSpPr>
            <p:spPr>
              <a:xfrm>
                <a:off x="5031771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34" name="pg1933">
                <a:extLst>
                  <a:ext uri="{FF2B5EF4-FFF2-40B4-BE49-F238E27FC236}">
                    <a16:creationId xmlns:a16="http://schemas.microsoft.com/office/drawing/2014/main" id="{76F68A28-F5AF-33C9-5E85-A0DD7C4ADB55}"/>
                  </a:ext>
                </a:extLst>
              </p:cNvPr>
              <p:cNvSpPr/>
              <p:nvPr/>
            </p:nvSpPr>
            <p:spPr>
              <a:xfrm>
                <a:off x="5043408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35" name="pg1934">
                <a:extLst>
                  <a:ext uri="{FF2B5EF4-FFF2-40B4-BE49-F238E27FC236}">
                    <a16:creationId xmlns:a16="http://schemas.microsoft.com/office/drawing/2014/main" id="{7BAF392F-0630-CE1D-C323-FD5787834CB7}"/>
                  </a:ext>
                </a:extLst>
              </p:cNvPr>
              <p:cNvSpPr/>
              <p:nvPr/>
            </p:nvSpPr>
            <p:spPr>
              <a:xfrm>
                <a:off x="5055045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36" name="pg1935">
                <a:extLst>
                  <a:ext uri="{FF2B5EF4-FFF2-40B4-BE49-F238E27FC236}">
                    <a16:creationId xmlns:a16="http://schemas.microsoft.com/office/drawing/2014/main" id="{D08AF1F7-F6E6-42CC-4E2E-B5B374AB6420}"/>
                  </a:ext>
                </a:extLst>
              </p:cNvPr>
              <p:cNvSpPr/>
              <p:nvPr/>
            </p:nvSpPr>
            <p:spPr>
              <a:xfrm>
                <a:off x="5066683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37" name="pg1936">
                <a:extLst>
                  <a:ext uri="{FF2B5EF4-FFF2-40B4-BE49-F238E27FC236}">
                    <a16:creationId xmlns:a16="http://schemas.microsoft.com/office/drawing/2014/main" id="{C754CD18-8566-7676-6AD7-88C66BC9FA0C}"/>
                  </a:ext>
                </a:extLst>
              </p:cNvPr>
              <p:cNvSpPr/>
              <p:nvPr/>
            </p:nvSpPr>
            <p:spPr>
              <a:xfrm>
                <a:off x="5078320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38" name="pg1937">
                <a:extLst>
                  <a:ext uri="{FF2B5EF4-FFF2-40B4-BE49-F238E27FC236}">
                    <a16:creationId xmlns:a16="http://schemas.microsoft.com/office/drawing/2014/main" id="{99A02942-53BA-80E6-A1DF-7E5856C5E76B}"/>
                  </a:ext>
                </a:extLst>
              </p:cNvPr>
              <p:cNvSpPr/>
              <p:nvPr/>
            </p:nvSpPr>
            <p:spPr>
              <a:xfrm>
                <a:off x="5089957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39" name="pg1938">
                <a:extLst>
                  <a:ext uri="{FF2B5EF4-FFF2-40B4-BE49-F238E27FC236}">
                    <a16:creationId xmlns:a16="http://schemas.microsoft.com/office/drawing/2014/main" id="{8AF47695-871E-0DE9-FAA4-2876E073172C}"/>
                  </a:ext>
                </a:extLst>
              </p:cNvPr>
              <p:cNvSpPr/>
              <p:nvPr/>
            </p:nvSpPr>
            <p:spPr>
              <a:xfrm>
                <a:off x="5101595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40" name="pg1939">
                <a:extLst>
                  <a:ext uri="{FF2B5EF4-FFF2-40B4-BE49-F238E27FC236}">
                    <a16:creationId xmlns:a16="http://schemas.microsoft.com/office/drawing/2014/main" id="{373BB2D4-06B7-0F39-86D2-7D3CC8CA5801}"/>
                  </a:ext>
                </a:extLst>
              </p:cNvPr>
              <p:cNvSpPr/>
              <p:nvPr/>
            </p:nvSpPr>
            <p:spPr>
              <a:xfrm>
                <a:off x="5113232" y="413787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41" name="pg1940">
                <a:extLst>
                  <a:ext uri="{FF2B5EF4-FFF2-40B4-BE49-F238E27FC236}">
                    <a16:creationId xmlns:a16="http://schemas.microsoft.com/office/drawing/2014/main" id="{8EF281C6-32B1-030B-AF5F-61C7E6065D8B}"/>
                  </a:ext>
                </a:extLst>
              </p:cNvPr>
              <p:cNvSpPr/>
              <p:nvPr/>
            </p:nvSpPr>
            <p:spPr>
              <a:xfrm>
                <a:off x="4961947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42" name="pg1941">
                <a:extLst>
                  <a:ext uri="{FF2B5EF4-FFF2-40B4-BE49-F238E27FC236}">
                    <a16:creationId xmlns:a16="http://schemas.microsoft.com/office/drawing/2014/main" id="{6C17C415-0CF1-6AE7-75C2-E02534171020}"/>
                  </a:ext>
                </a:extLst>
              </p:cNvPr>
              <p:cNvSpPr/>
              <p:nvPr/>
            </p:nvSpPr>
            <p:spPr>
              <a:xfrm>
                <a:off x="4973584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43" name="pg1942">
                <a:extLst>
                  <a:ext uri="{FF2B5EF4-FFF2-40B4-BE49-F238E27FC236}">
                    <a16:creationId xmlns:a16="http://schemas.microsoft.com/office/drawing/2014/main" id="{A4B0FCC7-F5D5-5842-5535-B83D517EA67A}"/>
                  </a:ext>
                </a:extLst>
              </p:cNvPr>
              <p:cNvSpPr/>
              <p:nvPr/>
            </p:nvSpPr>
            <p:spPr>
              <a:xfrm>
                <a:off x="4985221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44" name="pg1943">
                <a:extLst>
                  <a:ext uri="{FF2B5EF4-FFF2-40B4-BE49-F238E27FC236}">
                    <a16:creationId xmlns:a16="http://schemas.microsoft.com/office/drawing/2014/main" id="{45A98BA4-B029-9833-04CB-449278605E33}"/>
                  </a:ext>
                </a:extLst>
              </p:cNvPr>
              <p:cNvSpPr/>
              <p:nvPr/>
            </p:nvSpPr>
            <p:spPr>
              <a:xfrm>
                <a:off x="4996859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45" name="pg1944">
                <a:extLst>
                  <a:ext uri="{FF2B5EF4-FFF2-40B4-BE49-F238E27FC236}">
                    <a16:creationId xmlns:a16="http://schemas.microsoft.com/office/drawing/2014/main" id="{7838A1B1-F1B3-4BAF-1034-5CD5BB32AF1B}"/>
                  </a:ext>
                </a:extLst>
              </p:cNvPr>
              <p:cNvSpPr/>
              <p:nvPr/>
            </p:nvSpPr>
            <p:spPr>
              <a:xfrm>
                <a:off x="5008496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46" name="pg1945">
                <a:extLst>
                  <a:ext uri="{FF2B5EF4-FFF2-40B4-BE49-F238E27FC236}">
                    <a16:creationId xmlns:a16="http://schemas.microsoft.com/office/drawing/2014/main" id="{973911C3-84CF-CA39-4274-184E5EFF3BD0}"/>
                  </a:ext>
                </a:extLst>
              </p:cNvPr>
              <p:cNvSpPr/>
              <p:nvPr/>
            </p:nvSpPr>
            <p:spPr>
              <a:xfrm>
                <a:off x="5020133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47" name="pg1946">
                <a:extLst>
                  <a:ext uri="{FF2B5EF4-FFF2-40B4-BE49-F238E27FC236}">
                    <a16:creationId xmlns:a16="http://schemas.microsoft.com/office/drawing/2014/main" id="{C4916CA0-C0FE-7BA9-20BC-1220CFF0E82D}"/>
                  </a:ext>
                </a:extLst>
              </p:cNvPr>
              <p:cNvSpPr/>
              <p:nvPr/>
            </p:nvSpPr>
            <p:spPr>
              <a:xfrm>
                <a:off x="5031771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48" name="pg1947">
                <a:extLst>
                  <a:ext uri="{FF2B5EF4-FFF2-40B4-BE49-F238E27FC236}">
                    <a16:creationId xmlns:a16="http://schemas.microsoft.com/office/drawing/2014/main" id="{0F3C5423-E148-7E78-C386-EC8DA0B943E3}"/>
                  </a:ext>
                </a:extLst>
              </p:cNvPr>
              <p:cNvSpPr/>
              <p:nvPr/>
            </p:nvSpPr>
            <p:spPr>
              <a:xfrm>
                <a:off x="5043408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49" name="pg1948">
                <a:extLst>
                  <a:ext uri="{FF2B5EF4-FFF2-40B4-BE49-F238E27FC236}">
                    <a16:creationId xmlns:a16="http://schemas.microsoft.com/office/drawing/2014/main" id="{9CB9597E-8046-1F92-53C1-4BF74659882E}"/>
                  </a:ext>
                </a:extLst>
              </p:cNvPr>
              <p:cNvSpPr/>
              <p:nvPr/>
            </p:nvSpPr>
            <p:spPr>
              <a:xfrm>
                <a:off x="5055045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50" name="pg1949">
                <a:extLst>
                  <a:ext uri="{FF2B5EF4-FFF2-40B4-BE49-F238E27FC236}">
                    <a16:creationId xmlns:a16="http://schemas.microsoft.com/office/drawing/2014/main" id="{D13D1D9D-6909-BC61-7C02-7600263D478E}"/>
                  </a:ext>
                </a:extLst>
              </p:cNvPr>
              <p:cNvSpPr/>
              <p:nvPr/>
            </p:nvSpPr>
            <p:spPr>
              <a:xfrm>
                <a:off x="5066683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51" name="pg1950">
                <a:extLst>
                  <a:ext uri="{FF2B5EF4-FFF2-40B4-BE49-F238E27FC236}">
                    <a16:creationId xmlns:a16="http://schemas.microsoft.com/office/drawing/2014/main" id="{5757823D-90A2-C40E-7535-7D371D69B5B1}"/>
                  </a:ext>
                </a:extLst>
              </p:cNvPr>
              <p:cNvSpPr/>
              <p:nvPr/>
            </p:nvSpPr>
            <p:spPr>
              <a:xfrm>
                <a:off x="5078320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52" name="pg1951">
                <a:extLst>
                  <a:ext uri="{FF2B5EF4-FFF2-40B4-BE49-F238E27FC236}">
                    <a16:creationId xmlns:a16="http://schemas.microsoft.com/office/drawing/2014/main" id="{D7FB1E1A-012A-08B7-E50F-B84E87F00CDC}"/>
                  </a:ext>
                </a:extLst>
              </p:cNvPr>
              <p:cNvSpPr/>
              <p:nvPr/>
            </p:nvSpPr>
            <p:spPr>
              <a:xfrm>
                <a:off x="5089957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53" name="pg1952">
                <a:extLst>
                  <a:ext uri="{FF2B5EF4-FFF2-40B4-BE49-F238E27FC236}">
                    <a16:creationId xmlns:a16="http://schemas.microsoft.com/office/drawing/2014/main" id="{5633C269-6B6B-6C34-3F67-9301A0DFF187}"/>
                  </a:ext>
                </a:extLst>
              </p:cNvPr>
              <p:cNvSpPr/>
              <p:nvPr/>
            </p:nvSpPr>
            <p:spPr>
              <a:xfrm>
                <a:off x="5101595" y="41521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54" name="pg1953">
                <a:extLst>
                  <a:ext uri="{FF2B5EF4-FFF2-40B4-BE49-F238E27FC236}">
                    <a16:creationId xmlns:a16="http://schemas.microsoft.com/office/drawing/2014/main" id="{A90125C1-A387-86E3-F46C-6B7FBC569443}"/>
                  </a:ext>
                </a:extLst>
              </p:cNvPr>
              <p:cNvSpPr/>
              <p:nvPr/>
            </p:nvSpPr>
            <p:spPr>
              <a:xfrm>
                <a:off x="4950309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55" name="pg1954">
                <a:extLst>
                  <a:ext uri="{FF2B5EF4-FFF2-40B4-BE49-F238E27FC236}">
                    <a16:creationId xmlns:a16="http://schemas.microsoft.com/office/drawing/2014/main" id="{BFD8C670-A189-1B85-AAE0-848AB2FBED60}"/>
                  </a:ext>
                </a:extLst>
              </p:cNvPr>
              <p:cNvSpPr/>
              <p:nvPr/>
            </p:nvSpPr>
            <p:spPr>
              <a:xfrm>
                <a:off x="4961947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56" name="pg1955">
                <a:extLst>
                  <a:ext uri="{FF2B5EF4-FFF2-40B4-BE49-F238E27FC236}">
                    <a16:creationId xmlns:a16="http://schemas.microsoft.com/office/drawing/2014/main" id="{7ACCF2BD-A870-5948-799F-B8544C849548}"/>
                  </a:ext>
                </a:extLst>
              </p:cNvPr>
              <p:cNvSpPr/>
              <p:nvPr/>
            </p:nvSpPr>
            <p:spPr>
              <a:xfrm>
                <a:off x="4973584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57" name="pg1956">
                <a:extLst>
                  <a:ext uri="{FF2B5EF4-FFF2-40B4-BE49-F238E27FC236}">
                    <a16:creationId xmlns:a16="http://schemas.microsoft.com/office/drawing/2014/main" id="{DAAF9B59-752F-3622-639E-964BC23A4533}"/>
                  </a:ext>
                </a:extLst>
              </p:cNvPr>
              <p:cNvSpPr/>
              <p:nvPr/>
            </p:nvSpPr>
            <p:spPr>
              <a:xfrm>
                <a:off x="4985221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58" name="pg1957">
                <a:extLst>
                  <a:ext uri="{FF2B5EF4-FFF2-40B4-BE49-F238E27FC236}">
                    <a16:creationId xmlns:a16="http://schemas.microsoft.com/office/drawing/2014/main" id="{6C655AA7-F7D4-E5C1-08B7-C07C1C95E299}"/>
                  </a:ext>
                </a:extLst>
              </p:cNvPr>
              <p:cNvSpPr/>
              <p:nvPr/>
            </p:nvSpPr>
            <p:spPr>
              <a:xfrm>
                <a:off x="4996859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59" name="pg1958">
                <a:extLst>
                  <a:ext uri="{FF2B5EF4-FFF2-40B4-BE49-F238E27FC236}">
                    <a16:creationId xmlns:a16="http://schemas.microsoft.com/office/drawing/2014/main" id="{9440BAB2-BC96-40B2-C559-2C6FB68D9A4E}"/>
                  </a:ext>
                </a:extLst>
              </p:cNvPr>
              <p:cNvSpPr/>
              <p:nvPr/>
            </p:nvSpPr>
            <p:spPr>
              <a:xfrm>
                <a:off x="5008496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60" name="pg1959">
                <a:extLst>
                  <a:ext uri="{FF2B5EF4-FFF2-40B4-BE49-F238E27FC236}">
                    <a16:creationId xmlns:a16="http://schemas.microsoft.com/office/drawing/2014/main" id="{C9258968-AAD7-E9C4-89FD-174C3E2841A8}"/>
                  </a:ext>
                </a:extLst>
              </p:cNvPr>
              <p:cNvSpPr/>
              <p:nvPr/>
            </p:nvSpPr>
            <p:spPr>
              <a:xfrm>
                <a:off x="5020133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2A5">
                  <a:alpha val="100000"/>
                </a:srgbClr>
              </a:solidFill>
              <a:ln w="5420" cap="flat">
                <a:solidFill>
                  <a:srgbClr val="3982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61" name="pg1960">
                <a:extLst>
                  <a:ext uri="{FF2B5EF4-FFF2-40B4-BE49-F238E27FC236}">
                    <a16:creationId xmlns:a16="http://schemas.microsoft.com/office/drawing/2014/main" id="{26FB4DD7-0999-D477-11C5-898EF42EA7BE}"/>
                  </a:ext>
                </a:extLst>
              </p:cNvPr>
              <p:cNvSpPr/>
              <p:nvPr/>
            </p:nvSpPr>
            <p:spPr>
              <a:xfrm>
                <a:off x="5031771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62" name="pg1961">
                <a:extLst>
                  <a:ext uri="{FF2B5EF4-FFF2-40B4-BE49-F238E27FC236}">
                    <a16:creationId xmlns:a16="http://schemas.microsoft.com/office/drawing/2014/main" id="{9A63B838-7910-8D91-A69A-894C8772A3A4}"/>
                  </a:ext>
                </a:extLst>
              </p:cNvPr>
              <p:cNvSpPr/>
              <p:nvPr/>
            </p:nvSpPr>
            <p:spPr>
              <a:xfrm>
                <a:off x="5043408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63" name="pg1962">
                <a:extLst>
                  <a:ext uri="{FF2B5EF4-FFF2-40B4-BE49-F238E27FC236}">
                    <a16:creationId xmlns:a16="http://schemas.microsoft.com/office/drawing/2014/main" id="{3C057DCE-4973-3B01-1635-8E7E57E19721}"/>
                  </a:ext>
                </a:extLst>
              </p:cNvPr>
              <p:cNvSpPr/>
              <p:nvPr/>
            </p:nvSpPr>
            <p:spPr>
              <a:xfrm>
                <a:off x="5055045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64" name="pg1963">
                <a:extLst>
                  <a:ext uri="{FF2B5EF4-FFF2-40B4-BE49-F238E27FC236}">
                    <a16:creationId xmlns:a16="http://schemas.microsoft.com/office/drawing/2014/main" id="{B002FB51-D4AB-9AF8-BAA8-0F7B34AA5F25}"/>
                  </a:ext>
                </a:extLst>
              </p:cNvPr>
              <p:cNvSpPr/>
              <p:nvPr/>
            </p:nvSpPr>
            <p:spPr>
              <a:xfrm>
                <a:off x="5066683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65" name="pg1964">
                <a:extLst>
                  <a:ext uri="{FF2B5EF4-FFF2-40B4-BE49-F238E27FC236}">
                    <a16:creationId xmlns:a16="http://schemas.microsoft.com/office/drawing/2014/main" id="{ECC6346B-E025-545B-4A00-1A9940BCB0B8}"/>
                  </a:ext>
                </a:extLst>
              </p:cNvPr>
              <p:cNvSpPr/>
              <p:nvPr/>
            </p:nvSpPr>
            <p:spPr>
              <a:xfrm>
                <a:off x="5078320" y="416647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66" name="pg1965">
                <a:extLst>
                  <a:ext uri="{FF2B5EF4-FFF2-40B4-BE49-F238E27FC236}">
                    <a16:creationId xmlns:a16="http://schemas.microsoft.com/office/drawing/2014/main" id="{3316598A-6EEE-4719-E27C-CC74E90F0D51}"/>
                  </a:ext>
                </a:extLst>
              </p:cNvPr>
              <p:cNvSpPr/>
              <p:nvPr/>
            </p:nvSpPr>
            <p:spPr>
              <a:xfrm>
                <a:off x="4927035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67" name="pg1966">
                <a:extLst>
                  <a:ext uri="{FF2B5EF4-FFF2-40B4-BE49-F238E27FC236}">
                    <a16:creationId xmlns:a16="http://schemas.microsoft.com/office/drawing/2014/main" id="{1C9556B7-4C30-0C42-EB63-FCB9A7EAF43D}"/>
                  </a:ext>
                </a:extLst>
              </p:cNvPr>
              <p:cNvSpPr/>
              <p:nvPr/>
            </p:nvSpPr>
            <p:spPr>
              <a:xfrm>
                <a:off x="4938672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68" name="pg1967">
                <a:extLst>
                  <a:ext uri="{FF2B5EF4-FFF2-40B4-BE49-F238E27FC236}">
                    <a16:creationId xmlns:a16="http://schemas.microsoft.com/office/drawing/2014/main" id="{FD1769B3-68FC-A708-B2BC-4DE5714B83BE}"/>
                  </a:ext>
                </a:extLst>
              </p:cNvPr>
              <p:cNvSpPr/>
              <p:nvPr/>
            </p:nvSpPr>
            <p:spPr>
              <a:xfrm>
                <a:off x="4950309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69" name="pg1968">
                <a:extLst>
                  <a:ext uri="{FF2B5EF4-FFF2-40B4-BE49-F238E27FC236}">
                    <a16:creationId xmlns:a16="http://schemas.microsoft.com/office/drawing/2014/main" id="{1D9B5D5F-71B9-CE58-9BC9-D977FAE0F3C5}"/>
                  </a:ext>
                </a:extLst>
              </p:cNvPr>
              <p:cNvSpPr/>
              <p:nvPr/>
            </p:nvSpPr>
            <p:spPr>
              <a:xfrm>
                <a:off x="4961947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70" name="pg1969">
                <a:extLst>
                  <a:ext uri="{FF2B5EF4-FFF2-40B4-BE49-F238E27FC236}">
                    <a16:creationId xmlns:a16="http://schemas.microsoft.com/office/drawing/2014/main" id="{C7CD124B-9BEF-B4B8-7646-309867D2D7F4}"/>
                  </a:ext>
                </a:extLst>
              </p:cNvPr>
              <p:cNvSpPr/>
              <p:nvPr/>
            </p:nvSpPr>
            <p:spPr>
              <a:xfrm>
                <a:off x="4973584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71" name="pg1970">
                <a:extLst>
                  <a:ext uri="{FF2B5EF4-FFF2-40B4-BE49-F238E27FC236}">
                    <a16:creationId xmlns:a16="http://schemas.microsoft.com/office/drawing/2014/main" id="{1A5B1D3F-5A01-90EB-230B-6B60BA3EDAEE}"/>
                  </a:ext>
                </a:extLst>
              </p:cNvPr>
              <p:cNvSpPr/>
              <p:nvPr/>
            </p:nvSpPr>
            <p:spPr>
              <a:xfrm>
                <a:off x="4985221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72" name="pg1971">
                <a:extLst>
                  <a:ext uri="{FF2B5EF4-FFF2-40B4-BE49-F238E27FC236}">
                    <a16:creationId xmlns:a16="http://schemas.microsoft.com/office/drawing/2014/main" id="{F759805A-27A9-7243-143E-7CD3D5D4E960}"/>
                  </a:ext>
                </a:extLst>
              </p:cNvPr>
              <p:cNvSpPr/>
              <p:nvPr/>
            </p:nvSpPr>
            <p:spPr>
              <a:xfrm>
                <a:off x="4996859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73" name="pg1972">
                <a:extLst>
                  <a:ext uri="{FF2B5EF4-FFF2-40B4-BE49-F238E27FC236}">
                    <a16:creationId xmlns:a16="http://schemas.microsoft.com/office/drawing/2014/main" id="{1DF9DE9B-FFA9-8DD4-9CF3-948991DCF84D}"/>
                  </a:ext>
                </a:extLst>
              </p:cNvPr>
              <p:cNvSpPr/>
              <p:nvPr/>
            </p:nvSpPr>
            <p:spPr>
              <a:xfrm>
                <a:off x="5008496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74" name="pg1973">
                <a:extLst>
                  <a:ext uri="{FF2B5EF4-FFF2-40B4-BE49-F238E27FC236}">
                    <a16:creationId xmlns:a16="http://schemas.microsoft.com/office/drawing/2014/main" id="{531DA42C-93A0-1080-55C0-1EEC966B883F}"/>
                  </a:ext>
                </a:extLst>
              </p:cNvPr>
              <p:cNvSpPr/>
              <p:nvPr/>
            </p:nvSpPr>
            <p:spPr>
              <a:xfrm>
                <a:off x="5020133" y="41807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75" name="pg1974">
                <a:extLst>
                  <a:ext uri="{FF2B5EF4-FFF2-40B4-BE49-F238E27FC236}">
                    <a16:creationId xmlns:a16="http://schemas.microsoft.com/office/drawing/2014/main" id="{285B2FFE-D06F-DD88-ABEB-68D2F2E943DD}"/>
                  </a:ext>
                </a:extLst>
              </p:cNvPr>
              <p:cNvSpPr/>
              <p:nvPr/>
            </p:nvSpPr>
            <p:spPr>
              <a:xfrm>
                <a:off x="4915397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76" name="pg1975">
                <a:extLst>
                  <a:ext uri="{FF2B5EF4-FFF2-40B4-BE49-F238E27FC236}">
                    <a16:creationId xmlns:a16="http://schemas.microsoft.com/office/drawing/2014/main" id="{83720852-905D-D4E2-5954-4C1455537977}"/>
                  </a:ext>
                </a:extLst>
              </p:cNvPr>
              <p:cNvSpPr/>
              <p:nvPr/>
            </p:nvSpPr>
            <p:spPr>
              <a:xfrm>
                <a:off x="4927035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77" name="pg1976">
                <a:extLst>
                  <a:ext uri="{FF2B5EF4-FFF2-40B4-BE49-F238E27FC236}">
                    <a16:creationId xmlns:a16="http://schemas.microsoft.com/office/drawing/2014/main" id="{F6E4BE08-B24E-E8C6-9F9E-24CECB3EE8BD}"/>
                  </a:ext>
                </a:extLst>
              </p:cNvPr>
              <p:cNvSpPr/>
              <p:nvPr/>
            </p:nvSpPr>
            <p:spPr>
              <a:xfrm>
                <a:off x="4938672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78" name="pg1977">
                <a:extLst>
                  <a:ext uri="{FF2B5EF4-FFF2-40B4-BE49-F238E27FC236}">
                    <a16:creationId xmlns:a16="http://schemas.microsoft.com/office/drawing/2014/main" id="{3697F51B-E49C-3662-51A7-542FF6C3B1BC}"/>
                  </a:ext>
                </a:extLst>
              </p:cNvPr>
              <p:cNvSpPr/>
              <p:nvPr/>
            </p:nvSpPr>
            <p:spPr>
              <a:xfrm>
                <a:off x="4950309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79" name="pg1978">
                <a:extLst>
                  <a:ext uri="{FF2B5EF4-FFF2-40B4-BE49-F238E27FC236}">
                    <a16:creationId xmlns:a16="http://schemas.microsoft.com/office/drawing/2014/main" id="{22797B3E-8D58-36A9-74AC-4BAAD96C7891}"/>
                  </a:ext>
                </a:extLst>
              </p:cNvPr>
              <p:cNvSpPr/>
              <p:nvPr/>
            </p:nvSpPr>
            <p:spPr>
              <a:xfrm>
                <a:off x="4961947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80" name="pg1979">
                <a:extLst>
                  <a:ext uri="{FF2B5EF4-FFF2-40B4-BE49-F238E27FC236}">
                    <a16:creationId xmlns:a16="http://schemas.microsoft.com/office/drawing/2014/main" id="{ED75F071-40FD-2111-6F8F-35221726BF14}"/>
                  </a:ext>
                </a:extLst>
              </p:cNvPr>
              <p:cNvSpPr/>
              <p:nvPr/>
            </p:nvSpPr>
            <p:spPr>
              <a:xfrm>
                <a:off x="4973584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81" name="pg1980">
                <a:extLst>
                  <a:ext uri="{FF2B5EF4-FFF2-40B4-BE49-F238E27FC236}">
                    <a16:creationId xmlns:a16="http://schemas.microsoft.com/office/drawing/2014/main" id="{324D8814-FF41-1162-617A-FA3F8A830FDF}"/>
                  </a:ext>
                </a:extLst>
              </p:cNvPr>
              <p:cNvSpPr/>
              <p:nvPr/>
            </p:nvSpPr>
            <p:spPr>
              <a:xfrm>
                <a:off x="4985221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82" name="pg1981">
                <a:extLst>
                  <a:ext uri="{FF2B5EF4-FFF2-40B4-BE49-F238E27FC236}">
                    <a16:creationId xmlns:a16="http://schemas.microsoft.com/office/drawing/2014/main" id="{22DBDEC9-2B38-AA44-5951-A0C8B29FB2AB}"/>
                  </a:ext>
                </a:extLst>
              </p:cNvPr>
              <p:cNvSpPr/>
              <p:nvPr/>
            </p:nvSpPr>
            <p:spPr>
              <a:xfrm>
                <a:off x="4996859" y="419507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83" name="pg1982">
                <a:extLst>
                  <a:ext uri="{FF2B5EF4-FFF2-40B4-BE49-F238E27FC236}">
                    <a16:creationId xmlns:a16="http://schemas.microsoft.com/office/drawing/2014/main" id="{DC192885-441C-A71C-323D-D25EBCE98AB5}"/>
                  </a:ext>
                </a:extLst>
              </p:cNvPr>
              <p:cNvSpPr/>
              <p:nvPr/>
            </p:nvSpPr>
            <p:spPr>
              <a:xfrm>
                <a:off x="4892123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84" name="pg1983">
                <a:extLst>
                  <a:ext uri="{FF2B5EF4-FFF2-40B4-BE49-F238E27FC236}">
                    <a16:creationId xmlns:a16="http://schemas.microsoft.com/office/drawing/2014/main" id="{6951ACEE-E322-5A9B-B3E7-2493FDC00DBE}"/>
                  </a:ext>
                </a:extLst>
              </p:cNvPr>
              <p:cNvSpPr/>
              <p:nvPr/>
            </p:nvSpPr>
            <p:spPr>
              <a:xfrm>
                <a:off x="4903760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85" name="pg1984">
                <a:extLst>
                  <a:ext uri="{FF2B5EF4-FFF2-40B4-BE49-F238E27FC236}">
                    <a16:creationId xmlns:a16="http://schemas.microsoft.com/office/drawing/2014/main" id="{44975718-3F18-E9C9-DCFE-4AD1024A67F0}"/>
                  </a:ext>
                </a:extLst>
              </p:cNvPr>
              <p:cNvSpPr/>
              <p:nvPr/>
            </p:nvSpPr>
            <p:spPr>
              <a:xfrm>
                <a:off x="4915397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86" name="pg1985">
                <a:extLst>
                  <a:ext uri="{FF2B5EF4-FFF2-40B4-BE49-F238E27FC236}">
                    <a16:creationId xmlns:a16="http://schemas.microsoft.com/office/drawing/2014/main" id="{340C75F6-97E1-F776-DB21-5B652D48793D}"/>
                  </a:ext>
                </a:extLst>
              </p:cNvPr>
              <p:cNvSpPr/>
              <p:nvPr/>
            </p:nvSpPr>
            <p:spPr>
              <a:xfrm>
                <a:off x="4927035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87" name="pg1986">
                <a:extLst>
                  <a:ext uri="{FF2B5EF4-FFF2-40B4-BE49-F238E27FC236}">
                    <a16:creationId xmlns:a16="http://schemas.microsoft.com/office/drawing/2014/main" id="{B0DE16F8-E99E-16CF-E841-F90B9C5F4EBC}"/>
                  </a:ext>
                </a:extLst>
              </p:cNvPr>
              <p:cNvSpPr/>
              <p:nvPr/>
            </p:nvSpPr>
            <p:spPr>
              <a:xfrm>
                <a:off x="4938672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88" name="pg1987">
                <a:extLst>
                  <a:ext uri="{FF2B5EF4-FFF2-40B4-BE49-F238E27FC236}">
                    <a16:creationId xmlns:a16="http://schemas.microsoft.com/office/drawing/2014/main" id="{E26677B6-C03E-E805-C615-727A6AB6406A}"/>
                  </a:ext>
                </a:extLst>
              </p:cNvPr>
              <p:cNvSpPr/>
              <p:nvPr/>
            </p:nvSpPr>
            <p:spPr>
              <a:xfrm>
                <a:off x="4950309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89" name="pg1988">
                <a:extLst>
                  <a:ext uri="{FF2B5EF4-FFF2-40B4-BE49-F238E27FC236}">
                    <a16:creationId xmlns:a16="http://schemas.microsoft.com/office/drawing/2014/main" id="{D8BF7C52-B75A-F034-3D01-A4E6C7121FBD}"/>
                  </a:ext>
                </a:extLst>
              </p:cNvPr>
              <p:cNvSpPr/>
              <p:nvPr/>
            </p:nvSpPr>
            <p:spPr>
              <a:xfrm>
                <a:off x="4961947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90" name="pg1989">
                <a:extLst>
                  <a:ext uri="{FF2B5EF4-FFF2-40B4-BE49-F238E27FC236}">
                    <a16:creationId xmlns:a16="http://schemas.microsoft.com/office/drawing/2014/main" id="{A862F4B2-9231-6EEB-4E72-E1EF79F1D2F6}"/>
                  </a:ext>
                </a:extLst>
              </p:cNvPr>
              <p:cNvSpPr/>
              <p:nvPr/>
            </p:nvSpPr>
            <p:spPr>
              <a:xfrm>
                <a:off x="4973584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91" name="pg1990">
                <a:extLst>
                  <a:ext uri="{FF2B5EF4-FFF2-40B4-BE49-F238E27FC236}">
                    <a16:creationId xmlns:a16="http://schemas.microsoft.com/office/drawing/2014/main" id="{AF703E68-AB76-2D29-9EB3-A35F828FF22F}"/>
                  </a:ext>
                </a:extLst>
              </p:cNvPr>
              <p:cNvSpPr/>
              <p:nvPr/>
            </p:nvSpPr>
            <p:spPr>
              <a:xfrm>
                <a:off x="4985221" y="420937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92" name="pg1991">
                <a:extLst>
                  <a:ext uri="{FF2B5EF4-FFF2-40B4-BE49-F238E27FC236}">
                    <a16:creationId xmlns:a16="http://schemas.microsoft.com/office/drawing/2014/main" id="{F96EA9F2-513F-F5BA-40BC-5C828A800EF9}"/>
                  </a:ext>
                </a:extLst>
              </p:cNvPr>
              <p:cNvSpPr/>
              <p:nvPr/>
            </p:nvSpPr>
            <p:spPr>
              <a:xfrm>
                <a:off x="4857211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59E">
                  <a:alpha val="100000"/>
                </a:srgbClr>
              </a:solidFill>
              <a:ln w="5420" cap="flat">
                <a:solidFill>
                  <a:srgbClr val="3A65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93" name="pg1992">
                <a:extLst>
                  <a:ext uri="{FF2B5EF4-FFF2-40B4-BE49-F238E27FC236}">
                    <a16:creationId xmlns:a16="http://schemas.microsoft.com/office/drawing/2014/main" id="{86951742-1647-5D30-85CD-DB4D8D3DFD27}"/>
                  </a:ext>
                </a:extLst>
              </p:cNvPr>
              <p:cNvSpPr/>
              <p:nvPr/>
            </p:nvSpPr>
            <p:spPr>
              <a:xfrm>
                <a:off x="4868848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94" name="pg1993">
                <a:extLst>
                  <a:ext uri="{FF2B5EF4-FFF2-40B4-BE49-F238E27FC236}">
                    <a16:creationId xmlns:a16="http://schemas.microsoft.com/office/drawing/2014/main" id="{E632A442-1181-4BAB-C6A6-0B220008FDEE}"/>
                  </a:ext>
                </a:extLst>
              </p:cNvPr>
              <p:cNvSpPr/>
              <p:nvPr/>
            </p:nvSpPr>
            <p:spPr>
              <a:xfrm>
                <a:off x="4880485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95" name="pg1994">
                <a:extLst>
                  <a:ext uri="{FF2B5EF4-FFF2-40B4-BE49-F238E27FC236}">
                    <a16:creationId xmlns:a16="http://schemas.microsoft.com/office/drawing/2014/main" id="{F2ADCC66-8F89-CACA-4974-1E848A583B19}"/>
                  </a:ext>
                </a:extLst>
              </p:cNvPr>
              <p:cNvSpPr/>
              <p:nvPr/>
            </p:nvSpPr>
            <p:spPr>
              <a:xfrm>
                <a:off x="4892123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96" name="pg1995">
                <a:extLst>
                  <a:ext uri="{FF2B5EF4-FFF2-40B4-BE49-F238E27FC236}">
                    <a16:creationId xmlns:a16="http://schemas.microsoft.com/office/drawing/2014/main" id="{2D9E0FD1-7A54-B7DE-AAFB-366612DB2702}"/>
                  </a:ext>
                </a:extLst>
              </p:cNvPr>
              <p:cNvSpPr/>
              <p:nvPr/>
            </p:nvSpPr>
            <p:spPr>
              <a:xfrm>
                <a:off x="4903760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97" name="pg1996">
                <a:extLst>
                  <a:ext uri="{FF2B5EF4-FFF2-40B4-BE49-F238E27FC236}">
                    <a16:creationId xmlns:a16="http://schemas.microsoft.com/office/drawing/2014/main" id="{ACEF2182-94AA-EAC3-43FF-245ACD34D8D3}"/>
                  </a:ext>
                </a:extLst>
              </p:cNvPr>
              <p:cNvSpPr/>
              <p:nvPr/>
            </p:nvSpPr>
            <p:spPr>
              <a:xfrm>
                <a:off x="4915397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98" name="pg1997">
                <a:extLst>
                  <a:ext uri="{FF2B5EF4-FFF2-40B4-BE49-F238E27FC236}">
                    <a16:creationId xmlns:a16="http://schemas.microsoft.com/office/drawing/2014/main" id="{C3D8E266-EE80-ADEB-6F3C-6EC29FAC0B84}"/>
                  </a:ext>
                </a:extLst>
              </p:cNvPr>
              <p:cNvSpPr/>
              <p:nvPr/>
            </p:nvSpPr>
            <p:spPr>
              <a:xfrm>
                <a:off x="4927035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99" name="pg1998">
                <a:extLst>
                  <a:ext uri="{FF2B5EF4-FFF2-40B4-BE49-F238E27FC236}">
                    <a16:creationId xmlns:a16="http://schemas.microsoft.com/office/drawing/2014/main" id="{781A5D76-4A9F-9B84-C14E-5735380F9591}"/>
                  </a:ext>
                </a:extLst>
              </p:cNvPr>
              <p:cNvSpPr/>
              <p:nvPr/>
            </p:nvSpPr>
            <p:spPr>
              <a:xfrm>
                <a:off x="4938672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00" name="pg1999">
                <a:extLst>
                  <a:ext uri="{FF2B5EF4-FFF2-40B4-BE49-F238E27FC236}">
                    <a16:creationId xmlns:a16="http://schemas.microsoft.com/office/drawing/2014/main" id="{51078E65-501F-988C-E735-97AA89267B95}"/>
                  </a:ext>
                </a:extLst>
              </p:cNvPr>
              <p:cNvSpPr/>
              <p:nvPr/>
            </p:nvSpPr>
            <p:spPr>
              <a:xfrm>
                <a:off x="4950309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01" name="pg2000">
                <a:extLst>
                  <a:ext uri="{FF2B5EF4-FFF2-40B4-BE49-F238E27FC236}">
                    <a16:creationId xmlns:a16="http://schemas.microsoft.com/office/drawing/2014/main" id="{BAA1EB10-2EB0-04A5-CAEC-86483A959900}"/>
                  </a:ext>
                </a:extLst>
              </p:cNvPr>
              <p:cNvSpPr/>
              <p:nvPr/>
            </p:nvSpPr>
            <p:spPr>
              <a:xfrm>
                <a:off x="4961947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02" name="pg2001">
                <a:extLst>
                  <a:ext uri="{FF2B5EF4-FFF2-40B4-BE49-F238E27FC236}">
                    <a16:creationId xmlns:a16="http://schemas.microsoft.com/office/drawing/2014/main" id="{1E6354D8-8B4D-F5EF-73CD-2B815B43DF02}"/>
                  </a:ext>
                </a:extLst>
              </p:cNvPr>
              <p:cNvSpPr/>
              <p:nvPr/>
            </p:nvSpPr>
            <p:spPr>
              <a:xfrm>
                <a:off x="4973584" y="42236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03" name="pg2002">
                <a:extLst>
                  <a:ext uri="{FF2B5EF4-FFF2-40B4-BE49-F238E27FC236}">
                    <a16:creationId xmlns:a16="http://schemas.microsoft.com/office/drawing/2014/main" id="{D4997174-4FAC-2BEC-9734-B232C30A12A2}"/>
                  </a:ext>
                </a:extLst>
              </p:cNvPr>
              <p:cNvSpPr/>
              <p:nvPr/>
            </p:nvSpPr>
            <p:spPr>
              <a:xfrm>
                <a:off x="4833936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77D">
                  <a:alpha val="100000"/>
                </a:srgbClr>
              </a:solidFill>
              <a:ln w="5420" cap="flat">
                <a:solidFill>
                  <a:srgbClr val="3C477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04" name="pg2003">
                <a:extLst>
                  <a:ext uri="{FF2B5EF4-FFF2-40B4-BE49-F238E27FC236}">
                    <a16:creationId xmlns:a16="http://schemas.microsoft.com/office/drawing/2014/main" id="{A51D5B21-DB03-55D4-121A-67DCE712D3EE}"/>
                  </a:ext>
                </a:extLst>
              </p:cNvPr>
              <p:cNvSpPr/>
              <p:nvPr/>
            </p:nvSpPr>
            <p:spPr>
              <a:xfrm>
                <a:off x="4845573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4D85">
                  <a:alpha val="100000"/>
                </a:srgbClr>
              </a:solidFill>
              <a:ln w="5420" cap="flat">
                <a:solidFill>
                  <a:srgbClr val="3B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05" name="pg2004">
                <a:extLst>
                  <a:ext uri="{FF2B5EF4-FFF2-40B4-BE49-F238E27FC236}">
                    <a16:creationId xmlns:a16="http://schemas.microsoft.com/office/drawing/2014/main" id="{BA1162CD-21CA-F710-9DE2-2D6EF0C5EB6E}"/>
                  </a:ext>
                </a:extLst>
              </p:cNvPr>
              <p:cNvSpPr/>
              <p:nvPr/>
            </p:nvSpPr>
            <p:spPr>
              <a:xfrm>
                <a:off x="4857211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3B559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06" name="pg2005">
                <a:extLst>
                  <a:ext uri="{FF2B5EF4-FFF2-40B4-BE49-F238E27FC236}">
                    <a16:creationId xmlns:a16="http://schemas.microsoft.com/office/drawing/2014/main" id="{A4C741ED-C071-1C27-8D8D-37C3C6901D03}"/>
                  </a:ext>
                </a:extLst>
              </p:cNvPr>
              <p:cNvSpPr/>
              <p:nvPr/>
            </p:nvSpPr>
            <p:spPr>
              <a:xfrm>
                <a:off x="4868848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99F">
                  <a:alpha val="100000"/>
                </a:srgbClr>
              </a:solidFill>
              <a:ln w="5420" cap="flat">
                <a:solidFill>
                  <a:srgbClr val="3A69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07" name="pg2006">
                <a:extLst>
                  <a:ext uri="{FF2B5EF4-FFF2-40B4-BE49-F238E27FC236}">
                    <a16:creationId xmlns:a16="http://schemas.microsoft.com/office/drawing/2014/main" id="{8D9826DE-4C56-4EEB-4CA0-2CF3B27F5414}"/>
                  </a:ext>
                </a:extLst>
              </p:cNvPr>
              <p:cNvSpPr/>
              <p:nvPr/>
            </p:nvSpPr>
            <p:spPr>
              <a:xfrm>
                <a:off x="4880485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08" name="pg2007">
                <a:extLst>
                  <a:ext uri="{FF2B5EF4-FFF2-40B4-BE49-F238E27FC236}">
                    <a16:creationId xmlns:a16="http://schemas.microsoft.com/office/drawing/2014/main" id="{420E5B37-7B67-D804-7EFD-FA17742EA712}"/>
                  </a:ext>
                </a:extLst>
              </p:cNvPr>
              <p:cNvSpPr/>
              <p:nvPr/>
            </p:nvSpPr>
            <p:spPr>
              <a:xfrm>
                <a:off x="4892123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09" name="pg2008">
                <a:extLst>
                  <a:ext uri="{FF2B5EF4-FFF2-40B4-BE49-F238E27FC236}">
                    <a16:creationId xmlns:a16="http://schemas.microsoft.com/office/drawing/2014/main" id="{22FFDD34-27E6-02AD-F1A3-B95D20DD5020}"/>
                  </a:ext>
                </a:extLst>
              </p:cNvPr>
              <p:cNvSpPr/>
              <p:nvPr/>
            </p:nvSpPr>
            <p:spPr>
              <a:xfrm>
                <a:off x="4903760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10" name="pg2009">
                <a:extLst>
                  <a:ext uri="{FF2B5EF4-FFF2-40B4-BE49-F238E27FC236}">
                    <a16:creationId xmlns:a16="http://schemas.microsoft.com/office/drawing/2014/main" id="{2AC66B2B-06B9-55F3-2867-9ACA03AE1093}"/>
                  </a:ext>
                </a:extLst>
              </p:cNvPr>
              <p:cNvSpPr/>
              <p:nvPr/>
            </p:nvSpPr>
            <p:spPr>
              <a:xfrm>
                <a:off x="4915397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11" name="pg2010">
                <a:extLst>
                  <a:ext uri="{FF2B5EF4-FFF2-40B4-BE49-F238E27FC236}">
                    <a16:creationId xmlns:a16="http://schemas.microsoft.com/office/drawing/2014/main" id="{9EA3BC9C-7484-6C6D-60CC-1F7A71FFFD7D}"/>
                  </a:ext>
                </a:extLst>
              </p:cNvPr>
              <p:cNvSpPr/>
              <p:nvPr/>
            </p:nvSpPr>
            <p:spPr>
              <a:xfrm>
                <a:off x="4927035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12" name="pg2011">
                <a:extLst>
                  <a:ext uri="{FF2B5EF4-FFF2-40B4-BE49-F238E27FC236}">
                    <a16:creationId xmlns:a16="http://schemas.microsoft.com/office/drawing/2014/main" id="{FD3C69FB-B637-2537-CE93-BEDBEACD56D7}"/>
                  </a:ext>
                </a:extLst>
              </p:cNvPr>
              <p:cNvSpPr/>
              <p:nvPr/>
            </p:nvSpPr>
            <p:spPr>
              <a:xfrm>
                <a:off x="4938672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7A9">
                  <a:alpha val="100000"/>
                </a:srgbClr>
              </a:solidFill>
              <a:ln w="5420" cap="flat">
                <a:solidFill>
                  <a:srgbClr val="35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13" name="pg2012">
                <a:extLst>
                  <a:ext uri="{FF2B5EF4-FFF2-40B4-BE49-F238E27FC236}">
                    <a16:creationId xmlns:a16="http://schemas.microsoft.com/office/drawing/2014/main" id="{A432180D-7311-8BB8-41E7-179838472448}"/>
                  </a:ext>
                </a:extLst>
              </p:cNvPr>
              <p:cNvSpPr/>
              <p:nvPr/>
            </p:nvSpPr>
            <p:spPr>
              <a:xfrm>
                <a:off x="4950309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14" name="pg2013">
                <a:extLst>
                  <a:ext uri="{FF2B5EF4-FFF2-40B4-BE49-F238E27FC236}">
                    <a16:creationId xmlns:a16="http://schemas.microsoft.com/office/drawing/2014/main" id="{AFBBD09B-30DF-6C91-4E5B-7946C0B55F0F}"/>
                  </a:ext>
                </a:extLst>
              </p:cNvPr>
              <p:cNvSpPr/>
              <p:nvPr/>
            </p:nvSpPr>
            <p:spPr>
              <a:xfrm>
                <a:off x="4961947" y="423797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15" name="pg2014">
                <a:extLst>
                  <a:ext uri="{FF2B5EF4-FFF2-40B4-BE49-F238E27FC236}">
                    <a16:creationId xmlns:a16="http://schemas.microsoft.com/office/drawing/2014/main" id="{F9B3D226-2170-26A6-B0C3-C03DE73ED1B0}"/>
                  </a:ext>
                </a:extLst>
              </p:cNvPr>
              <p:cNvSpPr/>
              <p:nvPr/>
            </p:nvSpPr>
            <p:spPr>
              <a:xfrm>
                <a:off x="4822299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3B396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16" name="pg2015">
                <a:extLst>
                  <a:ext uri="{FF2B5EF4-FFF2-40B4-BE49-F238E27FC236}">
                    <a16:creationId xmlns:a16="http://schemas.microsoft.com/office/drawing/2014/main" id="{F61149EA-E44F-CEA7-89C7-924F9755E0FD}"/>
                  </a:ext>
                </a:extLst>
              </p:cNvPr>
              <p:cNvSpPr/>
              <p:nvPr/>
            </p:nvSpPr>
            <p:spPr>
              <a:xfrm>
                <a:off x="4833936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C6D">
                  <a:alpha val="100000"/>
                </a:srgbClr>
              </a:solidFill>
              <a:ln w="5420" cap="flat">
                <a:solidFill>
                  <a:srgbClr val="3B3C6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17" name="pg2016">
                <a:extLst>
                  <a:ext uri="{FF2B5EF4-FFF2-40B4-BE49-F238E27FC236}">
                    <a16:creationId xmlns:a16="http://schemas.microsoft.com/office/drawing/2014/main" id="{FA9AA200-6C4D-D315-07F0-A38E08D474C2}"/>
                  </a:ext>
                </a:extLst>
              </p:cNvPr>
              <p:cNvSpPr/>
              <p:nvPr/>
            </p:nvSpPr>
            <p:spPr>
              <a:xfrm>
                <a:off x="4845573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275">
                  <a:alpha val="100000"/>
                </a:srgbClr>
              </a:solidFill>
              <a:ln w="5420" cap="flat">
                <a:solidFill>
                  <a:srgbClr val="3C42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18" name="pg2017">
                <a:extLst>
                  <a:ext uri="{FF2B5EF4-FFF2-40B4-BE49-F238E27FC236}">
                    <a16:creationId xmlns:a16="http://schemas.microsoft.com/office/drawing/2014/main" id="{4106178E-E5AB-E2BD-406B-2BB0DAAE0B94}"/>
                  </a:ext>
                </a:extLst>
              </p:cNvPr>
              <p:cNvSpPr/>
              <p:nvPr/>
            </p:nvSpPr>
            <p:spPr>
              <a:xfrm>
                <a:off x="4857211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19" name="pg2018">
                <a:extLst>
                  <a:ext uri="{FF2B5EF4-FFF2-40B4-BE49-F238E27FC236}">
                    <a16:creationId xmlns:a16="http://schemas.microsoft.com/office/drawing/2014/main" id="{09CC1DE0-E543-3764-462F-6E057A46DB93}"/>
                  </a:ext>
                </a:extLst>
              </p:cNvPr>
              <p:cNvSpPr/>
              <p:nvPr/>
            </p:nvSpPr>
            <p:spPr>
              <a:xfrm>
                <a:off x="4868848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29D">
                  <a:alpha val="100000"/>
                </a:srgbClr>
              </a:solidFill>
              <a:ln w="5420" cap="flat">
                <a:solidFill>
                  <a:srgbClr val="3A62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20" name="pg2019">
                <a:extLst>
                  <a:ext uri="{FF2B5EF4-FFF2-40B4-BE49-F238E27FC236}">
                    <a16:creationId xmlns:a16="http://schemas.microsoft.com/office/drawing/2014/main" id="{16C0BE00-D8F4-FBAC-F87E-C57C4D818F1A}"/>
                  </a:ext>
                </a:extLst>
              </p:cNvPr>
              <p:cNvSpPr/>
              <p:nvPr/>
            </p:nvSpPr>
            <p:spPr>
              <a:xfrm>
                <a:off x="4880485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21" name="pg2020">
                <a:extLst>
                  <a:ext uri="{FF2B5EF4-FFF2-40B4-BE49-F238E27FC236}">
                    <a16:creationId xmlns:a16="http://schemas.microsoft.com/office/drawing/2014/main" id="{F8B83C89-25F4-EDE5-24B0-1DB2034AAE88}"/>
                  </a:ext>
                </a:extLst>
              </p:cNvPr>
              <p:cNvSpPr/>
              <p:nvPr/>
            </p:nvSpPr>
            <p:spPr>
              <a:xfrm>
                <a:off x="4892123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22" name="pg2021">
                <a:extLst>
                  <a:ext uri="{FF2B5EF4-FFF2-40B4-BE49-F238E27FC236}">
                    <a16:creationId xmlns:a16="http://schemas.microsoft.com/office/drawing/2014/main" id="{F1B12FE9-67F7-A69E-D059-AC299184C833}"/>
                  </a:ext>
                </a:extLst>
              </p:cNvPr>
              <p:cNvSpPr/>
              <p:nvPr/>
            </p:nvSpPr>
            <p:spPr>
              <a:xfrm>
                <a:off x="4903760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1A4">
                  <a:alpha val="100000"/>
                </a:srgbClr>
              </a:solidFill>
              <a:ln w="5420" cap="flat">
                <a:solidFill>
                  <a:srgbClr val="3981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23" name="pg2022">
                <a:extLst>
                  <a:ext uri="{FF2B5EF4-FFF2-40B4-BE49-F238E27FC236}">
                    <a16:creationId xmlns:a16="http://schemas.microsoft.com/office/drawing/2014/main" id="{3BBCE6F1-F798-016F-168D-BB6AD79F65E7}"/>
                  </a:ext>
                </a:extLst>
              </p:cNvPr>
              <p:cNvSpPr/>
              <p:nvPr/>
            </p:nvSpPr>
            <p:spPr>
              <a:xfrm>
                <a:off x="4915397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24" name="pg2023">
                <a:extLst>
                  <a:ext uri="{FF2B5EF4-FFF2-40B4-BE49-F238E27FC236}">
                    <a16:creationId xmlns:a16="http://schemas.microsoft.com/office/drawing/2014/main" id="{C05A0FE7-3D93-B165-2E70-3FC10B18FB1F}"/>
                  </a:ext>
                </a:extLst>
              </p:cNvPr>
              <p:cNvSpPr/>
              <p:nvPr/>
            </p:nvSpPr>
            <p:spPr>
              <a:xfrm>
                <a:off x="4927035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25" name="pg2024">
                <a:extLst>
                  <a:ext uri="{FF2B5EF4-FFF2-40B4-BE49-F238E27FC236}">
                    <a16:creationId xmlns:a16="http://schemas.microsoft.com/office/drawing/2014/main" id="{96A3C606-9150-7B46-9B58-DBA207F977F5}"/>
                  </a:ext>
                </a:extLst>
              </p:cNvPr>
              <p:cNvSpPr/>
              <p:nvPr/>
            </p:nvSpPr>
            <p:spPr>
              <a:xfrm>
                <a:off x="4938672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26" name="pg2025">
                <a:extLst>
                  <a:ext uri="{FF2B5EF4-FFF2-40B4-BE49-F238E27FC236}">
                    <a16:creationId xmlns:a16="http://schemas.microsoft.com/office/drawing/2014/main" id="{47352D45-C159-082B-396F-7AA6FFF0FEA3}"/>
                  </a:ext>
                </a:extLst>
              </p:cNvPr>
              <p:cNvSpPr/>
              <p:nvPr/>
            </p:nvSpPr>
            <p:spPr>
              <a:xfrm>
                <a:off x="4950309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27" name="pg2026">
                <a:extLst>
                  <a:ext uri="{FF2B5EF4-FFF2-40B4-BE49-F238E27FC236}">
                    <a16:creationId xmlns:a16="http://schemas.microsoft.com/office/drawing/2014/main" id="{96B886F1-DD86-E41F-2274-4726BB814736}"/>
                  </a:ext>
                </a:extLst>
              </p:cNvPr>
              <p:cNvSpPr/>
              <p:nvPr/>
            </p:nvSpPr>
            <p:spPr>
              <a:xfrm>
                <a:off x="4961947" y="42522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28" name="pg2027">
                <a:extLst>
                  <a:ext uri="{FF2B5EF4-FFF2-40B4-BE49-F238E27FC236}">
                    <a16:creationId xmlns:a16="http://schemas.microsoft.com/office/drawing/2014/main" id="{9037DCD5-DF81-ECBB-71D8-38C9EAF2D8B8}"/>
                  </a:ext>
                </a:extLst>
              </p:cNvPr>
              <p:cNvSpPr/>
              <p:nvPr/>
            </p:nvSpPr>
            <p:spPr>
              <a:xfrm>
                <a:off x="4810661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29" name="pg2028">
                <a:extLst>
                  <a:ext uri="{FF2B5EF4-FFF2-40B4-BE49-F238E27FC236}">
                    <a16:creationId xmlns:a16="http://schemas.microsoft.com/office/drawing/2014/main" id="{B9C2F523-268A-E01D-705F-3028570D5BE1}"/>
                  </a:ext>
                </a:extLst>
              </p:cNvPr>
              <p:cNvSpPr/>
              <p:nvPr/>
            </p:nvSpPr>
            <p:spPr>
              <a:xfrm>
                <a:off x="4822299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30" name="pg2029">
                <a:extLst>
                  <a:ext uri="{FF2B5EF4-FFF2-40B4-BE49-F238E27FC236}">
                    <a16:creationId xmlns:a16="http://schemas.microsoft.com/office/drawing/2014/main" id="{E19F5007-D159-46E0-C9AA-493AE7AE52A7}"/>
                  </a:ext>
                </a:extLst>
              </p:cNvPr>
              <p:cNvSpPr/>
              <p:nvPr/>
            </p:nvSpPr>
            <p:spPr>
              <a:xfrm>
                <a:off x="4833936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D">
                  <a:alpha val="100000"/>
                </a:srgbClr>
              </a:solidFill>
              <a:ln w="5420" cap="flat">
                <a:solidFill>
                  <a:srgbClr val="3A315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31" name="pg2030">
                <a:extLst>
                  <a:ext uri="{FF2B5EF4-FFF2-40B4-BE49-F238E27FC236}">
                    <a16:creationId xmlns:a16="http://schemas.microsoft.com/office/drawing/2014/main" id="{A5A5B90E-CF95-BFDA-7C9C-9CBF3DE4C986}"/>
                  </a:ext>
                </a:extLst>
              </p:cNvPr>
              <p:cNvSpPr/>
              <p:nvPr/>
            </p:nvSpPr>
            <p:spPr>
              <a:xfrm>
                <a:off x="4845573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32" name="pg2031">
                <a:extLst>
                  <a:ext uri="{FF2B5EF4-FFF2-40B4-BE49-F238E27FC236}">
                    <a16:creationId xmlns:a16="http://schemas.microsoft.com/office/drawing/2014/main" id="{4218321F-DF70-E560-ECC7-8A0B0301ADF3}"/>
                  </a:ext>
                </a:extLst>
              </p:cNvPr>
              <p:cNvSpPr/>
              <p:nvPr/>
            </p:nvSpPr>
            <p:spPr>
              <a:xfrm>
                <a:off x="4857211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4">
                  <a:alpha val="100000"/>
                </a:srgbClr>
              </a:solidFill>
              <a:ln w="5420" cap="flat">
                <a:solidFill>
                  <a:srgbClr val="3C417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33" name="pg2032">
                <a:extLst>
                  <a:ext uri="{FF2B5EF4-FFF2-40B4-BE49-F238E27FC236}">
                    <a16:creationId xmlns:a16="http://schemas.microsoft.com/office/drawing/2014/main" id="{BD7437F5-03F0-7826-334E-045405799A23}"/>
                  </a:ext>
                </a:extLst>
              </p:cNvPr>
              <p:cNvSpPr/>
              <p:nvPr/>
            </p:nvSpPr>
            <p:spPr>
              <a:xfrm>
                <a:off x="4868848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A98">
                  <a:alpha val="100000"/>
                </a:srgbClr>
              </a:solidFill>
              <a:ln w="5420" cap="flat">
                <a:solidFill>
                  <a:srgbClr val="3A5A9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34" name="pg2033">
                <a:extLst>
                  <a:ext uri="{FF2B5EF4-FFF2-40B4-BE49-F238E27FC236}">
                    <a16:creationId xmlns:a16="http://schemas.microsoft.com/office/drawing/2014/main" id="{0B038D81-1AD9-F4DC-2DB4-23CE826E0603}"/>
                  </a:ext>
                </a:extLst>
              </p:cNvPr>
              <p:cNvSpPr/>
              <p:nvPr/>
            </p:nvSpPr>
            <p:spPr>
              <a:xfrm>
                <a:off x="4880485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79E">
                  <a:alpha val="100000"/>
                </a:srgbClr>
              </a:solidFill>
              <a:ln w="5420" cap="flat">
                <a:solidFill>
                  <a:srgbClr val="3A67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35" name="pg2034">
                <a:extLst>
                  <a:ext uri="{FF2B5EF4-FFF2-40B4-BE49-F238E27FC236}">
                    <a16:creationId xmlns:a16="http://schemas.microsoft.com/office/drawing/2014/main" id="{AC34AC4F-57CF-4B3B-7BE7-3672F81023DF}"/>
                  </a:ext>
                </a:extLst>
              </p:cNvPr>
              <p:cNvSpPr/>
              <p:nvPr/>
            </p:nvSpPr>
            <p:spPr>
              <a:xfrm>
                <a:off x="4892123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36" name="pg2035">
                <a:extLst>
                  <a:ext uri="{FF2B5EF4-FFF2-40B4-BE49-F238E27FC236}">
                    <a16:creationId xmlns:a16="http://schemas.microsoft.com/office/drawing/2014/main" id="{7DAD19C8-26A1-E6EF-37DB-48BF8D1DEDBE}"/>
                  </a:ext>
                </a:extLst>
              </p:cNvPr>
              <p:cNvSpPr/>
              <p:nvPr/>
            </p:nvSpPr>
            <p:spPr>
              <a:xfrm>
                <a:off x="4903760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37" name="pg2036">
                <a:extLst>
                  <a:ext uri="{FF2B5EF4-FFF2-40B4-BE49-F238E27FC236}">
                    <a16:creationId xmlns:a16="http://schemas.microsoft.com/office/drawing/2014/main" id="{D7D3D542-F8B2-1954-AF09-47379CCCCD78}"/>
                  </a:ext>
                </a:extLst>
              </p:cNvPr>
              <p:cNvSpPr/>
              <p:nvPr/>
            </p:nvSpPr>
            <p:spPr>
              <a:xfrm>
                <a:off x="4915397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38" name="pg2037">
                <a:extLst>
                  <a:ext uri="{FF2B5EF4-FFF2-40B4-BE49-F238E27FC236}">
                    <a16:creationId xmlns:a16="http://schemas.microsoft.com/office/drawing/2014/main" id="{3AEE5D45-7439-1E6D-C016-53D8849C687D}"/>
                  </a:ext>
                </a:extLst>
              </p:cNvPr>
              <p:cNvSpPr/>
              <p:nvPr/>
            </p:nvSpPr>
            <p:spPr>
              <a:xfrm>
                <a:off x="4927035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39" name="pg2038">
                <a:extLst>
                  <a:ext uri="{FF2B5EF4-FFF2-40B4-BE49-F238E27FC236}">
                    <a16:creationId xmlns:a16="http://schemas.microsoft.com/office/drawing/2014/main" id="{5ACC094F-088E-AF94-34E0-DBC18D7AF2EF}"/>
                  </a:ext>
                </a:extLst>
              </p:cNvPr>
              <p:cNvSpPr/>
              <p:nvPr/>
            </p:nvSpPr>
            <p:spPr>
              <a:xfrm>
                <a:off x="4938672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40" name="pg2039">
                <a:extLst>
                  <a:ext uri="{FF2B5EF4-FFF2-40B4-BE49-F238E27FC236}">
                    <a16:creationId xmlns:a16="http://schemas.microsoft.com/office/drawing/2014/main" id="{29005A59-DACF-0655-A7EB-01DEB4D259F7}"/>
                  </a:ext>
                </a:extLst>
              </p:cNvPr>
              <p:cNvSpPr/>
              <p:nvPr/>
            </p:nvSpPr>
            <p:spPr>
              <a:xfrm>
                <a:off x="4950309" y="426657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41" name="pg2040">
                <a:extLst>
                  <a:ext uri="{FF2B5EF4-FFF2-40B4-BE49-F238E27FC236}">
                    <a16:creationId xmlns:a16="http://schemas.microsoft.com/office/drawing/2014/main" id="{29B0B4B4-57DF-455B-C4DA-8D741E618FC1}"/>
                  </a:ext>
                </a:extLst>
              </p:cNvPr>
              <p:cNvSpPr/>
              <p:nvPr/>
            </p:nvSpPr>
            <p:spPr>
              <a:xfrm>
                <a:off x="4799024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F5B">
                  <a:alpha val="100000"/>
                </a:srgbClr>
              </a:solidFill>
              <a:ln w="5420" cap="flat">
                <a:solidFill>
                  <a:srgbClr val="392F5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42" name="pg2041">
                <a:extLst>
                  <a:ext uri="{FF2B5EF4-FFF2-40B4-BE49-F238E27FC236}">
                    <a16:creationId xmlns:a16="http://schemas.microsoft.com/office/drawing/2014/main" id="{794D820B-9FC4-FCBD-02BD-9D90834755B2}"/>
                  </a:ext>
                </a:extLst>
              </p:cNvPr>
              <p:cNvSpPr/>
              <p:nvPr/>
            </p:nvSpPr>
            <p:spPr>
              <a:xfrm>
                <a:off x="4810661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A53">
                  <a:alpha val="100000"/>
                </a:srgbClr>
              </a:solidFill>
              <a:ln w="5420" cap="flat">
                <a:solidFill>
                  <a:srgbClr val="382A5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43" name="pg2042">
                <a:extLst>
                  <a:ext uri="{FF2B5EF4-FFF2-40B4-BE49-F238E27FC236}">
                    <a16:creationId xmlns:a16="http://schemas.microsoft.com/office/drawing/2014/main" id="{D9964DB0-447E-DDE8-7ADD-B9BCBC29182E}"/>
                  </a:ext>
                </a:extLst>
              </p:cNvPr>
              <p:cNvSpPr/>
              <p:nvPr/>
            </p:nvSpPr>
            <p:spPr>
              <a:xfrm>
                <a:off x="4822299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284F">
                  <a:alpha val="100000"/>
                </a:srgbClr>
              </a:solidFill>
              <a:ln w="5420" cap="flat">
                <a:solidFill>
                  <a:srgbClr val="35284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44" name="pg2043">
                <a:extLst>
                  <a:ext uri="{FF2B5EF4-FFF2-40B4-BE49-F238E27FC236}">
                    <a16:creationId xmlns:a16="http://schemas.microsoft.com/office/drawing/2014/main" id="{EAA19502-44B7-36F5-18BA-253F2B1725E9}"/>
                  </a:ext>
                </a:extLst>
              </p:cNvPr>
              <p:cNvSpPr/>
              <p:nvPr/>
            </p:nvSpPr>
            <p:spPr>
              <a:xfrm>
                <a:off x="4833936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2953">
                  <a:alpha val="100000"/>
                </a:srgbClr>
              </a:solidFill>
              <a:ln w="5420" cap="flat">
                <a:solidFill>
                  <a:srgbClr val="37295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45" name="pg2044">
                <a:extLst>
                  <a:ext uri="{FF2B5EF4-FFF2-40B4-BE49-F238E27FC236}">
                    <a16:creationId xmlns:a16="http://schemas.microsoft.com/office/drawing/2014/main" id="{5FD8DFE7-70B5-FDE0-8452-10568F20744C}"/>
                  </a:ext>
                </a:extLst>
              </p:cNvPr>
              <p:cNvSpPr/>
              <p:nvPr/>
            </p:nvSpPr>
            <p:spPr>
              <a:xfrm>
                <a:off x="4845573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305C">
                  <a:alpha val="100000"/>
                </a:srgbClr>
              </a:solidFill>
              <a:ln w="5420" cap="flat">
                <a:solidFill>
                  <a:srgbClr val="39305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46" name="pg2045">
                <a:extLst>
                  <a:ext uri="{FF2B5EF4-FFF2-40B4-BE49-F238E27FC236}">
                    <a16:creationId xmlns:a16="http://schemas.microsoft.com/office/drawing/2014/main" id="{87E2D43F-3E71-3052-08CB-0F4DEBB87612}"/>
                  </a:ext>
                </a:extLst>
              </p:cNvPr>
              <p:cNvSpPr/>
              <p:nvPr/>
            </p:nvSpPr>
            <p:spPr>
              <a:xfrm>
                <a:off x="4857211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A6B">
                  <a:alpha val="100000"/>
                </a:srgbClr>
              </a:solidFill>
              <a:ln w="5420" cap="flat">
                <a:solidFill>
                  <a:srgbClr val="3B3A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47" name="pg2046">
                <a:extLst>
                  <a:ext uri="{FF2B5EF4-FFF2-40B4-BE49-F238E27FC236}">
                    <a16:creationId xmlns:a16="http://schemas.microsoft.com/office/drawing/2014/main" id="{E0042D86-2531-E65B-8736-FE0B8D219ED1}"/>
                  </a:ext>
                </a:extLst>
              </p:cNvPr>
              <p:cNvSpPr/>
              <p:nvPr/>
            </p:nvSpPr>
            <p:spPr>
              <a:xfrm>
                <a:off x="4868848" y="428087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3B548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48" name="pg2047">
                <a:extLst>
                  <a:ext uri="{FF2B5EF4-FFF2-40B4-BE49-F238E27FC236}">
                    <a16:creationId xmlns:a16="http://schemas.microsoft.com/office/drawing/2014/main" id="{E867C7F3-6C2C-9FB4-D614-F99E75596921}"/>
                  </a:ext>
                </a:extLst>
              </p:cNvPr>
              <p:cNvSpPr/>
              <p:nvPr/>
            </p:nvSpPr>
            <p:spPr>
              <a:xfrm>
                <a:off x="4787387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6">
                  <a:alpha val="100000"/>
                </a:srgbClr>
              </a:solidFill>
              <a:ln w="5420" cap="flat">
                <a:solidFill>
                  <a:srgbClr val="3B376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49" name="pg2048">
                <a:extLst>
                  <a:ext uri="{FF2B5EF4-FFF2-40B4-BE49-F238E27FC236}">
                    <a16:creationId xmlns:a16="http://schemas.microsoft.com/office/drawing/2014/main" id="{F1EAB73E-FEFF-CEF3-0EE9-A224937917DC}"/>
                  </a:ext>
                </a:extLst>
              </p:cNvPr>
              <p:cNvSpPr/>
              <p:nvPr/>
            </p:nvSpPr>
            <p:spPr>
              <a:xfrm>
                <a:off x="4799024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A">
                  <a:alpha val="100000"/>
                </a:srgbClr>
              </a:solidFill>
              <a:ln w="5420" cap="flat">
                <a:solidFill>
                  <a:srgbClr val="392E5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50" name="pg2049">
                <a:extLst>
                  <a:ext uri="{FF2B5EF4-FFF2-40B4-BE49-F238E27FC236}">
                    <a16:creationId xmlns:a16="http://schemas.microsoft.com/office/drawing/2014/main" id="{2E26C2F1-36C0-9642-3031-629EFDE25641}"/>
                  </a:ext>
                </a:extLst>
              </p:cNvPr>
              <p:cNvSpPr/>
              <p:nvPr/>
            </p:nvSpPr>
            <p:spPr>
              <a:xfrm>
                <a:off x="4810661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2951">
                  <a:alpha val="100000"/>
                </a:srgbClr>
              </a:solidFill>
              <a:ln w="5420" cap="flat">
                <a:solidFill>
                  <a:srgbClr val="36295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51" name="pg2050">
                <a:extLst>
                  <a:ext uri="{FF2B5EF4-FFF2-40B4-BE49-F238E27FC236}">
                    <a16:creationId xmlns:a16="http://schemas.microsoft.com/office/drawing/2014/main" id="{3713E7ED-B7E1-A861-C087-0E455DC0B885}"/>
                  </a:ext>
                </a:extLst>
              </p:cNvPr>
              <p:cNvSpPr/>
              <p:nvPr/>
            </p:nvSpPr>
            <p:spPr>
              <a:xfrm>
                <a:off x="4822299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274D">
                  <a:alpha val="100000"/>
                </a:srgbClr>
              </a:solidFill>
              <a:ln w="5420" cap="flat">
                <a:solidFill>
                  <a:srgbClr val="34274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52" name="pg2051">
                <a:extLst>
                  <a:ext uri="{FF2B5EF4-FFF2-40B4-BE49-F238E27FC236}">
                    <a16:creationId xmlns:a16="http://schemas.microsoft.com/office/drawing/2014/main" id="{B6C27384-8B0A-A1C5-10A0-2E02EC7F03D5}"/>
                  </a:ext>
                </a:extLst>
              </p:cNvPr>
              <p:cNvSpPr/>
              <p:nvPr/>
            </p:nvSpPr>
            <p:spPr>
              <a:xfrm>
                <a:off x="4833936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2850">
                  <a:alpha val="100000"/>
                </a:srgbClr>
              </a:solidFill>
              <a:ln w="5420" cap="flat">
                <a:solidFill>
                  <a:srgbClr val="36285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53" name="pg2052">
                <a:extLst>
                  <a:ext uri="{FF2B5EF4-FFF2-40B4-BE49-F238E27FC236}">
                    <a16:creationId xmlns:a16="http://schemas.microsoft.com/office/drawing/2014/main" id="{789E193A-51AC-8CEC-87CB-3F73209AFB7E}"/>
                  </a:ext>
                </a:extLst>
              </p:cNvPr>
              <p:cNvSpPr/>
              <p:nvPr/>
            </p:nvSpPr>
            <p:spPr>
              <a:xfrm>
                <a:off x="4845573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E59">
                  <a:alpha val="100000"/>
                </a:srgbClr>
              </a:solidFill>
              <a:ln w="5420" cap="flat">
                <a:solidFill>
                  <a:srgbClr val="392E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54" name="pg2053">
                <a:extLst>
                  <a:ext uri="{FF2B5EF4-FFF2-40B4-BE49-F238E27FC236}">
                    <a16:creationId xmlns:a16="http://schemas.microsoft.com/office/drawing/2014/main" id="{5D8F3257-84C6-E513-7FF0-05151FBC4575}"/>
                  </a:ext>
                </a:extLst>
              </p:cNvPr>
              <p:cNvSpPr/>
              <p:nvPr/>
            </p:nvSpPr>
            <p:spPr>
              <a:xfrm>
                <a:off x="4857211" y="42951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767">
                  <a:alpha val="100000"/>
                </a:srgbClr>
              </a:solidFill>
              <a:ln w="5420" cap="flat">
                <a:solidFill>
                  <a:srgbClr val="3B376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55" name="pg2054">
                <a:extLst>
                  <a:ext uri="{FF2B5EF4-FFF2-40B4-BE49-F238E27FC236}">
                    <a16:creationId xmlns:a16="http://schemas.microsoft.com/office/drawing/2014/main" id="{EC0AEB8D-C428-2F0B-543A-F7612224C34B}"/>
                  </a:ext>
                </a:extLst>
              </p:cNvPr>
              <p:cNvSpPr/>
              <p:nvPr/>
            </p:nvSpPr>
            <p:spPr>
              <a:xfrm>
                <a:off x="4775749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479">
                  <a:alpha val="100000"/>
                </a:srgbClr>
              </a:solidFill>
              <a:ln w="5420" cap="flat">
                <a:solidFill>
                  <a:srgbClr val="3C447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56" name="pg2055">
                <a:extLst>
                  <a:ext uri="{FF2B5EF4-FFF2-40B4-BE49-F238E27FC236}">
                    <a16:creationId xmlns:a16="http://schemas.microsoft.com/office/drawing/2014/main" id="{59AE4EB4-37C2-4913-4DD9-9F46F5BD3908}"/>
                  </a:ext>
                </a:extLst>
              </p:cNvPr>
              <p:cNvSpPr/>
              <p:nvPr/>
            </p:nvSpPr>
            <p:spPr>
              <a:xfrm>
                <a:off x="4787387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B">
                  <a:alpha val="100000"/>
                </a:srgbClr>
              </a:solidFill>
              <a:ln w="5420" cap="flat">
                <a:solidFill>
                  <a:srgbClr val="3B3B6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57" name="pg2056">
                <a:extLst>
                  <a:ext uri="{FF2B5EF4-FFF2-40B4-BE49-F238E27FC236}">
                    <a16:creationId xmlns:a16="http://schemas.microsoft.com/office/drawing/2014/main" id="{19F2878B-9A6E-31A6-3387-5A1BD1902527}"/>
                  </a:ext>
                </a:extLst>
              </p:cNvPr>
              <p:cNvSpPr/>
              <p:nvPr/>
            </p:nvSpPr>
            <p:spPr>
              <a:xfrm>
                <a:off x="4799024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260">
                  <a:alpha val="100000"/>
                </a:srgbClr>
              </a:solidFill>
              <a:ln w="5420" cap="flat">
                <a:solidFill>
                  <a:srgbClr val="3A326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58" name="pg2057">
                <a:extLst>
                  <a:ext uri="{FF2B5EF4-FFF2-40B4-BE49-F238E27FC236}">
                    <a16:creationId xmlns:a16="http://schemas.microsoft.com/office/drawing/2014/main" id="{99F77A4F-D7D0-F7F7-56A5-04B914257CE4}"/>
                  </a:ext>
                </a:extLst>
              </p:cNvPr>
              <p:cNvSpPr/>
              <p:nvPr/>
            </p:nvSpPr>
            <p:spPr>
              <a:xfrm>
                <a:off x="4810661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2C57">
                  <a:alpha val="100000"/>
                </a:srgbClr>
              </a:solidFill>
              <a:ln w="5420" cap="flat">
                <a:solidFill>
                  <a:srgbClr val="39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59" name="pg2058">
                <a:extLst>
                  <a:ext uri="{FF2B5EF4-FFF2-40B4-BE49-F238E27FC236}">
                    <a16:creationId xmlns:a16="http://schemas.microsoft.com/office/drawing/2014/main" id="{E7E17C6F-F02E-85E4-FED4-6A917CD97BD0}"/>
                  </a:ext>
                </a:extLst>
              </p:cNvPr>
              <p:cNvSpPr/>
              <p:nvPr/>
            </p:nvSpPr>
            <p:spPr>
              <a:xfrm>
                <a:off x="4822299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A54">
                  <a:alpha val="100000"/>
                </a:srgbClr>
              </a:solidFill>
              <a:ln w="5420" cap="flat">
                <a:solidFill>
                  <a:srgbClr val="382A5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60" name="pg2059">
                <a:extLst>
                  <a:ext uri="{FF2B5EF4-FFF2-40B4-BE49-F238E27FC236}">
                    <a16:creationId xmlns:a16="http://schemas.microsoft.com/office/drawing/2014/main" id="{EE07A720-29C8-62FE-EB4A-412A2210612C}"/>
                  </a:ext>
                </a:extLst>
              </p:cNvPr>
              <p:cNvSpPr/>
              <p:nvPr/>
            </p:nvSpPr>
            <p:spPr>
              <a:xfrm>
                <a:off x="4833936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2C57">
                  <a:alpha val="100000"/>
                </a:srgbClr>
              </a:solidFill>
              <a:ln w="5420" cap="flat">
                <a:solidFill>
                  <a:srgbClr val="382C5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61" name="pg2060">
                <a:extLst>
                  <a:ext uri="{FF2B5EF4-FFF2-40B4-BE49-F238E27FC236}">
                    <a16:creationId xmlns:a16="http://schemas.microsoft.com/office/drawing/2014/main" id="{75A1F596-8B57-1D54-1513-A82106AC1A7C}"/>
                  </a:ext>
                </a:extLst>
              </p:cNvPr>
              <p:cNvSpPr/>
              <p:nvPr/>
            </p:nvSpPr>
            <p:spPr>
              <a:xfrm>
                <a:off x="4845573" y="430947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3A315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62" name="pg2061">
                <a:extLst>
                  <a:ext uri="{FF2B5EF4-FFF2-40B4-BE49-F238E27FC236}">
                    <a16:creationId xmlns:a16="http://schemas.microsoft.com/office/drawing/2014/main" id="{2DE1918B-857B-3B89-BA55-C5E77DE7758F}"/>
                  </a:ext>
                </a:extLst>
              </p:cNvPr>
              <p:cNvSpPr/>
              <p:nvPr/>
            </p:nvSpPr>
            <p:spPr>
              <a:xfrm>
                <a:off x="4775749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3">
                  <a:alpha val="100000"/>
                </a:srgbClr>
              </a:solidFill>
              <a:ln w="5420" cap="flat">
                <a:solidFill>
                  <a:srgbClr val="3C4B8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63" name="pg2062">
                <a:extLst>
                  <a:ext uri="{FF2B5EF4-FFF2-40B4-BE49-F238E27FC236}">
                    <a16:creationId xmlns:a16="http://schemas.microsoft.com/office/drawing/2014/main" id="{D5BCFBEB-D32E-A404-7936-42E4172166EC}"/>
                  </a:ext>
                </a:extLst>
              </p:cNvPr>
              <p:cNvSpPr/>
              <p:nvPr/>
            </p:nvSpPr>
            <p:spPr>
              <a:xfrm>
                <a:off x="4787387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377">
                  <a:alpha val="100000"/>
                </a:srgbClr>
              </a:solidFill>
              <a:ln w="5420" cap="flat">
                <a:solidFill>
                  <a:srgbClr val="3C437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64" name="pg2063">
                <a:extLst>
                  <a:ext uri="{FF2B5EF4-FFF2-40B4-BE49-F238E27FC236}">
                    <a16:creationId xmlns:a16="http://schemas.microsoft.com/office/drawing/2014/main" id="{F692FA00-E6FA-7FD7-1911-C92F3A4579DA}"/>
                  </a:ext>
                </a:extLst>
              </p:cNvPr>
              <p:cNvSpPr/>
              <p:nvPr/>
            </p:nvSpPr>
            <p:spPr>
              <a:xfrm>
                <a:off x="4799024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B6C">
                  <a:alpha val="100000"/>
                </a:srgbClr>
              </a:solidFill>
              <a:ln w="5420" cap="flat">
                <a:solidFill>
                  <a:srgbClr val="3B3B6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65" name="pg2064">
                <a:extLst>
                  <a:ext uri="{FF2B5EF4-FFF2-40B4-BE49-F238E27FC236}">
                    <a16:creationId xmlns:a16="http://schemas.microsoft.com/office/drawing/2014/main" id="{334920AF-7982-BCD9-E9C3-05C7B15F2B92}"/>
                  </a:ext>
                </a:extLst>
              </p:cNvPr>
              <p:cNvSpPr/>
              <p:nvPr/>
            </p:nvSpPr>
            <p:spPr>
              <a:xfrm>
                <a:off x="4810661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664">
                  <a:alpha val="100000"/>
                </a:srgbClr>
              </a:solidFill>
              <a:ln w="5420" cap="flat">
                <a:solidFill>
                  <a:srgbClr val="3A366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66" name="pg2065">
                <a:extLst>
                  <a:ext uri="{FF2B5EF4-FFF2-40B4-BE49-F238E27FC236}">
                    <a16:creationId xmlns:a16="http://schemas.microsoft.com/office/drawing/2014/main" id="{2399EC74-7836-BE48-106D-2F29AD2D9964}"/>
                  </a:ext>
                </a:extLst>
              </p:cNvPr>
              <p:cNvSpPr/>
              <p:nvPr/>
            </p:nvSpPr>
            <p:spPr>
              <a:xfrm>
                <a:off x="4822299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461">
                  <a:alpha val="100000"/>
                </a:srgbClr>
              </a:solidFill>
              <a:ln w="5420" cap="flat">
                <a:solidFill>
                  <a:srgbClr val="3A346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67" name="pg2066">
                <a:extLst>
                  <a:ext uri="{FF2B5EF4-FFF2-40B4-BE49-F238E27FC236}">
                    <a16:creationId xmlns:a16="http://schemas.microsoft.com/office/drawing/2014/main" id="{73148AE5-CFE3-F6C7-6C61-DA81D8BDC473}"/>
                  </a:ext>
                </a:extLst>
              </p:cNvPr>
              <p:cNvSpPr/>
              <p:nvPr/>
            </p:nvSpPr>
            <p:spPr>
              <a:xfrm>
                <a:off x="4833936" y="43237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3563">
                  <a:alpha val="100000"/>
                </a:srgbClr>
              </a:solidFill>
              <a:ln w="5420" cap="flat">
                <a:solidFill>
                  <a:srgbClr val="3A356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68" name="pg2067">
                <a:extLst>
                  <a:ext uri="{FF2B5EF4-FFF2-40B4-BE49-F238E27FC236}">
                    <a16:creationId xmlns:a16="http://schemas.microsoft.com/office/drawing/2014/main" id="{AAF8EDB6-CFEE-7C8D-7F83-C2414FCAE8CD}"/>
                  </a:ext>
                </a:extLst>
              </p:cNvPr>
              <p:cNvSpPr/>
              <p:nvPr/>
            </p:nvSpPr>
            <p:spPr>
              <a:xfrm>
                <a:off x="4752475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39D">
                  <a:alpha val="100000"/>
                </a:srgbClr>
              </a:solidFill>
              <a:ln w="5420" cap="flat">
                <a:solidFill>
                  <a:srgbClr val="3A63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69" name="pg2068">
                <a:extLst>
                  <a:ext uri="{FF2B5EF4-FFF2-40B4-BE49-F238E27FC236}">
                    <a16:creationId xmlns:a16="http://schemas.microsoft.com/office/drawing/2014/main" id="{B67EB047-3A94-E518-8792-AC264BD608D0}"/>
                  </a:ext>
                </a:extLst>
              </p:cNvPr>
              <p:cNvSpPr/>
              <p:nvPr/>
            </p:nvSpPr>
            <p:spPr>
              <a:xfrm>
                <a:off x="4764112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C9A">
                  <a:alpha val="100000"/>
                </a:srgbClr>
              </a:solidFill>
              <a:ln w="5420" cap="flat">
                <a:solidFill>
                  <a:srgbClr val="395C9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70" name="pg2069">
                <a:extLst>
                  <a:ext uri="{FF2B5EF4-FFF2-40B4-BE49-F238E27FC236}">
                    <a16:creationId xmlns:a16="http://schemas.microsoft.com/office/drawing/2014/main" id="{AA8EF794-48BD-FFFD-269F-10D0F3FE074E}"/>
                  </a:ext>
                </a:extLst>
              </p:cNvPr>
              <p:cNvSpPr/>
              <p:nvPr/>
            </p:nvSpPr>
            <p:spPr>
              <a:xfrm>
                <a:off x="4775749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490">
                  <a:alpha val="100000"/>
                </a:srgbClr>
              </a:solidFill>
              <a:ln w="5420" cap="flat">
                <a:solidFill>
                  <a:srgbClr val="3B549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71" name="pg2070">
                <a:extLst>
                  <a:ext uri="{FF2B5EF4-FFF2-40B4-BE49-F238E27FC236}">
                    <a16:creationId xmlns:a16="http://schemas.microsoft.com/office/drawing/2014/main" id="{1509ECF1-E919-50F7-CA4A-079927DC09A7}"/>
                  </a:ext>
                </a:extLst>
              </p:cNvPr>
              <p:cNvSpPr/>
              <p:nvPr/>
            </p:nvSpPr>
            <p:spPr>
              <a:xfrm>
                <a:off x="4787387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72" name="pg2071">
                <a:extLst>
                  <a:ext uri="{FF2B5EF4-FFF2-40B4-BE49-F238E27FC236}">
                    <a16:creationId xmlns:a16="http://schemas.microsoft.com/office/drawing/2014/main" id="{ABC47C41-66EF-3F17-7FD2-B0094A139E17}"/>
                  </a:ext>
                </a:extLst>
              </p:cNvPr>
              <p:cNvSpPr/>
              <p:nvPr/>
            </p:nvSpPr>
            <p:spPr>
              <a:xfrm>
                <a:off x="4799024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67B">
                  <a:alpha val="100000"/>
                </a:srgbClr>
              </a:solidFill>
              <a:ln w="5420" cap="flat">
                <a:solidFill>
                  <a:srgbClr val="3C467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73" name="pg2072">
                <a:extLst>
                  <a:ext uri="{FF2B5EF4-FFF2-40B4-BE49-F238E27FC236}">
                    <a16:creationId xmlns:a16="http://schemas.microsoft.com/office/drawing/2014/main" id="{2C2D0B9C-C310-14BE-FDE3-E0374CF09629}"/>
                  </a:ext>
                </a:extLst>
              </p:cNvPr>
              <p:cNvSpPr/>
              <p:nvPr/>
            </p:nvSpPr>
            <p:spPr>
              <a:xfrm>
                <a:off x="4810661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175">
                  <a:alpha val="100000"/>
                </a:srgbClr>
              </a:solidFill>
              <a:ln w="5420" cap="flat">
                <a:solidFill>
                  <a:srgbClr val="3C417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74" name="pg2073">
                <a:extLst>
                  <a:ext uri="{FF2B5EF4-FFF2-40B4-BE49-F238E27FC236}">
                    <a16:creationId xmlns:a16="http://schemas.microsoft.com/office/drawing/2014/main" id="{F9131F2F-72C9-B307-25D7-A6D5B6F04C53}"/>
                  </a:ext>
                </a:extLst>
              </p:cNvPr>
              <p:cNvSpPr/>
              <p:nvPr/>
            </p:nvSpPr>
            <p:spPr>
              <a:xfrm>
                <a:off x="4822299" y="433807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3F72">
                  <a:alpha val="100000"/>
                </a:srgbClr>
              </a:solidFill>
              <a:ln w="5420" cap="flat">
                <a:solidFill>
                  <a:srgbClr val="3B3F7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75" name="pg2074">
                <a:extLst>
                  <a:ext uri="{FF2B5EF4-FFF2-40B4-BE49-F238E27FC236}">
                    <a16:creationId xmlns:a16="http://schemas.microsoft.com/office/drawing/2014/main" id="{7E057939-F769-93E7-3E4C-3CFAFAA2B34C}"/>
                  </a:ext>
                </a:extLst>
              </p:cNvPr>
              <p:cNvSpPr/>
              <p:nvPr/>
            </p:nvSpPr>
            <p:spPr>
              <a:xfrm>
                <a:off x="4740837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76" name="pg2075">
                <a:extLst>
                  <a:ext uri="{FF2B5EF4-FFF2-40B4-BE49-F238E27FC236}">
                    <a16:creationId xmlns:a16="http://schemas.microsoft.com/office/drawing/2014/main" id="{17B2C221-4132-B154-27A0-B3D42CB4449B}"/>
                  </a:ext>
                </a:extLst>
              </p:cNvPr>
              <p:cNvSpPr/>
              <p:nvPr/>
            </p:nvSpPr>
            <p:spPr>
              <a:xfrm>
                <a:off x="4752475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77" name="pg2076">
                <a:extLst>
                  <a:ext uri="{FF2B5EF4-FFF2-40B4-BE49-F238E27FC236}">
                    <a16:creationId xmlns:a16="http://schemas.microsoft.com/office/drawing/2014/main" id="{BBB73C93-203A-D500-8C80-AF2EBA58DF4C}"/>
                  </a:ext>
                </a:extLst>
              </p:cNvPr>
              <p:cNvSpPr/>
              <p:nvPr/>
            </p:nvSpPr>
            <p:spPr>
              <a:xfrm>
                <a:off x="4764112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49E">
                  <a:alpha val="100000"/>
                </a:srgbClr>
              </a:solidFill>
              <a:ln w="5420" cap="flat">
                <a:solidFill>
                  <a:srgbClr val="3A64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78" name="pg2077">
                <a:extLst>
                  <a:ext uri="{FF2B5EF4-FFF2-40B4-BE49-F238E27FC236}">
                    <a16:creationId xmlns:a16="http://schemas.microsoft.com/office/drawing/2014/main" id="{8885950A-81AB-76BC-D414-08C8EA42B364}"/>
                  </a:ext>
                </a:extLst>
              </p:cNvPr>
              <p:cNvSpPr/>
              <p:nvPr/>
            </p:nvSpPr>
            <p:spPr>
              <a:xfrm>
                <a:off x="4775749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E9C">
                  <a:alpha val="100000"/>
                </a:srgbClr>
              </a:solidFill>
              <a:ln w="5420" cap="flat">
                <a:solidFill>
                  <a:srgbClr val="395E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79" name="pg2078">
                <a:extLst>
                  <a:ext uri="{FF2B5EF4-FFF2-40B4-BE49-F238E27FC236}">
                    <a16:creationId xmlns:a16="http://schemas.microsoft.com/office/drawing/2014/main" id="{B3C4BA68-CEAB-AB7F-24B5-50F215221F6D}"/>
                  </a:ext>
                </a:extLst>
              </p:cNvPr>
              <p:cNvSpPr/>
              <p:nvPr/>
            </p:nvSpPr>
            <p:spPr>
              <a:xfrm>
                <a:off x="4787387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4">
                  <a:alpha val="100000"/>
                </a:srgbClr>
              </a:solidFill>
              <a:ln w="5420" cap="flat">
                <a:solidFill>
                  <a:srgbClr val="3A57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80" name="pg2079">
                <a:extLst>
                  <a:ext uri="{FF2B5EF4-FFF2-40B4-BE49-F238E27FC236}">
                    <a16:creationId xmlns:a16="http://schemas.microsoft.com/office/drawing/2014/main" id="{FB8BAFCC-F3EF-31BE-91B9-1610C0A146CF}"/>
                  </a:ext>
                </a:extLst>
              </p:cNvPr>
              <p:cNvSpPr/>
              <p:nvPr/>
            </p:nvSpPr>
            <p:spPr>
              <a:xfrm>
                <a:off x="4799024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518B">
                  <a:alpha val="100000"/>
                </a:srgbClr>
              </a:solidFill>
              <a:ln w="5420" cap="flat">
                <a:solidFill>
                  <a:srgbClr val="3B518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81" name="pg2080">
                <a:extLst>
                  <a:ext uri="{FF2B5EF4-FFF2-40B4-BE49-F238E27FC236}">
                    <a16:creationId xmlns:a16="http://schemas.microsoft.com/office/drawing/2014/main" id="{3BB85907-CCA1-9D67-8519-5607EF298069}"/>
                  </a:ext>
                </a:extLst>
              </p:cNvPr>
              <p:cNvSpPr/>
              <p:nvPr/>
            </p:nvSpPr>
            <p:spPr>
              <a:xfrm>
                <a:off x="4810661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D85">
                  <a:alpha val="100000"/>
                </a:srgbClr>
              </a:solidFill>
              <a:ln w="5420" cap="flat">
                <a:solidFill>
                  <a:srgbClr val="3C4D8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82" name="pg2081">
                <a:extLst>
                  <a:ext uri="{FF2B5EF4-FFF2-40B4-BE49-F238E27FC236}">
                    <a16:creationId xmlns:a16="http://schemas.microsoft.com/office/drawing/2014/main" id="{08C7291A-0E62-17CC-E6D2-61E21EDA4C3B}"/>
                  </a:ext>
                </a:extLst>
              </p:cNvPr>
              <p:cNvSpPr/>
              <p:nvPr/>
            </p:nvSpPr>
            <p:spPr>
              <a:xfrm>
                <a:off x="4822299" y="435238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4B82">
                  <a:alpha val="100000"/>
                </a:srgbClr>
              </a:solidFill>
              <a:ln w="5420" cap="flat">
                <a:solidFill>
                  <a:srgbClr val="3C4B8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83" name="pg2082">
                <a:extLst>
                  <a:ext uri="{FF2B5EF4-FFF2-40B4-BE49-F238E27FC236}">
                    <a16:creationId xmlns:a16="http://schemas.microsoft.com/office/drawing/2014/main" id="{AB62B9CD-37AD-C3E3-BA80-A3F441675D22}"/>
                  </a:ext>
                </a:extLst>
              </p:cNvPr>
              <p:cNvSpPr/>
              <p:nvPr/>
            </p:nvSpPr>
            <p:spPr>
              <a:xfrm>
                <a:off x="4717563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84" name="pg2083">
                <a:extLst>
                  <a:ext uri="{FF2B5EF4-FFF2-40B4-BE49-F238E27FC236}">
                    <a16:creationId xmlns:a16="http://schemas.microsoft.com/office/drawing/2014/main" id="{83E0C205-3D2C-B22C-C640-CCE51DDD8795}"/>
                  </a:ext>
                </a:extLst>
              </p:cNvPr>
              <p:cNvSpPr/>
              <p:nvPr/>
            </p:nvSpPr>
            <p:spPr>
              <a:xfrm>
                <a:off x="4729200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85" name="pg2084">
                <a:extLst>
                  <a:ext uri="{FF2B5EF4-FFF2-40B4-BE49-F238E27FC236}">
                    <a16:creationId xmlns:a16="http://schemas.microsoft.com/office/drawing/2014/main" id="{EEB97BE9-39CD-D57C-4ABF-5D574FD70A54}"/>
                  </a:ext>
                </a:extLst>
              </p:cNvPr>
              <p:cNvSpPr/>
              <p:nvPr/>
            </p:nvSpPr>
            <p:spPr>
              <a:xfrm>
                <a:off x="4740837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86" name="pg2085">
                <a:extLst>
                  <a:ext uri="{FF2B5EF4-FFF2-40B4-BE49-F238E27FC236}">
                    <a16:creationId xmlns:a16="http://schemas.microsoft.com/office/drawing/2014/main" id="{87D192EA-9D8A-C774-9233-0A975BCB5BDF}"/>
                  </a:ext>
                </a:extLst>
              </p:cNvPr>
              <p:cNvSpPr/>
              <p:nvPr/>
            </p:nvSpPr>
            <p:spPr>
              <a:xfrm>
                <a:off x="4752475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87" name="pg2086">
                <a:extLst>
                  <a:ext uri="{FF2B5EF4-FFF2-40B4-BE49-F238E27FC236}">
                    <a16:creationId xmlns:a16="http://schemas.microsoft.com/office/drawing/2014/main" id="{9C970B6A-8701-5DAE-3A66-3384F2037DBA}"/>
                  </a:ext>
                </a:extLst>
              </p:cNvPr>
              <p:cNvSpPr/>
              <p:nvPr/>
            </p:nvSpPr>
            <p:spPr>
              <a:xfrm>
                <a:off x="4764112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9F">
                  <a:alpha val="100000"/>
                </a:srgbClr>
              </a:solidFill>
              <a:ln w="5420" cap="flat">
                <a:solidFill>
                  <a:srgbClr val="3A6C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88" name="pg2087">
                <a:extLst>
                  <a:ext uri="{FF2B5EF4-FFF2-40B4-BE49-F238E27FC236}">
                    <a16:creationId xmlns:a16="http://schemas.microsoft.com/office/drawing/2014/main" id="{779B2BD8-E53D-CB8F-0B86-7D1944B39BD9}"/>
                  </a:ext>
                </a:extLst>
              </p:cNvPr>
              <p:cNvSpPr/>
              <p:nvPr/>
            </p:nvSpPr>
            <p:spPr>
              <a:xfrm>
                <a:off x="4775749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69E">
                  <a:alpha val="100000"/>
                </a:srgbClr>
              </a:solidFill>
              <a:ln w="5420" cap="flat">
                <a:solidFill>
                  <a:srgbClr val="3A669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89" name="pg2088">
                <a:extLst>
                  <a:ext uri="{FF2B5EF4-FFF2-40B4-BE49-F238E27FC236}">
                    <a16:creationId xmlns:a16="http://schemas.microsoft.com/office/drawing/2014/main" id="{52176D1C-7A65-A038-4155-829FF9901478}"/>
                  </a:ext>
                </a:extLst>
              </p:cNvPr>
              <p:cNvSpPr/>
              <p:nvPr/>
            </p:nvSpPr>
            <p:spPr>
              <a:xfrm>
                <a:off x="4787387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3960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90" name="pg2089">
                <a:extLst>
                  <a:ext uri="{FF2B5EF4-FFF2-40B4-BE49-F238E27FC236}">
                    <a16:creationId xmlns:a16="http://schemas.microsoft.com/office/drawing/2014/main" id="{B16843E4-8E77-FDDB-C20D-FF2272D35C96}"/>
                  </a:ext>
                </a:extLst>
              </p:cNvPr>
              <p:cNvSpPr/>
              <p:nvPr/>
            </p:nvSpPr>
            <p:spPr>
              <a:xfrm>
                <a:off x="4799024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B99">
                  <a:alpha val="100000"/>
                </a:srgbClr>
              </a:solidFill>
              <a:ln w="5420" cap="flat">
                <a:solidFill>
                  <a:srgbClr val="395B9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91" name="pg2090">
                <a:extLst>
                  <a:ext uri="{FF2B5EF4-FFF2-40B4-BE49-F238E27FC236}">
                    <a16:creationId xmlns:a16="http://schemas.microsoft.com/office/drawing/2014/main" id="{A867268D-48CD-4C7B-389A-75238C03373F}"/>
                  </a:ext>
                </a:extLst>
              </p:cNvPr>
              <p:cNvSpPr/>
              <p:nvPr/>
            </p:nvSpPr>
            <p:spPr>
              <a:xfrm>
                <a:off x="4810661" y="43666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5794">
                  <a:alpha val="100000"/>
                </a:srgbClr>
              </a:solidFill>
              <a:ln w="5420" cap="flat">
                <a:solidFill>
                  <a:srgbClr val="3A579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92" name="pg2091">
                <a:extLst>
                  <a:ext uri="{FF2B5EF4-FFF2-40B4-BE49-F238E27FC236}">
                    <a16:creationId xmlns:a16="http://schemas.microsoft.com/office/drawing/2014/main" id="{D8A93A6D-42D8-10F1-28CD-8DED992642BF}"/>
                  </a:ext>
                </a:extLst>
              </p:cNvPr>
              <p:cNvSpPr/>
              <p:nvPr/>
            </p:nvSpPr>
            <p:spPr>
              <a:xfrm>
                <a:off x="4705925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93" name="pg2092">
                <a:extLst>
                  <a:ext uri="{FF2B5EF4-FFF2-40B4-BE49-F238E27FC236}">
                    <a16:creationId xmlns:a16="http://schemas.microsoft.com/office/drawing/2014/main" id="{A28656D3-E31D-5D30-FC32-1FA4BBA4273E}"/>
                  </a:ext>
                </a:extLst>
              </p:cNvPr>
              <p:cNvSpPr/>
              <p:nvPr/>
            </p:nvSpPr>
            <p:spPr>
              <a:xfrm>
                <a:off x="4717563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94" name="pg2093">
                <a:extLst>
                  <a:ext uri="{FF2B5EF4-FFF2-40B4-BE49-F238E27FC236}">
                    <a16:creationId xmlns:a16="http://schemas.microsoft.com/office/drawing/2014/main" id="{578517C1-D36B-E5BD-09F8-8051843F09D4}"/>
                  </a:ext>
                </a:extLst>
              </p:cNvPr>
              <p:cNvSpPr/>
              <p:nvPr/>
            </p:nvSpPr>
            <p:spPr>
              <a:xfrm>
                <a:off x="4729200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95" name="pg2094">
                <a:extLst>
                  <a:ext uri="{FF2B5EF4-FFF2-40B4-BE49-F238E27FC236}">
                    <a16:creationId xmlns:a16="http://schemas.microsoft.com/office/drawing/2014/main" id="{D6F6DE1B-5EC5-3BF5-2139-1EA8251F205E}"/>
                  </a:ext>
                </a:extLst>
              </p:cNvPr>
              <p:cNvSpPr/>
              <p:nvPr/>
            </p:nvSpPr>
            <p:spPr>
              <a:xfrm>
                <a:off x="4740837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96" name="pg2095">
                <a:extLst>
                  <a:ext uri="{FF2B5EF4-FFF2-40B4-BE49-F238E27FC236}">
                    <a16:creationId xmlns:a16="http://schemas.microsoft.com/office/drawing/2014/main" id="{E92DC737-D2B2-66C4-1AD6-CFFDA53ACF99}"/>
                  </a:ext>
                </a:extLst>
              </p:cNvPr>
              <p:cNvSpPr/>
              <p:nvPr/>
            </p:nvSpPr>
            <p:spPr>
              <a:xfrm>
                <a:off x="4752475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97" name="pg2096">
                <a:extLst>
                  <a:ext uri="{FF2B5EF4-FFF2-40B4-BE49-F238E27FC236}">
                    <a16:creationId xmlns:a16="http://schemas.microsoft.com/office/drawing/2014/main" id="{25E7D0A2-2D35-A0E1-9525-84F9178C21E5}"/>
                  </a:ext>
                </a:extLst>
              </p:cNvPr>
              <p:cNvSpPr/>
              <p:nvPr/>
            </p:nvSpPr>
            <p:spPr>
              <a:xfrm>
                <a:off x="4764112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98" name="pg2097">
                <a:extLst>
                  <a:ext uri="{FF2B5EF4-FFF2-40B4-BE49-F238E27FC236}">
                    <a16:creationId xmlns:a16="http://schemas.microsoft.com/office/drawing/2014/main" id="{AA06D2A7-8DD2-FD3D-EF25-282048E4A093}"/>
                  </a:ext>
                </a:extLst>
              </p:cNvPr>
              <p:cNvSpPr/>
              <p:nvPr/>
            </p:nvSpPr>
            <p:spPr>
              <a:xfrm>
                <a:off x="4775749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499" name="pg2098">
                <a:extLst>
                  <a:ext uri="{FF2B5EF4-FFF2-40B4-BE49-F238E27FC236}">
                    <a16:creationId xmlns:a16="http://schemas.microsoft.com/office/drawing/2014/main" id="{F695C680-C324-9E24-A1FC-42D287309037}"/>
                  </a:ext>
                </a:extLst>
              </p:cNvPr>
              <p:cNvSpPr/>
              <p:nvPr/>
            </p:nvSpPr>
            <p:spPr>
              <a:xfrm>
                <a:off x="4787387" y="438098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00" name="pg2099">
                <a:extLst>
                  <a:ext uri="{FF2B5EF4-FFF2-40B4-BE49-F238E27FC236}">
                    <a16:creationId xmlns:a16="http://schemas.microsoft.com/office/drawing/2014/main" id="{C21F6952-2245-8F9C-AA97-E7D439A9F3F0}"/>
                  </a:ext>
                </a:extLst>
              </p:cNvPr>
              <p:cNvSpPr/>
              <p:nvPr/>
            </p:nvSpPr>
            <p:spPr>
              <a:xfrm>
                <a:off x="4647739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01" name="pg2100">
                <a:extLst>
                  <a:ext uri="{FF2B5EF4-FFF2-40B4-BE49-F238E27FC236}">
                    <a16:creationId xmlns:a16="http://schemas.microsoft.com/office/drawing/2014/main" id="{8A32AFFE-D79C-7CF2-9162-D0F8950818E1}"/>
                  </a:ext>
                </a:extLst>
              </p:cNvPr>
              <p:cNvSpPr/>
              <p:nvPr/>
            </p:nvSpPr>
            <p:spPr>
              <a:xfrm>
                <a:off x="4659376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02" name="pg2101">
                <a:extLst>
                  <a:ext uri="{FF2B5EF4-FFF2-40B4-BE49-F238E27FC236}">
                    <a16:creationId xmlns:a16="http://schemas.microsoft.com/office/drawing/2014/main" id="{11D74CB4-FC64-D8C0-8884-47DBEA57A4BB}"/>
                  </a:ext>
                </a:extLst>
              </p:cNvPr>
              <p:cNvSpPr/>
              <p:nvPr/>
            </p:nvSpPr>
            <p:spPr>
              <a:xfrm>
                <a:off x="4671013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03" name="pg2102">
                <a:extLst>
                  <a:ext uri="{FF2B5EF4-FFF2-40B4-BE49-F238E27FC236}">
                    <a16:creationId xmlns:a16="http://schemas.microsoft.com/office/drawing/2014/main" id="{36CB8054-E722-76D8-C66E-A839D33B90C1}"/>
                  </a:ext>
                </a:extLst>
              </p:cNvPr>
              <p:cNvSpPr/>
              <p:nvPr/>
            </p:nvSpPr>
            <p:spPr>
              <a:xfrm>
                <a:off x="4682651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04" name="pg2103">
                <a:extLst>
                  <a:ext uri="{FF2B5EF4-FFF2-40B4-BE49-F238E27FC236}">
                    <a16:creationId xmlns:a16="http://schemas.microsoft.com/office/drawing/2014/main" id="{C5EBEB2B-BFC6-0AD3-6BB4-BAC52BEFBDD1}"/>
                  </a:ext>
                </a:extLst>
              </p:cNvPr>
              <p:cNvSpPr/>
              <p:nvPr/>
            </p:nvSpPr>
            <p:spPr>
              <a:xfrm>
                <a:off x="4694288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05" name="pg2104">
                <a:extLst>
                  <a:ext uri="{FF2B5EF4-FFF2-40B4-BE49-F238E27FC236}">
                    <a16:creationId xmlns:a16="http://schemas.microsoft.com/office/drawing/2014/main" id="{9D38FDE9-F7EB-3416-24AA-428659183D30}"/>
                  </a:ext>
                </a:extLst>
              </p:cNvPr>
              <p:cNvSpPr/>
              <p:nvPr/>
            </p:nvSpPr>
            <p:spPr>
              <a:xfrm>
                <a:off x="4705925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06" name="pg2105">
                <a:extLst>
                  <a:ext uri="{FF2B5EF4-FFF2-40B4-BE49-F238E27FC236}">
                    <a16:creationId xmlns:a16="http://schemas.microsoft.com/office/drawing/2014/main" id="{BACDE89E-1CAE-2591-9343-7B04C2E987CC}"/>
                  </a:ext>
                </a:extLst>
              </p:cNvPr>
              <p:cNvSpPr/>
              <p:nvPr/>
            </p:nvSpPr>
            <p:spPr>
              <a:xfrm>
                <a:off x="4717563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07" name="pg2106">
                <a:extLst>
                  <a:ext uri="{FF2B5EF4-FFF2-40B4-BE49-F238E27FC236}">
                    <a16:creationId xmlns:a16="http://schemas.microsoft.com/office/drawing/2014/main" id="{EE614284-9BDF-8E10-4184-30E92D6EE3AE}"/>
                  </a:ext>
                </a:extLst>
              </p:cNvPr>
              <p:cNvSpPr/>
              <p:nvPr/>
            </p:nvSpPr>
            <p:spPr>
              <a:xfrm>
                <a:off x="4729200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08" name="pg2107">
                <a:extLst>
                  <a:ext uri="{FF2B5EF4-FFF2-40B4-BE49-F238E27FC236}">
                    <a16:creationId xmlns:a16="http://schemas.microsoft.com/office/drawing/2014/main" id="{FC986BB9-9152-674D-3A9B-71EED51BB6EF}"/>
                  </a:ext>
                </a:extLst>
              </p:cNvPr>
              <p:cNvSpPr/>
              <p:nvPr/>
            </p:nvSpPr>
            <p:spPr>
              <a:xfrm>
                <a:off x="4740837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09" name="pg2108">
                <a:extLst>
                  <a:ext uri="{FF2B5EF4-FFF2-40B4-BE49-F238E27FC236}">
                    <a16:creationId xmlns:a16="http://schemas.microsoft.com/office/drawing/2014/main" id="{F95718C9-3416-DFEE-7B1D-8AEC77FEA8A3}"/>
                  </a:ext>
                </a:extLst>
              </p:cNvPr>
              <p:cNvSpPr/>
              <p:nvPr/>
            </p:nvSpPr>
            <p:spPr>
              <a:xfrm>
                <a:off x="4752475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10" name="pg2109">
                <a:extLst>
                  <a:ext uri="{FF2B5EF4-FFF2-40B4-BE49-F238E27FC236}">
                    <a16:creationId xmlns:a16="http://schemas.microsoft.com/office/drawing/2014/main" id="{8C236D46-908E-CB21-65DD-72B660D93ACF}"/>
                  </a:ext>
                </a:extLst>
              </p:cNvPr>
              <p:cNvSpPr/>
              <p:nvPr/>
            </p:nvSpPr>
            <p:spPr>
              <a:xfrm>
                <a:off x="4764112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11" name="pg2110">
                <a:extLst>
                  <a:ext uri="{FF2B5EF4-FFF2-40B4-BE49-F238E27FC236}">
                    <a16:creationId xmlns:a16="http://schemas.microsoft.com/office/drawing/2014/main" id="{4D0D7558-8739-5B16-831C-F3416D42BF53}"/>
                  </a:ext>
                </a:extLst>
              </p:cNvPr>
              <p:cNvSpPr/>
              <p:nvPr/>
            </p:nvSpPr>
            <p:spPr>
              <a:xfrm>
                <a:off x="4775749" y="43952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12" name="pg2111">
                <a:extLst>
                  <a:ext uri="{FF2B5EF4-FFF2-40B4-BE49-F238E27FC236}">
                    <a16:creationId xmlns:a16="http://schemas.microsoft.com/office/drawing/2014/main" id="{E8785339-B314-F8A1-BCC9-8E37ACF0B2B3}"/>
                  </a:ext>
                </a:extLst>
              </p:cNvPr>
              <p:cNvSpPr/>
              <p:nvPr/>
            </p:nvSpPr>
            <p:spPr>
              <a:xfrm>
                <a:off x="4624464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13" name="pg2112">
                <a:extLst>
                  <a:ext uri="{FF2B5EF4-FFF2-40B4-BE49-F238E27FC236}">
                    <a16:creationId xmlns:a16="http://schemas.microsoft.com/office/drawing/2014/main" id="{FE025483-C304-559F-7DD9-5B5E69DA8BED}"/>
                  </a:ext>
                </a:extLst>
              </p:cNvPr>
              <p:cNvSpPr/>
              <p:nvPr/>
            </p:nvSpPr>
            <p:spPr>
              <a:xfrm>
                <a:off x="4636101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14" name="pg2113">
                <a:extLst>
                  <a:ext uri="{FF2B5EF4-FFF2-40B4-BE49-F238E27FC236}">
                    <a16:creationId xmlns:a16="http://schemas.microsoft.com/office/drawing/2014/main" id="{5C3F84ED-A9A2-365D-CD48-9153ECBD6F9F}"/>
                  </a:ext>
                </a:extLst>
              </p:cNvPr>
              <p:cNvSpPr/>
              <p:nvPr/>
            </p:nvSpPr>
            <p:spPr>
              <a:xfrm>
                <a:off x="4647739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15" name="pg2114">
                <a:extLst>
                  <a:ext uri="{FF2B5EF4-FFF2-40B4-BE49-F238E27FC236}">
                    <a16:creationId xmlns:a16="http://schemas.microsoft.com/office/drawing/2014/main" id="{80A4A821-A3AA-4EB1-106B-F9A10FECF041}"/>
                  </a:ext>
                </a:extLst>
              </p:cNvPr>
              <p:cNvSpPr/>
              <p:nvPr/>
            </p:nvSpPr>
            <p:spPr>
              <a:xfrm>
                <a:off x="4659376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16" name="pg2115">
                <a:extLst>
                  <a:ext uri="{FF2B5EF4-FFF2-40B4-BE49-F238E27FC236}">
                    <a16:creationId xmlns:a16="http://schemas.microsoft.com/office/drawing/2014/main" id="{D9DF89AF-C488-9CD6-9316-29CE7851B675}"/>
                  </a:ext>
                </a:extLst>
              </p:cNvPr>
              <p:cNvSpPr/>
              <p:nvPr/>
            </p:nvSpPr>
            <p:spPr>
              <a:xfrm>
                <a:off x="4671013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17" name="pg2116">
                <a:extLst>
                  <a:ext uri="{FF2B5EF4-FFF2-40B4-BE49-F238E27FC236}">
                    <a16:creationId xmlns:a16="http://schemas.microsoft.com/office/drawing/2014/main" id="{E36C1669-2C17-04E8-C848-E9CE6802D2D0}"/>
                  </a:ext>
                </a:extLst>
              </p:cNvPr>
              <p:cNvSpPr/>
              <p:nvPr/>
            </p:nvSpPr>
            <p:spPr>
              <a:xfrm>
                <a:off x="4682651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18" name="pg2117">
                <a:extLst>
                  <a:ext uri="{FF2B5EF4-FFF2-40B4-BE49-F238E27FC236}">
                    <a16:creationId xmlns:a16="http://schemas.microsoft.com/office/drawing/2014/main" id="{B3D10857-D321-44BD-8F21-ED38071278C4}"/>
                  </a:ext>
                </a:extLst>
              </p:cNvPr>
              <p:cNvSpPr/>
              <p:nvPr/>
            </p:nvSpPr>
            <p:spPr>
              <a:xfrm>
                <a:off x="4694288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19" name="pg2118">
                <a:extLst>
                  <a:ext uri="{FF2B5EF4-FFF2-40B4-BE49-F238E27FC236}">
                    <a16:creationId xmlns:a16="http://schemas.microsoft.com/office/drawing/2014/main" id="{9FE335CB-E788-A0F4-EC81-246E4B96BD61}"/>
                  </a:ext>
                </a:extLst>
              </p:cNvPr>
              <p:cNvSpPr/>
              <p:nvPr/>
            </p:nvSpPr>
            <p:spPr>
              <a:xfrm>
                <a:off x="4705925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20" name="pg2119">
                <a:extLst>
                  <a:ext uri="{FF2B5EF4-FFF2-40B4-BE49-F238E27FC236}">
                    <a16:creationId xmlns:a16="http://schemas.microsoft.com/office/drawing/2014/main" id="{11DF40F0-EEBC-B8CC-4828-1BABFE7CA13C}"/>
                  </a:ext>
                </a:extLst>
              </p:cNvPr>
              <p:cNvSpPr/>
              <p:nvPr/>
            </p:nvSpPr>
            <p:spPr>
              <a:xfrm>
                <a:off x="4717563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21" name="pg2120">
                <a:extLst>
                  <a:ext uri="{FF2B5EF4-FFF2-40B4-BE49-F238E27FC236}">
                    <a16:creationId xmlns:a16="http://schemas.microsoft.com/office/drawing/2014/main" id="{E906BD5E-B47B-BF80-33A8-25A77994D451}"/>
                  </a:ext>
                </a:extLst>
              </p:cNvPr>
              <p:cNvSpPr/>
              <p:nvPr/>
            </p:nvSpPr>
            <p:spPr>
              <a:xfrm>
                <a:off x="4729200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22" name="pg2121">
                <a:extLst>
                  <a:ext uri="{FF2B5EF4-FFF2-40B4-BE49-F238E27FC236}">
                    <a16:creationId xmlns:a16="http://schemas.microsoft.com/office/drawing/2014/main" id="{A482808D-4009-C9D5-E64F-743C3D47EC47}"/>
                  </a:ext>
                </a:extLst>
              </p:cNvPr>
              <p:cNvSpPr/>
              <p:nvPr/>
            </p:nvSpPr>
            <p:spPr>
              <a:xfrm>
                <a:off x="4740837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23" name="pg2122">
                <a:extLst>
                  <a:ext uri="{FF2B5EF4-FFF2-40B4-BE49-F238E27FC236}">
                    <a16:creationId xmlns:a16="http://schemas.microsoft.com/office/drawing/2014/main" id="{21139043-0EE2-CC34-534E-D9DEBFF30012}"/>
                  </a:ext>
                </a:extLst>
              </p:cNvPr>
              <p:cNvSpPr/>
              <p:nvPr/>
            </p:nvSpPr>
            <p:spPr>
              <a:xfrm>
                <a:off x="4752475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24" name="pg2123">
                <a:extLst>
                  <a:ext uri="{FF2B5EF4-FFF2-40B4-BE49-F238E27FC236}">
                    <a16:creationId xmlns:a16="http://schemas.microsoft.com/office/drawing/2014/main" id="{E67A1F39-7DC5-AE8A-4FB8-B2801E151F7C}"/>
                  </a:ext>
                </a:extLst>
              </p:cNvPr>
              <p:cNvSpPr/>
              <p:nvPr/>
            </p:nvSpPr>
            <p:spPr>
              <a:xfrm>
                <a:off x="4764112" y="440958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25" name="pg2124">
                <a:extLst>
                  <a:ext uri="{FF2B5EF4-FFF2-40B4-BE49-F238E27FC236}">
                    <a16:creationId xmlns:a16="http://schemas.microsoft.com/office/drawing/2014/main" id="{E2AF68E3-0DE4-FA9E-4913-3E3593B6AA28}"/>
                  </a:ext>
                </a:extLst>
              </p:cNvPr>
              <p:cNvSpPr/>
              <p:nvPr/>
            </p:nvSpPr>
            <p:spPr>
              <a:xfrm>
                <a:off x="4612827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26" name="pg2125">
                <a:extLst>
                  <a:ext uri="{FF2B5EF4-FFF2-40B4-BE49-F238E27FC236}">
                    <a16:creationId xmlns:a16="http://schemas.microsoft.com/office/drawing/2014/main" id="{4F377D6F-389D-8FB8-F5C8-6FDCE07EFD93}"/>
                  </a:ext>
                </a:extLst>
              </p:cNvPr>
              <p:cNvSpPr/>
              <p:nvPr/>
            </p:nvSpPr>
            <p:spPr>
              <a:xfrm>
                <a:off x="4624464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27" name="pg2126">
                <a:extLst>
                  <a:ext uri="{FF2B5EF4-FFF2-40B4-BE49-F238E27FC236}">
                    <a16:creationId xmlns:a16="http://schemas.microsoft.com/office/drawing/2014/main" id="{BD2CC415-8E09-8D18-E409-64006D7995FD}"/>
                  </a:ext>
                </a:extLst>
              </p:cNvPr>
              <p:cNvSpPr/>
              <p:nvPr/>
            </p:nvSpPr>
            <p:spPr>
              <a:xfrm>
                <a:off x="4636101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28" name="pg2127">
                <a:extLst>
                  <a:ext uri="{FF2B5EF4-FFF2-40B4-BE49-F238E27FC236}">
                    <a16:creationId xmlns:a16="http://schemas.microsoft.com/office/drawing/2014/main" id="{49C31E20-141B-58A0-1627-82E004AE8D39}"/>
                  </a:ext>
                </a:extLst>
              </p:cNvPr>
              <p:cNvSpPr/>
              <p:nvPr/>
            </p:nvSpPr>
            <p:spPr>
              <a:xfrm>
                <a:off x="4647739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29" name="pg2128">
                <a:extLst>
                  <a:ext uri="{FF2B5EF4-FFF2-40B4-BE49-F238E27FC236}">
                    <a16:creationId xmlns:a16="http://schemas.microsoft.com/office/drawing/2014/main" id="{1368B688-0F7A-C460-E168-DBD3678BB43A}"/>
                  </a:ext>
                </a:extLst>
              </p:cNvPr>
              <p:cNvSpPr/>
              <p:nvPr/>
            </p:nvSpPr>
            <p:spPr>
              <a:xfrm>
                <a:off x="4659376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30" name="pg2129">
                <a:extLst>
                  <a:ext uri="{FF2B5EF4-FFF2-40B4-BE49-F238E27FC236}">
                    <a16:creationId xmlns:a16="http://schemas.microsoft.com/office/drawing/2014/main" id="{6CAC9676-C390-3EAE-66BF-4FB84F86C7D7}"/>
                  </a:ext>
                </a:extLst>
              </p:cNvPr>
              <p:cNvSpPr/>
              <p:nvPr/>
            </p:nvSpPr>
            <p:spPr>
              <a:xfrm>
                <a:off x="4671013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31" name="pg2130">
                <a:extLst>
                  <a:ext uri="{FF2B5EF4-FFF2-40B4-BE49-F238E27FC236}">
                    <a16:creationId xmlns:a16="http://schemas.microsoft.com/office/drawing/2014/main" id="{07E01A36-B289-7E0A-D267-7E5401747921}"/>
                  </a:ext>
                </a:extLst>
              </p:cNvPr>
              <p:cNvSpPr/>
              <p:nvPr/>
            </p:nvSpPr>
            <p:spPr>
              <a:xfrm>
                <a:off x="4682651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32" name="pg2131">
                <a:extLst>
                  <a:ext uri="{FF2B5EF4-FFF2-40B4-BE49-F238E27FC236}">
                    <a16:creationId xmlns:a16="http://schemas.microsoft.com/office/drawing/2014/main" id="{66EF8E7F-5378-8316-6657-7B1B58AF1827}"/>
                  </a:ext>
                </a:extLst>
              </p:cNvPr>
              <p:cNvSpPr/>
              <p:nvPr/>
            </p:nvSpPr>
            <p:spPr>
              <a:xfrm>
                <a:off x="4694288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33" name="pg2132">
                <a:extLst>
                  <a:ext uri="{FF2B5EF4-FFF2-40B4-BE49-F238E27FC236}">
                    <a16:creationId xmlns:a16="http://schemas.microsoft.com/office/drawing/2014/main" id="{5751069C-12F2-83ED-DF01-25E701150F7A}"/>
                  </a:ext>
                </a:extLst>
              </p:cNvPr>
              <p:cNvSpPr/>
              <p:nvPr/>
            </p:nvSpPr>
            <p:spPr>
              <a:xfrm>
                <a:off x="4705925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34" name="pg2133">
                <a:extLst>
                  <a:ext uri="{FF2B5EF4-FFF2-40B4-BE49-F238E27FC236}">
                    <a16:creationId xmlns:a16="http://schemas.microsoft.com/office/drawing/2014/main" id="{0B87516D-BE34-2DBB-1AB1-9F4D32F8AD9A}"/>
                  </a:ext>
                </a:extLst>
              </p:cNvPr>
              <p:cNvSpPr/>
              <p:nvPr/>
            </p:nvSpPr>
            <p:spPr>
              <a:xfrm>
                <a:off x="4717563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35" name="pg2134">
                <a:extLst>
                  <a:ext uri="{FF2B5EF4-FFF2-40B4-BE49-F238E27FC236}">
                    <a16:creationId xmlns:a16="http://schemas.microsoft.com/office/drawing/2014/main" id="{B54ED124-6858-EF01-95D2-3661EF039F05}"/>
                  </a:ext>
                </a:extLst>
              </p:cNvPr>
              <p:cNvSpPr/>
              <p:nvPr/>
            </p:nvSpPr>
            <p:spPr>
              <a:xfrm>
                <a:off x="4729200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36" name="pg2135">
                <a:extLst>
                  <a:ext uri="{FF2B5EF4-FFF2-40B4-BE49-F238E27FC236}">
                    <a16:creationId xmlns:a16="http://schemas.microsoft.com/office/drawing/2014/main" id="{A9CB0C96-C218-5372-F1EB-62AED0CA6387}"/>
                  </a:ext>
                </a:extLst>
              </p:cNvPr>
              <p:cNvSpPr/>
              <p:nvPr/>
            </p:nvSpPr>
            <p:spPr>
              <a:xfrm>
                <a:off x="4740837" y="442388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37" name="pg2136">
                <a:extLst>
                  <a:ext uri="{FF2B5EF4-FFF2-40B4-BE49-F238E27FC236}">
                    <a16:creationId xmlns:a16="http://schemas.microsoft.com/office/drawing/2014/main" id="{FC140AF6-27ED-17D5-F21A-F201D4C34A96}"/>
                  </a:ext>
                </a:extLst>
              </p:cNvPr>
              <p:cNvSpPr/>
              <p:nvPr/>
            </p:nvSpPr>
            <p:spPr>
              <a:xfrm>
                <a:off x="4612827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38" name="pg2137">
                <a:extLst>
                  <a:ext uri="{FF2B5EF4-FFF2-40B4-BE49-F238E27FC236}">
                    <a16:creationId xmlns:a16="http://schemas.microsoft.com/office/drawing/2014/main" id="{DAF0A8B7-31E4-1886-BCA7-D680980E2384}"/>
                  </a:ext>
                </a:extLst>
              </p:cNvPr>
              <p:cNvSpPr/>
              <p:nvPr/>
            </p:nvSpPr>
            <p:spPr>
              <a:xfrm>
                <a:off x="4624464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39" name="pg2138">
                <a:extLst>
                  <a:ext uri="{FF2B5EF4-FFF2-40B4-BE49-F238E27FC236}">
                    <a16:creationId xmlns:a16="http://schemas.microsoft.com/office/drawing/2014/main" id="{C0E0178B-E9C2-11AB-B6EC-E2AE110CB93F}"/>
                  </a:ext>
                </a:extLst>
              </p:cNvPr>
              <p:cNvSpPr/>
              <p:nvPr/>
            </p:nvSpPr>
            <p:spPr>
              <a:xfrm>
                <a:off x="4636101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40" name="pg2139">
                <a:extLst>
                  <a:ext uri="{FF2B5EF4-FFF2-40B4-BE49-F238E27FC236}">
                    <a16:creationId xmlns:a16="http://schemas.microsoft.com/office/drawing/2014/main" id="{CBA8BD69-6BF7-9B60-B53E-D326358E356E}"/>
                  </a:ext>
                </a:extLst>
              </p:cNvPr>
              <p:cNvSpPr/>
              <p:nvPr/>
            </p:nvSpPr>
            <p:spPr>
              <a:xfrm>
                <a:off x="4647739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41" name="pg2140">
                <a:extLst>
                  <a:ext uri="{FF2B5EF4-FFF2-40B4-BE49-F238E27FC236}">
                    <a16:creationId xmlns:a16="http://schemas.microsoft.com/office/drawing/2014/main" id="{3010DF7D-95C2-7234-2950-979C89AA395C}"/>
                  </a:ext>
                </a:extLst>
              </p:cNvPr>
              <p:cNvSpPr/>
              <p:nvPr/>
            </p:nvSpPr>
            <p:spPr>
              <a:xfrm>
                <a:off x="4659376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42" name="pg2141">
                <a:extLst>
                  <a:ext uri="{FF2B5EF4-FFF2-40B4-BE49-F238E27FC236}">
                    <a16:creationId xmlns:a16="http://schemas.microsoft.com/office/drawing/2014/main" id="{3804CE66-996C-5F85-CDA0-6F5E1C1A56B5}"/>
                  </a:ext>
                </a:extLst>
              </p:cNvPr>
              <p:cNvSpPr/>
              <p:nvPr/>
            </p:nvSpPr>
            <p:spPr>
              <a:xfrm>
                <a:off x="4671013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43" name="pg2142">
                <a:extLst>
                  <a:ext uri="{FF2B5EF4-FFF2-40B4-BE49-F238E27FC236}">
                    <a16:creationId xmlns:a16="http://schemas.microsoft.com/office/drawing/2014/main" id="{EA480B29-F184-26AC-3700-1A6A5BE76CDF}"/>
                  </a:ext>
                </a:extLst>
              </p:cNvPr>
              <p:cNvSpPr/>
              <p:nvPr/>
            </p:nvSpPr>
            <p:spPr>
              <a:xfrm>
                <a:off x="4682651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44" name="pg2143">
                <a:extLst>
                  <a:ext uri="{FF2B5EF4-FFF2-40B4-BE49-F238E27FC236}">
                    <a16:creationId xmlns:a16="http://schemas.microsoft.com/office/drawing/2014/main" id="{5A7FC69D-EA91-C119-EE2B-15A47CF3C8BB}"/>
                  </a:ext>
                </a:extLst>
              </p:cNvPr>
              <p:cNvSpPr/>
              <p:nvPr/>
            </p:nvSpPr>
            <p:spPr>
              <a:xfrm>
                <a:off x="4694288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45" name="pg2144">
                <a:extLst>
                  <a:ext uri="{FF2B5EF4-FFF2-40B4-BE49-F238E27FC236}">
                    <a16:creationId xmlns:a16="http://schemas.microsoft.com/office/drawing/2014/main" id="{FC066EBF-0E92-95FD-DEEE-7742727218E3}"/>
                  </a:ext>
                </a:extLst>
              </p:cNvPr>
              <p:cNvSpPr/>
              <p:nvPr/>
            </p:nvSpPr>
            <p:spPr>
              <a:xfrm>
                <a:off x="4705925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46" name="pg2145">
                <a:extLst>
                  <a:ext uri="{FF2B5EF4-FFF2-40B4-BE49-F238E27FC236}">
                    <a16:creationId xmlns:a16="http://schemas.microsoft.com/office/drawing/2014/main" id="{2A6CE3D2-DB78-B6CB-2005-DFFCDAA82882}"/>
                  </a:ext>
                </a:extLst>
              </p:cNvPr>
              <p:cNvSpPr/>
              <p:nvPr/>
            </p:nvSpPr>
            <p:spPr>
              <a:xfrm>
                <a:off x="4717563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2">
                  <a:alpha val="100000"/>
                </a:srgbClr>
              </a:solidFill>
              <a:ln w="5420" cap="flat">
                <a:solidFill>
                  <a:srgbClr val="3A79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47" name="pg2146">
                <a:extLst>
                  <a:ext uri="{FF2B5EF4-FFF2-40B4-BE49-F238E27FC236}">
                    <a16:creationId xmlns:a16="http://schemas.microsoft.com/office/drawing/2014/main" id="{3704A23E-8C6D-FAEA-98F0-B6E67B00C784}"/>
                  </a:ext>
                </a:extLst>
              </p:cNvPr>
              <p:cNvSpPr/>
              <p:nvPr/>
            </p:nvSpPr>
            <p:spPr>
              <a:xfrm>
                <a:off x="4729200" y="44381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48" name="pg2147">
                <a:extLst>
                  <a:ext uri="{FF2B5EF4-FFF2-40B4-BE49-F238E27FC236}">
                    <a16:creationId xmlns:a16="http://schemas.microsoft.com/office/drawing/2014/main" id="{9B7FFF0B-20FA-63FE-AC11-EE43850D2E3C}"/>
                  </a:ext>
                </a:extLst>
              </p:cNvPr>
              <p:cNvSpPr/>
              <p:nvPr/>
            </p:nvSpPr>
            <p:spPr>
              <a:xfrm>
                <a:off x="4612827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49" name="pg2148">
                <a:extLst>
                  <a:ext uri="{FF2B5EF4-FFF2-40B4-BE49-F238E27FC236}">
                    <a16:creationId xmlns:a16="http://schemas.microsoft.com/office/drawing/2014/main" id="{DB585DC5-03CE-1229-6E66-C49081B0D675}"/>
                  </a:ext>
                </a:extLst>
              </p:cNvPr>
              <p:cNvSpPr/>
              <p:nvPr/>
            </p:nvSpPr>
            <p:spPr>
              <a:xfrm>
                <a:off x="4624464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50" name="pg2149">
                <a:extLst>
                  <a:ext uri="{FF2B5EF4-FFF2-40B4-BE49-F238E27FC236}">
                    <a16:creationId xmlns:a16="http://schemas.microsoft.com/office/drawing/2014/main" id="{4B7CE5E2-FC22-4DF4-E4C6-BE5C23BF9C93}"/>
                  </a:ext>
                </a:extLst>
              </p:cNvPr>
              <p:cNvSpPr/>
              <p:nvPr/>
            </p:nvSpPr>
            <p:spPr>
              <a:xfrm>
                <a:off x="4636101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3A1">
                  <a:alpha val="100000"/>
                </a:srgbClr>
              </a:solidFill>
              <a:ln w="5420" cap="flat">
                <a:solidFill>
                  <a:srgbClr val="3B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51" name="pg2150">
                <a:extLst>
                  <a:ext uri="{FF2B5EF4-FFF2-40B4-BE49-F238E27FC236}">
                    <a16:creationId xmlns:a16="http://schemas.microsoft.com/office/drawing/2014/main" id="{F25F2709-4375-6EB1-E2CD-B7202F386594}"/>
                  </a:ext>
                </a:extLst>
              </p:cNvPr>
              <p:cNvSpPr/>
              <p:nvPr/>
            </p:nvSpPr>
            <p:spPr>
              <a:xfrm>
                <a:off x="4647739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52" name="pg2151">
                <a:extLst>
                  <a:ext uri="{FF2B5EF4-FFF2-40B4-BE49-F238E27FC236}">
                    <a16:creationId xmlns:a16="http://schemas.microsoft.com/office/drawing/2014/main" id="{5B6C8AA9-DF94-617E-6E93-354130D939A8}"/>
                  </a:ext>
                </a:extLst>
              </p:cNvPr>
              <p:cNvSpPr/>
              <p:nvPr/>
            </p:nvSpPr>
            <p:spPr>
              <a:xfrm>
                <a:off x="4659376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53" name="pg2152">
                <a:extLst>
                  <a:ext uri="{FF2B5EF4-FFF2-40B4-BE49-F238E27FC236}">
                    <a16:creationId xmlns:a16="http://schemas.microsoft.com/office/drawing/2014/main" id="{DC58858F-7435-D627-1BEF-9CF0EF273663}"/>
                  </a:ext>
                </a:extLst>
              </p:cNvPr>
              <p:cNvSpPr/>
              <p:nvPr/>
            </p:nvSpPr>
            <p:spPr>
              <a:xfrm>
                <a:off x="4671013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54" name="pg2153">
                <a:extLst>
                  <a:ext uri="{FF2B5EF4-FFF2-40B4-BE49-F238E27FC236}">
                    <a16:creationId xmlns:a16="http://schemas.microsoft.com/office/drawing/2014/main" id="{3C7D51AC-E8E8-AF45-F16B-8DC58388CF6D}"/>
                  </a:ext>
                </a:extLst>
              </p:cNvPr>
              <p:cNvSpPr/>
              <p:nvPr/>
            </p:nvSpPr>
            <p:spPr>
              <a:xfrm>
                <a:off x="4682651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55" name="pg2154">
                <a:extLst>
                  <a:ext uri="{FF2B5EF4-FFF2-40B4-BE49-F238E27FC236}">
                    <a16:creationId xmlns:a16="http://schemas.microsoft.com/office/drawing/2014/main" id="{D21AB570-8393-C7B1-D939-D9AEB7AE6591}"/>
                  </a:ext>
                </a:extLst>
              </p:cNvPr>
              <p:cNvSpPr/>
              <p:nvPr/>
            </p:nvSpPr>
            <p:spPr>
              <a:xfrm>
                <a:off x="4694288" y="445248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56" name="pg2155">
                <a:extLst>
                  <a:ext uri="{FF2B5EF4-FFF2-40B4-BE49-F238E27FC236}">
                    <a16:creationId xmlns:a16="http://schemas.microsoft.com/office/drawing/2014/main" id="{FDC5D8FE-4784-4FBB-73AB-B485D2A24EE6}"/>
                  </a:ext>
                </a:extLst>
              </p:cNvPr>
              <p:cNvSpPr/>
              <p:nvPr/>
            </p:nvSpPr>
            <p:spPr>
              <a:xfrm>
                <a:off x="4612827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57" name="pg2156">
                <a:extLst>
                  <a:ext uri="{FF2B5EF4-FFF2-40B4-BE49-F238E27FC236}">
                    <a16:creationId xmlns:a16="http://schemas.microsoft.com/office/drawing/2014/main" id="{559D0B4B-1140-91C4-9F82-4E0B58882799}"/>
                  </a:ext>
                </a:extLst>
              </p:cNvPr>
              <p:cNvSpPr/>
              <p:nvPr/>
            </p:nvSpPr>
            <p:spPr>
              <a:xfrm>
                <a:off x="4624464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58" name="pg2157">
                <a:extLst>
                  <a:ext uri="{FF2B5EF4-FFF2-40B4-BE49-F238E27FC236}">
                    <a16:creationId xmlns:a16="http://schemas.microsoft.com/office/drawing/2014/main" id="{1C99CA2C-2AFC-BEC0-154B-7975969F7646}"/>
                  </a:ext>
                </a:extLst>
              </p:cNvPr>
              <p:cNvSpPr/>
              <p:nvPr/>
            </p:nvSpPr>
            <p:spPr>
              <a:xfrm>
                <a:off x="4636101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59" name="pg2158">
                <a:extLst>
                  <a:ext uri="{FF2B5EF4-FFF2-40B4-BE49-F238E27FC236}">
                    <a16:creationId xmlns:a16="http://schemas.microsoft.com/office/drawing/2014/main" id="{624B9651-36B1-D54E-72C5-33B5E1DF98F8}"/>
                  </a:ext>
                </a:extLst>
              </p:cNvPr>
              <p:cNvSpPr/>
              <p:nvPr/>
            </p:nvSpPr>
            <p:spPr>
              <a:xfrm>
                <a:off x="4647739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60" name="pg2159">
                <a:extLst>
                  <a:ext uri="{FF2B5EF4-FFF2-40B4-BE49-F238E27FC236}">
                    <a16:creationId xmlns:a16="http://schemas.microsoft.com/office/drawing/2014/main" id="{0E436F2F-BB0A-1CBD-5147-04F25E9E7610}"/>
                  </a:ext>
                </a:extLst>
              </p:cNvPr>
              <p:cNvSpPr/>
              <p:nvPr/>
            </p:nvSpPr>
            <p:spPr>
              <a:xfrm>
                <a:off x="4659376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61" name="pg2160">
                <a:extLst>
                  <a:ext uri="{FF2B5EF4-FFF2-40B4-BE49-F238E27FC236}">
                    <a16:creationId xmlns:a16="http://schemas.microsoft.com/office/drawing/2014/main" id="{A27E0C83-8CF9-750E-334E-5F202C3B6E31}"/>
                  </a:ext>
                </a:extLst>
              </p:cNvPr>
              <p:cNvSpPr/>
              <p:nvPr/>
            </p:nvSpPr>
            <p:spPr>
              <a:xfrm>
                <a:off x="4671013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62" name="pg2161">
                <a:extLst>
                  <a:ext uri="{FF2B5EF4-FFF2-40B4-BE49-F238E27FC236}">
                    <a16:creationId xmlns:a16="http://schemas.microsoft.com/office/drawing/2014/main" id="{8284A8A2-DE1B-02A7-C611-9BB07E7B8C99}"/>
                  </a:ext>
                </a:extLst>
              </p:cNvPr>
              <p:cNvSpPr/>
              <p:nvPr/>
            </p:nvSpPr>
            <p:spPr>
              <a:xfrm>
                <a:off x="4682651" y="44667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63" name="pg2162">
                <a:extLst>
                  <a:ext uri="{FF2B5EF4-FFF2-40B4-BE49-F238E27FC236}">
                    <a16:creationId xmlns:a16="http://schemas.microsoft.com/office/drawing/2014/main" id="{A8320131-A473-F821-F23D-62545CF1ED13}"/>
                  </a:ext>
                </a:extLst>
              </p:cNvPr>
              <p:cNvSpPr/>
              <p:nvPr/>
            </p:nvSpPr>
            <p:spPr>
              <a:xfrm>
                <a:off x="4589552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64" name="pg2163">
                <a:extLst>
                  <a:ext uri="{FF2B5EF4-FFF2-40B4-BE49-F238E27FC236}">
                    <a16:creationId xmlns:a16="http://schemas.microsoft.com/office/drawing/2014/main" id="{0AE91E55-59CA-F7C5-9FB6-9877B2CCFF17}"/>
                  </a:ext>
                </a:extLst>
              </p:cNvPr>
              <p:cNvSpPr/>
              <p:nvPr/>
            </p:nvSpPr>
            <p:spPr>
              <a:xfrm>
                <a:off x="4601190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65" name="pg2164">
                <a:extLst>
                  <a:ext uri="{FF2B5EF4-FFF2-40B4-BE49-F238E27FC236}">
                    <a16:creationId xmlns:a16="http://schemas.microsoft.com/office/drawing/2014/main" id="{1F9DCBBB-9CFC-995A-8515-4E69613C605C}"/>
                  </a:ext>
                </a:extLst>
              </p:cNvPr>
              <p:cNvSpPr/>
              <p:nvPr/>
            </p:nvSpPr>
            <p:spPr>
              <a:xfrm>
                <a:off x="4612827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66" name="pg2165">
                <a:extLst>
                  <a:ext uri="{FF2B5EF4-FFF2-40B4-BE49-F238E27FC236}">
                    <a16:creationId xmlns:a16="http://schemas.microsoft.com/office/drawing/2014/main" id="{6D257D2E-777A-2495-F322-1328A4926186}"/>
                  </a:ext>
                </a:extLst>
              </p:cNvPr>
              <p:cNvSpPr/>
              <p:nvPr/>
            </p:nvSpPr>
            <p:spPr>
              <a:xfrm>
                <a:off x="4624464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B9F">
                  <a:alpha val="100000"/>
                </a:srgbClr>
              </a:solidFill>
              <a:ln w="5420" cap="flat">
                <a:solidFill>
                  <a:srgbClr val="3A6B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67" name="pg2166">
                <a:extLst>
                  <a:ext uri="{FF2B5EF4-FFF2-40B4-BE49-F238E27FC236}">
                    <a16:creationId xmlns:a16="http://schemas.microsoft.com/office/drawing/2014/main" id="{F82583E8-7354-00FF-387D-89BB42171256}"/>
                  </a:ext>
                </a:extLst>
              </p:cNvPr>
              <p:cNvSpPr/>
              <p:nvPr/>
            </p:nvSpPr>
            <p:spPr>
              <a:xfrm>
                <a:off x="4636101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19D">
                  <a:alpha val="100000"/>
                </a:srgbClr>
              </a:solidFill>
              <a:ln w="5420" cap="flat">
                <a:solidFill>
                  <a:srgbClr val="3A619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68" name="pg2167">
                <a:extLst>
                  <a:ext uri="{FF2B5EF4-FFF2-40B4-BE49-F238E27FC236}">
                    <a16:creationId xmlns:a16="http://schemas.microsoft.com/office/drawing/2014/main" id="{B0A5F301-73B1-DBF7-C8F7-2C35AE24B49E}"/>
                  </a:ext>
                </a:extLst>
              </p:cNvPr>
              <p:cNvSpPr/>
              <p:nvPr/>
            </p:nvSpPr>
            <p:spPr>
              <a:xfrm>
                <a:off x="4647739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69" name="pg2168">
                <a:extLst>
                  <a:ext uri="{FF2B5EF4-FFF2-40B4-BE49-F238E27FC236}">
                    <a16:creationId xmlns:a16="http://schemas.microsoft.com/office/drawing/2014/main" id="{6EB3EA19-7653-3895-9DD1-0E384C77E14D}"/>
                  </a:ext>
                </a:extLst>
              </p:cNvPr>
              <p:cNvSpPr/>
              <p:nvPr/>
            </p:nvSpPr>
            <p:spPr>
              <a:xfrm>
                <a:off x="4659376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1">
                  <a:alpha val="100000"/>
                </a:srgbClr>
              </a:solidFill>
              <a:ln w="5420" cap="flat">
                <a:solidFill>
                  <a:srgbClr val="3B70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70" name="pg2169">
                <a:extLst>
                  <a:ext uri="{FF2B5EF4-FFF2-40B4-BE49-F238E27FC236}">
                    <a16:creationId xmlns:a16="http://schemas.microsoft.com/office/drawing/2014/main" id="{E48FD6C9-71ED-E657-3457-BA2AF2791897}"/>
                  </a:ext>
                </a:extLst>
              </p:cNvPr>
              <p:cNvSpPr/>
              <p:nvPr/>
            </p:nvSpPr>
            <p:spPr>
              <a:xfrm>
                <a:off x="4671013" y="448108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4A1">
                  <a:alpha val="100000"/>
                </a:srgbClr>
              </a:solidFill>
              <a:ln w="5420" cap="flat">
                <a:solidFill>
                  <a:srgbClr val="3A74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71" name="pg2170">
                <a:extLst>
                  <a:ext uri="{FF2B5EF4-FFF2-40B4-BE49-F238E27FC236}">
                    <a16:creationId xmlns:a16="http://schemas.microsoft.com/office/drawing/2014/main" id="{DF54A19E-38E6-2813-1579-873FB4FEFA25}"/>
                  </a:ext>
                </a:extLst>
              </p:cNvPr>
              <p:cNvSpPr/>
              <p:nvPr/>
            </p:nvSpPr>
            <p:spPr>
              <a:xfrm>
                <a:off x="4589552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72" name="pg2171">
                <a:extLst>
                  <a:ext uri="{FF2B5EF4-FFF2-40B4-BE49-F238E27FC236}">
                    <a16:creationId xmlns:a16="http://schemas.microsoft.com/office/drawing/2014/main" id="{96B9B76B-A0B3-BBB4-AC95-6516E009353B}"/>
                  </a:ext>
                </a:extLst>
              </p:cNvPr>
              <p:cNvSpPr/>
              <p:nvPr/>
            </p:nvSpPr>
            <p:spPr>
              <a:xfrm>
                <a:off x="4601190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73" name="pg2172">
                <a:extLst>
                  <a:ext uri="{FF2B5EF4-FFF2-40B4-BE49-F238E27FC236}">
                    <a16:creationId xmlns:a16="http://schemas.microsoft.com/office/drawing/2014/main" id="{1CBA48AA-6E5F-C4B6-C851-195E946A303F}"/>
                  </a:ext>
                </a:extLst>
              </p:cNvPr>
              <p:cNvSpPr/>
              <p:nvPr/>
            </p:nvSpPr>
            <p:spPr>
              <a:xfrm>
                <a:off x="4612827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BAA">
                  <a:alpha val="100000"/>
                </a:srgbClr>
              </a:solidFill>
              <a:ln w="5420" cap="flat">
                <a:solidFill>
                  <a:srgbClr val="48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74" name="pg2173">
                <a:extLst>
                  <a:ext uri="{FF2B5EF4-FFF2-40B4-BE49-F238E27FC236}">
                    <a16:creationId xmlns:a16="http://schemas.microsoft.com/office/drawing/2014/main" id="{D5B138F0-24E9-9D87-EAC5-FF04B6BE851C}"/>
                  </a:ext>
                </a:extLst>
              </p:cNvPr>
              <p:cNvSpPr/>
              <p:nvPr/>
            </p:nvSpPr>
            <p:spPr>
              <a:xfrm>
                <a:off x="4624464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75" name="pg2174">
                <a:extLst>
                  <a:ext uri="{FF2B5EF4-FFF2-40B4-BE49-F238E27FC236}">
                    <a16:creationId xmlns:a16="http://schemas.microsoft.com/office/drawing/2014/main" id="{C9E278B6-9C04-4031-DBDA-A5C9581D66D8}"/>
                  </a:ext>
                </a:extLst>
              </p:cNvPr>
              <p:cNvSpPr/>
              <p:nvPr/>
            </p:nvSpPr>
            <p:spPr>
              <a:xfrm>
                <a:off x="4636101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5F9C">
                  <a:alpha val="100000"/>
                </a:srgbClr>
              </a:solidFill>
              <a:ln w="5420" cap="flat">
                <a:solidFill>
                  <a:srgbClr val="395F9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76" name="pg2175">
                <a:extLst>
                  <a:ext uri="{FF2B5EF4-FFF2-40B4-BE49-F238E27FC236}">
                    <a16:creationId xmlns:a16="http://schemas.microsoft.com/office/drawing/2014/main" id="{F863983D-60B6-F57E-DAD1-7AA7706998F0}"/>
                  </a:ext>
                </a:extLst>
              </p:cNvPr>
              <p:cNvSpPr/>
              <p:nvPr/>
            </p:nvSpPr>
            <p:spPr>
              <a:xfrm>
                <a:off x="4647739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A9F">
                  <a:alpha val="100000"/>
                </a:srgbClr>
              </a:solidFill>
              <a:ln w="5420" cap="flat">
                <a:solidFill>
                  <a:srgbClr val="3A6A9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77" name="pg2176">
                <a:extLst>
                  <a:ext uri="{FF2B5EF4-FFF2-40B4-BE49-F238E27FC236}">
                    <a16:creationId xmlns:a16="http://schemas.microsoft.com/office/drawing/2014/main" id="{BA06CEDD-F0C6-E5BB-3DEA-80030A9563AE}"/>
                  </a:ext>
                </a:extLst>
              </p:cNvPr>
              <p:cNvSpPr/>
              <p:nvPr/>
            </p:nvSpPr>
            <p:spPr>
              <a:xfrm>
                <a:off x="4659376" y="449538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78" name="pg2177">
                <a:extLst>
                  <a:ext uri="{FF2B5EF4-FFF2-40B4-BE49-F238E27FC236}">
                    <a16:creationId xmlns:a16="http://schemas.microsoft.com/office/drawing/2014/main" id="{3FF26D0E-C1B1-26F0-B077-105D9471BAC3}"/>
                  </a:ext>
                </a:extLst>
              </p:cNvPr>
              <p:cNvSpPr/>
              <p:nvPr/>
            </p:nvSpPr>
            <p:spPr>
              <a:xfrm>
                <a:off x="4577915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79" name="pg2178">
                <a:extLst>
                  <a:ext uri="{FF2B5EF4-FFF2-40B4-BE49-F238E27FC236}">
                    <a16:creationId xmlns:a16="http://schemas.microsoft.com/office/drawing/2014/main" id="{AF80876D-AF05-4BCD-75E1-AAAFBA32B27D}"/>
                  </a:ext>
                </a:extLst>
              </p:cNvPr>
              <p:cNvSpPr/>
              <p:nvPr/>
            </p:nvSpPr>
            <p:spPr>
              <a:xfrm>
                <a:off x="4589552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80" name="pg2179">
                <a:extLst>
                  <a:ext uri="{FF2B5EF4-FFF2-40B4-BE49-F238E27FC236}">
                    <a16:creationId xmlns:a16="http://schemas.microsoft.com/office/drawing/2014/main" id="{7DC88580-11AA-B7B4-7088-6429C4D9DD8A}"/>
                  </a:ext>
                </a:extLst>
              </p:cNvPr>
              <p:cNvSpPr/>
              <p:nvPr/>
            </p:nvSpPr>
            <p:spPr>
              <a:xfrm>
                <a:off x="4601190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81" name="pg2180">
                <a:extLst>
                  <a:ext uri="{FF2B5EF4-FFF2-40B4-BE49-F238E27FC236}">
                    <a16:creationId xmlns:a16="http://schemas.microsoft.com/office/drawing/2014/main" id="{4921514C-67D5-FBF9-92A9-5D3AC6C2C1B5}"/>
                  </a:ext>
                </a:extLst>
              </p:cNvPr>
              <p:cNvSpPr/>
              <p:nvPr/>
            </p:nvSpPr>
            <p:spPr>
              <a:xfrm>
                <a:off x="4612827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82" name="pg2181">
                <a:extLst>
                  <a:ext uri="{FF2B5EF4-FFF2-40B4-BE49-F238E27FC236}">
                    <a16:creationId xmlns:a16="http://schemas.microsoft.com/office/drawing/2014/main" id="{30439567-797F-1710-BE65-767DF3E6E831}"/>
                  </a:ext>
                </a:extLst>
              </p:cNvPr>
              <p:cNvSpPr/>
              <p:nvPr/>
            </p:nvSpPr>
            <p:spPr>
              <a:xfrm>
                <a:off x="4624464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83" name="pg2182">
                <a:extLst>
                  <a:ext uri="{FF2B5EF4-FFF2-40B4-BE49-F238E27FC236}">
                    <a16:creationId xmlns:a16="http://schemas.microsoft.com/office/drawing/2014/main" id="{2A661EFD-A0B8-CCF6-69C2-AE64603B6A29}"/>
                  </a:ext>
                </a:extLst>
              </p:cNvPr>
              <p:cNvSpPr/>
              <p:nvPr/>
            </p:nvSpPr>
            <p:spPr>
              <a:xfrm>
                <a:off x="4636101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CA0">
                  <a:alpha val="100000"/>
                </a:srgbClr>
              </a:solidFill>
              <a:ln w="5420" cap="flat">
                <a:solidFill>
                  <a:srgbClr val="3A6C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84" name="pg2183">
                <a:extLst>
                  <a:ext uri="{FF2B5EF4-FFF2-40B4-BE49-F238E27FC236}">
                    <a16:creationId xmlns:a16="http://schemas.microsoft.com/office/drawing/2014/main" id="{37C31D02-BFC1-96DA-FEF8-A4CE9CF1A046}"/>
                  </a:ext>
                </a:extLst>
              </p:cNvPr>
              <p:cNvSpPr/>
              <p:nvPr/>
            </p:nvSpPr>
            <p:spPr>
              <a:xfrm>
                <a:off x="4647739" y="45096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85" name="pg2184">
                <a:extLst>
                  <a:ext uri="{FF2B5EF4-FFF2-40B4-BE49-F238E27FC236}">
                    <a16:creationId xmlns:a16="http://schemas.microsoft.com/office/drawing/2014/main" id="{37386E43-8A91-D5E1-B257-86DB8D3D6E9E}"/>
                  </a:ext>
                </a:extLst>
              </p:cNvPr>
              <p:cNvSpPr/>
              <p:nvPr/>
            </p:nvSpPr>
            <p:spPr>
              <a:xfrm>
                <a:off x="4577915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86" name="pg2185">
                <a:extLst>
                  <a:ext uri="{FF2B5EF4-FFF2-40B4-BE49-F238E27FC236}">
                    <a16:creationId xmlns:a16="http://schemas.microsoft.com/office/drawing/2014/main" id="{8F083BFB-BA0D-1FA2-264D-992F19FFEDDE}"/>
                  </a:ext>
                </a:extLst>
              </p:cNvPr>
              <p:cNvSpPr/>
              <p:nvPr/>
            </p:nvSpPr>
            <p:spPr>
              <a:xfrm>
                <a:off x="4589552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87" name="pg2186">
                <a:extLst>
                  <a:ext uri="{FF2B5EF4-FFF2-40B4-BE49-F238E27FC236}">
                    <a16:creationId xmlns:a16="http://schemas.microsoft.com/office/drawing/2014/main" id="{63928907-A96F-1123-A2C0-3D612C2C73F5}"/>
                  </a:ext>
                </a:extLst>
              </p:cNvPr>
              <p:cNvSpPr/>
              <p:nvPr/>
            </p:nvSpPr>
            <p:spPr>
              <a:xfrm>
                <a:off x="4601190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88" name="pg2187">
                <a:extLst>
                  <a:ext uri="{FF2B5EF4-FFF2-40B4-BE49-F238E27FC236}">
                    <a16:creationId xmlns:a16="http://schemas.microsoft.com/office/drawing/2014/main" id="{21914EA7-F3A5-B7E1-9D57-2D6C768EED05}"/>
                  </a:ext>
                </a:extLst>
              </p:cNvPr>
              <p:cNvSpPr/>
              <p:nvPr/>
            </p:nvSpPr>
            <p:spPr>
              <a:xfrm>
                <a:off x="4612827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89" name="pg2188">
                <a:extLst>
                  <a:ext uri="{FF2B5EF4-FFF2-40B4-BE49-F238E27FC236}">
                    <a16:creationId xmlns:a16="http://schemas.microsoft.com/office/drawing/2014/main" id="{8450B5F5-110E-55F4-F699-11A4EFF145A6}"/>
                  </a:ext>
                </a:extLst>
              </p:cNvPr>
              <p:cNvSpPr/>
              <p:nvPr/>
            </p:nvSpPr>
            <p:spPr>
              <a:xfrm>
                <a:off x="4624464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90" name="pg2189">
                <a:extLst>
                  <a:ext uri="{FF2B5EF4-FFF2-40B4-BE49-F238E27FC236}">
                    <a16:creationId xmlns:a16="http://schemas.microsoft.com/office/drawing/2014/main" id="{D7FA9547-1AA7-61A5-9DEB-DC5C09890D70}"/>
                  </a:ext>
                </a:extLst>
              </p:cNvPr>
              <p:cNvSpPr/>
              <p:nvPr/>
            </p:nvSpPr>
            <p:spPr>
              <a:xfrm>
                <a:off x="4636101" y="452398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91" name="pg2190">
                <a:extLst>
                  <a:ext uri="{FF2B5EF4-FFF2-40B4-BE49-F238E27FC236}">
                    <a16:creationId xmlns:a16="http://schemas.microsoft.com/office/drawing/2014/main" id="{F0C9F779-9736-3C6E-2094-284D5711100F}"/>
                  </a:ext>
                </a:extLst>
              </p:cNvPr>
              <p:cNvSpPr/>
              <p:nvPr/>
            </p:nvSpPr>
            <p:spPr>
              <a:xfrm>
                <a:off x="4566278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92" name="pg2191">
                <a:extLst>
                  <a:ext uri="{FF2B5EF4-FFF2-40B4-BE49-F238E27FC236}">
                    <a16:creationId xmlns:a16="http://schemas.microsoft.com/office/drawing/2014/main" id="{4DBD7A94-DCF0-C5FF-9BE4-9090FA75AD7A}"/>
                  </a:ext>
                </a:extLst>
              </p:cNvPr>
              <p:cNvSpPr/>
              <p:nvPr/>
            </p:nvSpPr>
            <p:spPr>
              <a:xfrm>
                <a:off x="4577915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93" name="pg2192">
                <a:extLst>
                  <a:ext uri="{FF2B5EF4-FFF2-40B4-BE49-F238E27FC236}">
                    <a16:creationId xmlns:a16="http://schemas.microsoft.com/office/drawing/2014/main" id="{998C22D1-B5F9-7598-DB0F-49D43DF3929F}"/>
                  </a:ext>
                </a:extLst>
              </p:cNvPr>
              <p:cNvSpPr/>
              <p:nvPr/>
            </p:nvSpPr>
            <p:spPr>
              <a:xfrm>
                <a:off x="4589552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94" name="pg2193">
                <a:extLst>
                  <a:ext uri="{FF2B5EF4-FFF2-40B4-BE49-F238E27FC236}">
                    <a16:creationId xmlns:a16="http://schemas.microsoft.com/office/drawing/2014/main" id="{40DD55E2-9868-94F0-875B-CAF7CF4D8608}"/>
                  </a:ext>
                </a:extLst>
              </p:cNvPr>
              <p:cNvSpPr/>
              <p:nvPr/>
            </p:nvSpPr>
            <p:spPr>
              <a:xfrm>
                <a:off x="4601190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95" name="pg2194">
                <a:extLst>
                  <a:ext uri="{FF2B5EF4-FFF2-40B4-BE49-F238E27FC236}">
                    <a16:creationId xmlns:a16="http://schemas.microsoft.com/office/drawing/2014/main" id="{D31AB869-9171-6EB4-91FD-30110C39E6F1}"/>
                  </a:ext>
                </a:extLst>
              </p:cNvPr>
              <p:cNvSpPr/>
              <p:nvPr/>
            </p:nvSpPr>
            <p:spPr>
              <a:xfrm>
                <a:off x="4612827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96" name="pg2195">
                <a:extLst>
                  <a:ext uri="{FF2B5EF4-FFF2-40B4-BE49-F238E27FC236}">
                    <a16:creationId xmlns:a16="http://schemas.microsoft.com/office/drawing/2014/main" id="{D1699DB1-05D0-6DCE-535E-9899CA5A93EC}"/>
                  </a:ext>
                </a:extLst>
              </p:cNvPr>
              <p:cNvSpPr/>
              <p:nvPr/>
            </p:nvSpPr>
            <p:spPr>
              <a:xfrm>
                <a:off x="4624464" y="45382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97" name="pg2196">
                <a:extLst>
                  <a:ext uri="{FF2B5EF4-FFF2-40B4-BE49-F238E27FC236}">
                    <a16:creationId xmlns:a16="http://schemas.microsoft.com/office/drawing/2014/main" id="{65FD4C07-AB37-9337-B061-3B40399B6FA5}"/>
                  </a:ext>
                </a:extLst>
              </p:cNvPr>
              <p:cNvSpPr/>
              <p:nvPr/>
            </p:nvSpPr>
            <p:spPr>
              <a:xfrm>
                <a:off x="4566278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98" name="pg2197">
                <a:extLst>
                  <a:ext uri="{FF2B5EF4-FFF2-40B4-BE49-F238E27FC236}">
                    <a16:creationId xmlns:a16="http://schemas.microsoft.com/office/drawing/2014/main" id="{4D4A534A-2AC7-7791-8136-0211852D297F}"/>
                  </a:ext>
                </a:extLst>
              </p:cNvPr>
              <p:cNvSpPr/>
              <p:nvPr/>
            </p:nvSpPr>
            <p:spPr>
              <a:xfrm>
                <a:off x="4577915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599" name="pg2198">
                <a:extLst>
                  <a:ext uri="{FF2B5EF4-FFF2-40B4-BE49-F238E27FC236}">
                    <a16:creationId xmlns:a16="http://schemas.microsoft.com/office/drawing/2014/main" id="{092E599D-DFA9-C708-05FA-D0F8E666E01C}"/>
                  </a:ext>
                </a:extLst>
              </p:cNvPr>
              <p:cNvSpPr/>
              <p:nvPr/>
            </p:nvSpPr>
            <p:spPr>
              <a:xfrm>
                <a:off x="4589552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00" name="pg2199">
                <a:extLst>
                  <a:ext uri="{FF2B5EF4-FFF2-40B4-BE49-F238E27FC236}">
                    <a16:creationId xmlns:a16="http://schemas.microsoft.com/office/drawing/2014/main" id="{719A3F91-C700-75A2-67B9-D6F605AA638B}"/>
                  </a:ext>
                </a:extLst>
              </p:cNvPr>
              <p:cNvSpPr/>
              <p:nvPr/>
            </p:nvSpPr>
            <p:spPr>
              <a:xfrm>
                <a:off x="4601190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01" name="pg2200">
                <a:extLst>
                  <a:ext uri="{FF2B5EF4-FFF2-40B4-BE49-F238E27FC236}">
                    <a16:creationId xmlns:a16="http://schemas.microsoft.com/office/drawing/2014/main" id="{4712B241-68F2-DFB5-0F02-1B041F8E290D}"/>
                  </a:ext>
                </a:extLst>
              </p:cNvPr>
              <p:cNvSpPr/>
              <p:nvPr/>
            </p:nvSpPr>
            <p:spPr>
              <a:xfrm>
                <a:off x="4612827" y="455258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02" name="pg2201">
                <a:extLst>
                  <a:ext uri="{FF2B5EF4-FFF2-40B4-BE49-F238E27FC236}">
                    <a16:creationId xmlns:a16="http://schemas.microsoft.com/office/drawing/2014/main" id="{FCA045F3-9DDE-5F6F-86FC-024E3FE7F9AF}"/>
                  </a:ext>
                </a:extLst>
              </p:cNvPr>
              <p:cNvSpPr/>
              <p:nvPr/>
            </p:nvSpPr>
            <p:spPr>
              <a:xfrm>
                <a:off x="4554640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03" name="pg2202">
                <a:extLst>
                  <a:ext uri="{FF2B5EF4-FFF2-40B4-BE49-F238E27FC236}">
                    <a16:creationId xmlns:a16="http://schemas.microsoft.com/office/drawing/2014/main" id="{E7C30529-CC19-F280-18B5-7EE0E6FAA181}"/>
                  </a:ext>
                </a:extLst>
              </p:cNvPr>
              <p:cNvSpPr/>
              <p:nvPr/>
            </p:nvSpPr>
            <p:spPr>
              <a:xfrm>
                <a:off x="4566278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04" name="pg2203">
                <a:extLst>
                  <a:ext uri="{FF2B5EF4-FFF2-40B4-BE49-F238E27FC236}">
                    <a16:creationId xmlns:a16="http://schemas.microsoft.com/office/drawing/2014/main" id="{CF572187-ED1C-42B5-D379-A7942ED5DAAC}"/>
                  </a:ext>
                </a:extLst>
              </p:cNvPr>
              <p:cNvSpPr/>
              <p:nvPr/>
            </p:nvSpPr>
            <p:spPr>
              <a:xfrm>
                <a:off x="4577915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05" name="pg2204">
                <a:extLst>
                  <a:ext uri="{FF2B5EF4-FFF2-40B4-BE49-F238E27FC236}">
                    <a16:creationId xmlns:a16="http://schemas.microsoft.com/office/drawing/2014/main" id="{8034C4F4-EFC8-75B1-8E96-562A6588FC10}"/>
                  </a:ext>
                </a:extLst>
              </p:cNvPr>
              <p:cNvSpPr/>
              <p:nvPr/>
            </p:nvSpPr>
            <p:spPr>
              <a:xfrm>
                <a:off x="4589552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06" name="pg2205">
                <a:extLst>
                  <a:ext uri="{FF2B5EF4-FFF2-40B4-BE49-F238E27FC236}">
                    <a16:creationId xmlns:a16="http://schemas.microsoft.com/office/drawing/2014/main" id="{C70F4C2F-8E86-EA68-23D9-B5079671E6C4}"/>
                  </a:ext>
                </a:extLst>
              </p:cNvPr>
              <p:cNvSpPr/>
              <p:nvPr/>
            </p:nvSpPr>
            <p:spPr>
              <a:xfrm>
                <a:off x="4601190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07" name="pg2206">
                <a:extLst>
                  <a:ext uri="{FF2B5EF4-FFF2-40B4-BE49-F238E27FC236}">
                    <a16:creationId xmlns:a16="http://schemas.microsoft.com/office/drawing/2014/main" id="{472785F5-37B0-7D8A-117F-D5BC76409BC9}"/>
                  </a:ext>
                </a:extLst>
              </p:cNvPr>
              <p:cNvSpPr/>
              <p:nvPr/>
            </p:nvSpPr>
            <p:spPr>
              <a:xfrm>
                <a:off x="4612827" y="456688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8">
                  <a:alpha val="100000"/>
                </a:srgbClr>
              </a:solidFill>
              <a:ln w="5420" cap="flat">
                <a:solidFill>
                  <a:srgbClr val="3595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08" name="pg2207">
                <a:extLst>
                  <a:ext uri="{FF2B5EF4-FFF2-40B4-BE49-F238E27FC236}">
                    <a16:creationId xmlns:a16="http://schemas.microsoft.com/office/drawing/2014/main" id="{11A96B5D-F0EF-E57E-3634-A7E040E8C3CB}"/>
                  </a:ext>
                </a:extLst>
              </p:cNvPr>
              <p:cNvSpPr/>
              <p:nvPr/>
            </p:nvSpPr>
            <p:spPr>
              <a:xfrm>
                <a:off x="4554640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09" name="pg2208">
                <a:extLst>
                  <a:ext uri="{FF2B5EF4-FFF2-40B4-BE49-F238E27FC236}">
                    <a16:creationId xmlns:a16="http://schemas.microsoft.com/office/drawing/2014/main" id="{197C4592-F3C2-8A74-75FD-37D5B020F6DF}"/>
                  </a:ext>
                </a:extLst>
              </p:cNvPr>
              <p:cNvSpPr/>
              <p:nvPr/>
            </p:nvSpPr>
            <p:spPr>
              <a:xfrm>
                <a:off x="4566278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10" name="pg2209">
                <a:extLst>
                  <a:ext uri="{FF2B5EF4-FFF2-40B4-BE49-F238E27FC236}">
                    <a16:creationId xmlns:a16="http://schemas.microsoft.com/office/drawing/2014/main" id="{ED0B004F-4186-A790-3FC7-9A6ED204EC35}"/>
                  </a:ext>
                </a:extLst>
              </p:cNvPr>
              <p:cNvSpPr/>
              <p:nvPr/>
            </p:nvSpPr>
            <p:spPr>
              <a:xfrm>
                <a:off x="4577915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11" name="pg2210">
                <a:extLst>
                  <a:ext uri="{FF2B5EF4-FFF2-40B4-BE49-F238E27FC236}">
                    <a16:creationId xmlns:a16="http://schemas.microsoft.com/office/drawing/2014/main" id="{49207F8E-F33B-98AF-D768-BAA768947451}"/>
                  </a:ext>
                </a:extLst>
              </p:cNvPr>
              <p:cNvSpPr/>
              <p:nvPr/>
            </p:nvSpPr>
            <p:spPr>
              <a:xfrm>
                <a:off x="4589552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12" name="pg2211">
                <a:extLst>
                  <a:ext uri="{FF2B5EF4-FFF2-40B4-BE49-F238E27FC236}">
                    <a16:creationId xmlns:a16="http://schemas.microsoft.com/office/drawing/2014/main" id="{17C09EB0-A7A9-20A4-8382-AB523A46DE41}"/>
                  </a:ext>
                </a:extLst>
              </p:cNvPr>
              <p:cNvSpPr/>
              <p:nvPr/>
            </p:nvSpPr>
            <p:spPr>
              <a:xfrm>
                <a:off x="4601190" y="45811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13" name="pg2212">
                <a:extLst>
                  <a:ext uri="{FF2B5EF4-FFF2-40B4-BE49-F238E27FC236}">
                    <a16:creationId xmlns:a16="http://schemas.microsoft.com/office/drawing/2014/main" id="{4EB6E3A3-82AA-39FA-9D2A-8D7751FBA0B8}"/>
                  </a:ext>
                </a:extLst>
              </p:cNvPr>
              <p:cNvSpPr/>
              <p:nvPr/>
            </p:nvSpPr>
            <p:spPr>
              <a:xfrm>
                <a:off x="4543003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14" name="pg2213">
                <a:extLst>
                  <a:ext uri="{FF2B5EF4-FFF2-40B4-BE49-F238E27FC236}">
                    <a16:creationId xmlns:a16="http://schemas.microsoft.com/office/drawing/2014/main" id="{5EC25D32-1042-4A42-AB0B-47C977C9FB04}"/>
                  </a:ext>
                </a:extLst>
              </p:cNvPr>
              <p:cNvSpPr/>
              <p:nvPr/>
            </p:nvSpPr>
            <p:spPr>
              <a:xfrm>
                <a:off x="4554640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15" name="pg2214">
                <a:extLst>
                  <a:ext uri="{FF2B5EF4-FFF2-40B4-BE49-F238E27FC236}">
                    <a16:creationId xmlns:a16="http://schemas.microsoft.com/office/drawing/2014/main" id="{23943F1C-214D-A904-D5EE-3F264A6CEA8E}"/>
                  </a:ext>
                </a:extLst>
              </p:cNvPr>
              <p:cNvSpPr/>
              <p:nvPr/>
            </p:nvSpPr>
            <p:spPr>
              <a:xfrm>
                <a:off x="4566278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16" name="pg2215">
                <a:extLst>
                  <a:ext uri="{FF2B5EF4-FFF2-40B4-BE49-F238E27FC236}">
                    <a16:creationId xmlns:a16="http://schemas.microsoft.com/office/drawing/2014/main" id="{BAC94379-0716-16C6-BD11-8E826AC0EEAD}"/>
                  </a:ext>
                </a:extLst>
              </p:cNvPr>
              <p:cNvSpPr/>
              <p:nvPr/>
            </p:nvSpPr>
            <p:spPr>
              <a:xfrm>
                <a:off x="4577915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17" name="pg2216">
                <a:extLst>
                  <a:ext uri="{FF2B5EF4-FFF2-40B4-BE49-F238E27FC236}">
                    <a16:creationId xmlns:a16="http://schemas.microsoft.com/office/drawing/2014/main" id="{48E06EBE-4353-ED29-3BF3-54B517FB0D54}"/>
                  </a:ext>
                </a:extLst>
              </p:cNvPr>
              <p:cNvSpPr/>
              <p:nvPr/>
            </p:nvSpPr>
            <p:spPr>
              <a:xfrm>
                <a:off x="4589552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18" name="pg2217">
                <a:extLst>
                  <a:ext uri="{FF2B5EF4-FFF2-40B4-BE49-F238E27FC236}">
                    <a16:creationId xmlns:a16="http://schemas.microsoft.com/office/drawing/2014/main" id="{5C939F01-0FC5-95EE-A9AF-989C823EE622}"/>
                  </a:ext>
                </a:extLst>
              </p:cNvPr>
              <p:cNvSpPr/>
              <p:nvPr/>
            </p:nvSpPr>
            <p:spPr>
              <a:xfrm>
                <a:off x="4601190" y="459549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19" name="pg2218">
                <a:extLst>
                  <a:ext uri="{FF2B5EF4-FFF2-40B4-BE49-F238E27FC236}">
                    <a16:creationId xmlns:a16="http://schemas.microsoft.com/office/drawing/2014/main" id="{11DCE1E0-4C20-520D-6C67-855D3BAE33A2}"/>
                  </a:ext>
                </a:extLst>
              </p:cNvPr>
              <p:cNvSpPr/>
              <p:nvPr/>
            </p:nvSpPr>
            <p:spPr>
              <a:xfrm>
                <a:off x="4543003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20" name="pg2219">
                <a:extLst>
                  <a:ext uri="{FF2B5EF4-FFF2-40B4-BE49-F238E27FC236}">
                    <a16:creationId xmlns:a16="http://schemas.microsoft.com/office/drawing/2014/main" id="{91874418-F461-5E59-168F-B18C81F4BE25}"/>
                  </a:ext>
                </a:extLst>
              </p:cNvPr>
              <p:cNvSpPr/>
              <p:nvPr/>
            </p:nvSpPr>
            <p:spPr>
              <a:xfrm>
                <a:off x="4554640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21" name="pg2220">
                <a:extLst>
                  <a:ext uri="{FF2B5EF4-FFF2-40B4-BE49-F238E27FC236}">
                    <a16:creationId xmlns:a16="http://schemas.microsoft.com/office/drawing/2014/main" id="{351E5333-A140-7C5E-805B-BDEC45ABC418}"/>
                  </a:ext>
                </a:extLst>
              </p:cNvPr>
              <p:cNvSpPr/>
              <p:nvPr/>
            </p:nvSpPr>
            <p:spPr>
              <a:xfrm>
                <a:off x="4566278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22" name="pg2221">
                <a:extLst>
                  <a:ext uri="{FF2B5EF4-FFF2-40B4-BE49-F238E27FC236}">
                    <a16:creationId xmlns:a16="http://schemas.microsoft.com/office/drawing/2014/main" id="{43218CAD-37A9-CE2E-A988-A81FBD7EE114}"/>
                  </a:ext>
                </a:extLst>
              </p:cNvPr>
              <p:cNvSpPr/>
              <p:nvPr/>
            </p:nvSpPr>
            <p:spPr>
              <a:xfrm>
                <a:off x="4577915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23" name="pg2222">
                <a:extLst>
                  <a:ext uri="{FF2B5EF4-FFF2-40B4-BE49-F238E27FC236}">
                    <a16:creationId xmlns:a16="http://schemas.microsoft.com/office/drawing/2014/main" id="{2867F6CD-66A3-87A7-FC58-3F2130EB83FB}"/>
                  </a:ext>
                </a:extLst>
              </p:cNvPr>
              <p:cNvSpPr/>
              <p:nvPr/>
            </p:nvSpPr>
            <p:spPr>
              <a:xfrm>
                <a:off x="4589552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24" name="pg2223">
                <a:extLst>
                  <a:ext uri="{FF2B5EF4-FFF2-40B4-BE49-F238E27FC236}">
                    <a16:creationId xmlns:a16="http://schemas.microsoft.com/office/drawing/2014/main" id="{CBBB0F6E-8ECF-F092-2BF9-9A58086FCEDD}"/>
                  </a:ext>
                </a:extLst>
              </p:cNvPr>
              <p:cNvSpPr/>
              <p:nvPr/>
            </p:nvSpPr>
            <p:spPr>
              <a:xfrm>
                <a:off x="4601190" y="46097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25" name="pg2224">
                <a:extLst>
                  <a:ext uri="{FF2B5EF4-FFF2-40B4-BE49-F238E27FC236}">
                    <a16:creationId xmlns:a16="http://schemas.microsoft.com/office/drawing/2014/main" id="{0832D039-42C5-7CA5-B924-EDAAE10DECB5}"/>
                  </a:ext>
                </a:extLst>
              </p:cNvPr>
              <p:cNvSpPr/>
              <p:nvPr/>
            </p:nvSpPr>
            <p:spPr>
              <a:xfrm>
                <a:off x="4543003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26" name="pg2225">
                <a:extLst>
                  <a:ext uri="{FF2B5EF4-FFF2-40B4-BE49-F238E27FC236}">
                    <a16:creationId xmlns:a16="http://schemas.microsoft.com/office/drawing/2014/main" id="{638412AD-ADD6-61A6-E5C7-0B71AACBFB23}"/>
                  </a:ext>
                </a:extLst>
              </p:cNvPr>
              <p:cNvSpPr/>
              <p:nvPr/>
            </p:nvSpPr>
            <p:spPr>
              <a:xfrm>
                <a:off x="4554640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27" name="pg2226">
                <a:extLst>
                  <a:ext uri="{FF2B5EF4-FFF2-40B4-BE49-F238E27FC236}">
                    <a16:creationId xmlns:a16="http://schemas.microsoft.com/office/drawing/2014/main" id="{CF9F403A-B9E9-998F-F879-3AA4ADBCE18F}"/>
                  </a:ext>
                </a:extLst>
              </p:cNvPr>
              <p:cNvSpPr/>
              <p:nvPr/>
            </p:nvSpPr>
            <p:spPr>
              <a:xfrm>
                <a:off x="4566278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28" name="pg2227">
                <a:extLst>
                  <a:ext uri="{FF2B5EF4-FFF2-40B4-BE49-F238E27FC236}">
                    <a16:creationId xmlns:a16="http://schemas.microsoft.com/office/drawing/2014/main" id="{35E908EB-FA6A-B914-EF43-CDDD48D2D911}"/>
                  </a:ext>
                </a:extLst>
              </p:cNvPr>
              <p:cNvSpPr/>
              <p:nvPr/>
            </p:nvSpPr>
            <p:spPr>
              <a:xfrm>
                <a:off x="4577915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29" name="pg2228">
                <a:extLst>
                  <a:ext uri="{FF2B5EF4-FFF2-40B4-BE49-F238E27FC236}">
                    <a16:creationId xmlns:a16="http://schemas.microsoft.com/office/drawing/2014/main" id="{FBD5D531-2462-74C7-2728-A78835759100}"/>
                  </a:ext>
                </a:extLst>
              </p:cNvPr>
              <p:cNvSpPr/>
              <p:nvPr/>
            </p:nvSpPr>
            <p:spPr>
              <a:xfrm>
                <a:off x="4589552" y="462409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30" name="pg2229">
                <a:extLst>
                  <a:ext uri="{FF2B5EF4-FFF2-40B4-BE49-F238E27FC236}">
                    <a16:creationId xmlns:a16="http://schemas.microsoft.com/office/drawing/2014/main" id="{8AB486BC-231A-2396-D9A0-1C3EE9C051EA}"/>
                  </a:ext>
                </a:extLst>
              </p:cNvPr>
              <p:cNvSpPr/>
              <p:nvPr/>
            </p:nvSpPr>
            <p:spPr>
              <a:xfrm>
                <a:off x="3856400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31" name="pg2230">
                <a:extLst>
                  <a:ext uri="{FF2B5EF4-FFF2-40B4-BE49-F238E27FC236}">
                    <a16:creationId xmlns:a16="http://schemas.microsoft.com/office/drawing/2014/main" id="{9967DB9D-6B3D-A650-E842-6C136ACB218F}"/>
                  </a:ext>
                </a:extLst>
              </p:cNvPr>
              <p:cNvSpPr/>
              <p:nvPr/>
            </p:nvSpPr>
            <p:spPr>
              <a:xfrm>
                <a:off x="3868038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32" name="pg2231">
                <a:extLst>
                  <a:ext uri="{FF2B5EF4-FFF2-40B4-BE49-F238E27FC236}">
                    <a16:creationId xmlns:a16="http://schemas.microsoft.com/office/drawing/2014/main" id="{9A58D36E-7045-480A-5A71-6954F5317AE2}"/>
                  </a:ext>
                </a:extLst>
              </p:cNvPr>
              <p:cNvSpPr/>
              <p:nvPr/>
            </p:nvSpPr>
            <p:spPr>
              <a:xfrm>
                <a:off x="3879675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33" name="pg2232">
                <a:extLst>
                  <a:ext uri="{FF2B5EF4-FFF2-40B4-BE49-F238E27FC236}">
                    <a16:creationId xmlns:a16="http://schemas.microsoft.com/office/drawing/2014/main" id="{67F9338D-3D31-6510-0693-4AAD948F9AF4}"/>
                  </a:ext>
                </a:extLst>
              </p:cNvPr>
              <p:cNvSpPr/>
              <p:nvPr/>
            </p:nvSpPr>
            <p:spPr>
              <a:xfrm>
                <a:off x="3891312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34" name="pg2233">
                <a:extLst>
                  <a:ext uri="{FF2B5EF4-FFF2-40B4-BE49-F238E27FC236}">
                    <a16:creationId xmlns:a16="http://schemas.microsoft.com/office/drawing/2014/main" id="{89E11CE6-F85A-BCAD-4AAF-002DAABBD366}"/>
                  </a:ext>
                </a:extLst>
              </p:cNvPr>
              <p:cNvSpPr/>
              <p:nvPr/>
            </p:nvSpPr>
            <p:spPr>
              <a:xfrm>
                <a:off x="4543003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35" name="pg2234">
                <a:extLst>
                  <a:ext uri="{FF2B5EF4-FFF2-40B4-BE49-F238E27FC236}">
                    <a16:creationId xmlns:a16="http://schemas.microsoft.com/office/drawing/2014/main" id="{178969B0-89C5-3F08-0F04-0DC4E373F3B8}"/>
                  </a:ext>
                </a:extLst>
              </p:cNvPr>
              <p:cNvSpPr/>
              <p:nvPr/>
            </p:nvSpPr>
            <p:spPr>
              <a:xfrm>
                <a:off x="4554640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36" name="pg2235">
                <a:extLst>
                  <a:ext uri="{FF2B5EF4-FFF2-40B4-BE49-F238E27FC236}">
                    <a16:creationId xmlns:a16="http://schemas.microsoft.com/office/drawing/2014/main" id="{B91CBDAE-6E22-7E1D-657D-F31A6FFF243C}"/>
                  </a:ext>
                </a:extLst>
              </p:cNvPr>
              <p:cNvSpPr/>
              <p:nvPr/>
            </p:nvSpPr>
            <p:spPr>
              <a:xfrm>
                <a:off x="4566278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5A5">
                  <a:alpha val="100000"/>
                </a:srgbClr>
              </a:solidFill>
              <a:ln w="5420" cap="flat">
                <a:solidFill>
                  <a:srgbClr val="3985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37" name="pg2236">
                <a:extLst>
                  <a:ext uri="{FF2B5EF4-FFF2-40B4-BE49-F238E27FC236}">
                    <a16:creationId xmlns:a16="http://schemas.microsoft.com/office/drawing/2014/main" id="{D862B1B9-6DA8-9C2B-517C-0A69660A61AD}"/>
                  </a:ext>
                </a:extLst>
              </p:cNvPr>
              <p:cNvSpPr/>
              <p:nvPr/>
            </p:nvSpPr>
            <p:spPr>
              <a:xfrm>
                <a:off x="4577915" y="463839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38" name="pg2237">
                <a:extLst>
                  <a:ext uri="{FF2B5EF4-FFF2-40B4-BE49-F238E27FC236}">
                    <a16:creationId xmlns:a16="http://schemas.microsoft.com/office/drawing/2014/main" id="{9B835D98-860D-27FC-B311-DAD844A3F0A2}"/>
                  </a:ext>
                </a:extLst>
              </p:cNvPr>
              <p:cNvSpPr/>
              <p:nvPr/>
            </p:nvSpPr>
            <p:spPr>
              <a:xfrm>
                <a:off x="3856400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39" name="pg2238">
                <a:extLst>
                  <a:ext uri="{FF2B5EF4-FFF2-40B4-BE49-F238E27FC236}">
                    <a16:creationId xmlns:a16="http://schemas.microsoft.com/office/drawing/2014/main" id="{86F32FCF-2318-D15A-BC9C-1D57274E037D}"/>
                  </a:ext>
                </a:extLst>
              </p:cNvPr>
              <p:cNvSpPr/>
              <p:nvPr/>
            </p:nvSpPr>
            <p:spPr>
              <a:xfrm>
                <a:off x="3868038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40" name="pg2239">
                <a:extLst>
                  <a:ext uri="{FF2B5EF4-FFF2-40B4-BE49-F238E27FC236}">
                    <a16:creationId xmlns:a16="http://schemas.microsoft.com/office/drawing/2014/main" id="{D69DC47C-BAF5-AC57-2E4B-58EB9DDC9E7F}"/>
                  </a:ext>
                </a:extLst>
              </p:cNvPr>
              <p:cNvSpPr/>
              <p:nvPr/>
            </p:nvSpPr>
            <p:spPr>
              <a:xfrm>
                <a:off x="3879675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41" name="pg2240">
                <a:extLst>
                  <a:ext uri="{FF2B5EF4-FFF2-40B4-BE49-F238E27FC236}">
                    <a16:creationId xmlns:a16="http://schemas.microsoft.com/office/drawing/2014/main" id="{8631D0E1-809B-D841-FE2C-137E37C365B8}"/>
                  </a:ext>
                </a:extLst>
              </p:cNvPr>
              <p:cNvSpPr/>
              <p:nvPr/>
            </p:nvSpPr>
            <p:spPr>
              <a:xfrm>
                <a:off x="3891312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42" name="pg2241">
                <a:extLst>
                  <a:ext uri="{FF2B5EF4-FFF2-40B4-BE49-F238E27FC236}">
                    <a16:creationId xmlns:a16="http://schemas.microsoft.com/office/drawing/2014/main" id="{8C347098-F804-91E0-B720-950554BBC5F5}"/>
                  </a:ext>
                </a:extLst>
              </p:cNvPr>
              <p:cNvSpPr/>
              <p:nvPr/>
            </p:nvSpPr>
            <p:spPr>
              <a:xfrm>
                <a:off x="3902950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43" name="pg2242">
                <a:extLst>
                  <a:ext uri="{FF2B5EF4-FFF2-40B4-BE49-F238E27FC236}">
                    <a16:creationId xmlns:a16="http://schemas.microsoft.com/office/drawing/2014/main" id="{7FBF3E12-5B52-68A7-946C-5ACC34CFEB49}"/>
                  </a:ext>
                </a:extLst>
              </p:cNvPr>
              <p:cNvSpPr/>
              <p:nvPr/>
            </p:nvSpPr>
            <p:spPr>
              <a:xfrm>
                <a:off x="3949499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44" name="pg2243">
                <a:extLst>
                  <a:ext uri="{FF2B5EF4-FFF2-40B4-BE49-F238E27FC236}">
                    <a16:creationId xmlns:a16="http://schemas.microsoft.com/office/drawing/2014/main" id="{37139E63-3D6E-7AE5-6808-1C7B79B3756F}"/>
                  </a:ext>
                </a:extLst>
              </p:cNvPr>
              <p:cNvSpPr/>
              <p:nvPr/>
            </p:nvSpPr>
            <p:spPr>
              <a:xfrm>
                <a:off x="3961136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45" name="pg2244">
                <a:extLst>
                  <a:ext uri="{FF2B5EF4-FFF2-40B4-BE49-F238E27FC236}">
                    <a16:creationId xmlns:a16="http://schemas.microsoft.com/office/drawing/2014/main" id="{174C19B1-17CC-52DD-89E2-99C42013942C}"/>
                  </a:ext>
                </a:extLst>
              </p:cNvPr>
              <p:cNvSpPr/>
              <p:nvPr/>
            </p:nvSpPr>
            <p:spPr>
              <a:xfrm>
                <a:off x="3972774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8AB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46" name="pg2245">
                <a:extLst>
                  <a:ext uri="{FF2B5EF4-FFF2-40B4-BE49-F238E27FC236}">
                    <a16:creationId xmlns:a16="http://schemas.microsoft.com/office/drawing/2014/main" id="{4EA7EDFA-6AF3-E965-20AC-C2DF700CC40F}"/>
                  </a:ext>
                </a:extLst>
              </p:cNvPr>
              <p:cNvSpPr/>
              <p:nvPr/>
            </p:nvSpPr>
            <p:spPr>
              <a:xfrm>
                <a:off x="3984411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47" name="pg2246">
                <a:extLst>
                  <a:ext uri="{FF2B5EF4-FFF2-40B4-BE49-F238E27FC236}">
                    <a16:creationId xmlns:a16="http://schemas.microsoft.com/office/drawing/2014/main" id="{20DBACE0-06E1-7FEA-4449-6ED93BDDAFA9}"/>
                  </a:ext>
                </a:extLst>
              </p:cNvPr>
              <p:cNvSpPr/>
              <p:nvPr/>
            </p:nvSpPr>
            <p:spPr>
              <a:xfrm>
                <a:off x="3996048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48" name="pg2247">
                <a:extLst>
                  <a:ext uri="{FF2B5EF4-FFF2-40B4-BE49-F238E27FC236}">
                    <a16:creationId xmlns:a16="http://schemas.microsoft.com/office/drawing/2014/main" id="{A628C76E-1AC9-1062-1C27-FFDF48C3D549}"/>
                  </a:ext>
                </a:extLst>
              </p:cNvPr>
              <p:cNvSpPr/>
              <p:nvPr/>
            </p:nvSpPr>
            <p:spPr>
              <a:xfrm>
                <a:off x="4543003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49" name="pg2248">
                <a:extLst>
                  <a:ext uri="{FF2B5EF4-FFF2-40B4-BE49-F238E27FC236}">
                    <a16:creationId xmlns:a16="http://schemas.microsoft.com/office/drawing/2014/main" id="{03A721B5-414D-7AAA-97F5-6A60902D9B83}"/>
                  </a:ext>
                </a:extLst>
              </p:cNvPr>
              <p:cNvSpPr/>
              <p:nvPr/>
            </p:nvSpPr>
            <p:spPr>
              <a:xfrm>
                <a:off x="4554640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50" name="pg2249">
                <a:extLst>
                  <a:ext uri="{FF2B5EF4-FFF2-40B4-BE49-F238E27FC236}">
                    <a16:creationId xmlns:a16="http://schemas.microsoft.com/office/drawing/2014/main" id="{E91CAB36-D6A0-29B4-EF7A-BCE09298934B}"/>
                  </a:ext>
                </a:extLst>
              </p:cNvPr>
              <p:cNvSpPr/>
              <p:nvPr/>
            </p:nvSpPr>
            <p:spPr>
              <a:xfrm>
                <a:off x="4566278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51" name="pg2250">
                <a:extLst>
                  <a:ext uri="{FF2B5EF4-FFF2-40B4-BE49-F238E27FC236}">
                    <a16:creationId xmlns:a16="http://schemas.microsoft.com/office/drawing/2014/main" id="{A3E5A2BF-F9A2-2AEB-AA17-A1DF668099FC}"/>
                  </a:ext>
                </a:extLst>
              </p:cNvPr>
              <p:cNvSpPr/>
              <p:nvPr/>
            </p:nvSpPr>
            <p:spPr>
              <a:xfrm>
                <a:off x="4577915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52" name="pg2251">
                <a:extLst>
                  <a:ext uri="{FF2B5EF4-FFF2-40B4-BE49-F238E27FC236}">
                    <a16:creationId xmlns:a16="http://schemas.microsoft.com/office/drawing/2014/main" id="{89BE1F35-1892-2855-679B-8E1E33F7185B}"/>
                  </a:ext>
                </a:extLst>
              </p:cNvPr>
              <p:cNvSpPr/>
              <p:nvPr/>
            </p:nvSpPr>
            <p:spPr>
              <a:xfrm>
                <a:off x="4589552" y="46526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53" name="pg2252">
                <a:extLst>
                  <a:ext uri="{FF2B5EF4-FFF2-40B4-BE49-F238E27FC236}">
                    <a16:creationId xmlns:a16="http://schemas.microsoft.com/office/drawing/2014/main" id="{1BDBA7E8-F64B-22A3-2684-2FCEFFBE0A31}"/>
                  </a:ext>
                </a:extLst>
              </p:cNvPr>
              <p:cNvSpPr/>
              <p:nvPr/>
            </p:nvSpPr>
            <p:spPr>
              <a:xfrm>
                <a:off x="3774939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54" name="pg2253">
                <a:extLst>
                  <a:ext uri="{FF2B5EF4-FFF2-40B4-BE49-F238E27FC236}">
                    <a16:creationId xmlns:a16="http://schemas.microsoft.com/office/drawing/2014/main" id="{C9FBA33B-ED85-4ED0-8699-11B15CAEDCCC}"/>
                  </a:ext>
                </a:extLst>
              </p:cNvPr>
              <p:cNvSpPr/>
              <p:nvPr/>
            </p:nvSpPr>
            <p:spPr>
              <a:xfrm>
                <a:off x="3786576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55" name="pg2254">
                <a:extLst>
                  <a:ext uri="{FF2B5EF4-FFF2-40B4-BE49-F238E27FC236}">
                    <a16:creationId xmlns:a16="http://schemas.microsoft.com/office/drawing/2014/main" id="{9B736351-A5F9-1A1E-97A2-B07693BB7613}"/>
                  </a:ext>
                </a:extLst>
              </p:cNvPr>
              <p:cNvSpPr/>
              <p:nvPr/>
            </p:nvSpPr>
            <p:spPr>
              <a:xfrm>
                <a:off x="3844763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56" name="pg2255">
                <a:extLst>
                  <a:ext uri="{FF2B5EF4-FFF2-40B4-BE49-F238E27FC236}">
                    <a16:creationId xmlns:a16="http://schemas.microsoft.com/office/drawing/2014/main" id="{19CDF776-6660-F5C8-1BDD-F27951F17F94}"/>
                  </a:ext>
                </a:extLst>
              </p:cNvPr>
              <p:cNvSpPr/>
              <p:nvPr/>
            </p:nvSpPr>
            <p:spPr>
              <a:xfrm>
                <a:off x="385640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57" name="pg2256">
                <a:extLst>
                  <a:ext uri="{FF2B5EF4-FFF2-40B4-BE49-F238E27FC236}">
                    <a16:creationId xmlns:a16="http://schemas.microsoft.com/office/drawing/2014/main" id="{C992C6C2-EC95-B9CA-4E54-28D04D9BD9E4}"/>
                  </a:ext>
                </a:extLst>
              </p:cNvPr>
              <p:cNvSpPr/>
              <p:nvPr/>
            </p:nvSpPr>
            <p:spPr>
              <a:xfrm>
                <a:off x="3868038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58" name="pg2257">
                <a:extLst>
                  <a:ext uri="{FF2B5EF4-FFF2-40B4-BE49-F238E27FC236}">
                    <a16:creationId xmlns:a16="http://schemas.microsoft.com/office/drawing/2014/main" id="{85C8931B-B46B-4473-A2A3-06E837351F9C}"/>
                  </a:ext>
                </a:extLst>
              </p:cNvPr>
              <p:cNvSpPr/>
              <p:nvPr/>
            </p:nvSpPr>
            <p:spPr>
              <a:xfrm>
                <a:off x="3879675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59" name="pg2258">
                <a:extLst>
                  <a:ext uri="{FF2B5EF4-FFF2-40B4-BE49-F238E27FC236}">
                    <a16:creationId xmlns:a16="http://schemas.microsoft.com/office/drawing/2014/main" id="{C5408EF7-1008-1B79-73EC-784D22CAB0F9}"/>
                  </a:ext>
                </a:extLst>
              </p:cNvPr>
              <p:cNvSpPr/>
              <p:nvPr/>
            </p:nvSpPr>
            <p:spPr>
              <a:xfrm>
                <a:off x="3891312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60" name="pg2259">
                <a:extLst>
                  <a:ext uri="{FF2B5EF4-FFF2-40B4-BE49-F238E27FC236}">
                    <a16:creationId xmlns:a16="http://schemas.microsoft.com/office/drawing/2014/main" id="{6DC4F3A8-455E-A0FA-D581-C50C8025D847}"/>
                  </a:ext>
                </a:extLst>
              </p:cNvPr>
              <p:cNvSpPr/>
              <p:nvPr/>
            </p:nvSpPr>
            <p:spPr>
              <a:xfrm>
                <a:off x="390295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61" name="pg2260">
                <a:extLst>
                  <a:ext uri="{FF2B5EF4-FFF2-40B4-BE49-F238E27FC236}">
                    <a16:creationId xmlns:a16="http://schemas.microsoft.com/office/drawing/2014/main" id="{1D717D73-F38D-F7C3-FBDA-9AD07CBBEDEE}"/>
                  </a:ext>
                </a:extLst>
              </p:cNvPr>
              <p:cNvSpPr/>
              <p:nvPr/>
            </p:nvSpPr>
            <p:spPr>
              <a:xfrm>
                <a:off x="3949499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62" name="pg2261">
                <a:extLst>
                  <a:ext uri="{FF2B5EF4-FFF2-40B4-BE49-F238E27FC236}">
                    <a16:creationId xmlns:a16="http://schemas.microsoft.com/office/drawing/2014/main" id="{03BF779C-F631-110D-8997-591684A52449}"/>
                  </a:ext>
                </a:extLst>
              </p:cNvPr>
              <p:cNvSpPr/>
              <p:nvPr/>
            </p:nvSpPr>
            <p:spPr>
              <a:xfrm>
                <a:off x="3961136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63" name="pg2262">
                <a:extLst>
                  <a:ext uri="{FF2B5EF4-FFF2-40B4-BE49-F238E27FC236}">
                    <a16:creationId xmlns:a16="http://schemas.microsoft.com/office/drawing/2014/main" id="{04458EA3-EECB-CCC7-18A2-534B9750B233}"/>
                  </a:ext>
                </a:extLst>
              </p:cNvPr>
              <p:cNvSpPr/>
              <p:nvPr/>
            </p:nvSpPr>
            <p:spPr>
              <a:xfrm>
                <a:off x="3972774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64" name="pg2263">
                <a:extLst>
                  <a:ext uri="{FF2B5EF4-FFF2-40B4-BE49-F238E27FC236}">
                    <a16:creationId xmlns:a16="http://schemas.microsoft.com/office/drawing/2014/main" id="{F3762576-CCD0-770F-52B9-9D1797480B0A}"/>
                  </a:ext>
                </a:extLst>
              </p:cNvPr>
              <p:cNvSpPr/>
              <p:nvPr/>
            </p:nvSpPr>
            <p:spPr>
              <a:xfrm>
                <a:off x="3984411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65" name="pg2264">
                <a:extLst>
                  <a:ext uri="{FF2B5EF4-FFF2-40B4-BE49-F238E27FC236}">
                    <a16:creationId xmlns:a16="http://schemas.microsoft.com/office/drawing/2014/main" id="{BD1D74CF-F9F7-E8B9-0DE3-CF7AEC781CB0}"/>
                  </a:ext>
                </a:extLst>
              </p:cNvPr>
              <p:cNvSpPr/>
              <p:nvPr/>
            </p:nvSpPr>
            <p:spPr>
              <a:xfrm>
                <a:off x="3996048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66" name="pg2265">
                <a:extLst>
                  <a:ext uri="{FF2B5EF4-FFF2-40B4-BE49-F238E27FC236}">
                    <a16:creationId xmlns:a16="http://schemas.microsoft.com/office/drawing/2014/main" id="{1BC480D3-8F25-F4F8-C6E8-03EB5415C07D}"/>
                  </a:ext>
                </a:extLst>
              </p:cNvPr>
              <p:cNvSpPr/>
              <p:nvPr/>
            </p:nvSpPr>
            <p:spPr>
              <a:xfrm>
                <a:off x="4007686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67" name="pg2266">
                <a:extLst>
                  <a:ext uri="{FF2B5EF4-FFF2-40B4-BE49-F238E27FC236}">
                    <a16:creationId xmlns:a16="http://schemas.microsoft.com/office/drawing/2014/main" id="{2184D7CC-3D91-FBC5-7AFA-E4A5A5437817}"/>
                  </a:ext>
                </a:extLst>
              </p:cNvPr>
              <p:cNvSpPr/>
              <p:nvPr/>
            </p:nvSpPr>
            <p:spPr>
              <a:xfrm>
                <a:off x="4019323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68" name="pg2267">
                <a:extLst>
                  <a:ext uri="{FF2B5EF4-FFF2-40B4-BE49-F238E27FC236}">
                    <a16:creationId xmlns:a16="http://schemas.microsoft.com/office/drawing/2014/main" id="{4D3430D8-D137-CFE2-EF85-C982267D38CE}"/>
                  </a:ext>
                </a:extLst>
              </p:cNvPr>
              <p:cNvSpPr/>
              <p:nvPr/>
            </p:nvSpPr>
            <p:spPr>
              <a:xfrm>
                <a:off x="403096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69" name="pg2268">
                <a:extLst>
                  <a:ext uri="{FF2B5EF4-FFF2-40B4-BE49-F238E27FC236}">
                    <a16:creationId xmlns:a16="http://schemas.microsoft.com/office/drawing/2014/main" id="{54EB1CCB-7640-2EA2-BD3A-C889620A28E0}"/>
                  </a:ext>
                </a:extLst>
              </p:cNvPr>
              <p:cNvSpPr/>
              <p:nvPr/>
            </p:nvSpPr>
            <p:spPr>
              <a:xfrm>
                <a:off x="4042598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70" name="pg2269">
                <a:extLst>
                  <a:ext uri="{FF2B5EF4-FFF2-40B4-BE49-F238E27FC236}">
                    <a16:creationId xmlns:a16="http://schemas.microsoft.com/office/drawing/2014/main" id="{58E91785-5F69-3085-5CCD-733B38083A2D}"/>
                  </a:ext>
                </a:extLst>
              </p:cNvPr>
              <p:cNvSpPr/>
              <p:nvPr/>
            </p:nvSpPr>
            <p:spPr>
              <a:xfrm>
                <a:off x="4054235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71" name="pg2270">
                <a:extLst>
                  <a:ext uri="{FF2B5EF4-FFF2-40B4-BE49-F238E27FC236}">
                    <a16:creationId xmlns:a16="http://schemas.microsoft.com/office/drawing/2014/main" id="{FF12829D-124D-F927-2CFA-7A93B5A737D0}"/>
                  </a:ext>
                </a:extLst>
              </p:cNvPr>
              <p:cNvSpPr/>
              <p:nvPr/>
            </p:nvSpPr>
            <p:spPr>
              <a:xfrm>
                <a:off x="4065872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72" name="pg2271">
                <a:extLst>
                  <a:ext uri="{FF2B5EF4-FFF2-40B4-BE49-F238E27FC236}">
                    <a16:creationId xmlns:a16="http://schemas.microsoft.com/office/drawing/2014/main" id="{66CA20DA-BD14-43E4-F0F3-8E330108BA7E}"/>
                  </a:ext>
                </a:extLst>
              </p:cNvPr>
              <p:cNvSpPr/>
              <p:nvPr/>
            </p:nvSpPr>
            <p:spPr>
              <a:xfrm>
                <a:off x="407751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73" name="pg2272">
                <a:extLst>
                  <a:ext uri="{FF2B5EF4-FFF2-40B4-BE49-F238E27FC236}">
                    <a16:creationId xmlns:a16="http://schemas.microsoft.com/office/drawing/2014/main" id="{00A05951-C677-59C7-E4C1-523FB18C7C11}"/>
                  </a:ext>
                </a:extLst>
              </p:cNvPr>
              <p:cNvSpPr/>
              <p:nvPr/>
            </p:nvSpPr>
            <p:spPr>
              <a:xfrm>
                <a:off x="4543003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74" name="pg2273">
                <a:extLst>
                  <a:ext uri="{FF2B5EF4-FFF2-40B4-BE49-F238E27FC236}">
                    <a16:creationId xmlns:a16="http://schemas.microsoft.com/office/drawing/2014/main" id="{8E5624F9-AE36-2331-0A3C-F8CB48808E58}"/>
                  </a:ext>
                </a:extLst>
              </p:cNvPr>
              <p:cNvSpPr/>
              <p:nvPr/>
            </p:nvSpPr>
            <p:spPr>
              <a:xfrm>
                <a:off x="4554640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75" name="pg2274">
                <a:extLst>
                  <a:ext uri="{FF2B5EF4-FFF2-40B4-BE49-F238E27FC236}">
                    <a16:creationId xmlns:a16="http://schemas.microsoft.com/office/drawing/2014/main" id="{9C939D9C-7195-3926-BEB9-D85BD6AADDEC}"/>
                  </a:ext>
                </a:extLst>
              </p:cNvPr>
              <p:cNvSpPr/>
              <p:nvPr/>
            </p:nvSpPr>
            <p:spPr>
              <a:xfrm>
                <a:off x="4566278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76" name="pg2275">
                <a:extLst>
                  <a:ext uri="{FF2B5EF4-FFF2-40B4-BE49-F238E27FC236}">
                    <a16:creationId xmlns:a16="http://schemas.microsoft.com/office/drawing/2014/main" id="{A7FA2BFB-9F9E-0600-38A0-C7A84EF47FBA}"/>
                  </a:ext>
                </a:extLst>
              </p:cNvPr>
              <p:cNvSpPr/>
              <p:nvPr/>
            </p:nvSpPr>
            <p:spPr>
              <a:xfrm>
                <a:off x="4577915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77" name="pg2276">
                <a:extLst>
                  <a:ext uri="{FF2B5EF4-FFF2-40B4-BE49-F238E27FC236}">
                    <a16:creationId xmlns:a16="http://schemas.microsoft.com/office/drawing/2014/main" id="{9E280F11-BF7B-9A98-6232-59BE0BE8E7C6}"/>
                  </a:ext>
                </a:extLst>
              </p:cNvPr>
              <p:cNvSpPr/>
              <p:nvPr/>
            </p:nvSpPr>
            <p:spPr>
              <a:xfrm>
                <a:off x="4589552" y="466699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78" name="pg2277">
                <a:extLst>
                  <a:ext uri="{FF2B5EF4-FFF2-40B4-BE49-F238E27FC236}">
                    <a16:creationId xmlns:a16="http://schemas.microsoft.com/office/drawing/2014/main" id="{26A01BB4-6813-06F2-0C62-71406D90BF8A}"/>
                  </a:ext>
                </a:extLst>
              </p:cNvPr>
              <p:cNvSpPr/>
              <p:nvPr/>
            </p:nvSpPr>
            <p:spPr>
              <a:xfrm>
                <a:off x="362365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79" name="pg2278">
                <a:extLst>
                  <a:ext uri="{FF2B5EF4-FFF2-40B4-BE49-F238E27FC236}">
                    <a16:creationId xmlns:a16="http://schemas.microsoft.com/office/drawing/2014/main" id="{A25DBF6C-6049-E296-1E3C-D79E5196D7BB}"/>
                  </a:ext>
                </a:extLst>
              </p:cNvPr>
              <p:cNvSpPr/>
              <p:nvPr/>
            </p:nvSpPr>
            <p:spPr>
              <a:xfrm>
                <a:off x="3635291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80" name="pg2279">
                <a:extLst>
                  <a:ext uri="{FF2B5EF4-FFF2-40B4-BE49-F238E27FC236}">
                    <a16:creationId xmlns:a16="http://schemas.microsoft.com/office/drawing/2014/main" id="{0CB5E284-D95E-0F11-67C0-74FF7911B6A8}"/>
                  </a:ext>
                </a:extLst>
              </p:cNvPr>
              <p:cNvSpPr/>
              <p:nvPr/>
            </p:nvSpPr>
            <p:spPr>
              <a:xfrm>
                <a:off x="364692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81" name="pg2280">
                <a:extLst>
                  <a:ext uri="{FF2B5EF4-FFF2-40B4-BE49-F238E27FC236}">
                    <a16:creationId xmlns:a16="http://schemas.microsoft.com/office/drawing/2014/main" id="{BF33F676-0F54-A53D-E4A6-51D429F2F1A7}"/>
                  </a:ext>
                </a:extLst>
              </p:cNvPr>
              <p:cNvSpPr/>
              <p:nvPr/>
            </p:nvSpPr>
            <p:spPr>
              <a:xfrm>
                <a:off x="365856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82" name="pg2281">
                <a:extLst>
                  <a:ext uri="{FF2B5EF4-FFF2-40B4-BE49-F238E27FC236}">
                    <a16:creationId xmlns:a16="http://schemas.microsoft.com/office/drawing/2014/main" id="{7FFE7751-CFDB-270E-6C1E-24066B9E0D56}"/>
                  </a:ext>
                </a:extLst>
              </p:cNvPr>
              <p:cNvSpPr/>
              <p:nvPr/>
            </p:nvSpPr>
            <p:spPr>
              <a:xfrm>
                <a:off x="3670203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83" name="pg2282">
                <a:extLst>
                  <a:ext uri="{FF2B5EF4-FFF2-40B4-BE49-F238E27FC236}">
                    <a16:creationId xmlns:a16="http://schemas.microsoft.com/office/drawing/2014/main" id="{FBD6BA8F-736F-B097-C8B8-F8B46921FF88}"/>
                  </a:ext>
                </a:extLst>
              </p:cNvPr>
              <p:cNvSpPr/>
              <p:nvPr/>
            </p:nvSpPr>
            <p:spPr>
              <a:xfrm>
                <a:off x="372839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84" name="pg2283">
                <a:extLst>
                  <a:ext uri="{FF2B5EF4-FFF2-40B4-BE49-F238E27FC236}">
                    <a16:creationId xmlns:a16="http://schemas.microsoft.com/office/drawing/2014/main" id="{6873DD46-7317-6FF9-E163-55095B235744}"/>
                  </a:ext>
                </a:extLst>
              </p:cNvPr>
              <p:cNvSpPr/>
              <p:nvPr/>
            </p:nvSpPr>
            <p:spPr>
              <a:xfrm>
                <a:off x="3740027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85" name="pg2284">
                <a:extLst>
                  <a:ext uri="{FF2B5EF4-FFF2-40B4-BE49-F238E27FC236}">
                    <a16:creationId xmlns:a16="http://schemas.microsoft.com/office/drawing/2014/main" id="{6F3A4C13-D939-76A3-8023-8E5F0B0B06EF}"/>
                  </a:ext>
                </a:extLst>
              </p:cNvPr>
              <p:cNvSpPr/>
              <p:nvPr/>
            </p:nvSpPr>
            <p:spPr>
              <a:xfrm>
                <a:off x="375166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86" name="pg2285">
                <a:extLst>
                  <a:ext uri="{FF2B5EF4-FFF2-40B4-BE49-F238E27FC236}">
                    <a16:creationId xmlns:a16="http://schemas.microsoft.com/office/drawing/2014/main" id="{37E7AEB6-B031-A4A9-B349-9962E6264400}"/>
                  </a:ext>
                </a:extLst>
              </p:cNvPr>
              <p:cNvSpPr/>
              <p:nvPr/>
            </p:nvSpPr>
            <p:spPr>
              <a:xfrm>
                <a:off x="376330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87" name="pg2286">
                <a:extLst>
                  <a:ext uri="{FF2B5EF4-FFF2-40B4-BE49-F238E27FC236}">
                    <a16:creationId xmlns:a16="http://schemas.microsoft.com/office/drawing/2014/main" id="{3EA1C61A-9E0D-E85E-F55C-20EB5857A829}"/>
                  </a:ext>
                </a:extLst>
              </p:cNvPr>
              <p:cNvSpPr/>
              <p:nvPr/>
            </p:nvSpPr>
            <p:spPr>
              <a:xfrm>
                <a:off x="3774939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88" name="pg2287">
                <a:extLst>
                  <a:ext uri="{FF2B5EF4-FFF2-40B4-BE49-F238E27FC236}">
                    <a16:creationId xmlns:a16="http://schemas.microsoft.com/office/drawing/2014/main" id="{6C3DCF2D-CC30-9A3A-06A6-EDD7FE935A7C}"/>
                  </a:ext>
                </a:extLst>
              </p:cNvPr>
              <p:cNvSpPr/>
              <p:nvPr/>
            </p:nvSpPr>
            <p:spPr>
              <a:xfrm>
                <a:off x="378657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89" name="pg2288">
                <a:extLst>
                  <a:ext uri="{FF2B5EF4-FFF2-40B4-BE49-F238E27FC236}">
                    <a16:creationId xmlns:a16="http://schemas.microsoft.com/office/drawing/2014/main" id="{F9AAD075-559F-ED70-165A-CF45372F3D8E}"/>
                  </a:ext>
                </a:extLst>
              </p:cNvPr>
              <p:cNvSpPr/>
              <p:nvPr/>
            </p:nvSpPr>
            <p:spPr>
              <a:xfrm>
                <a:off x="379821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90" name="pg2289">
                <a:extLst>
                  <a:ext uri="{FF2B5EF4-FFF2-40B4-BE49-F238E27FC236}">
                    <a16:creationId xmlns:a16="http://schemas.microsoft.com/office/drawing/2014/main" id="{EF94FBFC-5600-70E3-0BEE-5E8A5815D5D9}"/>
                  </a:ext>
                </a:extLst>
              </p:cNvPr>
              <p:cNvSpPr/>
              <p:nvPr/>
            </p:nvSpPr>
            <p:spPr>
              <a:xfrm>
                <a:off x="3809851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91" name="pg2290">
                <a:extLst>
                  <a:ext uri="{FF2B5EF4-FFF2-40B4-BE49-F238E27FC236}">
                    <a16:creationId xmlns:a16="http://schemas.microsoft.com/office/drawing/2014/main" id="{91277A08-305B-7110-CBD4-9C6C99456CA0}"/>
                  </a:ext>
                </a:extLst>
              </p:cNvPr>
              <p:cNvSpPr/>
              <p:nvPr/>
            </p:nvSpPr>
            <p:spPr>
              <a:xfrm>
                <a:off x="382148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92" name="pg2291">
                <a:extLst>
                  <a:ext uri="{FF2B5EF4-FFF2-40B4-BE49-F238E27FC236}">
                    <a16:creationId xmlns:a16="http://schemas.microsoft.com/office/drawing/2014/main" id="{8E4EEB94-B4E6-340E-8273-30F0E47A9D78}"/>
                  </a:ext>
                </a:extLst>
              </p:cNvPr>
              <p:cNvSpPr/>
              <p:nvPr/>
            </p:nvSpPr>
            <p:spPr>
              <a:xfrm>
                <a:off x="383312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93" name="pg2292">
                <a:extLst>
                  <a:ext uri="{FF2B5EF4-FFF2-40B4-BE49-F238E27FC236}">
                    <a16:creationId xmlns:a16="http://schemas.microsoft.com/office/drawing/2014/main" id="{024D28D2-488B-8388-06EB-BE0A11217735}"/>
                  </a:ext>
                </a:extLst>
              </p:cNvPr>
              <p:cNvSpPr/>
              <p:nvPr/>
            </p:nvSpPr>
            <p:spPr>
              <a:xfrm>
                <a:off x="3844763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94" name="pg2293">
                <a:extLst>
                  <a:ext uri="{FF2B5EF4-FFF2-40B4-BE49-F238E27FC236}">
                    <a16:creationId xmlns:a16="http://schemas.microsoft.com/office/drawing/2014/main" id="{F444D706-03C5-4A86-DBE9-98EE117778B7}"/>
                  </a:ext>
                </a:extLst>
              </p:cNvPr>
              <p:cNvSpPr/>
              <p:nvPr/>
            </p:nvSpPr>
            <p:spPr>
              <a:xfrm>
                <a:off x="385640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95" name="pg2294">
                <a:extLst>
                  <a:ext uri="{FF2B5EF4-FFF2-40B4-BE49-F238E27FC236}">
                    <a16:creationId xmlns:a16="http://schemas.microsoft.com/office/drawing/2014/main" id="{211B3EF8-55C2-FA93-CD81-1EBC00223AC1}"/>
                  </a:ext>
                </a:extLst>
              </p:cNvPr>
              <p:cNvSpPr/>
              <p:nvPr/>
            </p:nvSpPr>
            <p:spPr>
              <a:xfrm>
                <a:off x="386803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96" name="pg2295">
                <a:extLst>
                  <a:ext uri="{FF2B5EF4-FFF2-40B4-BE49-F238E27FC236}">
                    <a16:creationId xmlns:a16="http://schemas.microsoft.com/office/drawing/2014/main" id="{05DBB2AC-D31F-332A-D154-BB91321D5D00}"/>
                  </a:ext>
                </a:extLst>
              </p:cNvPr>
              <p:cNvSpPr/>
              <p:nvPr/>
            </p:nvSpPr>
            <p:spPr>
              <a:xfrm>
                <a:off x="3879675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97" name="pg2296">
                <a:extLst>
                  <a:ext uri="{FF2B5EF4-FFF2-40B4-BE49-F238E27FC236}">
                    <a16:creationId xmlns:a16="http://schemas.microsoft.com/office/drawing/2014/main" id="{0ACD22C2-EA38-3EFD-D68C-6B44B43BE87D}"/>
                  </a:ext>
                </a:extLst>
              </p:cNvPr>
              <p:cNvSpPr/>
              <p:nvPr/>
            </p:nvSpPr>
            <p:spPr>
              <a:xfrm>
                <a:off x="389131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98" name="pg2297">
                <a:extLst>
                  <a:ext uri="{FF2B5EF4-FFF2-40B4-BE49-F238E27FC236}">
                    <a16:creationId xmlns:a16="http://schemas.microsoft.com/office/drawing/2014/main" id="{7D8BA55B-4734-5C09-4B78-22C1B4342A66}"/>
                  </a:ext>
                </a:extLst>
              </p:cNvPr>
              <p:cNvSpPr/>
              <p:nvPr/>
            </p:nvSpPr>
            <p:spPr>
              <a:xfrm>
                <a:off x="390295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699" name="pg2298">
                <a:extLst>
                  <a:ext uri="{FF2B5EF4-FFF2-40B4-BE49-F238E27FC236}">
                    <a16:creationId xmlns:a16="http://schemas.microsoft.com/office/drawing/2014/main" id="{5B2B6A6F-96AB-59E3-54EB-137DA8363B01}"/>
                  </a:ext>
                </a:extLst>
              </p:cNvPr>
              <p:cNvSpPr/>
              <p:nvPr/>
            </p:nvSpPr>
            <p:spPr>
              <a:xfrm>
                <a:off x="3914587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00" name="pg2299">
                <a:extLst>
                  <a:ext uri="{FF2B5EF4-FFF2-40B4-BE49-F238E27FC236}">
                    <a16:creationId xmlns:a16="http://schemas.microsoft.com/office/drawing/2014/main" id="{FD9DDF21-592D-8A68-B3FC-1D89E6CEBFA2}"/>
                  </a:ext>
                </a:extLst>
              </p:cNvPr>
              <p:cNvSpPr/>
              <p:nvPr/>
            </p:nvSpPr>
            <p:spPr>
              <a:xfrm>
                <a:off x="392622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01" name="pg2300">
                <a:extLst>
                  <a:ext uri="{FF2B5EF4-FFF2-40B4-BE49-F238E27FC236}">
                    <a16:creationId xmlns:a16="http://schemas.microsoft.com/office/drawing/2014/main" id="{24AD858B-A8A7-BE80-92BA-8F8DD14AEECA}"/>
                  </a:ext>
                </a:extLst>
              </p:cNvPr>
              <p:cNvSpPr/>
              <p:nvPr/>
            </p:nvSpPr>
            <p:spPr>
              <a:xfrm>
                <a:off x="393786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02" name="pg2301">
                <a:extLst>
                  <a:ext uri="{FF2B5EF4-FFF2-40B4-BE49-F238E27FC236}">
                    <a16:creationId xmlns:a16="http://schemas.microsoft.com/office/drawing/2014/main" id="{A3A894DB-EC07-02E0-C1E9-F41169E0A04A}"/>
                  </a:ext>
                </a:extLst>
              </p:cNvPr>
              <p:cNvSpPr/>
              <p:nvPr/>
            </p:nvSpPr>
            <p:spPr>
              <a:xfrm>
                <a:off x="3949499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DAB">
                  <a:alpha val="100000"/>
                </a:srgbClr>
              </a:solidFill>
              <a:ln w="5420" cap="flat">
                <a:solidFill>
                  <a:srgbClr val="54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03" name="pg2302">
                <a:extLst>
                  <a:ext uri="{FF2B5EF4-FFF2-40B4-BE49-F238E27FC236}">
                    <a16:creationId xmlns:a16="http://schemas.microsoft.com/office/drawing/2014/main" id="{1281E84E-C5B5-2BC7-63C1-3B271FACCFAE}"/>
                  </a:ext>
                </a:extLst>
              </p:cNvPr>
              <p:cNvSpPr/>
              <p:nvPr/>
            </p:nvSpPr>
            <p:spPr>
              <a:xfrm>
                <a:off x="396113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04" name="pg2303">
                <a:extLst>
                  <a:ext uri="{FF2B5EF4-FFF2-40B4-BE49-F238E27FC236}">
                    <a16:creationId xmlns:a16="http://schemas.microsoft.com/office/drawing/2014/main" id="{8D5953AA-2370-A4E8-F8E8-D31E7058E8C7}"/>
                  </a:ext>
                </a:extLst>
              </p:cNvPr>
              <p:cNvSpPr/>
              <p:nvPr/>
            </p:nvSpPr>
            <p:spPr>
              <a:xfrm>
                <a:off x="3972774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05" name="pg2304">
                <a:extLst>
                  <a:ext uri="{FF2B5EF4-FFF2-40B4-BE49-F238E27FC236}">
                    <a16:creationId xmlns:a16="http://schemas.microsoft.com/office/drawing/2014/main" id="{40BB1946-A96F-6DDE-8AC2-481D45EF0737}"/>
                  </a:ext>
                </a:extLst>
              </p:cNvPr>
              <p:cNvSpPr/>
              <p:nvPr/>
            </p:nvSpPr>
            <p:spPr>
              <a:xfrm>
                <a:off x="3984411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06" name="pg2305">
                <a:extLst>
                  <a:ext uri="{FF2B5EF4-FFF2-40B4-BE49-F238E27FC236}">
                    <a16:creationId xmlns:a16="http://schemas.microsoft.com/office/drawing/2014/main" id="{07F60FB0-BCA5-D1D5-71D4-E32126749806}"/>
                  </a:ext>
                </a:extLst>
              </p:cNvPr>
              <p:cNvSpPr/>
              <p:nvPr/>
            </p:nvSpPr>
            <p:spPr>
              <a:xfrm>
                <a:off x="399604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07" name="pg2306">
                <a:extLst>
                  <a:ext uri="{FF2B5EF4-FFF2-40B4-BE49-F238E27FC236}">
                    <a16:creationId xmlns:a16="http://schemas.microsoft.com/office/drawing/2014/main" id="{F1D6B32A-C344-32BD-9E13-2C7E97BFE7CB}"/>
                  </a:ext>
                </a:extLst>
              </p:cNvPr>
              <p:cNvSpPr/>
              <p:nvPr/>
            </p:nvSpPr>
            <p:spPr>
              <a:xfrm>
                <a:off x="4007686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08" name="pg2307">
                <a:extLst>
                  <a:ext uri="{FF2B5EF4-FFF2-40B4-BE49-F238E27FC236}">
                    <a16:creationId xmlns:a16="http://schemas.microsoft.com/office/drawing/2014/main" id="{5DC853BC-6AFF-0CA2-20D5-178264195DA4}"/>
                  </a:ext>
                </a:extLst>
              </p:cNvPr>
              <p:cNvSpPr/>
              <p:nvPr/>
            </p:nvSpPr>
            <p:spPr>
              <a:xfrm>
                <a:off x="4019323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09" name="pg2308">
                <a:extLst>
                  <a:ext uri="{FF2B5EF4-FFF2-40B4-BE49-F238E27FC236}">
                    <a16:creationId xmlns:a16="http://schemas.microsoft.com/office/drawing/2014/main" id="{80D77B40-6E03-45B3-A677-9B71DD8FA1DD}"/>
                  </a:ext>
                </a:extLst>
              </p:cNvPr>
              <p:cNvSpPr/>
              <p:nvPr/>
            </p:nvSpPr>
            <p:spPr>
              <a:xfrm>
                <a:off x="403096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10" name="pg2309">
                <a:extLst>
                  <a:ext uri="{FF2B5EF4-FFF2-40B4-BE49-F238E27FC236}">
                    <a16:creationId xmlns:a16="http://schemas.microsoft.com/office/drawing/2014/main" id="{8F2E6972-0D5B-CBDE-194B-617F80759639}"/>
                  </a:ext>
                </a:extLst>
              </p:cNvPr>
              <p:cNvSpPr/>
              <p:nvPr/>
            </p:nvSpPr>
            <p:spPr>
              <a:xfrm>
                <a:off x="404259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11" name="pg2310">
                <a:extLst>
                  <a:ext uri="{FF2B5EF4-FFF2-40B4-BE49-F238E27FC236}">
                    <a16:creationId xmlns:a16="http://schemas.microsoft.com/office/drawing/2014/main" id="{5834680F-C9E3-B576-F392-222DA3B278F8}"/>
                  </a:ext>
                </a:extLst>
              </p:cNvPr>
              <p:cNvSpPr/>
              <p:nvPr/>
            </p:nvSpPr>
            <p:spPr>
              <a:xfrm>
                <a:off x="4054235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12" name="pg2311">
                <a:extLst>
                  <a:ext uri="{FF2B5EF4-FFF2-40B4-BE49-F238E27FC236}">
                    <a16:creationId xmlns:a16="http://schemas.microsoft.com/office/drawing/2014/main" id="{2B281F0C-AD4E-8A2F-FB37-FBC9A69B1370}"/>
                  </a:ext>
                </a:extLst>
              </p:cNvPr>
              <p:cNvSpPr/>
              <p:nvPr/>
            </p:nvSpPr>
            <p:spPr>
              <a:xfrm>
                <a:off x="406587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13" name="pg2312">
                <a:extLst>
                  <a:ext uri="{FF2B5EF4-FFF2-40B4-BE49-F238E27FC236}">
                    <a16:creationId xmlns:a16="http://schemas.microsoft.com/office/drawing/2014/main" id="{32390864-70C2-650C-5B8A-728980D86241}"/>
                  </a:ext>
                </a:extLst>
              </p:cNvPr>
              <p:cNvSpPr/>
              <p:nvPr/>
            </p:nvSpPr>
            <p:spPr>
              <a:xfrm>
                <a:off x="407751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14" name="pg2313">
                <a:extLst>
                  <a:ext uri="{FF2B5EF4-FFF2-40B4-BE49-F238E27FC236}">
                    <a16:creationId xmlns:a16="http://schemas.microsoft.com/office/drawing/2014/main" id="{2C9F7F3E-D9AB-A88A-2E47-0A33482CB374}"/>
                  </a:ext>
                </a:extLst>
              </p:cNvPr>
              <p:cNvSpPr/>
              <p:nvPr/>
            </p:nvSpPr>
            <p:spPr>
              <a:xfrm>
                <a:off x="4089147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15" name="pg2314">
                <a:extLst>
                  <a:ext uri="{FF2B5EF4-FFF2-40B4-BE49-F238E27FC236}">
                    <a16:creationId xmlns:a16="http://schemas.microsoft.com/office/drawing/2014/main" id="{AB1E9B27-BD52-5735-2AA9-FD0557D43800}"/>
                  </a:ext>
                </a:extLst>
              </p:cNvPr>
              <p:cNvSpPr/>
              <p:nvPr/>
            </p:nvSpPr>
            <p:spPr>
              <a:xfrm>
                <a:off x="4124059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16" name="pg2315">
                <a:extLst>
                  <a:ext uri="{FF2B5EF4-FFF2-40B4-BE49-F238E27FC236}">
                    <a16:creationId xmlns:a16="http://schemas.microsoft.com/office/drawing/2014/main" id="{6D17DD65-F9B3-7F95-06A5-A8298685929D}"/>
                  </a:ext>
                </a:extLst>
              </p:cNvPr>
              <p:cNvSpPr/>
              <p:nvPr/>
            </p:nvSpPr>
            <p:spPr>
              <a:xfrm>
                <a:off x="4543003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17" name="pg2316">
                <a:extLst>
                  <a:ext uri="{FF2B5EF4-FFF2-40B4-BE49-F238E27FC236}">
                    <a16:creationId xmlns:a16="http://schemas.microsoft.com/office/drawing/2014/main" id="{52CF1B90-9BB1-BEBC-5B5B-2B8D110CEE40}"/>
                  </a:ext>
                </a:extLst>
              </p:cNvPr>
              <p:cNvSpPr/>
              <p:nvPr/>
            </p:nvSpPr>
            <p:spPr>
              <a:xfrm>
                <a:off x="4554640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18" name="pg2317">
                <a:extLst>
                  <a:ext uri="{FF2B5EF4-FFF2-40B4-BE49-F238E27FC236}">
                    <a16:creationId xmlns:a16="http://schemas.microsoft.com/office/drawing/2014/main" id="{EF97D6D3-E69A-05BD-8236-64A7C55F1B0B}"/>
                  </a:ext>
                </a:extLst>
              </p:cNvPr>
              <p:cNvSpPr/>
              <p:nvPr/>
            </p:nvSpPr>
            <p:spPr>
              <a:xfrm>
                <a:off x="4566278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19" name="pg2318">
                <a:extLst>
                  <a:ext uri="{FF2B5EF4-FFF2-40B4-BE49-F238E27FC236}">
                    <a16:creationId xmlns:a16="http://schemas.microsoft.com/office/drawing/2014/main" id="{07E7F238-4283-1DEE-B58A-75C10035D00F}"/>
                  </a:ext>
                </a:extLst>
              </p:cNvPr>
              <p:cNvSpPr/>
              <p:nvPr/>
            </p:nvSpPr>
            <p:spPr>
              <a:xfrm>
                <a:off x="4577915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20" name="pg2319">
                <a:extLst>
                  <a:ext uri="{FF2B5EF4-FFF2-40B4-BE49-F238E27FC236}">
                    <a16:creationId xmlns:a16="http://schemas.microsoft.com/office/drawing/2014/main" id="{24D5DB59-1E4F-8F22-98E8-6D13550C72E2}"/>
                  </a:ext>
                </a:extLst>
              </p:cNvPr>
              <p:cNvSpPr/>
              <p:nvPr/>
            </p:nvSpPr>
            <p:spPr>
              <a:xfrm>
                <a:off x="4589552" y="46812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21" name="pg2320">
                <a:extLst>
                  <a:ext uri="{FF2B5EF4-FFF2-40B4-BE49-F238E27FC236}">
                    <a16:creationId xmlns:a16="http://schemas.microsoft.com/office/drawing/2014/main" id="{3C6DA7E6-019A-A7F9-D43B-657D4FC0386A}"/>
                  </a:ext>
                </a:extLst>
              </p:cNvPr>
              <p:cNvSpPr/>
              <p:nvPr/>
            </p:nvSpPr>
            <p:spPr>
              <a:xfrm>
                <a:off x="361201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22" name="pg2321">
                <a:extLst>
                  <a:ext uri="{FF2B5EF4-FFF2-40B4-BE49-F238E27FC236}">
                    <a16:creationId xmlns:a16="http://schemas.microsoft.com/office/drawing/2014/main" id="{3D09BBAC-F0D3-98FB-D4F2-B9CCD765B537}"/>
                  </a:ext>
                </a:extLst>
              </p:cNvPr>
              <p:cNvSpPr/>
              <p:nvPr/>
            </p:nvSpPr>
            <p:spPr>
              <a:xfrm>
                <a:off x="362365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23" name="pg2322">
                <a:extLst>
                  <a:ext uri="{FF2B5EF4-FFF2-40B4-BE49-F238E27FC236}">
                    <a16:creationId xmlns:a16="http://schemas.microsoft.com/office/drawing/2014/main" id="{F485A364-DED4-BA35-04A4-DFBAB01B38C5}"/>
                  </a:ext>
                </a:extLst>
              </p:cNvPr>
              <p:cNvSpPr/>
              <p:nvPr/>
            </p:nvSpPr>
            <p:spPr>
              <a:xfrm>
                <a:off x="3635291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24" name="pg2323">
                <a:extLst>
                  <a:ext uri="{FF2B5EF4-FFF2-40B4-BE49-F238E27FC236}">
                    <a16:creationId xmlns:a16="http://schemas.microsoft.com/office/drawing/2014/main" id="{B4840C92-1927-E9B9-C3C6-44068E47D979}"/>
                  </a:ext>
                </a:extLst>
              </p:cNvPr>
              <p:cNvSpPr/>
              <p:nvPr/>
            </p:nvSpPr>
            <p:spPr>
              <a:xfrm>
                <a:off x="364692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25" name="pg2324">
                <a:extLst>
                  <a:ext uri="{FF2B5EF4-FFF2-40B4-BE49-F238E27FC236}">
                    <a16:creationId xmlns:a16="http://schemas.microsoft.com/office/drawing/2014/main" id="{5734750D-0F5C-520F-B9B5-133F9790A8F6}"/>
                  </a:ext>
                </a:extLst>
              </p:cNvPr>
              <p:cNvSpPr/>
              <p:nvPr/>
            </p:nvSpPr>
            <p:spPr>
              <a:xfrm>
                <a:off x="365856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26" name="pg2325">
                <a:extLst>
                  <a:ext uri="{FF2B5EF4-FFF2-40B4-BE49-F238E27FC236}">
                    <a16:creationId xmlns:a16="http://schemas.microsoft.com/office/drawing/2014/main" id="{8AB23646-3247-CCA3-46E2-D6AABF2B64FB}"/>
                  </a:ext>
                </a:extLst>
              </p:cNvPr>
              <p:cNvSpPr/>
              <p:nvPr/>
            </p:nvSpPr>
            <p:spPr>
              <a:xfrm>
                <a:off x="3670203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27" name="pg2326">
                <a:extLst>
                  <a:ext uri="{FF2B5EF4-FFF2-40B4-BE49-F238E27FC236}">
                    <a16:creationId xmlns:a16="http://schemas.microsoft.com/office/drawing/2014/main" id="{411B8DC4-F675-AA3B-66CE-E94F5A3E546E}"/>
                  </a:ext>
                </a:extLst>
              </p:cNvPr>
              <p:cNvSpPr/>
              <p:nvPr/>
            </p:nvSpPr>
            <p:spPr>
              <a:xfrm>
                <a:off x="368184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28" name="pg2327">
                <a:extLst>
                  <a:ext uri="{FF2B5EF4-FFF2-40B4-BE49-F238E27FC236}">
                    <a16:creationId xmlns:a16="http://schemas.microsoft.com/office/drawing/2014/main" id="{3C19F565-41E0-4474-DB79-A0B518CF116F}"/>
                  </a:ext>
                </a:extLst>
              </p:cNvPr>
              <p:cNvSpPr/>
              <p:nvPr/>
            </p:nvSpPr>
            <p:spPr>
              <a:xfrm>
                <a:off x="369347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29" name="pg2328">
                <a:extLst>
                  <a:ext uri="{FF2B5EF4-FFF2-40B4-BE49-F238E27FC236}">
                    <a16:creationId xmlns:a16="http://schemas.microsoft.com/office/drawing/2014/main" id="{19C2085B-BE04-52C1-2511-39F42495130E}"/>
                  </a:ext>
                </a:extLst>
              </p:cNvPr>
              <p:cNvSpPr/>
              <p:nvPr/>
            </p:nvSpPr>
            <p:spPr>
              <a:xfrm>
                <a:off x="3705115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30" name="pg2329">
                <a:extLst>
                  <a:ext uri="{FF2B5EF4-FFF2-40B4-BE49-F238E27FC236}">
                    <a16:creationId xmlns:a16="http://schemas.microsoft.com/office/drawing/2014/main" id="{B1368E95-B5C9-CE1C-9BD2-01BD313C6ECE}"/>
                  </a:ext>
                </a:extLst>
              </p:cNvPr>
              <p:cNvSpPr/>
              <p:nvPr/>
            </p:nvSpPr>
            <p:spPr>
              <a:xfrm>
                <a:off x="371675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31" name="pg2330">
                <a:extLst>
                  <a:ext uri="{FF2B5EF4-FFF2-40B4-BE49-F238E27FC236}">
                    <a16:creationId xmlns:a16="http://schemas.microsoft.com/office/drawing/2014/main" id="{0C99528E-A5A9-37FE-3958-A8BACB5E188C}"/>
                  </a:ext>
                </a:extLst>
              </p:cNvPr>
              <p:cNvSpPr/>
              <p:nvPr/>
            </p:nvSpPr>
            <p:spPr>
              <a:xfrm>
                <a:off x="372839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32" name="pg2331">
                <a:extLst>
                  <a:ext uri="{FF2B5EF4-FFF2-40B4-BE49-F238E27FC236}">
                    <a16:creationId xmlns:a16="http://schemas.microsoft.com/office/drawing/2014/main" id="{653B9AE9-EBD6-E02F-E360-D04C47D0BEA8}"/>
                  </a:ext>
                </a:extLst>
              </p:cNvPr>
              <p:cNvSpPr/>
              <p:nvPr/>
            </p:nvSpPr>
            <p:spPr>
              <a:xfrm>
                <a:off x="3740027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33" name="pg2332">
                <a:extLst>
                  <a:ext uri="{FF2B5EF4-FFF2-40B4-BE49-F238E27FC236}">
                    <a16:creationId xmlns:a16="http://schemas.microsoft.com/office/drawing/2014/main" id="{A491DB7B-B270-FF76-7C4F-7D7B9E685922}"/>
                  </a:ext>
                </a:extLst>
              </p:cNvPr>
              <p:cNvSpPr/>
              <p:nvPr/>
            </p:nvSpPr>
            <p:spPr>
              <a:xfrm>
                <a:off x="375166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34" name="pg2333">
                <a:extLst>
                  <a:ext uri="{FF2B5EF4-FFF2-40B4-BE49-F238E27FC236}">
                    <a16:creationId xmlns:a16="http://schemas.microsoft.com/office/drawing/2014/main" id="{52F957F4-8878-1AB6-2406-DEB394E37E94}"/>
                  </a:ext>
                </a:extLst>
              </p:cNvPr>
              <p:cNvSpPr/>
              <p:nvPr/>
            </p:nvSpPr>
            <p:spPr>
              <a:xfrm>
                <a:off x="376330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35" name="pg2334">
                <a:extLst>
                  <a:ext uri="{FF2B5EF4-FFF2-40B4-BE49-F238E27FC236}">
                    <a16:creationId xmlns:a16="http://schemas.microsoft.com/office/drawing/2014/main" id="{6C371142-2956-243E-31FF-D1F595D1EB97}"/>
                  </a:ext>
                </a:extLst>
              </p:cNvPr>
              <p:cNvSpPr/>
              <p:nvPr/>
            </p:nvSpPr>
            <p:spPr>
              <a:xfrm>
                <a:off x="3774939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8AC">
                  <a:alpha val="100000"/>
                </a:srgbClr>
              </a:solidFill>
              <a:ln w="5420" cap="flat">
                <a:solidFill>
                  <a:srgbClr val="5D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36" name="pg2335">
                <a:extLst>
                  <a:ext uri="{FF2B5EF4-FFF2-40B4-BE49-F238E27FC236}">
                    <a16:creationId xmlns:a16="http://schemas.microsoft.com/office/drawing/2014/main" id="{65A33FCF-BF65-7182-D1E0-633CC7F1ACB1}"/>
                  </a:ext>
                </a:extLst>
              </p:cNvPr>
              <p:cNvSpPr/>
              <p:nvPr/>
            </p:nvSpPr>
            <p:spPr>
              <a:xfrm>
                <a:off x="378657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37" name="pg2336">
                <a:extLst>
                  <a:ext uri="{FF2B5EF4-FFF2-40B4-BE49-F238E27FC236}">
                    <a16:creationId xmlns:a16="http://schemas.microsoft.com/office/drawing/2014/main" id="{2919B805-60BD-AB72-E544-9EF8D0CCF519}"/>
                  </a:ext>
                </a:extLst>
              </p:cNvPr>
              <p:cNvSpPr/>
              <p:nvPr/>
            </p:nvSpPr>
            <p:spPr>
              <a:xfrm>
                <a:off x="379821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38" name="pg2337">
                <a:extLst>
                  <a:ext uri="{FF2B5EF4-FFF2-40B4-BE49-F238E27FC236}">
                    <a16:creationId xmlns:a16="http://schemas.microsoft.com/office/drawing/2014/main" id="{4AAFF238-2AF5-6513-15D9-BC7289D850BF}"/>
                  </a:ext>
                </a:extLst>
              </p:cNvPr>
              <p:cNvSpPr/>
              <p:nvPr/>
            </p:nvSpPr>
            <p:spPr>
              <a:xfrm>
                <a:off x="3809851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39" name="pg2338">
                <a:extLst>
                  <a:ext uri="{FF2B5EF4-FFF2-40B4-BE49-F238E27FC236}">
                    <a16:creationId xmlns:a16="http://schemas.microsoft.com/office/drawing/2014/main" id="{4C186BC5-C4EF-48F8-971E-FAAC7DEA4318}"/>
                  </a:ext>
                </a:extLst>
              </p:cNvPr>
              <p:cNvSpPr/>
              <p:nvPr/>
            </p:nvSpPr>
            <p:spPr>
              <a:xfrm>
                <a:off x="382148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40" name="pg2339">
                <a:extLst>
                  <a:ext uri="{FF2B5EF4-FFF2-40B4-BE49-F238E27FC236}">
                    <a16:creationId xmlns:a16="http://schemas.microsoft.com/office/drawing/2014/main" id="{CE48DABB-7014-F3B9-2606-B8348198ED21}"/>
                  </a:ext>
                </a:extLst>
              </p:cNvPr>
              <p:cNvSpPr/>
              <p:nvPr/>
            </p:nvSpPr>
            <p:spPr>
              <a:xfrm>
                <a:off x="383312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41" name="pg2340">
                <a:extLst>
                  <a:ext uri="{FF2B5EF4-FFF2-40B4-BE49-F238E27FC236}">
                    <a16:creationId xmlns:a16="http://schemas.microsoft.com/office/drawing/2014/main" id="{0D70C837-5EB8-868E-E13C-881A7CFCDC68}"/>
                  </a:ext>
                </a:extLst>
              </p:cNvPr>
              <p:cNvSpPr/>
              <p:nvPr/>
            </p:nvSpPr>
            <p:spPr>
              <a:xfrm>
                <a:off x="3844763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42" name="pg2341">
                <a:extLst>
                  <a:ext uri="{FF2B5EF4-FFF2-40B4-BE49-F238E27FC236}">
                    <a16:creationId xmlns:a16="http://schemas.microsoft.com/office/drawing/2014/main" id="{3E1E9E39-70DB-6535-AD73-F1CE7D24987D}"/>
                  </a:ext>
                </a:extLst>
              </p:cNvPr>
              <p:cNvSpPr/>
              <p:nvPr/>
            </p:nvSpPr>
            <p:spPr>
              <a:xfrm>
                <a:off x="385640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43" name="pg2342">
                <a:extLst>
                  <a:ext uri="{FF2B5EF4-FFF2-40B4-BE49-F238E27FC236}">
                    <a16:creationId xmlns:a16="http://schemas.microsoft.com/office/drawing/2014/main" id="{B050B8B9-CF21-1EB1-179F-F1646F5F67FB}"/>
                  </a:ext>
                </a:extLst>
              </p:cNvPr>
              <p:cNvSpPr/>
              <p:nvPr/>
            </p:nvSpPr>
            <p:spPr>
              <a:xfrm>
                <a:off x="386803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44" name="pg2343">
                <a:extLst>
                  <a:ext uri="{FF2B5EF4-FFF2-40B4-BE49-F238E27FC236}">
                    <a16:creationId xmlns:a16="http://schemas.microsoft.com/office/drawing/2014/main" id="{1F354946-4737-24D1-9067-A1E8F94DA0FE}"/>
                  </a:ext>
                </a:extLst>
              </p:cNvPr>
              <p:cNvSpPr/>
              <p:nvPr/>
            </p:nvSpPr>
            <p:spPr>
              <a:xfrm>
                <a:off x="3879675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45" name="pg2344">
                <a:extLst>
                  <a:ext uri="{FF2B5EF4-FFF2-40B4-BE49-F238E27FC236}">
                    <a16:creationId xmlns:a16="http://schemas.microsoft.com/office/drawing/2014/main" id="{3A083476-5197-4397-FE42-EE1FEED5DB95}"/>
                  </a:ext>
                </a:extLst>
              </p:cNvPr>
              <p:cNvSpPr/>
              <p:nvPr/>
            </p:nvSpPr>
            <p:spPr>
              <a:xfrm>
                <a:off x="389131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46" name="pg2345">
                <a:extLst>
                  <a:ext uri="{FF2B5EF4-FFF2-40B4-BE49-F238E27FC236}">
                    <a16:creationId xmlns:a16="http://schemas.microsoft.com/office/drawing/2014/main" id="{512356A3-274E-9DF6-5DBE-7C0173BB8685}"/>
                  </a:ext>
                </a:extLst>
              </p:cNvPr>
              <p:cNvSpPr/>
              <p:nvPr/>
            </p:nvSpPr>
            <p:spPr>
              <a:xfrm>
                <a:off x="390295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47" name="pg2346">
                <a:extLst>
                  <a:ext uri="{FF2B5EF4-FFF2-40B4-BE49-F238E27FC236}">
                    <a16:creationId xmlns:a16="http://schemas.microsoft.com/office/drawing/2014/main" id="{DD0CC876-9A6C-1B89-6BB2-53B9F694CDE6}"/>
                  </a:ext>
                </a:extLst>
              </p:cNvPr>
              <p:cNvSpPr/>
              <p:nvPr/>
            </p:nvSpPr>
            <p:spPr>
              <a:xfrm>
                <a:off x="3914587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48" name="pg2347">
                <a:extLst>
                  <a:ext uri="{FF2B5EF4-FFF2-40B4-BE49-F238E27FC236}">
                    <a16:creationId xmlns:a16="http://schemas.microsoft.com/office/drawing/2014/main" id="{D5832405-3B8F-7A45-55F7-F8477E7FDC66}"/>
                  </a:ext>
                </a:extLst>
              </p:cNvPr>
              <p:cNvSpPr/>
              <p:nvPr/>
            </p:nvSpPr>
            <p:spPr>
              <a:xfrm>
                <a:off x="392622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49" name="pg2348">
                <a:extLst>
                  <a:ext uri="{FF2B5EF4-FFF2-40B4-BE49-F238E27FC236}">
                    <a16:creationId xmlns:a16="http://schemas.microsoft.com/office/drawing/2014/main" id="{A633D5B8-5E4A-58BC-9E9A-8EC227BFC491}"/>
                  </a:ext>
                </a:extLst>
              </p:cNvPr>
              <p:cNvSpPr/>
              <p:nvPr/>
            </p:nvSpPr>
            <p:spPr>
              <a:xfrm>
                <a:off x="393786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50" name="pg2349">
                <a:extLst>
                  <a:ext uri="{FF2B5EF4-FFF2-40B4-BE49-F238E27FC236}">
                    <a16:creationId xmlns:a16="http://schemas.microsoft.com/office/drawing/2014/main" id="{E5D34A2D-63A1-ECB8-7398-3EBB3F02F777}"/>
                  </a:ext>
                </a:extLst>
              </p:cNvPr>
              <p:cNvSpPr/>
              <p:nvPr/>
            </p:nvSpPr>
            <p:spPr>
              <a:xfrm>
                <a:off x="3949499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51" name="pg2350">
                <a:extLst>
                  <a:ext uri="{FF2B5EF4-FFF2-40B4-BE49-F238E27FC236}">
                    <a16:creationId xmlns:a16="http://schemas.microsoft.com/office/drawing/2014/main" id="{09664628-B6CB-0BC8-7C9D-5E36F274E1DD}"/>
                  </a:ext>
                </a:extLst>
              </p:cNvPr>
              <p:cNvSpPr/>
              <p:nvPr/>
            </p:nvSpPr>
            <p:spPr>
              <a:xfrm>
                <a:off x="396113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52" name="pg2351">
                <a:extLst>
                  <a:ext uri="{FF2B5EF4-FFF2-40B4-BE49-F238E27FC236}">
                    <a16:creationId xmlns:a16="http://schemas.microsoft.com/office/drawing/2014/main" id="{67434355-FA83-F566-1159-93BD9EEC86DC}"/>
                  </a:ext>
                </a:extLst>
              </p:cNvPr>
              <p:cNvSpPr/>
              <p:nvPr/>
            </p:nvSpPr>
            <p:spPr>
              <a:xfrm>
                <a:off x="397277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53" name="pg2352">
                <a:extLst>
                  <a:ext uri="{FF2B5EF4-FFF2-40B4-BE49-F238E27FC236}">
                    <a16:creationId xmlns:a16="http://schemas.microsoft.com/office/drawing/2014/main" id="{4E52F7EC-468A-0643-74C2-1AAC7280CF0B}"/>
                  </a:ext>
                </a:extLst>
              </p:cNvPr>
              <p:cNvSpPr/>
              <p:nvPr/>
            </p:nvSpPr>
            <p:spPr>
              <a:xfrm>
                <a:off x="3984411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54" name="pg2353">
                <a:extLst>
                  <a:ext uri="{FF2B5EF4-FFF2-40B4-BE49-F238E27FC236}">
                    <a16:creationId xmlns:a16="http://schemas.microsoft.com/office/drawing/2014/main" id="{60EDB8AB-749A-B5A5-7C40-28AC60C35669}"/>
                  </a:ext>
                </a:extLst>
              </p:cNvPr>
              <p:cNvSpPr/>
              <p:nvPr/>
            </p:nvSpPr>
            <p:spPr>
              <a:xfrm>
                <a:off x="399604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55" name="pg2354">
                <a:extLst>
                  <a:ext uri="{FF2B5EF4-FFF2-40B4-BE49-F238E27FC236}">
                    <a16:creationId xmlns:a16="http://schemas.microsoft.com/office/drawing/2014/main" id="{F834231B-A0E7-9AE9-6478-933413DAF4A9}"/>
                  </a:ext>
                </a:extLst>
              </p:cNvPr>
              <p:cNvSpPr/>
              <p:nvPr/>
            </p:nvSpPr>
            <p:spPr>
              <a:xfrm>
                <a:off x="400768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56" name="pg2355">
                <a:extLst>
                  <a:ext uri="{FF2B5EF4-FFF2-40B4-BE49-F238E27FC236}">
                    <a16:creationId xmlns:a16="http://schemas.microsoft.com/office/drawing/2014/main" id="{DB2E5F87-6796-CAF5-F9C0-91B4CD4CD549}"/>
                  </a:ext>
                </a:extLst>
              </p:cNvPr>
              <p:cNvSpPr/>
              <p:nvPr/>
            </p:nvSpPr>
            <p:spPr>
              <a:xfrm>
                <a:off x="4019323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57" name="pg2356">
                <a:extLst>
                  <a:ext uri="{FF2B5EF4-FFF2-40B4-BE49-F238E27FC236}">
                    <a16:creationId xmlns:a16="http://schemas.microsoft.com/office/drawing/2014/main" id="{99A9A381-222F-B022-97A7-5DDADD74FD74}"/>
                  </a:ext>
                </a:extLst>
              </p:cNvPr>
              <p:cNvSpPr/>
              <p:nvPr/>
            </p:nvSpPr>
            <p:spPr>
              <a:xfrm>
                <a:off x="403096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58" name="pg2357">
                <a:extLst>
                  <a:ext uri="{FF2B5EF4-FFF2-40B4-BE49-F238E27FC236}">
                    <a16:creationId xmlns:a16="http://schemas.microsoft.com/office/drawing/2014/main" id="{5D2CFD51-D72F-28F9-0A08-B011CA04F9E5}"/>
                  </a:ext>
                </a:extLst>
              </p:cNvPr>
              <p:cNvSpPr/>
              <p:nvPr/>
            </p:nvSpPr>
            <p:spPr>
              <a:xfrm>
                <a:off x="404259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59" name="pg2358">
                <a:extLst>
                  <a:ext uri="{FF2B5EF4-FFF2-40B4-BE49-F238E27FC236}">
                    <a16:creationId xmlns:a16="http://schemas.microsoft.com/office/drawing/2014/main" id="{DAF10F24-9E32-1A9E-B0D0-67913F31729B}"/>
                  </a:ext>
                </a:extLst>
              </p:cNvPr>
              <p:cNvSpPr/>
              <p:nvPr/>
            </p:nvSpPr>
            <p:spPr>
              <a:xfrm>
                <a:off x="4054235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60" name="pg2359">
                <a:extLst>
                  <a:ext uri="{FF2B5EF4-FFF2-40B4-BE49-F238E27FC236}">
                    <a16:creationId xmlns:a16="http://schemas.microsoft.com/office/drawing/2014/main" id="{D96F58DD-3E3A-3565-92B6-804D27C96D00}"/>
                  </a:ext>
                </a:extLst>
              </p:cNvPr>
              <p:cNvSpPr/>
              <p:nvPr/>
            </p:nvSpPr>
            <p:spPr>
              <a:xfrm>
                <a:off x="406587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61" name="pg2360">
                <a:extLst>
                  <a:ext uri="{FF2B5EF4-FFF2-40B4-BE49-F238E27FC236}">
                    <a16:creationId xmlns:a16="http://schemas.microsoft.com/office/drawing/2014/main" id="{D5554B24-E709-8985-396C-CA748F9681BA}"/>
                  </a:ext>
                </a:extLst>
              </p:cNvPr>
              <p:cNvSpPr/>
              <p:nvPr/>
            </p:nvSpPr>
            <p:spPr>
              <a:xfrm>
                <a:off x="407751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62" name="pg2361">
                <a:extLst>
                  <a:ext uri="{FF2B5EF4-FFF2-40B4-BE49-F238E27FC236}">
                    <a16:creationId xmlns:a16="http://schemas.microsoft.com/office/drawing/2014/main" id="{8E007190-5DC4-33B0-DA9E-9AB3F3E56243}"/>
                  </a:ext>
                </a:extLst>
              </p:cNvPr>
              <p:cNvSpPr/>
              <p:nvPr/>
            </p:nvSpPr>
            <p:spPr>
              <a:xfrm>
                <a:off x="4089147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63" name="pg2362">
                <a:extLst>
                  <a:ext uri="{FF2B5EF4-FFF2-40B4-BE49-F238E27FC236}">
                    <a16:creationId xmlns:a16="http://schemas.microsoft.com/office/drawing/2014/main" id="{12250E66-D79A-0FEE-A975-38F0A47D2A56}"/>
                  </a:ext>
                </a:extLst>
              </p:cNvPr>
              <p:cNvSpPr/>
              <p:nvPr/>
            </p:nvSpPr>
            <p:spPr>
              <a:xfrm>
                <a:off x="410078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64" name="pg2363">
                <a:extLst>
                  <a:ext uri="{FF2B5EF4-FFF2-40B4-BE49-F238E27FC236}">
                    <a16:creationId xmlns:a16="http://schemas.microsoft.com/office/drawing/2014/main" id="{8B8B0ACC-8348-CF64-4FDE-74374BCF4823}"/>
                  </a:ext>
                </a:extLst>
              </p:cNvPr>
              <p:cNvSpPr/>
              <p:nvPr/>
            </p:nvSpPr>
            <p:spPr>
              <a:xfrm>
                <a:off x="411242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65" name="pg2364">
                <a:extLst>
                  <a:ext uri="{FF2B5EF4-FFF2-40B4-BE49-F238E27FC236}">
                    <a16:creationId xmlns:a16="http://schemas.microsoft.com/office/drawing/2014/main" id="{D76D1BC8-91D4-3F6B-424C-ECD198635B5D}"/>
                  </a:ext>
                </a:extLst>
              </p:cNvPr>
              <p:cNvSpPr/>
              <p:nvPr/>
            </p:nvSpPr>
            <p:spPr>
              <a:xfrm>
                <a:off x="4124059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66" name="pg2365">
                <a:extLst>
                  <a:ext uri="{FF2B5EF4-FFF2-40B4-BE49-F238E27FC236}">
                    <a16:creationId xmlns:a16="http://schemas.microsoft.com/office/drawing/2014/main" id="{3F480F88-8EC0-6EDB-18E8-B61DFF0A4B18}"/>
                  </a:ext>
                </a:extLst>
              </p:cNvPr>
              <p:cNvSpPr/>
              <p:nvPr/>
            </p:nvSpPr>
            <p:spPr>
              <a:xfrm>
                <a:off x="4135696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67" name="pg2366">
                <a:extLst>
                  <a:ext uri="{FF2B5EF4-FFF2-40B4-BE49-F238E27FC236}">
                    <a16:creationId xmlns:a16="http://schemas.microsoft.com/office/drawing/2014/main" id="{9108B5C2-FB88-031B-E6A5-197B19CA0DD3}"/>
                  </a:ext>
                </a:extLst>
              </p:cNvPr>
              <p:cNvSpPr/>
              <p:nvPr/>
            </p:nvSpPr>
            <p:spPr>
              <a:xfrm>
                <a:off x="4147334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68" name="pg2367">
                <a:extLst>
                  <a:ext uri="{FF2B5EF4-FFF2-40B4-BE49-F238E27FC236}">
                    <a16:creationId xmlns:a16="http://schemas.microsoft.com/office/drawing/2014/main" id="{0EB67A94-C7C9-998A-BB6A-AC57C46C3089}"/>
                  </a:ext>
                </a:extLst>
              </p:cNvPr>
              <p:cNvSpPr/>
              <p:nvPr/>
            </p:nvSpPr>
            <p:spPr>
              <a:xfrm>
                <a:off x="4554640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69" name="pg2368">
                <a:extLst>
                  <a:ext uri="{FF2B5EF4-FFF2-40B4-BE49-F238E27FC236}">
                    <a16:creationId xmlns:a16="http://schemas.microsoft.com/office/drawing/2014/main" id="{7251D0CE-E76D-1A5A-FE09-5188E330D57B}"/>
                  </a:ext>
                </a:extLst>
              </p:cNvPr>
              <p:cNvSpPr/>
              <p:nvPr/>
            </p:nvSpPr>
            <p:spPr>
              <a:xfrm>
                <a:off x="4566278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3A6D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70" name="pg2369">
                <a:extLst>
                  <a:ext uri="{FF2B5EF4-FFF2-40B4-BE49-F238E27FC236}">
                    <a16:creationId xmlns:a16="http://schemas.microsoft.com/office/drawing/2014/main" id="{4DB19078-7637-3F65-FA9C-3FD8EE90D6EE}"/>
                  </a:ext>
                </a:extLst>
              </p:cNvPr>
              <p:cNvSpPr/>
              <p:nvPr/>
            </p:nvSpPr>
            <p:spPr>
              <a:xfrm>
                <a:off x="4577915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EA0">
                  <a:alpha val="100000"/>
                </a:srgbClr>
              </a:solidFill>
              <a:ln w="5420" cap="flat">
                <a:solidFill>
                  <a:srgbClr val="3A6E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71" name="pg2370">
                <a:extLst>
                  <a:ext uri="{FF2B5EF4-FFF2-40B4-BE49-F238E27FC236}">
                    <a16:creationId xmlns:a16="http://schemas.microsoft.com/office/drawing/2014/main" id="{5727D3DF-A343-2C0F-B060-FBC93AEC7DC9}"/>
                  </a:ext>
                </a:extLst>
              </p:cNvPr>
              <p:cNvSpPr/>
              <p:nvPr/>
            </p:nvSpPr>
            <p:spPr>
              <a:xfrm>
                <a:off x="4589552" y="469559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6FA0">
                  <a:alpha val="100000"/>
                </a:srgbClr>
              </a:solidFill>
              <a:ln w="5420" cap="flat">
                <a:solidFill>
                  <a:srgbClr val="3B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72" name="pg2371">
                <a:extLst>
                  <a:ext uri="{FF2B5EF4-FFF2-40B4-BE49-F238E27FC236}">
                    <a16:creationId xmlns:a16="http://schemas.microsoft.com/office/drawing/2014/main" id="{1321D63F-DCAF-7596-4EB1-B59A3463E04D}"/>
                  </a:ext>
                </a:extLst>
              </p:cNvPr>
              <p:cNvSpPr/>
              <p:nvPr/>
            </p:nvSpPr>
            <p:spPr>
              <a:xfrm>
                <a:off x="360037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73" name="pg2372">
                <a:extLst>
                  <a:ext uri="{FF2B5EF4-FFF2-40B4-BE49-F238E27FC236}">
                    <a16:creationId xmlns:a16="http://schemas.microsoft.com/office/drawing/2014/main" id="{8623A962-6807-6FB1-9EDE-BB2BADC937B1}"/>
                  </a:ext>
                </a:extLst>
              </p:cNvPr>
              <p:cNvSpPr/>
              <p:nvPr/>
            </p:nvSpPr>
            <p:spPr>
              <a:xfrm>
                <a:off x="361201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74" name="pg2373">
                <a:extLst>
                  <a:ext uri="{FF2B5EF4-FFF2-40B4-BE49-F238E27FC236}">
                    <a16:creationId xmlns:a16="http://schemas.microsoft.com/office/drawing/2014/main" id="{7203CC3B-69E1-03FD-4CED-689A29D52C00}"/>
                  </a:ext>
                </a:extLst>
              </p:cNvPr>
              <p:cNvSpPr/>
              <p:nvPr/>
            </p:nvSpPr>
            <p:spPr>
              <a:xfrm>
                <a:off x="362365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75" name="pg2374">
                <a:extLst>
                  <a:ext uri="{FF2B5EF4-FFF2-40B4-BE49-F238E27FC236}">
                    <a16:creationId xmlns:a16="http://schemas.microsoft.com/office/drawing/2014/main" id="{3FB0F814-5705-D615-8565-F2B888953BE5}"/>
                  </a:ext>
                </a:extLst>
              </p:cNvPr>
              <p:cNvSpPr/>
              <p:nvPr/>
            </p:nvSpPr>
            <p:spPr>
              <a:xfrm>
                <a:off x="3635291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76" name="pg2375">
                <a:extLst>
                  <a:ext uri="{FF2B5EF4-FFF2-40B4-BE49-F238E27FC236}">
                    <a16:creationId xmlns:a16="http://schemas.microsoft.com/office/drawing/2014/main" id="{3FFA13B4-1E45-2824-A6B4-D9D9E35E62E5}"/>
                  </a:ext>
                </a:extLst>
              </p:cNvPr>
              <p:cNvSpPr/>
              <p:nvPr/>
            </p:nvSpPr>
            <p:spPr>
              <a:xfrm>
                <a:off x="364692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77" name="pg2376">
                <a:extLst>
                  <a:ext uri="{FF2B5EF4-FFF2-40B4-BE49-F238E27FC236}">
                    <a16:creationId xmlns:a16="http://schemas.microsoft.com/office/drawing/2014/main" id="{D640843F-DEDD-3958-53A4-FDCF9BAB82BE}"/>
                  </a:ext>
                </a:extLst>
              </p:cNvPr>
              <p:cNvSpPr/>
              <p:nvPr/>
            </p:nvSpPr>
            <p:spPr>
              <a:xfrm>
                <a:off x="365856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78" name="pg2377">
                <a:extLst>
                  <a:ext uri="{FF2B5EF4-FFF2-40B4-BE49-F238E27FC236}">
                    <a16:creationId xmlns:a16="http://schemas.microsoft.com/office/drawing/2014/main" id="{2BDA2BC1-A839-79CE-1F47-4AE2AB8B988F}"/>
                  </a:ext>
                </a:extLst>
              </p:cNvPr>
              <p:cNvSpPr/>
              <p:nvPr/>
            </p:nvSpPr>
            <p:spPr>
              <a:xfrm>
                <a:off x="3670203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79" name="pg2378">
                <a:extLst>
                  <a:ext uri="{FF2B5EF4-FFF2-40B4-BE49-F238E27FC236}">
                    <a16:creationId xmlns:a16="http://schemas.microsoft.com/office/drawing/2014/main" id="{1F315DFE-FB92-50A1-D186-5CDF829E5D5C}"/>
                  </a:ext>
                </a:extLst>
              </p:cNvPr>
              <p:cNvSpPr/>
              <p:nvPr/>
            </p:nvSpPr>
            <p:spPr>
              <a:xfrm>
                <a:off x="368184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80" name="pg2379">
                <a:extLst>
                  <a:ext uri="{FF2B5EF4-FFF2-40B4-BE49-F238E27FC236}">
                    <a16:creationId xmlns:a16="http://schemas.microsoft.com/office/drawing/2014/main" id="{1464CA7F-4ECA-2DF6-1C05-D21B01C0186B}"/>
                  </a:ext>
                </a:extLst>
              </p:cNvPr>
              <p:cNvSpPr/>
              <p:nvPr/>
            </p:nvSpPr>
            <p:spPr>
              <a:xfrm>
                <a:off x="369347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81" name="pg2380">
                <a:extLst>
                  <a:ext uri="{FF2B5EF4-FFF2-40B4-BE49-F238E27FC236}">
                    <a16:creationId xmlns:a16="http://schemas.microsoft.com/office/drawing/2014/main" id="{E5051BBB-41AD-053C-FD72-F900CBE618B6}"/>
                  </a:ext>
                </a:extLst>
              </p:cNvPr>
              <p:cNvSpPr/>
              <p:nvPr/>
            </p:nvSpPr>
            <p:spPr>
              <a:xfrm>
                <a:off x="3705115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82" name="pg2381">
                <a:extLst>
                  <a:ext uri="{FF2B5EF4-FFF2-40B4-BE49-F238E27FC236}">
                    <a16:creationId xmlns:a16="http://schemas.microsoft.com/office/drawing/2014/main" id="{746399BB-C535-18BE-7BFC-F31E137983A2}"/>
                  </a:ext>
                </a:extLst>
              </p:cNvPr>
              <p:cNvSpPr/>
              <p:nvPr/>
            </p:nvSpPr>
            <p:spPr>
              <a:xfrm>
                <a:off x="371675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83" name="pg2382">
                <a:extLst>
                  <a:ext uri="{FF2B5EF4-FFF2-40B4-BE49-F238E27FC236}">
                    <a16:creationId xmlns:a16="http://schemas.microsoft.com/office/drawing/2014/main" id="{0FC48EE0-AABA-C194-2759-8F6C1F28261F}"/>
                  </a:ext>
                </a:extLst>
              </p:cNvPr>
              <p:cNvSpPr/>
              <p:nvPr/>
            </p:nvSpPr>
            <p:spPr>
              <a:xfrm>
                <a:off x="372839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84" name="pg2383">
                <a:extLst>
                  <a:ext uri="{FF2B5EF4-FFF2-40B4-BE49-F238E27FC236}">
                    <a16:creationId xmlns:a16="http://schemas.microsoft.com/office/drawing/2014/main" id="{5877A284-9DE4-9E89-99FD-2EA11EE98A0E}"/>
                  </a:ext>
                </a:extLst>
              </p:cNvPr>
              <p:cNvSpPr/>
              <p:nvPr/>
            </p:nvSpPr>
            <p:spPr>
              <a:xfrm>
                <a:off x="3740027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CAC">
                  <a:alpha val="100000"/>
                </a:srgbClr>
              </a:solidFill>
              <a:ln w="5420" cap="flat">
                <a:solidFill>
                  <a:srgbClr val="5E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85" name="pg2384">
                <a:extLst>
                  <a:ext uri="{FF2B5EF4-FFF2-40B4-BE49-F238E27FC236}">
                    <a16:creationId xmlns:a16="http://schemas.microsoft.com/office/drawing/2014/main" id="{A353E4C0-A79F-5FC3-4083-1411D387D36E}"/>
                  </a:ext>
                </a:extLst>
              </p:cNvPr>
              <p:cNvSpPr/>
              <p:nvPr/>
            </p:nvSpPr>
            <p:spPr>
              <a:xfrm>
                <a:off x="375166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86" name="pg2385">
                <a:extLst>
                  <a:ext uri="{FF2B5EF4-FFF2-40B4-BE49-F238E27FC236}">
                    <a16:creationId xmlns:a16="http://schemas.microsoft.com/office/drawing/2014/main" id="{E8D6A252-E380-87A7-C6BF-EA3E81D9604A}"/>
                  </a:ext>
                </a:extLst>
              </p:cNvPr>
              <p:cNvSpPr/>
              <p:nvPr/>
            </p:nvSpPr>
            <p:spPr>
              <a:xfrm>
                <a:off x="376330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87" name="pg2386">
                <a:extLst>
                  <a:ext uri="{FF2B5EF4-FFF2-40B4-BE49-F238E27FC236}">
                    <a16:creationId xmlns:a16="http://schemas.microsoft.com/office/drawing/2014/main" id="{7EEFEB30-82AF-887E-3DB1-5F5B96DCC2D9}"/>
                  </a:ext>
                </a:extLst>
              </p:cNvPr>
              <p:cNvSpPr/>
              <p:nvPr/>
            </p:nvSpPr>
            <p:spPr>
              <a:xfrm>
                <a:off x="377493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88" name="pg2387">
                <a:extLst>
                  <a:ext uri="{FF2B5EF4-FFF2-40B4-BE49-F238E27FC236}">
                    <a16:creationId xmlns:a16="http://schemas.microsoft.com/office/drawing/2014/main" id="{41C91937-FEF6-F7EF-7A5C-3FED23E468A1}"/>
                  </a:ext>
                </a:extLst>
              </p:cNvPr>
              <p:cNvSpPr/>
              <p:nvPr/>
            </p:nvSpPr>
            <p:spPr>
              <a:xfrm>
                <a:off x="378657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8AC">
                  <a:alpha val="100000"/>
                </a:srgbClr>
              </a:solidFill>
              <a:ln w="5420" cap="flat">
                <a:solidFill>
                  <a:srgbClr val="5D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89" name="pg2388">
                <a:extLst>
                  <a:ext uri="{FF2B5EF4-FFF2-40B4-BE49-F238E27FC236}">
                    <a16:creationId xmlns:a16="http://schemas.microsoft.com/office/drawing/2014/main" id="{6670E3B7-7364-53CB-E55E-A17C8FABECC4}"/>
                  </a:ext>
                </a:extLst>
              </p:cNvPr>
              <p:cNvSpPr/>
              <p:nvPr/>
            </p:nvSpPr>
            <p:spPr>
              <a:xfrm>
                <a:off x="379821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90" name="pg2389">
                <a:extLst>
                  <a:ext uri="{FF2B5EF4-FFF2-40B4-BE49-F238E27FC236}">
                    <a16:creationId xmlns:a16="http://schemas.microsoft.com/office/drawing/2014/main" id="{C1609F2A-7410-E236-2C66-A967304DA96E}"/>
                  </a:ext>
                </a:extLst>
              </p:cNvPr>
              <p:cNvSpPr/>
              <p:nvPr/>
            </p:nvSpPr>
            <p:spPr>
              <a:xfrm>
                <a:off x="3809851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91" name="pg2390">
                <a:extLst>
                  <a:ext uri="{FF2B5EF4-FFF2-40B4-BE49-F238E27FC236}">
                    <a16:creationId xmlns:a16="http://schemas.microsoft.com/office/drawing/2014/main" id="{59E0825D-FEE4-AAC5-DB3E-58E4D1BA7F96}"/>
                  </a:ext>
                </a:extLst>
              </p:cNvPr>
              <p:cNvSpPr/>
              <p:nvPr/>
            </p:nvSpPr>
            <p:spPr>
              <a:xfrm>
                <a:off x="382148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92" name="pg2391">
                <a:extLst>
                  <a:ext uri="{FF2B5EF4-FFF2-40B4-BE49-F238E27FC236}">
                    <a16:creationId xmlns:a16="http://schemas.microsoft.com/office/drawing/2014/main" id="{05E9856B-F53E-8EF6-C617-6CDAE51703AD}"/>
                  </a:ext>
                </a:extLst>
              </p:cNvPr>
              <p:cNvSpPr/>
              <p:nvPr/>
            </p:nvSpPr>
            <p:spPr>
              <a:xfrm>
                <a:off x="383312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93" name="pg2392">
                <a:extLst>
                  <a:ext uri="{FF2B5EF4-FFF2-40B4-BE49-F238E27FC236}">
                    <a16:creationId xmlns:a16="http://schemas.microsoft.com/office/drawing/2014/main" id="{35D17120-858E-F793-2C02-FF9FDDB63F9F}"/>
                  </a:ext>
                </a:extLst>
              </p:cNvPr>
              <p:cNvSpPr/>
              <p:nvPr/>
            </p:nvSpPr>
            <p:spPr>
              <a:xfrm>
                <a:off x="3844763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94" name="pg2393">
                <a:extLst>
                  <a:ext uri="{FF2B5EF4-FFF2-40B4-BE49-F238E27FC236}">
                    <a16:creationId xmlns:a16="http://schemas.microsoft.com/office/drawing/2014/main" id="{6424C155-BC93-AA65-BA41-387A6408BD08}"/>
                  </a:ext>
                </a:extLst>
              </p:cNvPr>
              <p:cNvSpPr/>
              <p:nvPr/>
            </p:nvSpPr>
            <p:spPr>
              <a:xfrm>
                <a:off x="385640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95" name="pg2394">
                <a:extLst>
                  <a:ext uri="{FF2B5EF4-FFF2-40B4-BE49-F238E27FC236}">
                    <a16:creationId xmlns:a16="http://schemas.microsoft.com/office/drawing/2014/main" id="{5CFB31BA-0A41-7E4D-D91A-3AC2EB15A329}"/>
                  </a:ext>
                </a:extLst>
              </p:cNvPr>
              <p:cNvSpPr/>
              <p:nvPr/>
            </p:nvSpPr>
            <p:spPr>
              <a:xfrm>
                <a:off x="386803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96" name="pg2395">
                <a:extLst>
                  <a:ext uri="{FF2B5EF4-FFF2-40B4-BE49-F238E27FC236}">
                    <a16:creationId xmlns:a16="http://schemas.microsoft.com/office/drawing/2014/main" id="{D901D889-0EC1-5533-20AC-F0149FA48957}"/>
                  </a:ext>
                </a:extLst>
              </p:cNvPr>
              <p:cNvSpPr/>
              <p:nvPr/>
            </p:nvSpPr>
            <p:spPr>
              <a:xfrm>
                <a:off x="3879675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97" name="pg2396">
                <a:extLst>
                  <a:ext uri="{FF2B5EF4-FFF2-40B4-BE49-F238E27FC236}">
                    <a16:creationId xmlns:a16="http://schemas.microsoft.com/office/drawing/2014/main" id="{6999ED3F-B82D-B234-E4E9-960AF39E1E50}"/>
                  </a:ext>
                </a:extLst>
              </p:cNvPr>
              <p:cNvSpPr/>
              <p:nvPr/>
            </p:nvSpPr>
            <p:spPr>
              <a:xfrm>
                <a:off x="389131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98" name="pg2397">
                <a:extLst>
                  <a:ext uri="{FF2B5EF4-FFF2-40B4-BE49-F238E27FC236}">
                    <a16:creationId xmlns:a16="http://schemas.microsoft.com/office/drawing/2014/main" id="{00085BD6-4EDF-BAA6-A485-6BFD314E6F7F}"/>
                  </a:ext>
                </a:extLst>
              </p:cNvPr>
              <p:cNvSpPr/>
              <p:nvPr/>
            </p:nvSpPr>
            <p:spPr>
              <a:xfrm>
                <a:off x="390295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799" name="pg2398">
                <a:extLst>
                  <a:ext uri="{FF2B5EF4-FFF2-40B4-BE49-F238E27FC236}">
                    <a16:creationId xmlns:a16="http://schemas.microsoft.com/office/drawing/2014/main" id="{1DADA409-50A6-6C55-AE2E-835189AB446F}"/>
                  </a:ext>
                </a:extLst>
              </p:cNvPr>
              <p:cNvSpPr/>
              <p:nvPr/>
            </p:nvSpPr>
            <p:spPr>
              <a:xfrm>
                <a:off x="3914587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00" name="pg2399">
                <a:extLst>
                  <a:ext uri="{FF2B5EF4-FFF2-40B4-BE49-F238E27FC236}">
                    <a16:creationId xmlns:a16="http://schemas.microsoft.com/office/drawing/2014/main" id="{B70434B3-A3EB-C707-BA05-4B115C45A072}"/>
                  </a:ext>
                </a:extLst>
              </p:cNvPr>
              <p:cNvSpPr/>
              <p:nvPr/>
            </p:nvSpPr>
            <p:spPr>
              <a:xfrm>
                <a:off x="392622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01" name="pg2400">
                <a:extLst>
                  <a:ext uri="{FF2B5EF4-FFF2-40B4-BE49-F238E27FC236}">
                    <a16:creationId xmlns:a16="http://schemas.microsoft.com/office/drawing/2014/main" id="{7F402C9D-2ECF-4138-9F47-006D5A0764A0}"/>
                  </a:ext>
                </a:extLst>
              </p:cNvPr>
              <p:cNvSpPr/>
              <p:nvPr/>
            </p:nvSpPr>
            <p:spPr>
              <a:xfrm>
                <a:off x="393786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02" name="pg2401">
                <a:extLst>
                  <a:ext uri="{FF2B5EF4-FFF2-40B4-BE49-F238E27FC236}">
                    <a16:creationId xmlns:a16="http://schemas.microsoft.com/office/drawing/2014/main" id="{C5F110BB-37E9-43C1-6011-15FBE31CCD21}"/>
                  </a:ext>
                </a:extLst>
              </p:cNvPr>
              <p:cNvSpPr/>
              <p:nvPr/>
            </p:nvSpPr>
            <p:spPr>
              <a:xfrm>
                <a:off x="394949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03" name="pg2402">
                <a:extLst>
                  <a:ext uri="{FF2B5EF4-FFF2-40B4-BE49-F238E27FC236}">
                    <a16:creationId xmlns:a16="http://schemas.microsoft.com/office/drawing/2014/main" id="{99DF6CE0-71A4-0DEF-7E0B-BEB74F38BB0C}"/>
                  </a:ext>
                </a:extLst>
              </p:cNvPr>
              <p:cNvSpPr/>
              <p:nvPr/>
            </p:nvSpPr>
            <p:spPr>
              <a:xfrm>
                <a:off x="396113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04" name="pg2403">
                <a:extLst>
                  <a:ext uri="{FF2B5EF4-FFF2-40B4-BE49-F238E27FC236}">
                    <a16:creationId xmlns:a16="http://schemas.microsoft.com/office/drawing/2014/main" id="{18B3BE26-8DD7-5684-2D48-D56B8F897FE7}"/>
                  </a:ext>
                </a:extLst>
              </p:cNvPr>
              <p:cNvSpPr/>
              <p:nvPr/>
            </p:nvSpPr>
            <p:spPr>
              <a:xfrm>
                <a:off x="397277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05" name="pg2404">
                <a:extLst>
                  <a:ext uri="{FF2B5EF4-FFF2-40B4-BE49-F238E27FC236}">
                    <a16:creationId xmlns:a16="http://schemas.microsoft.com/office/drawing/2014/main" id="{B37C1772-0E50-F344-1013-4FE0E45553A5}"/>
                  </a:ext>
                </a:extLst>
              </p:cNvPr>
              <p:cNvSpPr/>
              <p:nvPr/>
            </p:nvSpPr>
            <p:spPr>
              <a:xfrm>
                <a:off x="3984411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06" name="pg2405">
                <a:extLst>
                  <a:ext uri="{FF2B5EF4-FFF2-40B4-BE49-F238E27FC236}">
                    <a16:creationId xmlns:a16="http://schemas.microsoft.com/office/drawing/2014/main" id="{21016E23-913B-A342-D494-9F0FA8A515C1}"/>
                  </a:ext>
                </a:extLst>
              </p:cNvPr>
              <p:cNvSpPr/>
              <p:nvPr/>
            </p:nvSpPr>
            <p:spPr>
              <a:xfrm>
                <a:off x="399604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07" name="pg2406">
                <a:extLst>
                  <a:ext uri="{FF2B5EF4-FFF2-40B4-BE49-F238E27FC236}">
                    <a16:creationId xmlns:a16="http://schemas.microsoft.com/office/drawing/2014/main" id="{E05BFC4A-A653-ACE1-B0FA-484E829FE07F}"/>
                  </a:ext>
                </a:extLst>
              </p:cNvPr>
              <p:cNvSpPr/>
              <p:nvPr/>
            </p:nvSpPr>
            <p:spPr>
              <a:xfrm>
                <a:off x="400768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08" name="pg2407">
                <a:extLst>
                  <a:ext uri="{FF2B5EF4-FFF2-40B4-BE49-F238E27FC236}">
                    <a16:creationId xmlns:a16="http://schemas.microsoft.com/office/drawing/2014/main" id="{04F92785-904D-73C0-728C-7EE53B0DC0E6}"/>
                  </a:ext>
                </a:extLst>
              </p:cNvPr>
              <p:cNvSpPr/>
              <p:nvPr/>
            </p:nvSpPr>
            <p:spPr>
              <a:xfrm>
                <a:off x="4019323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09" name="pg2408">
                <a:extLst>
                  <a:ext uri="{FF2B5EF4-FFF2-40B4-BE49-F238E27FC236}">
                    <a16:creationId xmlns:a16="http://schemas.microsoft.com/office/drawing/2014/main" id="{19F48804-2693-400C-37AD-AFA864B05AAD}"/>
                  </a:ext>
                </a:extLst>
              </p:cNvPr>
              <p:cNvSpPr/>
              <p:nvPr/>
            </p:nvSpPr>
            <p:spPr>
              <a:xfrm>
                <a:off x="403096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10" name="pg2409">
                <a:extLst>
                  <a:ext uri="{FF2B5EF4-FFF2-40B4-BE49-F238E27FC236}">
                    <a16:creationId xmlns:a16="http://schemas.microsoft.com/office/drawing/2014/main" id="{04CA38E9-DAD7-89CD-83CC-7A5F19466ADE}"/>
                  </a:ext>
                </a:extLst>
              </p:cNvPr>
              <p:cNvSpPr/>
              <p:nvPr/>
            </p:nvSpPr>
            <p:spPr>
              <a:xfrm>
                <a:off x="404259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11" name="pg2410">
                <a:extLst>
                  <a:ext uri="{FF2B5EF4-FFF2-40B4-BE49-F238E27FC236}">
                    <a16:creationId xmlns:a16="http://schemas.microsoft.com/office/drawing/2014/main" id="{35B2386B-29F4-48E8-B7D4-A300DD81F7F3}"/>
                  </a:ext>
                </a:extLst>
              </p:cNvPr>
              <p:cNvSpPr/>
              <p:nvPr/>
            </p:nvSpPr>
            <p:spPr>
              <a:xfrm>
                <a:off x="4054235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12" name="pg2411">
                <a:extLst>
                  <a:ext uri="{FF2B5EF4-FFF2-40B4-BE49-F238E27FC236}">
                    <a16:creationId xmlns:a16="http://schemas.microsoft.com/office/drawing/2014/main" id="{71C63BC4-60FD-2DC8-1C9E-C951798EF319}"/>
                  </a:ext>
                </a:extLst>
              </p:cNvPr>
              <p:cNvSpPr/>
              <p:nvPr/>
            </p:nvSpPr>
            <p:spPr>
              <a:xfrm>
                <a:off x="406587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13" name="pg2412">
                <a:extLst>
                  <a:ext uri="{FF2B5EF4-FFF2-40B4-BE49-F238E27FC236}">
                    <a16:creationId xmlns:a16="http://schemas.microsoft.com/office/drawing/2014/main" id="{B18A1B17-EA89-807A-D606-4FD427C7BA25}"/>
                  </a:ext>
                </a:extLst>
              </p:cNvPr>
              <p:cNvSpPr/>
              <p:nvPr/>
            </p:nvSpPr>
            <p:spPr>
              <a:xfrm>
                <a:off x="407751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14" name="pg2413">
                <a:extLst>
                  <a:ext uri="{FF2B5EF4-FFF2-40B4-BE49-F238E27FC236}">
                    <a16:creationId xmlns:a16="http://schemas.microsoft.com/office/drawing/2014/main" id="{6ABB7DB9-A78C-E935-6E75-D38792121016}"/>
                  </a:ext>
                </a:extLst>
              </p:cNvPr>
              <p:cNvSpPr/>
              <p:nvPr/>
            </p:nvSpPr>
            <p:spPr>
              <a:xfrm>
                <a:off x="4089147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15" name="pg2414">
                <a:extLst>
                  <a:ext uri="{FF2B5EF4-FFF2-40B4-BE49-F238E27FC236}">
                    <a16:creationId xmlns:a16="http://schemas.microsoft.com/office/drawing/2014/main" id="{DBE6F2C0-D02D-2E6F-F0EB-6B6B8AD9D897}"/>
                  </a:ext>
                </a:extLst>
              </p:cNvPr>
              <p:cNvSpPr/>
              <p:nvPr/>
            </p:nvSpPr>
            <p:spPr>
              <a:xfrm>
                <a:off x="410078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16" name="pg2415">
                <a:extLst>
                  <a:ext uri="{FF2B5EF4-FFF2-40B4-BE49-F238E27FC236}">
                    <a16:creationId xmlns:a16="http://schemas.microsoft.com/office/drawing/2014/main" id="{7F5749D3-9B1C-4ADE-73DF-79F650CAEC43}"/>
                  </a:ext>
                </a:extLst>
              </p:cNvPr>
              <p:cNvSpPr/>
              <p:nvPr/>
            </p:nvSpPr>
            <p:spPr>
              <a:xfrm>
                <a:off x="411242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17" name="pg2416">
                <a:extLst>
                  <a:ext uri="{FF2B5EF4-FFF2-40B4-BE49-F238E27FC236}">
                    <a16:creationId xmlns:a16="http://schemas.microsoft.com/office/drawing/2014/main" id="{3C8D557D-1526-5CD4-54E9-ED419FB09951}"/>
                  </a:ext>
                </a:extLst>
              </p:cNvPr>
              <p:cNvSpPr/>
              <p:nvPr/>
            </p:nvSpPr>
            <p:spPr>
              <a:xfrm>
                <a:off x="412405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18" name="pg2417">
                <a:extLst>
                  <a:ext uri="{FF2B5EF4-FFF2-40B4-BE49-F238E27FC236}">
                    <a16:creationId xmlns:a16="http://schemas.microsoft.com/office/drawing/2014/main" id="{168E00B2-7E1F-AD93-B471-CC08921D5595}"/>
                  </a:ext>
                </a:extLst>
              </p:cNvPr>
              <p:cNvSpPr/>
              <p:nvPr/>
            </p:nvSpPr>
            <p:spPr>
              <a:xfrm>
                <a:off x="4135696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19" name="pg2418">
                <a:extLst>
                  <a:ext uri="{FF2B5EF4-FFF2-40B4-BE49-F238E27FC236}">
                    <a16:creationId xmlns:a16="http://schemas.microsoft.com/office/drawing/2014/main" id="{96C00E11-2738-E653-F792-2BF557A4CDED}"/>
                  </a:ext>
                </a:extLst>
              </p:cNvPr>
              <p:cNvSpPr/>
              <p:nvPr/>
            </p:nvSpPr>
            <p:spPr>
              <a:xfrm>
                <a:off x="414733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20" name="pg2419">
                <a:extLst>
                  <a:ext uri="{FF2B5EF4-FFF2-40B4-BE49-F238E27FC236}">
                    <a16:creationId xmlns:a16="http://schemas.microsoft.com/office/drawing/2014/main" id="{9B44CF6D-C575-E647-C1BC-4434E718390F}"/>
                  </a:ext>
                </a:extLst>
              </p:cNvPr>
              <p:cNvSpPr/>
              <p:nvPr/>
            </p:nvSpPr>
            <p:spPr>
              <a:xfrm>
                <a:off x="4263707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21" name="pg2420">
                <a:extLst>
                  <a:ext uri="{FF2B5EF4-FFF2-40B4-BE49-F238E27FC236}">
                    <a16:creationId xmlns:a16="http://schemas.microsoft.com/office/drawing/2014/main" id="{67009572-DFD0-7C3D-16D1-29D66532FE02}"/>
                  </a:ext>
                </a:extLst>
              </p:cNvPr>
              <p:cNvSpPr/>
              <p:nvPr/>
            </p:nvSpPr>
            <p:spPr>
              <a:xfrm>
                <a:off x="4275344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22" name="pg2421">
                <a:extLst>
                  <a:ext uri="{FF2B5EF4-FFF2-40B4-BE49-F238E27FC236}">
                    <a16:creationId xmlns:a16="http://schemas.microsoft.com/office/drawing/2014/main" id="{B4866F86-D79B-23CB-6B35-911FBF306C97}"/>
                  </a:ext>
                </a:extLst>
              </p:cNvPr>
              <p:cNvSpPr/>
              <p:nvPr/>
            </p:nvSpPr>
            <p:spPr>
              <a:xfrm>
                <a:off x="428698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23" name="pg2422">
                <a:extLst>
                  <a:ext uri="{FF2B5EF4-FFF2-40B4-BE49-F238E27FC236}">
                    <a16:creationId xmlns:a16="http://schemas.microsoft.com/office/drawing/2014/main" id="{39A42D64-F5AC-484C-3FBF-30D114B7FD42}"/>
                  </a:ext>
                </a:extLst>
              </p:cNvPr>
              <p:cNvSpPr/>
              <p:nvPr/>
            </p:nvSpPr>
            <p:spPr>
              <a:xfrm>
                <a:off x="4298619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24" name="pg2423">
                <a:extLst>
                  <a:ext uri="{FF2B5EF4-FFF2-40B4-BE49-F238E27FC236}">
                    <a16:creationId xmlns:a16="http://schemas.microsoft.com/office/drawing/2014/main" id="{52A3AE12-C626-477D-0DCA-337CE39D3E60}"/>
                  </a:ext>
                </a:extLst>
              </p:cNvPr>
              <p:cNvSpPr/>
              <p:nvPr/>
            </p:nvSpPr>
            <p:spPr>
              <a:xfrm>
                <a:off x="455464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0A0">
                  <a:alpha val="100000"/>
                </a:srgbClr>
              </a:solidFill>
              <a:ln w="5420" cap="flat">
                <a:solidFill>
                  <a:srgbClr val="3B70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25" name="pg2424">
                <a:extLst>
                  <a:ext uri="{FF2B5EF4-FFF2-40B4-BE49-F238E27FC236}">
                    <a16:creationId xmlns:a16="http://schemas.microsoft.com/office/drawing/2014/main" id="{3E5FA75D-A953-8323-E9F2-508998A1AC20}"/>
                  </a:ext>
                </a:extLst>
              </p:cNvPr>
              <p:cNvSpPr/>
              <p:nvPr/>
            </p:nvSpPr>
            <p:spPr>
              <a:xfrm>
                <a:off x="4566278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26" name="pg2425">
                <a:extLst>
                  <a:ext uri="{FF2B5EF4-FFF2-40B4-BE49-F238E27FC236}">
                    <a16:creationId xmlns:a16="http://schemas.microsoft.com/office/drawing/2014/main" id="{0727758B-D09B-F19E-0F67-90B6B0565BCF}"/>
                  </a:ext>
                </a:extLst>
              </p:cNvPr>
              <p:cNvSpPr/>
              <p:nvPr/>
            </p:nvSpPr>
            <p:spPr>
              <a:xfrm>
                <a:off x="4577915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6FA0">
                  <a:alpha val="100000"/>
                </a:srgbClr>
              </a:solidFill>
              <a:ln w="5420" cap="flat">
                <a:solidFill>
                  <a:srgbClr val="3A6FA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27" name="pg2426">
                <a:extLst>
                  <a:ext uri="{FF2B5EF4-FFF2-40B4-BE49-F238E27FC236}">
                    <a16:creationId xmlns:a16="http://schemas.microsoft.com/office/drawing/2014/main" id="{ED9D8FAE-666A-24D8-D63F-17204A0D60F8}"/>
                  </a:ext>
                </a:extLst>
              </p:cNvPr>
              <p:cNvSpPr/>
              <p:nvPr/>
            </p:nvSpPr>
            <p:spPr>
              <a:xfrm>
                <a:off x="4589552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1A1">
                  <a:alpha val="100000"/>
                </a:srgbClr>
              </a:solidFill>
              <a:ln w="5420" cap="flat">
                <a:solidFill>
                  <a:srgbClr val="3B71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28" name="pg2427">
                <a:extLst>
                  <a:ext uri="{FF2B5EF4-FFF2-40B4-BE49-F238E27FC236}">
                    <a16:creationId xmlns:a16="http://schemas.microsoft.com/office/drawing/2014/main" id="{EB401C47-A6F3-7B69-143B-54213EC25A6B}"/>
                  </a:ext>
                </a:extLst>
              </p:cNvPr>
              <p:cNvSpPr/>
              <p:nvPr/>
            </p:nvSpPr>
            <p:spPr>
              <a:xfrm>
                <a:off x="4601190" y="470989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29" name="pg2428">
                <a:extLst>
                  <a:ext uri="{FF2B5EF4-FFF2-40B4-BE49-F238E27FC236}">
                    <a16:creationId xmlns:a16="http://schemas.microsoft.com/office/drawing/2014/main" id="{EB692164-F093-13D9-658A-FD6A65F0064B}"/>
                  </a:ext>
                </a:extLst>
              </p:cNvPr>
              <p:cNvSpPr/>
              <p:nvPr/>
            </p:nvSpPr>
            <p:spPr>
              <a:xfrm>
                <a:off x="325125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30" name="pg2429">
                <a:extLst>
                  <a:ext uri="{FF2B5EF4-FFF2-40B4-BE49-F238E27FC236}">
                    <a16:creationId xmlns:a16="http://schemas.microsoft.com/office/drawing/2014/main" id="{7458EF9C-FAFB-678E-D349-587DE62E2AAE}"/>
                  </a:ext>
                </a:extLst>
              </p:cNvPr>
              <p:cNvSpPr/>
              <p:nvPr/>
            </p:nvSpPr>
            <p:spPr>
              <a:xfrm>
                <a:off x="326289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31" name="pg2430">
                <a:extLst>
                  <a:ext uri="{FF2B5EF4-FFF2-40B4-BE49-F238E27FC236}">
                    <a16:creationId xmlns:a16="http://schemas.microsoft.com/office/drawing/2014/main" id="{20AA0BE8-A72E-A327-8126-7012746E5928}"/>
                  </a:ext>
                </a:extLst>
              </p:cNvPr>
              <p:cNvSpPr/>
              <p:nvPr/>
            </p:nvSpPr>
            <p:spPr>
              <a:xfrm>
                <a:off x="360037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32" name="pg2431">
                <a:extLst>
                  <a:ext uri="{FF2B5EF4-FFF2-40B4-BE49-F238E27FC236}">
                    <a16:creationId xmlns:a16="http://schemas.microsoft.com/office/drawing/2014/main" id="{87DC3F3E-45E2-7676-41F6-59E192C04E12}"/>
                  </a:ext>
                </a:extLst>
              </p:cNvPr>
              <p:cNvSpPr/>
              <p:nvPr/>
            </p:nvSpPr>
            <p:spPr>
              <a:xfrm>
                <a:off x="361201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33" name="pg2432">
                <a:extLst>
                  <a:ext uri="{FF2B5EF4-FFF2-40B4-BE49-F238E27FC236}">
                    <a16:creationId xmlns:a16="http://schemas.microsoft.com/office/drawing/2014/main" id="{4755A697-53B3-748D-BDC3-A4BA142C4669}"/>
                  </a:ext>
                </a:extLst>
              </p:cNvPr>
              <p:cNvSpPr/>
              <p:nvPr/>
            </p:nvSpPr>
            <p:spPr>
              <a:xfrm>
                <a:off x="362365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34" name="pg2433">
                <a:extLst>
                  <a:ext uri="{FF2B5EF4-FFF2-40B4-BE49-F238E27FC236}">
                    <a16:creationId xmlns:a16="http://schemas.microsoft.com/office/drawing/2014/main" id="{77EC1B98-FF8D-C86A-1DC8-AA3229D83679}"/>
                  </a:ext>
                </a:extLst>
              </p:cNvPr>
              <p:cNvSpPr/>
              <p:nvPr/>
            </p:nvSpPr>
            <p:spPr>
              <a:xfrm>
                <a:off x="3635291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35" name="pg2434">
                <a:extLst>
                  <a:ext uri="{FF2B5EF4-FFF2-40B4-BE49-F238E27FC236}">
                    <a16:creationId xmlns:a16="http://schemas.microsoft.com/office/drawing/2014/main" id="{F23A9876-A33E-C8BF-3347-FADEEC8B7596}"/>
                  </a:ext>
                </a:extLst>
              </p:cNvPr>
              <p:cNvSpPr/>
              <p:nvPr/>
            </p:nvSpPr>
            <p:spPr>
              <a:xfrm>
                <a:off x="364692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CAC">
                  <a:alpha val="100000"/>
                </a:srgbClr>
              </a:solidFill>
              <a:ln w="5420" cap="flat">
                <a:solidFill>
                  <a:srgbClr val="5E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36" name="pg2435">
                <a:extLst>
                  <a:ext uri="{FF2B5EF4-FFF2-40B4-BE49-F238E27FC236}">
                    <a16:creationId xmlns:a16="http://schemas.microsoft.com/office/drawing/2014/main" id="{688C686C-E43C-834D-0515-FE4576D05B19}"/>
                  </a:ext>
                </a:extLst>
              </p:cNvPr>
              <p:cNvSpPr/>
              <p:nvPr/>
            </p:nvSpPr>
            <p:spPr>
              <a:xfrm>
                <a:off x="365856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37" name="pg2436">
                <a:extLst>
                  <a:ext uri="{FF2B5EF4-FFF2-40B4-BE49-F238E27FC236}">
                    <a16:creationId xmlns:a16="http://schemas.microsoft.com/office/drawing/2014/main" id="{D4C3660B-38F8-5209-2055-F88078071E45}"/>
                  </a:ext>
                </a:extLst>
              </p:cNvPr>
              <p:cNvSpPr/>
              <p:nvPr/>
            </p:nvSpPr>
            <p:spPr>
              <a:xfrm>
                <a:off x="3670203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38" name="pg2437">
                <a:extLst>
                  <a:ext uri="{FF2B5EF4-FFF2-40B4-BE49-F238E27FC236}">
                    <a16:creationId xmlns:a16="http://schemas.microsoft.com/office/drawing/2014/main" id="{A9586B51-670B-CF4B-658B-6FED42022FB7}"/>
                  </a:ext>
                </a:extLst>
              </p:cNvPr>
              <p:cNvSpPr/>
              <p:nvPr/>
            </p:nvSpPr>
            <p:spPr>
              <a:xfrm>
                <a:off x="368184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39" name="pg2438">
                <a:extLst>
                  <a:ext uri="{FF2B5EF4-FFF2-40B4-BE49-F238E27FC236}">
                    <a16:creationId xmlns:a16="http://schemas.microsoft.com/office/drawing/2014/main" id="{B196F2B9-36C6-2121-9B7F-E0B1F1CB8752}"/>
                  </a:ext>
                </a:extLst>
              </p:cNvPr>
              <p:cNvSpPr/>
              <p:nvPr/>
            </p:nvSpPr>
            <p:spPr>
              <a:xfrm>
                <a:off x="369347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40" name="pg2439">
                <a:extLst>
                  <a:ext uri="{FF2B5EF4-FFF2-40B4-BE49-F238E27FC236}">
                    <a16:creationId xmlns:a16="http://schemas.microsoft.com/office/drawing/2014/main" id="{4F722924-A468-964E-38F5-E0741AD25195}"/>
                  </a:ext>
                </a:extLst>
              </p:cNvPr>
              <p:cNvSpPr/>
              <p:nvPr/>
            </p:nvSpPr>
            <p:spPr>
              <a:xfrm>
                <a:off x="3705115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41" name="pg2440">
                <a:extLst>
                  <a:ext uri="{FF2B5EF4-FFF2-40B4-BE49-F238E27FC236}">
                    <a16:creationId xmlns:a16="http://schemas.microsoft.com/office/drawing/2014/main" id="{388A740A-9E1E-1211-8D08-435AC32FC9BE}"/>
                  </a:ext>
                </a:extLst>
              </p:cNvPr>
              <p:cNvSpPr/>
              <p:nvPr/>
            </p:nvSpPr>
            <p:spPr>
              <a:xfrm>
                <a:off x="371675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42" name="pg2441">
                <a:extLst>
                  <a:ext uri="{FF2B5EF4-FFF2-40B4-BE49-F238E27FC236}">
                    <a16:creationId xmlns:a16="http://schemas.microsoft.com/office/drawing/2014/main" id="{B6066297-2E0E-B483-88D8-618FB9D3ED55}"/>
                  </a:ext>
                </a:extLst>
              </p:cNvPr>
              <p:cNvSpPr/>
              <p:nvPr/>
            </p:nvSpPr>
            <p:spPr>
              <a:xfrm>
                <a:off x="372839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43" name="pg2442">
                <a:extLst>
                  <a:ext uri="{FF2B5EF4-FFF2-40B4-BE49-F238E27FC236}">
                    <a16:creationId xmlns:a16="http://schemas.microsoft.com/office/drawing/2014/main" id="{C1132D4D-B607-B9A5-66EF-16CD947368CF}"/>
                  </a:ext>
                </a:extLst>
              </p:cNvPr>
              <p:cNvSpPr/>
              <p:nvPr/>
            </p:nvSpPr>
            <p:spPr>
              <a:xfrm>
                <a:off x="374002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44" name="pg2443">
                <a:extLst>
                  <a:ext uri="{FF2B5EF4-FFF2-40B4-BE49-F238E27FC236}">
                    <a16:creationId xmlns:a16="http://schemas.microsoft.com/office/drawing/2014/main" id="{56858B3C-1510-8520-5453-EF360E7E388E}"/>
                  </a:ext>
                </a:extLst>
              </p:cNvPr>
              <p:cNvSpPr/>
              <p:nvPr/>
            </p:nvSpPr>
            <p:spPr>
              <a:xfrm>
                <a:off x="375166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45" name="pg2444">
                <a:extLst>
                  <a:ext uri="{FF2B5EF4-FFF2-40B4-BE49-F238E27FC236}">
                    <a16:creationId xmlns:a16="http://schemas.microsoft.com/office/drawing/2014/main" id="{13D08219-EB48-AEF8-3E30-4E0E4C68B1AF}"/>
                  </a:ext>
                </a:extLst>
              </p:cNvPr>
              <p:cNvSpPr/>
              <p:nvPr/>
            </p:nvSpPr>
            <p:spPr>
              <a:xfrm>
                <a:off x="376330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46" name="pg2445">
                <a:extLst>
                  <a:ext uri="{FF2B5EF4-FFF2-40B4-BE49-F238E27FC236}">
                    <a16:creationId xmlns:a16="http://schemas.microsoft.com/office/drawing/2014/main" id="{36657455-580B-5D0B-26C0-C4537E101EC2}"/>
                  </a:ext>
                </a:extLst>
              </p:cNvPr>
              <p:cNvSpPr/>
              <p:nvPr/>
            </p:nvSpPr>
            <p:spPr>
              <a:xfrm>
                <a:off x="377493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47" name="pg2446">
                <a:extLst>
                  <a:ext uri="{FF2B5EF4-FFF2-40B4-BE49-F238E27FC236}">
                    <a16:creationId xmlns:a16="http://schemas.microsoft.com/office/drawing/2014/main" id="{3F3A856A-8981-B86C-9C09-DC689573ECD5}"/>
                  </a:ext>
                </a:extLst>
              </p:cNvPr>
              <p:cNvSpPr/>
              <p:nvPr/>
            </p:nvSpPr>
            <p:spPr>
              <a:xfrm>
                <a:off x="378657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48" name="pg2447">
                <a:extLst>
                  <a:ext uri="{FF2B5EF4-FFF2-40B4-BE49-F238E27FC236}">
                    <a16:creationId xmlns:a16="http://schemas.microsoft.com/office/drawing/2014/main" id="{B3CAC7F3-67C1-0FB9-BA5E-6E6BF2E4C727}"/>
                  </a:ext>
                </a:extLst>
              </p:cNvPr>
              <p:cNvSpPr/>
              <p:nvPr/>
            </p:nvSpPr>
            <p:spPr>
              <a:xfrm>
                <a:off x="379821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49" name="pg2448">
                <a:extLst>
                  <a:ext uri="{FF2B5EF4-FFF2-40B4-BE49-F238E27FC236}">
                    <a16:creationId xmlns:a16="http://schemas.microsoft.com/office/drawing/2014/main" id="{8E8D0C93-B855-69C3-EEDB-50EB08F851B9}"/>
                  </a:ext>
                </a:extLst>
              </p:cNvPr>
              <p:cNvSpPr/>
              <p:nvPr/>
            </p:nvSpPr>
            <p:spPr>
              <a:xfrm>
                <a:off x="3809851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50" name="pg2449">
                <a:extLst>
                  <a:ext uri="{FF2B5EF4-FFF2-40B4-BE49-F238E27FC236}">
                    <a16:creationId xmlns:a16="http://schemas.microsoft.com/office/drawing/2014/main" id="{49936FE9-B1CC-6A13-CC17-9B3BE2ADF594}"/>
                  </a:ext>
                </a:extLst>
              </p:cNvPr>
              <p:cNvSpPr/>
              <p:nvPr/>
            </p:nvSpPr>
            <p:spPr>
              <a:xfrm>
                <a:off x="382148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51" name="pg2450">
                <a:extLst>
                  <a:ext uri="{FF2B5EF4-FFF2-40B4-BE49-F238E27FC236}">
                    <a16:creationId xmlns:a16="http://schemas.microsoft.com/office/drawing/2014/main" id="{1E7D085F-2D90-698C-0515-C3BF000AAA72}"/>
                  </a:ext>
                </a:extLst>
              </p:cNvPr>
              <p:cNvSpPr/>
              <p:nvPr/>
            </p:nvSpPr>
            <p:spPr>
              <a:xfrm>
                <a:off x="383312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52" name="pg2451">
                <a:extLst>
                  <a:ext uri="{FF2B5EF4-FFF2-40B4-BE49-F238E27FC236}">
                    <a16:creationId xmlns:a16="http://schemas.microsoft.com/office/drawing/2014/main" id="{CDC87F69-3EF3-2BC4-CF2D-F5085057208B}"/>
                  </a:ext>
                </a:extLst>
              </p:cNvPr>
              <p:cNvSpPr/>
              <p:nvPr/>
            </p:nvSpPr>
            <p:spPr>
              <a:xfrm>
                <a:off x="3844763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53" name="pg2452">
                <a:extLst>
                  <a:ext uri="{FF2B5EF4-FFF2-40B4-BE49-F238E27FC236}">
                    <a16:creationId xmlns:a16="http://schemas.microsoft.com/office/drawing/2014/main" id="{DBC3DDD0-D04E-00A2-FA28-7F230DAD8B7E}"/>
                  </a:ext>
                </a:extLst>
              </p:cNvPr>
              <p:cNvSpPr/>
              <p:nvPr/>
            </p:nvSpPr>
            <p:spPr>
              <a:xfrm>
                <a:off x="385640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54" name="pg2453">
                <a:extLst>
                  <a:ext uri="{FF2B5EF4-FFF2-40B4-BE49-F238E27FC236}">
                    <a16:creationId xmlns:a16="http://schemas.microsoft.com/office/drawing/2014/main" id="{97372214-D222-9F01-B87F-C311D4DB522F}"/>
                  </a:ext>
                </a:extLst>
              </p:cNvPr>
              <p:cNvSpPr/>
              <p:nvPr/>
            </p:nvSpPr>
            <p:spPr>
              <a:xfrm>
                <a:off x="386803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55" name="pg2454">
                <a:extLst>
                  <a:ext uri="{FF2B5EF4-FFF2-40B4-BE49-F238E27FC236}">
                    <a16:creationId xmlns:a16="http://schemas.microsoft.com/office/drawing/2014/main" id="{8093E616-5866-4FE7-A61E-3D27B27EE680}"/>
                  </a:ext>
                </a:extLst>
              </p:cNvPr>
              <p:cNvSpPr/>
              <p:nvPr/>
            </p:nvSpPr>
            <p:spPr>
              <a:xfrm>
                <a:off x="3879675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56" name="pg2455">
                <a:extLst>
                  <a:ext uri="{FF2B5EF4-FFF2-40B4-BE49-F238E27FC236}">
                    <a16:creationId xmlns:a16="http://schemas.microsoft.com/office/drawing/2014/main" id="{6C3FEDCA-19E5-6C87-26DC-01E3AD5F3E9E}"/>
                  </a:ext>
                </a:extLst>
              </p:cNvPr>
              <p:cNvSpPr/>
              <p:nvPr/>
            </p:nvSpPr>
            <p:spPr>
              <a:xfrm>
                <a:off x="389131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57" name="pg2456">
                <a:extLst>
                  <a:ext uri="{FF2B5EF4-FFF2-40B4-BE49-F238E27FC236}">
                    <a16:creationId xmlns:a16="http://schemas.microsoft.com/office/drawing/2014/main" id="{E55131C5-5847-5FD8-7760-5291ED3F7A55}"/>
                  </a:ext>
                </a:extLst>
              </p:cNvPr>
              <p:cNvSpPr/>
              <p:nvPr/>
            </p:nvSpPr>
            <p:spPr>
              <a:xfrm>
                <a:off x="390295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58" name="pg2457">
                <a:extLst>
                  <a:ext uri="{FF2B5EF4-FFF2-40B4-BE49-F238E27FC236}">
                    <a16:creationId xmlns:a16="http://schemas.microsoft.com/office/drawing/2014/main" id="{68340F0D-920A-6E19-7EB9-5FB389F09D98}"/>
                  </a:ext>
                </a:extLst>
              </p:cNvPr>
              <p:cNvSpPr/>
              <p:nvPr/>
            </p:nvSpPr>
            <p:spPr>
              <a:xfrm>
                <a:off x="391458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59" name="pg2458">
                <a:extLst>
                  <a:ext uri="{FF2B5EF4-FFF2-40B4-BE49-F238E27FC236}">
                    <a16:creationId xmlns:a16="http://schemas.microsoft.com/office/drawing/2014/main" id="{708EB352-CE49-47B6-1F86-BD6CDEEB8341}"/>
                  </a:ext>
                </a:extLst>
              </p:cNvPr>
              <p:cNvSpPr/>
              <p:nvPr/>
            </p:nvSpPr>
            <p:spPr>
              <a:xfrm>
                <a:off x="392622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60" name="pg2459">
                <a:extLst>
                  <a:ext uri="{FF2B5EF4-FFF2-40B4-BE49-F238E27FC236}">
                    <a16:creationId xmlns:a16="http://schemas.microsoft.com/office/drawing/2014/main" id="{51B4B9C7-5D85-F5F2-4E81-D51F2FC6A79C}"/>
                  </a:ext>
                </a:extLst>
              </p:cNvPr>
              <p:cNvSpPr/>
              <p:nvPr/>
            </p:nvSpPr>
            <p:spPr>
              <a:xfrm>
                <a:off x="393786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61" name="pg2460">
                <a:extLst>
                  <a:ext uri="{FF2B5EF4-FFF2-40B4-BE49-F238E27FC236}">
                    <a16:creationId xmlns:a16="http://schemas.microsoft.com/office/drawing/2014/main" id="{88D47E3F-BEB4-86B3-E0DA-1CDB60739319}"/>
                  </a:ext>
                </a:extLst>
              </p:cNvPr>
              <p:cNvSpPr/>
              <p:nvPr/>
            </p:nvSpPr>
            <p:spPr>
              <a:xfrm>
                <a:off x="394949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62" name="pg2461">
                <a:extLst>
                  <a:ext uri="{FF2B5EF4-FFF2-40B4-BE49-F238E27FC236}">
                    <a16:creationId xmlns:a16="http://schemas.microsoft.com/office/drawing/2014/main" id="{1FAB03AE-E745-58CA-D991-72F0BE276FFD}"/>
                  </a:ext>
                </a:extLst>
              </p:cNvPr>
              <p:cNvSpPr/>
              <p:nvPr/>
            </p:nvSpPr>
            <p:spPr>
              <a:xfrm>
                <a:off x="396113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63" name="pg2462">
                <a:extLst>
                  <a:ext uri="{FF2B5EF4-FFF2-40B4-BE49-F238E27FC236}">
                    <a16:creationId xmlns:a16="http://schemas.microsoft.com/office/drawing/2014/main" id="{9B4EBDC2-F022-A738-4A45-3EB21D7CAA3B}"/>
                  </a:ext>
                </a:extLst>
              </p:cNvPr>
              <p:cNvSpPr/>
              <p:nvPr/>
            </p:nvSpPr>
            <p:spPr>
              <a:xfrm>
                <a:off x="397277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64" name="pg2463">
                <a:extLst>
                  <a:ext uri="{FF2B5EF4-FFF2-40B4-BE49-F238E27FC236}">
                    <a16:creationId xmlns:a16="http://schemas.microsoft.com/office/drawing/2014/main" id="{F5A145FD-5CDC-91E8-CD4F-34B489D3860B}"/>
                  </a:ext>
                </a:extLst>
              </p:cNvPr>
              <p:cNvSpPr/>
              <p:nvPr/>
            </p:nvSpPr>
            <p:spPr>
              <a:xfrm>
                <a:off x="3984411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65" name="pg2464">
                <a:extLst>
                  <a:ext uri="{FF2B5EF4-FFF2-40B4-BE49-F238E27FC236}">
                    <a16:creationId xmlns:a16="http://schemas.microsoft.com/office/drawing/2014/main" id="{253DE189-E65F-4B81-598E-8214D07B3991}"/>
                  </a:ext>
                </a:extLst>
              </p:cNvPr>
              <p:cNvSpPr/>
              <p:nvPr/>
            </p:nvSpPr>
            <p:spPr>
              <a:xfrm>
                <a:off x="399604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66" name="pg2465">
                <a:extLst>
                  <a:ext uri="{FF2B5EF4-FFF2-40B4-BE49-F238E27FC236}">
                    <a16:creationId xmlns:a16="http://schemas.microsoft.com/office/drawing/2014/main" id="{1D796AFA-4D54-027A-6C00-DBFB70178A4C}"/>
                  </a:ext>
                </a:extLst>
              </p:cNvPr>
              <p:cNvSpPr/>
              <p:nvPr/>
            </p:nvSpPr>
            <p:spPr>
              <a:xfrm>
                <a:off x="400768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67" name="pg2466">
                <a:extLst>
                  <a:ext uri="{FF2B5EF4-FFF2-40B4-BE49-F238E27FC236}">
                    <a16:creationId xmlns:a16="http://schemas.microsoft.com/office/drawing/2014/main" id="{4F6F678A-5390-2808-20CC-9A8B54A0D57E}"/>
                  </a:ext>
                </a:extLst>
              </p:cNvPr>
              <p:cNvSpPr/>
              <p:nvPr/>
            </p:nvSpPr>
            <p:spPr>
              <a:xfrm>
                <a:off x="4019323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68" name="pg2467">
                <a:extLst>
                  <a:ext uri="{FF2B5EF4-FFF2-40B4-BE49-F238E27FC236}">
                    <a16:creationId xmlns:a16="http://schemas.microsoft.com/office/drawing/2014/main" id="{598BEA04-3789-93F0-7D33-57457ADD8511}"/>
                  </a:ext>
                </a:extLst>
              </p:cNvPr>
              <p:cNvSpPr/>
              <p:nvPr/>
            </p:nvSpPr>
            <p:spPr>
              <a:xfrm>
                <a:off x="403096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69" name="pg2468">
                <a:extLst>
                  <a:ext uri="{FF2B5EF4-FFF2-40B4-BE49-F238E27FC236}">
                    <a16:creationId xmlns:a16="http://schemas.microsoft.com/office/drawing/2014/main" id="{8D69D939-8C6E-81A6-C26A-492AA6D3E076}"/>
                  </a:ext>
                </a:extLst>
              </p:cNvPr>
              <p:cNvSpPr/>
              <p:nvPr/>
            </p:nvSpPr>
            <p:spPr>
              <a:xfrm>
                <a:off x="404259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70" name="pg2469">
                <a:extLst>
                  <a:ext uri="{FF2B5EF4-FFF2-40B4-BE49-F238E27FC236}">
                    <a16:creationId xmlns:a16="http://schemas.microsoft.com/office/drawing/2014/main" id="{AB0DEE62-4116-E5D5-5BCA-B476EDB95EDC}"/>
                  </a:ext>
                </a:extLst>
              </p:cNvPr>
              <p:cNvSpPr/>
              <p:nvPr/>
            </p:nvSpPr>
            <p:spPr>
              <a:xfrm>
                <a:off x="4054235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71" name="pg2470">
                <a:extLst>
                  <a:ext uri="{FF2B5EF4-FFF2-40B4-BE49-F238E27FC236}">
                    <a16:creationId xmlns:a16="http://schemas.microsoft.com/office/drawing/2014/main" id="{FB7B037D-6875-73A8-F982-919E1CC5A242}"/>
                  </a:ext>
                </a:extLst>
              </p:cNvPr>
              <p:cNvSpPr/>
              <p:nvPr/>
            </p:nvSpPr>
            <p:spPr>
              <a:xfrm>
                <a:off x="406587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72" name="pg2471">
                <a:extLst>
                  <a:ext uri="{FF2B5EF4-FFF2-40B4-BE49-F238E27FC236}">
                    <a16:creationId xmlns:a16="http://schemas.microsoft.com/office/drawing/2014/main" id="{8635FDB0-89D0-E0AD-C1E4-CFEDF1D45DB0}"/>
                  </a:ext>
                </a:extLst>
              </p:cNvPr>
              <p:cNvSpPr/>
              <p:nvPr/>
            </p:nvSpPr>
            <p:spPr>
              <a:xfrm>
                <a:off x="407751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73" name="pg2472">
                <a:extLst>
                  <a:ext uri="{FF2B5EF4-FFF2-40B4-BE49-F238E27FC236}">
                    <a16:creationId xmlns:a16="http://schemas.microsoft.com/office/drawing/2014/main" id="{EB74C73F-051D-BEEC-08AB-BDD8F83B5FF5}"/>
                  </a:ext>
                </a:extLst>
              </p:cNvPr>
              <p:cNvSpPr/>
              <p:nvPr/>
            </p:nvSpPr>
            <p:spPr>
              <a:xfrm>
                <a:off x="408914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74" name="pg2473">
                <a:extLst>
                  <a:ext uri="{FF2B5EF4-FFF2-40B4-BE49-F238E27FC236}">
                    <a16:creationId xmlns:a16="http://schemas.microsoft.com/office/drawing/2014/main" id="{EB773686-5036-406D-FE9F-03F5A181C1D8}"/>
                  </a:ext>
                </a:extLst>
              </p:cNvPr>
              <p:cNvSpPr/>
              <p:nvPr/>
            </p:nvSpPr>
            <p:spPr>
              <a:xfrm>
                <a:off x="410078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75" name="pg2474">
                <a:extLst>
                  <a:ext uri="{FF2B5EF4-FFF2-40B4-BE49-F238E27FC236}">
                    <a16:creationId xmlns:a16="http://schemas.microsoft.com/office/drawing/2014/main" id="{71685962-DF23-6990-D09E-FA471990FE3F}"/>
                  </a:ext>
                </a:extLst>
              </p:cNvPr>
              <p:cNvSpPr/>
              <p:nvPr/>
            </p:nvSpPr>
            <p:spPr>
              <a:xfrm>
                <a:off x="411242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76" name="pg2475">
                <a:extLst>
                  <a:ext uri="{FF2B5EF4-FFF2-40B4-BE49-F238E27FC236}">
                    <a16:creationId xmlns:a16="http://schemas.microsoft.com/office/drawing/2014/main" id="{2DEAC6C4-8727-D531-B2C9-404162C77274}"/>
                  </a:ext>
                </a:extLst>
              </p:cNvPr>
              <p:cNvSpPr/>
              <p:nvPr/>
            </p:nvSpPr>
            <p:spPr>
              <a:xfrm>
                <a:off x="412405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77" name="pg2476">
                <a:extLst>
                  <a:ext uri="{FF2B5EF4-FFF2-40B4-BE49-F238E27FC236}">
                    <a16:creationId xmlns:a16="http://schemas.microsoft.com/office/drawing/2014/main" id="{39C3F398-E098-17B7-8CC0-CD147B822E35}"/>
                  </a:ext>
                </a:extLst>
              </p:cNvPr>
              <p:cNvSpPr/>
              <p:nvPr/>
            </p:nvSpPr>
            <p:spPr>
              <a:xfrm>
                <a:off x="413569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78" name="pg2477">
                <a:extLst>
                  <a:ext uri="{FF2B5EF4-FFF2-40B4-BE49-F238E27FC236}">
                    <a16:creationId xmlns:a16="http://schemas.microsoft.com/office/drawing/2014/main" id="{8862FDA5-2596-297D-B08A-BBA0FACDEE51}"/>
                  </a:ext>
                </a:extLst>
              </p:cNvPr>
              <p:cNvSpPr/>
              <p:nvPr/>
            </p:nvSpPr>
            <p:spPr>
              <a:xfrm>
                <a:off x="414733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79" name="pg2478">
                <a:extLst>
                  <a:ext uri="{FF2B5EF4-FFF2-40B4-BE49-F238E27FC236}">
                    <a16:creationId xmlns:a16="http://schemas.microsoft.com/office/drawing/2014/main" id="{B303ADB5-D944-4276-BDE4-068F899BDC6A}"/>
                  </a:ext>
                </a:extLst>
              </p:cNvPr>
              <p:cNvSpPr/>
              <p:nvPr/>
            </p:nvSpPr>
            <p:spPr>
              <a:xfrm>
                <a:off x="425207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80" name="pg2479">
                <a:extLst>
                  <a:ext uri="{FF2B5EF4-FFF2-40B4-BE49-F238E27FC236}">
                    <a16:creationId xmlns:a16="http://schemas.microsoft.com/office/drawing/2014/main" id="{04EB7589-E824-C6A5-CA17-4C95CEB542D7}"/>
                  </a:ext>
                </a:extLst>
              </p:cNvPr>
              <p:cNvSpPr/>
              <p:nvPr/>
            </p:nvSpPr>
            <p:spPr>
              <a:xfrm>
                <a:off x="4263707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81" name="pg2480">
                <a:extLst>
                  <a:ext uri="{FF2B5EF4-FFF2-40B4-BE49-F238E27FC236}">
                    <a16:creationId xmlns:a16="http://schemas.microsoft.com/office/drawing/2014/main" id="{6D2E6AAE-7A17-EB38-0BA8-1E97FC8D2DA3}"/>
                  </a:ext>
                </a:extLst>
              </p:cNvPr>
              <p:cNvSpPr/>
              <p:nvPr/>
            </p:nvSpPr>
            <p:spPr>
              <a:xfrm>
                <a:off x="427534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82" name="pg2481">
                <a:extLst>
                  <a:ext uri="{FF2B5EF4-FFF2-40B4-BE49-F238E27FC236}">
                    <a16:creationId xmlns:a16="http://schemas.microsoft.com/office/drawing/2014/main" id="{5768783E-D9FB-4A69-DA42-661D3D22D4D2}"/>
                  </a:ext>
                </a:extLst>
              </p:cNvPr>
              <p:cNvSpPr/>
              <p:nvPr/>
            </p:nvSpPr>
            <p:spPr>
              <a:xfrm>
                <a:off x="428698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83" name="pg2482">
                <a:extLst>
                  <a:ext uri="{FF2B5EF4-FFF2-40B4-BE49-F238E27FC236}">
                    <a16:creationId xmlns:a16="http://schemas.microsoft.com/office/drawing/2014/main" id="{45A77C28-461A-239D-F28B-2F48B5A98871}"/>
                  </a:ext>
                </a:extLst>
              </p:cNvPr>
              <p:cNvSpPr/>
              <p:nvPr/>
            </p:nvSpPr>
            <p:spPr>
              <a:xfrm>
                <a:off x="4298619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84" name="pg2483">
                <a:extLst>
                  <a:ext uri="{FF2B5EF4-FFF2-40B4-BE49-F238E27FC236}">
                    <a16:creationId xmlns:a16="http://schemas.microsoft.com/office/drawing/2014/main" id="{EA8CADD1-7076-C3AF-4604-99DB55D66FF6}"/>
                  </a:ext>
                </a:extLst>
              </p:cNvPr>
              <p:cNvSpPr/>
              <p:nvPr/>
            </p:nvSpPr>
            <p:spPr>
              <a:xfrm>
                <a:off x="4310256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85" name="pg2484">
                <a:extLst>
                  <a:ext uri="{FF2B5EF4-FFF2-40B4-BE49-F238E27FC236}">
                    <a16:creationId xmlns:a16="http://schemas.microsoft.com/office/drawing/2014/main" id="{EF5A70CC-88F4-0331-A848-EC1B53FA25DC}"/>
                  </a:ext>
                </a:extLst>
              </p:cNvPr>
              <p:cNvSpPr/>
              <p:nvPr/>
            </p:nvSpPr>
            <p:spPr>
              <a:xfrm>
                <a:off x="4321894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86" name="pg2485">
                <a:extLst>
                  <a:ext uri="{FF2B5EF4-FFF2-40B4-BE49-F238E27FC236}">
                    <a16:creationId xmlns:a16="http://schemas.microsoft.com/office/drawing/2014/main" id="{1E53CE17-91B4-3E2C-3CE1-DA89D8506341}"/>
                  </a:ext>
                </a:extLst>
              </p:cNvPr>
              <p:cNvSpPr/>
              <p:nvPr/>
            </p:nvSpPr>
            <p:spPr>
              <a:xfrm>
                <a:off x="455464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87" name="pg2486">
                <a:extLst>
                  <a:ext uri="{FF2B5EF4-FFF2-40B4-BE49-F238E27FC236}">
                    <a16:creationId xmlns:a16="http://schemas.microsoft.com/office/drawing/2014/main" id="{0C49F07A-EA43-006A-D67A-8A2AC57153B1}"/>
                  </a:ext>
                </a:extLst>
              </p:cNvPr>
              <p:cNvSpPr/>
              <p:nvPr/>
            </p:nvSpPr>
            <p:spPr>
              <a:xfrm>
                <a:off x="4566278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88" name="pg2487">
                <a:extLst>
                  <a:ext uri="{FF2B5EF4-FFF2-40B4-BE49-F238E27FC236}">
                    <a16:creationId xmlns:a16="http://schemas.microsoft.com/office/drawing/2014/main" id="{9B60E414-F772-F515-2867-8F812261A835}"/>
                  </a:ext>
                </a:extLst>
              </p:cNvPr>
              <p:cNvSpPr/>
              <p:nvPr/>
            </p:nvSpPr>
            <p:spPr>
              <a:xfrm>
                <a:off x="4577915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72A1">
                  <a:alpha val="100000"/>
                </a:srgbClr>
              </a:solidFill>
              <a:ln w="5420" cap="flat">
                <a:solidFill>
                  <a:srgbClr val="3B72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89" name="pg2488">
                <a:extLst>
                  <a:ext uri="{FF2B5EF4-FFF2-40B4-BE49-F238E27FC236}">
                    <a16:creationId xmlns:a16="http://schemas.microsoft.com/office/drawing/2014/main" id="{F21444E1-9E7B-0EBF-3E5B-B2A92C7400A4}"/>
                  </a:ext>
                </a:extLst>
              </p:cNvPr>
              <p:cNvSpPr/>
              <p:nvPr/>
            </p:nvSpPr>
            <p:spPr>
              <a:xfrm>
                <a:off x="4589552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3A1">
                  <a:alpha val="100000"/>
                </a:srgbClr>
              </a:solidFill>
              <a:ln w="5420" cap="flat">
                <a:solidFill>
                  <a:srgbClr val="3A73A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90" name="pg2489">
                <a:extLst>
                  <a:ext uri="{FF2B5EF4-FFF2-40B4-BE49-F238E27FC236}">
                    <a16:creationId xmlns:a16="http://schemas.microsoft.com/office/drawing/2014/main" id="{108623CB-8925-2202-6BC8-EC33CD09F425}"/>
                  </a:ext>
                </a:extLst>
              </p:cNvPr>
              <p:cNvSpPr/>
              <p:nvPr/>
            </p:nvSpPr>
            <p:spPr>
              <a:xfrm>
                <a:off x="4601190" y="47241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91" name="pg2490">
                <a:extLst>
                  <a:ext uri="{FF2B5EF4-FFF2-40B4-BE49-F238E27FC236}">
                    <a16:creationId xmlns:a16="http://schemas.microsoft.com/office/drawing/2014/main" id="{BBC0C20D-D200-FC88-5E13-9D847AE800FB}"/>
                  </a:ext>
                </a:extLst>
              </p:cNvPr>
              <p:cNvSpPr/>
              <p:nvPr/>
            </p:nvSpPr>
            <p:spPr>
              <a:xfrm>
                <a:off x="323962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92" name="pg2491">
                <a:extLst>
                  <a:ext uri="{FF2B5EF4-FFF2-40B4-BE49-F238E27FC236}">
                    <a16:creationId xmlns:a16="http://schemas.microsoft.com/office/drawing/2014/main" id="{C08469D4-8BAA-737B-B1B3-8C24CC57A066}"/>
                  </a:ext>
                </a:extLst>
              </p:cNvPr>
              <p:cNvSpPr/>
              <p:nvPr/>
            </p:nvSpPr>
            <p:spPr>
              <a:xfrm>
                <a:off x="325125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93" name="pg2492">
                <a:extLst>
                  <a:ext uri="{FF2B5EF4-FFF2-40B4-BE49-F238E27FC236}">
                    <a16:creationId xmlns:a16="http://schemas.microsoft.com/office/drawing/2014/main" id="{256782D7-B72A-C010-3695-301AF9F10B54}"/>
                  </a:ext>
                </a:extLst>
              </p:cNvPr>
              <p:cNvSpPr/>
              <p:nvPr/>
            </p:nvSpPr>
            <p:spPr>
              <a:xfrm>
                <a:off x="326289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94" name="pg2493">
                <a:extLst>
                  <a:ext uri="{FF2B5EF4-FFF2-40B4-BE49-F238E27FC236}">
                    <a16:creationId xmlns:a16="http://schemas.microsoft.com/office/drawing/2014/main" id="{BD3CEB03-3574-3253-B7D5-231CBCEE3072}"/>
                  </a:ext>
                </a:extLst>
              </p:cNvPr>
              <p:cNvSpPr/>
              <p:nvPr/>
            </p:nvSpPr>
            <p:spPr>
              <a:xfrm>
                <a:off x="327453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95" name="pg2494">
                <a:extLst>
                  <a:ext uri="{FF2B5EF4-FFF2-40B4-BE49-F238E27FC236}">
                    <a16:creationId xmlns:a16="http://schemas.microsoft.com/office/drawing/2014/main" id="{E39E766B-C29D-D1F2-7A0E-7317921A47A2}"/>
                  </a:ext>
                </a:extLst>
              </p:cNvPr>
              <p:cNvSpPr/>
              <p:nvPr/>
            </p:nvSpPr>
            <p:spPr>
              <a:xfrm>
                <a:off x="3286171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96" name="pg2495">
                <a:extLst>
                  <a:ext uri="{FF2B5EF4-FFF2-40B4-BE49-F238E27FC236}">
                    <a16:creationId xmlns:a16="http://schemas.microsoft.com/office/drawing/2014/main" id="{7D813AB1-4B5A-8462-6FD3-5FF17E712C5B}"/>
                  </a:ext>
                </a:extLst>
              </p:cNvPr>
              <p:cNvSpPr/>
              <p:nvPr/>
            </p:nvSpPr>
            <p:spPr>
              <a:xfrm>
                <a:off x="360037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97" name="pg2496">
                <a:extLst>
                  <a:ext uri="{FF2B5EF4-FFF2-40B4-BE49-F238E27FC236}">
                    <a16:creationId xmlns:a16="http://schemas.microsoft.com/office/drawing/2014/main" id="{C13EC701-E6AA-AF32-4BFD-960A255E5846}"/>
                  </a:ext>
                </a:extLst>
              </p:cNvPr>
              <p:cNvSpPr/>
              <p:nvPr/>
            </p:nvSpPr>
            <p:spPr>
              <a:xfrm>
                <a:off x="361201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98" name="pg2497">
                <a:extLst>
                  <a:ext uri="{FF2B5EF4-FFF2-40B4-BE49-F238E27FC236}">
                    <a16:creationId xmlns:a16="http://schemas.microsoft.com/office/drawing/2014/main" id="{7820F4DC-5EFF-D6E5-BD0F-21B79B655C51}"/>
                  </a:ext>
                </a:extLst>
              </p:cNvPr>
              <p:cNvSpPr/>
              <p:nvPr/>
            </p:nvSpPr>
            <p:spPr>
              <a:xfrm>
                <a:off x="362365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899" name="pg2498">
                <a:extLst>
                  <a:ext uri="{FF2B5EF4-FFF2-40B4-BE49-F238E27FC236}">
                    <a16:creationId xmlns:a16="http://schemas.microsoft.com/office/drawing/2014/main" id="{30A5FF6C-7C02-AE3F-CE36-95B16EC69662}"/>
                  </a:ext>
                </a:extLst>
              </p:cNvPr>
              <p:cNvSpPr/>
              <p:nvPr/>
            </p:nvSpPr>
            <p:spPr>
              <a:xfrm>
                <a:off x="3635291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CAC">
                  <a:alpha val="100000"/>
                </a:srgbClr>
              </a:solidFill>
              <a:ln w="5420" cap="flat">
                <a:solidFill>
                  <a:srgbClr val="5E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00" name="pg2499">
                <a:extLst>
                  <a:ext uri="{FF2B5EF4-FFF2-40B4-BE49-F238E27FC236}">
                    <a16:creationId xmlns:a16="http://schemas.microsoft.com/office/drawing/2014/main" id="{5C24182B-285E-9FEA-6986-4DA12F77C528}"/>
                  </a:ext>
                </a:extLst>
              </p:cNvPr>
              <p:cNvSpPr/>
              <p:nvPr/>
            </p:nvSpPr>
            <p:spPr>
              <a:xfrm>
                <a:off x="364692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01" name="pg2500">
                <a:extLst>
                  <a:ext uri="{FF2B5EF4-FFF2-40B4-BE49-F238E27FC236}">
                    <a16:creationId xmlns:a16="http://schemas.microsoft.com/office/drawing/2014/main" id="{9C03F2AC-9CBA-5C7F-37E2-4950A7E97859}"/>
                  </a:ext>
                </a:extLst>
              </p:cNvPr>
              <p:cNvSpPr/>
              <p:nvPr/>
            </p:nvSpPr>
            <p:spPr>
              <a:xfrm>
                <a:off x="365856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02" name="pg2501">
                <a:extLst>
                  <a:ext uri="{FF2B5EF4-FFF2-40B4-BE49-F238E27FC236}">
                    <a16:creationId xmlns:a16="http://schemas.microsoft.com/office/drawing/2014/main" id="{F50EAD28-42E8-EF47-FC62-1A5B5A7F1548}"/>
                  </a:ext>
                </a:extLst>
              </p:cNvPr>
              <p:cNvSpPr/>
              <p:nvPr/>
            </p:nvSpPr>
            <p:spPr>
              <a:xfrm>
                <a:off x="3670203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03" name="pg2502">
                <a:extLst>
                  <a:ext uri="{FF2B5EF4-FFF2-40B4-BE49-F238E27FC236}">
                    <a16:creationId xmlns:a16="http://schemas.microsoft.com/office/drawing/2014/main" id="{9A1176A4-84FE-DEE8-6262-DFC05D42A10A}"/>
                  </a:ext>
                </a:extLst>
              </p:cNvPr>
              <p:cNvSpPr/>
              <p:nvPr/>
            </p:nvSpPr>
            <p:spPr>
              <a:xfrm>
                <a:off x="368184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04" name="pg2503">
                <a:extLst>
                  <a:ext uri="{FF2B5EF4-FFF2-40B4-BE49-F238E27FC236}">
                    <a16:creationId xmlns:a16="http://schemas.microsoft.com/office/drawing/2014/main" id="{E969F738-4B44-3CB4-989F-C52E53527090}"/>
                  </a:ext>
                </a:extLst>
              </p:cNvPr>
              <p:cNvSpPr/>
              <p:nvPr/>
            </p:nvSpPr>
            <p:spPr>
              <a:xfrm>
                <a:off x="369347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05" name="pg2504">
                <a:extLst>
                  <a:ext uri="{FF2B5EF4-FFF2-40B4-BE49-F238E27FC236}">
                    <a16:creationId xmlns:a16="http://schemas.microsoft.com/office/drawing/2014/main" id="{8413EB80-D100-57E8-FFB6-EACAC5EBB15D}"/>
                  </a:ext>
                </a:extLst>
              </p:cNvPr>
              <p:cNvSpPr/>
              <p:nvPr/>
            </p:nvSpPr>
            <p:spPr>
              <a:xfrm>
                <a:off x="3705115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06" name="pg2505">
                <a:extLst>
                  <a:ext uri="{FF2B5EF4-FFF2-40B4-BE49-F238E27FC236}">
                    <a16:creationId xmlns:a16="http://schemas.microsoft.com/office/drawing/2014/main" id="{62F9CDA7-AF5C-856D-C6FD-7ABAD957972E}"/>
                  </a:ext>
                </a:extLst>
              </p:cNvPr>
              <p:cNvSpPr/>
              <p:nvPr/>
            </p:nvSpPr>
            <p:spPr>
              <a:xfrm>
                <a:off x="371675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07" name="pg2506">
                <a:extLst>
                  <a:ext uri="{FF2B5EF4-FFF2-40B4-BE49-F238E27FC236}">
                    <a16:creationId xmlns:a16="http://schemas.microsoft.com/office/drawing/2014/main" id="{87707616-3D77-532C-396A-6A6231204B22}"/>
                  </a:ext>
                </a:extLst>
              </p:cNvPr>
              <p:cNvSpPr/>
              <p:nvPr/>
            </p:nvSpPr>
            <p:spPr>
              <a:xfrm>
                <a:off x="372839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08" name="pg2507">
                <a:extLst>
                  <a:ext uri="{FF2B5EF4-FFF2-40B4-BE49-F238E27FC236}">
                    <a16:creationId xmlns:a16="http://schemas.microsoft.com/office/drawing/2014/main" id="{446C2FAF-CABA-1B83-8810-87B7F8BB0791}"/>
                  </a:ext>
                </a:extLst>
              </p:cNvPr>
              <p:cNvSpPr/>
              <p:nvPr/>
            </p:nvSpPr>
            <p:spPr>
              <a:xfrm>
                <a:off x="374002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09" name="pg2508">
                <a:extLst>
                  <a:ext uri="{FF2B5EF4-FFF2-40B4-BE49-F238E27FC236}">
                    <a16:creationId xmlns:a16="http://schemas.microsoft.com/office/drawing/2014/main" id="{38C7B3FC-F5E2-65AB-1244-1929582EFCE5}"/>
                  </a:ext>
                </a:extLst>
              </p:cNvPr>
              <p:cNvSpPr/>
              <p:nvPr/>
            </p:nvSpPr>
            <p:spPr>
              <a:xfrm>
                <a:off x="375166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10" name="pg2509">
                <a:extLst>
                  <a:ext uri="{FF2B5EF4-FFF2-40B4-BE49-F238E27FC236}">
                    <a16:creationId xmlns:a16="http://schemas.microsoft.com/office/drawing/2014/main" id="{3344F5CF-82E2-EDC3-096E-55047CE518EE}"/>
                  </a:ext>
                </a:extLst>
              </p:cNvPr>
              <p:cNvSpPr/>
              <p:nvPr/>
            </p:nvSpPr>
            <p:spPr>
              <a:xfrm>
                <a:off x="385640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11" name="pg2510">
                <a:extLst>
                  <a:ext uri="{FF2B5EF4-FFF2-40B4-BE49-F238E27FC236}">
                    <a16:creationId xmlns:a16="http://schemas.microsoft.com/office/drawing/2014/main" id="{0150867E-F346-7E6B-D892-1EAC6051A9AB}"/>
                  </a:ext>
                </a:extLst>
              </p:cNvPr>
              <p:cNvSpPr/>
              <p:nvPr/>
            </p:nvSpPr>
            <p:spPr>
              <a:xfrm>
                <a:off x="386803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12" name="pg2511">
                <a:extLst>
                  <a:ext uri="{FF2B5EF4-FFF2-40B4-BE49-F238E27FC236}">
                    <a16:creationId xmlns:a16="http://schemas.microsoft.com/office/drawing/2014/main" id="{78324D45-236E-8219-06E4-3280103FADB7}"/>
                  </a:ext>
                </a:extLst>
              </p:cNvPr>
              <p:cNvSpPr/>
              <p:nvPr/>
            </p:nvSpPr>
            <p:spPr>
              <a:xfrm>
                <a:off x="3879675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13" name="pg2512">
                <a:extLst>
                  <a:ext uri="{FF2B5EF4-FFF2-40B4-BE49-F238E27FC236}">
                    <a16:creationId xmlns:a16="http://schemas.microsoft.com/office/drawing/2014/main" id="{88218AAB-6A48-6733-8DEF-0DC91A3AA8DB}"/>
                  </a:ext>
                </a:extLst>
              </p:cNvPr>
              <p:cNvSpPr/>
              <p:nvPr/>
            </p:nvSpPr>
            <p:spPr>
              <a:xfrm>
                <a:off x="389131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14" name="pg2513">
                <a:extLst>
                  <a:ext uri="{FF2B5EF4-FFF2-40B4-BE49-F238E27FC236}">
                    <a16:creationId xmlns:a16="http://schemas.microsoft.com/office/drawing/2014/main" id="{8F597D70-DCCE-103C-4E26-9B1F28C53CF9}"/>
                  </a:ext>
                </a:extLst>
              </p:cNvPr>
              <p:cNvSpPr/>
              <p:nvPr/>
            </p:nvSpPr>
            <p:spPr>
              <a:xfrm>
                <a:off x="390295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15" name="pg2514">
                <a:extLst>
                  <a:ext uri="{FF2B5EF4-FFF2-40B4-BE49-F238E27FC236}">
                    <a16:creationId xmlns:a16="http://schemas.microsoft.com/office/drawing/2014/main" id="{14D66FD9-5DC6-2B15-32F6-317F32ACA1BF}"/>
                  </a:ext>
                </a:extLst>
              </p:cNvPr>
              <p:cNvSpPr/>
              <p:nvPr/>
            </p:nvSpPr>
            <p:spPr>
              <a:xfrm>
                <a:off x="391458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2AC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16" name="pg2515">
                <a:extLst>
                  <a:ext uri="{FF2B5EF4-FFF2-40B4-BE49-F238E27FC236}">
                    <a16:creationId xmlns:a16="http://schemas.microsoft.com/office/drawing/2014/main" id="{CC63FE95-B90B-64C4-DDB1-46E4A69FF549}"/>
                  </a:ext>
                </a:extLst>
              </p:cNvPr>
              <p:cNvSpPr/>
              <p:nvPr/>
            </p:nvSpPr>
            <p:spPr>
              <a:xfrm>
                <a:off x="392622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17" name="pg2516">
                <a:extLst>
                  <a:ext uri="{FF2B5EF4-FFF2-40B4-BE49-F238E27FC236}">
                    <a16:creationId xmlns:a16="http://schemas.microsoft.com/office/drawing/2014/main" id="{07A70641-FA9E-5A4D-BDCF-D64D3786F201}"/>
                  </a:ext>
                </a:extLst>
              </p:cNvPr>
              <p:cNvSpPr/>
              <p:nvPr/>
            </p:nvSpPr>
            <p:spPr>
              <a:xfrm>
                <a:off x="393786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18" name="pg2517">
                <a:extLst>
                  <a:ext uri="{FF2B5EF4-FFF2-40B4-BE49-F238E27FC236}">
                    <a16:creationId xmlns:a16="http://schemas.microsoft.com/office/drawing/2014/main" id="{33DB4CD4-5418-60D8-5C53-DC97C1C845B7}"/>
                  </a:ext>
                </a:extLst>
              </p:cNvPr>
              <p:cNvSpPr/>
              <p:nvPr/>
            </p:nvSpPr>
            <p:spPr>
              <a:xfrm>
                <a:off x="394949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DAB">
                  <a:alpha val="100000"/>
                </a:srgbClr>
              </a:solidFill>
              <a:ln w="5420" cap="flat">
                <a:solidFill>
                  <a:srgbClr val="54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19" name="pg2518">
                <a:extLst>
                  <a:ext uri="{FF2B5EF4-FFF2-40B4-BE49-F238E27FC236}">
                    <a16:creationId xmlns:a16="http://schemas.microsoft.com/office/drawing/2014/main" id="{38658A1E-AEE1-FE42-3BE2-1E19BC37FB6B}"/>
                  </a:ext>
                </a:extLst>
              </p:cNvPr>
              <p:cNvSpPr/>
              <p:nvPr/>
            </p:nvSpPr>
            <p:spPr>
              <a:xfrm>
                <a:off x="396113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BAB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20" name="pg2519">
                <a:extLst>
                  <a:ext uri="{FF2B5EF4-FFF2-40B4-BE49-F238E27FC236}">
                    <a16:creationId xmlns:a16="http://schemas.microsoft.com/office/drawing/2014/main" id="{5E80A0E6-2F44-EBA1-B838-ACBBFA2A7F20}"/>
                  </a:ext>
                </a:extLst>
              </p:cNvPr>
              <p:cNvSpPr/>
              <p:nvPr/>
            </p:nvSpPr>
            <p:spPr>
              <a:xfrm>
                <a:off x="406587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21" name="pg2520">
                <a:extLst>
                  <a:ext uri="{FF2B5EF4-FFF2-40B4-BE49-F238E27FC236}">
                    <a16:creationId xmlns:a16="http://schemas.microsoft.com/office/drawing/2014/main" id="{2072DB49-E959-4D6F-97E6-FA319D2FB006}"/>
                  </a:ext>
                </a:extLst>
              </p:cNvPr>
              <p:cNvSpPr/>
              <p:nvPr/>
            </p:nvSpPr>
            <p:spPr>
              <a:xfrm>
                <a:off x="407751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22" name="pg2521">
                <a:extLst>
                  <a:ext uri="{FF2B5EF4-FFF2-40B4-BE49-F238E27FC236}">
                    <a16:creationId xmlns:a16="http://schemas.microsoft.com/office/drawing/2014/main" id="{A6D7B945-9128-FB91-87C7-8DEDE849E7FD}"/>
                  </a:ext>
                </a:extLst>
              </p:cNvPr>
              <p:cNvSpPr/>
              <p:nvPr/>
            </p:nvSpPr>
            <p:spPr>
              <a:xfrm>
                <a:off x="408914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23" name="pg2522">
                <a:extLst>
                  <a:ext uri="{FF2B5EF4-FFF2-40B4-BE49-F238E27FC236}">
                    <a16:creationId xmlns:a16="http://schemas.microsoft.com/office/drawing/2014/main" id="{0BBFE5E3-2541-46F0-9F19-9168A3B9190D}"/>
                  </a:ext>
                </a:extLst>
              </p:cNvPr>
              <p:cNvSpPr/>
              <p:nvPr/>
            </p:nvSpPr>
            <p:spPr>
              <a:xfrm>
                <a:off x="410078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24" name="pg2523">
                <a:extLst>
                  <a:ext uri="{FF2B5EF4-FFF2-40B4-BE49-F238E27FC236}">
                    <a16:creationId xmlns:a16="http://schemas.microsoft.com/office/drawing/2014/main" id="{DFA028AC-F445-1949-721E-7322C1784EB5}"/>
                  </a:ext>
                </a:extLst>
              </p:cNvPr>
              <p:cNvSpPr/>
              <p:nvPr/>
            </p:nvSpPr>
            <p:spPr>
              <a:xfrm>
                <a:off x="411242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25" name="pg2524">
                <a:extLst>
                  <a:ext uri="{FF2B5EF4-FFF2-40B4-BE49-F238E27FC236}">
                    <a16:creationId xmlns:a16="http://schemas.microsoft.com/office/drawing/2014/main" id="{D3D768A6-8F2D-DB79-5D1F-CD9BCCB4A692}"/>
                  </a:ext>
                </a:extLst>
              </p:cNvPr>
              <p:cNvSpPr/>
              <p:nvPr/>
            </p:nvSpPr>
            <p:spPr>
              <a:xfrm>
                <a:off x="412405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26" name="pg2525">
                <a:extLst>
                  <a:ext uri="{FF2B5EF4-FFF2-40B4-BE49-F238E27FC236}">
                    <a16:creationId xmlns:a16="http://schemas.microsoft.com/office/drawing/2014/main" id="{DA620D1B-41E0-EBE2-1995-99674F908F62}"/>
                  </a:ext>
                </a:extLst>
              </p:cNvPr>
              <p:cNvSpPr/>
              <p:nvPr/>
            </p:nvSpPr>
            <p:spPr>
              <a:xfrm>
                <a:off x="413569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27" name="pg2526">
                <a:extLst>
                  <a:ext uri="{FF2B5EF4-FFF2-40B4-BE49-F238E27FC236}">
                    <a16:creationId xmlns:a16="http://schemas.microsoft.com/office/drawing/2014/main" id="{B7C6BFEA-086B-FEB0-FFE6-7204860F779D}"/>
                  </a:ext>
                </a:extLst>
              </p:cNvPr>
              <p:cNvSpPr/>
              <p:nvPr/>
            </p:nvSpPr>
            <p:spPr>
              <a:xfrm>
                <a:off x="414733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28" name="pg2527">
                <a:extLst>
                  <a:ext uri="{FF2B5EF4-FFF2-40B4-BE49-F238E27FC236}">
                    <a16:creationId xmlns:a16="http://schemas.microsoft.com/office/drawing/2014/main" id="{5D0A43F2-E800-B819-7DAB-74BFE1DAA782}"/>
                  </a:ext>
                </a:extLst>
              </p:cNvPr>
              <p:cNvSpPr/>
              <p:nvPr/>
            </p:nvSpPr>
            <p:spPr>
              <a:xfrm>
                <a:off x="4158971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29" name="pg2528">
                <a:extLst>
                  <a:ext uri="{FF2B5EF4-FFF2-40B4-BE49-F238E27FC236}">
                    <a16:creationId xmlns:a16="http://schemas.microsoft.com/office/drawing/2014/main" id="{14DDE19D-3A88-0031-A5D7-C49598F38430}"/>
                  </a:ext>
                </a:extLst>
              </p:cNvPr>
              <p:cNvSpPr/>
              <p:nvPr/>
            </p:nvSpPr>
            <p:spPr>
              <a:xfrm>
                <a:off x="4228795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30" name="pg2529">
                <a:extLst>
                  <a:ext uri="{FF2B5EF4-FFF2-40B4-BE49-F238E27FC236}">
                    <a16:creationId xmlns:a16="http://schemas.microsoft.com/office/drawing/2014/main" id="{B3A8EFB1-389B-EB00-F438-A927AAD3F8E6}"/>
                  </a:ext>
                </a:extLst>
              </p:cNvPr>
              <p:cNvSpPr/>
              <p:nvPr/>
            </p:nvSpPr>
            <p:spPr>
              <a:xfrm>
                <a:off x="424043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31" name="pg2530">
                <a:extLst>
                  <a:ext uri="{FF2B5EF4-FFF2-40B4-BE49-F238E27FC236}">
                    <a16:creationId xmlns:a16="http://schemas.microsoft.com/office/drawing/2014/main" id="{4BCF82D4-9AE7-2317-7D90-77BB9F87A20E}"/>
                  </a:ext>
                </a:extLst>
              </p:cNvPr>
              <p:cNvSpPr/>
              <p:nvPr/>
            </p:nvSpPr>
            <p:spPr>
              <a:xfrm>
                <a:off x="425207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32" name="pg2531">
                <a:extLst>
                  <a:ext uri="{FF2B5EF4-FFF2-40B4-BE49-F238E27FC236}">
                    <a16:creationId xmlns:a16="http://schemas.microsoft.com/office/drawing/2014/main" id="{5EF1246E-7189-16A7-5E9C-2BFE637CFDC5}"/>
                  </a:ext>
                </a:extLst>
              </p:cNvPr>
              <p:cNvSpPr/>
              <p:nvPr/>
            </p:nvSpPr>
            <p:spPr>
              <a:xfrm>
                <a:off x="4263707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33" name="pg2532">
                <a:extLst>
                  <a:ext uri="{FF2B5EF4-FFF2-40B4-BE49-F238E27FC236}">
                    <a16:creationId xmlns:a16="http://schemas.microsoft.com/office/drawing/2014/main" id="{4CF52D44-EE86-66E3-5F45-9F33383324E5}"/>
                  </a:ext>
                </a:extLst>
              </p:cNvPr>
              <p:cNvSpPr/>
              <p:nvPr/>
            </p:nvSpPr>
            <p:spPr>
              <a:xfrm>
                <a:off x="427534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34" name="pg2533">
                <a:extLst>
                  <a:ext uri="{FF2B5EF4-FFF2-40B4-BE49-F238E27FC236}">
                    <a16:creationId xmlns:a16="http://schemas.microsoft.com/office/drawing/2014/main" id="{F845DFB7-20CE-136F-4519-7378ED3DDB61}"/>
                  </a:ext>
                </a:extLst>
              </p:cNvPr>
              <p:cNvSpPr/>
              <p:nvPr/>
            </p:nvSpPr>
            <p:spPr>
              <a:xfrm>
                <a:off x="428698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35" name="pg2534">
                <a:extLst>
                  <a:ext uri="{FF2B5EF4-FFF2-40B4-BE49-F238E27FC236}">
                    <a16:creationId xmlns:a16="http://schemas.microsoft.com/office/drawing/2014/main" id="{14E4B745-C4FC-7ABF-7D50-9032F2202D67}"/>
                  </a:ext>
                </a:extLst>
              </p:cNvPr>
              <p:cNvSpPr/>
              <p:nvPr/>
            </p:nvSpPr>
            <p:spPr>
              <a:xfrm>
                <a:off x="4298619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36" name="pg2535">
                <a:extLst>
                  <a:ext uri="{FF2B5EF4-FFF2-40B4-BE49-F238E27FC236}">
                    <a16:creationId xmlns:a16="http://schemas.microsoft.com/office/drawing/2014/main" id="{660F47CA-E71C-A40E-DB25-BC578F6FFF3E}"/>
                  </a:ext>
                </a:extLst>
              </p:cNvPr>
              <p:cNvSpPr/>
              <p:nvPr/>
            </p:nvSpPr>
            <p:spPr>
              <a:xfrm>
                <a:off x="4310256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37" name="pg2536">
                <a:extLst>
                  <a:ext uri="{FF2B5EF4-FFF2-40B4-BE49-F238E27FC236}">
                    <a16:creationId xmlns:a16="http://schemas.microsoft.com/office/drawing/2014/main" id="{5539C639-30A9-EA53-A187-63118C11CA16}"/>
                  </a:ext>
                </a:extLst>
              </p:cNvPr>
              <p:cNvSpPr/>
              <p:nvPr/>
            </p:nvSpPr>
            <p:spPr>
              <a:xfrm>
                <a:off x="4321894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38" name="pg2537">
                <a:extLst>
                  <a:ext uri="{FF2B5EF4-FFF2-40B4-BE49-F238E27FC236}">
                    <a16:creationId xmlns:a16="http://schemas.microsoft.com/office/drawing/2014/main" id="{272C34DD-57AB-6F3C-4FFA-F3FDB13FC1DB}"/>
                  </a:ext>
                </a:extLst>
              </p:cNvPr>
              <p:cNvSpPr/>
              <p:nvPr/>
            </p:nvSpPr>
            <p:spPr>
              <a:xfrm>
                <a:off x="4333531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A">
                  <a:alpha val="100000"/>
                </a:srgbClr>
              </a:solidFill>
              <a:ln w="5420" cap="flat">
                <a:solidFill>
                  <a:srgbClr val="3B9D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39" name="pg2538">
                <a:extLst>
                  <a:ext uri="{FF2B5EF4-FFF2-40B4-BE49-F238E27FC236}">
                    <a16:creationId xmlns:a16="http://schemas.microsoft.com/office/drawing/2014/main" id="{D85C97F4-D704-E817-D8D6-4631F3C69468}"/>
                  </a:ext>
                </a:extLst>
              </p:cNvPr>
              <p:cNvSpPr/>
              <p:nvPr/>
            </p:nvSpPr>
            <p:spPr>
              <a:xfrm>
                <a:off x="434516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40" name="pg2539">
                <a:extLst>
                  <a:ext uri="{FF2B5EF4-FFF2-40B4-BE49-F238E27FC236}">
                    <a16:creationId xmlns:a16="http://schemas.microsoft.com/office/drawing/2014/main" id="{F8AE2467-F6B7-69E8-5F6A-5B707B6D2E5D}"/>
                  </a:ext>
                </a:extLst>
              </p:cNvPr>
              <p:cNvSpPr/>
              <p:nvPr/>
            </p:nvSpPr>
            <p:spPr>
              <a:xfrm>
                <a:off x="455464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41" name="pg2540">
                <a:extLst>
                  <a:ext uri="{FF2B5EF4-FFF2-40B4-BE49-F238E27FC236}">
                    <a16:creationId xmlns:a16="http://schemas.microsoft.com/office/drawing/2014/main" id="{8F8FD6AB-8C0E-2E21-39AD-34CF0C23BDD3}"/>
                  </a:ext>
                </a:extLst>
              </p:cNvPr>
              <p:cNvSpPr/>
              <p:nvPr/>
            </p:nvSpPr>
            <p:spPr>
              <a:xfrm>
                <a:off x="4566278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42" name="pg2541">
                <a:extLst>
                  <a:ext uri="{FF2B5EF4-FFF2-40B4-BE49-F238E27FC236}">
                    <a16:creationId xmlns:a16="http://schemas.microsoft.com/office/drawing/2014/main" id="{FD896F1B-BE88-D6C6-A909-BF89A0A1DF6D}"/>
                  </a:ext>
                </a:extLst>
              </p:cNvPr>
              <p:cNvSpPr/>
              <p:nvPr/>
            </p:nvSpPr>
            <p:spPr>
              <a:xfrm>
                <a:off x="4577915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5A2">
                  <a:alpha val="100000"/>
                </a:srgbClr>
              </a:solidFill>
              <a:ln w="5420" cap="flat">
                <a:solidFill>
                  <a:srgbClr val="3A75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43" name="pg2542">
                <a:extLst>
                  <a:ext uri="{FF2B5EF4-FFF2-40B4-BE49-F238E27FC236}">
                    <a16:creationId xmlns:a16="http://schemas.microsoft.com/office/drawing/2014/main" id="{84631361-E82C-010C-B66D-362E5F0704F3}"/>
                  </a:ext>
                </a:extLst>
              </p:cNvPr>
              <p:cNvSpPr/>
              <p:nvPr/>
            </p:nvSpPr>
            <p:spPr>
              <a:xfrm>
                <a:off x="4589552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6A2">
                  <a:alpha val="100000"/>
                </a:srgbClr>
              </a:solidFill>
              <a:ln w="5420" cap="flat">
                <a:solidFill>
                  <a:srgbClr val="3A76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44" name="pg2543">
                <a:extLst>
                  <a:ext uri="{FF2B5EF4-FFF2-40B4-BE49-F238E27FC236}">
                    <a16:creationId xmlns:a16="http://schemas.microsoft.com/office/drawing/2014/main" id="{D7D664CB-D85E-F0D7-B268-43A58DFBE223}"/>
                  </a:ext>
                </a:extLst>
              </p:cNvPr>
              <p:cNvSpPr/>
              <p:nvPr/>
            </p:nvSpPr>
            <p:spPr>
              <a:xfrm>
                <a:off x="4601190" y="473849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7A2">
                  <a:alpha val="100000"/>
                </a:srgbClr>
              </a:solidFill>
              <a:ln w="5420" cap="flat">
                <a:solidFill>
                  <a:srgbClr val="3A77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45" name="pg2544">
                <a:extLst>
                  <a:ext uri="{FF2B5EF4-FFF2-40B4-BE49-F238E27FC236}">
                    <a16:creationId xmlns:a16="http://schemas.microsoft.com/office/drawing/2014/main" id="{1891C0D9-DBB6-228C-2784-25A0CA580F1C}"/>
                  </a:ext>
                </a:extLst>
              </p:cNvPr>
              <p:cNvSpPr/>
              <p:nvPr/>
            </p:nvSpPr>
            <p:spPr>
              <a:xfrm>
                <a:off x="3146523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46" name="pg2545">
                <a:extLst>
                  <a:ext uri="{FF2B5EF4-FFF2-40B4-BE49-F238E27FC236}">
                    <a16:creationId xmlns:a16="http://schemas.microsoft.com/office/drawing/2014/main" id="{C9084594-5E08-C743-FF24-621EF4ABC95E}"/>
                  </a:ext>
                </a:extLst>
              </p:cNvPr>
              <p:cNvSpPr/>
              <p:nvPr/>
            </p:nvSpPr>
            <p:spPr>
              <a:xfrm>
                <a:off x="315816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47" name="pg2546">
                <a:extLst>
                  <a:ext uri="{FF2B5EF4-FFF2-40B4-BE49-F238E27FC236}">
                    <a16:creationId xmlns:a16="http://schemas.microsoft.com/office/drawing/2014/main" id="{5D077F21-1821-D897-D460-B44D6ACCE2E2}"/>
                  </a:ext>
                </a:extLst>
              </p:cNvPr>
              <p:cNvSpPr/>
              <p:nvPr/>
            </p:nvSpPr>
            <p:spPr>
              <a:xfrm>
                <a:off x="316979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48" name="pg2547">
                <a:extLst>
                  <a:ext uri="{FF2B5EF4-FFF2-40B4-BE49-F238E27FC236}">
                    <a16:creationId xmlns:a16="http://schemas.microsoft.com/office/drawing/2014/main" id="{DCB35A78-1713-5B22-A873-046F97CB6AC2}"/>
                  </a:ext>
                </a:extLst>
              </p:cNvPr>
              <p:cNvSpPr/>
              <p:nvPr/>
            </p:nvSpPr>
            <p:spPr>
              <a:xfrm>
                <a:off x="3227985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49" name="pg2548">
                <a:extLst>
                  <a:ext uri="{FF2B5EF4-FFF2-40B4-BE49-F238E27FC236}">
                    <a16:creationId xmlns:a16="http://schemas.microsoft.com/office/drawing/2014/main" id="{23ADF8D4-3955-F1F4-ACC0-DE7726201ECC}"/>
                  </a:ext>
                </a:extLst>
              </p:cNvPr>
              <p:cNvSpPr/>
              <p:nvPr/>
            </p:nvSpPr>
            <p:spPr>
              <a:xfrm>
                <a:off x="323962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50" name="pg2549">
                <a:extLst>
                  <a:ext uri="{FF2B5EF4-FFF2-40B4-BE49-F238E27FC236}">
                    <a16:creationId xmlns:a16="http://schemas.microsoft.com/office/drawing/2014/main" id="{E3F58DF7-3CB1-8D15-58BE-066501421C4E}"/>
                  </a:ext>
                </a:extLst>
              </p:cNvPr>
              <p:cNvSpPr/>
              <p:nvPr/>
            </p:nvSpPr>
            <p:spPr>
              <a:xfrm>
                <a:off x="325125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51" name="pg2550">
                <a:extLst>
                  <a:ext uri="{FF2B5EF4-FFF2-40B4-BE49-F238E27FC236}">
                    <a16:creationId xmlns:a16="http://schemas.microsoft.com/office/drawing/2014/main" id="{BEE1770B-1DF2-C8FB-A157-95D56D4AD8D4}"/>
                  </a:ext>
                </a:extLst>
              </p:cNvPr>
              <p:cNvSpPr/>
              <p:nvPr/>
            </p:nvSpPr>
            <p:spPr>
              <a:xfrm>
                <a:off x="3262897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52" name="pg2551">
                <a:extLst>
                  <a:ext uri="{FF2B5EF4-FFF2-40B4-BE49-F238E27FC236}">
                    <a16:creationId xmlns:a16="http://schemas.microsoft.com/office/drawing/2014/main" id="{71864F7C-D326-C679-3A73-1EBB3A16353C}"/>
                  </a:ext>
                </a:extLst>
              </p:cNvPr>
              <p:cNvSpPr/>
              <p:nvPr/>
            </p:nvSpPr>
            <p:spPr>
              <a:xfrm>
                <a:off x="327453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53" name="pg2552">
                <a:extLst>
                  <a:ext uri="{FF2B5EF4-FFF2-40B4-BE49-F238E27FC236}">
                    <a16:creationId xmlns:a16="http://schemas.microsoft.com/office/drawing/2014/main" id="{E48F8E11-7914-26B8-9A7B-F2C27D1422CB}"/>
                  </a:ext>
                </a:extLst>
              </p:cNvPr>
              <p:cNvSpPr/>
              <p:nvPr/>
            </p:nvSpPr>
            <p:spPr>
              <a:xfrm>
                <a:off x="328617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54" name="pg2553">
                <a:extLst>
                  <a:ext uri="{FF2B5EF4-FFF2-40B4-BE49-F238E27FC236}">
                    <a16:creationId xmlns:a16="http://schemas.microsoft.com/office/drawing/2014/main" id="{2B1C4AA1-9C67-DA4B-91C0-EAA2A383D23F}"/>
                  </a:ext>
                </a:extLst>
              </p:cNvPr>
              <p:cNvSpPr/>
              <p:nvPr/>
            </p:nvSpPr>
            <p:spPr>
              <a:xfrm>
                <a:off x="329780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55" name="pg2554">
                <a:extLst>
                  <a:ext uri="{FF2B5EF4-FFF2-40B4-BE49-F238E27FC236}">
                    <a16:creationId xmlns:a16="http://schemas.microsoft.com/office/drawing/2014/main" id="{4481606A-C79A-EF17-6DE6-29ABA9FF56BC}"/>
                  </a:ext>
                </a:extLst>
              </p:cNvPr>
              <p:cNvSpPr/>
              <p:nvPr/>
            </p:nvSpPr>
            <p:spPr>
              <a:xfrm>
                <a:off x="330944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56" name="pg2555">
                <a:extLst>
                  <a:ext uri="{FF2B5EF4-FFF2-40B4-BE49-F238E27FC236}">
                    <a16:creationId xmlns:a16="http://schemas.microsoft.com/office/drawing/2014/main" id="{49949062-7C2A-5664-502F-AC9609381B19}"/>
                  </a:ext>
                </a:extLst>
              </p:cNvPr>
              <p:cNvSpPr/>
              <p:nvPr/>
            </p:nvSpPr>
            <p:spPr>
              <a:xfrm>
                <a:off x="3321083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57" name="pg2556">
                <a:extLst>
                  <a:ext uri="{FF2B5EF4-FFF2-40B4-BE49-F238E27FC236}">
                    <a16:creationId xmlns:a16="http://schemas.microsoft.com/office/drawing/2014/main" id="{DAE33EDC-D076-CADC-C595-F430D1868FA6}"/>
                  </a:ext>
                </a:extLst>
              </p:cNvPr>
              <p:cNvSpPr/>
              <p:nvPr/>
            </p:nvSpPr>
            <p:spPr>
              <a:xfrm>
                <a:off x="333272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58" name="pg2557">
                <a:extLst>
                  <a:ext uri="{FF2B5EF4-FFF2-40B4-BE49-F238E27FC236}">
                    <a16:creationId xmlns:a16="http://schemas.microsoft.com/office/drawing/2014/main" id="{8A92B47E-AA0A-F8A2-DB80-E9D370B92EE1}"/>
                  </a:ext>
                </a:extLst>
              </p:cNvPr>
              <p:cNvSpPr/>
              <p:nvPr/>
            </p:nvSpPr>
            <p:spPr>
              <a:xfrm>
                <a:off x="334435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59" name="pg2558">
                <a:extLst>
                  <a:ext uri="{FF2B5EF4-FFF2-40B4-BE49-F238E27FC236}">
                    <a16:creationId xmlns:a16="http://schemas.microsoft.com/office/drawing/2014/main" id="{D59D67DE-40FF-8C91-A75C-0A8184541963}"/>
                  </a:ext>
                </a:extLst>
              </p:cNvPr>
              <p:cNvSpPr/>
              <p:nvPr/>
            </p:nvSpPr>
            <p:spPr>
              <a:xfrm>
                <a:off x="3437457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60" name="pg2559">
                <a:extLst>
                  <a:ext uri="{FF2B5EF4-FFF2-40B4-BE49-F238E27FC236}">
                    <a16:creationId xmlns:a16="http://schemas.microsoft.com/office/drawing/2014/main" id="{439C867D-0084-3F34-081F-6D565376A356}"/>
                  </a:ext>
                </a:extLst>
              </p:cNvPr>
              <p:cNvSpPr/>
              <p:nvPr/>
            </p:nvSpPr>
            <p:spPr>
              <a:xfrm>
                <a:off x="344909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61" name="pg2560">
                <a:extLst>
                  <a:ext uri="{FF2B5EF4-FFF2-40B4-BE49-F238E27FC236}">
                    <a16:creationId xmlns:a16="http://schemas.microsoft.com/office/drawing/2014/main" id="{31F73F48-3ED5-4A71-E716-26C0B5550219}"/>
                  </a:ext>
                </a:extLst>
              </p:cNvPr>
              <p:cNvSpPr/>
              <p:nvPr/>
            </p:nvSpPr>
            <p:spPr>
              <a:xfrm>
                <a:off x="346073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62" name="pg2561">
                <a:extLst>
                  <a:ext uri="{FF2B5EF4-FFF2-40B4-BE49-F238E27FC236}">
                    <a16:creationId xmlns:a16="http://schemas.microsoft.com/office/drawing/2014/main" id="{9869E3C1-2EFD-32FB-1704-05F6510985B8}"/>
                  </a:ext>
                </a:extLst>
              </p:cNvPr>
              <p:cNvSpPr/>
              <p:nvPr/>
            </p:nvSpPr>
            <p:spPr>
              <a:xfrm>
                <a:off x="347236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63" name="pg2562">
                <a:extLst>
                  <a:ext uri="{FF2B5EF4-FFF2-40B4-BE49-F238E27FC236}">
                    <a16:creationId xmlns:a16="http://schemas.microsoft.com/office/drawing/2014/main" id="{0A8E6076-7D7C-A829-4FD3-03ED65C82CD4}"/>
                  </a:ext>
                </a:extLst>
              </p:cNvPr>
              <p:cNvSpPr/>
              <p:nvPr/>
            </p:nvSpPr>
            <p:spPr>
              <a:xfrm>
                <a:off x="348400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64" name="pg2563">
                <a:extLst>
                  <a:ext uri="{FF2B5EF4-FFF2-40B4-BE49-F238E27FC236}">
                    <a16:creationId xmlns:a16="http://schemas.microsoft.com/office/drawing/2014/main" id="{616949C0-69EC-77AF-EFED-66872CDAC560}"/>
                  </a:ext>
                </a:extLst>
              </p:cNvPr>
              <p:cNvSpPr/>
              <p:nvPr/>
            </p:nvSpPr>
            <p:spPr>
              <a:xfrm>
                <a:off x="360037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65" name="pg2564">
                <a:extLst>
                  <a:ext uri="{FF2B5EF4-FFF2-40B4-BE49-F238E27FC236}">
                    <a16:creationId xmlns:a16="http://schemas.microsoft.com/office/drawing/2014/main" id="{8C2D925C-9C6D-EAE6-C29D-77B3AEE0188D}"/>
                  </a:ext>
                </a:extLst>
              </p:cNvPr>
              <p:cNvSpPr/>
              <p:nvPr/>
            </p:nvSpPr>
            <p:spPr>
              <a:xfrm>
                <a:off x="361201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66" name="pg2565">
                <a:extLst>
                  <a:ext uri="{FF2B5EF4-FFF2-40B4-BE49-F238E27FC236}">
                    <a16:creationId xmlns:a16="http://schemas.microsoft.com/office/drawing/2014/main" id="{F1EF67A8-1C9E-3E72-535E-E754D91E21E7}"/>
                  </a:ext>
                </a:extLst>
              </p:cNvPr>
              <p:cNvSpPr/>
              <p:nvPr/>
            </p:nvSpPr>
            <p:spPr>
              <a:xfrm>
                <a:off x="362365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CAC">
                  <a:alpha val="100000"/>
                </a:srgbClr>
              </a:solidFill>
              <a:ln w="5420" cap="flat">
                <a:solidFill>
                  <a:srgbClr val="5E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67" name="pg2566">
                <a:extLst>
                  <a:ext uri="{FF2B5EF4-FFF2-40B4-BE49-F238E27FC236}">
                    <a16:creationId xmlns:a16="http://schemas.microsoft.com/office/drawing/2014/main" id="{0A9FCC23-E363-77E1-6291-34AC5644F731}"/>
                  </a:ext>
                </a:extLst>
              </p:cNvPr>
              <p:cNvSpPr/>
              <p:nvPr/>
            </p:nvSpPr>
            <p:spPr>
              <a:xfrm>
                <a:off x="363529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68" name="pg2567">
                <a:extLst>
                  <a:ext uri="{FF2B5EF4-FFF2-40B4-BE49-F238E27FC236}">
                    <a16:creationId xmlns:a16="http://schemas.microsoft.com/office/drawing/2014/main" id="{923CD9E4-402D-1496-7E8D-A500676C6FD0}"/>
                  </a:ext>
                </a:extLst>
              </p:cNvPr>
              <p:cNvSpPr/>
              <p:nvPr/>
            </p:nvSpPr>
            <p:spPr>
              <a:xfrm>
                <a:off x="364692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69" name="pg2568">
                <a:extLst>
                  <a:ext uri="{FF2B5EF4-FFF2-40B4-BE49-F238E27FC236}">
                    <a16:creationId xmlns:a16="http://schemas.microsoft.com/office/drawing/2014/main" id="{B5BB5F72-7F79-9B10-5AFE-C8520998C572}"/>
                  </a:ext>
                </a:extLst>
              </p:cNvPr>
              <p:cNvSpPr/>
              <p:nvPr/>
            </p:nvSpPr>
            <p:spPr>
              <a:xfrm>
                <a:off x="365856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70" name="pg2569">
                <a:extLst>
                  <a:ext uri="{FF2B5EF4-FFF2-40B4-BE49-F238E27FC236}">
                    <a16:creationId xmlns:a16="http://schemas.microsoft.com/office/drawing/2014/main" id="{871811A6-9DF3-BC97-2921-724054817BD0}"/>
                  </a:ext>
                </a:extLst>
              </p:cNvPr>
              <p:cNvSpPr/>
              <p:nvPr/>
            </p:nvSpPr>
            <p:spPr>
              <a:xfrm>
                <a:off x="3670203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71" name="pg2570">
                <a:extLst>
                  <a:ext uri="{FF2B5EF4-FFF2-40B4-BE49-F238E27FC236}">
                    <a16:creationId xmlns:a16="http://schemas.microsoft.com/office/drawing/2014/main" id="{E08EE6F3-B142-4126-1932-83F4886D36D9}"/>
                  </a:ext>
                </a:extLst>
              </p:cNvPr>
              <p:cNvSpPr/>
              <p:nvPr/>
            </p:nvSpPr>
            <p:spPr>
              <a:xfrm>
                <a:off x="368184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72" name="pg2571">
                <a:extLst>
                  <a:ext uri="{FF2B5EF4-FFF2-40B4-BE49-F238E27FC236}">
                    <a16:creationId xmlns:a16="http://schemas.microsoft.com/office/drawing/2014/main" id="{6641AC53-AF22-E136-CF85-6411F908BBFC}"/>
                  </a:ext>
                </a:extLst>
              </p:cNvPr>
              <p:cNvSpPr/>
              <p:nvPr/>
            </p:nvSpPr>
            <p:spPr>
              <a:xfrm>
                <a:off x="369347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73" name="pg2572">
                <a:extLst>
                  <a:ext uri="{FF2B5EF4-FFF2-40B4-BE49-F238E27FC236}">
                    <a16:creationId xmlns:a16="http://schemas.microsoft.com/office/drawing/2014/main" id="{AF4DCB25-BE39-33A3-4B69-A1902B0511D3}"/>
                  </a:ext>
                </a:extLst>
              </p:cNvPr>
              <p:cNvSpPr/>
              <p:nvPr/>
            </p:nvSpPr>
            <p:spPr>
              <a:xfrm>
                <a:off x="3705115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74" name="pg2573">
                <a:extLst>
                  <a:ext uri="{FF2B5EF4-FFF2-40B4-BE49-F238E27FC236}">
                    <a16:creationId xmlns:a16="http://schemas.microsoft.com/office/drawing/2014/main" id="{701306D8-2460-267B-7A3E-2E071B872EE8}"/>
                  </a:ext>
                </a:extLst>
              </p:cNvPr>
              <p:cNvSpPr/>
              <p:nvPr/>
            </p:nvSpPr>
            <p:spPr>
              <a:xfrm>
                <a:off x="371675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75" name="pg2574">
                <a:extLst>
                  <a:ext uri="{FF2B5EF4-FFF2-40B4-BE49-F238E27FC236}">
                    <a16:creationId xmlns:a16="http://schemas.microsoft.com/office/drawing/2014/main" id="{7FDB19F1-214B-94E7-FD2C-AB60901D71A1}"/>
                  </a:ext>
                </a:extLst>
              </p:cNvPr>
              <p:cNvSpPr/>
              <p:nvPr/>
            </p:nvSpPr>
            <p:spPr>
              <a:xfrm>
                <a:off x="372839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76" name="pg2575">
                <a:extLst>
                  <a:ext uri="{FF2B5EF4-FFF2-40B4-BE49-F238E27FC236}">
                    <a16:creationId xmlns:a16="http://schemas.microsoft.com/office/drawing/2014/main" id="{809DFAED-244D-54D7-6B28-3C1383B5A64E}"/>
                  </a:ext>
                </a:extLst>
              </p:cNvPr>
              <p:cNvSpPr/>
              <p:nvPr/>
            </p:nvSpPr>
            <p:spPr>
              <a:xfrm>
                <a:off x="3740027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77" name="pg2576">
                <a:extLst>
                  <a:ext uri="{FF2B5EF4-FFF2-40B4-BE49-F238E27FC236}">
                    <a16:creationId xmlns:a16="http://schemas.microsoft.com/office/drawing/2014/main" id="{60B26E87-B0E9-8356-6F1D-A229759B3BBF}"/>
                  </a:ext>
                </a:extLst>
              </p:cNvPr>
              <p:cNvSpPr/>
              <p:nvPr/>
            </p:nvSpPr>
            <p:spPr>
              <a:xfrm>
                <a:off x="375166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78" name="pg2577">
                <a:extLst>
                  <a:ext uri="{FF2B5EF4-FFF2-40B4-BE49-F238E27FC236}">
                    <a16:creationId xmlns:a16="http://schemas.microsoft.com/office/drawing/2014/main" id="{CB0787F5-4287-1F6F-ACA5-19231040A2CA}"/>
                  </a:ext>
                </a:extLst>
              </p:cNvPr>
              <p:cNvSpPr/>
              <p:nvPr/>
            </p:nvSpPr>
            <p:spPr>
              <a:xfrm>
                <a:off x="410078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79" name="pg2578">
                <a:extLst>
                  <a:ext uri="{FF2B5EF4-FFF2-40B4-BE49-F238E27FC236}">
                    <a16:creationId xmlns:a16="http://schemas.microsoft.com/office/drawing/2014/main" id="{2FF43A28-94B3-502D-ADD3-C1504DAB3452}"/>
                  </a:ext>
                </a:extLst>
              </p:cNvPr>
              <p:cNvSpPr/>
              <p:nvPr/>
            </p:nvSpPr>
            <p:spPr>
              <a:xfrm>
                <a:off x="411242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80" name="pg2579">
                <a:extLst>
                  <a:ext uri="{FF2B5EF4-FFF2-40B4-BE49-F238E27FC236}">
                    <a16:creationId xmlns:a16="http://schemas.microsoft.com/office/drawing/2014/main" id="{6575BAB2-E8D8-9FF2-3455-FF8B25050190}"/>
                  </a:ext>
                </a:extLst>
              </p:cNvPr>
              <p:cNvSpPr/>
              <p:nvPr/>
            </p:nvSpPr>
            <p:spPr>
              <a:xfrm>
                <a:off x="412405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81" name="pg2580">
                <a:extLst>
                  <a:ext uri="{FF2B5EF4-FFF2-40B4-BE49-F238E27FC236}">
                    <a16:creationId xmlns:a16="http://schemas.microsoft.com/office/drawing/2014/main" id="{D09501F7-A0B0-8873-9CAF-45AA247EAC84}"/>
                  </a:ext>
                </a:extLst>
              </p:cNvPr>
              <p:cNvSpPr/>
              <p:nvPr/>
            </p:nvSpPr>
            <p:spPr>
              <a:xfrm>
                <a:off x="413569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82" name="pg2581">
                <a:extLst>
                  <a:ext uri="{FF2B5EF4-FFF2-40B4-BE49-F238E27FC236}">
                    <a16:creationId xmlns:a16="http://schemas.microsoft.com/office/drawing/2014/main" id="{FE03E7AC-7BE3-1139-3FFE-E635DF5154EF}"/>
                  </a:ext>
                </a:extLst>
              </p:cNvPr>
              <p:cNvSpPr/>
              <p:nvPr/>
            </p:nvSpPr>
            <p:spPr>
              <a:xfrm>
                <a:off x="414733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83" name="pg2582">
                <a:extLst>
                  <a:ext uri="{FF2B5EF4-FFF2-40B4-BE49-F238E27FC236}">
                    <a16:creationId xmlns:a16="http://schemas.microsoft.com/office/drawing/2014/main" id="{319B7AD8-1DA9-C60B-5B73-3671084E9057}"/>
                  </a:ext>
                </a:extLst>
              </p:cNvPr>
              <p:cNvSpPr/>
              <p:nvPr/>
            </p:nvSpPr>
            <p:spPr>
              <a:xfrm>
                <a:off x="415897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84" name="pg2583">
                <a:extLst>
                  <a:ext uri="{FF2B5EF4-FFF2-40B4-BE49-F238E27FC236}">
                    <a16:creationId xmlns:a16="http://schemas.microsoft.com/office/drawing/2014/main" id="{CEAC406D-835A-527A-5893-279E85C9A7B8}"/>
                  </a:ext>
                </a:extLst>
              </p:cNvPr>
              <p:cNvSpPr/>
              <p:nvPr/>
            </p:nvSpPr>
            <p:spPr>
              <a:xfrm>
                <a:off x="417060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85" name="pg2584">
                <a:extLst>
                  <a:ext uri="{FF2B5EF4-FFF2-40B4-BE49-F238E27FC236}">
                    <a16:creationId xmlns:a16="http://schemas.microsoft.com/office/drawing/2014/main" id="{90F0C7FC-EB1B-959A-15D3-72D5AB144FD6}"/>
                  </a:ext>
                </a:extLst>
              </p:cNvPr>
              <p:cNvSpPr/>
              <p:nvPr/>
            </p:nvSpPr>
            <p:spPr>
              <a:xfrm>
                <a:off x="4193883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86" name="pg2585">
                <a:extLst>
                  <a:ext uri="{FF2B5EF4-FFF2-40B4-BE49-F238E27FC236}">
                    <a16:creationId xmlns:a16="http://schemas.microsoft.com/office/drawing/2014/main" id="{F25EF9D6-85B9-49C3-1CEE-20E433C75EB9}"/>
                  </a:ext>
                </a:extLst>
              </p:cNvPr>
              <p:cNvSpPr/>
              <p:nvPr/>
            </p:nvSpPr>
            <p:spPr>
              <a:xfrm>
                <a:off x="420552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87" name="pg2586">
                <a:extLst>
                  <a:ext uri="{FF2B5EF4-FFF2-40B4-BE49-F238E27FC236}">
                    <a16:creationId xmlns:a16="http://schemas.microsoft.com/office/drawing/2014/main" id="{C71A32DB-C615-5E1A-63A0-93EACC501DE6}"/>
                  </a:ext>
                </a:extLst>
              </p:cNvPr>
              <p:cNvSpPr/>
              <p:nvPr/>
            </p:nvSpPr>
            <p:spPr>
              <a:xfrm>
                <a:off x="421715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88" name="pg2587">
                <a:extLst>
                  <a:ext uri="{FF2B5EF4-FFF2-40B4-BE49-F238E27FC236}">
                    <a16:creationId xmlns:a16="http://schemas.microsoft.com/office/drawing/2014/main" id="{2D038E1D-F07B-B02C-2454-AE797552F684}"/>
                  </a:ext>
                </a:extLst>
              </p:cNvPr>
              <p:cNvSpPr/>
              <p:nvPr/>
            </p:nvSpPr>
            <p:spPr>
              <a:xfrm>
                <a:off x="4228795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89" name="pg2588">
                <a:extLst>
                  <a:ext uri="{FF2B5EF4-FFF2-40B4-BE49-F238E27FC236}">
                    <a16:creationId xmlns:a16="http://schemas.microsoft.com/office/drawing/2014/main" id="{BD0018D3-C400-DB44-2401-943BE7A6F763}"/>
                  </a:ext>
                </a:extLst>
              </p:cNvPr>
              <p:cNvSpPr/>
              <p:nvPr/>
            </p:nvSpPr>
            <p:spPr>
              <a:xfrm>
                <a:off x="424043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90" name="pg2589">
                <a:extLst>
                  <a:ext uri="{FF2B5EF4-FFF2-40B4-BE49-F238E27FC236}">
                    <a16:creationId xmlns:a16="http://schemas.microsoft.com/office/drawing/2014/main" id="{52B39CCA-7AAE-897A-3A33-F9E98DC10E10}"/>
                  </a:ext>
                </a:extLst>
              </p:cNvPr>
              <p:cNvSpPr/>
              <p:nvPr/>
            </p:nvSpPr>
            <p:spPr>
              <a:xfrm>
                <a:off x="425207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91" name="pg2590">
                <a:extLst>
                  <a:ext uri="{FF2B5EF4-FFF2-40B4-BE49-F238E27FC236}">
                    <a16:creationId xmlns:a16="http://schemas.microsoft.com/office/drawing/2014/main" id="{38EE27E3-B37C-0B91-825D-6FB200F65104}"/>
                  </a:ext>
                </a:extLst>
              </p:cNvPr>
              <p:cNvSpPr/>
              <p:nvPr/>
            </p:nvSpPr>
            <p:spPr>
              <a:xfrm>
                <a:off x="4263707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92" name="pg2591">
                <a:extLst>
                  <a:ext uri="{FF2B5EF4-FFF2-40B4-BE49-F238E27FC236}">
                    <a16:creationId xmlns:a16="http://schemas.microsoft.com/office/drawing/2014/main" id="{D3D5A400-125A-87A8-5541-5653AFB06207}"/>
                  </a:ext>
                </a:extLst>
              </p:cNvPr>
              <p:cNvSpPr/>
              <p:nvPr/>
            </p:nvSpPr>
            <p:spPr>
              <a:xfrm>
                <a:off x="427534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93" name="pg2592">
                <a:extLst>
                  <a:ext uri="{FF2B5EF4-FFF2-40B4-BE49-F238E27FC236}">
                    <a16:creationId xmlns:a16="http://schemas.microsoft.com/office/drawing/2014/main" id="{3F09C821-12DA-B638-1246-99DC3D820B4C}"/>
                  </a:ext>
                </a:extLst>
              </p:cNvPr>
              <p:cNvSpPr/>
              <p:nvPr/>
            </p:nvSpPr>
            <p:spPr>
              <a:xfrm>
                <a:off x="428698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94" name="pg2593">
                <a:extLst>
                  <a:ext uri="{FF2B5EF4-FFF2-40B4-BE49-F238E27FC236}">
                    <a16:creationId xmlns:a16="http://schemas.microsoft.com/office/drawing/2014/main" id="{956DE158-AB87-686F-4C3E-59BEF6D93934}"/>
                  </a:ext>
                </a:extLst>
              </p:cNvPr>
              <p:cNvSpPr/>
              <p:nvPr/>
            </p:nvSpPr>
            <p:spPr>
              <a:xfrm>
                <a:off x="4298619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95" name="pg2594">
                <a:extLst>
                  <a:ext uri="{FF2B5EF4-FFF2-40B4-BE49-F238E27FC236}">
                    <a16:creationId xmlns:a16="http://schemas.microsoft.com/office/drawing/2014/main" id="{E80ADE13-DC64-A1CE-9B98-C59EB46786F3}"/>
                  </a:ext>
                </a:extLst>
              </p:cNvPr>
              <p:cNvSpPr/>
              <p:nvPr/>
            </p:nvSpPr>
            <p:spPr>
              <a:xfrm>
                <a:off x="431025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96" name="pg2595">
                <a:extLst>
                  <a:ext uri="{FF2B5EF4-FFF2-40B4-BE49-F238E27FC236}">
                    <a16:creationId xmlns:a16="http://schemas.microsoft.com/office/drawing/2014/main" id="{EE6125ED-6228-7CA7-2127-B4CA6D51BA93}"/>
                  </a:ext>
                </a:extLst>
              </p:cNvPr>
              <p:cNvSpPr/>
              <p:nvPr/>
            </p:nvSpPr>
            <p:spPr>
              <a:xfrm>
                <a:off x="4321894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97" name="pg2596">
                <a:extLst>
                  <a:ext uri="{FF2B5EF4-FFF2-40B4-BE49-F238E27FC236}">
                    <a16:creationId xmlns:a16="http://schemas.microsoft.com/office/drawing/2014/main" id="{EC62C42A-AC13-36F4-27DB-467FF007F8D6}"/>
                  </a:ext>
                </a:extLst>
              </p:cNvPr>
              <p:cNvSpPr/>
              <p:nvPr/>
            </p:nvSpPr>
            <p:spPr>
              <a:xfrm>
                <a:off x="4333531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98" name="pg2597">
                <a:extLst>
                  <a:ext uri="{FF2B5EF4-FFF2-40B4-BE49-F238E27FC236}">
                    <a16:creationId xmlns:a16="http://schemas.microsoft.com/office/drawing/2014/main" id="{DE7A2C6C-7261-E4AE-F5CA-EF3BF1346F09}"/>
                  </a:ext>
                </a:extLst>
              </p:cNvPr>
              <p:cNvSpPr/>
              <p:nvPr/>
            </p:nvSpPr>
            <p:spPr>
              <a:xfrm>
                <a:off x="434516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99" name="pg2598">
                <a:extLst>
                  <a:ext uri="{FF2B5EF4-FFF2-40B4-BE49-F238E27FC236}">
                    <a16:creationId xmlns:a16="http://schemas.microsoft.com/office/drawing/2014/main" id="{63CE036C-7341-E174-4239-A36F1971B332}"/>
                  </a:ext>
                </a:extLst>
              </p:cNvPr>
              <p:cNvSpPr/>
              <p:nvPr/>
            </p:nvSpPr>
            <p:spPr>
              <a:xfrm>
                <a:off x="4356806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00" name="pg2599">
                <a:extLst>
                  <a:ext uri="{FF2B5EF4-FFF2-40B4-BE49-F238E27FC236}">
                    <a16:creationId xmlns:a16="http://schemas.microsoft.com/office/drawing/2014/main" id="{784F0E16-3860-D6F5-B314-CFD4EE4EE8EE}"/>
                  </a:ext>
                </a:extLst>
              </p:cNvPr>
              <p:cNvSpPr/>
              <p:nvPr/>
            </p:nvSpPr>
            <p:spPr>
              <a:xfrm>
                <a:off x="4566278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01" name="pg2600">
                <a:extLst>
                  <a:ext uri="{FF2B5EF4-FFF2-40B4-BE49-F238E27FC236}">
                    <a16:creationId xmlns:a16="http://schemas.microsoft.com/office/drawing/2014/main" id="{BA944CE1-0749-E82A-7D5A-A1E3D053D8DE}"/>
                  </a:ext>
                </a:extLst>
              </p:cNvPr>
              <p:cNvSpPr/>
              <p:nvPr/>
            </p:nvSpPr>
            <p:spPr>
              <a:xfrm>
                <a:off x="4577915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02" name="pg2601">
                <a:extLst>
                  <a:ext uri="{FF2B5EF4-FFF2-40B4-BE49-F238E27FC236}">
                    <a16:creationId xmlns:a16="http://schemas.microsoft.com/office/drawing/2014/main" id="{EB9621EC-47D5-2966-304A-EFF6B5C8D306}"/>
                  </a:ext>
                </a:extLst>
              </p:cNvPr>
              <p:cNvSpPr/>
              <p:nvPr/>
            </p:nvSpPr>
            <p:spPr>
              <a:xfrm>
                <a:off x="4589552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8A2">
                  <a:alpha val="100000"/>
                </a:srgbClr>
              </a:solidFill>
              <a:ln w="5420" cap="flat">
                <a:solidFill>
                  <a:srgbClr val="3A78A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03" name="pg2602">
                <a:extLst>
                  <a:ext uri="{FF2B5EF4-FFF2-40B4-BE49-F238E27FC236}">
                    <a16:creationId xmlns:a16="http://schemas.microsoft.com/office/drawing/2014/main" id="{1D97BA93-B335-4DCF-2CEA-497033108316}"/>
                  </a:ext>
                </a:extLst>
              </p:cNvPr>
              <p:cNvSpPr/>
              <p:nvPr/>
            </p:nvSpPr>
            <p:spPr>
              <a:xfrm>
                <a:off x="4601190" y="47527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9A3">
                  <a:alpha val="100000"/>
                </a:srgbClr>
              </a:solidFill>
              <a:ln w="5420" cap="flat">
                <a:solidFill>
                  <a:srgbClr val="3A79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04" name="pg2603">
                <a:extLst>
                  <a:ext uri="{FF2B5EF4-FFF2-40B4-BE49-F238E27FC236}">
                    <a16:creationId xmlns:a16="http://schemas.microsoft.com/office/drawing/2014/main" id="{A4A24668-2DCD-5BBA-1479-64463D101AE9}"/>
                  </a:ext>
                </a:extLst>
              </p:cNvPr>
              <p:cNvSpPr/>
              <p:nvPr/>
            </p:nvSpPr>
            <p:spPr>
              <a:xfrm>
                <a:off x="312324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05" name="pg2604">
                <a:extLst>
                  <a:ext uri="{FF2B5EF4-FFF2-40B4-BE49-F238E27FC236}">
                    <a16:creationId xmlns:a16="http://schemas.microsoft.com/office/drawing/2014/main" id="{78AB47D9-393D-6DA9-3CC5-79F3D75E6B50}"/>
                  </a:ext>
                </a:extLst>
              </p:cNvPr>
              <p:cNvSpPr/>
              <p:nvPr/>
            </p:nvSpPr>
            <p:spPr>
              <a:xfrm>
                <a:off x="313488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06" name="pg2605">
                <a:extLst>
                  <a:ext uri="{FF2B5EF4-FFF2-40B4-BE49-F238E27FC236}">
                    <a16:creationId xmlns:a16="http://schemas.microsoft.com/office/drawing/2014/main" id="{45B46786-9D4B-0469-229A-B5C6B34DBBD9}"/>
                  </a:ext>
                </a:extLst>
              </p:cNvPr>
              <p:cNvSpPr/>
              <p:nvPr/>
            </p:nvSpPr>
            <p:spPr>
              <a:xfrm>
                <a:off x="314652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07" name="pg2606">
                <a:extLst>
                  <a:ext uri="{FF2B5EF4-FFF2-40B4-BE49-F238E27FC236}">
                    <a16:creationId xmlns:a16="http://schemas.microsoft.com/office/drawing/2014/main" id="{A3167F43-10F1-75FC-A0FB-27164E45BC70}"/>
                  </a:ext>
                </a:extLst>
              </p:cNvPr>
              <p:cNvSpPr/>
              <p:nvPr/>
            </p:nvSpPr>
            <p:spPr>
              <a:xfrm>
                <a:off x="315816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08" name="pg2607">
                <a:extLst>
                  <a:ext uri="{FF2B5EF4-FFF2-40B4-BE49-F238E27FC236}">
                    <a16:creationId xmlns:a16="http://schemas.microsoft.com/office/drawing/2014/main" id="{DF610B2C-076B-76E4-43E8-4987B8295BBF}"/>
                  </a:ext>
                </a:extLst>
              </p:cNvPr>
              <p:cNvSpPr/>
              <p:nvPr/>
            </p:nvSpPr>
            <p:spPr>
              <a:xfrm>
                <a:off x="316979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09" name="pg2608">
                <a:extLst>
                  <a:ext uri="{FF2B5EF4-FFF2-40B4-BE49-F238E27FC236}">
                    <a16:creationId xmlns:a16="http://schemas.microsoft.com/office/drawing/2014/main" id="{2290AE36-63F4-1821-555A-F3E96E1FFEA5}"/>
                  </a:ext>
                </a:extLst>
              </p:cNvPr>
              <p:cNvSpPr/>
              <p:nvPr/>
            </p:nvSpPr>
            <p:spPr>
              <a:xfrm>
                <a:off x="318143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10" name="pg2609">
                <a:extLst>
                  <a:ext uri="{FF2B5EF4-FFF2-40B4-BE49-F238E27FC236}">
                    <a16:creationId xmlns:a16="http://schemas.microsoft.com/office/drawing/2014/main" id="{13919F38-D773-BEF9-05AB-9FC04CBDBA65}"/>
                  </a:ext>
                </a:extLst>
              </p:cNvPr>
              <p:cNvSpPr/>
              <p:nvPr/>
            </p:nvSpPr>
            <p:spPr>
              <a:xfrm>
                <a:off x="321634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11" name="pg2610">
                <a:extLst>
                  <a:ext uri="{FF2B5EF4-FFF2-40B4-BE49-F238E27FC236}">
                    <a16:creationId xmlns:a16="http://schemas.microsoft.com/office/drawing/2014/main" id="{004A6830-6F8D-6449-29B1-D63AAF76A36D}"/>
                  </a:ext>
                </a:extLst>
              </p:cNvPr>
              <p:cNvSpPr/>
              <p:nvPr/>
            </p:nvSpPr>
            <p:spPr>
              <a:xfrm>
                <a:off x="322798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12" name="pg2611">
                <a:extLst>
                  <a:ext uri="{FF2B5EF4-FFF2-40B4-BE49-F238E27FC236}">
                    <a16:creationId xmlns:a16="http://schemas.microsoft.com/office/drawing/2014/main" id="{E8161AB2-6AB7-BD5C-479D-5AD9FA1D3501}"/>
                  </a:ext>
                </a:extLst>
              </p:cNvPr>
              <p:cNvSpPr/>
              <p:nvPr/>
            </p:nvSpPr>
            <p:spPr>
              <a:xfrm>
                <a:off x="323962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13" name="pg2612">
                <a:extLst>
                  <a:ext uri="{FF2B5EF4-FFF2-40B4-BE49-F238E27FC236}">
                    <a16:creationId xmlns:a16="http://schemas.microsoft.com/office/drawing/2014/main" id="{4F15B65E-0579-8A3E-E6A3-9184D7CADD1B}"/>
                  </a:ext>
                </a:extLst>
              </p:cNvPr>
              <p:cNvSpPr/>
              <p:nvPr/>
            </p:nvSpPr>
            <p:spPr>
              <a:xfrm>
                <a:off x="325125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14" name="pg2613">
                <a:extLst>
                  <a:ext uri="{FF2B5EF4-FFF2-40B4-BE49-F238E27FC236}">
                    <a16:creationId xmlns:a16="http://schemas.microsoft.com/office/drawing/2014/main" id="{2BADD084-E9F0-10BA-65B1-83EFB0B83835}"/>
                  </a:ext>
                </a:extLst>
              </p:cNvPr>
              <p:cNvSpPr/>
              <p:nvPr/>
            </p:nvSpPr>
            <p:spPr>
              <a:xfrm>
                <a:off x="326289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15" name="pg2614">
                <a:extLst>
                  <a:ext uri="{FF2B5EF4-FFF2-40B4-BE49-F238E27FC236}">
                    <a16:creationId xmlns:a16="http://schemas.microsoft.com/office/drawing/2014/main" id="{4AAA024F-2B5F-8AC7-EDF2-452F3EE4702D}"/>
                  </a:ext>
                </a:extLst>
              </p:cNvPr>
              <p:cNvSpPr/>
              <p:nvPr/>
            </p:nvSpPr>
            <p:spPr>
              <a:xfrm>
                <a:off x="327453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16" name="pg2615">
                <a:extLst>
                  <a:ext uri="{FF2B5EF4-FFF2-40B4-BE49-F238E27FC236}">
                    <a16:creationId xmlns:a16="http://schemas.microsoft.com/office/drawing/2014/main" id="{CD9C231D-D383-4890-DFB8-2A966FC4BA44}"/>
                  </a:ext>
                </a:extLst>
              </p:cNvPr>
              <p:cNvSpPr/>
              <p:nvPr/>
            </p:nvSpPr>
            <p:spPr>
              <a:xfrm>
                <a:off x="328617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17" name="pg2616">
                <a:extLst>
                  <a:ext uri="{FF2B5EF4-FFF2-40B4-BE49-F238E27FC236}">
                    <a16:creationId xmlns:a16="http://schemas.microsoft.com/office/drawing/2014/main" id="{1E536089-2D8F-2851-41D5-F5C098FB8708}"/>
                  </a:ext>
                </a:extLst>
              </p:cNvPr>
              <p:cNvSpPr/>
              <p:nvPr/>
            </p:nvSpPr>
            <p:spPr>
              <a:xfrm>
                <a:off x="329780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18" name="pg2617">
                <a:extLst>
                  <a:ext uri="{FF2B5EF4-FFF2-40B4-BE49-F238E27FC236}">
                    <a16:creationId xmlns:a16="http://schemas.microsoft.com/office/drawing/2014/main" id="{9B7A5C6D-8C3D-8441-0D14-CC90E10F559E}"/>
                  </a:ext>
                </a:extLst>
              </p:cNvPr>
              <p:cNvSpPr/>
              <p:nvPr/>
            </p:nvSpPr>
            <p:spPr>
              <a:xfrm>
                <a:off x="330944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19" name="pg2618">
                <a:extLst>
                  <a:ext uri="{FF2B5EF4-FFF2-40B4-BE49-F238E27FC236}">
                    <a16:creationId xmlns:a16="http://schemas.microsoft.com/office/drawing/2014/main" id="{C3983EE0-4138-5AC4-469B-A232C67DC41E}"/>
                  </a:ext>
                </a:extLst>
              </p:cNvPr>
              <p:cNvSpPr/>
              <p:nvPr/>
            </p:nvSpPr>
            <p:spPr>
              <a:xfrm>
                <a:off x="332108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20" name="pg2619">
                <a:extLst>
                  <a:ext uri="{FF2B5EF4-FFF2-40B4-BE49-F238E27FC236}">
                    <a16:creationId xmlns:a16="http://schemas.microsoft.com/office/drawing/2014/main" id="{D86F5C09-70A0-6007-C71E-856B4D53DB84}"/>
                  </a:ext>
                </a:extLst>
              </p:cNvPr>
              <p:cNvSpPr/>
              <p:nvPr/>
            </p:nvSpPr>
            <p:spPr>
              <a:xfrm>
                <a:off x="333272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21" name="pg2620">
                <a:extLst>
                  <a:ext uri="{FF2B5EF4-FFF2-40B4-BE49-F238E27FC236}">
                    <a16:creationId xmlns:a16="http://schemas.microsoft.com/office/drawing/2014/main" id="{763693C7-E9A0-4726-D078-FF43AA746113}"/>
                  </a:ext>
                </a:extLst>
              </p:cNvPr>
              <p:cNvSpPr/>
              <p:nvPr/>
            </p:nvSpPr>
            <p:spPr>
              <a:xfrm>
                <a:off x="334435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22" name="pg2621">
                <a:extLst>
                  <a:ext uri="{FF2B5EF4-FFF2-40B4-BE49-F238E27FC236}">
                    <a16:creationId xmlns:a16="http://schemas.microsoft.com/office/drawing/2014/main" id="{E34E68E2-6C16-D9EB-6A53-5CE9B8947B02}"/>
                  </a:ext>
                </a:extLst>
              </p:cNvPr>
              <p:cNvSpPr/>
              <p:nvPr/>
            </p:nvSpPr>
            <p:spPr>
              <a:xfrm>
                <a:off x="335599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23" name="pg2622">
                <a:extLst>
                  <a:ext uri="{FF2B5EF4-FFF2-40B4-BE49-F238E27FC236}">
                    <a16:creationId xmlns:a16="http://schemas.microsoft.com/office/drawing/2014/main" id="{937D88A9-6927-3270-9C58-ABEFED494213}"/>
                  </a:ext>
                </a:extLst>
              </p:cNvPr>
              <p:cNvSpPr/>
              <p:nvPr/>
            </p:nvSpPr>
            <p:spPr>
              <a:xfrm>
                <a:off x="336763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24" name="pg2623">
                <a:extLst>
                  <a:ext uri="{FF2B5EF4-FFF2-40B4-BE49-F238E27FC236}">
                    <a16:creationId xmlns:a16="http://schemas.microsoft.com/office/drawing/2014/main" id="{32C9EE3C-CDF3-4AFD-A6A8-67D793079506}"/>
                  </a:ext>
                </a:extLst>
              </p:cNvPr>
              <p:cNvSpPr/>
              <p:nvPr/>
            </p:nvSpPr>
            <p:spPr>
              <a:xfrm>
                <a:off x="342581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25" name="pg2624">
                <a:extLst>
                  <a:ext uri="{FF2B5EF4-FFF2-40B4-BE49-F238E27FC236}">
                    <a16:creationId xmlns:a16="http://schemas.microsoft.com/office/drawing/2014/main" id="{E993B984-7077-2C09-DE2A-6C9758207F9F}"/>
                  </a:ext>
                </a:extLst>
              </p:cNvPr>
              <p:cNvSpPr/>
              <p:nvPr/>
            </p:nvSpPr>
            <p:spPr>
              <a:xfrm>
                <a:off x="343745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26" name="pg2625">
                <a:extLst>
                  <a:ext uri="{FF2B5EF4-FFF2-40B4-BE49-F238E27FC236}">
                    <a16:creationId xmlns:a16="http://schemas.microsoft.com/office/drawing/2014/main" id="{5370A46A-4A61-7624-9D45-4232019AEA34}"/>
                  </a:ext>
                </a:extLst>
              </p:cNvPr>
              <p:cNvSpPr/>
              <p:nvPr/>
            </p:nvSpPr>
            <p:spPr>
              <a:xfrm>
                <a:off x="344909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CAC">
                  <a:alpha val="100000"/>
                </a:srgbClr>
              </a:solidFill>
              <a:ln w="5420" cap="flat">
                <a:solidFill>
                  <a:srgbClr val="5E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27" name="pg2626">
                <a:extLst>
                  <a:ext uri="{FF2B5EF4-FFF2-40B4-BE49-F238E27FC236}">
                    <a16:creationId xmlns:a16="http://schemas.microsoft.com/office/drawing/2014/main" id="{E9508C4D-5176-22D2-F482-1B31B13AF7DD}"/>
                  </a:ext>
                </a:extLst>
              </p:cNvPr>
              <p:cNvSpPr/>
              <p:nvPr/>
            </p:nvSpPr>
            <p:spPr>
              <a:xfrm>
                <a:off x="346073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28" name="pg2627">
                <a:extLst>
                  <a:ext uri="{FF2B5EF4-FFF2-40B4-BE49-F238E27FC236}">
                    <a16:creationId xmlns:a16="http://schemas.microsoft.com/office/drawing/2014/main" id="{1270894F-CE64-5777-E441-5826A0BC3B89}"/>
                  </a:ext>
                </a:extLst>
              </p:cNvPr>
              <p:cNvSpPr/>
              <p:nvPr/>
            </p:nvSpPr>
            <p:spPr>
              <a:xfrm>
                <a:off x="347236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29" name="pg2628">
                <a:extLst>
                  <a:ext uri="{FF2B5EF4-FFF2-40B4-BE49-F238E27FC236}">
                    <a16:creationId xmlns:a16="http://schemas.microsoft.com/office/drawing/2014/main" id="{85F221FC-5543-B56E-26F8-085973FEB206}"/>
                  </a:ext>
                </a:extLst>
              </p:cNvPr>
              <p:cNvSpPr/>
              <p:nvPr/>
            </p:nvSpPr>
            <p:spPr>
              <a:xfrm>
                <a:off x="348400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30" name="pg2629">
                <a:extLst>
                  <a:ext uri="{FF2B5EF4-FFF2-40B4-BE49-F238E27FC236}">
                    <a16:creationId xmlns:a16="http://schemas.microsoft.com/office/drawing/2014/main" id="{F3BE4E83-DFED-41CB-18C4-294A840CAB96}"/>
                  </a:ext>
                </a:extLst>
              </p:cNvPr>
              <p:cNvSpPr/>
              <p:nvPr/>
            </p:nvSpPr>
            <p:spPr>
              <a:xfrm>
                <a:off x="349564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31" name="pg2630">
                <a:extLst>
                  <a:ext uri="{FF2B5EF4-FFF2-40B4-BE49-F238E27FC236}">
                    <a16:creationId xmlns:a16="http://schemas.microsoft.com/office/drawing/2014/main" id="{52532C65-FD69-12C1-7581-30FE85538F9E}"/>
                  </a:ext>
                </a:extLst>
              </p:cNvPr>
              <p:cNvSpPr/>
              <p:nvPr/>
            </p:nvSpPr>
            <p:spPr>
              <a:xfrm>
                <a:off x="350728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32" name="pg2631">
                <a:extLst>
                  <a:ext uri="{FF2B5EF4-FFF2-40B4-BE49-F238E27FC236}">
                    <a16:creationId xmlns:a16="http://schemas.microsoft.com/office/drawing/2014/main" id="{C8BDDE70-632D-A89A-49DF-64DBA13EA7EA}"/>
                  </a:ext>
                </a:extLst>
              </p:cNvPr>
              <p:cNvSpPr/>
              <p:nvPr/>
            </p:nvSpPr>
            <p:spPr>
              <a:xfrm>
                <a:off x="362365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CAC">
                  <a:alpha val="100000"/>
                </a:srgbClr>
              </a:solidFill>
              <a:ln w="5420" cap="flat">
                <a:solidFill>
                  <a:srgbClr val="5E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33" name="pg2632">
                <a:extLst>
                  <a:ext uri="{FF2B5EF4-FFF2-40B4-BE49-F238E27FC236}">
                    <a16:creationId xmlns:a16="http://schemas.microsoft.com/office/drawing/2014/main" id="{EE0987AE-A030-88A5-29C0-872FC9B25F1A}"/>
                  </a:ext>
                </a:extLst>
              </p:cNvPr>
              <p:cNvSpPr/>
              <p:nvPr/>
            </p:nvSpPr>
            <p:spPr>
              <a:xfrm>
                <a:off x="363529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34" name="pg2633">
                <a:extLst>
                  <a:ext uri="{FF2B5EF4-FFF2-40B4-BE49-F238E27FC236}">
                    <a16:creationId xmlns:a16="http://schemas.microsoft.com/office/drawing/2014/main" id="{40ABFC9B-C45A-7857-B095-34ED50AED254}"/>
                  </a:ext>
                </a:extLst>
              </p:cNvPr>
              <p:cNvSpPr/>
              <p:nvPr/>
            </p:nvSpPr>
            <p:spPr>
              <a:xfrm>
                <a:off x="364692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35" name="pg2634">
                <a:extLst>
                  <a:ext uri="{FF2B5EF4-FFF2-40B4-BE49-F238E27FC236}">
                    <a16:creationId xmlns:a16="http://schemas.microsoft.com/office/drawing/2014/main" id="{499164C5-3164-4C07-49B6-253D8FA39081}"/>
                  </a:ext>
                </a:extLst>
              </p:cNvPr>
              <p:cNvSpPr/>
              <p:nvPr/>
            </p:nvSpPr>
            <p:spPr>
              <a:xfrm>
                <a:off x="365856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36" name="pg2635">
                <a:extLst>
                  <a:ext uri="{FF2B5EF4-FFF2-40B4-BE49-F238E27FC236}">
                    <a16:creationId xmlns:a16="http://schemas.microsoft.com/office/drawing/2014/main" id="{54DC8D5C-DB7A-4BC7-392D-064F5E2661B6}"/>
                  </a:ext>
                </a:extLst>
              </p:cNvPr>
              <p:cNvSpPr/>
              <p:nvPr/>
            </p:nvSpPr>
            <p:spPr>
              <a:xfrm>
                <a:off x="367020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37" name="pg2636">
                <a:extLst>
                  <a:ext uri="{FF2B5EF4-FFF2-40B4-BE49-F238E27FC236}">
                    <a16:creationId xmlns:a16="http://schemas.microsoft.com/office/drawing/2014/main" id="{6F20BF57-4690-3889-1D6B-8E78CE5E9AC1}"/>
                  </a:ext>
                </a:extLst>
              </p:cNvPr>
              <p:cNvSpPr/>
              <p:nvPr/>
            </p:nvSpPr>
            <p:spPr>
              <a:xfrm>
                <a:off x="368184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38" name="pg2637">
                <a:extLst>
                  <a:ext uri="{FF2B5EF4-FFF2-40B4-BE49-F238E27FC236}">
                    <a16:creationId xmlns:a16="http://schemas.microsoft.com/office/drawing/2014/main" id="{97159D41-C31A-B479-C15C-A50FCDF3946B}"/>
                  </a:ext>
                </a:extLst>
              </p:cNvPr>
              <p:cNvSpPr/>
              <p:nvPr/>
            </p:nvSpPr>
            <p:spPr>
              <a:xfrm>
                <a:off x="369347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39" name="pg2638">
                <a:extLst>
                  <a:ext uri="{FF2B5EF4-FFF2-40B4-BE49-F238E27FC236}">
                    <a16:creationId xmlns:a16="http://schemas.microsoft.com/office/drawing/2014/main" id="{D9594FE9-1C72-5C43-C743-C50DE4E26F20}"/>
                  </a:ext>
                </a:extLst>
              </p:cNvPr>
              <p:cNvSpPr/>
              <p:nvPr/>
            </p:nvSpPr>
            <p:spPr>
              <a:xfrm>
                <a:off x="370511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40" name="pg2639">
                <a:extLst>
                  <a:ext uri="{FF2B5EF4-FFF2-40B4-BE49-F238E27FC236}">
                    <a16:creationId xmlns:a16="http://schemas.microsoft.com/office/drawing/2014/main" id="{FA464398-9D0B-9FA1-ADEC-02ED7BCF00A4}"/>
                  </a:ext>
                </a:extLst>
              </p:cNvPr>
              <p:cNvSpPr/>
              <p:nvPr/>
            </p:nvSpPr>
            <p:spPr>
              <a:xfrm>
                <a:off x="371675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41" name="pg2640">
                <a:extLst>
                  <a:ext uri="{FF2B5EF4-FFF2-40B4-BE49-F238E27FC236}">
                    <a16:creationId xmlns:a16="http://schemas.microsoft.com/office/drawing/2014/main" id="{93430FB4-4B72-AE2A-8B18-E3C17F6AEC81}"/>
                  </a:ext>
                </a:extLst>
              </p:cNvPr>
              <p:cNvSpPr/>
              <p:nvPr/>
            </p:nvSpPr>
            <p:spPr>
              <a:xfrm>
                <a:off x="372839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42" name="pg2641">
                <a:extLst>
                  <a:ext uri="{FF2B5EF4-FFF2-40B4-BE49-F238E27FC236}">
                    <a16:creationId xmlns:a16="http://schemas.microsoft.com/office/drawing/2014/main" id="{1BFC9293-29C9-5238-4979-29750BDD70F3}"/>
                  </a:ext>
                </a:extLst>
              </p:cNvPr>
              <p:cNvSpPr/>
              <p:nvPr/>
            </p:nvSpPr>
            <p:spPr>
              <a:xfrm>
                <a:off x="374002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43" name="pg2642">
                <a:extLst>
                  <a:ext uri="{FF2B5EF4-FFF2-40B4-BE49-F238E27FC236}">
                    <a16:creationId xmlns:a16="http://schemas.microsoft.com/office/drawing/2014/main" id="{966BAF9C-6D71-09C1-2CCD-B73A6B504027}"/>
                  </a:ext>
                </a:extLst>
              </p:cNvPr>
              <p:cNvSpPr/>
              <p:nvPr/>
            </p:nvSpPr>
            <p:spPr>
              <a:xfrm>
                <a:off x="375166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44" name="pg2643">
                <a:extLst>
                  <a:ext uri="{FF2B5EF4-FFF2-40B4-BE49-F238E27FC236}">
                    <a16:creationId xmlns:a16="http://schemas.microsoft.com/office/drawing/2014/main" id="{9A060657-B019-69C4-6F0D-C13236CF0D41}"/>
                  </a:ext>
                </a:extLst>
              </p:cNvPr>
              <p:cNvSpPr/>
              <p:nvPr/>
            </p:nvSpPr>
            <p:spPr>
              <a:xfrm>
                <a:off x="411242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45" name="pg2644">
                <a:extLst>
                  <a:ext uri="{FF2B5EF4-FFF2-40B4-BE49-F238E27FC236}">
                    <a16:creationId xmlns:a16="http://schemas.microsoft.com/office/drawing/2014/main" id="{DFA2A23B-98CD-6F19-7D4B-015938309385}"/>
                  </a:ext>
                </a:extLst>
              </p:cNvPr>
              <p:cNvSpPr/>
              <p:nvPr/>
            </p:nvSpPr>
            <p:spPr>
              <a:xfrm>
                <a:off x="412405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46" name="pg2645">
                <a:extLst>
                  <a:ext uri="{FF2B5EF4-FFF2-40B4-BE49-F238E27FC236}">
                    <a16:creationId xmlns:a16="http://schemas.microsoft.com/office/drawing/2014/main" id="{916B2246-9B70-2E65-B566-84F267D7AAFB}"/>
                  </a:ext>
                </a:extLst>
              </p:cNvPr>
              <p:cNvSpPr/>
              <p:nvPr/>
            </p:nvSpPr>
            <p:spPr>
              <a:xfrm>
                <a:off x="413569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47" name="pg2646">
                <a:extLst>
                  <a:ext uri="{FF2B5EF4-FFF2-40B4-BE49-F238E27FC236}">
                    <a16:creationId xmlns:a16="http://schemas.microsoft.com/office/drawing/2014/main" id="{171D8D6C-2CE8-7ACD-81E4-14C8C3F89435}"/>
                  </a:ext>
                </a:extLst>
              </p:cNvPr>
              <p:cNvSpPr/>
              <p:nvPr/>
            </p:nvSpPr>
            <p:spPr>
              <a:xfrm>
                <a:off x="414733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48" name="pg2647">
                <a:extLst>
                  <a:ext uri="{FF2B5EF4-FFF2-40B4-BE49-F238E27FC236}">
                    <a16:creationId xmlns:a16="http://schemas.microsoft.com/office/drawing/2014/main" id="{B32B9B71-D7AC-011C-488D-7206276F0070}"/>
                  </a:ext>
                </a:extLst>
              </p:cNvPr>
              <p:cNvSpPr/>
              <p:nvPr/>
            </p:nvSpPr>
            <p:spPr>
              <a:xfrm>
                <a:off x="415897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49" name="pg2648">
                <a:extLst>
                  <a:ext uri="{FF2B5EF4-FFF2-40B4-BE49-F238E27FC236}">
                    <a16:creationId xmlns:a16="http://schemas.microsoft.com/office/drawing/2014/main" id="{1A1E144B-7549-9D8C-41EF-E0C58B856AEC}"/>
                  </a:ext>
                </a:extLst>
              </p:cNvPr>
              <p:cNvSpPr/>
              <p:nvPr/>
            </p:nvSpPr>
            <p:spPr>
              <a:xfrm>
                <a:off x="417060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50" name="pg2649">
                <a:extLst>
                  <a:ext uri="{FF2B5EF4-FFF2-40B4-BE49-F238E27FC236}">
                    <a16:creationId xmlns:a16="http://schemas.microsoft.com/office/drawing/2014/main" id="{F84EDC6B-60A4-82AE-A9C3-74E46C48340B}"/>
                  </a:ext>
                </a:extLst>
              </p:cNvPr>
              <p:cNvSpPr/>
              <p:nvPr/>
            </p:nvSpPr>
            <p:spPr>
              <a:xfrm>
                <a:off x="418224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51" name="pg2650">
                <a:extLst>
                  <a:ext uri="{FF2B5EF4-FFF2-40B4-BE49-F238E27FC236}">
                    <a16:creationId xmlns:a16="http://schemas.microsoft.com/office/drawing/2014/main" id="{4EBFD2B0-BFD1-9275-FEDC-868DAEFD3086}"/>
                  </a:ext>
                </a:extLst>
              </p:cNvPr>
              <p:cNvSpPr/>
              <p:nvPr/>
            </p:nvSpPr>
            <p:spPr>
              <a:xfrm>
                <a:off x="419388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52" name="pg2651">
                <a:extLst>
                  <a:ext uri="{FF2B5EF4-FFF2-40B4-BE49-F238E27FC236}">
                    <a16:creationId xmlns:a16="http://schemas.microsoft.com/office/drawing/2014/main" id="{FAFBFDA8-BFAE-09C5-9FF5-B7A631D7D4C2}"/>
                  </a:ext>
                </a:extLst>
              </p:cNvPr>
              <p:cNvSpPr/>
              <p:nvPr/>
            </p:nvSpPr>
            <p:spPr>
              <a:xfrm>
                <a:off x="420552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53" name="pg2652">
                <a:extLst>
                  <a:ext uri="{FF2B5EF4-FFF2-40B4-BE49-F238E27FC236}">
                    <a16:creationId xmlns:a16="http://schemas.microsoft.com/office/drawing/2014/main" id="{9C8299BF-7CE9-00FF-4E57-CBC8A9138248}"/>
                  </a:ext>
                </a:extLst>
              </p:cNvPr>
              <p:cNvSpPr/>
              <p:nvPr/>
            </p:nvSpPr>
            <p:spPr>
              <a:xfrm>
                <a:off x="421715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54" name="pg2653">
                <a:extLst>
                  <a:ext uri="{FF2B5EF4-FFF2-40B4-BE49-F238E27FC236}">
                    <a16:creationId xmlns:a16="http://schemas.microsoft.com/office/drawing/2014/main" id="{929F433F-BB76-4D9F-D84D-B0F4A31AE867}"/>
                  </a:ext>
                </a:extLst>
              </p:cNvPr>
              <p:cNvSpPr/>
              <p:nvPr/>
            </p:nvSpPr>
            <p:spPr>
              <a:xfrm>
                <a:off x="422879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55" name="pg2654">
                <a:extLst>
                  <a:ext uri="{FF2B5EF4-FFF2-40B4-BE49-F238E27FC236}">
                    <a16:creationId xmlns:a16="http://schemas.microsoft.com/office/drawing/2014/main" id="{840DFB7D-0955-A2A0-E287-450401068262}"/>
                  </a:ext>
                </a:extLst>
              </p:cNvPr>
              <p:cNvSpPr/>
              <p:nvPr/>
            </p:nvSpPr>
            <p:spPr>
              <a:xfrm>
                <a:off x="424043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56" name="pg2655">
                <a:extLst>
                  <a:ext uri="{FF2B5EF4-FFF2-40B4-BE49-F238E27FC236}">
                    <a16:creationId xmlns:a16="http://schemas.microsoft.com/office/drawing/2014/main" id="{C42EA98F-15AB-B35F-8CF9-C06C46A79E2A}"/>
                  </a:ext>
                </a:extLst>
              </p:cNvPr>
              <p:cNvSpPr/>
              <p:nvPr/>
            </p:nvSpPr>
            <p:spPr>
              <a:xfrm>
                <a:off x="425207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57" name="pg2656">
                <a:extLst>
                  <a:ext uri="{FF2B5EF4-FFF2-40B4-BE49-F238E27FC236}">
                    <a16:creationId xmlns:a16="http://schemas.microsoft.com/office/drawing/2014/main" id="{653313F8-B22E-C3E4-BAE8-DFA62032ADC2}"/>
                  </a:ext>
                </a:extLst>
              </p:cNvPr>
              <p:cNvSpPr/>
              <p:nvPr/>
            </p:nvSpPr>
            <p:spPr>
              <a:xfrm>
                <a:off x="426370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58" name="pg2657">
                <a:extLst>
                  <a:ext uri="{FF2B5EF4-FFF2-40B4-BE49-F238E27FC236}">
                    <a16:creationId xmlns:a16="http://schemas.microsoft.com/office/drawing/2014/main" id="{DF1CF79A-16B3-1732-A848-B78EB581E812}"/>
                  </a:ext>
                </a:extLst>
              </p:cNvPr>
              <p:cNvSpPr/>
              <p:nvPr/>
            </p:nvSpPr>
            <p:spPr>
              <a:xfrm>
                <a:off x="427534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59" name="pg2658">
                <a:extLst>
                  <a:ext uri="{FF2B5EF4-FFF2-40B4-BE49-F238E27FC236}">
                    <a16:creationId xmlns:a16="http://schemas.microsoft.com/office/drawing/2014/main" id="{C5C45920-1419-62EF-6F9E-730542108470}"/>
                  </a:ext>
                </a:extLst>
              </p:cNvPr>
              <p:cNvSpPr/>
              <p:nvPr/>
            </p:nvSpPr>
            <p:spPr>
              <a:xfrm>
                <a:off x="428698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60" name="pg2659">
                <a:extLst>
                  <a:ext uri="{FF2B5EF4-FFF2-40B4-BE49-F238E27FC236}">
                    <a16:creationId xmlns:a16="http://schemas.microsoft.com/office/drawing/2014/main" id="{A42AD2AC-94CE-79EA-C2A8-9529786D7FEA}"/>
                  </a:ext>
                </a:extLst>
              </p:cNvPr>
              <p:cNvSpPr/>
              <p:nvPr/>
            </p:nvSpPr>
            <p:spPr>
              <a:xfrm>
                <a:off x="4298619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61" name="pg2660">
                <a:extLst>
                  <a:ext uri="{FF2B5EF4-FFF2-40B4-BE49-F238E27FC236}">
                    <a16:creationId xmlns:a16="http://schemas.microsoft.com/office/drawing/2014/main" id="{57258BDE-F11B-08BB-B6BA-92CB462D1074}"/>
                  </a:ext>
                </a:extLst>
              </p:cNvPr>
              <p:cNvSpPr/>
              <p:nvPr/>
            </p:nvSpPr>
            <p:spPr>
              <a:xfrm>
                <a:off x="431025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62" name="pg2661">
                <a:extLst>
                  <a:ext uri="{FF2B5EF4-FFF2-40B4-BE49-F238E27FC236}">
                    <a16:creationId xmlns:a16="http://schemas.microsoft.com/office/drawing/2014/main" id="{B96860C0-DD59-08F7-47FD-B1CAB14A92DF}"/>
                  </a:ext>
                </a:extLst>
              </p:cNvPr>
              <p:cNvSpPr/>
              <p:nvPr/>
            </p:nvSpPr>
            <p:spPr>
              <a:xfrm>
                <a:off x="4321894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63" name="pg2662">
                <a:extLst>
                  <a:ext uri="{FF2B5EF4-FFF2-40B4-BE49-F238E27FC236}">
                    <a16:creationId xmlns:a16="http://schemas.microsoft.com/office/drawing/2014/main" id="{6EEE0B6B-C1D4-C40E-4F2E-BBFF457ABD10}"/>
                  </a:ext>
                </a:extLst>
              </p:cNvPr>
              <p:cNvSpPr/>
              <p:nvPr/>
            </p:nvSpPr>
            <p:spPr>
              <a:xfrm>
                <a:off x="4333531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64" name="pg2663">
                <a:extLst>
                  <a:ext uri="{FF2B5EF4-FFF2-40B4-BE49-F238E27FC236}">
                    <a16:creationId xmlns:a16="http://schemas.microsoft.com/office/drawing/2014/main" id="{A5C70CAF-2750-9261-4C9E-06FB13F4EA7C}"/>
                  </a:ext>
                </a:extLst>
              </p:cNvPr>
              <p:cNvSpPr/>
              <p:nvPr/>
            </p:nvSpPr>
            <p:spPr>
              <a:xfrm>
                <a:off x="434516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65" name="pg2664">
                <a:extLst>
                  <a:ext uri="{FF2B5EF4-FFF2-40B4-BE49-F238E27FC236}">
                    <a16:creationId xmlns:a16="http://schemas.microsoft.com/office/drawing/2014/main" id="{FF584808-F885-5801-682E-F9D329E6440E}"/>
                  </a:ext>
                </a:extLst>
              </p:cNvPr>
              <p:cNvSpPr/>
              <p:nvPr/>
            </p:nvSpPr>
            <p:spPr>
              <a:xfrm>
                <a:off x="4356806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66" name="pg2665">
                <a:extLst>
                  <a:ext uri="{FF2B5EF4-FFF2-40B4-BE49-F238E27FC236}">
                    <a16:creationId xmlns:a16="http://schemas.microsoft.com/office/drawing/2014/main" id="{77C64485-A613-87DD-564A-43D0B6740B58}"/>
                  </a:ext>
                </a:extLst>
              </p:cNvPr>
              <p:cNvSpPr/>
              <p:nvPr/>
            </p:nvSpPr>
            <p:spPr>
              <a:xfrm>
                <a:off x="4368443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67" name="pg2666">
                <a:extLst>
                  <a:ext uri="{FF2B5EF4-FFF2-40B4-BE49-F238E27FC236}">
                    <a16:creationId xmlns:a16="http://schemas.microsoft.com/office/drawing/2014/main" id="{EE141A30-52BC-D362-465C-6A00E572FA08}"/>
                  </a:ext>
                </a:extLst>
              </p:cNvPr>
              <p:cNvSpPr/>
              <p:nvPr/>
            </p:nvSpPr>
            <p:spPr>
              <a:xfrm>
                <a:off x="4566278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68" name="pg2667">
                <a:extLst>
                  <a:ext uri="{FF2B5EF4-FFF2-40B4-BE49-F238E27FC236}">
                    <a16:creationId xmlns:a16="http://schemas.microsoft.com/office/drawing/2014/main" id="{0A576572-26B0-4357-69FF-D5A6240B44A8}"/>
                  </a:ext>
                </a:extLst>
              </p:cNvPr>
              <p:cNvSpPr/>
              <p:nvPr/>
            </p:nvSpPr>
            <p:spPr>
              <a:xfrm>
                <a:off x="4577915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AA3">
                  <a:alpha val="100000"/>
                </a:srgbClr>
              </a:solidFill>
              <a:ln w="5420" cap="flat">
                <a:solidFill>
                  <a:srgbClr val="3A7A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69" name="pg2668">
                <a:extLst>
                  <a:ext uri="{FF2B5EF4-FFF2-40B4-BE49-F238E27FC236}">
                    <a16:creationId xmlns:a16="http://schemas.microsoft.com/office/drawing/2014/main" id="{9779C4E4-2637-1765-19AD-43D9CD4A9B20}"/>
                  </a:ext>
                </a:extLst>
              </p:cNvPr>
              <p:cNvSpPr/>
              <p:nvPr/>
            </p:nvSpPr>
            <p:spPr>
              <a:xfrm>
                <a:off x="4589552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70" name="pg2669">
                <a:extLst>
                  <a:ext uri="{FF2B5EF4-FFF2-40B4-BE49-F238E27FC236}">
                    <a16:creationId xmlns:a16="http://schemas.microsoft.com/office/drawing/2014/main" id="{70E753D3-0E80-4B4C-D232-D3CBEA0743A9}"/>
                  </a:ext>
                </a:extLst>
              </p:cNvPr>
              <p:cNvSpPr/>
              <p:nvPr/>
            </p:nvSpPr>
            <p:spPr>
              <a:xfrm>
                <a:off x="4601190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BA3">
                  <a:alpha val="100000"/>
                </a:srgbClr>
              </a:solidFill>
              <a:ln w="5420" cap="flat">
                <a:solidFill>
                  <a:srgbClr val="3A7B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71" name="pg2670">
                <a:extLst>
                  <a:ext uri="{FF2B5EF4-FFF2-40B4-BE49-F238E27FC236}">
                    <a16:creationId xmlns:a16="http://schemas.microsoft.com/office/drawing/2014/main" id="{B849E0B7-98D4-2124-4C34-1A46B5CE4978}"/>
                  </a:ext>
                </a:extLst>
              </p:cNvPr>
              <p:cNvSpPr/>
              <p:nvPr/>
            </p:nvSpPr>
            <p:spPr>
              <a:xfrm>
                <a:off x="4612827" y="476709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CA3">
                  <a:alpha val="100000"/>
                </a:srgbClr>
              </a:solidFill>
              <a:ln w="5420" cap="flat">
                <a:solidFill>
                  <a:srgbClr val="3A7C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72" name="pg2671">
                <a:extLst>
                  <a:ext uri="{FF2B5EF4-FFF2-40B4-BE49-F238E27FC236}">
                    <a16:creationId xmlns:a16="http://schemas.microsoft.com/office/drawing/2014/main" id="{00FDF9B4-3ED7-F00C-D139-43FDBCDA48AF}"/>
                  </a:ext>
                </a:extLst>
              </p:cNvPr>
              <p:cNvSpPr/>
              <p:nvPr/>
            </p:nvSpPr>
            <p:spPr>
              <a:xfrm>
                <a:off x="311161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73" name="pg2672">
                <a:extLst>
                  <a:ext uri="{FF2B5EF4-FFF2-40B4-BE49-F238E27FC236}">
                    <a16:creationId xmlns:a16="http://schemas.microsoft.com/office/drawing/2014/main" id="{20035CD5-96B8-9F4F-BC59-821453113A05}"/>
                  </a:ext>
                </a:extLst>
              </p:cNvPr>
              <p:cNvSpPr/>
              <p:nvPr/>
            </p:nvSpPr>
            <p:spPr>
              <a:xfrm>
                <a:off x="312324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74" name="pg2673">
                <a:extLst>
                  <a:ext uri="{FF2B5EF4-FFF2-40B4-BE49-F238E27FC236}">
                    <a16:creationId xmlns:a16="http://schemas.microsoft.com/office/drawing/2014/main" id="{C6B417B5-9772-BD01-5C2C-1E1C66088E04}"/>
                  </a:ext>
                </a:extLst>
              </p:cNvPr>
              <p:cNvSpPr/>
              <p:nvPr/>
            </p:nvSpPr>
            <p:spPr>
              <a:xfrm>
                <a:off x="313488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75" name="pg2674">
                <a:extLst>
                  <a:ext uri="{FF2B5EF4-FFF2-40B4-BE49-F238E27FC236}">
                    <a16:creationId xmlns:a16="http://schemas.microsoft.com/office/drawing/2014/main" id="{30593903-C726-0D5F-C569-39801EDFD900}"/>
                  </a:ext>
                </a:extLst>
              </p:cNvPr>
              <p:cNvSpPr/>
              <p:nvPr/>
            </p:nvSpPr>
            <p:spPr>
              <a:xfrm>
                <a:off x="314652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76" name="pg2675">
                <a:extLst>
                  <a:ext uri="{FF2B5EF4-FFF2-40B4-BE49-F238E27FC236}">
                    <a16:creationId xmlns:a16="http://schemas.microsoft.com/office/drawing/2014/main" id="{B096FF58-A60D-7AD9-374B-E28D7DB800BB}"/>
                  </a:ext>
                </a:extLst>
              </p:cNvPr>
              <p:cNvSpPr/>
              <p:nvPr/>
            </p:nvSpPr>
            <p:spPr>
              <a:xfrm>
                <a:off x="315816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6D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77" name="pg2676">
                <a:extLst>
                  <a:ext uri="{FF2B5EF4-FFF2-40B4-BE49-F238E27FC236}">
                    <a16:creationId xmlns:a16="http://schemas.microsoft.com/office/drawing/2014/main" id="{F3B6B923-26BB-4F14-F08F-EA20F0BC01C9}"/>
                  </a:ext>
                </a:extLst>
              </p:cNvPr>
              <p:cNvSpPr/>
              <p:nvPr/>
            </p:nvSpPr>
            <p:spPr>
              <a:xfrm>
                <a:off x="316979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78" name="pg2677">
                <a:extLst>
                  <a:ext uri="{FF2B5EF4-FFF2-40B4-BE49-F238E27FC236}">
                    <a16:creationId xmlns:a16="http://schemas.microsoft.com/office/drawing/2014/main" id="{9546E32D-9588-B1E3-23AF-B153A716C1C2}"/>
                  </a:ext>
                </a:extLst>
              </p:cNvPr>
              <p:cNvSpPr/>
              <p:nvPr/>
            </p:nvSpPr>
            <p:spPr>
              <a:xfrm>
                <a:off x="318143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79" name="pg2678">
                <a:extLst>
                  <a:ext uri="{FF2B5EF4-FFF2-40B4-BE49-F238E27FC236}">
                    <a16:creationId xmlns:a16="http://schemas.microsoft.com/office/drawing/2014/main" id="{C5B4E993-74DE-552F-3785-76BC5E9CA06F}"/>
                  </a:ext>
                </a:extLst>
              </p:cNvPr>
              <p:cNvSpPr/>
              <p:nvPr/>
            </p:nvSpPr>
            <p:spPr>
              <a:xfrm>
                <a:off x="319307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80" name="pg2679">
                <a:extLst>
                  <a:ext uri="{FF2B5EF4-FFF2-40B4-BE49-F238E27FC236}">
                    <a16:creationId xmlns:a16="http://schemas.microsoft.com/office/drawing/2014/main" id="{B563CC54-C288-00D6-8F52-699293BAE325}"/>
                  </a:ext>
                </a:extLst>
              </p:cNvPr>
              <p:cNvSpPr/>
              <p:nvPr/>
            </p:nvSpPr>
            <p:spPr>
              <a:xfrm>
                <a:off x="320471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AAB">
                  <a:alpha val="100000"/>
                </a:srgbClr>
              </a:solidFill>
              <a:ln w="5420" cap="flat">
                <a:solidFill>
                  <a:srgbClr val="52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81" name="pg2680">
                <a:extLst>
                  <a:ext uri="{FF2B5EF4-FFF2-40B4-BE49-F238E27FC236}">
                    <a16:creationId xmlns:a16="http://schemas.microsoft.com/office/drawing/2014/main" id="{522103FE-61B5-2EED-DB88-60E9361CA419}"/>
                  </a:ext>
                </a:extLst>
              </p:cNvPr>
              <p:cNvSpPr/>
              <p:nvPr/>
            </p:nvSpPr>
            <p:spPr>
              <a:xfrm>
                <a:off x="321634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82" name="pg2681">
                <a:extLst>
                  <a:ext uri="{FF2B5EF4-FFF2-40B4-BE49-F238E27FC236}">
                    <a16:creationId xmlns:a16="http://schemas.microsoft.com/office/drawing/2014/main" id="{3FA233DE-0A54-2B81-B690-E1DE812F3E90}"/>
                  </a:ext>
                </a:extLst>
              </p:cNvPr>
              <p:cNvSpPr/>
              <p:nvPr/>
            </p:nvSpPr>
            <p:spPr>
              <a:xfrm>
                <a:off x="322798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83" name="pg2682">
                <a:extLst>
                  <a:ext uri="{FF2B5EF4-FFF2-40B4-BE49-F238E27FC236}">
                    <a16:creationId xmlns:a16="http://schemas.microsoft.com/office/drawing/2014/main" id="{B3384D42-83D0-1B72-E891-4EBCAD2F13D5}"/>
                  </a:ext>
                </a:extLst>
              </p:cNvPr>
              <p:cNvSpPr/>
              <p:nvPr/>
            </p:nvSpPr>
            <p:spPr>
              <a:xfrm>
                <a:off x="323962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84" name="pg2683">
                <a:extLst>
                  <a:ext uri="{FF2B5EF4-FFF2-40B4-BE49-F238E27FC236}">
                    <a16:creationId xmlns:a16="http://schemas.microsoft.com/office/drawing/2014/main" id="{623C9D31-CBE0-B28E-F5D3-A54B159073FD}"/>
                  </a:ext>
                </a:extLst>
              </p:cNvPr>
              <p:cNvSpPr/>
              <p:nvPr/>
            </p:nvSpPr>
            <p:spPr>
              <a:xfrm>
                <a:off x="325125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85" name="pg2684">
                <a:extLst>
                  <a:ext uri="{FF2B5EF4-FFF2-40B4-BE49-F238E27FC236}">
                    <a16:creationId xmlns:a16="http://schemas.microsoft.com/office/drawing/2014/main" id="{1C2EC238-B7F4-747A-9187-71C578AC2E2D}"/>
                  </a:ext>
                </a:extLst>
              </p:cNvPr>
              <p:cNvSpPr/>
              <p:nvPr/>
            </p:nvSpPr>
            <p:spPr>
              <a:xfrm>
                <a:off x="326289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86" name="pg2685">
                <a:extLst>
                  <a:ext uri="{FF2B5EF4-FFF2-40B4-BE49-F238E27FC236}">
                    <a16:creationId xmlns:a16="http://schemas.microsoft.com/office/drawing/2014/main" id="{81A554D7-9094-AF56-A446-58C1CFEF3E4E}"/>
                  </a:ext>
                </a:extLst>
              </p:cNvPr>
              <p:cNvSpPr/>
              <p:nvPr/>
            </p:nvSpPr>
            <p:spPr>
              <a:xfrm>
                <a:off x="327453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87" name="pg2686">
                <a:extLst>
                  <a:ext uri="{FF2B5EF4-FFF2-40B4-BE49-F238E27FC236}">
                    <a16:creationId xmlns:a16="http://schemas.microsoft.com/office/drawing/2014/main" id="{2E984D22-EC66-6808-CA08-B122678F562A}"/>
                  </a:ext>
                </a:extLst>
              </p:cNvPr>
              <p:cNvSpPr/>
              <p:nvPr/>
            </p:nvSpPr>
            <p:spPr>
              <a:xfrm>
                <a:off x="328617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88" name="pg2687">
                <a:extLst>
                  <a:ext uri="{FF2B5EF4-FFF2-40B4-BE49-F238E27FC236}">
                    <a16:creationId xmlns:a16="http://schemas.microsoft.com/office/drawing/2014/main" id="{CFD231A5-8A52-66DA-5FAD-3BED37A6FF0A}"/>
                  </a:ext>
                </a:extLst>
              </p:cNvPr>
              <p:cNvSpPr/>
              <p:nvPr/>
            </p:nvSpPr>
            <p:spPr>
              <a:xfrm>
                <a:off x="329780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89" name="pg2688">
                <a:extLst>
                  <a:ext uri="{FF2B5EF4-FFF2-40B4-BE49-F238E27FC236}">
                    <a16:creationId xmlns:a16="http://schemas.microsoft.com/office/drawing/2014/main" id="{7C7909CB-4B7A-5C3E-A8AD-BA92DBBEF4E9}"/>
                  </a:ext>
                </a:extLst>
              </p:cNvPr>
              <p:cNvSpPr/>
              <p:nvPr/>
            </p:nvSpPr>
            <p:spPr>
              <a:xfrm>
                <a:off x="330944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90" name="pg2689">
                <a:extLst>
                  <a:ext uri="{FF2B5EF4-FFF2-40B4-BE49-F238E27FC236}">
                    <a16:creationId xmlns:a16="http://schemas.microsoft.com/office/drawing/2014/main" id="{6CAE1D1E-92C6-20AA-FD8E-61285CFB8606}"/>
                  </a:ext>
                </a:extLst>
              </p:cNvPr>
              <p:cNvSpPr/>
              <p:nvPr/>
            </p:nvSpPr>
            <p:spPr>
              <a:xfrm>
                <a:off x="332108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91" name="pg2690">
                <a:extLst>
                  <a:ext uri="{FF2B5EF4-FFF2-40B4-BE49-F238E27FC236}">
                    <a16:creationId xmlns:a16="http://schemas.microsoft.com/office/drawing/2014/main" id="{BE8F409D-1219-2000-80B0-5225CC3FB678}"/>
                  </a:ext>
                </a:extLst>
              </p:cNvPr>
              <p:cNvSpPr/>
              <p:nvPr/>
            </p:nvSpPr>
            <p:spPr>
              <a:xfrm>
                <a:off x="333272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92" name="pg2691">
                <a:extLst>
                  <a:ext uri="{FF2B5EF4-FFF2-40B4-BE49-F238E27FC236}">
                    <a16:creationId xmlns:a16="http://schemas.microsoft.com/office/drawing/2014/main" id="{D7AE7913-5A47-8AE4-E34F-81C8AE9EC964}"/>
                  </a:ext>
                </a:extLst>
              </p:cNvPr>
              <p:cNvSpPr/>
              <p:nvPr/>
            </p:nvSpPr>
            <p:spPr>
              <a:xfrm>
                <a:off x="334435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93" name="pg2692">
                <a:extLst>
                  <a:ext uri="{FF2B5EF4-FFF2-40B4-BE49-F238E27FC236}">
                    <a16:creationId xmlns:a16="http://schemas.microsoft.com/office/drawing/2014/main" id="{573978C0-D932-B6C0-D296-FCAFEA438BA6}"/>
                  </a:ext>
                </a:extLst>
              </p:cNvPr>
              <p:cNvSpPr/>
              <p:nvPr/>
            </p:nvSpPr>
            <p:spPr>
              <a:xfrm>
                <a:off x="335599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BFAB">
                  <a:alpha val="100000"/>
                </a:srgbClr>
              </a:solidFill>
              <a:ln w="5420" cap="flat">
                <a:solidFill>
                  <a:srgbClr val="57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94" name="pg2693">
                <a:extLst>
                  <a:ext uri="{FF2B5EF4-FFF2-40B4-BE49-F238E27FC236}">
                    <a16:creationId xmlns:a16="http://schemas.microsoft.com/office/drawing/2014/main" id="{298DF8D7-2B11-742D-E401-AC2FC330727E}"/>
                  </a:ext>
                </a:extLst>
              </p:cNvPr>
              <p:cNvSpPr/>
              <p:nvPr/>
            </p:nvSpPr>
            <p:spPr>
              <a:xfrm>
                <a:off x="336763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95" name="pg2694">
                <a:extLst>
                  <a:ext uri="{FF2B5EF4-FFF2-40B4-BE49-F238E27FC236}">
                    <a16:creationId xmlns:a16="http://schemas.microsoft.com/office/drawing/2014/main" id="{5EDAEFDE-BBF6-140C-786E-D48B753165F2}"/>
                  </a:ext>
                </a:extLst>
              </p:cNvPr>
              <p:cNvSpPr/>
              <p:nvPr/>
            </p:nvSpPr>
            <p:spPr>
              <a:xfrm>
                <a:off x="337927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96" name="pg2695">
                <a:extLst>
                  <a:ext uri="{FF2B5EF4-FFF2-40B4-BE49-F238E27FC236}">
                    <a16:creationId xmlns:a16="http://schemas.microsoft.com/office/drawing/2014/main" id="{7DD5D5C6-803A-09A0-46E6-7F06EAF724BD}"/>
                  </a:ext>
                </a:extLst>
              </p:cNvPr>
              <p:cNvSpPr/>
              <p:nvPr/>
            </p:nvSpPr>
            <p:spPr>
              <a:xfrm>
                <a:off x="339090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97" name="pg2696">
                <a:extLst>
                  <a:ext uri="{FF2B5EF4-FFF2-40B4-BE49-F238E27FC236}">
                    <a16:creationId xmlns:a16="http://schemas.microsoft.com/office/drawing/2014/main" id="{BBF4B1F4-F866-C396-477B-ECE9D5ADA1E2}"/>
                  </a:ext>
                </a:extLst>
              </p:cNvPr>
              <p:cNvSpPr/>
              <p:nvPr/>
            </p:nvSpPr>
            <p:spPr>
              <a:xfrm>
                <a:off x="340254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98" name="pg2697">
                <a:extLst>
                  <a:ext uri="{FF2B5EF4-FFF2-40B4-BE49-F238E27FC236}">
                    <a16:creationId xmlns:a16="http://schemas.microsoft.com/office/drawing/2014/main" id="{CB97246F-AC29-50B2-B692-0F3FEFE1DBEC}"/>
                  </a:ext>
                </a:extLst>
              </p:cNvPr>
              <p:cNvSpPr/>
              <p:nvPr/>
            </p:nvSpPr>
            <p:spPr>
              <a:xfrm>
                <a:off x="341418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099" name="pg2698">
                <a:extLst>
                  <a:ext uri="{FF2B5EF4-FFF2-40B4-BE49-F238E27FC236}">
                    <a16:creationId xmlns:a16="http://schemas.microsoft.com/office/drawing/2014/main" id="{CC16E5E0-438B-62FB-56D4-0758A9AF4EE4}"/>
                  </a:ext>
                </a:extLst>
              </p:cNvPr>
              <p:cNvSpPr/>
              <p:nvPr/>
            </p:nvSpPr>
            <p:spPr>
              <a:xfrm>
                <a:off x="342581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00" name="pg2699">
                <a:extLst>
                  <a:ext uri="{FF2B5EF4-FFF2-40B4-BE49-F238E27FC236}">
                    <a16:creationId xmlns:a16="http://schemas.microsoft.com/office/drawing/2014/main" id="{1D2540B8-E79E-8A1D-0B14-7C05C685CD2C}"/>
                  </a:ext>
                </a:extLst>
              </p:cNvPr>
              <p:cNvSpPr/>
              <p:nvPr/>
            </p:nvSpPr>
            <p:spPr>
              <a:xfrm>
                <a:off x="343745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01" name="pg2700">
                <a:extLst>
                  <a:ext uri="{FF2B5EF4-FFF2-40B4-BE49-F238E27FC236}">
                    <a16:creationId xmlns:a16="http://schemas.microsoft.com/office/drawing/2014/main" id="{6876B596-CAA7-85D4-A99B-D72B8DF965A2}"/>
                  </a:ext>
                </a:extLst>
              </p:cNvPr>
              <p:cNvSpPr/>
              <p:nvPr/>
            </p:nvSpPr>
            <p:spPr>
              <a:xfrm>
                <a:off x="344909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02" name="pg2701">
                <a:extLst>
                  <a:ext uri="{FF2B5EF4-FFF2-40B4-BE49-F238E27FC236}">
                    <a16:creationId xmlns:a16="http://schemas.microsoft.com/office/drawing/2014/main" id="{DA3855B0-EE7E-52DA-2247-39F3570E91E4}"/>
                  </a:ext>
                </a:extLst>
              </p:cNvPr>
              <p:cNvSpPr/>
              <p:nvPr/>
            </p:nvSpPr>
            <p:spPr>
              <a:xfrm>
                <a:off x="346073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03" name="pg2702">
                <a:extLst>
                  <a:ext uri="{FF2B5EF4-FFF2-40B4-BE49-F238E27FC236}">
                    <a16:creationId xmlns:a16="http://schemas.microsoft.com/office/drawing/2014/main" id="{EF29DF05-ECB3-9CD9-562C-6852DC8DE869}"/>
                  </a:ext>
                </a:extLst>
              </p:cNvPr>
              <p:cNvSpPr/>
              <p:nvPr/>
            </p:nvSpPr>
            <p:spPr>
              <a:xfrm>
                <a:off x="347236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04" name="pg2703">
                <a:extLst>
                  <a:ext uri="{FF2B5EF4-FFF2-40B4-BE49-F238E27FC236}">
                    <a16:creationId xmlns:a16="http://schemas.microsoft.com/office/drawing/2014/main" id="{C02F06C5-9552-ABAD-82CA-67C153D28824}"/>
                  </a:ext>
                </a:extLst>
              </p:cNvPr>
              <p:cNvSpPr/>
              <p:nvPr/>
            </p:nvSpPr>
            <p:spPr>
              <a:xfrm>
                <a:off x="348400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05" name="pg2704">
                <a:extLst>
                  <a:ext uri="{FF2B5EF4-FFF2-40B4-BE49-F238E27FC236}">
                    <a16:creationId xmlns:a16="http://schemas.microsoft.com/office/drawing/2014/main" id="{3CD97836-18E2-4627-4FAB-D655B2B55842}"/>
                  </a:ext>
                </a:extLst>
              </p:cNvPr>
              <p:cNvSpPr/>
              <p:nvPr/>
            </p:nvSpPr>
            <p:spPr>
              <a:xfrm>
                <a:off x="349564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06" name="pg2705">
                <a:extLst>
                  <a:ext uri="{FF2B5EF4-FFF2-40B4-BE49-F238E27FC236}">
                    <a16:creationId xmlns:a16="http://schemas.microsoft.com/office/drawing/2014/main" id="{ADBDCB73-73BB-90E2-8164-1F32D095C358}"/>
                  </a:ext>
                </a:extLst>
              </p:cNvPr>
              <p:cNvSpPr/>
              <p:nvPr/>
            </p:nvSpPr>
            <p:spPr>
              <a:xfrm>
                <a:off x="350728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07" name="pg2706">
                <a:extLst>
                  <a:ext uri="{FF2B5EF4-FFF2-40B4-BE49-F238E27FC236}">
                    <a16:creationId xmlns:a16="http://schemas.microsoft.com/office/drawing/2014/main" id="{F80E06AA-72E3-F5F7-B21D-05342E92F9BC}"/>
                  </a:ext>
                </a:extLst>
              </p:cNvPr>
              <p:cNvSpPr/>
              <p:nvPr/>
            </p:nvSpPr>
            <p:spPr>
              <a:xfrm>
                <a:off x="351891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08" name="pg2707">
                <a:extLst>
                  <a:ext uri="{FF2B5EF4-FFF2-40B4-BE49-F238E27FC236}">
                    <a16:creationId xmlns:a16="http://schemas.microsoft.com/office/drawing/2014/main" id="{3A1C3135-4F7B-24E7-F8A4-B790A151098D}"/>
                  </a:ext>
                </a:extLst>
              </p:cNvPr>
              <p:cNvSpPr/>
              <p:nvPr/>
            </p:nvSpPr>
            <p:spPr>
              <a:xfrm>
                <a:off x="353055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09" name="pg2708">
                <a:extLst>
                  <a:ext uri="{FF2B5EF4-FFF2-40B4-BE49-F238E27FC236}">
                    <a16:creationId xmlns:a16="http://schemas.microsoft.com/office/drawing/2014/main" id="{5C8277FF-E395-78C4-B09B-443DC1896351}"/>
                  </a:ext>
                </a:extLst>
              </p:cNvPr>
              <p:cNvSpPr/>
              <p:nvPr/>
            </p:nvSpPr>
            <p:spPr>
              <a:xfrm>
                <a:off x="354219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10" name="pg2709">
                <a:extLst>
                  <a:ext uri="{FF2B5EF4-FFF2-40B4-BE49-F238E27FC236}">
                    <a16:creationId xmlns:a16="http://schemas.microsoft.com/office/drawing/2014/main" id="{2DF08DCC-CA35-9E65-C5EC-3EF15B733DE5}"/>
                  </a:ext>
                </a:extLst>
              </p:cNvPr>
              <p:cNvSpPr/>
              <p:nvPr/>
            </p:nvSpPr>
            <p:spPr>
              <a:xfrm>
                <a:off x="363529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CAC">
                  <a:alpha val="100000"/>
                </a:srgbClr>
              </a:solidFill>
              <a:ln w="5420" cap="flat">
                <a:solidFill>
                  <a:srgbClr val="5E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11" name="pg2710">
                <a:extLst>
                  <a:ext uri="{FF2B5EF4-FFF2-40B4-BE49-F238E27FC236}">
                    <a16:creationId xmlns:a16="http://schemas.microsoft.com/office/drawing/2014/main" id="{8754B45E-F48A-45B4-60EA-991138D6DD4C}"/>
                  </a:ext>
                </a:extLst>
              </p:cNvPr>
              <p:cNvSpPr/>
              <p:nvPr/>
            </p:nvSpPr>
            <p:spPr>
              <a:xfrm>
                <a:off x="364692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12" name="pg2711">
                <a:extLst>
                  <a:ext uri="{FF2B5EF4-FFF2-40B4-BE49-F238E27FC236}">
                    <a16:creationId xmlns:a16="http://schemas.microsoft.com/office/drawing/2014/main" id="{BB67C191-D239-6345-A35B-1EA6EAF94FBF}"/>
                  </a:ext>
                </a:extLst>
              </p:cNvPr>
              <p:cNvSpPr/>
              <p:nvPr/>
            </p:nvSpPr>
            <p:spPr>
              <a:xfrm>
                <a:off x="365856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13" name="pg2712">
                <a:extLst>
                  <a:ext uri="{FF2B5EF4-FFF2-40B4-BE49-F238E27FC236}">
                    <a16:creationId xmlns:a16="http://schemas.microsoft.com/office/drawing/2014/main" id="{0B097D2E-DC81-5451-DC0F-F7BD324ABB5F}"/>
                  </a:ext>
                </a:extLst>
              </p:cNvPr>
              <p:cNvSpPr/>
              <p:nvPr/>
            </p:nvSpPr>
            <p:spPr>
              <a:xfrm>
                <a:off x="368184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14" name="pg2713">
                <a:extLst>
                  <a:ext uri="{FF2B5EF4-FFF2-40B4-BE49-F238E27FC236}">
                    <a16:creationId xmlns:a16="http://schemas.microsoft.com/office/drawing/2014/main" id="{24EE11DB-663A-8384-BCDC-5140ED9796E8}"/>
                  </a:ext>
                </a:extLst>
              </p:cNvPr>
              <p:cNvSpPr/>
              <p:nvPr/>
            </p:nvSpPr>
            <p:spPr>
              <a:xfrm>
                <a:off x="369347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15" name="pg2714">
                <a:extLst>
                  <a:ext uri="{FF2B5EF4-FFF2-40B4-BE49-F238E27FC236}">
                    <a16:creationId xmlns:a16="http://schemas.microsoft.com/office/drawing/2014/main" id="{D1EC77A2-A4B9-BF7E-A38C-881092010238}"/>
                  </a:ext>
                </a:extLst>
              </p:cNvPr>
              <p:cNvSpPr/>
              <p:nvPr/>
            </p:nvSpPr>
            <p:spPr>
              <a:xfrm>
                <a:off x="370511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4B4">
                  <a:alpha val="100000"/>
                </a:srgbClr>
              </a:solidFill>
              <a:ln w="5420" cap="flat">
                <a:solidFill>
                  <a:srgbClr val="74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16" name="pg2715">
                <a:extLst>
                  <a:ext uri="{FF2B5EF4-FFF2-40B4-BE49-F238E27FC236}">
                    <a16:creationId xmlns:a16="http://schemas.microsoft.com/office/drawing/2014/main" id="{E0C94D23-2CE2-0C52-F8D5-A28756BF8589}"/>
                  </a:ext>
                </a:extLst>
              </p:cNvPr>
              <p:cNvSpPr/>
              <p:nvPr/>
            </p:nvSpPr>
            <p:spPr>
              <a:xfrm>
                <a:off x="371675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17" name="pg2716">
                <a:extLst>
                  <a:ext uri="{FF2B5EF4-FFF2-40B4-BE49-F238E27FC236}">
                    <a16:creationId xmlns:a16="http://schemas.microsoft.com/office/drawing/2014/main" id="{957031EB-2939-2A7C-5E5A-D0157ED506C6}"/>
                  </a:ext>
                </a:extLst>
              </p:cNvPr>
              <p:cNvSpPr/>
              <p:nvPr/>
            </p:nvSpPr>
            <p:spPr>
              <a:xfrm>
                <a:off x="372839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18" name="pg2717">
                <a:extLst>
                  <a:ext uri="{FF2B5EF4-FFF2-40B4-BE49-F238E27FC236}">
                    <a16:creationId xmlns:a16="http://schemas.microsoft.com/office/drawing/2014/main" id="{ABD3C17F-6D73-F13E-AABA-60C715065AB4}"/>
                  </a:ext>
                </a:extLst>
              </p:cNvPr>
              <p:cNvSpPr/>
              <p:nvPr/>
            </p:nvSpPr>
            <p:spPr>
              <a:xfrm>
                <a:off x="374002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2B2">
                  <a:alpha val="100000"/>
                </a:srgbClr>
              </a:solidFill>
              <a:ln w="5420" cap="flat">
                <a:solidFill>
                  <a:srgbClr val="71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19" name="pg2718">
                <a:extLst>
                  <a:ext uri="{FF2B5EF4-FFF2-40B4-BE49-F238E27FC236}">
                    <a16:creationId xmlns:a16="http://schemas.microsoft.com/office/drawing/2014/main" id="{D3892621-27C2-83F7-28B4-D76B939119BF}"/>
                  </a:ext>
                </a:extLst>
              </p:cNvPr>
              <p:cNvSpPr/>
              <p:nvPr/>
            </p:nvSpPr>
            <p:spPr>
              <a:xfrm>
                <a:off x="375166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20" name="pg2719">
                <a:extLst>
                  <a:ext uri="{FF2B5EF4-FFF2-40B4-BE49-F238E27FC236}">
                    <a16:creationId xmlns:a16="http://schemas.microsoft.com/office/drawing/2014/main" id="{FA7A7632-48AB-F069-B28F-67460AFF8771}"/>
                  </a:ext>
                </a:extLst>
              </p:cNvPr>
              <p:cNvSpPr/>
              <p:nvPr/>
            </p:nvSpPr>
            <p:spPr>
              <a:xfrm>
                <a:off x="4124059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21" name="pg2720">
                <a:extLst>
                  <a:ext uri="{FF2B5EF4-FFF2-40B4-BE49-F238E27FC236}">
                    <a16:creationId xmlns:a16="http://schemas.microsoft.com/office/drawing/2014/main" id="{86037C06-9BBD-09F5-1C85-99A4E26BEA8B}"/>
                  </a:ext>
                </a:extLst>
              </p:cNvPr>
              <p:cNvSpPr/>
              <p:nvPr/>
            </p:nvSpPr>
            <p:spPr>
              <a:xfrm>
                <a:off x="413569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22" name="pg2721">
                <a:extLst>
                  <a:ext uri="{FF2B5EF4-FFF2-40B4-BE49-F238E27FC236}">
                    <a16:creationId xmlns:a16="http://schemas.microsoft.com/office/drawing/2014/main" id="{446FD3C3-3CCF-866E-802F-C624640B9FFB}"/>
                  </a:ext>
                </a:extLst>
              </p:cNvPr>
              <p:cNvSpPr/>
              <p:nvPr/>
            </p:nvSpPr>
            <p:spPr>
              <a:xfrm>
                <a:off x="414733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23" name="pg2722">
                <a:extLst>
                  <a:ext uri="{FF2B5EF4-FFF2-40B4-BE49-F238E27FC236}">
                    <a16:creationId xmlns:a16="http://schemas.microsoft.com/office/drawing/2014/main" id="{3925F7B1-AAC2-8D28-5DDE-BACE167B2F52}"/>
                  </a:ext>
                </a:extLst>
              </p:cNvPr>
              <p:cNvSpPr/>
              <p:nvPr/>
            </p:nvSpPr>
            <p:spPr>
              <a:xfrm>
                <a:off x="415897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24" name="pg2723">
                <a:extLst>
                  <a:ext uri="{FF2B5EF4-FFF2-40B4-BE49-F238E27FC236}">
                    <a16:creationId xmlns:a16="http://schemas.microsoft.com/office/drawing/2014/main" id="{DF7B4DF1-F83F-E1C7-B7D7-15CDE5EFECAC}"/>
                  </a:ext>
                </a:extLst>
              </p:cNvPr>
              <p:cNvSpPr/>
              <p:nvPr/>
            </p:nvSpPr>
            <p:spPr>
              <a:xfrm>
                <a:off x="417060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25" name="pg2724">
                <a:extLst>
                  <a:ext uri="{FF2B5EF4-FFF2-40B4-BE49-F238E27FC236}">
                    <a16:creationId xmlns:a16="http://schemas.microsoft.com/office/drawing/2014/main" id="{09E5967E-455E-2300-0BE6-85D7A75B5921}"/>
                  </a:ext>
                </a:extLst>
              </p:cNvPr>
              <p:cNvSpPr/>
              <p:nvPr/>
            </p:nvSpPr>
            <p:spPr>
              <a:xfrm>
                <a:off x="418224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26" name="pg2725">
                <a:extLst>
                  <a:ext uri="{FF2B5EF4-FFF2-40B4-BE49-F238E27FC236}">
                    <a16:creationId xmlns:a16="http://schemas.microsoft.com/office/drawing/2014/main" id="{733FF150-E558-6EA4-B496-BA5DC2B6151B}"/>
                  </a:ext>
                </a:extLst>
              </p:cNvPr>
              <p:cNvSpPr/>
              <p:nvPr/>
            </p:nvSpPr>
            <p:spPr>
              <a:xfrm>
                <a:off x="419388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27" name="pg2726">
                <a:extLst>
                  <a:ext uri="{FF2B5EF4-FFF2-40B4-BE49-F238E27FC236}">
                    <a16:creationId xmlns:a16="http://schemas.microsoft.com/office/drawing/2014/main" id="{26E79BBA-6E14-79BD-B33A-3FBD83A6881C}"/>
                  </a:ext>
                </a:extLst>
              </p:cNvPr>
              <p:cNvSpPr/>
              <p:nvPr/>
            </p:nvSpPr>
            <p:spPr>
              <a:xfrm>
                <a:off x="420552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28" name="pg2727">
                <a:extLst>
                  <a:ext uri="{FF2B5EF4-FFF2-40B4-BE49-F238E27FC236}">
                    <a16:creationId xmlns:a16="http://schemas.microsoft.com/office/drawing/2014/main" id="{EB390048-0746-6F70-4BC4-C21AEB9B607D}"/>
                  </a:ext>
                </a:extLst>
              </p:cNvPr>
              <p:cNvSpPr/>
              <p:nvPr/>
            </p:nvSpPr>
            <p:spPr>
              <a:xfrm>
                <a:off x="421715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29" name="pg2728">
                <a:extLst>
                  <a:ext uri="{FF2B5EF4-FFF2-40B4-BE49-F238E27FC236}">
                    <a16:creationId xmlns:a16="http://schemas.microsoft.com/office/drawing/2014/main" id="{A61131FD-6A58-76F6-00B0-04D5F742E92C}"/>
                  </a:ext>
                </a:extLst>
              </p:cNvPr>
              <p:cNvSpPr/>
              <p:nvPr/>
            </p:nvSpPr>
            <p:spPr>
              <a:xfrm>
                <a:off x="422879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30" name="pg2729">
                <a:extLst>
                  <a:ext uri="{FF2B5EF4-FFF2-40B4-BE49-F238E27FC236}">
                    <a16:creationId xmlns:a16="http://schemas.microsoft.com/office/drawing/2014/main" id="{3E0E2BD8-8760-1BD6-6B96-30D2DE402795}"/>
                  </a:ext>
                </a:extLst>
              </p:cNvPr>
              <p:cNvSpPr/>
              <p:nvPr/>
            </p:nvSpPr>
            <p:spPr>
              <a:xfrm>
                <a:off x="424043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31" name="pg2730">
                <a:extLst>
                  <a:ext uri="{FF2B5EF4-FFF2-40B4-BE49-F238E27FC236}">
                    <a16:creationId xmlns:a16="http://schemas.microsoft.com/office/drawing/2014/main" id="{1655883F-FEF8-C0EB-CF9E-AC3AAD183FB3}"/>
                  </a:ext>
                </a:extLst>
              </p:cNvPr>
              <p:cNvSpPr/>
              <p:nvPr/>
            </p:nvSpPr>
            <p:spPr>
              <a:xfrm>
                <a:off x="425207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32" name="pg2731">
                <a:extLst>
                  <a:ext uri="{FF2B5EF4-FFF2-40B4-BE49-F238E27FC236}">
                    <a16:creationId xmlns:a16="http://schemas.microsoft.com/office/drawing/2014/main" id="{EDFE00A2-0AEF-75B1-923B-DCA89C3FB408}"/>
                  </a:ext>
                </a:extLst>
              </p:cNvPr>
              <p:cNvSpPr/>
              <p:nvPr/>
            </p:nvSpPr>
            <p:spPr>
              <a:xfrm>
                <a:off x="426370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33" name="pg2732">
                <a:extLst>
                  <a:ext uri="{FF2B5EF4-FFF2-40B4-BE49-F238E27FC236}">
                    <a16:creationId xmlns:a16="http://schemas.microsoft.com/office/drawing/2014/main" id="{4D366638-177F-E587-6C45-A77023724505}"/>
                  </a:ext>
                </a:extLst>
              </p:cNvPr>
              <p:cNvSpPr/>
              <p:nvPr/>
            </p:nvSpPr>
            <p:spPr>
              <a:xfrm>
                <a:off x="427534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34" name="pg2733">
                <a:extLst>
                  <a:ext uri="{FF2B5EF4-FFF2-40B4-BE49-F238E27FC236}">
                    <a16:creationId xmlns:a16="http://schemas.microsoft.com/office/drawing/2014/main" id="{7AA7E899-1E3A-27F2-245F-2BDD54AC51B2}"/>
                  </a:ext>
                </a:extLst>
              </p:cNvPr>
              <p:cNvSpPr/>
              <p:nvPr/>
            </p:nvSpPr>
            <p:spPr>
              <a:xfrm>
                <a:off x="431025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35" name="pg2734">
                <a:extLst>
                  <a:ext uri="{FF2B5EF4-FFF2-40B4-BE49-F238E27FC236}">
                    <a16:creationId xmlns:a16="http://schemas.microsoft.com/office/drawing/2014/main" id="{1ACBD840-42AC-50CC-3211-F750C8061C5D}"/>
                  </a:ext>
                </a:extLst>
              </p:cNvPr>
              <p:cNvSpPr/>
              <p:nvPr/>
            </p:nvSpPr>
            <p:spPr>
              <a:xfrm>
                <a:off x="4321894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36" name="pg2735">
                <a:extLst>
                  <a:ext uri="{FF2B5EF4-FFF2-40B4-BE49-F238E27FC236}">
                    <a16:creationId xmlns:a16="http://schemas.microsoft.com/office/drawing/2014/main" id="{3D05F361-0EC0-7817-E870-915457B562EE}"/>
                  </a:ext>
                </a:extLst>
              </p:cNvPr>
              <p:cNvSpPr/>
              <p:nvPr/>
            </p:nvSpPr>
            <p:spPr>
              <a:xfrm>
                <a:off x="4333531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37" name="pg2736">
                <a:extLst>
                  <a:ext uri="{FF2B5EF4-FFF2-40B4-BE49-F238E27FC236}">
                    <a16:creationId xmlns:a16="http://schemas.microsoft.com/office/drawing/2014/main" id="{EAC75C0C-BA23-47A6-DE62-12C898283183}"/>
                  </a:ext>
                </a:extLst>
              </p:cNvPr>
              <p:cNvSpPr/>
              <p:nvPr/>
            </p:nvSpPr>
            <p:spPr>
              <a:xfrm>
                <a:off x="434516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38" name="pg2737">
                <a:extLst>
                  <a:ext uri="{FF2B5EF4-FFF2-40B4-BE49-F238E27FC236}">
                    <a16:creationId xmlns:a16="http://schemas.microsoft.com/office/drawing/2014/main" id="{098F62B9-2656-6255-A25D-EFACA5DC7459}"/>
                  </a:ext>
                </a:extLst>
              </p:cNvPr>
              <p:cNvSpPr/>
              <p:nvPr/>
            </p:nvSpPr>
            <p:spPr>
              <a:xfrm>
                <a:off x="4356806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39" name="pg2738">
                <a:extLst>
                  <a:ext uri="{FF2B5EF4-FFF2-40B4-BE49-F238E27FC236}">
                    <a16:creationId xmlns:a16="http://schemas.microsoft.com/office/drawing/2014/main" id="{C9999275-4C9A-BBF7-1386-01C20CA534A1}"/>
                  </a:ext>
                </a:extLst>
              </p:cNvPr>
              <p:cNvSpPr/>
              <p:nvPr/>
            </p:nvSpPr>
            <p:spPr>
              <a:xfrm>
                <a:off x="4368443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40" name="pg2739">
                <a:extLst>
                  <a:ext uri="{FF2B5EF4-FFF2-40B4-BE49-F238E27FC236}">
                    <a16:creationId xmlns:a16="http://schemas.microsoft.com/office/drawing/2014/main" id="{92276A3E-ADCD-95F1-6318-B9690FC992F3}"/>
                  </a:ext>
                </a:extLst>
              </p:cNvPr>
              <p:cNvSpPr/>
              <p:nvPr/>
            </p:nvSpPr>
            <p:spPr>
              <a:xfrm>
                <a:off x="438008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41" name="pg2740">
                <a:extLst>
                  <a:ext uri="{FF2B5EF4-FFF2-40B4-BE49-F238E27FC236}">
                    <a16:creationId xmlns:a16="http://schemas.microsoft.com/office/drawing/2014/main" id="{B4366467-5E9F-E89C-15F3-BC8579BC7D21}"/>
                  </a:ext>
                </a:extLst>
              </p:cNvPr>
              <p:cNvSpPr/>
              <p:nvPr/>
            </p:nvSpPr>
            <p:spPr>
              <a:xfrm>
                <a:off x="4566278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42" name="pg2741">
                <a:extLst>
                  <a:ext uri="{FF2B5EF4-FFF2-40B4-BE49-F238E27FC236}">
                    <a16:creationId xmlns:a16="http://schemas.microsoft.com/office/drawing/2014/main" id="{36C18F6C-A1F7-EAFD-82E2-A705F268C32A}"/>
                  </a:ext>
                </a:extLst>
              </p:cNvPr>
              <p:cNvSpPr/>
              <p:nvPr/>
            </p:nvSpPr>
            <p:spPr>
              <a:xfrm>
                <a:off x="4577915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43" name="pg2742">
                <a:extLst>
                  <a:ext uri="{FF2B5EF4-FFF2-40B4-BE49-F238E27FC236}">
                    <a16:creationId xmlns:a16="http://schemas.microsoft.com/office/drawing/2014/main" id="{9215B5E9-9AC0-748C-7736-105BDF3AED7B}"/>
                  </a:ext>
                </a:extLst>
              </p:cNvPr>
              <p:cNvSpPr/>
              <p:nvPr/>
            </p:nvSpPr>
            <p:spPr>
              <a:xfrm>
                <a:off x="4589552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3">
                  <a:alpha val="100000"/>
                </a:srgbClr>
              </a:solidFill>
              <a:ln w="5420" cap="flat">
                <a:solidFill>
                  <a:srgbClr val="3A7DA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44" name="pg2743">
                <a:extLst>
                  <a:ext uri="{FF2B5EF4-FFF2-40B4-BE49-F238E27FC236}">
                    <a16:creationId xmlns:a16="http://schemas.microsoft.com/office/drawing/2014/main" id="{9D5A0D5B-FF25-3F51-94B2-E388FA09BA6F}"/>
                  </a:ext>
                </a:extLst>
              </p:cNvPr>
              <p:cNvSpPr/>
              <p:nvPr/>
            </p:nvSpPr>
            <p:spPr>
              <a:xfrm>
                <a:off x="4601190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DA4">
                  <a:alpha val="100000"/>
                </a:srgbClr>
              </a:solidFill>
              <a:ln w="5420" cap="flat">
                <a:solidFill>
                  <a:srgbClr val="3A7D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45" name="pg2744">
                <a:extLst>
                  <a:ext uri="{FF2B5EF4-FFF2-40B4-BE49-F238E27FC236}">
                    <a16:creationId xmlns:a16="http://schemas.microsoft.com/office/drawing/2014/main" id="{2CE5535B-8FAA-F5B8-F626-41ABD7470C4A}"/>
                  </a:ext>
                </a:extLst>
              </p:cNvPr>
              <p:cNvSpPr/>
              <p:nvPr/>
            </p:nvSpPr>
            <p:spPr>
              <a:xfrm>
                <a:off x="4612827" y="478139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EA4">
                  <a:alpha val="100000"/>
                </a:srgbClr>
              </a:solidFill>
              <a:ln w="5420" cap="flat">
                <a:solidFill>
                  <a:srgbClr val="3A7E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46" name="pg2745">
                <a:extLst>
                  <a:ext uri="{FF2B5EF4-FFF2-40B4-BE49-F238E27FC236}">
                    <a16:creationId xmlns:a16="http://schemas.microsoft.com/office/drawing/2014/main" id="{7EDC1FD0-BA32-B9DE-DE30-099BB07952DA}"/>
                  </a:ext>
                </a:extLst>
              </p:cNvPr>
              <p:cNvSpPr/>
              <p:nvPr/>
            </p:nvSpPr>
            <p:spPr>
              <a:xfrm>
                <a:off x="311161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47" name="pg2746">
                <a:extLst>
                  <a:ext uri="{FF2B5EF4-FFF2-40B4-BE49-F238E27FC236}">
                    <a16:creationId xmlns:a16="http://schemas.microsoft.com/office/drawing/2014/main" id="{9D49CC08-3392-4D87-5237-F30EAECAD6CE}"/>
                  </a:ext>
                </a:extLst>
              </p:cNvPr>
              <p:cNvSpPr/>
              <p:nvPr/>
            </p:nvSpPr>
            <p:spPr>
              <a:xfrm>
                <a:off x="312324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48" name="pg2747">
                <a:extLst>
                  <a:ext uri="{FF2B5EF4-FFF2-40B4-BE49-F238E27FC236}">
                    <a16:creationId xmlns:a16="http://schemas.microsoft.com/office/drawing/2014/main" id="{3C4CC681-386F-4C0C-EB76-BB1135A29935}"/>
                  </a:ext>
                </a:extLst>
              </p:cNvPr>
              <p:cNvSpPr/>
              <p:nvPr/>
            </p:nvSpPr>
            <p:spPr>
              <a:xfrm>
                <a:off x="313488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49" name="pg2748">
                <a:extLst>
                  <a:ext uri="{FF2B5EF4-FFF2-40B4-BE49-F238E27FC236}">
                    <a16:creationId xmlns:a16="http://schemas.microsoft.com/office/drawing/2014/main" id="{3218BE49-1FDE-94EC-F030-4431512E0E73}"/>
                  </a:ext>
                </a:extLst>
              </p:cNvPr>
              <p:cNvSpPr/>
              <p:nvPr/>
            </p:nvSpPr>
            <p:spPr>
              <a:xfrm>
                <a:off x="314652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50" name="pg2749">
                <a:extLst>
                  <a:ext uri="{FF2B5EF4-FFF2-40B4-BE49-F238E27FC236}">
                    <a16:creationId xmlns:a16="http://schemas.microsoft.com/office/drawing/2014/main" id="{AD1626C7-2B98-7928-BA9A-5AF24A6E0DA2}"/>
                  </a:ext>
                </a:extLst>
              </p:cNvPr>
              <p:cNvSpPr/>
              <p:nvPr/>
            </p:nvSpPr>
            <p:spPr>
              <a:xfrm>
                <a:off x="315816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51" name="pg2750">
                <a:extLst>
                  <a:ext uri="{FF2B5EF4-FFF2-40B4-BE49-F238E27FC236}">
                    <a16:creationId xmlns:a16="http://schemas.microsoft.com/office/drawing/2014/main" id="{0BD8128C-142F-F784-A05E-53DFFD49035E}"/>
                  </a:ext>
                </a:extLst>
              </p:cNvPr>
              <p:cNvSpPr/>
              <p:nvPr/>
            </p:nvSpPr>
            <p:spPr>
              <a:xfrm>
                <a:off x="316979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52" name="pg2751">
                <a:extLst>
                  <a:ext uri="{FF2B5EF4-FFF2-40B4-BE49-F238E27FC236}">
                    <a16:creationId xmlns:a16="http://schemas.microsoft.com/office/drawing/2014/main" id="{16543472-E616-DEB3-8C07-34757CAA4DB7}"/>
                  </a:ext>
                </a:extLst>
              </p:cNvPr>
              <p:cNvSpPr/>
              <p:nvPr/>
            </p:nvSpPr>
            <p:spPr>
              <a:xfrm>
                <a:off x="318143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53" name="pg2752">
                <a:extLst>
                  <a:ext uri="{FF2B5EF4-FFF2-40B4-BE49-F238E27FC236}">
                    <a16:creationId xmlns:a16="http://schemas.microsoft.com/office/drawing/2014/main" id="{08478E5D-1B68-4216-0E56-C02128072DC8}"/>
                  </a:ext>
                </a:extLst>
              </p:cNvPr>
              <p:cNvSpPr/>
              <p:nvPr/>
            </p:nvSpPr>
            <p:spPr>
              <a:xfrm>
                <a:off x="319307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54" name="pg2753">
                <a:extLst>
                  <a:ext uri="{FF2B5EF4-FFF2-40B4-BE49-F238E27FC236}">
                    <a16:creationId xmlns:a16="http://schemas.microsoft.com/office/drawing/2014/main" id="{F67614DB-5855-F5D5-3A7A-234684D1F123}"/>
                  </a:ext>
                </a:extLst>
              </p:cNvPr>
              <p:cNvSpPr/>
              <p:nvPr/>
            </p:nvSpPr>
            <p:spPr>
              <a:xfrm>
                <a:off x="320471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55" name="pg2754">
                <a:extLst>
                  <a:ext uri="{FF2B5EF4-FFF2-40B4-BE49-F238E27FC236}">
                    <a16:creationId xmlns:a16="http://schemas.microsoft.com/office/drawing/2014/main" id="{C23BE70E-C42A-42E8-3E45-1E4E22684859}"/>
                  </a:ext>
                </a:extLst>
              </p:cNvPr>
              <p:cNvSpPr/>
              <p:nvPr/>
            </p:nvSpPr>
            <p:spPr>
              <a:xfrm>
                <a:off x="321634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56" name="pg2755">
                <a:extLst>
                  <a:ext uri="{FF2B5EF4-FFF2-40B4-BE49-F238E27FC236}">
                    <a16:creationId xmlns:a16="http://schemas.microsoft.com/office/drawing/2014/main" id="{707FB0A4-E10B-EAF1-EE35-905CA12AB409}"/>
                  </a:ext>
                </a:extLst>
              </p:cNvPr>
              <p:cNvSpPr/>
              <p:nvPr/>
            </p:nvSpPr>
            <p:spPr>
              <a:xfrm>
                <a:off x="322798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57" name="pg2756">
                <a:extLst>
                  <a:ext uri="{FF2B5EF4-FFF2-40B4-BE49-F238E27FC236}">
                    <a16:creationId xmlns:a16="http://schemas.microsoft.com/office/drawing/2014/main" id="{1288CC6C-F397-94E2-C0CE-59D86ED0B625}"/>
                  </a:ext>
                </a:extLst>
              </p:cNvPr>
              <p:cNvSpPr/>
              <p:nvPr/>
            </p:nvSpPr>
            <p:spPr>
              <a:xfrm>
                <a:off x="323962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58" name="pg2757">
                <a:extLst>
                  <a:ext uri="{FF2B5EF4-FFF2-40B4-BE49-F238E27FC236}">
                    <a16:creationId xmlns:a16="http://schemas.microsoft.com/office/drawing/2014/main" id="{2839C11E-0F3B-2C3D-1491-3F2DF783A97F}"/>
                  </a:ext>
                </a:extLst>
              </p:cNvPr>
              <p:cNvSpPr/>
              <p:nvPr/>
            </p:nvSpPr>
            <p:spPr>
              <a:xfrm>
                <a:off x="325125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59" name="pg2758">
                <a:extLst>
                  <a:ext uri="{FF2B5EF4-FFF2-40B4-BE49-F238E27FC236}">
                    <a16:creationId xmlns:a16="http://schemas.microsoft.com/office/drawing/2014/main" id="{D9E2B473-2EE8-E6B5-FF85-5F89DE8ECF1B}"/>
                  </a:ext>
                </a:extLst>
              </p:cNvPr>
              <p:cNvSpPr/>
              <p:nvPr/>
            </p:nvSpPr>
            <p:spPr>
              <a:xfrm>
                <a:off x="326289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60" name="pg2759">
                <a:extLst>
                  <a:ext uri="{FF2B5EF4-FFF2-40B4-BE49-F238E27FC236}">
                    <a16:creationId xmlns:a16="http://schemas.microsoft.com/office/drawing/2014/main" id="{B76E892B-BA48-80BE-0AFD-12652ECF8293}"/>
                  </a:ext>
                </a:extLst>
              </p:cNvPr>
              <p:cNvSpPr/>
              <p:nvPr/>
            </p:nvSpPr>
            <p:spPr>
              <a:xfrm>
                <a:off x="327453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61" name="pg2760">
                <a:extLst>
                  <a:ext uri="{FF2B5EF4-FFF2-40B4-BE49-F238E27FC236}">
                    <a16:creationId xmlns:a16="http://schemas.microsoft.com/office/drawing/2014/main" id="{ED529B6B-2498-0618-7E7B-0A1A81B74C41}"/>
                  </a:ext>
                </a:extLst>
              </p:cNvPr>
              <p:cNvSpPr/>
              <p:nvPr/>
            </p:nvSpPr>
            <p:spPr>
              <a:xfrm>
                <a:off x="328617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62" name="pg2761">
                <a:extLst>
                  <a:ext uri="{FF2B5EF4-FFF2-40B4-BE49-F238E27FC236}">
                    <a16:creationId xmlns:a16="http://schemas.microsoft.com/office/drawing/2014/main" id="{81C30460-DDFC-5958-0124-A646B40257DA}"/>
                  </a:ext>
                </a:extLst>
              </p:cNvPr>
              <p:cNvSpPr/>
              <p:nvPr/>
            </p:nvSpPr>
            <p:spPr>
              <a:xfrm>
                <a:off x="329780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63" name="pg2762">
                <a:extLst>
                  <a:ext uri="{FF2B5EF4-FFF2-40B4-BE49-F238E27FC236}">
                    <a16:creationId xmlns:a16="http://schemas.microsoft.com/office/drawing/2014/main" id="{333C9C82-778F-317B-E50D-89E80E74BBA8}"/>
                  </a:ext>
                </a:extLst>
              </p:cNvPr>
              <p:cNvSpPr/>
              <p:nvPr/>
            </p:nvSpPr>
            <p:spPr>
              <a:xfrm>
                <a:off x="330944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64" name="pg2763">
                <a:extLst>
                  <a:ext uri="{FF2B5EF4-FFF2-40B4-BE49-F238E27FC236}">
                    <a16:creationId xmlns:a16="http://schemas.microsoft.com/office/drawing/2014/main" id="{17F2E991-C470-0B22-A76E-4ACCA747DB90}"/>
                  </a:ext>
                </a:extLst>
              </p:cNvPr>
              <p:cNvSpPr/>
              <p:nvPr/>
            </p:nvSpPr>
            <p:spPr>
              <a:xfrm>
                <a:off x="332108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65" name="pg2764">
                <a:extLst>
                  <a:ext uri="{FF2B5EF4-FFF2-40B4-BE49-F238E27FC236}">
                    <a16:creationId xmlns:a16="http://schemas.microsoft.com/office/drawing/2014/main" id="{5BEDC5AD-9043-7DEB-DF36-46B966EBD68F}"/>
                  </a:ext>
                </a:extLst>
              </p:cNvPr>
              <p:cNvSpPr/>
              <p:nvPr/>
            </p:nvSpPr>
            <p:spPr>
              <a:xfrm>
                <a:off x="333272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66" name="pg2765">
                <a:extLst>
                  <a:ext uri="{FF2B5EF4-FFF2-40B4-BE49-F238E27FC236}">
                    <a16:creationId xmlns:a16="http://schemas.microsoft.com/office/drawing/2014/main" id="{45604905-8FD8-03A5-A918-92CF63149066}"/>
                  </a:ext>
                </a:extLst>
              </p:cNvPr>
              <p:cNvSpPr/>
              <p:nvPr/>
            </p:nvSpPr>
            <p:spPr>
              <a:xfrm>
                <a:off x="334435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67" name="pg2766">
                <a:extLst>
                  <a:ext uri="{FF2B5EF4-FFF2-40B4-BE49-F238E27FC236}">
                    <a16:creationId xmlns:a16="http://schemas.microsoft.com/office/drawing/2014/main" id="{ECD7267C-AD7C-C92F-31F0-8F49F8970E90}"/>
                  </a:ext>
                </a:extLst>
              </p:cNvPr>
              <p:cNvSpPr/>
              <p:nvPr/>
            </p:nvSpPr>
            <p:spPr>
              <a:xfrm>
                <a:off x="335599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B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68" name="pg2767">
                <a:extLst>
                  <a:ext uri="{FF2B5EF4-FFF2-40B4-BE49-F238E27FC236}">
                    <a16:creationId xmlns:a16="http://schemas.microsoft.com/office/drawing/2014/main" id="{1ED8BB11-93CA-56AF-B176-47B1ED169F9F}"/>
                  </a:ext>
                </a:extLst>
              </p:cNvPr>
              <p:cNvSpPr/>
              <p:nvPr/>
            </p:nvSpPr>
            <p:spPr>
              <a:xfrm>
                <a:off x="336763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69" name="pg2768">
                <a:extLst>
                  <a:ext uri="{FF2B5EF4-FFF2-40B4-BE49-F238E27FC236}">
                    <a16:creationId xmlns:a16="http://schemas.microsoft.com/office/drawing/2014/main" id="{AD140527-EFBC-0B21-20F2-24C3B4C1300A}"/>
                  </a:ext>
                </a:extLst>
              </p:cNvPr>
              <p:cNvSpPr/>
              <p:nvPr/>
            </p:nvSpPr>
            <p:spPr>
              <a:xfrm>
                <a:off x="337927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70" name="pg2769">
                <a:extLst>
                  <a:ext uri="{FF2B5EF4-FFF2-40B4-BE49-F238E27FC236}">
                    <a16:creationId xmlns:a16="http://schemas.microsoft.com/office/drawing/2014/main" id="{F0999A04-E62A-C3D5-8D7D-C4BAA8601D4B}"/>
                  </a:ext>
                </a:extLst>
              </p:cNvPr>
              <p:cNvSpPr/>
              <p:nvPr/>
            </p:nvSpPr>
            <p:spPr>
              <a:xfrm>
                <a:off x="339090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71" name="pg2770">
                <a:extLst>
                  <a:ext uri="{FF2B5EF4-FFF2-40B4-BE49-F238E27FC236}">
                    <a16:creationId xmlns:a16="http://schemas.microsoft.com/office/drawing/2014/main" id="{4188CA68-8299-2C99-A167-D790041C2BED}"/>
                  </a:ext>
                </a:extLst>
              </p:cNvPr>
              <p:cNvSpPr/>
              <p:nvPr/>
            </p:nvSpPr>
            <p:spPr>
              <a:xfrm>
                <a:off x="340254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72" name="pg2771">
                <a:extLst>
                  <a:ext uri="{FF2B5EF4-FFF2-40B4-BE49-F238E27FC236}">
                    <a16:creationId xmlns:a16="http://schemas.microsoft.com/office/drawing/2014/main" id="{334D9CAC-9572-F47C-1C52-8DFE2C80E705}"/>
                  </a:ext>
                </a:extLst>
              </p:cNvPr>
              <p:cNvSpPr/>
              <p:nvPr/>
            </p:nvSpPr>
            <p:spPr>
              <a:xfrm>
                <a:off x="341418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73" name="pg2772">
                <a:extLst>
                  <a:ext uri="{FF2B5EF4-FFF2-40B4-BE49-F238E27FC236}">
                    <a16:creationId xmlns:a16="http://schemas.microsoft.com/office/drawing/2014/main" id="{7346568E-F6D2-4D38-1C1D-DF55956FCDBE}"/>
                  </a:ext>
                </a:extLst>
              </p:cNvPr>
              <p:cNvSpPr/>
              <p:nvPr/>
            </p:nvSpPr>
            <p:spPr>
              <a:xfrm>
                <a:off x="342581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74" name="pg2773">
                <a:extLst>
                  <a:ext uri="{FF2B5EF4-FFF2-40B4-BE49-F238E27FC236}">
                    <a16:creationId xmlns:a16="http://schemas.microsoft.com/office/drawing/2014/main" id="{C72F9159-B06B-726B-9F34-A621F7B9CC41}"/>
                  </a:ext>
                </a:extLst>
              </p:cNvPr>
              <p:cNvSpPr/>
              <p:nvPr/>
            </p:nvSpPr>
            <p:spPr>
              <a:xfrm>
                <a:off x="343745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75" name="pg2774">
                <a:extLst>
                  <a:ext uri="{FF2B5EF4-FFF2-40B4-BE49-F238E27FC236}">
                    <a16:creationId xmlns:a16="http://schemas.microsoft.com/office/drawing/2014/main" id="{E103C732-A791-C1C3-1EBC-3905E8DA2BB1}"/>
                  </a:ext>
                </a:extLst>
              </p:cNvPr>
              <p:cNvSpPr/>
              <p:nvPr/>
            </p:nvSpPr>
            <p:spPr>
              <a:xfrm>
                <a:off x="344909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76" name="pg2775">
                <a:extLst>
                  <a:ext uri="{FF2B5EF4-FFF2-40B4-BE49-F238E27FC236}">
                    <a16:creationId xmlns:a16="http://schemas.microsoft.com/office/drawing/2014/main" id="{8C952203-C9B8-A1BA-D518-962891D4BA9B}"/>
                  </a:ext>
                </a:extLst>
              </p:cNvPr>
              <p:cNvSpPr/>
              <p:nvPr/>
            </p:nvSpPr>
            <p:spPr>
              <a:xfrm>
                <a:off x="346073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AF">
                  <a:alpha val="100000"/>
                </a:srgbClr>
              </a:solidFill>
              <a:ln w="5420" cap="flat">
                <a:solidFill>
                  <a:srgbClr val="6AD1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77" name="pg2776">
                <a:extLst>
                  <a:ext uri="{FF2B5EF4-FFF2-40B4-BE49-F238E27FC236}">
                    <a16:creationId xmlns:a16="http://schemas.microsoft.com/office/drawing/2014/main" id="{3AD328FF-D728-1866-E972-C132AE6676DB}"/>
                  </a:ext>
                </a:extLst>
              </p:cNvPr>
              <p:cNvSpPr/>
              <p:nvPr/>
            </p:nvSpPr>
            <p:spPr>
              <a:xfrm>
                <a:off x="3472369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78" name="pg2777">
                <a:extLst>
                  <a:ext uri="{FF2B5EF4-FFF2-40B4-BE49-F238E27FC236}">
                    <a16:creationId xmlns:a16="http://schemas.microsoft.com/office/drawing/2014/main" id="{D3B046B1-7FCC-020D-36FF-9ACFFE4F2EE5}"/>
                  </a:ext>
                </a:extLst>
              </p:cNvPr>
              <p:cNvSpPr/>
              <p:nvPr/>
            </p:nvSpPr>
            <p:spPr>
              <a:xfrm>
                <a:off x="348400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79" name="pg2778">
                <a:extLst>
                  <a:ext uri="{FF2B5EF4-FFF2-40B4-BE49-F238E27FC236}">
                    <a16:creationId xmlns:a16="http://schemas.microsoft.com/office/drawing/2014/main" id="{3526F30B-C659-03FE-A9A9-6F860214985B}"/>
                  </a:ext>
                </a:extLst>
              </p:cNvPr>
              <p:cNvSpPr/>
              <p:nvPr/>
            </p:nvSpPr>
            <p:spPr>
              <a:xfrm>
                <a:off x="349564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80" name="pg2779">
                <a:extLst>
                  <a:ext uri="{FF2B5EF4-FFF2-40B4-BE49-F238E27FC236}">
                    <a16:creationId xmlns:a16="http://schemas.microsoft.com/office/drawing/2014/main" id="{F2084084-1FBE-D317-0C61-58A618BF7722}"/>
                  </a:ext>
                </a:extLst>
              </p:cNvPr>
              <p:cNvSpPr/>
              <p:nvPr/>
            </p:nvSpPr>
            <p:spPr>
              <a:xfrm>
                <a:off x="350728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81" name="pg2780">
                <a:extLst>
                  <a:ext uri="{FF2B5EF4-FFF2-40B4-BE49-F238E27FC236}">
                    <a16:creationId xmlns:a16="http://schemas.microsoft.com/office/drawing/2014/main" id="{504597B6-6768-095F-4F51-575E4AB1DFB5}"/>
                  </a:ext>
                </a:extLst>
              </p:cNvPr>
              <p:cNvSpPr/>
              <p:nvPr/>
            </p:nvSpPr>
            <p:spPr>
              <a:xfrm>
                <a:off x="351891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82" name="pg2781">
                <a:extLst>
                  <a:ext uri="{FF2B5EF4-FFF2-40B4-BE49-F238E27FC236}">
                    <a16:creationId xmlns:a16="http://schemas.microsoft.com/office/drawing/2014/main" id="{61CE053D-6778-1699-7420-33FD89BDEB4E}"/>
                  </a:ext>
                </a:extLst>
              </p:cNvPr>
              <p:cNvSpPr/>
              <p:nvPr/>
            </p:nvSpPr>
            <p:spPr>
              <a:xfrm>
                <a:off x="353055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83" name="pg2782">
                <a:extLst>
                  <a:ext uri="{FF2B5EF4-FFF2-40B4-BE49-F238E27FC236}">
                    <a16:creationId xmlns:a16="http://schemas.microsoft.com/office/drawing/2014/main" id="{23E2929A-B997-FD8E-2940-A01A066D9E4A}"/>
                  </a:ext>
                </a:extLst>
              </p:cNvPr>
              <p:cNvSpPr/>
              <p:nvPr/>
            </p:nvSpPr>
            <p:spPr>
              <a:xfrm>
                <a:off x="354219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84" name="pg2783">
                <a:extLst>
                  <a:ext uri="{FF2B5EF4-FFF2-40B4-BE49-F238E27FC236}">
                    <a16:creationId xmlns:a16="http://schemas.microsoft.com/office/drawing/2014/main" id="{1761C2FD-E6ED-6AD7-C3C6-0E8A49B856A7}"/>
                  </a:ext>
                </a:extLst>
              </p:cNvPr>
              <p:cNvSpPr/>
              <p:nvPr/>
            </p:nvSpPr>
            <p:spPr>
              <a:xfrm>
                <a:off x="355383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85" name="pg2784">
                <a:extLst>
                  <a:ext uri="{FF2B5EF4-FFF2-40B4-BE49-F238E27FC236}">
                    <a16:creationId xmlns:a16="http://schemas.microsoft.com/office/drawing/2014/main" id="{76608014-A8FB-AB8C-3BE6-E301D0153827}"/>
                  </a:ext>
                </a:extLst>
              </p:cNvPr>
              <p:cNvSpPr/>
              <p:nvPr/>
            </p:nvSpPr>
            <p:spPr>
              <a:xfrm>
                <a:off x="362365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86" name="pg2785">
                <a:extLst>
                  <a:ext uri="{FF2B5EF4-FFF2-40B4-BE49-F238E27FC236}">
                    <a16:creationId xmlns:a16="http://schemas.microsoft.com/office/drawing/2014/main" id="{E0584609-085D-9BF3-8912-80A6A1CA2E8D}"/>
                  </a:ext>
                </a:extLst>
              </p:cNvPr>
              <p:cNvSpPr/>
              <p:nvPr/>
            </p:nvSpPr>
            <p:spPr>
              <a:xfrm>
                <a:off x="363529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87" name="pg2786">
                <a:extLst>
                  <a:ext uri="{FF2B5EF4-FFF2-40B4-BE49-F238E27FC236}">
                    <a16:creationId xmlns:a16="http://schemas.microsoft.com/office/drawing/2014/main" id="{743A09A1-272C-9FD0-6B99-E4787BE21EC5}"/>
                  </a:ext>
                </a:extLst>
              </p:cNvPr>
              <p:cNvSpPr/>
              <p:nvPr/>
            </p:nvSpPr>
            <p:spPr>
              <a:xfrm>
                <a:off x="364692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88" name="pg2787">
                <a:extLst>
                  <a:ext uri="{FF2B5EF4-FFF2-40B4-BE49-F238E27FC236}">
                    <a16:creationId xmlns:a16="http://schemas.microsoft.com/office/drawing/2014/main" id="{5D2689A8-311B-D733-4075-817ADA5BBCEC}"/>
                  </a:ext>
                </a:extLst>
              </p:cNvPr>
              <p:cNvSpPr/>
              <p:nvPr/>
            </p:nvSpPr>
            <p:spPr>
              <a:xfrm>
                <a:off x="365856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89" name="pg2788">
                <a:extLst>
                  <a:ext uri="{FF2B5EF4-FFF2-40B4-BE49-F238E27FC236}">
                    <a16:creationId xmlns:a16="http://schemas.microsoft.com/office/drawing/2014/main" id="{AB1A24C5-F0D3-8147-13CB-0D460E993E75}"/>
                  </a:ext>
                </a:extLst>
              </p:cNvPr>
              <p:cNvSpPr/>
              <p:nvPr/>
            </p:nvSpPr>
            <p:spPr>
              <a:xfrm>
                <a:off x="367020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90" name="pg2789">
                <a:extLst>
                  <a:ext uri="{FF2B5EF4-FFF2-40B4-BE49-F238E27FC236}">
                    <a16:creationId xmlns:a16="http://schemas.microsoft.com/office/drawing/2014/main" id="{C0ABA2F4-7B82-8D11-A69D-77C992CE1D4C}"/>
                  </a:ext>
                </a:extLst>
              </p:cNvPr>
              <p:cNvSpPr/>
              <p:nvPr/>
            </p:nvSpPr>
            <p:spPr>
              <a:xfrm>
                <a:off x="368184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91" name="pg2790">
                <a:extLst>
                  <a:ext uri="{FF2B5EF4-FFF2-40B4-BE49-F238E27FC236}">
                    <a16:creationId xmlns:a16="http://schemas.microsoft.com/office/drawing/2014/main" id="{9DC62813-9987-CF35-3B28-9D50540E03A0}"/>
                  </a:ext>
                </a:extLst>
              </p:cNvPr>
              <p:cNvSpPr/>
              <p:nvPr/>
            </p:nvSpPr>
            <p:spPr>
              <a:xfrm>
                <a:off x="369347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92" name="pg2791">
                <a:extLst>
                  <a:ext uri="{FF2B5EF4-FFF2-40B4-BE49-F238E27FC236}">
                    <a16:creationId xmlns:a16="http://schemas.microsoft.com/office/drawing/2014/main" id="{F9333E10-C385-2B13-F20A-E5BB599887BF}"/>
                  </a:ext>
                </a:extLst>
              </p:cNvPr>
              <p:cNvSpPr/>
              <p:nvPr/>
            </p:nvSpPr>
            <p:spPr>
              <a:xfrm>
                <a:off x="370511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93" name="pg2792">
                <a:extLst>
                  <a:ext uri="{FF2B5EF4-FFF2-40B4-BE49-F238E27FC236}">
                    <a16:creationId xmlns:a16="http://schemas.microsoft.com/office/drawing/2014/main" id="{23FE61DB-3F5D-8A3E-2E28-6D13D5DD12AD}"/>
                  </a:ext>
                </a:extLst>
              </p:cNvPr>
              <p:cNvSpPr/>
              <p:nvPr/>
            </p:nvSpPr>
            <p:spPr>
              <a:xfrm>
                <a:off x="371675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6">
                  <a:alpha val="100000"/>
                </a:srgbClr>
              </a:solidFill>
              <a:ln w="5420" cap="flat">
                <a:solidFill>
                  <a:srgbClr val="79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94" name="pg2793">
                <a:extLst>
                  <a:ext uri="{FF2B5EF4-FFF2-40B4-BE49-F238E27FC236}">
                    <a16:creationId xmlns:a16="http://schemas.microsoft.com/office/drawing/2014/main" id="{0B515CF0-A557-F262-C03B-FD0318FE5627}"/>
                  </a:ext>
                </a:extLst>
              </p:cNvPr>
              <p:cNvSpPr/>
              <p:nvPr/>
            </p:nvSpPr>
            <p:spPr>
              <a:xfrm>
                <a:off x="372839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95" name="pg2794">
                <a:extLst>
                  <a:ext uri="{FF2B5EF4-FFF2-40B4-BE49-F238E27FC236}">
                    <a16:creationId xmlns:a16="http://schemas.microsoft.com/office/drawing/2014/main" id="{C0E66367-C9E5-F177-CFCE-7BE01829D635}"/>
                  </a:ext>
                </a:extLst>
              </p:cNvPr>
              <p:cNvSpPr/>
              <p:nvPr/>
            </p:nvSpPr>
            <p:spPr>
              <a:xfrm>
                <a:off x="374002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96" name="pg2795">
                <a:extLst>
                  <a:ext uri="{FF2B5EF4-FFF2-40B4-BE49-F238E27FC236}">
                    <a16:creationId xmlns:a16="http://schemas.microsoft.com/office/drawing/2014/main" id="{062BD579-E91A-E7BA-FCF1-C8EEE7132CD2}"/>
                  </a:ext>
                </a:extLst>
              </p:cNvPr>
              <p:cNvSpPr/>
              <p:nvPr/>
            </p:nvSpPr>
            <p:spPr>
              <a:xfrm>
                <a:off x="413569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97" name="pg2796">
                <a:extLst>
                  <a:ext uri="{FF2B5EF4-FFF2-40B4-BE49-F238E27FC236}">
                    <a16:creationId xmlns:a16="http://schemas.microsoft.com/office/drawing/2014/main" id="{32614CB2-1FB8-DE9E-7A5A-9733F7B1962C}"/>
                  </a:ext>
                </a:extLst>
              </p:cNvPr>
              <p:cNvSpPr/>
              <p:nvPr/>
            </p:nvSpPr>
            <p:spPr>
              <a:xfrm>
                <a:off x="414733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98" name="pg2797">
                <a:extLst>
                  <a:ext uri="{FF2B5EF4-FFF2-40B4-BE49-F238E27FC236}">
                    <a16:creationId xmlns:a16="http://schemas.microsoft.com/office/drawing/2014/main" id="{4D9634A2-1E1F-9F6D-FDD0-08F867FF9F1E}"/>
                  </a:ext>
                </a:extLst>
              </p:cNvPr>
              <p:cNvSpPr/>
              <p:nvPr/>
            </p:nvSpPr>
            <p:spPr>
              <a:xfrm>
                <a:off x="415897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199" name="pg2798">
                <a:extLst>
                  <a:ext uri="{FF2B5EF4-FFF2-40B4-BE49-F238E27FC236}">
                    <a16:creationId xmlns:a16="http://schemas.microsoft.com/office/drawing/2014/main" id="{FA02F7D8-789E-EC3C-561B-70381350BEFE}"/>
                  </a:ext>
                </a:extLst>
              </p:cNvPr>
              <p:cNvSpPr/>
              <p:nvPr/>
            </p:nvSpPr>
            <p:spPr>
              <a:xfrm>
                <a:off x="417060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00" name="pg2799">
                <a:extLst>
                  <a:ext uri="{FF2B5EF4-FFF2-40B4-BE49-F238E27FC236}">
                    <a16:creationId xmlns:a16="http://schemas.microsoft.com/office/drawing/2014/main" id="{EED14422-5C7E-701B-F02E-5618F2449506}"/>
                  </a:ext>
                </a:extLst>
              </p:cNvPr>
              <p:cNvSpPr/>
              <p:nvPr/>
            </p:nvSpPr>
            <p:spPr>
              <a:xfrm>
                <a:off x="418224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01" name="pg2800">
                <a:extLst>
                  <a:ext uri="{FF2B5EF4-FFF2-40B4-BE49-F238E27FC236}">
                    <a16:creationId xmlns:a16="http://schemas.microsoft.com/office/drawing/2014/main" id="{4CAF8626-9715-B825-DF2B-358225AC8036}"/>
                  </a:ext>
                </a:extLst>
              </p:cNvPr>
              <p:cNvSpPr/>
              <p:nvPr/>
            </p:nvSpPr>
            <p:spPr>
              <a:xfrm>
                <a:off x="419388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02" name="pg2801">
                <a:extLst>
                  <a:ext uri="{FF2B5EF4-FFF2-40B4-BE49-F238E27FC236}">
                    <a16:creationId xmlns:a16="http://schemas.microsoft.com/office/drawing/2014/main" id="{3F3C5F80-7014-2B58-9E55-7B3F48F493FD}"/>
                  </a:ext>
                </a:extLst>
              </p:cNvPr>
              <p:cNvSpPr/>
              <p:nvPr/>
            </p:nvSpPr>
            <p:spPr>
              <a:xfrm>
                <a:off x="420552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03" name="pg2802">
                <a:extLst>
                  <a:ext uri="{FF2B5EF4-FFF2-40B4-BE49-F238E27FC236}">
                    <a16:creationId xmlns:a16="http://schemas.microsoft.com/office/drawing/2014/main" id="{EE37BC26-6092-82CC-CCAA-04BFAC52E402}"/>
                  </a:ext>
                </a:extLst>
              </p:cNvPr>
              <p:cNvSpPr/>
              <p:nvPr/>
            </p:nvSpPr>
            <p:spPr>
              <a:xfrm>
                <a:off x="421715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04" name="pg2803">
                <a:extLst>
                  <a:ext uri="{FF2B5EF4-FFF2-40B4-BE49-F238E27FC236}">
                    <a16:creationId xmlns:a16="http://schemas.microsoft.com/office/drawing/2014/main" id="{9B50F4EF-2E49-6F48-F33D-3526A72C335C}"/>
                  </a:ext>
                </a:extLst>
              </p:cNvPr>
              <p:cNvSpPr/>
              <p:nvPr/>
            </p:nvSpPr>
            <p:spPr>
              <a:xfrm>
                <a:off x="422879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05" name="pg2804">
                <a:extLst>
                  <a:ext uri="{FF2B5EF4-FFF2-40B4-BE49-F238E27FC236}">
                    <a16:creationId xmlns:a16="http://schemas.microsoft.com/office/drawing/2014/main" id="{815DE542-94FA-9F42-1E42-018A0B9DBDE2}"/>
                  </a:ext>
                </a:extLst>
              </p:cNvPr>
              <p:cNvSpPr/>
              <p:nvPr/>
            </p:nvSpPr>
            <p:spPr>
              <a:xfrm>
                <a:off x="424043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7AA">
                  <a:alpha val="100000"/>
                </a:srgbClr>
              </a:solidFill>
              <a:ln w="5420" cap="flat">
                <a:solidFill>
                  <a:srgbClr val="43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06" name="pg2805">
                <a:extLst>
                  <a:ext uri="{FF2B5EF4-FFF2-40B4-BE49-F238E27FC236}">
                    <a16:creationId xmlns:a16="http://schemas.microsoft.com/office/drawing/2014/main" id="{547D3BE2-4C9B-F61B-9941-9B0656035DC3}"/>
                  </a:ext>
                </a:extLst>
              </p:cNvPr>
              <p:cNvSpPr/>
              <p:nvPr/>
            </p:nvSpPr>
            <p:spPr>
              <a:xfrm>
                <a:off x="432189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07" name="pg2806">
                <a:extLst>
                  <a:ext uri="{FF2B5EF4-FFF2-40B4-BE49-F238E27FC236}">
                    <a16:creationId xmlns:a16="http://schemas.microsoft.com/office/drawing/2014/main" id="{9CCF9478-C16C-F8FA-F50A-072AE7C7F978}"/>
                  </a:ext>
                </a:extLst>
              </p:cNvPr>
              <p:cNvSpPr/>
              <p:nvPr/>
            </p:nvSpPr>
            <p:spPr>
              <a:xfrm>
                <a:off x="4333531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08" name="pg2807">
                <a:extLst>
                  <a:ext uri="{FF2B5EF4-FFF2-40B4-BE49-F238E27FC236}">
                    <a16:creationId xmlns:a16="http://schemas.microsoft.com/office/drawing/2014/main" id="{B586AB99-510E-584B-0C58-CE7FD7B105D5}"/>
                  </a:ext>
                </a:extLst>
              </p:cNvPr>
              <p:cNvSpPr/>
              <p:nvPr/>
            </p:nvSpPr>
            <p:spPr>
              <a:xfrm>
                <a:off x="4345168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09" name="pg2808">
                <a:extLst>
                  <a:ext uri="{FF2B5EF4-FFF2-40B4-BE49-F238E27FC236}">
                    <a16:creationId xmlns:a16="http://schemas.microsoft.com/office/drawing/2014/main" id="{1D16C863-FB24-8DEC-7FD8-649BBC729E8A}"/>
                  </a:ext>
                </a:extLst>
              </p:cNvPr>
              <p:cNvSpPr/>
              <p:nvPr/>
            </p:nvSpPr>
            <p:spPr>
              <a:xfrm>
                <a:off x="4356806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10" name="pg2809">
                <a:extLst>
                  <a:ext uri="{FF2B5EF4-FFF2-40B4-BE49-F238E27FC236}">
                    <a16:creationId xmlns:a16="http://schemas.microsoft.com/office/drawing/2014/main" id="{8BBF7F1D-0B23-0E20-2097-3028D3F11A36}"/>
                  </a:ext>
                </a:extLst>
              </p:cNvPr>
              <p:cNvSpPr/>
              <p:nvPr/>
            </p:nvSpPr>
            <p:spPr>
              <a:xfrm>
                <a:off x="4368443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11" name="pg2810">
                <a:extLst>
                  <a:ext uri="{FF2B5EF4-FFF2-40B4-BE49-F238E27FC236}">
                    <a16:creationId xmlns:a16="http://schemas.microsoft.com/office/drawing/2014/main" id="{B55D4435-6F64-1F0E-F9E8-CA6D48FFFE63}"/>
                  </a:ext>
                </a:extLst>
              </p:cNvPr>
              <p:cNvSpPr/>
              <p:nvPr/>
            </p:nvSpPr>
            <p:spPr>
              <a:xfrm>
                <a:off x="438008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12" name="pg2811">
                <a:extLst>
                  <a:ext uri="{FF2B5EF4-FFF2-40B4-BE49-F238E27FC236}">
                    <a16:creationId xmlns:a16="http://schemas.microsoft.com/office/drawing/2014/main" id="{1C43441A-C5CA-C46F-B1D5-48566A6AC954}"/>
                  </a:ext>
                </a:extLst>
              </p:cNvPr>
              <p:cNvSpPr/>
              <p:nvPr/>
            </p:nvSpPr>
            <p:spPr>
              <a:xfrm>
                <a:off x="4577915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13" name="pg2812">
                <a:extLst>
                  <a:ext uri="{FF2B5EF4-FFF2-40B4-BE49-F238E27FC236}">
                    <a16:creationId xmlns:a16="http://schemas.microsoft.com/office/drawing/2014/main" id="{96544307-C703-E296-569E-EAE50E3EBA01}"/>
                  </a:ext>
                </a:extLst>
              </p:cNvPr>
              <p:cNvSpPr/>
              <p:nvPr/>
            </p:nvSpPr>
            <p:spPr>
              <a:xfrm>
                <a:off x="4589552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14" name="pg2813">
                <a:extLst>
                  <a:ext uri="{FF2B5EF4-FFF2-40B4-BE49-F238E27FC236}">
                    <a16:creationId xmlns:a16="http://schemas.microsoft.com/office/drawing/2014/main" id="{87127F4D-37F5-3066-C3D3-FA92AB4BFCA3}"/>
                  </a:ext>
                </a:extLst>
              </p:cNvPr>
              <p:cNvSpPr/>
              <p:nvPr/>
            </p:nvSpPr>
            <p:spPr>
              <a:xfrm>
                <a:off x="4601190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7FA4">
                  <a:alpha val="100000"/>
                </a:srgbClr>
              </a:solidFill>
              <a:ln w="5420" cap="flat">
                <a:solidFill>
                  <a:srgbClr val="3A7F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15" name="pg2814">
                <a:extLst>
                  <a:ext uri="{FF2B5EF4-FFF2-40B4-BE49-F238E27FC236}">
                    <a16:creationId xmlns:a16="http://schemas.microsoft.com/office/drawing/2014/main" id="{8A35615C-B396-EFDD-757F-62FEB82EF9C2}"/>
                  </a:ext>
                </a:extLst>
              </p:cNvPr>
              <p:cNvSpPr/>
              <p:nvPr/>
            </p:nvSpPr>
            <p:spPr>
              <a:xfrm>
                <a:off x="4612827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16" name="pg2815">
                <a:extLst>
                  <a:ext uri="{FF2B5EF4-FFF2-40B4-BE49-F238E27FC236}">
                    <a16:creationId xmlns:a16="http://schemas.microsoft.com/office/drawing/2014/main" id="{6D008B03-10A8-439E-0BD3-967AC39EDFED}"/>
                  </a:ext>
                </a:extLst>
              </p:cNvPr>
              <p:cNvSpPr/>
              <p:nvPr/>
            </p:nvSpPr>
            <p:spPr>
              <a:xfrm>
                <a:off x="4624464" y="47956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80A4">
                  <a:alpha val="100000"/>
                </a:srgbClr>
              </a:solidFill>
              <a:ln w="5420" cap="flat">
                <a:solidFill>
                  <a:srgbClr val="3A80A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17" name="pg2816">
                <a:extLst>
                  <a:ext uri="{FF2B5EF4-FFF2-40B4-BE49-F238E27FC236}">
                    <a16:creationId xmlns:a16="http://schemas.microsoft.com/office/drawing/2014/main" id="{4F03605C-1C4C-8744-5C80-E2F5624D60BA}"/>
                  </a:ext>
                </a:extLst>
              </p:cNvPr>
              <p:cNvSpPr/>
              <p:nvPr/>
            </p:nvSpPr>
            <p:spPr>
              <a:xfrm>
                <a:off x="311161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18" name="pg2817">
                <a:extLst>
                  <a:ext uri="{FF2B5EF4-FFF2-40B4-BE49-F238E27FC236}">
                    <a16:creationId xmlns:a16="http://schemas.microsoft.com/office/drawing/2014/main" id="{552110E0-CE34-4F64-58D2-12057BA7EBEB}"/>
                  </a:ext>
                </a:extLst>
              </p:cNvPr>
              <p:cNvSpPr/>
              <p:nvPr/>
            </p:nvSpPr>
            <p:spPr>
              <a:xfrm>
                <a:off x="312324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19" name="pg2818">
                <a:extLst>
                  <a:ext uri="{FF2B5EF4-FFF2-40B4-BE49-F238E27FC236}">
                    <a16:creationId xmlns:a16="http://schemas.microsoft.com/office/drawing/2014/main" id="{C81E18F5-2DF8-1B0F-71C7-07BA11ECB088}"/>
                  </a:ext>
                </a:extLst>
              </p:cNvPr>
              <p:cNvSpPr/>
              <p:nvPr/>
            </p:nvSpPr>
            <p:spPr>
              <a:xfrm>
                <a:off x="313488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20" name="pg2819">
                <a:extLst>
                  <a:ext uri="{FF2B5EF4-FFF2-40B4-BE49-F238E27FC236}">
                    <a16:creationId xmlns:a16="http://schemas.microsoft.com/office/drawing/2014/main" id="{67CD49F7-A93F-BB97-D0E8-74046E152D30}"/>
                  </a:ext>
                </a:extLst>
              </p:cNvPr>
              <p:cNvSpPr/>
              <p:nvPr/>
            </p:nvSpPr>
            <p:spPr>
              <a:xfrm>
                <a:off x="314652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83D8B9">
                  <a:alpha val="100000"/>
                </a:srgbClr>
              </a:solidFill>
              <a:ln w="5420" cap="flat">
                <a:solidFill>
                  <a:srgbClr val="83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21" name="pg2820">
                <a:extLst>
                  <a:ext uri="{FF2B5EF4-FFF2-40B4-BE49-F238E27FC236}">
                    <a16:creationId xmlns:a16="http://schemas.microsoft.com/office/drawing/2014/main" id="{91BE7B54-EDC1-27EB-0A5A-CE7C385A6881}"/>
                  </a:ext>
                </a:extLst>
              </p:cNvPr>
              <p:cNvSpPr/>
              <p:nvPr/>
            </p:nvSpPr>
            <p:spPr>
              <a:xfrm>
                <a:off x="315816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22" name="pg2821">
                <a:extLst>
                  <a:ext uri="{FF2B5EF4-FFF2-40B4-BE49-F238E27FC236}">
                    <a16:creationId xmlns:a16="http://schemas.microsoft.com/office/drawing/2014/main" id="{D84C26D6-5D2A-3DAD-B88E-D2494ABAFA5D}"/>
                  </a:ext>
                </a:extLst>
              </p:cNvPr>
              <p:cNvSpPr/>
              <p:nvPr/>
            </p:nvSpPr>
            <p:spPr>
              <a:xfrm>
                <a:off x="316979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23" name="pg2822">
                <a:extLst>
                  <a:ext uri="{FF2B5EF4-FFF2-40B4-BE49-F238E27FC236}">
                    <a16:creationId xmlns:a16="http://schemas.microsoft.com/office/drawing/2014/main" id="{160D3B9C-151F-1314-6CD6-6B492C2F62AB}"/>
                  </a:ext>
                </a:extLst>
              </p:cNvPr>
              <p:cNvSpPr/>
              <p:nvPr/>
            </p:nvSpPr>
            <p:spPr>
              <a:xfrm>
                <a:off x="318143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24" name="pg2823">
                <a:extLst>
                  <a:ext uri="{FF2B5EF4-FFF2-40B4-BE49-F238E27FC236}">
                    <a16:creationId xmlns:a16="http://schemas.microsoft.com/office/drawing/2014/main" id="{606F62BC-E4AD-EB23-4B33-1800695619BE}"/>
                  </a:ext>
                </a:extLst>
              </p:cNvPr>
              <p:cNvSpPr/>
              <p:nvPr/>
            </p:nvSpPr>
            <p:spPr>
              <a:xfrm>
                <a:off x="319307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25" name="pg2824">
                <a:extLst>
                  <a:ext uri="{FF2B5EF4-FFF2-40B4-BE49-F238E27FC236}">
                    <a16:creationId xmlns:a16="http://schemas.microsoft.com/office/drawing/2014/main" id="{3E34AD86-A656-2732-5E1F-5F2F15DDF4C7}"/>
                  </a:ext>
                </a:extLst>
              </p:cNvPr>
              <p:cNvSpPr/>
              <p:nvPr/>
            </p:nvSpPr>
            <p:spPr>
              <a:xfrm>
                <a:off x="320471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26" name="pg2825">
                <a:extLst>
                  <a:ext uri="{FF2B5EF4-FFF2-40B4-BE49-F238E27FC236}">
                    <a16:creationId xmlns:a16="http://schemas.microsoft.com/office/drawing/2014/main" id="{D0A3B43A-27DE-D94F-E6D8-B16D2D2B7E26}"/>
                  </a:ext>
                </a:extLst>
              </p:cNvPr>
              <p:cNvSpPr/>
              <p:nvPr/>
            </p:nvSpPr>
            <p:spPr>
              <a:xfrm>
                <a:off x="321634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27" name="pg2826">
                <a:extLst>
                  <a:ext uri="{FF2B5EF4-FFF2-40B4-BE49-F238E27FC236}">
                    <a16:creationId xmlns:a16="http://schemas.microsoft.com/office/drawing/2014/main" id="{F72C2FE0-65C4-BD6E-63D8-AC59072F6EB7}"/>
                  </a:ext>
                </a:extLst>
              </p:cNvPr>
              <p:cNvSpPr/>
              <p:nvPr/>
            </p:nvSpPr>
            <p:spPr>
              <a:xfrm>
                <a:off x="322798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28" name="pg2827">
                <a:extLst>
                  <a:ext uri="{FF2B5EF4-FFF2-40B4-BE49-F238E27FC236}">
                    <a16:creationId xmlns:a16="http://schemas.microsoft.com/office/drawing/2014/main" id="{358CD7D3-62F5-8730-9970-1B978A4084DA}"/>
                  </a:ext>
                </a:extLst>
              </p:cNvPr>
              <p:cNvSpPr/>
              <p:nvPr/>
            </p:nvSpPr>
            <p:spPr>
              <a:xfrm>
                <a:off x="323962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29" name="pg2828">
                <a:extLst>
                  <a:ext uri="{FF2B5EF4-FFF2-40B4-BE49-F238E27FC236}">
                    <a16:creationId xmlns:a16="http://schemas.microsoft.com/office/drawing/2014/main" id="{36AED6E4-AA58-8EC5-FC5B-0C1696E88C53}"/>
                  </a:ext>
                </a:extLst>
              </p:cNvPr>
              <p:cNvSpPr/>
              <p:nvPr/>
            </p:nvSpPr>
            <p:spPr>
              <a:xfrm>
                <a:off x="325125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30" name="pg2829">
                <a:extLst>
                  <a:ext uri="{FF2B5EF4-FFF2-40B4-BE49-F238E27FC236}">
                    <a16:creationId xmlns:a16="http://schemas.microsoft.com/office/drawing/2014/main" id="{51AEDC32-C834-07C9-552F-6434FF7FB2B2}"/>
                  </a:ext>
                </a:extLst>
              </p:cNvPr>
              <p:cNvSpPr/>
              <p:nvPr/>
            </p:nvSpPr>
            <p:spPr>
              <a:xfrm>
                <a:off x="326289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31" name="pg2830">
                <a:extLst>
                  <a:ext uri="{FF2B5EF4-FFF2-40B4-BE49-F238E27FC236}">
                    <a16:creationId xmlns:a16="http://schemas.microsoft.com/office/drawing/2014/main" id="{B9F46075-6DA7-0100-0B8F-F45D38519334}"/>
                  </a:ext>
                </a:extLst>
              </p:cNvPr>
              <p:cNvSpPr/>
              <p:nvPr/>
            </p:nvSpPr>
            <p:spPr>
              <a:xfrm>
                <a:off x="327453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32" name="pg2831">
                <a:extLst>
                  <a:ext uri="{FF2B5EF4-FFF2-40B4-BE49-F238E27FC236}">
                    <a16:creationId xmlns:a16="http://schemas.microsoft.com/office/drawing/2014/main" id="{E517A1ED-8B07-4792-7D8E-72B9CA3FC0BC}"/>
                  </a:ext>
                </a:extLst>
              </p:cNvPr>
              <p:cNvSpPr/>
              <p:nvPr/>
            </p:nvSpPr>
            <p:spPr>
              <a:xfrm>
                <a:off x="328617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6AB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33" name="pg2832">
                <a:extLst>
                  <a:ext uri="{FF2B5EF4-FFF2-40B4-BE49-F238E27FC236}">
                    <a16:creationId xmlns:a16="http://schemas.microsoft.com/office/drawing/2014/main" id="{52040B10-6E54-37D6-1F24-C5125A6C389A}"/>
                  </a:ext>
                </a:extLst>
              </p:cNvPr>
              <p:cNvSpPr/>
              <p:nvPr/>
            </p:nvSpPr>
            <p:spPr>
              <a:xfrm>
                <a:off x="329780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2B9AB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34" name="pg2833">
                <a:extLst>
                  <a:ext uri="{FF2B5EF4-FFF2-40B4-BE49-F238E27FC236}">
                    <a16:creationId xmlns:a16="http://schemas.microsoft.com/office/drawing/2014/main" id="{FD511022-0AB5-6345-AC02-D78B6CDE07A1}"/>
                  </a:ext>
                </a:extLst>
              </p:cNvPr>
              <p:cNvSpPr/>
              <p:nvPr/>
            </p:nvSpPr>
            <p:spPr>
              <a:xfrm>
                <a:off x="330944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35" name="pg2834">
                <a:extLst>
                  <a:ext uri="{FF2B5EF4-FFF2-40B4-BE49-F238E27FC236}">
                    <a16:creationId xmlns:a16="http://schemas.microsoft.com/office/drawing/2014/main" id="{47C6AB91-0741-F7CE-5E0B-7C48E1A050B4}"/>
                  </a:ext>
                </a:extLst>
              </p:cNvPr>
              <p:cNvSpPr/>
              <p:nvPr/>
            </p:nvSpPr>
            <p:spPr>
              <a:xfrm>
                <a:off x="332108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36" name="pg2835">
                <a:extLst>
                  <a:ext uri="{FF2B5EF4-FFF2-40B4-BE49-F238E27FC236}">
                    <a16:creationId xmlns:a16="http://schemas.microsoft.com/office/drawing/2014/main" id="{A67B61E6-BD7A-73F6-391A-C76E32C2C1A7}"/>
                  </a:ext>
                </a:extLst>
              </p:cNvPr>
              <p:cNvSpPr/>
              <p:nvPr/>
            </p:nvSpPr>
            <p:spPr>
              <a:xfrm>
                <a:off x="333272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37" name="pg2836">
                <a:extLst>
                  <a:ext uri="{FF2B5EF4-FFF2-40B4-BE49-F238E27FC236}">
                    <a16:creationId xmlns:a16="http://schemas.microsoft.com/office/drawing/2014/main" id="{26ECCDE9-DB98-655B-9502-2A6C6036D15B}"/>
                  </a:ext>
                </a:extLst>
              </p:cNvPr>
              <p:cNvSpPr/>
              <p:nvPr/>
            </p:nvSpPr>
            <p:spPr>
              <a:xfrm>
                <a:off x="334435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38" name="pg2837">
                <a:extLst>
                  <a:ext uri="{FF2B5EF4-FFF2-40B4-BE49-F238E27FC236}">
                    <a16:creationId xmlns:a16="http://schemas.microsoft.com/office/drawing/2014/main" id="{F28E8A3B-BAEA-4B36-04D5-1BD2F251A709}"/>
                  </a:ext>
                </a:extLst>
              </p:cNvPr>
              <p:cNvSpPr/>
              <p:nvPr/>
            </p:nvSpPr>
            <p:spPr>
              <a:xfrm>
                <a:off x="335599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39" name="pg2838">
                <a:extLst>
                  <a:ext uri="{FF2B5EF4-FFF2-40B4-BE49-F238E27FC236}">
                    <a16:creationId xmlns:a16="http://schemas.microsoft.com/office/drawing/2014/main" id="{D4A8E83E-5CB7-B5A0-385D-F22D0BD29D60}"/>
                  </a:ext>
                </a:extLst>
              </p:cNvPr>
              <p:cNvSpPr/>
              <p:nvPr/>
            </p:nvSpPr>
            <p:spPr>
              <a:xfrm>
                <a:off x="336763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40" name="pg2839">
                <a:extLst>
                  <a:ext uri="{FF2B5EF4-FFF2-40B4-BE49-F238E27FC236}">
                    <a16:creationId xmlns:a16="http://schemas.microsoft.com/office/drawing/2014/main" id="{B3BE546D-09D2-4F73-4B09-DC06D78499D2}"/>
                  </a:ext>
                </a:extLst>
              </p:cNvPr>
              <p:cNvSpPr/>
              <p:nvPr/>
            </p:nvSpPr>
            <p:spPr>
              <a:xfrm>
                <a:off x="337927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41" name="pg2840">
                <a:extLst>
                  <a:ext uri="{FF2B5EF4-FFF2-40B4-BE49-F238E27FC236}">
                    <a16:creationId xmlns:a16="http://schemas.microsoft.com/office/drawing/2014/main" id="{C268F9B0-E14C-AC4C-17F0-940A85966B1A}"/>
                  </a:ext>
                </a:extLst>
              </p:cNvPr>
              <p:cNvSpPr/>
              <p:nvPr/>
            </p:nvSpPr>
            <p:spPr>
              <a:xfrm>
                <a:off x="339090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42" name="pg2841">
                <a:extLst>
                  <a:ext uri="{FF2B5EF4-FFF2-40B4-BE49-F238E27FC236}">
                    <a16:creationId xmlns:a16="http://schemas.microsoft.com/office/drawing/2014/main" id="{00791D75-9398-E5A7-2272-AFCE8F19EEAB}"/>
                  </a:ext>
                </a:extLst>
              </p:cNvPr>
              <p:cNvSpPr/>
              <p:nvPr/>
            </p:nvSpPr>
            <p:spPr>
              <a:xfrm>
                <a:off x="340254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43" name="pg2842">
                <a:extLst>
                  <a:ext uri="{FF2B5EF4-FFF2-40B4-BE49-F238E27FC236}">
                    <a16:creationId xmlns:a16="http://schemas.microsoft.com/office/drawing/2014/main" id="{47928D21-A08E-F962-CE9B-9A6A1D92F6F2}"/>
                  </a:ext>
                </a:extLst>
              </p:cNvPr>
              <p:cNvSpPr/>
              <p:nvPr/>
            </p:nvSpPr>
            <p:spPr>
              <a:xfrm>
                <a:off x="341418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44" name="pg2843">
                <a:extLst>
                  <a:ext uri="{FF2B5EF4-FFF2-40B4-BE49-F238E27FC236}">
                    <a16:creationId xmlns:a16="http://schemas.microsoft.com/office/drawing/2014/main" id="{29C2251C-6D5C-9DBA-1E37-110CBDD18390}"/>
                  </a:ext>
                </a:extLst>
              </p:cNvPr>
              <p:cNvSpPr/>
              <p:nvPr/>
            </p:nvSpPr>
            <p:spPr>
              <a:xfrm>
                <a:off x="342581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45" name="pg2844">
                <a:extLst>
                  <a:ext uri="{FF2B5EF4-FFF2-40B4-BE49-F238E27FC236}">
                    <a16:creationId xmlns:a16="http://schemas.microsoft.com/office/drawing/2014/main" id="{BF20C7AC-3D83-D194-C47A-4312133E4666}"/>
                  </a:ext>
                </a:extLst>
              </p:cNvPr>
              <p:cNvSpPr/>
              <p:nvPr/>
            </p:nvSpPr>
            <p:spPr>
              <a:xfrm>
                <a:off x="343745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46" name="pg2845">
                <a:extLst>
                  <a:ext uri="{FF2B5EF4-FFF2-40B4-BE49-F238E27FC236}">
                    <a16:creationId xmlns:a16="http://schemas.microsoft.com/office/drawing/2014/main" id="{6CC0D4DC-5AC1-F2D7-7909-EFE7EF8F8B8B}"/>
                  </a:ext>
                </a:extLst>
              </p:cNvPr>
              <p:cNvSpPr/>
              <p:nvPr/>
            </p:nvSpPr>
            <p:spPr>
              <a:xfrm>
                <a:off x="344909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47" name="pg2846">
                <a:extLst>
                  <a:ext uri="{FF2B5EF4-FFF2-40B4-BE49-F238E27FC236}">
                    <a16:creationId xmlns:a16="http://schemas.microsoft.com/office/drawing/2014/main" id="{5A22E7F5-0701-82D5-F6B0-44F13FB629F7}"/>
                  </a:ext>
                </a:extLst>
              </p:cNvPr>
              <p:cNvSpPr/>
              <p:nvPr/>
            </p:nvSpPr>
            <p:spPr>
              <a:xfrm>
                <a:off x="346073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48" name="pg2847">
                <a:extLst>
                  <a:ext uri="{FF2B5EF4-FFF2-40B4-BE49-F238E27FC236}">
                    <a16:creationId xmlns:a16="http://schemas.microsoft.com/office/drawing/2014/main" id="{E19C796B-19A2-7D81-F17C-0FFF296C66A0}"/>
                  </a:ext>
                </a:extLst>
              </p:cNvPr>
              <p:cNvSpPr/>
              <p:nvPr/>
            </p:nvSpPr>
            <p:spPr>
              <a:xfrm>
                <a:off x="3472369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49" name="pg2848">
                <a:extLst>
                  <a:ext uri="{FF2B5EF4-FFF2-40B4-BE49-F238E27FC236}">
                    <a16:creationId xmlns:a16="http://schemas.microsoft.com/office/drawing/2014/main" id="{1FB6215B-822A-4D71-3669-AC9209041351}"/>
                  </a:ext>
                </a:extLst>
              </p:cNvPr>
              <p:cNvSpPr/>
              <p:nvPr/>
            </p:nvSpPr>
            <p:spPr>
              <a:xfrm>
                <a:off x="348400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50" name="pg2849">
                <a:extLst>
                  <a:ext uri="{FF2B5EF4-FFF2-40B4-BE49-F238E27FC236}">
                    <a16:creationId xmlns:a16="http://schemas.microsoft.com/office/drawing/2014/main" id="{10F6E159-DB53-8632-8187-4891D14BE251}"/>
                  </a:ext>
                </a:extLst>
              </p:cNvPr>
              <p:cNvSpPr/>
              <p:nvPr/>
            </p:nvSpPr>
            <p:spPr>
              <a:xfrm>
                <a:off x="349564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51" name="pg2850">
                <a:extLst>
                  <a:ext uri="{FF2B5EF4-FFF2-40B4-BE49-F238E27FC236}">
                    <a16:creationId xmlns:a16="http://schemas.microsoft.com/office/drawing/2014/main" id="{06AB1424-CE2A-65A4-BC74-F69791C25701}"/>
                  </a:ext>
                </a:extLst>
              </p:cNvPr>
              <p:cNvSpPr/>
              <p:nvPr/>
            </p:nvSpPr>
            <p:spPr>
              <a:xfrm>
                <a:off x="350728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52" name="pg2851">
                <a:extLst>
                  <a:ext uri="{FF2B5EF4-FFF2-40B4-BE49-F238E27FC236}">
                    <a16:creationId xmlns:a16="http://schemas.microsoft.com/office/drawing/2014/main" id="{70A4F0B9-E531-1240-1852-BEFB6D2FF441}"/>
                  </a:ext>
                </a:extLst>
              </p:cNvPr>
              <p:cNvSpPr/>
              <p:nvPr/>
            </p:nvSpPr>
            <p:spPr>
              <a:xfrm>
                <a:off x="351891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53" name="pg2852">
                <a:extLst>
                  <a:ext uri="{FF2B5EF4-FFF2-40B4-BE49-F238E27FC236}">
                    <a16:creationId xmlns:a16="http://schemas.microsoft.com/office/drawing/2014/main" id="{BE3584AF-2D2B-1CFD-FBAF-8C830850CFBB}"/>
                  </a:ext>
                </a:extLst>
              </p:cNvPr>
              <p:cNvSpPr/>
              <p:nvPr/>
            </p:nvSpPr>
            <p:spPr>
              <a:xfrm>
                <a:off x="353055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54" name="pg2853">
                <a:extLst>
                  <a:ext uri="{FF2B5EF4-FFF2-40B4-BE49-F238E27FC236}">
                    <a16:creationId xmlns:a16="http://schemas.microsoft.com/office/drawing/2014/main" id="{A9D32292-D811-B153-6FE8-17EA598E3BB0}"/>
                  </a:ext>
                </a:extLst>
              </p:cNvPr>
              <p:cNvSpPr/>
              <p:nvPr/>
            </p:nvSpPr>
            <p:spPr>
              <a:xfrm>
                <a:off x="354219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55" name="pg2854">
                <a:extLst>
                  <a:ext uri="{FF2B5EF4-FFF2-40B4-BE49-F238E27FC236}">
                    <a16:creationId xmlns:a16="http://schemas.microsoft.com/office/drawing/2014/main" id="{C51419CA-3E9D-EA7F-F314-C949831DACB1}"/>
                  </a:ext>
                </a:extLst>
              </p:cNvPr>
              <p:cNvSpPr/>
              <p:nvPr/>
            </p:nvSpPr>
            <p:spPr>
              <a:xfrm>
                <a:off x="355383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56" name="pg2855">
                <a:extLst>
                  <a:ext uri="{FF2B5EF4-FFF2-40B4-BE49-F238E27FC236}">
                    <a16:creationId xmlns:a16="http://schemas.microsoft.com/office/drawing/2014/main" id="{E66BF604-63EC-44DD-2265-E6C86A6CE771}"/>
                  </a:ext>
                </a:extLst>
              </p:cNvPr>
              <p:cNvSpPr/>
              <p:nvPr/>
            </p:nvSpPr>
            <p:spPr>
              <a:xfrm>
                <a:off x="361201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57" name="pg2856">
                <a:extLst>
                  <a:ext uri="{FF2B5EF4-FFF2-40B4-BE49-F238E27FC236}">
                    <a16:creationId xmlns:a16="http://schemas.microsoft.com/office/drawing/2014/main" id="{08617F35-929C-94F5-FABE-50E759153A7C}"/>
                  </a:ext>
                </a:extLst>
              </p:cNvPr>
              <p:cNvSpPr/>
              <p:nvPr/>
            </p:nvSpPr>
            <p:spPr>
              <a:xfrm>
                <a:off x="362365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58" name="pg2857">
                <a:extLst>
                  <a:ext uri="{FF2B5EF4-FFF2-40B4-BE49-F238E27FC236}">
                    <a16:creationId xmlns:a16="http://schemas.microsoft.com/office/drawing/2014/main" id="{BF1C61CF-2AB6-F8E1-7AE7-4DE415500815}"/>
                  </a:ext>
                </a:extLst>
              </p:cNvPr>
              <p:cNvSpPr/>
              <p:nvPr/>
            </p:nvSpPr>
            <p:spPr>
              <a:xfrm>
                <a:off x="363529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59" name="pg2858">
                <a:extLst>
                  <a:ext uri="{FF2B5EF4-FFF2-40B4-BE49-F238E27FC236}">
                    <a16:creationId xmlns:a16="http://schemas.microsoft.com/office/drawing/2014/main" id="{9BE17743-C599-655A-5D08-AFF175D9C7C3}"/>
                  </a:ext>
                </a:extLst>
              </p:cNvPr>
              <p:cNvSpPr/>
              <p:nvPr/>
            </p:nvSpPr>
            <p:spPr>
              <a:xfrm>
                <a:off x="364692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60" name="pg2859">
                <a:extLst>
                  <a:ext uri="{FF2B5EF4-FFF2-40B4-BE49-F238E27FC236}">
                    <a16:creationId xmlns:a16="http://schemas.microsoft.com/office/drawing/2014/main" id="{25D96E3E-ECE0-43C8-9228-92AD10575F50}"/>
                  </a:ext>
                </a:extLst>
              </p:cNvPr>
              <p:cNvSpPr/>
              <p:nvPr/>
            </p:nvSpPr>
            <p:spPr>
              <a:xfrm>
                <a:off x="365856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61" name="pg2860">
                <a:extLst>
                  <a:ext uri="{FF2B5EF4-FFF2-40B4-BE49-F238E27FC236}">
                    <a16:creationId xmlns:a16="http://schemas.microsoft.com/office/drawing/2014/main" id="{883D4366-1D8F-1FF6-717E-50094A99E678}"/>
                  </a:ext>
                </a:extLst>
              </p:cNvPr>
              <p:cNvSpPr/>
              <p:nvPr/>
            </p:nvSpPr>
            <p:spPr>
              <a:xfrm>
                <a:off x="367020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62" name="pg2861">
                <a:extLst>
                  <a:ext uri="{FF2B5EF4-FFF2-40B4-BE49-F238E27FC236}">
                    <a16:creationId xmlns:a16="http://schemas.microsoft.com/office/drawing/2014/main" id="{17404B89-AA7A-7DBB-71F9-6E98EF825011}"/>
                  </a:ext>
                </a:extLst>
              </p:cNvPr>
              <p:cNvSpPr/>
              <p:nvPr/>
            </p:nvSpPr>
            <p:spPr>
              <a:xfrm>
                <a:off x="368184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63" name="pg2862">
                <a:extLst>
                  <a:ext uri="{FF2B5EF4-FFF2-40B4-BE49-F238E27FC236}">
                    <a16:creationId xmlns:a16="http://schemas.microsoft.com/office/drawing/2014/main" id="{19C3BDFF-6084-B6F2-FBA6-ED39FC5E6FF2}"/>
                  </a:ext>
                </a:extLst>
              </p:cNvPr>
              <p:cNvSpPr/>
              <p:nvPr/>
            </p:nvSpPr>
            <p:spPr>
              <a:xfrm>
                <a:off x="369347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64" name="pg2863">
                <a:extLst>
                  <a:ext uri="{FF2B5EF4-FFF2-40B4-BE49-F238E27FC236}">
                    <a16:creationId xmlns:a16="http://schemas.microsoft.com/office/drawing/2014/main" id="{D4A6F4EB-9615-93E2-3701-1C56BE32F612}"/>
                  </a:ext>
                </a:extLst>
              </p:cNvPr>
              <p:cNvSpPr/>
              <p:nvPr/>
            </p:nvSpPr>
            <p:spPr>
              <a:xfrm>
                <a:off x="370511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65" name="pg2864">
                <a:extLst>
                  <a:ext uri="{FF2B5EF4-FFF2-40B4-BE49-F238E27FC236}">
                    <a16:creationId xmlns:a16="http://schemas.microsoft.com/office/drawing/2014/main" id="{700DE8BD-9B5A-5758-18C0-6161F6037B17}"/>
                  </a:ext>
                </a:extLst>
              </p:cNvPr>
              <p:cNvSpPr/>
              <p:nvPr/>
            </p:nvSpPr>
            <p:spPr>
              <a:xfrm>
                <a:off x="371675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66" name="pg2865">
                <a:extLst>
                  <a:ext uri="{FF2B5EF4-FFF2-40B4-BE49-F238E27FC236}">
                    <a16:creationId xmlns:a16="http://schemas.microsoft.com/office/drawing/2014/main" id="{E4FF0C7B-B733-1B2E-B036-366D5DFC739B}"/>
                  </a:ext>
                </a:extLst>
              </p:cNvPr>
              <p:cNvSpPr/>
              <p:nvPr/>
            </p:nvSpPr>
            <p:spPr>
              <a:xfrm>
                <a:off x="372839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67" name="pg2866">
                <a:extLst>
                  <a:ext uri="{FF2B5EF4-FFF2-40B4-BE49-F238E27FC236}">
                    <a16:creationId xmlns:a16="http://schemas.microsoft.com/office/drawing/2014/main" id="{CEC34116-811D-F824-23BC-095A26116826}"/>
                  </a:ext>
                </a:extLst>
              </p:cNvPr>
              <p:cNvSpPr/>
              <p:nvPr/>
            </p:nvSpPr>
            <p:spPr>
              <a:xfrm>
                <a:off x="374002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2B2">
                  <a:alpha val="100000"/>
                </a:srgbClr>
              </a:solidFill>
              <a:ln w="5420" cap="flat">
                <a:solidFill>
                  <a:srgbClr val="71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68" name="pg2867">
                <a:extLst>
                  <a:ext uri="{FF2B5EF4-FFF2-40B4-BE49-F238E27FC236}">
                    <a16:creationId xmlns:a16="http://schemas.microsoft.com/office/drawing/2014/main" id="{97C30D97-2C5F-4F24-9BCF-A522DFC97F82}"/>
                  </a:ext>
                </a:extLst>
              </p:cNvPr>
              <p:cNvSpPr/>
              <p:nvPr/>
            </p:nvSpPr>
            <p:spPr>
              <a:xfrm>
                <a:off x="375166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69" name="pg2868">
                <a:extLst>
                  <a:ext uri="{FF2B5EF4-FFF2-40B4-BE49-F238E27FC236}">
                    <a16:creationId xmlns:a16="http://schemas.microsoft.com/office/drawing/2014/main" id="{BCE58176-4AB0-1A32-CB99-8CE1DCC7B450}"/>
                  </a:ext>
                </a:extLst>
              </p:cNvPr>
              <p:cNvSpPr/>
              <p:nvPr/>
            </p:nvSpPr>
            <p:spPr>
              <a:xfrm>
                <a:off x="376330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70" name="pg2869">
                <a:extLst>
                  <a:ext uri="{FF2B5EF4-FFF2-40B4-BE49-F238E27FC236}">
                    <a16:creationId xmlns:a16="http://schemas.microsoft.com/office/drawing/2014/main" id="{D6EA9902-D51C-62CF-A47F-89F7B5D75ABF}"/>
                  </a:ext>
                </a:extLst>
              </p:cNvPr>
              <p:cNvSpPr/>
              <p:nvPr/>
            </p:nvSpPr>
            <p:spPr>
              <a:xfrm>
                <a:off x="413569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71" name="pg2870">
                <a:extLst>
                  <a:ext uri="{FF2B5EF4-FFF2-40B4-BE49-F238E27FC236}">
                    <a16:creationId xmlns:a16="http://schemas.microsoft.com/office/drawing/2014/main" id="{0E488B2B-597E-889E-68B9-47B9B8AD93C4}"/>
                  </a:ext>
                </a:extLst>
              </p:cNvPr>
              <p:cNvSpPr/>
              <p:nvPr/>
            </p:nvSpPr>
            <p:spPr>
              <a:xfrm>
                <a:off x="414733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72" name="pg2871">
                <a:extLst>
                  <a:ext uri="{FF2B5EF4-FFF2-40B4-BE49-F238E27FC236}">
                    <a16:creationId xmlns:a16="http://schemas.microsoft.com/office/drawing/2014/main" id="{ADECB7DC-3214-B5CF-DD26-D06C3340C843}"/>
                  </a:ext>
                </a:extLst>
              </p:cNvPr>
              <p:cNvSpPr/>
              <p:nvPr/>
            </p:nvSpPr>
            <p:spPr>
              <a:xfrm>
                <a:off x="415897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73" name="pg2872">
                <a:extLst>
                  <a:ext uri="{FF2B5EF4-FFF2-40B4-BE49-F238E27FC236}">
                    <a16:creationId xmlns:a16="http://schemas.microsoft.com/office/drawing/2014/main" id="{80C13E90-7AE8-78CC-21A6-F29740BE865E}"/>
                  </a:ext>
                </a:extLst>
              </p:cNvPr>
              <p:cNvSpPr/>
              <p:nvPr/>
            </p:nvSpPr>
            <p:spPr>
              <a:xfrm>
                <a:off x="417060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74" name="pg2873">
                <a:extLst>
                  <a:ext uri="{FF2B5EF4-FFF2-40B4-BE49-F238E27FC236}">
                    <a16:creationId xmlns:a16="http://schemas.microsoft.com/office/drawing/2014/main" id="{210B8083-9AA3-8B99-855E-9B2F5FC6B5D1}"/>
                  </a:ext>
                </a:extLst>
              </p:cNvPr>
              <p:cNvSpPr/>
              <p:nvPr/>
            </p:nvSpPr>
            <p:spPr>
              <a:xfrm>
                <a:off x="418224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75" name="pg2874">
                <a:extLst>
                  <a:ext uri="{FF2B5EF4-FFF2-40B4-BE49-F238E27FC236}">
                    <a16:creationId xmlns:a16="http://schemas.microsoft.com/office/drawing/2014/main" id="{C42D4B90-805F-F9C9-92A8-EB6F6B95E9D8}"/>
                  </a:ext>
                </a:extLst>
              </p:cNvPr>
              <p:cNvSpPr/>
              <p:nvPr/>
            </p:nvSpPr>
            <p:spPr>
              <a:xfrm>
                <a:off x="419388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76" name="pg2875">
                <a:extLst>
                  <a:ext uri="{FF2B5EF4-FFF2-40B4-BE49-F238E27FC236}">
                    <a16:creationId xmlns:a16="http://schemas.microsoft.com/office/drawing/2014/main" id="{69E0CB16-547C-AC31-F502-28E37CA413C9}"/>
                  </a:ext>
                </a:extLst>
              </p:cNvPr>
              <p:cNvSpPr/>
              <p:nvPr/>
            </p:nvSpPr>
            <p:spPr>
              <a:xfrm>
                <a:off x="420552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77" name="pg2876">
                <a:extLst>
                  <a:ext uri="{FF2B5EF4-FFF2-40B4-BE49-F238E27FC236}">
                    <a16:creationId xmlns:a16="http://schemas.microsoft.com/office/drawing/2014/main" id="{8578129E-C8F7-CBBA-9430-3EBAAD1BA6CA}"/>
                  </a:ext>
                </a:extLst>
              </p:cNvPr>
              <p:cNvSpPr/>
              <p:nvPr/>
            </p:nvSpPr>
            <p:spPr>
              <a:xfrm>
                <a:off x="421715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78" name="pg2877">
                <a:extLst>
                  <a:ext uri="{FF2B5EF4-FFF2-40B4-BE49-F238E27FC236}">
                    <a16:creationId xmlns:a16="http://schemas.microsoft.com/office/drawing/2014/main" id="{F1C879D4-8FE1-F88E-B2BD-551415BC952D}"/>
                  </a:ext>
                </a:extLst>
              </p:cNvPr>
              <p:cNvSpPr/>
              <p:nvPr/>
            </p:nvSpPr>
            <p:spPr>
              <a:xfrm>
                <a:off x="4333531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79" name="pg2878">
                <a:extLst>
                  <a:ext uri="{FF2B5EF4-FFF2-40B4-BE49-F238E27FC236}">
                    <a16:creationId xmlns:a16="http://schemas.microsoft.com/office/drawing/2014/main" id="{198E1548-BB1B-2BF7-5A2E-2302214A6569}"/>
                  </a:ext>
                </a:extLst>
              </p:cNvPr>
              <p:cNvSpPr/>
              <p:nvPr/>
            </p:nvSpPr>
            <p:spPr>
              <a:xfrm>
                <a:off x="434516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80" name="pg2879">
                <a:extLst>
                  <a:ext uri="{FF2B5EF4-FFF2-40B4-BE49-F238E27FC236}">
                    <a16:creationId xmlns:a16="http://schemas.microsoft.com/office/drawing/2014/main" id="{C27A7012-4DD6-4DB8-2955-AA91BA5EF1B0}"/>
                  </a:ext>
                </a:extLst>
              </p:cNvPr>
              <p:cNvSpPr/>
              <p:nvPr/>
            </p:nvSpPr>
            <p:spPr>
              <a:xfrm>
                <a:off x="4356806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81" name="pg2880">
                <a:extLst>
                  <a:ext uri="{FF2B5EF4-FFF2-40B4-BE49-F238E27FC236}">
                    <a16:creationId xmlns:a16="http://schemas.microsoft.com/office/drawing/2014/main" id="{DE8A01C8-6791-AEA2-E388-36D1986A26A7}"/>
                  </a:ext>
                </a:extLst>
              </p:cNvPr>
              <p:cNvSpPr/>
              <p:nvPr/>
            </p:nvSpPr>
            <p:spPr>
              <a:xfrm>
                <a:off x="4368443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82" name="pg2881">
                <a:extLst>
                  <a:ext uri="{FF2B5EF4-FFF2-40B4-BE49-F238E27FC236}">
                    <a16:creationId xmlns:a16="http://schemas.microsoft.com/office/drawing/2014/main" id="{1A577AF1-03F3-B060-7D08-2EA0903B72C5}"/>
                  </a:ext>
                </a:extLst>
              </p:cNvPr>
              <p:cNvSpPr/>
              <p:nvPr/>
            </p:nvSpPr>
            <p:spPr>
              <a:xfrm>
                <a:off x="438008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83" name="pg2882">
                <a:extLst>
                  <a:ext uri="{FF2B5EF4-FFF2-40B4-BE49-F238E27FC236}">
                    <a16:creationId xmlns:a16="http://schemas.microsoft.com/office/drawing/2014/main" id="{D6D297BC-0739-E0D5-7ED7-95F73F0B19A4}"/>
                  </a:ext>
                </a:extLst>
              </p:cNvPr>
              <p:cNvSpPr/>
              <p:nvPr/>
            </p:nvSpPr>
            <p:spPr>
              <a:xfrm>
                <a:off x="4391718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84" name="pg2883">
                <a:extLst>
                  <a:ext uri="{FF2B5EF4-FFF2-40B4-BE49-F238E27FC236}">
                    <a16:creationId xmlns:a16="http://schemas.microsoft.com/office/drawing/2014/main" id="{5AB2180B-822D-C9F1-D4D5-D68B2112D384}"/>
                  </a:ext>
                </a:extLst>
              </p:cNvPr>
              <p:cNvSpPr/>
              <p:nvPr/>
            </p:nvSpPr>
            <p:spPr>
              <a:xfrm>
                <a:off x="440335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85" name="pg2884">
                <a:extLst>
                  <a:ext uri="{FF2B5EF4-FFF2-40B4-BE49-F238E27FC236}">
                    <a16:creationId xmlns:a16="http://schemas.microsoft.com/office/drawing/2014/main" id="{4FE3B1D7-1EE3-CB52-C055-EAE2B464450D}"/>
                  </a:ext>
                </a:extLst>
              </p:cNvPr>
              <p:cNvSpPr/>
              <p:nvPr/>
            </p:nvSpPr>
            <p:spPr>
              <a:xfrm>
                <a:off x="4577915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86" name="pg2885">
                <a:extLst>
                  <a:ext uri="{FF2B5EF4-FFF2-40B4-BE49-F238E27FC236}">
                    <a16:creationId xmlns:a16="http://schemas.microsoft.com/office/drawing/2014/main" id="{6ED5EDB0-60C0-14C6-1CE1-13282091833B}"/>
                  </a:ext>
                </a:extLst>
              </p:cNvPr>
              <p:cNvSpPr/>
              <p:nvPr/>
            </p:nvSpPr>
            <p:spPr>
              <a:xfrm>
                <a:off x="4589552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87" name="pg2886">
                <a:extLst>
                  <a:ext uri="{FF2B5EF4-FFF2-40B4-BE49-F238E27FC236}">
                    <a16:creationId xmlns:a16="http://schemas.microsoft.com/office/drawing/2014/main" id="{2DFE982F-9E46-04EE-2B12-D08882422EEE}"/>
                  </a:ext>
                </a:extLst>
              </p:cNvPr>
              <p:cNvSpPr/>
              <p:nvPr/>
            </p:nvSpPr>
            <p:spPr>
              <a:xfrm>
                <a:off x="4601190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88" name="pg2887">
                <a:extLst>
                  <a:ext uri="{FF2B5EF4-FFF2-40B4-BE49-F238E27FC236}">
                    <a16:creationId xmlns:a16="http://schemas.microsoft.com/office/drawing/2014/main" id="{9EE51517-BDC1-7405-CA11-A719025E0BC0}"/>
                  </a:ext>
                </a:extLst>
              </p:cNvPr>
              <p:cNvSpPr/>
              <p:nvPr/>
            </p:nvSpPr>
            <p:spPr>
              <a:xfrm>
                <a:off x="4612827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89" name="pg2888">
                <a:extLst>
                  <a:ext uri="{FF2B5EF4-FFF2-40B4-BE49-F238E27FC236}">
                    <a16:creationId xmlns:a16="http://schemas.microsoft.com/office/drawing/2014/main" id="{ADC1A817-F1C2-C0BC-4758-3AE4E2BE6A26}"/>
                  </a:ext>
                </a:extLst>
              </p:cNvPr>
              <p:cNvSpPr/>
              <p:nvPr/>
            </p:nvSpPr>
            <p:spPr>
              <a:xfrm>
                <a:off x="4624464" y="480999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3A5">
                  <a:alpha val="100000"/>
                </a:srgbClr>
              </a:solidFill>
              <a:ln w="5420" cap="flat">
                <a:solidFill>
                  <a:srgbClr val="3983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90" name="pg2889">
                <a:extLst>
                  <a:ext uri="{FF2B5EF4-FFF2-40B4-BE49-F238E27FC236}">
                    <a16:creationId xmlns:a16="http://schemas.microsoft.com/office/drawing/2014/main" id="{83896B77-EFCF-CE3F-422F-88C78F0CC63C}"/>
                  </a:ext>
                </a:extLst>
              </p:cNvPr>
              <p:cNvSpPr/>
              <p:nvPr/>
            </p:nvSpPr>
            <p:spPr>
              <a:xfrm>
                <a:off x="311161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91" name="pg2890">
                <a:extLst>
                  <a:ext uri="{FF2B5EF4-FFF2-40B4-BE49-F238E27FC236}">
                    <a16:creationId xmlns:a16="http://schemas.microsoft.com/office/drawing/2014/main" id="{128538B8-96B5-F4FD-81D8-55ACEDF5375A}"/>
                  </a:ext>
                </a:extLst>
              </p:cNvPr>
              <p:cNvSpPr/>
              <p:nvPr/>
            </p:nvSpPr>
            <p:spPr>
              <a:xfrm>
                <a:off x="3123249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92" name="pg2891">
                <a:extLst>
                  <a:ext uri="{FF2B5EF4-FFF2-40B4-BE49-F238E27FC236}">
                    <a16:creationId xmlns:a16="http://schemas.microsoft.com/office/drawing/2014/main" id="{DFD29C16-E731-98FD-E784-79F2C080DD66}"/>
                  </a:ext>
                </a:extLst>
              </p:cNvPr>
              <p:cNvSpPr/>
              <p:nvPr/>
            </p:nvSpPr>
            <p:spPr>
              <a:xfrm>
                <a:off x="313488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7">
                  <a:alpha val="100000"/>
                </a:srgbClr>
              </a:solidFill>
              <a:ln w="5420" cap="flat">
                <a:solidFill>
                  <a:srgbClr val="7E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93" name="pg2892">
                <a:extLst>
                  <a:ext uri="{FF2B5EF4-FFF2-40B4-BE49-F238E27FC236}">
                    <a16:creationId xmlns:a16="http://schemas.microsoft.com/office/drawing/2014/main" id="{9F970DA7-95DF-E7C7-D9C7-AB5CE5B406B7}"/>
                  </a:ext>
                </a:extLst>
              </p:cNvPr>
              <p:cNvSpPr/>
              <p:nvPr/>
            </p:nvSpPr>
            <p:spPr>
              <a:xfrm>
                <a:off x="314652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ED6B7">
                  <a:alpha val="100000"/>
                </a:srgbClr>
              </a:solidFill>
              <a:ln w="5420" cap="flat">
                <a:solidFill>
                  <a:srgbClr val="7E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94" name="pg2893">
                <a:extLst>
                  <a:ext uri="{FF2B5EF4-FFF2-40B4-BE49-F238E27FC236}">
                    <a16:creationId xmlns:a16="http://schemas.microsoft.com/office/drawing/2014/main" id="{155C062B-94A4-1768-8718-4E1C91E848FF}"/>
                  </a:ext>
                </a:extLst>
              </p:cNvPr>
              <p:cNvSpPr/>
              <p:nvPr/>
            </p:nvSpPr>
            <p:spPr>
              <a:xfrm>
                <a:off x="315816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95" name="pg2894">
                <a:extLst>
                  <a:ext uri="{FF2B5EF4-FFF2-40B4-BE49-F238E27FC236}">
                    <a16:creationId xmlns:a16="http://schemas.microsoft.com/office/drawing/2014/main" id="{2FACA86D-E95E-84EA-251D-0038FDCC6E27}"/>
                  </a:ext>
                </a:extLst>
              </p:cNvPr>
              <p:cNvSpPr/>
              <p:nvPr/>
            </p:nvSpPr>
            <p:spPr>
              <a:xfrm>
                <a:off x="316979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96" name="pg2895">
                <a:extLst>
                  <a:ext uri="{FF2B5EF4-FFF2-40B4-BE49-F238E27FC236}">
                    <a16:creationId xmlns:a16="http://schemas.microsoft.com/office/drawing/2014/main" id="{CB8EFE7D-AB49-8037-FB8F-6BDD7B67E571}"/>
                  </a:ext>
                </a:extLst>
              </p:cNvPr>
              <p:cNvSpPr/>
              <p:nvPr/>
            </p:nvSpPr>
            <p:spPr>
              <a:xfrm>
                <a:off x="318143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97" name="pg2896">
                <a:extLst>
                  <a:ext uri="{FF2B5EF4-FFF2-40B4-BE49-F238E27FC236}">
                    <a16:creationId xmlns:a16="http://schemas.microsoft.com/office/drawing/2014/main" id="{A7C20E6C-AFB9-14F3-C22B-323E41470F61}"/>
                  </a:ext>
                </a:extLst>
              </p:cNvPr>
              <p:cNvSpPr/>
              <p:nvPr/>
            </p:nvSpPr>
            <p:spPr>
              <a:xfrm>
                <a:off x="319307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98" name="pg2897">
                <a:extLst>
                  <a:ext uri="{FF2B5EF4-FFF2-40B4-BE49-F238E27FC236}">
                    <a16:creationId xmlns:a16="http://schemas.microsoft.com/office/drawing/2014/main" id="{F4EA4F6A-1A9F-08C5-5E64-308C3BEB3E62}"/>
                  </a:ext>
                </a:extLst>
              </p:cNvPr>
              <p:cNvSpPr/>
              <p:nvPr/>
            </p:nvSpPr>
            <p:spPr>
              <a:xfrm>
                <a:off x="320471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99" name="pg2898">
                <a:extLst>
                  <a:ext uri="{FF2B5EF4-FFF2-40B4-BE49-F238E27FC236}">
                    <a16:creationId xmlns:a16="http://schemas.microsoft.com/office/drawing/2014/main" id="{521179FE-B549-F913-B343-B897F9AA9483}"/>
                  </a:ext>
                </a:extLst>
              </p:cNvPr>
              <p:cNvSpPr/>
              <p:nvPr/>
            </p:nvSpPr>
            <p:spPr>
              <a:xfrm>
                <a:off x="321634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DAB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00" name="pg2899">
                <a:extLst>
                  <a:ext uri="{FF2B5EF4-FFF2-40B4-BE49-F238E27FC236}">
                    <a16:creationId xmlns:a16="http://schemas.microsoft.com/office/drawing/2014/main" id="{38EFD346-46CC-C890-B5DC-089B6D4FEAD3}"/>
                  </a:ext>
                </a:extLst>
              </p:cNvPr>
              <p:cNvSpPr/>
              <p:nvPr/>
            </p:nvSpPr>
            <p:spPr>
              <a:xfrm>
                <a:off x="322798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4AB">
                  <a:alpha val="100000"/>
                </a:srgbClr>
              </a:solidFill>
              <a:ln w="5420" cap="flat">
                <a:solidFill>
                  <a:srgbClr val="4F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01" name="pg2900">
                <a:extLst>
                  <a:ext uri="{FF2B5EF4-FFF2-40B4-BE49-F238E27FC236}">
                    <a16:creationId xmlns:a16="http://schemas.microsoft.com/office/drawing/2014/main" id="{D4DDA175-12F5-D312-0362-5CAC84AC5159}"/>
                  </a:ext>
                </a:extLst>
              </p:cNvPr>
              <p:cNvSpPr/>
              <p:nvPr/>
            </p:nvSpPr>
            <p:spPr>
              <a:xfrm>
                <a:off x="323962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02" name="pg2901">
                <a:extLst>
                  <a:ext uri="{FF2B5EF4-FFF2-40B4-BE49-F238E27FC236}">
                    <a16:creationId xmlns:a16="http://schemas.microsoft.com/office/drawing/2014/main" id="{B30919FB-A976-A955-C933-361AD92CF770}"/>
                  </a:ext>
                </a:extLst>
              </p:cNvPr>
              <p:cNvSpPr/>
              <p:nvPr/>
            </p:nvSpPr>
            <p:spPr>
              <a:xfrm>
                <a:off x="335599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03" name="pg2902">
                <a:extLst>
                  <a:ext uri="{FF2B5EF4-FFF2-40B4-BE49-F238E27FC236}">
                    <a16:creationId xmlns:a16="http://schemas.microsoft.com/office/drawing/2014/main" id="{DD5BC53B-EADA-366C-2E8D-A3A6EFC3BB45}"/>
                  </a:ext>
                </a:extLst>
              </p:cNvPr>
              <p:cNvSpPr/>
              <p:nvPr/>
            </p:nvSpPr>
            <p:spPr>
              <a:xfrm>
                <a:off x="336763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04" name="pg2903">
                <a:extLst>
                  <a:ext uri="{FF2B5EF4-FFF2-40B4-BE49-F238E27FC236}">
                    <a16:creationId xmlns:a16="http://schemas.microsoft.com/office/drawing/2014/main" id="{2D3F3671-3779-8C22-5CD2-A81FABCF7181}"/>
                  </a:ext>
                </a:extLst>
              </p:cNvPr>
              <p:cNvSpPr/>
              <p:nvPr/>
            </p:nvSpPr>
            <p:spPr>
              <a:xfrm>
                <a:off x="337927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05" name="pg2904">
                <a:extLst>
                  <a:ext uri="{FF2B5EF4-FFF2-40B4-BE49-F238E27FC236}">
                    <a16:creationId xmlns:a16="http://schemas.microsoft.com/office/drawing/2014/main" id="{97211FEE-0FD3-F735-6356-E2A72FA33DD5}"/>
                  </a:ext>
                </a:extLst>
              </p:cNvPr>
              <p:cNvSpPr/>
              <p:nvPr/>
            </p:nvSpPr>
            <p:spPr>
              <a:xfrm>
                <a:off x="339090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06" name="pg2905">
                <a:extLst>
                  <a:ext uri="{FF2B5EF4-FFF2-40B4-BE49-F238E27FC236}">
                    <a16:creationId xmlns:a16="http://schemas.microsoft.com/office/drawing/2014/main" id="{CBB0CB94-A8A8-BC7A-37F8-77797276B42B}"/>
                  </a:ext>
                </a:extLst>
              </p:cNvPr>
              <p:cNvSpPr/>
              <p:nvPr/>
            </p:nvSpPr>
            <p:spPr>
              <a:xfrm>
                <a:off x="340254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07" name="pg2906">
                <a:extLst>
                  <a:ext uri="{FF2B5EF4-FFF2-40B4-BE49-F238E27FC236}">
                    <a16:creationId xmlns:a16="http://schemas.microsoft.com/office/drawing/2014/main" id="{B914757D-E448-C36C-C014-3250B4C981CC}"/>
                  </a:ext>
                </a:extLst>
              </p:cNvPr>
              <p:cNvSpPr/>
              <p:nvPr/>
            </p:nvSpPr>
            <p:spPr>
              <a:xfrm>
                <a:off x="341418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08" name="pg2907">
                <a:extLst>
                  <a:ext uri="{FF2B5EF4-FFF2-40B4-BE49-F238E27FC236}">
                    <a16:creationId xmlns:a16="http://schemas.microsoft.com/office/drawing/2014/main" id="{EAF48FD0-84DF-4C4A-A0A7-F98B3F79F494}"/>
                  </a:ext>
                </a:extLst>
              </p:cNvPr>
              <p:cNvSpPr/>
              <p:nvPr/>
            </p:nvSpPr>
            <p:spPr>
              <a:xfrm>
                <a:off x="3425819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09" name="pg2908">
                <a:extLst>
                  <a:ext uri="{FF2B5EF4-FFF2-40B4-BE49-F238E27FC236}">
                    <a16:creationId xmlns:a16="http://schemas.microsoft.com/office/drawing/2014/main" id="{7E8279C7-3DB9-5013-AA28-B2D794D987A5}"/>
                  </a:ext>
                </a:extLst>
              </p:cNvPr>
              <p:cNvSpPr/>
              <p:nvPr/>
            </p:nvSpPr>
            <p:spPr>
              <a:xfrm>
                <a:off x="343745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10" name="pg2909">
                <a:extLst>
                  <a:ext uri="{FF2B5EF4-FFF2-40B4-BE49-F238E27FC236}">
                    <a16:creationId xmlns:a16="http://schemas.microsoft.com/office/drawing/2014/main" id="{BCE381DE-67B0-5D70-ED1A-88E99B065EE9}"/>
                  </a:ext>
                </a:extLst>
              </p:cNvPr>
              <p:cNvSpPr/>
              <p:nvPr/>
            </p:nvSpPr>
            <p:spPr>
              <a:xfrm>
                <a:off x="3449094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11" name="pg2910">
                <a:extLst>
                  <a:ext uri="{FF2B5EF4-FFF2-40B4-BE49-F238E27FC236}">
                    <a16:creationId xmlns:a16="http://schemas.microsoft.com/office/drawing/2014/main" id="{A79D92F8-A895-F017-5B97-7EEEAD5899DB}"/>
                  </a:ext>
                </a:extLst>
              </p:cNvPr>
              <p:cNvSpPr/>
              <p:nvPr/>
            </p:nvSpPr>
            <p:spPr>
              <a:xfrm>
                <a:off x="346073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1D2B2">
                  <a:alpha val="100000"/>
                </a:srgbClr>
              </a:solidFill>
              <a:ln w="5420" cap="flat">
                <a:solidFill>
                  <a:srgbClr val="71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12" name="pg2911">
                <a:extLst>
                  <a:ext uri="{FF2B5EF4-FFF2-40B4-BE49-F238E27FC236}">
                    <a16:creationId xmlns:a16="http://schemas.microsoft.com/office/drawing/2014/main" id="{F420086C-F10D-4D75-95D2-9F803895161D}"/>
                  </a:ext>
                </a:extLst>
              </p:cNvPr>
              <p:cNvSpPr/>
              <p:nvPr/>
            </p:nvSpPr>
            <p:spPr>
              <a:xfrm>
                <a:off x="348400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13" name="pg2912">
                <a:extLst>
                  <a:ext uri="{FF2B5EF4-FFF2-40B4-BE49-F238E27FC236}">
                    <a16:creationId xmlns:a16="http://schemas.microsoft.com/office/drawing/2014/main" id="{603ACD33-B05B-B236-44E3-D60951F3FED7}"/>
                  </a:ext>
                </a:extLst>
              </p:cNvPr>
              <p:cNvSpPr/>
              <p:nvPr/>
            </p:nvSpPr>
            <p:spPr>
              <a:xfrm>
                <a:off x="349564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14" name="pg2913">
                <a:extLst>
                  <a:ext uri="{FF2B5EF4-FFF2-40B4-BE49-F238E27FC236}">
                    <a16:creationId xmlns:a16="http://schemas.microsoft.com/office/drawing/2014/main" id="{B51D536E-EA30-E854-9CB6-7B712F61D0B9}"/>
                  </a:ext>
                </a:extLst>
              </p:cNvPr>
              <p:cNvSpPr/>
              <p:nvPr/>
            </p:nvSpPr>
            <p:spPr>
              <a:xfrm>
                <a:off x="350728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15" name="pg2914">
                <a:extLst>
                  <a:ext uri="{FF2B5EF4-FFF2-40B4-BE49-F238E27FC236}">
                    <a16:creationId xmlns:a16="http://schemas.microsoft.com/office/drawing/2014/main" id="{BB2AEBB2-56B2-C728-E4DE-77F8B5FC5242}"/>
                  </a:ext>
                </a:extLst>
              </p:cNvPr>
              <p:cNvSpPr/>
              <p:nvPr/>
            </p:nvSpPr>
            <p:spPr>
              <a:xfrm>
                <a:off x="351891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16" name="pg2915">
                <a:extLst>
                  <a:ext uri="{FF2B5EF4-FFF2-40B4-BE49-F238E27FC236}">
                    <a16:creationId xmlns:a16="http://schemas.microsoft.com/office/drawing/2014/main" id="{638639B7-1CDD-3840-926D-FC686E5F33A8}"/>
                  </a:ext>
                </a:extLst>
              </p:cNvPr>
              <p:cNvSpPr/>
              <p:nvPr/>
            </p:nvSpPr>
            <p:spPr>
              <a:xfrm>
                <a:off x="353055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17" name="pg2916">
                <a:extLst>
                  <a:ext uri="{FF2B5EF4-FFF2-40B4-BE49-F238E27FC236}">
                    <a16:creationId xmlns:a16="http://schemas.microsoft.com/office/drawing/2014/main" id="{55190CA7-210F-3FB7-C87A-11A1427B0E8E}"/>
                  </a:ext>
                </a:extLst>
              </p:cNvPr>
              <p:cNvSpPr/>
              <p:nvPr/>
            </p:nvSpPr>
            <p:spPr>
              <a:xfrm>
                <a:off x="354219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18" name="pg2917">
                <a:extLst>
                  <a:ext uri="{FF2B5EF4-FFF2-40B4-BE49-F238E27FC236}">
                    <a16:creationId xmlns:a16="http://schemas.microsoft.com/office/drawing/2014/main" id="{594704EB-51CB-9164-A600-94B7EC76F00F}"/>
                  </a:ext>
                </a:extLst>
              </p:cNvPr>
              <p:cNvSpPr/>
              <p:nvPr/>
            </p:nvSpPr>
            <p:spPr>
              <a:xfrm>
                <a:off x="355383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19" name="pg2918">
                <a:extLst>
                  <a:ext uri="{FF2B5EF4-FFF2-40B4-BE49-F238E27FC236}">
                    <a16:creationId xmlns:a16="http://schemas.microsoft.com/office/drawing/2014/main" id="{8496D27F-AA8A-E00A-23A0-6AA92AF2B964}"/>
                  </a:ext>
                </a:extLst>
              </p:cNvPr>
              <p:cNvSpPr/>
              <p:nvPr/>
            </p:nvSpPr>
            <p:spPr>
              <a:xfrm>
                <a:off x="356546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20" name="pg2919">
                <a:extLst>
                  <a:ext uri="{FF2B5EF4-FFF2-40B4-BE49-F238E27FC236}">
                    <a16:creationId xmlns:a16="http://schemas.microsoft.com/office/drawing/2014/main" id="{5F0F90CF-F2DC-7D5A-3788-EFE2E741D7F2}"/>
                  </a:ext>
                </a:extLst>
              </p:cNvPr>
              <p:cNvSpPr/>
              <p:nvPr/>
            </p:nvSpPr>
            <p:spPr>
              <a:xfrm>
                <a:off x="358874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21" name="pg2920">
                <a:extLst>
                  <a:ext uri="{FF2B5EF4-FFF2-40B4-BE49-F238E27FC236}">
                    <a16:creationId xmlns:a16="http://schemas.microsoft.com/office/drawing/2014/main" id="{B27AAB90-3A7F-D43D-14D9-AB0385BBE8DB}"/>
                  </a:ext>
                </a:extLst>
              </p:cNvPr>
              <p:cNvSpPr/>
              <p:nvPr/>
            </p:nvSpPr>
            <p:spPr>
              <a:xfrm>
                <a:off x="3600379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22" name="pg2921">
                <a:extLst>
                  <a:ext uri="{FF2B5EF4-FFF2-40B4-BE49-F238E27FC236}">
                    <a16:creationId xmlns:a16="http://schemas.microsoft.com/office/drawing/2014/main" id="{A92EDB0A-718D-F2D5-1901-0CC70ECC5347}"/>
                  </a:ext>
                </a:extLst>
              </p:cNvPr>
              <p:cNvSpPr/>
              <p:nvPr/>
            </p:nvSpPr>
            <p:spPr>
              <a:xfrm>
                <a:off x="361201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23" name="pg2922">
                <a:extLst>
                  <a:ext uri="{FF2B5EF4-FFF2-40B4-BE49-F238E27FC236}">
                    <a16:creationId xmlns:a16="http://schemas.microsoft.com/office/drawing/2014/main" id="{0A1C271E-F6C7-6B4E-DFEE-6107AB959398}"/>
                  </a:ext>
                </a:extLst>
              </p:cNvPr>
              <p:cNvSpPr/>
              <p:nvPr/>
            </p:nvSpPr>
            <p:spPr>
              <a:xfrm>
                <a:off x="3623654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24" name="pg2923">
                <a:extLst>
                  <a:ext uri="{FF2B5EF4-FFF2-40B4-BE49-F238E27FC236}">
                    <a16:creationId xmlns:a16="http://schemas.microsoft.com/office/drawing/2014/main" id="{C7FB97F0-8CCC-77F4-01C3-250FEF2C483D}"/>
                  </a:ext>
                </a:extLst>
              </p:cNvPr>
              <p:cNvSpPr/>
              <p:nvPr/>
            </p:nvSpPr>
            <p:spPr>
              <a:xfrm>
                <a:off x="363529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25" name="pg2924">
                <a:extLst>
                  <a:ext uri="{FF2B5EF4-FFF2-40B4-BE49-F238E27FC236}">
                    <a16:creationId xmlns:a16="http://schemas.microsoft.com/office/drawing/2014/main" id="{5C282E6C-9295-3B91-09A7-0628601BAB6F}"/>
                  </a:ext>
                </a:extLst>
              </p:cNvPr>
              <p:cNvSpPr/>
              <p:nvPr/>
            </p:nvSpPr>
            <p:spPr>
              <a:xfrm>
                <a:off x="364692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26" name="pg2925">
                <a:extLst>
                  <a:ext uri="{FF2B5EF4-FFF2-40B4-BE49-F238E27FC236}">
                    <a16:creationId xmlns:a16="http://schemas.microsoft.com/office/drawing/2014/main" id="{4CDAD7DA-F60F-EB7F-6B91-8C1833EEA5AA}"/>
                  </a:ext>
                </a:extLst>
              </p:cNvPr>
              <p:cNvSpPr/>
              <p:nvPr/>
            </p:nvSpPr>
            <p:spPr>
              <a:xfrm>
                <a:off x="365856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27" name="pg2926">
                <a:extLst>
                  <a:ext uri="{FF2B5EF4-FFF2-40B4-BE49-F238E27FC236}">
                    <a16:creationId xmlns:a16="http://schemas.microsoft.com/office/drawing/2014/main" id="{18ECCD6B-CFC9-E732-4C6E-13329B9BF46A}"/>
                  </a:ext>
                </a:extLst>
              </p:cNvPr>
              <p:cNvSpPr/>
              <p:nvPr/>
            </p:nvSpPr>
            <p:spPr>
              <a:xfrm>
                <a:off x="367020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28" name="pg2927">
                <a:extLst>
                  <a:ext uri="{FF2B5EF4-FFF2-40B4-BE49-F238E27FC236}">
                    <a16:creationId xmlns:a16="http://schemas.microsoft.com/office/drawing/2014/main" id="{ED6B2D39-58A5-56C7-CA11-F8729246BE31}"/>
                  </a:ext>
                </a:extLst>
              </p:cNvPr>
              <p:cNvSpPr/>
              <p:nvPr/>
            </p:nvSpPr>
            <p:spPr>
              <a:xfrm>
                <a:off x="368184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29" name="pg2928">
                <a:extLst>
                  <a:ext uri="{FF2B5EF4-FFF2-40B4-BE49-F238E27FC236}">
                    <a16:creationId xmlns:a16="http://schemas.microsoft.com/office/drawing/2014/main" id="{6FB65D52-87ED-CEBA-7D48-A8FB1148848A}"/>
                  </a:ext>
                </a:extLst>
              </p:cNvPr>
              <p:cNvSpPr/>
              <p:nvPr/>
            </p:nvSpPr>
            <p:spPr>
              <a:xfrm>
                <a:off x="369347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30" name="pg2929">
                <a:extLst>
                  <a:ext uri="{FF2B5EF4-FFF2-40B4-BE49-F238E27FC236}">
                    <a16:creationId xmlns:a16="http://schemas.microsoft.com/office/drawing/2014/main" id="{E3B33BEE-4379-7A6C-5132-850DAC90727E}"/>
                  </a:ext>
                </a:extLst>
              </p:cNvPr>
              <p:cNvSpPr/>
              <p:nvPr/>
            </p:nvSpPr>
            <p:spPr>
              <a:xfrm>
                <a:off x="370511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31" name="pg2930">
                <a:extLst>
                  <a:ext uri="{FF2B5EF4-FFF2-40B4-BE49-F238E27FC236}">
                    <a16:creationId xmlns:a16="http://schemas.microsoft.com/office/drawing/2014/main" id="{1D9E9CC2-0BDC-0A74-0E5C-D8D013C1CA65}"/>
                  </a:ext>
                </a:extLst>
              </p:cNvPr>
              <p:cNvSpPr/>
              <p:nvPr/>
            </p:nvSpPr>
            <p:spPr>
              <a:xfrm>
                <a:off x="371675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32" name="pg2931">
                <a:extLst>
                  <a:ext uri="{FF2B5EF4-FFF2-40B4-BE49-F238E27FC236}">
                    <a16:creationId xmlns:a16="http://schemas.microsoft.com/office/drawing/2014/main" id="{DABD94E0-CDAA-858A-2D33-5FF4533BFB7F}"/>
                  </a:ext>
                </a:extLst>
              </p:cNvPr>
              <p:cNvSpPr/>
              <p:nvPr/>
            </p:nvSpPr>
            <p:spPr>
              <a:xfrm>
                <a:off x="372839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33" name="pg2932">
                <a:extLst>
                  <a:ext uri="{FF2B5EF4-FFF2-40B4-BE49-F238E27FC236}">
                    <a16:creationId xmlns:a16="http://schemas.microsoft.com/office/drawing/2014/main" id="{4C0DE8B9-DB03-AB54-3BD6-F4C43C445CE4}"/>
                  </a:ext>
                </a:extLst>
              </p:cNvPr>
              <p:cNvSpPr/>
              <p:nvPr/>
            </p:nvSpPr>
            <p:spPr>
              <a:xfrm>
                <a:off x="374002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34" name="pg2933">
                <a:extLst>
                  <a:ext uri="{FF2B5EF4-FFF2-40B4-BE49-F238E27FC236}">
                    <a16:creationId xmlns:a16="http://schemas.microsoft.com/office/drawing/2014/main" id="{90ABB80D-D1D1-2B05-6BF2-8CCF6AD0B699}"/>
                  </a:ext>
                </a:extLst>
              </p:cNvPr>
              <p:cNvSpPr/>
              <p:nvPr/>
            </p:nvSpPr>
            <p:spPr>
              <a:xfrm>
                <a:off x="3751664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35" name="pg2934">
                <a:extLst>
                  <a:ext uri="{FF2B5EF4-FFF2-40B4-BE49-F238E27FC236}">
                    <a16:creationId xmlns:a16="http://schemas.microsoft.com/office/drawing/2014/main" id="{E09B5090-E913-3C51-E9D2-5A00E7064B59}"/>
                  </a:ext>
                </a:extLst>
              </p:cNvPr>
              <p:cNvSpPr/>
              <p:nvPr/>
            </p:nvSpPr>
            <p:spPr>
              <a:xfrm>
                <a:off x="376330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66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36" name="pg2935">
                <a:extLst>
                  <a:ext uri="{FF2B5EF4-FFF2-40B4-BE49-F238E27FC236}">
                    <a16:creationId xmlns:a16="http://schemas.microsoft.com/office/drawing/2014/main" id="{9310199F-4B79-AEC2-81CA-B8A627449C1E}"/>
                  </a:ext>
                </a:extLst>
              </p:cNvPr>
              <p:cNvSpPr/>
              <p:nvPr/>
            </p:nvSpPr>
            <p:spPr>
              <a:xfrm>
                <a:off x="3774939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EAD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37" name="pg2936">
                <a:extLst>
                  <a:ext uri="{FF2B5EF4-FFF2-40B4-BE49-F238E27FC236}">
                    <a16:creationId xmlns:a16="http://schemas.microsoft.com/office/drawing/2014/main" id="{CF56EAF5-2222-6032-D810-37079D69B428}"/>
                  </a:ext>
                </a:extLst>
              </p:cNvPr>
              <p:cNvSpPr/>
              <p:nvPr/>
            </p:nvSpPr>
            <p:spPr>
              <a:xfrm>
                <a:off x="4158971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38" name="pg2937">
                <a:extLst>
                  <a:ext uri="{FF2B5EF4-FFF2-40B4-BE49-F238E27FC236}">
                    <a16:creationId xmlns:a16="http://schemas.microsoft.com/office/drawing/2014/main" id="{57CE81FA-B86C-C2D9-FE77-53AF4005BE08}"/>
                  </a:ext>
                </a:extLst>
              </p:cNvPr>
              <p:cNvSpPr/>
              <p:nvPr/>
            </p:nvSpPr>
            <p:spPr>
              <a:xfrm>
                <a:off x="434516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EAA">
                  <a:alpha val="100000"/>
                </a:srgbClr>
              </a:solidFill>
              <a:ln w="5420" cap="flat">
                <a:solidFill>
                  <a:srgbClr val="3C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39" name="pg2938">
                <a:extLst>
                  <a:ext uri="{FF2B5EF4-FFF2-40B4-BE49-F238E27FC236}">
                    <a16:creationId xmlns:a16="http://schemas.microsoft.com/office/drawing/2014/main" id="{AF290572-9F6E-B47E-F969-6BDED8363ED1}"/>
                  </a:ext>
                </a:extLst>
              </p:cNvPr>
              <p:cNvSpPr/>
              <p:nvPr/>
            </p:nvSpPr>
            <p:spPr>
              <a:xfrm>
                <a:off x="4356806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40" name="pg2939">
                <a:extLst>
                  <a:ext uri="{FF2B5EF4-FFF2-40B4-BE49-F238E27FC236}">
                    <a16:creationId xmlns:a16="http://schemas.microsoft.com/office/drawing/2014/main" id="{3395C092-2FCE-C7C8-C126-BAA810CD71E6}"/>
                  </a:ext>
                </a:extLst>
              </p:cNvPr>
              <p:cNvSpPr/>
              <p:nvPr/>
            </p:nvSpPr>
            <p:spPr>
              <a:xfrm>
                <a:off x="4368443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41" name="pg2940">
                <a:extLst>
                  <a:ext uri="{FF2B5EF4-FFF2-40B4-BE49-F238E27FC236}">
                    <a16:creationId xmlns:a16="http://schemas.microsoft.com/office/drawing/2014/main" id="{4C8E33B3-D7F0-FD05-987E-D29E646FDB4E}"/>
                  </a:ext>
                </a:extLst>
              </p:cNvPr>
              <p:cNvSpPr/>
              <p:nvPr/>
            </p:nvSpPr>
            <p:spPr>
              <a:xfrm>
                <a:off x="438008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42" name="pg2941">
                <a:extLst>
                  <a:ext uri="{FF2B5EF4-FFF2-40B4-BE49-F238E27FC236}">
                    <a16:creationId xmlns:a16="http://schemas.microsoft.com/office/drawing/2014/main" id="{B72A6E4B-9987-BD08-8880-C4E24A41C3D2}"/>
                  </a:ext>
                </a:extLst>
              </p:cNvPr>
              <p:cNvSpPr/>
              <p:nvPr/>
            </p:nvSpPr>
            <p:spPr>
              <a:xfrm>
                <a:off x="4391718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43" name="pg2942">
                <a:extLst>
                  <a:ext uri="{FF2B5EF4-FFF2-40B4-BE49-F238E27FC236}">
                    <a16:creationId xmlns:a16="http://schemas.microsoft.com/office/drawing/2014/main" id="{20686F86-82AA-410D-D81C-5D8B4FB93668}"/>
                  </a:ext>
                </a:extLst>
              </p:cNvPr>
              <p:cNvSpPr/>
              <p:nvPr/>
            </p:nvSpPr>
            <p:spPr>
              <a:xfrm>
                <a:off x="440335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44" name="pg2943">
                <a:extLst>
                  <a:ext uri="{FF2B5EF4-FFF2-40B4-BE49-F238E27FC236}">
                    <a16:creationId xmlns:a16="http://schemas.microsoft.com/office/drawing/2014/main" id="{140B3067-FAA8-7B12-5A65-F16B9126DEE5}"/>
                  </a:ext>
                </a:extLst>
              </p:cNvPr>
              <p:cNvSpPr/>
              <p:nvPr/>
            </p:nvSpPr>
            <p:spPr>
              <a:xfrm>
                <a:off x="441499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45" name="pg2944">
                <a:extLst>
                  <a:ext uri="{FF2B5EF4-FFF2-40B4-BE49-F238E27FC236}">
                    <a16:creationId xmlns:a16="http://schemas.microsoft.com/office/drawing/2014/main" id="{6B05A98A-DB7E-9501-3C73-890E00F1659F}"/>
                  </a:ext>
                </a:extLst>
              </p:cNvPr>
              <p:cNvSpPr/>
              <p:nvPr/>
            </p:nvSpPr>
            <p:spPr>
              <a:xfrm>
                <a:off x="4577915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46" name="pg2945">
                <a:extLst>
                  <a:ext uri="{FF2B5EF4-FFF2-40B4-BE49-F238E27FC236}">
                    <a16:creationId xmlns:a16="http://schemas.microsoft.com/office/drawing/2014/main" id="{D99305BD-4DAE-7936-FC5F-A09B51B4E93B}"/>
                  </a:ext>
                </a:extLst>
              </p:cNvPr>
              <p:cNvSpPr/>
              <p:nvPr/>
            </p:nvSpPr>
            <p:spPr>
              <a:xfrm>
                <a:off x="4589552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47" name="pg2946">
                <a:extLst>
                  <a:ext uri="{FF2B5EF4-FFF2-40B4-BE49-F238E27FC236}">
                    <a16:creationId xmlns:a16="http://schemas.microsoft.com/office/drawing/2014/main" id="{B2331429-08A2-4F3A-265F-AEE0814032B0}"/>
                  </a:ext>
                </a:extLst>
              </p:cNvPr>
              <p:cNvSpPr/>
              <p:nvPr/>
            </p:nvSpPr>
            <p:spPr>
              <a:xfrm>
                <a:off x="4601190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48" name="pg2947">
                <a:extLst>
                  <a:ext uri="{FF2B5EF4-FFF2-40B4-BE49-F238E27FC236}">
                    <a16:creationId xmlns:a16="http://schemas.microsoft.com/office/drawing/2014/main" id="{644B5046-3A32-6007-88EB-E25CFD037D18}"/>
                  </a:ext>
                </a:extLst>
              </p:cNvPr>
              <p:cNvSpPr/>
              <p:nvPr/>
            </p:nvSpPr>
            <p:spPr>
              <a:xfrm>
                <a:off x="4612827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49" name="pg2948">
                <a:extLst>
                  <a:ext uri="{FF2B5EF4-FFF2-40B4-BE49-F238E27FC236}">
                    <a16:creationId xmlns:a16="http://schemas.microsoft.com/office/drawing/2014/main" id="{2E39E725-FD11-5795-952F-90B2AA435BD5}"/>
                  </a:ext>
                </a:extLst>
              </p:cNvPr>
              <p:cNvSpPr/>
              <p:nvPr/>
            </p:nvSpPr>
            <p:spPr>
              <a:xfrm>
                <a:off x="4624464" y="48243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4A5">
                  <a:alpha val="100000"/>
                </a:srgbClr>
              </a:solidFill>
              <a:ln w="5420" cap="flat">
                <a:solidFill>
                  <a:srgbClr val="3984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50" name="pg2949">
                <a:extLst>
                  <a:ext uri="{FF2B5EF4-FFF2-40B4-BE49-F238E27FC236}">
                    <a16:creationId xmlns:a16="http://schemas.microsoft.com/office/drawing/2014/main" id="{5A2E4CB1-C204-D4A7-00C9-47006D3F2FAD}"/>
                  </a:ext>
                </a:extLst>
              </p:cNvPr>
              <p:cNvSpPr/>
              <p:nvPr/>
            </p:nvSpPr>
            <p:spPr>
              <a:xfrm>
                <a:off x="3099974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E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51" name="pg2950">
                <a:extLst>
                  <a:ext uri="{FF2B5EF4-FFF2-40B4-BE49-F238E27FC236}">
                    <a16:creationId xmlns:a16="http://schemas.microsoft.com/office/drawing/2014/main" id="{34C9BF3B-31DB-A038-9D35-2DA7B601E0B2}"/>
                  </a:ext>
                </a:extLst>
              </p:cNvPr>
              <p:cNvSpPr/>
              <p:nvPr/>
            </p:nvSpPr>
            <p:spPr>
              <a:xfrm>
                <a:off x="311161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52" name="pg2951">
                <a:extLst>
                  <a:ext uri="{FF2B5EF4-FFF2-40B4-BE49-F238E27FC236}">
                    <a16:creationId xmlns:a16="http://schemas.microsoft.com/office/drawing/2014/main" id="{4A1A69A1-0059-4B4C-AF44-7EFACF00BD3C}"/>
                  </a:ext>
                </a:extLst>
              </p:cNvPr>
              <p:cNvSpPr/>
              <p:nvPr/>
            </p:nvSpPr>
            <p:spPr>
              <a:xfrm>
                <a:off x="3123249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53" name="pg2952">
                <a:extLst>
                  <a:ext uri="{FF2B5EF4-FFF2-40B4-BE49-F238E27FC236}">
                    <a16:creationId xmlns:a16="http://schemas.microsoft.com/office/drawing/2014/main" id="{9CDFBA0E-2408-30CA-7360-C3502EA7ABBE}"/>
                  </a:ext>
                </a:extLst>
              </p:cNvPr>
              <p:cNvSpPr/>
              <p:nvPr/>
            </p:nvSpPr>
            <p:spPr>
              <a:xfrm>
                <a:off x="313488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54" name="pg2953">
                <a:extLst>
                  <a:ext uri="{FF2B5EF4-FFF2-40B4-BE49-F238E27FC236}">
                    <a16:creationId xmlns:a16="http://schemas.microsoft.com/office/drawing/2014/main" id="{C5CB96BF-B1F3-906D-55D5-522B69238E07}"/>
                  </a:ext>
                </a:extLst>
              </p:cNvPr>
              <p:cNvSpPr/>
              <p:nvPr/>
            </p:nvSpPr>
            <p:spPr>
              <a:xfrm>
                <a:off x="314652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55" name="pg2954">
                <a:extLst>
                  <a:ext uri="{FF2B5EF4-FFF2-40B4-BE49-F238E27FC236}">
                    <a16:creationId xmlns:a16="http://schemas.microsoft.com/office/drawing/2014/main" id="{3736874E-BEB0-DF7A-0246-C47807F8200C}"/>
                  </a:ext>
                </a:extLst>
              </p:cNvPr>
              <p:cNvSpPr/>
              <p:nvPr/>
            </p:nvSpPr>
            <p:spPr>
              <a:xfrm>
                <a:off x="315816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56" name="pg2955">
                <a:extLst>
                  <a:ext uri="{FF2B5EF4-FFF2-40B4-BE49-F238E27FC236}">
                    <a16:creationId xmlns:a16="http://schemas.microsoft.com/office/drawing/2014/main" id="{7364C4C5-4892-7D94-0242-67CEB10B448B}"/>
                  </a:ext>
                </a:extLst>
              </p:cNvPr>
              <p:cNvSpPr/>
              <p:nvPr/>
            </p:nvSpPr>
            <p:spPr>
              <a:xfrm>
                <a:off x="316979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57" name="pg2956">
                <a:extLst>
                  <a:ext uri="{FF2B5EF4-FFF2-40B4-BE49-F238E27FC236}">
                    <a16:creationId xmlns:a16="http://schemas.microsoft.com/office/drawing/2014/main" id="{0F090C3D-F8C3-E515-B0BD-4EDD5F1B0BBD}"/>
                  </a:ext>
                </a:extLst>
              </p:cNvPr>
              <p:cNvSpPr/>
              <p:nvPr/>
            </p:nvSpPr>
            <p:spPr>
              <a:xfrm>
                <a:off x="318143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58" name="pg2957">
                <a:extLst>
                  <a:ext uri="{FF2B5EF4-FFF2-40B4-BE49-F238E27FC236}">
                    <a16:creationId xmlns:a16="http://schemas.microsoft.com/office/drawing/2014/main" id="{69F42958-13EB-900E-6AA5-F27A2F66F107}"/>
                  </a:ext>
                </a:extLst>
              </p:cNvPr>
              <p:cNvSpPr/>
              <p:nvPr/>
            </p:nvSpPr>
            <p:spPr>
              <a:xfrm>
                <a:off x="319307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59" name="pg2958">
                <a:extLst>
                  <a:ext uri="{FF2B5EF4-FFF2-40B4-BE49-F238E27FC236}">
                    <a16:creationId xmlns:a16="http://schemas.microsoft.com/office/drawing/2014/main" id="{52FC836D-FCBE-9BB1-0B5C-4DEE9503BF2B}"/>
                  </a:ext>
                </a:extLst>
              </p:cNvPr>
              <p:cNvSpPr/>
              <p:nvPr/>
            </p:nvSpPr>
            <p:spPr>
              <a:xfrm>
                <a:off x="320471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60" name="pg2959">
                <a:extLst>
                  <a:ext uri="{FF2B5EF4-FFF2-40B4-BE49-F238E27FC236}">
                    <a16:creationId xmlns:a16="http://schemas.microsoft.com/office/drawing/2014/main" id="{ABFB4678-7E0E-3B76-712F-93643CC04885}"/>
                  </a:ext>
                </a:extLst>
              </p:cNvPr>
              <p:cNvSpPr/>
              <p:nvPr/>
            </p:nvSpPr>
            <p:spPr>
              <a:xfrm>
                <a:off x="341418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61" name="pg2960">
                <a:extLst>
                  <a:ext uri="{FF2B5EF4-FFF2-40B4-BE49-F238E27FC236}">
                    <a16:creationId xmlns:a16="http://schemas.microsoft.com/office/drawing/2014/main" id="{36E199E3-C84A-5B6C-0828-3520C36E0167}"/>
                  </a:ext>
                </a:extLst>
              </p:cNvPr>
              <p:cNvSpPr/>
              <p:nvPr/>
            </p:nvSpPr>
            <p:spPr>
              <a:xfrm>
                <a:off x="3425819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62" name="pg2961">
                <a:extLst>
                  <a:ext uri="{FF2B5EF4-FFF2-40B4-BE49-F238E27FC236}">
                    <a16:creationId xmlns:a16="http://schemas.microsoft.com/office/drawing/2014/main" id="{3CD67945-3182-4B2D-3ABD-AA28E1446D88}"/>
                  </a:ext>
                </a:extLst>
              </p:cNvPr>
              <p:cNvSpPr/>
              <p:nvPr/>
            </p:nvSpPr>
            <p:spPr>
              <a:xfrm>
                <a:off x="349564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70D2B2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63" name="pg2962">
                <a:extLst>
                  <a:ext uri="{FF2B5EF4-FFF2-40B4-BE49-F238E27FC236}">
                    <a16:creationId xmlns:a16="http://schemas.microsoft.com/office/drawing/2014/main" id="{7653522E-1398-B601-AB82-5B28911E5750}"/>
                  </a:ext>
                </a:extLst>
              </p:cNvPr>
              <p:cNvSpPr/>
              <p:nvPr/>
            </p:nvSpPr>
            <p:spPr>
              <a:xfrm>
                <a:off x="350728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64" name="pg2963">
                <a:extLst>
                  <a:ext uri="{FF2B5EF4-FFF2-40B4-BE49-F238E27FC236}">
                    <a16:creationId xmlns:a16="http://schemas.microsoft.com/office/drawing/2014/main" id="{87DD7245-98FF-6151-A0E4-B7429F9E4855}"/>
                  </a:ext>
                </a:extLst>
              </p:cNvPr>
              <p:cNvSpPr/>
              <p:nvPr/>
            </p:nvSpPr>
            <p:spPr>
              <a:xfrm>
                <a:off x="351891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65" name="pg2964">
                <a:extLst>
                  <a:ext uri="{FF2B5EF4-FFF2-40B4-BE49-F238E27FC236}">
                    <a16:creationId xmlns:a16="http://schemas.microsoft.com/office/drawing/2014/main" id="{36A2E2C5-DBE3-E2DB-9D47-EBABAB7E08BA}"/>
                  </a:ext>
                </a:extLst>
              </p:cNvPr>
              <p:cNvSpPr/>
              <p:nvPr/>
            </p:nvSpPr>
            <p:spPr>
              <a:xfrm>
                <a:off x="353055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6D0AE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66" name="pg2965">
                <a:extLst>
                  <a:ext uri="{FF2B5EF4-FFF2-40B4-BE49-F238E27FC236}">
                    <a16:creationId xmlns:a16="http://schemas.microsoft.com/office/drawing/2014/main" id="{6D274496-E09B-94FD-549B-0EC9E3D133E0}"/>
                  </a:ext>
                </a:extLst>
              </p:cNvPr>
              <p:cNvSpPr/>
              <p:nvPr/>
            </p:nvSpPr>
            <p:spPr>
              <a:xfrm>
                <a:off x="354219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67" name="pg2966">
                <a:extLst>
                  <a:ext uri="{FF2B5EF4-FFF2-40B4-BE49-F238E27FC236}">
                    <a16:creationId xmlns:a16="http://schemas.microsoft.com/office/drawing/2014/main" id="{13A0B303-3AA8-C116-317E-62173A380AC7}"/>
                  </a:ext>
                </a:extLst>
              </p:cNvPr>
              <p:cNvSpPr/>
              <p:nvPr/>
            </p:nvSpPr>
            <p:spPr>
              <a:xfrm>
                <a:off x="355383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68" name="pg2967">
                <a:extLst>
                  <a:ext uri="{FF2B5EF4-FFF2-40B4-BE49-F238E27FC236}">
                    <a16:creationId xmlns:a16="http://schemas.microsoft.com/office/drawing/2014/main" id="{F323E18B-CC26-BC77-DA2C-2FD2B0AA146C}"/>
                  </a:ext>
                </a:extLst>
              </p:cNvPr>
              <p:cNvSpPr/>
              <p:nvPr/>
            </p:nvSpPr>
            <p:spPr>
              <a:xfrm>
                <a:off x="3565467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69" name="pg2968">
                <a:extLst>
                  <a:ext uri="{FF2B5EF4-FFF2-40B4-BE49-F238E27FC236}">
                    <a16:creationId xmlns:a16="http://schemas.microsoft.com/office/drawing/2014/main" id="{577257A7-1145-196A-02E7-BDB4017FD0D3}"/>
                  </a:ext>
                </a:extLst>
              </p:cNvPr>
              <p:cNvSpPr/>
              <p:nvPr/>
            </p:nvSpPr>
            <p:spPr>
              <a:xfrm>
                <a:off x="357710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70" name="pg2969">
                <a:extLst>
                  <a:ext uri="{FF2B5EF4-FFF2-40B4-BE49-F238E27FC236}">
                    <a16:creationId xmlns:a16="http://schemas.microsoft.com/office/drawing/2014/main" id="{01DD48A4-52E4-6D9E-837F-BF71DCBFDCCB}"/>
                  </a:ext>
                </a:extLst>
              </p:cNvPr>
              <p:cNvSpPr/>
              <p:nvPr/>
            </p:nvSpPr>
            <p:spPr>
              <a:xfrm>
                <a:off x="358874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71" name="pg2970">
                <a:extLst>
                  <a:ext uri="{FF2B5EF4-FFF2-40B4-BE49-F238E27FC236}">
                    <a16:creationId xmlns:a16="http://schemas.microsoft.com/office/drawing/2014/main" id="{ECF86D2E-0A59-D803-B7D2-DCDDBF062C7A}"/>
                  </a:ext>
                </a:extLst>
              </p:cNvPr>
              <p:cNvSpPr/>
              <p:nvPr/>
            </p:nvSpPr>
            <p:spPr>
              <a:xfrm>
                <a:off x="3600379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72" name="pg2971">
                <a:extLst>
                  <a:ext uri="{FF2B5EF4-FFF2-40B4-BE49-F238E27FC236}">
                    <a16:creationId xmlns:a16="http://schemas.microsoft.com/office/drawing/2014/main" id="{EA5350DF-3B4E-E83D-8CB4-C79532E03D0B}"/>
                  </a:ext>
                </a:extLst>
              </p:cNvPr>
              <p:cNvSpPr/>
              <p:nvPr/>
            </p:nvSpPr>
            <p:spPr>
              <a:xfrm>
                <a:off x="361201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73" name="pg2972">
                <a:extLst>
                  <a:ext uri="{FF2B5EF4-FFF2-40B4-BE49-F238E27FC236}">
                    <a16:creationId xmlns:a16="http://schemas.microsoft.com/office/drawing/2014/main" id="{8807FA8C-D1C1-F102-E81D-4EC929150FEB}"/>
                  </a:ext>
                </a:extLst>
              </p:cNvPr>
              <p:cNvSpPr/>
              <p:nvPr/>
            </p:nvSpPr>
            <p:spPr>
              <a:xfrm>
                <a:off x="3623654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74" name="pg2973">
                <a:extLst>
                  <a:ext uri="{FF2B5EF4-FFF2-40B4-BE49-F238E27FC236}">
                    <a16:creationId xmlns:a16="http://schemas.microsoft.com/office/drawing/2014/main" id="{6878795C-406F-9BDE-E1E8-D555E39D1ACF}"/>
                  </a:ext>
                </a:extLst>
              </p:cNvPr>
              <p:cNvSpPr/>
              <p:nvPr/>
            </p:nvSpPr>
            <p:spPr>
              <a:xfrm>
                <a:off x="363529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75" name="pg2974">
                <a:extLst>
                  <a:ext uri="{FF2B5EF4-FFF2-40B4-BE49-F238E27FC236}">
                    <a16:creationId xmlns:a16="http://schemas.microsoft.com/office/drawing/2014/main" id="{CC9EDBBC-3ED2-48EF-4812-6A01E4339159}"/>
                  </a:ext>
                </a:extLst>
              </p:cNvPr>
              <p:cNvSpPr/>
              <p:nvPr/>
            </p:nvSpPr>
            <p:spPr>
              <a:xfrm>
                <a:off x="364692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76" name="pg2975">
                <a:extLst>
                  <a:ext uri="{FF2B5EF4-FFF2-40B4-BE49-F238E27FC236}">
                    <a16:creationId xmlns:a16="http://schemas.microsoft.com/office/drawing/2014/main" id="{D351A051-A720-995E-A495-1C47BF4DCF6C}"/>
                  </a:ext>
                </a:extLst>
              </p:cNvPr>
              <p:cNvSpPr/>
              <p:nvPr/>
            </p:nvSpPr>
            <p:spPr>
              <a:xfrm>
                <a:off x="365856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77" name="pg2976">
                <a:extLst>
                  <a:ext uri="{FF2B5EF4-FFF2-40B4-BE49-F238E27FC236}">
                    <a16:creationId xmlns:a16="http://schemas.microsoft.com/office/drawing/2014/main" id="{33E476C5-2EF2-5852-D81F-3A17E0F942FF}"/>
                  </a:ext>
                </a:extLst>
              </p:cNvPr>
              <p:cNvSpPr/>
              <p:nvPr/>
            </p:nvSpPr>
            <p:spPr>
              <a:xfrm>
                <a:off x="367020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78" name="pg2977">
                <a:extLst>
                  <a:ext uri="{FF2B5EF4-FFF2-40B4-BE49-F238E27FC236}">
                    <a16:creationId xmlns:a16="http://schemas.microsoft.com/office/drawing/2014/main" id="{22C62B05-8F6C-D4CD-9607-CEED4A3754BA}"/>
                  </a:ext>
                </a:extLst>
              </p:cNvPr>
              <p:cNvSpPr/>
              <p:nvPr/>
            </p:nvSpPr>
            <p:spPr>
              <a:xfrm>
                <a:off x="368184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79" name="pg2978">
                <a:extLst>
                  <a:ext uri="{FF2B5EF4-FFF2-40B4-BE49-F238E27FC236}">
                    <a16:creationId xmlns:a16="http://schemas.microsoft.com/office/drawing/2014/main" id="{9D0EF7D2-BFDA-D367-C7A1-861E6827B4AA}"/>
                  </a:ext>
                </a:extLst>
              </p:cNvPr>
              <p:cNvSpPr/>
              <p:nvPr/>
            </p:nvSpPr>
            <p:spPr>
              <a:xfrm>
                <a:off x="369347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80" name="pg2979">
                <a:extLst>
                  <a:ext uri="{FF2B5EF4-FFF2-40B4-BE49-F238E27FC236}">
                    <a16:creationId xmlns:a16="http://schemas.microsoft.com/office/drawing/2014/main" id="{952D4E13-656A-FB53-B4B7-A0EC0BAD1E98}"/>
                  </a:ext>
                </a:extLst>
              </p:cNvPr>
              <p:cNvSpPr/>
              <p:nvPr/>
            </p:nvSpPr>
            <p:spPr>
              <a:xfrm>
                <a:off x="370511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81" name="pg2980">
                <a:extLst>
                  <a:ext uri="{FF2B5EF4-FFF2-40B4-BE49-F238E27FC236}">
                    <a16:creationId xmlns:a16="http://schemas.microsoft.com/office/drawing/2014/main" id="{4729919D-68C0-81CA-AC28-1E1D81C4C582}"/>
                  </a:ext>
                </a:extLst>
              </p:cNvPr>
              <p:cNvSpPr/>
              <p:nvPr/>
            </p:nvSpPr>
            <p:spPr>
              <a:xfrm>
                <a:off x="371675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82" name="pg2981">
                <a:extLst>
                  <a:ext uri="{FF2B5EF4-FFF2-40B4-BE49-F238E27FC236}">
                    <a16:creationId xmlns:a16="http://schemas.microsoft.com/office/drawing/2014/main" id="{C13E19D3-A541-F798-BBCC-D894A067D8A4}"/>
                  </a:ext>
                </a:extLst>
              </p:cNvPr>
              <p:cNvSpPr/>
              <p:nvPr/>
            </p:nvSpPr>
            <p:spPr>
              <a:xfrm>
                <a:off x="372839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83" name="pg2982">
                <a:extLst>
                  <a:ext uri="{FF2B5EF4-FFF2-40B4-BE49-F238E27FC236}">
                    <a16:creationId xmlns:a16="http://schemas.microsoft.com/office/drawing/2014/main" id="{746B7EE7-A723-B5BF-8BBC-76D62DF2F07B}"/>
                  </a:ext>
                </a:extLst>
              </p:cNvPr>
              <p:cNvSpPr/>
              <p:nvPr/>
            </p:nvSpPr>
            <p:spPr>
              <a:xfrm>
                <a:off x="3740027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84" name="pg2983">
                <a:extLst>
                  <a:ext uri="{FF2B5EF4-FFF2-40B4-BE49-F238E27FC236}">
                    <a16:creationId xmlns:a16="http://schemas.microsoft.com/office/drawing/2014/main" id="{34000E0E-70F1-1F5D-BCE1-9DC6A8DBD551}"/>
                  </a:ext>
                </a:extLst>
              </p:cNvPr>
              <p:cNvSpPr/>
              <p:nvPr/>
            </p:nvSpPr>
            <p:spPr>
              <a:xfrm>
                <a:off x="3751664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85" name="pg2984">
                <a:extLst>
                  <a:ext uri="{FF2B5EF4-FFF2-40B4-BE49-F238E27FC236}">
                    <a16:creationId xmlns:a16="http://schemas.microsoft.com/office/drawing/2014/main" id="{F6C1D83E-E298-5A2C-D1D7-7B1C060E3899}"/>
                  </a:ext>
                </a:extLst>
              </p:cNvPr>
              <p:cNvSpPr/>
              <p:nvPr/>
            </p:nvSpPr>
            <p:spPr>
              <a:xfrm>
                <a:off x="376330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86" name="pg2985">
                <a:extLst>
                  <a:ext uri="{FF2B5EF4-FFF2-40B4-BE49-F238E27FC236}">
                    <a16:creationId xmlns:a16="http://schemas.microsoft.com/office/drawing/2014/main" id="{B72811CF-34AE-B989-FE41-0A1BA9B7DB0B}"/>
                  </a:ext>
                </a:extLst>
              </p:cNvPr>
              <p:cNvSpPr/>
              <p:nvPr/>
            </p:nvSpPr>
            <p:spPr>
              <a:xfrm>
                <a:off x="3774939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87" name="pg2986">
                <a:extLst>
                  <a:ext uri="{FF2B5EF4-FFF2-40B4-BE49-F238E27FC236}">
                    <a16:creationId xmlns:a16="http://schemas.microsoft.com/office/drawing/2014/main" id="{033E4B03-6905-9FF3-3C80-F5EB906DE810}"/>
                  </a:ext>
                </a:extLst>
              </p:cNvPr>
              <p:cNvSpPr/>
              <p:nvPr/>
            </p:nvSpPr>
            <p:spPr>
              <a:xfrm>
                <a:off x="378657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88" name="pg2987">
                <a:extLst>
                  <a:ext uri="{FF2B5EF4-FFF2-40B4-BE49-F238E27FC236}">
                    <a16:creationId xmlns:a16="http://schemas.microsoft.com/office/drawing/2014/main" id="{60410641-7EE5-21E8-267F-1658E5F86751}"/>
                  </a:ext>
                </a:extLst>
              </p:cNvPr>
              <p:cNvSpPr/>
              <p:nvPr/>
            </p:nvSpPr>
            <p:spPr>
              <a:xfrm>
                <a:off x="4356806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89" name="pg2988">
                <a:extLst>
                  <a:ext uri="{FF2B5EF4-FFF2-40B4-BE49-F238E27FC236}">
                    <a16:creationId xmlns:a16="http://schemas.microsoft.com/office/drawing/2014/main" id="{00C40889-175F-91A8-E37C-B71D6736DECA}"/>
                  </a:ext>
                </a:extLst>
              </p:cNvPr>
              <p:cNvSpPr/>
              <p:nvPr/>
            </p:nvSpPr>
            <p:spPr>
              <a:xfrm>
                <a:off x="4368443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90" name="pg2989">
                <a:extLst>
                  <a:ext uri="{FF2B5EF4-FFF2-40B4-BE49-F238E27FC236}">
                    <a16:creationId xmlns:a16="http://schemas.microsoft.com/office/drawing/2014/main" id="{6E91C773-91F5-40EA-CDA3-44FBADA11FF0}"/>
                  </a:ext>
                </a:extLst>
              </p:cNvPr>
              <p:cNvSpPr/>
              <p:nvPr/>
            </p:nvSpPr>
            <p:spPr>
              <a:xfrm>
                <a:off x="438008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91" name="pg2990">
                <a:extLst>
                  <a:ext uri="{FF2B5EF4-FFF2-40B4-BE49-F238E27FC236}">
                    <a16:creationId xmlns:a16="http://schemas.microsoft.com/office/drawing/2014/main" id="{206F881E-90A6-B5E5-F06C-64D657711080}"/>
                  </a:ext>
                </a:extLst>
              </p:cNvPr>
              <p:cNvSpPr/>
              <p:nvPr/>
            </p:nvSpPr>
            <p:spPr>
              <a:xfrm>
                <a:off x="4391718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92" name="pg2991">
                <a:extLst>
                  <a:ext uri="{FF2B5EF4-FFF2-40B4-BE49-F238E27FC236}">
                    <a16:creationId xmlns:a16="http://schemas.microsoft.com/office/drawing/2014/main" id="{000D7814-DE74-37A8-7CAE-CCBA152F2A95}"/>
                  </a:ext>
                </a:extLst>
              </p:cNvPr>
              <p:cNvSpPr/>
              <p:nvPr/>
            </p:nvSpPr>
            <p:spPr>
              <a:xfrm>
                <a:off x="4403355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93" name="pg2992">
                <a:extLst>
                  <a:ext uri="{FF2B5EF4-FFF2-40B4-BE49-F238E27FC236}">
                    <a16:creationId xmlns:a16="http://schemas.microsoft.com/office/drawing/2014/main" id="{82D71BFC-8E08-F0AE-D357-2954220AB596}"/>
                  </a:ext>
                </a:extLst>
              </p:cNvPr>
              <p:cNvSpPr/>
              <p:nvPr/>
            </p:nvSpPr>
            <p:spPr>
              <a:xfrm>
                <a:off x="441499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94" name="pg2993">
                <a:extLst>
                  <a:ext uri="{FF2B5EF4-FFF2-40B4-BE49-F238E27FC236}">
                    <a16:creationId xmlns:a16="http://schemas.microsoft.com/office/drawing/2014/main" id="{85006D2D-0674-AA72-8649-FA265E9BFC19}"/>
                  </a:ext>
                </a:extLst>
              </p:cNvPr>
              <p:cNvSpPr/>
              <p:nvPr/>
            </p:nvSpPr>
            <p:spPr>
              <a:xfrm>
                <a:off x="442663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95" name="pg2994">
                <a:extLst>
                  <a:ext uri="{FF2B5EF4-FFF2-40B4-BE49-F238E27FC236}">
                    <a16:creationId xmlns:a16="http://schemas.microsoft.com/office/drawing/2014/main" id="{C1D5DE6F-DCD4-0CC9-D4C0-7394EB43010F}"/>
                  </a:ext>
                </a:extLst>
              </p:cNvPr>
              <p:cNvSpPr/>
              <p:nvPr/>
            </p:nvSpPr>
            <p:spPr>
              <a:xfrm>
                <a:off x="4589552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96" name="pg2995">
                <a:extLst>
                  <a:ext uri="{FF2B5EF4-FFF2-40B4-BE49-F238E27FC236}">
                    <a16:creationId xmlns:a16="http://schemas.microsoft.com/office/drawing/2014/main" id="{51ED7C3A-BAB4-B444-B8BE-200077D2D05B}"/>
                  </a:ext>
                </a:extLst>
              </p:cNvPr>
              <p:cNvSpPr/>
              <p:nvPr/>
            </p:nvSpPr>
            <p:spPr>
              <a:xfrm>
                <a:off x="4601190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97" name="pg2996">
                <a:extLst>
                  <a:ext uri="{FF2B5EF4-FFF2-40B4-BE49-F238E27FC236}">
                    <a16:creationId xmlns:a16="http://schemas.microsoft.com/office/drawing/2014/main" id="{C62D8758-AB7E-CE3B-17FF-A79765A0AC87}"/>
                  </a:ext>
                </a:extLst>
              </p:cNvPr>
              <p:cNvSpPr/>
              <p:nvPr/>
            </p:nvSpPr>
            <p:spPr>
              <a:xfrm>
                <a:off x="4612827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98" name="pg2997">
                <a:extLst>
                  <a:ext uri="{FF2B5EF4-FFF2-40B4-BE49-F238E27FC236}">
                    <a16:creationId xmlns:a16="http://schemas.microsoft.com/office/drawing/2014/main" id="{BAC57A64-E6B4-E13B-FCAC-8B1911696992}"/>
                  </a:ext>
                </a:extLst>
              </p:cNvPr>
              <p:cNvSpPr/>
              <p:nvPr/>
            </p:nvSpPr>
            <p:spPr>
              <a:xfrm>
                <a:off x="4624464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399" name="pg2998">
                <a:extLst>
                  <a:ext uri="{FF2B5EF4-FFF2-40B4-BE49-F238E27FC236}">
                    <a16:creationId xmlns:a16="http://schemas.microsoft.com/office/drawing/2014/main" id="{C68240F1-9512-1D05-3EA3-312CC0035183}"/>
                  </a:ext>
                </a:extLst>
              </p:cNvPr>
              <p:cNvSpPr/>
              <p:nvPr/>
            </p:nvSpPr>
            <p:spPr>
              <a:xfrm>
                <a:off x="4636101" y="483860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6A5">
                  <a:alpha val="100000"/>
                </a:srgbClr>
              </a:solidFill>
              <a:ln w="5420" cap="flat">
                <a:solidFill>
                  <a:srgbClr val="3986A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00" name="pg2999">
                <a:extLst>
                  <a:ext uri="{FF2B5EF4-FFF2-40B4-BE49-F238E27FC236}">
                    <a16:creationId xmlns:a16="http://schemas.microsoft.com/office/drawing/2014/main" id="{C1E220FE-18DA-DEE3-7616-64B2F0865B39}"/>
                  </a:ext>
                </a:extLst>
              </p:cNvPr>
              <p:cNvSpPr/>
              <p:nvPr/>
            </p:nvSpPr>
            <p:spPr>
              <a:xfrm>
                <a:off x="3099974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01" name="pg3000">
                <a:extLst>
                  <a:ext uri="{FF2B5EF4-FFF2-40B4-BE49-F238E27FC236}">
                    <a16:creationId xmlns:a16="http://schemas.microsoft.com/office/drawing/2014/main" id="{E25AB2E2-204A-C501-C8B5-CABFEBEBCEBC}"/>
                  </a:ext>
                </a:extLst>
              </p:cNvPr>
              <p:cNvSpPr/>
              <p:nvPr/>
            </p:nvSpPr>
            <p:spPr>
              <a:xfrm>
                <a:off x="311161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02" name="pg3001">
                <a:extLst>
                  <a:ext uri="{FF2B5EF4-FFF2-40B4-BE49-F238E27FC236}">
                    <a16:creationId xmlns:a16="http://schemas.microsoft.com/office/drawing/2014/main" id="{10CD47AD-2120-B661-7844-5F49E604BB8E}"/>
                  </a:ext>
                </a:extLst>
              </p:cNvPr>
              <p:cNvSpPr/>
              <p:nvPr/>
            </p:nvSpPr>
            <p:spPr>
              <a:xfrm>
                <a:off x="3123249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BD1B0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03" name="pg3002">
                <a:extLst>
                  <a:ext uri="{FF2B5EF4-FFF2-40B4-BE49-F238E27FC236}">
                    <a16:creationId xmlns:a16="http://schemas.microsoft.com/office/drawing/2014/main" id="{CC4D2490-6A89-21E7-C167-F8B2FB076EFD}"/>
                  </a:ext>
                </a:extLst>
              </p:cNvPr>
              <p:cNvSpPr/>
              <p:nvPr/>
            </p:nvSpPr>
            <p:spPr>
              <a:xfrm>
                <a:off x="3134886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04" name="pg3003">
                <a:extLst>
                  <a:ext uri="{FF2B5EF4-FFF2-40B4-BE49-F238E27FC236}">
                    <a16:creationId xmlns:a16="http://schemas.microsoft.com/office/drawing/2014/main" id="{6F54EC47-8E21-7C78-36D3-9D4901C216B1}"/>
                  </a:ext>
                </a:extLst>
              </p:cNvPr>
              <p:cNvSpPr/>
              <p:nvPr/>
            </p:nvSpPr>
            <p:spPr>
              <a:xfrm>
                <a:off x="3146523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05" name="pg3004">
                <a:extLst>
                  <a:ext uri="{FF2B5EF4-FFF2-40B4-BE49-F238E27FC236}">
                    <a16:creationId xmlns:a16="http://schemas.microsoft.com/office/drawing/2014/main" id="{0DE4A4C6-AC96-3C64-953F-8B0ECE3D1E21}"/>
                  </a:ext>
                </a:extLst>
              </p:cNvPr>
              <p:cNvSpPr/>
              <p:nvPr/>
            </p:nvSpPr>
            <p:spPr>
              <a:xfrm>
                <a:off x="315816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06" name="pg3005">
                <a:extLst>
                  <a:ext uri="{FF2B5EF4-FFF2-40B4-BE49-F238E27FC236}">
                    <a16:creationId xmlns:a16="http://schemas.microsoft.com/office/drawing/2014/main" id="{BE4FA442-CB11-B895-E724-5F89718A999C}"/>
                  </a:ext>
                </a:extLst>
              </p:cNvPr>
              <p:cNvSpPr/>
              <p:nvPr/>
            </p:nvSpPr>
            <p:spPr>
              <a:xfrm>
                <a:off x="316979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07" name="pg3006">
                <a:extLst>
                  <a:ext uri="{FF2B5EF4-FFF2-40B4-BE49-F238E27FC236}">
                    <a16:creationId xmlns:a16="http://schemas.microsoft.com/office/drawing/2014/main" id="{84911BD6-DBF4-AB98-594F-6152B16C788B}"/>
                  </a:ext>
                </a:extLst>
              </p:cNvPr>
              <p:cNvSpPr/>
              <p:nvPr/>
            </p:nvSpPr>
            <p:spPr>
              <a:xfrm>
                <a:off x="318143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08" name="pg3007">
                <a:extLst>
                  <a:ext uri="{FF2B5EF4-FFF2-40B4-BE49-F238E27FC236}">
                    <a16:creationId xmlns:a16="http://schemas.microsoft.com/office/drawing/2014/main" id="{28B8537E-8ADD-0A5E-625E-4FA0F2E61B72}"/>
                  </a:ext>
                </a:extLst>
              </p:cNvPr>
              <p:cNvSpPr/>
              <p:nvPr/>
            </p:nvSpPr>
            <p:spPr>
              <a:xfrm>
                <a:off x="350728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09" name="pg3008">
                <a:extLst>
                  <a:ext uri="{FF2B5EF4-FFF2-40B4-BE49-F238E27FC236}">
                    <a16:creationId xmlns:a16="http://schemas.microsoft.com/office/drawing/2014/main" id="{D7312CA6-1AFE-CA41-EACC-8E1A3942C1EA}"/>
                  </a:ext>
                </a:extLst>
              </p:cNvPr>
              <p:cNvSpPr/>
              <p:nvPr/>
            </p:nvSpPr>
            <p:spPr>
              <a:xfrm>
                <a:off x="351891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7D0AF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10" name="pg3009">
                <a:extLst>
                  <a:ext uri="{FF2B5EF4-FFF2-40B4-BE49-F238E27FC236}">
                    <a16:creationId xmlns:a16="http://schemas.microsoft.com/office/drawing/2014/main" id="{9BA41198-3AA6-06AA-4779-95986AF96941}"/>
                  </a:ext>
                </a:extLst>
              </p:cNvPr>
              <p:cNvSpPr/>
              <p:nvPr/>
            </p:nvSpPr>
            <p:spPr>
              <a:xfrm>
                <a:off x="353055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11" name="pg3010">
                <a:extLst>
                  <a:ext uri="{FF2B5EF4-FFF2-40B4-BE49-F238E27FC236}">
                    <a16:creationId xmlns:a16="http://schemas.microsoft.com/office/drawing/2014/main" id="{A6C9F203-89BA-0086-4E09-F0DB4A00B68A}"/>
                  </a:ext>
                </a:extLst>
              </p:cNvPr>
              <p:cNvSpPr/>
              <p:nvPr/>
            </p:nvSpPr>
            <p:spPr>
              <a:xfrm>
                <a:off x="3542193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12" name="pg3011">
                <a:extLst>
                  <a:ext uri="{FF2B5EF4-FFF2-40B4-BE49-F238E27FC236}">
                    <a16:creationId xmlns:a16="http://schemas.microsoft.com/office/drawing/2014/main" id="{79649E33-9AD0-785B-8BB6-084DA2855287}"/>
                  </a:ext>
                </a:extLst>
              </p:cNvPr>
              <p:cNvSpPr/>
              <p:nvPr/>
            </p:nvSpPr>
            <p:spPr>
              <a:xfrm>
                <a:off x="355383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13" name="pg3012">
                <a:extLst>
                  <a:ext uri="{FF2B5EF4-FFF2-40B4-BE49-F238E27FC236}">
                    <a16:creationId xmlns:a16="http://schemas.microsoft.com/office/drawing/2014/main" id="{D551E944-817D-C1B1-9D46-2AB7D4F00461}"/>
                  </a:ext>
                </a:extLst>
              </p:cNvPr>
              <p:cNvSpPr/>
              <p:nvPr/>
            </p:nvSpPr>
            <p:spPr>
              <a:xfrm>
                <a:off x="3565467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14" name="pg3013">
                <a:extLst>
                  <a:ext uri="{FF2B5EF4-FFF2-40B4-BE49-F238E27FC236}">
                    <a16:creationId xmlns:a16="http://schemas.microsoft.com/office/drawing/2014/main" id="{DB8FD3A2-CA93-3ACA-D6C8-DAA0242240D8}"/>
                  </a:ext>
                </a:extLst>
              </p:cNvPr>
              <p:cNvSpPr/>
              <p:nvPr/>
            </p:nvSpPr>
            <p:spPr>
              <a:xfrm>
                <a:off x="357710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15" name="pg3014">
                <a:extLst>
                  <a:ext uri="{FF2B5EF4-FFF2-40B4-BE49-F238E27FC236}">
                    <a16:creationId xmlns:a16="http://schemas.microsoft.com/office/drawing/2014/main" id="{F12FB5CB-0B5B-716E-6BF9-72D22549F8B5}"/>
                  </a:ext>
                </a:extLst>
              </p:cNvPr>
              <p:cNvSpPr/>
              <p:nvPr/>
            </p:nvSpPr>
            <p:spPr>
              <a:xfrm>
                <a:off x="358874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16" name="pg3015">
                <a:extLst>
                  <a:ext uri="{FF2B5EF4-FFF2-40B4-BE49-F238E27FC236}">
                    <a16:creationId xmlns:a16="http://schemas.microsoft.com/office/drawing/2014/main" id="{6935CCA4-E55B-84B5-D4F0-6DDD979E91FE}"/>
                  </a:ext>
                </a:extLst>
              </p:cNvPr>
              <p:cNvSpPr/>
              <p:nvPr/>
            </p:nvSpPr>
            <p:spPr>
              <a:xfrm>
                <a:off x="3600379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17" name="pg3016">
                <a:extLst>
                  <a:ext uri="{FF2B5EF4-FFF2-40B4-BE49-F238E27FC236}">
                    <a16:creationId xmlns:a16="http://schemas.microsoft.com/office/drawing/2014/main" id="{6B2D03A5-38B5-48F6-677B-55983B734CAC}"/>
                  </a:ext>
                </a:extLst>
              </p:cNvPr>
              <p:cNvSpPr/>
              <p:nvPr/>
            </p:nvSpPr>
            <p:spPr>
              <a:xfrm>
                <a:off x="3612016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18" name="pg3017">
                <a:extLst>
                  <a:ext uri="{FF2B5EF4-FFF2-40B4-BE49-F238E27FC236}">
                    <a16:creationId xmlns:a16="http://schemas.microsoft.com/office/drawing/2014/main" id="{0E132B0F-E281-EC64-4537-0BB5C785D8E8}"/>
                  </a:ext>
                </a:extLst>
              </p:cNvPr>
              <p:cNvSpPr/>
              <p:nvPr/>
            </p:nvSpPr>
            <p:spPr>
              <a:xfrm>
                <a:off x="3623654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19" name="pg3018">
                <a:extLst>
                  <a:ext uri="{FF2B5EF4-FFF2-40B4-BE49-F238E27FC236}">
                    <a16:creationId xmlns:a16="http://schemas.microsoft.com/office/drawing/2014/main" id="{F3FE340C-458B-8DBE-1E63-FAFC07CBF473}"/>
                  </a:ext>
                </a:extLst>
              </p:cNvPr>
              <p:cNvSpPr/>
              <p:nvPr/>
            </p:nvSpPr>
            <p:spPr>
              <a:xfrm>
                <a:off x="363529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20" name="pg3019">
                <a:extLst>
                  <a:ext uri="{FF2B5EF4-FFF2-40B4-BE49-F238E27FC236}">
                    <a16:creationId xmlns:a16="http://schemas.microsoft.com/office/drawing/2014/main" id="{71F7B64F-AC13-9660-B908-4F25A263DF03}"/>
                  </a:ext>
                </a:extLst>
              </p:cNvPr>
              <p:cNvSpPr/>
              <p:nvPr/>
            </p:nvSpPr>
            <p:spPr>
              <a:xfrm>
                <a:off x="364692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21" name="pg3020">
                <a:extLst>
                  <a:ext uri="{FF2B5EF4-FFF2-40B4-BE49-F238E27FC236}">
                    <a16:creationId xmlns:a16="http://schemas.microsoft.com/office/drawing/2014/main" id="{A966E327-1CDB-AFF0-37C6-655F5426D8A2}"/>
                  </a:ext>
                </a:extLst>
              </p:cNvPr>
              <p:cNvSpPr/>
              <p:nvPr/>
            </p:nvSpPr>
            <p:spPr>
              <a:xfrm>
                <a:off x="3658566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22" name="pg3021">
                <a:extLst>
                  <a:ext uri="{FF2B5EF4-FFF2-40B4-BE49-F238E27FC236}">
                    <a16:creationId xmlns:a16="http://schemas.microsoft.com/office/drawing/2014/main" id="{0486BB9B-8052-E35A-8EF2-498F45B495FE}"/>
                  </a:ext>
                </a:extLst>
              </p:cNvPr>
              <p:cNvSpPr/>
              <p:nvPr/>
            </p:nvSpPr>
            <p:spPr>
              <a:xfrm>
                <a:off x="3670203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23" name="pg3022">
                <a:extLst>
                  <a:ext uri="{FF2B5EF4-FFF2-40B4-BE49-F238E27FC236}">
                    <a16:creationId xmlns:a16="http://schemas.microsoft.com/office/drawing/2014/main" id="{63A7D49B-200B-D783-5FB2-72966976105A}"/>
                  </a:ext>
                </a:extLst>
              </p:cNvPr>
              <p:cNvSpPr/>
              <p:nvPr/>
            </p:nvSpPr>
            <p:spPr>
              <a:xfrm>
                <a:off x="368184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24" name="pg3023">
                <a:extLst>
                  <a:ext uri="{FF2B5EF4-FFF2-40B4-BE49-F238E27FC236}">
                    <a16:creationId xmlns:a16="http://schemas.microsoft.com/office/drawing/2014/main" id="{C4AD5E3B-E5B3-F7E8-AB63-181645C2A41B}"/>
                  </a:ext>
                </a:extLst>
              </p:cNvPr>
              <p:cNvSpPr/>
              <p:nvPr/>
            </p:nvSpPr>
            <p:spPr>
              <a:xfrm>
                <a:off x="369347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25" name="pg3024">
                <a:extLst>
                  <a:ext uri="{FF2B5EF4-FFF2-40B4-BE49-F238E27FC236}">
                    <a16:creationId xmlns:a16="http://schemas.microsoft.com/office/drawing/2014/main" id="{AEF96465-CD71-7C5B-A7DC-7025F13B3B79}"/>
                  </a:ext>
                </a:extLst>
              </p:cNvPr>
              <p:cNvSpPr/>
              <p:nvPr/>
            </p:nvSpPr>
            <p:spPr>
              <a:xfrm>
                <a:off x="370511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26" name="pg3025">
                <a:extLst>
                  <a:ext uri="{FF2B5EF4-FFF2-40B4-BE49-F238E27FC236}">
                    <a16:creationId xmlns:a16="http://schemas.microsoft.com/office/drawing/2014/main" id="{FB0C4986-B480-3265-1AE6-C4F116A8C237}"/>
                  </a:ext>
                </a:extLst>
              </p:cNvPr>
              <p:cNvSpPr/>
              <p:nvPr/>
            </p:nvSpPr>
            <p:spPr>
              <a:xfrm>
                <a:off x="371675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27" name="pg3026">
                <a:extLst>
                  <a:ext uri="{FF2B5EF4-FFF2-40B4-BE49-F238E27FC236}">
                    <a16:creationId xmlns:a16="http://schemas.microsoft.com/office/drawing/2014/main" id="{0134C9F9-FA5F-0D96-1351-B60C8276B93A}"/>
                  </a:ext>
                </a:extLst>
              </p:cNvPr>
              <p:cNvSpPr/>
              <p:nvPr/>
            </p:nvSpPr>
            <p:spPr>
              <a:xfrm>
                <a:off x="372839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28" name="pg3027">
                <a:extLst>
                  <a:ext uri="{FF2B5EF4-FFF2-40B4-BE49-F238E27FC236}">
                    <a16:creationId xmlns:a16="http://schemas.microsoft.com/office/drawing/2014/main" id="{30914542-942E-4918-607F-0FB1E5CB48C4}"/>
                  </a:ext>
                </a:extLst>
              </p:cNvPr>
              <p:cNvSpPr/>
              <p:nvPr/>
            </p:nvSpPr>
            <p:spPr>
              <a:xfrm>
                <a:off x="3740027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29" name="pg3028">
                <a:extLst>
                  <a:ext uri="{FF2B5EF4-FFF2-40B4-BE49-F238E27FC236}">
                    <a16:creationId xmlns:a16="http://schemas.microsoft.com/office/drawing/2014/main" id="{0817DBAC-4F64-61BE-9398-7045085E95B9}"/>
                  </a:ext>
                </a:extLst>
              </p:cNvPr>
              <p:cNvSpPr/>
              <p:nvPr/>
            </p:nvSpPr>
            <p:spPr>
              <a:xfrm>
                <a:off x="3751664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30" name="pg3029">
                <a:extLst>
                  <a:ext uri="{FF2B5EF4-FFF2-40B4-BE49-F238E27FC236}">
                    <a16:creationId xmlns:a16="http://schemas.microsoft.com/office/drawing/2014/main" id="{CD61EB1F-4EB8-B972-06BE-DE12D8B715C8}"/>
                  </a:ext>
                </a:extLst>
              </p:cNvPr>
              <p:cNvSpPr/>
              <p:nvPr/>
            </p:nvSpPr>
            <p:spPr>
              <a:xfrm>
                <a:off x="376330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31" name="pg3030">
                <a:extLst>
                  <a:ext uri="{FF2B5EF4-FFF2-40B4-BE49-F238E27FC236}">
                    <a16:creationId xmlns:a16="http://schemas.microsoft.com/office/drawing/2014/main" id="{DEED98DA-0347-17D2-B0E5-ACED451BEC26}"/>
                  </a:ext>
                </a:extLst>
              </p:cNvPr>
              <p:cNvSpPr/>
              <p:nvPr/>
            </p:nvSpPr>
            <p:spPr>
              <a:xfrm>
                <a:off x="3774939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32" name="pg3031">
                <a:extLst>
                  <a:ext uri="{FF2B5EF4-FFF2-40B4-BE49-F238E27FC236}">
                    <a16:creationId xmlns:a16="http://schemas.microsoft.com/office/drawing/2014/main" id="{BB44160E-F58E-5792-7D26-26C8B18E3961}"/>
                  </a:ext>
                </a:extLst>
              </p:cNvPr>
              <p:cNvSpPr/>
              <p:nvPr/>
            </p:nvSpPr>
            <p:spPr>
              <a:xfrm>
                <a:off x="3786576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33" name="pg3032">
                <a:extLst>
                  <a:ext uri="{FF2B5EF4-FFF2-40B4-BE49-F238E27FC236}">
                    <a16:creationId xmlns:a16="http://schemas.microsoft.com/office/drawing/2014/main" id="{91A92652-80BC-3543-0BD5-5224A39FC37C}"/>
                  </a:ext>
                </a:extLst>
              </p:cNvPr>
              <p:cNvSpPr/>
              <p:nvPr/>
            </p:nvSpPr>
            <p:spPr>
              <a:xfrm>
                <a:off x="4368443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34" name="pg3033">
                <a:extLst>
                  <a:ext uri="{FF2B5EF4-FFF2-40B4-BE49-F238E27FC236}">
                    <a16:creationId xmlns:a16="http://schemas.microsoft.com/office/drawing/2014/main" id="{0E03311C-D8AD-A8E6-E052-13D4BA764BAC}"/>
                  </a:ext>
                </a:extLst>
              </p:cNvPr>
              <p:cNvSpPr/>
              <p:nvPr/>
            </p:nvSpPr>
            <p:spPr>
              <a:xfrm>
                <a:off x="438008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35" name="pg3034">
                <a:extLst>
                  <a:ext uri="{FF2B5EF4-FFF2-40B4-BE49-F238E27FC236}">
                    <a16:creationId xmlns:a16="http://schemas.microsoft.com/office/drawing/2014/main" id="{395D35A2-0A4C-93B5-F470-BBF89A41C771}"/>
                  </a:ext>
                </a:extLst>
              </p:cNvPr>
              <p:cNvSpPr/>
              <p:nvPr/>
            </p:nvSpPr>
            <p:spPr>
              <a:xfrm>
                <a:off x="4391718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36" name="pg3035">
                <a:extLst>
                  <a:ext uri="{FF2B5EF4-FFF2-40B4-BE49-F238E27FC236}">
                    <a16:creationId xmlns:a16="http://schemas.microsoft.com/office/drawing/2014/main" id="{B76A5358-6E93-560D-F802-B1FD717F56E3}"/>
                  </a:ext>
                </a:extLst>
              </p:cNvPr>
              <p:cNvSpPr/>
              <p:nvPr/>
            </p:nvSpPr>
            <p:spPr>
              <a:xfrm>
                <a:off x="4403355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37" name="pg3036">
                <a:extLst>
                  <a:ext uri="{FF2B5EF4-FFF2-40B4-BE49-F238E27FC236}">
                    <a16:creationId xmlns:a16="http://schemas.microsoft.com/office/drawing/2014/main" id="{D0C0A269-F42E-B489-E115-255D5B3379E6}"/>
                  </a:ext>
                </a:extLst>
              </p:cNvPr>
              <p:cNvSpPr/>
              <p:nvPr/>
            </p:nvSpPr>
            <p:spPr>
              <a:xfrm>
                <a:off x="441499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38" name="pg3037">
                <a:extLst>
                  <a:ext uri="{FF2B5EF4-FFF2-40B4-BE49-F238E27FC236}">
                    <a16:creationId xmlns:a16="http://schemas.microsoft.com/office/drawing/2014/main" id="{A9B1946A-A1E3-AAE9-18BA-79F4C8E919F6}"/>
                  </a:ext>
                </a:extLst>
              </p:cNvPr>
              <p:cNvSpPr/>
              <p:nvPr/>
            </p:nvSpPr>
            <p:spPr>
              <a:xfrm>
                <a:off x="442663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39" name="pg3038">
                <a:extLst>
                  <a:ext uri="{FF2B5EF4-FFF2-40B4-BE49-F238E27FC236}">
                    <a16:creationId xmlns:a16="http://schemas.microsoft.com/office/drawing/2014/main" id="{4D75E648-31DB-BDB4-245D-0DAF2F828DEB}"/>
                  </a:ext>
                </a:extLst>
              </p:cNvPr>
              <p:cNvSpPr/>
              <p:nvPr/>
            </p:nvSpPr>
            <p:spPr>
              <a:xfrm>
                <a:off x="4438267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40" name="pg3039">
                <a:extLst>
                  <a:ext uri="{FF2B5EF4-FFF2-40B4-BE49-F238E27FC236}">
                    <a16:creationId xmlns:a16="http://schemas.microsoft.com/office/drawing/2014/main" id="{36BBE7C1-9A20-E09C-B46B-DD63ECCD5DC7}"/>
                  </a:ext>
                </a:extLst>
              </p:cNvPr>
              <p:cNvSpPr/>
              <p:nvPr/>
            </p:nvSpPr>
            <p:spPr>
              <a:xfrm>
                <a:off x="4589552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41" name="pg3040">
                <a:extLst>
                  <a:ext uri="{FF2B5EF4-FFF2-40B4-BE49-F238E27FC236}">
                    <a16:creationId xmlns:a16="http://schemas.microsoft.com/office/drawing/2014/main" id="{9B19ADE1-877B-C5ED-CF52-A5C7F547A017}"/>
                  </a:ext>
                </a:extLst>
              </p:cNvPr>
              <p:cNvSpPr/>
              <p:nvPr/>
            </p:nvSpPr>
            <p:spPr>
              <a:xfrm>
                <a:off x="4601190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42" name="pg3041">
                <a:extLst>
                  <a:ext uri="{FF2B5EF4-FFF2-40B4-BE49-F238E27FC236}">
                    <a16:creationId xmlns:a16="http://schemas.microsoft.com/office/drawing/2014/main" id="{B8AA141C-55A6-B3BE-7087-702279FA95ED}"/>
                  </a:ext>
                </a:extLst>
              </p:cNvPr>
              <p:cNvSpPr/>
              <p:nvPr/>
            </p:nvSpPr>
            <p:spPr>
              <a:xfrm>
                <a:off x="4612827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43" name="pg3042">
                <a:extLst>
                  <a:ext uri="{FF2B5EF4-FFF2-40B4-BE49-F238E27FC236}">
                    <a16:creationId xmlns:a16="http://schemas.microsoft.com/office/drawing/2014/main" id="{7A7773F4-0F8A-FB15-49F9-05BF8D895DEB}"/>
                  </a:ext>
                </a:extLst>
              </p:cNvPr>
              <p:cNvSpPr/>
              <p:nvPr/>
            </p:nvSpPr>
            <p:spPr>
              <a:xfrm>
                <a:off x="4624464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87A6">
                  <a:alpha val="100000"/>
                </a:srgbClr>
              </a:solidFill>
              <a:ln w="5420" cap="flat">
                <a:solidFill>
                  <a:srgbClr val="39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44" name="pg3043">
                <a:extLst>
                  <a:ext uri="{FF2B5EF4-FFF2-40B4-BE49-F238E27FC236}">
                    <a16:creationId xmlns:a16="http://schemas.microsoft.com/office/drawing/2014/main" id="{6DF7F3DD-260D-7648-5E19-A454FFE79477}"/>
                  </a:ext>
                </a:extLst>
              </p:cNvPr>
              <p:cNvSpPr/>
              <p:nvPr/>
            </p:nvSpPr>
            <p:spPr>
              <a:xfrm>
                <a:off x="4636101" y="485290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7A6">
                  <a:alpha val="100000"/>
                </a:srgbClr>
              </a:solidFill>
              <a:ln w="5420" cap="flat">
                <a:solidFill>
                  <a:srgbClr val="3887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45" name="pg3044">
                <a:extLst>
                  <a:ext uri="{FF2B5EF4-FFF2-40B4-BE49-F238E27FC236}">
                    <a16:creationId xmlns:a16="http://schemas.microsoft.com/office/drawing/2014/main" id="{38B4B70B-9353-F979-BFC7-84B5512B4726}"/>
                  </a:ext>
                </a:extLst>
              </p:cNvPr>
              <p:cNvSpPr/>
              <p:nvPr/>
            </p:nvSpPr>
            <p:spPr>
              <a:xfrm>
                <a:off x="308833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46" name="pg3045">
                <a:extLst>
                  <a:ext uri="{FF2B5EF4-FFF2-40B4-BE49-F238E27FC236}">
                    <a16:creationId xmlns:a16="http://schemas.microsoft.com/office/drawing/2014/main" id="{DE940E7A-2F29-2369-DE89-86D2CD2DC1EB}"/>
                  </a:ext>
                </a:extLst>
              </p:cNvPr>
              <p:cNvSpPr/>
              <p:nvPr/>
            </p:nvSpPr>
            <p:spPr>
              <a:xfrm>
                <a:off x="309997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47" name="pg3046">
                <a:extLst>
                  <a:ext uri="{FF2B5EF4-FFF2-40B4-BE49-F238E27FC236}">
                    <a16:creationId xmlns:a16="http://schemas.microsoft.com/office/drawing/2014/main" id="{8399C6F0-36DF-BEB4-898C-20657153B3BE}"/>
                  </a:ext>
                </a:extLst>
              </p:cNvPr>
              <p:cNvSpPr/>
              <p:nvPr/>
            </p:nvSpPr>
            <p:spPr>
              <a:xfrm>
                <a:off x="3111611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48" name="pg3047">
                <a:extLst>
                  <a:ext uri="{FF2B5EF4-FFF2-40B4-BE49-F238E27FC236}">
                    <a16:creationId xmlns:a16="http://schemas.microsoft.com/office/drawing/2014/main" id="{6CCB31B0-F5A3-D6CE-33E0-4D0DCEE4420E}"/>
                  </a:ext>
                </a:extLst>
              </p:cNvPr>
              <p:cNvSpPr/>
              <p:nvPr/>
            </p:nvSpPr>
            <p:spPr>
              <a:xfrm>
                <a:off x="3123249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49" name="pg3048">
                <a:extLst>
                  <a:ext uri="{FF2B5EF4-FFF2-40B4-BE49-F238E27FC236}">
                    <a16:creationId xmlns:a16="http://schemas.microsoft.com/office/drawing/2014/main" id="{4BCCA39C-FAF2-0807-8648-DE7F147CA919}"/>
                  </a:ext>
                </a:extLst>
              </p:cNvPr>
              <p:cNvSpPr/>
              <p:nvPr/>
            </p:nvSpPr>
            <p:spPr>
              <a:xfrm>
                <a:off x="3134886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50" name="pg3049">
                <a:extLst>
                  <a:ext uri="{FF2B5EF4-FFF2-40B4-BE49-F238E27FC236}">
                    <a16:creationId xmlns:a16="http://schemas.microsoft.com/office/drawing/2014/main" id="{F18E06F9-6F33-DE69-D5B9-06CF2227AF71}"/>
                  </a:ext>
                </a:extLst>
              </p:cNvPr>
              <p:cNvSpPr/>
              <p:nvPr/>
            </p:nvSpPr>
            <p:spPr>
              <a:xfrm>
                <a:off x="3146523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51" name="pg3050">
                <a:extLst>
                  <a:ext uri="{FF2B5EF4-FFF2-40B4-BE49-F238E27FC236}">
                    <a16:creationId xmlns:a16="http://schemas.microsoft.com/office/drawing/2014/main" id="{6B67AEFF-0C20-DED5-0B90-938098C0DB51}"/>
                  </a:ext>
                </a:extLst>
              </p:cNvPr>
              <p:cNvSpPr/>
              <p:nvPr/>
            </p:nvSpPr>
            <p:spPr>
              <a:xfrm>
                <a:off x="3518918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52" name="pg3051">
                <a:extLst>
                  <a:ext uri="{FF2B5EF4-FFF2-40B4-BE49-F238E27FC236}">
                    <a16:creationId xmlns:a16="http://schemas.microsoft.com/office/drawing/2014/main" id="{E3C24337-B5E0-A61B-3587-A6B2C20A87B2}"/>
                  </a:ext>
                </a:extLst>
              </p:cNvPr>
              <p:cNvSpPr/>
              <p:nvPr/>
            </p:nvSpPr>
            <p:spPr>
              <a:xfrm>
                <a:off x="3530555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4CFAD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53" name="pg3052">
                <a:extLst>
                  <a:ext uri="{FF2B5EF4-FFF2-40B4-BE49-F238E27FC236}">
                    <a16:creationId xmlns:a16="http://schemas.microsoft.com/office/drawing/2014/main" id="{2494A216-B09B-B24E-25B8-8E6D9DEB5B89}"/>
                  </a:ext>
                </a:extLst>
              </p:cNvPr>
              <p:cNvSpPr/>
              <p:nvPr/>
            </p:nvSpPr>
            <p:spPr>
              <a:xfrm>
                <a:off x="3542193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54" name="pg3053">
                <a:extLst>
                  <a:ext uri="{FF2B5EF4-FFF2-40B4-BE49-F238E27FC236}">
                    <a16:creationId xmlns:a16="http://schemas.microsoft.com/office/drawing/2014/main" id="{4BC121C2-D1E5-B00C-50DC-AC92532AD8BB}"/>
                  </a:ext>
                </a:extLst>
              </p:cNvPr>
              <p:cNvSpPr/>
              <p:nvPr/>
            </p:nvSpPr>
            <p:spPr>
              <a:xfrm>
                <a:off x="355383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55" name="pg3054">
                <a:extLst>
                  <a:ext uri="{FF2B5EF4-FFF2-40B4-BE49-F238E27FC236}">
                    <a16:creationId xmlns:a16="http://schemas.microsoft.com/office/drawing/2014/main" id="{72C97488-FC35-E4E7-5D74-9EABA2548B93}"/>
                  </a:ext>
                </a:extLst>
              </p:cNvPr>
              <p:cNvSpPr/>
              <p:nvPr/>
            </p:nvSpPr>
            <p:spPr>
              <a:xfrm>
                <a:off x="356546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56" name="pg3055">
                <a:extLst>
                  <a:ext uri="{FF2B5EF4-FFF2-40B4-BE49-F238E27FC236}">
                    <a16:creationId xmlns:a16="http://schemas.microsoft.com/office/drawing/2014/main" id="{3163AEC4-D7A8-30C3-4BDF-0B3CC3BF12E6}"/>
                  </a:ext>
                </a:extLst>
              </p:cNvPr>
              <p:cNvSpPr/>
              <p:nvPr/>
            </p:nvSpPr>
            <p:spPr>
              <a:xfrm>
                <a:off x="3577105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57" name="pg3056">
                <a:extLst>
                  <a:ext uri="{FF2B5EF4-FFF2-40B4-BE49-F238E27FC236}">
                    <a16:creationId xmlns:a16="http://schemas.microsoft.com/office/drawing/2014/main" id="{4083D95B-BA14-FACE-FA80-391AAB461F10}"/>
                  </a:ext>
                </a:extLst>
              </p:cNvPr>
              <p:cNvSpPr/>
              <p:nvPr/>
            </p:nvSpPr>
            <p:spPr>
              <a:xfrm>
                <a:off x="3588742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58" name="pg3057">
                <a:extLst>
                  <a:ext uri="{FF2B5EF4-FFF2-40B4-BE49-F238E27FC236}">
                    <a16:creationId xmlns:a16="http://schemas.microsoft.com/office/drawing/2014/main" id="{06AF3572-07EE-ADD7-EEE9-7502A9F75C70}"/>
                  </a:ext>
                </a:extLst>
              </p:cNvPr>
              <p:cNvSpPr/>
              <p:nvPr/>
            </p:nvSpPr>
            <p:spPr>
              <a:xfrm>
                <a:off x="3600379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DAC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59" name="pg3058">
                <a:extLst>
                  <a:ext uri="{FF2B5EF4-FFF2-40B4-BE49-F238E27FC236}">
                    <a16:creationId xmlns:a16="http://schemas.microsoft.com/office/drawing/2014/main" id="{F0C23973-CF5F-13B7-0BF0-7C5F405B1D97}"/>
                  </a:ext>
                </a:extLst>
              </p:cNvPr>
              <p:cNvSpPr/>
              <p:nvPr/>
            </p:nvSpPr>
            <p:spPr>
              <a:xfrm>
                <a:off x="3612016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60" name="pg3059">
                <a:extLst>
                  <a:ext uri="{FF2B5EF4-FFF2-40B4-BE49-F238E27FC236}">
                    <a16:creationId xmlns:a16="http://schemas.microsoft.com/office/drawing/2014/main" id="{0AB0A523-19DF-6B97-E9DF-EF2580A6C428}"/>
                  </a:ext>
                </a:extLst>
              </p:cNvPr>
              <p:cNvSpPr/>
              <p:nvPr/>
            </p:nvSpPr>
            <p:spPr>
              <a:xfrm>
                <a:off x="362365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CAC">
                  <a:alpha val="100000"/>
                </a:srgbClr>
              </a:solidFill>
              <a:ln w="5420" cap="flat">
                <a:solidFill>
                  <a:srgbClr val="5E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61" name="pg3060">
                <a:extLst>
                  <a:ext uri="{FF2B5EF4-FFF2-40B4-BE49-F238E27FC236}">
                    <a16:creationId xmlns:a16="http://schemas.microsoft.com/office/drawing/2014/main" id="{21173B6A-0826-2115-DB10-CEE3F5A123AA}"/>
                  </a:ext>
                </a:extLst>
              </p:cNvPr>
              <p:cNvSpPr/>
              <p:nvPr/>
            </p:nvSpPr>
            <p:spPr>
              <a:xfrm>
                <a:off x="3635291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62" name="pg3061">
                <a:extLst>
                  <a:ext uri="{FF2B5EF4-FFF2-40B4-BE49-F238E27FC236}">
                    <a16:creationId xmlns:a16="http://schemas.microsoft.com/office/drawing/2014/main" id="{CE23CB7A-EAB2-42AE-C492-4234F15519D0}"/>
                  </a:ext>
                </a:extLst>
              </p:cNvPr>
              <p:cNvSpPr/>
              <p:nvPr/>
            </p:nvSpPr>
            <p:spPr>
              <a:xfrm>
                <a:off x="3646928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63" name="pg3062">
                <a:extLst>
                  <a:ext uri="{FF2B5EF4-FFF2-40B4-BE49-F238E27FC236}">
                    <a16:creationId xmlns:a16="http://schemas.microsoft.com/office/drawing/2014/main" id="{67E91355-B21C-6981-9B0E-9E3CA212F1BA}"/>
                  </a:ext>
                </a:extLst>
              </p:cNvPr>
              <p:cNvSpPr/>
              <p:nvPr/>
            </p:nvSpPr>
            <p:spPr>
              <a:xfrm>
                <a:off x="3658566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64" name="pg3063">
                <a:extLst>
                  <a:ext uri="{FF2B5EF4-FFF2-40B4-BE49-F238E27FC236}">
                    <a16:creationId xmlns:a16="http://schemas.microsoft.com/office/drawing/2014/main" id="{761ECF57-9056-E2EC-F40C-E330EF8F0534}"/>
                  </a:ext>
                </a:extLst>
              </p:cNvPr>
              <p:cNvSpPr/>
              <p:nvPr/>
            </p:nvSpPr>
            <p:spPr>
              <a:xfrm>
                <a:off x="3670203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65" name="pg3064">
                <a:extLst>
                  <a:ext uri="{FF2B5EF4-FFF2-40B4-BE49-F238E27FC236}">
                    <a16:creationId xmlns:a16="http://schemas.microsoft.com/office/drawing/2014/main" id="{EB530E10-4BED-603D-7C55-ACF829431BB1}"/>
                  </a:ext>
                </a:extLst>
              </p:cNvPr>
              <p:cNvSpPr/>
              <p:nvPr/>
            </p:nvSpPr>
            <p:spPr>
              <a:xfrm>
                <a:off x="368184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66" name="pg3065">
                <a:extLst>
                  <a:ext uri="{FF2B5EF4-FFF2-40B4-BE49-F238E27FC236}">
                    <a16:creationId xmlns:a16="http://schemas.microsoft.com/office/drawing/2014/main" id="{81A81254-CF17-FBA1-5CED-03BDF2EA7DFE}"/>
                  </a:ext>
                </a:extLst>
              </p:cNvPr>
              <p:cNvSpPr/>
              <p:nvPr/>
            </p:nvSpPr>
            <p:spPr>
              <a:xfrm>
                <a:off x="3693478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67" name="pg3066">
                <a:extLst>
                  <a:ext uri="{FF2B5EF4-FFF2-40B4-BE49-F238E27FC236}">
                    <a16:creationId xmlns:a16="http://schemas.microsoft.com/office/drawing/2014/main" id="{586DD59A-9753-C0E6-0ADE-D541C657D6E8}"/>
                  </a:ext>
                </a:extLst>
              </p:cNvPr>
              <p:cNvSpPr/>
              <p:nvPr/>
            </p:nvSpPr>
            <p:spPr>
              <a:xfrm>
                <a:off x="3705115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68" name="pg3067">
                <a:extLst>
                  <a:ext uri="{FF2B5EF4-FFF2-40B4-BE49-F238E27FC236}">
                    <a16:creationId xmlns:a16="http://schemas.microsoft.com/office/drawing/2014/main" id="{5B8FD629-E450-C29F-27CD-22195BDEF582}"/>
                  </a:ext>
                </a:extLst>
              </p:cNvPr>
              <p:cNvSpPr/>
              <p:nvPr/>
            </p:nvSpPr>
            <p:spPr>
              <a:xfrm>
                <a:off x="3716752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69" name="pg3068">
                <a:extLst>
                  <a:ext uri="{FF2B5EF4-FFF2-40B4-BE49-F238E27FC236}">
                    <a16:creationId xmlns:a16="http://schemas.microsoft.com/office/drawing/2014/main" id="{E34089CD-D8DF-6760-D7CC-DB045B830800}"/>
                  </a:ext>
                </a:extLst>
              </p:cNvPr>
              <p:cNvSpPr/>
              <p:nvPr/>
            </p:nvSpPr>
            <p:spPr>
              <a:xfrm>
                <a:off x="372839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70" name="pg3069">
                <a:extLst>
                  <a:ext uri="{FF2B5EF4-FFF2-40B4-BE49-F238E27FC236}">
                    <a16:creationId xmlns:a16="http://schemas.microsoft.com/office/drawing/2014/main" id="{9944C027-2A7A-D261-1098-B45B75B63338}"/>
                  </a:ext>
                </a:extLst>
              </p:cNvPr>
              <p:cNvSpPr/>
              <p:nvPr/>
            </p:nvSpPr>
            <p:spPr>
              <a:xfrm>
                <a:off x="374002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71" name="pg3070">
                <a:extLst>
                  <a:ext uri="{FF2B5EF4-FFF2-40B4-BE49-F238E27FC236}">
                    <a16:creationId xmlns:a16="http://schemas.microsoft.com/office/drawing/2014/main" id="{B82BC337-70AF-3BB1-F349-4A36D8B4EC1E}"/>
                  </a:ext>
                </a:extLst>
              </p:cNvPr>
              <p:cNvSpPr/>
              <p:nvPr/>
            </p:nvSpPr>
            <p:spPr>
              <a:xfrm>
                <a:off x="375166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72" name="pg3071">
                <a:extLst>
                  <a:ext uri="{FF2B5EF4-FFF2-40B4-BE49-F238E27FC236}">
                    <a16:creationId xmlns:a16="http://schemas.microsoft.com/office/drawing/2014/main" id="{AA304867-8B30-D132-7951-8ED9BB7E000D}"/>
                  </a:ext>
                </a:extLst>
              </p:cNvPr>
              <p:cNvSpPr/>
              <p:nvPr/>
            </p:nvSpPr>
            <p:spPr>
              <a:xfrm>
                <a:off x="3763302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73" name="pg3072">
                <a:extLst>
                  <a:ext uri="{FF2B5EF4-FFF2-40B4-BE49-F238E27FC236}">
                    <a16:creationId xmlns:a16="http://schemas.microsoft.com/office/drawing/2014/main" id="{BF5431A9-27CD-50D7-50BF-3F7169BF20D8}"/>
                  </a:ext>
                </a:extLst>
              </p:cNvPr>
              <p:cNvSpPr/>
              <p:nvPr/>
            </p:nvSpPr>
            <p:spPr>
              <a:xfrm>
                <a:off x="3774939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74" name="pg3073">
                <a:extLst>
                  <a:ext uri="{FF2B5EF4-FFF2-40B4-BE49-F238E27FC236}">
                    <a16:creationId xmlns:a16="http://schemas.microsoft.com/office/drawing/2014/main" id="{9732D715-4636-B8A6-1CBB-59F36E924AEB}"/>
                  </a:ext>
                </a:extLst>
              </p:cNvPr>
              <p:cNvSpPr/>
              <p:nvPr/>
            </p:nvSpPr>
            <p:spPr>
              <a:xfrm>
                <a:off x="3786576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75" name="pg3074">
                <a:extLst>
                  <a:ext uri="{FF2B5EF4-FFF2-40B4-BE49-F238E27FC236}">
                    <a16:creationId xmlns:a16="http://schemas.microsoft.com/office/drawing/2014/main" id="{750A891B-730B-410B-9003-AD53C8A755E1}"/>
                  </a:ext>
                </a:extLst>
              </p:cNvPr>
              <p:cNvSpPr/>
              <p:nvPr/>
            </p:nvSpPr>
            <p:spPr>
              <a:xfrm>
                <a:off x="438008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76" name="pg3075">
                <a:extLst>
                  <a:ext uri="{FF2B5EF4-FFF2-40B4-BE49-F238E27FC236}">
                    <a16:creationId xmlns:a16="http://schemas.microsoft.com/office/drawing/2014/main" id="{DE2C2601-B848-67EE-1742-5963F9842E8F}"/>
                  </a:ext>
                </a:extLst>
              </p:cNvPr>
              <p:cNvSpPr/>
              <p:nvPr/>
            </p:nvSpPr>
            <p:spPr>
              <a:xfrm>
                <a:off x="4391718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77" name="pg3076">
                <a:extLst>
                  <a:ext uri="{FF2B5EF4-FFF2-40B4-BE49-F238E27FC236}">
                    <a16:creationId xmlns:a16="http://schemas.microsoft.com/office/drawing/2014/main" id="{F6809690-5309-3055-9B44-74CE55BAFD2F}"/>
                  </a:ext>
                </a:extLst>
              </p:cNvPr>
              <p:cNvSpPr/>
              <p:nvPr/>
            </p:nvSpPr>
            <p:spPr>
              <a:xfrm>
                <a:off x="4403355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78" name="pg3077">
                <a:extLst>
                  <a:ext uri="{FF2B5EF4-FFF2-40B4-BE49-F238E27FC236}">
                    <a16:creationId xmlns:a16="http://schemas.microsoft.com/office/drawing/2014/main" id="{B0630B22-F491-DFB0-5F1E-7CAC82A53FDA}"/>
                  </a:ext>
                </a:extLst>
              </p:cNvPr>
              <p:cNvSpPr/>
              <p:nvPr/>
            </p:nvSpPr>
            <p:spPr>
              <a:xfrm>
                <a:off x="4414992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79" name="pg3078">
                <a:extLst>
                  <a:ext uri="{FF2B5EF4-FFF2-40B4-BE49-F238E27FC236}">
                    <a16:creationId xmlns:a16="http://schemas.microsoft.com/office/drawing/2014/main" id="{9093E584-E983-4344-54FF-134BF00594F9}"/>
                  </a:ext>
                </a:extLst>
              </p:cNvPr>
              <p:cNvSpPr/>
              <p:nvPr/>
            </p:nvSpPr>
            <p:spPr>
              <a:xfrm>
                <a:off x="442663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80" name="pg3079">
                <a:extLst>
                  <a:ext uri="{FF2B5EF4-FFF2-40B4-BE49-F238E27FC236}">
                    <a16:creationId xmlns:a16="http://schemas.microsoft.com/office/drawing/2014/main" id="{3EFB9EDC-6222-04AA-584A-7C60DD7E7E5C}"/>
                  </a:ext>
                </a:extLst>
              </p:cNvPr>
              <p:cNvSpPr/>
              <p:nvPr/>
            </p:nvSpPr>
            <p:spPr>
              <a:xfrm>
                <a:off x="443826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81" name="pg3080">
                <a:extLst>
                  <a:ext uri="{FF2B5EF4-FFF2-40B4-BE49-F238E27FC236}">
                    <a16:creationId xmlns:a16="http://schemas.microsoft.com/office/drawing/2014/main" id="{6E17500F-566F-F53B-1436-43143142A9AC}"/>
                  </a:ext>
                </a:extLst>
              </p:cNvPr>
              <p:cNvSpPr/>
              <p:nvPr/>
            </p:nvSpPr>
            <p:spPr>
              <a:xfrm>
                <a:off x="444990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82" name="pg3081">
                <a:extLst>
                  <a:ext uri="{FF2B5EF4-FFF2-40B4-BE49-F238E27FC236}">
                    <a16:creationId xmlns:a16="http://schemas.microsoft.com/office/drawing/2014/main" id="{0143825C-D7D1-9777-9F18-B2909062F6DB}"/>
                  </a:ext>
                </a:extLst>
              </p:cNvPr>
              <p:cNvSpPr/>
              <p:nvPr/>
            </p:nvSpPr>
            <p:spPr>
              <a:xfrm>
                <a:off x="4601190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83" name="pg3082">
                <a:extLst>
                  <a:ext uri="{FF2B5EF4-FFF2-40B4-BE49-F238E27FC236}">
                    <a16:creationId xmlns:a16="http://schemas.microsoft.com/office/drawing/2014/main" id="{C8471ADB-DE5B-4329-460A-6E306C8ABEAB}"/>
                  </a:ext>
                </a:extLst>
              </p:cNvPr>
              <p:cNvSpPr/>
              <p:nvPr/>
            </p:nvSpPr>
            <p:spPr>
              <a:xfrm>
                <a:off x="4612827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84" name="pg3083">
                <a:extLst>
                  <a:ext uri="{FF2B5EF4-FFF2-40B4-BE49-F238E27FC236}">
                    <a16:creationId xmlns:a16="http://schemas.microsoft.com/office/drawing/2014/main" id="{9221E0D5-CF5E-2524-9407-2D4041A5B608}"/>
                  </a:ext>
                </a:extLst>
              </p:cNvPr>
              <p:cNvSpPr/>
              <p:nvPr/>
            </p:nvSpPr>
            <p:spPr>
              <a:xfrm>
                <a:off x="4624464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85" name="pg3084">
                <a:extLst>
                  <a:ext uri="{FF2B5EF4-FFF2-40B4-BE49-F238E27FC236}">
                    <a16:creationId xmlns:a16="http://schemas.microsoft.com/office/drawing/2014/main" id="{C29450FB-C7CB-C0A4-0428-D0A350EFF02A}"/>
                  </a:ext>
                </a:extLst>
              </p:cNvPr>
              <p:cNvSpPr/>
              <p:nvPr/>
            </p:nvSpPr>
            <p:spPr>
              <a:xfrm>
                <a:off x="4636101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86" name="pg3085">
                <a:extLst>
                  <a:ext uri="{FF2B5EF4-FFF2-40B4-BE49-F238E27FC236}">
                    <a16:creationId xmlns:a16="http://schemas.microsoft.com/office/drawing/2014/main" id="{57089717-89C8-BD6E-031D-42256EF97434}"/>
                  </a:ext>
                </a:extLst>
              </p:cNvPr>
              <p:cNvSpPr/>
              <p:nvPr/>
            </p:nvSpPr>
            <p:spPr>
              <a:xfrm>
                <a:off x="4647739" y="48672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8A6">
                  <a:alpha val="100000"/>
                </a:srgbClr>
              </a:solidFill>
              <a:ln w="5420" cap="flat">
                <a:solidFill>
                  <a:srgbClr val="3888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87" name="pg3086">
                <a:extLst>
                  <a:ext uri="{FF2B5EF4-FFF2-40B4-BE49-F238E27FC236}">
                    <a16:creationId xmlns:a16="http://schemas.microsoft.com/office/drawing/2014/main" id="{08A33CEE-E902-6CFB-99F9-44BD53CC29B6}"/>
                  </a:ext>
                </a:extLst>
              </p:cNvPr>
              <p:cNvSpPr/>
              <p:nvPr/>
            </p:nvSpPr>
            <p:spPr>
              <a:xfrm>
                <a:off x="306506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5AC">
                  <a:alpha val="100000"/>
                </a:srgbClr>
              </a:solidFill>
              <a:ln w="5420" cap="flat">
                <a:solidFill>
                  <a:srgbClr val="5B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88" name="pg3087">
                <a:extLst>
                  <a:ext uri="{FF2B5EF4-FFF2-40B4-BE49-F238E27FC236}">
                    <a16:creationId xmlns:a16="http://schemas.microsoft.com/office/drawing/2014/main" id="{4A37BABF-EB29-79F7-5E07-F42F0F4C9C14}"/>
                  </a:ext>
                </a:extLst>
              </p:cNvPr>
              <p:cNvSpPr/>
              <p:nvPr/>
            </p:nvSpPr>
            <p:spPr>
              <a:xfrm>
                <a:off x="307669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89" name="pg3088">
                <a:extLst>
                  <a:ext uri="{FF2B5EF4-FFF2-40B4-BE49-F238E27FC236}">
                    <a16:creationId xmlns:a16="http://schemas.microsoft.com/office/drawing/2014/main" id="{7EDCDC71-ABDC-6232-04C6-E823BF8D005C}"/>
                  </a:ext>
                </a:extLst>
              </p:cNvPr>
              <p:cNvSpPr/>
              <p:nvPr/>
            </p:nvSpPr>
            <p:spPr>
              <a:xfrm>
                <a:off x="308833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8AC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90" name="pg3089">
                <a:extLst>
                  <a:ext uri="{FF2B5EF4-FFF2-40B4-BE49-F238E27FC236}">
                    <a16:creationId xmlns:a16="http://schemas.microsoft.com/office/drawing/2014/main" id="{C7EF7664-E2F8-77D6-4254-D778F0C1A767}"/>
                  </a:ext>
                </a:extLst>
              </p:cNvPr>
              <p:cNvSpPr/>
              <p:nvPr/>
            </p:nvSpPr>
            <p:spPr>
              <a:xfrm>
                <a:off x="309997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91" name="pg3090">
                <a:extLst>
                  <a:ext uri="{FF2B5EF4-FFF2-40B4-BE49-F238E27FC236}">
                    <a16:creationId xmlns:a16="http://schemas.microsoft.com/office/drawing/2014/main" id="{A4B7424A-D784-195A-E175-9C8B0D0E3F57}"/>
                  </a:ext>
                </a:extLst>
              </p:cNvPr>
              <p:cNvSpPr/>
              <p:nvPr/>
            </p:nvSpPr>
            <p:spPr>
              <a:xfrm>
                <a:off x="3111611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92" name="pg3091">
                <a:extLst>
                  <a:ext uri="{FF2B5EF4-FFF2-40B4-BE49-F238E27FC236}">
                    <a16:creationId xmlns:a16="http://schemas.microsoft.com/office/drawing/2014/main" id="{B374A6B7-3512-2F0A-49C2-18F189692996}"/>
                  </a:ext>
                </a:extLst>
              </p:cNvPr>
              <p:cNvSpPr/>
              <p:nvPr/>
            </p:nvSpPr>
            <p:spPr>
              <a:xfrm>
                <a:off x="312324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93" name="pg3092">
                <a:extLst>
                  <a:ext uri="{FF2B5EF4-FFF2-40B4-BE49-F238E27FC236}">
                    <a16:creationId xmlns:a16="http://schemas.microsoft.com/office/drawing/2014/main" id="{3D4A6096-D2C7-8EDD-9C7A-99BB90A2CADF}"/>
                  </a:ext>
                </a:extLst>
              </p:cNvPr>
              <p:cNvSpPr/>
              <p:nvPr/>
            </p:nvSpPr>
            <p:spPr>
              <a:xfrm>
                <a:off x="313488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94" name="pg3093">
                <a:extLst>
                  <a:ext uri="{FF2B5EF4-FFF2-40B4-BE49-F238E27FC236}">
                    <a16:creationId xmlns:a16="http://schemas.microsoft.com/office/drawing/2014/main" id="{E7BEE62C-BF9F-B48F-8716-4E7D2483177D}"/>
                  </a:ext>
                </a:extLst>
              </p:cNvPr>
              <p:cNvSpPr/>
              <p:nvPr/>
            </p:nvSpPr>
            <p:spPr>
              <a:xfrm>
                <a:off x="3542193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95" name="pg3094">
                <a:extLst>
                  <a:ext uri="{FF2B5EF4-FFF2-40B4-BE49-F238E27FC236}">
                    <a16:creationId xmlns:a16="http://schemas.microsoft.com/office/drawing/2014/main" id="{F9DC54DC-DC5C-D1AB-FC34-D0A29ABFF1E1}"/>
                  </a:ext>
                </a:extLst>
              </p:cNvPr>
              <p:cNvSpPr/>
              <p:nvPr/>
            </p:nvSpPr>
            <p:spPr>
              <a:xfrm>
                <a:off x="3553830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96" name="pg3095">
                <a:extLst>
                  <a:ext uri="{FF2B5EF4-FFF2-40B4-BE49-F238E27FC236}">
                    <a16:creationId xmlns:a16="http://schemas.microsoft.com/office/drawing/2014/main" id="{88C5BB08-9547-8890-EF3A-A3D8936885B4}"/>
                  </a:ext>
                </a:extLst>
              </p:cNvPr>
              <p:cNvSpPr/>
              <p:nvPr/>
            </p:nvSpPr>
            <p:spPr>
              <a:xfrm>
                <a:off x="356546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2CFAD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97" name="pg3096">
                <a:extLst>
                  <a:ext uri="{FF2B5EF4-FFF2-40B4-BE49-F238E27FC236}">
                    <a16:creationId xmlns:a16="http://schemas.microsoft.com/office/drawing/2014/main" id="{257F9052-D798-AFB4-52A2-05AEE1A0B0F6}"/>
                  </a:ext>
                </a:extLst>
              </p:cNvPr>
              <p:cNvSpPr/>
              <p:nvPr/>
            </p:nvSpPr>
            <p:spPr>
              <a:xfrm>
                <a:off x="3577105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98" name="pg3097">
                <a:extLst>
                  <a:ext uri="{FF2B5EF4-FFF2-40B4-BE49-F238E27FC236}">
                    <a16:creationId xmlns:a16="http://schemas.microsoft.com/office/drawing/2014/main" id="{1A1639B5-FEA5-B67C-1B9D-32663BBF5D2F}"/>
                  </a:ext>
                </a:extLst>
              </p:cNvPr>
              <p:cNvSpPr/>
              <p:nvPr/>
            </p:nvSpPr>
            <p:spPr>
              <a:xfrm>
                <a:off x="358874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499" name="pg3098">
                <a:extLst>
                  <a:ext uri="{FF2B5EF4-FFF2-40B4-BE49-F238E27FC236}">
                    <a16:creationId xmlns:a16="http://schemas.microsoft.com/office/drawing/2014/main" id="{43166148-1F94-E269-B559-06059DCFCE0B}"/>
                  </a:ext>
                </a:extLst>
              </p:cNvPr>
              <p:cNvSpPr/>
              <p:nvPr/>
            </p:nvSpPr>
            <p:spPr>
              <a:xfrm>
                <a:off x="360037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00" name="pg3099">
                <a:extLst>
                  <a:ext uri="{FF2B5EF4-FFF2-40B4-BE49-F238E27FC236}">
                    <a16:creationId xmlns:a16="http://schemas.microsoft.com/office/drawing/2014/main" id="{8F3C4538-EE87-EC72-9A7F-D8DFDBDD79AF}"/>
                  </a:ext>
                </a:extLst>
              </p:cNvPr>
              <p:cNvSpPr/>
              <p:nvPr/>
            </p:nvSpPr>
            <p:spPr>
              <a:xfrm>
                <a:off x="361201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01" name="pg3100">
                <a:extLst>
                  <a:ext uri="{FF2B5EF4-FFF2-40B4-BE49-F238E27FC236}">
                    <a16:creationId xmlns:a16="http://schemas.microsoft.com/office/drawing/2014/main" id="{47D6DB59-55E7-2C3C-CEC5-E604A9BC357B}"/>
                  </a:ext>
                </a:extLst>
              </p:cNvPr>
              <p:cNvSpPr/>
              <p:nvPr/>
            </p:nvSpPr>
            <p:spPr>
              <a:xfrm>
                <a:off x="362365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02" name="pg3101">
                <a:extLst>
                  <a:ext uri="{FF2B5EF4-FFF2-40B4-BE49-F238E27FC236}">
                    <a16:creationId xmlns:a16="http://schemas.microsoft.com/office/drawing/2014/main" id="{339E93E7-A907-1F0A-794A-E33B74B48592}"/>
                  </a:ext>
                </a:extLst>
              </p:cNvPr>
              <p:cNvSpPr/>
              <p:nvPr/>
            </p:nvSpPr>
            <p:spPr>
              <a:xfrm>
                <a:off x="3635291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03" name="pg3102">
                <a:extLst>
                  <a:ext uri="{FF2B5EF4-FFF2-40B4-BE49-F238E27FC236}">
                    <a16:creationId xmlns:a16="http://schemas.microsoft.com/office/drawing/2014/main" id="{8996EC01-D28C-008B-6FE7-7E458DFD3C97}"/>
                  </a:ext>
                </a:extLst>
              </p:cNvPr>
              <p:cNvSpPr/>
              <p:nvPr/>
            </p:nvSpPr>
            <p:spPr>
              <a:xfrm>
                <a:off x="3646928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04" name="pg3103">
                <a:extLst>
                  <a:ext uri="{FF2B5EF4-FFF2-40B4-BE49-F238E27FC236}">
                    <a16:creationId xmlns:a16="http://schemas.microsoft.com/office/drawing/2014/main" id="{4883F9DC-1759-769F-09EF-085D9343F27F}"/>
                  </a:ext>
                </a:extLst>
              </p:cNvPr>
              <p:cNvSpPr/>
              <p:nvPr/>
            </p:nvSpPr>
            <p:spPr>
              <a:xfrm>
                <a:off x="365856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05" name="pg3104">
                <a:extLst>
                  <a:ext uri="{FF2B5EF4-FFF2-40B4-BE49-F238E27FC236}">
                    <a16:creationId xmlns:a16="http://schemas.microsoft.com/office/drawing/2014/main" id="{5E2E7878-D404-26CC-B808-5306E36694D6}"/>
                  </a:ext>
                </a:extLst>
              </p:cNvPr>
              <p:cNvSpPr/>
              <p:nvPr/>
            </p:nvSpPr>
            <p:spPr>
              <a:xfrm>
                <a:off x="3670203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06" name="pg3105">
                <a:extLst>
                  <a:ext uri="{FF2B5EF4-FFF2-40B4-BE49-F238E27FC236}">
                    <a16:creationId xmlns:a16="http://schemas.microsoft.com/office/drawing/2014/main" id="{275728B1-4A4A-F61F-2C6E-BD9FC90267A8}"/>
                  </a:ext>
                </a:extLst>
              </p:cNvPr>
              <p:cNvSpPr/>
              <p:nvPr/>
            </p:nvSpPr>
            <p:spPr>
              <a:xfrm>
                <a:off x="3705115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07" name="pg3106">
                <a:extLst>
                  <a:ext uri="{FF2B5EF4-FFF2-40B4-BE49-F238E27FC236}">
                    <a16:creationId xmlns:a16="http://schemas.microsoft.com/office/drawing/2014/main" id="{3F3E5F31-4EA4-E3BA-42A5-A999C6323DE4}"/>
                  </a:ext>
                </a:extLst>
              </p:cNvPr>
              <p:cNvSpPr/>
              <p:nvPr/>
            </p:nvSpPr>
            <p:spPr>
              <a:xfrm>
                <a:off x="371675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08" name="pg3107">
                <a:extLst>
                  <a:ext uri="{FF2B5EF4-FFF2-40B4-BE49-F238E27FC236}">
                    <a16:creationId xmlns:a16="http://schemas.microsoft.com/office/drawing/2014/main" id="{E540879A-8CBF-EAF1-755A-2850CA4F975C}"/>
                  </a:ext>
                </a:extLst>
              </p:cNvPr>
              <p:cNvSpPr/>
              <p:nvPr/>
            </p:nvSpPr>
            <p:spPr>
              <a:xfrm>
                <a:off x="3728390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DAC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09" name="pg3108">
                <a:extLst>
                  <a:ext uri="{FF2B5EF4-FFF2-40B4-BE49-F238E27FC236}">
                    <a16:creationId xmlns:a16="http://schemas.microsoft.com/office/drawing/2014/main" id="{496AD2E2-EA54-90F0-00BF-528C3CD840B1}"/>
                  </a:ext>
                </a:extLst>
              </p:cNvPr>
              <p:cNvSpPr/>
              <p:nvPr/>
            </p:nvSpPr>
            <p:spPr>
              <a:xfrm>
                <a:off x="374002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10" name="pg3109">
                <a:extLst>
                  <a:ext uri="{FF2B5EF4-FFF2-40B4-BE49-F238E27FC236}">
                    <a16:creationId xmlns:a16="http://schemas.microsoft.com/office/drawing/2014/main" id="{C0E20DA6-2719-4005-305D-990BE3D05CC5}"/>
                  </a:ext>
                </a:extLst>
              </p:cNvPr>
              <p:cNvSpPr/>
              <p:nvPr/>
            </p:nvSpPr>
            <p:spPr>
              <a:xfrm>
                <a:off x="375166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11" name="pg3110">
                <a:extLst>
                  <a:ext uri="{FF2B5EF4-FFF2-40B4-BE49-F238E27FC236}">
                    <a16:creationId xmlns:a16="http://schemas.microsoft.com/office/drawing/2014/main" id="{6649C650-5475-055E-2E6E-8E9E2F052E37}"/>
                  </a:ext>
                </a:extLst>
              </p:cNvPr>
              <p:cNvSpPr/>
              <p:nvPr/>
            </p:nvSpPr>
            <p:spPr>
              <a:xfrm>
                <a:off x="376330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12" name="pg3111">
                <a:extLst>
                  <a:ext uri="{FF2B5EF4-FFF2-40B4-BE49-F238E27FC236}">
                    <a16:creationId xmlns:a16="http://schemas.microsoft.com/office/drawing/2014/main" id="{1489A7EB-B23F-2C20-E72D-578A82DF1592}"/>
                  </a:ext>
                </a:extLst>
              </p:cNvPr>
              <p:cNvSpPr/>
              <p:nvPr/>
            </p:nvSpPr>
            <p:spPr>
              <a:xfrm>
                <a:off x="377493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13" name="pg3112">
                <a:extLst>
                  <a:ext uri="{FF2B5EF4-FFF2-40B4-BE49-F238E27FC236}">
                    <a16:creationId xmlns:a16="http://schemas.microsoft.com/office/drawing/2014/main" id="{DC0995ED-93BE-565B-7004-9811DDB40F74}"/>
                  </a:ext>
                </a:extLst>
              </p:cNvPr>
              <p:cNvSpPr/>
              <p:nvPr/>
            </p:nvSpPr>
            <p:spPr>
              <a:xfrm>
                <a:off x="378657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14" name="pg3113">
                <a:extLst>
                  <a:ext uri="{FF2B5EF4-FFF2-40B4-BE49-F238E27FC236}">
                    <a16:creationId xmlns:a16="http://schemas.microsoft.com/office/drawing/2014/main" id="{601C479E-5D35-1AF6-4FC5-520529B70429}"/>
                  </a:ext>
                </a:extLst>
              </p:cNvPr>
              <p:cNvSpPr/>
              <p:nvPr/>
            </p:nvSpPr>
            <p:spPr>
              <a:xfrm>
                <a:off x="4403355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15" name="pg3114">
                <a:extLst>
                  <a:ext uri="{FF2B5EF4-FFF2-40B4-BE49-F238E27FC236}">
                    <a16:creationId xmlns:a16="http://schemas.microsoft.com/office/drawing/2014/main" id="{B7BB7A1A-B584-EFBF-F989-A0954F74AD5F}"/>
                  </a:ext>
                </a:extLst>
              </p:cNvPr>
              <p:cNvSpPr/>
              <p:nvPr/>
            </p:nvSpPr>
            <p:spPr>
              <a:xfrm>
                <a:off x="441499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16" name="pg3115">
                <a:extLst>
                  <a:ext uri="{FF2B5EF4-FFF2-40B4-BE49-F238E27FC236}">
                    <a16:creationId xmlns:a16="http://schemas.microsoft.com/office/drawing/2014/main" id="{2C2A1C68-3344-8996-0550-AC9F680174BE}"/>
                  </a:ext>
                </a:extLst>
              </p:cNvPr>
              <p:cNvSpPr/>
              <p:nvPr/>
            </p:nvSpPr>
            <p:spPr>
              <a:xfrm>
                <a:off x="4426630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17" name="pg3116">
                <a:extLst>
                  <a:ext uri="{FF2B5EF4-FFF2-40B4-BE49-F238E27FC236}">
                    <a16:creationId xmlns:a16="http://schemas.microsoft.com/office/drawing/2014/main" id="{2C9D8878-D59E-D619-5016-4360C7D4741F}"/>
                  </a:ext>
                </a:extLst>
              </p:cNvPr>
              <p:cNvSpPr/>
              <p:nvPr/>
            </p:nvSpPr>
            <p:spPr>
              <a:xfrm>
                <a:off x="443826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18" name="pg3117">
                <a:extLst>
                  <a:ext uri="{FF2B5EF4-FFF2-40B4-BE49-F238E27FC236}">
                    <a16:creationId xmlns:a16="http://schemas.microsoft.com/office/drawing/2014/main" id="{2CC1C107-FD89-9F10-1C30-1B99FA68E456}"/>
                  </a:ext>
                </a:extLst>
              </p:cNvPr>
              <p:cNvSpPr/>
              <p:nvPr/>
            </p:nvSpPr>
            <p:spPr>
              <a:xfrm>
                <a:off x="444990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19" name="pg3118">
                <a:extLst>
                  <a:ext uri="{FF2B5EF4-FFF2-40B4-BE49-F238E27FC236}">
                    <a16:creationId xmlns:a16="http://schemas.microsoft.com/office/drawing/2014/main" id="{FF763CCC-EA00-C065-7382-A7F5BE2074B6}"/>
                  </a:ext>
                </a:extLst>
              </p:cNvPr>
              <p:cNvSpPr/>
              <p:nvPr/>
            </p:nvSpPr>
            <p:spPr>
              <a:xfrm>
                <a:off x="4461542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20" name="pg3119">
                <a:extLst>
                  <a:ext uri="{FF2B5EF4-FFF2-40B4-BE49-F238E27FC236}">
                    <a16:creationId xmlns:a16="http://schemas.microsoft.com/office/drawing/2014/main" id="{7255EDCC-2FA6-91FB-B87D-D0C098AFE430}"/>
                  </a:ext>
                </a:extLst>
              </p:cNvPr>
              <p:cNvSpPr/>
              <p:nvPr/>
            </p:nvSpPr>
            <p:spPr>
              <a:xfrm>
                <a:off x="4601190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21" name="pg3120">
                <a:extLst>
                  <a:ext uri="{FF2B5EF4-FFF2-40B4-BE49-F238E27FC236}">
                    <a16:creationId xmlns:a16="http://schemas.microsoft.com/office/drawing/2014/main" id="{DD3A592A-C535-0652-AC8E-D5968A18217D}"/>
                  </a:ext>
                </a:extLst>
              </p:cNvPr>
              <p:cNvSpPr/>
              <p:nvPr/>
            </p:nvSpPr>
            <p:spPr>
              <a:xfrm>
                <a:off x="4612827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22" name="pg3121">
                <a:extLst>
                  <a:ext uri="{FF2B5EF4-FFF2-40B4-BE49-F238E27FC236}">
                    <a16:creationId xmlns:a16="http://schemas.microsoft.com/office/drawing/2014/main" id="{9E72BCD3-D86B-85B5-82B4-B8EBA9BEAA5A}"/>
                  </a:ext>
                </a:extLst>
              </p:cNvPr>
              <p:cNvSpPr/>
              <p:nvPr/>
            </p:nvSpPr>
            <p:spPr>
              <a:xfrm>
                <a:off x="4624464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23" name="pg3122">
                <a:extLst>
                  <a:ext uri="{FF2B5EF4-FFF2-40B4-BE49-F238E27FC236}">
                    <a16:creationId xmlns:a16="http://schemas.microsoft.com/office/drawing/2014/main" id="{4226488B-8FAB-CB3D-57F2-4377DBBF3787}"/>
                  </a:ext>
                </a:extLst>
              </p:cNvPr>
              <p:cNvSpPr/>
              <p:nvPr/>
            </p:nvSpPr>
            <p:spPr>
              <a:xfrm>
                <a:off x="4636101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24" name="pg3123">
                <a:extLst>
                  <a:ext uri="{FF2B5EF4-FFF2-40B4-BE49-F238E27FC236}">
                    <a16:creationId xmlns:a16="http://schemas.microsoft.com/office/drawing/2014/main" id="{875A690F-54A9-60E4-A88E-5EC8CB18392E}"/>
                  </a:ext>
                </a:extLst>
              </p:cNvPr>
              <p:cNvSpPr/>
              <p:nvPr/>
            </p:nvSpPr>
            <p:spPr>
              <a:xfrm>
                <a:off x="4647739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25" name="pg3124">
                <a:extLst>
                  <a:ext uri="{FF2B5EF4-FFF2-40B4-BE49-F238E27FC236}">
                    <a16:creationId xmlns:a16="http://schemas.microsoft.com/office/drawing/2014/main" id="{306A4E74-B9DC-170F-4467-08169B15C28E}"/>
                  </a:ext>
                </a:extLst>
              </p:cNvPr>
              <p:cNvSpPr/>
              <p:nvPr/>
            </p:nvSpPr>
            <p:spPr>
              <a:xfrm>
                <a:off x="4659376" y="488150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9A6">
                  <a:alpha val="100000"/>
                </a:srgbClr>
              </a:solidFill>
              <a:ln w="5420" cap="flat">
                <a:solidFill>
                  <a:srgbClr val="3889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26" name="pg3125">
                <a:extLst>
                  <a:ext uri="{FF2B5EF4-FFF2-40B4-BE49-F238E27FC236}">
                    <a16:creationId xmlns:a16="http://schemas.microsoft.com/office/drawing/2014/main" id="{61CEFBC8-B09C-5FF0-1592-A031698B5C0A}"/>
                  </a:ext>
                </a:extLst>
              </p:cNvPr>
              <p:cNvSpPr/>
              <p:nvPr/>
            </p:nvSpPr>
            <p:spPr>
              <a:xfrm>
                <a:off x="294868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BAB">
                  <a:alpha val="100000"/>
                </a:srgbClr>
              </a:solidFill>
              <a:ln w="5420" cap="flat">
                <a:solidFill>
                  <a:srgbClr val="54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27" name="pg3126">
                <a:extLst>
                  <a:ext uri="{FF2B5EF4-FFF2-40B4-BE49-F238E27FC236}">
                    <a16:creationId xmlns:a16="http://schemas.microsoft.com/office/drawing/2014/main" id="{073D0648-60E8-E352-4E1B-6B17137207EE}"/>
                  </a:ext>
                </a:extLst>
              </p:cNvPr>
              <p:cNvSpPr/>
              <p:nvPr/>
            </p:nvSpPr>
            <p:spPr>
              <a:xfrm>
                <a:off x="2960326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EAB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28" name="pg3127">
                <a:extLst>
                  <a:ext uri="{FF2B5EF4-FFF2-40B4-BE49-F238E27FC236}">
                    <a16:creationId xmlns:a16="http://schemas.microsoft.com/office/drawing/2014/main" id="{EBDA8B7F-83E0-64D0-29DA-A0EF254F7E5C}"/>
                  </a:ext>
                </a:extLst>
              </p:cNvPr>
              <p:cNvSpPr/>
              <p:nvPr/>
            </p:nvSpPr>
            <p:spPr>
              <a:xfrm>
                <a:off x="2971963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29" name="pg3128">
                <a:extLst>
                  <a:ext uri="{FF2B5EF4-FFF2-40B4-BE49-F238E27FC236}">
                    <a16:creationId xmlns:a16="http://schemas.microsoft.com/office/drawing/2014/main" id="{1538B29F-07AF-4108-54DE-F523A7C4BE0A}"/>
                  </a:ext>
                </a:extLst>
              </p:cNvPr>
              <p:cNvSpPr/>
              <p:nvPr/>
            </p:nvSpPr>
            <p:spPr>
              <a:xfrm>
                <a:off x="2983601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30" name="pg3129">
                <a:extLst>
                  <a:ext uri="{FF2B5EF4-FFF2-40B4-BE49-F238E27FC236}">
                    <a16:creationId xmlns:a16="http://schemas.microsoft.com/office/drawing/2014/main" id="{BC9450FE-E484-229E-862F-4E09495D6E4B}"/>
                  </a:ext>
                </a:extLst>
              </p:cNvPr>
              <p:cNvSpPr/>
              <p:nvPr/>
            </p:nvSpPr>
            <p:spPr>
              <a:xfrm>
                <a:off x="2995238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31" name="pg3130">
                <a:extLst>
                  <a:ext uri="{FF2B5EF4-FFF2-40B4-BE49-F238E27FC236}">
                    <a16:creationId xmlns:a16="http://schemas.microsoft.com/office/drawing/2014/main" id="{4449C662-4D4A-C204-CCAF-D6F665AF8FC5}"/>
                  </a:ext>
                </a:extLst>
              </p:cNvPr>
              <p:cNvSpPr/>
              <p:nvPr/>
            </p:nvSpPr>
            <p:spPr>
              <a:xfrm>
                <a:off x="3006875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32" name="pg3131">
                <a:extLst>
                  <a:ext uri="{FF2B5EF4-FFF2-40B4-BE49-F238E27FC236}">
                    <a16:creationId xmlns:a16="http://schemas.microsoft.com/office/drawing/2014/main" id="{3D64BEE2-60AE-0F09-5F97-831131FE5E57}"/>
                  </a:ext>
                </a:extLst>
              </p:cNvPr>
              <p:cNvSpPr/>
              <p:nvPr/>
            </p:nvSpPr>
            <p:spPr>
              <a:xfrm>
                <a:off x="304178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33" name="pg3132">
                <a:extLst>
                  <a:ext uri="{FF2B5EF4-FFF2-40B4-BE49-F238E27FC236}">
                    <a16:creationId xmlns:a16="http://schemas.microsoft.com/office/drawing/2014/main" id="{AA2D9F49-4D26-082C-0F6A-B5B2E230C21E}"/>
                  </a:ext>
                </a:extLst>
              </p:cNvPr>
              <p:cNvSpPr/>
              <p:nvPr/>
            </p:nvSpPr>
            <p:spPr>
              <a:xfrm>
                <a:off x="3053425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34" name="pg3133">
                <a:extLst>
                  <a:ext uri="{FF2B5EF4-FFF2-40B4-BE49-F238E27FC236}">
                    <a16:creationId xmlns:a16="http://schemas.microsoft.com/office/drawing/2014/main" id="{C59B09D8-FC97-1729-36DE-EBF4D23B7CE1}"/>
                  </a:ext>
                </a:extLst>
              </p:cNvPr>
              <p:cNvSpPr/>
              <p:nvPr/>
            </p:nvSpPr>
            <p:spPr>
              <a:xfrm>
                <a:off x="306506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35" name="pg3134">
                <a:extLst>
                  <a:ext uri="{FF2B5EF4-FFF2-40B4-BE49-F238E27FC236}">
                    <a16:creationId xmlns:a16="http://schemas.microsoft.com/office/drawing/2014/main" id="{1AF36B83-3E85-F3C3-7F97-57F8F5921420}"/>
                  </a:ext>
                </a:extLst>
              </p:cNvPr>
              <p:cNvSpPr/>
              <p:nvPr/>
            </p:nvSpPr>
            <p:spPr>
              <a:xfrm>
                <a:off x="307669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36" name="pg3135">
                <a:extLst>
                  <a:ext uri="{FF2B5EF4-FFF2-40B4-BE49-F238E27FC236}">
                    <a16:creationId xmlns:a16="http://schemas.microsoft.com/office/drawing/2014/main" id="{63B8599E-219A-FB9B-3DE7-FD3CE87ACDC4}"/>
                  </a:ext>
                </a:extLst>
              </p:cNvPr>
              <p:cNvSpPr/>
              <p:nvPr/>
            </p:nvSpPr>
            <p:spPr>
              <a:xfrm>
                <a:off x="308833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37" name="pg3136">
                <a:extLst>
                  <a:ext uri="{FF2B5EF4-FFF2-40B4-BE49-F238E27FC236}">
                    <a16:creationId xmlns:a16="http://schemas.microsoft.com/office/drawing/2014/main" id="{DB58C459-CBFC-5632-9761-1F5A7B886D23}"/>
                  </a:ext>
                </a:extLst>
              </p:cNvPr>
              <p:cNvSpPr/>
              <p:nvPr/>
            </p:nvSpPr>
            <p:spPr>
              <a:xfrm>
                <a:off x="3099974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38" name="pg3137">
                <a:extLst>
                  <a:ext uri="{FF2B5EF4-FFF2-40B4-BE49-F238E27FC236}">
                    <a16:creationId xmlns:a16="http://schemas.microsoft.com/office/drawing/2014/main" id="{479CE316-6C99-D380-4FF3-AD9DCF5CD6D6}"/>
                  </a:ext>
                </a:extLst>
              </p:cNvPr>
              <p:cNvSpPr/>
              <p:nvPr/>
            </p:nvSpPr>
            <p:spPr>
              <a:xfrm>
                <a:off x="3111611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39" name="pg3138">
                <a:extLst>
                  <a:ext uri="{FF2B5EF4-FFF2-40B4-BE49-F238E27FC236}">
                    <a16:creationId xmlns:a16="http://schemas.microsoft.com/office/drawing/2014/main" id="{09B14B90-DE59-7047-44CE-F2C1B097E7F4}"/>
                  </a:ext>
                </a:extLst>
              </p:cNvPr>
              <p:cNvSpPr/>
              <p:nvPr/>
            </p:nvSpPr>
            <p:spPr>
              <a:xfrm>
                <a:off x="312324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9AC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40" name="pg3139">
                <a:extLst>
                  <a:ext uri="{FF2B5EF4-FFF2-40B4-BE49-F238E27FC236}">
                    <a16:creationId xmlns:a16="http://schemas.microsoft.com/office/drawing/2014/main" id="{567EC763-D21E-7D30-1250-1D4FAC79CC7B}"/>
                  </a:ext>
                </a:extLst>
              </p:cNvPr>
              <p:cNvSpPr/>
              <p:nvPr/>
            </p:nvSpPr>
            <p:spPr>
              <a:xfrm>
                <a:off x="3635291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41" name="pg3140">
                <a:extLst>
                  <a:ext uri="{FF2B5EF4-FFF2-40B4-BE49-F238E27FC236}">
                    <a16:creationId xmlns:a16="http://schemas.microsoft.com/office/drawing/2014/main" id="{C20FCEA1-2917-604A-33F0-01F32437A883}"/>
                  </a:ext>
                </a:extLst>
              </p:cNvPr>
              <p:cNvSpPr/>
              <p:nvPr/>
            </p:nvSpPr>
            <p:spPr>
              <a:xfrm>
                <a:off x="3646928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42" name="pg3141">
                <a:extLst>
                  <a:ext uri="{FF2B5EF4-FFF2-40B4-BE49-F238E27FC236}">
                    <a16:creationId xmlns:a16="http://schemas.microsoft.com/office/drawing/2014/main" id="{DD149B90-6629-E932-FA34-790F19B752E2}"/>
                  </a:ext>
                </a:extLst>
              </p:cNvPr>
              <p:cNvSpPr/>
              <p:nvPr/>
            </p:nvSpPr>
            <p:spPr>
              <a:xfrm>
                <a:off x="371675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CAC">
                  <a:alpha val="100000"/>
                </a:srgbClr>
              </a:solidFill>
              <a:ln w="5420" cap="flat">
                <a:solidFill>
                  <a:srgbClr val="5E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43" name="pg3142">
                <a:extLst>
                  <a:ext uri="{FF2B5EF4-FFF2-40B4-BE49-F238E27FC236}">
                    <a16:creationId xmlns:a16="http://schemas.microsoft.com/office/drawing/2014/main" id="{09EB28A6-9CED-A35A-9BDF-38E675934387}"/>
                  </a:ext>
                </a:extLst>
              </p:cNvPr>
              <p:cNvSpPr/>
              <p:nvPr/>
            </p:nvSpPr>
            <p:spPr>
              <a:xfrm>
                <a:off x="3728390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CAC">
                  <a:alpha val="100000"/>
                </a:srgbClr>
              </a:solidFill>
              <a:ln w="5420" cap="flat">
                <a:solidFill>
                  <a:srgbClr val="5E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44" name="pg3143">
                <a:extLst>
                  <a:ext uri="{FF2B5EF4-FFF2-40B4-BE49-F238E27FC236}">
                    <a16:creationId xmlns:a16="http://schemas.microsoft.com/office/drawing/2014/main" id="{DF4D30FC-2E7B-83CA-65F9-74DD0CA69C0A}"/>
                  </a:ext>
                </a:extLst>
              </p:cNvPr>
              <p:cNvSpPr/>
              <p:nvPr/>
            </p:nvSpPr>
            <p:spPr>
              <a:xfrm>
                <a:off x="374002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45" name="pg3144">
                <a:extLst>
                  <a:ext uri="{FF2B5EF4-FFF2-40B4-BE49-F238E27FC236}">
                    <a16:creationId xmlns:a16="http://schemas.microsoft.com/office/drawing/2014/main" id="{9FA9A496-3D3C-2797-8F14-24DE0EF76935}"/>
                  </a:ext>
                </a:extLst>
              </p:cNvPr>
              <p:cNvSpPr/>
              <p:nvPr/>
            </p:nvSpPr>
            <p:spPr>
              <a:xfrm>
                <a:off x="3751664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46" name="pg3145">
                <a:extLst>
                  <a:ext uri="{FF2B5EF4-FFF2-40B4-BE49-F238E27FC236}">
                    <a16:creationId xmlns:a16="http://schemas.microsoft.com/office/drawing/2014/main" id="{2DBE28E5-AE1F-ED56-3807-5C8DF95FD16B}"/>
                  </a:ext>
                </a:extLst>
              </p:cNvPr>
              <p:cNvSpPr/>
              <p:nvPr/>
            </p:nvSpPr>
            <p:spPr>
              <a:xfrm>
                <a:off x="376330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47" name="pg3146">
                <a:extLst>
                  <a:ext uri="{FF2B5EF4-FFF2-40B4-BE49-F238E27FC236}">
                    <a16:creationId xmlns:a16="http://schemas.microsoft.com/office/drawing/2014/main" id="{AC1C8145-AC3A-51FA-A51A-34EA5FFA4DBF}"/>
                  </a:ext>
                </a:extLst>
              </p:cNvPr>
              <p:cNvSpPr/>
              <p:nvPr/>
            </p:nvSpPr>
            <p:spPr>
              <a:xfrm>
                <a:off x="377493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48" name="pg3147">
                <a:extLst>
                  <a:ext uri="{FF2B5EF4-FFF2-40B4-BE49-F238E27FC236}">
                    <a16:creationId xmlns:a16="http://schemas.microsoft.com/office/drawing/2014/main" id="{A272BDD0-7743-4BD2-6165-B531B67EBE5B}"/>
                  </a:ext>
                </a:extLst>
              </p:cNvPr>
              <p:cNvSpPr/>
              <p:nvPr/>
            </p:nvSpPr>
            <p:spPr>
              <a:xfrm>
                <a:off x="441499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7A9">
                  <a:alpha val="100000"/>
                </a:srgbClr>
              </a:solidFill>
              <a:ln w="5420" cap="flat">
                <a:solidFill>
                  <a:srgbClr val="35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49" name="pg3148">
                <a:extLst>
                  <a:ext uri="{FF2B5EF4-FFF2-40B4-BE49-F238E27FC236}">
                    <a16:creationId xmlns:a16="http://schemas.microsoft.com/office/drawing/2014/main" id="{EF126F61-7EB2-F861-29B9-AEC7BFE65664}"/>
                  </a:ext>
                </a:extLst>
              </p:cNvPr>
              <p:cNvSpPr/>
              <p:nvPr/>
            </p:nvSpPr>
            <p:spPr>
              <a:xfrm>
                <a:off x="4426630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50" name="pg3149">
                <a:extLst>
                  <a:ext uri="{FF2B5EF4-FFF2-40B4-BE49-F238E27FC236}">
                    <a16:creationId xmlns:a16="http://schemas.microsoft.com/office/drawing/2014/main" id="{FB8534DC-3838-8E32-FF9C-3DD0CA821613}"/>
                  </a:ext>
                </a:extLst>
              </p:cNvPr>
              <p:cNvSpPr/>
              <p:nvPr/>
            </p:nvSpPr>
            <p:spPr>
              <a:xfrm>
                <a:off x="443826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51" name="pg3150">
                <a:extLst>
                  <a:ext uri="{FF2B5EF4-FFF2-40B4-BE49-F238E27FC236}">
                    <a16:creationId xmlns:a16="http://schemas.microsoft.com/office/drawing/2014/main" id="{18F29E9E-884B-5E9D-B90B-15692B92A42E}"/>
                  </a:ext>
                </a:extLst>
              </p:cNvPr>
              <p:cNvSpPr/>
              <p:nvPr/>
            </p:nvSpPr>
            <p:spPr>
              <a:xfrm>
                <a:off x="4449904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52" name="pg3151">
                <a:extLst>
                  <a:ext uri="{FF2B5EF4-FFF2-40B4-BE49-F238E27FC236}">
                    <a16:creationId xmlns:a16="http://schemas.microsoft.com/office/drawing/2014/main" id="{CA2CF1C7-5472-9850-926F-2BAF4E9EEC61}"/>
                  </a:ext>
                </a:extLst>
              </p:cNvPr>
              <p:cNvSpPr/>
              <p:nvPr/>
            </p:nvSpPr>
            <p:spPr>
              <a:xfrm>
                <a:off x="4461542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53" name="pg3152">
                <a:extLst>
                  <a:ext uri="{FF2B5EF4-FFF2-40B4-BE49-F238E27FC236}">
                    <a16:creationId xmlns:a16="http://schemas.microsoft.com/office/drawing/2014/main" id="{B46C9C76-D1CF-B7D2-2693-EEE6B67D5671}"/>
                  </a:ext>
                </a:extLst>
              </p:cNvPr>
              <p:cNvSpPr/>
              <p:nvPr/>
            </p:nvSpPr>
            <p:spPr>
              <a:xfrm>
                <a:off x="4612827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54" name="pg3153">
                <a:extLst>
                  <a:ext uri="{FF2B5EF4-FFF2-40B4-BE49-F238E27FC236}">
                    <a16:creationId xmlns:a16="http://schemas.microsoft.com/office/drawing/2014/main" id="{B40F4B58-F4EC-DEB1-A37D-570BAAEE1B92}"/>
                  </a:ext>
                </a:extLst>
              </p:cNvPr>
              <p:cNvSpPr/>
              <p:nvPr/>
            </p:nvSpPr>
            <p:spPr>
              <a:xfrm>
                <a:off x="4624464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55" name="pg3154">
                <a:extLst>
                  <a:ext uri="{FF2B5EF4-FFF2-40B4-BE49-F238E27FC236}">
                    <a16:creationId xmlns:a16="http://schemas.microsoft.com/office/drawing/2014/main" id="{8EED1675-8F18-935C-7474-28ED455F19E9}"/>
                  </a:ext>
                </a:extLst>
              </p:cNvPr>
              <p:cNvSpPr/>
              <p:nvPr/>
            </p:nvSpPr>
            <p:spPr>
              <a:xfrm>
                <a:off x="4636101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56" name="pg3155">
                <a:extLst>
                  <a:ext uri="{FF2B5EF4-FFF2-40B4-BE49-F238E27FC236}">
                    <a16:creationId xmlns:a16="http://schemas.microsoft.com/office/drawing/2014/main" id="{06276AA2-133E-12EF-3DFF-902E9E78A592}"/>
                  </a:ext>
                </a:extLst>
              </p:cNvPr>
              <p:cNvSpPr/>
              <p:nvPr/>
            </p:nvSpPr>
            <p:spPr>
              <a:xfrm>
                <a:off x="4647739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57" name="pg3156">
                <a:extLst>
                  <a:ext uri="{FF2B5EF4-FFF2-40B4-BE49-F238E27FC236}">
                    <a16:creationId xmlns:a16="http://schemas.microsoft.com/office/drawing/2014/main" id="{9B28923F-CF40-FFAA-D8D9-DCD16F03C3CC}"/>
                  </a:ext>
                </a:extLst>
              </p:cNvPr>
              <p:cNvSpPr/>
              <p:nvPr/>
            </p:nvSpPr>
            <p:spPr>
              <a:xfrm>
                <a:off x="4659376" y="48958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AA6">
                  <a:alpha val="100000"/>
                </a:srgbClr>
              </a:solidFill>
              <a:ln w="5420" cap="flat">
                <a:solidFill>
                  <a:srgbClr val="388A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58" name="pg3157">
                <a:extLst>
                  <a:ext uri="{FF2B5EF4-FFF2-40B4-BE49-F238E27FC236}">
                    <a16:creationId xmlns:a16="http://schemas.microsoft.com/office/drawing/2014/main" id="{4AAA1D81-7014-040F-014F-ACD5ABF0495B}"/>
                  </a:ext>
                </a:extLst>
              </p:cNvPr>
              <p:cNvSpPr/>
              <p:nvPr/>
            </p:nvSpPr>
            <p:spPr>
              <a:xfrm>
                <a:off x="2937051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0B7AB">
                  <a:alpha val="100000"/>
                </a:srgbClr>
              </a:solidFill>
              <a:ln w="5420" cap="flat">
                <a:solidFill>
                  <a:srgbClr val="50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59" name="pg3158">
                <a:extLst>
                  <a:ext uri="{FF2B5EF4-FFF2-40B4-BE49-F238E27FC236}">
                    <a16:creationId xmlns:a16="http://schemas.microsoft.com/office/drawing/2014/main" id="{968EEBD2-F328-C4B2-562A-D29831D2FEEB}"/>
                  </a:ext>
                </a:extLst>
              </p:cNvPr>
              <p:cNvSpPr/>
              <p:nvPr/>
            </p:nvSpPr>
            <p:spPr>
              <a:xfrm>
                <a:off x="2948689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60" name="pg3159">
                <a:extLst>
                  <a:ext uri="{FF2B5EF4-FFF2-40B4-BE49-F238E27FC236}">
                    <a16:creationId xmlns:a16="http://schemas.microsoft.com/office/drawing/2014/main" id="{521E68A1-12C7-46AE-EF85-7578912F2F0A}"/>
                  </a:ext>
                </a:extLst>
              </p:cNvPr>
              <p:cNvSpPr/>
              <p:nvPr/>
            </p:nvSpPr>
            <p:spPr>
              <a:xfrm>
                <a:off x="2960326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61" name="pg3160">
                <a:extLst>
                  <a:ext uri="{FF2B5EF4-FFF2-40B4-BE49-F238E27FC236}">
                    <a16:creationId xmlns:a16="http://schemas.microsoft.com/office/drawing/2014/main" id="{445E2C59-FC5F-869A-36EC-065F17487474}"/>
                  </a:ext>
                </a:extLst>
              </p:cNvPr>
              <p:cNvSpPr/>
              <p:nvPr/>
            </p:nvSpPr>
            <p:spPr>
              <a:xfrm>
                <a:off x="2971963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62" name="pg3161">
                <a:extLst>
                  <a:ext uri="{FF2B5EF4-FFF2-40B4-BE49-F238E27FC236}">
                    <a16:creationId xmlns:a16="http://schemas.microsoft.com/office/drawing/2014/main" id="{2B1E4AAF-A43E-97E5-E41A-42565E39F73D}"/>
                  </a:ext>
                </a:extLst>
              </p:cNvPr>
              <p:cNvSpPr/>
              <p:nvPr/>
            </p:nvSpPr>
            <p:spPr>
              <a:xfrm>
                <a:off x="2983601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63" name="pg3162">
                <a:extLst>
                  <a:ext uri="{FF2B5EF4-FFF2-40B4-BE49-F238E27FC236}">
                    <a16:creationId xmlns:a16="http://schemas.microsoft.com/office/drawing/2014/main" id="{6D8DA152-E656-05F1-A750-BA6CE9CF4490}"/>
                  </a:ext>
                </a:extLst>
              </p:cNvPr>
              <p:cNvSpPr/>
              <p:nvPr/>
            </p:nvSpPr>
            <p:spPr>
              <a:xfrm>
                <a:off x="2995238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64" name="pg3163">
                <a:extLst>
                  <a:ext uri="{FF2B5EF4-FFF2-40B4-BE49-F238E27FC236}">
                    <a16:creationId xmlns:a16="http://schemas.microsoft.com/office/drawing/2014/main" id="{E5D0364F-4708-AB13-82ED-8F50F05BEA42}"/>
                  </a:ext>
                </a:extLst>
              </p:cNvPr>
              <p:cNvSpPr/>
              <p:nvPr/>
            </p:nvSpPr>
            <p:spPr>
              <a:xfrm>
                <a:off x="3006875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65" name="pg3164">
                <a:extLst>
                  <a:ext uri="{FF2B5EF4-FFF2-40B4-BE49-F238E27FC236}">
                    <a16:creationId xmlns:a16="http://schemas.microsoft.com/office/drawing/2014/main" id="{9302DD5B-A11D-8FE0-7E31-4AD64FBF165D}"/>
                  </a:ext>
                </a:extLst>
              </p:cNvPr>
              <p:cNvSpPr/>
              <p:nvPr/>
            </p:nvSpPr>
            <p:spPr>
              <a:xfrm>
                <a:off x="3018513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66" name="pg3165">
                <a:extLst>
                  <a:ext uri="{FF2B5EF4-FFF2-40B4-BE49-F238E27FC236}">
                    <a16:creationId xmlns:a16="http://schemas.microsoft.com/office/drawing/2014/main" id="{FF616601-3203-1074-9192-BC41EE2CD815}"/>
                  </a:ext>
                </a:extLst>
              </p:cNvPr>
              <p:cNvSpPr/>
              <p:nvPr/>
            </p:nvSpPr>
            <p:spPr>
              <a:xfrm>
                <a:off x="3030150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67" name="pg3166">
                <a:extLst>
                  <a:ext uri="{FF2B5EF4-FFF2-40B4-BE49-F238E27FC236}">
                    <a16:creationId xmlns:a16="http://schemas.microsoft.com/office/drawing/2014/main" id="{19A2FA8D-D2D7-D47B-CFE1-77E2A5D719BD}"/>
                  </a:ext>
                </a:extLst>
              </p:cNvPr>
              <p:cNvSpPr/>
              <p:nvPr/>
            </p:nvSpPr>
            <p:spPr>
              <a:xfrm>
                <a:off x="304178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68" name="pg3167">
                <a:extLst>
                  <a:ext uri="{FF2B5EF4-FFF2-40B4-BE49-F238E27FC236}">
                    <a16:creationId xmlns:a16="http://schemas.microsoft.com/office/drawing/2014/main" id="{ECF0FEE6-E068-E409-44BE-41083C66CDCD}"/>
                  </a:ext>
                </a:extLst>
              </p:cNvPr>
              <p:cNvSpPr/>
              <p:nvPr/>
            </p:nvSpPr>
            <p:spPr>
              <a:xfrm>
                <a:off x="3053425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69" name="pg3168">
                <a:extLst>
                  <a:ext uri="{FF2B5EF4-FFF2-40B4-BE49-F238E27FC236}">
                    <a16:creationId xmlns:a16="http://schemas.microsoft.com/office/drawing/2014/main" id="{4B2ED20A-BB91-E7E2-90F2-81F02CE7ACAF}"/>
                  </a:ext>
                </a:extLst>
              </p:cNvPr>
              <p:cNvSpPr/>
              <p:nvPr/>
            </p:nvSpPr>
            <p:spPr>
              <a:xfrm>
                <a:off x="3065062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70" name="pg3169">
                <a:extLst>
                  <a:ext uri="{FF2B5EF4-FFF2-40B4-BE49-F238E27FC236}">
                    <a16:creationId xmlns:a16="http://schemas.microsoft.com/office/drawing/2014/main" id="{9C483499-4D2F-F989-1AD3-A61E557E0463}"/>
                  </a:ext>
                </a:extLst>
              </p:cNvPr>
              <p:cNvSpPr/>
              <p:nvPr/>
            </p:nvSpPr>
            <p:spPr>
              <a:xfrm>
                <a:off x="3076699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71" name="pg3170">
                <a:extLst>
                  <a:ext uri="{FF2B5EF4-FFF2-40B4-BE49-F238E27FC236}">
                    <a16:creationId xmlns:a16="http://schemas.microsoft.com/office/drawing/2014/main" id="{58B67D2D-FA5B-723E-EAAD-EACFED3DCFEA}"/>
                  </a:ext>
                </a:extLst>
              </p:cNvPr>
              <p:cNvSpPr/>
              <p:nvPr/>
            </p:nvSpPr>
            <p:spPr>
              <a:xfrm>
                <a:off x="308833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72" name="pg3171">
                <a:extLst>
                  <a:ext uri="{FF2B5EF4-FFF2-40B4-BE49-F238E27FC236}">
                    <a16:creationId xmlns:a16="http://schemas.microsoft.com/office/drawing/2014/main" id="{CAD8D9A1-F634-0EBB-BBBF-8EB07560EB5A}"/>
                  </a:ext>
                </a:extLst>
              </p:cNvPr>
              <p:cNvSpPr/>
              <p:nvPr/>
            </p:nvSpPr>
            <p:spPr>
              <a:xfrm>
                <a:off x="3099974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73" name="pg3172">
                <a:extLst>
                  <a:ext uri="{FF2B5EF4-FFF2-40B4-BE49-F238E27FC236}">
                    <a16:creationId xmlns:a16="http://schemas.microsoft.com/office/drawing/2014/main" id="{C212066D-D91D-09DA-8AD5-9C884B3FACDB}"/>
                  </a:ext>
                </a:extLst>
              </p:cNvPr>
              <p:cNvSpPr/>
              <p:nvPr/>
            </p:nvSpPr>
            <p:spPr>
              <a:xfrm>
                <a:off x="3111611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CC7AC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74" name="pg3173">
                <a:extLst>
                  <a:ext uri="{FF2B5EF4-FFF2-40B4-BE49-F238E27FC236}">
                    <a16:creationId xmlns:a16="http://schemas.microsoft.com/office/drawing/2014/main" id="{588390FF-426D-B268-62D0-C2290C4D80AC}"/>
                  </a:ext>
                </a:extLst>
              </p:cNvPr>
              <p:cNvSpPr/>
              <p:nvPr/>
            </p:nvSpPr>
            <p:spPr>
              <a:xfrm>
                <a:off x="3716752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75" name="pg3174">
                <a:extLst>
                  <a:ext uri="{FF2B5EF4-FFF2-40B4-BE49-F238E27FC236}">
                    <a16:creationId xmlns:a16="http://schemas.microsoft.com/office/drawing/2014/main" id="{5F3074F5-0DD5-1A0E-5A7F-3966E4CDC4AE}"/>
                  </a:ext>
                </a:extLst>
              </p:cNvPr>
              <p:cNvSpPr/>
              <p:nvPr/>
            </p:nvSpPr>
            <p:spPr>
              <a:xfrm>
                <a:off x="3728390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BAC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76" name="pg3175">
                <a:extLst>
                  <a:ext uri="{FF2B5EF4-FFF2-40B4-BE49-F238E27FC236}">
                    <a16:creationId xmlns:a16="http://schemas.microsoft.com/office/drawing/2014/main" id="{A0AE3EF3-74B2-7FA6-5DA9-C798D878083C}"/>
                  </a:ext>
                </a:extLst>
              </p:cNvPr>
              <p:cNvSpPr/>
              <p:nvPr/>
            </p:nvSpPr>
            <p:spPr>
              <a:xfrm>
                <a:off x="374002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77" name="pg3176">
                <a:extLst>
                  <a:ext uri="{FF2B5EF4-FFF2-40B4-BE49-F238E27FC236}">
                    <a16:creationId xmlns:a16="http://schemas.microsoft.com/office/drawing/2014/main" id="{8304B610-152C-2FCB-E61E-D85405328756}"/>
                  </a:ext>
                </a:extLst>
              </p:cNvPr>
              <p:cNvSpPr/>
              <p:nvPr/>
            </p:nvSpPr>
            <p:spPr>
              <a:xfrm>
                <a:off x="3751664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ECAAC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78" name="pg3177">
                <a:extLst>
                  <a:ext uri="{FF2B5EF4-FFF2-40B4-BE49-F238E27FC236}">
                    <a16:creationId xmlns:a16="http://schemas.microsoft.com/office/drawing/2014/main" id="{7793F38F-E8B2-83B9-AD06-FC158EF8577D}"/>
                  </a:ext>
                </a:extLst>
              </p:cNvPr>
              <p:cNvSpPr/>
              <p:nvPr/>
            </p:nvSpPr>
            <p:spPr>
              <a:xfrm>
                <a:off x="4414992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79" name="pg3178">
                <a:extLst>
                  <a:ext uri="{FF2B5EF4-FFF2-40B4-BE49-F238E27FC236}">
                    <a16:creationId xmlns:a16="http://schemas.microsoft.com/office/drawing/2014/main" id="{B2FCC1FA-034E-032F-2862-D5545C602D7B}"/>
                  </a:ext>
                </a:extLst>
              </p:cNvPr>
              <p:cNvSpPr/>
              <p:nvPr/>
            </p:nvSpPr>
            <p:spPr>
              <a:xfrm>
                <a:off x="4426630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80" name="pg3179">
                <a:extLst>
                  <a:ext uri="{FF2B5EF4-FFF2-40B4-BE49-F238E27FC236}">
                    <a16:creationId xmlns:a16="http://schemas.microsoft.com/office/drawing/2014/main" id="{D5FD2E4C-59AC-0555-9BE1-F17CCC409F43}"/>
                  </a:ext>
                </a:extLst>
              </p:cNvPr>
              <p:cNvSpPr/>
              <p:nvPr/>
            </p:nvSpPr>
            <p:spPr>
              <a:xfrm>
                <a:off x="443826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81" name="pg3180">
                <a:extLst>
                  <a:ext uri="{FF2B5EF4-FFF2-40B4-BE49-F238E27FC236}">
                    <a16:creationId xmlns:a16="http://schemas.microsoft.com/office/drawing/2014/main" id="{8FDA8595-40D9-7D47-9302-301BE6723DF9}"/>
                  </a:ext>
                </a:extLst>
              </p:cNvPr>
              <p:cNvSpPr/>
              <p:nvPr/>
            </p:nvSpPr>
            <p:spPr>
              <a:xfrm>
                <a:off x="4449904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82" name="pg3181">
                <a:extLst>
                  <a:ext uri="{FF2B5EF4-FFF2-40B4-BE49-F238E27FC236}">
                    <a16:creationId xmlns:a16="http://schemas.microsoft.com/office/drawing/2014/main" id="{C09D159F-6873-F374-6D5B-AEBC33DFB11C}"/>
                  </a:ext>
                </a:extLst>
              </p:cNvPr>
              <p:cNvSpPr/>
              <p:nvPr/>
            </p:nvSpPr>
            <p:spPr>
              <a:xfrm>
                <a:off x="4461542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83" name="pg3182">
                <a:extLst>
                  <a:ext uri="{FF2B5EF4-FFF2-40B4-BE49-F238E27FC236}">
                    <a16:creationId xmlns:a16="http://schemas.microsoft.com/office/drawing/2014/main" id="{1F94B31E-3A95-BC05-03C5-963800EA3A2A}"/>
                  </a:ext>
                </a:extLst>
              </p:cNvPr>
              <p:cNvSpPr/>
              <p:nvPr/>
            </p:nvSpPr>
            <p:spPr>
              <a:xfrm>
                <a:off x="4612827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84" name="pg3183">
                <a:extLst>
                  <a:ext uri="{FF2B5EF4-FFF2-40B4-BE49-F238E27FC236}">
                    <a16:creationId xmlns:a16="http://schemas.microsoft.com/office/drawing/2014/main" id="{A2B14A58-3C5E-80E7-789B-7B21A7FBDCDF}"/>
                  </a:ext>
                </a:extLst>
              </p:cNvPr>
              <p:cNvSpPr/>
              <p:nvPr/>
            </p:nvSpPr>
            <p:spPr>
              <a:xfrm>
                <a:off x="4624464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85" name="pg3184">
                <a:extLst>
                  <a:ext uri="{FF2B5EF4-FFF2-40B4-BE49-F238E27FC236}">
                    <a16:creationId xmlns:a16="http://schemas.microsoft.com/office/drawing/2014/main" id="{125549BB-CCC6-E476-4B45-2664DB989BCF}"/>
                  </a:ext>
                </a:extLst>
              </p:cNvPr>
              <p:cNvSpPr/>
              <p:nvPr/>
            </p:nvSpPr>
            <p:spPr>
              <a:xfrm>
                <a:off x="4636101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86" name="pg3185">
                <a:extLst>
                  <a:ext uri="{FF2B5EF4-FFF2-40B4-BE49-F238E27FC236}">
                    <a16:creationId xmlns:a16="http://schemas.microsoft.com/office/drawing/2014/main" id="{661DA1B5-0254-A540-E97E-9E4B5518B675}"/>
                  </a:ext>
                </a:extLst>
              </p:cNvPr>
              <p:cNvSpPr/>
              <p:nvPr/>
            </p:nvSpPr>
            <p:spPr>
              <a:xfrm>
                <a:off x="4647739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87" name="pg3186">
                <a:extLst>
                  <a:ext uri="{FF2B5EF4-FFF2-40B4-BE49-F238E27FC236}">
                    <a16:creationId xmlns:a16="http://schemas.microsoft.com/office/drawing/2014/main" id="{22E9C535-87E0-1E37-CB32-FEB8A31D82F9}"/>
                  </a:ext>
                </a:extLst>
              </p:cNvPr>
              <p:cNvSpPr/>
              <p:nvPr/>
            </p:nvSpPr>
            <p:spPr>
              <a:xfrm>
                <a:off x="4659376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88" name="pg3187">
                <a:extLst>
                  <a:ext uri="{FF2B5EF4-FFF2-40B4-BE49-F238E27FC236}">
                    <a16:creationId xmlns:a16="http://schemas.microsoft.com/office/drawing/2014/main" id="{CC4C0DA9-6AB1-BE81-672C-4ED955015B57}"/>
                  </a:ext>
                </a:extLst>
              </p:cNvPr>
              <p:cNvSpPr/>
              <p:nvPr/>
            </p:nvSpPr>
            <p:spPr>
              <a:xfrm>
                <a:off x="4671013" y="491010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6">
                  <a:alpha val="100000"/>
                </a:srgbClr>
              </a:solidFill>
              <a:ln w="5420" cap="flat">
                <a:solidFill>
                  <a:srgbClr val="388BA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89" name="pg3188">
                <a:extLst>
                  <a:ext uri="{FF2B5EF4-FFF2-40B4-BE49-F238E27FC236}">
                    <a16:creationId xmlns:a16="http://schemas.microsoft.com/office/drawing/2014/main" id="{4810B917-B04B-B254-2349-0B6EC3658681}"/>
                  </a:ext>
                </a:extLst>
              </p:cNvPr>
              <p:cNvSpPr/>
              <p:nvPr/>
            </p:nvSpPr>
            <p:spPr>
              <a:xfrm>
                <a:off x="2937051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4AB">
                  <a:alpha val="100000"/>
                </a:srgbClr>
              </a:solidFill>
              <a:ln w="5420" cap="flat">
                <a:solidFill>
                  <a:srgbClr val="4EB4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90" name="pg3189">
                <a:extLst>
                  <a:ext uri="{FF2B5EF4-FFF2-40B4-BE49-F238E27FC236}">
                    <a16:creationId xmlns:a16="http://schemas.microsoft.com/office/drawing/2014/main" id="{B9AE87F6-F505-5651-5921-7F3E66D111F3}"/>
                  </a:ext>
                </a:extLst>
              </p:cNvPr>
              <p:cNvSpPr/>
              <p:nvPr/>
            </p:nvSpPr>
            <p:spPr>
              <a:xfrm>
                <a:off x="2948689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91" name="pg3190">
                <a:extLst>
                  <a:ext uri="{FF2B5EF4-FFF2-40B4-BE49-F238E27FC236}">
                    <a16:creationId xmlns:a16="http://schemas.microsoft.com/office/drawing/2014/main" id="{DD0EC6B4-43D7-3B11-4253-7D7A41B10C40}"/>
                  </a:ext>
                </a:extLst>
              </p:cNvPr>
              <p:cNvSpPr/>
              <p:nvPr/>
            </p:nvSpPr>
            <p:spPr>
              <a:xfrm>
                <a:off x="2960326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92" name="pg3191">
                <a:extLst>
                  <a:ext uri="{FF2B5EF4-FFF2-40B4-BE49-F238E27FC236}">
                    <a16:creationId xmlns:a16="http://schemas.microsoft.com/office/drawing/2014/main" id="{D19DF856-6EAA-8C22-BAD2-3483AF71F684}"/>
                  </a:ext>
                </a:extLst>
              </p:cNvPr>
              <p:cNvSpPr/>
              <p:nvPr/>
            </p:nvSpPr>
            <p:spPr>
              <a:xfrm>
                <a:off x="2971963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93" name="pg3192">
                <a:extLst>
                  <a:ext uri="{FF2B5EF4-FFF2-40B4-BE49-F238E27FC236}">
                    <a16:creationId xmlns:a16="http://schemas.microsoft.com/office/drawing/2014/main" id="{90BB28F9-87EC-82C9-B935-489654EE25B5}"/>
                  </a:ext>
                </a:extLst>
              </p:cNvPr>
              <p:cNvSpPr/>
              <p:nvPr/>
            </p:nvSpPr>
            <p:spPr>
              <a:xfrm>
                <a:off x="2983601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94" name="pg3193">
                <a:extLst>
                  <a:ext uri="{FF2B5EF4-FFF2-40B4-BE49-F238E27FC236}">
                    <a16:creationId xmlns:a16="http://schemas.microsoft.com/office/drawing/2014/main" id="{E3045224-A06D-990D-5AB0-1966A04EE223}"/>
                  </a:ext>
                </a:extLst>
              </p:cNvPr>
              <p:cNvSpPr/>
              <p:nvPr/>
            </p:nvSpPr>
            <p:spPr>
              <a:xfrm>
                <a:off x="2995238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95" name="pg3194">
                <a:extLst>
                  <a:ext uri="{FF2B5EF4-FFF2-40B4-BE49-F238E27FC236}">
                    <a16:creationId xmlns:a16="http://schemas.microsoft.com/office/drawing/2014/main" id="{2609CE3F-D08E-B8B3-A7F6-455101053208}"/>
                  </a:ext>
                </a:extLst>
              </p:cNvPr>
              <p:cNvSpPr/>
              <p:nvPr/>
            </p:nvSpPr>
            <p:spPr>
              <a:xfrm>
                <a:off x="3006875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7AC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96" name="pg3195">
                <a:extLst>
                  <a:ext uri="{FF2B5EF4-FFF2-40B4-BE49-F238E27FC236}">
                    <a16:creationId xmlns:a16="http://schemas.microsoft.com/office/drawing/2014/main" id="{E1A74EAE-08A2-FDEA-083C-ADEB55A0557D}"/>
                  </a:ext>
                </a:extLst>
              </p:cNvPr>
              <p:cNvSpPr/>
              <p:nvPr/>
            </p:nvSpPr>
            <p:spPr>
              <a:xfrm>
                <a:off x="3018513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97" name="pg3196">
                <a:extLst>
                  <a:ext uri="{FF2B5EF4-FFF2-40B4-BE49-F238E27FC236}">
                    <a16:creationId xmlns:a16="http://schemas.microsoft.com/office/drawing/2014/main" id="{A25C7294-E5C5-291C-32A0-7910DD59E81C}"/>
                  </a:ext>
                </a:extLst>
              </p:cNvPr>
              <p:cNvSpPr/>
              <p:nvPr/>
            </p:nvSpPr>
            <p:spPr>
              <a:xfrm>
                <a:off x="3030150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98" name="pg3197">
                <a:extLst>
                  <a:ext uri="{FF2B5EF4-FFF2-40B4-BE49-F238E27FC236}">
                    <a16:creationId xmlns:a16="http://schemas.microsoft.com/office/drawing/2014/main" id="{59CDD787-3E1B-DC4A-BE18-7852A8301CE2}"/>
                  </a:ext>
                </a:extLst>
              </p:cNvPr>
              <p:cNvSpPr/>
              <p:nvPr/>
            </p:nvSpPr>
            <p:spPr>
              <a:xfrm>
                <a:off x="3041787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599" name="pg3198">
                <a:extLst>
                  <a:ext uri="{FF2B5EF4-FFF2-40B4-BE49-F238E27FC236}">
                    <a16:creationId xmlns:a16="http://schemas.microsoft.com/office/drawing/2014/main" id="{F7D2E3FC-8D53-84AD-CC96-C0D1C4C851C3}"/>
                  </a:ext>
                </a:extLst>
              </p:cNvPr>
              <p:cNvSpPr/>
              <p:nvPr/>
            </p:nvSpPr>
            <p:spPr>
              <a:xfrm>
                <a:off x="3053425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00" name="pg3199">
                <a:extLst>
                  <a:ext uri="{FF2B5EF4-FFF2-40B4-BE49-F238E27FC236}">
                    <a16:creationId xmlns:a16="http://schemas.microsoft.com/office/drawing/2014/main" id="{362E1279-6CF9-AD27-E80D-A4DDD216C6F9}"/>
                  </a:ext>
                </a:extLst>
              </p:cNvPr>
              <p:cNvSpPr/>
              <p:nvPr/>
            </p:nvSpPr>
            <p:spPr>
              <a:xfrm>
                <a:off x="3065062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01" name="pg3200">
                <a:extLst>
                  <a:ext uri="{FF2B5EF4-FFF2-40B4-BE49-F238E27FC236}">
                    <a16:creationId xmlns:a16="http://schemas.microsoft.com/office/drawing/2014/main" id="{E3D5A1E3-1E51-5578-0D55-1EB8765ED0C9}"/>
                  </a:ext>
                </a:extLst>
              </p:cNvPr>
              <p:cNvSpPr/>
              <p:nvPr/>
            </p:nvSpPr>
            <p:spPr>
              <a:xfrm>
                <a:off x="3076699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4AC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02" name="pg3201">
                <a:extLst>
                  <a:ext uri="{FF2B5EF4-FFF2-40B4-BE49-F238E27FC236}">
                    <a16:creationId xmlns:a16="http://schemas.microsoft.com/office/drawing/2014/main" id="{BA3FF00A-2FD2-1736-03FF-3E28A8C701AF}"/>
                  </a:ext>
                </a:extLst>
              </p:cNvPr>
              <p:cNvSpPr/>
              <p:nvPr/>
            </p:nvSpPr>
            <p:spPr>
              <a:xfrm>
                <a:off x="3088337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03" name="pg3202">
                <a:extLst>
                  <a:ext uri="{FF2B5EF4-FFF2-40B4-BE49-F238E27FC236}">
                    <a16:creationId xmlns:a16="http://schemas.microsoft.com/office/drawing/2014/main" id="{146A73E0-8CE2-A0CD-B6E6-277D4C704C6A}"/>
                  </a:ext>
                </a:extLst>
              </p:cNvPr>
              <p:cNvSpPr/>
              <p:nvPr/>
            </p:nvSpPr>
            <p:spPr>
              <a:xfrm>
                <a:off x="3099974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04" name="pg3203">
                <a:extLst>
                  <a:ext uri="{FF2B5EF4-FFF2-40B4-BE49-F238E27FC236}">
                    <a16:creationId xmlns:a16="http://schemas.microsoft.com/office/drawing/2014/main" id="{F4EEBB1E-3522-26FD-63CF-CF102424B6AA}"/>
                  </a:ext>
                </a:extLst>
              </p:cNvPr>
              <p:cNvSpPr/>
              <p:nvPr/>
            </p:nvSpPr>
            <p:spPr>
              <a:xfrm>
                <a:off x="4414992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05" name="pg3204">
                <a:extLst>
                  <a:ext uri="{FF2B5EF4-FFF2-40B4-BE49-F238E27FC236}">
                    <a16:creationId xmlns:a16="http://schemas.microsoft.com/office/drawing/2014/main" id="{C03D7981-FFED-3D11-11E5-2F84DAD9535C}"/>
                  </a:ext>
                </a:extLst>
              </p:cNvPr>
              <p:cNvSpPr/>
              <p:nvPr/>
            </p:nvSpPr>
            <p:spPr>
              <a:xfrm>
                <a:off x="4426630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06" name="pg3205">
                <a:extLst>
                  <a:ext uri="{FF2B5EF4-FFF2-40B4-BE49-F238E27FC236}">
                    <a16:creationId xmlns:a16="http://schemas.microsoft.com/office/drawing/2014/main" id="{4FD2CB21-4FA7-EAA4-8968-959248AEB4DA}"/>
                  </a:ext>
                </a:extLst>
              </p:cNvPr>
              <p:cNvSpPr/>
              <p:nvPr/>
            </p:nvSpPr>
            <p:spPr>
              <a:xfrm>
                <a:off x="4438267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07" name="pg3206">
                <a:extLst>
                  <a:ext uri="{FF2B5EF4-FFF2-40B4-BE49-F238E27FC236}">
                    <a16:creationId xmlns:a16="http://schemas.microsoft.com/office/drawing/2014/main" id="{E7F93FB4-640D-3B0D-87B0-89D409184E21}"/>
                  </a:ext>
                </a:extLst>
              </p:cNvPr>
              <p:cNvSpPr/>
              <p:nvPr/>
            </p:nvSpPr>
            <p:spPr>
              <a:xfrm>
                <a:off x="4449904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08" name="pg3207">
                <a:extLst>
                  <a:ext uri="{FF2B5EF4-FFF2-40B4-BE49-F238E27FC236}">
                    <a16:creationId xmlns:a16="http://schemas.microsoft.com/office/drawing/2014/main" id="{AF1F2953-16E2-7504-5920-D01B5C714DFF}"/>
                  </a:ext>
                </a:extLst>
              </p:cNvPr>
              <p:cNvSpPr/>
              <p:nvPr/>
            </p:nvSpPr>
            <p:spPr>
              <a:xfrm>
                <a:off x="4461542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09" name="pg3208">
                <a:extLst>
                  <a:ext uri="{FF2B5EF4-FFF2-40B4-BE49-F238E27FC236}">
                    <a16:creationId xmlns:a16="http://schemas.microsoft.com/office/drawing/2014/main" id="{F674362E-423F-27BF-827A-C93C7CECBC3F}"/>
                  </a:ext>
                </a:extLst>
              </p:cNvPr>
              <p:cNvSpPr/>
              <p:nvPr/>
            </p:nvSpPr>
            <p:spPr>
              <a:xfrm>
                <a:off x="4612827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10" name="pg3209">
                <a:extLst>
                  <a:ext uri="{FF2B5EF4-FFF2-40B4-BE49-F238E27FC236}">
                    <a16:creationId xmlns:a16="http://schemas.microsoft.com/office/drawing/2014/main" id="{7CAE4B5C-CD92-4218-AB66-13A3F15B290B}"/>
                  </a:ext>
                </a:extLst>
              </p:cNvPr>
              <p:cNvSpPr/>
              <p:nvPr/>
            </p:nvSpPr>
            <p:spPr>
              <a:xfrm>
                <a:off x="4624464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11" name="pg3210">
                <a:extLst>
                  <a:ext uri="{FF2B5EF4-FFF2-40B4-BE49-F238E27FC236}">
                    <a16:creationId xmlns:a16="http://schemas.microsoft.com/office/drawing/2014/main" id="{6691E14C-1CD7-22D5-0515-B7C78F1ACCA3}"/>
                  </a:ext>
                </a:extLst>
              </p:cNvPr>
              <p:cNvSpPr/>
              <p:nvPr/>
            </p:nvSpPr>
            <p:spPr>
              <a:xfrm>
                <a:off x="4636101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CA7">
                  <a:alpha val="100000"/>
                </a:srgbClr>
              </a:solidFill>
              <a:ln w="5420" cap="flat">
                <a:solidFill>
                  <a:srgbClr val="38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12" name="pg3211">
                <a:extLst>
                  <a:ext uri="{FF2B5EF4-FFF2-40B4-BE49-F238E27FC236}">
                    <a16:creationId xmlns:a16="http://schemas.microsoft.com/office/drawing/2014/main" id="{F42ECB42-6690-5BE5-4CA0-DD839F75FDF5}"/>
                  </a:ext>
                </a:extLst>
              </p:cNvPr>
              <p:cNvSpPr/>
              <p:nvPr/>
            </p:nvSpPr>
            <p:spPr>
              <a:xfrm>
                <a:off x="4647739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13" name="pg3212">
                <a:extLst>
                  <a:ext uri="{FF2B5EF4-FFF2-40B4-BE49-F238E27FC236}">
                    <a16:creationId xmlns:a16="http://schemas.microsoft.com/office/drawing/2014/main" id="{DCADEFD8-88D6-BAC0-3815-48BCB5D0D4CE}"/>
                  </a:ext>
                </a:extLst>
              </p:cNvPr>
              <p:cNvSpPr/>
              <p:nvPr/>
            </p:nvSpPr>
            <p:spPr>
              <a:xfrm>
                <a:off x="4659376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14" name="pg3213">
                <a:extLst>
                  <a:ext uri="{FF2B5EF4-FFF2-40B4-BE49-F238E27FC236}">
                    <a16:creationId xmlns:a16="http://schemas.microsoft.com/office/drawing/2014/main" id="{91487E1B-98AB-D6B9-853A-DC282C49950B}"/>
                  </a:ext>
                </a:extLst>
              </p:cNvPr>
              <p:cNvSpPr/>
              <p:nvPr/>
            </p:nvSpPr>
            <p:spPr>
              <a:xfrm>
                <a:off x="4671013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15" name="pg3214">
                <a:extLst>
                  <a:ext uri="{FF2B5EF4-FFF2-40B4-BE49-F238E27FC236}">
                    <a16:creationId xmlns:a16="http://schemas.microsoft.com/office/drawing/2014/main" id="{7176AB11-71D0-F7A3-85B0-D79CAD10E9B0}"/>
                  </a:ext>
                </a:extLst>
              </p:cNvPr>
              <p:cNvSpPr/>
              <p:nvPr/>
            </p:nvSpPr>
            <p:spPr>
              <a:xfrm>
                <a:off x="4682651" y="492440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8BA7">
                  <a:alpha val="100000"/>
                </a:srgbClr>
              </a:solidFill>
              <a:ln w="5420" cap="flat">
                <a:solidFill>
                  <a:srgbClr val="388B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16" name="pg3215">
                <a:extLst>
                  <a:ext uri="{FF2B5EF4-FFF2-40B4-BE49-F238E27FC236}">
                    <a16:creationId xmlns:a16="http://schemas.microsoft.com/office/drawing/2014/main" id="{B1C563D1-6EFF-6DD1-10BE-640933DD4517}"/>
                  </a:ext>
                </a:extLst>
              </p:cNvPr>
              <p:cNvSpPr/>
              <p:nvPr/>
            </p:nvSpPr>
            <p:spPr>
              <a:xfrm>
                <a:off x="2925414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17" name="pg3216">
                <a:extLst>
                  <a:ext uri="{FF2B5EF4-FFF2-40B4-BE49-F238E27FC236}">
                    <a16:creationId xmlns:a16="http://schemas.microsoft.com/office/drawing/2014/main" id="{3014C663-CA0B-CAC1-151B-C15CA330B0DC}"/>
                  </a:ext>
                </a:extLst>
              </p:cNvPr>
              <p:cNvSpPr/>
              <p:nvPr/>
            </p:nvSpPr>
            <p:spPr>
              <a:xfrm>
                <a:off x="2937051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18" name="pg3217">
                <a:extLst>
                  <a:ext uri="{FF2B5EF4-FFF2-40B4-BE49-F238E27FC236}">
                    <a16:creationId xmlns:a16="http://schemas.microsoft.com/office/drawing/2014/main" id="{B0012513-DD0D-92B3-FA37-9C72205A967E}"/>
                  </a:ext>
                </a:extLst>
              </p:cNvPr>
              <p:cNvSpPr/>
              <p:nvPr/>
            </p:nvSpPr>
            <p:spPr>
              <a:xfrm>
                <a:off x="2948689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FB5AB">
                  <a:alpha val="100000"/>
                </a:srgbClr>
              </a:solidFill>
              <a:ln w="5420" cap="flat">
                <a:solidFill>
                  <a:srgbClr val="4FB5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19" name="pg3218">
                <a:extLst>
                  <a:ext uri="{FF2B5EF4-FFF2-40B4-BE49-F238E27FC236}">
                    <a16:creationId xmlns:a16="http://schemas.microsoft.com/office/drawing/2014/main" id="{1AF436D3-6BC5-66AF-8DAD-50A170042636}"/>
                  </a:ext>
                </a:extLst>
              </p:cNvPr>
              <p:cNvSpPr/>
              <p:nvPr/>
            </p:nvSpPr>
            <p:spPr>
              <a:xfrm>
                <a:off x="2960326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3BAAB">
                  <a:alpha val="100000"/>
                </a:srgbClr>
              </a:solidFill>
              <a:ln w="5420" cap="flat">
                <a:solidFill>
                  <a:srgbClr val="53BA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20" name="pg3219">
                <a:extLst>
                  <a:ext uri="{FF2B5EF4-FFF2-40B4-BE49-F238E27FC236}">
                    <a16:creationId xmlns:a16="http://schemas.microsoft.com/office/drawing/2014/main" id="{C90800D8-FBD1-FA20-126E-C08B2BF4E7B0}"/>
                  </a:ext>
                </a:extLst>
              </p:cNvPr>
              <p:cNvSpPr/>
              <p:nvPr/>
            </p:nvSpPr>
            <p:spPr>
              <a:xfrm>
                <a:off x="2971963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21" name="pg3220">
                <a:extLst>
                  <a:ext uri="{FF2B5EF4-FFF2-40B4-BE49-F238E27FC236}">
                    <a16:creationId xmlns:a16="http://schemas.microsoft.com/office/drawing/2014/main" id="{81E7B591-3789-4E5A-9C5F-1B82D7102280}"/>
                  </a:ext>
                </a:extLst>
              </p:cNvPr>
              <p:cNvSpPr/>
              <p:nvPr/>
            </p:nvSpPr>
            <p:spPr>
              <a:xfrm>
                <a:off x="2983601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22" name="pg3221">
                <a:extLst>
                  <a:ext uri="{FF2B5EF4-FFF2-40B4-BE49-F238E27FC236}">
                    <a16:creationId xmlns:a16="http://schemas.microsoft.com/office/drawing/2014/main" id="{1F86B5D5-965A-5ECC-9E21-5B767A99FFA5}"/>
                  </a:ext>
                </a:extLst>
              </p:cNvPr>
              <p:cNvSpPr/>
              <p:nvPr/>
            </p:nvSpPr>
            <p:spPr>
              <a:xfrm>
                <a:off x="2995238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23" name="pg3222">
                <a:extLst>
                  <a:ext uri="{FF2B5EF4-FFF2-40B4-BE49-F238E27FC236}">
                    <a16:creationId xmlns:a16="http://schemas.microsoft.com/office/drawing/2014/main" id="{76C0229E-17CE-823B-D812-7032D093D0D3}"/>
                  </a:ext>
                </a:extLst>
              </p:cNvPr>
              <p:cNvSpPr/>
              <p:nvPr/>
            </p:nvSpPr>
            <p:spPr>
              <a:xfrm>
                <a:off x="3006875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24" name="pg3223">
                <a:extLst>
                  <a:ext uri="{FF2B5EF4-FFF2-40B4-BE49-F238E27FC236}">
                    <a16:creationId xmlns:a16="http://schemas.microsoft.com/office/drawing/2014/main" id="{5E076289-A66A-65C5-193E-BC79C314103C}"/>
                  </a:ext>
                </a:extLst>
              </p:cNvPr>
              <p:cNvSpPr/>
              <p:nvPr/>
            </p:nvSpPr>
            <p:spPr>
              <a:xfrm>
                <a:off x="3018513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BC6AC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25" name="pg3224">
                <a:extLst>
                  <a:ext uri="{FF2B5EF4-FFF2-40B4-BE49-F238E27FC236}">
                    <a16:creationId xmlns:a16="http://schemas.microsoft.com/office/drawing/2014/main" id="{EC4E9030-B7B8-0230-EE45-576472437DE4}"/>
                  </a:ext>
                </a:extLst>
              </p:cNvPr>
              <p:cNvSpPr/>
              <p:nvPr/>
            </p:nvSpPr>
            <p:spPr>
              <a:xfrm>
                <a:off x="3030150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5AC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26" name="pg3225">
                <a:extLst>
                  <a:ext uri="{FF2B5EF4-FFF2-40B4-BE49-F238E27FC236}">
                    <a16:creationId xmlns:a16="http://schemas.microsoft.com/office/drawing/2014/main" id="{F7B6DAFD-9430-96EA-3397-8CD404BA7896}"/>
                  </a:ext>
                </a:extLst>
              </p:cNvPr>
              <p:cNvSpPr/>
              <p:nvPr/>
            </p:nvSpPr>
            <p:spPr>
              <a:xfrm>
                <a:off x="3041787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AC4AC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27" name="pg3226">
                <a:extLst>
                  <a:ext uri="{FF2B5EF4-FFF2-40B4-BE49-F238E27FC236}">
                    <a16:creationId xmlns:a16="http://schemas.microsoft.com/office/drawing/2014/main" id="{03C628FF-C3DF-B927-BED2-642A1CD094DD}"/>
                  </a:ext>
                </a:extLst>
              </p:cNvPr>
              <p:cNvSpPr/>
              <p:nvPr/>
            </p:nvSpPr>
            <p:spPr>
              <a:xfrm>
                <a:off x="3053425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28" name="pg3227">
                <a:extLst>
                  <a:ext uri="{FF2B5EF4-FFF2-40B4-BE49-F238E27FC236}">
                    <a16:creationId xmlns:a16="http://schemas.microsoft.com/office/drawing/2014/main" id="{AD8E57C9-2D91-9FB8-40D2-6A0FFE9931D3}"/>
                  </a:ext>
                </a:extLst>
              </p:cNvPr>
              <p:cNvSpPr/>
              <p:nvPr/>
            </p:nvSpPr>
            <p:spPr>
              <a:xfrm>
                <a:off x="3065062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29" name="pg3228">
                <a:extLst>
                  <a:ext uri="{FF2B5EF4-FFF2-40B4-BE49-F238E27FC236}">
                    <a16:creationId xmlns:a16="http://schemas.microsoft.com/office/drawing/2014/main" id="{D1201F8F-33E7-1C23-CBDB-87CF9434721A}"/>
                  </a:ext>
                </a:extLst>
              </p:cNvPr>
              <p:cNvSpPr/>
              <p:nvPr/>
            </p:nvSpPr>
            <p:spPr>
              <a:xfrm>
                <a:off x="3076699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9C3AC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30" name="pg3229">
                <a:extLst>
                  <a:ext uri="{FF2B5EF4-FFF2-40B4-BE49-F238E27FC236}">
                    <a16:creationId xmlns:a16="http://schemas.microsoft.com/office/drawing/2014/main" id="{1A9D0E57-5811-C970-EE81-09B21309945A}"/>
                  </a:ext>
                </a:extLst>
              </p:cNvPr>
              <p:cNvSpPr/>
              <p:nvPr/>
            </p:nvSpPr>
            <p:spPr>
              <a:xfrm>
                <a:off x="4414992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31" name="pg3230">
                <a:extLst>
                  <a:ext uri="{FF2B5EF4-FFF2-40B4-BE49-F238E27FC236}">
                    <a16:creationId xmlns:a16="http://schemas.microsoft.com/office/drawing/2014/main" id="{4EC58CDF-4EB9-B4A5-E2F4-94BDBE7D77B9}"/>
                  </a:ext>
                </a:extLst>
              </p:cNvPr>
              <p:cNvSpPr/>
              <p:nvPr/>
            </p:nvSpPr>
            <p:spPr>
              <a:xfrm>
                <a:off x="4426630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32" name="pg3231">
                <a:extLst>
                  <a:ext uri="{FF2B5EF4-FFF2-40B4-BE49-F238E27FC236}">
                    <a16:creationId xmlns:a16="http://schemas.microsoft.com/office/drawing/2014/main" id="{67991603-7F04-1CDF-8013-6F374E09DBB3}"/>
                  </a:ext>
                </a:extLst>
              </p:cNvPr>
              <p:cNvSpPr/>
              <p:nvPr/>
            </p:nvSpPr>
            <p:spPr>
              <a:xfrm>
                <a:off x="4438267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33" name="pg3232">
                <a:extLst>
                  <a:ext uri="{FF2B5EF4-FFF2-40B4-BE49-F238E27FC236}">
                    <a16:creationId xmlns:a16="http://schemas.microsoft.com/office/drawing/2014/main" id="{FB29F2BC-1CDF-17D2-BC2E-F40FF29280E7}"/>
                  </a:ext>
                </a:extLst>
              </p:cNvPr>
              <p:cNvSpPr/>
              <p:nvPr/>
            </p:nvSpPr>
            <p:spPr>
              <a:xfrm>
                <a:off x="4449904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34" name="pg3233">
                <a:extLst>
                  <a:ext uri="{FF2B5EF4-FFF2-40B4-BE49-F238E27FC236}">
                    <a16:creationId xmlns:a16="http://schemas.microsoft.com/office/drawing/2014/main" id="{00025169-CCF1-5718-8620-2FEB29645166}"/>
                  </a:ext>
                </a:extLst>
              </p:cNvPr>
              <p:cNvSpPr/>
              <p:nvPr/>
            </p:nvSpPr>
            <p:spPr>
              <a:xfrm>
                <a:off x="4461542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35" name="pg3234">
                <a:extLst>
                  <a:ext uri="{FF2B5EF4-FFF2-40B4-BE49-F238E27FC236}">
                    <a16:creationId xmlns:a16="http://schemas.microsoft.com/office/drawing/2014/main" id="{28D8FFD0-6A35-7836-3F3E-CD9D5879E38E}"/>
                  </a:ext>
                </a:extLst>
              </p:cNvPr>
              <p:cNvSpPr/>
              <p:nvPr/>
            </p:nvSpPr>
            <p:spPr>
              <a:xfrm>
                <a:off x="4612827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36" name="pg3235">
                <a:extLst>
                  <a:ext uri="{FF2B5EF4-FFF2-40B4-BE49-F238E27FC236}">
                    <a16:creationId xmlns:a16="http://schemas.microsoft.com/office/drawing/2014/main" id="{7C610720-305A-2835-80BB-549576EB55B7}"/>
                  </a:ext>
                </a:extLst>
              </p:cNvPr>
              <p:cNvSpPr/>
              <p:nvPr/>
            </p:nvSpPr>
            <p:spPr>
              <a:xfrm>
                <a:off x="4624464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37" name="pg3236">
                <a:extLst>
                  <a:ext uri="{FF2B5EF4-FFF2-40B4-BE49-F238E27FC236}">
                    <a16:creationId xmlns:a16="http://schemas.microsoft.com/office/drawing/2014/main" id="{FA383A1A-0D3F-9275-95D6-8CEFE63976C6}"/>
                  </a:ext>
                </a:extLst>
              </p:cNvPr>
              <p:cNvSpPr/>
              <p:nvPr/>
            </p:nvSpPr>
            <p:spPr>
              <a:xfrm>
                <a:off x="4636101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38" name="pg3237">
                <a:extLst>
                  <a:ext uri="{FF2B5EF4-FFF2-40B4-BE49-F238E27FC236}">
                    <a16:creationId xmlns:a16="http://schemas.microsoft.com/office/drawing/2014/main" id="{74E6962A-2D15-04B9-9A72-F478FB7F88E2}"/>
                  </a:ext>
                </a:extLst>
              </p:cNvPr>
              <p:cNvSpPr/>
              <p:nvPr/>
            </p:nvSpPr>
            <p:spPr>
              <a:xfrm>
                <a:off x="4647739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39" name="pg3238">
                <a:extLst>
                  <a:ext uri="{FF2B5EF4-FFF2-40B4-BE49-F238E27FC236}">
                    <a16:creationId xmlns:a16="http://schemas.microsoft.com/office/drawing/2014/main" id="{12C71ED7-1DF2-2BDF-85F6-23C441D1E43E}"/>
                  </a:ext>
                </a:extLst>
              </p:cNvPr>
              <p:cNvSpPr/>
              <p:nvPr/>
            </p:nvSpPr>
            <p:spPr>
              <a:xfrm>
                <a:off x="4659376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40" name="pg3239">
                <a:extLst>
                  <a:ext uri="{FF2B5EF4-FFF2-40B4-BE49-F238E27FC236}">
                    <a16:creationId xmlns:a16="http://schemas.microsoft.com/office/drawing/2014/main" id="{98CCFAD6-8311-2AF6-25B6-AFE168C47A75}"/>
                  </a:ext>
                </a:extLst>
              </p:cNvPr>
              <p:cNvSpPr/>
              <p:nvPr/>
            </p:nvSpPr>
            <p:spPr>
              <a:xfrm>
                <a:off x="4671013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41" name="pg3240">
                <a:extLst>
                  <a:ext uri="{FF2B5EF4-FFF2-40B4-BE49-F238E27FC236}">
                    <a16:creationId xmlns:a16="http://schemas.microsoft.com/office/drawing/2014/main" id="{8DC68896-9BE6-A3A3-726C-626511AB60ED}"/>
                  </a:ext>
                </a:extLst>
              </p:cNvPr>
              <p:cNvSpPr/>
              <p:nvPr/>
            </p:nvSpPr>
            <p:spPr>
              <a:xfrm>
                <a:off x="4682651" y="49387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CA7">
                  <a:alpha val="100000"/>
                </a:srgbClr>
              </a:solidFill>
              <a:ln w="5420" cap="flat">
                <a:solidFill>
                  <a:srgbClr val="378C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42" name="pg3241">
                <a:extLst>
                  <a:ext uri="{FF2B5EF4-FFF2-40B4-BE49-F238E27FC236}">
                    <a16:creationId xmlns:a16="http://schemas.microsoft.com/office/drawing/2014/main" id="{3793560D-FC6D-9F44-82EE-CC93689694E1}"/>
                  </a:ext>
                </a:extLst>
              </p:cNvPr>
              <p:cNvSpPr/>
              <p:nvPr/>
            </p:nvSpPr>
            <p:spPr>
              <a:xfrm>
                <a:off x="2925414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43" name="pg3242">
                <a:extLst>
                  <a:ext uri="{FF2B5EF4-FFF2-40B4-BE49-F238E27FC236}">
                    <a16:creationId xmlns:a16="http://schemas.microsoft.com/office/drawing/2014/main" id="{14992AD9-48BE-425B-4BB7-7F533A59ACE0}"/>
                  </a:ext>
                </a:extLst>
              </p:cNvPr>
              <p:cNvSpPr/>
              <p:nvPr/>
            </p:nvSpPr>
            <p:spPr>
              <a:xfrm>
                <a:off x="2937051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44" name="pg3243">
                <a:extLst>
                  <a:ext uri="{FF2B5EF4-FFF2-40B4-BE49-F238E27FC236}">
                    <a16:creationId xmlns:a16="http://schemas.microsoft.com/office/drawing/2014/main" id="{C7D3CA93-33AD-EF2A-17F0-5AF45C08F746}"/>
                  </a:ext>
                </a:extLst>
              </p:cNvPr>
              <p:cNvSpPr/>
              <p:nvPr/>
            </p:nvSpPr>
            <p:spPr>
              <a:xfrm>
                <a:off x="2948689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45" name="pg3244">
                <a:extLst>
                  <a:ext uri="{FF2B5EF4-FFF2-40B4-BE49-F238E27FC236}">
                    <a16:creationId xmlns:a16="http://schemas.microsoft.com/office/drawing/2014/main" id="{866742B6-88E2-C4BF-C0A5-0EE15DDE85EF}"/>
                  </a:ext>
                </a:extLst>
              </p:cNvPr>
              <p:cNvSpPr/>
              <p:nvPr/>
            </p:nvSpPr>
            <p:spPr>
              <a:xfrm>
                <a:off x="2960326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46" name="pg3245">
                <a:extLst>
                  <a:ext uri="{FF2B5EF4-FFF2-40B4-BE49-F238E27FC236}">
                    <a16:creationId xmlns:a16="http://schemas.microsoft.com/office/drawing/2014/main" id="{97DB17A3-C401-83C2-B358-7E03054F4704}"/>
                  </a:ext>
                </a:extLst>
              </p:cNvPr>
              <p:cNvSpPr/>
              <p:nvPr/>
            </p:nvSpPr>
            <p:spPr>
              <a:xfrm>
                <a:off x="2971963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7AB">
                  <a:alpha val="100000"/>
                </a:srgbClr>
              </a:solidFill>
              <a:ln w="5420" cap="flat">
                <a:solidFill>
                  <a:srgbClr val="51B7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47" name="pg3246">
                <a:extLst>
                  <a:ext uri="{FF2B5EF4-FFF2-40B4-BE49-F238E27FC236}">
                    <a16:creationId xmlns:a16="http://schemas.microsoft.com/office/drawing/2014/main" id="{6FC8737B-75A0-1941-0F3E-5180216EA5E7}"/>
                  </a:ext>
                </a:extLst>
              </p:cNvPr>
              <p:cNvSpPr/>
              <p:nvPr/>
            </p:nvSpPr>
            <p:spPr>
              <a:xfrm>
                <a:off x="2983601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4BCAB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48" name="pg3247">
                <a:extLst>
                  <a:ext uri="{FF2B5EF4-FFF2-40B4-BE49-F238E27FC236}">
                    <a16:creationId xmlns:a16="http://schemas.microsoft.com/office/drawing/2014/main" id="{D96FA969-60FB-93CD-2317-B418083687F4}"/>
                  </a:ext>
                </a:extLst>
              </p:cNvPr>
              <p:cNvSpPr/>
              <p:nvPr/>
            </p:nvSpPr>
            <p:spPr>
              <a:xfrm>
                <a:off x="2995238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1AC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49" name="pg3248">
                <a:extLst>
                  <a:ext uri="{FF2B5EF4-FFF2-40B4-BE49-F238E27FC236}">
                    <a16:creationId xmlns:a16="http://schemas.microsoft.com/office/drawing/2014/main" id="{1A37D1C7-3D48-1FE6-434F-9B639735BA96}"/>
                  </a:ext>
                </a:extLst>
              </p:cNvPr>
              <p:cNvSpPr/>
              <p:nvPr/>
            </p:nvSpPr>
            <p:spPr>
              <a:xfrm>
                <a:off x="3006875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50" name="pg3249">
                <a:extLst>
                  <a:ext uri="{FF2B5EF4-FFF2-40B4-BE49-F238E27FC236}">
                    <a16:creationId xmlns:a16="http://schemas.microsoft.com/office/drawing/2014/main" id="{D446F32B-94AF-D16E-FB97-8799BE29DE1A}"/>
                  </a:ext>
                </a:extLst>
              </p:cNvPr>
              <p:cNvSpPr/>
              <p:nvPr/>
            </p:nvSpPr>
            <p:spPr>
              <a:xfrm>
                <a:off x="3018513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51" name="pg3250">
                <a:extLst>
                  <a:ext uri="{FF2B5EF4-FFF2-40B4-BE49-F238E27FC236}">
                    <a16:creationId xmlns:a16="http://schemas.microsoft.com/office/drawing/2014/main" id="{6F56B164-F09C-168C-F832-3D11A0749E32}"/>
                  </a:ext>
                </a:extLst>
              </p:cNvPr>
              <p:cNvSpPr/>
              <p:nvPr/>
            </p:nvSpPr>
            <p:spPr>
              <a:xfrm>
                <a:off x="3030150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52" name="pg3251">
                <a:extLst>
                  <a:ext uri="{FF2B5EF4-FFF2-40B4-BE49-F238E27FC236}">
                    <a16:creationId xmlns:a16="http://schemas.microsoft.com/office/drawing/2014/main" id="{FA88C8AD-03E5-EB9B-538F-52D17C8D1C74}"/>
                  </a:ext>
                </a:extLst>
              </p:cNvPr>
              <p:cNvSpPr/>
              <p:nvPr/>
            </p:nvSpPr>
            <p:spPr>
              <a:xfrm>
                <a:off x="3041787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53" name="pg3252">
                <a:extLst>
                  <a:ext uri="{FF2B5EF4-FFF2-40B4-BE49-F238E27FC236}">
                    <a16:creationId xmlns:a16="http://schemas.microsoft.com/office/drawing/2014/main" id="{32744FE5-D168-1917-5ED6-C676A0F7D979}"/>
                  </a:ext>
                </a:extLst>
              </p:cNvPr>
              <p:cNvSpPr/>
              <p:nvPr/>
            </p:nvSpPr>
            <p:spPr>
              <a:xfrm>
                <a:off x="3053425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8C2AC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54" name="pg3253">
                <a:extLst>
                  <a:ext uri="{FF2B5EF4-FFF2-40B4-BE49-F238E27FC236}">
                    <a16:creationId xmlns:a16="http://schemas.microsoft.com/office/drawing/2014/main" id="{7452B14E-0085-B750-4A6D-1CD7A831923A}"/>
                  </a:ext>
                </a:extLst>
              </p:cNvPr>
              <p:cNvSpPr/>
              <p:nvPr/>
            </p:nvSpPr>
            <p:spPr>
              <a:xfrm>
                <a:off x="4414992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55" name="pg3254">
                <a:extLst>
                  <a:ext uri="{FF2B5EF4-FFF2-40B4-BE49-F238E27FC236}">
                    <a16:creationId xmlns:a16="http://schemas.microsoft.com/office/drawing/2014/main" id="{4571E813-79DE-8B01-B5A7-7372C8499169}"/>
                  </a:ext>
                </a:extLst>
              </p:cNvPr>
              <p:cNvSpPr/>
              <p:nvPr/>
            </p:nvSpPr>
            <p:spPr>
              <a:xfrm>
                <a:off x="4426630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56" name="pg3255">
                <a:extLst>
                  <a:ext uri="{FF2B5EF4-FFF2-40B4-BE49-F238E27FC236}">
                    <a16:creationId xmlns:a16="http://schemas.microsoft.com/office/drawing/2014/main" id="{0441E75D-9717-36BC-1168-C444A04581C1}"/>
                  </a:ext>
                </a:extLst>
              </p:cNvPr>
              <p:cNvSpPr/>
              <p:nvPr/>
            </p:nvSpPr>
            <p:spPr>
              <a:xfrm>
                <a:off x="4438267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57" name="pg3256">
                <a:extLst>
                  <a:ext uri="{FF2B5EF4-FFF2-40B4-BE49-F238E27FC236}">
                    <a16:creationId xmlns:a16="http://schemas.microsoft.com/office/drawing/2014/main" id="{30C73557-CC09-66D6-C1EA-56BB012C3482}"/>
                  </a:ext>
                </a:extLst>
              </p:cNvPr>
              <p:cNvSpPr/>
              <p:nvPr/>
            </p:nvSpPr>
            <p:spPr>
              <a:xfrm>
                <a:off x="4449904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58" name="pg3257">
                <a:extLst>
                  <a:ext uri="{FF2B5EF4-FFF2-40B4-BE49-F238E27FC236}">
                    <a16:creationId xmlns:a16="http://schemas.microsoft.com/office/drawing/2014/main" id="{7BFA823E-4324-2C82-8A62-E401BD63C599}"/>
                  </a:ext>
                </a:extLst>
              </p:cNvPr>
              <p:cNvSpPr/>
              <p:nvPr/>
            </p:nvSpPr>
            <p:spPr>
              <a:xfrm>
                <a:off x="4461542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59" name="pg3258">
                <a:extLst>
                  <a:ext uri="{FF2B5EF4-FFF2-40B4-BE49-F238E27FC236}">
                    <a16:creationId xmlns:a16="http://schemas.microsoft.com/office/drawing/2014/main" id="{50BBA1F7-C80C-C803-9BF3-2649711CC1CA}"/>
                  </a:ext>
                </a:extLst>
              </p:cNvPr>
              <p:cNvSpPr/>
              <p:nvPr/>
            </p:nvSpPr>
            <p:spPr>
              <a:xfrm>
                <a:off x="4624464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60" name="pg3259">
                <a:extLst>
                  <a:ext uri="{FF2B5EF4-FFF2-40B4-BE49-F238E27FC236}">
                    <a16:creationId xmlns:a16="http://schemas.microsoft.com/office/drawing/2014/main" id="{90921B9D-AC37-AE13-BAB2-702CB77D7220}"/>
                  </a:ext>
                </a:extLst>
              </p:cNvPr>
              <p:cNvSpPr/>
              <p:nvPr/>
            </p:nvSpPr>
            <p:spPr>
              <a:xfrm>
                <a:off x="4636101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61" name="pg3260">
                <a:extLst>
                  <a:ext uri="{FF2B5EF4-FFF2-40B4-BE49-F238E27FC236}">
                    <a16:creationId xmlns:a16="http://schemas.microsoft.com/office/drawing/2014/main" id="{D7004AD2-B7C8-203A-A10E-0A9F8DF3CEAE}"/>
                  </a:ext>
                </a:extLst>
              </p:cNvPr>
              <p:cNvSpPr/>
              <p:nvPr/>
            </p:nvSpPr>
            <p:spPr>
              <a:xfrm>
                <a:off x="4647739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62" name="pg3261">
                <a:extLst>
                  <a:ext uri="{FF2B5EF4-FFF2-40B4-BE49-F238E27FC236}">
                    <a16:creationId xmlns:a16="http://schemas.microsoft.com/office/drawing/2014/main" id="{FE3A9278-37FF-7B9E-D489-CA003704AA24}"/>
                  </a:ext>
                </a:extLst>
              </p:cNvPr>
              <p:cNvSpPr/>
              <p:nvPr/>
            </p:nvSpPr>
            <p:spPr>
              <a:xfrm>
                <a:off x="4659376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63" name="pg3262">
                <a:extLst>
                  <a:ext uri="{FF2B5EF4-FFF2-40B4-BE49-F238E27FC236}">
                    <a16:creationId xmlns:a16="http://schemas.microsoft.com/office/drawing/2014/main" id="{A3A2B3B4-BCFC-4312-894F-7A1254D66EC0}"/>
                  </a:ext>
                </a:extLst>
              </p:cNvPr>
              <p:cNvSpPr/>
              <p:nvPr/>
            </p:nvSpPr>
            <p:spPr>
              <a:xfrm>
                <a:off x="4671013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64" name="pg3263">
                <a:extLst>
                  <a:ext uri="{FF2B5EF4-FFF2-40B4-BE49-F238E27FC236}">
                    <a16:creationId xmlns:a16="http://schemas.microsoft.com/office/drawing/2014/main" id="{F3F97B57-AFCB-C573-197C-54FB0E3F0D96}"/>
                  </a:ext>
                </a:extLst>
              </p:cNvPr>
              <p:cNvSpPr/>
              <p:nvPr/>
            </p:nvSpPr>
            <p:spPr>
              <a:xfrm>
                <a:off x="4682651" y="495300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DA7">
                  <a:alpha val="100000"/>
                </a:srgbClr>
              </a:solidFill>
              <a:ln w="5420" cap="flat">
                <a:solidFill>
                  <a:srgbClr val="378D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65" name="pg3264">
                <a:extLst>
                  <a:ext uri="{FF2B5EF4-FFF2-40B4-BE49-F238E27FC236}">
                    <a16:creationId xmlns:a16="http://schemas.microsoft.com/office/drawing/2014/main" id="{6639C44A-986E-D238-2B3A-D42EC8A278A6}"/>
                  </a:ext>
                </a:extLst>
              </p:cNvPr>
              <p:cNvSpPr/>
              <p:nvPr/>
            </p:nvSpPr>
            <p:spPr>
              <a:xfrm>
                <a:off x="2890502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66" name="pg3265">
                <a:extLst>
                  <a:ext uri="{FF2B5EF4-FFF2-40B4-BE49-F238E27FC236}">
                    <a16:creationId xmlns:a16="http://schemas.microsoft.com/office/drawing/2014/main" id="{A2DC8F51-AAAF-687F-09F4-25C30759A08C}"/>
                  </a:ext>
                </a:extLst>
              </p:cNvPr>
              <p:cNvSpPr/>
              <p:nvPr/>
            </p:nvSpPr>
            <p:spPr>
              <a:xfrm>
                <a:off x="2902139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67" name="pg3266">
                <a:extLst>
                  <a:ext uri="{FF2B5EF4-FFF2-40B4-BE49-F238E27FC236}">
                    <a16:creationId xmlns:a16="http://schemas.microsoft.com/office/drawing/2014/main" id="{5923AE3F-7344-C8E7-407E-70FD6986F621}"/>
                  </a:ext>
                </a:extLst>
              </p:cNvPr>
              <p:cNvSpPr/>
              <p:nvPr/>
            </p:nvSpPr>
            <p:spPr>
              <a:xfrm>
                <a:off x="2913777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68" name="pg3267">
                <a:extLst>
                  <a:ext uri="{FF2B5EF4-FFF2-40B4-BE49-F238E27FC236}">
                    <a16:creationId xmlns:a16="http://schemas.microsoft.com/office/drawing/2014/main" id="{5E23B839-9B82-6672-5591-782F5214977C}"/>
                  </a:ext>
                </a:extLst>
              </p:cNvPr>
              <p:cNvSpPr/>
              <p:nvPr/>
            </p:nvSpPr>
            <p:spPr>
              <a:xfrm>
                <a:off x="2925414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69" name="pg3268">
                <a:extLst>
                  <a:ext uri="{FF2B5EF4-FFF2-40B4-BE49-F238E27FC236}">
                    <a16:creationId xmlns:a16="http://schemas.microsoft.com/office/drawing/2014/main" id="{782AB1B5-05B1-D22F-423A-DDFDC80B9648}"/>
                  </a:ext>
                </a:extLst>
              </p:cNvPr>
              <p:cNvSpPr/>
              <p:nvPr/>
            </p:nvSpPr>
            <p:spPr>
              <a:xfrm>
                <a:off x="2937051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70" name="pg3269">
                <a:extLst>
                  <a:ext uri="{FF2B5EF4-FFF2-40B4-BE49-F238E27FC236}">
                    <a16:creationId xmlns:a16="http://schemas.microsoft.com/office/drawing/2014/main" id="{5D80A9BB-D7C7-AC39-68C8-871AEE545E51}"/>
                  </a:ext>
                </a:extLst>
              </p:cNvPr>
              <p:cNvSpPr/>
              <p:nvPr/>
            </p:nvSpPr>
            <p:spPr>
              <a:xfrm>
                <a:off x="2948689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71" name="pg3270">
                <a:extLst>
                  <a:ext uri="{FF2B5EF4-FFF2-40B4-BE49-F238E27FC236}">
                    <a16:creationId xmlns:a16="http://schemas.microsoft.com/office/drawing/2014/main" id="{9B34AA5F-35FC-A9BE-C424-804E97540E77}"/>
                  </a:ext>
                </a:extLst>
              </p:cNvPr>
              <p:cNvSpPr/>
              <p:nvPr/>
            </p:nvSpPr>
            <p:spPr>
              <a:xfrm>
                <a:off x="2960326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72" name="pg3271">
                <a:extLst>
                  <a:ext uri="{FF2B5EF4-FFF2-40B4-BE49-F238E27FC236}">
                    <a16:creationId xmlns:a16="http://schemas.microsoft.com/office/drawing/2014/main" id="{0169D666-982F-23EF-AAA8-00FE65135CFF}"/>
                  </a:ext>
                </a:extLst>
              </p:cNvPr>
              <p:cNvSpPr/>
              <p:nvPr/>
            </p:nvSpPr>
            <p:spPr>
              <a:xfrm>
                <a:off x="2971963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73" name="pg3272">
                <a:extLst>
                  <a:ext uri="{FF2B5EF4-FFF2-40B4-BE49-F238E27FC236}">
                    <a16:creationId xmlns:a16="http://schemas.microsoft.com/office/drawing/2014/main" id="{7926F829-0F4A-FFE1-98E9-2913E3FC09EB}"/>
                  </a:ext>
                </a:extLst>
              </p:cNvPr>
              <p:cNvSpPr/>
              <p:nvPr/>
            </p:nvSpPr>
            <p:spPr>
              <a:xfrm>
                <a:off x="2983601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1B8AB">
                  <a:alpha val="100000"/>
                </a:srgbClr>
              </a:solidFill>
              <a:ln w="5420" cap="flat">
                <a:solidFill>
                  <a:srgbClr val="51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74" name="pg3273">
                <a:extLst>
                  <a:ext uri="{FF2B5EF4-FFF2-40B4-BE49-F238E27FC236}">
                    <a16:creationId xmlns:a16="http://schemas.microsoft.com/office/drawing/2014/main" id="{F3D0391A-0E45-2CD8-1CF3-8C68F6585633}"/>
                  </a:ext>
                </a:extLst>
              </p:cNvPr>
              <p:cNvSpPr/>
              <p:nvPr/>
            </p:nvSpPr>
            <p:spPr>
              <a:xfrm>
                <a:off x="2995238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5BEAB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75" name="pg3274">
                <a:extLst>
                  <a:ext uri="{FF2B5EF4-FFF2-40B4-BE49-F238E27FC236}">
                    <a16:creationId xmlns:a16="http://schemas.microsoft.com/office/drawing/2014/main" id="{A32C88BC-22BB-35FA-FA1D-34FF1C4366A4}"/>
                  </a:ext>
                </a:extLst>
              </p:cNvPr>
              <p:cNvSpPr/>
              <p:nvPr/>
            </p:nvSpPr>
            <p:spPr>
              <a:xfrm>
                <a:off x="3006875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6BFAB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76" name="pg3275">
                <a:extLst>
                  <a:ext uri="{FF2B5EF4-FFF2-40B4-BE49-F238E27FC236}">
                    <a16:creationId xmlns:a16="http://schemas.microsoft.com/office/drawing/2014/main" id="{08B60EC4-5E8F-2FEA-2C01-4DF0FD7CAC56}"/>
                  </a:ext>
                </a:extLst>
              </p:cNvPr>
              <p:cNvSpPr/>
              <p:nvPr/>
            </p:nvSpPr>
            <p:spPr>
              <a:xfrm>
                <a:off x="3018513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0AC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77" name="pg3276">
                <a:extLst>
                  <a:ext uri="{FF2B5EF4-FFF2-40B4-BE49-F238E27FC236}">
                    <a16:creationId xmlns:a16="http://schemas.microsoft.com/office/drawing/2014/main" id="{F174508F-6995-E6C0-51B3-1882BB08CE94}"/>
                  </a:ext>
                </a:extLst>
              </p:cNvPr>
              <p:cNvSpPr/>
              <p:nvPr/>
            </p:nvSpPr>
            <p:spPr>
              <a:xfrm>
                <a:off x="3030150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57C1AC">
                  <a:alpha val="100000"/>
                </a:srgbClr>
              </a:solidFill>
              <a:ln w="5420" cap="flat">
                <a:solidFill>
                  <a:srgbClr val="57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78" name="pg3277">
                <a:extLst>
                  <a:ext uri="{FF2B5EF4-FFF2-40B4-BE49-F238E27FC236}">
                    <a16:creationId xmlns:a16="http://schemas.microsoft.com/office/drawing/2014/main" id="{F7AF00EF-9A54-9E1B-7729-C53CA3370355}"/>
                  </a:ext>
                </a:extLst>
              </p:cNvPr>
              <p:cNvSpPr/>
              <p:nvPr/>
            </p:nvSpPr>
            <p:spPr>
              <a:xfrm>
                <a:off x="4414992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79" name="pg3278">
                <a:extLst>
                  <a:ext uri="{FF2B5EF4-FFF2-40B4-BE49-F238E27FC236}">
                    <a16:creationId xmlns:a16="http://schemas.microsoft.com/office/drawing/2014/main" id="{62206291-8BE4-26DB-9BB6-8C615D228CAC}"/>
                  </a:ext>
                </a:extLst>
              </p:cNvPr>
              <p:cNvSpPr/>
              <p:nvPr/>
            </p:nvSpPr>
            <p:spPr>
              <a:xfrm>
                <a:off x="4426630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80" name="pg3279">
                <a:extLst>
                  <a:ext uri="{FF2B5EF4-FFF2-40B4-BE49-F238E27FC236}">
                    <a16:creationId xmlns:a16="http://schemas.microsoft.com/office/drawing/2014/main" id="{D8A02431-4871-AD7C-BD37-237626480B6C}"/>
                  </a:ext>
                </a:extLst>
              </p:cNvPr>
              <p:cNvSpPr/>
              <p:nvPr/>
            </p:nvSpPr>
            <p:spPr>
              <a:xfrm>
                <a:off x="4438267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81" name="pg3280">
                <a:extLst>
                  <a:ext uri="{FF2B5EF4-FFF2-40B4-BE49-F238E27FC236}">
                    <a16:creationId xmlns:a16="http://schemas.microsoft.com/office/drawing/2014/main" id="{4EB88CBA-4B7A-E47B-75DC-C4E7232C1DE4}"/>
                  </a:ext>
                </a:extLst>
              </p:cNvPr>
              <p:cNvSpPr/>
              <p:nvPr/>
            </p:nvSpPr>
            <p:spPr>
              <a:xfrm>
                <a:off x="4449904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82" name="pg3281">
                <a:extLst>
                  <a:ext uri="{FF2B5EF4-FFF2-40B4-BE49-F238E27FC236}">
                    <a16:creationId xmlns:a16="http://schemas.microsoft.com/office/drawing/2014/main" id="{52F4A463-2603-C980-9F48-65644B1DB4D6}"/>
                  </a:ext>
                </a:extLst>
              </p:cNvPr>
              <p:cNvSpPr/>
              <p:nvPr/>
            </p:nvSpPr>
            <p:spPr>
              <a:xfrm>
                <a:off x="4461542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83" name="pg3282">
                <a:extLst>
                  <a:ext uri="{FF2B5EF4-FFF2-40B4-BE49-F238E27FC236}">
                    <a16:creationId xmlns:a16="http://schemas.microsoft.com/office/drawing/2014/main" id="{FD951CF9-9A78-1BE6-F78B-9E663C1F8F8A}"/>
                  </a:ext>
                </a:extLst>
              </p:cNvPr>
              <p:cNvSpPr/>
              <p:nvPr/>
            </p:nvSpPr>
            <p:spPr>
              <a:xfrm>
                <a:off x="4624464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84" name="pg3283">
                <a:extLst>
                  <a:ext uri="{FF2B5EF4-FFF2-40B4-BE49-F238E27FC236}">
                    <a16:creationId xmlns:a16="http://schemas.microsoft.com/office/drawing/2014/main" id="{BECC7083-918D-4AE7-7CC3-BED5928E8189}"/>
                  </a:ext>
                </a:extLst>
              </p:cNvPr>
              <p:cNvSpPr/>
              <p:nvPr/>
            </p:nvSpPr>
            <p:spPr>
              <a:xfrm>
                <a:off x="4636101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85" name="pg3284">
                <a:extLst>
                  <a:ext uri="{FF2B5EF4-FFF2-40B4-BE49-F238E27FC236}">
                    <a16:creationId xmlns:a16="http://schemas.microsoft.com/office/drawing/2014/main" id="{0875A0EA-65AE-D3C8-6969-B2AEA3A6E2EB}"/>
                  </a:ext>
                </a:extLst>
              </p:cNvPr>
              <p:cNvSpPr/>
              <p:nvPr/>
            </p:nvSpPr>
            <p:spPr>
              <a:xfrm>
                <a:off x="4647739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86" name="pg3285">
                <a:extLst>
                  <a:ext uri="{FF2B5EF4-FFF2-40B4-BE49-F238E27FC236}">
                    <a16:creationId xmlns:a16="http://schemas.microsoft.com/office/drawing/2014/main" id="{A1B33801-5F54-425B-1DB5-EC79AE1BF1A0}"/>
                  </a:ext>
                </a:extLst>
              </p:cNvPr>
              <p:cNvSpPr/>
              <p:nvPr/>
            </p:nvSpPr>
            <p:spPr>
              <a:xfrm>
                <a:off x="4659376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87" name="pg3286">
                <a:extLst>
                  <a:ext uri="{FF2B5EF4-FFF2-40B4-BE49-F238E27FC236}">
                    <a16:creationId xmlns:a16="http://schemas.microsoft.com/office/drawing/2014/main" id="{2AB7067F-C16E-0BDD-DABF-2F9431261B50}"/>
                  </a:ext>
                </a:extLst>
              </p:cNvPr>
              <p:cNvSpPr/>
              <p:nvPr/>
            </p:nvSpPr>
            <p:spPr>
              <a:xfrm>
                <a:off x="4671013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88" name="pg3287">
                <a:extLst>
                  <a:ext uri="{FF2B5EF4-FFF2-40B4-BE49-F238E27FC236}">
                    <a16:creationId xmlns:a16="http://schemas.microsoft.com/office/drawing/2014/main" id="{4534BE84-23DF-5831-5C3B-FE55B1A62646}"/>
                  </a:ext>
                </a:extLst>
              </p:cNvPr>
              <p:cNvSpPr/>
              <p:nvPr/>
            </p:nvSpPr>
            <p:spPr>
              <a:xfrm>
                <a:off x="4682651" y="49673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EA7">
                  <a:alpha val="100000"/>
                </a:srgbClr>
              </a:solidFill>
              <a:ln w="5420" cap="flat">
                <a:solidFill>
                  <a:srgbClr val="378E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89" name="pg3288">
                <a:extLst>
                  <a:ext uri="{FF2B5EF4-FFF2-40B4-BE49-F238E27FC236}">
                    <a16:creationId xmlns:a16="http://schemas.microsoft.com/office/drawing/2014/main" id="{B4F3C859-19A3-6258-DE6F-9793346C304B}"/>
                  </a:ext>
                </a:extLst>
              </p:cNvPr>
              <p:cNvSpPr/>
              <p:nvPr/>
            </p:nvSpPr>
            <p:spPr>
              <a:xfrm>
                <a:off x="2890502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90" name="pg3289">
                <a:extLst>
                  <a:ext uri="{FF2B5EF4-FFF2-40B4-BE49-F238E27FC236}">
                    <a16:creationId xmlns:a16="http://schemas.microsoft.com/office/drawing/2014/main" id="{B900E155-DC86-5C33-2B43-EF6218BBEA01}"/>
                  </a:ext>
                </a:extLst>
              </p:cNvPr>
              <p:cNvSpPr/>
              <p:nvPr/>
            </p:nvSpPr>
            <p:spPr>
              <a:xfrm>
                <a:off x="2902139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91" name="pg3290">
                <a:extLst>
                  <a:ext uri="{FF2B5EF4-FFF2-40B4-BE49-F238E27FC236}">
                    <a16:creationId xmlns:a16="http://schemas.microsoft.com/office/drawing/2014/main" id="{E5EF4A2B-C121-0A0A-F42B-71B6B525384A}"/>
                  </a:ext>
                </a:extLst>
              </p:cNvPr>
              <p:cNvSpPr/>
              <p:nvPr/>
            </p:nvSpPr>
            <p:spPr>
              <a:xfrm>
                <a:off x="2913777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92" name="pg3291">
                <a:extLst>
                  <a:ext uri="{FF2B5EF4-FFF2-40B4-BE49-F238E27FC236}">
                    <a16:creationId xmlns:a16="http://schemas.microsoft.com/office/drawing/2014/main" id="{DD8CDCD6-DCEE-16D9-7AC1-D4C7DD912BD1}"/>
                  </a:ext>
                </a:extLst>
              </p:cNvPr>
              <p:cNvSpPr/>
              <p:nvPr/>
            </p:nvSpPr>
            <p:spPr>
              <a:xfrm>
                <a:off x="2925414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93" name="pg3292">
                <a:extLst>
                  <a:ext uri="{FF2B5EF4-FFF2-40B4-BE49-F238E27FC236}">
                    <a16:creationId xmlns:a16="http://schemas.microsoft.com/office/drawing/2014/main" id="{CC273CD2-CBFE-40D3-C889-BFECF86C3DE7}"/>
                  </a:ext>
                </a:extLst>
              </p:cNvPr>
              <p:cNvSpPr/>
              <p:nvPr/>
            </p:nvSpPr>
            <p:spPr>
              <a:xfrm>
                <a:off x="2937051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94" name="pg3293">
                <a:extLst>
                  <a:ext uri="{FF2B5EF4-FFF2-40B4-BE49-F238E27FC236}">
                    <a16:creationId xmlns:a16="http://schemas.microsoft.com/office/drawing/2014/main" id="{4D528C90-0EC2-9894-4FCE-F6D78502B4A5}"/>
                  </a:ext>
                </a:extLst>
              </p:cNvPr>
              <p:cNvSpPr/>
              <p:nvPr/>
            </p:nvSpPr>
            <p:spPr>
              <a:xfrm>
                <a:off x="2948689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95" name="pg3294">
                <a:extLst>
                  <a:ext uri="{FF2B5EF4-FFF2-40B4-BE49-F238E27FC236}">
                    <a16:creationId xmlns:a16="http://schemas.microsoft.com/office/drawing/2014/main" id="{B45E37C4-9F4E-C324-A1A0-30B5659187B2}"/>
                  </a:ext>
                </a:extLst>
              </p:cNvPr>
              <p:cNvSpPr/>
              <p:nvPr/>
            </p:nvSpPr>
            <p:spPr>
              <a:xfrm>
                <a:off x="2960326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96" name="pg3295">
                <a:extLst>
                  <a:ext uri="{FF2B5EF4-FFF2-40B4-BE49-F238E27FC236}">
                    <a16:creationId xmlns:a16="http://schemas.microsoft.com/office/drawing/2014/main" id="{7EF53C22-ACD7-3C44-E87A-E88EEA555683}"/>
                  </a:ext>
                </a:extLst>
              </p:cNvPr>
              <p:cNvSpPr/>
              <p:nvPr/>
            </p:nvSpPr>
            <p:spPr>
              <a:xfrm>
                <a:off x="2971963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97" name="pg3296">
                <a:extLst>
                  <a:ext uri="{FF2B5EF4-FFF2-40B4-BE49-F238E27FC236}">
                    <a16:creationId xmlns:a16="http://schemas.microsoft.com/office/drawing/2014/main" id="{EB7D1EA5-6A6B-F6C0-93B2-7FF139FBE140}"/>
                  </a:ext>
                </a:extLst>
              </p:cNvPr>
              <p:cNvSpPr/>
              <p:nvPr/>
            </p:nvSpPr>
            <p:spPr>
              <a:xfrm>
                <a:off x="2983601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98" name="pg3297">
                <a:extLst>
                  <a:ext uri="{FF2B5EF4-FFF2-40B4-BE49-F238E27FC236}">
                    <a16:creationId xmlns:a16="http://schemas.microsoft.com/office/drawing/2014/main" id="{12D0FD31-B27B-3D1D-5A1F-B487755B682F}"/>
                  </a:ext>
                </a:extLst>
              </p:cNvPr>
              <p:cNvSpPr/>
              <p:nvPr/>
            </p:nvSpPr>
            <p:spPr>
              <a:xfrm>
                <a:off x="4403355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699" name="pg3298">
                <a:extLst>
                  <a:ext uri="{FF2B5EF4-FFF2-40B4-BE49-F238E27FC236}">
                    <a16:creationId xmlns:a16="http://schemas.microsoft.com/office/drawing/2014/main" id="{BEB665B4-CA69-D04A-B6A3-5FB35DD50929}"/>
                  </a:ext>
                </a:extLst>
              </p:cNvPr>
              <p:cNvSpPr/>
              <p:nvPr/>
            </p:nvSpPr>
            <p:spPr>
              <a:xfrm>
                <a:off x="4414992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00" name="pg3299">
                <a:extLst>
                  <a:ext uri="{FF2B5EF4-FFF2-40B4-BE49-F238E27FC236}">
                    <a16:creationId xmlns:a16="http://schemas.microsoft.com/office/drawing/2014/main" id="{BF9AB2EA-B4EF-13A4-EC68-8397530A0CBD}"/>
                  </a:ext>
                </a:extLst>
              </p:cNvPr>
              <p:cNvSpPr/>
              <p:nvPr/>
            </p:nvSpPr>
            <p:spPr>
              <a:xfrm>
                <a:off x="4426630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01" name="pg3300">
                <a:extLst>
                  <a:ext uri="{FF2B5EF4-FFF2-40B4-BE49-F238E27FC236}">
                    <a16:creationId xmlns:a16="http://schemas.microsoft.com/office/drawing/2014/main" id="{B34750F2-7321-C5B2-94AF-C4A19F8DDBE5}"/>
                  </a:ext>
                </a:extLst>
              </p:cNvPr>
              <p:cNvSpPr/>
              <p:nvPr/>
            </p:nvSpPr>
            <p:spPr>
              <a:xfrm>
                <a:off x="4438267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02" name="pg3301">
                <a:extLst>
                  <a:ext uri="{FF2B5EF4-FFF2-40B4-BE49-F238E27FC236}">
                    <a16:creationId xmlns:a16="http://schemas.microsoft.com/office/drawing/2014/main" id="{9DF54FA3-D74C-AE63-4A02-2C5717CDF51A}"/>
                  </a:ext>
                </a:extLst>
              </p:cNvPr>
              <p:cNvSpPr/>
              <p:nvPr/>
            </p:nvSpPr>
            <p:spPr>
              <a:xfrm>
                <a:off x="4449904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03" name="pg3302">
                <a:extLst>
                  <a:ext uri="{FF2B5EF4-FFF2-40B4-BE49-F238E27FC236}">
                    <a16:creationId xmlns:a16="http://schemas.microsoft.com/office/drawing/2014/main" id="{D07BF2B2-D891-EC10-6502-9D02172AB7FD}"/>
                  </a:ext>
                </a:extLst>
              </p:cNvPr>
              <p:cNvSpPr/>
              <p:nvPr/>
            </p:nvSpPr>
            <p:spPr>
              <a:xfrm>
                <a:off x="4624464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04" name="pg3303">
                <a:extLst>
                  <a:ext uri="{FF2B5EF4-FFF2-40B4-BE49-F238E27FC236}">
                    <a16:creationId xmlns:a16="http://schemas.microsoft.com/office/drawing/2014/main" id="{EF754A7F-A8EB-C45F-3736-598729C8CEFD}"/>
                  </a:ext>
                </a:extLst>
              </p:cNvPr>
              <p:cNvSpPr/>
              <p:nvPr/>
            </p:nvSpPr>
            <p:spPr>
              <a:xfrm>
                <a:off x="4636101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05" name="pg3304">
                <a:extLst>
                  <a:ext uri="{FF2B5EF4-FFF2-40B4-BE49-F238E27FC236}">
                    <a16:creationId xmlns:a16="http://schemas.microsoft.com/office/drawing/2014/main" id="{3C982C66-AC77-C3DE-99A7-563F37BFC18C}"/>
                  </a:ext>
                </a:extLst>
              </p:cNvPr>
              <p:cNvSpPr/>
              <p:nvPr/>
            </p:nvSpPr>
            <p:spPr>
              <a:xfrm>
                <a:off x="4647739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06" name="pg3305">
                <a:extLst>
                  <a:ext uri="{FF2B5EF4-FFF2-40B4-BE49-F238E27FC236}">
                    <a16:creationId xmlns:a16="http://schemas.microsoft.com/office/drawing/2014/main" id="{8321AA22-FE73-8CD8-D7ED-7EA63E7D0894}"/>
                  </a:ext>
                </a:extLst>
              </p:cNvPr>
              <p:cNvSpPr/>
              <p:nvPr/>
            </p:nvSpPr>
            <p:spPr>
              <a:xfrm>
                <a:off x="4659376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07" name="pg3306">
                <a:extLst>
                  <a:ext uri="{FF2B5EF4-FFF2-40B4-BE49-F238E27FC236}">
                    <a16:creationId xmlns:a16="http://schemas.microsoft.com/office/drawing/2014/main" id="{831EA39B-CF70-D548-815A-58F6F493F26D}"/>
                  </a:ext>
                </a:extLst>
              </p:cNvPr>
              <p:cNvSpPr/>
              <p:nvPr/>
            </p:nvSpPr>
            <p:spPr>
              <a:xfrm>
                <a:off x="4671013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08" name="pg3307">
                <a:extLst>
                  <a:ext uri="{FF2B5EF4-FFF2-40B4-BE49-F238E27FC236}">
                    <a16:creationId xmlns:a16="http://schemas.microsoft.com/office/drawing/2014/main" id="{6EAFB8B3-6500-EFA7-C4BF-9547821E5FBC}"/>
                  </a:ext>
                </a:extLst>
              </p:cNvPr>
              <p:cNvSpPr/>
              <p:nvPr/>
            </p:nvSpPr>
            <p:spPr>
              <a:xfrm>
                <a:off x="4682651" y="498160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09" name="pg3308">
                <a:extLst>
                  <a:ext uri="{FF2B5EF4-FFF2-40B4-BE49-F238E27FC236}">
                    <a16:creationId xmlns:a16="http://schemas.microsoft.com/office/drawing/2014/main" id="{FFCAA1D4-4FA1-FED7-9264-FDA1CD63A852}"/>
                  </a:ext>
                </a:extLst>
              </p:cNvPr>
              <p:cNvSpPr/>
              <p:nvPr/>
            </p:nvSpPr>
            <p:spPr>
              <a:xfrm>
                <a:off x="2878865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10" name="pg3309">
                <a:extLst>
                  <a:ext uri="{FF2B5EF4-FFF2-40B4-BE49-F238E27FC236}">
                    <a16:creationId xmlns:a16="http://schemas.microsoft.com/office/drawing/2014/main" id="{FB79471D-0AE5-1598-315E-E281127A1DDC}"/>
                  </a:ext>
                </a:extLst>
              </p:cNvPr>
              <p:cNvSpPr/>
              <p:nvPr/>
            </p:nvSpPr>
            <p:spPr>
              <a:xfrm>
                <a:off x="2890502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11" name="pg3310">
                <a:extLst>
                  <a:ext uri="{FF2B5EF4-FFF2-40B4-BE49-F238E27FC236}">
                    <a16:creationId xmlns:a16="http://schemas.microsoft.com/office/drawing/2014/main" id="{D9155EAF-EDC6-C84E-EAF9-A49C30A5E2B0}"/>
                  </a:ext>
                </a:extLst>
              </p:cNvPr>
              <p:cNvSpPr/>
              <p:nvPr/>
            </p:nvSpPr>
            <p:spPr>
              <a:xfrm>
                <a:off x="2902139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12" name="pg3311">
                <a:extLst>
                  <a:ext uri="{FF2B5EF4-FFF2-40B4-BE49-F238E27FC236}">
                    <a16:creationId xmlns:a16="http://schemas.microsoft.com/office/drawing/2014/main" id="{532E4A17-F424-0BE9-46BF-76E2530FD449}"/>
                  </a:ext>
                </a:extLst>
              </p:cNvPr>
              <p:cNvSpPr/>
              <p:nvPr/>
            </p:nvSpPr>
            <p:spPr>
              <a:xfrm>
                <a:off x="2913777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13" name="pg3312">
                <a:extLst>
                  <a:ext uri="{FF2B5EF4-FFF2-40B4-BE49-F238E27FC236}">
                    <a16:creationId xmlns:a16="http://schemas.microsoft.com/office/drawing/2014/main" id="{29D7B9E4-F8FD-BD00-F0AE-07C0579CBD45}"/>
                  </a:ext>
                </a:extLst>
              </p:cNvPr>
              <p:cNvSpPr/>
              <p:nvPr/>
            </p:nvSpPr>
            <p:spPr>
              <a:xfrm>
                <a:off x="2925414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14" name="pg3313">
                <a:extLst>
                  <a:ext uri="{FF2B5EF4-FFF2-40B4-BE49-F238E27FC236}">
                    <a16:creationId xmlns:a16="http://schemas.microsoft.com/office/drawing/2014/main" id="{38BF9BDC-FA14-9862-605F-C801CFBEDBAE}"/>
                  </a:ext>
                </a:extLst>
              </p:cNvPr>
              <p:cNvSpPr/>
              <p:nvPr/>
            </p:nvSpPr>
            <p:spPr>
              <a:xfrm>
                <a:off x="2937051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15" name="pg3314">
                <a:extLst>
                  <a:ext uri="{FF2B5EF4-FFF2-40B4-BE49-F238E27FC236}">
                    <a16:creationId xmlns:a16="http://schemas.microsoft.com/office/drawing/2014/main" id="{A1FF7B7B-B6CF-7E57-BBFE-EC0379CFF048}"/>
                  </a:ext>
                </a:extLst>
              </p:cNvPr>
              <p:cNvSpPr/>
              <p:nvPr/>
            </p:nvSpPr>
            <p:spPr>
              <a:xfrm>
                <a:off x="2948689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16" name="pg3315">
                <a:extLst>
                  <a:ext uri="{FF2B5EF4-FFF2-40B4-BE49-F238E27FC236}">
                    <a16:creationId xmlns:a16="http://schemas.microsoft.com/office/drawing/2014/main" id="{4DA70374-2EEF-A301-DE4B-0ECA8368DE1A}"/>
                  </a:ext>
                </a:extLst>
              </p:cNvPr>
              <p:cNvSpPr/>
              <p:nvPr/>
            </p:nvSpPr>
            <p:spPr>
              <a:xfrm>
                <a:off x="2960326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6AA">
                  <a:alpha val="100000"/>
                </a:srgbClr>
              </a:solidFill>
              <a:ln w="5420" cap="flat">
                <a:solidFill>
                  <a:srgbClr val="42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17" name="pg3316">
                <a:extLst>
                  <a:ext uri="{FF2B5EF4-FFF2-40B4-BE49-F238E27FC236}">
                    <a16:creationId xmlns:a16="http://schemas.microsoft.com/office/drawing/2014/main" id="{D4E4651D-16CB-4024-0757-2304542E3D7B}"/>
                  </a:ext>
                </a:extLst>
              </p:cNvPr>
              <p:cNvSpPr/>
              <p:nvPr/>
            </p:nvSpPr>
            <p:spPr>
              <a:xfrm>
                <a:off x="4403355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18" name="pg3317">
                <a:extLst>
                  <a:ext uri="{FF2B5EF4-FFF2-40B4-BE49-F238E27FC236}">
                    <a16:creationId xmlns:a16="http://schemas.microsoft.com/office/drawing/2014/main" id="{A4E04126-2A26-D42D-DD0D-A99FE3CEB1D3}"/>
                  </a:ext>
                </a:extLst>
              </p:cNvPr>
              <p:cNvSpPr/>
              <p:nvPr/>
            </p:nvSpPr>
            <p:spPr>
              <a:xfrm>
                <a:off x="4414992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19" name="pg3318">
                <a:extLst>
                  <a:ext uri="{FF2B5EF4-FFF2-40B4-BE49-F238E27FC236}">
                    <a16:creationId xmlns:a16="http://schemas.microsoft.com/office/drawing/2014/main" id="{319D4545-DC61-24CD-2667-CFA03B6BE130}"/>
                  </a:ext>
                </a:extLst>
              </p:cNvPr>
              <p:cNvSpPr/>
              <p:nvPr/>
            </p:nvSpPr>
            <p:spPr>
              <a:xfrm>
                <a:off x="4426630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20" name="pg3319">
                <a:extLst>
                  <a:ext uri="{FF2B5EF4-FFF2-40B4-BE49-F238E27FC236}">
                    <a16:creationId xmlns:a16="http://schemas.microsoft.com/office/drawing/2014/main" id="{2449AF38-D630-9C93-D01B-CE99BE2DE8D1}"/>
                  </a:ext>
                </a:extLst>
              </p:cNvPr>
              <p:cNvSpPr/>
              <p:nvPr/>
            </p:nvSpPr>
            <p:spPr>
              <a:xfrm>
                <a:off x="4438267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21" name="pg3320">
                <a:extLst>
                  <a:ext uri="{FF2B5EF4-FFF2-40B4-BE49-F238E27FC236}">
                    <a16:creationId xmlns:a16="http://schemas.microsoft.com/office/drawing/2014/main" id="{2847FF76-351E-FC90-4F69-85DF3A045E36}"/>
                  </a:ext>
                </a:extLst>
              </p:cNvPr>
              <p:cNvSpPr/>
              <p:nvPr/>
            </p:nvSpPr>
            <p:spPr>
              <a:xfrm>
                <a:off x="4449904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22" name="pg3321">
                <a:extLst>
                  <a:ext uri="{FF2B5EF4-FFF2-40B4-BE49-F238E27FC236}">
                    <a16:creationId xmlns:a16="http://schemas.microsoft.com/office/drawing/2014/main" id="{A7446015-5CC9-1727-9D15-8CAA432538F7}"/>
                  </a:ext>
                </a:extLst>
              </p:cNvPr>
              <p:cNvSpPr/>
              <p:nvPr/>
            </p:nvSpPr>
            <p:spPr>
              <a:xfrm>
                <a:off x="4461542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23" name="pg3322">
                <a:extLst>
                  <a:ext uri="{FF2B5EF4-FFF2-40B4-BE49-F238E27FC236}">
                    <a16:creationId xmlns:a16="http://schemas.microsoft.com/office/drawing/2014/main" id="{4C9CC838-D3D0-B526-79EC-8F838FFEBC16}"/>
                  </a:ext>
                </a:extLst>
              </p:cNvPr>
              <p:cNvSpPr/>
              <p:nvPr/>
            </p:nvSpPr>
            <p:spPr>
              <a:xfrm>
                <a:off x="4473179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24" name="pg3323">
                <a:extLst>
                  <a:ext uri="{FF2B5EF4-FFF2-40B4-BE49-F238E27FC236}">
                    <a16:creationId xmlns:a16="http://schemas.microsoft.com/office/drawing/2014/main" id="{EFF2B226-C441-CF91-139F-0D653DC7FF2B}"/>
                  </a:ext>
                </a:extLst>
              </p:cNvPr>
              <p:cNvSpPr/>
              <p:nvPr/>
            </p:nvSpPr>
            <p:spPr>
              <a:xfrm>
                <a:off x="4636101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25" name="pg3324">
                <a:extLst>
                  <a:ext uri="{FF2B5EF4-FFF2-40B4-BE49-F238E27FC236}">
                    <a16:creationId xmlns:a16="http://schemas.microsoft.com/office/drawing/2014/main" id="{9144914D-6CF0-E139-50E5-D26D9FA54D83}"/>
                  </a:ext>
                </a:extLst>
              </p:cNvPr>
              <p:cNvSpPr/>
              <p:nvPr/>
            </p:nvSpPr>
            <p:spPr>
              <a:xfrm>
                <a:off x="4647739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26" name="pg3325">
                <a:extLst>
                  <a:ext uri="{FF2B5EF4-FFF2-40B4-BE49-F238E27FC236}">
                    <a16:creationId xmlns:a16="http://schemas.microsoft.com/office/drawing/2014/main" id="{D6C0BE61-DA7F-BFA0-13E8-A02EC73ACD62}"/>
                  </a:ext>
                </a:extLst>
              </p:cNvPr>
              <p:cNvSpPr/>
              <p:nvPr/>
            </p:nvSpPr>
            <p:spPr>
              <a:xfrm>
                <a:off x="4659376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8FA7">
                  <a:alpha val="100000"/>
                </a:srgbClr>
              </a:solidFill>
              <a:ln w="5420" cap="flat">
                <a:solidFill>
                  <a:srgbClr val="36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27" name="pg3326">
                <a:extLst>
                  <a:ext uri="{FF2B5EF4-FFF2-40B4-BE49-F238E27FC236}">
                    <a16:creationId xmlns:a16="http://schemas.microsoft.com/office/drawing/2014/main" id="{C50AB6D0-B3E5-6D62-7BBB-E6FDCA155D1D}"/>
                  </a:ext>
                </a:extLst>
              </p:cNvPr>
              <p:cNvSpPr/>
              <p:nvPr/>
            </p:nvSpPr>
            <p:spPr>
              <a:xfrm>
                <a:off x="4671013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28" name="pg3327">
                <a:extLst>
                  <a:ext uri="{FF2B5EF4-FFF2-40B4-BE49-F238E27FC236}">
                    <a16:creationId xmlns:a16="http://schemas.microsoft.com/office/drawing/2014/main" id="{0A6D6103-B039-A863-ADF4-80F8E2D80F94}"/>
                  </a:ext>
                </a:extLst>
              </p:cNvPr>
              <p:cNvSpPr/>
              <p:nvPr/>
            </p:nvSpPr>
            <p:spPr>
              <a:xfrm>
                <a:off x="4682651" y="499590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8FA7">
                  <a:alpha val="100000"/>
                </a:srgbClr>
              </a:solidFill>
              <a:ln w="5420" cap="flat">
                <a:solidFill>
                  <a:srgbClr val="378F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29" name="pg3328">
                <a:extLst>
                  <a:ext uri="{FF2B5EF4-FFF2-40B4-BE49-F238E27FC236}">
                    <a16:creationId xmlns:a16="http://schemas.microsoft.com/office/drawing/2014/main" id="{4BDE837E-5DA5-4588-B2CA-B59D32DF4E59}"/>
                  </a:ext>
                </a:extLst>
              </p:cNvPr>
              <p:cNvSpPr/>
              <p:nvPr/>
            </p:nvSpPr>
            <p:spPr>
              <a:xfrm>
                <a:off x="2867227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30" name="pg3329">
                <a:extLst>
                  <a:ext uri="{FF2B5EF4-FFF2-40B4-BE49-F238E27FC236}">
                    <a16:creationId xmlns:a16="http://schemas.microsoft.com/office/drawing/2014/main" id="{3D70AA1A-E7B1-0BC2-2F75-2D7B69E3EDB3}"/>
                  </a:ext>
                </a:extLst>
              </p:cNvPr>
              <p:cNvSpPr/>
              <p:nvPr/>
            </p:nvSpPr>
            <p:spPr>
              <a:xfrm>
                <a:off x="2878865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31" name="pg3330">
                <a:extLst>
                  <a:ext uri="{FF2B5EF4-FFF2-40B4-BE49-F238E27FC236}">
                    <a16:creationId xmlns:a16="http://schemas.microsoft.com/office/drawing/2014/main" id="{BFF4C408-12E4-0A1A-01C4-202480A12959}"/>
                  </a:ext>
                </a:extLst>
              </p:cNvPr>
              <p:cNvSpPr/>
              <p:nvPr/>
            </p:nvSpPr>
            <p:spPr>
              <a:xfrm>
                <a:off x="2890502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32" name="pg3331">
                <a:extLst>
                  <a:ext uri="{FF2B5EF4-FFF2-40B4-BE49-F238E27FC236}">
                    <a16:creationId xmlns:a16="http://schemas.microsoft.com/office/drawing/2014/main" id="{8ECC2E8C-A4BB-8919-0F47-B45A0EABD197}"/>
                  </a:ext>
                </a:extLst>
              </p:cNvPr>
              <p:cNvSpPr/>
              <p:nvPr/>
            </p:nvSpPr>
            <p:spPr>
              <a:xfrm>
                <a:off x="2902139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33" name="pg3332">
                <a:extLst>
                  <a:ext uri="{FF2B5EF4-FFF2-40B4-BE49-F238E27FC236}">
                    <a16:creationId xmlns:a16="http://schemas.microsoft.com/office/drawing/2014/main" id="{BF952AF9-6341-9E28-3984-1E74E1AD52F5}"/>
                  </a:ext>
                </a:extLst>
              </p:cNvPr>
              <p:cNvSpPr/>
              <p:nvPr/>
            </p:nvSpPr>
            <p:spPr>
              <a:xfrm>
                <a:off x="2913777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34" name="pg3333">
                <a:extLst>
                  <a:ext uri="{FF2B5EF4-FFF2-40B4-BE49-F238E27FC236}">
                    <a16:creationId xmlns:a16="http://schemas.microsoft.com/office/drawing/2014/main" id="{6F865367-DC03-59ED-F61A-B94BDDCADD14}"/>
                  </a:ext>
                </a:extLst>
              </p:cNvPr>
              <p:cNvSpPr/>
              <p:nvPr/>
            </p:nvSpPr>
            <p:spPr>
              <a:xfrm>
                <a:off x="2925414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35" name="pg3334">
                <a:extLst>
                  <a:ext uri="{FF2B5EF4-FFF2-40B4-BE49-F238E27FC236}">
                    <a16:creationId xmlns:a16="http://schemas.microsoft.com/office/drawing/2014/main" id="{C7283CF0-09B5-E6DE-81BC-E4CFE7240728}"/>
                  </a:ext>
                </a:extLst>
              </p:cNvPr>
              <p:cNvSpPr/>
              <p:nvPr/>
            </p:nvSpPr>
            <p:spPr>
              <a:xfrm>
                <a:off x="2937051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36" name="pg3335">
                <a:extLst>
                  <a:ext uri="{FF2B5EF4-FFF2-40B4-BE49-F238E27FC236}">
                    <a16:creationId xmlns:a16="http://schemas.microsoft.com/office/drawing/2014/main" id="{8A6C5D94-3F8E-1B9F-4080-009DC66BD5D8}"/>
                  </a:ext>
                </a:extLst>
              </p:cNvPr>
              <p:cNvSpPr/>
              <p:nvPr/>
            </p:nvSpPr>
            <p:spPr>
              <a:xfrm>
                <a:off x="2948689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37" name="pg3336">
                <a:extLst>
                  <a:ext uri="{FF2B5EF4-FFF2-40B4-BE49-F238E27FC236}">
                    <a16:creationId xmlns:a16="http://schemas.microsoft.com/office/drawing/2014/main" id="{E0D07D16-3305-D2E1-63F1-83A53E2B3E9E}"/>
                  </a:ext>
                </a:extLst>
              </p:cNvPr>
              <p:cNvSpPr/>
              <p:nvPr/>
            </p:nvSpPr>
            <p:spPr>
              <a:xfrm>
                <a:off x="4403355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38" name="pg3337">
                <a:extLst>
                  <a:ext uri="{FF2B5EF4-FFF2-40B4-BE49-F238E27FC236}">
                    <a16:creationId xmlns:a16="http://schemas.microsoft.com/office/drawing/2014/main" id="{FD05BED8-C61B-FB06-BFB6-DE2ED9FB54D5}"/>
                  </a:ext>
                </a:extLst>
              </p:cNvPr>
              <p:cNvSpPr/>
              <p:nvPr/>
            </p:nvSpPr>
            <p:spPr>
              <a:xfrm>
                <a:off x="4414992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39" name="pg3338">
                <a:extLst>
                  <a:ext uri="{FF2B5EF4-FFF2-40B4-BE49-F238E27FC236}">
                    <a16:creationId xmlns:a16="http://schemas.microsoft.com/office/drawing/2014/main" id="{9691DF8C-9E3B-932D-4BBC-1F2D2AF0445C}"/>
                  </a:ext>
                </a:extLst>
              </p:cNvPr>
              <p:cNvSpPr/>
              <p:nvPr/>
            </p:nvSpPr>
            <p:spPr>
              <a:xfrm>
                <a:off x="4426630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40" name="pg3339">
                <a:extLst>
                  <a:ext uri="{FF2B5EF4-FFF2-40B4-BE49-F238E27FC236}">
                    <a16:creationId xmlns:a16="http://schemas.microsoft.com/office/drawing/2014/main" id="{F151272B-0443-1150-D965-4C494811CC62}"/>
                  </a:ext>
                </a:extLst>
              </p:cNvPr>
              <p:cNvSpPr/>
              <p:nvPr/>
            </p:nvSpPr>
            <p:spPr>
              <a:xfrm>
                <a:off x="4438267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41" name="pg3340">
                <a:extLst>
                  <a:ext uri="{FF2B5EF4-FFF2-40B4-BE49-F238E27FC236}">
                    <a16:creationId xmlns:a16="http://schemas.microsoft.com/office/drawing/2014/main" id="{C4965EB6-75CF-3AB7-7B09-93577384E40F}"/>
                  </a:ext>
                </a:extLst>
              </p:cNvPr>
              <p:cNvSpPr/>
              <p:nvPr/>
            </p:nvSpPr>
            <p:spPr>
              <a:xfrm>
                <a:off x="4449904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42" name="pg3341">
                <a:extLst>
                  <a:ext uri="{FF2B5EF4-FFF2-40B4-BE49-F238E27FC236}">
                    <a16:creationId xmlns:a16="http://schemas.microsoft.com/office/drawing/2014/main" id="{94D1C6C1-E0F3-F5C1-568E-FEDEEDB38BA4}"/>
                  </a:ext>
                </a:extLst>
              </p:cNvPr>
              <p:cNvSpPr/>
              <p:nvPr/>
            </p:nvSpPr>
            <p:spPr>
              <a:xfrm>
                <a:off x="4461542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43" name="pg3342">
                <a:extLst>
                  <a:ext uri="{FF2B5EF4-FFF2-40B4-BE49-F238E27FC236}">
                    <a16:creationId xmlns:a16="http://schemas.microsoft.com/office/drawing/2014/main" id="{400889C6-97EB-6D90-E44F-1E03A5390B5D}"/>
                  </a:ext>
                </a:extLst>
              </p:cNvPr>
              <p:cNvSpPr/>
              <p:nvPr/>
            </p:nvSpPr>
            <p:spPr>
              <a:xfrm>
                <a:off x="4473179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44" name="pg3343">
                <a:extLst>
                  <a:ext uri="{FF2B5EF4-FFF2-40B4-BE49-F238E27FC236}">
                    <a16:creationId xmlns:a16="http://schemas.microsoft.com/office/drawing/2014/main" id="{E843C349-D20E-BACC-3B31-F4EE815D32BF}"/>
                  </a:ext>
                </a:extLst>
              </p:cNvPr>
              <p:cNvSpPr/>
              <p:nvPr/>
            </p:nvSpPr>
            <p:spPr>
              <a:xfrm>
                <a:off x="4484816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45" name="pg3344">
                <a:extLst>
                  <a:ext uri="{FF2B5EF4-FFF2-40B4-BE49-F238E27FC236}">
                    <a16:creationId xmlns:a16="http://schemas.microsoft.com/office/drawing/2014/main" id="{5DBE0857-63FF-5525-A213-78C9538BDA5D}"/>
                  </a:ext>
                </a:extLst>
              </p:cNvPr>
              <p:cNvSpPr/>
              <p:nvPr/>
            </p:nvSpPr>
            <p:spPr>
              <a:xfrm>
                <a:off x="4636101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46" name="pg3345">
                <a:extLst>
                  <a:ext uri="{FF2B5EF4-FFF2-40B4-BE49-F238E27FC236}">
                    <a16:creationId xmlns:a16="http://schemas.microsoft.com/office/drawing/2014/main" id="{0B747892-8640-B0AC-2389-1E6A5BB9B255}"/>
                  </a:ext>
                </a:extLst>
              </p:cNvPr>
              <p:cNvSpPr/>
              <p:nvPr/>
            </p:nvSpPr>
            <p:spPr>
              <a:xfrm>
                <a:off x="4647739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47" name="pg3346">
                <a:extLst>
                  <a:ext uri="{FF2B5EF4-FFF2-40B4-BE49-F238E27FC236}">
                    <a16:creationId xmlns:a16="http://schemas.microsoft.com/office/drawing/2014/main" id="{46A28DCA-3804-8012-4F03-1FB7575C98D2}"/>
                  </a:ext>
                </a:extLst>
              </p:cNvPr>
              <p:cNvSpPr/>
              <p:nvPr/>
            </p:nvSpPr>
            <p:spPr>
              <a:xfrm>
                <a:off x="4659376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48" name="pg3347">
                <a:extLst>
                  <a:ext uri="{FF2B5EF4-FFF2-40B4-BE49-F238E27FC236}">
                    <a16:creationId xmlns:a16="http://schemas.microsoft.com/office/drawing/2014/main" id="{3A35B1A2-1D27-0B85-5D69-E3DD50428590}"/>
                  </a:ext>
                </a:extLst>
              </p:cNvPr>
              <p:cNvSpPr/>
              <p:nvPr/>
            </p:nvSpPr>
            <p:spPr>
              <a:xfrm>
                <a:off x="4671013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49" name="pg3348">
                <a:extLst>
                  <a:ext uri="{FF2B5EF4-FFF2-40B4-BE49-F238E27FC236}">
                    <a16:creationId xmlns:a16="http://schemas.microsoft.com/office/drawing/2014/main" id="{B15B54E6-0EAD-7007-5AD1-B7268329BB50}"/>
                  </a:ext>
                </a:extLst>
              </p:cNvPr>
              <p:cNvSpPr/>
              <p:nvPr/>
            </p:nvSpPr>
            <p:spPr>
              <a:xfrm>
                <a:off x="4682651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50" name="pg3349">
                <a:extLst>
                  <a:ext uri="{FF2B5EF4-FFF2-40B4-BE49-F238E27FC236}">
                    <a16:creationId xmlns:a16="http://schemas.microsoft.com/office/drawing/2014/main" id="{9659433B-EBE0-E4E7-038B-F82B7907E068}"/>
                  </a:ext>
                </a:extLst>
              </p:cNvPr>
              <p:cNvSpPr/>
              <p:nvPr/>
            </p:nvSpPr>
            <p:spPr>
              <a:xfrm>
                <a:off x="4694288" y="50102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7">
                  <a:alpha val="100000"/>
                </a:srgbClr>
              </a:solidFill>
              <a:ln w="5420" cap="flat">
                <a:solidFill>
                  <a:srgbClr val="3690A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51" name="pg3350">
                <a:extLst>
                  <a:ext uri="{FF2B5EF4-FFF2-40B4-BE49-F238E27FC236}">
                    <a16:creationId xmlns:a16="http://schemas.microsoft.com/office/drawing/2014/main" id="{52EA232C-9AE4-1CD3-AB0F-1060E6B8CD89}"/>
                  </a:ext>
                </a:extLst>
              </p:cNvPr>
              <p:cNvSpPr/>
              <p:nvPr/>
            </p:nvSpPr>
            <p:spPr>
              <a:xfrm>
                <a:off x="2855590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52" name="pg3351">
                <a:extLst>
                  <a:ext uri="{FF2B5EF4-FFF2-40B4-BE49-F238E27FC236}">
                    <a16:creationId xmlns:a16="http://schemas.microsoft.com/office/drawing/2014/main" id="{6ABD308A-BE1A-994F-08C9-93668C112B14}"/>
                  </a:ext>
                </a:extLst>
              </p:cNvPr>
              <p:cNvSpPr/>
              <p:nvPr/>
            </p:nvSpPr>
            <p:spPr>
              <a:xfrm>
                <a:off x="2867227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53" name="pg3352">
                <a:extLst>
                  <a:ext uri="{FF2B5EF4-FFF2-40B4-BE49-F238E27FC236}">
                    <a16:creationId xmlns:a16="http://schemas.microsoft.com/office/drawing/2014/main" id="{059BD090-C403-AB27-C89B-BE6236590BC1}"/>
                  </a:ext>
                </a:extLst>
              </p:cNvPr>
              <p:cNvSpPr/>
              <p:nvPr/>
            </p:nvSpPr>
            <p:spPr>
              <a:xfrm>
                <a:off x="2878865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54" name="pg3353">
                <a:extLst>
                  <a:ext uri="{FF2B5EF4-FFF2-40B4-BE49-F238E27FC236}">
                    <a16:creationId xmlns:a16="http://schemas.microsoft.com/office/drawing/2014/main" id="{D83CCCD2-08CB-E11A-130E-5923C1206090}"/>
                  </a:ext>
                </a:extLst>
              </p:cNvPr>
              <p:cNvSpPr/>
              <p:nvPr/>
            </p:nvSpPr>
            <p:spPr>
              <a:xfrm>
                <a:off x="2890502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7A9">
                  <a:alpha val="100000"/>
                </a:srgbClr>
              </a:solidFill>
              <a:ln w="5420" cap="flat">
                <a:solidFill>
                  <a:srgbClr val="35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55" name="pg3354">
                <a:extLst>
                  <a:ext uri="{FF2B5EF4-FFF2-40B4-BE49-F238E27FC236}">
                    <a16:creationId xmlns:a16="http://schemas.microsoft.com/office/drawing/2014/main" id="{4ED854B1-D3F7-ED51-FA3B-B645614BFCD9}"/>
                  </a:ext>
                </a:extLst>
              </p:cNvPr>
              <p:cNvSpPr/>
              <p:nvPr/>
            </p:nvSpPr>
            <p:spPr>
              <a:xfrm>
                <a:off x="2902139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56" name="pg3355">
                <a:extLst>
                  <a:ext uri="{FF2B5EF4-FFF2-40B4-BE49-F238E27FC236}">
                    <a16:creationId xmlns:a16="http://schemas.microsoft.com/office/drawing/2014/main" id="{4C4262CF-9418-F1B1-FE72-901E78DB971C}"/>
                  </a:ext>
                </a:extLst>
              </p:cNvPr>
              <p:cNvSpPr/>
              <p:nvPr/>
            </p:nvSpPr>
            <p:spPr>
              <a:xfrm>
                <a:off x="2913777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57" name="pg3356">
                <a:extLst>
                  <a:ext uri="{FF2B5EF4-FFF2-40B4-BE49-F238E27FC236}">
                    <a16:creationId xmlns:a16="http://schemas.microsoft.com/office/drawing/2014/main" id="{EDA01E82-5B30-9434-7C3D-61DA0CDBF849}"/>
                  </a:ext>
                </a:extLst>
              </p:cNvPr>
              <p:cNvSpPr/>
              <p:nvPr/>
            </p:nvSpPr>
            <p:spPr>
              <a:xfrm>
                <a:off x="2925414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58" name="pg3357">
                <a:extLst>
                  <a:ext uri="{FF2B5EF4-FFF2-40B4-BE49-F238E27FC236}">
                    <a16:creationId xmlns:a16="http://schemas.microsoft.com/office/drawing/2014/main" id="{4A3FA382-801D-F2CE-DB93-FAACDDEEA1AD}"/>
                  </a:ext>
                </a:extLst>
              </p:cNvPr>
              <p:cNvSpPr/>
              <p:nvPr/>
            </p:nvSpPr>
            <p:spPr>
              <a:xfrm>
                <a:off x="2937051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59" name="pg3358">
                <a:extLst>
                  <a:ext uri="{FF2B5EF4-FFF2-40B4-BE49-F238E27FC236}">
                    <a16:creationId xmlns:a16="http://schemas.microsoft.com/office/drawing/2014/main" id="{F1142E0A-0BE3-608C-039A-50FB7F30AEAB}"/>
                  </a:ext>
                </a:extLst>
              </p:cNvPr>
              <p:cNvSpPr/>
              <p:nvPr/>
            </p:nvSpPr>
            <p:spPr>
              <a:xfrm>
                <a:off x="4403355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60" name="pg3359">
                <a:extLst>
                  <a:ext uri="{FF2B5EF4-FFF2-40B4-BE49-F238E27FC236}">
                    <a16:creationId xmlns:a16="http://schemas.microsoft.com/office/drawing/2014/main" id="{5967B26E-8BA9-04FF-8817-5345990A41E3}"/>
                  </a:ext>
                </a:extLst>
              </p:cNvPr>
              <p:cNvSpPr/>
              <p:nvPr/>
            </p:nvSpPr>
            <p:spPr>
              <a:xfrm>
                <a:off x="4414992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61" name="pg3360">
                <a:extLst>
                  <a:ext uri="{FF2B5EF4-FFF2-40B4-BE49-F238E27FC236}">
                    <a16:creationId xmlns:a16="http://schemas.microsoft.com/office/drawing/2014/main" id="{95FEDE8C-D69A-41CA-C745-655981C0BD6A}"/>
                  </a:ext>
                </a:extLst>
              </p:cNvPr>
              <p:cNvSpPr/>
              <p:nvPr/>
            </p:nvSpPr>
            <p:spPr>
              <a:xfrm>
                <a:off x="4426630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62" name="pg3361">
                <a:extLst>
                  <a:ext uri="{FF2B5EF4-FFF2-40B4-BE49-F238E27FC236}">
                    <a16:creationId xmlns:a16="http://schemas.microsoft.com/office/drawing/2014/main" id="{E27710DC-F6EF-502B-76A8-F217333FE217}"/>
                  </a:ext>
                </a:extLst>
              </p:cNvPr>
              <p:cNvSpPr/>
              <p:nvPr/>
            </p:nvSpPr>
            <p:spPr>
              <a:xfrm>
                <a:off x="4438267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63" name="pg3362">
                <a:extLst>
                  <a:ext uri="{FF2B5EF4-FFF2-40B4-BE49-F238E27FC236}">
                    <a16:creationId xmlns:a16="http://schemas.microsoft.com/office/drawing/2014/main" id="{48F34C62-6761-105E-C86A-2467F58D2755}"/>
                  </a:ext>
                </a:extLst>
              </p:cNvPr>
              <p:cNvSpPr/>
              <p:nvPr/>
            </p:nvSpPr>
            <p:spPr>
              <a:xfrm>
                <a:off x="4449904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64" name="pg3363">
                <a:extLst>
                  <a:ext uri="{FF2B5EF4-FFF2-40B4-BE49-F238E27FC236}">
                    <a16:creationId xmlns:a16="http://schemas.microsoft.com/office/drawing/2014/main" id="{1CE16111-10CF-ECE0-1F40-2334B93C17F7}"/>
                  </a:ext>
                </a:extLst>
              </p:cNvPr>
              <p:cNvSpPr/>
              <p:nvPr/>
            </p:nvSpPr>
            <p:spPr>
              <a:xfrm>
                <a:off x="4461542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65" name="pg3364">
                <a:extLst>
                  <a:ext uri="{FF2B5EF4-FFF2-40B4-BE49-F238E27FC236}">
                    <a16:creationId xmlns:a16="http://schemas.microsoft.com/office/drawing/2014/main" id="{62473332-7B46-F37A-C860-C1D90EAA4FCC}"/>
                  </a:ext>
                </a:extLst>
              </p:cNvPr>
              <p:cNvSpPr/>
              <p:nvPr/>
            </p:nvSpPr>
            <p:spPr>
              <a:xfrm>
                <a:off x="4473179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66" name="pg3365">
                <a:extLst>
                  <a:ext uri="{FF2B5EF4-FFF2-40B4-BE49-F238E27FC236}">
                    <a16:creationId xmlns:a16="http://schemas.microsoft.com/office/drawing/2014/main" id="{559ECA53-3635-956A-0C15-DA5B6D27B969}"/>
                  </a:ext>
                </a:extLst>
              </p:cNvPr>
              <p:cNvSpPr/>
              <p:nvPr/>
            </p:nvSpPr>
            <p:spPr>
              <a:xfrm>
                <a:off x="4484816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67" name="pg3366">
                <a:extLst>
                  <a:ext uri="{FF2B5EF4-FFF2-40B4-BE49-F238E27FC236}">
                    <a16:creationId xmlns:a16="http://schemas.microsoft.com/office/drawing/2014/main" id="{A6661123-3625-39CF-4811-17082489976C}"/>
                  </a:ext>
                </a:extLst>
              </p:cNvPr>
              <p:cNvSpPr/>
              <p:nvPr/>
            </p:nvSpPr>
            <p:spPr>
              <a:xfrm>
                <a:off x="4647739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68" name="pg3367">
                <a:extLst>
                  <a:ext uri="{FF2B5EF4-FFF2-40B4-BE49-F238E27FC236}">
                    <a16:creationId xmlns:a16="http://schemas.microsoft.com/office/drawing/2014/main" id="{AF25165C-1123-8D7C-50D5-C4D5D519694F}"/>
                  </a:ext>
                </a:extLst>
              </p:cNvPr>
              <p:cNvSpPr/>
              <p:nvPr/>
            </p:nvSpPr>
            <p:spPr>
              <a:xfrm>
                <a:off x="4659376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69" name="pg3368">
                <a:extLst>
                  <a:ext uri="{FF2B5EF4-FFF2-40B4-BE49-F238E27FC236}">
                    <a16:creationId xmlns:a16="http://schemas.microsoft.com/office/drawing/2014/main" id="{75C99130-60E1-3174-7468-FF991D8175B2}"/>
                  </a:ext>
                </a:extLst>
              </p:cNvPr>
              <p:cNvSpPr/>
              <p:nvPr/>
            </p:nvSpPr>
            <p:spPr>
              <a:xfrm>
                <a:off x="4671013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70" name="pg3369">
                <a:extLst>
                  <a:ext uri="{FF2B5EF4-FFF2-40B4-BE49-F238E27FC236}">
                    <a16:creationId xmlns:a16="http://schemas.microsoft.com/office/drawing/2014/main" id="{29FDE23D-5000-4121-8D53-C7F5799F6C83}"/>
                  </a:ext>
                </a:extLst>
              </p:cNvPr>
              <p:cNvSpPr/>
              <p:nvPr/>
            </p:nvSpPr>
            <p:spPr>
              <a:xfrm>
                <a:off x="4682651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71" name="pg3370">
                <a:extLst>
                  <a:ext uri="{FF2B5EF4-FFF2-40B4-BE49-F238E27FC236}">
                    <a16:creationId xmlns:a16="http://schemas.microsoft.com/office/drawing/2014/main" id="{73EB06C2-11A8-181A-7CA4-BED22626683C}"/>
                  </a:ext>
                </a:extLst>
              </p:cNvPr>
              <p:cNvSpPr/>
              <p:nvPr/>
            </p:nvSpPr>
            <p:spPr>
              <a:xfrm>
                <a:off x="4694288" y="502450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0A8">
                  <a:alpha val="100000"/>
                </a:srgbClr>
              </a:solidFill>
              <a:ln w="5420" cap="flat">
                <a:solidFill>
                  <a:srgbClr val="3690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72" name="pg3371">
                <a:extLst>
                  <a:ext uri="{FF2B5EF4-FFF2-40B4-BE49-F238E27FC236}">
                    <a16:creationId xmlns:a16="http://schemas.microsoft.com/office/drawing/2014/main" id="{68798B52-4C6E-8C50-9E19-9D12B60E9590}"/>
                  </a:ext>
                </a:extLst>
              </p:cNvPr>
              <p:cNvSpPr/>
              <p:nvPr/>
            </p:nvSpPr>
            <p:spPr>
              <a:xfrm>
                <a:off x="2855590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DA9">
                  <a:alpha val="100000"/>
                </a:srgbClr>
              </a:solidFill>
              <a:ln w="5420" cap="flat">
                <a:solidFill>
                  <a:srgbClr val="3B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73" name="pg3372">
                <a:extLst>
                  <a:ext uri="{FF2B5EF4-FFF2-40B4-BE49-F238E27FC236}">
                    <a16:creationId xmlns:a16="http://schemas.microsoft.com/office/drawing/2014/main" id="{3CB41020-8166-8CF6-DC6B-78B1428340B4}"/>
                  </a:ext>
                </a:extLst>
              </p:cNvPr>
              <p:cNvSpPr/>
              <p:nvPr/>
            </p:nvSpPr>
            <p:spPr>
              <a:xfrm>
                <a:off x="2867227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74" name="pg3373">
                <a:extLst>
                  <a:ext uri="{FF2B5EF4-FFF2-40B4-BE49-F238E27FC236}">
                    <a16:creationId xmlns:a16="http://schemas.microsoft.com/office/drawing/2014/main" id="{B2F1E7E8-7E73-9669-8B37-9083F3BB9D53}"/>
                  </a:ext>
                </a:extLst>
              </p:cNvPr>
              <p:cNvSpPr/>
              <p:nvPr/>
            </p:nvSpPr>
            <p:spPr>
              <a:xfrm>
                <a:off x="2878865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75" name="pg3374">
                <a:extLst>
                  <a:ext uri="{FF2B5EF4-FFF2-40B4-BE49-F238E27FC236}">
                    <a16:creationId xmlns:a16="http://schemas.microsoft.com/office/drawing/2014/main" id="{476A980F-0D44-1149-4AF3-D5550D766879}"/>
                  </a:ext>
                </a:extLst>
              </p:cNvPr>
              <p:cNvSpPr/>
              <p:nvPr/>
            </p:nvSpPr>
            <p:spPr>
              <a:xfrm>
                <a:off x="2890502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76" name="pg3375">
                <a:extLst>
                  <a:ext uri="{FF2B5EF4-FFF2-40B4-BE49-F238E27FC236}">
                    <a16:creationId xmlns:a16="http://schemas.microsoft.com/office/drawing/2014/main" id="{4DBD2764-E488-C561-D3EF-588EC58E69DE}"/>
                  </a:ext>
                </a:extLst>
              </p:cNvPr>
              <p:cNvSpPr/>
              <p:nvPr/>
            </p:nvSpPr>
            <p:spPr>
              <a:xfrm>
                <a:off x="2902139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77" name="pg3376">
                <a:extLst>
                  <a:ext uri="{FF2B5EF4-FFF2-40B4-BE49-F238E27FC236}">
                    <a16:creationId xmlns:a16="http://schemas.microsoft.com/office/drawing/2014/main" id="{A30672F0-3077-1999-9065-6A2CCB3DF319}"/>
                  </a:ext>
                </a:extLst>
              </p:cNvPr>
              <p:cNvSpPr/>
              <p:nvPr/>
            </p:nvSpPr>
            <p:spPr>
              <a:xfrm>
                <a:off x="2913777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78" name="pg3377">
                <a:extLst>
                  <a:ext uri="{FF2B5EF4-FFF2-40B4-BE49-F238E27FC236}">
                    <a16:creationId xmlns:a16="http://schemas.microsoft.com/office/drawing/2014/main" id="{9F610100-BFAD-B197-8A3F-E4A3C7475889}"/>
                  </a:ext>
                </a:extLst>
              </p:cNvPr>
              <p:cNvSpPr/>
              <p:nvPr/>
            </p:nvSpPr>
            <p:spPr>
              <a:xfrm>
                <a:off x="2925414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79" name="pg3378">
                <a:extLst>
                  <a:ext uri="{FF2B5EF4-FFF2-40B4-BE49-F238E27FC236}">
                    <a16:creationId xmlns:a16="http://schemas.microsoft.com/office/drawing/2014/main" id="{93619EC7-A994-B5C8-BC08-46C6E9656925}"/>
                  </a:ext>
                </a:extLst>
              </p:cNvPr>
              <p:cNvSpPr/>
              <p:nvPr/>
            </p:nvSpPr>
            <p:spPr>
              <a:xfrm>
                <a:off x="4403355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80" name="pg3379">
                <a:extLst>
                  <a:ext uri="{FF2B5EF4-FFF2-40B4-BE49-F238E27FC236}">
                    <a16:creationId xmlns:a16="http://schemas.microsoft.com/office/drawing/2014/main" id="{3F026528-5E7B-FD3E-BC70-C683E120A1D1}"/>
                  </a:ext>
                </a:extLst>
              </p:cNvPr>
              <p:cNvSpPr/>
              <p:nvPr/>
            </p:nvSpPr>
            <p:spPr>
              <a:xfrm>
                <a:off x="4414992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81" name="pg3380">
                <a:extLst>
                  <a:ext uri="{FF2B5EF4-FFF2-40B4-BE49-F238E27FC236}">
                    <a16:creationId xmlns:a16="http://schemas.microsoft.com/office/drawing/2014/main" id="{451AB9C0-D5B1-03E6-6C5C-9A2007DEB69B}"/>
                  </a:ext>
                </a:extLst>
              </p:cNvPr>
              <p:cNvSpPr/>
              <p:nvPr/>
            </p:nvSpPr>
            <p:spPr>
              <a:xfrm>
                <a:off x="4426630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82" name="pg3381">
                <a:extLst>
                  <a:ext uri="{FF2B5EF4-FFF2-40B4-BE49-F238E27FC236}">
                    <a16:creationId xmlns:a16="http://schemas.microsoft.com/office/drawing/2014/main" id="{356DEAF7-0AAA-F29D-9E9A-0B8BFB35A2B1}"/>
                  </a:ext>
                </a:extLst>
              </p:cNvPr>
              <p:cNvSpPr/>
              <p:nvPr/>
            </p:nvSpPr>
            <p:spPr>
              <a:xfrm>
                <a:off x="4438267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83" name="pg3382">
                <a:extLst>
                  <a:ext uri="{FF2B5EF4-FFF2-40B4-BE49-F238E27FC236}">
                    <a16:creationId xmlns:a16="http://schemas.microsoft.com/office/drawing/2014/main" id="{7C20A208-492E-5C2A-3825-E4C3B1F84F08}"/>
                  </a:ext>
                </a:extLst>
              </p:cNvPr>
              <p:cNvSpPr/>
              <p:nvPr/>
            </p:nvSpPr>
            <p:spPr>
              <a:xfrm>
                <a:off x="4449904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84" name="pg3383">
                <a:extLst>
                  <a:ext uri="{FF2B5EF4-FFF2-40B4-BE49-F238E27FC236}">
                    <a16:creationId xmlns:a16="http://schemas.microsoft.com/office/drawing/2014/main" id="{9D96E125-CA04-2A23-541E-130517B808D9}"/>
                  </a:ext>
                </a:extLst>
              </p:cNvPr>
              <p:cNvSpPr/>
              <p:nvPr/>
            </p:nvSpPr>
            <p:spPr>
              <a:xfrm>
                <a:off x="4461542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85" name="pg3384">
                <a:extLst>
                  <a:ext uri="{FF2B5EF4-FFF2-40B4-BE49-F238E27FC236}">
                    <a16:creationId xmlns:a16="http://schemas.microsoft.com/office/drawing/2014/main" id="{8E349D0D-1CC0-E85E-7EAD-B6545E75D487}"/>
                  </a:ext>
                </a:extLst>
              </p:cNvPr>
              <p:cNvSpPr/>
              <p:nvPr/>
            </p:nvSpPr>
            <p:spPr>
              <a:xfrm>
                <a:off x="4473179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86" name="pg3385">
                <a:extLst>
                  <a:ext uri="{FF2B5EF4-FFF2-40B4-BE49-F238E27FC236}">
                    <a16:creationId xmlns:a16="http://schemas.microsoft.com/office/drawing/2014/main" id="{DDE3AC4F-4B87-BA45-186B-B932EE5B752C}"/>
                  </a:ext>
                </a:extLst>
              </p:cNvPr>
              <p:cNvSpPr/>
              <p:nvPr/>
            </p:nvSpPr>
            <p:spPr>
              <a:xfrm>
                <a:off x="4484816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87" name="pg3386">
                <a:extLst>
                  <a:ext uri="{FF2B5EF4-FFF2-40B4-BE49-F238E27FC236}">
                    <a16:creationId xmlns:a16="http://schemas.microsoft.com/office/drawing/2014/main" id="{CF7B4541-72FE-5529-50D7-2C39D4A48B12}"/>
                  </a:ext>
                </a:extLst>
              </p:cNvPr>
              <p:cNvSpPr/>
              <p:nvPr/>
            </p:nvSpPr>
            <p:spPr>
              <a:xfrm>
                <a:off x="4647739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88" name="pg3387">
                <a:extLst>
                  <a:ext uri="{FF2B5EF4-FFF2-40B4-BE49-F238E27FC236}">
                    <a16:creationId xmlns:a16="http://schemas.microsoft.com/office/drawing/2014/main" id="{9E050B9E-CFF0-F778-3879-254BFCD15208}"/>
                  </a:ext>
                </a:extLst>
              </p:cNvPr>
              <p:cNvSpPr/>
              <p:nvPr/>
            </p:nvSpPr>
            <p:spPr>
              <a:xfrm>
                <a:off x="4659376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89" name="pg3388">
                <a:extLst>
                  <a:ext uri="{FF2B5EF4-FFF2-40B4-BE49-F238E27FC236}">
                    <a16:creationId xmlns:a16="http://schemas.microsoft.com/office/drawing/2014/main" id="{5458D15D-36D9-F2CB-DB80-94C53C9A4FAE}"/>
                  </a:ext>
                </a:extLst>
              </p:cNvPr>
              <p:cNvSpPr/>
              <p:nvPr/>
            </p:nvSpPr>
            <p:spPr>
              <a:xfrm>
                <a:off x="4671013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90" name="pg3389">
                <a:extLst>
                  <a:ext uri="{FF2B5EF4-FFF2-40B4-BE49-F238E27FC236}">
                    <a16:creationId xmlns:a16="http://schemas.microsoft.com/office/drawing/2014/main" id="{9B01636C-5064-A010-370F-CD3CFBBF2D78}"/>
                  </a:ext>
                </a:extLst>
              </p:cNvPr>
              <p:cNvSpPr/>
              <p:nvPr/>
            </p:nvSpPr>
            <p:spPr>
              <a:xfrm>
                <a:off x="4682651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91" name="pg3390">
                <a:extLst>
                  <a:ext uri="{FF2B5EF4-FFF2-40B4-BE49-F238E27FC236}">
                    <a16:creationId xmlns:a16="http://schemas.microsoft.com/office/drawing/2014/main" id="{6BA0EF94-8EE2-F2FB-8EFE-4A66FE090941}"/>
                  </a:ext>
                </a:extLst>
              </p:cNvPr>
              <p:cNvSpPr/>
              <p:nvPr/>
            </p:nvSpPr>
            <p:spPr>
              <a:xfrm>
                <a:off x="4694288" y="50388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92" name="pg3391">
                <a:extLst>
                  <a:ext uri="{FF2B5EF4-FFF2-40B4-BE49-F238E27FC236}">
                    <a16:creationId xmlns:a16="http://schemas.microsoft.com/office/drawing/2014/main" id="{811EAFA8-7AA3-93FF-F53C-DFAF82C6C91E}"/>
                  </a:ext>
                </a:extLst>
              </p:cNvPr>
              <p:cNvSpPr/>
              <p:nvPr/>
            </p:nvSpPr>
            <p:spPr>
              <a:xfrm>
                <a:off x="2832315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93" name="pg3392">
                <a:extLst>
                  <a:ext uri="{FF2B5EF4-FFF2-40B4-BE49-F238E27FC236}">
                    <a16:creationId xmlns:a16="http://schemas.microsoft.com/office/drawing/2014/main" id="{D6890211-991F-EAD4-FF14-07957B3DB48E}"/>
                  </a:ext>
                </a:extLst>
              </p:cNvPr>
              <p:cNvSpPr/>
              <p:nvPr/>
            </p:nvSpPr>
            <p:spPr>
              <a:xfrm>
                <a:off x="2843953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94" name="pg3393">
                <a:extLst>
                  <a:ext uri="{FF2B5EF4-FFF2-40B4-BE49-F238E27FC236}">
                    <a16:creationId xmlns:a16="http://schemas.microsoft.com/office/drawing/2014/main" id="{86C7149F-3C66-0D66-40B3-F0D298D4D510}"/>
                  </a:ext>
                </a:extLst>
              </p:cNvPr>
              <p:cNvSpPr/>
              <p:nvPr/>
            </p:nvSpPr>
            <p:spPr>
              <a:xfrm>
                <a:off x="2867227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95" name="pg3394">
                <a:extLst>
                  <a:ext uri="{FF2B5EF4-FFF2-40B4-BE49-F238E27FC236}">
                    <a16:creationId xmlns:a16="http://schemas.microsoft.com/office/drawing/2014/main" id="{F994BB88-2F06-3F43-7CB3-F7E33BCF0E31}"/>
                  </a:ext>
                </a:extLst>
              </p:cNvPr>
              <p:cNvSpPr/>
              <p:nvPr/>
            </p:nvSpPr>
            <p:spPr>
              <a:xfrm>
                <a:off x="2878865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96" name="pg3395">
                <a:extLst>
                  <a:ext uri="{FF2B5EF4-FFF2-40B4-BE49-F238E27FC236}">
                    <a16:creationId xmlns:a16="http://schemas.microsoft.com/office/drawing/2014/main" id="{935330F7-5FCE-BFC3-4C9B-94346213317A}"/>
                  </a:ext>
                </a:extLst>
              </p:cNvPr>
              <p:cNvSpPr/>
              <p:nvPr/>
            </p:nvSpPr>
            <p:spPr>
              <a:xfrm>
                <a:off x="2890502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97" name="pg3396">
                <a:extLst>
                  <a:ext uri="{FF2B5EF4-FFF2-40B4-BE49-F238E27FC236}">
                    <a16:creationId xmlns:a16="http://schemas.microsoft.com/office/drawing/2014/main" id="{EF05D1FD-F3EA-5073-212D-7F39CED172B8}"/>
                  </a:ext>
                </a:extLst>
              </p:cNvPr>
              <p:cNvSpPr/>
              <p:nvPr/>
            </p:nvSpPr>
            <p:spPr>
              <a:xfrm>
                <a:off x="2902139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98" name="pg3397">
                <a:extLst>
                  <a:ext uri="{FF2B5EF4-FFF2-40B4-BE49-F238E27FC236}">
                    <a16:creationId xmlns:a16="http://schemas.microsoft.com/office/drawing/2014/main" id="{88EF2869-05DE-6E78-8B76-59CE6E245F17}"/>
                  </a:ext>
                </a:extLst>
              </p:cNvPr>
              <p:cNvSpPr/>
              <p:nvPr/>
            </p:nvSpPr>
            <p:spPr>
              <a:xfrm>
                <a:off x="2913777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799" name="pg3398">
                <a:extLst>
                  <a:ext uri="{FF2B5EF4-FFF2-40B4-BE49-F238E27FC236}">
                    <a16:creationId xmlns:a16="http://schemas.microsoft.com/office/drawing/2014/main" id="{A67DF976-7423-16A1-7099-49EA2D02AC15}"/>
                  </a:ext>
                </a:extLst>
              </p:cNvPr>
              <p:cNvSpPr/>
              <p:nvPr/>
            </p:nvSpPr>
            <p:spPr>
              <a:xfrm>
                <a:off x="4403355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00" name="pg3399">
                <a:extLst>
                  <a:ext uri="{FF2B5EF4-FFF2-40B4-BE49-F238E27FC236}">
                    <a16:creationId xmlns:a16="http://schemas.microsoft.com/office/drawing/2014/main" id="{07DD3688-E222-85B0-1C77-04E252B013B2}"/>
                  </a:ext>
                </a:extLst>
              </p:cNvPr>
              <p:cNvSpPr/>
              <p:nvPr/>
            </p:nvSpPr>
            <p:spPr>
              <a:xfrm>
                <a:off x="4414992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01" name="pg3400">
                <a:extLst>
                  <a:ext uri="{FF2B5EF4-FFF2-40B4-BE49-F238E27FC236}">
                    <a16:creationId xmlns:a16="http://schemas.microsoft.com/office/drawing/2014/main" id="{177810B8-4175-6D2E-4785-370B289F71B4}"/>
                  </a:ext>
                </a:extLst>
              </p:cNvPr>
              <p:cNvSpPr/>
              <p:nvPr/>
            </p:nvSpPr>
            <p:spPr>
              <a:xfrm>
                <a:off x="4426630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02" name="pg3401">
                <a:extLst>
                  <a:ext uri="{FF2B5EF4-FFF2-40B4-BE49-F238E27FC236}">
                    <a16:creationId xmlns:a16="http://schemas.microsoft.com/office/drawing/2014/main" id="{198AEB64-FE3B-4386-E390-2AAF3D485FFA}"/>
                  </a:ext>
                </a:extLst>
              </p:cNvPr>
              <p:cNvSpPr/>
              <p:nvPr/>
            </p:nvSpPr>
            <p:spPr>
              <a:xfrm>
                <a:off x="4438267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03" name="pg3402">
                <a:extLst>
                  <a:ext uri="{FF2B5EF4-FFF2-40B4-BE49-F238E27FC236}">
                    <a16:creationId xmlns:a16="http://schemas.microsoft.com/office/drawing/2014/main" id="{9560470A-D034-F4C2-10EC-6C87454040C2}"/>
                  </a:ext>
                </a:extLst>
              </p:cNvPr>
              <p:cNvSpPr/>
              <p:nvPr/>
            </p:nvSpPr>
            <p:spPr>
              <a:xfrm>
                <a:off x="4449904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04" name="pg3403">
                <a:extLst>
                  <a:ext uri="{FF2B5EF4-FFF2-40B4-BE49-F238E27FC236}">
                    <a16:creationId xmlns:a16="http://schemas.microsoft.com/office/drawing/2014/main" id="{B3F66630-EC57-40DD-DF97-1876A75C1BE4}"/>
                  </a:ext>
                </a:extLst>
              </p:cNvPr>
              <p:cNvSpPr/>
              <p:nvPr/>
            </p:nvSpPr>
            <p:spPr>
              <a:xfrm>
                <a:off x="4461542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05" name="pg3404">
                <a:extLst>
                  <a:ext uri="{FF2B5EF4-FFF2-40B4-BE49-F238E27FC236}">
                    <a16:creationId xmlns:a16="http://schemas.microsoft.com/office/drawing/2014/main" id="{6C150A4A-7722-317C-1F21-CE06E04A2BB9}"/>
                  </a:ext>
                </a:extLst>
              </p:cNvPr>
              <p:cNvSpPr/>
              <p:nvPr/>
            </p:nvSpPr>
            <p:spPr>
              <a:xfrm>
                <a:off x="4473179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06" name="pg3405">
                <a:extLst>
                  <a:ext uri="{FF2B5EF4-FFF2-40B4-BE49-F238E27FC236}">
                    <a16:creationId xmlns:a16="http://schemas.microsoft.com/office/drawing/2014/main" id="{00D55043-CC83-6247-3311-E7954EC1574B}"/>
                  </a:ext>
                </a:extLst>
              </p:cNvPr>
              <p:cNvSpPr/>
              <p:nvPr/>
            </p:nvSpPr>
            <p:spPr>
              <a:xfrm>
                <a:off x="4484816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07" name="pg3406">
                <a:extLst>
                  <a:ext uri="{FF2B5EF4-FFF2-40B4-BE49-F238E27FC236}">
                    <a16:creationId xmlns:a16="http://schemas.microsoft.com/office/drawing/2014/main" id="{C1EF6232-2EBE-009D-161E-45F95AF2D790}"/>
                  </a:ext>
                </a:extLst>
              </p:cNvPr>
              <p:cNvSpPr/>
              <p:nvPr/>
            </p:nvSpPr>
            <p:spPr>
              <a:xfrm>
                <a:off x="4647739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08" name="pg3407">
                <a:extLst>
                  <a:ext uri="{FF2B5EF4-FFF2-40B4-BE49-F238E27FC236}">
                    <a16:creationId xmlns:a16="http://schemas.microsoft.com/office/drawing/2014/main" id="{99CB8CEA-37C6-BFAC-9D8F-20B903650C71}"/>
                  </a:ext>
                </a:extLst>
              </p:cNvPr>
              <p:cNvSpPr/>
              <p:nvPr/>
            </p:nvSpPr>
            <p:spPr>
              <a:xfrm>
                <a:off x="4659376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09" name="pg3408">
                <a:extLst>
                  <a:ext uri="{FF2B5EF4-FFF2-40B4-BE49-F238E27FC236}">
                    <a16:creationId xmlns:a16="http://schemas.microsoft.com/office/drawing/2014/main" id="{0EACB4A8-E1D4-1425-00F5-616C57757864}"/>
                  </a:ext>
                </a:extLst>
              </p:cNvPr>
              <p:cNvSpPr/>
              <p:nvPr/>
            </p:nvSpPr>
            <p:spPr>
              <a:xfrm>
                <a:off x="4671013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10" name="pg3409">
                <a:extLst>
                  <a:ext uri="{FF2B5EF4-FFF2-40B4-BE49-F238E27FC236}">
                    <a16:creationId xmlns:a16="http://schemas.microsoft.com/office/drawing/2014/main" id="{84105529-FE3B-BEEA-ABF8-05E41CC7CA98}"/>
                  </a:ext>
                </a:extLst>
              </p:cNvPr>
              <p:cNvSpPr/>
              <p:nvPr/>
            </p:nvSpPr>
            <p:spPr>
              <a:xfrm>
                <a:off x="4682651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11" name="pg3410">
                <a:extLst>
                  <a:ext uri="{FF2B5EF4-FFF2-40B4-BE49-F238E27FC236}">
                    <a16:creationId xmlns:a16="http://schemas.microsoft.com/office/drawing/2014/main" id="{2288E384-3508-0A02-3AC8-E68EACDD7880}"/>
                  </a:ext>
                </a:extLst>
              </p:cNvPr>
              <p:cNvSpPr/>
              <p:nvPr/>
            </p:nvSpPr>
            <p:spPr>
              <a:xfrm>
                <a:off x="4694288" y="505310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1A8">
                  <a:alpha val="100000"/>
                </a:srgbClr>
              </a:solidFill>
              <a:ln w="5420" cap="flat">
                <a:solidFill>
                  <a:srgbClr val="3691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12" name="pg3411">
                <a:extLst>
                  <a:ext uri="{FF2B5EF4-FFF2-40B4-BE49-F238E27FC236}">
                    <a16:creationId xmlns:a16="http://schemas.microsoft.com/office/drawing/2014/main" id="{393A5C3A-7899-B4A6-1545-D85BE5B28944}"/>
                  </a:ext>
                </a:extLst>
              </p:cNvPr>
              <p:cNvSpPr/>
              <p:nvPr/>
            </p:nvSpPr>
            <p:spPr>
              <a:xfrm>
                <a:off x="2820678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3AA">
                  <a:alpha val="100000"/>
                </a:srgbClr>
              </a:solidFill>
              <a:ln w="5420" cap="flat">
                <a:solidFill>
                  <a:srgbClr val="40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13" name="pg3412">
                <a:extLst>
                  <a:ext uri="{FF2B5EF4-FFF2-40B4-BE49-F238E27FC236}">
                    <a16:creationId xmlns:a16="http://schemas.microsoft.com/office/drawing/2014/main" id="{D33400A7-4907-3B04-FDB9-E95A4F999DEB}"/>
                  </a:ext>
                </a:extLst>
              </p:cNvPr>
              <p:cNvSpPr/>
              <p:nvPr/>
            </p:nvSpPr>
            <p:spPr>
              <a:xfrm>
                <a:off x="2832315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14" name="pg3413">
                <a:extLst>
                  <a:ext uri="{FF2B5EF4-FFF2-40B4-BE49-F238E27FC236}">
                    <a16:creationId xmlns:a16="http://schemas.microsoft.com/office/drawing/2014/main" id="{446E7670-B415-411C-19AF-808D51161D41}"/>
                  </a:ext>
                </a:extLst>
              </p:cNvPr>
              <p:cNvSpPr/>
              <p:nvPr/>
            </p:nvSpPr>
            <p:spPr>
              <a:xfrm>
                <a:off x="2843953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1AA">
                  <a:alpha val="100000"/>
                </a:srgbClr>
              </a:solidFill>
              <a:ln w="5420" cap="flat">
                <a:solidFill>
                  <a:srgbClr val="3F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15" name="pg3414">
                <a:extLst>
                  <a:ext uri="{FF2B5EF4-FFF2-40B4-BE49-F238E27FC236}">
                    <a16:creationId xmlns:a16="http://schemas.microsoft.com/office/drawing/2014/main" id="{07070DEC-490C-2745-5AC2-2C510294F013}"/>
                  </a:ext>
                </a:extLst>
              </p:cNvPr>
              <p:cNvSpPr/>
              <p:nvPr/>
            </p:nvSpPr>
            <p:spPr>
              <a:xfrm>
                <a:off x="2855590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16" name="pg3415">
                <a:extLst>
                  <a:ext uri="{FF2B5EF4-FFF2-40B4-BE49-F238E27FC236}">
                    <a16:creationId xmlns:a16="http://schemas.microsoft.com/office/drawing/2014/main" id="{417A4510-8F90-FC68-EEDB-6A2FE08CF0FD}"/>
                  </a:ext>
                </a:extLst>
              </p:cNvPr>
              <p:cNvSpPr/>
              <p:nvPr/>
            </p:nvSpPr>
            <p:spPr>
              <a:xfrm>
                <a:off x="2867227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9FAA">
                  <a:alpha val="100000"/>
                </a:srgbClr>
              </a:solidFill>
              <a:ln w="5420" cap="flat">
                <a:solidFill>
                  <a:srgbClr val="3D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17" name="pg3416">
                <a:extLst>
                  <a:ext uri="{FF2B5EF4-FFF2-40B4-BE49-F238E27FC236}">
                    <a16:creationId xmlns:a16="http://schemas.microsoft.com/office/drawing/2014/main" id="{9BAF8FD3-3563-7B75-9383-DE10E69114F1}"/>
                  </a:ext>
                </a:extLst>
              </p:cNvPr>
              <p:cNvSpPr/>
              <p:nvPr/>
            </p:nvSpPr>
            <p:spPr>
              <a:xfrm>
                <a:off x="2878865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18" name="pg3417">
                <a:extLst>
                  <a:ext uri="{FF2B5EF4-FFF2-40B4-BE49-F238E27FC236}">
                    <a16:creationId xmlns:a16="http://schemas.microsoft.com/office/drawing/2014/main" id="{0BEE5089-A89F-FB4E-AC3B-56D9B9C75AB9}"/>
                  </a:ext>
                </a:extLst>
              </p:cNvPr>
              <p:cNvSpPr/>
              <p:nvPr/>
            </p:nvSpPr>
            <p:spPr>
              <a:xfrm>
                <a:off x="2890502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19" name="pg3418">
                <a:extLst>
                  <a:ext uri="{FF2B5EF4-FFF2-40B4-BE49-F238E27FC236}">
                    <a16:creationId xmlns:a16="http://schemas.microsoft.com/office/drawing/2014/main" id="{B7660338-5A42-29C5-6A66-2AC590F7DE86}"/>
                  </a:ext>
                </a:extLst>
              </p:cNvPr>
              <p:cNvSpPr/>
              <p:nvPr/>
            </p:nvSpPr>
            <p:spPr>
              <a:xfrm>
                <a:off x="2902139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B9EAA">
                  <a:alpha val="100000"/>
                </a:srgbClr>
              </a:solidFill>
              <a:ln w="5420" cap="flat">
                <a:solidFill>
                  <a:srgbClr val="3B9E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20" name="pg3419">
                <a:extLst>
                  <a:ext uri="{FF2B5EF4-FFF2-40B4-BE49-F238E27FC236}">
                    <a16:creationId xmlns:a16="http://schemas.microsoft.com/office/drawing/2014/main" id="{EC1E6BCB-BE83-7E1F-34A1-28FB31A452B9}"/>
                  </a:ext>
                </a:extLst>
              </p:cNvPr>
              <p:cNvSpPr/>
              <p:nvPr/>
            </p:nvSpPr>
            <p:spPr>
              <a:xfrm>
                <a:off x="2913777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C9FAA">
                  <a:alpha val="100000"/>
                </a:srgbClr>
              </a:solidFill>
              <a:ln w="5420" cap="flat">
                <a:solidFill>
                  <a:srgbClr val="3C9F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21" name="pg3420">
                <a:extLst>
                  <a:ext uri="{FF2B5EF4-FFF2-40B4-BE49-F238E27FC236}">
                    <a16:creationId xmlns:a16="http://schemas.microsoft.com/office/drawing/2014/main" id="{389450F9-26A9-2533-4DF5-B1F7441952DA}"/>
                  </a:ext>
                </a:extLst>
              </p:cNvPr>
              <p:cNvSpPr/>
              <p:nvPr/>
            </p:nvSpPr>
            <p:spPr>
              <a:xfrm>
                <a:off x="4414992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22" name="pg3421">
                <a:extLst>
                  <a:ext uri="{FF2B5EF4-FFF2-40B4-BE49-F238E27FC236}">
                    <a16:creationId xmlns:a16="http://schemas.microsoft.com/office/drawing/2014/main" id="{0AC68B4B-F098-6D94-F903-149908F9A07D}"/>
                  </a:ext>
                </a:extLst>
              </p:cNvPr>
              <p:cNvSpPr/>
              <p:nvPr/>
            </p:nvSpPr>
            <p:spPr>
              <a:xfrm>
                <a:off x="4426630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23" name="pg3422">
                <a:extLst>
                  <a:ext uri="{FF2B5EF4-FFF2-40B4-BE49-F238E27FC236}">
                    <a16:creationId xmlns:a16="http://schemas.microsoft.com/office/drawing/2014/main" id="{66EA1170-F3B4-DA0B-6834-308A7F584852}"/>
                  </a:ext>
                </a:extLst>
              </p:cNvPr>
              <p:cNvSpPr/>
              <p:nvPr/>
            </p:nvSpPr>
            <p:spPr>
              <a:xfrm>
                <a:off x="4438267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24" name="pg3423">
                <a:extLst>
                  <a:ext uri="{FF2B5EF4-FFF2-40B4-BE49-F238E27FC236}">
                    <a16:creationId xmlns:a16="http://schemas.microsoft.com/office/drawing/2014/main" id="{341078FC-68EE-5B13-1D59-83AA4A379BD9}"/>
                  </a:ext>
                </a:extLst>
              </p:cNvPr>
              <p:cNvSpPr/>
              <p:nvPr/>
            </p:nvSpPr>
            <p:spPr>
              <a:xfrm>
                <a:off x="4449904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25" name="pg3424">
                <a:extLst>
                  <a:ext uri="{FF2B5EF4-FFF2-40B4-BE49-F238E27FC236}">
                    <a16:creationId xmlns:a16="http://schemas.microsoft.com/office/drawing/2014/main" id="{47082EF6-139E-AEDA-8E60-1AD5E736F3BC}"/>
                  </a:ext>
                </a:extLst>
              </p:cNvPr>
              <p:cNvSpPr/>
              <p:nvPr/>
            </p:nvSpPr>
            <p:spPr>
              <a:xfrm>
                <a:off x="4461542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26" name="pg3425">
                <a:extLst>
                  <a:ext uri="{FF2B5EF4-FFF2-40B4-BE49-F238E27FC236}">
                    <a16:creationId xmlns:a16="http://schemas.microsoft.com/office/drawing/2014/main" id="{E9A2740C-9D94-B1FE-846D-8F2B9DA3D300}"/>
                  </a:ext>
                </a:extLst>
              </p:cNvPr>
              <p:cNvSpPr/>
              <p:nvPr/>
            </p:nvSpPr>
            <p:spPr>
              <a:xfrm>
                <a:off x="4473179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27" name="pg3426">
                <a:extLst>
                  <a:ext uri="{FF2B5EF4-FFF2-40B4-BE49-F238E27FC236}">
                    <a16:creationId xmlns:a16="http://schemas.microsoft.com/office/drawing/2014/main" id="{27789EAC-C7F0-11ED-ACF9-A40C7E10A08D}"/>
                  </a:ext>
                </a:extLst>
              </p:cNvPr>
              <p:cNvSpPr/>
              <p:nvPr/>
            </p:nvSpPr>
            <p:spPr>
              <a:xfrm>
                <a:off x="4659376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28" name="pg3427">
                <a:extLst>
                  <a:ext uri="{FF2B5EF4-FFF2-40B4-BE49-F238E27FC236}">
                    <a16:creationId xmlns:a16="http://schemas.microsoft.com/office/drawing/2014/main" id="{0AA7B089-9FC9-4D3C-FFE2-1CDC97619D2F}"/>
                  </a:ext>
                </a:extLst>
              </p:cNvPr>
              <p:cNvSpPr/>
              <p:nvPr/>
            </p:nvSpPr>
            <p:spPr>
              <a:xfrm>
                <a:off x="4671013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29" name="pg3428">
                <a:extLst>
                  <a:ext uri="{FF2B5EF4-FFF2-40B4-BE49-F238E27FC236}">
                    <a16:creationId xmlns:a16="http://schemas.microsoft.com/office/drawing/2014/main" id="{E1288FF6-D8D3-12A5-C45B-EAA49AFDF1CD}"/>
                  </a:ext>
                </a:extLst>
              </p:cNvPr>
              <p:cNvSpPr/>
              <p:nvPr/>
            </p:nvSpPr>
            <p:spPr>
              <a:xfrm>
                <a:off x="4682651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30" name="pg3429">
                <a:extLst>
                  <a:ext uri="{FF2B5EF4-FFF2-40B4-BE49-F238E27FC236}">
                    <a16:creationId xmlns:a16="http://schemas.microsoft.com/office/drawing/2014/main" id="{FB8489C6-A089-189A-22D2-4DF55EC0ADFE}"/>
                  </a:ext>
                </a:extLst>
              </p:cNvPr>
              <p:cNvSpPr/>
              <p:nvPr/>
            </p:nvSpPr>
            <p:spPr>
              <a:xfrm>
                <a:off x="4694288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31" name="pg3430">
                <a:extLst>
                  <a:ext uri="{FF2B5EF4-FFF2-40B4-BE49-F238E27FC236}">
                    <a16:creationId xmlns:a16="http://schemas.microsoft.com/office/drawing/2014/main" id="{21EA8758-A6E3-708C-F711-8B0772F8F738}"/>
                  </a:ext>
                </a:extLst>
              </p:cNvPr>
              <p:cNvSpPr/>
              <p:nvPr/>
            </p:nvSpPr>
            <p:spPr>
              <a:xfrm>
                <a:off x="4705925" y="506741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32" name="pg3431">
                <a:extLst>
                  <a:ext uri="{FF2B5EF4-FFF2-40B4-BE49-F238E27FC236}">
                    <a16:creationId xmlns:a16="http://schemas.microsoft.com/office/drawing/2014/main" id="{D9C2E298-4CAE-631B-2372-67A5A3595BA0}"/>
                  </a:ext>
                </a:extLst>
              </p:cNvPr>
              <p:cNvSpPr/>
              <p:nvPr/>
            </p:nvSpPr>
            <p:spPr>
              <a:xfrm>
                <a:off x="2820678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33" name="pg3432">
                <a:extLst>
                  <a:ext uri="{FF2B5EF4-FFF2-40B4-BE49-F238E27FC236}">
                    <a16:creationId xmlns:a16="http://schemas.microsoft.com/office/drawing/2014/main" id="{8C03D713-4899-878B-9C68-C60104317655}"/>
                  </a:ext>
                </a:extLst>
              </p:cNvPr>
              <p:cNvSpPr/>
              <p:nvPr/>
            </p:nvSpPr>
            <p:spPr>
              <a:xfrm>
                <a:off x="2832315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3AA">
                  <a:alpha val="100000"/>
                </a:srgbClr>
              </a:solidFill>
              <a:ln w="5420" cap="flat">
                <a:solidFill>
                  <a:srgbClr val="41A3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34" name="pg3433">
                <a:extLst>
                  <a:ext uri="{FF2B5EF4-FFF2-40B4-BE49-F238E27FC236}">
                    <a16:creationId xmlns:a16="http://schemas.microsoft.com/office/drawing/2014/main" id="{E24A0588-6E69-1BE8-03F6-A2F21D70C261}"/>
                  </a:ext>
                </a:extLst>
              </p:cNvPr>
              <p:cNvSpPr/>
              <p:nvPr/>
            </p:nvSpPr>
            <p:spPr>
              <a:xfrm>
                <a:off x="2843953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0A2AA">
                  <a:alpha val="100000"/>
                </a:srgbClr>
              </a:solidFill>
              <a:ln w="5420" cap="flat">
                <a:solidFill>
                  <a:srgbClr val="40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35" name="pg3434">
                <a:extLst>
                  <a:ext uri="{FF2B5EF4-FFF2-40B4-BE49-F238E27FC236}">
                    <a16:creationId xmlns:a16="http://schemas.microsoft.com/office/drawing/2014/main" id="{A4A25E45-21D5-4675-EB97-17B20A589A63}"/>
                  </a:ext>
                </a:extLst>
              </p:cNvPr>
              <p:cNvSpPr/>
              <p:nvPr/>
            </p:nvSpPr>
            <p:spPr>
              <a:xfrm>
                <a:off x="2855590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FA2AA">
                  <a:alpha val="100000"/>
                </a:srgbClr>
              </a:solidFill>
              <a:ln w="5420" cap="flat">
                <a:solidFill>
                  <a:srgbClr val="3FA2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36" name="pg3435">
                <a:extLst>
                  <a:ext uri="{FF2B5EF4-FFF2-40B4-BE49-F238E27FC236}">
                    <a16:creationId xmlns:a16="http://schemas.microsoft.com/office/drawing/2014/main" id="{88B69128-64D9-4976-B4BC-93D26F9A0ABA}"/>
                  </a:ext>
                </a:extLst>
              </p:cNvPr>
              <p:cNvSpPr/>
              <p:nvPr/>
            </p:nvSpPr>
            <p:spPr>
              <a:xfrm>
                <a:off x="2867227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1AA">
                  <a:alpha val="100000"/>
                </a:srgbClr>
              </a:solidFill>
              <a:ln w="5420" cap="flat">
                <a:solidFill>
                  <a:srgbClr val="3EA1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37" name="pg3436">
                <a:extLst>
                  <a:ext uri="{FF2B5EF4-FFF2-40B4-BE49-F238E27FC236}">
                    <a16:creationId xmlns:a16="http://schemas.microsoft.com/office/drawing/2014/main" id="{74ADD107-C207-D555-A1EB-C107F1B71C23}"/>
                  </a:ext>
                </a:extLst>
              </p:cNvPr>
              <p:cNvSpPr/>
              <p:nvPr/>
            </p:nvSpPr>
            <p:spPr>
              <a:xfrm>
                <a:off x="2878865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38" name="pg3437">
                <a:extLst>
                  <a:ext uri="{FF2B5EF4-FFF2-40B4-BE49-F238E27FC236}">
                    <a16:creationId xmlns:a16="http://schemas.microsoft.com/office/drawing/2014/main" id="{19F3CC97-B1C1-9F7B-B42D-069C2F763686}"/>
                  </a:ext>
                </a:extLst>
              </p:cNvPr>
              <p:cNvSpPr/>
              <p:nvPr/>
            </p:nvSpPr>
            <p:spPr>
              <a:xfrm>
                <a:off x="2890502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DA0AA">
                  <a:alpha val="100000"/>
                </a:srgbClr>
              </a:solidFill>
              <a:ln w="5420" cap="flat">
                <a:solidFill>
                  <a:srgbClr val="3D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39" name="pg3438">
                <a:extLst>
                  <a:ext uri="{FF2B5EF4-FFF2-40B4-BE49-F238E27FC236}">
                    <a16:creationId xmlns:a16="http://schemas.microsoft.com/office/drawing/2014/main" id="{84319928-A63A-2EC3-5A60-3A6E7EF43693}"/>
                  </a:ext>
                </a:extLst>
              </p:cNvPr>
              <p:cNvSpPr/>
              <p:nvPr/>
            </p:nvSpPr>
            <p:spPr>
              <a:xfrm>
                <a:off x="2902139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EA0AA">
                  <a:alpha val="100000"/>
                </a:srgbClr>
              </a:solidFill>
              <a:ln w="5420" cap="flat">
                <a:solidFill>
                  <a:srgbClr val="3EA0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40" name="pg3439">
                <a:extLst>
                  <a:ext uri="{FF2B5EF4-FFF2-40B4-BE49-F238E27FC236}">
                    <a16:creationId xmlns:a16="http://schemas.microsoft.com/office/drawing/2014/main" id="{143CB2E2-4B1C-71BA-4F0C-FCD14285CE7F}"/>
                  </a:ext>
                </a:extLst>
              </p:cNvPr>
              <p:cNvSpPr/>
              <p:nvPr/>
            </p:nvSpPr>
            <p:spPr>
              <a:xfrm>
                <a:off x="4414992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41" name="pg3440">
                <a:extLst>
                  <a:ext uri="{FF2B5EF4-FFF2-40B4-BE49-F238E27FC236}">
                    <a16:creationId xmlns:a16="http://schemas.microsoft.com/office/drawing/2014/main" id="{BAFFC4E6-F66F-A3BB-C9A9-44B473B7C207}"/>
                  </a:ext>
                </a:extLst>
              </p:cNvPr>
              <p:cNvSpPr/>
              <p:nvPr/>
            </p:nvSpPr>
            <p:spPr>
              <a:xfrm>
                <a:off x="4426630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42" name="pg3441">
                <a:extLst>
                  <a:ext uri="{FF2B5EF4-FFF2-40B4-BE49-F238E27FC236}">
                    <a16:creationId xmlns:a16="http://schemas.microsoft.com/office/drawing/2014/main" id="{457836B9-8054-5FCA-64E1-122A6ADF0C60}"/>
                  </a:ext>
                </a:extLst>
              </p:cNvPr>
              <p:cNvSpPr/>
              <p:nvPr/>
            </p:nvSpPr>
            <p:spPr>
              <a:xfrm>
                <a:off x="4438267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43" name="pg3442">
                <a:extLst>
                  <a:ext uri="{FF2B5EF4-FFF2-40B4-BE49-F238E27FC236}">
                    <a16:creationId xmlns:a16="http://schemas.microsoft.com/office/drawing/2014/main" id="{BF473C21-3E90-36E8-E4FA-60972A583404}"/>
                  </a:ext>
                </a:extLst>
              </p:cNvPr>
              <p:cNvSpPr/>
              <p:nvPr/>
            </p:nvSpPr>
            <p:spPr>
              <a:xfrm>
                <a:off x="4449904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44" name="pg3443">
                <a:extLst>
                  <a:ext uri="{FF2B5EF4-FFF2-40B4-BE49-F238E27FC236}">
                    <a16:creationId xmlns:a16="http://schemas.microsoft.com/office/drawing/2014/main" id="{C8980C94-FC69-C97E-80D1-5F42FD6CC819}"/>
                  </a:ext>
                </a:extLst>
              </p:cNvPr>
              <p:cNvSpPr/>
              <p:nvPr/>
            </p:nvSpPr>
            <p:spPr>
              <a:xfrm>
                <a:off x="4461542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45" name="pg3444">
                <a:extLst>
                  <a:ext uri="{FF2B5EF4-FFF2-40B4-BE49-F238E27FC236}">
                    <a16:creationId xmlns:a16="http://schemas.microsoft.com/office/drawing/2014/main" id="{DC221956-7968-51FD-0867-DBACF240B278}"/>
                  </a:ext>
                </a:extLst>
              </p:cNvPr>
              <p:cNvSpPr/>
              <p:nvPr/>
            </p:nvSpPr>
            <p:spPr>
              <a:xfrm>
                <a:off x="4659376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46" name="pg3445">
                <a:extLst>
                  <a:ext uri="{FF2B5EF4-FFF2-40B4-BE49-F238E27FC236}">
                    <a16:creationId xmlns:a16="http://schemas.microsoft.com/office/drawing/2014/main" id="{9E35F963-3E78-F9DF-348B-8F488B3408AB}"/>
                  </a:ext>
                </a:extLst>
              </p:cNvPr>
              <p:cNvSpPr/>
              <p:nvPr/>
            </p:nvSpPr>
            <p:spPr>
              <a:xfrm>
                <a:off x="4671013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3A8">
                  <a:alpha val="100000"/>
                </a:srgbClr>
              </a:solidFill>
              <a:ln w="5420" cap="flat">
                <a:solidFill>
                  <a:srgbClr val="36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47" name="pg3446">
                <a:extLst>
                  <a:ext uri="{FF2B5EF4-FFF2-40B4-BE49-F238E27FC236}">
                    <a16:creationId xmlns:a16="http://schemas.microsoft.com/office/drawing/2014/main" id="{FAF5504F-04DE-D24F-D14F-B025924EDE5F}"/>
                  </a:ext>
                </a:extLst>
              </p:cNvPr>
              <p:cNvSpPr/>
              <p:nvPr/>
            </p:nvSpPr>
            <p:spPr>
              <a:xfrm>
                <a:off x="4682651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48" name="pg3447">
                <a:extLst>
                  <a:ext uri="{FF2B5EF4-FFF2-40B4-BE49-F238E27FC236}">
                    <a16:creationId xmlns:a16="http://schemas.microsoft.com/office/drawing/2014/main" id="{257276A8-9571-1750-6C17-13AC528D5AA7}"/>
                  </a:ext>
                </a:extLst>
              </p:cNvPr>
              <p:cNvSpPr/>
              <p:nvPr/>
            </p:nvSpPr>
            <p:spPr>
              <a:xfrm>
                <a:off x="4694288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49" name="pg3448">
                <a:extLst>
                  <a:ext uri="{FF2B5EF4-FFF2-40B4-BE49-F238E27FC236}">
                    <a16:creationId xmlns:a16="http://schemas.microsoft.com/office/drawing/2014/main" id="{17A7D974-BE20-D4F2-BC58-1418B4AF7522}"/>
                  </a:ext>
                </a:extLst>
              </p:cNvPr>
              <p:cNvSpPr/>
              <p:nvPr/>
            </p:nvSpPr>
            <p:spPr>
              <a:xfrm>
                <a:off x="4705925" y="50817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2A8">
                  <a:alpha val="100000"/>
                </a:srgbClr>
              </a:solidFill>
              <a:ln w="5420" cap="flat">
                <a:solidFill>
                  <a:srgbClr val="3692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50" name="pg3449">
                <a:extLst>
                  <a:ext uri="{FF2B5EF4-FFF2-40B4-BE49-F238E27FC236}">
                    <a16:creationId xmlns:a16="http://schemas.microsoft.com/office/drawing/2014/main" id="{CCC3BDB8-3D4D-9E89-1171-A8045E4B0E6F}"/>
                  </a:ext>
                </a:extLst>
              </p:cNvPr>
              <p:cNvSpPr/>
              <p:nvPr/>
            </p:nvSpPr>
            <p:spPr>
              <a:xfrm>
                <a:off x="2820678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51" name="pg3450">
                <a:extLst>
                  <a:ext uri="{FF2B5EF4-FFF2-40B4-BE49-F238E27FC236}">
                    <a16:creationId xmlns:a16="http://schemas.microsoft.com/office/drawing/2014/main" id="{16FED83E-DA8E-EFCB-4DCC-F88209658BAF}"/>
                  </a:ext>
                </a:extLst>
              </p:cNvPr>
              <p:cNvSpPr/>
              <p:nvPr/>
            </p:nvSpPr>
            <p:spPr>
              <a:xfrm>
                <a:off x="2832315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52" name="pg3451">
                <a:extLst>
                  <a:ext uri="{FF2B5EF4-FFF2-40B4-BE49-F238E27FC236}">
                    <a16:creationId xmlns:a16="http://schemas.microsoft.com/office/drawing/2014/main" id="{5A965262-3294-1F43-4216-BE72D5CAD040}"/>
                  </a:ext>
                </a:extLst>
              </p:cNvPr>
              <p:cNvSpPr/>
              <p:nvPr/>
            </p:nvSpPr>
            <p:spPr>
              <a:xfrm>
                <a:off x="2843953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53" name="pg3452">
                <a:extLst>
                  <a:ext uri="{FF2B5EF4-FFF2-40B4-BE49-F238E27FC236}">
                    <a16:creationId xmlns:a16="http://schemas.microsoft.com/office/drawing/2014/main" id="{2C672F85-1189-C46A-3AD8-A74076E855F4}"/>
                  </a:ext>
                </a:extLst>
              </p:cNvPr>
              <p:cNvSpPr/>
              <p:nvPr/>
            </p:nvSpPr>
            <p:spPr>
              <a:xfrm>
                <a:off x="2855590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5AA">
                  <a:alpha val="100000"/>
                </a:srgbClr>
              </a:solidFill>
              <a:ln w="5420" cap="flat">
                <a:solidFill>
                  <a:srgbClr val="42A5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54" name="pg3453">
                <a:extLst>
                  <a:ext uri="{FF2B5EF4-FFF2-40B4-BE49-F238E27FC236}">
                    <a16:creationId xmlns:a16="http://schemas.microsoft.com/office/drawing/2014/main" id="{F2224E52-DCB1-4089-E8B3-4A6219C2CDAA}"/>
                  </a:ext>
                </a:extLst>
              </p:cNvPr>
              <p:cNvSpPr/>
              <p:nvPr/>
            </p:nvSpPr>
            <p:spPr>
              <a:xfrm>
                <a:off x="2867227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55" name="pg3454">
                <a:extLst>
                  <a:ext uri="{FF2B5EF4-FFF2-40B4-BE49-F238E27FC236}">
                    <a16:creationId xmlns:a16="http://schemas.microsoft.com/office/drawing/2014/main" id="{2B4E43FA-BCFB-ADE4-CD98-F76DB1E4378D}"/>
                  </a:ext>
                </a:extLst>
              </p:cNvPr>
              <p:cNvSpPr/>
              <p:nvPr/>
            </p:nvSpPr>
            <p:spPr>
              <a:xfrm>
                <a:off x="2878865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56" name="pg3455">
                <a:extLst>
                  <a:ext uri="{FF2B5EF4-FFF2-40B4-BE49-F238E27FC236}">
                    <a16:creationId xmlns:a16="http://schemas.microsoft.com/office/drawing/2014/main" id="{1988289D-68D3-CD1F-5F86-794D26BEEBF2}"/>
                  </a:ext>
                </a:extLst>
              </p:cNvPr>
              <p:cNvSpPr/>
              <p:nvPr/>
            </p:nvSpPr>
            <p:spPr>
              <a:xfrm>
                <a:off x="2890502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57" name="pg3456">
                <a:extLst>
                  <a:ext uri="{FF2B5EF4-FFF2-40B4-BE49-F238E27FC236}">
                    <a16:creationId xmlns:a16="http://schemas.microsoft.com/office/drawing/2014/main" id="{3DF0F4C2-DA90-32AE-B257-30D6F04E7A61}"/>
                  </a:ext>
                </a:extLst>
              </p:cNvPr>
              <p:cNvSpPr/>
              <p:nvPr/>
            </p:nvSpPr>
            <p:spPr>
              <a:xfrm>
                <a:off x="2902139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1A4AA">
                  <a:alpha val="100000"/>
                </a:srgbClr>
              </a:solidFill>
              <a:ln w="5420" cap="flat">
                <a:solidFill>
                  <a:srgbClr val="41A4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58" name="pg3457">
                <a:extLst>
                  <a:ext uri="{FF2B5EF4-FFF2-40B4-BE49-F238E27FC236}">
                    <a16:creationId xmlns:a16="http://schemas.microsoft.com/office/drawing/2014/main" id="{D26527DB-D92D-9473-E500-0786216A3D75}"/>
                  </a:ext>
                </a:extLst>
              </p:cNvPr>
              <p:cNvSpPr/>
              <p:nvPr/>
            </p:nvSpPr>
            <p:spPr>
              <a:xfrm>
                <a:off x="4414992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59" name="pg3458">
                <a:extLst>
                  <a:ext uri="{FF2B5EF4-FFF2-40B4-BE49-F238E27FC236}">
                    <a16:creationId xmlns:a16="http://schemas.microsoft.com/office/drawing/2014/main" id="{F252617E-E19D-AA98-EAEB-87FEA3651EAE}"/>
                  </a:ext>
                </a:extLst>
              </p:cNvPr>
              <p:cNvSpPr/>
              <p:nvPr/>
            </p:nvSpPr>
            <p:spPr>
              <a:xfrm>
                <a:off x="4426630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60" name="pg3459">
                <a:extLst>
                  <a:ext uri="{FF2B5EF4-FFF2-40B4-BE49-F238E27FC236}">
                    <a16:creationId xmlns:a16="http://schemas.microsoft.com/office/drawing/2014/main" id="{E7744083-4D20-04A4-0126-33787557D058}"/>
                  </a:ext>
                </a:extLst>
              </p:cNvPr>
              <p:cNvSpPr/>
              <p:nvPr/>
            </p:nvSpPr>
            <p:spPr>
              <a:xfrm>
                <a:off x="4438267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61" name="pg3460">
                <a:extLst>
                  <a:ext uri="{FF2B5EF4-FFF2-40B4-BE49-F238E27FC236}">
                    <a16:creationId xmlns:a16="http://schemas.microsoft.com/office/drawing/2014/main" id="{62899FDA-E01B-AB2E-E202-9DA616FEAB76}"/>
                  </a:ext>
                </a:extLst>
              </p:cNvPr>
              <p:cNvSpPr/>
              <p:nvPr/>
            </p:nvSpPr>
            <p:spPr>
              <a:xfrm>
                <a:off x="4449904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62" name="pg3461">
                <a:extLst>
                  <a:ext uri="{FF2B5EF4-FFF2-40B4-BE49-F238E27FC236}">
                    <a16:creationId xmlns:a16="http://schemas.microsoft.com/office/drawing/2014/main" id="{08C7C0A7-4089-D642-ACD7-99C0D78C50BB}"/>
                  </a:ext>
                </a:extLst>
              </p:cNvPr>
              <p:cNvSpPr/>
              <p:nvPr/>
            </p:nvSpPr>
            <p:spPr>
              <a:xfrm>
                <a:off x="4461542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63" name="pg3462">
                <a:extLst>
                  <a:ext uri="{FF2B5EF4-FFF2-40B4-BE49-F238E27FC236}">
                    <a16:creationId xmlns:a16="http://schemas.microsoft.com/office/drawing/2014/main" id="{F6E83EB9-57B7-A9FD-7DBE-4B7EED8635ED}"/>
                  </a:ext>
                </a:extLst>
              </p:cNvPr>
              <p:cNvSpPr/>
              <p:nvPr/>
            </p:nvSpPr>
            <p:spPr>
              <a:xfrm>
                <a:off x="4473179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64" name="pg3463">
                <a:extLst>
                  <a:ext uri="{FF2B5EF4-FFF2-40B4-BE49-F238E27FC236}">
                    <a16:creationId xmlns:a16="http://schemas.microsoft.com/office/drawing/2014/main" id="{93035AB4-2527-B2A8-6CDF-75126C511971}"/>
                  </a:ext>
                </a:extLst>
              </p:cNvPr>
              <p:cNvSpPr/>
              <p:nvPr/>
            </p:nvSpPr>
            <p:spPr>
              <a:xfrm>
                <a:off x="4671013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65" name="pg3464">
                <a:extLst>
                  <a:ext uri="{FF2B5EF4-FFF2-40B4-BE49-F238E27FC236}">
                    <a16:creationId xmlns:a16="http://schemas.microsoft.com/office/drawing/2014/main" id="{CE4BA913-6DDA-42C3-166D-B5EE2B4CF36B}"/>
                  </a:ext>
                </a:extLst>
              </p:cNvPr>
              <p:cNvSpPr/>
              <p:nvPr/>
            </p:nvSpPr>
            <p:spPr>
              <a:xfrm>
                <a:off x="4682651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66" name="pg3465">
                <a:extLst>
                  <a:ext uri="{FF2B5EF4-FFF2-40B4-BE49-F238E27FC236}">
                    <a16:creationId xmlns:a16="http://schemas.microsoft.com/office/drawing/2014/main" id="{626B6F4D-8093-3DE2-79A7-F7CB145C8830}"/>
                  </a:ext>
                </a:extLst>
              </p:cNvPr>
              <p:cNvSpPr/>
              <p:nvPr/>
            </p:nvSpPr>
            <p:spPr>
              <a:xfrm>
                <a:off x="4694288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67" name="pg3466">
                <a:extLst>
                  <a:ext uri="{FF2B5EF4-FFF2-40B4-BE49-F238E27FC236}">
                    <a16:creationId xmlns:a16="http://schemas.microsoft.com/office/drawing/2014/main" id="{7E12482B-59F1-924F-D292-7BACD31A430D}"/>
                  </a:ext>
                </a:extLst>
              </p:cNvPr>
              <p:cNvSpPr/>
              <p:nvPr/>
            </p:nvSpPr>
            <p:spPr>
              <a:xfrm>
                <a:off x="4705925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68" name="pg3467">
                <a:extLst>
                  <a:ext uri="{FF2B5EF4-FFF2-40B4-BE49-F238E27FC236}">
                    <a16:creationId xmlns:a16="http://schemas.microsoft.com/office/drawing/2014/main" id="{F59BC39A-3123-DB1A-70E2-ECAB08089EC0}"/>
                  </a:ext>
                </a:extLst>
              </p:cNvPr>
              <p:cNvSpPr/>
              <p:nvPr/>
            </p:nvSpPr>
            <p:spPr>
              <a:xfrm>
                <a:off x="4717563" y="509601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69" name="pg3468">
                <a:extLst>
                  <a:ext uri="{FF2B5EF4-FFF2-40B4-BE49-F238E27FC236}">
                    <a16:creationId xmlns:a16="http://schemas.microsoft.com/office/drawing/2014/main" id="{CA5E5461-31AF-713E-F9BA-9A42C2AC30C5}"/>
                  </a:ext>
                </a:extLst>
              </p:cNvPr>
              <p:cNvSpPr/>
              <p:nvPr/>
            </p:nvSpPr>
            <p:spPr>
              <a:xfrm>
                <a:off x="2832315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70" name="pg3469">
                <a:extLst>
                  <a:ext uri="{FF2B5EF4-FFF2-40B4-BE49-F238E27FC236}">
                    <a16:creationId xmlns:a16="http://schemas.microsoft.com/office/drawing/2014/main" id="{56495FB6-428E-A52E-879D-052F3C3BC4E6}"/>
                  </a:ext>
                </a:extLst>
              </p:cNvPr>
              <p:cNvSpPr/>
              <p:nvPr/>
            </p:nvSpPr>
            <p:spPr>
              <a:xfrm>
                <a:off x="2843953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71" name="pg3470">
                <a:extLst>
                  <a:ext uri="{FF2B5EF4-FFF2-40B4-BE49-F238E27FC236}">
                    <a16:creationId xmlns:a16="http://schemas.microsoft.com/office/drawing/2014/main" id="{61FA2213-2BE2-1A9C-3B81-D7ADC4E47D41}"/>
                  </a:ext>
                </a:extLst>
              </p:cNvPr>
              <p:cNvSpPr/>
              <p:nvPr/>
            </p:nvSpPr>
            <p:spPr>
              <a:xfrm>
                <a:off x="2855590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72" name="pg3471">
                <a:extLst>
                  <a:ext uri="{FF2B5EF4-FFF2-40B4-BE49-F238E27FC236}">
                    <a16:creationId xmlns:a16="http://schemas.microsoft.com/office/drawing/2014/main" id="{AD849D1B-6558-1708-10CD-6ACC4D19FA0C}"/>
                  </a:ext>
                </a:extLst>
              </p:cNvPr>
              <p:cNvSpPr/>
              <p:nvPr/>
            </p:nvSpPr>
            <p:spPr>
              <a:xfrm>
                <a:off x="2867227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73" name="pg3472">
                <a:extLst>
                  <a:ext uri="{FF2B5EF4-FFF2-40B4-BE49-F238E27FC236}">
                    <a16:creationId xmlns:a16="http://schemas.microsoft.com/office/drawing/2014/main" id="{BDB0D1CD-3607-01E0-A838-20EA87E87762}"/>
                  </a:ext>
                </a:extLst>
              </p:cNvPr>
              <p:cNvSpPr/>
              <p:nvPr/>
            </p:nvSpPr>
            <p:spPr>
              <a:xfrm>
                <a:off x="2878865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2A6AA">
                  <a:alpha val="100000"/>
                </a:srgbClr>
              </a:solidFill>
              <a:ln w="5420" cap="flat">
                <a:solidFill>
                  <a:srgbClr val="42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74" name="pg3473">
                <a:extLst>
                  <a:ext uri="{FF2B5EF4-FFF2-40B4-BE49-F238E27FC236}">
                    <a16:creationId xmlns:a16="http://schemas.microsoft.com/office/drawing/2014/main" id="{4ABFFD53-81A6-53CA-C128-DEF0A9B8DB65}"/>
                  </a:ext>
                </a:extLst>
              </p:cNvPr>
              <p:cNvSpPr/>
              <p:nvPr/>
            </p:nvSpPr>
            <p:spPr>
              <a:xfrm>
                <a:off x="2890502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3A6AA">
                  <a:alpha val="100000"/>
                </a:srgbClr>
              </a:solidFill>
              <a:ln w="5420" cap="flat">
                <a:solidFill>
                  <a:srgbClr val="43A6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75" name="pg3474">
                <a:extLst>
                  <a:ext uri="{FF2B5EF4-FFF2-40B4-BE49-F238E27FC236}">
                    <a16:creationId xmlns:a16="http://schemas.microsoft.com/office/drawing/2014/main" id="{F53C285F-7AA3-F28B-DFD3-FC4B10871093}"/>
                  </a:ext>
                </a:extLst>
              </p:cNvPr>
              <p:cNvSpPr/>
              <p:nvPr/>
            </p:nvSpPr>
            <p:spPr>
              <a:xfrm>
                <a:off x="4426630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76" name="pg3475">
                <a:extLst>
                  <a:ext uri="{FF2B5EF4-FFF2-40B4-BE49-F238E27FC236}">
                    <a16:creationId xmlns:a16="http://schemas.microsoft.com/office/drawing/2014/main" id="{577060A0-E102-9A78-EB55-C8B77A470CBD}"/>
                  </a:ext>
                </a:extLst>
              </p:cNvPr>
              <p:cNvSpPr/>
              <p:nvPr/>
            </p:nvSpPr>
            <p:spPr>
              <a:xfrm>
                <a:off x="4438267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77" name="pg3476">
                <a:extLst>
                  <a:ext uri="{FF2B5EF4-FFF2-40B4-BE49-F238E27FC236}">
                    <a16:creationId xmlns:a16="http://schemas.microsoft.com/office/drawing/2014/main" id="{E92C6C6E-02C6-7B79-FF5C-763FE141B280}"/>
                  </a:ext>
                </a:extLst>
              </p:cNvPr>
              <p:cNvSpPr/>
              <p:nvPr/>
            </p:nvSpPr>
            <p:spPr>
              <a:xfrm>
                <a:off x="4449904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78" name="pg3477">
                <a:extLst>
                  <a:ext uri="{FF2B5EF4-FFF2-40B4-BE49-F238E27FC236}">
                    <a16:creationId xmlns:a16="http://schemas.microsoft.com/office/drawing/2014/main" id="{DA0DB945-7E4A-3F11-0536-0ADC937C3E76}"/>
                  </a:ext>
                </a:extLst>
              </p:cNvPr>
              <p:cNvSpPr/>
              <p:nvPr/>
            </p:nvSpPr>
            <p:spPr>
              <a:xfrm>
                <a:off x="4461542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79" name="pg3478">
                <a:extLst>
                  <a:ext uri="{FF2B5EF4-FFF2-40B4-BE49-F238E27FC236}">
                    <a16:creationId xmlns:a16="http://schemas.microsoft.com/office/drawing/2014/main" id="{4CD0F60B-4ECA-EC64-10F7-F9CC058E9132}"/>
                  </a:ext>
                </a:extLst>
              </p:cNvPr>
              <p:cNvSpPr/>
              <p:nvPr/>
            </p:nvSpPr>
            <p:spPr>
              <a:xfrm>
                <a:off x="4473179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80" name="pg3479">
                <a:extLst>
                  <a:ext uri="{FF2B5EF4-FFF2-40B4-BE49-F238E27FC236}">
                    <a16:creationId xmlns:a16="http://schemas.microsoft.com/office/drawing/2014/main" id="{45431F2A-274F-D634-DF44-6FDAAFAA8109}"/>
                  </a:ext>
                </a:extLst>
              </p:cNvPr>
              <p:cNvSpPr/>
              <p:nvPr/>
            </p:nvSpPr>
            <p:spPr>
              <a:xfrm>
                <a:off x="4671013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81" name="pg3480">
                <a:extLst>
                  <a:ext uri="{FF2B5EF4-FFF2-40B4-BE49-F238E27FC236}">
                    <a16:creationId xmlns:a16="http://schemas.microsoft.com/office/drawing/2014/main" id="{80966C70-9720-C66A-43DB-F8E13073FC16}"/>
                  </a:ext>
                </a:extLst>
              </p:cNvPr>
              <p:cNvSpPr/>
              <p:nvPr/>
            </p:nvSpPr>
            <p:spPr>
              <a:xfrm>
                <a:off x="4682651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82" name="pg3481">
                <a:extLst>
                  <a:ext uri="{FF2B5EF4-FFF2-40B4-BE49-F238E27FC236}">
                    <a16:creationId xmlns:a16="http://schemas.microsoft.com/office/drawing/2014/main" id="{46F12445-1320-EEA0-34E6-0BEA20B60F07}"/>
                  </a:ext>
                </a:extLst>
              </p:cNvPr>
              <p:cNvSpPr/>
              <p:nvPr/>
            </p:nvSpPr>
            <p:spPr>
              <a:xfrm>
                <a:off x="4694288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83" name="pg3482">
                <a:extLst>
                  <a:ext uri="{FF2B5EF4-FFF2-40B4-BE49-F238E27FC236}">
                    <a16:creationId xmlns:a16="http://schemas.microsoft.com/office/drawing/2014/main" id="{C42D67D1-B1B3-2045-A348-BBCA1110E2CA}"/>
                  </a:ext>
                </a:extLst>
              </p:cNvPr>
              <p:cNvSpPr/>
              <p:nvPr/>
            </p:nvSpPr>
            <p:spPr>
              <a:xfrm>
                <a:off x="4705925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84" name="pg3483">
                <a:extLst>
                  <a:ext uri="{FF2B5EF4-FFF2-40B4-BE49-F238E27FC236}">
                    <a16:creationId xmlns:a16="http://schemas.microsoft.com/office/drawing/2014/main" id="{75A57858-4B8C-F302-CD02-EF743A33E9FF}"/>
                  </a:ext>
                </a:extLst>
              </p:cNvPr>
              <p:cNvSpPr/>
              <p:nvPr/>
            </p:nvSpPr>
            <p:spPr>
              <a:xfrm>
                <a:off x="4717563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85" name="pg3484">
                <a:extLst>
                  <a:ext uri="{FF2B5EF4-FFF2-40B4-BE49-F238E27FC236}">
                    <a16:creationId xmlns:a16="http://schemas.microsoft.com/office/drawing/2014/main" id="{94876206-0A55-6C25-A199-2E803403AEC8}"/>
                  </a:ext>
                </a:extLst>
              </p:cNvPr>
              <p:cNvSpPr/>
              <p:nvPr/>
            </p:nvSpPr>
            <p:spPr>
              <a:xfrm>
                <a:off x="4729200" y="511031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3A8">
                  <a:alpha val="100000"/>
                </a:srgbClr>
              </a:solidFill>
              <a:ln w="5420" cap="flat">
                <a:solidFill>
                  <a:srgbClr val="3593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86" name="pg3485">
                <a:extLst>
                  <a:ext uri="{FF2B5EF4-FFF2-40B4-BE49-F238E27FC236}">
                    <a16:creationId xmlns:a16="http://schemas.microsoft.com/office/drawing/2014/main" id="{8D48078D-5743-7260-58A5-02955D404706}"/>
                  </a:ext>
                </a:extLst>
              </p:cNvPr>
              <p:cNvSpPr/>
              <p:nvPr/>
            </p:nvSpPr>
            <p:spPr>
              <a:xfrm>
                <a:off x="2832315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8AA">
                  <a:alpha val="100000"/>
                </a:srgbClr>
              </a:solidFill>
              <a:ln w="5420" cap="flat">
                <a:solidFill>
                  <a:srgbClr val="44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87" name="pg3486">
                <a:extLst>
                  <a:ext uri="{FF2B5EF4-FFF2-40B4-BE49-F238E27FC236}">
                    <a16:creationId xmlns:a16="http://schemas.microsoft.com/office/drawing/2014/main" id="{D4B4D5E7-ED3E-44C7-5B1F-ACCBDED9504E}"/>
                  </a:ext>
                </a:extLst>
              </p:cNvPr>
              <p:cNvSpPr/>
              <p:nvPr/>
            </p:nvSpPr>
            <p:spPr>
              <a:xfrm>
                <a:off x="2843953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88" name="pg3487">
                <a:extLst>
                  <a:ext uri="{FF2B5EF4-FFF2-40B4-BE49-F238E27FC236}">
                    <a16:creationId xmlns:a16="http://schemas.microsoft.com/office/drawing/2014/main" id="{337CDB9B-C8F3-E917-135F-5190A277AF3F}"/>
                  </a:ext>
                </a:extLst>
              </p:cNvPr>
              <p:cNvSpPr/>
              <p:nvPr/>
            </p:nvSpPr>
            <p:spPr>
              <a:xfrm>
                <a:off x="2855590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89" name="pg3488">
                <a:extLst>
                  <a:ext uri="{FF2B5EF4-FFF2-40B4-BE49-F238E27FC236}">
                    <a16:creationId xmlns:a16="http://schemas.microsoft.com/office/drawing/2014/main" id="{6C0F1B7D-C77D-A05D-3A78-3165102F7889}"/>
                  </a:ext>
                </a:extLst>
              </p:cNvPr>
              <p:cNvSpPr/>
              <p:nvPr/>
            </p:nvSpPr>
            <p:spPr>
              <a:xfrm>
                <a:off x="2867227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90" name="pg3489">
                <a:extLst>
                  <a:ext uri="{FF2B5EF4-FFF2-40B4-BE49-F238E27FC236}">
                    <a16:creationId xmlns:a16="http://schemas.microsoft.com/office/drawing/2014/main" id="{30E80B16-9274-7A5B-96B0-C6FAC5C36E03}"/>
                  </a:ext>
                </a:extLst>
              </p:cNvPr>
              <p:cNvSpPr/>
              <p:nvPr/>
            </p:nvSpPr>
            <p:spPr>
              <a:xfrm>
                <a:off x="2878865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91" name="pg3490">
                <a:extLst>
                  <a:ext uri="{FF2B5EF4-FFF2-40B4-BE49-F238E27FC236}">
                    <a16:creationId xmlns:a16="http://schemas.microsoft.com/office/drawing/2014/main" id="{B5A01ED6-E15D-C487-781D-598DC5F7FEAC}"/>
                  </a:ext>
                </a:extLst>
              </p:cNvPr>
              <p:cNvSpPr/>
              <p:nvPr/>
            </p:nvSpPr>
            <p:spPr>
              <a:xfrm>
                <a:off x="2890502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4A7AA">
                  <a:alpha val="100000"/>
                </a:srgbClr>
              </a:solidFill>
              <a:ln w="5420" cap="flat">
                <a:solidFill>
                  <a:srgbClr val="44A7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92" name="pg3491">
                <a:extLst>
                  <a:ext uri="{FF2B5EF4-FFF2-40B4-BE49-F238E27FC236}">
                    <a16:creationId xmlns:a16="http://schemas.microsoft.com/office/drawing/2014/main" id="{25C2D202-6183-0F39-9F6A-1D21A9DCC196}"/>
                  </a:ext>
                </a:extLst>
              </p:cNvPr>
              <p:cNvSpPr/>
              <p:nvPr/>
            </p:nvSpPr>
            <p:spPr>
              <a:xfrm>
                <a:off x="4438267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93" name="pg3492">
                <a:extLst>
                  <a:ext uri="{FF2B5EF4-FFF2-40B4-BE49-F238E27FC236}">
                    <a16:creationId xmlns:a16="http://schemas.microsoft.com/office/drawing/2014/main" id="{A9EF83A0-A1FC-CFDB-E29F-85499F5CDDAB}"/>
                  </a:ext>
                </a:extLst>
              </p:cNvPr>
              <p:cNvSpPr/>
              <p:nvPr/>
            </p:nvSpPr>
            <p:spPr>
              <a:xfrm>
                <a:off x="4449904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94" name="pg3493">
                <a:extLst>
                  <a:ext uri="{FF2B5EF4-FFF2-40B4-BE49-F238E27FC236}">
                    <a16:creationId xmlns:a16="http://schemas.microsoft.com/office/drawing/2014/main" id="{0CEBA1EE-3036-6178-2016-A3C605EDA0D1}"/>
                  </a:ext>
                </a:extLst>
              </p:cNvPr>
              <p:cNvSpPr/>
              <p:nvPr/>
            </p:nvSpPr>
            <p:spPr>
              <a:xfrm>
                <a:off x="4461542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95" name="pg3494">
                <a:extLst>
                  <a:ext uri="{FF2B5EF4-FFF2-40B4-BE49-F238E27FC236}">
                    <a16:creationId xmlns:a16="http://schemas.microsoft.com/office/drawing/2014/main" id="{E48814B1-0459-CCB0-DB3B-D9BB039AC50E}"/>
                  </a:ext>
                </a:extLst>
              </p:cNvPr>
              <p:cNvSpPr/>
              <p:nvPr/>
            </p:nvSpPr>
            <p:spPr>
              <a:xfrm>
                <a:off x="4473179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96" name="pg3495">
                <a:extLst>
                  <a:ext uri="{FF2B5EF4-FFF2-40B4-BE49-F238E27FC236}">
                    <a16:creationId xmlns:a16="http://schemas.microsoft.com/office/drawing/2014/main" id="{7137A0FF-7EB9-238B-C967-7AF5F6E17718}"/>
                  </a:ext>
                </a:extLst>
              </p:cNvPr>
              <p:cNvSpPr/>
              <p:nvPr/>
            </p:nvSpPr>
            <p:spPr>
              <a:xfrm>
                <a:off x="4484816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97" name="pg3496">
                <a:extLst>
                  <a:ext uri="{FF2B5EF4-FFF2-40B4-BE49-F238E27FC236}">
                    <a16:creationId xmlns:a16="http://schemas.microsoft.com/office/drawing/2014/main" id="{9892A9FA-D27C-5FE8-BEA0-BADB1F7941BC}"/>
                  </a:ext>
                </a:extLst>
              </p:cNvPr>
              <p:cNvSpPr/>
              <p:nvPr/>
            </p:nvSpPr>
            <p:spPr>
              <a:xfrm>
                <a:off x="4496454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98" name="pg3497">
                <a:extLst>
                  <a:ext uri="{FF2B5EF4-FFF2-40B4-BE49-F238E27FC236}">
                    <a16:creationId xmlns:a16="http://schemas.microsoft.com/office/drawing/2014/main" id="{B24530D0-BB8B-BDD9-3911-DC84B3884CA7}"/>
                  </a:ext>
                </a:extLst>
              </p:cNvPr>
              <p:cNvSpPr/>
              <p:nvPr/>
            </p:nvSpPr>
            <p:spPr>
              <a:xfrm>
                <a:off x="4508091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899" name="pg3498">
                <a:extLst>
                  <a:ext uri="{FF2B5EF4-FFF2-40B4-BE49-F238E27FC236}">
                    <a16:creationId xmlns:a16="http://schemas.microsoft.com/office/drawing/2014/main" id="{2E886E8A-A279-FCBA-E00C-A1E2E260B782}"/>
                  </a:ext>
                </a:extLst>
              </p:cNvPr>
              <p:cNvSpPr/>
              <p:nvPr/>
            </p:nvSpPr>
            <p:spPr>
              <a:xfrm>
                <a:off x="4519728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00" name="pg3499">
                <a:extLst>
                  <a:ext uri="{FF2B5EF4-FFF2-40B4-BE49-F238E27FC236}">
                    <a16:creationId xmlns:a16="http://schemas.microsoft.com/office/drawing/2014/main" id="{CB58F0DB-B072-196A-868E-7C7163FAD2EB}"/>
                  </a:ext>
                </a:extLst>
              </p:cNvPr>
              <p:cNvSpPr/>
              <p:nvPr/>
            </p:nvSpPr>
            <p:spPr>
              <a:xfrm>
                <a:off x="4682651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01" name="pg3500">
                <a:extLst>
                  <a:ext uri="{FF2B5EF4-FFF2-40B4-BE49-F238E27FC236}">
                    <a16:creationId xmlns:a16="http://schemas.microsoft.com/office/drawing/2014/main" id="{D7531809-2DA7-C35E-BA04-C3AA48EAE33E}"/>
                  </a:ext>
                </a:extLst>
              </p:cNvPr>
              <p:cNvSpPr/>
              <p:nvPr/>
            </p:nvSpPr>
            <p:spPr>
              <a:xfrm>
                <a:off x="4694288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02" name="pg3501">
                <a:extLst>
                  <a:ext uri="{FF2B5EF4-FFF2-40B4-BE49-F238E27FC236}">
                    <a16:creationId xmlns:a16="http://schemas.microsoft.com/office/drawing/2014/main" id="{30C3447B-8C12-4845-585C-37EF319F8155}"/>
                  </a:ext>
                </a:extLst>
              </p:cNvPr>
              <p:cNvSpPr/>
              <p:nvPr/>
            </p:nvSpPr>
            <p:spPr>
              <a:xfrm>
                <a:off x="4705925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03" name="pg3502">
                <a:extLst>
                  <a:ext uri="{FF2B5EF4-FFF2-40B4-BE49-F238E27FC236}">
                    <a16:creationId xmlns:a16="http://schemas.microsoft.com/office/drawing/2014/main" id="{0D71DA27-9534-4243-A04F-8040C94F0F19}"/>
                  </a:ext>
                </a:extLst>
              </p:cNvPr>
              <p:cNvSpPr/>
              <p:nvPr/>
            </p:nvSpPr>
            <p:spPr>
              <a:xfrm>
                <a:off x="4717563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04" name="pg3503">
                <a:extLst>
                  <a:ext uri="{FF2B5EF4-FFF2-40B4-BE49-F238E27FC236}">
                    <a16:creationId xmlns:a16="http://schemas.microsoft.com/office/drawing/2014/main" id="{41201C42-9028-6A6F-CE12-FEFB2AA7C775}"/>
                  </a:ext>
                </a:extLst>
              </p:cNvPr>
              <p:cNvSpPr/>
              <p:nvPr/>
            </p:nvSpPr>
            <p:spPr>
              <a:xfrm>
                <a:off x="4729200" y="51246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05" name="pg3504">
                <a:extLst>
                  <a:ext uri="{FF2B5EF4-FFF2-40B4-BE49-F238E27FC236}">
                    <a16:creationId xmlns:a16="http://schemas.microsoft.com/office/drawing/2014/main" id="{9092182B-3EB5-C25C-B870-BD10EC709AD2}"/>
                  </a:ext>
                </a:extLst>
              </p:cNvPr>
              <p:cNvSpPr/>
              <p:nvPr/>
            </p:nvSpPr>
            <p:spPr>
              <a:xfrm>
                <a:off x="2843953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9AA">
                  <a:alpha val="100000"/>
                </a:srgbClr>
              </a:solidFill>
              <a:ln w="5420" cap="flat">
                <a:solidFill>
                  <a:srgbClr val="45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06" name="pg3505">
                <a:extLst>
                  <a:ext uri="{FF2B5EF4-FFF2-40B4-BE49-F238E27FC236}">
                    <a16:creationId xmlns:a16="http://schemas.microsoft.com/office/drawing/2014/main" id="{A1C89715-744E-CDA3-4B34-EEAB9D71CD0B}"/>
                  </a:ext>
                </a:extLst>
              </p:cNvPr>
              <p:cNvSpPr/>
              <p:nvPr/>
            </p:nvSpPr>
            <p:spPr>
              <a:xfrm>
                <a:off x="2855590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07" name="pg3506">
                <a:extLst>
                  <a:ext uri="{FF2B5EF4-FFF2-40B4-BE49-F238E27FC236}">
                    <a16:creationId xmlns:a16="http://schemas.microsoft.com/office/drawing/2014/main" id="{625774B9-6503-3298-FAB6-F8A445AEC18C}"/>
                  </a:ext>
                </a:extLst>
              </p:cNvPr>
              <p:cNvSpPr/>
              <p:nvPr/>
            </p:nvSpPr>
            <p:spPr>
              <a:xfrm>
                <a:off x="2867227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08" name="pg3507">
                <a:extLst>
                  <a:ext uri="{FF2B5EF4-FFF2-40B4-BE49-F238E27FC236}">
                    <a16:creationId xmlns:a16="http://schemas.microsoft.com/office/drawing/2014/main" id="{EBE2C8C5-995A-B2E2-65DC-DDE8F13E225A}"/>
                  </a:ext>
                </a:extLst>
              </p:cNvPr>
              <p:cNvSpPr/>
              <p:nvPr/>
            </p:nvSpPr>
            <p:spPr>
              <a:xfrm>
                <a:off x="2878865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09" name="pg3508">
                <a:extLst>
                  <a:ext uri="{FF2B5EF4-FFF2-40B4-BE49-F238E27FC236}">
                    <a16:creationId xmlns:a16="http://schemas.microsoft.com/office/drawing/2014/main" id="{22E67D57-D665-326D-F76C-3B83F555C530}"/>
                  </a:ext>
                </a:extLst>
              </p:cNvPr>
              <p:cNvSpPr/>
              <p:nvPr/>
            </p:nvSpPr>
            <p:spPr>
              <a:xfrm>
                <a:off x="2890502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5A8AA">
                  <a:alpha val="100000"/>
                </a:srgbClr>
              </a:solidFill>
              <a:ln w="5420" cap="flat">
                <a:solidFill>
                  <a:srgbClr val="45A8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10" name="pg3509">
                <a:extLst>
                  <a:ext uri="{FF2B5EF4-FFF2-40B4-BE49-F238E27FC236}">
                    <a16:creationId xmlns:a16="http://schemas.microsoft.com/office/drawing/2014/main" id="{8ED2B0D0-15FF-B21F-A8F5-649180DC177C}"/>
                  </a:ext>
                </a:extLst>
              </p:cNvPr>
              <p:cNvSpPr/>
              <p:nvPr/>
            </p:nvSpPr>
            <p:spPr>
              <a:xfrm>
                <a:off x="4438267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11" name="pg3510">
                <a:extLst>
                  <a:ext uri="{FF2B5EF4-FFF2-40B4-BE49-F238E27FC236}">
                    <a16:creationId xmlns:a16="http://schemas.microsoft.com/office/drawing/2014/main" id="{25F6C412-2EC6-FA54-2171-28982B1EE479}"/>
                  </a:ext>
                </a:extLst>
              </p:cNvPr>
              <p:cNvSpPr/>
              <p:nvPr/>
            </p:nvSpPr>
            <p:spPr>
              <a:xfrm>
                <a:off x="4449904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12" name="pg3511">
                <a:extLst>
                  <a:ext uri="{FF2B5EF4-FFF2-40B4-BE49-F238E27FC236}">
                    <a16:creationId xmlns:a16="http://schemas.microsoft.com/office/drawing/2014/main" id="{1CE1B840-5DCA-0D12-23EC-487370C9E8BF}"/>
                  </a:ext>
                </a:extLst>
              </p:cNvPr>
              <p:cNvSpPr/>
              <p:nvPr/>
            </p:nvSpPr>
            <p:spPr>
              <a:xfrm>
                <a:off x="4461542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13" name="pg3512">
                <a:extLst>
                  <a:ext uri="{FF2B5EF4-FFF2-40B4-BE49-F238E27FC236}">
                    <a16:creationId xmlns:a16="http://schemas.microsoft.com/office/drawing/2014/main" id="{EBE8F54B-B5FB-EA29-85C9-886B30FE6339}"/>
                  </a:ext>
                </a:extLst>
              </p:cNvPr>
              <p:cNvSpPr/>
              <p:nvPr/>
            </p:nvSpPr>
            <p:spPr>
              <a:xfrm>
                <a:off x="4473179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14" name="pg3513">
                <a:extLst>
                  <a:ext uri="{FF2B5EF4-FFF2-40B4-BE49-F238E27FC236}">
                    <a16:creationId xmlns:a16="http://schemas.microsoft.com/office/drawing/2014/main" id="{F4FC689E-6582-57BA-5F37-D8ECA88D7415}"/>
                  </a:ext>
                </a:extLst>
              </p:cNvPr>
              <p:cNvSpPr/>
              <p:nvPr/>
            </p:nvSpPr>
            <p:spPr>
              <a:xfrm>
                <a:off x="4484816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15" name="pg3514">
                <a:extLst>
                  <a:ext uri="{FF2B5EF4-FFF2-40B4-BE49-F238E27FC236}">
                    <a16:creationId xmlns:a16="http://schemas.microsoft.com/office/drawing/2014/main" id="{E0AA0E3A-9E5C-9267-74B6-DF2EA4800055}"/>
                  </a:ext>
                </a:extLst>
              </p:cNvPr>
              <p:cNvSpPr/>
              <p:nvPr/>
            </p:nvSpPr>
            <p:spPr>
              <a:xfrm>
                <a:off x="4496454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16" name="pg3515">
                <a:extLst>
                  <a:ext uri="{FF2B5EF4-FFF2-40B4-BE49-F238E27FC236}">
                    <a16:creationId xmlns:a16="http://schemas.microsoft.com/office/drawing/2014/main" id="{C621EF25-A76B-38C9-B694-CC7EA5E1FDAD}"/>
                  </a:ext>
                </a:extLst>
              </p:cNvPr>
              <p:cNvSpPr/>
              <p:nvPr/>
            </p:nvSpPr>
            <p:spPr>
              <a:xfrm>
                <a:off x="4508091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17" name="pg3516">
                <a:extLst>
                  <a:ext uri="{FF2B5EF4-FFF2-40B4-BE49-F238E27FC236}">
                    <a16:creationId xmlns:a16="http://schemas.microsoft.com/office/drawing/2014/main" id="{26D2A453-73D6-8BB7-A725-86544330169A}"/>
                  </a:ext>
                </a:extLst>
              </p:cNvPr>
              <p:cNvSpPr/>
              <p:nvPr/>
            </p:nvSpPr>
            <p:spPr>
              <a:xfrm>
                <a:off x="4519728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18" name="pg3517">
                <a:extLst>
                  <a:ext uri="{FF2B5EF4-FFF2-40B4-BE49-F238E27FC236}">
                    <a16:creationId xmlns:a16="http://schemas.microsoft.com/office/drawing/2014/main" id="{D9BD27D8-88DD-95A8-B5B7-AC94DEA5B355}"/>
                  </a:ext>
                </a:extLst>
              </p:cNvPr>
              <p:cNvSpPr/>
              <p:nvPr/>
            </p:nvSpPr>
            <p:spPr>
              <a:xfrm>
                <a:off x="4531366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19" name="pg3518">
                <a:extLst>
                  <a:ext uri="{FF2B5EF4-FFF2-40B4-BE49-F238E27FC236}">
                    <a16:creationId xmlns:a16="http://schemas.microsoft.com/office/drawing/2014/main" id="{D20A4952-B41E-4C77-3292-B510DDC41A89}"/>
                  </a:ext>
                </a:extLst>
              </p:cNvPr>
              <p:cNvSpPr/>
              <p:nvPr/>
            </p:nvSpPr>
            <p:spPr>
              <a:xfrm>
                <a:off x="4682651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20" name="pg3519">
                <a:extLst>
                  <a:ext uri="{FF2B5EF4-FFF2-40B4-BE49-F238E27FC236}">
                    <a16:creationId xmlns:a16="http://schemas.microsoft.com/office/drawing/2014/main" id="{E10EE2AD-ABEC-3F11-5CE1-870CD8A0F15F}"/>
                  </a:ext>
                </a:extLst>
              </p:cNvPr>
              <p:cNvSpPr/>
              <p:nvPr/>
            </p:nvSpPr>
            <p:spPr>
              <a:xfrm>
                <a:off x="4694288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21" name="pg3520">
                <a:extLst>
                  <a:ext uri="{FF2B5EF4-FFF2-40B4-BE49-F238E27FC236}">
                    <a16:creationId xmlns:a16="http://schemas.microsoft.com/office/drawing/2014/main" id="{07DCBA1B-8B25-7012-F403-2DA8CF206100}"/>
                  </a:ext>
                </a:extLst>
              </p:cNvPr>
              <p:cNvSpPr/>
              <p:nvPr/>
            </p:nvSpPr>
            <p:spPr>
              <a:xfrm>
                <a:off x="4705925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22" name="pg3521">
                <a:extLst>
                  <a:ext uri="{FF2B5EF4-FFF2-40B4-BE49-F238E27FC236}">
                    <a16:creationId xmlns:a16="http://schemas.microsoft.com/office/drawing/2014/main" id="{B7A53DB1-FA63-04FC-5585-F3E5BCD16E12}"/>
                  </a:ext>
                </a:extLst>
              </p:cNvPr>
              <p:cNvSpPr/>
              <p:nvPr/>
            </p:nvSpPr>
            <p:spPr>
              <a:xfrm>
                <a:off x="4717563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23" name="pg3522">
                <a:extLst>
                  <a:ext uri="{FF2B5EF4-FFF2-40B4-BE49-F238E27FC236}">
                    <a16:creationId xmlns:a16="http://schemas.microsoft.com/office/drawing/2014/main" id="{4C03DBBD-6EC9-DE1D-FE8D-179E0C06B959}"/>
                  </a:ext>
                </a:extLst>
              </p:cNvPr>
              <p:cNvSpPr/>
              <p:nvPr/>
            </p:nvSpPr>
            <p:spPr>
              <a:xfrm>
                <a:off x="4729200" y="513891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24" name="pg3523">
                <a:extLst>
                  <a:ext uri="{FF2B5EF4-FFF2-40B4-BE49-F238E27FC236}">
                    <a16:creationId xmlns:a16="http://schemas.microsoft.com/office/drawing/2014/main" id="{94C86FD6-E4F9-B1D0-9D7F-D859420DAAD2}"/>
                  </a:ext>
                </a:extLst>
              </p:cNvPr>
              <p:cNvSpPr/>
              <p:nvPr/>
            </p:nvSpPr>
            <p:spPr>
              <a:xfrm>
                <a:off x="2843953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25" name="pg3524">
                <a:extLst>
                  <a:ext uri="{FF2B5EF4-FFF2-40B4-BE49-F238E27FC236}">
                    <a16:creationId xmlns:a16="http://schemas.microsoft.com/office/drawing/2014/main" id="{119300F5-E5F1-0EE0-17BC-6AF0CA8820CF}"/>
                  </a:ext>
                </a:extLst>
              </p:cNvPr>
              <p:cNvSpPr/>
              <p:nvPr/>
            </p:nvSpPr>
            <p:spPr>
              <a:xfrm>
                <a:off x="2855590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26" name="pg3525">
                <a:extLst>
                  <a:ext uri="{FF2B5EF4-FFF2-40B4-BE49-F238E27FC236}">
                    <a16:creationId xmlns:a16="http://schemas.microsoft.com/office/drawing/2014/main" id="{25925E0D-104A-873B-18A3-FA5DFA75699F}"/>
                  </a:ext>
                </a:extLst>
              </p:cNvPr>
              <p:cNvSpPr/>
              <p:nvPr/>
            </p:nvSpPr>
            <p:spPr>
              <a:xfrm>
                <a:off x="2867227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9AA">
                  <a:alpha val="100000"/>
                </a:srgbClr>
              </a:solidFill>
              <a:ln w="5420" cap="flat">
                <a:solidFill>
                  <a:srgbClr val="46A9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27" name="pg3526">
                <a:extLst>
                  <a:ext uri="{FF2B5EF4-FFF2-40B4-BE49-F238E27FC236}">
                    <a16:creationId xmlns:a16="http://schemas.microsoft.com/office/drawing/2014/main" id="{E882E25D-B3F9-5BDC-0192-426005369573}"/>
                  </a:ext>
                </a:extLst>
              </p:cNvPr>
              <p:cNvSpPr/>
              <p:nvPr/>
            </p:nvSpPr>
            <p:spPr>
              <a:xfrm>
                <a:off x="2878865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28" name="pg3527">
                <a:extLst>
                  <a:ext uri="{FF2B5EF4-FFF2-40B4-BE49-F238E27FC236}">
                    <a16:creationId xmlns:a16="http://schemas.microsoft.com/office/drawing/2014/main" id="{D58CA816-157E-480E-D562-5F2242F05AEF}"/>
                  </a:ext>
                </a:extLst>
              </p:cNvPr>
              <p:cNvSpPr/>
              <p:nvPr/>
            </p:nvSpPr>
            <p:spPr>
              <a:xfrm>
                <a:off x="2890502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6AAAA">
                  <a:alpha val="100000"/>
                </a:srgbClr>
              </a:solidFill>
              <a:ln w="5420" cap="flat">
                <a:solidFill>
                  <a:srgbClr val="46AA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29" name="pg3528">
                <a:extLst>
                  <a:ext uri="{FF2B5EF4-FFF2-40B4-BE49-F238E27FC236}">
                    <a16:creationId xmlns:a16="http://schemas.microsoft.com/office/drawing/2014/main" id="{8F09BDE7-2139-8313-B591-DCEEC84D18A8}"/>
                  </a:ext>
                </a:extLst>
              </p:cNvPr>
              <p:cNvSpPr/>
              <p:nvPr/>
            </p:nvSpPr>
            <p:spPr>
              <a:xfrm>
                <a:off x="4449904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30" name="pg3529">
                <a:extLst>
                  <a:ext uri="{FF2B5EF4-FFF2-40B4-BE49-F238E27FC236}">
                    <a16:creationId xmlns:a16="http://schemas.microsoft.com/office/drawing/2014/main" id="{2D97F4B0-5C43-9F2F-EC2F-2DB5CD99C655}"/>
                  </a:ext>
                </a:extLst>
              </p:cNvPr>
              <p:cNvSpPr/>
              <p:nvPr/>
            </p:nvSpPr>
            <p:spPr>
              <a:xfrm>
                <a:off x="4461542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31" name="pg3530">
                <a:extLst>
                  <a:ext uri="{FF2B5EF4-FFF2-40B4-BE49-F238E27FC236}">
                    <a16:creationId xmlns:a16="http://schemas.microsoft.com/office/drawing/2014/main" id="{AA39158A-4FC7-F1FE-7902-0F478A2DFD0F}"/>
                  </a:ext>
                </a:extLst>
              </p:cNvPr>
              <p:cNvSpPr/>
              <p:nvPr/>
            </p:nvSpPr>
            <p:spPr>
              <a:xfrm>
                <a:off x="4473179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32" name="pg3531">
                <a:extLst>
                  <a:ext uri="{FF2B5EF4-FFF2-40B4-BE49-F238E27FC236}">
                    <a16:creationId xmlns:a16="http://schemas.microsoft.com/office/drawing/2014/main" id="{F3C84532-BBDF-A4F8-8DE8-6C2FA6388175}"/>
                  </a:ext>
                </a:extLst>
              </p:cNvPr>
              <p:cNvSpPr/>
              <p:nvPr/>
            </p:nvSpPr>
            <p:spPr>
              <a:xfrm>
                <a:off x="4484816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33" name="pg3532">
                <a:extLst>
                  <a:ext uri="{FF2B5EF4-FFF2-40B4-BE49-F238E27FC236}">
                    <a16:creationId xmlns:a16="http://schemas.microsoft.com/office/drawing/2014/main" id="{A065A40E-D865-9D65-7041-CD1A2B62F376}"/>
                  </a:ext>
                </a:extLst>
              </p:cNvPr>
              <p:cNvSpPr/>
              <p:nvPr/>
            </p:nvSpPr>
            <p:spPr>
              <a:xfrm>
                <a:off x="4496454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34" name="pg3533">
                <a:extLst>
                  <a:ext uri="{FF2B5EF4-FFF2-40B4-BE49-F238E27FC236}">
                    <a16:creationId xmlns:a16="http://schemas.microsoft.com/office/drawing/2014/main" id="{8444D248-A66B-D8D6-080E-1217E783DD16}"/>
                  </a:ext>
                </a:extLst>
              </p:cNvPr>
              <p:cNvSpPr/>
              <p:nvPr/>
            </p:nvSpPr>
            <p:spPr>
              <a:xfrm>
                <a:off x="4508091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35" name="pg3534">
                <a:extLst>
                  <a:ext uri="{FF2B5EF4-FFF2-40B4-BE49-F238E27FC236}">
                    <a16:creationId xmlns:a16="http://schemas.microsoft.com/office/drawing/2014/main" id="{7A2E4ABA-78F9-8727-1CD9-17816D472793}"/>
                  </a:ext>
                </a:extLst>
              </p:cNvPr>
              <p:cNvSpPr/>
              <p:nvPr/>
            </p:nvSpPr>
            <p:spPr>
              <a:xfrm>
                <a:off x="4519728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36" name="pg3535">
                <a:extLst>
                  <a:ext uri="{FF2B5EF4-FFF2-40B4-BE49-F238E27FC236}">
                    <a16:creationId xmlns:a16="http://schemas.microsoft.com/office/drawing/2014/main" id="{C7599F2E-EBC3-6157-3E15-9C7A3FBB57BF}"/>
                  </a:ext>
                </a:extLst>
              </p:cNvPr>
              <p:cNvSpPr/>
              <p:nvPr/>
            </p:nvSpPr>
            <p:spPr>
              <a:xfrm>
                <a:off x="4531366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37" name="pg3536">
                <a:extLst>
                  <a:ext uri="{FF2B5EF4-FFF2-40B4-BE49-F238E27FC236}">
                    <a16:creationId xmlns:a16="http://schemas.microsoft.com/office/drawing/2014/main" id="{24D7EBEB-05FD-6DAD-A348-03AA549984B7}"/>
                  </a:ext>
                </a:extLst>
              </p:cNvPr>
              <p:cNvSpPr/>
              <p:nvPr/>
            </p:nvSpPr>
            <p:spPr>
              <a:xfrm>
                <a:off x="4694288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38" name="pg3537">
                <a:extLst>
                  <a:ext uri="{FF2B5EF4-FFF2-40B4-BE49-F238E27FC236}">
                    <a16:creationId xmlns:a16="http://schemas.microsoft.com/office/drawing/2014/main" id="{FE5C40C8-F2B1-724A-5049-96AB148AA630}"/>
                  </a:ext>
                </a:extLst>
              </p:cNvPr>
              <p:cNvSpPr/>
              <p:nvPr/>
            </p:nvSpPr>
            <p:spPr>
              <a:xfrm>
                <a:off x="4705925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39" name="pg3538">
                <a:extLst>
                  <a:ext uri="{FF2B5EF4-FFF2-40B4-BE49-F238E27FC236}">
                    <a16:creationId xmlns:a16="http://schemas.microsoft.com/office/drawing/2014/main" id="{CAC57C27-3B63-CDE6-DE25-E0DB1171C758}"/>
                  </a:ext>
                </a:extLst>
              </p:cNvPr>
              <p:cNvSpPr/>
              <p:nvPr/>
            </p:nvSpPr>
            <p:spPr>
              <a:xfrm>
                <a:off x="4717563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40" name="pg3539">
                <a:extLst>
                  <a:ext uri="{FF2B5EF4-FFF2-40B4-BE49-F238E27FC236}">
                    <a16:creationId xmlns:a16="http://schemas.microsoft.com/office/drawing/2014/main" id="{0ACA8252-645A-A78C-1413-9C726A365C28}"/>
                  </a:ext>
                </a:extLst>
              </p:cNvPr>
              <p:cNvSpPr/>
              <p:nvPr/>
            </p:nvSpPr>
            <p:spPr>
              <a:xfrm>
                <a:off x="4729200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8">
                  <a:alpha val="100000"/>
                </a:srgbClr>
              </a:solidFill>
              <a:ln w="5420" cap="flat">
                <a:solidFill>
                  <a:srgbClr val="3595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41" name="pg3540">
                <a:extLst>
                  <a:ext uri="{FF2B5EF4-FFF2-40B4-BE49-F238E27FC236}">
                    <a16:creationId xmlns:a16="http://schemas.microsoft.com/office/drawing/2014/main" id="{BD442054-2AAB-CBFE-4E4A-42CE564988C6}"/>
                  </a:ext>
                </a:extLst>
              </p:cNvPr>
              <p:cNvSpPr/>
              <p:nvPr/>
            </p:nvSpPr>
            <p:spPr>
              <a:xfrm>
                <a:off x="4740837" y="51532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4A8">
                  <a:alpha val="100000"/>
                </a:srgbClr>
              </a:solidFill>
              <a:ln w="5420" cap="flat">
                <a:solidFill>
                  <a:srgbClr val="3594A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42" name="pg3541">
                <a:extLst>
                  <a:ext uri="{FF2B5EF4-FFF2-40B4-BE49-F238E27FC236}">
                    <a16:creationId xmlns:a16="http://schemas.microsoft.com/office/drawing/2014/main" id="{E83EC4D2-E4FF-22CA-5049-325EA22CC5C1}"/>
                  </a:ext>
                </a:extLst>
              </p:cNvPr>
              <p:cNvSpPr/>
              <p:nvPr/>
            </p:nvSpPr>
            <p:spPr>
              <a:xfrm>
                <a:off x="2843953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43" name="pg3542">
                <a:extLst>
                  <a:ext uri="{FF2B5EF4-FFF2-40B4-BE49-F238E27FC236}">
                    <a16:creationId xmlns:a16="http://schemas.microsoft.com/office/drawing/2014/main" id="{F15D840B-4986-3CA8-560F-D619F232C90C}"/>
                  </a:ext>
                </a:extLst>
              </p:cNvPr>
              <p:cNvSpPr/>
              <p:nvPr/>
            </p:nvSpPr>
            <p:spPr>
              <a:xfrm>
                <a:off x="2855590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44" name="pg3543">
                <a:extLst>
                  <a:ext uri="{FF2B5EF4-FFF2-40B4-BE49-F238E27FC236}">
                    <a16:creationId xmlns:a16="http://schemas.microsoft.com/office/drawing/2014/main" id="{18E4AEE6-4B0A-B2CF-D60A-0B4A6864FD8C}"/>
                  </a:ext>
                </a:extLst>
              </p:cNvPr>
              <p:cNvSpPr/>
              <p:nvPr/>
            </p:nvSpPr>
            <p:spPr>
              <a:xfrm>
                <a:off x="2867227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45" name="pg3544">
                <a:extLst>
                  <a:ext uri="{FF2B5EF4-FFF2-40B4-BE49-F238E27FC236}">
                    <a16:creationId xmlns:a16="http://schemas.microsoft.com/office/drawing/2014/main" id="{FD1B2ADF-D3B0-1F60-B45E-23EA6EA0DAC5}"/>
                  </a:ext>
                </a:extLst>
              </p:cNvPr>
              <p:cNvSpPr/>
              <p:nvPr/>
            </p:nvSpPr>
            <p:spPr>
              <a:xfrm>
                <a:off x="2878865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46" name="pg3545">
                <a:extLst>
                  <a:ext uri="{FF2B5EF4-FFF2-40B4-BE49-F238E27FC236}">
                    <a16:creationId xmlns:a16="http://schemas.microsoft.com/office/drawing/2014/main" id="{53627840-7E5B-2E08-BC33-7AC60DF79853}"/>
                  </a:ext>
                </a:extLst>
              </p:cNvPr>
              <p:cNvSpPr/>
              <p:nvPr/>
            </p:nvSpPr>
            <p:spPr>
              <a:xfrm>
                <a:off x="2890502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7ABAA">
                  <a:alpha val="100000"/>
                </a:srgbClr>
              </a:solidFill>
              <a:ln w="5420" cap="flat">
                <a:solidFill>
                  <a:srgbClr val="47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47" name="pg3546">
                <a:extLst>
                  <a:ext uri="{FF2B5EF4-FFF2-40B4-BE49-F238E27FC236}">
                    <a16:creationId xmlns:a16="http://schemas.microsoft.com/office/drawing/2014/main" id="{6B336316-1428-0F21-D651-DF5158E85C88}"/>
                  </a:ext>
                </a:extLst>
              </p:cNvPr>
              <p:cNvSpPr/>
              <p:nvPr/>
            </p:nvSpPr>
            <p:spPr>
              <a:xfrm>
                <a:off x="4461542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48" name="pg3547">
                <a:extLst>
                  <a:ext uri="{FF2B5EF4-FFF2-40B4-BE49-F238E27FC236}">
                    <a16:creationId xmlns:a16="http://schemas.microsoft.com/office/drawing/2014/main" id="{96DF2D3A-23C0-F3E8-02B5-F7D72EE73888}"/>
                  </a:ext>
                </a:extLst>
              </p:cNvPr>
              <p:cNvSpPr/>
              <p:nvPr/>
            </p:nvSpPr>
            <p:spPr>
              <a:xfrm>
                <a:off x="4473179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49" name="pg3548">
                <a:extLst>
                  <a:ext uri="{FF2B5EF4-FFF2-40B4-BE49-F238E27FC236}">
                    <a16:creationId xmlns:a16="http://schemas.microsoft.com/office/drawing/2014/main" id="{A73A46B0-56E4-C6D9-8201-2B6FB773CFA5}"/>
                  </a:ext>
                </a:extLst>
              </p:cNvPr>
              <p:cNvSpPr/>
              <p:nvPr/>
            </p:nvSpPr>
            <p:spPr>
              <a:xfrm>
                <a:off x="4484816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50" name="pg3549">
                <a:extLst>
                  <a:ext uri="{FF2B5EF4-FFF2-40B4-BE49-F238E27FC236}">
                    <a16:creationId xmlns:a16="http://schemas.microsoft.com/office/drawing/2014/main" id="{D3F1CEB6-46D0-9A21-E4D8-C196202BA660}"/>
                  </a:ext>
                </a:extLst>
              </p:cNvPr>
              <p:cNvSpPr/>
              <p:nvPr/>
            </p:nvSpPr>
            <p:spPr>
              <a:xfrm>
                <a:off x="4496454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51" name="pg3550">
                <a:extLst>
                  <a:ext uri="{FF2B5EF4-FFF2-40B4-BE49-F238E27FC236}">
                    <a16:creationId xmlns:a16="http://schemas.microsoft.com/office/drawing/2014/main" id="{6E06B338-ADF4-44C4-8784-1A54B02F1448}"/>
                  </a:ext>
                </a:extLst>
              </p:cNvPr>
              <p:cNvSpPr/>
              <p:nvPr/>
            </p:nvSpPr>
            <p:spPr>
              <a:xfrm>
                <a:off x="4508091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52" name="pg3551">
                <a:extLst>
                  <a:ext uri="{FF2B5EF4-FFF2-40B4-BE49-F238E27FC236}">
                    <a16:creationId xmlns:a16="http://schemas.microsoft.com/office/drawing/2014/main" id="{A3C34A55-8A9A-8C28-4D98-004E465BCB7B}"/>
                  </a:ext>
                </a:extLst>
              </p:cNvPr>
              <p:cNvSpPr/>
              <p:nvPr/>
            </p:nvSpPr>
            <p:spPr>
              <a:xfrm>
                <a:off x="4519728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53" name="pg3552">
                <a:extLst>
                  <a:ext uri="{FF2B5EF4-FFF2-40B4-BE49-F238E27FC236}">
                    <a16:creationId xmlns:a16="http://schemas.microsoft.com/office/drawing/2014/main" id="{E212419C-DE6F-FB73-F8E8-E54E9D6FE701}"/>
                  </a:ext>
                </a:extLst>
              </p:cNvPr>
              <p:cNvSpPr/>
              <p:nvPr/>
            </p:nvSpPr>
            <p:spPr>
              <a:xfrm>
                <a:off x="4531366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54" name="pg3553">
                <a:extLst>
                  <a:ext uri="{FF2B5EF4-FFF2-40B4-BE49-F238E27FC236}">
                    <a16:creationId xmlns:a16="http://schemas.microsoft.com/office/drawing/2014/main" id="{2A43B3AA-E380-182D-1F6B-20AB217BA78C}"/>
                  </a:ext>
                </a:extLst>
              </p:cNvPr>
              <p:cNvSpPr/>
              <p:nvPr/>
            </p:nvSpPr>
            <p:spPr>
              <a:xfrm>
                <a:off x="4543003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55" name="pg3554">
                <a:extLst>
                  <a:ext uri="{FF2B5EF4-FFF2-40B4-BE49-F238E27FC236}">
                    <a16:creationId xmlns:a16="http://schemas.microsoft.com/office/drawing/2014/main" id="{9C38E2EF-7A07-1498-A106-7648B8E99B9C}"/>
                  </a:ext>
                </a:extLst>
              </p:cNvPr>
              <p:cNvSpPr/>
              <p:nvPr/>
            </p:nvSpPr>
            <p:spPr>
              <a:xfrm>
                <a:off x="4694288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56" name="pg3555">
                <a:extLst>
                  <a:ext uri="{FF2B5EF4-FFF2-40B4-BE49-F238E27FC236}">
                    <a16:creationId xmlns:a16="http://schemas.microsoft.com/office/drawing/2014/main" id="{C7C03590-6F17-204B-8992-98DFF1225FD1}"/>
                  </a:ext>
                </a:extLst>
              </p:cNvPr>
              <p:cNvSpPr/>
              <p:nvPr/>
            </p:nvSpPr>
            <p:spPr>
              <a:xfrm>
                <a:off x="4705925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57" name="pg3556">
                <a:extLst>
                  <a:ext uri="{FF2B5EF4-FFF2-40B4-BE49-F238E27FC236}">
                    <a16:creationId xmlns:a16="http://schemas.microsoft.com/office/drawing/2014/main" id="{3C007DFA-39CB-F095-B4FF-5B90212CA8A9}"/>
                  </a:ext>
                </a:extLst>
              </p:cNvPr>
              <p:cNvSpPr/>
              <p:nvPr/>
            </p:nvSpPr>
            <p:spPr>
              <a:xfrm>
                <a:off x="4717563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58" name="pg3557">
                <a:extLst>
                  <a:ext uri="{FF2B5EF4-FFF2-40B4-BE49-F238E27FC236}">
                    <a16:creationId xmlns:a16="http://schemas.microsoft.com/office/drawing/2014/main" id="{F0CAD26D-5430-6359-0C22-CBAF88DAB78D}"/>
                  </a:ext>
                </a:extLst>
              </p:cNvPr>
              <p:cNvSpPr/>
              <p:nvPr/>
            </p:nvSpPr>
            <p:spPr>
              <a:xfrm>
                <a:off x="4729200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59" name="pg3558">
                <a:extLst>
                  <a:ext uri="{FF2B5EF4-FFF2-40B4-BE49-F238E27FC236}">
                    <a16:creationId xmlns:a16="http://schemas.microsoft.com/office/drawing/2014/main" id="{25AE3417-DFD3-3FCA-2FC7-2FAAFDB56719}"/>
                  </a:ext>
                </a:extLst>
              </p:cNvPr>
              <p:cNvSpPr/>
              <p:nvPr/>
            </p:nvSpPr>
            <p:spPr>
              <a:xfrm>
                <a:off x="4740837" y="516751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60" name="pg3559">
                <a:extLst>
                  <a:ext uri="{FF2B5EF4-FFF2-40B4-BE49-F238E27FC236}">
                    <a16:creationId xmlns:a16="http://schemas.microsoft.com/office/drawing/2014/main" id="{8D9AE912-D128-1350-6117-AACC8A1AEAB0}"/>
                  </a:ext>
                </a:extLst>
              </p:cNvPr>
              <p:cNvSpPr/>
              <p:nvPr/>
            </p:nvSpPr>
            <p:spPr>
              <a:xfrm>
                <a:off x="2855590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BAA">
                  <a:alpha val="100000"/>
                </a:srgbClr>
              </a:solidFill>
              <a:ln w="5420" cap="flat">
                <a:solidFill>
                  <a:srgbClr val="48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61" name="pg3560">
                <a:extLst>
                  <a:ext uri="{FF2B5EF4-FFF2-40B4-BE49-F238E27FC236}">
                    <a16:creationId xmlns:a16="http://schemas.microsoft.com/office/drawing/2014/main" id="{4FC0D6CA-485D-7410-63CD-8CEEF54D0123}"/>
                  </a:ext>
                </a:extLst>
              </p:cNvPr>
              <p:cNvSpPr/>
              <p:nvPr/>
            </p:nvSpPr>
            <p:spPr>
              <a:xfrm>
                <a:off x="2867227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BAA">
                  <a:alpha val="100000"/>
                </a:srgbClr>
              </a:solidFill>
              <a:ln w="5420" cap="flat">
                <a:solidFill>
                  <a:srgbClr val="48AB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62" name="pg3561">
                <a:extLst>
                  <a:ext uri="{FF2B5EF4-FFF2-40B4-BE49-F238E27FC236}">
                    <a16:creationId xmlns:a16="http://schemas.microsoft.com/office/drawing/2014/main" id="{14DC97E2-9F5C-2FAF-7B3E-1A929216BE79}"/>
                  </a:ext>
                </a:extLst>
              </p:cNvPr>
              <p:cNvSpPr/>
              <p:nvPr/>
            </p:nvSpPr>
            <p:spPr>
              <a:xfrm>
                <a:off x="2878865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63" name="pg3562">
                <a:extLst>
                  <a:ext uri="{FF2B5EF4-FFF2-40B4-BE49-F238E27FC236}">
                    <a16:creationId xmlns:a16="http://schemas.microsoft.com/office/drawing/2014/main" id="{23AAEB95-5F52-27A4-9E0F-FFE88FCAB571}"/>
                  </a:ext>
                </a:extLst>
              </p:cNvPr>
              <p:cNvSpPr/>
              <p:nvPr/>
            </p:nvSpPr>
            <p:spPr>
              <a:xfrm>
                <a:off x="2890502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64" name="pg3563">
                <a:extLst>
                  <a:ext uri="{FF2B5EF4-FFF2-40B4-BE49-F238E27FC236}">
                    <a16:creationId xmlns:a16="http://schemas.microsoft.com/office/drawing/2014/main" id="{0A045E9E-BD22-B803-52E5-F8F8BEDBB631}"/>
                  </a:ext>
                </a:extLst>
              </p:cNvPr>
              <p:cNvSpPr/>
              <p:nvPr/>
            </p:nvSpPr>
            <p:spPr>
              <a:xfrm>
                <a:off x="4473179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65" name="pg3564">
                <a:extLst>
                  <a:ext uri="{FF2B5EF4-FFF2-40B4-BE49-F238E27FC236}">
                    <a16:creationId xmlns:a16="http://schemas.microsoft.com/office/drawing/2014/main" id="{B75E037E-8CFD-BA7E-F51C-67653B74C243}"/>
                  </a:ext>
                </a:extLst>
              </p:cNvPr>
              <p:cNvSpPr/>
              <p:nvPr/>
            </p:nvSpPr>
            <p:spPr>
              <a:xfrm>
                <a:off x="4484816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66" name="pg3565">
                <a:extLst>
                  <a:ext uri="{FF2B5EF4-FFF2-40B4-BE49-F238E27FC236}">
                    <a16:creationId xmlns:a16="http://schemas.microsoft.com/office/drawing/2014/main" id="{4439E3C2-0F19-6289-C4BE-6ACE4DD58F37}"/>
                  </a:ext>
                </a:extLst>
              </p:cNvPr>
              <p:cNvSpPr/>
              <p:nvPr/>
            </p:nvSpPr>
            <p:spPr>
              <a:xfrm>
                <a:off x="4496454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67" name="pg3566">
                <a:extLst>
                  <a:ext uri="{FF2B5EF4-FFF2-40B4-BE49-F238E27FC236}">
                    <a16:creationId xmlns:a16="http://schemas.microsoft.com/office/drawing/2014/main" id="{9FF11185-FACD-8579-F393-A54F0FBEA981}"/>
                  </a:ext>
                </a:extLst>
              </p:cNvPr>
              <p:cNvSpPr/>
              <p:nvPr/>
            </p:nvSpPr>
            <p:spPr>
              <a:xfrm>
                <a:off x="4508091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68" name="pg3567">
                <a:extLst>
                  <a:ext uri="{FF2B5EF4-FFF2-40B4-BE49-F238E27FC236}">
                    <a16:creationId xmlns:a16="http://schemas.microsoft.com/office/drawing/2014/main" id="{51AE1E17-5BDB-A2D2-E48C-46B227F6BFA5}"/>
                  </a:ext>
                </a:extLst>
              </p:cNvPr>
              <p:cNvSpPr/>
              <p:nvPr/>
            </p:nvSpPr>
            <p:spPr>
              <a:xfrm>
                <a:off x="4519728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69" name="pg3568">
                <a:extLst>
                  <a:ext uri="{FF2B5EF4-FFF2-40B4-BE49-F238E27FC236}">
                    <a16:creationId xmlns:a16="http://schemas.microsoft.com/office/drawing/2014/main" id="{E3A0DDFC-2ECA-05DB-2CC5-ADBF98AAA764}"/>
                  </a:ext>
                </a:extLst>
              </p:cNvPr>
              <p:cNvSpPr/>
              <p:nvPr/>
            </p:nvSpPr>
            <p:spPr>
              <a:xfrm>
                <a:off x="4531366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70" name="pg3569">
                <a:extLst>
                  <a:ext uri="{FF2B5EF4-FFF2-40B4-BE49-F238E27FC236}">
                    <a16:creationId xmlns:a16="http://schemas.microsoft.com/office/drawing/2014/main" id="{D6767EF4-19F4-CA1B-7374-E9DA4711F983}"/>
                  </a:ext>
                </a:extLst>
              </p:cNvPr>
              <p:cNvSpPr/>
              <p:nvPr/>
            </p:nvSpPr>
            <p:spPr>
              <a:xfrm>
                <a:off x="4543003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71" name="pg3570">
                <a:extLst>
                  <a:ext uri="{FF2B5EF4-FFF2-40B4-BE49-F238E27FC236}">
                    <a16:creationId xmlns:a16="http://schemas.microsoft.com/office/drawing/2014/main" id="{69A7EA75-22FD-CD33-B541-4178DC17348F}"/>
                  </a:ext>
                </a:extLst>
              </p:cNvPr>
              <p:cNvSpPr/>
              <p:nvPr/>
            </p:nvSpPr>
            <p:spPr>
              <a:xfrm>
                <a:off x="4554640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72" name="pg3571">
                <a:extLst>
                  <a:ext uri="{FF2B5EF4-FFF2-40B4-BE49-F238E27FC236}">
                    <a16:creationId xmlns:a16="http://schemas.microsoft.com/office/drawing/2014/main" id="{8BC634EB-1062-4222-F2BC-3B1060E9EEF5}"/>
                  </a:ext>
                </a:extLst>
              </p:cNvPr>
              <p:cNvSpPr/>
              <p:nvPr/>
            </p:nvSpPr>
            <p:spPr>
              <a:xfrm>
                <a:off x="4694288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73" name="pg3572">
                <a:extLst>
                  <a:ext uri="{FF2B5EF4-FFF2-40B4-BE49-F238E27FC236}">
                    <a16:creationId xmlns:a16="http://schemas.microsoft.com/office/drawing/2014/main" id="{56280F9B-80D8-062E-3138-EB24E8158835}"/>
                  </a:ext>
                </a:extLst>
              </p:cNvPr>
              <p:cNvSpPr/>
              <p:nvPr/>
            </p:nvSpPr>
            <p:spPr>
              <a:xfrm>
                <a:off x="4705925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74" name="pg3573">
                <a:extLst>
                  <a:ext uri="{FF2B5EF4-FFF2-40B4-BE49-F238E27FC236}">
                    <a16:creationId xmlns:a16="http://schemas.microsoft.com/office/drawing/2014/main" id="{5BA3BEB6-0949-583A-98F5-BB9BA3E899AD}"/>
                  </a:ext>
                </a:extLst>
              </p:cNvPr>
              <p:cNvSpPr/>
              <p:nvPr/>
            </p:nvSpPr>
            <p:spPr>
              <a:xfrm>
                <a:off x="4717563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75" name="pg3574">
                <a:extLst>
                  <a:ext uri="{FF2B5EF4-FFF2-40B4-BE49-F238E27FC236}">
                    <a16:creationId xmlns:a16="http://schemas.microsoft.com/office/drawing/2014/main" id="{42B2B657-C7C2-4B83-2DAC-4F7839F97E83}"/>
                  </a:ext>
                </a:extLst>
              </p:cNvPr>
              <p:cNvSpPr/>
              <p:nvPr/>
            </p:nvSpPr>
            <p:spPr>
              <a:xfrm>
                <a:off x="4729200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76" name="pg3575">
                <a:extLst>
                  <a:ext uri="{FF2B5EF4-FFF2-40B4-BE49-F238E27FC236}">
                    <a16:creationId xmlns:a16="http://schemas.microsoft.com/office/drawing/2014/main" id="{A574132E-0063-50D9-5D9C-8A31DF250182}"/>
                  </a:ext>
                </a:extLst>
              </p:cNvPr>
              <p:cNvSpPr/>
              <p:nvPr/>
            </p:nvSpPr>
            <p:spPr>
              <a:xfrm>
                <a:off x="4740837" y="518181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5A9">
                  <a:alpha val="100000"/>
                </a:srgbClr>
              </a:solidFill>
              <a:ln w="5420" cap="flat">
                <a:solidFill>
                  <a:srgbClr val="3595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77" name="pg3576">
                <a:extLst>
                  <a:ext uri="{FF2B5EF4-FFF2-40B4-BE49-F238E27FC236}">
                    <a16:creationId xmlns:a16="http://schemas.microsoft.com/office/drawing/2014/main" id="{AF11EB32-AE50-E71A-582A-9A906F9DA2D7}"/>
                  </a:ext>
                </a:extLst>
              </p:cNvPr>
              <p:cNvSpPr/>
              <p:nvPr/>
            </p:nvSpPr>
            <p:spPr>
              <a:xfrm>
                <a:off x="2855590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48ACA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78" name="pg3577">
                <a:extLst>
                  <a:ext uri="{FF2B5EF4-FFF2-40B4-BE49-F238E27FC236}">
                    <a16:creationId xmlns:a16="http://schemas.microsoft.com/office/drawing/2014/main" id="{B0581245-FE30-7DE2-40E6-33020642177C}"/>
                  </a:ext>
                </a:extLst>
              </p:cNvPr>
              <p:cNvSpPr/>
              <p:nvPr/>
            </p:nvSpPr>
            <p:spPr>
              <a:xfrm>
                <a:off x="2867227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CAB">
                  <a:alpha val="100000"/>
                </a:srgbClr>
              </a:solidFill>
              <a:ln w="5420" cap="flat">
                <a:solidFill>
                  <a:srgbClr val="48A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79" name="pg3578">
                <a:extLst>
                  <a:ext uri="{FF2B5EF4-FFF2-40B4-BE49-F238E27FC236}">
                    <a16:creationId xmlns:a16="http://schemas.microsoft.com/office/drawing/2014/main" id="{92357CDF-0B74-33A2-94B2-C735407DA57D}"/>
                  </a:ext>
                </a:extLst>
              </p:cNvPr>
              <p:cNvSpPr/>
              <p:nvPr/>
            </p:nvSpPr>
            <p:spPr>
              <a:xfrm>
                <a:off x="2878865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8ADAB">
                  <a:alpha val="100000"/>
                </a:srgbClr>
              </a:solidFill>
              <a:ln w="5420" cap="flat">
                <a:solidFill>
                  <a:srgbClr val="48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80" name="pg3579">
                <a:extLst>
                  <a:ext uri="{FF2B5EF4-FFF2-40B4-BE49-F238E27FC236}">
                    <a16:creationId xmlns:a16="http://schemas.microsoft.com/office/drawing/2014/main" id="{507683DC-D474-3330-86DD-70E62E089C8F}"/>
                  </a:ext>
                </a:extLst>
              </p:cNvPr>
              <p:cNvSpPr/>
              <p:nvPr/>
            </p:nvSpPr>
            <p:spPr>
              <a:xfrm>
                <a:off x="2890502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81" name="pg3580">
                <a:extLst>
                  <a:ext uri="{FF2B5EF4-FFF2-40B4-BE49-F238E27FC236}">
                    <a16:creationId xmlns:a16="http://schemas.microsoft.com/office/drawing/2014/main" id="{BBC7B409-9965-E629-5B6A-54E12330BEC3}"/>
                  </a:ext>
                </a:extLst>
              </p:cNvPr>
              <p:cNvSpPr/>
              <p:nvPr/>
            </p:nvSpPr>
            <p:spPr>
              <a:xfrm>
                <a:off x="4484816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82" name="pg3581">
                <a:extLst>
                  <a:ext uri="{FF2B5EF4-FFF2-40B4-BE49-F238E27FC236}">
                    <a16:creationId xmlns:a16="http://schemas.microsoft.com/office/drawing/2014/main" id="{0DF36C8F-E5AB-674D-35FF-CD633C997413}"/>
                  </a:ext>
                </a:extLst>
              </p:cNvPr>
              <p:cNvSpPr/>
              <p:nvPr/>
            </p:nvSpPr>
            <p:spPr>
              <a:xfrm>
                <a:off x="4496454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83" name="pg3582">
                <a:extLst>
                  <a:ext uri="{FF2B5EF4-FFF2-40B4-BE49-F238E27FC236}">
                    <a16:creationId xmlns:a16="http://schemas.microsoft.com/office/drawing/2014/main" id="{0AF2C01E-3E6F-F043-B3DE-A90C088CC0A9}"/>
                  </a:ext>
                </a:extLst>
              </p:cNvPr>
              <p:cNvSpPr/>
              <p:nvPr/>
            </p:nvSpPr>
            <p:spPr>
              <a:xfrm>
                <a:off x="4508091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84" name="pg3583">
                <a:extLst>
                  <a:ext uri="{FF2B5EF4-FFF2-40B4-BE49-F238E27FC236}">
                    <a16:creationId xmlns:a16="http://schemas.microsoft.com/office/drawing/2014/main" id="{92077808-BF8A-3D41-8D46-F3D9465514FF}"/>
                  </a:ext>
                </a:extLst>
              </p:cNvPr>
              <p:cNvSpPr/>
              <p:nvPr/>
            </p:nvSpPr>
            <p:spPr>
              <a:xfrm>
                <a:off x="4519728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85" name="pg3584">
                <a:extLst>
                  <a:ext uri="{FF2B5EF4-FFF2-40B4-BE49-F238E27FC236}">
                    <a16:creationId xmlns:a16="http://schemas.microsoft.com/office/drawing/2014/main" id="{238E3B20-65B7-94EA-9747-C6510C3EEAA8}"/>
                  </a:ext>
                </a:extLst>
              </p:cNvPr>
              <p:cNvSpPr/>
              <p:nvPr/>
            </p:nvSpPr>
            <p:spPr>
              <a:xfrm>
                <a:off x="4531366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86" name="pg3585">
                <a:extLst>
                  <a:ext uri="{FF2B5EF4-FFF2-40B4-BE49-F238E27FC236}">
                    <a16:creationId xmlns:a16="http://schemas.microsoft.com/office/drawing/2014/main" id="{9E5E390F-012B-3245-38FB-A3AB80FD93AC}"/>
                  </a:ext>
                </a:extLst>
              </p:cNvPr>
              <p:cNvSpPr/>
              <p:nvPr/>
            </p:nvSpPr>
            <p:spPr>
              <a:xfrm>
                <a:off x="4543003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87" name="pg3586">
                <a:extLst>
                  <a:ext uri="{FF2B5EF4-FFF2-40B4-BE49-F238E27FC236}">
                    <a16:creationId xmlns:a16="http://schemas.microsoft.com/office/drawing/2014/main" id="{CCB08E2E-2176-C3D0-D264-083E26C83C0E}"/>
                  </a:ext>
                </a:extLst>
              </p:cNvPr>
              <p:cNvSpPr/>
              <p:nvPr/>
            </p:nvSpPr>
            <p:spPr>
              <a:xfrm>
                <a:off x="4694288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88" name="pg3587">
                <a:extLst>
                  <a:ext uri="{FF2B5EF4-FFF2-40B4-BE49-F238E27FC236}">
                    <a16:creationId xmlns:a16="http://schemas.microsoft.com/office/drawing/2014/main" id="{65DED773-E560-5A89-663F-89E56ECD65BE}"/>
                  </a:ext>
                </a:extLst>
              </p:cNvPr>
              <p:cNvSpPr/>
              <p:nvPr/>
            </p:nvSpPr>
            <p:spPr>
              <a:xfrm>
                <a:off x="4705925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89" name="pg3588">
                <a:extLst>
                  <a:ext uri="{FF2B5EF4-FFF2-40B4-BE49-F238E27FC236}">
                    <a16:creationId xmlns:a16="http://schemas.microsoft.com/office/drawing/2014/main" id="{0FED7448-9A0C-6BDF-EE01-5729FECEE31E}"/>
                  </a:ext>
                </a:extLst>
              </p:cNvPr>
              <p:cNvSpPr/>
              <p:nvPr/>
            </p:nvSpPr>
            <p:spPr>
              <a:xfrm>
                <a:off x="4717563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90" name="pg3589">
                <a:extLst>
                  <a:ext uri="{FF2B5EF4-FFF2-40B4-BE49-F238E27FC236}">
                    <a16:creationId xmlns:a16="http://schemas.microsoft.com/office/drawing/2014/main" id="{4AD21D37-BB3F-98D7-B98B-F64849BF76EA}"/>
                  </a:ext>
                </a:extLst>
              </p:cNvPr>
              <p:cNvSpPr/>
              <p:nvPr/>
            </p:nvSpPr>
            <p:spPr>
              <a:xfrm>
                <a:off x="4729200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91" name="pg3590">
                <a:extLst>
                  <a:ext uri="{FF2B5EF4-FFF2-40B4-BE49-F238E27FC236}">
                    <a16:creationId xmlns:a16="http://schemas.microsoft.com/office/drawing/2014/main" id="{41202762-AB15-2277-59CB-107CC294D2C6}"/>
                  </a:ext>
                </a:extLst>
              </p:cNvPr>
              <p:cNvSpPr/>
              <p:nvPr/>
            </p:nvSpPr>
            <p:spPr>
              <a:xfrm>
                <a:off x="4740837" y="51961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6A9">
                  <a:alpha val="100000"/>
                </a:srgbClr>
              </a:solidFill>
              <a:ln w="5420" cap="flat">
                <a:solidFill>
                  <a:srgbClr val="35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92" name="pg3591">
                <a:extLst>
                  <a:ext uri="{FF2B5EF4-FFF2-40B4-BE49-F238E27FC236}">
                    <a16:creationId xmlns:a16="http://schemas.microsoft.com/office/drawing/2014/main" id="{B4273B4D-D40D-E663-DC02-D0B9FF9ACB46}"/>
                  </a:ext>
                </a:extLst>
              </p:cNvPr>
              <p:cNvSpPr/>
              <p:nvPr/>
            </p:nvSpPr>
            <p:spPr>
              <a:xfrm>
                <a:off x="2855590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93" name="pg3592">
                <a:extLst>
                  <a:ext uri="{FF2B5EF4-FFF2-40B4-BE49-F238E27FC236}">
                    <a16:creationId xmlns:a16="http://schemas.microsoft.com/office/drawing/2014/main" id="{6D772691-175B-2D3D-188D-B5463D2C1BBA}"/>
                  </a:ext>
                </a:extLst>
              </p:cNvPr>
              <p:cNvSpPr/>
              <p:nvPr/>
            </p:nvSpPr>
            <p:spPr>
              <a:xfrm>
                <a:off x="2867227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94" name="pg3593">
                <a:extLst>
                  <a:ext uri="{FF2B5EF4-FFF2-40B4-BE49-F238E27FC236}">
                    <a16:creationId xmlns:a16="http://schemas.microsoft.com/office/drawing/2014/main" id="{6856B41E-2788-4422-E26E-C97A82C9A37B}"/>
                  </a:ext>
                </a:extLst>
              </p:cNvPr>
              <p:cNvSpPr/>
              <p:nvPr/>
            </p:nvSpPr>
            <p:spPr>
              <a:xfrm>
                <a:off x="2878865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DAB">
                  <a:alpha val="100000"/>
                </a:srgbClr>
              </a:solidFill>
              <a:ln w="5420" cap="flat">
                <a:solidFill>
                  <a:srgbClr val="49A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95" name="pg3594">
                <a:extLst>
                  <a:ext uri="{FF2B5EF4-FFF2-40B4-BE49-F238E27FC236}">
                    <a16:creationId xmlns:a16="http://schemas.microsoft.com/office/drawing/2014/main" id="{B585E499-3019-822E-A6CD-6E54E36D91C1}"/>
                  </a:ext>
                </a:extLst>
              </p:cNvPr>
              <p:cNvSpPr/>
              <p:nvPr/>
            </p:nvSpPr>
            <p:spPr>
              <a:xfrm>
                <a:off x="2890502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96" name="pg3595">
                <a:extLst>
                  <a:ext uri="{FF2B5EF4-FFF2-40B4-BE49-F238E27FC236}">
                    <a16:creationId xmlns:a16="http://schemas.microsoft.com/office/drawing/2014/main" id="{6AFF79B3-CC73-87A9-7FEB-849F0C064BE7}"/>
                  </a:ext>
                </a:extLst>
              </p:cNvPr>
              <p:cNvSpPr/>
              <p:nvPr/>
            </p:nvSpPr>
            <p:spPr>
              <a:xfrm>
                <a:off x="2902139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97" name="pg3596">
                <a:extLst>
                  <a:ext uri="{FF2B5EF4-FFF2-40B4-BE49-F238E27FC236}">
                    <a16:creationId xmlns:a16="http://schemas.microsoft.com/office/drawing/2014/main" id="{DCC72A0B-F35B-1961-0240-78B053E7BF0A}"/>
                  </a:ext>
                </a:extLst>
              </p:cNvPr>
              <p:cNvSpPr/>
              <p:nvPr/>
            </p:nvSpPr>
            <p:spPr>
              <a:xfrm>
                <a:off x="4484816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98" name="pg3597">
                <a:extLst>
                  <a:ext uri="{FF2B5EF4-FFF2-40B4-BE49-F238E27FC236}">
                    <a16:creationId xmlns:a16="http://schemas.microsoft.com/office/drawing/2014/main" id="{89BBAB54-6EFA-85CF-38B1-C554BDF69DE7}"/>
                  </a:ext>
                </a:extLst>
              </p:cNvPr>
              <p:cNvSpPr/>
              <p:nvPr/>
            </p:nvSpPr>
            <p:spPr>
              <a:xfrm>
                <a:off x="4496454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999" name="pg3598">
                <a:extLst>
                  <a:ext uri="{FF2B5EF4-FFF2-40B4-BE49-F238E27FC236}">
                    <a16:creationId xmlns:a16="http://schemas.microsoft.com/office/drawing/2014/main" id="{1ED70F42-3DFB-9636-3879-20645DBF1259}"/>
                  </a:ext>
                </a:extLst>
              </p:cNvPr>
              <p:cNvSpPr/>
              <p:nvPr/>
            </p:nvSpPr>
            <p:spPr>
              <a:xfrm>
                <a:off x="4508091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00" name="pg3599">
                <a:extLst>
                  <a:ext uri="{FF2B5EF4-FFF2-40B4-BE49-F238E27FC236}">
                    <a16:creationId xmlns:a16="http://schemas.microsoft.com/office/drawing/2014/main" id="{8F6F1D0C-A387-5441-6B76-D80D1A5482DA}"/>
                  </a:ext>
                </a:extLst>
              </p:cNvPr>
              <p:cNvSpPr/>
              <p:nvPr/>
            </p:nvSpPr>
            <p:spPr>
              <a:xfrm>
                <a:off x="4519728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01" name="pg3600">
                <a:extLst>
                  <a:ext uri="{FF2B5EF4-FFF2-40B4-BE49-F238E27FC236}">
                    <a16:creationId xmlns:a16="http://schemas.microsoft.com/office/drawing/2014/main" id="{3C74B338-0E9E-33E4-D786-1FDC2D139D3C}"/>
                  </a:ext>
                </a:extLst>
              </p:cNvPr>
              <p:cNvSpPr/>
              <p:nvPr/>
            </p:nvSpPr>
            <p:spPr>
              <a:xfrm>
                <a:off x="4531366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02" name="pg3601">
                <a:extLst>
                  <a:ext uri="{FF2B5EF4-FFF2-40B4-BE49-F238E27FC236}">
                    <a16:creationId xmlns:a16="http://schemas.microsoft.com/office/drawing/2014/main" id="{17A25B68-7C92-C032-E804-144F9887BAA0}"/>
                  </a:ext>
                </a:extLst>
              </p:cNvPr>
              <p:cNvSpPr/>
              <p:nvPr/>
            </p:nvSpPr>
            <p:spPr>
              <a:xfrm>
                <a:off x="4543003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03" name="pg3602">
                <a:extLst>
                  <a:ext uri="{FF2B5EF4-FFF2-40B4-BE49-F238E27FC236}">
                    <a16:creationId xmlns:a16="http://schemas.microsoft.com/office/drawing/2014/main" id="{A80D608C-D76E-8E59-403B-ED02A28EAEC8}"/>
                  </a:ext>
                </a:extLst>
              </p:cNvPr>
              <p:cNvSpPr/>
              <p:nvPr/>
            </p:nvSpPr>
            <p:spPr>
              <a:xfrm>
                <a:off x="4694288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04" name="pg3603">
                <a:extLst>
                  <a:ext uri="{FF2B5EF4-FFF2-40B4-BE49-F238E27FC236}">
                    <a16:creationId xmlns:a16="http://schemas.microsoft.com/office/drawing/2014/main" id="{578F9E6D-4D47-45A5-A506-7401DFB6999E}"/>
                  </a:ext>
                </a:extLst>
              </p:cNvPr>
              <p:cNvSpPr/>
              <p:nvPr/>
            </p:nvSpPr>
            <p:spPr>
              <a:xfrm>
                <a:off x="4705925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05" name="pg3604">
                <a:extLst>
                  <a:ext uri="{FF2B5EF4-FFF2-40B4-BE49-F238E27FC236}">
                    <a16:creationId xmlns:a16="http://schemas.microsoft.com/office/drawing/2014/main" id="{B581DDE9-56B9-4C5D-1B09-8FE648E4BE98}"/>
                  </a:ext>
                </a:extLst>
              </p:cNvPr>
              <p:cNvSpPr/>
              <p:nvPr/>
            </p:nvSpPr>
            <p:spPr>
              <a:xfrm>
                <a:off x="4717563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06" name="pg3605">
                <a:extLst>
                  <a:ext uri="{FF2B5EF4-FFF2-40B4-BE49-F238E27FC236}">
                    <a16:creationId xmlns:a16="http://schemas.microsoft.com/office/drawing/2014/main" id="{A60114A9-309D-AA2B-A486-F8C217AAB78B}"/>
                  </a:ext>
                </a:extLst>
              </p:cNvPr>
              <p:cNvSpPr/>
              <p:nvPr/>
            </p:nvSpPr>
            <p:spPr>
              <a:xfrm>
                <a:off x="4729200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07" name="pg3606">
                <a:extLst>
                  <a:ext uri="{FF2B5EF4-FFF2-40B4-BE49-F238E27FC236}">
                    <a16:creationId xmlns:a16="http://schemas.microsoft.com/office/drawing/2014/main" id="{03214CFE-8631-2464-400F-6E1CE9414564}"/>
                  </a:ext>
                </a:extLst>
              </p:cNvPr>
              <p:cNvSpPr/>
              <p:nvPr/>
            </p:nvSpPr>
            <p:spPr>
              <a:xfrm>
                <a:off x="4740837" y="521041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08" name="pg3607">
                <a:extLst>
                  <a:ext uri="{FF2B5EF4-FFF2-40B4-BE49-F238E27FC236}">
                    <a16:creationId xmlns:a16="http://schemas.microsoft.com/office/drawing/2014/main" id="{56B77DDC-5B1E-4D97-7B5E-7110B433D695}"/>
                  </a:ext>
                </a:extLst>
              </p:cNvPr>
              <p:cNvSpPr/>
              <p:nvPr/>
            </p:nvSpPr>
            <p:spPr>
              <a:xfrm>
                <a:off x="2855590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09" name="pg3608">
                <a:extLst>
                  <a:ext uri="{FF2B5EF4-FFF2-40B4-BE49-F238E27FC236}">
                    <a16:creationId xmlns:a16="http://schemas.microsoft.com/office/drawing/2014/main" id="{AD0F826C-AF07-F0A7-ADCE-C194D5E72536}"/>
                  </a:ext>
                </a:extLst>
              </p:cNvPr>
              <p:cNvSpPr/>
              <p:nvPr/>
            </p:nvSpPr>
            <p:spPr>
              <a:xfrm>
                <a:off x="2867227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9AEAB">
                  <a:alpha val="100000"/>
                </a:srgbClr>
              </a:solidFill>
              <a:ln w="5420" cap="flat">
                <a:solidFill>
                  <a:srgbClr val="49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10" name="pg3609">
                <a:extLst>
                  <a:ext uri="{FF2B5EF4-FFF2-40B4-BE49-F238E27FC236}">
                    <a16:creationId xmlns:a16="http://schemas.microsoft.com/office/drawing/2014/main" id="{4E5B3F9C-2F9F-FBEE-FA7F-DEFFF66E7161}"/>
                  </a:ext>
                </a:extLst>
              </p:cNvPr>
              <p:cNvSpPr/>
              <p:nvPr/>
            </p:nvSpPr>
            <p:spPr>
              <a:xfrm>
                <a:off x="2878865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11" name="pg3610">
                <a:extLst>
                  <a:ext uri="{FF2B5EF4-FFF2-40B4-BE49-F238E27FC236}">
                    <a16:creationId xmlns:a16="http://schemas.microsoft.com/office/drawing/2014/main" id="{D749FF50-4BBC-C1B5-495B-5426D08A6C00}"/>
                  </a:ext>
                </a:extLst>
              </p:cNvPr>
              <p:cNvSpPr/>
              <p:nvPr/>
            </p:nvSpPr>
            <p:spPr>
              <a:xfrm>
                <a:off x="2890502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EAB">
                  <a:alpha val="100000"/>
                </a:srgbClr>
              </a:solidFill>
              <a:ln w="5420" cap="flat">
                <a:solidFill>
                  <a:srgbClr val="4AA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12" name="pg3611">
                <a:extLst>
                  <a:ext uri="{FF2B5EF4-FFF2-40B4-BE49-F238E27FC236}">
                    <a16:creationId xmlns:a16="http://schemas.microsoft.com/office/drawing/2014/main" id="{5594AC4E-AD5A-1628-E52D-D355B53FC33E}"/>
                  </a:ext>
                </a:extLst>
              </p:cNvPr>
              <p:cNvSpPr/>
              <p:nvPr/>
            </p:nvSpPr>
            <p:spPr>
              <a:xfrm>
                <a:off x="2902139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13" name="pg3612">
                <a:extLst>
                  <a:ext uri="{FF2B5EF4-FFF2-40B4-BE49-F238E27FC236}">
                    <a16:creationId xmlns:a16="http://schemas.microsoft.com/office/drawing/2014/main" id="{68F0109C-FAC7-DF5D-5C23-3953C05BCA5C}"/>
                  </a:ext>
                </a:extLst>
              </p:cNvPr>
              <p:cNvSpPr/>
              <p:nvPr/>
            </p:nvSpPr>
            <p:spPr>
              <a:xfrm>
                <a:off x="4496454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14" name="pg3613">
                <a:extLst>
                  <a:ext uri="{FF2B5EF4-FFF2-40B4-BE49-F238E27FC236}">
                    <a16:creationId xmlns:a16="http://schemas.microsoft.com/office/drawing/2014/main" id="{6866AD75-25C2-6EE8-5723-1BF8E1110D57}"/>
                  </a:ext>
                </a:extLst>
              </p:cNvPr>
              <p:cNvSpPr/>
              <p:nvPr/>
            </p:nvSpPr>
            <p:spPr>
              <a:xfrm>
                <a:off x="4508091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15" name="pg3614">
                <a:extLst>
                  <a:ext uri="{FF2B5EF4-FFF2-40B4-BE49-F238E27FC236}">
                    <a16:creationId xmlns:a16="http://schemas.microsoft.com/office/drawing/2014/main" id="{2677B0C0-104B-5CE7-BE28-012C333C0F3C}"/>
                  </a:ext>
                </a:extLst>
              </p:cNvPr>
              <p:cNvSpPr/>
              <p:nvPr/>
            </p:nvSpPr>
            <p:spPr>
              <a:xfrm>
                <a:off x="4519728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16" name="pg3615">
                <a:extLst>
                  <a:ext uri="{FF2B5EF4-FFF2-40B4-BE49-F238E27FC236}">
                    <a16:creationId xmlns:a16="http://schemas.microsoft.com/office/drawing/2014/main" id="{C20A94FA-05F9-31BE-23ED-B9BA0ECD8E72}"/>
                  </a:ext>
                </a:extLst>
              </p:cNvPr>
              <p:cNvSpPr/>
              <p:nvPr/>
            </p:nvSpPr>
            <p:spPr>
              <a:xfrm>
                <a:off x="4531366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17" name="pg3616">
                <a:extLst>
                  <a:ext uri="{FF2B5EF4-FFF2-40B4-BE49-F238E27FC236}">
                    <a16:creationId xmlns:a16="http://schemas.microsoft.com/office/drawing/2014/main" id="{88B60B6A-8D97-B585-9A89-0F51D214ED6D}"/>
                  </a:ext>
                </a:extLst>
              </p:cNvPr>
              <p:cNvSpPr/>
              <p:nvPr/>
            </p:nvSpPr>
            <p:spPr>
              <a:xfrm>
                <a:off x="4543003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18" name="pg3617">
                <a:extLst>
                  <a:ext uri="{FF2B5EF4-FFF2-40B4-BE49-F238E27FC236}">
                    <a16:creationId xmlns:a16="http://schemas.microsoft.com/office/drawing/2014/main" id="{CA193241-8ACC-C80D-A302-238D8C475FB4}"/>
                  </a:ext>
                </a:extLst>
              </p:cNvPr>
              <p:cNvSpPr/>
              <p:nvPr/>
            </p:nvSpPr>
            <p:spPr>
              <a:xfrm>
                <a:off x="4694288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19" name="pg3618">
                <a:extLst>
                  <a:ext uri="{FF2B5EF4-FFF2-40B4-BE49-F238E27FC236}">
                    <a16:creationId xmlns:a16="http://schemas.microsoft.com/office/drawing/2014/main" id="{E8D65D84-F18E-60CC-2CC3-D3C5D343C9E6}"/>
                  </a:ext>
                </a:extLst>
              </p:cNvPr>
              <p:cNvSpPr/>
              <p:nvPr/>
            </p:nvSpPr>
            <p:spPr>
              <a:xfrm>
                <a:off x="4705925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20" name="pg3619">
                <a:extLst>
                  <a:ext uri="{FF2B5EF4-FFF2-40B4-BE49-F238E27FC236}">
                    <a16:creationId xmlns:a16="http://schemas.microsoft.com/office/drawing/2014/main" id="{58B1883A-8C5C-7AFA-43A6-3AFBE9E92092}"/>
                  </a:ext>
                </a:extLst>
              </p:cNvPr>
              <p:cNvSpPr/>
              <p:nvPr/>
            </p:nvSpPr>
            <p:spPr>
              <a:xfrm>
                <a:off x="4717563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21" name="pg3620">
                <a:extLst>
                  <a:ext uri="{FF2B5EF4-FFF2-40B4-BE49-F238E27FC236}">
                    <a16:creationId xmlns:a16="http://schemas.microsoft.com/office/drawing/2014/main" id="{B7A05D28-996E-C99D-574D-6BF05772CE56}"/>
                  </a:ext>
                </a:extLst>
              </p:cNvPr>
              <p:cNvSpPr/>
              <p:nvPr/>
            </p:nvSpPr>
            <p:spPr>
              <a:xfrm>
                <a:off x="4729200" y="52247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6A9">
                  <a:alpha val="100000"/>
                </a:srgbClr>
              </a:solidFill>
              <a:ln w="5420" cap="flat">
                <a:solidFill>
                  <a:srgbClr val="3496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22" name="pg3621">
                <a:extLst>
                  <a:ext uri="{FF2B5EF4-FFF2-40B4-BE49-F238E27FC236}">
                    <a16:creationId xmlns:a16="http://schemas.microsoft.com/office/drawing/2014/main" id="{9AD3C5E1-50D2-E90C-F777-3F99B8C46B53}"/>
                  </a:ext>
                </a:extLst>
              </p:cNvPr>
              <p:cNvSpPr/>
              <p:nvPr/>
            </p:nvSpPr>
            <p:spPr>
              <a:xfrm>
                <a:off x="2867227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AAFAB">
                  <a:alpha val="100000"/>
                </a:srgbClr>
              </a:solidFill>
              <a:ln w="5420" cap="flat">
                <a:solidFill>
                  <a:srgbClr val="4A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23" name="pg3622">
                <a:extLst>
                  <a:ext uri="{FF2B5EF4-FFF2-40B4-BE49-F238E27FC236}">
                    <a16:creationId xmlns:a16="http://schemas.microsoft.com/office/drawing/2014/main" id="{2EEE7802-A6CF-892C-85AD-0E823E6A5F86}"/>
                  </a:ext>
                </a:extLst>
              </p:cNvPr>
              <p:cNvSpPr/>
              <p:nvPr/>
            </p:nvSpPr>
            <p:spPr>
              <a:xfrm>
                <a:off x="2878865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24" name="pg3623">
                <a:extLst>
                  <a:ext uri="{FF2B5EF4-FFF2-40B4-BE49-F238E27FC236}">
                    <a16:creationId xmlns:a16="http://schemas.microsoft.com/office/drawing/2014/main" id="{340225D5-EF7C-CE18-8568-7648DDEC43F4}"/>
                  </a:ext>
                </a:extLst>
              </p:cNvPr>
              <p:cNvSpPr/>
              <p:nvPr/>
            </p:nvSpPr>
            <p:spPr>
              <a:xfrm>
                <a:off x="2890502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25" name="pg3624">
                <a:extLst>
                  <a:ext uri="{FF2B5EF4-FFF2-40B4-BE49-F238E27FC236}">
                    <a16:creationId xmlns:a16="http://schemas.microsoft.com/office/drawing/2014/main" id="{F6D632E4-E5FE-539C-8A1E-F6D6F04697D3}"/>
                  </a:ext>
                </a:extLst>
              </p:cNvPr>
              <p:cNvSpPr/>
              <p:nvPr/>
            </p:nvSpPr>
            <p:spPr>
              <a:xfrm>
                <a:off x="2902139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26" name="pg3625">
                <a:extLst>
                  <a:ext uri="{FF2B5EF4-FFF2-40B4-BE49-F238E27FC236}">
                    <a16:creationId xmlns:a16="http://schemas.microsoft.com/office/drawing/2014/main" id="{EBDC2C50-0D63-8417-DFEE-628D70B844E6}"/>
                  </a:ext>
                </a:extLst>
              </p:cNvPr>
              <p:cNvSpPr/>
              <p:nvPr/>
            </p:nvSpPr>
            <p:spPr>
              <a:xfrm>
                <a:off x="2913777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27" name="pg3626">
                <a:extLst>
                  <a:ext uri="{FF2B5EF4-FFF2-40B4-BE49-F238E27FC236}">
                    <a16:creationId xmlns:a16="http://schemas.microsoft.com/office/drawing/2014/main" id="{3AD2F75F-4AE6-FBAA-AB2B-370DA93333C8}"/>
                  </a:ext>
                </a:extLst>
              </p:cNvPr>
              <p:cNvSpPr/>
              <p:nvPr/>
            </p:nvSpPr>
            <p:spPr>
              <a:xfrm>
                <a:off x="4508091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28" name="pg3627">
                <a:extLst>
                  <a:ext uri="{FF2B5EF4-FFF2-40B4-BE49-F238E27FC236}">
                    <a16:creationId xmlns:a16="http://schemas.microsoft.com/office/drawing/2014/main" id="{4F5A5A4E-BB1E-7C7D-F9BC-D175CFDB4722}"/>
                  </a:ext>
                </a:extLst>
              </p:cNvPr>
              <p:cNvSpPr/>
              <p:nvPr/>
            </p:nvSpPr>
            <p:spPr>
              <a:xfrm>
                <a:off x="4519728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29" name="pg3628">
                <a:extLst>
                  <a:ext uri="{FF2B5EF4-FFF2-40B4-BE49-F238E27FC236}">
                    <a16:creationId xmlns:a16="http://schemas.microsoft.com/office/drawing/2014/main" id="{698B23FC-C618-A633-3B4E-A5D9987AF254}"/>
                  </a:ext>
                </a:extLst>
              </p:cNvPr>
              <p:cNvSpPr/>
              <p:nvPr/>
            </p:nvSpPr>
            <p:spPr>
              <a:xfrm>
                <a:off x="4531366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30" name="pg3629">
                <a:extLst>
                  <a:ext uri="{FF2B5EF4-FFF2-40B4-BE49-F238E27FC236}">
                    <a16:creationId xmlns:a16="http://schemas.microsoft.com/office/drawing/2014/main" id="{E09E4ECF-749D-8AAC-0035-ACC590746F7C}"/>
                  </a:ext>
                </a:extLst>
              </p:cNvPr>
              <p:cNvSpPr/>
              <p:nvPr/>
            </p:nvSpPr>
            <p:spPr>
              <a:xfrm>
                <a:off x="4543003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31" name="pg3630">
                <a:extLst>
                  <a:ext uri="{FF2B5EF4-FFF2-40B4-BE49-F238E27FC236}">
                    <a16:creationId xmlns:a16="http://schemas.microsoft.com/office/drawing/2014/main" id="{86C1E21A-0908-0B68-1CC9-C24927D115AF}"/>
                  </a:ext>
                </a:extLst>
              </p:cNvPr>
              <p:cNvSpPr/>
              <p:nvPr/>
            </p:nvSpPr>
            <p:spPr>
              <a:xfrm>
                <a:off x="4554640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32" name="pg3631">
                <a:extLst>
                  <a:ext uri="{FF2B5EF4-FFF2-40B4-BE49-F238E27FC236}">
                    <a16:creationId xmlns:a16="http://schemas.microsoft.com/office/drawing/2014/main" id="{9A4C8AB4-1ECE-E776-3AA4-EE31C95C7248}"/>
                  </a:ext>
                </a:extLst>
              </p:cNvPr>
              <p:cNvSpPr/>
              <p:nvPr/>
            </p:nvSpPr>
            <p:spPr>
              <a:xfrm>
                <a:off x="4694288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33" name="pg3632">
                <a:extLst>
                  <a:ext uri="{FF2B5EF4-FFF2-40B4-BE49-F238E27FC236}">
                    <a16:creationId xmlns:a16="http://schemas.microsoft.com/office/drawing/2014/main" id="{C80CF6B5-0D54-A1DA-8814-2847C2BB8AAE}"/>
                  </a:ext>
                </a:extLst>
              </p:cNvPr>
              <p:cNvSpPr/>
              <p:nvPr/>
            </p:nvSpPr>
            <p:spPr>
              <a:xfrm>
                <a:off x="4705925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7A9">
                  <a:alpha val="100000"/>
                </a:srgbClr>
              </a:solidFill>
              <a:ln w="5420" cap="flat">
                <a:solidFill>
                  <a:srgbClr val="35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34" name="pg3633">
                <a:extLst>
                  <a:ext uri="{FF2B5EF4-FFF2-40B4-BE49-F238E27FC236}">
                    <a16:creationId xmlns:a16="http://schemas.microsoft.com/office/drawing/2014/main" id="{4A203813-4294-8C75-973A-6732AF725C8F}"/>
                  </a:ext>
                </a:extLst>
              </p:cNvPr>
              <p:cNvSpPr/>
              <p:nvPr/>
            </p:nvSpPr>
            <p:spPr>
              <a:xfrm>
                <a:off x="4717563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35" name="pg3634">
                <a:extLst>
                  <a:ext uri="{FF2B5EF4-FFF2-40B4-BE49-F238E27FC236}">
                    <a16:creationId xmlns:a16="http://schemas.microsoft.com/office/drawing/2014/main" id="{E9E089FA-E09A-A622-6649-209BE3E19F47}"/>
                  </a:ext>
                </a:extLst>
              </p:cNvPr>
              <p:cNvSpPr/>
              <p:nvPr/>
            </p:nvSpPr>
            <p:spPr>
              <a:xfrm>
                <a:off x="4729200" y="523901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497A9">
                  <a:alpha val="100000"/>
                </a:srgbClr>
              </a:solidFill>
              <a:ln w="5420" cap="flat">
                <a:solidFill>
                  <a:srgbClr val="34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36" name="pg3635">
                <a:extLst>
                  <a:ext uri="{FF2B5EF4-FFF2-40B4-BE49-F238E27FC236}">
                    <a16:creationId xmlns:a16="http://schemas.microsoft.com/office/drawing/2014/main" id="{D0F52722-69C8-042C-45E2-63E5D70E7232}"/>
                  </a:ext>
                </a:extLst>
              </p:cNvPr>
              <p:cNvSpPr/>
              <p:nvPr/>
            </p:nvSpPr>
            <p:spPr>
              <a:xfrm>
                <a:off x="2867227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AFAB">
                  <a:alpha val="100000"/>
                </a:srgbClr>
              </a:solidFill>
              <a:ln w="5420" cap="flat">
                <a:solidFill>
                  <a:srgbClr val="4BA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37" name="pg3636">
                <a:extLst>
                  <a:ext uri="{FF2B5EF4-FFF2-40B4-BE49-F238E27FC236}">
                    <a16:creationId xmlns:a16="http://schemas.microsoft.com/office/drawing/2014/main" id="{B70D2322-74B0-E067-A5AB-1EA9E7AF9FC9}"/>
                  </a:ext>
                </a:extLst>
              </p:cNvPr>
              <p:cNvSpPr/>
              <p:nvPr/>
            </p:nvSpPr>
            <p:spPr>
              <a:xfrm>
                <a:off x="2878865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38" name="pg3637">
                <a:extLst>
                  <a:ext uri="{FF2B5EF4-FFF2-40B4-BE49-F238E27FC236}">
                    <a16:creationId xmlns:a16="http://schemas.microsoft.com/office/drawing/2014/main" id="{02DB1D57-486C-7729-0DA4-B81D6CB0064E}"/>
                  </a:ext>
                </a:extLst>
              </p:cNvPr>
              <p:cNvSpPr/>
              <p:nvPr/>
            </p:nvSpPr>
            <p:spPr>
              <a:xfrm>
                <a:off x="2890502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39" name="pg3638">
                <a:extLst>
                  <a:ext uri="{FF2B5EF4-FFF2-40B4-BE49-F238E27FC236}">
                    <a16:creationId xmlns:a16="http://schemas.microsoft.com/office/drawing/2014/main" id="{E4236012-5F31-54ED-9023-3D795D888E74}"/>
                  </a:ext>
                </a:extLst>
              </p:cNvPr>
              <p:cNvSpPr/>
              <p:nvPr/>
            </p:nvSpPr>
            <p:spPr>
              <a:xfrm>
                <a:off x="2902139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40" name="pg3639">
                <a:extLst>
                  <a:ext uri="{FF2B5EF4-FFF2-40B4-BE49-F238E27FC236}">
                    <a16:creationId xmlns:a16="http://schemas.microsoft.com/office/drawing/2014/main" id="{1D4627B8-490B-FA39-09F6-400234B5CBE2}"/>
                  </a:ext>
                </a:extLst>
              </p:cNvPr>
              <p:cNvSpPr/>
              <p:nvPr/>
            </p:nvSpPr>
            <p:spPr>
              <a:xfrm>
                <a:off x="2913777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41" name="pg3640">
                <a:extLst>
                  <a:ext uri="{FF2B5EF4-FFF2-40B4-BE49-F238E27FC236}">
                    <a16:creationId xmlns:a16="http://schemas.microsoft.com/office/drawing/2014/main" id="{CD92586B-2F4F-A8B4-5A8A-B1E71C94510C}"/>
                  </a:ext>
                </a:extLst>
              </p:cNvPr>
              <p:cNvSpPr/>
              <p:nvPr/>
            </p:nvSpPr>
            <p:spPr>
              <a:xfrm>
                <a:off x="2925414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42" name="pg3641">
                <a:extLst>
                  <a:ext uri="{FF2B5EF4-FFF2-40B4-BE49-F238E27FC236}">
                    <a16:creationId xmlns:a16="http://schemas.microsoft.com/office/drawing/2014/main" id="{60D8C910-173B-E406-7741-6830F5585B53}"/>
                  </a:ext>
                </a:extLst>
              </p:cNvPr>
              <p:cNvSpPr/>
              <p:nvPr/>
            </p:nvSpPr>
            <p:spPr>
              <a:xfrm>
                <a:off x="4508091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43" name="pg3642">
                <a:extLst>
                  <a:ext uri="{FF2B5EF4-FFF2-40B4-BE49-F238E27FC236}">
                    <a16:creationId xmlns:a16="http://schemas.microsoft.com/office/drawing/2014/main" id="{C8A9BE5F-2C50-B63B-564B-0B0A7857FA1D}"/>
                  </a:ext>
                </a:extLst>
              </p:cNvPr>
              <p:cNvSpPr/>
              <p:nvPr/>
            </p:nvSpPr>
            <p:spPr>
              <a:xfrm>
                <a:off x="4519728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44" name="pg3643">
                <a:extLst>
                  <a:ext uri="{FF2B5EF4-FFF2-40B4-BE49-F238E27FC236}">
                    <a16:creationId xmlns:a16="http://schemas.microsoft.com/office/drawing/2014/main" id="{DAF70C7B-98AF-992B-1380-A9CC0835B717}"/>
                  </a:ext>
                </a:extLst>
              </p:cNvPr>
              <p:cNvSpPr/>
              <p:nvPr/>
            </p:nvSpPr>
            <p:spPr>
              <a:xfrm>
                <a:off x="4531366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45" name="pg3644">
                <a:extLst>
                  <a:ext uri="{FF2B5EF4-FFF2-40B4-BE49-F238E27FC236}">
                    <a16:creationId xmlns:a16="http://schemas.microsoft.com/office/drawing/2014/main" id="{FD9D90F5-73A7-0162-4061-135F3532322F}"/>
                  </a:ext>
                </a:extLst>
              </p:cNvPr>
              <p:cNvSpPr/>
              <p:nvPr/>
            </p:nvSpPr>
            <p:spPr>
              <a:xfrm>
                <a:off x="4543003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46" name="pg3645">
                <a:extLst>
                  <a:ext uri="{FF2B5EF4-FFF2-40B4-BE49-F238E27FC236}">
                    <a16:creationId xmlns:a16="http://schemas.microsoft.com/office/drawing/2014/main" id="{A90EA4CD-A958-BE75-0F90-CA3E5C231FD4}"/>
                  </a:ext>
                </a:extLst>
              </p:cNvPr>
              <p:cNvSpPr/>
              <p:nvPr/>
            </p:nvSpPr>
            <p:spPr>
              <a:xfrm>
                <a:off x="4554640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47" name="pg3646">
                <a:extLst>
                  <a:ext uri="{FF2B5EF4-FFF2-40B4-BE49-F238E27FC236}">
                    <a16:creationId xmlns:a16="http://schemas.microsoft.com/office/drawing/2014/main" id="{8113CB83-0666-9258-C36B-F44677364EC8}"/>
                  </a:ext>
                </a:extLst>
              </p:cNvPr>
              <p:cNvSpPr/>
              <p:nvPr/>
            </p:nvSpPr>
            <p:spPr>
              <a:xfrm>
                <a:off x="4694288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48" name="pg3647">
                <a:extLst>
                  <a:ext uri="{FF2B5EF4-FFF2-40B4-BE49-F238E27FC236}">
                    <a16:creationId xmlns:a16="http://schemas.microsoft.com/office/drawing/2014/main" id="{E8035148-7D15-70F9-98EE-02472CF63173}"/>
                  </a:ext>
                </a:extLst>
              </p:cNvPr>
              <p:cNvSpPr/>
              <p:nvPr/>
            </p:nvSpPr>
            <p:spPr>
              <a:xfrm>
                <a:off x="4705925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49" name="pg3648">
                <a:extLst>
                  <a:ext uri="{FF2B5EF4-FFF2-40B4-BE49-F238E27FC236}">
                    <a16:creationId xmlns:a16="http://schemas.microsoft.com/office/drawing/2014/main" id="{0584B7DD-D9C2-2662-2B27-4498F3228923}"/>
                  </a:ext>
                </a:extLst>
              </p:cNvPr>
              <p:cNvSpPr/>
              <p:nvPr/>
            </p:nvSpPr>
            <p:spPr>
              <a:xfrm>
                <a:off x="4717563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50" name="pg3649">
                <a:extLst>
                  <a:ext uri="{FF2B5EF4-FFF2-40B4-BE49-F238E27FC236}">
                    <a16:creationId xmlns:a16="http://schemas.microsoft.com/office/drawing/2014/main" id="{B2B59C9F-3A1D-DCE6-A539-A000609F08B8}"/>
                  </a:ext>
                </a:extLst>
              </p:cNvPr>
              <p:cNvSpPr/>
              <p:nvPr/>
            </p:nvSpPr>
            <p:spPr>
              <a:xfrm>
                <a:off x="4729200" y="525331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7A9">
                  <a:alpha val="100000"/>
                </a:srgbClr>
              </a:solidFill>
              <a:ln w="5420" cap="flat">
                <a:solidFill>
                  <a:srgbClr val="3597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51" name="pg3650">
                <a:extLst>
                  <a:ext uri="{FF2B5EF4-FFF2-40B4-BE49-F238E27FC236}">
                    <a16:creationId xmlns:a16="http://schemas.microsoft.com/office/drawing/2014/main" id="{F174A98B-F343-B0E8-3BF9-6484CA8456B5}"/>
                  </a:ext>
                </a:extLst>
              </p:cNvPr>
              <p:cNvSpPr/>
              <p:nvPr/>
            </p:nvSpPr>
            <p:spPr>
              <a:xfrm>
                <a:off x="2878865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4BB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52" name="pg3651">
                <a:extLst>
                  <a:ext uri="{FF2B5EF4-FFF2-40B4-BE49-F238E27FC236}">
                    <a16:creationId xmlns:a16="http://schemas.microsoft.com/office/drawing/2014/main" id="{E995CA3C-2BC7-7D53-5F41-90DB46D67978}"/>
                  </a:ext>
                </a:extLst>
              </p:cNvPr>
              <p:cNvSpPr/>
              <p:nvPr/>
            </p:nvSpPr>
            <p:spPr>
              <a:xfrm>
                <a:off x="2890502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53" name="pg3652">
                <a:extLst>
                  <a:ext uri="{FF2B5EF4-FFF2-40B4-BE49-F238E27FC236}">
                    <a16:creationId xmlns:a16="http://schemas.microsoft.com/office/drawing/2014/main" id="{8C5344F7-F668-3B45-1F4A-931EBB4ED143}"/>
                  </a:ext>
                </a:extLst>
              </p:cNvPr>
              <p:cNvSpPr/>
              <p:nvPr/>
            </p:nvSpPr>
            <p:spPr>
              <a:xfrm>
                <a:off x="2902139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54" name="pg3653">
                <a:extLst>
                  <a:ext uri="{FF2B5EF4-FFF2-40B4-BE49-F238E27FC236}">
                    <a16:creationId xmlns:a16="http://schemas.microsoft.com/office/drawing/2014/main" id="{3C4498B2-9964-BDF8-F10B-F1698E873925}"/>
                  </a:ext>
                </a:extLst>
              </p:cNvPr>
              <p:cNvSpPr/>
              <p:nvPr/>
            </p:nvSpPr>
            <p:spPr>
              <a:xfrm>
                <a:off x="2913777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55" name="pg3654">
                <a:extLst>
                  <a:ext uri="{FF2B5EF4-FFF2-40B4-BE49-F238E27FC236}">
                    <a16:creationId xmlns:a16="http://schemas.microsoft.com/office/drawing/2014/main" id="{0F908453-5AFA-95AD-1A98-3A8E5AC2F8F4}"/>
                  </a:ext>
                </a:extLst>
              </p:cNvPr>
              <p:cNvSpPr/>
              <p:nvPr/>
            </p:nvSpPr>
            <p:spPr>
              <a:xfrm>
                <a:off x="2925414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56" name="pg3655">
                <a:extLst>
                  <a:ext uri="{FF2B5EF4-FFF2-40B4-BE49-F238E27FC236}">
                    <a16:creationId xmlns:a16="http://schemas.microsoft.com/office/drawing/2014/main" id="{1FAD490E-B9B7-B246-63D0-1756833D643A}"/>
                  </a:ext>
                </a:extLst>
              </p:cNvPr>
              <p:cNvSpPr/>
              <p:nvPr/>
            </p:nvSpPr>
            <p:spPr>
              <a:xfrm>
                <a:off x="4508091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57" name="pg3656">
                <a:extLst>
                  <a:ext uri="{FF2B5EF4-FFF2-40B4-BE49-F238E27FC236}">
                    <a16:creationId xmlns:a16="http://schemas.microsoft.com/office/drawing/2014/main" id="{018E5F16-6818-C9C8-6CD5-8B076A68587D}"/>
                  </a:ext>
                </a:extLst>
              </p:cNvPr>
              <p:cNvSpPr/>
              <p:nvPr/>
            </p:nvSpPr>
            <p:spPr>
              <a:xfrm>
                <a:off x="4519728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58" name="pg3657">
                <a:extLst>
                  <a:ext uri="{FF2B5EF4-FFF2-40B4-BE49-F238E27FC236}">
                    <a16:creationId xmlns:a16="http://schemas.microsoft.com/office/drawing/2014/main" id="{7353C29A-3D00-7C50-646D-1D08064D42DA}"/>
                  </a:ext>
                </a:extLst>
              </p:cNvPr>
              <p:cNvSpPr/>
              <p:nvPr/>
            </p:nvSpPr>
            <p:spPr>
              <a:xfrm>
                <a:off x="4531366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59" name="pg3658">
                <a:extLst>
                  <a:ext uri="{FF2B5EF4-FFF2-40B4-BE49-F238E27FC236}">
                    <a16:creationId xmlns:a16="http://schemas.microsoft.com/office/drawing/2014/main" id="{434B45DF-1C99-E3A4-4F8A-F35D40038814}"/>
                  </a:ext>
                </a:extLst>
              </p:cNvPr>
              <p:cNvSpPr/>
              <p:nvPr/>
            </p:nvSpPr>
            <p:spPr>
              <a:xfrm>
                <a:off x="4543003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60" name="pg3659">
                <a:extLst>
                  <a:ext uri="{FF2B5EF4-FFF2-40B4-BE49-F238E27FC236}">
                    <a16:creationId xmlns:a16="http://schemas.microsoft.com/office/drawing/2014/main" id="{32AFBEEE-2D58-9384-6724-3188A62D2D5A}"/>
                  </a:ext>
                </a:extLst>
              </p:cNvPr>
              <p:cNvSpPr/>
              <p:nvPr/>
            </p:nvSpPr>
            <p:spPr>
              <a:xfrm>
                <a:off x="4554640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61" name="pg3660">
                <a:extLst>
                  <a:ext uri="{FF2B5EF4-FFF2-40B4-BE49-F238E27FC236}">
                    <a16:creationId xmlns:a16="http://schemas.microsoft.com/office/drawing/2014/main" id="{D293EFCE-F78E-69B4-95D0-F0624C8F46EC}"/>
                  </a:ext>
                </a:extLst>
              </p:cNvPr>
              <p:cNvSpPr/>
              <p:nvPr/>
            </p:nvSpPr>
            <p:spPr>
              <a:xfrm>
                <a:off x="4566278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62" name="pg3661">
                <a:extLst>
                  <a:ext uri="{FF2B5EF4-FFF2-40B4-BE49-F238E27FC236}">
                    <a16:creationId xmlns:a16="http://schemas.microsoft.com/office/drawing/2014/main" id="{E629E2F4-8A7E-374F-7E5A-4970517E60FC}"/>
                  </a:ext>
                </a:extLst>
              </p:cNvPr>
              <p:cNvSpPr/>
              <p:nvPr/>
            </p:nvSpPr>
            <p:spPr>
              <a:xfrm>
                <a:off x="4577915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63" name="pg3662">
                <a:extLst>
                  <a:ext uri="{FF2B5EF4-FFF2-40B4-BE49-F238E27FC236}">
                    <a16:creationId xmlns:a16="http://schemas.microsoft.com/office/drawing/2014/main" id="{F0FFB82E-5C2D-83E5-627E-94B35E4B9302}"/>
                  </a:ext>
                </a:extLst>
              </p:cNvPr>
              <p:cNvSpPr/>
              <p:nvPr/>
            </p:nvSpPr>
            <p:spPr>
              <a:xfrm>
                <a:off x="4589552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64" name="pg3663">
                <a:extLst>
                  <a:ext uri="{FF2B5EF4-FFF2-40B4-BE49-F238E27FC236}">
                    <a16:creationId xmlns:a16="http://schemas.microsoft.com/office/drawing/2014/main" id="{8283CDBD-694F-7D41-9087-EA81DA59CF88}"/>
                  </a:ext>
                </a:extLst>
              </p:cNvPr>
              <p:cNvSpPr/>
              <p:nvPr/>
            </p:nvSpPr>
            <p:spPr>
              <a:xfrm>
                <a:off x="4694288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65" name="pg3664">
                <a:extLst>
                  <a:ext uri="{FF2B5EF4-FFF2-40B4-BE49-F238E27FC236}">
                    <a16:creationId xmlns:a16="http://schemas.microsoft.com/office/drawing/2014/main" id="{5558DFBF-8B5C-A8B9-23A2-667532082868}"/>
                  </a:ext>
                </a:extLst>
              </p:cNvPr>
              <p:cNvSpPr/>
              <p:nvPr/>
            </p:nvSpPr>
            <p:spPr>
              <a:xfrm>
                <a:off x="4705925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66" name="pg3665">
                <a:extLst>
                  <a:ext uri="{FF2B5EF4-FFF2-40B4-BE49-F238E27FC236}">
                    <a16:creationId xmlns:a16="http://schemas.microsoft.com/office/drawing/2014/main" id="{01FB0761-AEF8-D68B-B896-3D3547B11797}"/>
                  </a:ext>
                </a:extLst>
              </p:cNvPr>
              <p:cNvSpPr/>
              <p:nvPr/>
            </p:nvSpPr>
            <p:spPr>
              <a:xfrm>
                <a:off x="4717563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67" name="pg3666">
                <a:extLst>
                  <a:ext uri="{FF2B5EF4-FFF2-40B4-BE49-F238E27FC236}">
                    <a16:creationId xmlns:a16="http://schemas.microsoft.com/office/drawing/2014/main" id="{403576EE-EB5A-AB7F-CD37-4B8B3559BA53}"/>
                  </a:ext>
                </a:extLst>
              </p:cNvPr>
              <p:cNvSpPr/>
              <p:nvPr/>
            </p:nvSpPr>
            <p:spPr>
              <a:xfrm>
                <a:off x="4729200" y="52676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68" name="pg3667">
                <a:extLst>
                  <a:ext uri="{FF2B5EF4-FFF2-40B4-BE49-F238E27FC236}">
                    <a16:creationId xmlns:a16="http://schemas.microsoft.com/office/drawing/2014/main" id="{DECD7F5E-4147-9D89-C537-B5D075E0B1B2}"/>
                  </a:ext>
                </a:extLst>
              </p:cNvPr>
              <p:cNvSpPr/>
              <p:nvPr/>
            </p:nvSpPr>
            <p:spPr>
              <a:xfrm>
                <a:off x="2890502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69" name="pg3668">
                <a:extLst>
                  <a:ext uri="{FF2B5EF4-FFF2-40B4-BE49-F238E27FC236}">
                    <a16:creationId xmlns:a16="http://schemas.microsoft.com/office/drawing/2014/main" id="{D2CB824A-3274-175B-0F54-2412B10CBBDC}"/>
                  </a:ext>
                </a:extLst>
              </p:cNvPr>
              <p:cNvSpPr/>
              <p:nvPr/>
            </p:nvSpPr>
            <p:spPr>
              <a:xfrm>
                <a:off x="2902139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70" name="pg3669">
                <a:extLst>
                  <a:ext uri="{FF2B5EF4-FFF2-40B4-BE49-F238E27FC236}">
                    <a16:creationId xmlns:a16="http://schemas.microsoft.com/office/drawing/2014/main" id="{A55FD375-287A-B359-D228-5433F55B80DA}"/>
                  </a:ext>
                </a:extLst>
              </p:cNvPr>
              <p:cNvSpPr/>
              <p:nvPr/>
            </p:nvSpPr>
            <p:spPr>
              <a:xfrm>
                <a:off x="2913777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71" name="pg3670">
                <a:extLst>
                  <a:ext uri="{FF2B5EF4-FFF2-40B4-BE49-F238E27FC236}">
                    <a16:creationId xmlns:a16="http://schemas.microsoft.com/office/drawing/2014/main" id="{C2EA5492-7531-42B8-835D-45EC6208786F}"/>
                  </a:ext>
                </a:extLst>
              </p:cNvPr>
              <p:cNvSpPr/>
              <p:nvPr/>
            </p:nvSpPr>
            <p:spPr>
              <a:xfrm>
                <a:off x="2925414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72" name="pg3671">
                <a:extLst>
                  <a:ext uri="{FF2B5EF4-FFF2-40B4-BE49-F238E27FC236}">
                    <a16:creationId xmlns:a16="http://schemas.microsoft.com/office/drawing/2014/main" id="{ED9338FF-A591-721E-E3B3-75376A048542}"/>
                  </a:ext>
                </a:extLst>
              </p:cNvPr>
              <p:cNvSpPr/>
              <p:nvPr/>
            </p:nvSpPr>
            <p:spPr>
              <a:xfrm>
                <a:off x="4519728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73" name="pg3672">
                <a:extLst>
                  <a:ext uri="{FF2B5EF4-FFF2-40B4-BE49-F238E27FC236}">
                    <a16:creationId xmlns:a16="http://schemas.microsoft.com/office/drawing/2014/main" id="{7D88801F-60FB-4255-0ECA-3F373245DF04}"/>
                  </a:ext>
                </a:extLst>
              </p:cNvPr>
              <p:cNvSpPr/>
              <p:nvPr/>
            </p:nvSpPr>
            <p:spPr>
              <a:xfrm>
                <a:off x="4531366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74" name="pg3673">
                <a:extLst>
                  <a:ext uri="{FF2B5EF4-FFF2-40B4-BE49-F238E27FC236}">
                    <a16:creationId xmlns:a16="http://schemas.microsoft.com/office/drawing/2014/main" id="{406A2AEA-94D9-73B0-C0F0-3E134C0D79A7}"/>
                  </a:ext>
                </a:extLst>
              </p:cNvPr>
              <p:cNvSpPr/>
              <p:nvPr/>
            </p:nvSpPr>
            <p:spPr>
              <a:xfrm>
                <a:off x="4543003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75" name="pg3674">
                <a:extLst>
                  <a:ext uri="{FF2B5EF4-FFF2-40B4-BE49-F238E27FC236}">
                    <a16:creationId xmlns:a16="http://schemas.microsoft.com/office/drawing/2014/main" id="{1BD4B97B-ECBC-200B-9C91-96151C35B4E3}"/>
                  </a:ext>
                </a:extLst>
              </p:cNvPr>
              <p:cNvSpPr/>
              <p:nvPr/>
            </p:nvSpPr>
            <p:spPr>
              <a:xfrm>
                <a:off x="4554640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76" name="pg3675">
                <a:extLst>
                  <a:ext uri="{FF2B5EF4-FFF2-40B4-BE49-F238E27FC236}">
                    <a16:creationId xmlns:a16="http://schemas.microsoft.com/office/drawing/2014/main" id="{DFA6BA2A-4EB6-7A52-5077-97BC253ECB53}"/>
                  </a:ext>
                </a:extLst>
              </p:cNvPr>
              <p:cNvSpPr/>
              <p:nvPr/>
            </p:nvSpPr>
            <p:spPr>
              <a:xfrm>
                <a:off x="4566278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77" name="pg3676">
                <a:extLst>
                  <a:ext uri="{FF2B5EF4-FFF2-40B4-BE49-F238E27FC236}">
                    <a16:creationId xmlns:a16="http://schemas.microsoft.com/office/drawing/2014/main" id="{043397DC-2ED5-A068-02D5-EE8DC6302C17}"/>
                  </a:ext>
                </a:extLst>
              </p:cNvPr>
              <p:cNvSpPr/>
              <p:nvPr/>
            </p:nvSpPr>
            <p:spPr>
              <a:xfrm>
                <a:off x="4577915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78" name="pg3677">
                <a:extLst>
                  <a:ext uri="{FF2B5EF4-FFF2-40B4-BE49-F238E27FC236}">
                    <a16:creationId xmlns:a16="http://schemas.microsoft.com/office/drawing/2014/main" id="{97CE6DD0-5169-9730-AD59-F54ED182E1BC}"/>
                  </a:ext>
                </a:extLst>
              </p:cNvPr>
              <p:cNvSpPr/>
              <p:nvPr/>
            </p:nvSpPr>
            <p:spPr>
              <a:xfrm>
                <a:off x="4589552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79" name="pg3678">
                <a:extLst>
                  <a:ext uri="{FF2B5EF4-FFF2-40B4-BE49-F238E27FC236}">
                    <a16:creationId xmlns:a16="http://schemas.microsoft.com/office/drawing/2014/main" id="{91011B2E-6542-3B87-572F-28C836AB7449}"/>
                  </a:ext>
                </a:extLst>
              </p:cNvPr>
              <p:cNvSpPr/>
              <p:nvPr/>
            </p:nvSpPr>
            <p:spPr>
              <a:xfrm>
                <a:off x="4601190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80" name="pg3679">
                <a:extLst>
                  <a:ext uri="{FF2B5EF4-FFF2-40B4-BE49-F238E27FC236}">
                    <a16:creationId xmlns:a16="http://schemas.microsoft.com/office/drawing/2014/main" id="{7008ABB1-8BC1-1018-5722-FB32338C9C92}"/>
                  </a:ext>
                </a:extLst>
              </p:cNvPr>
              <p:cNvSpPr/>
              <p:nvPr/>
            </p:nvSpPr>
            <p:spPr>
              <a:xfrm>
                <a:off x="4682651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81" name="pg3680">
                <a:extLst>
                  <a:ext uri="{FF2B5EF4-FFF2-40B4-BE49-F238E27FC236}">
                    <a16:creationId xmlns:a16="http://schemas.microsoft.com/office/drawing/2014/main" id="{61736D7B-62C0-71C6-CD13-2615C82E3A41}"/>
                  </a:ext>
                </a:extLst>
              </p:cNvPr>
              <p:cNvSpPr/>
              <p:nvPr/>
            </p:nvSpPr>
            <p:spPr>
              <a:xfrm>
                <a:off x="4694288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82" name="pg3681">
                <a:extLst>
                  <a:ext uri="{FF2B5EF4-FFF2-40B4-BE49-F238E27FC236}">
                    <a16:creationId xmlns:a16="http://schemas.microsoft.com/office/drawing/2014/main" id="{22ACB32F-F328-AEDA-E83E-62C2C8AE27B6}"/>
                  </a:ext>
                </a:extLst>
              </p:cNvPr>
              <p:cNvSpPr/>
              <p:nvPr/>
            </p:nvSpPr>
            <p:spPr>
              <a:xfrm>
                <a:off x="4705925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83" name="pg3682">
                <a:extLst>
                  <a:ext uri="{FF2B5EF4-FFF2-40B4-BE49-F238E27FC236}">
                    <a16:creationId xmlns:a16="http://schemas.microsoft.com/office/drawing/2014/main" id="{3D40D78C-1202-43AA-31F3-1779F140B40C}"/>
                  </a:ext>
                </a:extLst>
              </p:cNvPr>
              <p:cNvSpPr/>
              <p:nvPr/>
            </p:nvSpPr>
            <p:spPr>
              <a:xfrm>
                <a:off x="4717563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84" name="pg3683">
                <a:extLst>
                  <a:ext uri="{FF2B5EF4-FFF2-40B4-BE49-F238E27FC236}">
                    <a16:creationId xmlns:a16="http://schemas.microsoft.com/office/drawing/2014/main" id="{4C6B8FB3-E4F5-5215-F48F-11AD27217BD3}"/>
                  </a:ext>
                </a:extLst>
              </p:cNvPr>
              <p:cNvSpPr/>
              <p:nvPr/>
            </p:nvSpPr>
            <p:spPr>
              <a:xfrm>
                <a:off x="4729200" y="528191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85" name="pg3684">
                <a:extLst>
                  <a:ext uri="{FF2B5EF4-FFF2-40B4-BE49-F238E27FC236}">
                    <a16:creationId xmlns:a16="http://schemas.microsoft.com/office/drawing/2014/main" id="{A8212896-A1F5-E0ED-DDA7-BCDE008F2673}"/>
                  </a:ext>
                </a:extLst>
              </p:cNvPr>
              <p:cNvSpPr/>
              <p:nvPr/>
            </p:nvSpPr>
            <p:spPr>
              <a:xfrm>
                <a:off x="2890502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86" name="pg3685">
                <a:extLst>
                  <a:ext uri="{FF2B5EF4-FFF2-40B4-BE49-F238E27FC236}">
                    <a16:creationId xmlns:a16="http://schemas.microsoft.com/office/drawing/2014/main" id="{EC3348D5-AC5F-BC44-8A4B-650BB19E0BE9}"/>
                  </a:ext>
                </a:extLst>
              </p:cNvPr>
              <p:cNvSpPr/>
              <p:nvPr/>
            </p:nvSpPr>
            <p:spPr>
              <a:xfrm>
                <a:off x="2902139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87" name="pg3686">
                <a:extLst>
                  <a:ext uri="{FF2B5EF4-FFF2-40B4-BE49-F238E27FC236}">
                    <a16:creationId xmlns:a16="http://schemas.microsoft.com/office/drawing/2014/main" id="{2BB1987C-D599-82BD-950D-604D76CE9E60}"/>
                  </a:ext>
                </a:extLst>
              </p:cNvPr>
              <p:cNvSpPr/>
              <p:nvPr/>
            </p:nvSpPr>
            <p:spPr>
              <a:xfrm>
                <a:off x="2913777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88" name="pg3687">
                <a:extLst>
                  <a:ext uri="{FF2B5EF4-FFF2-40B4-BE49-F238E27FC236}">
                    <a16:creationId xmlns:a16="http://schemas.microsoft.com/office/drawing/2014/main" id="{BD92DECA-02C8-4CFC-7095-4F734F1B22B1}"/>
                  </a:ext>
                </a:extLst>
              </p:cNvPr>
              <p:cNvSpPr/>
              <p:nvPr/>
            </p:nvSpPr>
            <p:spPr>
              <a:xfrm>
                <a:off x="2925414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89" name="pg3688">
                <a:extLst>
                  <a:ext uri="{FF2B5EF4-FFF2-40B4-BE49-F238E27FC236}">
                    <a16:creationId xmlns:a16="http://schemas.microsoft.com/office/drawing/2014/main" id="{930DA1F9-4A9F-0522-B2C5-9B6B15D26D34}"/>
                  </a:ext>
                </a:extLst>
              </p:cNvPr>
              <p:cNvSpPr/>
              <p:nvPr/>
            </p:nvSpPr>
            <p:spPr>
              <a:xfrm>
                <a:off x="4531366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90" name="pg3689">
                <a:extLst>
                  <a:ext uri="{FF2B5EF4-FFF2-40B4-BE49-F238E27FC236}">
                    <a16:creationId xmlns:a16="http://schemas.microsoft.com/office/drawing/2014/main" id="{71187CB6-B90F-8159-7913-9C971A483531}"/>
                  </a:ext>
                </a:extLst>
              </p:cNvPr>
              <p:cNvSpPr/>
              <p:nvPr/>
            </p:nvSpPr>
            <p:spPr>
              <a:xfrm>
                <a:off x="4543003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91" name="pg3690">
                <a:extLst>
                  <a:ext uri="{FF2B5EF4-FFF2-40B4-BE49-F238E27FC236}">
                    <a16:creationId xmlns:a16="http://schemas.microsoft.com/office/drawing/2014/main" id="{1AB2AAE6-0A4A-28FA-EC01-7ADE700D6F88}"/>
                  </a:ext>
                </a:extLst>
              </p:cNvPr>
              <p:cNvSpPr/>
              <p:nvPr/>
            </p:nvSpPr>
            <p:spPr>
              <a:xfrm>
                <a:off x="4554640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92" name="pg3691">
                <a:extLst>
                  <a:ext uri="{FF2B5EF4-FFF2-40B4-BE49-F238E27FC236}">
                    <a16:creationId xmlns:a16="http://schemas.microsoft.com/office/drawing/2014/main" id="{389CE730-5E75-D648-1CB0-33964C7211FE}"/>
                  </a:ext>
                </a:extLst>
              </p:cNvPr>
              <p:cNvSpPr/>
              <p:nvPr/>
            </p:nvSpPr>
            <p:spPr>
              <a:xfrm>
                <a:off x="4566278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93" name="pg3692">
                <a:extLst>
                  <a:ext uri="{FF2B5EF4-FFF2-40B4-BE49-F238E27FC236}">
                    <a16:creationId xmlns:a16="http://schemas.microsoft.com/office/drawing/2014/main" id="{A1412AB0-64BB-C321-95AD-61A19A2158AF}"/>
                  </a:ext>
                </a:extLst>
              </p:cNvPr>
              <p:cNvSpPr/>
              <p:nvPr/>
            </p:nvSpPr>
            <p:spPr>
              <a:xfrm>
                <a:off x="4577915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94" name="pg3693">
                <a:extLst>
                  <a:ext uri="{FF2B5EF4-FFF2-40B4-BE49-F238E27FC236}">
                    <a16:creationId xmlns:a16="http://schemas.microsoft.com/office/drawing/2014/main" id="{88DDA8D9-8EB1-47B5-CCF1-CFFC170E60D0}"/>
                  </a:ext>
                </a:extLst>
              </p:cNvPr>
              <p:cNvSpPr/>
              <p:nvPr/>
            </p:nvSpPr>
            <p:spPr>
              <a:xfrm>
                <a:off x="4589552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95" name="pg3694">
                <a:extLst>
                  <a:ext uri="{FF2B5EF4-FFF2-40B4-BE49-F238E27FC236}">
                    <a16:creationId xmlns:a16="http://schemas.microsoft.com/office/drawing/2014/main" id="{2846B3AA-FCBF-0502-F4F7-71800D17F294}"/>
                  </a:ext>
                </a:extLst>
              </p:cNvPr>
              <p:cNvSpPr/>
              <p:nvPr/>
            </p:nvSpPr>
            <p:spPr>
              <a:xfrm>
                <a:off x="4601190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96" name="pg3695">
                <a:extLst>
                  <a:ext uri="{FF2B5EF4-FFF2-40B4-BE49-F238E27FC236}">
                    <a16:creationId xmlns:a16="http://schemas.microsoft.com/office/drawing/2014/main" id="{36442909-B138-0DA1-CB5F-E8A6AC7636AF}"/>
                  </a:ext>
                </a:extLst>
              </p:cNvPr>
              <p:cNvSpPr/>
              <p:nvPr/>
            </p:nvSpPr>
            <p:spPr>
              <a:xfrm>
                <a:off x="4682651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97" name="pg3696">
                <a:extLst>
                  <a:ext uri="{FF2B5EF4-FFF2-40B4-BE49-F238E27FC236}">
                    <a16:creationId xmlns:a16="http://schemas.microsoft.com/office/drawing/2014/main" id="{4D2ABEE0-1127-D8C4-F53B-4A4B2C6CEACA}"/>
                  </a:ext>
                </a:extLst>
              </p:cNvPr>
              <p:cNvSpPr/>
              <p:nvPr/>
            </p:nvSpPr>
            <p:spPr>
              <a:xfrm>
                <a:off x="4694288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98" name="pg3697">
                <a:extLst>
                  <a:ext uri="{FF2B5EF4-FFF2-40B4-BE49-F238E27FC236}">
                    <a16:creationId xmlns:a16="http://schemas.microsoft.com/office/drawing/2014/main" id="{42156CC6-669D-696F-204C-783DDF1C521A}"/>
                  </a:ext>
                </a:extLst>
              </p:cNvPr>
              <p:cNvSpPr/>
              <p:nvPr/>
            </p:nvSpPr>
            <p:spPr>
              <a:xfrm>
                <a:off x="4705925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099" name="pg3698">
                <a:extLst>
                  <a:ext uri="{FF2B5EF4-FFF2-40B4-BE49-F238E27FC236}">
                    <a16:creationId xmlns:a16="http://schemas.microsoft.com/office/drawing/2014/main" id="{A9BF8EF0-6F34-CDBB-2AC0-17E41FD6B81B}"/>
                  </a:ext>
                </a:extLst>
              </p:cNvPr>
              <p:cNvSpPr/>
              <p:nvPr/>
            </p:nvSpPr>
            <p:spPr>
              <a:xfrm>
                <a:off x="4717563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8A9">
                  <a:alpha val="100000"/>
                </a:srgbClr>
              </a:solidFill>
              <a:ln w="5420" cap="flat">
                <a:solidFill>
                  <a:srgbClr val="36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00" name="pg3699">
                <a:extLst>
                  <a:ext uri="{FF2B5EF4-FFF2-40B4-BE49-F238E27FC236}">
                    <a16:creationId xmlns:a16="http://schemas.microsoft.com/office/drawing/2014/main" id="{CA0F3DA2-C6EA-4B7C-A3CA-E49D36F1375D}"/>
                  </a:ext>
                </a:extLst>
              </p:cNvPr>
              <p:cNvSpPr/>
              <p:nvPr/>
            </p:nvSpPr>
            <p:spPr>
              <a:xfrm>
                <a:off x="4729200" y="52962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598A9">
                  <a:alpha val="100000"/>
                </a:srgbClr>
              </a:solidFill>
              <a:ln w="5420" cap="flat">
                <a:solidFill>
                  <a:srgbClr val="3598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01" name="pg3700">
                <a:extLst>
                  <a:ext uri="{FF2B5EF4-FFF2-40B4-BE49-F238E27FC236}">
                    <a16:creationId xmlns:a16="http://schemas.microsoft.com/office/drawing/2014/main" id="{4DA28F88-4964-A936-B1CD-BD42CC2F4891}"/>
                  </a:ext>
                </a:extLst>
              </p:cNvPr>
              <p:cNvSpPr/>
              <p:nvPr/>
            </p:nvSpPr>
            <p:spPr>
              <a:xfrm>
                <a:off x="2878865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4CB1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02" name="pg3701">
                <a:extLst>
                  <a:ext uri="{FF2B5EF4-FFF2-40B4-BE49-F238E27FC236}">
                    <a16:creationId xmlns:a16="http://schemas.microsoft.com/office/drawing/2014/main" id="{76AD0F32-3E61-AB67-B811-EE5A1A98F720}"/>
                  </a:ext>
                </a:extLst>
              </p:cNvPr>
              <p:cNvSpPr/>
              <p:nvPr/>
            </p:nvSpPr>
            <p:spPr>
              <a:xfrm>
                <a:off x="2890502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CB2AB">
                  <a:alpha val="100000"/>
                </a:srgbClr>
              </a:solidFill>
              <a:ln w="5420" cap="flat">
                <a:solidFill>
                  <a:srgbClr val="4C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03" name="pg3702">
                <a:extLst>
                  <a:ext uri="{FF2B5EF4-FFF2-40B4-BE49-F238E27FC236}">
                    <a16:creationId xmlns:a16="http://schemas.microsoft.com/office/drawing/2014/main" id="{F2FBCAEC-07D7-AA52-966B-7539965201CF}"/>
                  </a:ext>
                </a:extLst>
              </p:cNvPr>
              <p:cNvSpPr/>
              <p:nvPr/>
            </p:nvSpPr>
            <p:spPr>
              <a:xfrm>
                <a:off x="2902139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04" name="pg3703">
                <a:extLst>
                  <a:ext uri="{FF2B5EF4-FFF2-40B4-BE49-F238E27FC236}">
                    <a16:creationId xmlns:a16="http://schemas.microsoft.com/office/drawing/2014/main" id="{7BF36E0F-1BFF-A81D-D07B-534BB1D9CF8B}"/>
                  </a:ext>
                </a:extLst>
              </p:cNvPr>
              <p:cNvSpPr/>
              <p:nvPr/>
            </p:nvSpPr>
            <p:spPr>
              <a:xfrm>
                <a:off x="2913777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05" name="pg3704">
                <a:extLst>
                  <a:ext uri="{FF2B5EF4-FFF2-40B4-BE49-F238E27FC236}">
                    <a16:creationId xmlns:a16="http://schemas.microsoft.com/office/drawing/2014/main" id="{88B241DF-D88D-022A-7C2B-F509F2BF0A55}"/>
                  </a:ext>
                </a:extLst>
              </p:cNvPr>
              <p:cNvSpPr/>
              <p:nvPr/>
            </p:nvSpPr>
            <p:spPr>
              <a:xfrm>
                <a:off x="2925414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06" name="pg3705">
                <a:extLst>
                  <a:ext uri="{FF2B5EF4-FFF2-40B4-BE49-F238E27FC236}">
                    <a16:creationId xmlns:a16="http://schemas.microsoft.com/office/drawing/2014/main" id="{C982797B-46CE-B816-7CF8-9D73EE7FF70A}"/>
                  </a:ext>
                </a:extLst>
              </p:cNvPr>
              <p:cNvSpPr/>
              <p:nvPr/>
            </p:nvSpPr>
            <p:spPr>
              <a:xfrm>
                <a:off x="4543003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07" name="pg3706">
                <a:extLst>
                  <a:ext uri="{FF2B5EF4-FFF2-40B4-BE49-F238E27FC236}">
                    <a16:creationId xmlns:a16="http://schemas.microsoft.com/office/drawing/2014/main" id="{A552C2AE-6B5F-A11C-EAFA-F02400B4CF9A}"/>
                  </a:ext>
                </a:extLst>
              </p:cNvPr>
              <p:cNvSpPr/>
              <p:nvPr/>
            </p:nvSpPr>
            <p:spPr>
              <a:xfrm>
                <a:off x="4554640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08" name="pg3707">
                <a:extLst>
                  <a:ext uri="{FF2B5EF4-FFF2-40B4-BE49-F238E27FC236}">
                    <a16:creationId xmlns:a16="http://schemas.microsoft.com/office/drawing/2014/main" id="{A1B31BCB-7C0F-E43C-95D3-2E3990E9C999}"/>
                  </a:ext>
                </a:extLst>
              </p:cNvPr>
              <p:cNvSpPr/>
              <p:nvPr/>
            </p:nvSpPr>
            <p:spPr>
              <a:xfrm>
                <a:off x="4566278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09" name="pg3708">
                <a:extLst>
                  <a:ext uri="{FF2B5EF4-FFF2-40B4-BE49-F238E27FC236}">
                    <a16:creationId xmlns:a16="http://schemas.microsoft.com/office/drawing/2014/main" id="{02A97F37-BEC4-C698-D61C-A528E8B1E742}"/>
                  </a:ext>
                </a:extLst>
              </p:cNvPr>
              <p:cNvSpPr/>
              <p:nvPr/>
            </p:nvSpPr>
            <p:spPr>
              <a:xfrm>
                <a:off x="4577915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10" name="pg3709">
                <a:extLst>
                  <a:ext uri="{FF2B5EF4-FFF2-40B4-BE49-F238E27FC236}">
                    <a16:creationId xmlns:a16="http://schemas.microsoft.com/office/drawing/2014/main" id="{E5EE3407-D30C-EFC2-142F-6D568197D4BF}"/>
                  </a:ext>
                </a:extLst>
              </p:cNvPr>
              <p:cNvSpPr/>
              <p:nvPr/>
            </p:nvSpPr>
            <p:spPr>
              <a:xfrm>
                <a:off x="4589552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11" name="pg3710">
                <a:extLst>
                  <a:ext uri="{FF2B5EF4-FFF2-40B4-BE49-F238E27FC236}">
                    <a16:creationId xmlns:a16="http://schemas.microsoft.com/office/drawing/2014/main" id="{571B2375-87E5-F4FB-A9D2-5D29F2D08A44}"/>
                  </a:ext>
                </a:extLst>
              </p:cNvPr>
              <p:cNvSpPr/>
              <p:nvPr/>
            </p:nvSpPr>
            <p:spPr>
              <a:xfrm>
                <a:off x="4601190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12" name="pg3711">
                <a:extLst>
                  <a:ext uri="{FF2B5EF4-FFF2-40B4-BE49-F238E27FC236}">
                    <a16:creationId xmlns:a16="http://schemas.microsoft.com/office/drawing/2014/main" id="{743FF2E4-6A13-88A9-6C85-31708B059E98}"/>
                  </a:ext>
                </a:extLst>
              </p:cNvPr>
              <p:cNvSpPr/>
              <p:nvPr/>
            </p:nvSpPr>
            <p:spPr>
              <a:xfrm>
                <a:off x="4612827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13" name="pg3712">
                <a:extLst>
                  <a:ext uri="{FF2B5EF4-FFF2-40B4-BE49-F238E27FC236}">
                    <a16:creationId xmlns:a16="http://schemas.microsoft.com/office/drawing/2014/main" id="{3AE4B2A0-6B40-A397-B824-F2B39971F3B7}"/>
                  </a:ext>
                </a:extLst>
              </p:cNvPr>
              <p:cNvSpPr/>
              <p:nvPr/>
            </p:nvSpPr>
            <p:spPr>
              <a:xfrm>
                <a:off x="4671013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14" name="pg3713">
                <a:extLst>
                  <a:ext uri="{FF2B5EF4-FFF2-40B4-BE49-F238E27FC236}">
                    <a16:creationId xmlns:a16="http://schemas.microsoft.com/office/drawing/2014/main" id="{7DAEA61D-221E-3219-B834-7B800F880416}"/>
                  </a:ext>
                </a:extLst>
              </p:cNvPr>
              <p:cNvSpPr/>
              <p:nvPr/>
            </p:nvSpPr>
            <p:spPr>
              <a:xfrm>
                <a:off x="4682651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15" name="pg3714">
                <a:extLst>
                  <a:ext uri="{FF2B5EF4-FFF2-40B4-BE49-F238E27FC236}">
                    <a16:creationId xmlns:a16="http://schemas.microsoft.com/office/drawing/2014/main" id="{4AF10268-34F4-5CF1-2E98-2A65D8A283E9}"/>
                  </a:ext>
                </a:extLst>
              </p:cNvPr>
              <p:cNvSpPr/>
              <p:nvPr/>
            </p:nvSpPr>
            <p:spPr>
              <a:xfrm>
                <a:off x="4694288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16" name="pg3715">
                <a:extLst>
                  <a:ext uri="{FF2B5EF4-FFF2-40B4-BE49-F238E27FC236}">
                    <a16:creationId xmlns:a16="http://schemas.microsoft.com/office/drawing/2014/main" id="{51978B83-658E-772C-6B47-7D4D6991C5D5}"/>
                  </a:ext>
                </a:extLst>
              </p:cNvPr>
              <p:cNvSpPr/>
              <p:nvPr/>
            </p:nvSpPr>
            <p:spPr>
              <a:xfrm>
                <a:off x="4705925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17" name="pg3716">
                <a:extLst>
                  <a:ext uri="{FF2B5EF4-FFF2-40B4-BE49-F238E27FC236}">
                    <a16:creationId xmlns:a16="http://schemas.microsoft.com/office/drawing/2014/main" id="{BE30557C-434D-CCBA-E2F0-59886AA59EA5}"/>
                  </a:ext>
                </a:extLst>
              </p:cNvPr>
              <p:cNvSpPr/>
              <p:nvPr/>
            </p:nvSpPr>
            <p:spPr>
              <a:xfrm>
                <a:off x="4717563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18" name="pg3717">
                <a:extLst>
                  <a:ext uri="{FF2B5EF4-FFF2-40B4-BE49-F238E27FC236}">
                    <a16:creationId xmlns:a16="http://schemas.microsoft.com/office/drawing/2014/main" id="{8B9E6469-EE86-B316-6436-8278D4988DB0}"/>
                  </a:ext>
                </a:extLst>
              </p:cNvPr>
              <p:cNvSpPr/>
              <p:nvPr/>
            </p:nvSpPr>
            <p:spPr>
              <a:xfrm>
                <a:off x="4729200" y="531052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19" name="pg3718">
                <a:extLst>
                  <a:ext uri="{FF2B5EF4-FFF2-40B4-BE49-F238E27FC236}">
                    <a16:creationId xmlns:a16="http://schemas.microsoft.com/office/drawing/2014/main" id="{64363ED6-77B7-D015-3B4D-084DA44EC673}"/>
                  </a:ext>
                </a:extLst>
              </p:cNvPr>
              <p:cNvSpPr/>
              <p:nvPr/>
            </p:nvSpPr>
            <p:spPr>
              <a:xfrm>
                <a:off x="2878865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20" name="pg3719">
                <a:extLst>
                  <a:ext uri="{FF2B5EF4-FFF2-40B4-BE49-F238E27FC236}">
                    <a16:creationId xmlns:a16="http://schemas.microsoft.com/office/drawing/2014/main" id="{94CD5076-589B-3DA0-ABD3-2C62725E6041}"/>
                  </a:ext>
                </a:extLst>
              </p:cNvPr>
              <p:cNvSpPr/>
              <p:nvPr/>
            </p:nvSpPr>
            <p:spPr>
              <a:xfrm>
                <a:off x="2890502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21" name="pg3720">
                <a:extLst>
                  <a:ext uri="{FF2B5EF4-FFF2-40B4-BE49-F238E27FC236}">
                    <a16:creationId xmlns:a16="http://schemas.microsoft.com/office/drawing/2014/main" id="{00051D1E-BE8F-114D-826D-F530F1B692AD}"/>
                  </a:ext>
                </a:extLst>
              </p:cNvPr>
              <p:cNvSpPr/>
              <p:nvPr/>
            </p:nvSpPr>
            <p:spPr>
              <a:xfrm>
                <a:off x="2902139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22" name="pg3721">
                <a:extLst>
                  <a:ext uri="{FF2B5EF4-FFF2-40B4-BE49-F238E27FC236}">
                    <a16:creationId xmlns:a16="http://schemas.microsoft.com/office/drawing/2014/main" id="{4E3B62B3-9C32-087B-0EB7-7264667C9B39}"/>
                  </a:ext>
                </a:extLst>
              </p:cNvPr>
              <p:cNvSpPr/>
              <p:nvPr/>
            </p:nvSpPr>
            <p:spPr>
              <a:xfrm>
                <a:off x="2913777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23" name="pg3722">
                <a:extLst>
                  <a:ext uri="{FF2B5EF4-FFF2-40B4-BE49-F238E27FC236}">
                    <a16:creationId xmlns:a16="http://schemas.microsoft.com/office/drawing/2014/main" id="{5C4D08B5-D69F-A268-7902-4F975C4720E7}"/>
                  </a:ext>
                </a:extLst>
              </p:cNvPr>
              <p:cNvSpPr/>
              <p:nvPr/>
            </p:nvSpPr>
            <p:spPr>
              <a:xfrm>
                <a:off x="2925414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24" name="pg3723">
                <a:extLst>
                  <a:ext uri="{FF2B5EF4-FFF2-40B4-BE49-F238E27FC236}">
                    <a16:creationId xmlns:a16="http://schemas.microsoft.com/office/drawing/2014/main" id="{574EC3A2-3AE6-14B4-1E08-DA98EB33B2C4}"/>
                  </a:ext>
                </a:extLst>
              </p:cNvPr>
              <p:cNvSpPr/>
              <p:nvPr/>
            </p:nvSpPr>
            <p:spPr>
              <a:xfrm>
                <a:off x="4566278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25" name="pg3724">
                <a:extLst>
                  <a:ext uri="{FF2B5EF4-FFF2-40B4-BE49-F238E27FC236}">
                    <a16:creationId xmlns:a16="http://schemas.microsoft.com/office/drawing/2014/main" id="{CA6F6165-F75F-965C-1307-1F134FA29338}"/>
                  </a:ext>
                </a:extLst>
              </p:cNvPr>
              <p:cNvSpPr/>
              <p:nvPr/>
            </p:nvSpPr>
            <p:spPr>
              <a:xfrm>
                <a:off x="4577915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26" name="pg3725">
                <a:extLst>
                  <a:ext uri="{FF2B5EF4-FFF2-40B4-BE49-F238E27FC236}">
                    <a16:creationId xmlns:a16="http://schemas.microsoft.com/office/drawing/2014/main" id="{83BD9881-19FA-E89C-A691-494EC6D18C4A}"/>
                  </a:ext>
                </a:extLst>
              </p:cNvPr>
              <p:cNvSpPr/>
              <p:nvPr/>
            </p:nvSpPr>
            <p:spPr>
              <a:xfrm>
                <a:off x="4589552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27" name="pg3726">
                <a:extLst>
                  <a:ext uri="{FF2B5EF4-FFF2-40B4-BE49-F238E27FC236}">
                    <a16:creationId xmlns:a16="http://schemas.microsoft.com/office/drawing/2014/main" id="{1D1DDAE0-5B44-6D08-7D4E-A239147361C5}"/>
                  </a:ext>
                </a:extLst>
              </p:cNvPr>
              <p:cNvSpPr/>
              <p:nvPr/>
            </p:nvSpPr>
            <p:spPr>
              <a:xfrm>
                <a:off x="4601190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28" name="pg3727">
                <a:extLst>
                  <a:ext uri="{FF2B5EF4-FFF2-40B4-BE49-F238E27FC236}">
                    <a16:creationId xmlns:a16="http://schemas.microsoft.com/office/drawing/2014/main" id="{E1D1C315-CFB7-211F-A352-B45D365B19A8}"/>
                  </a:ext>
                </a:extLst>
              </p:cNvPr>
              <p:cNvSpPr/>
              <p:nvPr/>
            </p:nvSpPr>
            <p:spPr>
              <a:xfrm>
                <a:off x="4612827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29" name="pg3728">
                <a:extLst>
                  <a:ext uri="{FF2B5EF4-FFF2-40B4-BE49-F238E27FC236}">
                    <a16:creationId xmlns:a16="http://schemas.microsoft.com/office/drawing/2014/main" id="{E0DD6692-611F-645A-2349-B38315986887}"/>
                  </a:ext>
                </a:extLst>
              </p:cNvPr>
              <p:cNvSpPr/>
              <p:nvPr/>
            </p:nvSpPr>
            <p:spPr>
              <a:xfrm>
                <a:off x="4671013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30" name="pg3729">
                <a:extLst>
                  <a:ext uri="{FF2B5EF4-FFF2-40B4-BE49-F238E27FC236}">
                    <a16:creationId xmlns:a16="http://schemas.microsoft.com/office/drawing/2014/main" id="{5A1F2740-49B8-2D56-FBB4-1D5778FCF574}"/>
                  </a:ext>
                </a:extLst>
              </p:cNvPr>
              <p:cNvSpPr/>
              <p:nvPr/>
            </p:nvSpPr>
            <p:spPr>
              <a:xfrm>
                <a:off x="4682651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31" name="pg3730">
                <a:extLst>
                  <a:ext uri="{FF2B5EF4-FFF2-40B4-BE49-F238E27FC236}">
                    <a16:creationId xmlns:a16="http://schemas.microsoft.com/office/drawing/2014/main" id="{D82A7F46-9DE5-3D50-BA0E-8D53B513B449}"/>
                  </a:ext>
                </a:extLst>
              </p:cNvPr>
              <p:cNvSpPr/>
              <p:nvPr/>
            </p:nvSpPr>
            <p:spPr>
              <a:xfrm>
                <a:off x="4694288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32" name="pg3731">
                <a:extLst>
                  <a:ext uri="{FF2B5EF4-FFF2-40B4-BE49-F238E27FC236}">
                    <a16:creationId xmlns:a16="http://schemas.microsoft.com/office/drawing/2014/main" id="{F8472A02-4F46-B9FC-84A4-B847397BCB6B}"/>
                  </a:ext>
                </a:extLst>
              </p:cNvPr>
              <p:cNvSpPr/>
              <p:nvPr/>
            </p:nvSpPr>
            <p:spPr>
              <a:xfrm>
                <a:off x="4705925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33" name="pg3732">
                <a:extLst>
                  <a:ext uri="{FF2B5EF4-FFF2-40B4-BE49-F238E27FC236}">
                    <a16:creationId xmlns:a16="http://schemas.microsoft.com/office/drawing/2014/main" id="{3F253B5D-07C3-C613-61CD-4DE9D25CCEC9}"/>
                  </a:ext>
                </a:extLst>
              </p:cNvPr>
              <p:cNvSpPr/>
              <p:nvPr/>
            </p:nvSpPr>
            <p:spPr>
              <a:xfrm>
                <a:off x="4717563" y="532482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699A9">
                  <a:alpha val="100000"/>
                </a:srgbClr>
              </a:solidFill>
              <a:ln w="5420" cap="flat">
                <a:solidFill>
                  <a:srgbClr val="36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34" name="pg3733">
                <a:extLst>
                  <a:ext uri="{FF2B5EF4-FFF2-40B4-BE49-F238E27FC236}">
                    <a16:creationId xmlns:a16="http://schemas.microsoft.com/office/drawing/2014/main" id="{0A17F12D-E73A-068F-1D35-C5AD97F3F20A}"/>
                  </a:ext>
                </a:extLst>
              </p:cNvPr>
              <p:cNvSpPr/>
              <p:nvPr/>
            </p:nvSpPr>
            <p:spPr>
              <a:xfrm>
                <a:off x="2867227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35" name="pg3734">
                <a:extLst>
                  <a:ext uri="{FF2B5EF4-FFF2-40B4-BE49-F238E27FC236}">
                    <a16:creationId xmlns:a16="http://schemas.microsoft.com/office/drawing/2014/main" id="{D1C2FB78-3E9E-EED3-7DE0-620DEC759104}"/>
                  </a:ext>
                </a:extLst>
              </p:cNvPr>
              <p:cNvSpPr/>
              <p:nvPr/>
            </p:nvSpPr>
            <p:spPr>
              <a:xfrm>
                <a:off x="2878865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36" name="pg3735">
                <a:extLst>
                  <a:ext uri="{FF2B5EF4-FFF2-40B4-BE49-F238E27FC236}">
                    <a16:creationId xmlns:a16="http://schemas.microsoft.com/office/drawing/2014/main" id="{5C0ED473-F3EC-EFB3-C0BD-2BE394E66B17}"/>
                  </a:ext>
                </a:extLst>
              </p:cNvPr>
              <p:cNvSpPr/>
              <p:nvPr/>
            </p:nvSpPr>
            <p:spPr>
              <a:xfrm>
                <a:off x="2890502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37" name="pg3736">
                <a:extLst>
                  <a:ext uri="{FF2B5EF4-FFF2-40B4-BE49-F238E27FC236}">
                    <a16:creationId xmlns:a16="http://schemas.microsoft.com/office/drawing/2014/main" id="{6409DC48-A6F4-2EFF-9882-80E3096A9FC6}"/>
                  </a:ext>
                </a:extLst>
              </p:cNvPr>
              <p:cNvSpPr/>
              <p:nvPr/>
            </p:nvSpPr>
            <p:spPr>
              <a:xfrm>
                <a:off x="2902139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38" name="pg3737">
                <a:extLst>
                  <a:ext uri="{FF2B5EF4-FFF2-40B4-BE49-F238E27FC236}">
                    <a16:creationId xmlns:a16="http://schemas.microsoft.com/office/drawing/2014/main" id="{EBAADF7A-3452-29CA-12D6-97D521C3CC30}"/>
                  </a:ext>
                </a:extLst>
              </p:cNvPr>
              <p:cNvSpPr/>
              <p:nvPr/>
            </p:nvSpPr>
            <p:spPr>
              <a:xfrm>
                <a:off x="2913777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39" name="pg3738">
                <a:extLst>
                  <a:ext uri="{FF2B5EF4-FFF2-40B4-BE49-F238E27FC236}">
                    <a16:creationId xmlns:a16="http://schemas.microsoft.com/office/drawing/2014/main" id="{879141F4-FD10-EED3-85B7-5BDF40900BDD}"/>
                  </a:ext>
                </a:extLst>
              </p:cNvPr>
              <p:cNvSpPr/>
              <p:nvPr/>
            </p:nvSpPr>
            <p:spPr>
              <a:xfrm>
                <a:off x="4577915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40" name="pg3739">
                <a:extLst>
                  <a:ext uri="{FF2B5EF4-FFF2-40B4-BE49-F238E27FC236}">
                    <a16:creationId xmlns:a16="http://schemas.microsoft.com/office/drawing/2014/main" id="{CD333E38-5345-5850-7B77-C159B5F33204}"/>
                  </a:ext>
                </a:extLst>
              </p:cNvPr>
              <p:cNvSpPr/>
              <p:nvPr/>
            </p:nvSpPr>
            <p:spPr>
              <a:xfrm>
                <a:off x="4589552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41" name="pg3740">
                <a:extLst>
                  <a:ext uri="{FF2B5EF4-FFF2-40B4-BE49-F238E27FC236}">
                    <a16:creationId xmlns:a16="http://schemas.microsoft.com/office/drawing/2014/main" id="{53E8C68C-417C-2E73-5AD2-C50FA3194A57}"/>
                  </a:ext>
                </a:extLst>
              </p:cNvPr>
              <p:cNvSpPr/>
              <p:nvPr/>
            </p:nvSpPr>
            <p:spPr>
              <a:xfrm>
                <a:off x="4601190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42" name="pg3741">
                <a:extLst>
                  <a:ext uri="{FF2B5EF4-FFF2-40B4-BE49-F238E27FC236}">
                    <a16:creationId xmlns:a16="http://schemas.microsoft.com/office/drawing/2014/main" id="{B9DEC795-C0C6-AAA3-ED24-27210EA4C0EA}"/>
                  </a:ext>
                </a:extLst>
              </p:cNvPr>
              <p:cNvSpPr/>
              <p:nvPr/>
            </p:nvSpPr>
            <p:spPr>
              <a:xfrm>
                <a:off x="4612827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43" name="pg3742">
                <a:extLst>
                  <a:ext uri="{FF2B5EF4-FFF2-40B4-BE49-F238E27FC236}">
                    <a16:creationId xmlns:a16="http://schemas.microsoft.com/office/drawing/2014/main" id="{6CD320E6-E550-61DA-2AB4-68BE6863960C}"/>
                  </a:ext>
                </a:extLst>
              </p:cNvPr>
              <p:cNvSpPr/>
              <p:nvPr/>
            </p:nvSpPr>
            <p:spPr>
              <a:xfrm>
                <a:off x="4624464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44" name="pg3743">
                <a:extLst>
                  <a:ext uri="{FF2B5EF4-FFF2-40B4-BE49-F238E27FC236}">
                    <a16:creationId xmlns:a16="http://schemas.microsoft.com/office/drawing/2014/main" id="{9BC07ECD-FFD2-33CB-1C26-AC8D6E98C32D}"/>
                  </a:ext>
                </a:extLst>
              </p:cNvPr>
              <p:cNvSpPr/>
              <p:nvPr/>
            </p:nvSpPr>
            <p:spPr>
              <a:xfrm>
                <a:off x="4636101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45" name="pg3744">
                <a:extLst>
                  <a:ext uri="{FF2B5EF4-FFF2-40B4-BE49-F238E27FC236}">
                    <a16:creationId xmlns:a16="http://schemas.microsoft.com/office/drawing/2014/main" id="{20C1434F-FDBB-EA2E-149B-314C63C5B7AD}"/>
                  </a:ext>
                </a:extLst>
              </p:cNvPr>
              <p:cNvSpPr/>
              <p:nvPr/>
            </p:nvSpPr>
            <p:spPr>
              <a:xfrm>
                <a:off x="4659376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46" name="pg3745">
                <a:extLst>
                  <a:ext uri="{FF2B5EF4-FFF2-40B4-BE49-F238E27FC236}">
                    <a16:creationId xmlns:a16="http://schemas.microsoft.com/office/drawing/2014/main" id="{EA68CF16-391B-4730-52EA-465A3C67AF45}"/>
                  </a:ext>
                </a:extLst>
              </p:cNvPr>
              <p:cNvSpPr/>
              <p:nvPr/>
            </p:nvSpPr>
            <p:spPr>
              <a:xfrm>
                <a:off x="4671013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47" name="pg3746">
                <a:extLst>
                  <a:ext uri="{FF2B5EF4-FFF2-40B4-BE49-F238E27FC236}">
                    <a16:creationId xmlns:a16="http://schemas.microsoft.com/office/drawing/2014/main" id="{BEEA5C44-E224-C8BF-288C-5072413ACA23}"/>
                  </a:ext>
                </a:extLst>
              </p:cNvPr>
              <p:cNvSpPr/>
              <p:nvPr/>
            </p:nvSpPr>
            <p:spPr>
              <a:xfrm>
                <a:off x="4682651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48" name="pg3747">
                <a:extLst>
                  <a:ext uri="{FF2B5EF4-FFF2-40B4-BE49-F238E27FC236}">
                    <a16:creationId xmlns:a16="http://schemas.microsoft.com/office/drawing/2014/main" id="{BADEAA9F-9AD3-2E4B-4786-C7E1AA6130A3}"/>
                  </a:ext>
                </a:extLst>
              </p:cNvPr>
              <p:cNvSpPr/>
              <p:nvPr/>
            </p:nvSpPr>
            <p:spPr>
              <a:xfrm>
                <a:off x="4694288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49" name="pg3748">
                <a:extLst>
                  <a:ext uri="{FF2B5EF4-FFF2-40B4-BE49-F238E27FC236}">
                    <a16:creationId xmlns:a16="http://schemas.microsoft.com/office/drawing/2014/main" id="{A2CB454E-7C85-7989-5DC7-5F7B39127EE4}"/>
                  </a:ext>
                </a:extLst>
              </p:cNvPr>
              <p:cNvSpPr/>
              <p:nvPr/>
            </p:nvSpPr>
            <p:spPr>
              <a:xfrm>
                <a:off x="4705925" y="53391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9A9">
                  <a:alpha val="100000"/>
                </a:srgbClr>
              </a:solidFill>
              <a:ln w="5420" cap="flat">
                <a:solidFill>
                  <a:srgbClr val="3799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50" name="pg3749">
                <a:extLst>
                  <a:ext uri="{FF2B5EF4-FFF2-40B4-BE49-F238E27FC236}">
                    <a16:creationId xmlns:a16="http://schemas.microsoft.com/office/drawing/2014/main" id="{BAC145E0-0F38-B831-F600-E05C748EB770}"/>
                  </a:ext>
                </a:extLst>
              </p:cNvPr>
              <p:cNvSpPr/>
              <p:nvPr/>
            </p:nvSpPr>
            <p:spPr>
              <a:xfrm>
                <a:off x="2855590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51" name="pg3750">
                <a:extLst>
                  <a:ext uri="{FF2B5EF4-FFF2-40B4-BE49-F238E27FC236}">
                    <a16:creationId xmlns:a16="http://schemas.microsoft.com/office/drawing/2014/main" id="{57E80753-E995-6A1B-CBC9-5CF3439D7E64}"/>
                  </a:ext>
                </a:extLst>
              </p:cNvPr>
              <p:cNvSpPr/>
              <p:nvPr/>
            </p:nvSpPr>
            <p:spPr>
              <a:xfrm>
                <a:off x="2867227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52" name="pg3751">
                <a:extLst>
                  <a:ext uri="{FF2B5EF4-FFF2-40B4-BE49-F238E27FC236}">
                    <a16:creationId xmlns:a16="http://schemas.microsoft.com/office/drawing/2014/main" id="{62B4B668-1AF6-F5B3-5DCC-F300334A597B}"/>
                  </a:ext>
                </a:extLst>
              </p:cNvPr>
              <p:cNvSpPr/>
              <p:nvPr/>
            </p:nvSpPr>
            <p:spPr>
              <a:xfrm>
                <a:off x="2878865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53" name="pg3752">
                <a:extLst>
                  <a:ext uri="{FF2B5EF4-FFF2-40B4-BE49-F238E27FC236}">
                    <a16:creationId xmlns:a16="http://schemas.microsoft.com/office/drawing/2014/main" id="{0160CA7E-F3C2-CCB3-24FA-A361ABB58771}"/>
                  </a:ext>
                </a:extLst>
              </p:cNvPr>
              <p:cNvSpPr/>
              <p:nvPr/>
            </p:nvSpPr>
            <p:spPr>
              <a:xfrm>
                <a:off x="2890502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54" name="pg3753">
                <a:extLst>
                  <a:ext uri="{FF2B5EF4-FFF2-40B4-BE49-F238E27FC236}">
                    <a16:creationId xmlns:a16="http://schemas.microsoft.com/office/drawing/2014/main" id="{73304EC1-5F22-62FA-5AB2-D29136B8695F}"/>
                  </a:ext>
                </a:extLst>
              </p:cNvPr>
              <p:cNvSpPr/>
              <p:nvPr/>
            </p:nvSpPr>
            <p:spPr>
              <a:xfrm>
                <a:off x="2902139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55" name="pg3754">
                <a:extLst>
                  <a:ext uri="{FF2B5EF4-FFF2-40B4-BE49-F238E27FC236}">
                    <a16:creationId xmlns:a16="http://schemas.microsoft.com/office/drawing/2014/main" id="{0828FB41-4BE0-F4EB-BDC9-AEFDD4B0E4F8}"/>
                  </a:ext>
                </a:extLst>
              </p:cNvPr>
              <p:cNvSpPr/>
              <p:nvPr/>
            </p:nvSpPr>
            <p:spPr>
              <a:xfrm>
                <a:off x="2913777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56" name="pg3755">
                <a:extLst>
                  <a:ext uri="{FF2B5EF4-FFF2-40B4-BE49-F238E27FC236}">
                    <a16:creationId xmlns:a16="http://schemas.microsoft.com/office/drawing/2014/main" id="{44B6AB1C-1AF3-EB37-14EA-1BEEBE52E8F0}"/>
                  </a:ext>
                </a:extLst>
              </p:cNvPr>
              <p:cNvSpPr/>
              <p:nvPr/>
            </p:nvSpPr>
            <p:spPr>
              <a:xfrm>
                <a:off x="4577915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57" name="pg3756">
                <a:extLst>
                  <a:ext uri="{FF2B5EF4-FFF2-40B4-BE49-F238E27FC236}">
                    <a16:creationId xmlns:a16="http://schemas.microsoft.com/office/drawing/2014/main" id="{9B6555F2-2131-94C4-2936-F0E586F92B75}"/>
                  </a:ext>
                </a:extLst>
              </p:cNvPr>
              <p:cNvSpPr/>
              <p:nvPr/>
            </p:nvSpPr>
            <p:spPr>
              <a:xfrm>
                <a:off x="4589552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58" name="pg3757">
                <a:extLst>
                  <a:ext uri="{FF2B5EF4-FFF2-40B4-BE49-F238E27FC236}">
                    <a16:creationId xmlns:a16="http://schemas.microsoft.com/office/drawing/2014/main" id="{3A2AAF0F-DB1C-12EF-0E48-0132EA5E7A4B}"/>
                  </a:ext>
                </a:extLst>
              </p:cNvPr>
              <p:cNvSpPr/>
              <p:nvPr/>
            </p:nvSpPr>
            <p:spPr>
              <a:xfrm>
                <a:off x="4601190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59" name="pg3758">
                <a:extLst>
                  <a:ext uri="{FF2B5EF4-FFF2-40B4-BE49-F238E27FC236}">
                    <a16:creationId xmlns:a16="http://schemas.microsoft.com/office/drawing/2014/main" id="{B14A677E-24EC-DA1A-C3BC-C07944CDCB90}"/>
                  </a:ext>
                </a:extLst>
              </p:cNvPr>
              <p:cNvSpPr/>
              <p:nvPr/>
            </p:nvSpPr>
            <p:spPr>
              <a:xfrm>
                <a:off x="4612827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60" name="pg3759">
                <a:extLst>
                  <a:ext uri="{FF2B5EF4-FFF2-40B4-BE49-F238E27FC236}">
                    <a16:creationId xmlns:a16="http://schemas.microsoft.com/office/drawing/2014/main" id="{86CE403B-E428-3552-7B37-A91FB9B0E142}"/>
                  </a:ext>
                </a:extLst>
              </p:cNvPr>
              <p:cNvSpPr/>
              <p:nvPr/>
            </p:nvSpPr>
            <p:spPr>
              <a:xfrm>
                <a:off x="4624464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61" name="pg3760">
                <a:extLst>
                  <a:ext uri="{FF2B5EF4-FFF2-40B4-BE49-F238E27FC236}">
                    <a16:creationId xmlns:a16="http://schemas.microsoft.com/office/drawing/2014/main" id="{816BE362-08E4-E0DD-EBC0-DCED171311E6}"/>
                  </a:ext>
                </a:extLst>
              </p:cNvPr>
              <p:cNvSpPr/>
              <p:nvPr/>
            </p:nvSpPr>
            <p:spPr>
              <a:xfrm>
                <a:off x="4636101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62" name="pg3761">
                <a:extLst>
                  <a:ext uri="{FF2B5EF4-FFF2-40B4-BE49-F238E27FC236}">
                    <a16:creationId xmlns:a16="http://schemas.microsoft.com/office/drawing/2014/main" id="{FC1B6257-457C-6CA9-98E8-414D8E78EFBD}"/>
                  </a:ext>
                </a:extLst>
              </p:cNvPr>
              <p:cNvSpPr/>
              <p:nvPr/>
            </p:nvSpPr>
            <p:spPr>
              <a:xfrm>
                <a:off x="4647739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63" name="pg3762">
                <a:extLst>
                  <a:ext uri="{FF2B5EF4-FFF2-40B4-BE49-F238E27FC236}">
                    <a16:creationId xmlns:a16="http://schemas.microsoft.com/office/drawing/2014/main" id="{039E594C-3B97-8073-BB99-99641F33A38B}"/>
                  </a:ext>
                </a:extLst>
              </p:cNvPr>
              <p:cNvSpPr/>
              <p:nvPr/>
            </p:nvSpPr>
            <p:spPr>
              <a:xfrm>
                <a:off x="4659376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64" name="pg3763">
                <a:extLst>
                  <a:ext uri="{FF2B5EF4-FFF2-40B4-BE49-F238E27FC236}">
                    <a16:creationId xmlns:a16="http://schemas.microsoft.com/office/drawing/2014/main" id="{19C9E27A-9FE7-94ED-E1C4-F85D093F140D}"/>
                  </a:ext>
                </a:extLst>
              </p:cNvPr>
              <p:cNvSpPr/>
              <p:nvPr/>
            </p:nvSpPr>
            <p:spPr>
              <a:xfrm>
                <a:off x="4671013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65" name="pg3764">
                <a:extLst>
                  <a:ext uri="{FF2B5EF4-FFF2-40B4-BE49-F238E27FC236}">
                    <a16:creationId xmlns:a16="http://schemas.microsoft.com/office/drawing/2014/main" id="{158D1ED5-CFDC-D904-4B23-FD98788FE4DD}"/>
                  </a:ext>
                </a:extLst>
              </p:cNvPr>
              <p:cNvSpPr/>
              <p:nvPr/>
            </p:nvSpPr>
            <p:spPr>
              <a:xfrm>
                <a:off x="4682651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66" name="pg3765">
                <a:extLst>
                  <a:ext uri="{FF2B5EF4-FFF2-40B4-BE49-F238E27FC236}">
                    <a16:creationId xmlns:a16="http://schemas.microsoft.com/office/drawing/2014/main" id="{FCB5166D-34BF-945A-9CE3-E8060FF90A2F}"/>
                  </a:ext>
                </a:extLst>
              </p:cNvPr>
              <p:cNvSpPr/>
              <p:nvPr/>
            </p:nvSpPr>
            <p:spPr>
              <a:xfrm>
                <a:off x="4694288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67" name="pg3766">
                <a:extLst>
                  <a:ext uri="{FF2B5EF4-FFF2-40B4-BE49-F238E27FC236}">
                    <a16:creationId xmlns:a16="http://schemas.microsoft.com/office/drawing/2014/main" id="{C49463EF-AA9D-4198-54D7-C04DFCFD6DD6}"/>
                  </a:ext>
                </a:extLst>
              </p:cNvPr>
              <p:cNvSpPr/>
              <p:nvPr/>
            </p:nvSpPr>
            <p:spPr>
              <a:xfrm>
                <a:off x="4705925" y="5353422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68" name="pg3767">
                <a:extLst>
                  <a:ext uri="{FF2B5EF4-FFF2-40B4-BE49-F238E27FC236}">
                    <a16:creationId xmlns:a16="http://schemas.microsoft.com/office/drawing/2014/main" id="{D8E23704-615F-6D44-4F1A-4103A8B78B02}"/>
                  </a:ext>
                </a:extLst>
              </p:cNvPr>
              <p:cNvSpPr/>
              <p:nvPr/>
            </p:nvSpPr>
            <p:spPr>
              <a:xfrm>
                <a:off x="2855590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69" name="pg3768">
                <a:extLst>
                  <a:ext uri="{FF2B5EF4-FFF2-40B4-BE49-F238E27FC236}">
                    <a16:creationId xmlns:a16="http://schemas.microsoft.com/office/drawing/2014/main" id="{446D232E-CDB2-47D1-CD44-B17D52237CB7}"/>
                  </a:ext>
                </a:extLst>
              </p:cNvPr>
              <p:cNvSpPr/>
              <p:nvPr/>
            </p:nvSpPr>
            <p:spPr>
              <a:xfrm>
                <a:off x="2867227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70" name="pg3769">
                <a:extLst>
                  <a:ext uri="{FF2B5EF4-FFF2-40B4-BE49-F238E27FC236}">
                    <a16:creationId xmlns:a16="http://schemas.microsoft.com/office/drawing/2014/main" id="{2196120F-C0A3-1233-3661-8F1C229F4FA3}"/>
                  </a:ext>
                </a:extLst>
              </p:cNvPr>
              <p:cNvSpPr/>
              <p:nvPr/>
            </p:nvSpPr>
            <p:spPr>
              <a:xfrm>
                <a:off x="2878865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71" name="pg3770">
                <a:extLst>
                  <a:ext uri="{FF2B5EF4-FFF2-40B4-BE49-F238E27FC236}">
                    <a16:creationId xmlns:a16="http://schemas.microsoft.com/office/drawing/2014/main" id="{5407DCA1-39CA-83E8-2B1D-E8BF5A487A02}"/>
                  </a:ext>
                </a:extLst>
              </p:cNvPr>
              <p:cNvSpPr/>
              <p:nvPr/>
            </p:nvSpPr>
            <p:spPr>
              <a:xfrm>
                <a:off x="2890502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72" name="pg3771">
                <a:extLst>
                  <a:ext uri="{FF2B5EF4-FFF2-40B4-BE49-F238E27FC236}">
                    <a16:creationId xmlns:a16="http://schemas.microsoft.com/office/drawing/2014/main" id="{BC6B1160-0F50-3F07-CAB8-924EA8A77205}"/>
                  </a:ext>
                </a:extLst>
              </p:cNvPr>
              <p:cNvSpPr/>
              <p:nvPr/>
            </p:nvSpPr>
            <p:spPr>
              <a:xfrm>
                <a:off x="2902139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73" name="pg3772">
                <a:extLst>
                  <a:ext uri="{FF2B5EF4-FFF2-40B4-BE49-F238E27FC236}">
                    <a16:creationId xmlns:a16="http://schemas.microsoft.com/office/drawing/2014/main" id="{FA6FAA7A-37C0-9809-570F-08C052872F30}"/>
                  </a:ext>
                </a:extLst>
              </p:cNvPr>
              <p:cNvSpPr/>
              <p:nvPr/>
            </p:nvSpPr>
            <p:spPr>
              <a:xfrm>
                <a:off x="4577915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74" name="pg3773">
                <a:extLst>
                  <a:ext uri="{FF2B5EF4-FFF2-40B4-BE49-F238E27FC236}">
                    <a16:creationId xmlns:a16="http://schemas.microsoft.com/office/drawing/2014/main" id="{4E5D30CB-5ACC-1301-A816-C58B0B76D615}"/>
                  </a:ext>
                </a:extLst>
              </p:cNvPr>
              <p:cNvSpPr/>
              <p:nvPr/>
            </p:nvSpPr>
            <p:spPr>
              <a:xfrm>
                <a:off x="4589552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75" name="pg3774">
                <a:extLst>
                  <a:ext uri="{FF2B5EF4-FFF2-40B4-BE49-F238E27FC236}">
                    <a16:creationId xmlns:a16="http://schemas.microsoft.com/office/drawing/2014/main" id="{4E343F53-A47B-1370-7F22-6B6EE491E1A9}"/>
                  </a:ext>
                </a:extLst>
              </p:cNvPr>
              <p:cNvSpPr/>
              <p:nvPr/>
            </p:nvSpPr>
            <p:spPr>
              <a:xfrm>
                <a:off x="4601190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76" name="pg3775">
                <a:extLst>
                  <a:ext uri="{FF2B5EF4-FFF2-40B4-BE49-F238E27FC236}">
                    <a16:creationId xmlns:a16="http://schemas.microsoft.com/office/drawing/2014/main" id="{38030AF5-CA00-0399-A0A5-D5B79B9EE9FB}"/>
                  </a:ext>
                </a:extLst>
              </p:cNvPr>
              <p:cNvSpPr/>
              <p:nvPr/>
            </p:nvSpPr>
            <p:spPr>
              <a:xfrm>
                <a:off x="4612827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77" name="pg3776">
                <a:extLst>
                  <a:ext uri="{FF2B5EF4-FFF2-40B4-BE49-F238E27FC236}">
                    <a16:creationId xmlns:a16="http://schemas.microsoft.com/office/drawing/2014/main" id="{17BA9E87-4201-C599-8F06-49847DD70EDB}"/>
                  </a:ext>
                </a:extLst>
              </p:cNvPr>
              <p:cNvSpPr/>
              <p:nvPr/>
            </p:nvSpPr>
            <p:spPr>
              <a:xfrm>
                <a:off x="4624464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78" name="pg3777">
                <a:extLst>
                  <a:ext uri="{FF2B5EF4-FFF2-40B4-BE49-F238E27FC236}">
                    <a16:creationId xmlns:a16="http://schemas.microsoft.com/office/drawing/2014/main" id="{24C1C427-7DEC-B61F-335B-093A958E5EE6}"/>
                  </a:ext>
                </a:extLst>
              </p:cNvPr>
              <p:cNvSpPr/>
              <p:nvPr/>
            </p:nvSpPr>
            <p:spPr>
              <a:xfrm>
                <a:off x="4636101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79" name="pg3778">
                <a:extLst>
                  <a:ext uri="{FF2B5EF4-FFF2-40B4-BE49-F238E27FC236}">
                    <a16:creationId xmlns:a16="http://schemas.microsoft.com/office/drawing/2014/main" id="{DA4B6F74-6793-0036-22A3-21E92741D095}"/>
                  </a:ext>
                </a:extLst>
              </p:cNvPr>
              <p:cNvSpPr/>
              <p:nvPr/>
            </p:nvSpPr>
            <p:spPr>
              <a:xfrm>
                <a:off x="4647739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80" name="pg3779">
                <a:extLst>
                  <a:ext uri="{FF2B5EF4-FFF2-40B4-BE49-F238E27FC236}">
                    <a16:creationId xmlns:a16="http://schemas.microsoft.com/office/drawing/2014/main" id="{16B47A4E-17DA-0519-2919-C0CBFAF9B4B8}"/>
                  </a:ext>
                </a:extLst>
              </p:cNvPr>
              <p:cNvSpPr/>
              <p:nvPr/>
            </p:nvSpPr>
            <p:spPr>
              <a:xfrm>
                <a:off x="4659376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81" name="pg3780">
                <a:extLst>
                  <a:ext uri="{FF2B5EF4-FFF2-40B4-BE49-F238E27FC236}">
                    <a16:creationId xmlns:a16="http://schemas.microsoft.com/office/drawing/2014/main" id="{1F1906F4-6F37-5A18-917F-8A9313267B28}"/>
                  </a:ext>
                </a:extLst>
              </p:cNvPr>
              <p:cNvSpPr/>
              <p:nvPr/>
            </p:nvSpPr>
            <p:spPr>
              <a:xfrm>
                <a:off x="4671013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82" name="pg3781">
                <a:extLst>
                  <a:ext uri="{FF2B5EF4-FFF2-40B4-BE49-F238E27FC236}">
                    <a16:creationId xmlns:a16="http://schemas.microsoft.com/office/drawing/2014/main" id="{07E5A736-C0B8-6688-0233-EF7691F8D28A}"/>
                  </a:ext>
                </a:extLst>
              </p:cNvPr>
              <p:cNvSpPr/>
              <p:nvPr/>
            </p:nvSpPr>
            <p:spPr>
              <a:xfrm>
                <a:off x="4682651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AA9">
                  <a:alpha val="100000"/>
                </a:srgbClr>
              </a:solidFill>
              <a:ln w="5420" cap="flat">
                <a:solidFill>
                  <a:srgbClr val="38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83" name="pg3782">
                <a:extLst>
                  <a:ext uri="{FF2B5EF4-FFF2-40B4-BE49-F238E27FC236}">
                    <a16:creationId xmlns:a16="http://schemas.microsoft.com/office/drawing/2014/main" id="{D183AA92-28AA-D9F0-18D4-B529603D8D60}"/>
                  </a:ext>
                </a:extLst>
              </p:cNvPr>
              <p:cNvSpPr/>
              <p:nvPr/>
            </p:nvSpPr>
            <p:spPr>
              <a:xfrm>
                <a:off x="4694288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84" name="pg3783">
                <a:extLst>
                  <a:ext uri="{FF2B5EF4-FFF2-40B4-BE49-F238E27FC236}">
                    <a16:creationId xmlns:a16="http://schemas.microsoft.com/office/drawing/2014/main" id="{AA234BA8-D6F2-3C8B-ED81-2753E85422D1}"/>
                  </a:ext>
                </a:extLst>
              </p:cNvPr>
              <p:cNvSpPr/>
              <p:nvPr/>
            </p:nvSpPr>
            <p:spPr>
              <a:xfrm>
                <a:off x="4705925" y="53677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379A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85" name="pg3784">
                <a:extLst>
                  <a:ext uri="{FF2B5EF4-FFF2-40B4-BE49-F238E27FC236}">
                    <a16:creationId xmlns:a16="http://schemas.microsoft.com/office/drawing/2014/main" id="{2CD3CED5-2724-4888-7756-77C8299EFBFC}"/>
                  </a:ext>
                </a:extLst>
              </p:cNvPr>
              <p:cNvSpPr/>
              <p:nvPr/>
            </p:nvSpPr>
            <p:spPr>
              <a:xfrm>
                <a:off x="2855590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2AB">
                  <a:alpha val="100000"/>
                </a:srgbClr>
              </a:solidFill>
              <a:ln w="5420" cap="flat">
                <a:solidFill>
                  <a:srgbClr val="4DB2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86" name="pg3785">
                <a:extLst>
                  <a:ext uri="{FF2B5EF4-FFF2-40B4-BE49-F238E27FC236}">
                    <a16:creationId xmlns:a16="http://schemas.microsoft.com/office/drawing/2014/main" id="{B38B6BCC-3B18-10B9-1417-4A019594F3AB}"/>
                  </a:ext>
                </a:extLst>
              </p:cNvPr>
              <p:cNvSpPr/>
              <p:nvPr/>
            </p:nvSpPr>
            <p:spPr>
              <a:xfrm>
                <a:off x="2867227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87" name="pg3786">
                <a:extLst>
                  <a:ext uri="{FF2B5EF4-FFF2-40B4-BE49-F238E27FC236}">
                    <a16:creationId xmlns:a16="http://schemas.microsoft.com/office/drawing/2014/main" id="{F392A93E-6F4F-DBC2-4CDE-813839EB9BBE}"/>
                  </a:ext>
                </a:extLst>
              </p:cNvPr>
              <p:cNvSpPr/>
              <p:nvPr/>
            </p:nvSpPr>
            <p:spPr>
              <a:xfrm>
                <a:off x="2878865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88" name="pg3787">
                <a:extLst>
                  <a:ext uri="{FF2B5EF4-FFF2-40B4-BE49-F238E27FC236}">
                    <a16:creationId xmlns:a16="http://schemas.microsoft.com/office/drawing/2014/main" id="{F1A96B11-ED4B-001B-9FAC-F9EDC15C612F}"/>
                  </a:ext>
                </a:extLst>
              </p:cNvPr>
              <p:cNvSpPr/>
              <p:nvPr/>
            </p:nvSpPr>
            <p:spPr>
              <a:xfrm>
                <a:off x="2890502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89" name="pg3788">
                <a:extLst>
                  <a:ext uri="{FF2B5EF4-FFF2-40B4-BE49-F238E27FC236}">
                    <a16:creationId xmlns:a16="http://schemas.microsoft.com/office/drawing/2014/main" id="{5FD09DC3-7529-5B23-0D41-37E263222BCB}"/>
                  </a:ext>
                </a:extLst>
              </p:cNvPr>
              <p:cNvSpPr/>
              <p:nvPr/>
            </p:nvSpPr>
            <p:spPr>
              <a:xfrm>
                <a:off x="2902139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90" name="pg3789">
                <a:extLst>
                  <a:ext uri="{FF2B5EF4-FFF2-40B4-BE49-F238E27FC236}">
                    <a16:creationId xmlns:a16="http://schemas.microsoft.com/office/drawing/2014/main" id="{2FCA052D-A99A-893B-C229-C250D5B2F169}"/>
                  </a:ext>
                </a:extLst>
              </p:cNvPr>
              <p:cNvSpPr/>
              <p:nvPr/>
            </p:nvSpPr>
            <p:spPr>
              <a:xfrm>
                <a:off x="4577915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91" name="pg3790">
                <a:extLst>
                  <a:ext uri="{FF2B5EF4-FFF2-40B4-BE49-F238E27FC236}">
                    <a16:creationId xmlns:a16="http://schemas.microsoft.com/office/drawing/2014/main" id="{9C1D2D28-E38B-CFF1-C60C-46A0ECDA37CD}"/>
                  </a:ext>
                </a:extLst>
              </p:cNvPr>
              <p:cNvSpPr/>
              <p:nvPr/>
            </p:nvSpPr>
            <p:spPr>
              <a:xfrm>
                <a:off x="4589552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92" name="pg3791">
                <a:extLst>
                  <a:ext uri="{FF2B5EF4-FFF2-40B4-BE49-F238E27FC236}">
                    <a16:creationId xmlns:a16="http://schemas.microsoft.com/office/drawing/2014/main" id="{0A9D0CA1-7BB4-D881-DE16-D6A3E15E1881}"/>
                  </a:ext>
                </a:extLst>
              </p:cNvPr>
              <p:cNvSpPr/>
              <p:nvPr/>
            </p:nvSpPr>
            <p:spPr>
              <a:xfrm>
                <a:off x="4601190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93" name="pg3792">
                <a:extLst>
                  <a:ext uri="{FF2B5EF4-FFF2-40B4-BE49-F238E27FC236}">
                    <a16:creationId xmlns:a16="http://schemas.microsoft.com/office/drawing/2014/main" id="{CFE3AFCF-86A0-40AB-664B-3C8B1394C6D8}"/>
                  </a:ext>
                </a:extLst>
              </p:cNvPr>
              <p:cNvSpPr/>
              <p:nvPr/>
            </p:nvSpPr>
            <p:spPr>
              <a:xfrm>
                <a:off x="4612827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94" name="pg3793">
                <a:extLst>
                  <a:ext uri="{FF2B5EF4-FFF2-40B4-BE49-F238E27FC236}">
                    <a16:creationId xmlns:a16="http://schemas.microsoft.com/office/drawing/2014/main" id="{A471540E-5F84-ED2C-3300-CC8C53759AF1}"/>
                  </a:ext>
                </a:extLst>
              </p:cNvPr>
              <p:cNvSpPr/>
              <p:nvPr/>
            </p:nvSpPr>
            <p:spPr>
              <a:xfrm>
                <a:off x="4624464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95" name="pg3794">
                <a:extLst>
                  <a:ext uri="{FF2B5EF4-FFF2-40B4-BE49-F238E27FC236}">
                    <a16:creationId xmlns:a16="http://schemas.microsoft.com/office/drawing/2014/main" id="{2B1C420C-86F8-1A2A-695A-5479BCC77DA0}"/>
                  </a:ext>
                </a:extLst>
              </p:cNvPr>
              <p:cNvSpPr/>
              <p:nvPr/>
            </p:nvSpPr>
            <p:spPr>
              <a:xfrm>
                <a:off x="4636101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96" name="pg3795">
                <a:extLst>
                  <a:ext uri="{FF2B5EF4-FFF2-40B4-BE49-F238E27FC236}">
                    <a16:creationId xmlns:a16="http://schemas.microsoft.com/office/drawing/2014/main" id="{69732D8E-37C7-992D-39A0-3ED4E621CD47}"/>
                  </a:ext>
                </a:extLst>
              </p:cNvPr>
              <p:cNvSpPr/>
              <p:nvPr/>
            </p:nvSpPr>
            <p:spPr>
              <a:xfrm>
                <a:off x="4647739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97" name="pg3796">
                <a:extLst>
                  <a:ext uri="{FF2B5EF4-FFF2-40B4-BE49-F238E27FC236}">
                    <a16:creationId xmlns:a16="http://schemas.microsoft.com/office/drawing/2014/main" id="{9D95435B-3690-0499-6D99-EA804014BB03}"/>
                  </a:ext>
                </a:extLst>
              </p:cNvPr>
              <p:cNvSpPr/>
              <p:nvPr/>
            </p:nvSpPr>
            <p:spPr>
              <a:xfrm>
                <a:off x="4659376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98" name="pg3797">
                <a:extLst>
                  <a:ext uri="{FF2B5EF4-FFF2-40B4-BE49-F238E27FC236}">
                    <a16:creationId xmlns:a16="http://schemas.microsoft.com/office/drawing/2014/main" id="{D508CB6C-FC02-2DAB-A195-DE85C0B7A9AA}"/>
                  </a:ext>
                </a:extLst>
              </p:cNvPr>
              <p:cNvSpPr/>
              <p:nvPr/>
            </p:nvSpPr>
            <p:spPr>
              <a:xfrm>
                <a:off x="4671013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199" name="pg3798">
                <a:extLst>
                  <a:ext uri="{FF2B5EF4-FFF2-40B4-BE49-F238E27FC236}">
                    <a16:creationId xmlns:a16="http://schemas.microsoft.com/office/drawing/2014/main" id="{14842007-D998-5D68-F93D-DA52864F5694}"/>
                  </a:ext>
                </a:extLst>
              </p:cNvPr>
              <p:cNvSpPr/>
              <p:nvPr/>
            </p:nvSpPr>
            <p:spPr>
              <a:xfrm>
                <a:off x="4682651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00" name="pg3799">
                <a:extLst>
                  <a:ext uri="{FF2B5EF4-FFF2-40B4-BE49-F238E27FC236}">
                    <a16:creationId xmlns:a16="http://schemas.microsoft.com/office/drawing/2014/main" id="{7C35E59B-7F66-3A08-3BA6-E91211FF266E}"/>
                  </a:ext>
                </a:extLst>
              </p:cNvPr>
              <p:cNvSpPr/>
              <p:nvPr/>
            </p:nvSpPr>
            <p:spPr>
              <a:xfrm>
                <a:off x="4694288" y="5382023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01" name="pg3800">
                <a:extLst>
                  <a:ext uri="{FF2B5EF4-FFF2-40B4-BE49-F238E27FC236}">
                    <a16:creationId xmlns:a16="http://schemas.microsoft.com/office/drawing/2014/main" id="{C58E6684-1102-A773-ED70-34244AEA574B}"/>
                  </a:ext>
                </a:extLst>
              </p:cNvPr>
              <p:cNvSpPr/>
              <p:nvPr/>
            </p:nvSpPr>
            <p:spPr>
              <a:xfrm>
                <a:off x="2843953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02" name="pg3801">
                <a:extLst>
                  <a:ext uri="{FF2B5EF4-FFF2-40B4-BE49-F238E27FC236}">
                    <a16:creationId xmlns:a16="http://schemas.microsoft.com/office/drawing/2014/main" id="{2B0C4633-9E0F-ED7C-B0B1-2E8580E5BD5F}"/>
                  </a:ext>
                </a:extLst>
              </p:cNvPr>
              <p:cNvSpPr/>
              <p:nvPr/>
            </p:nvSpPr>
            <p:spPr>
              <a:xfrm>
                <a:off x="2855590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03" name="pg3802">
                <a:extLst>
                  <a:ext uri="{FF2B5EF4-FFF2-40B4-BE49-F238E27FC236}">
                    <a16:creationId xmlns:a16="http://schemas.microsoft.com/office/drawing/2014/main" id="{871CAC6B-F666-9C86-D7E4-4D1EAD71B496}"/>
                  </a:ext>
                </a:extLst>
              </p:cNvPr>
              <p:cNvSpPr/>
              <p:nvPr/>
            </p:nvSpPr>
            <p:spPr>
              <a:xfrm>
                <a:off x="2867227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04" name="pg3803">
                <a:extLst>
                  <a:ext uri="{FF2B5EF4-FFF2-40B4-BE49-F238E27FC236}">
                    <a16:creationId xmlns:a16="http://schemas.microsoft.com/office/drawing/2014/main" id="{6255594E-12BD-3BFF-A9F6-E50B646B2A77}"/>
                  </a:ext>
                </a:extLst>
              </p:cNvPr>
              <p:cNvSpPr/>
              <p:nvPr/>
            </p:nvSpPr>
            <p:spPr>
              <a:xfrm>
                <a:off x="2878865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05" name="pg3804">
                <a:extLst>
                  <a:ext uri="{FF2B5EF4-FFF2-40B4-BE49-F238E27FC236}">
                    <a16:creationId xmlns:a16="http://schemas.microsoft.com/office/drawing/2014/main" id="{67E2E49B-FF08-0FCE-AF27-F0BCEDB990AF}"/>
                  </a:ext>
                </a:extLst>
              </p:cNvPr>
              <p:cNvSpPr/>
              <p:nvPr/>
            </p:nvSpPr>
            <p:spPr>
              <a:xfrm>
                <a:off x="2890502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06" name="pg3805">
                <a:extLst>
                  <a:ext uri="{FF2B5EF4-FFF2-40B4-BE49-F238E27FC236}">
                    <a16:creationId xmlns:a16="http://schemas.microsoft.com/office/drawing/2014/main" id="{A217792D-9F2C-0046-2FFB-235E6F08B9F7}"/>
                  </a:ext>
                </a:extLst>
              </p:cNvPr>
              <p:cNvSpPr/>
              <p:nvPr/>
            </p:nvSpPr>
            <p:spPr>
              <a:xfrm>
                <a:off x="4589552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07" name="pg3806">
                <a:extLst>
                  <a:ext uri="{FF2B5EF4-FFF2-40B4-BE49-F238E27FC236}">
                    <a16:creationId xmlns:a16="http://schemas.microsoft.com/office/drawing/2014/main" id="{14F3B4A4-6800-8A5A-9EB0-1E040A2B126B}"/>
                  </a:ext>
                </a:extLst>
              </p:cNvPr>
              <p:cNvSpPr/>
              <p:nvPr/>
            </p:nvSpPr>
            <p:spPr>
              <a:xfrm>
                <a:off x="4601190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08" name="pg3807">
                <a:extLst>
                  <a:ext uri="{FF2B5EF4-FFF2-40B4-BE49-F238E27FC236}">
                    <a16:creationId xmlns:a16="http://schemas.microsoft.com/office/drawing/2014/main" id="{941E62C2-704C-5326-1A87-F88B1BFD2E12}"/>
                  </a:ext>
                </a:extLst>
              </p:cNvPr>
              <p:cNvSpPr/>
              <p:nvPr/>
            </p:nvSpPr>
            <p:spPr>
              <a:xfrm>
                <a:off x="4612827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09" name="pg3808">
                <a:extLst>
                  <a:ext uri="{FF2B5EF4-FFF2-40B4-BE49-F238E27FC236}">
                    <a16:creationId xmlns:a16="http://schemas.microsoft.com/office/drawing/2014/main" id="{4765E336-D8A8-89B5-2460-0732BDB20B42}"/>
                  </a:ext>
                </a:extLst>
              </p:cNvPr>
              <p:cNvSpPr/>
              <p:nvPr/>
            </p:nvSpPr>
            <p:spPr>
              <a:xfrm>
                <a:off x="4624464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10" name="pg3809">
                <a:extLst>
                  <a:ext uri="{FF2B5EF4-FFF2-40B4-BE49-F238E27FC236}">
                    <a16:creationId xmlns:a16="http://schemas.microsoft.com/office/drawing/2014/main" id="{5205EA4C-58E1-C7EA-9D65-4971D7A5506B}"/>
                  </a:ext>
                </a:extLst>
              </p:cNvPr>
              <p:cNvSpPr/>
              <p:nvPr/>
            </p:nvSpPr>
            <p:spPr>
              <a:xfrm>
                <a:off x="4636101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11" name="pg3810">
                <a:extLst>
                  <a:ext uri="{FF2B5EF4-FFF2-40B4-BE49-F238E27FC236}">
                    <a16:creationId xmlns:a16="http://schemas.microsoft.com/office/drawing/2014/main" id="{C6648688-E047-EE9A-DB7A-B8073096E647}"/>
                  </a:ext>
                </a:extLst>
              </p:cNvPr>
              <p:cNvSpPr/>
              <p:nvPr/>
            </p:nvSpPr>
            <p:spPr>
              <a:xfrm>
                <a:off x="4647739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12" name="pg3811">
                <a:extLst>
                  <a:ext uri="{FF2B5EF4-FFF2-40B4-BE49-F238E27FC236}">
                    <a16:creationId xmlns:a16="http://schemas.microsoft.com/office/drawing/2014/main" id="{261CE410-1604-32C7-3332-04D4310536C1}"/>
                  </a:ext>
                </a:extLst>
              </p:cNvPr>
              <p:cNvSpPr/>
              <p:nvPr/>
            </p:nvSpPr>
            <p:spPr>
              <a:xfrm>
                <a:off x="4659376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BA9">
                  <a:alpha val="100000"/>
                </a:srgbClr>
              </a:solidFill>
              <a:ln w="5420" cap="flat">
                <a:solidFill>
                  <a:srgbClr val="39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13" name="pg3812">
                <a:extLst>
                  <a:ext uri="{FF2B5EF4-FFF2-40B4-BE49-F238E27FC236}">
                    <a16:creationId xmlns:a16="http://schemas.microsoft.com/office/drawing/2014/main" id="{87A10469-78B6-0F51-8E3E-1622ED0824DE}"/>
                  </a:ext>
                </a:extLst>
              </p:cNvPr>
              <p:cNvSpPr/>
              <p:nvPr/>
            </p:nvSpPr>
            <p:spPr>
              <a:xfrm>
                <a:off x="4671013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14" name="pg3813">
                <a:extLst>
                  <a:ext uri="{FF2B5EF4-FFF2-40B4-BE49-F238E27FC236}">
                    <a16:creationId xmlns:a16="http://schemas.microsoft.com/office/drawing/2014/main" id="{78DEC831-657D-8CCA-13EF-6E5A317EEA71}"/>
                  </a:ext>
                </a:extLst>
              </p:cNvPr>
              <p:cNvSpPr/>
              <p:nvPr/>
            </p:nvSpPr>
            <p:spPr>
              <a:xfrm>
                <a:off x="4682651" y="5396324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89BA9">
                  <a:alpha val="100000"/>
                </a:srgbClr>
              </a:solidFill>
              <a:ln w="5420" cap="flat">
                <a:solidFill>
                  <a:srgbClr val="389B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15" name="pg3814">
                <a:extLst>
                  <a:ext uri="{FF2B5EF4-FFF2-40B4-BE49-F238E27FC236}">
                    <a16:creationId xmlns:a16="http://schemas.microsoft.com/office/drawing/2014/main" id="{9171BB81-0D61-C822-3A15-9C21BE6D01E6}"/>
                  </a:ext>
                </a:extLst>
              </p:cNvPr>
              <p:cNvSpPr/>
              <p:nvPr/>
            </p:nvSpPr>
            <p:spPr>
              <a:xfrm>
                <a:off x="2843953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16" name="pg3815">
                <a:extLst>
                  <a:ext uri="{FF2B5EF4-FFF2-40B4-BE49-F238E27FC236}">
                    <a16:creationId xmlns:a16="http://schemas.microsoft.com/office/drawing/2014/main" id="{3AE357A2-505B-AB0E-44E0-26B5301C3610}"/>
                  </a:ext>
                </a:extLst>
              </p:cNvPr>
              <p:cNvSpPr/>
              <p:nvPr/>
            </p:nvSpPr>
            <p:spPr>
              <a:xfrm>
                <a:off x="2855590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17" name="pg3816">
                <a:extLst>
                  <a:ext uri="{FF2B5EF4-FFF2-40B4-BE49-F238E27FC236}">
                    <a16:creationId xmlns:a16="http://schemas.microsoft.com/office/drawing/2014/main" id="{F36BE82B-F248-2C99-A598-307F627B61AA}"/>
                  </a:ext>
                </a:extLst>
              </p:cNvPr>
              <p:cNvSpPr/>
              <p:nvPr/>
            </p:nvSpPr>
            <p:spPr>
              <a:xfrm>
                <a:off x="2867227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18" name="pg3817">
                <a:extLst>
                  <a:ext uri="{FF2B5EF4-FFF2-40B4-BE49-F238E27FC236}">
                    <a16:creationId xmlns:a16="http://schemas.microsoft.com/office/drawing/2014/main" id="{6BF1676F-FA4B-9A64-BD67-56812CC9490F}"/>
                  </a:ext>
                </a:extLst>
              </p:cNvPr>
              <p:cNvSpPr/>
              <p:nvPr/>
            </p:nvSpPr>
            <p:spPr>
              <a:xfrm>
                <a:off x="2878865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19" name="pg3818">
                <a:extLst>
                  <a:ext uri="{FF2B5EF4-FFF2-40B4-BE49-F238E27FC236}">
                    <a16:creationId xmlns:a16="http://schemas.microsoft.com/office/drawing/2014/main" id="{693124C5-2E7B-8EF0-683F-135E400B7FD0}"/>
                  </a:ext>
                </a:extLst>
              </p:cNvPr>
              <p:cNvSpPr/>
              <p:nvPr/>
            </p:nvSpPr>
            <p:spPr>
              <a:xfrm>
                <a:off x="2890502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20" name="pg3819">
                <a:extLst>
                  <a:ext uri="{FF2B5EF4-FFF2-40B4-BE49-F238E27FC236}">
                    <a16:creationId xmlns:a16="http://schemas.microsoft.com/office/drawing/2014/main" id="{67A3B3B9-A4A3-C020-0008-68931342744D}"/>
                  </a:ext>
                </a:extLst>
              </p:cNvPr>
              <p:cNvSpPr/>
              <p:nvPr/>
            </p:nvSpPr>
            <p:spPr>
              <a:xfrm>
                <a:off x="4601190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DA9">
                  <a:alpha val="100000"/>
                </a:srgbClr>
              </a:solidFill>
              <a:ln w="5420" cap="flat">
                <a:solidFill>
                  <a:srgbClr val="3A9D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21" name="pg3820">
                <a:extLst>
                  <a:ext uri="{FF2B5EF4-FFF2-40B4-BE49-F238E27FC236}">
                    <a16:creationId xmlns:a16="http://schemas.microsoft.com/office/drawing/2014/main" id="{60254EE8-A980-96C9-4B61-85498EB07A09}"/>
                  </a:ext>
                </a:extLst>
              </p:cNvPr>
              <p:cNvSpPr/>
              <p:nvPr/>
            </p:nvSpPr>
            <p:spPr>
              <a:xfrm>
                <a:off x="4612827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22" name="pg3821">
                <a:extLst>
                  <a:ext uri="{FF2B5EF4-FFF2-40B4-BE49-F238E27FC236}">
                    <a16:creationId xmlns:a16="http://schemas.microsoft.com/office/drawing/2014/main" id="{0C2DC5E0-9F56-A013-36F7-B38097193325}"/>
                  </a:ext>
                </a:extLst>
              </p:cNvPr>
              <p:cNvSpPr/>
              <p:nvPr/>
            </p:nvSpPr>
            <p:spPr>
              <a:xfrm>
                <a:off x="4624464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A9CA9">
                  <a:alpha val="100000"/>
                </a:srgbClr>
              </a:solidFill>
              <a:ln w="5420" cap="flat">
                <a:solidFill>
                  <a:srgbClr val="3A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23" name="pg3822">
                <a:extLst>
                  <a:ext uri="{FF2B5EF4-FFF2-40B4-BE49-F238E27FC236}">
                    <a16:creationId xmlns:a16="http://schemas.microsoft.com/office/drawing/2014/main" id="{A0C776D6-DBAE-6699-C02B-C442E2C791CE}"/>
                  </a:ext>
                </a:extLst>
              </p:cNvPr>
              <p:cNvSpPr/>
              <p:nvPr/>
            </p:nvSpPr>
            <p:spPr>
              <a:xfrm>
                <a:off x="4636101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24" name="pg3823">
                <a:extLst>
                  <a:ext uri="{FF2B5EF4-FFF2-40B4-BE49-F238E27FC236}">
                    <a16:creationId xmlns:a16="http://schemas.microsoft.com/office/drawing/2014/main" id="{1A487102-7413-CEF3-D9A4-9DA2569AB3B0}"/>
                  </a:ext>
                </a:extLst>
              </p:cNvPr>
              <p:cNvSpPr/>
              <p:nvPr/>
            </p:nvSpPr>
            <p:spPr>
              <a:xfrm>
                <a:off x="4647739" y="54106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399CA9">
                  <a:alpha val="100000"/>
                </a:srgbClr>
              </a:solidFill>
              <a:ln w="5420" cap="flat">
                <a:solidFill>
                  <a:srgbClr val="399CA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25" name="pg3824">
                <a:extLst>
                  <a:ext uri="{FF2B5EF4-FFF2-40B4-BE49-F238E27FC236}">
                    <a16:creationId xmlns:a16="http://schemas.microsoft.com/office/drawing/2014/main" id="{8CD880A9-A5E1-F2EA-D4BB-C2DF18E6BC37}"/>
                  </a:ext>
                </a:extLst>
              </p:cNvPr>
              <p:cNvSpPr/>
              <p:nvPr/>
            </p:nvSpPr>
            <p:spPr>
              <a:xfrm>
                <a:off x="2843953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26" name="pg3825">
                <a:extLst>
                  <a:ext uri="{FF2B5EF4-FFF2-40B4-BE49-F238E27FC236}">
                    <a16:creationId xmlns:a16="http://schemas.microsoft.com/office/drawing/2014/main" id="{8596DE62-0A8F-6B55-E1F7-F691B2C40D8F}"/>
                  </a:ext>
                </a:extLst>
              </p:cNvPr>
              <p:cNvSpPr/>
              <p:nvPr/>
            </p:nvSpPr>
            <p:spPr>
              <a:xfrm>
                <a:off x="2855590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27" name="pg3826">
                <a:extLst>
                  <a:ext uri="{FF2B5EF4-FFF2-40B4-BE49-F238E27FC236}">
                    <a16:creationId xmlns:a16="http://schemas.microsoft.com/office/drawing/2014/main" id="{40E05BEA-6C5D-A5B5-7072-D358DD91E725}"/>
                  </a:ext>
                </a:extLst>
              </p:cNvPr>
              <p:cNvSpPr/>
              <p:nvPr/>
            </p:nvSpPr>
            <p:spPr>
              <a:xfrm>
                <a:off x="2867227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28" name="pg3827">
                <a:extLst>
                  <a:ext uri="{FF2B5EF4-FFF2-40B4-BE49-F238E27FC236}">
                    <a16:creationId xmlns:a16="http://schemas.microsoft.com/office/drawing/2014/main" id="{1E47E073-D42B-819A-9937-6B171BCC8442}"/>
                  </a:ext>
                </a:extLst>
              </p:cNvPr>
              <p:cNvSpPr/>
              <p:nvPr/>
            </p:nvSpPr>
            <p:spPr>
              <a:xfrm>
                <a:off x="2878865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29" name="pg3828">
                <a:extLst>
                  <a:ext uri="{FF2B5EF4-FFF2-40B4-BE49-F238E27FC236}">
                    <a16:creationId xmlns:a16="http://schemas.microsoft.com/office/drawing/2014/main" id="{E642DC03-B23C-BB3F-DC6D-F84B64D503EB}"/>
                  </a:ext>
                </a:extLst>
              </p:cNvPr>
              <p:cNvSpPr/>
              <p:nvPr/>
            </p:nvSpPr>
            <p:spPr>
              <a:xfrm>
                <a:off x="2890502" y="5424925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30" name="pg3829">
                <a:extLst>
                  <a:ext uri="{FF2B5EF4-FFF2-40B4-BE49-F238E27FC236}">
                    <a16:creationId xmlns:a16="http://schemas.microsoft.com/office/drawing/2014/main" id="{03EA7E3A-EECB-A0A7-B8F0-9E96B736520E}"/>
                  </a:ext>
                </a:extLst>
              </p:cNvPr>
              <p:cNvSpPr/>
              <p:nvPr/>
            </p:nvSpPr>
            <p:spPr>
              <a:xfrm>
                <a:off x="2843953" y="54392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31" name="pg3830">
                <a:extLst>
                  <a:ext uri="{FF2B5EF4-FFF2-40B4-BE49-F238E27FC236}">
                    <a16:creationId xmlns:a16="http://schemas.microsoft.com/office/drawing/2014/main" id="{D06EAFDD-B400-57E9-32DE-B626458DE1BF}"/>
                  </a:ext>
                </a:extLst>
              </p:cNvPr>
              <p:cNvSpPr/>
              <p:nvPr/>
            </p:nvSpPr>
            <p:spPr>
              <a:xfrm>
                <a:off x="2855590" y="54392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32" name="pg3831">
                <a:extLst>
                  <a:ext uri="{FF2B5EF4-FFF2-40B4-BE49-F238E27FC236}">
                    <a16:creationId xmlns:a16="http://schemas.microsoft.com/office/drawing/2014/main" id="{FCB7C5A3-CAD8-830D-6B7F-DED9CF8E17CA}"/>
                  </a:ext>
                </a:extLst>
              </p:cNvPr>
              <p:cNvSpPr/>
              <p:nvPr/>
            </p:nvSpPr>
            <p:spPr>
              <a:xfrm>
                <a:off x="2867227" y="54392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33" name="pg3832">
                <a:extLst>
                  <a:ext uri="{FF2B5EF4-FFF2-40B4-BE49-F238E27FC236}">
                    <a16:creationId xmlns:a16="http://schemas.microsoft.com/office/drawing/2014/main" id="{27F08330-A0C4-5FBF-4EFF-80F56D8F503A}"/>
                  </a:ext>
                </a:extLst>
              </p:cNvPr>
              <p:cNvSpPr/>
              <p:nvPr/>
            </p:nvSpPr>
            <p:spPr>
              <a:xfrm>
                <a:off x="2878865" y="54392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34" name="pg3833">
                <a:extLst>
                  <a:ext uri="{FF2B5EF4-FFF2-40B4-BE49-F238E27FC236}">
                    <a16:creationId xmlns:a16="http://schemas.microsoft.com/office/drawing/2014/main" id="{103B83C9-0034-5CCD-0BFF-9D5B5BF0B2D3}"/>
                  </a:ext>
                </a:extLst>
              </p:cNvPr>
              <p:cNvSpPr/>
              <p:nvPr/>
            </p:nvSpPr>
            <p:spPr>
              <a:xfrm>
                <a:off x="2832315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35" name="pg3834">
                <a:extLst>
                  <a:ext uri="{FF2B5EF4-FFF2-40B4-BE49-F238E27FC236}">
                    <a16:creationId xmlns:a16="http://schemas.microsoft.com/office/drawing/2014/main" id="{4B6F996E-DD38-363B-CE83-D2BE7264B19B}"/>
                  </a:ext>
                </a:extLst>
              </p:cNvPr>
              <p:cNvSpPr/>
              <p:nvPr/>
            </p:nvSpPr>
            <p:spPr>
              <a:xfrm>
                <a:off x="2843953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36" name="pg3835">
                <a:extLst>
                  <a:ext uri="{FF2B5EF4-FFF2-40B4-BE49-F238E27FC236}">
                    <a16:creationId xmlns:a16="http://schemas.microsoft.com/office/drawing/2014/main" id="{64585587-1956-3AF6-5A04-A0A52FBCC288}"/>
                  </a:ext>
                </a:extLst>
              </p:cNvPr>
              <p:cNvSpPr/>
              <p:nvPr/>
            </p:nvSpPr>
            <p:spPr>
              <a:xfrm>
                <a:off x="2855590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37" name="pg3836">
                <a:extLst>
                  <a:ext uri="{FF2B5EF4-FFF2-40B4-BE49-F238E27FC236}">
                    <a16:creationId xmlns:a16="http://schemas.microsoft.com/office/drawing/2014/main" id="{54A62E2C-DCDD-0600-4654-BF0EC9F98088}"/>
                  </a:ext>
                </a:extLst>
              </p:cNvPr>
              <p:cNvSpPr/>
              <p:nvPr/>
            </p:nvSpPr>
            <p:spPr>
              <a:xfrm>
                <a:off x="2867227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38" name="pg3837">
                <a:extLst>
                  <a:ext uri="{FF2B5EF4-FFF2-40B4-BE49-F238E27FC236}">
                    <a16:creationId xmlns:a16="http://schemas.microsoft.com/office/drawing/2014/main" id="{A961E372-4A8B-1E71-8F4A-39545784969A}"/>
                  </a:ext>
                </a:extLst>
              </p:cNvPr>
              <p:cNvSpPr/>
              <p:nvPr/>
            </p:nvSpPr>
            <p:spPr>
              <a:xfrm>
                <a:off x="2878865" y="5453526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39" name="pg3838">
                <a:extLst>
                  <a:ext uri="{FF2B5EF4-FFF2-40B4-BE49-F238E27FC236}">
                    <a16:creationId xmlns:a16="http://schemas.microsoft.com/office/drawing/2014/main" id="{3CF6ED8B-A86C-2619-66DB-233485165D70}"/>
                  </a:ext>
                </a:extLst>
              </p:cNvPr>
              <p:cNvSpPr/>
              <p:nvPr/>
            </p:nvSpPr>
            <p:spPr>
              <a:xfrm>
                <a:off x="2832315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DB3AB">
                  <a:alpha val="100000"/>
                </a:srgbClr>
              </a:solidFill>
              <a:ln w="5420" cap="flat">
                <a:solidFill>
                  <a:srgbClr val="4D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40" name="pg3839">
                <a:extLst>
                  <a:ext uri="{FF2B5EF4-FFF2-40B4-BE49-F238E27FC236}">
                    <a16:creationId xmlns:a16="http://schemas.microsoft.com/office/drawing/2014/main" id="{FABF82EA-BFBE-D57D-C275-AA6FCF32CE2C}"/>
                  </a:ext>
                </a:extLst>
              </p:cNvPr>
              <p:cNvSpPr/>
              <p:nvPr/>
            </p:nvSpPr>
            <p:spPr>
              <a:xfrm>
                <a:off x="2843953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41" name="pg3840">
                <a:extLst>
                  <a:ext uri="{FF2B5EF4-FFF2-40B4-BE49-F238E27FC236}">
                    <a16:creationId xmlns:a16="http://schemas.microsoft.com/office/drawing/2014/main" id="{6A7F1F0C-CB53-60B7-80DA-07AA1BFBFFFE}"/>
                  </a:ext>
                </a:extLst>
              </p:cNvPr>
              <p:cNvSpPr/>
              <p:nvPr/>
            </p:nvSpPr>
            <p:spPr>
              <a:xfrm>
                <a:off x="2855590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42" name="pg3841">
                <a:extLst>
                  <a:ext uri="{FF2B5EF4-FFF2-40B4-BE49-F238E27FC236}">
                    <a16:creationId xmlns:a16="http://schemas.microsoft.com/office/drawing/2014/main" id="{D1A271BE-FFB7-27DF-39DF-09B9AD7DFD82}"/>
                  </a:ext>
                </a:extLst>
              </p:cNvPr>
              <p:cNvSpPr/>
              <p:nvPr/>
            </p:nvSpPr>
            <p:spPr>
              <a:xfrm>
                <a:off x="2867227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43" name="pg3842">
                <a:extLst>
                  <a:ext uri="{FF2B5EF4-FFF2-40B4-BE49-F238E27FC236}">
                    <a16:creationId xmlns:a16="http://schemas.microsoft.com/office/drawing/2014/main" id="{8711CFB7-AB0E-42EC-EDC0-B4C8140B2318}"/>
                  </a:ext>
                </a:extLst>
              </p:cNvPr>
              <p:cNvSpPr/>
              <p:nvPr/>
            </p:nvSpPr>
            <p:spPr>
              <a:xfrm>
                <a:off x="2878865" y="5467827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44" name="pg3843">
                <a:extLst>
                  <a:ext uri="{FF2B5EF4-FFF2-40B4-BE49-F238E27FC236}">
                    <a16:creationId xmlns:a16="http://schemas.microsoft.com/office/drawing/2014/main" id="{572A019E-224A-2A1B-266D-CF8FDA0C71C7}"/>
                  </a:ext>
                </a:extLst>
              </p:cNvPr>
              <p:cNvSpPr/>
              <p:nvPr/>
            </p:nvSpPr>
            <p:spPr>
              <a:xfrm>
                <a:off x="2832315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45" name="pg3844">
                <a:extLst>
                  <a:ext uri="{FF2B5EF4-FFF2-40B4-BE49-F238E27FC236}">
                    <a16:creationId xmlns:a16="http://schemas.microsoft.com/office/drawing/2014/main" id="{F7B8FBD9-2AF3-E86A-B21A-852F8DA577D2}"/>
                  </a:ext>
                </a:extLst>
              </p:cNvPr>
              <p:cNvSpPr/>
              <p:nvPr/>
            </p:nvSpPr>
            <p:spPr>
              <a:xfrm>
                <a:off x="2843953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46" name="pg3845">
                <a:extLst>
                  <a:ext uri="{FF2B5EF4-FFF2-40B4-BE49-F238E27FC236}">
                    <a16:creationId xmlns:a16="http://schemas.microsoft.com/office/drawing/2014/main" id="{D366F442-4740-DCDC-032F-5F2D2FA3687B}"/>
                  </a:ext>
                </a:extLst>
              </p:cNvPr>
              <p:cNvSpPr/>
              <p:nvPr/>
            </p:nvSpPr>
            <p:spPr>
              <a:xfrm>
                <a:off x="2855590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47" name="pg3846">
                <a:extLst>
                  <a:ext uri="{FF2B5EF4-FFF2-40B4-BE49-F238E27FC236}">
                    <a16:creationId xmlns:a16="http://schemas.microsoft.com/office/drawing/2014/main" id="{15549A90-D7D0-1B91-94DC-439B7D231E20}"/>
                  </a:ext>
                </a:extLst>
              </p:cNvPr>
              <p:cNvSpPr/>
              <p:nvPr/>
            </p:nvSpPr>
            <p:spPr>
              <a:xfrm>
                <a:off x="2867227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48" name="pg3847">
                <a:extLst>
                  <a:ext uri="{FF2B5EF4-FFF2-40B4-BE49-F238E27FC236}">
                    <a16:creationId xmlns:a16="http://schemas.microsoft.com/office/drawing/2014/main" id="{DE7F1896-F5FA-814E-6B9E-40278DBE439B}"/>
                  </a:ext>
                </a:extLst>
              </p:cNvPr>
              <p:cNvSpPr/>
              <p:nvPr/>
            </p:nvSpPr>
            <p:spPr>
              <a:xfrm>
                <a:off x="2878865" y="54821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49" name="pg3848">
                <a:extLst>
                  <a:ext uri="{FF2B5EF4-FFF2-40B4-BE49-F238E27FC236}">
                    <a16:creationId xmlns:a16="http://schemas.microsoft.com/office/drawing/2014/main" id="{C67F0CEA-FEE7-230B-56FB-EFE07D0AABF8}"/>
                  </a:ext>
                </a:extLst>
              </p:cNvPr>
              <p:cNvSpPr/>
              <p:nvPr/>
            </p:nvSpPr>
            <p:spPr>
              <a:xfrm>
                <a:off x="2832315" y="54964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50" name="pg3849">
                <a:extLst>
                  <a:ext uri="{FF2B5EF4-FFF2-40B4-BE49-F238E27FC236}">
                    <a16:creationId xmlns:a16="http://schemas.microsoft.com/office/drawing/2014/main" id="{AF070EEF-F153-206C-0627-F375CCD555D5}"/>
                  </a:ext>
                </a:extLst>
              </p:cNvPr>
              <p:cNvSpPr/>
              <p:nvPr/>
            </p:nvSpPr>
            <p:spPr>
              <a:xfrm>
                <a:off x="2843953" y="54964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51" name="pg3850">
                <a:extLst>
                  <a:ext uri="{FF2B5EF4-FFF2-40B4-BE49-F238E27FC236}">
                    <a16:creationId xmlns:a16="http://schemas.microsoft.com/office/drawing/2014/main" id="{0A76433F-CAB2-EBA2-194A-2FED899CC992}"/>
                  </a:ext>
                </a:extLst>
              </p:cNvPr>
              <p:cNvSpPr/>
              <p:nvPr/>
            </p:nvSpPr>
            <p:spPr>
              <a:xfrm>
                <a:off x="2855590" y="54964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52" name="pg3851">
                <a:extLst>
                  <a:ext uri="{FF2B5EF4-FFF2-40B4-BE49-F238E27FC236}">
                    <a16:creationId xmlns:a16="http://schemas.microsoft.com/office/drawing/2014/main" id="{BCFB59F4-A319-D1D7-1DC8-A152B52AB32B}"/>
                  </a:ext>
                </a:extLst>
              </p:cNvPr>
              <p:cNvSpPr/>
              <p:nvPr/>
            </p:nvSpPr>
            <p:spPr>
              <a:xfrm>
                <a:off x="2867227" y="5496428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53" name="pg3852">
                <a:extLst>
                  <a:ext uri="{FF2B5EF4-FFF2-40B4-BE49-F238E27FC236}">
                    <a16:creationId xmlns:a16="http://schemas.microsoft.com/office/drawing/2014/main" id="{EA2BFBE6-0F3D-47AF-4141-CF0522A9469A}"/>
                  </a:ext>
                </a:extLst>
              </p:cNvPr>
              <p:cNvSpPr/>
              <p:nvPr/>
            </p:nvSpPr>
            <p:spPr>
              <a:xfrm>
                <a:off x="2832315" y="55107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54" name="pg3853">
                <a:extLst>
                  <a:ext uri="{FF2B5EF4-FFF2-40B4-BE49-F238E27FC236}">
                    <a16:creationId xmlns:a16="http://schemas.microsoft.com/office/drawing/2014/main" id="{B6751F8C-4E07-D5B3-18BE-A1B6FBBC5BF9}"/>
                  </a:ext>
                </a:extLst>
              </p:cNvPr>
              <p:cNvSpPr/>
              <p:nvPr/>
            </p:nvSpPr>
            <p:spPr>
              <a:xfrm>
                <a:off x="2843953" y="55107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55" name="pg3854">
                <a:extLst>
                  <a:ext uri="{FF2B5EF4-FFF2-40B4-BE49-F238E27FC236}">
                    <a16:creationId xmlns:a16="http://schemas.microsoft.com/office/drawing/2014/main" id="{34C56773-9E22-F4F8-9431-B8D1A409769E}"/>
                  </a:ext>
                </a:extLst>
              </p:cNvPr>
              <p:cNvSpPr/>
              <p:nvPr/>
            </p:nvSpPr>
            <p:spPr>
              <a:xfrm>
                <a:off x="2855590" y="55107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56" name="pg3855">
                <a:extLst>
                  <a:ext uri="{FF2B5EF4-FFF2-40B4-BE49-F238E27FC236}">
                    <a16:creationId xmlns:a16="http://schemas.microsoft.com/office/drawing/2014/main" id="{93A29B66-9A5C-2C29-5EA6-AD345F9CFBBE}"/>
                  </a:ext>
                </a:extLst>
              </p:cNvPr>
              <p:cNvSpPr/>
              <p:nvPr/>
            </p:nvSpPr>
            <p:spPr>
              <a:xfrm>
                <a:off x="2867227" y="55107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57" name="pg3856">
                <a:extLst>
                  <a:ext uri="{FF2B5EF4-FFF2-40B4-BE49-F238E27FC236}">
                    <a16:creationId xmlns:a16="http://schemas.microsoft.com/office/drawing/2014/main" id="{2DB402F1-2643-24CD-428E-D1D167B3BF7E}"/>
                  </a:ext>
                </a:extLst>
              </p:cNvPr>
              <p:cNvSpPr/>
              <p:nvPr/>
            </p:nvSpPr>
            <p:spPr>
              <a:xfrm>
                <a:off x="2832315" y="55250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58" name="pg3857">
                <a:extLst>
                  <a:ext uri="{FF2B5EF4-FFF2-40B4-BE49-F238E27FC236}">
                    <a16:creationId xmlns:a16="http://schemas.microsoft.com/office/drawing/2014/main" id="{DD0B57DE-0EF5-BAA0-5CBA-21301979D117}"/>
                  </a:ext>
                </a:extLst>
              </p:cNvPr>
              <p:cNvSpPr/>
              <p:nvPr/>
            </p:nvSpPr>
            <p:spPr>
              <a:xfrm>
                <a:off x="2843953" y="55250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59" name="pg3858">
                <a:extLst>
                  <a:ext uri="{FF2B5EF4-FFF2-40B4-BE49-F238E27FC236}">
                    <a16:creationId xmlns:a16="http://schemas.microsoft.com/office/drawing/2014/main" id="{D43AA3D5-0BCF-A664-3FC0-222A427AF199}"/>
                  </a:ext>
                </a:extLst>
              </p:cNvPr>
              <p:cNvSpPr/>
              <p:nvPr/>
            </p:nvSpPr>
            <p:spPr>
              <a:xfrm>
                <a:off x="2855590" y="55250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60" name="pg3859">
                <a:extLst>
                  <a:ext uri="{FF2B5EF4-FFF2-40B4-BE49-F238E27FC236}">
                    <a16:creationId xmlns:a16="http://schemas.microsoft.com/office/drawing/2014/main" id="{87FEC16A-BF2C-575C-56D2-5390CC1D74A3}"/>
                  </a:ext>
                </a:extLst>
              </p:cNvPr>
              <p:cNvSpPr/>
              <p:nvPr/>
            </p:nvSpPr>
            <p:spPr>
              <a:xfrm>
                <a:off x="2867227" y="5525029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61" name="pg3860">
                <a:extLst>
                  <a:ext uri="{FF2B5EF4-FFF2-40B4-BE49-F238E27FC236}">
                    <a16:creationId xmlns:a16="http://schemas.microsoft.com/office/drawing/2014/main" id="{3776CC1E-0966-A964-87BA-D3A5B15E0218}"/>
                  </a:ext>
                </a:extLst>
              </p:cNvPr>
              <p:cNvSpPr/>
              <p:nvPr/>
            </p:nvSpPr>
            <p:spPr>
              <a:xfrm>
                <a:off x="2832315" y="55393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62" name="pg3861">
                <a:extLst>
                  <a:ext uri="{FF2B5EF4-FFF2-40B4-BE49-F238E27FC236}">
                    <a16:creationId xmlns:a16="http://schemas.microsoft.com/office/drawing/2014/main" id="{1056C7C1-496B-B67A-0C94-58E4A8F76514}"/>
                  </a:ext>
                </a:extLst>
              </p:cNvPr>
              <p:cNvSpPr/>
              <p:nvPr/>
            </p:nvSpPr>
            <p:spPr>
              <a:xfrm>
                <a:off x="2843953" y="55393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63" name="pg3862">
                <a:extLst>
                  <a:ext uri="{FF2B5EF4-FFF2-40B4-BE49-F238E27FC236}">
                    <a16:creationId xmlns:a16="http://schemas.microsoft.com/office/drawing/2014/main" id="{4AB07D41-2FBF-39FD-6024-CEAC22921240}"/>
                  </a:ext>
                </a:extLst>
              </p:cNvPr>
              <p:cNvSpPr/>
              <p:nvPr/>
            </p:nvSpPr>
            <p:spPr>
              <a:xfrm>
                <a:off x="2855590" y="55393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64" name="pg3863">
                <a:extLst>
                  <a:ext uri="{FF2B5EF4-FFF2-40B4-BE49-F238E27FC236}">
                    <a16:creationId xmlns:a16="http://schemas.microsoft.com/office/drawing/2014/main" id="{68223A09-8EA5-8060-AE8C-9D328A06448B}"/>
                  </a:ext>
                </a:extLst>
              </p:cNvPr>
              <p:cNvSpPr/>
              <p:nvPr/>
            </p:nvSpPr>
            <p:spPr>
              <a:xfrm>
                <a:off x="2867227" y="5539330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65" name="pg3864">
                <a:extLst>
                  <a:ext uri="{FF2B5EF4-FFF2-40B4-BE49-F238E27FC236}">
                    <a16:creationId xmlns:a16="http://schemas.microsoft.com/office/drawing/2014/main" id="{57FA507C-DA8E-B64F-C596-23312611F3E8}"/>
                  </a:ext>
                </a:extLst>
              </p:cNvPr>
              <p:cNvSpPr/>
              <p:nvPr/>
            </p:nvSpPr>
            <p:spPr>
              <a:xfrm>
                <a:off x="2832315" y="55536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66" name="pg3865">
                <a:extLst>
                  <a:ext uri="{FF2B5EF4-FFF2-40B4-BE49-F238E27FC236}">
                    <a16:creationId xmlns:a16="http://schemas.microsoft.com/office/drawing/2014/main" id="{2F2B62CE-F26D-C593-1BA7-2F8A83AB27CB}"/>
                  </a:ext>
                </a:extLst>
              </p:cNvPr>
              <p:cNvSpPr/>
              <p:nvPr/>
            </p:nvSpPr>
            <p:spPr>
              <a:xfrm>
                <a:off x="2843953" y="55536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67" name="pg3866">
                <a:extLst>
                  <a:ext uri="{FF2B5EF4-FFF2-40B4-BE49-F238E27FC236}">
                    <a16:creationId xmlns:a16="http://schemas.microsoft.com/office/drawing/2014/main" id="{B3F11AF9-5FE2-E4AB-F188-08A471F55C87}"/>
                  </a:ext>
                </a:extLst>
              </p:cNvPr>
              <p:cNvSpPr/>
              <p:nvPr/>
            </p:nvSpPr>
            <p:spPr>
              <a:xfrm>
                <a:off x="2855590" y="5553631"/>
                <a:ext cx="11637" cy="14300"/>
              </a:xfrm>
              <a:custGeom>
                <a:avLst/>
                <a:gdLst/>
                <a:ahLst/>
                <a:cxnLst/>
                <a:rect l="0" t="0" r="0" b="0"/>
                <a:pathLst>
                  <a:path w="11637" h="14300">
                    <a:moveTo>
                      <a:pt x="0" y="0"/>
                    </a:moveTo>
                    <a:lnTo>
                      <a:pt x="11637" y="0"/>
                    </a:lnTo>
                    <a:lnTo>
                      <a:pt x="11637" y="14300"/>
                    </a:lnTo>
                    <a:lnTo>
                      <a:pt x="0" y="14300"/>
                    </a:lnTo>
                    <a:close/>
                  </a:path>
                </a:pathLst>
              </a:custGeom>
              <a:solidFill>
                <a:srgbClr val="4EB3AB">
                  <a:alpha val="100000"/>
                </a:srgbClr>
              </a:solidFill>
              <a:ln w="5420" cap="flat">
                <a:solidFill>
                  <a:srgbClr val="4EB3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68" name="pg3867">
                <a:extLst>
                  <a:ext uri="{FF2B5EF4-FFF2-40B4-BE49-F238E27FC236}">
                    <a16:creationId xmlns:a16="http://schemas.microsoft.com/office/drawing/2014/main" id="{34574C93-986D-C19D-08DF-ABF6C278EA5A}"/>
                  </a:ext>
                </a:extLst>
              </p:cNvPr>
              <p:cNvSpPr/>
              <p:nvPr/>
            </p:nvSpPr>
            <p:spPr>
              <a:xfrm>
                <a:off x="2399291" y="2540116"/>
                <a:ext cx="3705599" cy="2850404"/>
              </a:xfrm>
              <a:custGeom>
                <a:avLst/>
                <a:gdLst/>
                <a:ahLst/>
                <a:cxnLst/>
                <a:rect l="0" t="0" r="0" b="0"/>
                <a:pathLst>
                  <a:path w="3705599" h="2850404">
                    <a:moveTo>
                      <a:pt x="2893187" y="266106"/>
                    </a:moveTo>
                    <a:lnTo>
                      <a:pt x="2917831" y="266068"/>
                    </a:lnTo>
                    <a:lnTo>
                      <a:pt x="2961871" y="266005"/>
                    </a:lnTo>
                    <a:lnTo>
                      <a:pt x="3005910" y="265941"/>
                    </a:lnTo>
                    <a:lnTo>
                      <a:pt x="3049950" y="265884"/>
                    </a:lnTo>
                    <a:lnTo>
                      <a:pt x="3093989" y="265820"/>
                    </a:lnTo>
                    <a:lnTo>
                      <a:pt x="3138033" y="265757"/>
                    </a:lnTo>
                    <a:lnTo>
                      <a:pt x="3182073" y="265693"/>
                    </a:lnTo>
                    <a:lnTo>
                      <a:pt x="3226112" y="265630"/>
                    </a:lnTo>
                    <a:lnTo>
                      <a:pt x="3236535" y="240559"/>
                    </a:lnTo>
                    <a:lnTo>
                      <a:pt x="3246246" y="228887"/>
                    </a:lnTo>
                    <a:lnTo>
                      <a:pt x="3259547" y="232754"/>
                    </a:lnTo>
                    <a:lnTo>
                      <a:pt x="3266632" y="232430"/>
                    </a:lnTo>
                    <a:lnTo>
                      <a:pt x="3274508" y="226410"/>
                    </a:lnTo>
                    <a:lnTo>
                      <a:pt x="3280895" y="222752"/>
                    </a:lnTo>
                    <a:lnTo>
                      <a:pt x="3285102" y="223292"/>
                    </a:lnTo>
                    <a:lnTo>
                      <a:pt x="3288693" y="228804"/>
                    </a:lnTo>
                    <a:lnTo>
                      <a:pt x="3291680" y="232481"/>
                    </a:lnTo>
                    <a:lnTo>
                      <a:pt x="3295168" y="231408"/>
                    </a:lnTo>
                    <a:lnTo>
                      <a:pt x="3298155" y="226207"/>
                    </a:lnTo>
                    <a:lnTo>
                      <a:pt x="3298052" y="218993"/>
                    </a:lnTo>
                    <a:lnTo>
                      <a:pt x="3302140" y="213970"/>
                    </a:lnTo>
                    <a:lnTo>
                      <a:pt x="3306992" y="213201"/>
                    </a:lnTo>
                    <a:lnTo>
                      <a:pt x="3311478" y="213360"/>
                    </a:lnTo>
                    <a:lnTo>
                      <a:pt x="3313715" y="210909"/>
                    </a:lnTo>
                    <a:lnTo>
                      <a:pt x="3313467" y="207391"/>
                    </a:lnTo>
                    <a:lnTo>
                      <a:pt x="3311850" y="201726"/>
                    </a:lnTo>
                    <a:lnTo>
                      <a:pt x="3312398" y="194906"/>
                    </a:lnTo>
                    <a:lnTo>
                      <a:pt x="3323601" y="182859"/>
                    </a:lnTo>
                    <a:lnTo>
                      <a:pt x="3337337" y="174686"/>
                    </a:lnTo>
                    <a:lnTo>
                      <a:pt x="3342153" y="170603"/>
                    </a:lnTo>
                    <a:lnTo>
                      <a:pt x="3343554" y="162322"/>
                    </a:lnTo>
                    <a:lnTo>
                      <a:pt x="3351429" y="153717"/>
                    </a:lnTo>
                    <a:lnTo>
                      <a:pt x="3355367" y="148770"/>
                    </a:lnTo>
                    <a:lnTo>
                      <a:pt x="3356328" y="144471"/>
                    </a:lnTo>
                    <a:lnTo>
                      <a:pt x="3354287" y="139181"/>
                    </a:lnTo>
                    <a:lnTo>
                      <a:pt x="3354494" y="129097"/>
                    </a:lnTo>
                    <a:lnTo>
                      <a:pt x="3357202" y="117050"/>
                    </a:lnTo>
                    <a:lnTo>
                      <a:pt x="3360442" y="103930"/>
                    </a:lnTo>
                    <a:lnTo>
                      <a:pt x="3367703" y="92099"/>
                    </a:lnTo>
                    <a:lnTo>
                      <a:pt x="3379609" y="79195"/>
                    </a:lnTo>
                    <a:lnTo>
                      <a:pt x="3382673" y="62240"/>
                    </a:lnTo>
                    <a:lnTo>
                      <a:pt x="3385903" y="44357"/>
                    </a:lnTo>
                    <a:lnTo>
                      <a:pt x="3400295" y="26932"/>
                    </a:lnTo>
                    <a:lnTo>
                      <a:pt x="3416615" y="7169"/>
                    </a:lnTo>
                    <a:lnTo>
                      <a:pt x="3422535" y="0"/>
                    </a:lnTo>
                    <a:lnTo>
                      <a:pt x="3618932" y="0"/>
                    </a:lnTo>
                    <a:lnTo>
                      <a:pt x="3619257" y="14859"/>
                    </a:lnTo>
                    <a:lnTo>
                      <a:pt x="3619521" y="35130"/>
                    </a:lnTo>
                    <a:lnTo>
                      <a:pt x="3619800" y="56493"/>
                    </a:lnTo>
                    <a:lnTo>
                      <a:pt x="3620001" y="71740"/>
                    </a:lnTo>
                    <a:lnTo>
                      <a:pt x="3620347" y="92677"/>
                    </a:lnTo>
                    <a:lnTo>
                      <a:pt x="3620621" y="109334"/>
                    </a:lnTo>
                    <a:lnTo>
                      <a:pt x="3620988" y="131078"/>
                    </a:lnTo>
                    <a:lnTo>
                      <a:pt x="3621179" y="142699"/>
                    </a:lnTo>
                    <a:lnTo>
                      <a:pt x="3623045" y="146052"/>
                    </a:lnTo>
                    <a:lnTo>
                      <a:pt x="3621924" y="150631"/>
                    </a:lnTo>
                    <a:lnTo>
                      <a:pt x="3621433" y="152923"/>
                    </a:lnTo>
                    <a:lnTo>
                      <a:pt x="3621552" y="154746"/>
                    </a:lnTo>
                    <a:lnTo>
                      <a:pt x="3622296" y="157038"/>
                    </a:lnTo>
                    <a:lnTo>
                      <a:pt x="3622172" y="160245"/>
                    </a:lnTo>
                    <a:lnTo>
                      <a:pt x="3620435" y="163147"/>
                    </a:lnTo>
                    <a:lnTo>
                      <a:pt x="3619567" y="166500"/>
                    </a:lnTo>
                    <a:lnTo>
                      <a:pt x="3619319" y="171993"/>
                    </a:lnTo>
                    <a:lnTo>
                      <a:pt x="3621179" y="175353"/>
                    </a:lnTo>
                    <a:lnTo>
                      <a:pt x="3624285" y="177334"/>
                    </a:lnTo>
                    <a:lnTo>
                      <a:pt x="3626895" y="177334"/>
                    </a:lnTo>
                    <a:lnTo>
                      <a:pt x="3630249" y="179322"/>
                    </a:lnTo>
                    <a:lnTo>
                      <a:pt x="3634595" y="182834"/>
                    </a:lnTo>
                    <a:lnTo>
                      <a:pt x="3641173" y="185882"/>
                    </a:lnTo>
                    <a:lnTo>
                      <a:pt x="3648005" y="186949"/>
                    </a:lnTo>
                    <a:lnTo>
                      <a:pt x="3652723" y="186187"/>
                    </a:lnTo>
                    <a:lnTo>
                      <a:pt x="3658434" y="188174"/>
                    </a:lnTo>
                    <a:lnTo>
                      <a:pt x="3660423" y="193058"/>
                    </a:lnTo>
                    <a:lnTo>
                      <a:pt x="3659307" y="197630"/>
                    </a:lnTo>
                    <a:lnTo>
                      <a:pt x="3656077" y="199770"/>
                    </a:lnTo>
                    <a:lnTo>
                      <a:pt x="3652599" y="201453"/>
                    </a:lnTo>
                    <a:lnTo>
                      <a:pt x="3651979" y="204958"/>
                    </a:lnTo>
                    <a:lnTo>
                      <a:pt x="3653715" y="208623"/>
                    </a:lnTo>
                    <a:lnTo>
                      <a:pt x="3656201" y="211829"/>
                    </a:lnTo>
                    <a:lnTo>
                      <a:pt x="3658935" y="217462"/>
                    </a:lnTo>
                    <a:lnTo>
                      <a:pt x="3657813" y="222346"/>
                    </a:lnTo>
                    <a:lnTo>
                      <a:pt x="3655333" y="226467"/>
                    </a:lnTo>
                    <a:lnTo>
                      <a:pt x="3654212" y="230735"/>
                    </a:lnTo>
                    <a:lnTo>
                      <a:pt x="3656325" y="234405"/>
                    </a:lnTo>
                    <a:lnTo>
                      <a:pt x="3661912" y="239282"/>
                    </a:lnTo>
                    <a:lnTo>
                      <a:pt x="3665389" y="244013"/>
                    </a:lnTo>
                    <a:lnTo>
                      <a:pt x="3670857" y="246611"/>
                    </a:lnTo>
                    <a:lnTo>
                      <a:pt x="3673461" y="244775"/>
                    </a:lnTo>
                    <a:lnTo>
                      <a:pt x="3675575" y="242330"/>
                    </a:lnTo>
                    <a:lnTo>
                      <a:pt x="3677807" y="240501"/>
                    </a:lnTo>
                    <a:lnTo>
                      <a:pt x="3681657" y="241575"/>
                    </a:lnTo>
                    <a:lnTo>
                      <a:pt x="3686127" y="242946"/>
                    </a:lnTo>
                    <a:lnTo>
                      <a:pt x="3691011" y="244578"/>
                    </a:lnTo>
                    <a:lnTo>
                      <a:pt x="3690427" y="248535"/>
                    </a:lnTo>
                    <a:lnTo>
                      <a:pt x="3693404" y="255203"/>
                    </a:lnTo>
                    <a:lnTo>
                      <a:pt x="3695708" y="268024"/>
                    </a:lnTo>
                    <a:lnTo>
                      <a:pt x="3692169" y="273847"/>
                    </a:lnTo>
                    <a:lnTo>
                      <a:pt x="3692928" y="281563"/>
                    </a:lnTo>
                    <a:lnTo>
                      <a:pt x="3702742" y="283811"/>
                    </a:lnTo>
                    <a:lnTo>
                      <a:pt x="3705129" y="286173"/>
                    </a:lnTo>
                    <a:lnTo>
                      <a:pt x="3705599" y="289025"/>
                    </a:lnTo>
                    <a:lnTo>
                      <a:pt x="3683983" y="308806"/>
                    </a:lnTo>
                    <a:lnTo>
                      <a:pt x="3665694" y="306037"/>
                    </a:lnTo>
                    <a:lnTo>
                      <a:pt x="3655772" y="311283"/>
                    </a:lnTo>
                    <a:lnTo>
                      <a:pt x="3645380" y="312813"/>
                    </a:lnTo>
                    <a:lnTo>
                      <a:pt x="3640822" y="321653"/>
                    </a:lnTo>
                    <a:lnTo>
                      <a:pt x="3635117" y="323526"/>
                    </a:lnTo>
                    <a:lnTo>
                      <a:pt x="3627303" y="322993"/>
                    </a:lnTo>
                    <a:lnTo>
                      <a:pt x="3620565" y="320497"/>
                    </a:lnTo>
                    <a:lnTo>
                      <a:pt x="3615423" y="321723"/>
                    </a:lnTo>
                    <a:lnTo>
                      <a:pt x="3608229" y="337675"/>
                    </a:lnTo>
                    <a:lnTo>
                      <a:pt x="3602338" y="336284"/>
                    </a:lnTo>
                    <a:lnTo>
                      <a:pt x="3599992" y="342025"/>
                    </a:lnTo>
                    <a:lnTo>
                      <a:pt x="3596912" y="344534"/>
                    </a:lnTo>
                    <a:lnTo>
                      <a:pt x="3592395" y="346686"/>
                    </a:lnTo>
                    <a:lnTo>
                      <a:pt x="3588473" y="339599"/>
                    </a:lnTo>
                    <a:lnTo>
                      <a:pt x="3585977" y="332862"/>
                    </a:lnTo>
                    <a:lnTo>
                      <a:pt x="3582298" y="331382"/>
                    </a:lnTo>
                    <a:lnTo>
                      <a:pt x="3577409" y="329661"/>
                    </a:lnTo>
                    <a:lnTo>
                      <a:pt x="3572381" y="329718"/>
                    </a:lnTo>
                    <a:lnTo>
                      <a:pt x="3569027" y="330683"/>
                    </a:lnTo>
                    <a:lnTo>
                      <a:pt x="3564867" y="335040"/>
                    </a:lnTo>
                    <a:lnTo>
                      <a:pt x="3558836" y="338780"/>
                    </a:lnTo>
                    <a:lnTo>
                      <a:pt x="3554273" y="335662"/>
                    </a:lnTo>
                    <a:lnTo>
                      <a:pt x="3550702" y="330652"/>
                    </a:lnTo>
                    <a:lnTo>
                      <a:pt x="3547648" y="338710"/>
                    </a:lnTo>
                    <a:lnTo>
                      <a:pt x="3543204" y="347220"/>
                    </a:lnTo>
                    <a:lnTo>
                      <a:pt x="3543943" y="357145"/>
                    </a:lnTo>
                    <a:lnTo>
                      <a:pt x="3542031" y="363032"/>
                    </a:lnTo>
                    <a:lnTo>
                      <a:pt x="3537814" y="361445"/>
                    </a:lnTo>
                    <a:lnTo>
                      <a:pt x="3533618" y="356282"/>
                    </a:lnTo>
                    <a:lnTo>
                      <a:pt x="3521840" y="352154"/>
                    </a:lnTo>
                    <a:lnTo>
                      <a:pt x="3512461" y="352535"/>
                    </a:lnTo>
                    <a:lnTo>
                      <a:pt x="3514368" y="347023"/>
                    </a:lnTo>
                    <a:lnTo>
                      <a:pt x="3523236" y="339110"/>
                    </a:lnTo>
                    <a:lnTo>
                      <a:pt x="3520507" y="337561"/>
                    </a:lnTo>
                    <a:lnTo>
                      <a:pt x="3516156" y="338659"/>
                    </a:lnTo>
                    <a:lnTo>
                      <a:pt x="3514259" y="337561"/>
                    </a:lnTo>
                    <a:lnTo>
                      <a:pt x="3517370" y="330372"/>
                    </a:lnTo>
                    <a:lnTo>
                      <a:pt x="3517670" y="322441"/>
                    </a:lnTo>
                    <a:lnTo>
                      <a:pt x="3513701" y="325216"/>
                    </a:lnTo>
                    <a:lnTo>
                      <a:pt x="3508709" y="333585"/>
                    </a:lnTo>
                    <a:lnTo>
                      <a:pt x="3496632" y="340247"/>
                    </a:lnTo>
                    <a:lnTo>
                      <a:pt x="3497195" y="351398"/>
                    </a:lnTo>
                    <a:lnTo>
                      <a:pt x="3485826" y="374253"/>
                    </a:lnTo>
                    <a:lnTo>
                      <a:pt x="3485320" y="383982"/>
                    </a:lnTo>
                    <a:lnTo>
                      <a:pt x="3478028" y="391749"/>
                    </a:lnTo>
                    <a:lnTo>
                      <a:pt x="3468628" y="398429"/>
                    </a:lnTo>
                    <a:lnTo>
                      <a:pt x="3456091" y="396550"/>
                    </a:lnTo>
                    <a:lnTo>
                      <a:pt x="3446521" y="402354"/>
                    </a:lnTo>
                    <a:lnTo>
                      <a:pt x="3441663" y="409015"/>
                    </a:lnTo>
                    <a:lnTo>
                      <a:pt x="3437441" y="410019"/>
                    </a:lnTo>
                    <a:lnTo>
                      <a:pt x="3435240" y="401535"/>
                    </a:lnTo>
                    <a:lnTo>
                      <a:pt x="3433638" y="398912"/>
                    </a:lnTo>
                    <a:lnTo>
                      <a:pt x="3430113" y="411422"/>
                    </a:lnTo>
                    <a:lnTo>
                      <a:pt x="3426522" y="412197"/>
                    </a:lnTo>
                    <a:lnTo>
                      <a:pt x="3425163" y="403325"/>
                    </a:lnTo>
                    <a:lnTo>
                      <a:pt x="3423457" y="397464"/>
                    </a:lnTo>
                    <a:lnTo>
                      <a:pt x="3418563" y="402519"/>
                    </a:lnTo>
                    <a:lnTo>
                      <a:pt x="3415313" y="415918"/>
                    </a:lnTo>
                    <a:lnTo>
                      <a:pt x="3411907" y="414788"/>
                    </a:lnTo>
                    <a:lnTo>
                      <a:pt x="3410822" y="409803"/>
                    </a:lnTo>
                    <a:lnTo>
                      <a:pt x="3408383" y="408291"/>
                    </a:lnTo>
                    <a:lnTo>
                      <a:pt x="3407546" y="413988"/>
                    </a:lnTo>
                    <a:lnTo>
                      <a:pt x="3408776" y="422002"/>
                    </a:lnTo>
                    <a:lnTo>
                      <a:pt x="3407003" y="426282"/>
                    </a:lnTo>
                    <a:lnTo>
                      <a:pt x="3403618" y="423996"/>
                    </a:lnTo>
                    <a:lnTo>
                      <a:pt x="3400213" y="420141"/>
                    </a:lnTo>
                    <a:lnTo>
                      <a:pt x="3394595" y="423069"/>
                    </a:lnTo>
                    <a:lnTo>
                      <a:pt x="3389438" y="424256"/>
                    </a:lnTo>
                    <a:lnTo>
                      <a:pt x="3389417" y="420332"/>
                    </a:lnTo>
                    <a:lnTo>
                      <a:pt x="3390399" y="415518"/>
                    </a:lnTo>
                    <a:lnTo>
                      <a:pt x="3380121" y="418179"/>
                    </a:lnTo>
                    <a:lnTo>
                      <a:pt x="3367796" y="427057"/>
                    </a:lnTo>
                    <a:lnTo>
                      <a:pt x="3358225" y="439339"/>
                    </a:lnTo>
                    <a:lnTo>
                      <a:pt x="3361543" y="441383"/>
                    </a:lnTo>
                    <a:lnTo>
                      <a:pt x="3365279" y="445295"/>
                    </a:lnTo>
                    <a:lnTo>
                      <a:pt x="3348654" y="464270"/>
                    </a:lnTo>
                    <a:lnTo>
                      <a:pt x="3331611" y="481359"/>
                    </a:lnTo>
                    <a:lnTo>
                      <a:pt x="3318738" y="509244"/>
                    </a:lnTo>
                    <a:lnTo>
                      <a:pt x="3313571" y="512508"/>
                    </a:lnTo>
                    <a:lnTo>
                      <a:pt x="3309132" y="517620"/>
                    </a:lnTo>
                    <a:lnTo>
                      <a:pt x="3304419" y="534455"/>
                    </a:lnTo>
                    <a:lnTo>
                      <a:pt x="3298977" y="549442"/>
                    </a:lnTo>
                    <a:lnTo>
                      <a:pt x="3302021" y="556116"/>
                    </a:lnTo>
                    <a:lnTo>
                      <a:pt x="3304026" y="562981"/>
                    </a:lnTo>
                    <a:lnTo>
                      <a:pt x="3308858" y="569737"/>
                    </a:lnTo>
                    <a:lnTo>
                      <a:pt x="3312966" y="570347"/>
                    </a:lnTo>
                    <a:lnTo>
                      <a:pt x="3317415" y="569128"/>
                    </a:lnTo>
                    <a:lnTo>
                      <a:pt x="3320681" y="569414"/>
                    </a:lnTo>
                    <a:lnTo>
                      <a:pt x="3322780" y="572284"/>
                    </a:lnTo>
                    <a:lnTo>
                      <a:pt x="3321849" y="575726"/>
                    </a:lnTo>
                    <a:lnTo>
                      <a:pt x="3316718" y="576583"/>
                    </a:lnTo>
                    <a:lnTo>
                      <a:pt x="3307147" y="582603"/>
                    </a:lnTo>
                    <a:lnTo>
                      <a:pt x="3298755" y="584915"/>
                    </a:lnTo>
                    <a:lnTo>
                      <a:pt x="3294548" y="592192"/>
                    </a:lnTo>
                    <a:lnTo>
                      <a:pt x="3288244" y="600600"/>
                    </a:lnTo>
                    <a:lnTo>
                      <a:pt x="3275996" y="613720"/>
                    </a:lnTo>
                    <a:lnTo>
                      <a:pt x="3281231" y="617765"/>
                    </a:lnTo>
                    <a:lnTo>
                      <a:pt x="3300150" y="622325"/>
                    </a:lnTo>
                    <a:lnTo>
                      <a:pt x="3308584" y="627018"/>
                    </a:lnTo>
                    <a:lnTo>
                      <a:pt x="3321348" y="651524"/>
                    </a:lnTo>
                    <a:lnTo>
                      <a:pt x="3318433" y="653975"/>
                    </a:lnTo>
                    <a:lnTo>
                      <a:pt x="3317276" y="658465"/>
                    </a:lnTo>
                    <a:lnTo>
                      <a:pt x="3328624" y="664765"/>
                    </a:lnTo>
                    <a:lnTo>
                      <a:pt x="3332247" y="682362"/>
                    </a:lnTo>
                    <a:lnTo>
                      <a:pt x="3341564" y="688350"/>
                    </a:lnTo>
                    <a:lnTo>
                      <a:pt x="3355450" y="692033"/>
                    </a:lnTo>
                    <a:lnTo>
                      <a:pt x="3372431" y="686712"/>
                    </a:lnTo>
                    <a:lnTo>
                      <a:pt x="3386570" y="679390"/>
                    </a:lnTo>
                    <a:lnTo>
                      <a:pt x="3386074" y="673388"/>
                    </a:lnTo>
                    <a:lnTo>
                      <a:pt x="3377191" y="659424"/>
                    </a:lnTo>
                    <a:lnTo>
                      <a:pt x="3375051" y="652864"/>
                    </a:lnTo>
                    <a:lnTo>
                      <a:pt x="3368457" y="648616"/>
                    </a:lnTo>
                    <a:lnTo>
                      <a:pt x="3365951" y="652216"/>
                    </a:lnTo>
                    <a:lnTo>
                      <a:pt x="3361687" y="647542"/>
                    </a:lnTo>
                    <a:lnTo>
                      <a:pt x="3361207" y="644920"/>
                    </a:lnTo>
                    <a:lnTo>
                      <a:pt x="3365181" y="643643"/>
                    </a:lnTo>
                    <a:lnTo>
                      <a:pt x="3369801" y="644151"/>
                    </a:lnTo>
                    <a:lnTo>
                      <a:pt x="3375191" y="646596"/>
                    </a:lnTo>
                    <a:lnTo>
                      <a:pt x="3389061" y="661818"/>
                    </a:lnTo>
                    <a:lnTo>
                      <a:pt x="3392900" y="681771"/>
                    </a:lnTo>
                    <a:lnTo>
                      <a:pt x="3393722" y="694440"/>
                    </a:lnTo>
                    <a:lnTo>
                      <a:pt x="3392156" y="698771"/>
                    </a:lnTo>
                    <a:lnTo>
                      <a:pt x="3388120" y="697882"/>
                    </a:lnTo>
                    <a:lnTo>
                      <a:pt x="3380420" y="698746"/>
                    </a:lnTo>
                    <a:lnTo>
                      <a:pt x="3343890" y="705306"/>
                    </a:lnTo>
                    <a:lnTo>
                      <a:pt x="3335776" y="711084"/>
                    </a:lnTo>
                    <a:lnTo>
                      <a:pt x="3317173" y="717359"/>
                    </a:lnTo>
                    <a:lnTo>
                      <a:pt x="3316015" y="714228"/>
                    </a:lnTo>
                    <a:lnTo>
                      <a:pt x="3317359" y="707750"/>
                    </a:lnTo>
                    <a:lnTo>
                      <a:pt x="3316186" y="694484"/>
                    </a:lnTo>
                    <a:lnTo>
                      <a:pt x="3312516" y="693868"/>
                    </a:lnTo>
                    <a:lnTo>
                      <a:pt x="3283613" y="715498"/>
                    </a:lnTo>
                    <a:lnTo>
                      <a:pt x="3272441" y="716857"/>
                    </a:lnTo>
                    <a:lnTo>
                      <a:pt x="3263046" y="723188"/>
                    </a:lnTo>
                    <a:lnTo>
                      <a:pt x="3260943" y="719676"/>
                    </a:lnTo>
                    <a:lnTo>
                      <a:pt x="3259263" y="703458"/>
                    </a:lnTo>
                    <a:lnTo>
                      <a:pt x="3265144" y="689855"/>
                    </a:lnTo>
                    <a:lnTo>
                      <a:pt x="3262012" y="690071"/>
                    </a:lnTo>
                    <a:lnTo>
                      <a:pt x="3252194" y="698238"/>
                    </a:lnTo>
                    <a:lnTo>
                      <a:pt x="3247997" y="693214"/>
                    </a:lnTo>
                    <a:lnTo>
                      <a:pt x="3245894" y="687702"/>
                    </a:lnTo>
                    <a:lnTo>
                      <a:pt x="3242871" y="684584"/>
                    </a:lnTo>
                    <a:lnTo>
                      <a:pt x="3239595" y="683403"/>
                    </a:lnTo>
                    <a:lnTo>
                      <a:pt x="3242396" y="695443"/>
                    </a:lnTo>
                    <a:lnTo>
                      <a:pt x="3235740" y="704474"/>
                    </a:lnTo>
                    <a:lnTo>
                      <a:pt x="3233915" y="727830"/>
                    </a:lnTo>
                    <a:lnTo>
                      <a:pt x="3225549" y="737553"/>
                    </a:lnTo>
                    <a:lnTo>
                      <a:pt x="3199467" y="743802"/>
                    </a:lnTo>
                    <a:lnTo>
                      <a:pt x="3182465" y="742481"/>
                    </a:lnTo>
                    <a:lnTo>
                      <a:pt x="3167231" y="744424"/>
                    </a:lnTo>
                    <a:lnTo>
                      <a:pt x="3146974" y="748907"/>
                    </a:lnTo>
                    <a:lnTo>
                      <a:pt x="3135780" y="746240"/>
                    </a:lnTo>
                    <a:lnTo>
                      <a:pt x="3124313" y="750971"/>
                    </a:lnTo>
                    <a:lnTo>
                      <a:pt x="3085390" y="752260"/>
                    </a:lnTo>
                    <a:lnTo>
                      <a:pt x="3077183" y="749752"/>
                    </a:lnTo>
                    <a:lnTo>
                      <a:pt x="3066703" y="758687"/>
                    </a:lnTo>
                    <a:lnTo>
                      <a:pt x="3049924" y="763970"/>
                    </a:lnTo>
                    <a:lnTo>
                      <a:pt x="3007512" y="783993"/>
                    </a:lnTo>
                    <a:lnTo>
                      <a:pt x="2998159" y="791277"/>
                    </a:lnTo>
                    <a:lnTo>
                      <a:pt x="2986769" y="802651"/>
                    </a:lnTo>
                    <a:lnTo>
                      <a:pt x="2979121" y="808766"/>
                    </a:lnTo>
                    <a:lnTo>
                      <a:pt x="2972832" y="810754"/>
                    </a:lnTo>
                    <a:lnTo>
                      <a:pt x="2968966" y="815847"/>
                    </a:lnTo>
                    <a:lnTo>
                      <a:pt x="2964744" y="819174"/>
                    </a:lnTo>
                    <a:lnTo>
                      <a:pt x="2968821" y="807807"/>
                    </a:lnTo>
                    <a:lnTo>
                      <a:pt x="2973250" y="798224"/>
                    </a:lnTo>
                    <a:lnTo>
                      <a:pt x="2976930" y="779662"/>
                    </a:lnTo>
                    <a:lnTo>
                      <a:pt x="2975844" y="764650"/>
                    </a:lnTo>
                    <a:lnTo>
                      <a:pt x="2971281" y="758477"/>
                    </a:lnTo>
                    <a:lnTo>
                      <a:pt x="2966563" y="754362"/>
                    </a:lnTo>
                    <a:lnTo>
                      <a:pt x="2972093" y="769178"/>
                    </a:lnTo>
                    <a:lnTo>
                      <a:pt x="2972987" y="787346"/>
                    </a:lnTo>
                    <a:lnTo>
                      <a:pt x="2971085" y="797989"/>
                    </a:lnTo>
                    <a:lnTo>
                      <a:pt x="2960682" y="818520"/>
                    </a:lnTo>
                    <a:lnTo>
                      <a:pt x="2956253" y="823302"/>
                    </a:lnTo>
                    <a:lnTo>
                      <a:pt x="2951075" y="827506"/>
                    </a:lnTo>
                    <a:lnTo>
                      <a:pt x="2947174" y="829335"/>
                    </a:lnTo>
                    <a:lnTo>
                      <a:pt x="2943572" y="832618"/>
                    </a:lnTo>
                    <a:lnTo>
                      <a:pt x="2939386" y="837819"/>
                    </a:lnTo>
                    <a:lnTo>
                      <a:pt x="2935417" y="848145"/>
                    </a:lnTo>
                    <a:lnTo>
                      <a:pt x="2937820" y="857556"/>
                    </a:lnTo>
                    <a:lnTo>
                      <a:pt x="2958104" y="860992"/>
                    </a:lnTo>
                    <a:lnTo>
                      <a:pt x="2963545" y="858090"/>
                    </a:lnTo>
                    <a:lnTo>
                      <a:pt x="2966315" y="864827"/>
                    </a:lnTo>
                    <a:lnTo>
                      <a:pt x="2967865" y="874188"/>
                    </a:lnTo>
                    <a:lnTo>
                      <a:pt x="2966346" y="884310"/>
                    </a:lnTo>
                    <a:lnTo>
                      <a:pt x="2962956" y="894611"/>
                    </a:lnTo>
                    <a:lnTo>
                      <a:pt x="2960382" y="907400"/>
                    </a:lnTo>
                    <a:lnTo>
                      <a:pt x="2958202" y="926902"/>
                    </a:lnTo>
                    <a:lnTo>
                      <a:pt x="2954920" y="944449"/>
                    </a:lnTo>
                    <a:lnTo>
                      <a:pt x="2954491" y="939121"/>
                    </a:lnTo>
                    <a:lnTo>
                      <a:pt x="2956543" y="917790"/>
                    </a:lnTo>
                    <a:lnTo>
                      <a:pt x="2953220" y="920019"/>
                    </a:lnTo>
                    <a:lnTo>
                      <a:pt x="2950931" y="924940"/>
                    </a:lnTo>
                    <a:lnTo>
                      <a:pt x="2944740" y="952450"/>
                    </a:lnTo>
                    <a:lnTo>
                      <a:pt x="2936229" y="967113"/>
                    </a:lnTo>
                    <a:lnTo>
                      <a:pt x="2928389" y="977255"/>
                    </a:lnTo>
                    <a:lnTo>
                      <a:pt x="2920302" y="975578"/>
                    </a:lnTo>
                    <a:lnTo>
                      <a:pt x="2922121" y="983637"/>
                    </a:lnTo>
                    <a:lnTo>
                      <a:pt x="2919899" y="987834"/>
                    </a:lnTo>
                    <a:lnTo>
                      <a:pt x="2917997" y="996592"/>
                    </a:lnTo>
                    <a:lnTo>
                      <a:pt x="2913175" y="1002396"/>
                    </a:lnTo>
                    <a:lnTo>
                      <a:pt x="2908643" y="1001837"/>
                    </a:lnTo>
                    <a:lnTo>
                      <a:pt x="2902132" y="1005838"/>
                    </a:lnTo>
                    <a:lnTo>
                      <a:pt x="2899564" y="1008899"/>
                    </a:lnTo>
                    <a:lnTo>
                      <a:pt x="2899372" y="1014760"/>
                    </a:lnTo>
                    <a:lnTo>
                      <a:pt x="2895016" y="1019917"/>
                    </a:lnTo>
                    <a:lnTo>
                      <a:pt x="2879296" y="1046703"/>
                    </a:lnTo>
                    <a:lnTo>
                      <a:pt x="2865648" y="1054609"/>
                    </a:lnTo>
                    <a:lnTo>
                      <a:pt x="2862382" y="1053459"/>
                    </a:lnTo>
                    <a:lnTo>
                      <a:pt x="2865978" y="1040816"/>
                    </a:lnTo>
                    <a:lnTo>
                      <a:pt x="2868443" y="1028032"/>
                    </a:lnTo>
                    <a:lnTo>
                      <a:pt x="2860160" y="1022469"/>
                    </a:lnTo>
                    <a:lnTo>
                      <a:pt x="2852232" y="1019529"/>
                    </a:lnTo>
                    <a:lnTo>
                      <a:pt x="2843137" y="1019917"/>
                    </a:lnTo>
                    <a:lnTo>
                      <a:pt x="2833091" y="1009978"/>
                    </a:lnTo>
                    <a:lnTo>
                      <a:pt x="2820141" y="1002751"/>
                    </a:lnTo>
                    <a:lnTo>
                      <a:pt x="2802064" y="983199"/>
                    </a:lnTo>
                    <a:lnTo>
                      <a:pt x="2802591" y="977775"/>
                    </a:lnTo>
                    <a:lnTo>
                      <a:pt x="2802136" y="968675"/>
                    </a:lnTo>
                    <a:lnTo>
                      <a:pt x="2807630" y="954298"/>
                    </a:lnTo>
                    <a:lnTo>
                      <a:pt x="2812896" y="944245"/>
                    </a:lnTo>
                    <a:lnTo>
                      <a:pt x="2820167" y="939038"/>
                    </a:lnTo>
                    <a:lnTo>
                      <a:pt x="2841266" y="933735"/>
                    </a:lnTo>
                    <a:lnTo>
                      <a:pt x="2846558" y="925759"/>
                    </a:lnTo>
                    <a:lnTo>
                      <a:pt x="2849695" y="919041"/>
                    </a:lnTo>
                    <a:lnTo>
                      <a:pt x="2839241" y="930579"/>
                    </a:lnTo>
                    <a:lnTo>
                      <a:pt x="2823582" y="934491"/>
                    </a:lnTo>
                    <a:lnTo>
                      <a:pt x="2815144" y="938797"/>
                    </a:lnTo>
                    <a:lnTo>
                      <a:pt x="2808395" y="945382"/>
                    </a:lnTo>
                    <a:lnTo>
                      <a:pt x="2804400" y="953650"/>
                    </a:lnTo>
                    <a:lnTo>
                      <a:pt x="2795356" y="963614"/>
                    </a:lnTo>
                    <a:lnTo>
                      <a:pt x="2795992" y="970288"/>
                    </a:lnTo>
                    <a:lnTo>
                      <a:pt x="2797506" y="975032"/>
                    </a:lnTo>
                    <a:lnTo>
                      <a:pt x="2796808" y="984920"/>
                    </a:lnTo>
                    <a:lnTo>
                      <a:pt x="2802529" y="994559"/>
                    </a:lnTo>
                    <a:lnTo>
                      <a:pt x="2813872" y="1010353"/>
                    </a:lnTo>
                    <a:lnTo>
                      <a:pt x="2816038" y="1034884"/>
                    </a:lnTo>
                    <a:lnTo>
                      <a:pt x="2824694" y="1051300"/>
                    </a:lnTo>
                    <a:lnTo>
                      <a:pt x="2837959" y="1070440"/>
                    </a:lnTo>
                    <a:lnTo>
                      <a:pt x="2848160" y="1075883"/>
                    </a:lnTo>
                    <a:lnTo>
                      <a:pt x="2848656" y="1083001"/>
                    </a:lnTo>
                    <a:lnTo>
                      <a:pt x="2843948" y="1094756"/>
                    </a:lnTo>
                    <a:lnTo>
                      <a:pt x="2837742" y="1100128"/>
                    </a:lnTo>
                    <a:lnTo>
                      <a:pt x="2845814" y="1099055"/>
                    </a:lnTo>
                    <a:lnTo>
                      <a:pt x="2849835" y="1101741"/>
                    </a:lnTo>
                    <a:lnTo>
                      <a:pt x="2853746" y="1111546"/>
                    </a:lnTo>
                    <a:lnTo>
                      <a:pt x="2853442" y="1121555"/>
                    </a:lnTo>
                    <a:lnTo>
                      <a:pt x="2852119" y="1127194"/>
                    </a:lnTo>
                    <a:lnTo>
                      <a:pt x="2849674" y="1129442"/>
                    </a:lnTo>
                    <a:lnTo>
                      <a:pt x="2849778" y="1123682"/>
                    </a:lnTo>
                    <a:lnTo>
                      <a:pt x="2848046" y="1121682"/>
                    </a:lnTo>
                    <a:lnTo>
                      <a:pt x="2845189" y="1124177"/>
                    </a:lnTo>
                    <a:lnTo>
                      <a:pt x="2843339" y="1127022"/>
                    </a:lnTo>
                    <a:lnTo>
                      <a:pt x="2842569" y="1138231"/>
                    </a:lnTo>
                    <a:lnTo>
                      <a:pt x="2840610" y="1143832"/>
                    </a:lnTo>
                    <a:lnTo>
                      <a:pt x="2833685" y="1145496"/>
                    </a:lnTo>
                    <a:lnTo>
                      <a:pt x="2826662" y="1160203"/>
                    </a:lnTo>
                    <a:lnTo>
                      <a:pt x="2820130" y="1168547"/>
                    </a:lnTo>
                    <a:lnTo>
                      <a:pt x="2794426" y="1224971"/>
                    </a:lnTo>
                    <a:lnTo>
                      <a:pt x="2795408" y="1234401"/>
                    </a:lnTo>
                    <a:lnTo>
                      <a:pt x="2790705" y="1237436"/>
                    </a:lnTo>
                    <a:lnTo>
                      <a:pt x="2783584" y="1239907"/>
                    </a:lnTo>
                    <a:lnTo>
                      <a:pt x="2776380" y="1245546"/>
                    </a:lnTo>
                    <a:lnTo>
                      <a:pt x="2771600" y="1251763"/>
                    </a:lnTo>
                    <a:lnTo>
                      <a:pt x="2767161" y="1268484"/>
                    </a:lnTo>
                    <a:lnTo>
                      <a:pt x="2758655" y="1287306"/>
                    </a:lnTo>
                    <a:lnTo>
                      <a:pt x="2753348" y="1279463"/>
                    </a:lnTo>
                    <a:lnTo>
                      <a:pt x="2751989" y="1272751"/>
                    </a:lnTo>
                    <a:lnTo>
                      <a:pt x="2754350" y="1255243"/>
                    </a:lnTo>
                    <a:lnTo>
                      <a:pt x="2763549" y="1226539"/>
                    </a:lnTo>
                    <a:lnTo>
                      <a:pt x="2773683" y="1208695"/>
                    </a:lnTo>
                    <a:lnTo>
                      <a:pt x="2781414" y="1200236"/>
                    </a:lnTo>
                    <a:lnTo>
                      <a:pt x="2787770" y="1182995"/>
                    </a:lnTo>
                    <a:lnTo>
                      <a:pt x="2779739" y="1180423"/>
                    </a:lnTo>
                    <a:lnTo>
                      <a:pt x="2767497" y="1180702"/>
                    </a:lnTo>
                    <a:lnTo>
                      <a:pt x="2769802" y="1172745"/>
                    </a:lnTo>
                    <a:lnTo>
                      <a:pt x="2773373" y="1165734"/>
                    </a:lnTo>
                    <a:lnTo>
                      <a:pt x="2766991" y="1158749"/>
                    </a:lnTo>
                    <a:lnTo>
                      <a:pt x="2763213" y="1157860"/>
                    </a:lnTo>
                    <a:lnTo>
                      <a:pt x="2759322" y="1154996"/>
                    </a:lnTo>
                    <a:lnTo>
                      <a:pt x="2763885" y="1149179"/>
                    </a:lnTo>
                    <a:lnTo>
                      <a:pt x="2766112" y="1143032"/>
                    </a:lnTo>
                    <a:lnTo>
                      <a:pt x="2764753" y="1135551"/>
                    </a:lnTo>
                    <a:lnTo>
                      <a:pt x="2766665" y="1129918"/>
                    </a:lnTo>
                    <a:lnTo>
                      <a:pt x="2763477" y="1130769"/>
                    </a:lnTo>
                    <a:lnTo>
                      <a:pt x="2758350" y="1136732"/>
                    </a:lnTo>
                    <a:lnTo>
                      <a:pt x="2755162" y="1139113"/>
                    </a:lnTo>
                    <a:lnTo>
                      <a:pt x="2753219" y="1133836"/>
                    </a:lnTo>
                    <a:lnTo>
                      <a:pt x="2751002" y="1135030"/>
                    </a:lnTo>
                    <a:lnTo>
                      <a:pt x="2749560" y="1138656"/>
                    </a:lnTo>
                    <a:lnTo>
                      <a:pt x="2746289" y="1140650"/>
                    </a:lnTo>
                    <a:lnTo>
                      <a:pt x="2739380" y="1135691"/>
                    </a:lnTo>
                    <a:lnTo>
                      <a:pt x="2729308" y="1130013"/>
                    </a:lnTo>
                    <a:lnTo>
                      <a:pt x="2723701" y="1120246"/>
                    </a:lnTo>
                    <a:lnTo>
                      <a:pt x="2720502" y="1112677"/>
                    </a:lnTo>
                    <a:lnTo>
                      <a:pt x="2723752" y="1098979"/>
                    </a:lnTo>
                    <a:lnTo>
                      <a:pt x="2730713" y="1096547"/>
                    </a:lnTo>
                    <a:lnTo>
                      <a:pt x="2739757" y="1098769"/>
                    </a:lnTo>
                    <a:lnTo>
                      <a:pt x="2751612" y="1098750"/>
                    </a:lnTo>
                    <a:lnTo>
                      <a:pt x="2749917" y="1095708"/>
                    </a:lnTo>
                    <a:lnTo>
                      <a:pt x="2745684" y="1096210"/>
                    </a:lnTo>
                    <a:lnTo>
                      <a:pt x="2733189" y="1085097"/>
                    </a:lnTo>
                    <a:lnTo>
                      <a:pt x="2729168" y="1078385"/>
                    </a:lnTo>
                    <a:lnTo>
                      <a:pt x="2722254" y="1076543"/>
                    </a:lnTo>
                    <a:lnTo>
                      <a:pt x="2719101" y="1082995"/>
                    </a:lnTo>
                    <a:lnTo>
                      <a:pt x="2715603" y="1084710"/>
                    </a:lnTo>
                    <a:lnTo>
                      <a:pt x="2719923" y="1070593"/>
                    </a:lnTo>
                    <a:lnTo>
                      <a:pt x="2725571" y="1070015"/>
                    </a:lnTo>
                    <a:lnTo>
                      <a:pt x="2733912" y="1066103"/>
                    </a:lnTo>
                    <a:lnTo>
                      <a:pt x="2731488" y="1057930"/>
                    </a:lnTo>
                    <a:lnTo>
                      <a:pt x="2726223" y="1054355"/>
                    </a:lnTo>
                    <a:lnTo>
                      <a:pt x="2716714" y="1058838"/>
                    </a:lnTo>
                    <a:lnTo>
                      <a:pt x="2716828" y="1053091"/>
                    </a:lnTo>
                    <a:lnTo>
                      <a:pt x="2718610" y="1045731"/>
                    </a:lnTo>
                    <a:lnTo>
                      <a:pt x="2725778" y="1045756"/>
                    </a:lnTo>
                    <a:lnTo>
                      <a:pt x="2732057" y="1048157"/>
                    </a:lnTo>
                    <a:lnTo>
                      <a:pt x="2737400" y="1036269"/>
                    </a:lnTo>
                    <a:lnTo>
                      <a:pt x="2737638" y="1030960"/>
                    </a:lnTo>
                    <a:lnTo>
                      <a:pt x="2728760" y="1038676"/>
                    </a:lnTo>
                    <a:lnTo>
                      <a:pt x="2726765" y="1022031"/>
                    </a:lnTo>
                    <a:lnTo>
                      <a:pt x="2735504" y="1005977"/>
                    </a:lnTo>
                    <a:lnTo>
                      <a:pt x="2743839" y="998979"/>
                    </a:lnTo>
                    <a:lnTo>
                      <a:pt x="2754252" y="999183"/>
                    </a:lnTo>
                    <a:lnTo>
                      <a:pt x="2764836" y="998052"/>
                    </a:lnTo>
                    <a:lnTo>
                      <a:pt x="2758195" y="995112"/>
                    </a:lnTo>
                    <a:lnTo>
                      <a:pt x="2751379" y="993518"/>
                    </a:lnTo>
                    <a:lnTo>
                      <a:pt x="2756500" y="987174"/>
                    </a:lnTo>
                    <a:lnTo>
                      <a:pt x="2760867" y="986037"/>
                    </a:lnTo>
                    <a:lnTo>
                      <a:pt x="2765156" y="980506"/>
                    </a:lnTo>
                    <a:lnTo>
                      <a:pt x="2754841" y="981325"/>
                    </a:lnTo>
                    <a:lnTo>
                      <a:pt x="2756056" y="970860"/>
                    </a:lnTo>
                    <a:lnTo>
                      <a:pt x="2751043" y="972987"/>
                    </a:lnTo>
                    <a:lnTo>
                      <a:pt x="2745043" y="973971"/>
                    </a:lnTo>
                    <a:lnTo>
                      <a:pt x="2742708" y="978410"/>
                    </a:lnTo>
                    <a:lnTo>
                      <a:pt x="2743168" y="985783"/>
                    </a:lnTo>
                    <a:lnTo>
                      <a:pt x="2741416" y="990622"/>
                    </a:lnTo>
                    <a:lnTo>
                      <a:pt x="2736749" y="994509"/>
                    </a:lnTo>
                    <a:lnTo>
                      <a:pt x="2728868" y="997538"/>
                    </a:lnTo>
                    <a:lnTo>
                      <a:pt x="2728104" y="992286"/>
                    </a:lnTo>
                    <a:lnTo>
                      <a:pt x="2725499" y="989905"/>
                    </a:lnTo>
                    <a:lnTo>
                      <a:pt x="2724528" y="1001151"/>
                    </a:lnTo>
                    <a:lnTo>
                      <a:pt x="2722460" y="1004974"/>
                    </a:lnTo>
                    <a:lnTo>
                      <a:pt x="2716698" y="994420"/>
                    </a:lnTo>
                    <a:lnTo>
                      <a:pt x="2714967" y="996547"/>
                    </a:lnTo>
                    <a:lnTo>
                      <a:pt x="2715189" y="999545"/>
                    </a:lnTo>
                    <a:lnTo>
                      <a:pt x="2713717" y="1004726"/>
                    </a:lnTo>
                    <a:lnTo>
                      <a:pt x="2708776" y="1007425"/>
                    </a:lnTo>
                    <a:lnTo>
                      <a:pt x="2709081" y="1014068"/>
                    </a:lnTo>
                    <a:lnTo>
                      <a:pt x="2707164" y="1017688"/>
                    </a:lnTo>
                    <a:lnTo>
                      <a:pt x="2691340" y="1011921"/>
                    </a:lnTo>
                    <a:lnTo>
                      <a:pt x="2690968" y="1013877"/>
                    </a:lnTo>
                    <a:lnTo>
                      <a:pt x="2699919" y="1026311"/>
                    </a:lnTo>
                    <a:lnTo>
                      <a:pt x="2706456" y="1030560"/>
                    </a:lnTo>
                    <a:lnTo>
                      <a:pt x="2707252" y="1037342"/>
                    </a:lnTo>
                    <a:lnTo>
                      <a:pt x="2701640" y="1042968"/>
                    </a:lnTo>
                    <a:lnTo>
                      <a:pt x="2693898" y="1038110"/>
                    </a:lnTo>
                    <a:lnTo>
                      <a:pt x="2692596" y="1038466"/>
                    </a:lnTo>
                    <a:lnTo>
                      <a:pt x="2696803" y="1046798"/>
                    </a:lnTo>
                    <a:lnTo>
                      <a:pt x="2699454" y="1054075"/>
                    </a:lnTo>
                    <a:lnTo>
                      <a:pt x="2696725" y="1060172"/>
                    </a:lnTo>
                    <a:lnTo>
                      <a:pt x="2697149" y="1067678"/>
                    </a:lnTo>
                    <a:lnTo>
                      <a:pt x="2696560" y="1074485"/>
                    </a:lnTo>
                    <a:lnTo>
                      <a:pt x="2694891" y="1080423"/>
                    </a:lnTo>
                    <a:lnTo>
                      <a:pt x="2698653" y="1107793"/>
                    </a:lnTo>
                    <a:lnTo>
                      <a:pt x="2703185" y="1115236"/>
                    </a:lnTo>
                    <a:lnTo>
                      <a:pt x="2707639" y="1122355"/>
                    </a:lnTo>
                    <a:lnTo>
                      <a:pt x="2710001" y="1129016"/>
                    </a:lnTo>
                    <a:lnTo>
                      <a:pt x="2705273" y="1129988"/>
                    </a:lnTo>
                    <a:lnTo>
                      <a:pt x="2697743" y="1124507"/>
                    </a:lnTo>
                    <a:lnTo>
                      <a:pt x="2691129" y="1120329"/>
                    </a:lnTo>
                    <a:lnTo>
                      <a:pt x="2683248" y="1106968"/>
                    </a:lnTo>
                    <a:lnTo>
                      <a:pt x="2681945" y="1101633"/>
                    </a:lnTo>
                    <a:lnTo>
                      <a:pt x="2680023" y="1097417"/>
                    </a:lnTo>
                    <a:lnTo>
                      <a:pt x="2680953" y="1107101"/>
                    </a:lnTo>
                    <a:lnTo>
                      <a:pt x="2683765" y="1117916"/>
                    </a:lnTo>
                    <a:lnTo>
                      <a:pt x="2708446" y="1142117"/>
                    </a:lnTo>
                    <a:lnTo>
                      <a:pt x="2713003" y="1151401"/>
                    </a:lnTo>
                    <a:lnTo>
                      <a:pt x="2716476" y="1158698"/>
                    </a:lnTo>
                    <a:lnTo>
                      <a:pt x="2715603" y="1165690"/>
                    </a:lnTo>
                    <a:lnTo>
                      <a:pt x="2709169" y="1160743"/>
                    </a:lnTo>
                    <a:lnTo>
                      <a:pt x="2703619" y="1154437"/>
                    </a:lnTo>
                    <a:lnTo>
                      <a:pt x="2688886" y="1147312"/>
                    </a:lnTo>
                    <a:lnTo>
                      <a:pt x="2670308" y="1142809"/>
                    </a:lnTo>
                    <a:lnTo>
                      <a:pt x="2659833" y="1126247"/>
                    </a:lnTo>
                    <a:lnTo>
                      <a:pt x="2659869" y="1133157"/>
                    </a:lnTo>
                    <a:lnTo>
                      <a:pt x="2657543" y="1139018"/>
                    </a:lnTo>
                    <a:lnTo>
                      <a:pt x="2651141" y="1131874"/>
                    </a:lnTo>
                    <a:lnTo>
                      <a:pt x="2647105" y="1125778"/>
                    </a:lnTo>
                    <a:lnTo>
                      <a:pt x="2645751" y="1119097"/>
                    </a:lnTo>
                    <a:lnTo>
                      <a:pt x="2637756" y="1119554"/>
                    </a:lnTo>
                    <a:lnTo>
                      <a:pt x="2629374" y="1125358"/>
                    </a:lnTo>
                    <a:lnTo>
                      <a:pt x="2621266" y="1123980"/>
                    </a:lnTo>
                    <a:lnTo>
                      <a:pt x="2620305" y="1112651"/>
                    </a:lnTo>
                    <a:lnTo>
                      <a:pt x="2622496" y="1106650"/>
                    </a:lnTo>
                    <a:lnTo>
                      <a:pt x="2631596" y="1092457"/>
                    </a:lnTo>
                    <a:lnTo>
                      <a:pt x="2640170" y="1085211"/>
                    </a:lnTo>
                    <a:lnTo>
                      <a:pt x="2643952" y="1075857"/>
                    </a:lnTo>
                    <a:lnTo>
                      <a:pt x="2642660" y="1061353"/>
                    </a:lnTo>
                    <a:lnTo>
                      <a:pt x="2641048" y="1076111"/>
                    </a:lnTo>
                    <a:lnTo>
                      <a:pt x="2636149" y="1083427"/>
                    </a:lnTo>
                    <a:lnTo>
                      <a:pt x="2628449" y="1089015"/>
                    </a:lnTo>
                    <a:lnTo>
                      <a:pt x="2618315" y="1098973"/>
                    </a:lnTo>
                    <a:lnTo>
                      <a:pt x="2615840" y="1108181"/>
                    </a:lnTo>
                    <a:lnTo>
                      <a:pt x="2612677" y="1125422"/>
                    </a:lnTo>
                    <a:lnTo>
                      <a:pt x="2616956" y="1131258"/>
                    </a:lnTo>
                    <a:lnTo>
                      <a:pt x="2621328" y="1132782"/>
                    </a:lnTo>
                    <a:lnTo>
                      <a:pt x="2634242" y="1128870"/>
                    </a:lnTo>
                    <a:lnTo>
                      <a:pt x="2640924" y="1130617"/>
                    </a:lnTo>
                    <a:lnTo>
                      <a:pt x="2655786" y="1151376"/>
                    </a:lnTo>
                    <a:lnTo>
                      <a:pt x="2683460" y="1159587"/>
                    </a:lnTo>
                    <a:lnTo>
                      <a:pt x="2693552" y="1164718"/>
                    </a:lnTo>
                    <a:lnTo>
                      <a:pt x="2701779" y="1175552"/>
                    </a:lnTo>
                    <a:lnTo>
                      <a:pt x="2714146" y="1181788"/>
                    </a:lnTo>
                    <a:lnTo>
                      <a:pt x="2723742" y="1190850"/>
                    </a:lnTo>
                    <a:lnTo>
                      <a:pt x="2724000" y="1196762"/>
                    </a:lnTo>
                    <a:lnTo>
                      <a:pt x="2720678" y="1203754"/>
                    </a:lnTo>
                    <a:lnTo>
                      <a:pt x="2719365" y="1213216"/>
                    </a:lnTo>
                    <a:lnTo>
                      <a:pt x="2715288" y="1219185"/>
                    </a:lnTo>
                    <a:lnTo>
                      <a:pt x="2705500" y="1219871"/>
                    </a:lnTo>
                    <a:lnTo>
                      <a:pt x="2699588" y="1218334"/>
                    </a:lnTo>
                    <a:lnTo>
                      <a:pt x="2667807" y="1185071"/>
                    </a:lnTo>
                    <a:lnTo>
                      <a:pt x="2664013" y="1182010"/>
                    </a:lnTo>
                    <a:lnTo>
                      <a:pt x="2652226" y="1164591"/>
                    </a:lnTo>
                    <a:lnTo>
                      <a:pt x="2638397" y="1155262"/>
                    </a:lnTo>
                    <a:lnTo>
                      <a:pt x="2634118" y="1155459"/>
                    </a:lnTo>
                    <a:lnTo>
                      <a:pt x="2653802" y="1172713"/>
                    </a:lnTo>
                    <a:lnTo>
                      <a:pt x="2661838" y="1184779"/>
                    </a:lnTo>
                    <a:lnTo>
                      <a:pt x="2675992" y="1201696"/>
                    </a:lnTo>
                    <a:lnTo>
                      <a:pt x="2686111" y="1208860"/>
                    </a:lnTo>
                    <a:lnTo>
                      <a:pt x="2693557" y="1220036"/>
                    </a:lnTo>
                    <a:lnTo>
                      <a:pt x="2700477" y="1225275"/>
                    </a:lnTo>
                    <a:lnTo>
                      <a:pt x="2719370" y="1232737"/>
                    </a:lnTo>
                    <a:lnTo>
                      <a:pt x="2712802" y="1238097"/>
                    </a:lnTo>
                    <a:lnTo>
                      <a:pt x="2723287" y="1242663"/>
                    </a:lnTo>
                    <a:lnTo>
                      <a:pt x="2724786" y="1251058"/>
                    </a:lnTo>
                    <a:lnTo>
                      <a:pt x="2723825" y="1260628"/>
                    </a:lnTo>
                    <a:lnTo>
                      <a:pt x="2709272" y="1256843"/>
                    </a:lnTo>
                    <a:lnTo>
                      <a:pt x="2708797" y="1263892"/>
                    </a:lnTo>
                    <a:lnTo>
                      <a:pt x="2710099" y="1268052"/>
                    </a:lnTo>
                    <a:lnTo>
                      <a:pt x="2703671" y="1271487"/>
                    </a:lnTo>
                    <a:lnTo>
                      <a:pt x="2694730" y="1266826"/>
                    </a:lnTo>
                    <a:lnTo>
                      <a:pt x="2671517" y="1241329"/>
                    </a:lnTo>
                    <a:lnTo>
                      <a:pt x="2671713" y="1244739"/>
                    </a:lnTo>
                    <a:lnTo>
                      <a:pt x="2673594" y="1248696"/>
                    </a:lnTo>
                    <a:lnTo>
                      <a:pt x="2687056" y="1265111"/>
                    </a:lnTo>
                    <a:lnTo>
                      <a:pt x="2699071" y="1274955"/>
                    </a:lnTo>
                    <a:lnTo>
                      <a:pt x="2709257" y="1279400"/>
                    </a:lnTo>
                    <a:lnTo>
                      <a:pt x="2717107" y="1287649"/>
                    </a:lnTo>
                    <a:lnTo>
                      <a:pt x="2719877" y="1292640"/>
                    </a:lnTo>
                    <a:lnTo>
                      <a:pt x="2721727" y="1300210"/>
                    </a:lnTo>
                    <a:lnTo>
                      <a:pt x="2715908" y="1305354"/>
                    </a:lnTo>
                    <a:lnTo>
                      <a:pt x="2709283" y="1308193"/>
                    </a:lnTo>
                    <a:lnTo>
                      <a:pt x="2702813" y="1303061"/>
                    </a:lnTo>
                    <a:lnTo>
                      <a:pt x="2698069" y="1297657"/>
                    </a:lnTo>
                    <a:lnTo>
                      <a:pt x="2687966" y="1288481"/>
                    </a:lnTo>
                    <a:lnTo>
                      <a:pt x="2684938" y="1278225"/>
                    </a:lnTo>
                    <a:lnTo>
                      <a:pt x="2677253" y="1278752"/>
                    </a:lnTo>
                    <a:lnTo>
                      <a:pt x="2645136" y="1265747"/>
                    </a:lnTo>
                    <a:lnTo>
                      <a:pt x="2619323" y="1264248"/>
                    </a:lnTo>
                    <a:lnTo>
                      <a:pt x="2621845" y="1266864"/>
                    </a:lnTo>
                    <a:lnTo>
                      <a:pt x="2625111" y="1268604"/>
                    </a:lnTo>
                    <a:lnTo>
                      <a:pt x="2645668" y="1271811"/>
                    </a:lnTo>
                    <a:lnTo>
                      <a:pt x="2653792" y="1277800"/>
                    </a:lnTo>
                    <a:lnTo>
                      <a:pt x="2670700" y="1283115"/>
                    </a:lnTo>
                    <a:lnTo>
                      <a:pt x="2680602" y="1284569"/>
                    </a:lnTo>
                    <a:lnTo>
                      <a:pt x="2684617" y="1300896"/>
                    </a:lnTo>
                    <a:lnTo>
                      <a:pt x="2698301" y="1312130"/>
                    </a:lnTo>
                    <a:lnTo>
                      <a:pt x="2700079" y="1320455"/>
                    </a:lnTo>
                    <a:lnTo>
                      <a:pt x="2709422" y="1321389"/>
                    </a:lnTo>
                    <a:lnTo>
                      <a:pt x="2725861" y="1313222"/>
                    </a:lnTo>
                    <a:lnTo>
                      <a:pt x="2736470" y="1316086"/>
                    </a:lnTo>
                    <a:lnTo>
                      <a:pt x="2751772" y="1318423"/>
                    </a:lnTo>
                    <a:lnTo>
                      <a:pt x="2755270" y="1325015"/>
                    </a:lnTo>
                    <a:lnTo>
                      <a:pt x="2757896" y="1337557"/>
                    </a:lnTo>
                    <a:lnTo>
                      <a:pt x="2763306" y="1351667"/>
                    </a:lnTo>
                    <a:lnTo>
                      <a:pt x="2777337" y="1407303"/>
                    </a:lnTo>
                    <a:lnTo>
                      <a:pt x="2798416" y="1452810"/>
                    </a:lnTo>
                    <a:lnTo>
                      <a:pt x="2801010" y="1460646"/>
                    </a:lnTo>
                    <a:lnTo>
                      <a:pt x="2796111" y="1453769"/>
                    </a:lnTo>
                    <a:lnTo>
                      <a:pt x="2780473" y="1423630"/>
                    </a:lnTo>
                    <a:lnTo>
                      <a:pt x="2771843" y="1401867"/>
                    </a:lnTo>
                    <a:lnTo>
                      <a:pt x="2762975" y="1363441"/>
                    </a:lnTo>
                    <a:lnTo>
                      <a:pt x="2760402" y="1354836"/>
                    </a:lnTo>
                    <a:lnTo>
                      <a:pt x="2757374" y="1351401"/>
                    </a:lnTo>
                    <a:lnTo>
                      <a:pt x="2755379" y="1354195"/>
                    </a:lnTo>
                    <a:lnTo>
                      <a:pt x="2754521" y="1359091"/>
                    </a:lnTo>
                    <a:lnTo>
                      <a:pt x="2755968" y="1362850"/>
                    </a:lnTo>
                    <a:lnTo>
                      <a:pt x="2752475" y="1375500"/>
                    </a:lnTo>
                    <a:lnTo>
                      <a:pt x="2753989" y="1381305"/>
                    </a:lnTo>
                    <a:lnTo>
                      <a:pt x="2759663" y="1387306"/>
                    </a:lnTo>
                    <a:lnTo>
                      <a:pt x="2765828" y="1402280"/>
                    </a:lnTo>
                    <a:lnTo>
                      <a:pt x="2770753" y="1422442"/>
                    </a:lnTo>
                    <a:lnTo>
                      <a:pt x="2764092" y="1414269"/>
                    </a:lnTo>
                    <a:lnTo>
                      <a:pt x="2756981" y="1409938"/>
                    </a:lnTo>
                    <a:lnTo>
                      <a:pt x="2745917" y="1406617"/>
                    </a:lnTo>
                    <a:lnTo>
                      <a:pt x="2736062" y="1400794"/>
                    </a:lnTo>
                    <a:lnTo>
                      <a:pt x="2736780" y="1409145"/>
                    </a:lnTo>
                    <a:lnTo>
                      <a:pt x="2735835" y="1418162"/>
                    </a:lnTo>
                    <a:lnTo>
                      <a:pt x="2728238" y="1415412"/>
                    </a:lnTo>
                    <a:lnTo>
                      <a:pt x="2723070" y="1412421"/>
                    </a:lnTo>
                    <a:lnTo>
                      <a:pt x="2727644" y="1422030"/>
                    </a:lnTo>
                    <a:lnTo>
                      <a:pt x="2717716" y="1419147"/>
                    </a:lnTo>
                    <a:lnTo>
                      <a:pt x="2711102" y="1419750"/>
                    </a:lnTo>
                    <a:lnTo>
                      <a:pt x="2706802" y="1428278"/>
                    </a:lnTo>
                    <a:lnTo>
                      <a:pt x="2701035" y="1433454"/>
                    </a:lnTo>
                    <a:lnTo>
                      <a:pt x="2692508" y="1435124"/>
                    </a:lnTo>
                    <a:lnTo>
                      <a:pt x="2679858" y="1427326"/>
                    </a:lnTo>
                    <a:lnTo>
                      <a:pt x="2675760" y="1417857"/>
                    </a:lnTo>
                    <a:lnTo>
                      <a:pt x="2674065" y="1407316"/>
                    </a:lnTo>
                    <a:lnTo>
                      <a:pt x="2673388" y="1419782"/>
                    </a:lnTo>
                    <a:lnTo>
                      <a:pt x="2675641" y="1432762"/>
                    </a:lnTo>
                    <a:lnTo>
                      <a:pt x="2674850" y="1442630"/>
                    </a:lnTo>
                    <a:lnTo>
                      <a:pt x="2687031" y="1444446"/>
                    </a:lnTo>
                    <a:lnTo>
                      <a:pt x="2698420" y="1442833"/>
                    </a:lnTo>
                    <a:lnTo>
                      <a:pt x="2713789" y="1443246"/>
                    </a:lnTo>
                    <a:lnTo>
                      <a:pt x="2723814" y="1441398"/>
                    </a:lnTo>
                    <a:lnTo>
                      <a:pt x="2729850" y="1438261"/>
                    </a:lnTo>
                    <a:lnTo>
                      <a:pt x="2744325" y="1440979"/>
                    </a:lnTo>
                    <a:lnTo>
                      <a:pt x="2745353" y="1452899"/>
                    </a:lnTo>
                    <a:lnTo>
                      <a:pt x="2743700" y="1464749"/>
                    </a:lnTo>
                    <a:lnTo>
                      <a:pt x="2742863" y="1477367"/>
                    </a:lnTo>
                    <a:lnTo>
                      <a:pt x="2746873" y="1477284"/>
                    </a:lnTo>
                    <a:lnTo>
                      <a:pt x="2751586" y="1473252"/>
                    </a:lnTo>
                    <a:lnTo>
                      <a:pt x="2753942" y="1450651"/>
                    </a:lnTo>
                    <a:lnTo>
                      <a:pt x="2767172" y="1442300"/>
                    </a:lnTo>
                    <a:lnTo>
                      <a:pt x="2771605" y="1442872"/>
                    </a:lnTo>
                    <a:lnTo>
                      <a:pt x="2775817" y="1450136"/>
                    </a:lnTo>
                    <a:lnTo>
                      <a:pt x="2777233" y="1457503"/>
                    </a:lnTo>
                    <a:lnTo>
                      <a:pt x="2778727" y="1467619"/>
                    </a:lnTo>
                    <a:lnTo>
                      <a:pt x="2775636" y="1483031"/>
                    </a:lnTo>
                    <a:lnTo>
                      <a:pt x="2755312" y="1501054"/>
                    </a:lnTo>
                    <a:lnTo>
                      <a:pt x="2740754" y="1517717"/>
                    </a:lnTo>
                    <a:lnTo>
                      <a:pt x="2733313" y="1521115"/>
                    </a:lnTo>
                    <a:lnTo>
                      <a:pt x="2722579" y="1519178"/>
                    </a:lnTo>
                    <a:lnTo>
                      <a:pt x="2710409" y="1514987"/>
                    </a:lnTo>
                    <a:lnTo>
                      <a:pt x="2704441" y="1514142"/>
                    </a:lnTo>
                    <a:lnTo>
                      <a:pt x="2699903" y="1515539"/>
                    </a:lnTo>
                    <a:lnTo>
                      <a:pt x="2697139" y="1510408"/>
                    </a:lnTo>
                    <a:lnTo>
                      <a:pt x="2695356" y="1501047"/>
                    </a:lnTo>
                    <a:lnTo>
                      <a:pt x="2690622" y="1497942"/>
                    </a:lnTo>
                    <a:lnTo>
                      <a:pt x="2687041" y="1498285"/>
                    </a:lnTo>
                    <a:lnTo>
                      <a:pt x="2684597" y="1508230"/>
                    </a:lnTo>
                    <a:lnTo>
                      <a:pt x="2673243" y="1511056"/>
                    </a:lnTo>
                    <a:lnTo>
                      <a:pt x="2657807" y="1506947"/>
                    </a:lnTo>
                    <a:lnTo>
                      <a:pt x="2641642" y="1498584"/>
                    </a:lnTo>
                    <a:lnTo>
                      <a:pt x="2648577" y="1507557"/>
                    </a:lnTo>
                    <a:lnTo>
                      <a:pt x="2688689" y="1524296"/>
                    </a:lnTo>
                    <a:lnTo>
                      <a:pt x="2693206" y="1527427"/>
                    </a:lnTo>
                    <a:lnTo>
                      <a:pt x="2697423" y="1532006"/>
                    </a:lnTo>
                    <a:lnTo>
                      <a:pt x="2691811" y="1539188"/>
                    </a:lnTo>
                    <a:lnTo>
                      <a:pt x="2687413" y="1547278"/>
                    </a:lnTo>
                    <a:lnTo>
                      <a:pt x="2686793" y="1553629"/>
                    </a:lnTo>
                    <a:lnTo>
                      <a:pt x="2685242" y="1557636"/>
                    </a:lnTo>
                    <a:lnTo>
                      <a:pt x="2669248" y="1568431"/>
                    </a:lnTo>
                    <a:lnTo>
                      <a:pt x="2660582" y="1566526"/>
                    </a:lnTo>
                    <a:lnTo>
                      <a:pt x="2638438" y="1547062"/>
                    </a:lnTo>
                    <a:lnTo>
                      <a:pt x="2648526" y="1563897"/>
                    </a:lnTo>
                    <a:lnTo>
                      <a:pt x="2656603" y="1571041"/>
                    </a:lnTo>
                    <a:lnTo>
                      <a:pt x="2672866" y="1574852"/>
                    </a:lnTo>
                    <a:lnTo>
                      <a:pt x="2703371" y="1568558"/>
                    </a:lnTo>
                    <a:lnTo>
                      <a:pt x="2713376" y="1575430"/>
                    </a:lnTo>
                    <a:lnTo>
                      <a:pt x="2705164" y="1587603"/>
                    </a:lnTo>
                    <a:lnTo>
                      <a:pt x="2697004" y="1596145"/>
                    </a:lnTo>
                    <a:lnTo>
                      <a:pt x="2686302" y="1597097"/>
                    </a:lnTo>
                    <a:lnTo>
                      <a:pt x="2676876" y="1599409"/>
                    </a:lnTo>
                    <a:lnTo>
                      <a:pt x="2674111" y="1605283"/>
                    </a:lnTo>
                    <a:lnTo>
                      <a:pt x="2667393" y="1605651"/>
                    </a:lnTo>
                    <a:lnTo>
                      <a:pt x="2656892" y="1606000"/>
                    </a:lnTo>
                    <a:lnTo>
                      <a:pt x="2640635" y="1606534"/>
                    </a:lnTo>
                    <a:lnTo>
                      <a:pt x="2631705" y="1605162"/>
                    </a:lnTo>
                    <a:lnTo>
                      <a:pt x="2619230" y="1617164"/>
                    </a:lnTo>
                    <a:lnTo>
                      <a:pt x="2614522" y="1618815"/>
                    </a:lnTo>
                    <a:lnTo>
                      <a:pt x="2607944" y="1616561"/>
                    </a:lnTo>
                    <a:lnTo>
                      <a:pt x="2605184" y="1606921"/>
                    </a:lnTo>
                    <a:lnTo>
                      <a:pt x="2602244" y="1602184"/>
                    </a:lnTo>
                    <a:lnTo>
                      <a:pt x="2602171" y="1620219"/>
                    </a:lnTo>
                    <a:lnTo>
                      <a:pt x="2603324" y="1625077"/>
                    </a:lnTo>
                    <a:lnTo>
                      <a:pt x="2605680" y="1628741"/>
                    </a:lnTo>
                    <a:lnTo>
                      <a:pt x="2591087" y="1638527"/>
                    </a:lnTo>
                    <a:lnTo>
                      <a:pt x="2577118" y="1650733"/>
                    </a:lnTo>
                    <a:lnTo>
                      <a:pt x="2572111" y="1654054"/>
                    </a:lnTo>
                    <a:lnTo>
                      <a:pt x="2566421" y="1660169"/>
                    </a:lnTo>
                    <a:lnTo>
                      <a:pt x="2554768" y="1677830"/>
                    </a:lnTo>
                    <a:lnTo>
                      <a:pt x="2551889" y="1690708"/>
                    </a:lnTo>
                    <a:lnTo>
                      <a:pt x="2547678" y="1705066"/>
                    </a:lnTo>
                    <a:lnTo>
                      <a:pt x="2547145" y="1698602"/>
                    </a:lnTo>
                    <a:lnTo>
                      <a:pt x="2547869" y="1687717"/>
                    </a:lnTo>
                    <a:lnTo>
                      <a:pt x="2544985" y="1675251"/>
                    </a:lnTo>
                    <a:lnTo>
                      <a:pt x="2543156" y="1698087"/>
                    </a:lnTo>
                    <a:lnTo>
                      <a:pt x="2538629" y="1708699"/>
                    </a:lnTo>
                    <a:lnTo>
                      <a:pt x="2497086" y="1707950"/>
                    </a:lnTo>
                    <a:lnTo>
                      <a:pt x="2478900" y="1713716"/>
                    </a:lnTo>
                    <a:lnTo>
                      <a:pt x="2450984" y="1733116"/>
                    </a:lnTo>
                    <a:lnTo>
                      <a:pt x="2442638" y="1741619"/>
                    </a:lnTo>
                    <a:lnTo>
                      <a:pt x="2419580" y="1774495"/>
                    </a:lnTo>
                    <a:lnTo>
                      <a:pt x="2413694" y="1795534"/>
                    </a:lnTo>
                    <a:lnTo>
                      <a:pt x="2408976" y="1786688"/>
                    </a:lnTo>
                    <a:lnTo>
                      <a:pt x="2410144" y="1780052"/>
                    </a:lnTo>
                    <a:lnTo>
                      <a:pt x="2410237" y="1774629"/>
                    </a:lnTo>
                    <a:lnTo>
                      <a:pt x="2404428" y="1786263"/>
                    </a:lnTo>
                    <a:lnTo>
                      <a:pt x="2409942" y="1803205"/>
                    </a:lnTo>
                    <a:lnTo>
                      <a:pt x="2404992" y="1809676"/>
                    </a:lnTo>
                    <a:lnTo>
                      <a:pt x="2389762" y="1821755"/>
                    </a:lnTo>
                    <a:lnTo>
                      <a:pt x="2381427" y="1823736"/>
                    </a:lnTo>
                    <a:lnTo>
                      <a:pt x="2372068" y="1827172"/>
                    </a:lnTo>
                    <a:lnTo>
                      <a:pt x="2369122" y="1839085"/>
                    </a:lnTo>
                    <a:lnTo>
                      <a:pt x="2356415" y="1850071"/>
                    </a:lnTo>
                    <a:lnTo>
                      <a:pt x="2349010" y="1854936"/>
                    </a:lnTo>
                    <a:lnTo>
                      <a:pt x="2335449" y="1851989"/>
                    </a:lnTo>
                    <a:lnTo>
                      <a:pt x="2339625" y="1862569"/>
                    </a:lnTo>
                    <a:lnTo>
                      <a:pt x="2334643" y="1870577"/>
                    </a:lnTo>
                    <a:lnTo>
                      <a:pt x="2326065" y="1876718"/>
                    </a:lnTo>
                    <a:lnTo>
                      <a:pt x="2315399" y="1880725"/>
                    </a:lnTo>
                    <a:lnTo>
                      <a:pt x="2309285" y="1880236"/>
                    </a:lnTo>
                    <a:lnTo>
                      <a:pt x="2304061" y="1882363"/>
                    </a:lnTo>
                    <a:lnTo>
                      <a:pt x="2299968" y="1887456"/>
                    </a:lnTo>
                    <a:lnTo>
                      <a:pt x="2289968" y="1892219"/>
                    </a:lnTo>
                    <a:lnTo>
                      <a:pt x="2279581" y="1889539"/>
                    </a:lnTo>
                    <a:lnTo>
                      <a:pt x="2267809" y="1887932"/>
                    </a:lnTo>
                    <a:lnTo>
                      <a:pt x="2261251" y="1890790"/>
                    </a:lnTo>
                    <a:lnTo>
                      <a:pt x="2272274" y="1895515"/>
                    </a:lnTo>
                    <a:lnTo>
                      <a:pt x="2278176" y="1902360"/>
                    </a:lnTo>
                    <a:lnTo>
                      <a:pt x="2276961" y="1911588"/>
                    </a:lnTo>
                    <a:lnTo>
                      <a:pt x="2274010" y="1915150"/>
                    </a:lnTo>
                    <a:lnTo>
                      <a:pt x="2267055" y="1919976"/>
                    </a:lnTo>
                    <a:lnTo>
                      <a:pt x="2264001" y="1919259"/>
                    </a:lnTo>
                    <a:lnTo>
                      <a:pt x="2262135" y="1914909"/>
                    </a:lnTo>
                    <a:lnTo>
                      <a:pt x="2259872" y="1905847"/>
                    </a:lnTo>
                    <a:lnTo>
                      <a:pt x="2256637" y="1907777"/>
                    </a:lnTo>
                    <a:lnTo>
                      <a:pt x="2256078" y="1912000"/>
                    </a:lnTo>
                    <a:lnTo>
                      <a:pt x="2253298" y="1913505"/>
                    </a:lnTo>
                    <a:lnTo>
                      <a:pt x="2243433" y="1899071"/>
                    </a:lnTo>
                    <a:lnTo>
                      <a:pt x="2243924" y="1910082"/>
                    </a:lnTo>
                    <a:lnTo>
                      <a:pt x="2247371" y="1918541"/>
                    </a:lnTo>
                    <a:lnTo>
                      <a:pt x="2250704" y="1922834"/>
                    </a:lnTo>
                    <a:lnTo>
                      <a:pt x="2254068" y="1925361"/>
                    </a:lnTo>
                    <a:lnTo>
                      <a:pt x="2254895" y="1929286"/>
                    </a:lnTo>
                    <a:lnTo>
                      <a:pt x="2248146" y="1938850"/>
                    </a:lnTo>
                    <a:lnTo>
                      <a:pt x="2244673" y="1940977"/>
                    </a:lnTo>
                    <a:lnTo>
                      <a:pt x="2238493" y="1942527"/>
                    </a:lnTo>
                    <a:lnTo>
                      <a:pt x="2235015" y="1948420"/>
                    </a:lnTo>
                    <a:lnTo>
                      <a:pt x="2236043" y="1953494"/>
                    </a:lnTo>
                    <a:lnTo>
                      <a:pt x="2230638" y="1964505"/>
                    </a:lnTo>
                    <a:lnTo>
                      <a:pt x="2217713" y="1971383"/>
                    </a:lnTo>
                    <a:lnTo>
                      <a:pt x="2213765" y="1971116"/>
                    </a:lnTo>
                    <a:lnTo>
                      <a:pt x="2210546" y="1973129"/>
                    </a:lnTo>
                    <a:lnTo>
                      <a:pt x="2212427" y="1978032"/>
                    </a:lnTo>
                    <a:lnTo>
                      <a:pt x="2215651" y="1981601"/>
                    </a:lnTo>
                    <a:lnTo>
                      <a:pt x="2215538" y="1984915"/>
                    </a:lnTo>
                    <a:lnTo>
                      <a:pt x="2212122" y="1989418"/>
                    </a:lnTo>
                    <a:lnTo>
                      <a:pt x="2205378" y="1990675"/>
                    </a:lnTo>
                    <a:lnTo>
                      <a:pt x="2201590" y="1995813"/>
                    </a:lnTo>
                    <a:lnTo>
                      <a:pt x="2202789" y="2000658"/>
                    </a:lnTo>
                    <a:lnTo>
                      <a:pt x="2205016" y="2003363"/>
                    </a:lnTo>
                    <a:lnTo>
                      <a:pt x="2204551" y="2008025"/>
                    </a:lnTo>
                    <a:lnTo>
                      <a:pt x="2196882" y="2012705"/>
                    </a:lnTo>
                    <a:lnTo>
                      <a:pt x="2195084" y="2017309"/>
                    </a:lnTo>
                    <a:lnTo>
                      <a:pt x="2198892" y="2018668"/>
                    </a:lnTo>
                    <a:lnTo>
                      <a:pt x="2201822" y="2017309"/>
                    </a:lnTo>
                    <a:lnTo>
                      <a:pt x="2203967" y="2018299"/>
                    </a:lnTo>
                    <a:lnTo>
                      <a:pt x="2199368" y="2025996"/>
                    </a:lnTo>
                    <a:lnTo>
                      <a:pt x="2195239" y="2030689"/>
                    </a:lnTo>
                    <a:lnTo>
                      <a:pt x="2191316" y="2039122"/>
                    </a:lnTo>
                    <a:lnTo>
                      <a:pt x="2182216" y="2041453"/>
                    </a:lnTo>
                    <a:lnTo>
                      <a:pt x="2182557" y="2044177"/>
                    </a:lnTo>
                    <a:lnTo>
                      <a:pt x="2187699" y="2046590"/>
                    </a:lnTo>
                    <a:lnTo>
                      <a:pt x="2192004" y="2053074"/>
                    </a:lnTo>
                    <a:lnTo>
                      <a:pt x="2183916" y="2065045"/>
                    </a:lnTo>
                    <a:lnTo>
                      <a:pt x="2178867" y="2064060"/>
                    </a:lnTo>
                    <a:lnTo>
                      <a:pt x="2175782" y="2061425"/>
                    </a:lnTo>
                    <a:lnTo>
                      <a:pt x="2173813" y="2070874"/>
                    </a:lnTo>
                    <a:lnTo>
                      <a:pt x="2174568" y="2075917"/>
                    </a:lnTo>
                    <a:lnTo>
                      <a:pt x="2172645" y="2086223"/>
                    </a:lnTo>
                    <a:lnTo>
                      <a:pt x="2169555" y="2098613"/>
                    </a:lnTo>
                    <a:lnTo>
                      <a:pt x="2167457" y="2103699"/>
                    </a:lnTo>
                    <a:lnTo>
                      <a:pt x="2167902" y="2113174"/>
                    </a:lnTo>
                    <a:lnTo>
                      <a:pt x="2169199" y="2122325"/>
                    </a:lnTo>
                    <a:lnTo>
                      <a:pt x="2174149" y="2134118"/>
                    </a:lnTo>
                    <a:lnTo>
                      <a:pt x="2181710" y="2182343"/>
                    </a:lnTo>
                    <a:lnTo>
                      <a:pt x="2186857" y="2199089"/>
                    </a:lnTo>
                    <a:lnTo>
                      <a:pt x="2196128" y="2244272"/>
                    </a:lnTo>
                    <a:lnTo>
                      <a:pt x="2211471" y="2288077"/>
                    </a:lnTo>
                    <a:lnTo>
                      <a:pt x="2233118" y="2341026"/>
                    </a:lnTo>
                    <a:lnTo>
                      <a:pt x="2268646" y="2405203"/>
                    </a:lnTo>
                    <a:lnTo>
                      <a:pt x="2272899" y="2414348"/>
                    </a:lnTo>
                    <a:lnTo>
                      <a:pt x="2268274" y="2422102"/>
                    </a:lnTo>
                    <a:lnTo>
                      <a:pt x="2266863" y="2430135"/>
                    </a:lnTo>
                    <a:lnTo>
                      <a:pt x="2266460" y="2442245"/>
                    </a:lnTo>
                    <a:lnTo>
                      <a:pt x="2267742" y="2454044"/>
                    </a:lnTo>
                    <a:lnTo>
                      <a:pt x="2271943" y="2468453"/>
                    </a:lnTo>
                    <a:lnTo>
                      <a:pt x="2280015" y="2490483"/>
                    </a:lnTo>
                    <a:lnTo>
                      <a:pt x="2275499" y="2486088"/>
                    </a:lnTo>
                    <a:lnTo>
                      <a:pt x="2263809" y="2454470"/>
                    </a:lnTo>
                    <a:lnTo>
                      <a:pt x="2262450" y="2435901"/>
                    </a:lnTo>
                    <a:lnTo>
                      <a:pt x="2264135" y="2409560"/>
                    </a:lnTo>
                    <a:lnTo>
                      <a:pt x="2261391" y="2410195"/>
                    </a:lnTo>
                    <a:lnTo>
                      <a:pt x="2259164" y="2418755"/>
                    </a:lnTo>
                    <a:lnTo>
                      <a:pt x="2257939" y="2428808"/>
                    </a:lnTo>
                    <a:lnTo>
                      <a:pt x="2254973" y="2432700"/>
                    </a:lnTo>
                    <a:lnTo>
                      <a:pt x="2250926" y="2417364"/>
                    </a:lnTo>
                    <a:lnTo>
                      <a:pt x="2251210" y="2410430"/>
                    </a:lnTo>
                    <a:lnTo>
                      <a:pt x="2255505" y="2402327"/>
                    </a:lnTo>
                    <a:lnTo>
                      <a:pt x="2254259" y="2399412"/>
                    </a:lnTo>
                    <a:lnTo>
                      <a:pt x="2247309" y="2395265"/>
                    </a:lnTo>
                    <a:lnTo>
                      <a:pt x="2245831" y="2388743"/>
                    </a:lnTo>
                    <a:lnTo>
                      <a:pt x="2246771" y="2382304"/>
                    </a:lnTo>
                    <a:lnTo>
                      <a:pt x="2242782" y="2378862"/>
                    </a:lnTo>
                    <a:lnTo>
                      <a:pt x="2239661" y="2379027"/>
                    </a:lnTo>
                    <a:lnTo>
                      <a:pt x="2241753" y="2394903"/>
                    </a:lnTo>
                    <a:lnTo>
                      <a:pt x="2245056" y="2404651"/>
                    </a:lnTo>
                    <a:lnTo>
                      <a:pt x="2249138" y="2428014"/>
                    </a:lnTo>
                    <a:lnTo>
                      <a:pt x="2255727" y="2442169"/>
                    </a:lnTo>
                    <a:lnTo>
                      <a:pt x="2259567" y="2454038"/>
                    </a:lnTo>
                    <a:lnTo>
                      <a:pt x="2304438" y="2580696"/>
                    </a:lnTo>
                    <a:lnTo>
                      <a:pt x="2315058" y="2596826"/>
                    </a:lnTo>
                    <a:lnTo>
                      <a:pt x="2318985" y="2608409"/>
                    </a:lnTo>
                    <a:lnTo>
                      <a:pt x="2323073" y="2632630"/>
                    </a:lnTo>
                    <a:lnTo>
                      <a:pt x="2323998" y="2663728"/>
                    </a:lnTo>
                    <a:lnTo>
                      <a:pt x="2316665" y="2720564"/>
                    </a:lnTo>
                    <a:lnTo>
                      <a:pt x="2314996" y="2759333"/>
                    </a:lnTo>
                    <a:lnTo>
                      <a:pt x="2313947" y="2758145"/>
                    </a:lnTo>
                    <a:lnTo>
                      <a:pt x="2313244" y="2754062"/>
                    </a:lnTo>
                    <a:lnTo>
                      <a:pt x="2311549" y="2753503"/>
                    </a:lnTo>
                    <a:lnTo>
                      <a:pt x="2305182" y="2771265"/>
                    </a:lnTo>
                    <a:lnTo>
                      <a:pt x="2296531" y="2787287"/>
                    </a:lnTo>
                    <a:lnTo>
                      <a:pt x="2293684" y="2812187"/>
                    </a:lnTo>
                    <a:lnTo>
                      <a:pt x="2289534" y="2824653"/>
                    </a:lnTo>
                    <a:lnTo>
                      <a:pt x="2277075" y="2837843"/>
                    </a:lnTo>
                    <a:lnTo>
                      <a:pt x="2269354" y="2837506"/>
                    </a:lnTo>
                    <a:lnTo>
                      <a:pt x="2250420" y="2847400"/>
                    </a:lnTo>
                    <a:lnTo>
                      <a:pt x="2237118" y="2844822"/>
                    </a:lnTo>
                    <a:lnTo>
                      <a:pt x="2221269" y="2850404"/>
                    </a:lnTo>
                    <a:lnTo>
                      <a:pt x="2210840" y="2849781"/>
                    </a:lnTo>
                    <a:lnTo>
                      <a:pt x="2204820" y="2838014"/>
                    </a:lnTo>
                    <a:lnTo>
                      <a:pt x="2205740" y="2832750"/>
                    </a:lnTo>
                    <a:lnTo>
                      <a:pt x="2208137" y="2827460"/>
                    </a:lnTo>
                    <a:lnTo>
                      <a:pt x="2212199" y="2826228"/>
                    </a:lnTo>
                    <a:lnTo>
                      <a:pt x="2226199" y="2838560"/>
                    </a:lnTo>
                    <a:lnTo>
                      <a:pt x="2228839" y="2833372"/>
                    </a:lnTo>
                    <a:lnTo>
                      <a:pt x="2224612" y="2827199"/>
                    </a:lnTo>
                    <a:lnTo>
                      <a:pt x="2216519" y="2823757"/>
                    </a:lnTo>
                    <a:lnTo>
                      <a:pt x="2210540" y="2819973"/>
                    </a:lnTo>
                    <a:lnTo>
                      <a:pt x="2198494" y="2791859"/>
                    </a:lnTo>
                    <a:lnTo>
                      <a:pt x="2186014" y="2772554"/>
                    </a:lnTo>
                    <a:lnTo>
                      <a:pt x="2183911" y="2759650"/>
                    </a:lnTo>
                    <a:lnTo>
                      <a:pt x="2162393" y="2751782"/>
                    </a:lnTo>
                    <a:lnTo>
                      <a:pt x="2146812" y="2739869"/>
                    </a:lnTo>
                    <a:lnTo>
                      <a:pt x="2136652" y="2718678"/>
                    </a:lnTo>
                    <a:lnTo>
                      <a:pt x="2130823" y="2681102"/>
                    </a:lnTo>
                    <a:lnTo>
                      <a:pt x="2123950" y="2676879"/>
                    </a:lnTo>
                    <a:lnTo>
                      <a:pt x="2121046" y="2673958"/>
                    </a:lnTo>
                    <a:lnTo>
                      <a:pt x="2127759" y="2660013"/>
                    </a:lnTo>
                    <a:lnTo>
                      <a:pt x="2134833" y="2648322"/>
                    </a:lnTo>
                    <a:lnTo>
                      <a:pt x="2129237" y="2651230"/>
                    </a:lnTo>
                    <a:lnTo>
                      <a:pt x="2125108" y="2655555"/>
                    </a:lnTo>
                    <a:lnTo>
                      <a:pt x="2119857" y="2665880"/>
                    </a:lnTo>
                    <a:lnTo>
                      <a:pt x="2116023" y="2667468"/>
                    </a:lnTo>
                    <a:lnTo>
                      <a:pt x="2112509" y="2665880"/>
                    </a:lnTo>
                    <a:lnTo>
                      <a:pt x="2108457" y="2646074"/>
                    </a:lnTo>
                    <a:lnTo>
                      <a:pt x="2109615" y="2621726"/>
                    </a:lnTo>
                    <a:lnTo>
                      <a:pt x="2115294" y="2612620"/>
                    </a:lnTo>
                    <a:lnTo>
                      <a:pt x="2106571" y="2612378"/>
                    </a:lnTo>
                    <a:lnTo>
                      <a:pt x="2097533" y="2615846"/>
                    </a:lnTo>
                    <a:lnTo>
                      <a:pt x="2098856" y="2623962"/>
                    </a:lnTo>
                    <a:lnTo>
                      <a:pt x="2097579" y="2628420"/>
                    </a:lnTo>
                    <a:lnTo>
                      <a:pt x="2090995" y="2627276"/>
                    </a:lnTo>
                    <a:lnTo>
                      <a:pt x="2086003" y="2624425"/>
                    </a:lnTo>
                    <a:lnTo>
                      <a:pt x="2079229" y="2615979"/>
                    </a:lnTo>
                    <a:lnTo>
                      <a:pt x="2069989" y="2599862"/>
                    </a:lnTo>
                    <a:lnTo>
                      <a:pt x="2051033" y="2555460"/>
                    </a:lnTo>
                    <a:lnTo>
                      <a:pt x="2047338" y="2549198"/>
                    </a:lnTo>
                    <a:lnTo>
                      <a:pt x="2041070" y="2542645"/>
                    </a:lnTo>
                    <a:lnTo>
                      <a:pt x="2044021" y="2540606"/>
                    </a:lnTo>
                    <a:lnTo>
                      <a:pt x="2049406" y="2539400"/>
                    </a:lnTo>
                    <a:lnTo>
                      <a:pt x="2061576" y="2519409"/>
                    </a:lnTo>
                    <a:lnTo>
                      <a:pt x="2071136" y="2507330"/>
                    </a:lnTo>
                    <a:lnTo>
                      <a:pt x="2074309" y="2498973"/>
                    </a:lnTo>
                    <a:lnTo>
                      <a:pt x="2073756" y="2495398"/>
                    </a:lnTo>
                    <a:lnTo>
                      <a:pt x="2069529" y="2490203"/>
                    </a:lnTo>
                    <a:lnTo>
                      <a:pt x="2063979" y="2494744"/>
                    </a:lnTo>
                    <a:lnTo>
                      <a:pt x="2061601" y="2493448"/>
                    </a:lnTo>
                    <a:lnTo>
                      <a:pt x="2055359" y="2482970"/>
                    </a:lnTo>
                    <a:lnTo>
                      <a:pt x="2049395" y="2480011"/>
                    </a:lnTo>
                    <a:lnTo>
                      <a:pt x="2045240" y="2482278"/>
                    </a:lnTo>
                    <a:lnTo>
                      <a:pt x="2049623" y="2490864"/>
                    </a:lnTo>
                    <a:lnTo>
                      <a:pt x="2053560" y="2494052"/>
                    </a:lnTo>
                    <a:lnTo>
                      <a:pt x="2052036" y="2506536"/>
                    </a:lnTo>
                    <a:lnTo>
                      <a:pt x="2050444" y="2510601"/>
                    </a:lnTo>
                    <a:lnTo>
                      <a:pt x="2046755" y="2514189"/>
                    </a:lnTo>
                    <a:lnTo>
                      <a:pt x="2040993" y="2512277"/>
                    </a:lnTo>
                    <a:lnTo>
                      <a:pt x="2038078" y="2515364"/>
                    </a:lnTo>
                    <a:lnTo>
                      <a:pt x="2034647" y="2512112"/>
                    </a:lnTo>
                    <a:lnTo>
                      <a:pt x="2031231" y="2506625"/>
                    </a:lnTo>
                    <a:lnTo>
                      <a:pt x="2027427" y="2497595"/>
                    </a:lnTo>
                    <a:lnTo>
                      <a:pt x="2037478" y="2446767"/>
                    </a:lnTo>
                    <a:lnTo>
                      <a:pt x="2046780" y="2414380"/>
                    </a:lnTo>
                    <a:lnTo>
                      <a:pt x="2047845" y="2377433"/>
                    </a:lnTo>
                    <a:lnTo>
                      <a:pt x="2048537" y="2371959"/>
                    </a:lnTo>
                    <a:lnTo>
                      <a:pt x="2047752" y="2362141"/>
                    </a:lnTo>
                    <a:lnTo>
                      <a:pt x="2035277" y="2340804"/>
                    </a:lnTo>
                    <a:lnTo>
                      <a:pt x="1980122" y="2288737"/>
                    </a:lnTo>
                    <a:lnTo>
                      <a:pt x="1937374" y="2227081"/>
                    </a:lnTo>
                    <a:lnTo>
                      <a:pt x="1900348" y="2203953"/>
                    </a:lnTo>
                    <a:lnTo>
                      <a:pt x="1872256" y="2209033"/>
                    </a:lnTo>
                    <a:lnTo>
                      <a:pt x="1867393" y="2213682"/>
                    </a:lnTo>
                    <a:lnTo>
                      <a:pt x="1865305" y="2219759"/>
                    </a:lnTo>
                    <a:lnTo>
                      <a:pt x="1867068" y="2226637"/>
                    </a:lnTo>
                    <a:lnTo>
                      <a:pt x="1864515" y="2229501"/>
                    </a:lnTo>
                    <a:lnTo>
                      <a:pt x="1856975" y="2229139"/>
                    </a:lnTo>
                    <a:lnTo>
                      <a:pt x="1846820" y="2230739"/>
                    </a:lnTo>
                    <a:lnTo>
                      <a:pt x="1820305" y="2246971"/>
                    </a:lnTo>
                    <a:lnTo>
                      <a:pt x="1810951" y="2246374"/>
                    </a:lnTo>
                    <a:lnTo>
                      <a:pt x="1802455" y="2250578"/>
                    </a:lnTo>
                    <a:lnTo>
                      <a:pt x="1796094" y="2253727"/>
                    </a:lnTo>
                    <a:lnTo>
                      <a:pt x="1779506" y="2255442"/>
                    </a:lnTo>
                    <a:lnTo>
                      <a:pt x="1765439" y="2259043"/>
                    </a:lnTo>
                    <a:lnTo>
                      <a:pt x="1759362" y="2257093"/>
                    </a:lnTo>
                    <a:lnTo>
                      <a:pt x="1755398" y="2247682"/>
                    </a:lnTo>
                    <a:lnTo>
                      <a:pt x="1755398" y="2237940"/>
                    </a:lnTo>
                    <a:lnTo>
                      <a:pt x="1758613" y="2245408"/>
                    </a:lnTo>
                    <a:lnTo>
                      <a:pt x="1763589" y="2251251"/>
                    </a:lnTo>
                    <a:lnTo>
                      <a:pt x="1765868" y="2248914"/>
                    </a:lnTo>
                    <a:lnTo>
                      <a:pt x="1766721" y="2243745"/>
                    </a:lnTo>
                    <a:lnTo>
                      <a:pt x="1761770" y="2233616"/>
                    </a:lnTo>
                    <a:lnTo>
                      <a:pt x="1745822" y="2220604"/>
                    </a:lnTo>
                    <a:lnTo>
                      <a:pt x="1727673" y="2201597"/>
                    </a:lnTo>
                    <a:lnTo>
                      <a:pt x="1733208" y="2202226"/>
                    </a:lnTo>
                    <a:lnTo>
                      <a:pt x="1734608" y="2198155"/>
                    </a:lnTo>
                    <a:lnTo>
                      <a:pt x="1728981" y="2192815"/>
                    </a:lnTo>
                    <a:lnTo>
                      <a:pt x="1731358" y="2186642"/>
                    </a:lnTo>
                    <a:lnTo>
                      <a:pt x="1735322" y="2180158"/>
                    </a:lnTo>
                    <a:lnTo>
                      <a:pt x="1727663" y="2181130"/>
                    </a:lnTo>
                    <a:lnTo>
                      <a:pt x="1720790" y="2185670"/>
                    </a:lnTo>
                    <a:lnTo>
                      <a:pt x="1720563" y="2191278"/>
                    </a:lnTo>
                    <a:lnTo>
                      <a:pt x="1719203" y="2195736"/>
                    </a:lnTo>
                    <a:lnTo>
                      <a:pt x="1715503" y="2195088"/>
                    </a:lnTo>
                    <a:lnTo>
                      <a:pt x="1708635" y="2189569"/>
                    </a:lnTo>
                    <a:lnTo>
                      <a:pt x="1674823" y="2174208"/>
                    </a:lnTo>
                    <a:lnTo>
                      <a:pt x="1645264" y="2165546"/>
                    </a:lnTo>
                    <a:lnTo>
                      <a:pt x="1667950" y="2161647"/>
                    </a:lnTo>
                    <a:lnTo>
                      <a:pt x="1680254" y="2164676"/>
                    </a:lnTo>
                    <a:lnTo>
                      <a:pt x="1678787" y="2160027"/>
                    </a:lnTo>
                    <a:lnTo>
                      <a:pt x="1675826" y="2157075"/>
                    </a:lnTo>
                    <a:lnTo>
                      <a:pt x="1666121" y="2153334"/>
                    </a:lnTo>
                    <a:lnTo>
                      <a:pt x="1653759" y="2154757"/>
                    </a:lnTo>
                    <a:lnTo>
                      <a:pt x="1645951" y="2152998"/>
                    </a:lnTo>
                    <a:lnTo>
                      <a:pt x="1637967" y="2156706"/>
                    </a:lnTo>
                    <a:lnTo>
                      <a:pt x="1629218" y="2162218"/>
                    </a:lnTo>
                    <a:lnTo>
                      <a:pt x="1621430" y="2165057"/>
                    </a:lnTo>
                    <a:lnTo>
                      <a:pt x="1590951" y="2169026"/>
                    </a:lnTo>
                    <a:lnTo>
                      <a:pt x="1566234" y="2173332"/>
                    </a:lnTo>
                    <a:lnTo>
                      <a:pt x="1570197" y="2168785"/>
                    </a:lnTo>
                    <a:lnTo>
                      <a:pt x="1574424" y="2165863"/>
                    </a:lnTo>
                    <a:lnTo>
                      <a:pt x="1589028" y="2161418"/>
                    </a:lnTo>
                    <a:lnTo>
                      <a:pt x="1591214" y="2152178"/>
                    </a:lnTo>
                    <a:lnTo>
                      <a:pt x="1587783" y="2143281"/>
                    </a:lnTo>
                    <a:lnTo>
                      <a:pt x="1583938" y="2145415"/>
                    </a:lnTo>
                    <a:lnTo>
                      <a:pt x="1579902" y="2152369"/>
                    </a:lnTo>
                    <a:lnTo>
                      <a:pt x="1574952" y="2147358"/>
                    </a:lnTo>
                    <a:lnTo>
                      <a:pt x="1569469" y="2147384"/>
                    </a:lnTo>
                    <a:lnTo>
                      <a:pt x="1567980" y="2158446"/>
                    </a:lnTo>
                    <a:lnTo>
                      <a:pt x="1560952" y="2165863"/>
                    </a:lnTo>
                    <a:lnTo>
                      <a:pt x="1557779" y="2173332"/>
                    </a:lnTo>
                    <a:lnTo>
                      <a:pt x="1537170" y="2179180"/>
                    </a:lnTo>
                    <a:lnTo>
                      <a:pt x="1534530" y="2177231"/>
                    </a:lnTo>
                    <a:lnTo>
                      <a:pt x="1540560" y="2170137"/>
                    </a:lnTo>
                    <a:lnTo>
                      <a:pt x="1540080" y="2166194"/>
                    </a:lnTo>
                    <a:lnTo>
                      <a:pt x="1533202" y="2169578"/>
                    </a:lnTo>
                    <a:lnTo>
                      <a:pt x="1521667" y="2183022"/>
                    </a:lnTo>
                    <a:lnTo>
                      <a:pt x="1481059" y="2187423"/>
                    </a:lnTo>
                    <a:lnTo>
                      <a:pt x="1483276" y="2184368"/>
                    </a:lnTo>
                    <a:lnTo>
                      <a:pt x="1491849" y="2183759"/>
                    </a:lnTo>
                    <a:lnTo>
                      <a:pt x="1503885" y="2179504"/>
                    </a:lnTo>
                    <a:lnTo>
                      <a:pt x="1501451" y="2172341"/>
                    </a:lnTo>
                    <a:lnTo>
                      <a:pt x="1496810" y="2164466"/>
                    </a:lnTo>
                    <a:lnTo>
                      <a:pt x="1492526" y="2163590"/>
                    </a:lnTo>
                    <a:lnTo>
                      <a:pt x="1489700" y="2158973"/>
                    </a:lnTo>
                    <a:lnTo>
                      <a:pt x="1489839" y="2144425"/>
                    </a:lnTo>
                    <a:lnTo>
                      <a:pt x="1487100" y="2135921"/>
                    </a:lnTo>
                    <a:lnTo>
                      <a:pt x="1480491" y="2127171"/>
                    </a:lnTo>
                    <a:lnTo>
                      <a:pt x="1478258" y="2128853"/>
                    </a:lnTo>
                    <a:lnTo>
                      <a:pt x="1473395" y="2143815"/>
                    </a:lnTo>
                    <a:lnTo>
                      <a:pt x="1469354" y="2163438"/>
                    </a:lnTo>
                    <a:lnTo>
                      <a:pt x="1467354" y="2169775"/>
                    </a:lnTo>
                    <a:lnTo>
                      <a:pt x="1455314" y="2170220"/>
                    </a:lnTo>
                    <a:lnTo>
                      <a:pt x="1444658" y="2168880"/>
                    </a:lnTo>
                    <a:lnTo>
                      <a:pt x="1408442" y="2171236"/>
                    </a:lnTo>
                    <a:lnTo>
                      <a:pt x="1394913" y="2164587"/>
                    </a:lnTo>
                    <a:lnTo>
                      <a:pt x="1389301" y="2163311"/>
                    </a:lnTo>
                    <a:lnTo>
                      <a:pt x="1385885" y="2163463"/>
                    </a:lnTo>
                    <a:lnTo>
                      <a:pt x="1370134" y="2169559"/>
                    </a:lnTo>
                    <a:lnTo>
                      <a:pt x="1352186" y="2174227"/>
                    </a:lnTo>
                    <a:lnTo>
                      <a:pt x="1347959" y="2172760"/>
                    </a:lnTo>
                    <a:lnTo>
                      <a:pt x="1341929" y="2172544"/>
                    </a:lnTo>
                    <a:lnTo>
                      <a:pt x="1328916" y="2188433"/>
                    </a:lnTo>
                    <a:lnTo>
                      <a:pt x="1313573" y="2195869"/>
                    </a:lnTo>
                    <a:lnTo>
                      <a:pt x="1274862" y="2182501"/>
                    </a:lnTo>
                    <a:lnTo>
                      <a:pt x="1265234" y="2171750"/>
                    </a:lnTo>
                    <a:lnTo>
                      <a:pt x="1256687" y="2169451"/>
                    </a:lnTo>
                    <a:lnTo>
                      <a:pt x="1246176" y="2168124"/>
                    </a:lnTo>
                    <a:lnTo>
                      <a:pt x="1234884" y="2181352"/>
                    </a:lnTo>
                    <a:lnTo>
                      <a:pt x="1226306" y="2199203"/>
                    </a:lnTo>
                    <a:lnTo>
                      <a:pt x="1239861" y="2208989"/>
                    </a:lnTo>
                    <a:lnTo>
                      <a:pt x="1251462" y="2213669"/>
                    </a:lnTo>
                    <a:lnTo>
                      <a:pt x="1270635" y="2209745"/>
                    </a:lnTo>
                    <a:lnTo>
                      <a:pt x="1281234" y="2201083"/>
                    </a:lnTo>
                    <a:lnTo>
                      <a:pt x="1289890" y="2201368"/>
                    </a:lnTo>
                    <a:lnTo>
                      <a:pt x="1294029" y="2199609"/>
                    </a:lnTo>
                    <a:lnTo>
                      <a:pt x="1297806" y="2195088"/>
                    </a:lnTo>
                    <a:lnTo>
                      <a:pt x="1305207" y="2198657"/>
                    </a:lnTo>
                    <a:lnTo>
                      <a:pt x="1305470" y="2202232"/>
                    </a:lnTo>
                    <a:lnTo>
                      <a:pt x="1300215" y="2207268"/>
                    </a:lnTo>
                    <a:lnTo>
                      <a:pt x="1293595" y="2211510"/>
                    </a:lnTo>
                    <a:lnTo>
                      <a:pt x="1289579" y="2216508"/>
                    </a:lnTo>
                    <a:lnTo>
                      <a:pt x="1297135" y="2226580"/>
                    </a:lnTo>
                    <a:lnTo>
                      <a:pt x="1309000" y="2229964"/>
                    </a:lnTo>
                    <a:lnTo>
                      <a:pt x="1313465" y="2228504"/>
                    </a:lnTo>
                    <a:lnTo>
                      <a:pt x="1316229" y="2217181"/>
                    </a:lnTo>
                    <a:lnTo>
                      <a:pt x="1323526" y="2209891"/>
                    </a:lnTo>
                    <a:lnTo>
                      <a:pt x="1333443" y="2211466"/>
                    </a:lnTo>
                    <a:lnTo>
                      <a:pt x="1332032" y="2216038"/>
                    </a:lnTo>
                    <a:lnTo>
                      <a:pt x="1333422" y="2220356"/>
                    </a:lnTo>
                    <a:lnTo>
                      <a:pt x="1337980" y="2227729"/>
                    </a:lnTo>
                    <a:lnTo>
                      <a:pt x="1337458" y="2238290"/>
                    </a:lnTo>
                    <a:lnTo>
                      <a:pt x="1338342" y="2240836"/>
                    </a:lnTo>
                    <a:lnTo>
                      <a:pt x="1327655" y="2245497"/>
                    </a:lnTo>
                    <a:lnTo>
                      <a:pt x="1319692" y="2247079"/>
                    </a:lnTo>
                    <a:lnTo>
                      <a:pt x="1313320" y="2253181"/>
                    </a:lnTo>
                    <a:lnTo>
                      <a:pt x="1316658" y="2256725"/>
                    </a:lnTo>
                    <a:lnTo>
                      <a:pt x="1310168" y="2259837"/>
                    </a:lnTo>
                    <a:lnTo>
                      <a:pt x="1305780" y="2258592"/>
                    </a:lnTo>
                    <a:lnTo>
                      <a:pt x="1303574" y="2259741"/>
                    </a:lnTo>
                    <a:lnTo>
                      <a:pt x="1302912" y="2263488"/>
                    </a:lnTo>
                    <a:lnTo>
                      <a:pt x="1299558" y="2266968"/>
                    </a:lnTo>
                    <a:lnTo>
                      <a:pt x="1304437" y="2277453"/>
                    </a:lnTo>
                    <a:lnTo>
                      <a:pt x="1314436" y="2284298"/>
                    </a:lnTo>
                    <a:lnTo>
                      <a:pt x="1321490" y="2292878"/>
                    </a:lnTo>
                    <a:lnTo>
                      <a:pt x="1349851" y="2304175"/>
                    </a:lnTo>
                    <a:lnTo>
                      <a:pt x="1356724" y="2303851"/>
                    </a:lnTo>
                    <a:lnTo>
                      <a:pt x="1363488" y="2315225"/>
                    </a:lnTo>
                    <a:lnTo>
                      <a:pt x="1368940" y="2319136"/>
                    </a:lnTo>
                    <a:lnTo>
                      <a:pt x="1374191" y="2321124"/>
                    </a:lnTo>
                    <a:lnTo>
                      <a:pt x="1373591" y="2328948"/>
                    </a:lnTo>
                    <a:lnTo>
                      <a:pt x="1364263" y="2334676"/>
                    </a:lnTo>
                    <a:lnTo>
                      <a:pt x="1361742" y="2341509"/>
                    </a:lnTo>
                    <a:lnTo>
                      <a:pt x="1359395" y="2345351"/>
                    </a:lnTo>
                    <a:lnTo>
                      <a:pt x="1355189" y="2340486"/>
                    </a:lnTo>
                    <a:lnTo>
                      <a:pt x="1350869" y="2336962"/>
                    </a:lnTo>
                    <a:lnTo>
                      <a:pt x="1340869" y="2347681"/>
                    </a:lnTo>
                    <a:lnTo>
                      <a:pt x="1336048" y="2349936"/>
                    </a:lnTo>
                    <a:lnTo>
                      <a:pt x="1338440" y="2338378"/>
                    </a:lnTo>
                    <a:lnTo>
                      <a:pt x="1334663" y="2333850"/>
                    </a:lnTo>
                    <a:lnTo>
                      <a:pt x="1328952" y="2322261"/>
                    </a:lnTo>
                    <a:lnTo>
                      <a:pt x="1320632" y="2315091"/>
                    </a:lnTo>
                    <a:lnTo>
                      <a:pt x="1314772" y="2312716"/>
                    </a:lnTo>
                    <a:lnTo>
                      <a:pt x="1310209" y="2308182"/>
                    </a:lnTo>
                    <a:lnTo>
                      <a:pt x="1304685" y="2306347"/>
                    </a:lnTo>
                    <a:lnTo>
                      <a:pt x="1299972" y="2306817"/>
                    </a:lnTo>
                    <a:lnTo>
                      <a:pt x="1291993" y="2304175"/>
                    </a:lnTo>
                    <a:lnTo>
                      <a:pt x="1291466" y="2298009"/>
                    </a:lnTo>
                    <a:lnTo>
                      <a:pt x="1289254" y="2293392"/>
                    </a:lnTo>
                    <a:lnTo>
                      <a:pt x="1283011" y="2287943"/>
                    </a:lnTo>
                    <a:lnTo>
                      <a:pt x="1253183" y="2277649"/>
                    </a:lnTo>
                    <a:lnTo>
                      <a:pt x="1253002" y="2281910"/>
                    </a:lnTo>
                    <a:lnTo>
                      <a:pt x="1255069" y="2285117"/>
                    </a:lnTo>
                    <a:lnTo>
                      <a:pt x="1259353" y="2287251"/>
                    </a:lnTo>
                    <a:lnTo>
                      <a:pt x="1264480" y="2291404"/>
                    </a:lnTo>
                    <a:lnTo>
                      <a:pt x="1264433" y="2303705"/>
                    </a:lnTo>
                    <a:lnTo>
                      <a:pt x="1262216" y="2308912"/>
                    </a:lnTo>
                    <a:lnTo>
                      <a:pt x="1261265" y="2316330"/>
                    </a:lnTo>
                    <a:lnTo>
                      <a:pt x="1259291" y="2323868"/>
                    </a:lnTo>
                    <a:lnTo>
                      <a:pt x="1255643" y="2329811"/>
                    </a:lnTo>
                    <a:lnTo>
                      <a:pt x="1247499" y="2333863"/>
                    </a:lnTo>
                    <a:lnTo>
                      <a:pt x="1243907" y="2330472"/>
                    </a:lnTo>
                    <a:lnTo>
                      <a:pt x="1238099" y="2314240"/>
                    </a:lnTo>
                    <a:lnTo>
                      <a:pt x="1229887" y="2309128"/>
                    </a:lnTo>
                    <a:lnTo>
                      <a:pt x="1216839" y="2308525"/>
                    </a:lnTo>
                    <a:lnTo>
                      <a:pt x="1207976" y="2312195"/>
                    </a:lnTo>
                    <a:lnTo>
                      <a:pt x="1198317" y="2327919"/>
                    </a:lnTo>
                    <a:lnTo>
                      <a:pt x="1190535" y="2330491"/>
                    </a:lnTo>
                    <a:lnTo>
                      <a:pt x="1163895" y="2322343"/>
                    </a:lnTo>
                    <a:lnTo>
                      <a:pt x="1133478" y="2309928"/>
                    </a:lnTo>
                    <a:lnTo>
                      <a:pt x="1134263" y="2305794"/>
                    </a:lnTo>
                    <a:lnTo>
                      <a:pt x="1139049" y="2304467"/>
                    </a:lnTo>
                    <a:lnTo>
                      <a:pt x="1148227" y="2306163"/>
                    </a:lnTo>
                    <a:lnTo>
                      <a:pt x="1147741" y="2301902"/>
                    </a:lnTo>
                    <a:lnTo>
                      <a:pt x="1138361" y="2288032"/>
                    </a:lnTo>
                    <a:lnTo>
                      <a:pt x="1136641" y="2281771"/>
                    </a:lnTo>
                    <a:lnTo>
                      <a:pt x="1137850" y="2274131"/>
                    </a:lnTo>
                    <a:lnTo>
                      <a:pt x="1134791" y="2274303"/>
                    </a:lnTo>
                    <a:lnTo>
                      <a:pt x="1129158" y="2280717"/>
                    </a:lnTo>
                    <a:lnTo>
                      <a:pt x="1109763" y="2275281"/>
                    </a:lnTo>
                    <a:lnTo>
                      <a:pt x="1104410" y="2268784"/>
                    </a:lnTo>
                    <a:lnTo>
                      <a:pt x="1093015" y="2250476"/>
                    </a:lnTo>
                    <a:lnTo>
                      <a:pt x="1076933" y="2249879"/>
                    </a:lnTo>
                    <a:lnTo>
                      <a:pt x="1069657" y="2238779"/>
                    </a:lnTo>
                    <a:lnTo>
                      <a:pt x="1056515" y="2243427"/>
                    </a:lnTo>
                    <a:lnTo>
                      <a:pt x="1049859" y="2248571"/>
                    </a:lnTo>
                    <a:lnTo>
                      <a:pt x="1044009" y="2256541"/>
                    </a:lnTo>
                    <a:lnTo>
                      <a:pt x="1046288" y="2260675"/>
                    </a:lnTo>
                    <a:lnTo>
                      <a:pt x="1052117" y="2267241"/>
                    </a:lnTo>
                    <a:lnTo>
                      <a:pt x="1049456" y="2270410"/>
                    </a:lnTo>
                    <a:lnTo>
                      <a:pt x="1030744" y="2275090"/>
                    </a:lnTo>
                    <a:lnTo>
                      <a:pt x="987304" y="2269857"/>
                    </a:lnTo>
                    <a:lnTo>
                      <a:pt x="974601" y="2264968"/>
                    </a:lnTo>
                    <a:lnTo>
                      <a:pt x="957553" y="2254629"/>
                    </a:lnTo>
                    <a:lnTo>
                      <a:pt x="933921" y="2246202"/>
                    </a:lnTo>
                    <a:lnTo>
                      <a:pt x="922542" y="2244843"/>
                    </a:lnTo>
                    <a:lnTo>
                      <a:pt x="911400" y="2246513"/>
                    </a:lnTo>
                    <a:lnTo>
                      <a:pt x="878978" y="2247377"/>
                    </a:lnTo>
                    <a:lnTo>
                      <a:pt x="871454" y="2249619"/>
                    </a:lnTo>
                    <a:lnTo>
                      <a:pt x="865046" y="2253200"/>
                    </a:lnTo>
                    <a:lnTo>
                      <a:pt x="860891" y="2249238"/>
                    </a:lnTo>
                    <a:lnTo>
                      <a:pt x="858968" y="2242163"/>
                    </a:lnTo>
                    <a:lnTo>
                      <a:pt x="862731" y="2241014"/>
                    </a:lnTo>
                    <a:lnTo>
                      <a:pt x="866916" y="2236854"/>
                    </a:lnTo>
                    <a:lnTo>
                      <a:pt x="870694" y="2228631"/>
                    </a:lnTo>
                    <a:lnTo>
                      <a:pt x="871123" y="2223658"/>
                    </a:lnTo>
                    <a:lnTo>
                      <a:pt x="868482" y="2220413"/>
                    </a:lnTo>
                    <a:lnTo>
                      <a:pt x="863459" y="2220089"/>
                    </a:lnTo>
                    <a:lnTo>
                      <a:pt x="852364" y="2241516"/>
                    </a:lnTo>
                    <a:lnTo>
                      <a:pt x="858705" y="2253524"/>
                    </a:lnTo>
                    <a:lnTo>
                      <a:pt x="858271" y="2257855"/>
                    </a:lnTo>
                    <a:lnTo>
                      <a:pt x="836132" y="2260319"/>
                    </a:lnTo>
                    <a:lnTo>
                      <a:pt x="785881" y="2284495"/>
                    </a:lnTo>
                    <a:lnTo>
                      <a:pt x="766285" y="2297532"/>
                    </a:lnTo>
                    <a:lnTo>
                      <a:pt x="767288" y="2293144"/>
                    </a:lnTo>
                    <a:lnTo>
                      <a:pt x="790982" y="2276246"/>
                    </a:lnTo>
                    <a:lnTo>
                      <a:pt x="782615" y="2273661"/>
                    </a:lnTo>
                    <a:lnTo>
                      <a:pt x="769143" y="2277884"/>
                    </a:lnTo>
                    <a:lnTo>
                      <a:pt x="764311" y="2276259"/>
                    </a:lnTo>
                    <a:lnTo>
                      <a:pt x="770016" y="2262288"/>
                    </a:lnTo>
                    <a:lnTo>
                      <a:pt x="768156" y="2249968"/>
                    </a:lnTo>
                    <a:lnTo>
                      <a:pt x="758591" y="2249631"/>
                    </a:lnTo>
                    <a:lnTo>
                      <a:pt x="752498" y="2259468"/>
                    </a:lnTo>
                    <a:lnTo>
                      <a:pt x="748265" y="2259049"/>
                    </a:lnTo>
                    <a:lnTo>
                      <a:pt x="742720" y="2254832"/>
                    </a:lnTo>
                    <a:lnTo>
                      <a:pt x="738426" y="2256166"/>
                    </a:lnTo>
                    <a:lnTo>
                      <a:pt x="741604" y="2278456"/>
                    </a:lnTo>
                    <a:lnTo>
                      <a:pt x="747630" y="2287626"/>
                    </a:lnTo>
                    <a:lnTo>
                      <a:pt x="752668" y="2299317"/>
                    </a:lnTo>
                    <a:lnTo>
                      <a:pt x="738907" y="2313764"/>
                    </a:lnTo>
                    <a:lnTo>
                      <a:pt x="726127" y="2325684"/>
                    </a:lnTo>
                    <a:lnTo>
                      <a:pt x="724742" y="2337203"/>
                    </a:lnTo>
                    <a:lnTo>
                      <a:pt x="711900" y="2352209"/>
                    </a:lnTo>
                    <a:lnTo>
                      <a:pt x="699818" y="2360719"/>
                    </a:lnTo>
                    <a:lnTo>
                      <a:pt x="671432" y="2380723"/>
                    </a:lnTo>
                    <a:lnTo>
                      <a:pt x="663334" y="2385003"/>
                    </a:lnTo>
                    <a:lnTo>
                      <a:pt x="650523" y="2394287"/>
                    </a:lnTo>
                    <a:lnTo>
                      <a:pt x="632849" y="2401247"/>
                    </a:lnTo>
                    <a:lnTo>
                      <a:pt x="615904" y="2412297"/>
                    </a:lnTo>
                    <a:lnTo>
                      <a:pt x="610189" y="2413973"/>
                    </a:lnTo>
                    <a:lnTo>
                      <a:pt x="621010" y="2404619"/>
                    </a:lnTo>
                    <a:lnTo>
                      <a:pt x="633842" y="2395379"/>
                    </a:lnTo>
                    <a:lnTo>
                      <a:pt x="622834" y="2396643"/>
                    </a:lnTo>
                    <a:lnTo>
                      <a:pt x="605869" y="2392363"/>
                    </a:lnTo>
                    <a:lnTo>
                      <a:pt x="595487" y="2392115"/>
                    </a:lnTo>
                    <a:lnTo>
                      <a:pt x="595414" y="2395487"/>
                    </a:lnTo>
                    <a:lnTo>
                      <a:pt x="587518" y="2400250"/>
                    </a:lnTo>
                    <a:lnTo>
                      <a:pt x="579338" y="2393252"/>
                    </a:lnTo>
                    <a:lnTo>
                      <a:pt x="575772" y="2388546"/>
                    </a:lnTo>
                    <a:lnTo>
                      <a:pt x="574082" y="2384482"/>
                    </a:lnTo>
                    <a:lnTo>
                      <a:pt x="570609" y="2383498"/>
                    </a:lnTo>
                    <a:lnTo>
                      <a:pt x="567271" y="2385384"/>
                    </a:lnTo>
                    <a:lnTo>
                      <a:pt x="579482" y="2414005"/>
                    </a:lnTo>
                    <a:lnTo>
                      <a:pt x="584686" y="2415243"/>
                    </a:lnTo>
                    <a:lnTo>
                      <a:pt x="590443" y="2418088"/>
                    </a:lnTo>
                    <a:lnTo>
                      <a:pt x="583275" y="2424756"/>
                    </a:lnTo>
                    <a:lnTo>
                      <a:pt x="575560" y="2429817"/>
                    </a:lnTo>
                    <a:lnTo>
                      <a:pt x="563426" y="2433177"/>
                    </a:lnTo>
                    <a:lnTo>
                      <a:pt x="553142" y="2422730"/>
                    </a:lnTo>
                    <a:lnTo>
                      <a:pt x="550915" y="2435838"/>
                    </a:lnTo>
                    <a:lnTo>
                      <a:pt x="549613" y="2448926"/>
                    </a:lnTo>
                    <a:lnTo>
                      <a:pt x="546161" y="2452285"/>
                    </a:lnTo>
                    <a:lnTo>
                      <a:pt x="540647" y="2457073"/>
                    </a:lnTo>
                    <a:lnTo>
                      <a:pt x="537655" y="2453460"/>
                    </a:lnTo>
                    <a:lnTo>
                      <a:pt x="536234" y="2448399"/>
                    </a:lnTo>
                    <a:lnTo>
                      <a:pt x="532704" y="2452914"/>
                    </a:lnTo>
                    <a:lnTo>
                      <a:pt x="527536" y="2456305"/>
                    </a:lnTo>
                    <a:lnTo>
                      <a:pt x="519010" y="2456984"/>
                    </a:lnTo>
                    <a:lnTo>
                      <a:pt x="512612" y="2458794"/>
                    </a:lnTo>
                    <a:lnTo>
                      <a:pt x="512762" y="2464217"/>
                    </a:lnTo>
                    <a:lnTo>
                      <a:pt x="514224" y="2469666"/>
                    </a:lnTo>
                    <a:lnTo>
                      <a:pt x="525542" y="2465361"/>
                    </a:lnTo>
                    <a:lnTo>
                      <a:pt x="521438" y="2479376"/>
                    </a:lnTo>
                    <a:lnTo>
                      <a:pt x="511031" y="2493226"/>
                    </a:lnTo>
                    <a:lnTo>
                      <a:pt x="502550" y="2496497"/>
                    </a:lnTo>
                    <a:lnTo>
                      <a:pt x="489579" y="2494471"/>
                    </a:lnTo>
                    <a:lnTo>
                      <a:pt x="486375" y="2495861"/>
                    </a:lnTo>
                    <a:lnTo>
                      <a:pt x="483507" y="2498738"/>
                    </a:lnTo>
                    <a:lnTo>
                      <a:pt x="498618" y="2520406"/>
                    </a:lnTo>
                    <a:lnTo>
                      <a:pt x="488908" y="2553085"/>
                    </a:lnTo>
                    <a:lnTo>
                      <a:pt x="482701" y="2564928"/>
                    </a:lnTo>
                    <a:lnTo>
                      <a:pt x="478396" y="2566446"/>
                    </a:lnTo>
                    <a:lnTo>
                      <a:pt x="473730" y="2566789"/>
                    </a:lnTo>
                    <a:lnTo>
                      <a:pt x="456981" y="2556260"/>
                    </a:lnTo>
                    <a:lnTo>
                      <a:pt x="447845" y="2548119"/>
                    </a:lnTo>
                    <a:lnTo>
                      <a:pt x="455896" y="2570275"/>
                    </a:lnTo>
                    <a:lnTo>
                      <a:pt x="477833" y="2576746"/>
                    </a:lnTo>
                    <a:lnTo>
                      <a:pt x="478955" y="2585129"/>
                    </a:lnTo>
                    <a:lnTo>
                      <a:pt x="478831" y="2592292"/>
                    </a:lnTo>
                    <a:lnTo>
                      <a:pt x="474510" y="2600700"/>
                    </a:lnTo>
                    <a:lnTo>
                      <a:pt x="470469" y="2611870"/>
                    </a:lnTo>
                    <a:lnTo>
                      <a:pt x="473451" y="2619650"/>
                    </a:lnTo>
                    <a:lnTo>
                      <a:pt x="476913" y="2638885"/>
                    </a:lnTo>
                    <a:lnTo>
                      <a:pt x="479874" y="2647712"/>
                    </a:lnTo>
                    <a:lnTo>
                      <a:pt x="483130" y="2674492"/>
                    </a:lnTo>
                    <a:lnTo>
                      <a:pt x="486592" y="2686106"/>
                    </a:lnTo>
                    <a:lnTo>
                      <a:pt x="506535" y="2728851"/>
                    </a:lnTo>
                    <a:lnTo>
                      <a:pt x="513258" y="2729181"/>
                    </a:lnTo>
                    <a:lnTo>
                      <a:pt x="514338" y="2733811"/>
                    </a:lnTo>
                    <a:lnTo>
                      <a:pt x="513697" y="2742688"/>
                    </a:lnTo>
                    <a:lnTo>
                      <a:pt x="499352" y="2745273"/>
                    </a:lnTo>
                    <a:lnTo>
                      <a:pt x="493331" y="2749229"/>
                    </a:lnTo>
                    <a:lnTo>
                      <a:pt x="492158" y="2752665"/>
                    </a:lnTo>
                    <a:lnTo>
                      <a:pt x="491269" y="2754519"/>
                    </a:lnTo>
                    <a:lnTo>
                      <a:pt x="489419" y="2754348"/>
                    </a:lnTo>
                    <a:lnTo>
                      <a:pt x="482577" y="2751877"/>
                    </a:lnTo>
                    <a:lnTo>
                      <a:pt x="467022" y="2739735"/>
                    </a:lnTo>
                    <a:lnTo>
                      <a:pt x="444357" y="2732210"/>
                    </a:lnTo>
                    <a:lnTo>
                      <a:pt x="414575" y="2729295"/>
                    </a:lnTo>
                    <a:lnTo>
                      <a:pt x="394230" y="2723218"/>
                    </a:lnTo>
                    <a:lnTo>
                      <a:pt x="383321" y="2713959"/>
                    </a:lnTo>
                    <a:lnTo>
                      <a:pt x="371916" y="2708473"/>
                    </a:lnTo>
                    <a:lnTo>
                      <a:pt x="360019" y="2706745"/>
                    </a:lnTo>
                    <a:lnTo>
                      <a:pt x="350165" y="2701722"/>
                    </a:lnTo>
                    <a:lnTo>
                      <a:pt x="342351" y="2693403"/>
                    </a:lnTo>
                    <a:lnTo>
                      <a:pt x="330925" y="2688094"/>
                    </a:lnTo>
                    <a:lnTo>
                      <a:pt x="315887" y="2685789"/>
                    </a:lnTo>
                    <a:lnTo>
                      <a:pt x="306099" y="2679553"/>
                    </a:lnTo>
                    <a:lnTo>
                      <a:pt x="299293" y="2664306"/>
                    </a:lnTo>
                    <a:lnTo>
                      <a:pt x="299262" y="2664077"/>
                    </a:lnTo>
                    <a:lnTo>
                      <a:pt x="293170" y="2638586"/>
                    </a:lnTo>
                    <a:lnTo>
                      <a:pt x="285496" y="2622615"/>
                    </a:lnTo>
                    <a:lnTo>
                      <a:pt x="270561" y="2602853"/>
                    </a:lnTo>
                    <a:lnTo>
                      <a:pt x="269186" y="2600249"/>
                    </a:lnTo>
                    <a:lnTo>
                      <a:pt x="269062" y="2596998"/>
                    </a:lnTo>
                    <a:lnTo>
                      <a:pt x="270912" y="2585497"/>
                    </a:lnTo>
                    <a:lnTo>
                      <a:pt x="269336" y="2577229"/>
                    </a:lnTo>
                    <a:lnTo>
                      <a:pt x="264608" y="2570491"/>
                    </a:lnTo>
                    <a:lnTo>
                      <a:pt x="263522" y="2563360"/>
                    </a:lnTo>
                    <a:lnTo>
                      <a:pt x="266086" y="2555854"/>
                    </a:lnTo>
                    <a:lnTo>
                      <a:pt x="266251" y="2546836"/>
                    </a:lnTo>
                    <a:lnTo>
                      <a:pt x="264024" y="2536307"/>
                    </a:lnTo>
                    <a:lnTo>
                      <a:pt x="254500" y="2524921"/>
                    </a:lnTo>
                    <a:lnTo>
                      <a:pt x="237679" y="2512690"/>
                    </a:lnTo>
                    <a:lnTo>
                      <a:pt x="223349" y="2494826"/>
                    </a:lnTo>
                    <a:lnTo>
                      <a:pt x="211520" y="2471343"/>
                    </a:lnTo>
                    <a:lnTo>
                      <a:pt x="199820" y="2455073"/>
                    </a:lnTo>
                    <a:lnTo>
                      <a:pt x="188249" y="2446011"/>
                    </a:lnTo>
                    <a:lnTo>
                      <a:pt x="180338" y="2434949"/>
                    </a:lnTo>
                    <a:lnTo>
                      <a:pt x="176079" y="2421886"/>
                    </a:lnTo>
                    <a:lnTo>
                      <a:pt x="174824" y="2414303"/>
                    </a:lnTo>
                    <a:lnTo>
                      <a:pt x="176560" y="2412208"/>
                    </a:lnTo>
                    <a:lnTo>
                      <a:pt x="169449" y="2397684"/>
                    </a:lnTo>
                    <a:lnTo>
                      <a:pt x="153491" y="2370746"/>
                    </a:lnTo>
                    <a:lnTo>
                      <a:pt x="144324" y="2351047"/>
                    </a:lnTo>
                    <a:lnTo>
                      <a:pt x="141962" y="2338594"/>
                    </a:lnTo>
                    <a:lnTo>
                      <a:pt x="131807" y="2323772"/>
                    </a:lnTo>
                    <a:lnTo>
                      <a:pt x="113865" y="2306582"/>
                    </a:lnTo>
                    <a:lnTo>
                      <a:pt x="104108" y="2295399"/>
                    </a:lnTo>
                    <a:lnTo>
                      <a:pt x="101711" y="2287632"/>
                    </a:lnTo>
                    <a:lnTo>
                      <a:pt x="73712" y="2265044"/>
                    </a:lnTo>
                    <a:lnTo>
                      <a:pt x="65578" y="2250933"/>
                    </a:lnTo>
                    <a:lnTo>
                      <a:pt x="59227" y="2246475"/>
                    </a:lnTo>
                    <a:lnTo>
                      <a:pt x="51935" y="2246958"/>
                    </a:lnTo>
                    <a:lnTo>
                      <a:pt x="48194" y="2245605"/>
                    </a:lnTo>
                    <a:lnTo>
                      <a:pt x="48008" y="2242417"/>
                    </a:lnTo>
                    <a:lnTo>
                      <a:pt x="45646" y="2242265"/>
                    </a:lnTo>
                    <a:lnTo>
                      <a:pt x="41104" y="2245161"/>
                    </a:lnTo>
                    <a:lnTo>
                      <a:pt x="26210" y="2245745"/>
                    </a:lnTo>
                    <a:lnTo>
                      <a:pt x="961" y="2244024"/>
                    </a:lnTo>
                    <a:lnTo>
                      <a:pt x="0" y="2243821"/>
                    </a:lnTo>
                    <a:lnTo>
                      <a:pt x="0" y="0"/>
                    </a:lnTo>
                    <a:lnTo>
                      <a:pt x="1773799" y="0"/>
                    </a:lnTo>
                    <a:lnTo>
                      <a:pt x="1791779" y="9112"/>
                    </a:lnTo>
                    <a:lnTo>
                      <a:pt x="1812321" y="19521"/>
                    </a:lnTo>
                    <a:lnTo>
                      <a:pt x="1817499" y="36825"/>
                    </a:lnTo>
                    <a:lnTo>
                      <a:pt x="1822542" y="53673"/>
                    </a:lnTo>
                    <a:lnTo>
                      <a:pt x="1834568" y="65904"/>
                    </a:lnTo>
                    <a:lnTo>
                      <a:pt x="1845575" y="77074"/>
                    </a:lnTo>
                    <a:lnTo>
                      <a:pt x="1851947" y="76490"/>
                    </a:lnTo>
                    <a:lnTo>
                      <a:pt x="1858412" y="71772"/>
                    </a:lnTo>
                    <a:lnTo>
                      <a:pt x="1862515" y="69498"/>
                    </a:lnTo>
                    <a:lnTo>
                      <a:pt x="1869393" y="69123"/>
                    </a:lnTo>
                    <a:lnTo>
                      <a:pt x="1884690" y="65085"/>
                    </a:lnTo>
                    <a:lnTo>
                      <a:pt x="1889211" y="65967"/>
                    </a:lnTo>
                    <a:lnTo>
                      <a:pt x="1891780" y="67987"/>
                    </a:lnTo>
                    <a:lnTo>
                      <a:pt x="1891992" y="71149"/>
                    </a:lnTo>
                    <a:lnTo>
                      <a:pt x="1891470" y="73664"/>
                    </a:lnTo>
                    <a:lnTo>
                      <a:pt x="1889103" y="78713"/>
                    </a:lnTo>
                    <a:lnTo>
                      <a:pt x="1892839" y="88333"/>
                    </a:lnTo>
                    <a:lnTo>
                      <a:pt x="1893625" y="99021"/>
                    </a:lnTo>
                    <a:lnTo>
                      <a:pt x="1895676" y="107099"/>
                    </a:lnTo>
                    <a:lnTo>
                      <a:pt x="1901939" y="117437"/>
                    </a:lnTo>
                    <a:lnTo>
                      <a:pt x="1907381" y="125515"/>
                    </a:lnTo>
                    <a:lnTo>
                      <a:pt x="1914233" y="127077"/>
                    </a:lnTo>
                    <a:lnTo>
                      <a:pt x="1930093" y="122372"/>
                    </a:lnTo>
                    <a:lnTo>
                      <a:pt x="1940031" y="120593"/>
                    </a:lnTo>
                    <a:lnTo>
                      <a:pt x="1945674" y="121362"/>
                    </a:lnTo>
                    <a:lnTo>
                      <a:pt x="1955327" y="128925"/>
                    </a:lnTo>
                    <a:lnTo>
                      <a:pt x="1960050" y="133472"/>
                    </a:lnTo>
                    <a:lnTo>
                      <a:pt x="1961177" y="137250"/>
                    </a:lnTo>
                    <a:lnTo>
                      <a:pt x="1948139" y="160340"/>
                    </a:lnTo>
                    <a:lnTo>
                      <a:pt x="1968815" y="171797"/>
                    </a:lnTo>
                    <a:lnTo>
                      <a:pt x="1991889" y="184320"/>
                    </a:lnTo>
                    <a:lnTo>
                      <a:pt x="2019402" y="199249"/>
                    </a:lnTo>
                    <a:lnTo>
                      <a:pt x="2036223" y="208388"/>
                    </a:lnTo>
                    <a:lnTo>
                      <a:pt x="2058377" y="221438"/>
                    </a:lnTo>
                    <a:lnTo>
                      <a:pt x="2062170" y="240032"/>
                    </a:lnTo>
                    <a:lnTo>
                      <a:pt x="2065364" y="255723"/>
                    </a:lnTo>
                    <a:lnTo>
                      <a:pt x="2069436" y="277600"/>
                    </a:lnTo>
                    <a:lnTo>
                      <a:pt x="2073585" y="299916"/>
                    </a:lnTo>
                    <a:lnTo>
                      <a:pt x="2077725" y="322148"/>
                    </a:lnTo>
                    <a:lnTo>
                      <a:pt x="2082112" y="345746"/>
                    </a:lnTo>
                    <a:lnTo>
                      <a:pt x="2086934" y="371669"/>
                    </a:lnTo>
                    <a:lnTo>
                      <a:pt x="2091218" y="394676"/>
                    </a:lnTo>
                    <a:lnTo>
                      <a:pt x="2095894" y="419792"/>
                    </a:lnTo>
                    <a:lnTo>
                      <a:pt x="2102111" y="452477"/>
                    </a:lnTo>
                    <a:lnTo>
                      <a:pt x="2096551" y="465070"/>
                    </a:lnTo>
                    <a:lnTo>
                      <a:pt x="2084443" y="492491"/>
                    </a:lnTo>
                    <a:lnTo>
                      <a:pt x="2073498" y="517277"/>
                    </a:lnTo>
                    <a:lnTo>
                      <a:pt x="2072541" y="524465"/>
                    </a:lnTo>
                    <a:lnTo>
                      <a:pt x="2065017" y="560606"/>
                    </a:lnTo>
                    <a:lnTo>
                      <a:pt x="2058987" y="575535"/>
                    </a:lnTo>
                    <a:lnTo>
                      <a:pt x="2048424" y="584204"/>
                    </a:lnTo>
                    <a:lnTo>
                      <a:pt x="2037938" y="592605"/>
                    </a:lnTo>
                    <a:lnTo>
                      <a:pt x="2024859" y="606684"/>
                    </a:lnTo>
                    <a:lnTo>
                      <a:pt x="2010472" y="613638"/>
                    </a:lnTo>
                    <a:lnTo>
                      <a:pt x="2003123" y="617727"/>
                    </a:lnTo>
                    <a:lnTo>
                      <a:pt x="1999273" y="624179"/>
                    </a:lnTo>
                    <a:lnTo>
                      <a:pt x="1995026" y="638322"/>
                    </a:lnTo>
                    <a:lnTo>
                      <a:pt x="1995842" y="659919"/>
                    </a:lnTo>
                    <a:lnTo>
                      <a:pt x="2007692" y="678507"/>
                    </a:lnTo>
                    <a:lnTo>
                      <a:pt x="2025024" y="688902"/>
                    </a:lnTo>
                    <a:lnTo>
                      <a:pt x="2043669" y="699025"/>
                    </a:lnTo>
                    <a:lnTo>
                      <a:pt x="2070232" y="699069"/>
                    </a:lnTo>
                    <a:lnTo>
                      <a:pt x="2094122" y="685562"/>
                    </a:lnTo>
                    <a:lnTo>
                      <a:pt x="2119433" y="671255"/>
                    </a:lnTo>
                    <a:lnTo>
                      <a:pt x="2142001" y="658497"/>
                    </a:lnTo>
                    <a:lnTo>
                      <a:pt x="2168842" y="643326"/>
                    </a:lnTo>
                    <a:lnTo>
                      <a:pt x="2193151" y="629577"/>
                    </a:lnTo>
                    <a:lnTo>
                      <a:pt x="2219548" y="624637"/>
                    </a:lnTo>
                    <a:lnTo>
                      <a:pt x="2256125" y="617797"/>
                    </a:lnTo>
                    <a:lnTo>
                      <a:pt x="2302169" y="609180"/>
                    </a:lnTo>
                    <a:lnTo>
                      <a:pt x="2324587" y="599368"/>
                    </a:lnTo>
                    <a:lnTo>
                      <a:pt x="2353557" y="586687"/>
                    </a:lnTo>
                    <a:lnTo>
                      <a:pt x="2386977" y="572055"/>
                    </a:lnTo>
                    <a:lnTo>
                      <a:pt x="2415818" y="559431"/>
                    </a:lnTo>
                    <a:lnTo>
                      <a:pt x="2430319" y="552433"/>
                    </a:lnTo>
                    <a:lnTo>
                      <a:pt x="2440633" y="544450"/>
                    </a:lnTo>
                    <a:lnTo>
                      <a:pt x="2443191" y="538544"/>
                    </a:lnTo>
                    <a:lnTo>
                      <a:pt x="2442582" y="535153"/>
                    </a:lnTo>
                    <a:lnTo>
                      <a:pt x="2439920" y="531756"/>
                    </a:lnTo>
                    <a:lnTo>
                      <a:pt x="2436241" y="529247"/>
                    </a:lnTo>
                    <a:lnTo>
                      <a:pt x="2432970" y="527114"/>
                    </a:lnTo>
                    <a:lnTo>
                      <a:pt x="2431435" y="524472"/>
                    </a:lnTo>
                    <a:lnTo>
                      <a:pt x="2431130" y="518693"/>
                    </a:lnTo>
                    <a:lnTo>
                      <a:pt x="2429125" y="515372"/>
                    </a:lnTo>
                    <a:lnTo>
                      <a:pt x="2427213" y="512927"/>
                    </a:lnTo>
                    <a:lnTo>
                      <a:pt x="2427936" y="490561"/>
                    </a:lnTo>
                    <a:lnTo>
                      <a:pt x="2425414" y="483626"/>
                    </a:lnTo>
                    <a:lnTo>
                      <a:pt x="2416014" y="466048"/>
                    </a:lnTo>
                    <a:lnTo>
                      <a:pt x="2433941" y="458167"/>
                    </a:lnTo>
                    <a:lnTo>
                      <a:pt x="2450550" y="450858"/>
                    </a:lnTo>
                    <a:lnTo>
                      <a:pt x="2463795" y="445448"/>
                    </a:lnTo>
                    <a:lnTo>
                      <a:pt x="2491541" y="444597"/>
                    </a:lnTo>
                    <a:lnTo>
                      <a:pt x="2517307" y="444705"/>
                    </a:lnTo>
                    <a:lnTo>
                      <a:pt x="2552820" y="444851"/>
                    </a:lnTo>
                    <a:lnTo>
                      <a:pt x="2582741" y="444971"/>
                    </a:lnTo>
                    <a:lnTo>
                      <a:pt x="2617649" y="445117"/>
                    </a:lnTo>
                    <a:lnTo>
                      <a:pt x="2638113" y="445200"/>
                    </a:lnTo>
                    <a:lnTo>
                      <a:pt x="2664928" y="444946"/>
                    </a:lnTo>
                    <a:lnTo>
                      <a:pt x="2677997" y="424656"/>
                    </a:lnTo>
                    <a:lnTo>
                      <a:pt x="2689676" y="406513"/>
                    </a:lnTo>
                    <a:lnTo>
                      <a:pt x="2702539" y="389177"/>
                    </a:lnTo>
                    <a:lnTo>
                      <a:pt x="2725406" y="368824"/>
                    </a:lnTo>
                    <a:lnTo>
                      <a:pt x="2732047" y="365166"/>
                    </a:lnTo>
                    <a:lnTo>
                      <a:pt x="2735710" y="357139"/>
                    </a:lnTo>
                    <a:lnTo>
                      <a:pt x="2749570" y="349512"/>
                    </a:lnTo>
                    <a:lnTo>
                      <a:pt x="2764841" y="342438"/>
                    </a:lnTo>
                    <a:lnTo>
                      <a:pt x="2770830" y="335802"/>
                    </a:lnTo>
                    <a:lnTo>
                      <a:pt x="2773729" y="332023"/>
                    </a:lnTo>
                    <a:lnTo>
                      <a:pt x="2815076" y="296232"/>
                    </a:lnTo>
                    <a:lnTo>
                      <a:pt x="2838559" y="279702"/>
                    </a:lnTo>
                    <a:lnTo>
                      <a:pt x="2857953" y="270501"/>
                    </a:lnTo>
                    <a:lnTo>
                      <a:pt x="2872717" y="266106"/>
                    </a:lnTo>
                    <a:lnTo>
                      <a:pt x="2882686" y="266735"/>
                    </a:lnTo>
                    <a:lnTo>
                      <a:pt x="2888355" y="26611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69" name="pg3868">
                <a:extLst>
                  <a:ext uri="{FF2B5EF4-FFF2-40B4-BE49-F238E27FC236}">
                    <a16:creationId xmlns:a16="http://schemas.microsoft.com/office/drawing/2014/main" id="{A7B333F7-0BE3-14E9-2C21-6D4EC87FB388}"/>
                  </a:ext>
                </a:extLst>
              </p:cNvPr>
              <p:cNvSpPr/>
              <p:nvPr/>
            </p:nvSpPr>
            <p:spPr>
              <a:xfrm>
                <a:off x="5359282" y="3307053"/>
                <a:ext cx="225302" cy="75760"/>
              </a:xfrm>
              <a:custGeom>
                <a:avLst/>
                <a:gdLst/>
                <a:ahLst/>
                <a:cxnLst/>
                <a:rect l="0" t="0" r="0" b="0"/>
                <a:pathLst>
                  <a:path w="225302" h="75760">
                    <a:moveTo>
                      <a:pt x="153584" y="30132"/>
                    </a:moveTo>
                    <a:lnTo>
                      <a:pt x="160385" y="30983"/>
                    </a:lnTo>
                    <a:lnTo>
                      <a:pt x="166235" y="28513"/>
                    </a:lnTo>
                    <a:lnTo>
                      <a:pt x="171775" y="23521"/>
                    </a:lnTo>
                    <a:lnTo>
                      <a:pt x="184637" y="16771"/>
                    </a:lnTo>
                    <a:lnTo>
                      <a:pt x="195598" y="13818"/>
                    </a:lnTo>
                    <a:lnTo>
                      <a:pt x="199050" y="13208"/>
                    </a:lnTo>
                    <a:lnTo>
                      <a:pt x="204275" y="17946"/>
                    </a:lnTo>
                    <a:lnTo>
                      <a:pt x="214641" y="14142"/>
                    </a:lnTo>
                    <a:lnTo>
                      <a:pt x="225302" y="12008"/>
                    </a:lnTo>
                    <a:lnTo>
                      <a:pt x="179185" y="33669"/>
                    </a:lnTo>
                    <a:lnTo>
                      <a:pt x="169754" y="36108"/>
                    </a:lnTo>
                    <a:lnTo>
                      <a:pt x="156261" y="42560"/>
                    </a:lnTo>
                    <a:lnTo>
                      <a:pt x="143507" y="47132"/>
                    </a:lnTo>
                    <a:lnTo>
                      <a:pt x="134324" y="48796"/>
                    </a:lnTo>
                    <a:lnTo>
                      <a:pt x="88662" y="64875"/>
                    </a:lnTo>
                    <a:lnTo>
                      <a:pt x="85040" y="65224"/>
                    </a:lnTo>
                    <a:lnTo>
                      <a:pt x="81122" y="63656"/>
                    </a:lnTo>
                    <a:lnTo>
                      <a:pt x="43512" y="71937"/>
                    </a:lnTo>
                    <a:lnTo>
                      <a:pt x="28076" y="72870"/>
                    </a:lnTo>
                    <a:lnTo>
                      <a:pt x="14020" y="75760"/>
                    </a:lnTo>
                    <a:lnTo>
                      <a:pt x="24417" y="69092"/>
                    </a:lnTo>
                    <a:lnTo>
                      <a:pt x="24644" y="66596"/>
                    </a:lnTo>
                    <a:lnTo>
                      <a:pt x="22159" y="64646"/>
                    </a:lnTo>
                    <a:lnTo>
                      <a:pt x="16598" y="65212"/>
                    </a:lnTo>
                    <a:lnTo>
                      <a:pt x="10903" y="72076"/>
                    </a:lnTo>
                    <a:lnTo>
                      <a:pt x="1813" y="74369"/>
                    </a:lnTo>
                    <a:lnTo>
                      <a:pt x="0" y="66895"/>
                    </a:lnTo>
                    <a:lnTo>
                      <a:pt x="3033" y="61109"/>
                    </a:lnTo>
                    <a:lnTo>
                      <a:pt x="7141" y="55623"/>
                    </a:lnTo>
                    <a:lnTo>
                      <a:pt x="16169" y="46999"/>
                    </a:lnTo>
                    <a:lnTo>
                      <a:pt x="29083" y="41531"/>
                    </a:lnTo>
                    <a:lnTo>
                      <a:pt x="35646" y="36806"/>
                    </a:lnTo>
                    <a:lnTo>
                      <a:pt x="40194" y="40966"/>
                    </a:lnTo>
                    <a:lnTo>
                      <a:pt x="41191" y="35346"/>
                    </a:lnTo>
                    <a:lnTo>
                      <a:pt x="44690" y="32101"/>
                    </a:lnTo>
                    <a:lnTo>
                      <a:pt x="48493" y="30354"/>
                    </a:lnTo>
                    <a:lnTo>
                      <a:pt x="57640" y="30310"/>
                    </a:lnTo>
                    <a:lnTo>
                      <a:pt x="62565" y="29427"/>
                    </a:lnTo>
                    <a:lnTo>
                      <a:pt x="66126" y="27560"/>
                    </a:lnTo>
                    <a:lnTo>
                      <a:pt x="69779" y="27211"/>
                    </a:lnTo>
                    <a:lnTo>
                      <a:pt x="79784" y="29757"/>
                    </a:lnTo>
                    <a:lnTo>
                      <a:pt x="89556" y="29027"/>
                    </a:lnTo>
                    <a:lnTo>
                      <a:pt x="97447" y="25509"/>
                    </a:lnTo>
                    <a:lnTo>
                      <a:pt x="105648" y="24328"/>
                    </a:lnTo>
                    <a:lnTo>
                      <a:pt x="127343" y="23534"/>
                    </a:lnTo>
                    <a:lnTo>
                      <a:pt x="148902" y="20962"/>
                    </a:lnTo>
                    <a:lnTo>
                      <a:pt x="157522" y="16390"/>
                    </a:lnTo>
                    <a:lnTo>
                      <a:pt x="175630" y="3575"/>
                    </a:lnTo>
                    <a:lnTo>
                      <a:pt x="186048" y="0"/>
                    </a:lnTo>
                    <a:lnTo>
                      <a:pt x="169826" y="14891"/>
                    </a:lnTo>
                    <a:lnTo>
                      <a:pt x="161108" y="2171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70" name="pg3869">
                <a:extLst>
                  <a:ext uri="{FF2B5EF4-FFF2-40B4-BE49-F238E27FC236}">
                    <a16:creationId xmlns:a16="http://schemas.microsoft.com/office/drawing/2014/main" id="{C97CD353-E180-537E-053B-CB987DCB0E38}"/>
                  </a:ext>
                </a:extLst>
              </p:cNvPr>
              <p:cNvSpPr/>
              <p:nvPr/>
            </p:nvSpPr>
            <p:spPr>
              <a:xfrm>
                <a:off x="5954108" y="2877417"/>
                <a:ext cx="23756" cy="26893"/>
              </a:xfrm>
              <a:custGeom>
                <a:avLst/>
                <a:gdLst/>
                <a:ahLst/>
                <a:cxnLst/>
                <a:rect l="0" t="0" r="0" b="0"/>
                <a:pathLst>
                  <a:path w="23756" h="26893">
                    <a:moveTo>
                      <a:pt x="17596" y="18663"/>
                    </a:moveTo>
                    <a:lnTo>
                      <a:pt x="10841" y="17558"/>
                    </a:lnTo>
                    <a:lnTo>
                      <a:pt x="10981" y="24423"/>
                    </a:lnTo>
                    <a:lnTo>
                      <a:pt x="10226" y="26893"/>
                    </a:lnTo>
                    <a:lnTo>
                      <a:pt x="2744" y="23363"/>
                    </a:lnTo>
                    <a:lnTo>
                      <a:pt x="0" y="21089"/>
                    </a:lnTo>
                    <a:lnTo>
                      <a:pt x="237" y="11995"/>
                    </a:lnTo>
                    <a:lnTo>
                      <a:pt x="6847" y="3397"/>
                    </a:lnTo>
                    <a:lnTo>
                      <a:pt x="11885" y="0"/>
                    </a:lnTo>
                    <a:lnTo>
                      <a:pt x="18381" y="2355"/>
                    </a:lnTo>
                    <a:lnTo>
                      <a:pt x="23368" y="11983"/>
                    </a:lnTo>
                    <a:lnTo>
                      <a:pt x="23756" y="1612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71" name="pg3870">
                <a:extLst>
                  <a:ext uri="{FF2B5EF4-FFF2-40B4-BE49-F238E27FC236}">
                    <a16:creationId xmlns:a16="http://schemas.microsoft.com/office/drawing/2014/main" id="{173F514B-E8CB-04E1-B8FF-6FC2C7D4C623}"/>
                  </a:ext>
                </a:extLst>
              </p:cNvPr>
              <p:cNvSpPr/>
              <p:nvPr/>
            </p:nvSpPr>
            <p:spPr>
              <a:xfrm>
                <a:off x="5337706" y="3371376"/>
                <a:ext cx="17833" cy="18174"/>
              </a:xfrm>
              <a:custGeom>
                <a:avLst/>
                <a:gdLst/>
                <a:ahLst/>
                <a:cxnLst/>
                <a:rect l="0" t="0" r="0" b="0"/>
                <a:pathLst>
                  <a:path w="17833" h="18174">
                    <a:moveTo>
                      <a:pt x="0" y="18174"/>
                    </a:moveTo>
                    <a:lnTo>
                      <a:pt x="5048" y="5702"/>
                    </a:lnTo>
                    <a:lnTo>
                      <a:pt x="14330" y="0"/>
                    </a:lnTo>
                    <a:lnTo>
                      <a:pt x="17689" y="1187"/>
                    </a:lnTo>
                    <a:lnTo>
                      <a:pt x="17833" y="5594"/>
                    </a:lnTo>
                    <a:lnTo>
                      <a:pt x="16531" y="9360"/>
                    </a:lnTo>
                    <a:lnTo>
                      <a:pt x="10304" y="15164"/>
                    </a:lnTo>
                    <a:lnTo>
                      <a:pt x="5054" y="1763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72" name="pg3871">
                <a:extLst>
                  <a:ext uri="{FF2B5EF4-FFF2-40B4-BE49-F238E27FC236}">
                    <a16:creationId xmlns:a16="http://schemas.microsoft.com/office/drawing/2014/main" id="{B84FBE07-CB61-E6E2-E994-56509F7D4903}"/>
                  </a:ext>
                </a:extLst>
              </p:cNvPr>
              <p:cNvSpPr/>
              <p:nvPr/>
            </p:nvSpPr>
            <p:spPr>
              <a:xfrm>
                <a:off x="5698253" y="3267490"/>
                <a:ext cx="33791" cy="16879"/>
              </a:xfrm>
              <a:custGeom>
                <a:avLst/>
                <a:gdLst/>
                <a:ahLst/>
                <a:cxnLst/>
                <a:rect l="0" t="0" r="0" b="0"/>
                <a:pathLst>
                  <a:path w="33791" h="16879">
                    <a:moveTo>
                      <a:pt x="4645" y="16879"/>
                    </a:moveTo>
                    <a:lnTo>
                      <a:pt x="0" y="12776"/>
                    </a:lnTo>
                    <a:lnTo>
                      <a:pt x="7270" y="10878"/>
                    </a:lnTo>
                    <a:lnTo>
                      <a:pt x="16454" y="1130"/>
                    </a:lnTo>
                    <a:lnTo>
                      <a:pt x="22562" y="0"/>
                    </a:lnTo>
                    <a:lnTo>
                      <a:pt x="32158" y="5518"/>
                    </a:lnTo>
                    <a:lnTo>
                      <a:pt x="33791" y="1052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73" name="pg3872">
                <a:extLst>
                  <a:ext uri="{FF2B5EF4-FFF2-40B4-BE49-F238E27FC236}">
                    <a16:creationId xmlns:a16="http://schemas.microsoft.com/office/drawing/2014/main" id="{EA1BD137-B1AE-BB12-B28F-65ABFDB67DE5}"/>
                  </a:ext>
                </a:extLst>
              </p:cNvPr>
              <p:cNvSpPr/>
              <p:nvPr/>
            </p:nvSpPr>
            <p:spPr>
              <a:xfrm>
                <a:off x="5643532" y="3241859"/>
                <a:ext cx="12087" cy="24671"/>
              </a:xfrm>
              <a:custGeom>
                <a:avLst/>
                <a:gdLst/>
                <a:ahLst/>
                <a:cxnLst/>
                <a:rect l="0" t="0" r="0" b="0"/>
                <a:pathLst>
                  <a:path w="12087" h="24671">
                    <a:moveTo>
                      <a:pt x="5855" y="24671"/>
                    </a:moveTo>
                    <a:lnTo>
                      <a:pt x="0" y="24048"/>
                    </a:lnTo>
                    <a:lnTo>
                      <a:pt x="2971" y="19248"/>
                    </a:lnTo>
                    <a:lnTo>
                      <a:pt x="4103" y="12199"/>
                    </a:lnTo>
                    <a:lnTo>
                      <a:pt x="6991" y="4457"/>
                    </a:lnTo>
                    <a:lnTo>
                      <a:pt x="8655" y="2089"/>
                    </a:lnTo>
                    <a:lnTo>
                      <a:pt x="12087" y="0"/>
                    </a:lnTo>
                    <a:lnTo>
                      <a:pt x="11095" y="2111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74" name="pg3873">
                <a:extLst>
                  <a:ext uri="{FF2B5EF4-FFF2-40B4-BE49-F238E27FC236}">
                    <a16:creationId xmlns:a16="http://schemas.microsoft.com/office/drawing/2014/main" id="{2DB4F990-03F9-2462-2454-5B287D044891}"/>
                  </a:ext>
                </a:extLst>
              </p:cNvPr>
              <p:cNvSpPr/>
              <p:nvPr/>
            </p:nvSpPr>
            <p:spPr>
              <a:xfrm>
                <a:off x="5761346" y="3275262"/>
                <a:ext cx="27001" cy="19248"/>
              </a:xfrm>
              <a:custGeom>
                <a:avLst/>
                <a:gdLst/>
                <a:ahLst/>
                <a:cxnLst/>
                <a:rect l="0" t="0" r="0" b="0"/>
                <a:pathLst>
                  <a:path w="27001" h="19248">
                    <a:moveTo>
                      <a:pt x="18836" y="19248"/>
                    </a:moveTo>
                    <a:lnTo>
                      <a:pt x="0" y="14453"/>
                    </a:lnTo>
                    <a:lnTo>
                      <a:pt x="15498" y="10389"/>
                    </a:lnTo>
                    <a:lnTo>
                      <a:pt x="18030" y="8973"/>
                    </a:lnTo>
                    <a:lnTo>
                      <a:pt x="20050" y="2997"/>
                    </a:lnTo>
                    <a:lnTo>
                      <a:pt x="20303" y="0"/>
                    </a:lnTo>
                    <a:lnTo>
                      <a:pt x="26190" y="12853"/>
                    </a:lnTo>
                    <a:lnTo>
                      <a:pt x="27001" y="1715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75" name="pg3874">
                <a:extLst>
                  <a:ext uri="{FF2B5EF4-FFF2-40B4-BE49-F238E27FC236}">
                    <a16:creationId xmlns:a16="http://schemas.microsoft.com/office/drawing/2014/main" id="{E83DAFAF-A4FE-0414-041F-56F82C3ABA08}"/>
                  </a:ext>
                </a:extLst>
              </p:cNvPr>
              <p:cNvSpPr/>
              <p:nvPr/>
            </p:nvSpPr>
            <p:spPr>
              <a:xfrm>
                <a:off x="5180933" y="3984239"/>
                <a:ext cx="8624" cy="14377"/>
              </a:xfrm>
              <a:custGeom>
                <a:avLst/>
                <a:gdLst/>
                <a:ahLst/>
                <a:cxnLst/>
                <a:rect l="0" t="0" r="0" b="0"/>
                <a:pathLst>
                  <a:path w="8624" h="14377">
                    <a:moveTo>
                      <a:pt x="7028" y="14377"/>
                    </a:moveTo>
                    <a:lnTo>
                      <a:pt x="0" y="0"/>
                    </a:lnTo>
                    <a:lnTo>
                      <a:pt x="7229" y="4648"/>
                    </a:lnTo>
                    <a:lnTo>
                      <a:pt x="8521" y="8515"/>
                    </a:lnTo>
                    <a:lnTo>
                      <a:pt x="8624" y="1173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76" name="pg3875">
                <a:extLst>
                  <a:ext uri="{FF2B5EF4-FFF2-40B4-BE49-F238E27FC236}">
                    <a16:creationId xmlns:a16="http://schemas.microsoft.com/office/drawing/2014/main" id="{0064D8C0-A211-3406-D21E-53CF6FA85E44}"/>
                  </a:ext>
                </a:extLst>
              </p:cNvPr>
              <p:cNvSpPr/>
              <p:nvPr/>
            </p:nvSpPr>
            <p:spPr>
              <a:xfrm>
                <a:off x="5183801" y="4007259"/>
                <a:ext cx="24727" cy="72349"/>
              </a:xfrm>
              <a:custGeom>
                <a:avLst/>
                <a:gdLst/>
                <a:ahLst/>
                <a:cxnLst/>
                <a:rect l="0" t="0" r="0" b="0"/>
                <a:pathLst>
                  <a:path w="24727" h="72349">
                    <a:moveTo>
                      <a:pt x="1250" y="72349"/>
                    </a:moveTo>
                    <a:lnTo>
                      <a:pt x="0" y="71213"/>
                    </a:lnTo>
                    <a:lnTo>
                      <a:pt x="16267" y="63796"/>
                    </a:lnTo>
                    <a:lnTo>
                      <a:pt x="21399" y="37670"/>
                    </a:lnTo>
                    <a:lnTo>
                      <a:pt x="22102" y="25623"/>
                    </a:lnTo>
                    <a:lnTo>
                      <a:pt x="19663" y="4388"/>
                    </a:lnTo>
                    <a:lnTo>
                      <a:pt x="19745" y="0"/>
                    </a:lnTo>
                    <a:lnTo>
                      <a:pt x="22391" y="6845"/>
                    </a:lnTo>
                    <a:lnTo>
                      <a:pt x="24727" y="26658"/>
                    </a:lnTo>
                    <a:lnTo>
                      <a:pt x="23849" y="41683"/>
                    </a:lnTo>
                    <a:lnTo>
                      <a:pt x="19130" y="63573"/>
                    </a:lnTo>
                    <a:lnTo>
                      <a:pt x="15446" y="6880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77" name="pg3876">
                <a:extLst>
                  <a:ext uri="{FF2B5EF4-FFF2-40B4-BE49-F238E27FC236}">
                    <a16:creationId xmlns:a16="http://schemas.microsoft.com/office/drawing/2014/main" id="{F225266F-EEE4-86DA-E27D-2B55ADA53938}"/>
                  </a:ext>
                </a:extLst>
              </p:cNvPr>
              <p:cNvSpPr/>
              <p:nvPr/>
            </p:nvSpPr>
            <p:spPr>
              <a:xfrm>
                <a:off x="5152676" y="4082556"/>
                <a:ext cx="21404" cy="9277"/>
              </a:xfrm>
              <a:custGeom>
                <a:avLst/>
                <a:gdLst/>
                <a:ahLst/>
                <a:cxnLst/>
                <a:rect l="0" t="0" r="0" b="0"/>
                <a:pathLst>
                  <a:path w="21404" h="9277">
                    <a:moveTo>
                      <a:pt x="2170" y="9277"/>
                    </a:moveTo>
                    <a:lnTo>
                      <a:pt x="0" y="8725"/>
                    </a:lnTo>
                    <a:lnTo>
                      <a:pt x="12619" y="2089"/>
                    </a:lnTo>
                    <a:lnTo>
                      <a:pt x="21404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78" name="pg3877">
                <a:extLst>
                  <a:ext uri="{FF2B5EF4-FFF2-40B4-BE49-F238E27FC236}">
                    <a16:creationId xmlns:a16="http://schemas.microsoft.com/office/drawing/2014/main" id="{A87C84DE-8EA6-240F-311A-3A424CB4D97B}"/>
                  </a:ext>
                </a:extLst>
              </p:cNvPr>
              <p:cNvSpPr/>
              <p:nvPr/>
            </p:nvSpPr>
            <p:spPr>
              <a:xfrm>
                <a:off x="5095061" y="4115235"/>
                <a:ext cx="33993" cy="39982"/>
              </a:xfrm>
              <a:custGeom>
                <a:avLst/>
                <a:gdLst/>
                <a:ahLst/>
                <a:cxnLst/>
                <a:rect l="0" t="0" r="0" b="0"/>
                <a:pathLst>
                  <a:path w="33993" h="39982">
                    <a:moveTo>
                      <a:pt x="0" y="39982"/>
                    </a:moveTo>
                    <a:lnTo>
                      <a:pt x="9689" y="23744"/>
                    </a:lnTo>
                    <a:lnTo>
                      <a:pt x="28825" y="3149"/>
                    </a:lnTo>
                    <a:lnTo>
                      <a:pt x="33993" y="0"/>
                    </a:lnTo>
                    <a:lnTo>
                      <a:pt x="18081" y="17590"/>
                    </a:lnTo>
                    <a:lnTo>
                      <a:pt x="2635" y="3848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79" name="pg3878">
                <a:extLst>
                  <a:ext uri="{FF2B5EF4-FFF2-40B4-BE49-F238E27FC236}">
                    <a16:creationId xmlns:a16="http://schemas.microsoft.com/office/drawing/2014/main" id="{E118C2B3-31CA-8068-C396-0E2380A621CC}"/>
                  </a:ext>
                </a:extLst>
              </p:cNvPr>
              <p:cNvSpPr/>
              <p:nvPr/>
            </p:nvSpPr>
            <p:spPr>
              <a:xfrm>
                <a:off x="4494680" y="5206518"/>
                <a:ext cx="17373" cy="15672"/>
              </a:xfrm>
              <a:custGeom>
                <a:avLst/>
                <a:gdLst/>
                <a:ahLst/>
                <a:cxnLst/>
                <a:rect l="0" t="0" r="0" b="0"/>
                <a:pathLst>
                  <a:path w="17373" h="15672">
                    <a:moveTo>
                      <a:pt x="13601" y="15672"/>
                    </a:moveTo>
                    <a:lnTo>
                      <a:pt x="5968" y="13183"/>
                    </a:lnTo>
                    <a:lnTo>
                      <a:pt x="1798" y="8725"/>
                    </a:lnTo>
                    <a:lnTo>
                      <a:pt x="0" y="0"/>
                    </a:lnTo>
                    <a:lnTo>
                      <a:pt x="6645" y="9239"/>
                    </a:lnTo>
                    <a:lnTo>
                      <a:pt x="9028" y="11329"/>
                    </a:lnTo>
                    <a:lnTo>
                      <a:pt x="17373" y="1228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80" name="pg3879">
                <a:extLst>
                  <a:ext uri="{FF2B5EF4-FFF2-40B4-BE49-F238E27FC236}">
                    <a16:creationId xmlns:a16="http://schemas.microsoft.com/office/drawing/2014/main" id="{6C6F70CF-429B-15C6-AA77-CCFB666A1E49}"/>
                  </a:ext>
                </a:extLst>
              </p:cNvPr>
              <p:cNvSpPr/>
              <p:nvPr/>
            </p:nvSpPr>
            <p:spPr>
              <a:xfrm>
                <a:off x="4498091" y="5186660"/>
                <a:ext cx="9033" cy="26938"/>
              </a:xfrm>
              <a:custGeom>
                <a:avLst/>
                <a:gdLst/>
                <a:ahLst/>
                <a:cxnLst/>
                <a:rect l="0" t="0" r="0" b="0"/>
                <a:pathLst>
                  <a:path w="9033" h="26938">
                    <a:moveTo>
                      <a:pt x="8883" y="26938"/>
                    </a:moveTo>
                    <a:lnTo>
                      <a:pt x="3550" y="14142"/>
                    </a:lnTo>
                    <a:lnTo>
                      <a:pt x="0" y="0"/>
                    </a:lnTo>
                    <a:lnTo>
                      <a:pt x="5079" y="4578"/>
                    </a:lnTo>
                    <a:lnTo>
                      <a:pt x="9033" y="1929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81" name="pg3880">
                <a:extLst>
                  <a:ext uri="{FF2B5EF4-FFF2-40B4-BE49-F238E27FC236}">
                    <a16:creationId xmlns:a16="http://schemas.microsoft.com/office/drawing/2014/main" id="{E09A730A-4DA1-D10A-FEAB-1F1E8D9C1C29}"/>
                  </a:ext>
                </a:extLst>
              </p:cNvPr>
              <p:cNvSpPr/>
              <p:nvPr/>
            </p:nvSpPr>
            <p:spPr>
              <a:xfrm>
                <a:off x="4666217" y="5362642"/>
                <a:ext cx="34236" cy="51158"/>
              </a:xfrm>
              <a:custGeom>
                <a:avLst/>
                <a:gdLst/>
                <a:ahLst/>
                <a:cxnLst/>
                <a:rect l="0" t="0" r="0" b="0"/>
                <a:pathLst>
                  <a:path w="34236" h="51158">
                    <a:moveTo>
                      <a:pt x="0" y="51158"/>
                    </a:moveTo>
                    <a:lnTo>
                      <a:pt x="2330" y="45036"/>
                    </a:lnTo>
                    <a:lnTo>
                      <a:pt x="10531" y="31948"/>
                    </a:lnTo>
                    <a:lnTo>
                      <a:pt x="13182" y="25788"/>
                    </a:lnTo>
                    <a:lnTo>
                      <a:pt x="18722" y="21883"/>
                    </a:lnTo>
                    <a:lnTo>
                      <a:pt x="23880" y="14821"/>
                    </a:lnTo>
                    <a:lnTo>
                      <a:pt x="24267" y="6585"/>
                    </a:lnTo>
                    <a:lnTo>
                      <a:pt x="31760" y="825"/>
                    </a:lnTo>
                    <a:lnTo>
                      <a:pt x="34236" y="0"/>
                    </a:lnTo>
                    <a:lnTo>
                      <a:pt x="21032" y="2670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82" name="pg3881">
                <a:extLst>
                  <a:ext uri="{FF2B5EF4-FFF2-40B4-BE49-F238E27FC236}">
                    <a16:creationId xmlns:a16="http://schemas.microsoft.com/office/drawing/2014/main" id="{9CBF9ED2-CD95-1F18-E329-74C221B5328A}"/>
                  </a:ext>
                </a:extLst>
              </p:cNvPr>
              <p:cNvSpPr/>
              <p:nvPr/>
            </p:nvSpPr>
            <p:spPr>
              <a:xfrm>
                <a:off x="3456939" y="4803878"/>
                <a:ext cx="26706" cy="20480"/>
              </a:xfrm>
              <a:custGeom>
                <a:avLst/>
                <a:gdLst/>
                <a:ahLst/>
                <a:cxnLst/>
                <a:rect l="0" t="0" r="0" b="0"/>
                <a:pathLst>
                  <a:path w="26706" h="20480">
                    <a:moveTo>
                      <a:pt x="18603" y="20480"/>
                    </a:moveTo>
                    <a:lnTo>
                      <a:pt x="1100" y="9214"/>
                    </a:lnTo>
                    <a:lnTo>
                      <a:pt x="0" y="4375"/>
                    </a:lnTo>
                    <a:lnTo>
                      <a:pt x="8635" y="0"/>
                    </a:lnTo>
                    <a:lnTo>
                      <a:pt x="13906" y="387"/>
                    </a:lnTo>
                    <a:lnTo>
                      <a:pt x="22241" y="6109"/>
                    </a:lnTo>
                    <a:lnTo>
                      <a:pt x="25290" y="7703"/>
                    </a:lnTo>
                    <a:lnTo>
                      <a:pt x="26706" y="10020"/>
                    </a:lnTo>
                    <a:lnTo>
                      <a:pt x="25900" y="13646"/>
                    </a:lnTo>
                    <a:lnTo>
                      <a:pt x="22536" y="1862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83" name="pg3882">
                <a:extLst>
                  <a:ext uri="{FF2B5EF4-FFF2-40B4-BE49-F238E27FC236}">
                    <a16:creationId xmlns:a16="http://schemas.microsoft.com/office/drawing/2014/main" id="{01C895AB-527F-BFE0-A9DF-85C7FEA558F5}"/>
                  </a:ext>
                </a:extLst>
              </p:cNvPr>
              <p:cNvSpPr/>
              <p:nvPr/>
            </p:nvSpPr>
            <p:spPr>
              <a:xfrm>
                <a:off x="2924653" y="5000397"/>
                <a:ext cx="20774" cy="30399"/>
              </a:xfrm>
              <a:custGeom>
                <a:avLst/>
                <a:gdLst/>
                <a:ahLst/>
                <a:cxnLst/>
                <a:rect l="0" t="0" r="0" b="0"/>
                <a:pathLst>
                  <a:path w="20774" h="30399">
                    <a:moveTo>
                      <a:pt x="0" y="30399"/>
                    </a:moveTo>
                    <a:lnTo>
                      <a:pt x="5121" y="19749"/>
                    </a:lnTo>
                    <a:lnTo>
                      <a:pt x="6072" y="15482"/>
                    </a:lnTo>
                    <a:lnTo>
                      <a:pt x="14469" y="2006"/>
                    </a:lnTo>
                    <a:lnTo>
                      <a:pt x="18903" y="0"/>
                    </a:lnTo>
                    <a:lnTo>
                      <a:pt x="20774" y="5734"/>
                    </a:lnTo>
                    <a:lnTo>
                      <a:pt x="12138" y="15202"/>
                    </a:lnTo>
                    <a:lnTo>
                      <a:pt x="2294" y="3008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84" name="pg3883">
                <a:extLst>
                  <a:ext uri="{FF2B5EF4-FFF2-40B4-BE49-F238E27FC236}">
                    <a16:creationId xmlns:a16="http://schemas.microsoft.com/office/drawing/2014/main" id="{CF659CFF-5693-093F-31E6-1F5AE1E0B15B}"/>
                  </a:ext>
                </a:extLst>
              </p:cNvPr>
              <p:cNvSpPr/>
              <p:nvPr/>
            </p:nvSpPr>
            <p:spPr>
              <a:xfrm>
                <a:off x="2949515" y="4968054"/>
                <a:ext cx="42075" cy="30323"/>
              </a:xfrm>
              <a:custGeom>
                <a:avLst/>
                <a:gdLst/>
                <a:ahLst/>
                <a:cxnLst/>
                <a:rect l="0" t="0" r="0" b="0"/>
                <a:pathLst>
                  <a:path w="42075" h="30323">
                    <a:moveTo>
                      <a:pt x="0" y="30323"/>
                    </a:moveTo>
                    <a:lnTo>
                      <a:pt x="4816" y="23299"/>
                    </a:lnTo>
                    <a:lnTo>
                      <a:pt x="12645" y="19756"/>
                    </a:lnTo>
                    <a:lnTo>
                      <a:pt x="29822" y="6261"/>
                    </a:lnTo>
                    <a:lnTo>
                      <a:pt x="36830" y="5334"/>
                    </a:lnTo>
                    <a:lnTo>
                      <a:pt x="40478" y="685"/>
                    </a:lnTo>
                    <a:lnTo>
                      <a:pt x="42075" y="0"/>
                    </a:lnTo>
                    <a:lnTo>
                      <a:pt x="41042" y="5696"/>
                    </a:lnTo>
                    <a:lnTo>
                      <a:pt x="27223" y="13786"/>
                    </a:lnTo>
                    <a:lnTo>
                      <a:pt x="3886" y="2978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85" name="pg3884">
                <a:extLst>
                  <a:ext uri="{FF2B5EF4-FFF2-40B4-BE49-F238E27FC236}">
                    <a16:creationId xmlns:a16="http://schemas.microsoft.com/office/drawing/2014/main" id="{DEDF8DF6-44EC-7372-06D0-950319156616}"/>
                  </a:ext>
                </a:extLst>
              </p:cNvPr>
              <p:cNvSpPr/>
              <p:nvPr/>
            </p:nvSpPr>
            <p:spPr>
              <a:xfrm>
                <a:off x="2887740" y="5040830"/>
                <a:ext cx="34318" cy="75366"/>
              </a:xfrm>
              <a:custGeom>
                <a:avLst/>
                <a:gdLst/>
                <a:ahLst/>
                <a:cxnLst/>
                <a:rect l="0" t="0" r="0" b="0"/>
                <a:pathLst>
                  <a:path w="34318" h="75366">
                    <a:moveTo>
                      <a:pt x="0" y="75366"/>
                    </a:moveTo>
                    <a:lnTo>
                      <a:pt x="909" y="64215"/>
                    </a:lnTo>
                    <a:lnTo>
                      <a:pt x="9503" y="38877"/>
                    </a:lnTo>
                    <a:lnTo>
                      <a:pt x="26965" y="5575"/>
                    </a:lnTo>
                    <a:lnTo>
                      <a:pt x="34318" y="0"/>
                    </a:lnTo>
                    <a:lnTo>
                      <a:pt x="14175" y="36521"/>
                    </a:lnTo>
                    <a:lnTo>
                      <a:pt x="3302" y="6788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86" name="pg3885">
                <a:extLst>
                  <a:ext uri="{FF2B5EF4-FFF2-40B4-BE49-F238E27FC236}">
                    <a16:creationId xmlns:a16="http://schemas.microsoft.com/office/drawing/2014/main" id="{F802759C-4511-84AD-82FE-A2B53158F793}"/>
                  </a:ext>
                </a:extLst>
              </p:cNvPr>
              <p:cNvSpPr/>
              <p:nvPr/>
            </p:nvSpPr>
            <p:spPr>
              <a:xfrm>
                <a:off x="3130649" y="4843237"/>
                <a:ext cx="34081" cy="26658"/>
              </a:xfrm>
              <a:custGeom>
                <a:avLst/>
                <a:gdLst/>
                <a:ahLst/>
                <a:cxnLst/>
                <a:rect l="0" t="0" r="0" b="0"/>
                <a:pathLst>
                  <a:path w="34081" h="26658">
                    <a:moveTo>
                      <a:pt x="0" y="26658"/>
                    </a:moveTo>
                    <a:lnTo>
                      <a:pt x="23068" y="6655"/>
                    </a:lnTo>
                    <a:lnTo>
                      <a:pt x="27905" y="0"/>
                    </a:lnTo>
                    <a:lnTo>
                      <a:pt x="34081" y="292"/>
                    </a:lnTo>
                    <a:lnTo>
                      <a:pt x="23781" y="11500"/>
                    </a:lnTo>
                    <a:lnTo>
                      <a:pt x="5286" y="2541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87" name="pg3886">
                <a:extLst>
                  <a:ext uri="{FF2B5EF4-FFF2-40B4-BE49-F238E27FC236}">
                    <a16:creationId xmlns:a16="http://schemas.microsoft.com/office/drawing/2014/main" id="{E6268F4F-2499-6CC1-ACCB-A48EC0C4D6BD}"/>
                  </a:ext>
                </a:extLst>
              </p:cNvPr>
              <p:cNvSpPr/>
              <p:nvPr/>
            </p:nvSpPr>
            <p:spPr>
              <a:xfrm>
                <a:off x="2885373" y="5122184"/>
                <a:ext cx="25027" cy="140921"/>
              </a:xfrm>
              <a:custGeom>
                <a:avLst/>
                <a:gdLst/>
                <a:ahLst/>
                <a:cxnLst/>
                <a:rect l="0" t="0" r="0" b="0"/>
                <a:pathLst>
                  <a:path w="25027" h="140921">
                    <a:moveTo>
                      <a:pt x="23564" y="140921"/>
                    </a:moveTo>
                    <a:lnTo>
                      <a:pt x="14800" y="112719"/>
                    </a:lnTo>
                    <a:lnTo>
                      <a:pt x="537" y="48898"/>
                    </a:lnTo>
                    <a:lnTo>
                      <a:pt x="0" y="12522"/>
                    </a:lnTo>
                    <a:lnTo>
                      <a:pt x="2242" y="0"/>
                    </a:lnTo>
                    <a:lnTo>
                      <a:pt x="5922" y="51374"/>
                    </a:lnTo>
                    <a:lnTo>
                      <a:pt x="21688" y="116618"/>
                    </a:lnTo>
                    <a:lnTo>
                      <a:pt x="25027" y="13488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88" name="pg3887">
                <a:extLst>
                  <a:ext uri="{FF2B5EF4-FFF2-40B4-BE49-F238E27FC236}">
                    <a16:creationId xmlns:a16="http://schemas.microsoft.com/office/drawing/2014/main" id="{EBD332D1-DB92-DE86-1EE6-044C2372E206}"/>
                  </a:ext>
                </a:extLst>
              </p:cNvPr>
              <p:cNvSpPr/>
              <p:nvPr/>
            </p:nvSpPr>
            <p:spPr>
              <a:xfrm>
                <a:off x="5637481" y="3252585"/>
                <a:ext cx="5178" cy="13666"/>
              </a:xfrm>
              <a:custGeom>
                <a:avLst/>
                <a:gdLst/>
                <a:ahLst/>
                <a:cxnLst/>
                <a:rect l="0" t="0" r="0" b="0"/>
                <a:pathLst>
                  <a:path w="5178" h="13666">
                    <a:moveTo>
                      <a:pt x="1095" y="13666"/>
                    </a:moveTo>
                    <a:lnTo>
                      <a:pt x="0" y="7385"/>
                    </a:lnTo>
                    <a:lnTo>
                      <a:pt x="2056" y="165"/>
                    </a:lnTo>
                    <a:lnTo>
                      <a:pt x="4139" y="0"/>
                    </a:lnTo>
                    <a:lnTo>
                      <a:pt x="5178" y="3841"/>
                    </a:lnTo>
                    <a:lnTo>
                      <a:pt x="4030" y="11259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89" name="pg3888">
                <a:extLst>
                  <a:ext uri="{FF2B5EF4-FFF2-40B4-BE49-F238E27FC236}">
                    <a16:creationId xmlns:a16="http://schemas.microsoft.com/office/drawing/2014/main" id="{2D0E1B72-C9B2-B773-6F50-DB177224883E}"/>
                  </a:ext>
                </a:extLst>
              </p:cNvPr>
              <p:cNvSpPr/>
              <p:nvPr/>
            </p:nvSpPr>
            <p:spPr>
              <a:xfrm>
                <a:off x="5335877" y="3489988"/>
                <a:ext cx="15498" cy="28227"/>
              </a:xfrm>
              <a:custGeom>
                <a:avLst/>
                <a:gdLst/>
                <a:ahLst/>
                <a:cxnLst/>
                <a:rect l="0" t="0" r="0" b="0"/>
                <a:pathLst>
                  <a:path w="15498" h="28227">
                    <a:moveTo>
                      <a:pt x="284" y="28227"/>
                    </a:moveTo>
                    <a:lnTo>
                      <a:pt x="0" y="24442"/>
                    </a:lnTo>
                    <a:lnTo>
                      <a:pt x="15498" y="0"/>
                    </a:lnTo>
                    <a:lnTo>
                      <a:pt x="12697" y="854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90" name="pg3889">
                <a:extLst>
                  <a:ext uri="{FF2B5EF4-FFF2-40B4-BE49-F238E27FC236}">
                    <a16:creationId xmlns:a16="http://schemas.microsoft.com/office/drawing/2014/main" id="{6D32966C-8C73-6532-07B3-E9D05C605DA6}"/>
                  </a:ext>
                </a:extLst>
              </p:cNvPr>
              <p:cNvSpPr/>
              <p:nvPr/>
            </p:nvSpPr>
            <p:spPr>
              <a:xfrm>
                <a:off x="5216776" y="3678353"/>
                <a:ext cx="29698" cy="55407"/>
              </a:xfrm>
              <a:custGeom>
                <a:avLst/>
                <a:gdLst/>
                <a:ahLst/>
                <a:cxnLst/>
                <a:rect l="0" t="0" r="0" b="0"/>
                <a:pathLst>
                  <a:path w="29698" h="55407">
                    <a:moveTo>
                      <a:pt x="0" y="55407"/>
                    </a:moveTo>
                    <a:lnTo>
                      <a:pt x="16143" y="29364"/>
                    </a:lnTo>
                    <a:lnTo>
                      <a:pt x="25518" y="7544"/>
                    </a:lnTo>
                    <a:lnTo>
                      <a:pt x="29698" y="0"/>
                    </a:lnTo>
                    <a:lnTo>
                      <a:pt x="25642" y="15291"/>
                    </a:lnTo>
                    <a:lnTo>
                      <a:pt x="18552" y="29351"/>
                    </a:lnTo>
                    <a:lnTo>
                      <a:pt x="4811" y="5329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91" name="pg3890">
                <a:extLst>
                  <a:ext uri="{FF2B5EF4-FFF2-40B4-BE49-F238E27FC236}">
                    <a16:creationId xmlns:a16="http://schemas.microsoft.com/office/drawing/2014/main" id="{2E0779F6-E259-BFD6-C945-092E98014A32}"/>
                  </a:ext>
                </a:extLst>
              </p:cNvPr>
              <p:cNvSpPr/>
              <p:nvPr/>
            </p:nvSpPr>
            <p:spPr>
              <a:xfrm>
                <a:off x="5079677" y="4146288"/>
                <a:ext cx="13513" cy="6191"/>
              </a:xfrm>
              <a:custGeom>
                <a:avLst/>
                <a:gdLst/>
                <a:ahLst/>
                <a:cxnLst/>
                <a:rect l="0" t="0" r="0" b="0"/>
                <a:pathLst>
                  <a:path w="13513" h="6191">
                    <a:moveTo>
                      <a:pt x="11157" y="6191"/>
                    </a:moveTo>
                    <a:lnTo>
                      <a:pt x="6997" y="4756"/>
                    </a:lnTo>
                    <a:lnTo>
                      <a:pt x="1266" y="2013"/>
                    </a:lnTo>
                    <a:lnTo>
                      <a:pt x="0" y="0"/>
                    </a:lnTo>
                    <a:lnTo>
                      <a:pt x="5467" y="730"/>
                    </a:lnTo>
                    <a:lnTo>
                      <a:pt x="13513" y="588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92" name="pg3891">
                <a:extLst>
                  <a:ext uri="{FF2B5EF4-FFF2-40B4-BE49-F238E27FC236}">
                    <a16:creationId xmlns:a16="http://schemas.microsoft.com/office/drawing/2014/main" id="{17A1EC8C-3C27-EC18-BF7C-2BA6310A43B7}"/>
                  </a:ext>
                </a:extLst>
              </p:cNvPr>
              <p:cNvSpPr/>
              <p:nvPr/>
            </p:nvSpPr>
            <p:spPr>
              <a:xfrm>
                <a:off x="4577198" y="5440364"/>
                <a:ext cx="10779" cy="15615"/>
              </a:xfrm>
              <a:custGeom>
                <a:avLst/>
                <a:gdLst/>
                <a:ahLst/>
                <a:cxnLst/>
                <a:rect l="0" t="0" r="0" b="0"/>
                <a:pathLst>
                  <a:path w="10779" h="15615">
                    <a:moveTo>
                      <a:pt x="6020" y="15615"/>
                    </a:moveTo>
                    <a:lnTo>
                      <a:pt x="4511" y="14790"/>
                    </a:lnTo>
                    <a:lnTo>
                      <a:pt x="4511" y="10890"/>
                    </a:lnTo>
                    <a:lnTo>
                      <a:pt x="0" y="2260"/>
                    </a:lnTo>
                    <a:lnTo>
                      <a:pt x="170" y="0"/>
                    </a:lnTo>
                    <a:lnTo>
                      <a:pt x="10516" y="8446"/>
                    </a:lnTo>
                    <a:lnTo>
                      <a:pt x="10779" y="10713"/>
                    </a:lnTo>
                    <a:lnTo>
                      <a:pt x="9193" y="1294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93" name="pg3892">
                <a:extLst>
                  <a:ext uri="{FF2B5EF4-FFF2-40B4-BE49-F238E27FC236}">
                    <a16:creationId xmlns:a16="http://schemas.microsoft.com/office/drawing/2014/main" id="{F8D886F9-25C4-0437-ECAE-11D19BE4B505}"/>
                  </a:ext>
                </a:extLst>
              </p:cNvPr>
              <p:cNvSpPr/>
              <p:nvPr/>
            </p:nvSpPr>
            <p:spPr>
              <a:xfrm>
                <a:off x="4637878" y="5427841"/>
                <a:ext cx="6681" cy="5543"/>
              </a:xfrm>
              <a:custGeom>
                <a:avLst/>
                <a:gdLst/>
                <a:ahLst/>
                <a:cxnLst/>
                <a:rect l="0" t="0" r="0" b="0"/>
                <a:pathLst>
                  <a:path w="6681" h="5543">
                    <a:moveTo>
                      <a:pt x="0" y="5543"/>
                    </a:moveTo>
                    <a:lnTo>
                      <a:pt x="1002" y="3695"/>
                    </a:lnTo>
                    <a:lnTo>
                      <a:pt x="5178" y="0"/>
                    </a:lnTo>
                    <a:lnTo>
                      <a:pt x="6681" y="1435"/>
                    </a:lnTo>
                    <a:lnTo>
                      <a:pt x="6516" y="3283"/>
                    </a:lnTo>
                    <a:lnTo>
                      <a:pt x="2005" y="554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94" name="pg3893">
                <a:extLst>
                  <a:ext uri="{FF2B5EF4-FFF2-40B4-BE49-F238E27FC236}">
                    <a16:creationId xmlns:a16="http://schemas.microsoft.com/office/drawing/2014/main" id="{D4EA7102-BC85-5C4D-E4AD-BAFCF320B7D8}"/>
                  </a:ext>
                </a:extLst>
              </p:cNvPr>
              <p:cNvSpPr/>
              <p:nvPr/>
            </p:nvSpPr>
            <p:spPr>
              <a:xfrm>
                <a:off x="4657267" y="5415509"/>
                <a:ext cx="5348" cy="5550"/>
              </a:xfrm>
              <a:custGeom>
                <a:avLst/>
                <a:gdLst/>
                <a:ahLst/>
                <a:cxnLst/>
                <a:rect l="0" t="0" r="0" b="0"/>
                <a:pathLst>
                  <a:path w="5348" h="5550">
                    <a:moveTo>
                      <a:pt x="0" y="5550"/>
                    </a:moveTo>
                    <a:lnTo>
                      <a:pt x="4175" y="0"/>
                    </a:lnTo>
                    <a:lnTo>
                      <a:pt x="5348" y="412"/>
                    </a:lnTo>
                    <a:lnTo>
                      <a:pt x="2842" y="493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95" name="pg3894">
                <a:extLst>
                  <a:ext uri="{FF2B5EF4-FFF2-40B4-BE49-F238E27FC236}">
                    <a16:creationId xmlns:a16="http://schemas.microsoft.com/office/drawing/2014/main" id="{340FE9BA-FAA6-4C55-EBE7-4BFEF3181C7E}"/>
                  </a:ext>
                </a:extLst>
              </p:cNvPr>
              <p:cNvSpPr/>
              <p:nvPr/>
            </p:nvSpPr>
            <p:spPr>
              <a:xfrm>
                <a:off x="4607290" y="5439132"/>
                <a:ext cx="21895" cy="8630"/>
              </a:xfrm>
              <a:custGeom>
                <a:avLst/>
                <a:gdLst/>
                <a:ahLst/>
                <a:cxnLst/>
                <a:rect l="0" t="0" r="0" b="0"/>
                <a:pathLst>
                  <a:path w="21895" h="8630">
                    <a:moveTo>
                      <a:pt x="5012" y="8630"/>
                    </a:moveTo>
                    <a:lnTo>
                      <a:pt x="0" y="6369"/>
                    </a:lnTo>
                    <a:lnTo>
                      <a:pt x="5513" y="3289"/>
                    </a:lnTo>
                    <a:lnTo>
                      <a:pt x="21895" y="0"/>
                    </a:lnTo>
                    <a:lnTo>
                      <a:pt x="15709" y="4108"/>
                    </a:lnTo>
                    <a:lnTo>
                      <a:pt x="9860" y="555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96" name="pg3895">
                <a:extLst>
                  <a:ext uri="{FF2B5EF4-FFF2-40B4-BE49-F238E27FC236}">
                    <a16:creationId xmlns:a16="http://schemas.microsoft.com/office/drawing/2014/main" id="{E0181171-EAA0-F063-AE2D-ABB1AC04A0BF}"/>
                  </a:ext>
                </a:extLst>
              </p:cNvPr>
              <p:cNvSpPr/>
              <p:nvPr/>
            </p:nvSpPr>
            <p:spPr>
              <a:xfrm>
                <a:off x="4570537" y="4631229"/>
                <a:ext cx="6945" cy="31688"/>
              </a:xfrm>
              <a:custGeom>
                <a:avLst/>
                <a:gdLst/>
                <a:ahLst/>
                <a:cxnLst/>
                <a:rect l="0" t="0" r="0" b="0"/>
                <a:pathLst>
                  <a:path w="6945" h="31688">
                    <a:moveTo>
                      <a:pt x="2237" y="31688"/>
                    </a:moveTo>
                    <a:lnTo>
                      <a:pt x="201" y="20467"/>
                    </a:lnTo>
                    <a:lnTo>
                      <a:pt x="0" y="9570"/>
                    </a:lnTo>
                    <a:lnTo>
                      <a:pt x="3565" y="3124"/>
                    </a:lnTo>
                    <a:lnTo>
                      <a:pt x="6945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97" name="pg3896">
                <a:extLst>
                  <a:ext uri="{FF2B5EF4-FFF2-40B4-BE49-F238E27FC236}">
                    <a16:creationId xmlns:a16="http://schemas.microsoft.com/office/drawing/2014/main" id="{1C748B50-9D30-F76C-D4EC-9B006EFC78C6}"/>
                  </a:ext>
                </a:extLst>
              </p:cNvPr>
              <p:cNvSpPr/>
              <p:nvPr/>
            </p:nvSpPr>
            <p:spPr>
              <a:xfrm>
                <a:off x="4554992" y="5448277"/>
                <a:ext cx="10567" cy="12891"/>
              </a:xfrm>
              <a:custGeom>
                <a:avLst/>
                <a:gdLst/>
                <a:ahLst/>
                <a:cxnLst/>
                <a:rect l="0" t="0" r="0" b="0"/>
                <a:pathLst>
                  <a:path w="10567" h="12891">
                    <a:moveTo>
                      <a:pt x="0" y="12891"/>
                    </a:moveTo>
                    <a:lnTo>
                      <a:pt x="5529" y="7772"/>
                    </a:lnTo>
                    <a:lnTo>
                      <a:pt x="7322" y="0"/>
                    </a:lnTo>
                    <a:lnTo>
                      <a:pt x="10567" y="6070"/>
                    </a:lnTo>
                    <a:lnTo>
                      <a:pt x="10505" y="9754"/>
                    </a:lnTo>
                    <a:lnTo>
                      <a:pt x="6857" y="1160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98" name="pg3897">
                <a:extLst>
                  <a:ext uri="{FF2B5EF4-FFF2-40B4-BE49-F238E27FC236}">
                    <a16:creationId xmlns:a16="http://schemas.microsoft.com/office/drawing/2014/main" id="{BBF6B118-8FBB-1AB2-37E2-B0307E7A064D}"/>
                  </a:ext>
                </a:extLst>
              </p:cNvPr>
              <p:cNvSpPr/>
              <p:nvPr/>
            </p:nvSpPr>
            <p:spPr>
              <a:xfrm>
                <a:off x="4681421" y="5037121"/>
                <a:ext cx="28195" cy="83983"/>
              </a:xfrm>
              <a:custGeom>
                <a:avLst/>
                <a:gdLst/>
                <a:ahLst/>
                <a:cxnLst/>
                <a:rect l="0" t="0" r="0" b="0"/>
                <a:pathLst>
                  <a:path w="28195" h="83983">
                    <a:moveTo>
                      <a:pt x="28195" y="83983"/>
                    </a:moveTo>
                    <a:lnTo>
                      <a:pt x="18464" y="61770"/>
                    </a:lnTo>
                    <a:lnTo>
                      <a:pt x="6438" y="26938"/>
                    </a:lnTo>
                    <a:lnTo>
                      <a:pt x="0" y="0"/>
                    </a:lnTo>
                    <a:lnTo>
                      <a:pt x="4356" y="7283"/>
                    </a:lnTo>
                    <a:lnTo>
                      <a:pt x="8614" y="22359"/>
                    </a:lnTo>
                    <a:lnTo>
                      <a:pt x="26474" y="7440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299" name="pg3898">
                <a:extLst>
                  <a:ext uri="{FF2B5EF4-FFF2-40B4-BE49-F238E27FC236}">
                    <a16:creationId xmlns:a16="http://schemas.microsoft.com/office/drawing/2014/main" id="{EFBBACF6-7CE3-BD30-A739-EE309B65E8DA}"/>
                  </a:ext>
                </a:extLst>
              </p:cNvPr>
              <p:cNvSpPr/>
              <p:nvPr/>
            </p:nvSpPr>
            <p:spPr>
              <a:xfrm>
                <a:off x="4535949" y="5462902"/>
                <a:ext cx="7699" cy="4470"/>
              </a:xfrm>
              <a:custGeom>
                <a:avLst/>
                <a:gdLst/>
                <a:ahLst/>
                <a:cxnLst/>
                <a:rect l="0" t="0" r="0" b="0"/>
                <a:pathLst>
                  <a:path w="7699" h="4470">
                    <a:moveTo>
                      <a:pt x="232" y="4470"/>
                    </a:moveTo>
                    <a:lnTo>
                      <a:pt x="0" y="2457"/>
                    </a:lnTo>
                    <a:lnTo>
                      <a:pt x="4630" y="0"/>
                    </a:lnTo>
                    <a:lnTo>
                      <a:pt x="7699" y="165"/>
                    </a:lnTo>
                    <a:lnTo>
                      <a:pt x="7586" y="2889"/>
                    </a:lnTo>
                    <a:lnTo>
                      <a:pt x="2919" y="41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00" name="pg3899">
                <a:extLst>
                  <a:ext uri="{FF2B5EF4-FFF2-40B4-BE49-F238E27FC236}">
                    <a16:creationId xmlns:a16="http://schemas.microsoft.com/office/drawing/2014/main" id="{10F3BA42-7AE9-0FD3-EA08-EB8410A35CC6}"/>
                  </a:ext>
                </a:extLst>
              </p:cNvPr>
              <p:cNvSpPr/>
              <p:nvPr/>
            </p:nvSpPr>
            <p:spPr>
              <a:xfrm>
                <a:off x="3781115" y="4789697"/>
                <a:ext cx="7508" cy="12059"/>
              </a:xfrm>
              <a:custGeom>
                <a:avLst/>
                <a:gdLst/>
                <a:ahLst/>
                <a:cxnLst/>
                <a:rect l="0" t="0" r="0" b="0"/>
                <a:pathLst>
                  <a:path w="7508" h="12059">
                    <a:moveTo>
                      <a:pt x="0" y="12059"/>
                    </a:moveTo>
                    <a:lnTo>
                      <a:pt x="263" y="9462"/>
                    </a:lnTo>
                    <a:lnTo>
                      <a:pt x="4490" y="2648"/>
                    </a:lnTo>
                    <a:lnTo>
                      <a:pt x="7508" y="0"/>
                    </a:lnTo>
                    <a:lnTo>
                      <a:pt x="5746" y="525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01" name="pg3900">
                <a:extLst>
                  <a:ext uri="{FF2B5EF4-FFF2-40B4-BE49-F238E27FC236}">
                    <a16:creationId xmlns:a16="http://schemas.microsoft.com/office/drawing/2014/main" id="{22DFD851-EA03-8C97-8801-63B5E3454248}"/>
                  </a:ext>
                </a:extLst>
              </p:cNvPr>
              <p:cNvSpPr/>
              <p:nvPr/>
            </p:nvSpPr>
            <p:spPr>
              <a:xfrm>
                <a:off x="3804479" y="4723202"/>
                <a:ext cx="17435" cy="7734"/>
              </a:xfrm>
              <a:custGeom>
                <a:avLst/>
                <a:gdLst/>
                <a:ahLst/>
                <a:cxnLst/>
                <a:rect l="0" t="0" r="0" b="0"/>
                <a:pathLst>
                  <a:path w="17435" h="7734">
                    <a:moveTo>
                      <a:pt x="16107" y="7734"/>
                    </a:moveTo>
                    <a:lnTo>
                      <a:pt x="6733" y="5029"/>
                    </a:lnTo>
                    <a:lnTo>
                      <a:pt x="1033" y="2514"/>
                    </a:lnTo>
                    <a:lnTo>
                      <a:pt x="0" y="0"/>
                    </a:lnTo>
                    <a:lnTo>
                      <a:pt x="15756" y="4565"/>
                    </a:lnTo>
                    <a:lnTo>
                      <a:pt x="17435" y="628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02" name="pg3901">
                <a:extLst>
                  <a:ext uri="{FF2B5EF4-FFF2-40B4-BE49-F238E27FC236}">
                    <a16:creationId xmlns:a16="http://schemas.microsoft.com/office/drawing/2014/main" id="{3266EC6F-36F0-77BF-936A-6CEE4CD25739}"/>
                  </a:ext>
                </a:extLst>
              </p:cNvPr>
              <p:cNvSpPr/>
              <p:nvPr/>
            </p:nvSpPr>
            <p:spPr>
              <a:xfrm>
                <a:off x="3847510" y="4721970"/>
                <a:ext cx="25921" cy="5569"/>
              </a:xfrm>
              <a:custGeom>
                <a:avLst/>
                <a:gdLst/>
                <a:ahLst/>
                <a:cxnLst/>
                <a:rect l="0" t="0" r="0" b="0"/>
                <a:pathLst>
                  <a:path w="25921" h="5569">
                    <a:moveTo>
                      <a:pt x="16609" y="5569"/>
                    </a:moveTo>
                    <a:lnTo>
                      <a:pt x="2806" y="5308"/>
                    </a:lnTo>
                    <a:lnTo>
                      <a:pt x="0" y="4330"/>
                    </a:lnTo>
                    <a:lnTo>
                      <a:pt x="5539" y="2470"/>
                    </a:lnTo>
                    <a:lnTo>
                      <a:pt x="21895" y="0"/>
                    </a:lnTo>
                    <a:lnTo>
                      <a:pt x="25921" y="2781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03" name="pg3902">
                <a:extLst>
                  <a:ext uri="{FF2B5EF4-FFF2-40B4-BE49-F238E27FC236}">
                    <a16:creationId xmlns:a16="http://schemas.microsoft.com/office/drawing/2014/main" id="{BE8937F6-C8D8-5283-D8E0-0C96E9F86384}"/>
                  </a:ext>
                </a:extLst>
              </p:cNvPr>
              <p:cNvSpPr/>
              <p:nvPr/>
            </p:nvSpPr>
            <p:spPr>
              <a:xfrm>
                <a:off x="3738952" y="4735636"/>
                <a:ext cx="16650" cy="17044"/>
              </a:xfrm>
              <a:custGeom>
                <a:avLst/>
                <a:gdLst/>
                <a:ahLst/>
                <a:cxnLst/>
                <a:rect l="0" t="0" r="0" b="0"/>
                <a:pathLst>
                  <a:path w="16650" h="17044">
                    <a:moveTo>
                      <a:pt x="12862" y="17044"/>
                    </a:moveTo>
                    <a:lnTo>
                      <a:pt x="7679" y="14034"/>
                    </a:lnTo>
                    <a:lnTo>
                      <a:pt x="0" y="13761"/>
                    </a:lnTo>
                    <a:lnTo>
                      <a:pt x="3379" y="11697"/>
                    </a:lnTo>
                    <a:lnTo>
                      <a:pt x="5751" y="9684"/>
                    </a:lnTo>
                    <a:lnTo>
                      <a:pt x="6935" y="7518"/>
                    </a:lnTo>
                    <a:lnTo>
                      <a:pt x="16650" y="0"/>
                    </a:lnTo>
                    <a:lnTo>
                      <a:pt x="13896" y="5518"/>
                    </a:lnTo>
                    <a:lnTo>
                      <a:pt x="12490" y="1099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04" name="pg3903">
                <a:extLst>
                  <a:ext uri="{FF2B5EF4-FFF2-40B4-BE49-F238E27FC236}">
                    <a16:creationId xmlns:a16="http://schemas.microsoft.com/office/drawing/2014/main" id="{54283C17-0F1F-43DF-5074-CAC3AA9B4168}"/>
                  </a:ext>
                </a:extLst>
              </p:cNvPr>
              <p:cNvSpPr/>
              <p:nvPr/>
            </p:nvSpPr>
            <p:spPr>
              <a:xfrm>
                <a:off x="3789234" y="4750191"/>
                <a:ext cx="5746" cy="36527"/>
              </a:xfrm>
              <a:custGeom>
                <a:avLst/>
                <a:gdLst/>
                <a:ahLst/>
                <a:cxnLst/>
                <a:rect l="0" t="0" r="0" b="0"/>
                <a:pathLst>
                  <a:path w="5746" h="36527">
                    <a:moveTo>
                      <a:pt x="1188" y="36527"/>
                    </a:moveTo>
                    <a:lnTo>
                      <a:pt x="4118" y="16695"/>
                    </a:lnTo>
                    <a:lnTo>
                      <a:pt x="0" y="0"/>
                    </a:lnTo>
                    <a:lnTo>
                      <a:pt x="4340" y="7328"/>
                    </a:lnTo>
                    <a:lnTo>
                      <a:pt x="5746" y="16047"/>
                    </a:lnTo>
                    <a:lnTo>
                      <a:pt x="4175" y="3238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05" name="pg3904">
                <a:extLst>
                  <a:ext uri="{FF2B5EF4-FFF2-40B4-BE49-F238E27FC236}">
                    <a16:creationId xmlns:a16="http://schemas.microsoft.com/office/drawing/2014/main" id="{17853B1E-0FB4-8873-F072-58A674C0BB77}"/>
                  </a:ext>
                </a:extLst>
              </p:cNvPr>
              <p:cNvSpPr/>
              <p:nvPr/>
            </p:nvSpPr>
            <p:spPr>
              <a:xfrm>
                <a:off x="4186131" y="4792371"/>
                <a:ext cx="40173" cy="16358"/>
              </a:xfrm>
              <a:custGeom>
                <a:avLst/>
                <a:gdLst/>
                <a:ahLst/>
                <a:cxnLst/>
                <a:rect l="0" t="0" r="0" b="0"/>
                <a:pathLst>
                  <a:path w="40173" h="16358">
                    <a:moveTo>
                      <a:pt x="11482" y="16358"/>
                    </a:moveTo>
                    <a:lnTo>
                      <a:pt x="0" y="12954"/>
                    </a:lnTo>
                    <a:lnTo>
                      <a:pt x="7136" y="12307"/>
                    </a:lnTo>
                    <a:lnTo>
                      <a:pt x="12299" y="13685"/>
                    </a:lnTo>
                    <a:lnTo>
                      <a:pt x="25373" y="6991"/>
                    </a:lnTo>
                    <a:lnTo>
                      <a:pt x="32231" y="1924"/>
                    </a:lnTo>
                    <a:lnTo>
                      <a:pt x="40173" y="0"/>
                    </a:lnTo>
                    <a:lnTo>
                      <a:pt x="22102" y="116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06" name="pg3905">
                <a:extLst>
                  <a:ext uri="{FF2B5EF4-FFF2-40B4-BE49-F238E27FC236}">
                    <a16:creationId xmlns:a16="http://schemas.microsoft.com/office/drawing/2014/main" id="{F13C6119-190D-2287-2099-8506FF00FFC2}"/>
                  </a:ext>
                </a:extLst>
              </p:cNvPr>
              <p:cNvSpPr/>
              <p:nvPr/>
            </p:nvSpPr>
            <p:spPr>
              <a:xfrm>
                <a:off x="5923277" y="2903466"/>
                <a:ext cx="8449" cy="10395"/>
              </a:xfrm>
              <a:custGeom>
                <a:avLst/>
                <a:gdLst/>
                <a:ahLst/>
                <a:cxnLst/>
                <a:rect l="0" t="0" r="0" b="0"/>
                <a:pathLst>
                  <a:path w="8449" h="10395">
                    <a:moveTo>
                      <a:pt x="4428" y="10395"/>
                    </a:moveTo>
                    <a:lnTo>
                      <a:pt x="139" y="9563"/>
                    </a:lnTo>
                    <a:lnTo>
                      <a:pt x="0" y="3149"/>
                    </a:lnTo>
                    <a:lnTo>
                      <a:pt x="1297" y="971"/>
                    </a:lnTo>
                    <a:lnTo>
                      <a:pt x="2780" y="0"/>
                    </a:lnTo>
                    <a:lnTo>
                      <a:pt x="4981" y="1803"/>
                    </a:lnTo>
                    <a:lnTo>
                      <a:pt x="8449" y="782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07" name="pg3906">
                <a:extLst>
                  <a:ext uri="{FF2B5EF4-FFF2-40B4-BE49-F238E27FC236}">
                    <a16:creationId xmlns:a16="http://schemas.microsoft.com/office/drawing/2014/main" id="{7C13FD95-B6AA-0256-2AAC-7840126F0F5F}"/>
                  </a:ext>
                </a:extLst>
              </p:cNvPr>
              <p:cNvSpPr/>
              <p:nvPr/>
            </p:nvSpPr>
            <p:spPr>
              <a:xfrm>
                <a:off x="2399291" y="4782381"/>
                <a:ext cx="513697" cy="755524"/>
              </a:xfrm>
              <a:custGeom>
                <a:avLst/>
                <a:gdLst/>
                <a:ahLst/>
                <a:cxnLst/>
                <a:rect l="0" t="0" r="0" b="0"/>
                <a:pathLst>
                  <a:path w="513697" h="755524">
                    <a:moveTo>
                      <a:pt x="961" y="1759"/>
                    </a:moveTo>
                    <a:lnTo>
                      <a:pt x="26210" y="3480"/>
                    </a:lnTo>
                    <a:lnTo>
                      <a:pt x="41104" y="2895"/>
                    </a:lnTo>
                    <a:lnTo>
                      <a:pt x="45646" y="0"/>
                    </a:lnTo>
                    <a:lnTo>
                      <a:pt x="48008" y="152"/>
                    </a:lnTo>
                    <a:lnTo>
                      <a:pt x="48194" y="3340"/>
                    </a:lnTo>
                    <a:lnTo>
                      <a:pt x="51935" y="4692"/>
                    </a:lnTo>
                    <a:lnTo>
                      <a:pt x="59227" y="4210"/>
                    </a:lnTo>
                    <a:lnTo>
                      <a:pt x="65578" y="8668"/>
                    </a:lnTo>
                    <a:lnTo>
                      <a:pt x="73712" y="22778"/>
                    </a:lnTo>
                    <a:lnTo>
                      <a:pt x="101747" y="45379"/>
                    </a:lnTo>
                    <a:lnTo>
                      <a:pt x="104108" y="53133"/>
                    </a:lnTo>
                    <a:lnTo>
                      <a:pt x="113865" y="64316"/>
                    </a:lnTo>
                    <a:lnTo>
                      <a:pt x="131807" y="81507"/>
                    </a:lnTo>
                    <a:lnTo>
                      <a:pt x="141962" y="96329"/>
                    </a:lnTo>
                    <a:lnTo>
                      <a:pt x="144324" y="108782"/>
                    </a:lnTo>
                    <a:lnTo>
                      <a:pt x="153491" y="128481"/>
                    </a:lnTo>
                    <a:lnTo>
                      <a:pt x="169449" y="155419"/>
                    </a:lnTo>
                    <a:lnTo>
                      <a:pt x="176560" y="169942"/>
                    </a:lnTo>
                    <a:lnTo>
                      <a:pt x="174824" y="172038"/>
                    </a:lnTo>
                    <a:lnTo>
                      <a:pt x="176079" y="179620"/>
                    </a:lnTo>
                    <a:lnTo>
                      <a:pt x="180338" y="192683"/>
                    </a:lnTo>
                    <a:lnTo>
                      <a:pt x="188249" y="203745"/>
                    </a:lnTo>
                    <a:lnTo>
                      <a:pt x="199820" y="212807"/>
                    </a:lnTo>
                    <a:lnTo>
                      <a:pt x="211520" y="229077"/>
                    </a:lnTo>
                    <a:lnTo>
                      <a:pt x="223349" y="252561"/>
                    </a:lnTo>
                    <a:lnTo>
                      <a:pt x="237679" y="270425"/>
                    </a:lnTo>
                    <a:lnTo>
                      <a:pt x="254500" y="282655"/>
                    </a:lnTo>
                    <a:lnTo>
                      <a:pt x="264024" y="294042"/>
                    </a:lnTo>
                    <a:lnTo>
                      <a:pt x="266251" y="304571"/>
                    </a:lnTo>
                    <a:lnTo>
                      <a:pt x="266086" y="313588"/>
                    </a:lnTo>
                    <a:lnTo>
                      <a:pt x="263522" y="321094"/>
                    </a:lnTo>
                    <a:lnTo>
                      <a:pt x="264608" y="328226"/>
                    </a:lnTo>
                    <a:lnTo>
                      <a:pt x="269336" y="334964"/>
                    </a:lnTo>
                    <a:lnTo>
                      <a:pt x="270912" y="343232"/>
                    </a:lnTo>
                    <a:lnTo>
                      <a:pt x="269062" y="354732"/>
                    </a:lnTo>
                    <a:lnTo>
                      <a:pt x="269191" y="357990"/>
                    </a:lnTo>
                    <a:lnTo>
                      <a:pt x="270561" y="360587"/>
                    </a:lnTo>
                    <a:lnTo>
                      <a:pt x="285496" y="380350"/>
                    </a:lnTo>
                    <a:lnTo>
                      <a:pt x="293170" y="396321"/>
                    </a:lnTo>
                    <a:lnTo>
                      <a:pt x="299262" y="421811"/>
                    </a:lnTo>
                    <a:lnTo>
                      <a:pt x="299293" y="422040"/>
                    </a:lnTo>
                    <a:lnTo>
                      <a:pt x="306099" y="437287"/>
                    </a:lnTo>
                    <a:lnTo>
                      <a:pt x="315887" y="443523"/>
                    </a:lnTo>
                    <a:lnTo>
                      <a:pt x="330925" y="445829"/>
                    </a:lnTo>
                    <a:lnTo>
                      <a:pt x="342351" y="451138"/>
                    </a:lnTo>
                    <a:lnTo>
                      <a:pt x="350165" y="459457"/>
                    </a:lnTo>
                    <a:lnTo>
                      <a:pt x="360019" y="464480"/>
                    </a:lnTo>
                    <a:lnTo>
                      <a:pt x="371916" y="466207"/>
                    </a:lnTo>
                    <a:lnTo>
                      <a:pt x="383321" y="471694"/>
                    </a:lnTo>
                    <a:lnTo>
                      <a:pt x="394230" y="480953"/>
                    </a:lnTo>
                    <a:lnTo>
                      <a:pt x="414575" y="487030"/>
                    </a:lnTo>
                    <a:lnTo>
                      <a:pt x="444357" y="489945"/>
                    </a:lnTo>
                    <a:lnTo>
                      <a:pt x="467022" y="497470"/>
                    </a:lnTo>
                    <a:lnTo>
                      <a:pt x="482577" y="509612"/>
                    </a:lnTo>
                    <a:lnTo>
                      <a:pt x="489419" y="512082"/>
                    </a:lnTo>
                    <a:lnTo>
                      <a:pt x="491269" y="512254"/>
                    </a:lnTo>
                    <a:lnTo>
                      <a:pt x="492158" y="510399"/>
                    </a:lnTo>
                    <a:lnTo>
                      <a:pt x="493331" y="506964"/>
                    </a:lnTo>
                    <a:lnTo>
                      <a:pt x="499352" y="503008"/>
                    </a:lnTo>
                    <a:lnTo>
                      <a:pt x="513697" y="500423"/>
                    </a:lnTo>
                    <a:lnTo>
                      <a:pt x="511770" y="527285"/>
                    </a:lnTo>
                    <a:lnTo>
                      <a:pt x="505372" y="549327"/>
                    </a:lnTo>
                    <a:lnTo>
                      <a:pt x="484293" y="595152"/>
                    </a:lnTo>
                    <a:lnTo>
                      <a:pt x="475508" y="623576"/>
                    </a:lnTo>
                    <a:lnTo>
                      <a:pt x="458511" y="704804"/>
                    </a:lnTo>
                    <a:lnTo>
                      <a:pt x="453534" y="755524"/>
                    </a:lnTo>
                    <a:lnTo>
                      <a:pt x="0" y="755524"/>
                    </a:lnTo>
                    <a:lnTo>
                      <a:pt x="0" y="155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08" name="pg3907">
                <a:extLst>
                  <a:ext uri="{FF2B5EF4-FFF2-40B4-BE49-F238E27FC236}">
                    <a16:creationId xmlns:a16="http://schemas.microsoft.com/office/drawing/2014/main" id="{A28F1521-0D69-BF26-800D-314D1DCC75AE}"/>
                  </a:ext>
                </a:extLst>
              </p:cNvPr>
              <p:cNvSpPr/>
              <p:nvPr/>
            </p:nvSpPr>
            <p:spPr>
              <a:xfrm>
                <a:off x="4173090" y="2540116"/>
                <a:ext cx="1519164" cy="699069"/>
              </a:xfrm>
              <a:custGeom>
                <a:avLst/>
                <a:gdLst/>
                <a:ahLst/>
                <a:cxnLst/>
                <a:rect l="0" t="0" r="0" b="0"/>
                <a:pathLst>
                  <a:path w="1519164" h="699069">
                    <a:moveTo>
                      <a:pt x="1509975" y="5632"/>
                    </a:moveTo>
                    <a:lnTo>
                      <a:pt x="1494849" y="16263"/>
                    </a:lnTo>
                    <a:lnTo>
                      <a:pt x="1478746" y="33041"/>
                    </a:lnTo>
                    <a:lnTo>
                      <a:pt x="1440965" y="45729"/>
                    </a:lnTo>
                    <a:lnTo>
                      <a:pt x="1426940" y="48955"/>
                    </a:lnTo>
                    <a:lnTo>
                      <a:pt x="1413994" y="47234"/>
                    </a:lnTo>
                    <a:lnTo>
                      <a:pt x="1398238" y="57559"/>
                    </a:lnTo>
                    <a:lnTo>
                      <a:pt x="1379593" y="63872"/>
                    </a:lnTo>
                    <a:lnTo>
                      <a:pt x="1374089" y="73474"/>
                    </a:lnTo>
                    <a:lnTo>
                      <a:pt x="1329270" y="99193"/>
                    </a:lnTo>
                    <a:lnTo>
                      <a:pt x="1312066" y="102431"/>
                    </a:lnTo>
                    <a:lnTo>
                      <a:pt x="1297426" y="109283"/>
                    </a:lnTo>
                    <a:lnTo>
                      <a:pt x="1293095" y="120917"/>
                    </a:lnTo>
                    <a:lnTo>
                      <a:pt x="1280026" y="127934"/>
                    </a:lnTo>
                    <a:lnTo>
                      <a:pt x="1276399" y="133307"/>
                    </a:lnTo>
                    <a:lnTo>
                      <a:pt x="1265407" y="149583"/>
                    </a:lnTo>
                    <a:lnTo>
                      <a:pt x="1244974" y="170603"/>
                    </a:lnTo>
                    <a:lnTo>
                      <a:pt x="1220075" y="174121"/>
                    </a:lnTo>
                    <a:lnTo>
                      <a:pt x="1210975" y="181436"/>
                    </a:lnTo>
                    <a:lnTo>
                      <a:pt x="1200438" y="193242"/>
                    </a:lnTo>
                    <a:lnTo>
                      <a:pt x="1185576" y="201345"/>
                    </a:lnTo>
                    <a:lnTo>
                      <a:pt x="1156233" y="197547"/>
                    </a:lnTo>
                    <a:lnTo>
                      <a:pt x="1163370" y="202513"/>
                    </a:lnTo>
                    <a:lnTo>
                      <a:pt x="1189622" y="210255"/>
                    </a:lnTo>
                    <a:lnTo>
                      <a:pt x="1192351" y="221730"/>
                    </a:lnTo>
                    <a:lnTo>
                      <a:pt x="1179199" y="224473"/>
                    </a:lnTo>
                    <a:lnTo>
                      <a:pt x="1151660" y="239771"/>
                    </a:lnTo>
                    <a:lnTo>
                      <a:pt x="1114556" y="266113"/>
                    </a:lnTo>
                    <a:lnTo>
                      <a:pt x="1108887" y="266735"/>
                    </a:lnTo>
                    <a:lnTo>
                      <a:pt x="1098918" y="266106"/>
                    </a:lnTo>
                    <a:lnTo>
                      <a:pt x="1084154" y="270501"/>
                    </a:lnTo>
                    <a:lnTo>
                      <a:pt x="1064759" y="279702"/>
                    </a:lnTo>
                    <a:lnTo>
                      <a:pt x="1041277" y="296232"/>
                    </a:lnTo>
                    <a:lnTo>
                      <a:pt x="999930" y="332023"/>
                    </a:lnTo>
                    <a:lnTo>
                      <a:pt x="997031" y="335802"/>
                    </a:lnTo>
                    <a:lnTo>
                      <a:pt x="991042" y="342438"/>
                    </a:lnTo>
                    <a:lnTo>
                      <a:pt x="975771" y="349512"/>
                    </a:lnTo>
                    <a:lnTo>
                      <a:pt x="961911" y="357139"/>
                    </a:lnTo>
                    <a:lnTo>
                      <a:pt x="958248" y="365166"/>
                    </a:lnTo>
                    <a:lnTo>
                      <a:pt x="951607" y="368824"/>
                    </a:lnTo>
                    <a:lnTo>
                      <a:pt x="928740" y="389177"/>
                    </a:lnTo>
                    <a:lnTo>
                      <a:pt x="915877" y="406513"/>
                    </a:lnTo>
                    <a:lnTo>
                      <a:pt x="904198" y="424656"/>
                    </a:lnTo>
                    <a:lnTo>
                      <a:pt x="891129" y="444946"/>
                    </a:lnTo>
                    <a:lnTo>
                      <a:pt x="864314" y="445200"/>
                    </a:lnTo>
                    <a:lnTo>
                      <a:pt x="843850" y="445117"/>
                    </a:lnTo>
                    <a:lnTo>
                      <a:pt x="808942" y="444971"/>
                    </a:lnTo>
                    <a:lnTo>
                      <a:pt x="779020" y="444851"/>
                    </a:lnTo>
                    <a:lnTo>
                      <a:pt x="743508" y="444705"/>
                    </a:lnTo>
                    <a:lnTo>
                      <a:pt x="717742" y="444597"/>
                    </a:lnTo>
                    <a:lnTo>
                      <a:pt x="689996" y="445448"/>
                    </a:lnTo>
                    <a:lnTo>
                      <a:pt x="676751" y="450858"/>
                    </a:lnTo>
                    <a:lnTo>
                      <a:pt x="660142" y="458167"/>
                    </a:lnTo>
                    <a:lnTo>
                      <a:pt x="642215" y="466048"/>
                    </a:lnTo>
                    <a:lnTo>
                      <a:pt x="651615" y="483626"/>
                    </a:lnTo>
                    <a:lnTo>
                      <a:pt x="654137" y="490561"/>
                    </a:lnTo>
                    <a:lnTo>
                      <a:pt x="653414" y="512927"/>
                    </a:lnTo>
                    <a:lnTo>
                      <a:pt x="655326" y="515372"/>
                    </a:lnTo>
                    <a:lnTo>
                      <a:pt x="657331" y="518693"/>
                    </a:lnTo>
                    <a:lnTo>
                      <a:pt x="657636" y="524472"/>
                    </a:lnTo>
                    <a:lnTo>
                      <a:pt x="659171" y="527114"/>
                    </a:lnTo>
                    <a:lnTo>
                      <a:pt x="662442" y="529247"/>
                    </a:lnTo>
                    <a:lnTo>
                      <a:pt x="666121" y="531756"/>
                    </a:lnTo>
                    <a:lnTo>
                      <a:pt x="668783" y="535153"/>
                    </a:lnTo>
                    <a:lnTo>
                      <a:pt x="669392" y="538544"/>
                    </a:lnTo>
                    <a:lnTo>
                      <a:pt x="666834" y="544450"/>
                    </a:lnTo>
                    <a:lnTo>
                      <a:pt x="656520" y="552433"/>
                    </a:lnTo>
                    <a:lnTo>
                      <a:pt x="642019" y="559431"/>
                    </a:lnTo>
                    <a:lnTo>
                      <a:pt x="613178" y="572055"/>
                    </a:lnTo>
                    <a:lnTo>
                      <a:pt x="579758" y="586687"/>
                    </a:lnTo>
                    <a:lnTo>
                      <a:pt x="550788" y="599368"/>
                    </a:lnTo>
                    <a:lnTo>
                      <a:pt x="528370" y="609180"/>
                    </a:lnTo>
                    <a:lnTo>
                      <a:pt x="482326" y="617797"/>
                    </a:lnTo>
                    <a:lnTo>
                      <a:pt x="445749" y="624637"/>
                    </a:lnTo>
                    <a:lnTo>
                      <a:pt x="419352" y="629577"/>
                    </a:lnTo>
                    <a:lnTo>
                      <a:pt x="395043" y="643326"/>
                    </a:lnTo>
                    <a:lnTo>
                      <a:pt x="368202" y="658497"/>
                    </a:lnTo>
                    <a:lnTo>
                      <a:pt x="345634" y="671255"/>
                    </a:lnTo>
                    <a:lnTo>
                      <a:pt x="320323" y="685562"/>
                    </a:lnTo>
                    <a:lnTo>
                      <a:pt x="296432" y="699069"/>
                    </a:lnTo>
                    <a:lnTo>
                      <a:pt x="269870" y="699025"/>
                    </a:lnTo>
                    <a:lnTo>
                      <a:pt x="251225" y="688902"/>
                    </a:lnTo>
                    <a:lnTo>
                      <a:pt x="233893" y="678507"/>
                    </a:lnTo>
                    <a:lnTo>
                      <a:pt x="222043" y="659919"/>
                    </a:lnTo>
                    <a:lnTo>
                      <a:pt x="221227" y="638322"/>
                    </a:lnTo>
                    <a:lnTo>
                      <a:pt x="225474" y="624179"/>
                    </a:lnTo>
                    <a:lnTo>
                      <a:pt x="229324" y="617727"/>
                    </a:lnTo>
                    <a:lnTo>
                      <a:pt x="236673" y="613638"/>
                    </a:lnTo>
                    <a:lnTo>
                      <a:pt x="251060" y="606684"/>
                    </a:lnTo>
                    <a:lnTo>
                      <a:pt x="264139" y="592605"/>
                    </a:lnTo>
                    <a:lnTo>
                      <a:pt x="274625" y="584204"/>
                    </a:lnTo>
                    <a:lnTo>
                      <a:pt x="285187" y="575535"/>
                    </a:lnTo>
                    <a:lnTo>
                      <a:pt x="291218" y="560606"/>
                    </a:lnTo>
                    <a:lnTo>
                      <a:pt x="298742" y="524465"/>
                    </a:lnTo>
                    <a:lnTo>
                      <a:pt x="299698" y="517277"/>
                    </a:lnTo>
                    <a:lnTo>
                      <a:pt x="310644" y="492491"/>
                    </a:lnTo>
                    <a:lnTo>
                      <a:pt x="322752" y="465070"/>
                    </a:lnTo>
                    <a:lnTo>
                      <a:pt x="328312" y="452477"/>
                    </a:lnTo>
                    <a:lnTo>
                      <a:pt x="322095" y="419792"/>
                    </a:lnTo>
                    <a:lnTo>
                      <a:pt x="317419" y="394676"/>
                    </a:lnTo>
                    <a:lnTo>
                      <a:pt x="313135" y="371669"/>
                    </a:lnTo>
                    <a:lnTo>
                      <a:pt x="308313" y="345746"/>
                    </a:lnTo>
                    <a:lnTo>
                      <a:pt x="303926" y="322148"/>
                    </a:lnTo>
                    <a:lnTo>
                      <a:pt x="299786" y="299916"/>
                    </a:lnTo>
                    <a:lnTo>
                      <a:pt x="295637" y="277600"/>
                    </a:lnTo>
                    <a:lnTo>
                      <a:pt x="291564" y="255723"/>
                    </a:lnTo>
                    <a:lnTo>
                      <a:pt x="288371" y="240032"/>
                    </a:lnTo>
                    <a:lnTo>
                      <a:pt x="284578" y="221438"/>
                    </a:lnTo>
                    <a:lnTo>
                      <a:pt x="262424" y="208388"/>
                    </a:lnTo>
                    <a:lnTo>
                      <a:pt x="245603" y="199249"/>
                    </a:lnTo>
                    <a:lnTo>
                      <a:pt x="218090" y="184320"/>
                    </a:lnTo>
                    <a:lnTo>
                      <a:pt x="195016" y="171797"/>
                    </a:lnTo>
                    <a:lnTo>
                      <a:pt x="174340" y="160340"/>
                    </a:lnTo>
                    <a:lnTo>
                      <a:pt x="187378" y="137250"/>
                    </a:lnTo>
                    <a:lnTo>
                      <a:pt x="186251" y="133472"/>
                    </a:lnTo>
                    <a:lnTo>
                      <a:pt x="181528" y="128925"/>
                    </a:lnTo>
                    <a:lnTo>
                      <a:pt x="171875" y="121362"/>
                    </a:lnTo>
                    <a:lnTo>
                      <a:pt x="166232" y="120593"/>
                    </a:lnTo>
                    <a:lnTo>
                      <a:pt x="156294" y="122372"/>
                    </a:lnTo>
                    <a:lnTo>
                      <a:pt x="140434" y="127077"/>
                    </a:lnTo>
                    <a:lnTo>
                      <a:pt x="133582" y="125515"/>
                    </a:lnTo>
                    <a:lnTo>
                      <a:pt x="128140" y="117437"/>
                    </a:lnTo>
                    <a:lnTo>
                      <a:pt x="121877" y="107099"/>
                    </a:lnTo>
                    <a:lnTo>
                      <a:pt x="119825" y="99021"/>
                    </a:lnTo>
                    <a:lnTo>
                      <a:pt x="119040" y="88333"/>
                    </a:lnTo>
                    <a:lnTo>
                      <a:pt x="115304" y="78713"/>
                    </a:lnTo>
                    <a:lnTo>
                      <a:pt x="117671" y="73664"/>
                    </a:lnTo>
                    <a:lnTo>
                      <a:pt x="118192" y="71149"/>
                    </a:lnTo>
                    <a:lnTo>
                      <a:pt x="117981" y="67987"/>
                    </a:lnTo>
                    <a:lnTo>
                      <a:pt x="115412" y="65967"/>
                    </a:lnTo>
                    <a:lnTo>
                      <a:pt x="110890" y="65085"/>
                    </a:lnTo>
                    <a:lnTo>
                      <a:pt x="95594" y="69123"/>
                    </a:lnTo>
                    <a:lnTo>
                      <a:pt x="88716" y="69498"/>
                    </a:lnTo>
                    <a:lnTo>
                      <a:pt x="84613" y="71772"/>
                    </a:lnTo>
                    <a:lnTo>
                      <a:pt x="78148" y="76490"/>
                    </a:lnTo>
                    <a:lnTo>
                      <a:pt x="71776" y="77074"/>
                    </a:lnTo>
                    <a:lnTo>
                      <a:pt x="60769" y="65904"/>
                    </a:lnTo>
                    <a:lnTo>
                      <a:pt x="48743" y="53673"/>
                    </a:lnTo>
                    <a:lnTo>
                      <a:pt x="43700" y="36825"/>
                    </a:lnTo>
                    <a:lnTo>
                      <a:pt x="38522" y="19521"/>
                    </a:lnTo>
                    <a:lnTo>
                      <a:pt x="17980" y="9112"/>
                    </a:lnTo>
                    <a:lnTo>
                      <a:pt x="0" y="0"/>
                    </a:lnTo>
                    <a:lnTo>
                      <a:pt x="1519164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09" name="pg3908">
                <a:extLst>
                  <a:ext uri="{FF2B5EF4-FFF2-40B4-BE49-F238E27FC236}">
                    <a16:creationId xmlns:a16="http://schemas.microsoft.com/office/drawing/2014/main" id="{954D9CC7-E4A4-B370-31AE-65988D69CC25}"/>
                  </a:ext>
                </a:extLst>
              </p:cNvPr>
              <p:cNvSpPr/>
              <p:nvPr/>
            </p:nvSpPr>
            <p:spPr>
              <a:xfrm>
                <a:off x="6018224" y="2540116"/>
                <a:ext cx="296962" cy="257863"/>
              </a:xfrm>
              <a:custGeom>
                <a:avLst/>
                <a:gdLst/>
                <a:ahLst/>
                <a:cxnLst/>
                <a:rect l="0" t="0" r="0" b="0"/>
                <a:pathLst>
                  <a:path w="296962" h="257863">
                    <a:moveTo>
                      <a:pt x="67195" y="242946"/>
                    </a:moveTo>
                    <a:lnTo>
                      <a:pt x="62725" y="241575"/>
                    </a:lnTo>
                    <a:lnTo>
                      <a:pt x="58875" y="240501"/>
                    </a:lnTo>
                    <a:lnTo>
                      <a:pt x="56643" y="242330"/>
                    </a:lnTo>
                    <a:lnTo>
                      <a:pt x="54529" y="244775"/>
                    </a:lnTo>
                    <a:lnTo>
                      <a:pt x="51924" y="246611"/>
                    </a:lnTo>
                    <a:lnTo>
                      <a:pt x="46457" y="244013"/>
                    </a:lnTo>
                    <a:lnTo>
                      <a:pt x="42979" y="239282"/>
                    </a:lnTo>
                    <a:lnTo>
                      <a:pt x="37393" y="234405"/>
                    </a:lnTo>
                    <a:lnTo>
                      <a:pt x="35279" y="230735"/>
                    </a:lnTo>
                    <a:lnTo>
                      <a:pt x="36401" y="226467"/>
                    </a:lnTo>
                    <a:lnTo>
                      <a:pt x="38881" y="222346"/>
                    </a:lnTo>
                    <a:lnTo>
                      <a:pt x="40002" y="217462"/>
                    </a:lnTo>
                    <a:lnTo>
                      <a:pt x="37269" y="211829"/>
                    </a:lnTo>
                    <a:lnTo>
                      <a:pt x="34783" y="208623"/>
                    </a:lnTo>
                    <a:lnTo>
                      <a:pt x="33047" y="204958"/>
                    </a:lnTo>
                    <a:lnTo>
                      <a:pt x="33667" y="201453"/>
                    </a:lnTo>
                    <a:lnTo>
                      <a:pt x="37145" y="199770"/>
                    </a:lnTo>
                    <a:lnTo>
                      <a:pt x="40375" y="197630"/>
                    </a:lnTo>
                    <a:lnTo>
                      <a:pt x="41491" y="193058"/>
                    </a:lnTo>
                    <a:lnTo>
                      <a:pt x="39501" y="188174"/>
                    </a:lnTo>
                    <a:lnTo>
                      <a:pt x="33791" y="186187"/>
                    </a:lnTo>
                    <a:lnTo>
                      <a:pt x="29073" y="186949"/>
                    </a:lnTo>
                    <a:lnTo>
                      <a:pt x="22241" y="185882"/>
                    </a:lnTo>
                    <a:lnTo>
                      <a:pt x="15663" y="182834"/>
                    </a:lnTo>
                    <a:lnTo>
                      <a:pt x="11316" y="179322"/>
                    </a:lnTo>
                    <a:lnTo>
                      <a:pt x="7963" y="177334"/>
                    </a:lnTo>
                    <a:lnTo>
                      <a:pt x="5353" y="177334"/>
                    </a:lnTo>
                    <a:lnTo>
                      <a:pt x="2247" y="175353"/>
                    </a:lnTo>
                    <a:lnTo>
                      <a:pt x="387" y="171993"/>
                    </a:lnTo>
                    <a:lnTo>
                      <a:pt x="635" y="166500"/>
                    </a:lnTo>
                    <a:lnTo>
                      <a:pt x="1503" y="163147"/>
                    </a:lnTo>
                    <a:lnTo>
                      <a:pt x="3239" y="160245"/>
                    </a:lnTo>
                    <a:lnTo>
                      <a:pt x="3363" y="157038"/>
                    </a:lnTo>
                    <a:lnTo>
                      <a:pt x="2619" y="154746"/>
                    </a:lnTo>
                    <a:lnTo>
                      <a:pt x="2500" y="152923"/>
                    </a:lnTo>
                    <a:lnTo>
                      <a:pt x="2991" y="150631"/>
                    </a:lnTo>
                    <a:lnTo>
                      <a:pt x="4113" y="146052"/>
                    </a:lnTo>
                    <a:lnTo>
                      <a:pt x="2247" y="142699"/>
                    </a:lnTo>
                    <a:lnTo>
                      <a:pt x="2056" y="131078"/>
                    </a:lnTo>
                    <a:lnTo>
                      <a:pt x="1689" y="109334"/>
                    </a:lnTo>
                    <a:lnTo>
                      <a:pt x="1415" y="92677"/>
                    </a:lnTo>
                    <a:lnTo>
                      <a:pt x="1069" y="71740"/>
                    </a:lnTo>
                    <a:lnTo>
                      <a:pt x="867" y="56493"/>
                    </a:lnTo>
                    <a:lnTo>
                      <a:pt x="588" y="35130"/>
                    </a:lnTo>
                    <a:lnTo>
                      <a:pt x="325" y="14859"/>
                    </a:lnTo>
                    <a:lnTo>
                      <a:pt x="0" y="0"/>
                    </a:lnTo>
                    <a:lnTo>
                      <a:pt x="276472" y="0"/>
                    </a:lnTo>
                    <a:lnTo>
                      <a:pt x="276633" y="57"/>
                    </a:lnTo>
                    <a:lnTo>
                      <a:pt x="276810" y="0"/>
                    </a:lnTo>
                    <a:lnTo>
                      <a:pt x="296962" y="0"/>
                    </a:lnTo>
                    <a:lnTo>
                      <a:pt x="296962" y="192012"/>
                    </a:lnTo>
                    <a:lnTo>
                      <a:pt x="290901" y="195833"/>
                    </a:lnTo>
                    <a:lnTo>
                      <a:pt x="267083" y="205085"/>
                    </a:lnTo>
                    <a:lnTo>
                      <a:pt x="239280" y="222746"/>
                    </a:lnTo>
                    <a:lnTo>
                      <a:pt x="203354" y="237625"/>
                    </a:lnTo>
                    <a:lnTo>
                      <a:pt x="195825" y="237682"/>
                    </a:lnTo>
                    <a:lnTo>
                      <a:pt x="179510" y="225438"/>
                    </a:lnTo>
                    <a:lnTo>
                      <a:pt x="184073" y="219863"/>
                    </a:lnTo>
                    <a:lnTo>
                      <a:pt x="188316" y="212306"/>
                    </a:lnTo>
                    <a:lnTo>
                      <a:pt x="184260" y="214484"/>
                    </a:lnTo>
                    <a:lnTo>
                      <a:pt x="181629" y="217761"/>
                    </a:lnTo>
                    <a:lnTo>
                      <a:pt x="171790" y="223019"/>
                    </a:lnTo>
                    <a:lnTo>
                      <a:pt x="179769" y="233199"/>
                    </a:lnTo>
                    <a:lnTo>
                      <a:pt x="175914" y="237015"/>
                    </a:lnTo>
                    <a:lnTo>
                      <a:pt x="164503" y="242032"/>
                    </a:lnTo>
                    <a:lnTo>
                      <a:pt x="153878" y="249290"/>
                    </a:lnTo>
                    <a:lnTo>
                      <a:pt x="144577" y="254142"/>
                    </a:lnTo>
                    <a:lnTo>
                      <a:pt x="137052" y="247970"/>
                    </a:lnTo>
                    <a:lnTo>
                      <a:pt x="116283" y="255768"/>
                    </a:lnTo>
                    <a:lnTo>
                      <a:pt x="98791" y="257863"/>
                    </a:lnTo>
                    <a:lnTo>
                      <a:pt x="95008" y="253913"/>
                    </a:lnTo>
                    <a:lnTo>
                      <a:pt x="93897" y="247677"/>
                    </a:lnTo>
                    <a:lnTo>
                      <a:pt x="87773" y="246172"/>
                    </a:lnTo>
                    <a:lnTo>
                      <a:pt x="76394" y="247893"/>
                    </a:lnTo>
                    <a:lnTo>
                      <a:pt x="72079" y="2445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10" name="pg3909">
                <a:extLst>
                  <a:ext uri="{FF2B5EF4-FFF2-40B4-BE49-F238E27FC236}">
                    <a16:creationId xmlns:a16="http://schemas.microsoft.com/office/drawing/2014/main" id="{1C2A18C8-9ED5-0B48-5104-B49A938EA198}"/>
                  </a:ext>
                </a:extLst>
              </p:cNvPr>
              <p:cNvSpPr/>
              <p:nvPr/>
            </p:nvSpPr>
            <p:spPr>
              <a:xfrm>
                <a:off x="5287647" y="2540116"/>
                <a:ext cx="534180" cy="266113"/>
              </a:xfrm>
              <a:custGeom>
                <a:avLst/>
                <a:gdLst/>
                <a:ahLst/>
                <a:cxnLst/>
                <a:rect l="0" t="0" r="0" b="0"/>
                <a:pathLst>
                  <a:path w="534180" h="266113">
                    <a:moveTo>
                      <a:pt x="528260" y="7169"/>
                    </a:moveTo>
                    <a:lnTo>
                      <a:pt x="511940" y="26932"/>
                    </a:lnTo>
                    <a:lnTo>
                      <a:pt x="497548" y="44357"/>
                    </a:lnTo>
                    <a:lnTo>
                      <a:pt x="494318" y="62240"/>
                    </a:lnTo>
                    <a:lnTo>
                      <a:pt x="491254" y="79195"/>
                    </a:lnTo>
                    <a:lnTo>
                      <a:pt x="479347" y="92099"/>
                    </a:lnTo>
                    <a:lnTo>
                      <a:pt x="472087" y="103930"/>
                    </a:lnTo>
                    <a:lnTo>
                      <a:pt x="468847" y="117050"/>
                    </a:lnTo>
                    <a:lnTo>
                      <a:pt x="466139" y="129097"/>
                    </a:lnTo>
                    <a:lnTo>
                      <a:pt x="465932" y="139181"/>
                    </a:lnTo>
                    <a:lnTo>
                      <a:pt x="467973" y="144471"/>
                    </a:lnTo>
                    <a:lnTo>
                      <a:pt x="467012" y="148770"/>
                    </a:lnTo>
                    <a:lnTo>
                      <a:pt x="463074" y="153717"/>
                    </a:lnTo>
                    <a:lnTo>
                      <a:pt x="455199" y="162322"/>
                    </a:lnTo>
                    <a:lnTo>
                      <a:pt x="453798" y="170603"/>
                    </a:lnTo>
                    <a:lnTo>
                      <a:pt x="448982" y="174686"/>
                    </a:lnTo>
                    <a:lnTo>
                      <a:pt x="435246" y="182859"/>
                    </a:lnTo>
                    <a:lnTo>
                      <a:pt x="424042" y="194906"/>
                    </a:lnTo>
                    <a:lnTo>
                      <a:pt x="423495" y="201726"/>
                    </a:lnTo>
                    <a:lnTo>
                      <a:pt x="425112" y="207391"/>
                    </a:lnTo>
                    <a:lnTo>
                      <a:pt x="425360" y="210909"/>
                    </a:lnTo>
                    <a:lnTo>
                      <a:pt x="423122" y="213360"/>
                    </a:lnTo>
                    <a:lnTo>
                      <a:pt x="418637" y="213201"/>
                    </a:lnTo>
                    <a:lnTo>
                      <a:pt x="413784" y="213970"/>
                    </a:lnTo>
                    <a:lnTo>
                      <a:pt x="409697" y="218993"/>
                    </a:lnTo>
                    <a:lnTo>
                      <a:pt x="409800" y="226207"/>
                    </a:lnTo>
                    <a:lnTo>
                      <a:pt x="406813" y="231408"/>
                    </a:lnTo>
                    <a:lnTo>
                      <a:pt x="403325" y="232481"/>
                    </a:lnTo>
                    <a:lnTo>
                      <a:pt x="400338" y="228804"/>
                    </a:lnTo>
                    <a:lnTo>
                      <a:pt x="396746" y="223292"/>
                    </a:lnTo>
                    <a:lnTo>
                      <a:pt x="392540" y="222752"/>
                    </a:lnTo>
                    <a:lnTo>
                      <a:pt x="386153" y="226410"/>
                    </a:lnTo>
                    <a:lnTo>
                      <a:pt x="378277" y="232430"/>
                    </a:lnTo>
                    <a:lnTo>
                      <a:pt x="371192" y="232754"/>
                    </a:lnTo>
                    <a:lnTo>
                      <a:pt x="357890" y="228887"/>
                    </a:lnTo>
                    <a:lnTo>
                      <a:pt x="348180" y="240559"/>
                    </a:lnTo>
                    <a:lnTo>
                      <a:pt x="337757" y="265630"/>
                    </a:lnTo>
                    <a:lnTo>
                      <a:pt x="293717" y="265693"/>
                    </a:lnTo>
                    <a:lnTo>
                      <a:pt x="249678" y="265757"/>
                    </a:lnTo>
                    <a:lnTo>
                      <a:pt x="205634" y="265820"/>
                    </a:lnTo>
                    <a:lnTo>
                      <a:pt x="161594" y="265884"/>
                    </a:lnTo>
                    <a:lnTo>
                      <a:pt x="117555" y="265941"/>
                    </a:lnTo>
                    <a:lnTo>
                      <a:pt x="73516" y="266005"/>
                    </a:lnTo>
                    <a:lnTo>
                      <a:pt x="29476" y="266068"/>
                    </a:lnTo>
                    <a:lnTo>
                      <a:pt x="4831" y="266106"/>
                    </a:lnTo>
                    <a:lnTo>
                      <a:pt x="0" y="266113"/>
                    </a:lnTo>
                    <a:lnTo>
                      <a:pt x="15089" y="261204"/>
                    </a:lnTo>
                    <a:lnTo>
                      <a:pt x="46550" y="242127"/>
                    </a:lnTo>
                    <a:lnTo>
                      <a:pt x="69753" y="235218"/>
                    </a:lnTo>
                    <a:lnTo>
                      <a:pt x="99933" y="215182"/>
                    </a:lnTo>
                    <a:lnTo>
                      <a:pt x="121792" y="211328"/>
                    </a:lnTo>
                    <a:lnTo>
                      <a:pt x="125952" y="206921"/>
                    </a:lnTo>
                    <a:lnTo>
                      <a:pt x="129616" y="190302"/>
                    </a:lnTo>
                    <a:lnTo>
                      <a:pt x="131616" y="184377"/>
                    </a:lnTo>
                    <a:lnTo>
                      <a:pt x="141823" y="168056"/>
                    </a:lnTo>
                    <a:lnTo>
                      <a:pt x="154080" y="154289"/>
                    </a:lnTo>
                    <a:lnTo>
                      <a:pt x="163971" y="135250"/>
                    </a:lnTo>
                    <a:lnTo>
                      <a:pt x="181924" y="123083"/>
                    </a:lnTo>
                    <a:lnTo>
                      <a:pt x="209070" y="112909"/>
                    </a:lnTo>
                    <a:lnTo>
                      <a:pt x="234180" y="90689"/>
                    </a:lnTo>
                    <a:lnTo>
                      <a:pt x="247942" y="83914"/>
                    </a:lnTo>
                    <a:lnTo>
                      <a:pt x="261280" y="79062"/>
                    </a:lnTo>
                    <a:lnTo>
                      <a:pt x="266881" y="70032"/>
                    </a:lnTo>
                    <a:lnTo>
                      <a:pt x="275129" y="64869"/>
                    </a:lnTo>
                    <a:lnTo>
                      <a:pt x="297180" y="54372"/>
                    </a:lnTo>
                    <a:lnTo>
                      <a:pt x="321484" y="51533"/>
                    </a:lnTo>
                    <a:lnTo>
                      <a:pt x="346046" y="42820"/>
                    </a:lnTo>
                    <a:lnTo>
                      <a:pt x="364887" y="38203"/>
                    </a:lnTo>
                    <a:lnTo>
                      <a:pt x="376442" y="30030"/>
                    </a:lnTo>
                    <a:lnTo>
                      <a:pt x="393243" y="25725"/>
                    </a:lnTo>
                    <a:lnTo>
                      <a:pt x="443385" y="2273"/>
                    </a:lnTo>
                    <a:lnTo>
                      <a:pt x="446265" y="0"/>
                    </a:lnTo>
                    <a:lnTo>
                      <a:pt x="534180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11" name="pg3910">
                <a:extLst>
                  <a:ext uri="{FF2B5EF4-FFF2-40B4-BE49-F238E27FC236}">
                    <a16:creationId xmlns:a16="http://schemas.microsoft.com/office/drawing/2014/main" id="{FA8D9397-E065-D840-9505-174AC9FE56EA}"/>
                  </a:ext>
                </a:extLst>
              </p:cNvPr>
              <p:cNvSpPr/>
              <p:nvPr/>
            </p:nvSpPr>
            <p:spPr>
              <a:xfrm>
                <a:off x="6188919" y="2797057"/>
                <a:ext cx="126268" cy="202407"/>
              </a:xfrm>
              <a:custGeom>
                <a:avLst/>
                <a:gdLst/>
                <a:ahLst/>
                <a:cxnLst/>
                <a:rect l="0" t="0" r="0" b="0"/>
                <a:pathLst>
                  <a:path w="126268" h="202407">
                    <a:moveTo>
                      <a:pt x="117079" y="175208"/>
                    </a:moveTo>
                    <a:lnTo>
                      <a:pt x="108057" y="174662"/>
                    </a:lnTo>
                    <a:lnTo>
                      <a:pt x="101406" y="175266"/>
                    </a:lnTo>
                    <a:lnTo>
                      <a:pt x="91386" y="182892"/>
                    </a:lnTo>
                    <a:lnTo>
                      <a:pt x="89830" y="198305"/>
                    </a:lnTo>
                    <a:lnTo>
                      <a:pt x="85406" y="196266"/>
                    </a:lnTo>
                    <a:lnTo>
                      <a:pt x="80916" y="196768"/>
                    </a:lnTo>
                    <a:lnTo>
                      <a:pt x="78595" y="201607"/>
                    </a:lnTo>
                    <a:lnTo>
                      <a:pt x="75288" y="202407"/>
                    </a:lnTo>
                    <a:lnTo>
                      <a:pt x="66529" y="197829"/>
                    </a:lnTo>
                    <a:lnTo>
                      <a:pt x="56214" y="200331"/>
                    </a:lnTo>
                    <a:lnTo>
                      <a:pt x="48147" y="196857"/>
                    </a:lnTo>
                    <a:lnTo>
                      <a:pt x="37863" y="174275"/>
                    </a:lnTo>
                    <a:lnTo>
                      <a:pt x="32401" y="166362"/>
                    </a:lnTo>
                    <a:lnTo>
                      <a:pt x="22717" y="163810"/>
                    </a:lnTo>
                    <a:lnTo>
                      <a:pt x="20205" y="168585"/>
                    </a:lnTo>
                    <a:lnTo>
                      <a:pt x="16448" y="173259"/>
                    </a:lnTo>
                    <a:lnTo>
                      <a:pt x="7126" y="163943"/>
                    </a:lnTo>
                    <a:lnTo>
                      <a:pt x="56" y="129365"/>
                    </a:lnTo>
                    <a:lnTo>
                      <a:pt x="0" y="121021"/>
                    </a:lnTo>
                    <a:lnTo>
                      <a:pt x="9896" y="91936"/>
                    </a:lnTo>
                    <a:lnTo>
                      <a:pt x="34401" y="65753"/>
                    </a:lnTo>
                    <a:lnTo>
                      <a:pt x="26577" y="64877"/>
                    </a:lnTo>
                    <a:lnTo>
                      <a:pt x="4940" y="83033"/>
                    </a:lnTo>
                    <a:lnTo>
                      <a:pt x="7172" y="78638"/>
                    </a:lnTo>
                    <a:lnTo>
                      <a:pt x="10841" y="74059"/>
                    </a:lnTo>
                    <a:lnTo>
                      <a:pt x="18138" y="66674"/>
                    </a:lnTo>
                    <a:lnTo>
                      <a:pt x="29213" y="59733"/>
                    </a:lnTo>
                    <a:lnTo>
                      <a:pt x="43961" y="55688"/>
                    </a:lnTo>
                    <a:lnTo>
                      <a:pt x="54106" y="55072"/>
                    </a:lnTo>
                    <a:lnTo>
                      <a:pt x="61098" y="51236"/>
                    </a:lnTo>
                    <a:lnTo>
                      <a:pt x="71231" y="44441"/>
                    </a:lnTo>
                    <a:lnTo>
                      <a:pt x="73112" y="40834"/>
                    </a:lnTo>
                    <a:lnTo>
                      <a:pt x="64126" y="44981"/>
                    </a:lnTo>
                    <a:lnTo>
                      <a:pt x="49196" y="49064"/>
                    </a:lnTo>
                    <a:lnTo>
                      <a:pt x="53026" y="43711"/>
                    </a:lnTo>
                    <a:lnTo>
                      <a:pt x="56762" y="40847"/>
                    </a:lnTo>
                    <a:lnTo>
                      <a:pt x="126268" y="0"/>
                    </a:lnTo>
                    <a:lnTo>
                      <a:pt x="126268" y="16813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12" name="pg3911">
                <a:extLst>
                  <a:ext uri="{FF2B5EF4-FFF2-40B4-BE49-F238E27FC236}">
                    <a16:creationId xmlns:a16="http://schemas.microsoft.com/office/drawing/2014/main" id="{F29B3C3A-FE53-497B-0253-CE1F2523C613}"/>
                  </a:ext>
                </a:extLst>
              </p:cNvPr>
              <p:cNvSpPr/>
              <p:nvPr/>
            </p:nvSpPr>
            <p:spPr>
              <a:xfrm>
                <a:off x="6175048" y="2885799"/>
                <a:ext cx="12040" cy="17520"/>
              </a:xfrm>
              <a:custGeom>
                <a:avLst/>
                <a:gdLst/>
                <a:ahLst/>
                <a:cxnLst/>
                <a:rect l="0" t="0" r="0" b="0"/>
                <a:pathLst>
                  <a:path w="12040" h="17520">
                    <a:moveTo>
                      <a:pt x="0" y="17520"/>
                    </a:moveTo>
                    <a:lnTo>
                      <a:pt x="1291" y="13062"/>
                    </a:lnTo>
                    <a:lnTo>
                      <a:pt x="7792" y="1695"/>
                    </a:lnTo>
                    <a:lnTo>
                      <a:pt x="12040" y="0"/>
                    </a:lnTo>
                    <a:lnTo>
                      <a:pt x="5327" y="1297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13" name="pg3912">
                <a:extLst>
                  <a:ext uri="{FF2B5EF4-FFF2-40B4-BE49-F238E27FC236}">
                    <a16:creationId xmlns:a16="http://schemas.microsoft.com/office/drawing/2014/main" id="{19D1C13E-D484-2451-0D7A-6AA7D60C4190}"/>
                  </a:ext>
                </a:extLst>
              </p:cNvPr>
              <p:cNvSpPr/>
              <p:nvPr/>
            </p:nvSpPr>
            <p:spPr>
              <a:xfrm>
                <a:off x="6114410" y="2832043"/>
                <a:ext cx="16050" cy="22950"/>
              </a:xfrm>
              <a:custGeom>
                <a:avLst/>
                <a:gdLst/>
                <a:ahLst/>
                <a:cxnLst/>
                <a:rect l="0" t="0" r="0" b="0"/>
                <a:pathLst>
                  <a:path w="16050" h="22950">
                    <a:moveTo>
                      <a:pt x="0" y="22950"/>
                    </a:moveTo>
                    <a:lnTo>
                      <a:pt x="5539" y="5391"/>
                    </a:lnTo>
                    <a:lnTo>
                      <a:pt x="10046" y="0"/>
                    </a:lnTo>
                    <a:lnTo>
                      <a:pt x="16050" y="1816"/>
                    </a:lnTo>
                    <a:lnTo>
                      <a:pt x="15208" y="12427"/>
                    </a:lnTo>
                    <a:lnTo>
                      <a:pt x="14242" y="1607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14" name="pg3913">
                <a:extLst>
                  <a:ext uri="{FF2B5EF4-FFF2-40B4-BE49-F238E27FC236}">
                    <a16:creationId xmlns:a16="http://schemas.microsoft.com/office/drawing/2014/main" id="{EE252CA9-60F3-7AF4-00FB-CA1379684BF1}"/>
                  </a:ext>
                </a:extLst>
              </p:cNvPr>
              <p:cNvSpPr/>
              <p:nvPr/>
            </p:nvSpPr>
            <p:spPr>
              <a:xfrm>
                <a:off x="5366847" y="2715076"/>
                <a:ext cx="51274" cy="34247"/>
              </a:xfrm>
              <a:custGeom>
                <a:avLst/>
                <a:gdLst/>
                <a:ahLst/>
                <a:cxnLst/>
                <a:rect l="0" t="0" r="0" b="0"/>
                <a:pathLst>
                  <a:path w="51274" h="34247">
                    <a:moveTo>
                      <a:pt x="33548" y="33244"/>
                    </a:moveTo>
                    <a:lnTo>
                      <a:pt x="19601" y="30837"/>
                    </a:lnTo>
                    <a:lnTo>
                      <a:pt x="4268" y="34177"/>
                    </a:lnTo>
                    <a:lnTo>
                      <a:pt x="0" y="34247"/>
                    </a:lnTo>
                    <a:lnTo>
                      <a:pt x="11389" y="24582"/>
                    </a:lnTo>
                    <a:lnTo>
                      <a:pt x="28903" y="18638"/>
                    </a:lnTo>
                    <a:lnTo>
                      <a:pt x="46364" y="463"/>
                    </a:lnTo>
                    <a:lnTo>
                      <a:pt x="51274" y="0"/>
                    </a:lnTo>
                    <a:lnTo>
                      <a:pt x="44628" y="20587"/>
                    </a:lnTo>
                    <a:lnTo>
                      <a:pt x="43274" y="27948"/>
                    </a:lnTo>
                    <a:lnTo>
                      <a:pt x="41703" y="30646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15" name="pg3914">
                <a:extLst>
                  <a:ext uri="{FF2B5EF4-FFF2-40B4-BE49-F238E27FC236}">
                    <a16:creationId xmlns:a16="http://schemas.microsoft.com/office/drawing/2014/main" id="{4B72B3C0-7402-939D-F88D-FC1BAD8C7CFB}"/>
                  </a:ext>
                </a:extLst>
              </p:cNvPr>
              <p:cNvSpPr/>
              <p:nvPr/>
            </p:nvSpPr>
            <p:spPr>
              <a:xfrm>
                <a:off x="5377730" y="2716409"/>
                <a:ext cx="30200" cy="16853"/>
              </a:xfrm>
              <a:custGeom>
                <a:avLst/>
                <a:gdLst/>
                <a:ahLst/>
                <a:cxnLst/>
                <a:rect l="0" t="0" r="0" b="0"/>
                <a:pathLst>
                  <a:path w="30200" h="16853">
                    <a:moveTo>
                      <a:pt x="4423" y="16853"/>
                    </a:moveTo>
                    <a:lnTo>
                      <a:pt x="0" y="15723"/>
                    </a:lnTo>
                    <a:lnTo>
                      <a:pt x="14082" y="2946"/>
                    </a:lnTo>
                    <a:lnTo>
                      <a:pt x="30200" y="0"/>
                    </a:lnTo>
                    <a:lnTo>
                      <a:pt x="17187" y="1417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16" name="pg3915">
                <a:extLst>
                  <a:ext uri="{FF2B5EF4-FFF2-40B4-BE49-F238E27FC236}">
                    <a16:creationId xmlns:a16="http://schemas.microsoft.com/office/drawing/2014/main" id="{32AAC64E-611B-5E04-80C1-AE6113B78645}"/>
                  </a:ext>
                </a:extLst>
              </p:cNvPr>
              <p:cNvSpPr/>
              <p:nvPr/>
            </p:nvSpPr>
            <p:spPr>
              <a:xfrm>
                <a:off x="5667831" y="2547127"/>
                <a:ext cx="30784" cy="17069"/>
              </a:xfrm>
              <a:custGeom>
                <a:avLst/>
                <a:gdLst/>
                <a:ahLst/>
                <a:cxnLst/>
                <a:rect l="0" t="0" r="0" b="0"/>
                <a:pathLst>
                  <a:path w="30784" h="17069">
                    <a:moveTo>
                      <a:pt x="0" y="17069"/>
                    </a:moveTo>
                    <a:lnTo>
                      <a:pt x="2294" y="12554"/>
                    </a:lnTo>
                    <a:lnTo>
                      <a:pt x="15430" y="4508"/>
                    </a:lnTo>
                    <a:lnTo>
                      <a:pt x="25084" y="0"/>
                    </a:lnTo>
                    <a:lnTo>
                      <a:pt x="30784" y="95"/>
                    </a:lnTo>
                    <a:lnTo>
                      <a:pt x="21502" y="9957"/>
                    </a:lnTo>
                    <a:lnTo>
                      <a:pt x="9622" y="16015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17" name="pg3916">
                <a:extLst>
                  <a:ext uri="{FF2B5EF4-FFF2-40B4-BE49-F238E27FC236}">
                    <a16:creationId xmlns:a16="http://schemas.microsoft.com/office/drawing/2014/main" id="{C2D881E8-0E3B-6DB6-7853-E8BAB8E15A2F}"/>
                  </a:ext>
                </a:extLst>
              </p:cNvPr>
              <p:cNvSpPr/>
              <p:nvPr/>
            </p:nvSpPr>
            <p:spPr>
              <a:xfrm>
                <a:off x="4939342" y="5500509"/>
                <a:ext cx="49258" cy="37397"/>
              </a:xfrm>
              <a:custGeom>
                <a:avLst/>
                <a:gdLst/>
                <a:ahLst/>
                <a:cxnLst/>
                <a:rect l="0" t="0" r="0" b="0"/>
                <a:pathLst>
                  <a:path w="49258" h="37397">
                    <a:moveTo>
                      <a:pt x="36380" y="7931"/>
                    </a:moveTo>
                    <a:lnTo>
                      <a:pt x="25890" y="16136"/>
                    </a:lnTo>
                    <a:lnTo>
                      <a:pt x="33512" y="21991"/>
                    </a:lnTo>
                    <a:lnTo>
                      <a:pt x="40695" y="9258"/>
                    </a:lnTo>
                    <a:lnTo>
                      <a:pt x="46395" y="19603"/>
                    </a:lnTo>
                    <a:lnTo>
                      <a:pt x="49258" y="37397"/>
                    </a:lnTo>
                    <a:lnTo>
                      <a:pt x="16879" y="37397"/>
                    </a:lnTo>
                    <a:lnTo>
                      <a:pt x="15627" y="32145"/>
                    </a:lnTo>
                    <a:lnTo>
                      <a:pt x="9084" y="25573"/>
                    </a:lnTo>
                    <a:lnTo>
                      <a:pt x="0" y="8807"/>
                    </a:lnTo>
                    <a:lnTo>
                      <a:pt x="5276" y="4483"/>
                    </a:lnTo>
                    <a:lnTo>
                      <a:pt x="12309" y="5924"/>
                    </a:lnTo>
                    <a:lnTo>
                      <a:pt x="15911" y="3905"/>
                    </a:lnTo>
                    <a:lnTo>
                      <a:pt x="25662" y="2292"/>
                    </a:lnTo>
                    <a:lnTo>
                      <a:pt x="31585" y="0"/>
                    </a:lnTo>
                    <a:lnTo>
                      <a:pt x="36215" y="495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18" name="pg3917">
                <a:extLst>
                  <a:ext uri="{FF2B5EF4-FFF2-40B4-BE49-F238E27FC236}">
                    <a16:creationId xmlns:a16="http://schemas.microsoft.com/office/drawing/2014/main" id="{86EE080F-CD2E-F527-0E2E-2E399E6AB9D9}"/>
                  </a:ext>
                </a:extLst>
              </p:cNvPr>
              <p:cNvSpPr/>
              <p:nvPr/>
            </p:nvSpPr>
            <p:spPr>
              <a:xfrm>
                <a:off x="4945285" y="5155530"/>
                <a:ext cx="95830" cy="135860"/>
              </a:xfrm>
              <a:custGeom>
                <a:avLst/>
                <a:gdLst/>
                <a:ahLst/>
                <a:cxnLst/>
                <a:rect l="0" t="0" r="0" b="0"/>
                <a:pathLst>
                  <a:path w="95830" h="135860">
                    <a:moveTo>
                      <a:pt x="73800" y="135860"/>
                    </a:moveTo>
                    <a:lnTo>
                      <a:pt x="64612" y="122835"/>
                    </a:lnTo>
                    <a:lnTo>
                      <a:pt x="57211" y="119050"/>
                    </a:lnTo>
                    <a:lnTo>
                      <a:pt x="68772" y="109842"/>
                    </a:lnTo>
                    <a:lnTo>
                      <a:pt x="73764" y="101930"/>
                    </a:lnTo>
                    <a:lnTo>
                      <a:pt x="73660" y="84669"/>
                    </a:lnTo>
                    <a:lnTo>
                      <a:pt x="76482" y="75214"/>
                    </a:lnTo>
                    <a:lnTo>
                      <a:pt x="75526" y="67028"/>
                    </a:lnTo>
                    <a:lnTo>
                      <a:pt x="78073" y="58671"/>
                    </a:lnTo>
                    <a:lnTo>
                      <a:pt x="74627" y="49285"/>
                    </a:lnTo>
                    <a:lnTo>
                      <a:pt x="64963" y="41842"/>
                    </a:lnTo>
                    <a:lnTo>
                      <a:pt x="45842" y="12237"/>
                    </a:lnTo>
                    <a:lnTo>
                      <a:pt x="15637" y="5048"/>
                    </a:lnTo>
                    <a:lnTo>
                      <a:pt x="0" y="4750"/>
                    </a:lnTo>
                    <a:lnTo>
                      <a:pt x="8593" y="0"/>
                    </a:lnTo>
                    <a:lnTo>
                      <a:pt x="16531" y="577"/>
                    </a:lnTo>
                    <a:lnTo>
                      <a:pt x="28748" y="3403"/>
                    </a:lnTo>
                    <a:lnTo>
                      <a:pt x="43377" y="4769"/>
                    </a:lnTo>
                    <a:lnTo>
                      <a:pt x="52318" y="13481"/>
                    </a:lnTo>
                    <a:lnTo>
                      <a:pt x="60855" y="25033"/>
                    </a:lnTo>
                    <a:lnTo>
                      <a:pt x="68565" y="29707"/>
                    </a:lnTo>
                    <a:lnTo>
                      <a:pt x="71738" y="32679"/>
                    </a:lnTo>
                    <a:lnTo>
                      <a:pt x="71381" y="36032"/>
                    </a:lnTo>
                    <a:lnTo>
                      <a:pt x="72663" y="39181"/>
                    </a:lnTo>
                    <a:lnTo>
                      <a:pt x="82724" y="44586"/>
                    </a:lnTo>
                    <a:lnTo>
                      <a:pt x="92858" y="53311"/>
                    </a:lnTo>
                    <a:lnTo>
                      <a:pt x="95830" y="78897"/>
                    </a:lnTo>
                    <a:lnTo>
                      <a:pt x="82177" y="91007"/>
                    </a:lnTo>
                    <a:lnTo>
                      <a:pt x="79665" y="128055"/>
                    </a:lnTo>
                    <a:lnTo>
                      <a:pt x="76001" y="134723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19" name="pg3918">
                <a:extLst>
                  <a:ext uri="{FF2B5EF4-FFF2-40B4-BE49-F238E27FC236}">
                    <a16:creationId xmlns:a16="http://schemas.microsoft.com/office/drawing/2014/main" id="{DD6FC2D6-93D1-10FC-7F07-CCC1CB903ED8}"/>
                  </a:ext>
                </a:extLst>
              </p:cNvPr>
              <p:cNvSpPr/>
              <p:nvPr/>
            </p:nvSpPr>
            <p:spPr>
              <a:xfrm>
                <a:off x="4893261" y="5381534"/>
                <a:ext cx="74105" cy="118987"/>
              </a:xfrm>
              <a:custGeom>
                <a:avLst/>
                <a:gdLst/>
                <a:ahLst/>
                <a:cxnLst/>
                <a:rect l="0" t="0" r="0" b="0"/>
                <a:pathLst>
                  <a:path w="74105" h="118987">
                    <a:moveTo>
                      <a:pt x="72947" y="80116"/>
                    </a:moveTo>
                    <a:lnTo>
                      <a:pt x="74105" y="91896"/>
                    </a:lnTo>
                    <a:lnTo>
                      <a:pt x="73035" y="96094"/>
                    </a:lnTo>
                    <a:lnTo>
                      <a:pt x="61583" y="103968"/>
                    </a:lnTo>
                    <a:lnTo>
                      <a:pt x="58643" y="108369"/>
                    </a:lnTo>
                    <a:lnTo>
                      <a:pt x="47847" y="112808"/>
                    </a:lnTo>
                    <a:lnTo>
                      <a:pt x="41315" y="118987"/>
                    </a:lnTo>
                    <a:lnTo>
                      <a:pt x="38044" y="108947"/>
                    </a:lnTo>
                    <a:lnTo>
                      <a:pt x="31703" y="102742"/>
                    </a:lnTo>
                    <a:lnTo>
                      <a:pt x="30639" y="92194"/>
                    </a:lnTo>
                    <a:lnTo>
                      <a:pt x="25792" y="95757"/>
                    </a:lnTo>
                    <a:lnTo>
                      <a:pt x="18805" y="93585"/>
                    </a:lnTo>
                    <a:lnTo>
                      <a:pt x="7281" y="85596"/>
                    </a:lnTo>
                    <a:lnTo>
                      <a:pt x="0" y="74750"/>
                    </a:lnTo>
                    <a:lnTo>
                      <a:pt x="10201" y="72870"/>
                    </a:lnTo>
                    <a:lnTo>
                      <a:pt x="12309" y="79608"/>
                    </a:lnTo>
                    <a:lnTo>
                      <a:pt x="20381" y="71340"/>
                    </a:lnTo>
                    <a:lnTo>
                      <a:pt x="18546" y="66983"/>
                    </a:lnTo>
                    <a:lnTo>
                      <a:pt x="17089" y="66425"/>
                    </a:lnTo>
                    <a:lnTo>
                      <a:pt x="14443" y="58321"/>
                    </a:lnTo>
                    <a:lnTo>
                      <a:pt x="26587" y="37098"/>
                    </a:lnTo>
                    <a:lnTo>
                      <a:pt x="29207" y="23407"/>
                    </a:lnTo>
                    <a:lnTo>
                      <a:pt x="23699" y="1441"/>
                    </a:lnTo>
                    <a:lnTo>
                      <a:pt x="28841" y="0"/>
                    </a:lnTo>
                    <a:lnTo>
                      <a:pt x="42545" y="7703"/>
                    </a:lnTo>
                    <a:lnTo>
                      <a:pt x="48685" y="15285"/>
                    </a:lnTo>
                    <a:lnTo>
                      <a:pt x="48886" y="25693"/>
                    </a:lnTo>
                    <a:lnTo>
                      <a:pt x="54648" y="33752"/>
                    </a:lnTo>
                    <a:lnTo>
                      <a:pt x="62989" y="53057"/>
                    </a:lnTo>
                    <a:lnTo>
                      <a:pt x="73180" y="6436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20" name="pg3919">
                <a:extLst>
                  <a:ext uri="{FF2B5EF4-FFF2-40B4-BE49-F238E27FC236}">
                    <a16:creationId xmlns:a16="http://schemas.microsoft.com/office/drawing/2014/main" id="{9FE71311-CBCA-1603-CC1A-7C0D7BBE0667}"/>
                  </a:ext>
                </a:extLst>
              </p:cNvPr>
              <p:cNvSpPr/>
              <p:nvPr/>
            </p:nvSpPr>
            <p:spPr>
              <a:xfrm>
                <a:off x="4835016" y="5174016"/>
                <a:ext cx="112522" cy="38661"/>
              </a:xfrm>
              <a:custGeom>
                <a:avLst/>
                <a:gdLst/>
                <a:ahLst/>
                <a:cxnLst/>
                <a:rect l="0" t="0" r="0" b="0"/>
                <a:pathLst>
                  <a:path w="112522" h="38661">
                    <a:moveTo>
                      <a:pt x="64973" y="13005"/>
                    </a:moveTo>
                    <a:lnTo>
                      <a:pt x="71841" y="12453"/>
                    </a:lnTo>
                    <a:lnTo>
                      <a:pt x="75960" y="9792"/>
                    </a:lnTo>
                    <a:lnTo>
                      <a:pt x="94931" y="10878"/>
                    </a:lnTo>
                    <a:lnTo>
                      <a:pt x="110248" y="6985"/>
                    </a:lnTo>
                    <a:lnTo>
                      <a:pt x="112522" y="13894"/>
                    </a:lnTo>
                    <a:lnTo>
                      <a:pt x="112134" y="17501"/>
                    </a:lnTo>
                    <a:lnTo>
                      <a:pt x="79562" y="20886"/>
                    </a:lnTo>
                    <a:lnTo>
                      <a:pt x="49682" y="31028"/>
                    </a:lnTo>
                    <a:lnTo>
                      <a:pt x="33305" y="37899"/>
                    </a:lnTo>
                    <a:lnTo>
                      <a:pt x="25611" y="38661"/>
                    </a:lnTo>
                    <a:lnTo>
                      <a:pt x="19730" y="35047"/>
                    </a:lnTo>
                    <a:lnTo>
                      <a:pt x="0" y="14104"/>
                    </a:lnTo>
                    <a:lnTo>
                      <a:pt x="5276" y="16193"/>
                    </a:lnTo>
                    <a:lnTo>
                      <a:pt x="19854" y="28030"/>
                    </a:lnTo>
                    <a:lnTo>
                      <a:pt x="28908" y="25871"/>
                    </a:lnTo>
                    <a:lnTo>
                      <a:pt x="37295" y="18047"/>
                    </a:lnTo>
                    <a:lnTo>
                      <a:pt x="38577" y="12135"/>
                    </a:lnTo>
                    <a:lnTo>
                      <a:pt x="37326" y="9335"/>
                    </a:lnTo>
                    <a:lnTo>
                      <a:pt x="41119" y="0"/>
                    </a:lnTo>
                    <a:lnTo>
                      <a:pt x="52152" y="896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21" name="pg3920">
                <a:extLst>
                  <a:ext uri="{FF2B5EF4-FFF2-40B4-BE49-F238E27FC236}">
                    <a16:creationId xmlns:a16="http://schemas.microsoft.com/office/drawing/2014/main" id="{E1393B9F-4ABC-E641-6C8C-EBC417ADD09E}"/>
                  </a:ext>
                </a:extLst>
              </p:cNvPr>
              <p:cNvSpPr/>
              <p:nvPr/>
            </p:nvSpPr>
            <p:spPr>
              <a:xfrm>
                <a:off x="4985696" y="5397055"/>
                <a:ext cx="30985" cy="11691"/>
              </a:xfrm>
              <a:custGeom>
                <a:avLst/>
                <a:gdLst/>
                <a:ahLst/>
                <a:cxnLst/>
                <a:rect l="0" t="0" r="0" b="0"/>
                <a:pathLst>
                  <a:path w="30985" h="11691">
                    <a:moveTo>
                      <a:pt x="10733" y="11691"/>
                    </a:moveTo>
                    <a:lnTo>
                      <a:pt x="2191" y="9030"/>
                    </a:lnTo>
                    <a:lnTo>
                      <a:pt x="0" y="6890"/>
                    </a:lnTo>
                    <a:lnTo>
                      <a:pt x="3658" y="3295"/>
                    </a:lnTo>
                    <a:lnTo>
                      <a:pt x="11710" y="298"/>
                    </a:lnTo>
                    <a:lnTo>
                      <a:pt x="24639" y="0"/>
                    </a:lnTo>
                    <a:lnTo>
                      <a:pt x="30303" y="3543"/>
                    </a:lnTo>
                    <a:lnTo>
                      <a:pt x="30985" y="5093"/>
                    </a:lnTo>
                    <a:lnTo>
                      <a:pt x="22686" y="899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22" name="pg3921">
                <a:extLst>
                  <a:ext uri="{FF2B5EF4-FFF2-40B4-BE49-F238E27FC236}">
                    <a16:creationId xmlns:a16="http://schemas.microsoft.com/office/drawing/2014/main" id="{504942AB-2000-4DBE-A36E-820168DB9066}"/>
                  </a:ext>
                </a:extLst>
              </p:cNvPr>
              <p:cNvSpPr/>
              <p:nvPr/>
            </p:nvSpPr>
            <p:spPr>
              <a:xfrm>
                <a:off x="5304944" y="5521433"/>
                <a:ext cx="12277" cy="16472"/>
              </a:xfrm>
              <a:custGeom>
                <a:avLst/>
                <a:gdLst/>
                <a:ahLst/>
                <a:cxnLst/>
                <a:rect l="0" t="0" r="0" b="0"/>
                <a:pathLst>
                  <a:path w="12277" h="16472">
                    <a:moveTo>
                      <a:pt x="7008" y="16472"/>
                    </a:moveTo>
                    <a:lnTo>
                      <a:pt x="0" y="16472"/>
                    </a:lnTo>
                    <a:lnTo>
                      <a:pt x="1962" y="2806"/>
                    </a:lnTo>
                    <a:lnTo>
                      <a:pt x="7771" y="0"/>
                    </a:lnTo>
                    <a:lnTo>
                      <a:pt x="10050" y="152"/>
                    </a:lnTo>
                    <a:lnTo>
                      <a:pt x="12277" y="762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23" name="pg3922">
                <a:extLst>
                  <a:ext uri="{FF2B5EF4-FFF2-40B4-BE49-F238E27FC236}">
                    <a16:creationId xmlns:a16="http://schemas.microsoft.com/office/drawing/2014/main" id="{6C16B5BB-D4CA-C580-BE26-FA0B4296644E}"/>
                  </a:ext>
                </a:extLst>
              </p:cNvPr>
              <p:cNvSpPr/>
              <p:nvPr/>
            </p:nvSpPr>
            <p:spPr>
              <a:xfrm>
                <a:off x="5068380" y="5334383"/>
                <a:ext cx="70456" cy="119063"/>
              </a:xfrm>
              <a:custGeom>
                <a:avLst/>
                <a:gdLst/>
                <a:ahLst/>
                <a:cxnLst/>
                <a:rect l="0" t="0" r="0" b="0"/>
                <a:pathLst>
                  <a:path w="70456" h="119063">
                    <a:moveTo>
                      <a:pt x="31373" y="24747"/>
                    </a:moveTo>
                    <a:lnTo>
                      <a:pt x="46235" y="30285"/>
                    </a:lnTo>
                    <a:lnTo>
                      <a:pt x="62302" y="48650"/>
                    </a:lnTo>
                    <a:lnTo>
                      <a:pt x="69221" y="55191"/>
                    </a:lnTo>
                    <a:lnTo>
                      <a:pt x="70456" y="61147"/>
                    </a:lnTo>
                    <a:lnTo>
                      <a:pt x="67748" y="88340"/>
                    </a:lnTo>
                    <a:lnTo>
                      <a:pt x="64136" y="104711"/>
                    </a:lnTo>
                    <a:lnTo>
                      <a:pt x="64679" y="119063"/>
                    </a:lnTo>
                    <a:lnTo>
                      <a:pt x="60906" y="114815"/>
                    </a:lnTo>
                    <a:lnTo>
                      <a:pt x="57093" y="105416"/>
                    </a:lnTo>
                    <a:lnTo>
                      <a:pt x="50840" y="100012"/>
                    </a:lnTo>
                    <a:lnTo>
                      <a:pt x="48757" y="97180"/>
                    </a:lnTo>
                    <a:lnTo>
                      <a:pt x="59997" y="96557"/>
                    </a:lnTo>
                    <a:lnTo>
                      <a:pt x="60994" y="81761"/>
                    </a:lnTo>
                    <a:lnTo>
                      <a:pt x="66477" y="70089"/>
                    </a:lnTo>
                    <a:lnTo>
                      <a:pt x="65645" y="57947"/>
                    </a:lnTo>
                    <a:lnTo>
                      <a:pt x="52529" y="44579"/>
                    </a:lnTo>
                    <a:lnTo>
                      <a:pt x="43538" y="32812"/>
                    </a:lnTo>
                    <a:lnTo>
                      <a:pt x="29714" y="29046"/>
                    </a:lnTo>
                    <a:lnTo>
                      <a:pt x="16929" y="17330"/>
                    </a:lnTo>
                    <a:lnTo>
                      <a:pt x="9301" y="15888"/>
                    </a:lnTo>
                    <a:lnTo>
                      <a:pt x="0" y="17952"/>
                    </a:lnTo>
                    <a:lnTo>
                      <a:pt x="3359" y="10967"/>
                    </a:lnTo>
                    <a:lnTo>
                      <a:pt x="5684" y="1727"/>
                    </a:lnTo>
                    <a:lnTo>
                      <a:pt x="7389" y="0"/>
                    </a:lnTo>
                    <a:lnTo>
                      <a:pt x="13952" y="10078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24" name="pg3923">
                <a:extLst>
                  <a:ext uri="{FF2B5EF4-FFF2-40B4-BE49-F238E27FC236}">
                    <a16:creationId xmlns:a16="http://schemas.microsoft.com/office/drawing/2014/main" id="{CA3F0A18-C547-4E96-BE09-19DA5D94F2AD}"/>
                  </a:ext>
                </a:extLst>
              </p:cNvPr>
              <p:cNvSpPr/>
              <p:nvPr/>
            </p:nvSpPr>
            <p:spPr>
              <a:xfrm>
                <a:off x="5178096" y="5447191"/>
                <a:ext cx="46804" cy="72629"/>
              </a:xfrm>
              <a:custGeom>
                <a:avLst/>
                <a:gdLst/>
                <a:ahLst/>
                <a:cxnLst/>
                <a:rect l="0" t="0" r="0" b="0"/>
                <a:pathLst>
                  <a:path w="46804" h="72629">
                    <a:moveTo>
                      <a:pt x="46804" y="71314"/>
                    </a:moveTo>
                    <a:lnTo>
                      <a:pt x="39713" y="69974"/>
                    </a:lnTo>
                    <a:lnTo>
                      <a:pt x="29249" y="72559"/>
                    </a:lnTo>
                    <a:lnTo>
                      <a:pt x="25482" y="72629"/>
                    </a:lnTo>
                    <a:lnTo>
                      <a:pt x="27828" y="68101"/>
                    </a:lnTo>
                    <a:lnTo>
                      <a:pt x="35094" y="61979"/>
                    </a:lnTo>
                    <a:lnTo>
                      <a:pt x="35460" y="56150"/>
                    </a:lnTo>
                    <a:lnTo>
                      <a:pt x="26469" y="47742"/>
                    </a:lnTo>
                    <a:lnTo>
                      <a:pt x="16004" y="26824"/>
                    </a:lnTo>
                    <a:lnTo>
                      <a:pt x="11105" y="21864"/>
                    </a:lnTo>
                    <a:lnTo>
                      <a:pt x="8779" y="14002"/>
                    </a:lnTo>
                    <a:lnTo>
                      <a:pt x="0" y="5569"/>
                    </a:lnTo>
                    <a:lnTo>
                      <a:pt x="1834" y="1060"/>
                    </a:lnTo>
                    <a:lnTo>
                      <a:pt x="3638" y="0"/>
                    </a:lnTo>
                    <a:lnTo>
                      <a:pt x="9575" y="2165"/>
                    </a:lnTo>
                    <a:lnTo>
                      <a:pt x="23022" y="32253"/>
                    </a:lnTo>
                    <a:lnTo>
                      <a:pt x="23900" y="35136"/>
                    </a:lnTo>
                    <a:lnTo>
                      <a:pt x="46101" y="64704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25" name="pt3924">
                <a:extLst>
                  <a:ext uri="{FF2B5EF4-FFF2-40B4-BE49-F238E27FC236}">
                    <a16:creationId xmlns:a16="http://schemas.microsoft.com/office/drawing/2014/main" id="{0A759456-4EA9-A3AE-CD00-01D1A3C5C2B9}"/>
                  </a:ext>
                </a:extLst>
              </p:cNvPr>
              <p:cNvSpPr/>
              <p:nvPr/>
            </p:nvSpPr>
            <p:spPr>
              <a:xfrm>
                <a:off x="5411954" y="3276309"/>
                <a:ext cx="63202" cy="63202"/>
              </a:xfrm>
              <a:prstGeom prst="ellipse">
                <a:avLst/>
              </a:prstGeom>
              <a:solidFill>
                <a:srgbClr val="3A7DA3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26" name="pt3925">
                <a:extLst>
                  <a:ext uri="{FF2B5EF4-FFF2-40B4-BE49-F238E27FC236}">
                    <a16:creationId xmlns:a16="http://schemas.microsoft.com/office/drawing/2014/main" id="{A0443BEB-6D4D-28A7-2286-A0130CED79A8}"/>
                  </a:ext>
                </a:extLst>
              </p:cNvPr>
              <p:cNvSpPr/>
              <p:nvPr/>
            </p:nvSpPr>
            <p:spPr>
              <a:xfrm>
                <a:off x="3286560" y="4746129"/>
                <a:ext cx="63202" cy="63202"/>
              </a:xfrm>
              <a:prstGeom prst="ellipse">
                <a:avLst/>
              </a:prstGeom>
              <a:solidFill>
                <a:srgbClr val="4EB3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27" name="pt3926">
                <a:extLst>
                  <a:ext uri="{FF2B5EF4-FFF2-40B4-BE49-F238E27FC236}">
                    <a16:creationId xmlns:a16="http://schemas.microsoft.com/office/drawing/2014/main" id="{5CEF6B24-CC39-FBC5-2940-745068A1A243}"/>
                  </a:ext>
                </a:extLst>
              </p:cNvPr>
              <p:cNvSpPr/>
              <p:nvPr/>
            </p:nvSpPr>
            <p:spPr>
              <a:xfrm>
                <a:off x="5154968" y="3735383"/>
                <a:ext cx="63202" cy="63202"/>
              </a:xfrm>
              <a:prstGeom prst="ellipse">
                <a:avLst/>
              </a:prstGeom>
              <a:solidFill>
                <a:srgbClr val="5FCC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28" name="pt3927">
                <a:extLst>
                  <a:ext uri="{FF2B5EF4-FFF2-40B4-BE49-F238E27FC236}">
                    <a16:creationId xmlns:a16="http://schemas.microsoft.com/office/drawing/2014/main" id="{854A1A81-95AC-3893-A0DB-2A4907D6F806}"/>
                  </a:ext>
                </a:extLst>
              </p:cNvPr>
              <p:cNvSpPr/>
              <p:nvPr/>
            </p:nvSpPr>
            <p:spPr>
              <a:xfrm>
                <a:off x="3815690" y="4677487"/>
                <a:ext cx="63202" cy="63202"/>
              </a:xfrm>
              <a:prstGeom prst="ellipse">
                <a:avLst/>
              </a:prstGeom>
              <a:solidFill>
                <a:srgbClr val="57C1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29" name="pt3928">
                <a:extLst>
                  <a:ext uri="{FF2B5EF4-FFF2-40B4-BE49-F238E27FC236}">
                    <a16:creationId xmlns:a16="http://schemas.microsoft.com/office/drawing/2014/main" id="{FBD4D754-6A8D-EB72-4CAD-71EA3C327FE0}"/>
                  </a:ext>
                </a:extLst>
              </p:cNvPr>
              <p:cNvSpPr/>
              <p:nvPr/>
            </p:nvSpPr>
            <p:spPr>
              <a:xfrm>
                <a:off x="5234441" y="3545894"/>
                <a:ext cx="63202" cy="63202"/>
              </a:xfrm>
              <a:prstGeom prst="ellipse">
                <a:avLst/>
              </a:prstGeom>
              <a:solidFill>
                <a:srgbClr val="6CD1B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30" name="pt3929">
                <a:extLst>
                  <a:ext uri="{FF2B5EF4-FFF2-40B4-BE49-F238E27FC236}">
                    <a16:creationId xmlns:a16="http://schemas.microsoft.com/office/drawing/2014/main" id="{F99B7B81-1DF4-E314-545E-2DF10B6958B8}"/>
                  </a:ext>
                </a:extLst>
              </p:cNvPr>
              <p:cNvSpPr/>
              <p:nvPr/>
            </p:nvSpPr>
            <p:spPr>
              <a:xfrm>
                <a:off x="3635685" y="4800931"/>
                <a:ext cx="63202" cy="63202"/>
              </a:xfrm>
              <a:prstGeom prst="ellipse">
                <a:avLst/>
              </a:prstGeom>
              <a:solidFill>
                <a:srgbClr val="58C2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31" name="pt3930">
                <a:extLst>
                  <a:ext uri="{FF2B5EF4-FFF2-40B4-BE49-F238E27FC236}">
                    <a16:creationId xmlns:a16="http://schemas.microsoft.com/office/drawing/2014/main" id="{4EFA1EF2-0F9A-9091-CB49-7261B007F493}"/>
                  </a:ext>
                </a:extLst>
              </p:cNvPr>
              <p:cNvSpPr/>
              <p:nvPr/>
            </p:nvSpPr>
            <p:spPr>
              <a:xfrm>
                <a:off x="5602232" y="3222656"/>
                <a:ext cx="63202" cy="63202"/>
              </a:xfrm>
              <a:prstGeom prst="ellipse">
                <a:avLst/>
              </a:prstGeom>
              <a:solidFill>
                <a:srgbClr val="39609D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32" name="pt3931">
                <a:extLst>
                  <a:ext uri="{FF2B5EF4-FFF2-40B4-BE49-F238E27FC236}">
                    <a16:creationId xmlns:a16="http://schemas.microsoft.com/office/drawing/2014/main" id="{977A65D4-7CD7-8817-8268-084935FF8269}"/>
                  </a:ext>
                </a:extLst>
              </p:cNvPr>
              <p:cNvSpPr/>
              <p:nvPr/>
            </p:nvSpPr>
            <p:spPr>
              <a:xfrm>
                <a:off x="4189184" y="4765547"/>
                <a:ext cx="63202" cy="63202"/>
              </a:xfrm>
              <a:prstGeom prst="ellipse">
                <a:avLst/>
              </a:prstGeom>
              <a:solidFill>
                <a:srgbClr val="3B9EA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33" name="pt3932">
                <a:extLst>
                  <a:ext uri="{FF2B5EF4-FFF2-40B4-BE49-F238E27FC236}">
                    <a16:creationId xmlns:a16="http://schemas.microsoft.com/office/drawing/2014/main" id="{552A8B11-A252-6081-3C9C-CB69CE23CA75}"/>
                  </a:ext>
                </a:extLst>
              </p:cNvPr>
              <p:cNvSpPr/>
              <p:nvPr/>
            </p:nvSpPr>
            <p:spPr>
              <a:xfrm>
                <a:off x="4913887" y="4211118"/>
                <a:ext cx="63202" cy="63202"/>
              </a:xfrm>
              <a:prstGeom prst="ellipse">
                <a:avLst/>
              </a:prstGeom>
              <a:solidFill>
                <a:srgbClr val="4FB5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34" name="pt3933">
                <a:extLst>
                  <a:ext uri="{FF2B5EF4-FFF2-40B4-BE49-F238E27FC236}">
                    <a16:creationId xmlns:a16="http://schemas.microsoft.com/office/drawing/2014/main" id="{003C3663-55BC-F9E0-8FBB-382BE3B490D4}"/>
                  </a:ext>
                </a:extLst>
              </p:cNvPr>
              <p:cNvSpPr/>
              <p:nvPr/>
            </p:nvSpPr>
            <p:spPr>
              <a:xfrm>
                <a:off x="4598477" y="4463619"/>
                <a:ext cx="63202" cy="63202"/>
              </a:xfrm>
              <a:prstGeom prst="ellipse">
                <a:avLst/>
              </a:prstGeom>
              <a:solidFill>
                <a:srgbClr val="3A6FA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35" name="pt3934">
                <a:extLst>
                  <a:ext uri="{FF2B5EF4-FFF2-40B4-BE49-F238E27FC236}">
                    <a16:creationId xmlns:a16="http://schemas.microsoft.com/office/drawing/2014/main" id="{B241462F-CB91-D816-62E3-DD100E08A507}"/>
                  </a:ext>
                </a:extLst>
              </p:cNvPr>
              <p:cNvSpPr/>
              <p:nvPr/>
            </p:nvSpPr>
            <p:spPr>
              <a:xfrm>
                <a:off x="3118737" y="4784820"/>
                <a:ext cx="63202" cy="63202"/>
              </a:xfrm>
              <a:prstGeom prst="ellipse">
                <a:avLst/>
              </a:prstGeom>
              <a:solidFill>
                <a:srgbClr val="71D3B2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36" name="pt3935">
                <a:extLst>
                  <a:ext uri="{FF2B5EF4-FFF2-40B4-BE49-F238E27FC236}">
                    <a16:creationId xmlns:a16="http://schemas.microsoft.com/office/drawing/2014/main" id="{E5089A73-28AA-DBF0-5C45-87BA9AEC5DDF}"/>
                  </a:ext>
                </a:extLst>
              </p:cNvPr>
              <p:cNvSpPr/>
              <p:nvPr/>
            </p:nvSpPr>
            <p:spPr>
              <a:xfrm>
                <a:off x="4706891" y="4368015"/>
                <a:ext cx="63202" cy="63202"/>
              </a:xfrm>
              <a:prstGeom prst="ellipse">
                <a:avLst/>
              </a:prstGeom>
              <a:solidFill>
                <a:srgbClr val="42A5A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37" name="pt3936">
                <a:extLst>
                  <a:ext uri="{FF2B5EF4-FFF2-40B4-BE49-F238E27FC236}">
                    <a16:creationId xmlns:a16="http://schemas.microsoft.com/office/drawing/2014/main" id="{55D95B35-2750-2FA1-ACF9-C25481BEBA36}"/>
                  </a:ext>
                </a:extLst>
              </p:cNvPr>
              <p:cNvSpPr/>
              <p:nvPr/>
            </p:nvSpPr>
            <p:spPr>
              <a:xfrm>
                <a:off x="5170525" y="3498927"/>
                <a:ext cx="63202" cy="63202"/>
              </a:xfrm>
              <a:prstGeom prst="ellipse">
                <a:avLst/>
              </a:prstGeom>
              <a:solidFill>
                <a:srgbClr val="73D3B3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38" name="pt3937">
                <a:extLst>
                  <a:ext uri="{FF2B5EF4-FFF2-40B4-BE49-F238E27FC236}">
                    <a16:creationId xmlns:a16="http://schemas.microsoft.com/office/drawing/2014/main" id="{78BBC4DE-BFEB-F751-9BDD-3E3363CCA2F3}"/>
                  </a:ext>
                </a:extLst>
              </p:cNvPr>
              <p:cNvSpPr/>
              <p:nvPr/>
            </p:nvSpPr>
            <p:spPr>
              <a:xfrm>
                <a:off x="4143523" y="4766403"/>
                <a:ext cx="63202" cy="63202"/>
              </a:xfrm>
              <a:prstGeom prst="ellipse">
                <a:avLst/>
              </a:prstGeom>
              <a:solidFill>
                <a:srgbClr val="3EA1A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39" name="pt3938">
                <a:extLst>
                  <a:ext uri="{FF2B5EF4-FFF2-40B4-BE49-F238E27FC236}">
                    <a16:creationId xmlns:a16="http://schemas.microsoft.com/office/drawing/2014/main" id="{ED74F102-A0AB-7A0A-2660-8F68B7DA5B50}"/>
                  </a:ext>
                </a:extLst>
              </p:cNvPr>
              <p:cNvSpPr/>
              <p:nvPr/>
            </p:nvSpPr>
            <p:spPr>
              <a:xfrm>
                <a:off x="3690881" y="4772296"/>
                <a:ext cx="63202" cy="63202"/>
              </a:xfrm>
              <a:prstGeom prst="ellipse">
                <a:avLst/>
              </a:prstGeom>
              <a:solidFill>
                <a:srgbClr val="6FD2B1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40" name="pt3939">
                <a:extLst>
                  <a:ext uri="{FF2B5EF4-FFF2-40B4-BE49-F238E27FC236}">
                    <a16:creationId xmlns:a16="http://schemas.microsoft.com/office/drawing/2014/main" id="{D85911F2-346C-7930-608A-1FD684082925}"/>
                  </a:ext>
                </a:extLst>
              </p:cNvPr>
              <p:cNvSpPr/>
              <p:nvPr/>
            </p:nvSpPr>
            <p:spPr>
              <a:xfrm>
                <a:off x="5016032" y="3641698"/>
                <a:ext cx="63202" cy="63202"/>
              </a:xfrm>
              <a:prstGeom prst="ellipse">
                <a:avLst/>
              </a:prstGeom>
              <a:solidFill>
                <a:srgbClr val="95DDC2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41" name="pt3940">
                <a:extLst>
                  <a:ext uri="{FF2B5EF4-FFF2-40B4-BE49-F238E27FC236}">
                    <a16:creationId xmlns:a16="http://schemas.microsoft.com/office/drawing/2014/main" id="{D5F74A92-07D8-6D81-55CA-8F16FBCC4B7E}"/>
                  </a:ext>
                </a:extLst>
              </p:cNvPr>
              <p:cNvSpPr/>
              <p:nvPr/>
            </p:nvSpPr>
            <p:spPr>
              <a:xfrm>
                <a:off x="4551789" y="4536931"/>
                <a:ext cx="63202" cy="63202"/>
              </a:xfrm>
              <a:prstGeom prst="ellipse">
                <a:avLst/>
              </a:prstGeom>
              <a:solidFill>
                <a:srgbClr val="3FA1A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42" name="pt3941">
                <a:extLst>
                  <a:ext uri="{FF2B5EF4-FFF2-40B4-BE49-F238E27FC236}">
                    <a16:creationId xmlns:a16="http://schemas.microsoft.com/office/drawing/2014/main" id="{0DAAEDE3-2617-8C64-ACD3-744EB2F9C8E3}"/>
                  </a:ext>
                </a:extLst>
              </p:cNvPr>
              <p:cNvSpPr/>
              <p:nvPr/>
            </p:nvSpPr>
            <p:spPr>
              <a:xfrm>
                <a:off x="3457033" y="4801454"/>
                <a:ext cx="63202" cy="63202"/>
              </a:xfrm>
              <a:prstGeom prst="ellipse">
                <a:avLst/>
              </a:prstGeom>
              <a:solidFill>
                <a:srgbClr val="79D5B6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43" name="pt3942">
                <a:extLst>
                  <a:ext uri="{FF2B5EF4-FFF2-40B4-BE49-F238E27FC236}">
                    <a16:creationId xmlns:a16="http://schemas.microsoft.com/office/drawing/2014/main" id="{27152AD2-0A7E-6A65-3CE6-31C04A37D6A8}"/>
                  </a:ext>
                </a:extLst>
              </p:cNvPr>
              <p:cNvSpPr/>
              <p:nvPr/>
            </p:nvSpPr>
            <p:spPr>
              <a:xfrm>
                <a:off x="4795350" y="4267713"/>
                <a:ext cx="63202" cy="63202"/>
              </a:xfrm>
              <a:prstGeom prst="ellipse">
                <a:avLst/>
              </a:prstGeom>
              <a:solidFill>
                <a:srgbClr val="42A5A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44" name="pt3943">
                <a:extLst>
                  <a:ext uri="{FF2B5EF4-FFF2-40B4-BE49-F238E27FC236}">
                    <a16:creationId xmlns:a16="http://schemas.microsoft.com/office/drawing/2014/main" id="{DDFF8F7E-99FB-97EC-B7A2-C46754DCE3CD}"/>
                  </a:ext>
                </a:extLst>
              </p:cNvPr>
              <p:cNvSpPr/>
              <p:nvPr/>
            </p:nvSpPr>
            <p:spPr>
              <a:xfrm>
                <a:off x="5763373" y="2927118"/>
                <a:ext cx="63202" cy="63202"/>
              </a:xfrm>
              <a:prstGeom prst="ellipse">
                <a:avLst/>
              </a:prstGeom>
              <a:solidFill>
                <a:srgbClr val="3A76A2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45" name="pt3944">
                <a:extLst>
                  <a:ext uri="{FF2B5EF4-FFF2-40B4-BE49-F238E27FC236}">
                    <a16:creationId xmlns:a16="http://schemas.microsoft.com/office/drawing/2014/main" id="{B869441F-F00C-7AE0-5CFF-56E453D8AE10}"/>
                  </a:ext>
                </a:extLst>
              </p:cNvPr>
              <p:cNvSpPr/>
              <p:nvPr/>
            </p:nvSpPr>
            <p:spPr>
              <a:xfrm>
                <a:off x="3223042" y="4753931"/>
                <a:ext cx="63202" cy="63202"/>
              </a:xfrm>
              <a:prstGeom prst="ellipse">
                <a:avLst/>
              </a:prstGeom>
              <a:solidFill>
                <a:srgbClr val="4EB3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46" name="pt3945">
                <a:extLst>
                  <a:ext uri="{FF2B5EF4-FFF2-40B4-BE49-F238E27FC236}">
                    <a16:creationId xmlns:a16="http://schemas.microsoft.com/office/drawing/2014/main" id="{558D9B9B-33AA-C575-C307-9D3D74E39662}"/>
                  </a:ext>
                </a:extLst>
              </p:cNvPr>
              <p:cNvSpPr/>
              <p:nvPr/>
            </p:nvSpPr>
            <p:spPr>
              <a:xfrm>
                <a:off x="6187218" y="2929573"/>
                <a:ext cx="63202" cy="63202"/>
              </a:xfrm>
              <a:prstGeom prst="ellipse">
                <a:avLst/>
              </a:prstGeom>
              <a:solidFill>
                <a:srgbClr val="3A7CA3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47" name="pt3946">
                <a:extLst>
                  <a:ext uri="{FF2B5EF4-FFF2-40B4-BE49-F238E27FC236}">
                    <a16:creationId xmlns:a16="http://schemas.microsoft.com/office/drawing/2014/main" id="{68EE50E4-9E25-1C0F-6E4B-60B45371484C}"/>
                  </a:ext>
                </a:extLst>
              </p:cNvPr>
              <p:cNvSpPr/>
              <p:nvPr/>
            </p:nvSpPr>
            <p:spPr>
              <a:xfrm>
                <a:off x="4558922" y="4541579"/>
                <a:ext cx="63202" cy="63202"/>
              </a:xfrm>
              <a:prstGeom prst="ellipse">
                <a:avLst/>
              </a:prstGeom>
              <a:solidFill>
                <a:srgbClr val="3FA2A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48" name="pt3947">
                <a:extLst>
                  <a:ext uri="{FF2B5EF4-FFF2-40B4-BE49-F238E27FC236}">
                    <a16:creationId xmlns:a16="http://schemas.microsoft.com/office/drawing/2014/main" id="{02644E7D-EE2F-831C-BA10-8F99D2AD4681}"/>
                  </a:ext>
                </a:extLst>
              </p:cNvPr>
              <p:cNvSpPr/>
              <p:nvPr/>
            </p:nvSpPr>
            <p:spPr>
              <a:xfrm>
                <a:off x="5665872" y="3067530"/>
                <a:ext cx="63202" cy="63202"/>
              </a:xfrm>
              <a:prstGeom prst="ellipse">
                <a:avLst/>
              </a:prstGeom>
              <a:solidFill>
                <a:srgbClr val="3A689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49" name="pt3948">
                <a:extLst>
                  <a:ext uri="{FF2B5EF4-FFF2-40B4-BE49-F238E27FC236}">
                    <a16:creationId xmlns:a16="http://schemas.microsoft.com/office/drawing/2014/main" id="{14A6B48B-F120-1B54-03C5-4923742494E5}"/>
                  </a:ext>
                </a:extLst>
              </p:cNvPr>
              <p:cNvSpPr/>
              <p:nvPr/>
            </p:nvSpPr>
            <p:spPr>
              <a:xfrm>
                <a:off x="4587926" y="4467164"/>
                <a:ext cx="63202" cy="63202"/>
              </a:xfrm>
              <a:prstGeom prst="ellipse">
                <a:avLst/>
              </a:prstGeom>
              <a:solidFill>
                <a:srgbClr val="4EB4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50" name="pt3949">
                <a:extLst>
                  <a:ext uri="{FF2B5EF4-FFF2-40B4-BE49-F238E27FC236}">
                    <a16:creationId xmlns:a16="http://schemas.microsoft.com/office/drawing/2014/main" id="{21DB7191-6DCA-1E0C-FC0C-1BEF1C25D22E}"/>
                  </a:ext>
                </a:extLst>
              </p:cNvPr>
              <p:cNvSpPr/>
              <p:nvPr/>
            </p:nvSpPr>
            <p:spPr>
              <a:xfrm>
                <a:off x="2979067" y="4895874"/>
                <a:ext cx="63202" cy="63202"/>
              </a:xfrm>
              <a:prstGeom prst="ellipse">
                <a:avLst/>
              </a:prstGeom>
              <a:solidFill>
                <a:srgbClr val="53BAAB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51" name="pt3950">
                <a:extLst>
                  <a:ext uri="{FF2B5EF4-FFF2-40B4-BE49-F238E27FC236}">
                    <a16:creationId xmlns:a16="http://schemas.microsoft.com/office/drawing/2014/main" id="{564D10F1-0219-89A7-90AD-4F4B46FEB84F}"/>
                  </a:ext>
                </a:extLst>
              </p:cNvPr>
              <p:cNvSpPr/>
              <p:nvPr/>
            </p:nvSpPr>
            <p:spPr>
              <a:xfrm>
                <a:off x="4922163" y="4187507"/>
                <a:ext cx="63202" cy="63202"/>
              </a:xfrm>
              <a:prstGeom prst="ellipse">
                <a:avLst/>
              </a:prstGeom>
              <a:solidFill>
                <a:srgbClr val="3A77A2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52" name="pt3951">
                <a:extLst>
                  <a:ext uri="{FF2B5EF4-FFF2-40B4-BE49-F238E27FC236}">
                    <a16:creationId xmlns:a16="http://schemas.microsoft.com/office/drawing/2014/main" id="{865E4035-0CA4-1809-4E14-02CD2EC7F016}"/>
                  </a:ext>
                </a:extLst>
              </p:cNvPr>
              <p:cNvSpPr/>
              <p:nvPr/>
            </p:nvSpPr>
            <p:spPr>
              <a:xfrm>
                <a:off x="2878450" y="4973596"/>
                <a:ext cx="63202" cy="63202"/>
              </a:xfrm>
              <a:prstGeom prst="ellipse">
                <a:avLst/>
              </a:prstGeom>
              <a:solidFill>
                <a:srgbClr val="368FA7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53" name="pt3952">
                <a:extLst>
                  <a:ext uri="{FF2B5EF4-FFF2-40B4-BE49-F238E27FC236}">
                    <a16:creationId xmlns:a16="http://schemas.microsoft.com/office/drawing/2014/main" id="{CD9C2D5E-96F9-A0B4-AA5A-A636B89C2CBF}"/>
                  </a:ext>
                </a:extLst>
              </p:cNvPr>
              <p:cNvSpPr/>
              <p:nvPr/>
            </p:nvSpPr>
            <p:spPr>
              <a:xfrm>
                <a:off x="5803938" y="2901996"/>
                <a:ext cx="63202" cy="63202"/>
              </a:xfrm>
              <a:prstGeom prst="ellipse">
                <a:avLst/>
              </a:prstGeom>
              <a:solidFill>
                <a:srgbClr val="281E37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54" name="pt3953">
                <a:extLst>
                  <a:ext uri="{FF2B5EF4-FFF2-40B4-BE49-F238E27FC236}">
                    <a16:creationId xmlns:a16="http://schemas.microsoft.com/office/drawing/2014/main" id="{D029465C-0296-2C31-EC39-4319B7580264}"/>
                  </a:ext>
                </a:extLst>
              </p:cNvPr>
              <p:cNvSpPr/>
              <p:nvPr/>
            </p:nvSpPr>
            <p:spPr>
              <a:xfrm>
                <a:off x="5052138" y="3796215"/>
                <a:ext cx="63202" cy="63202"/>
              </a:xfrm>
              <a:prstGeom prst="ellipse">
                <a:avLst/>
              </a:prstGeom>
              <a:solidFill>
                <a:srgbClr val="D7F3E2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55" name="pt3954">
                <a:extLst>
                  <a:ext uri="{FF2B5EF4-FFF2-40B4-BE49-F238E27FC236}">
                    <a16:creationId xmlns:a16="http://schemas.microsoft.com/office/drawing/2014/main" id="{873EF615-432E-D93F-0B45-C35A9C2523B1}"/>
                  </a:ext>
                </a:extLst>
              </p:cNvPr>
              <p:cNvSpPr/>
              <p:nvPr/>
            </p:nvSpPr>
            <p:spPr>
              <a:xfrm>
                <a:off x="4544041" y="4668741"/>
                <a:ext cx="63202" cy="63202"/>
              </a:xfrm>
              <a:prstGeom prst="ellipse">
                <a:avLst/>
              </a:prstGeom>
              <a:solidFill>
                <a:srgbClr val="3A6DA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56" name="pt3955">
                <a:extLst>
                  <a:ext uri="{FF2B5EF4-FFF2-40B4-BE49-F238E27FC236}">
                    <a16:creationId xmlns:a16="http://schemas.microsoft.com/office/drawing/2014/main" id="{1F5FA3A5-9DF6-AC71-D1CE-73454A352E56}"/>
                  </a:ext>
                </a:extLst>
              </p:cNvPr>
              <p:cNvSpPr/>
              <p:nvPr/>
            </p:nvSpPr>
            <p:spPr>
              <a:xfrm>
                <a:off x="3541256" y="4824822"/>
                <a:ext cx="63202" cy="63202"/>
              </a:xfrm>
              <a:prstGeom prst="ellipse">
                <a:avLst/>
              </a:prstGeom>
              <a:solidFill>
                <a:srgbClr val="60CD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57" name="pt3956">
                <a:extLst>
                  <a:ext uri="{FF2B5EF4-FFF2-40B4-BE49-F238E27FC236}">
                    <a16:creationId xmlns:a16="http://schemas.microsoft.com/office/drawing/2014/main" id="{D937BB43-4944-1448-6FE5-8D2A289B5B48}"/>
                  </a:ext>
                </a:extLst>
              </p:cNvPr>
              <p:cNvSpPr/>
              <p:nvPr/>
            </p:nvSpPr>
            <p:spPr>
              <a:xfrm>
                <a:off x="5657937" y="3028251"/>
                <a:ext cx="63202" cy="63202"/>
              </a:xfrm>
              <a:prstGeom prst="ellipse">
                <a:avLst/>
              </a:prstGeom>
              <a:solidFill>
                <a:srgbClr val="3A74A1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58" name="pt3957">
                <a:extLst>
                  <a:ext uri="{FF2B5EF4-FFF2-40B4-BE49-F238E27FC236}">
                    <a16:creationId xmlns:a16="http://schemas.microsoft.com/office/drawing/2014/main" id="{9C0707F9-ACCD-3894-ED67-3E0516570540}"/>
                  </a:ext>
                </a:extLst>
              </p:cNvPr>
              <p:cNvSpPr/>
              <p:nvPr/>
            </p:nvSpPr>
            <p:spPr>
              <a:xfrm>
                <a:off x="2851349" y="4946495"/>
                <a:ext cx="117405" cy="117405"/>
              </a:xfrm>
              <a:prstGeom prst="ellipse">
                <a:avLst/>
              </a:prstGeom>
              <a:solidFill>
                <a:srgbClr val="368FA7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59" name="pt3958">
                <a:extLst>
                  <a:ext uri="{FF2B5EF4-FFF2-40B4-BE49-F238E27FC236}">
                    <a16:creationId xmlns:a16="http://schemas.microsoft.com/office/drawing/2014/main" id="{4FDD3C1C-AC43-575E-6F2E-FC910F3893EC}"/>
                  </a:ext>
                </a:extLst>
              </p:cNvPr>
              <p:cNvSpPr/>
              <p:nvPr/>
            </p:nvSpPr>
            <p:spPr>
              <a:xfrm>
                <a:off x="5776837" y="2874895"/>
                <a:ext cx="117405" cy="117405"/>
              </a:xfrm>
              <a:prstGeom prst="ellipse">
                <a:avLst/>
              </a:prstGeom>
              <a:solidFill>
                <a:srgbClr val="281E37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60" name="pt3959">
                <a:extLst>
                  <a:ext uri="{FF2B5EF4-FFF2-40B4-BE49-F238E27FC236}">
                    <a16:creationId xmlns:a16="http://schemas.microsoft.com/office/drawing/2014/main" id="{A69A862F-2DEC-430C-CCF7-D7EC88EDED65}"/>
                  </a:ext>
                </a:extLst>
              </p:cNvPr>
              <p:cNvSpPr/>
              <p:nvPr/>
            </p:nvSpPr>
            <p:spPr>
              <a:xfrm>
                <a:off x="4516940" y="4641639"/>
                <a:ext cx="117405" cy="117405"/>
              </a:xfrm>
              <a:prstGeom prst="ellipse">
                <a:avLst/>
              </a:prstGeom>
              <a:solidFill>
                <a:srgbClr val="3A6DA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61" name="pt3960">
                <a:extLst>
                  <a:ext uri="{FF2B5EF4-FFF2-40B4-BE49-F238E27FC236}">
                    <a16:creationId xmlns:a16="http://schemas.microsoft.com/office/drawing/2014/main" id="{3E1B20CC-4130-6234-E450-6DC7B9DBB5DD}"/>
                  </a:ext>
                </a:extLst>
              </p:cNvPr>
              <p:cNvSpPr/>
              <p:nvPr/>
            </p:nvSpPr>
            <p:spPr>
              <a:xfrm>
                <a:off x="3514155" y="4797720"/>
                <a:ext cx="117405" cy="117405"/>
              </a:xfrm>
              <a:prstGeom prst="ellipse">
                <a:avLst/>
              </a:prstGeom>
              <a:solidFill>
                <a:srgbClr val="60CDA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62" name="pt3961">
                <a:extLst>
                  <a:ext uri="{FF2B5EF4-FFF2-40B4-BE49-F238E27FC236}">
                    <a16:creationId xmlns:a16="http://schemas.microsoft.com/office/drawing/2014/main" id="{57B6B93A-AC01-4173-C806-E1459D44F85A}"/>
                  </a:ext>
                </a:extLst>
              </p:cNvPr>
              <p:cNvSpPr/>
              <p:nvPr/>
            </p:nvSpPr>
            <p:spPr>
              <a:xfrm>
                <a:off x="5630836" y="3001150"/>
                <a:ext cx="117405" cy="117405"/>
              </a:xfrm>
              <a:prstGeom prst="ellipse">
                <a:avLst/>
              </a:prstGeom>
              <a:solidFill>
                <a:srgbClr val="3A74A1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63" name="pl3962">
                <a:extLst>
                  <a:ext uri="{FF2B5EF4-FFF2-40B4-BE49-F238E27FC236}">
                    <a16:creationId xmlns:a16="http://schemas.microsoft.com/office/drawing/2014/main" id="{CFF4696D-C5CE-803D-5390-6D1900D3F95C}"/>
                  </a:ext>
                </a:extLst>
              </p:cNvPr>
              <p:cNvSpPr/>
              <p:nvPr/>
            </p:nvSpPr>
            <p:spPr>
              <a:xfrm>
                <a:off x="2850458" y="4909125"/>
                <a:ext cx="52355" cy="84402"/>
              </a:xfrm>
              <a:custGeom>
                <a:avLst/>
                <a:gdLst/>
                <a:ahLst/>
                <a:cxnLst/>
                <a:rect l="0" t="0" r="0" b="0"/>
                <a:pathLst>
                  <a:path w="52355" h="84402">
                    <a:moveTo>
                      <a:pt x="0" y="0"/>
                    </a:moveTo>
                    <a:lnTo>
                      <a:pt x="52355" y="84402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64" name="pl3963">
                <a:extLst>
                  <a:ext uri="{FF2B5EF4-FFF2-40B4-BE49-F238E27FC236}">
                    <a16:creationId xmlns:a16="http://schemas.microsoft.com/office/drawing/2014/main" id="{AAAD3703-1E83-ED4B-DD8F-0AAECE385158}"/>
                  </a:ext>
                </a:extLst>
              </p:cNvPr>
              <p:cNvSpPr/>
              <p:nvPr/>
            </p:nvSpPr>
            <p:spPr>
              <a:xfrm>
                <a:off x="5710677" y="2781402"/>
                <a:ext cx="115898" cy="141269"/>
              </a:xfrm>
              <a:custGeom>
                <a:avLst/>
                <a:gdLst/>
                <a:ahLst/>
                <a:cxnLst/>
                <a:rect l="0" t="0" r="0" b="0"/>
                <a:pathLst>
                  <a:path w="115898" h="141269">
                    <a:moveTo>
                      <a:pt x="0" y="0"/>
                    </a:moveTo>
                    <a:lnTo>
                      <a:pt x="115898" y="141269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65" name="pl3964">
                <a:extLst>
                  <a:ext uri="{FF2B5EF4-FFF2-40B4-BE49-F238E27FC236}">
                    <a16:creationId xmlns:a16="http://schemas.microsoft.com/office/drawing/2014/main" id="{3F6C4CD1-1460-BD60-DEAC-DAEFEFC7B5FF}"/>
                  </a:ext>
                </a:extLst>
              </p:cNvPr>
              <p:cNvSpPr/>
              <p:nvPr/>
            </p:nvSpPr>
            <p:spPr>
              <a:xfrm>
                <a:off x="4513352" y="4609160"/>
                <a:ext cx="54474" cy="79740"/>
              </a:xfrm>
              <a:custGeom>
                <a:avLst/>
                <a:gdLst/>
                <a:ahLst/>
                <a:cxnLst/>
                <a:rect l="0" t="0" r="0" b="0"/>
                <a:pathLst>
                  <a:path w="54474" h="79740">
                    <a:moveTo>
                      <a:pt x="0" y="0"/>
                    </a:moveTo>
                    <a:lnTo>
                      <a:pt x="54474" y="79740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66" name="pl3965">
                <a:extLst>
                  <a:ext uri="{FF2B5EF4-FFF2-40B4-BE49-F238E27FC236}">
                    <a16:creationId xmlns:a16="http://schemas.microsoft.com/office/drawing/2014/main" id="{0ACCECEC-A1BB-C147-C0FA-53890BE76DF7}"/>
                  </a:ext>
                </a:extLst>
              </p:cNvPr>
              <p:cNvSpPr/>
              <p:nvPr/>
            </p:nvSpPr>
            <p:spPr>
              <a:xfrm>
                <a:off x="3511671" y="4762457"/>
                <a:ext cx="53660" cy="82407"/>
              </a:xfrm>
              <a:custGeom>
                <a:avLst/>
                <a:gdLst/>
                <a:ahLst/>
                <a:cxnLst/>
                <a:rect l="0" t="0" r="0" b="0"/>
                <a:pathLst>
                  <a:path w="53660" h="82407">
                    <a:moveTo>
                      <a:pt x="0" y="0"/>
                    </a:moveTo>
                    <a:lnTo>
                      <a:pt x="53660" y="82407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67" name="pg3966">
                <a:extLst>
                  <a:ext uri="{FF2B5EF4-FFF2-40B4-BE49-F238E27FC236}">
                    <a16:creationId xmlns:a16="http://schemas.microsoft.com/office/drawing/2014/main" id="{1587AEF4-DF00-1CF9-A88D-72C7D440E684}"/>
                  </a:ext>
                </a:extLst>
              </p:cNvPr>
              <p:cNvSpPr/>
              <p:nvPr/>
            </p:nvSpPr>
            <p:spPr>
              <a:xfrm>
                <a:off x="2291942" y="4760423"/>
                <a:ext cx="558515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58515" h="191932">
                    <a:moveTo>
                      <a:pt x="27431" y="191932"/>
                    </a:moveTo>
                    <a:lnTo>
                      <a:pt x="531083" y="191932"/>
                    </a:lnTo>
                    <a:lnTo>
                      <a:pt x="529978" y="191910"/>
                    </a:lnTo>
                    <a:lnTo>
                      <a:pt x="534390" y="191732"/>
                    </a:lnTo>
                    <a:lnTo>
                      <a:pt x="538715" y="190849"/>
                    </a:lnTo>
                    <a:lnTo>
                      <a:pt x="542843" y="189284"/>
                    </a:lnTo>
                    <a:lnTo>
                      <a:pt x="546666" y="187076"/>
                    </a:lnTo>
                    <a:lnTo>
                      <a:pt x="550086" y="184284"/>
                    </a:lnTo>
                    <a:lnTo>
                      <a:pt x="553013" y="180980"/>
                    </a:lnTo>
                    <a:lnTo>
                      <a:pt x="555373" y="177248"/>
                    </a:lnTo>
                    <a:lnTo>
                      <a:pt x="557103" y="173187"/>
                    </a:lnTo>
                    <a:lnTo>
                      <a:pt x="558160" y="168900"/>
                    </a:lnTo>
                    <a:lnTo>
                      <a:pt x="558515" y="164500"/>
                    </a:lnTo>
                    <a:lnTo>
                      <a:pt x="558515" y="27431"/>
                    </a:lnTo>
                    <a:lnTo>
                      <a:pt x="558160" y="23031"/>
                    </a:lnTo>
                    <a:lnTo>
                      <a:pt x="557103" y="18745"/>
                    </a:lnTo>
                    <a:lnTo>
                      <a:pt x="555373" y="14683"/>
                    </a:lnTo>
                    <a:lnTo>
                      <a:pt x="553013" y="10952"/>
                    </a:lnTo>
                    <a:lnTo>
                      <a:pt x="550086" y="7647"/>
                    </a:lnTo>
                    <a:lnTo>
                      <a:pt x="546666" y="4855"/>
                    </a:lnTo>
                    <a:lnTo>
                      <a:pt x="542843" y="2648"/>
                    </a:lnTo>
                    <a:lnTo>
                      <a:pt x="538715" y="1083"/>
                    </a:lnTo>
                    <a:lnTo>
                      <a:pt x="534390" y="200"/>
                    </a:lnTo>
                    <a:lnTo>
                      <a:pt x="53108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6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68" name="tx3967">
                <a:extLst>
                  <a:ext uri="{FF2B5EF4-FFF2-40B4-BE49-F238E27FC236}">
                    <a16:creationId xmlns:a16="http://schemas.microsoft.com/office/drawing/2014/main" id="{A4F92362-DFC5-4C5E-E246-181ADB4F561F}"/>
                  </a:ext>
                </a:extLst>
              </p:cNvPr>
              <p:cNvSpPr/>
              <p:nvPr/>
            </p:nvSpPr>
            <p:spPr>
              <a:xfrm>
                <a:off x="2337662" y="4806143"/>
                <a:ext cx="467075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1103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W1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TX</a:t>
                </a:r>
              </a:p>
            </p:txBody>
          </p:sp>
          <p:sp>
            <p:nvSpPr>
              <p:cNvPr id="13369" name="pg3968">
                <a:extLst>
                  <a:ext uri="{FF2B5EF4-FFF2-40B4-BE49-F238E27FC236}">
                    <a16:creationId xmlns:a16="http://schemas.microsoft.com/office/drawing/2014/main" id="{E2F6BF0C-FAC6-6323-02AA-2265BE33D1A5}"/>
                  </a:ext>
                </a:extLst>
              </p:cNvPr>
              <p:cNvSpPr/>
              <p:nvPr/>
            </p:nvSpPr>
            <p:spPr>
              <a:xfrm>
                <a:off x="5378928" y="2589470"/>
                <a:ext cx="589605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89605" h="191932">
                    <a:moveTo>
                      <a:pt x="27431" y="191932"/>
                    </a:moveTo>
                    <a:lnTo>
                      <a:pt x="562173" y="191932"/>
                    </a:lnTo>
                    <a:lnTo>
                      <a:pt x="561068" y="191910"/>
                    </a:lnTo>
                    <a:lnTo>
                      <a:pt x="565479" y="191732"/>
                    </a:lnTo>
                    <a:lnTo>
                      <a:pt x="569805" y="190849"/>
                    </a:lnTo>
                    <a:lnTo>
                      <a:pt x="573933" y="189284"/>
                    </a:lnTo>
                    <a:lnTo>
                      <a:pt x="577756" y="187076"/>
                    </a:lnTo>
                    <a:lnTo>
                      <a:pt x="581175" y="184284"/>
                    </a:lnTo>
                    <a:lnTo>
                      <a:pt x="584103" y="180980"/>
                    </a:lnTo>
                    <a:lnTo>
                      <a:pt x="586462" y="177248"/>
                    </a:lnTo>
                    <a:lnTo>
                      <a:pt x="588193" y="173187"/>
                    </a:lnTo>
                    <a:lnTo>
                      <a:pt x="589249" y="168900"/>
                    </a:lnTo>
                    <a:lnTo>
                      <a:pt x="589605" y="164500"/>
                    </a:lnTo>
                    <a:lnTo>
                      <a:pt x="589605" y="27432"/>
                    </a:lnTo>
                    <a:lnTo>
                      <a:pt x="589249" y="23031"/>
                    </a:lnTo>
                    <a:lnTo>
                      <a:pt x="588193" y="18745"/>
                    </a:lnTo>
                    <a:lnTo>
                      <a:pt x="586462" y="14683"/>
                    </a:lnTo>
                    <a:lnTo>
                      <a:pt x="584103" y="10952"/>
                    </a:lnTo>
                    <a:lnTo>
                      <a:pt x="581175" y="7647"/>
                    </a:lnTo>
                    <a:lnTo>
                      <a:pt x="577756" y="4855"/>
                    </a:lnTo>
                    <a:lnTo>
                      <a:pt x="573933" y="2648"/>
                    </a:lnTo>
                    <a:lnTo>
                      <a:pt x="569805" y="1083"/>
                    </a:lnTo>
                    <a:lnTo>
                      <a:pt x="565479" y="200"/>
                    </a:lnTo>
                    <a:lnTo>
                      <a:pt x="562173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70" name="tx3969">
                <a:extLst>
                  <a:ext uri="{FF2B5EF4-FFF2-40B4-BE49-F238E27FC236}">
                    <a16:creationId xmlns:a16="http://schemas.microsoft.com/office/drawing/2014/main" id="{F1CC240B-7E65-3355-026B-D66C0CC874E4}"/>
                  </a:ext>
                </a:extLst>
              </p:cNvPr>
              <p:cNvSpPr/>
              <p:nvPr/>
            </p:nvSpPr>
            <p:spPr>
              <a:xfrm>
                <a:off x="5424648" y="2635190"/>
                <a:ext cx="498165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1103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W6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ME</a:t>
                </a:r>
              </a:p>
            </p:txBody>
          </p:sp>
          <p:sp>
            <p:nvSpPr>
              <p:cNvPr id="13371" name="pg3970">
                <a:extLst>
                  <a:ext uri="{FF2B5EF4-FFF2-40B4-BE49-F238E27FC236}">
                    <a16:creationId xmlns:a16="http://schemas.microsoft.com/office/drawing/2014/main" id="{3341460F-C218-ACEE-6155-5D2FB1EAD583}"/>
                  </a:ext>
                </a:extLst>
              </p:cNvPr>
              <p:cNvSpPr/>
              <p:nvPr/>
            </p:nvSpPr>
            <p:spPr>
              <a:xfrm>
                <a:off x="3970381" y="4460281"/>
                <a:ext cx="542970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42970" h="191932">
                    <a:moveTo>
                      <a:pt x="27432" y="191932"/>
                    </a:moveTo>
                    <a:lnTo>
                      <a:pt x="515538" y="191932"/>
                    </a:lnTo>
                    <a:lnTo>
                      <a:pt x="514434" y="191910"/>
                    </a:lnTo>
                    <a:lnTo>
                      <a:pt x="518845" y="191732"/>
                    </a:lnTo>
                    <a:lnTo>
                      <a:pt x="523170" y="190849"/>
                    </a:lnTo>
                    <a:lnTo>
                      <a:pt x="527298" y="189284"/>
                    </a:lnTo>
                    <a:lnTo>
                      <a:pt x="531121" y="187076"/>
                    </a:lnTo>
                    <a:lnTo>
                      <a:pt x="534541" y="184284"/>
                    </a:lnTo>
                    <a:lnTo>
                      <a:pt x="537469" y="180980"/>
                    </a:lnTo>
                    <a:lnTo>
                      <a:pt x="539828" y="177248"/>
                    </a:lnTo>
                    <a:lnTo>
                      <a:pt x="541558" y="173187"/>
                    </a:lnTo>
                    <a:lnTo>
                      <a:pt x="542615" y="168900"/>
                    </a:lnTo>
                    <a:lnTo>
                      <a:pt x="542970" y="164500"/>
                    </a:lnTo>
                    <a:lnTo>
                      <a:pt x="542970" y="27432"/>
                    </a:lnTo>
                    <a:lnTo>
                      <a:pt x="542615" y="23031"/>
                    </a:lnTo>
                    <a:lnTo>
                      <a:pt x="541558" y="18745"/>
                    </a:lnTo>
                    <a:lnTo>
                      <a:pt x="539828" y="14683"/>
                    </a:lnTo>
                    <a:lnTo>
                      <a:pt x="537469" y="10952"/>
                    </a:lnTo>
                    <a:lnTo>
                      <a:pt x="534541" y="7647"/>
                    </a:lnTo>
                    <a:lnTo>
                      <a:pt x="531121" y="4855"/>
                    </a:lnTo>
                    <a:lnTo>
                      <a:pt x="527298" y="2648"/>
                    </a:lnTo>
                    <a:lnTo>
                      <a:pt x="523170" y="1083"/>
                    </a:lnTo>
                    <a:lnTo>
                      <a:pt x="518845" y="200"/>
                    </a:lnTo>
                    <a:lnTo>
                      <a:pt x="515538" y="0"/>
                    </a:lnTo>
                    <a:lnTo>
                      <a:pt x="27432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6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72" name="tx3971">
                <a:extLst>
                  <a:ext uri="{FF2B5EF4-FFF2-40B4-BE49-F238E27FC236}">
                    <a16:creationId xmlns:a16="http://schemas.microsoft.com/office/drawing/2014/main" id="{AC449F70-EB92-1840-1A30-6075AFA85F46}"/>
                  </a:ext>
                </a:extLst>
              </p:cNvPr>
              <p:cNvSpPr/>
              <p:nvPr/>
            </p:nvSpPr>
            <p:spPr>
              <a:xfrm>
                <a:off x="4016101" y="4506001"/>
                <a:ext cx="451530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1103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W3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FL</a:t>
                </a:r>
              </a:p>
            </p:txBody>
          </p:sp>
          <p:sp>
            <p:nvSpPr>
              <p:cNvPr id="13373" name="pg3972">
                <a:extLst>
                  <a:ext uri="{FF2B5EF4-FFF2-40B4-BE49-F238E27FC236}">
                    <a16:creationId xmlns:a16="http://schemas.microsoft.com/office/drawing/2014/main" id="{6BE9C09D-852C-2A39-71A5-F8120F3E9C77}"/>
                  </a:ext>
                </a:extLst>
              </p:cNvPr>
              <p:cNvSpPr/>
              <p:nvPr/>
            </p:nvSpPr>
            <p:spPr>
              <a:xfrm>
                <a:off x="2960836" y="4613756"/>
                <a:ext cx="550834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50834" h="191932">
                    <a:moveTo>
                      <a:pt x="27431" y="191932"/>
                    </a:moveTo>
                    <a:lnTo>
                      <a:pt x="523402" y="191932"/>
                    </a:lnTo>
                    <a:lnTo>
                      <a:pt x="522297" y="191910"/>
                    </a:lnTo>
                    <a:lnTo>
                      <a:pt x="526709" y="191732"/>
                    </a:lnTo>
                    <a:lnTo>
                      <a:pt x="531034" y="190849"/>
                    </a:lnTo>
                    <a:lnTo>
                      <a:pt x="535162" y="189284"/>
                    </a:lnTo>
                    <a:lnTo>
                      <a:pt x="538985" y="187076"/>
                    </a:lnTo>
                    <a:lnTo>
                      <a:pt x="542405" y="184284"/>
                    </a:lnTo>
                    <a:lnTo>
                      <a:pt x="545332" y="180980"/>
                    </a:lnTo>
                    <a:lnTo>
                      <a:pt x="547692" y="177248"/>
                    </a:lnTo>
                    <a:lnTo>
                      <a:pt x="549422" y="173187"/>
                    </a:lnTo>
                    <a:lnTo>
                      <a:pt x="550479" y="168900"/>
                    </a:lnTo>
                    <a:lnTo>
                      <a:pt x="550834" y="164500"/>
                    </a:lnTo>
                    <a:lnTo>
                      <a:pt x="550834" y="27431"/>
                    </a:lnTo>
                    <a:lnTo>
                      <a:pt x="550479" y="23031"/>
                    </a:lnTo>
                    <a:lnTo>
                      <a:pt x="549422" y="18745"/>
                    </a:lnTo>
                    <a:lnTo>
                      <a:pt x="547692" y="14683"/>
                    </a:lnTo>
                    <a:lnTo>
                      <a:pt x="545332" y="10952"/>
                    </a:lnTo>
                    <a:lnTo>
                      <a:pt x="542405" y="7647"/>
                    </a:lnTo>
                    <a:lnTo>
                      <a:pt x="538985" y="4855"/>
                    </a:lnTo>
                    <a:lnTo>
                      <a:pt x="535162" y="2648"/>
                    </a:lnTo>
                    <a:lnTo>
                      <a:pt x="531034" y="1083"/>
                    </a:lnTo>
                    <a:lnTo>
                      <a:pt x="526709" y="200"/>
                    </a:lnTo>
                    <a:lnTo>
                      <a:pt x="523402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74" name="tx3973">
                <a:extLst>
                  <a:ext uri="{FF2B5EF4-FFF2-40B4-BE49-F238E27FC236}">
                    <a16:creationId xmlns:a16="http://schemas.microsoft.com/office/drawing/2014/main" id="{41A8E2F8-4DEE-594B-A27A-46DD3A656FA1}"/>
                  </a:ext>
                </a:extLst>
              </p:cNvPr>
              <p:cNvSpPr/>
              <p:nvPr/>
            </p:nvSpPr>
            <p:spPr>
              <a:xfrm>
                <a:off x="3006556" y="4659476"/>
                <a:ext cx="459394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1103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W2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LA</a:t>
                </a:r>
              </a:p>
            </p:txBody>
          </p:sp>
          <p:sp>
            <p:nvSpPr>
              <p:cNvPr id="13375" name="pg3974">
                <a:extLst>
                  <a:ext uri="{FF2B5EF4-FFF2-40B4-BE49-F238E27FC236}">
                    <a16:creationId xmlns:a16="http://schemas.microsoft.com/office/drawing/2014/main" id="{8CD674CE-5513-3C80-7812-A59AAA6CA8FF}"/>
                  </a:ext>
                </a:extLst>
              </p:cNvPr>
              <p:cNvSpPr/>
              <p:nvPr/>
            </p:nvSpPr>
            <p:spPr>
              <a:xfrm>
                <a:off x="5017697" y="2872610"/>
                <a:ext cx="581741" cy="191932"/>
              </a:xfrm>
              <a:custGeom>
                <a:avLst/>
                <a:gdLst/>
                <a:ahLst/>
                <a:cxnLst/>
                <a:rect l="0" t="0" r="0" b="0"/>
                <a:pathLst>
                  <a:path w="581741" h="191932">
                    <a:moveTo>
                      <a:pt x="27432" y="191932"/>
                    </a:moveTo>
                    <a:lnTo>
                      <a:pt x="554309" y="191932"/>
                    </a:lnTo>
                    <a:lnTo>
                      <a:pt x="553204" y="191910"/>
                    </a:lnTo>
                    <a:lnTo>
                      <a:pt x="557615" y="191732"/>
                    </a:lnTo>
                    <a:lnTo>
                      <a:pt x="561941" y="190849"/>
                    </a:lnTo>
                    <a:lnTo>
                      <a:pt x="566069" y="189284"/>
                    </a:lnTo>
                    <a:lnTo>
                      <a:pt x="569892" y="187076"/>
                    </a:lnTo>
                    <a:lnTo>
                      <a:pt x="573312" y="184284"/>
                    </a:lnTo>
                    <a:lnTo>
                      <a:pt x="576239" y="180980"/>
                    </a:lnTo>
                    <a:lnTo>
                      <a:pt x="578599" y="177248"/>
                    </a:lnTo>
                    <a:lnTo>
                      <a:pt x="580329" y="173187"/>
                    </a:lnTo>
                    <a:lnTo>
                      <a:pt x="581386" y="168900"/>
                    </a:lnTo>
                    <a:lnTo>
                      <a:pt x="581741" y="164500"/>
                    </a:lnTo>
                    <a:lnTo>
                      <a:pt x="581741" y="27431"/>
                    </a:lnTo>
                    <a:lnTo>
                      <a:pt x="581386" y="23031"/>
                    </a:lnTo>
                    <a:lnTo>
                      <a:pt x="580329" y="18745"/>
                    </a:lnTo>
                    <a:lnTo>
                      <a:pt x="578599" y="14683"/>
                    </a:lnTo>
                    <a:lnTo>
                      <a:pt x="576239" y="10952"/>
                    </a:lnTo>
                    <a:lnTo>
                      <a:pt x="573312" y="7647"/>
                    </a:lnTo>
                    <a:lnTo>
                      <a:pt x="569892" y="4855"/>
                    </a:lnTo>
                    <a:lnTo>
                      <a:pt x="566069" y="2648"/>
                    </a:lnTo>
                    <a:lnTo>
                      <a:pt x="561941" y="1083"/>
                    </a:lnTo>
                    <a:lnTo>
                      <a:pt x="557615" y="200"/>
                    </a:lnTo>
                    <a:lnTo>
                      <a:pt x="554309" y="0"/>
                    </a:lnTo>
                    <a:lnTo>
                      <a:pt x="27432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76" name="tx3975">
                <a:extLst>
                  <a:ext uri="{FF2B5EF4-FFF2-40B4-BE49-F238E27FC236}">
                    <a16:creationId xmlns:a16="http://schemas.microsoft.com/office/drawing/2014/main" id="{CEA17D82-D2A3-58B8-B0DA-5485FAE77282}"/>
                  </a:ext>
                </a:extLst>
              </p:cNvPr>
              <p:cNvSpPr/>
              <p:nvPr/>
            </p:nvSpPr>
            <p:spPr>
              <a:xfrm>
                <a:off x="5063417" y="2918330"/>
                <a:ext cx="490301" cy="100492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1103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W5</a:t>
                </a:r>
                <a:r>
                  <a:rPr lang="en-US"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-</a:t>
                </a:r>
                <a:r>
                  <a:rPr sz="110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NH</a:t>
                </a:r>
              </a:p>
            </p:txBody>
          </p:sp>
          <p:sp>
            <p:nvSpPr>
              <p:cNvPr id="13377" name="rc3976">
                <a:extLst>
                  <a:ext uri="{FF2B5EF4-FFF2-40B4-BE49-F238E27FC236}">
                    <a16:creationId xmlns:a16="http://schemas.microsoft.com/office/drawing/2014/main" id="{41527200-46BE-365E-ABDD-AEB1E0FFB407}"/>
                  </a:ext>
                </a:extLst>
              </p:cNvPr>
              <p:cNvSpPr/>
              <p:nvPr/>
            </p:nvSpPr>
            <p:spPr>
              <a:xfrm>
                <a:off x="2201917" y="2354586"/>
                <a:ext cx="4342247" cy="3366361"/>
              </a:xfrm>
              <a:prstGeom prst="rect">
                <a:avLst/>
              </a:prstGeom>
              <a:ln w="13550" cap="rnd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78" name="tx3977">
                <a:extLst>
                  <a:ext uri="{FF2B5EF4-FFF2-40B4-BE49-F238E27FC236}">
                    <a16:creationId xmlns:a16="http://schemas.microsoft.com/office/drawing/2014/main" id="{C5C85B2D-7F38-1B86-641A-860555691154}"/>
                  </a:ext>
                </a:extLst>
              </p:cNvPr>
              <p:cNvSpPr/>
              <p:nvPr/>
            </p:nvSpPr>
            <p:spPr>
              <a:xfrm>
                <a:off x="1889564" y="5366840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25</a:t>
                </a:r>
              </a:p>
            </p:txBody>
          </p:sp>
          <p:sp>
            <p:nvSpPr>
              <p:cNvPr id="13379" name="tx3978">
                <a:extLst>
                  <a:ext uri="{FF2B5EF4-FFF2-40B4-BE49-F238E27FC236}">
                    <a16:creationId xmlns:a16="http://schemas.microsoft.com/office/drawing/2014/main" id="{AACC38AC-737D-9FDF-5A76-E6B333C43044}"/>
                  </a:ext>
                </a:extLst>
              </p:cNvPr>
              <p:cNvSpPr/>
              <p:nvPr/>
            </p:nvSpPr>
            <p:spPr>
              <a:xfrm>
                <a:off x="2013922" y="5348460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3380" name="tx3979">
                <a:extLst>
                  <a:ext uri="{FF2B5EF4-FFF2-40B4-BE49-F238E27FC236}">
                    <a16:creationId xmlns:a16="http://schemas.microsoft.com/office/drawing/2014/main" id="{26089A64-1F6F-74E4-CE58-87B1CCFBA6E0}"/>
                  </a:ext>
                </a:extLst>
              </p:cNvPr>
              <p:cNvSpPr/>
              <p:nvPr/>
            </p:nvSpPr>
            <p:spPr>
              <a:xfrm>
                <a:off x="2058636" y="5366840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13381" name="tx3980">
                <a:extLst>
                  <a:ext uri="{FF2B5EF4-FFF2-40B4-BE49-F238E27FC236}">
                    <a16:creationId xmlns:a16="http://schemas.microsoft.com/office/drawing/2014/main" id="{644C2FF0-494B-5F6F-3B8D-F8E3EBB8F691}"/>
                  </a:ext>
                </a:extLst>
              </p:cNvPr>
              <p:cNvSpPr/>
              <p:nvPr/>
            </p:nvSpPr>
            <p:spPr>
              <a:xfrm>
                <a:off x="1889564" y="4716468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30</a:t>
                </a:r>
              </a:p>
            </p:txBody>
          </p:sp>
          <p:sp>
            <p:nvSpPr>
              <p:cNvPr id="13382" name="tx3981">
                <a:extLst>
                  <a:ext uri="{FF2B5EF4-FFF2-40B4-BE49-F238E27FC236}">
                    <a16:creationId xmlns:a16="http://schemas.microsoft.com/office/drawing/2014/main" id="{F447A416-2EA8-60C7-0969-297B199F4B59}"/>
                  </a:ext>
                </a:extLst>
              </p:cNvPr>
              <p:cNvSpPr/>
              <p:nvPr/>
            </p:nvSpPr>
            <p:spPr>
              <a:xfrm>
                <a:off x="2013922" y="469808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3383" name="tx3982">
                <a:extLst>
                  <a:ext uri="{FF2B5EF4-FFF2-40B4-BE49-F238E27FC236}">
                    <a16:creationId xmlns:a16="http://schemas.microsoft.com/office/drawing/2014/main" id="{8DD0216B-CB34-5B21-A596-CB4B604D501C}"/>
                  </a:ext>
                </a:extLst>
              </p:cNvPr>
              <p:cNvSpPr/>
              <p:nvPr/>
            </p:nvSpPr>
            <p:spPr>
              <a:xfrm>
                <a:off x="2058636" y="4716468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13384" name="tx3983">
                <a:extLst>
                  <a:ext uri="{FF2B5EF4-FFF2-40B4-BE49-F238E27FC236}">
                    <a16:creationId xmlns:a16="http://schemas.microsoft.com/office/drawing/2014/main" id="{508D3096-3955-0F5C-23D6-6E4D77CBD097}"/>
                  </a:ext>
                </a:extLst>
              </p:cNvPr>
              <p:cNvSpPr/>
              <p:nvPr/>
            </p:nvSpPr>
            <p:spPr>
              <a:xfrm>
                <a:off x="1889564" y="4066188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35</a:t>
                </a:r>
              </a:p>
            </p:txBody>
          </p:sp>
          <p:sp>
            <p:nvSpPr>
              <p:cNvPr id="13385" name="tx3984">
                <a:extLst>
                  <a:ext uri="{FF2B5EF4-FFF2-40B4-BE49-F238E27FC236}">
                    <a16:creationId xmlns:a16="http://schemas.microsoft.com/office/drawing/2014/main" id="{331F87F9-E281-66D8-0425-704728D8F6DF}"/>
                  </a:ext>
                </a:extLst>
              </p:cNvPr>
              <p:cNvSpPr/>
              <p:nvPr/>
            </p:nvSpPr>
            <p:spPr>
              <a:xfrm>
                <a:off x="2013922" y="404780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3386" name="tx3985">
                <a:extLst>
                  <a:ext uri="{FF2B5EF4-FFF2-40B4-BE49-F238E27FC236}">
                    <a16:creationId xmlns:a16="http://schemas.microsoft.com/office/drawing/2014/main" id="{888F7A99-E25A-E445-760B-5BC87A09019F}"/>
                  </a:ext>
                </a:extLst>
              </p:cNvPr>
              <p:cNvSpPr/>
              <p:nvPr/>
            </p:nvSpPr>
            <p:spPr>
              <a:xfrm>
                <a:off x="2058636" y="4066188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13387" name="tx3986">
                <a:extLst>
                  <a:ext uri="{FF2B5EF4-FFF2-40B4-BE49-F238E27FC236}">
                    <a16:creationId xmlns:a16="http://schemas.microsoft.com/office/drawing/2014/main" id="{0095C0B3-C880-FFCE-D162-18FF464D46A8}"/>
                  </a:ext>
                </a:extLst>
              </p:cNvPr>
              <p:cNvSpPr/>
              <p:nvPr/>
            </p:nvSpPr>
            <p:spPr>
              <a:xfrm>
                <a:off x="1889564" y="3415908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40</a:t>
                </a:r>
              </a:p>
            </p:txBody>
          </p:sp>
          <p:sp>
            <p:nvSpPr>
              <p:cNvPr id="13388" name="tx3987">
                <a:extLst>
                  <a:ext uri="{FF2B5EF4-FFF2-40B4-BE49-F238E27FC236}">
                    <a16:creationId xmlns:a16="http://schemas.microsoft.com/office/drawing/2014/main" id="{F6630A51-061F-382E-4342-7E192C35C61A}"/>
                  </a:ext>
                </a:extLst>
              </p:cNvPr>
              <p:cNvSpPr/>
              <p:nvPr/>
            </p:nvSpPr>
            <p:spPr>
              <a:xfrm>
                <a:off x="2013922" y="3397529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3389" name="tx3988">
                <a:extLst>
                  <a:ext uri="{FF2B5EF4-FFF2-40B4-BE49-F238E27FC236}">
                    <a16:creationId xmlns:a16="http://schemas.microsoft.com/office/drawing/2014/main" id="{69C986CC-99BF-9BB7-C4EC-5AFB8878EC2A}"/>
                  </a:ext>
                </a:extLst>
              </p:cNvPr>
              <p:cNvSpPr/>
              <p:nvPr/>
            </p:nvSpPr>
            <p:spPr>
              <a:xfrm>
                <a:off x="2058636" y="3415908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13390" name="tx3989">
                <a:extLst>
                  <a:ext uri="{FF2B5EF4-FFF2-40B4-BE49-F238E27FC236}">
                    <a16:creationId xmlns:a16="http://schemas.microsoft.com/office/drawing/2014/main" id="{5D9FCAF4-BA59-2EBD-FA56-D905EA8F8C99}"/>
                  </a:ext>
                </a:extLst>
              </p:cNvPr>
              <p:cNvSpPr/>
              <p:nvPr/>
            </p:nvSpPr>
            <p:spPr>
              <a:xfrm>
                <a:off x="1889564" y="2765720"/>
                <a:ext cx="124358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45</a:t>
                </a:r>
              </a:p>
            </p:txBody>
          </p:sp>
          <p:sp>
            <p:nvSpPr>
              <p:cNvPr id="13391" name="tx3990">
                <a:extLst>
                  <a:ext uri="{FF2B5EF4-FFF2-40B4-BE49-F238E27FC236}">
                    <a16:creationId xmlns:a16="http://schemas.microsoft.com/office/drawing/2014/main" id="{F1F4E17B-1E32-4DFF-E718-9269075BFE04}"/>
                  </a:ext>
                </a:extLst>
              </p:cNvPr>
              <p:cNvSpPr/>
              <p:nvPr/>
            </p:nvSpPr>
            <p:spPr>
              <a:xfrm>
                <a:off x="2013922" y="2747340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3392" name="tx3991">
                <a:extLst>
                  <a:ext uri="{FF2B5EF4-FFF2-40B4-BE49-F238E27FC236}">
                    <a16:creationId xmlns:a16="http://schemas.microsoft.com/office/drawing/2014/main" id="{F23785BC-7DDB-265E-1D71-239A75BAE07E}"/>
                  </a:ext>
                </a:extLst>
              </p:cNvPr>
              <p:cNvSpPr/>
              <p:nvPr/>
            </p:nvSpPr>
            <p:spPr>
              <a:xfrm>
                <a:off x="2058636" y="2765720"/>
                <a:ext cx="8065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13393" name="pl3992">
                <a:extLst>
                  <a:ext uri="{FF2B5EF4-FFF2-40B4-BE49-F238E27FC236}">
                    <a16:creationId xmlns:a16="http://schemas.microsoft.com/office/drawing/2014/main" id="{C26E73C9-E7BE-BE7D-7997-EB7024FE0513}"/>
                  </a:ext>
                </a:extLst>
              </p:cNvPr>
              <p:cNvSpPr/>
              <p:nvPr/>
            </p:nvSpPr>
            <p:spPr>
              <a:xfrm>
                <a:off x="2167122" y="5407850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94" name="pl3993">
                <a:extLst>
                  <a:ext uri="{FF2B5EF4-FFF2-40B4-BE49-F238E27FC236}">
                    <a16:creationId xmlns:a16="http://schemas.microsoft.com/office/drawing/2014/main" id="{78225229-952E-6506-CF85-75423C3553E6}"/>
                  </a:ext>
                </a:extLst>
              </p:cNvPr>
              <p:cNvSpPr/>
              <p:nvPr/>
            </p:nvSpPr>
            <p:spPr>
              <a:xfrm>
                <a:off x="2167122" y="4757570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95" name="pl3994">
                <a:extLst>
                  <a:ext uri="{FF2B5EF4-FFF2-40B4-BE49-F238E27FC236}">
                    <a16:creationId xmlns:a16="http://schemas.microsoft.com/office/drawing/2014/main" id="{E737B1A6-5D51-13EE-7D01-601E5ECD0789}"/>
                  </a:ext>
                </a:extLst>
              </p:cNvPr>
              <p:cNvSpPr/>
              <p:nvPr/>
            </p:nvSpPr>
            <p:spPr>
              <a:xfrm>
                <a:off x="2167122" y="410729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96" name="pl3995">
                <a:extLst>
                  <a:ext uri="{FF2B5EF4-FFF2-40B4-BE49-F238E27FC236}">
                    <a16:creationId xmlns:a16="http://schemas.microsoft.com/office/drawing/2014/main" id="{8E83C678-629D-A67B-790C-6367FBE2D606}"/>
                  </a:ext>
                </a:extLst>
              </p:cNvPr>
              <p:cNvSpPr/>
              <p:nvPr/>
            </p:nvSpPr>
            <p:spPr>
              <a:xfrm>
                <a:off x="2167122" y="345701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97" name="pl3996">
                <a:extLst>
                  <a:ext uri="{FF2B5EF4-FFF2-40B4-BE49-F238E27FC236}">
                    <a16:creationId xmlns:a16="http://schemas.microsoft.com/office/drawing/2014/main" id="{1774ADBA-3E55-6BA3-057B-466A29C864C2}"/>
                  </a:ext>
                </a:extLst>
              </p:cNvPr>
              <p:cNvSpPr/>
              <p:nvPr/>
            </p:nvSpPr>
            <p:spPr>
              <a:xfrm>
                <a:off x="2167122" y="2806731"/>
                <a:ext cx="34794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98" name="pl3997">
                <a:extLst>
                  <a:ext uri="{FF2B5EF4-FFF2-40B4-BE49-F238E27FC236}">
                    <a16:creationId xmlns:a16="http://schemas.microsoft.com/office/drawing/2014/main" id="{BFDEF124-8808-3118-BEA0-3A843937848B}"/>
                  </a:ext>
                </a:extLst>
              </p:cNvPr>
              <p:cNvSpPr/>
              <p:nvPr/>
            </p:nvSpPr>
            <p:spPr>
              <a:xfrm>
                <a:off x="2610961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399" name="pl3998">
                <a:extLst>
                  <a:ext uri="{FF2B5EF4-FFF2-40B4-BE49-F238E27FC236}">
                    <a16:creationId xmlns:a16="http://schemas.microsoft.com/office/drawing/2014/main" id="{F8DAD67B-8A4C-70FD-5B6B-6FD1D3744CF7}"/>
                  </a:ext>
                </a:extLst>
              </p:cNvPr>
              <p:cNvSpPr/>
              <p:nvPr/>
            </p:nvSpPr>
            <p:spPr>
              <a:xfrm>
                <a:off x="3140137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00" name="pl3999">
                <a:extLst>
                  <a:ext uri="{FF2B5EF4-FFF2-40B4-BE49-F238E27FC236}">
                    <a16:creationId xmlns:a16="http://schemas.microsoft.com/office/drawing/2014/main" id="{A6B37C35-F1E5-0C68-76E5-C5EA5067790C}"/>
                  </a:ext>
                </a:extLst>
              </p:cNvPr>
              <p:cNvSpPr/>
              <p:nvPr/>
            </p:nvSpPr>
            <p:spPr>
              <a:xfrm>
                <a:off x="3669312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01" name="pl4000">
                <a:extLst>
                  <a:ext uri="{FF2B5EF4-FFF2-40B4-BE49-F238E27FC236}">
                    <a16:creationId xmlns:a16="http://schemas.microsoft.com/office/drawing/2014/main" id="{81B06574-125D-CB1A-9830-70710DFBF458}"/>
                  </a:ext>
                </a:extLst>
              </p:cNvPr>
              <p:cNvSpPr/>
              <p:nvPr/>
            </p:nvSpPr>
            <p:spPr>
              <a:xfrm>
                <a:off x="4198487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02" name="pl4001">
                <a:extLst>
                  <a:ext uri="{FF2B5EF4-FFF2-40B4-BE49-F238E27FC236}">
                    <a16:creationId xmlns:a16="http://schemas.microsoft.com/office/drawing/2014/main" id="{222511F2-FDEB-1B03-75EA-1A22FD16C35E}"/>
                  </a:ext>
                </a:extLst>
              </p:cNvPr>
              <p:cNvSpPr/>
              <p:nvPr/>
            </p:nvSpPr>
            <p:spPr>
              <a:xfrm>
                <a:off x="4727662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03" name="pl4002">
                <a:extLst>
                  <a:ext uri="{FF2B5EF4-FFF2-40B4-BE49-F238E27FC236}">
                    <a16:creationId xmlns:a16="http://schemas.microsoft.com/office/drawing/2014/main" id="{DBB4DEF9-02A5-2E6C-8CDC-3A073D753258}"/>
                  </a:ext>
                </a:extLst>
              </p:cNvPr>
              <p:cNvSpPr/>
              <p:nvPr/>
            </p:nvSpPr>
            <p:spPr>
              <a:xfrm>
                <a:off x="5256837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04" name="pl4003">
                <a:extLst>
                  <a:ext uri="{FF2B5EF4-FFF2-40B4-BE49-F238E27FC236}">
                    <a16:creationId xmlns:a16="http://schemas.microsoft.com/office/drawing/2014/main" id="{2FFE71B0-C99A-58C2-AAA5-EA6C1101B808}"/>
                  </a:ext>
                </a:extLst>
              </p:cNvPr>
              <p:cNvSpPr/>
              <p:nvPr/>
            </p:nvSpPr>
            <p:spPr>
              <a:xfrm>
                <a:off x="5786012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05" name="pl4004">
                <a:extLst>
                  <a:ext uri="{FF2B5EF4-FFF2-40B4-BE49-F238E27FC236}">
                    <a16:creationId xmlns:a16="http://schemas.microsoft.com/office/drawing/2014/main" id="{375E9232-4B66-3A91-1A64-3F29ED559948}"/>
                  </a:ext>
                </a:extLst>
              </p:cNvPr>
              <p:cNvSpPr/>
              <p:nvPr/>
            </p:nvSpPr>
            <p:spPr>
              <a:xfrm>
                <a:off x="6315187" y="5720948"/>
                <a:ext cx="0" cy="34794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06" name="tx4005">
                <a:extLst>
                  <a:ext uri="{FF2B5EF4-FFF2-40B4-BE49-F238E27FC236}">
                    <a16:creationId xmlns:a16="http://schemas.microsoft.com/office/drawing/2014/main" id="{92C51BD0-DFB4-0E94-788D-E8FB4AA7EC82}"/>
                  </a:ext>
                </a:extLst>
              </p:cNvPr>
              <p:cNvSpPr/>
              <p:nvPr/>
            </p:nvSpPr>
            <p:spPr>
              <a:xfrm>
                <a:off x="2442620" y="5783578"/>
                <a:ext cx="186537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100</a:t>
                </a:r>
              </a:p>
            </p:txBody>
          </p:sp>
          <p:sp>
            <p:nvSpPr>
              <p:cNvPr id="13407" name="tx4006">
                <a:extLst>
                  <a:ext uri="{FF2B5EF4-FFF2-40B4-BE49-F238E27FC236}">
                    <a16:creationId xmlns:a16="http://schemas.microsoft.com/office/drawing/2014/main" id="{50885208-3B69-6F61-4A78-6C3F56A0F0A0}"/>
                  </a:ext>
                </a:extLst>
              </p:cNvPr>
              <p:cNvSpPr/>
              <p:nvPr/>
            </p:nvSpPr>
            <p:spPr>
              <a:xfrm>
                <a:off x="2629158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3408" name="tx4007">
                <a:extLst>
                  <a:ext uri="{FF2B5EF4-FFF2-40B4-BE49-F238E27FC236}">
                    <a16:creationId xmlns:a16="http://schemas.microsoft.com/office/drawing/2014/main" id="{A6A11FCA-D392-D7BE-0C1C-A2158642E343}"/>
                  </a:ext>
                </a:extLst>
              </p:cNvPr>
              <p:cNvSpPr/>
              <p:nvPr/>
            </p:nvSpPr>
            <p:spPr>
              <a:xfrm>
                <a:off x="2673872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13409" name="tx4008">
                <a:extLst>
                  <a:ext uri="{FF2B5EF4-FFF2-40B4-BE49-F238E27FC236}">
                    <a16:creationId xmlns:a16="http://schemas.microsoft.com/office/drawing/2014/main" id="{6D050ADB-CE9B-AD5A-7B38-2A2C1BFB9DDD}"/>
                  </a:ext>
                </a:extLst>
              </p:cNvPr>
              <p:cNvSpPr/>
              <p:nvPr/>
            </p:nvSpPr>
            <p:spPr>
              <a:xfrm>
                <a:off x="2987386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95</a:t>
                </a:r>
              </a:p>
            </p:txBody>
          </p:sp>
          <p:sp>
            <p:nvSpPr>
              <p:cNvPr id="13410" name="tx4009">
                <a:extLst>
                  <a:ext uri="{FF2B5EF4-FFF2-40B4-BE49-F238E27FC236}">
                    <a16:creationId xmlns:a16="http://schemas.microsoft.com/office/drawing/2014/main" id="{E0C37794-B1F6-DF30-7845-DE3DD31392CC}"/>
                  </a:ext>
                </a:extLst>
              </p:cNvPr>
              <p:cNvSpPr/>
              <p:nvPr/>
            </p:nvSpPr>
            <p:spPr>
              <a:xfrm>
                <a:off x="3142743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3411" name="tx4010">
                <a:extLst>
                  <a:ext uri="{FF2B5EF4-FFF2-40B4-BE49-F238E27FC236}">
                    <a16:creationId xmlns:a16="http://schemas.microsoft.com/office/drawing/2014/main" id="{9E0F6979-F26F-DE49-7C3A-AF6DDC863AC5}"/>
                  </a:ext>
                </a:extLst>
              </p:cNvPr>
              <p:cNvSpPr/>
              <p:nvPr/>
            </p:nvSpPr>
            <p:spPr>
              <a:xfrm>
                <a:off x="3187457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13412" name="tx4011">
                <a:extLst>
                  <a:ext uri="{FF2B5EF4-FFF2-40B4-BE49-F238E27FC236}">
                    <a16:creationId xmlns:a16="http://schemas.microsoft.com/office/drawing/2014/main" id="{E943A67D-9BD1-D921-0CBB-80284C14C3C6}"/>
                  </a:ext>
                </a:extLst>
              </p:cNvPr>
              <p:cNvSpPr/>
              <p:nvPr/>
            </p:nvSpPr>
            <p:spPr>
              <a:xfrm>
                <a:off x="3516561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90</a:t>
                </a:r>
              </a:p>
            </p:txBody>
          </p:sp>
          <p:sp>
            <p:nvSpPr>
              <p:cNvPr id="13413" name="tx4012">
                <a:extLst>
                  <a:ext uri="{FF2B5EF4-FFF2-40B4-BE49-F238E27FC236}">
                    <a16:creationId xmlns:a16="http://schemas.microsoft.com/office/drawing/2014/main" id="{350D0C96-0800-0683-2ACE-C4708106D796}"/>
                  </a:ext>
                </a:extLst>
              </p:cNvPr>
              <p:cNvSpPr/>
              <p:nvPr/>
            </p:nvSpPr>
            <p:spPr>
              <a:xfrm>
                <a:off x="3671918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3414" name="tx4013">
                <a:extLst>
                  <a:ext uri="{FF2B5EF4-FFF2-40B4-BE49-F238E27FC236}">
                    <a16:creationId xmlns:a16="http://schemas.microsoft.com/office/drawing/2014/main" id="{7CFF54FC-69E7-A6FA-96E4-5EA9EAD65209}"/>
                  </a:ext>
                </a:extLst>
              </p:cNvPr>
              <p:cNvSpPr/>
              <p:nvPr/>
            </p:nvSpPr>
            <p:spPr>
              <a:xfrm>
                <a:off x="3716632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13415" name="tx4014">
                <a:extLst>
                  <a:ext uri="{FF2B5EF4-FFF2-40B4-BE49-F238E27FC236}">
                    <a16:creationId xmlns:a16="http://schemas.microsoft.com/office/drawing/2014/main" id="{ABD30C01-2EB1-FD71-0A3A-33BE5F3EC1B4}"/>
                  </a:ext>
                </a:extLst>
              </p:cNvPr>
              <p:cNvSpPr/>
              <p:nvPr/>
            </p:nvSpPr>
            <p:spPr>
              <a:xfrm>
                <a:off x="4045736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85</a:t>
                </a:r>
              </a:p>
            </p:txBody>
          </p:sp>
          <p:sp>
            <p:nvSpPr>
              <p:cNvPr id="13416" name="tx4015">
                <a:extLst>
                  <a:ext uri="{FF2B5EF4-FFF2-40B4-BE49-F238E27FC236}">
                    <a16:creationId xmlns:a16="http://schemas.microsoft.com/office/drawing/2014/main" id="{25BA05B0-F2F7-6179-4088-6B1481DD407F}"/>
                  </a:ext>
                </a:extLst>
              </p:cNvPr>
              <p:cNvSpPr/>
              <p:nvPr/>
            </p:nvSpPr>
            <p:spPr>
              <a:xfrm>
                <a:off x="4201093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3417" name="tx4016">
                <a:extLst>
                  <a:ext uri="{FF2B5EF4-FFF2-40B4-BE49-F238E27FC236}">
                    <a16:creationId xmlns:a16="http://schemas.microsoft.com/office/drawing/2014/main" id="{D15524BD-9BB1-C221-AEC4-A5A0940B6B9D}"/>
                  </a:ext>
                </a:extLst>
              </p:cNvPr>
              <p:cNvSpPr/>
              <p:nvPr/>
            </p:nvSpPr>
            <p:spPr>
              <a:xfrm>
                <a:off x="4245807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13418" name="tx4017">
                <a:extLst>
                  <a:ext uri="{FF2B5EF4-FFF2-40B4-BE49-F238E27FC236}">
                    <a16:creationId xmlns:a16="http://schemas.microsoft.com/office/drawing/2014/main" id="{7299DDEF-A7CE-944C-3F01-1F1E7CD3E9DE}"/>
                  </a:ext>
                </a:extLst>
              </p:cNvPr>
              <p:cNvSpPr/>
              <p:nvPr/>
            </p:nvSpPr>
            <p:spPr>
              <a:xfrm>
                <a:off x="4574911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80</a:t>
                </a:r>
              </a:p>
            </p:txBody>
          </p:sp>
          <p:sp>
            <p:nvSpPr>
              <p:cNvPr id="13419" name="tx4018">
                <a:extLst>
                  <a:ext uri="{FF2B5EF4-FFF2-40B4-BE49-F238E27FC236}">
                    <a16:creationId xmlns:a16="http://schemas.microsoft.com/office/drawing/2014/main" id="{3CD8BE54-8E32-8850-3619-00B2D4152FB9}"/>
                  </a:ext>
                </a:extLst>
              </p:cNvPr>
              <p:cNvSpPr/>
              <p:nvPr/>
            </p:nvSpPr>
            <p:spPr>
              <a:xfrm>
                <a:off x="4730268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3420" name="tx4019">
                <a:extLst>
                  <a:ext uri="{FF2B5EF4-FFF2-40B4-BE49-F238E27FC236}">
                    <a16:creationId xmlns:a16="http://schemas.microsoft.com/office/drawing/2014/main" id="{7503016F-8078-06C5-189C-4DD01B410AE3}"/>
                  </a:ext>
                </a:extLst>
              </p:cNvPr>
              <p:cNvSpPr/>
              <p:nvPr/>
            </p:nvSpPr>
            <p:spPr>
              <a:xfrm>
                <a:off x="4774982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13421" name="tx4020">
                <a:extLst>
                  <a:ext uri="{FF2B5EF4-FFF2-40B4-BE49-F238E27FC236}">
                    <a16:creationId xmlns:a16="http://schemas.microsoft.com/office/drawing/2014/main" id="{BB30C6EF-E0F1-4B1A-E843-FC47381190A1}"/>
                  </a:ext>
                </a:extLst>
              </p:cNvPr>
              <p:cNvSpPr/>
              <p:nvPr/>
            </p:nvSpPr>
            <p:spPr>
              <a:xfrm>
                <a:off x="5104086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75</a:t>
                </a:r>
              </a:p>
            </p:txBody>
          </p:sp>
          <p:sp>
            <p:nvSpPr>
              <p:cNvPr id="13422" name="tx4021">
                <a:extLst>
                  <a:ext uri="{FF2B5EF4-FFF2-40B4-BE49-F238E27FC236}">
                    <a16:creationId xmlns:a16="http://schemas.microsoft.com/office/drawing/2014/main" id="{8775FF70-25AF-70AB-ABA5-6DA68C1733DC}"/>
                  </a:ext>
                </a:extLst>
              </p:cNvPr>
              <p:cNvSpPr/>
              <p:nvPr/>
            </p:nvSpPr>
            <p:spPr>
              <a:xfrm>
                <a:off x="5259443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3423" name="tx4022">
                <a:extLst>
                  <a:ext uri="{FF2B5EF4-FFF2-40B4-BE49-F238E27FC236}">
                    <a16:creationId xmlns:a16="http://schemas.microsoft.com/office/drawing/2014/main" id="{05EEAA08-4905-1700-B971-4895E5EF9F08}"/>
                  </a:ext>
                </a:extLst>
              </p:cNvPr>
              <p:cNvSpPr/>
              <p:nvPr/>
            </p:nvSpPr>
            <p:spPr>
              <a:xfrm>
                <a:off x="5304157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13424" name="tx4023">
                <a:extLst>
                  <a:ext uri="{FF2B5EF4-FFF2-40B4-BE49-F238E27FC236}">
                    <a16:creationId xmlns:a16="http://schemas.microsoft.com/office/drawing/2014/main" id="{29713032-5814-A285-8C19-540079450B3F}"/>
                  </a:ext>
                </a:extLst>
              </p:cNvPr>
              <p:cNvSpPr/>
              <p:nvPr/>
            </p:nvSpPr>
            <p:spPr>
              <a:xfrm>
                <a:off x="5633261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70</a:t>
                </a:r>
              </a:p>
            </p:txBody>
          </p:sp>
          <p:sp>
            <p:nvSpPr>
              <p:cNvPr id="13425" name="tx4024">
                <a:extLst>
                  <a:ext uri="{FF2B5EF4-FFF2-40B4-BE49-F238E27FC236}">
                    <a16:creationId xmlns:a16="http://schemas.microsoft.com/office/drawing/2014/main" id="{9FACE389-EFF5-020F-A68E-CACA68546B09}"/>
                  </a:ext>
                </a:extLst>
              </p:cNvPr>
              <p:cNvSpPr/>
              <p:nvPr/>
            </p:nvSpPr>
            <p:spPr>
              <a:xfrm>
                <a:off x="5788618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3426" name="tx4025">
                <a:extLst>
                  <a:ext uri="{FF2B5EF4-FFF2-40B4-BE49-F238E27FC236}">
                    <a16:creationId xmlns:a16="http://schemas.microsoft.com/office/drawing/2014/main" id="{0D712E74-FC1F-8878-DD78-3C8F04516D3E}"/>
                  </a:ext>
                </a:extLst>
              </p:cNvPr>
              <p:cNvSpPr/>
              <p:nvPr/>
            </p:nvSpPr>
            <p:spPr>
              <a:xfrm>
                <a:off x="5833332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13427" name="tx4026">
                <a:extLst>
                  <a:ext uri="{FF2B5EF4-FFF2-40B4-BE49-F238E27FC236}">
                    <a16:creationId xmlns:a16="http://schemas.microsoft.com/office/drawing/2014/main" id="{8B859A46-D573-38F6-7835-76EE8C9782AB}"/>
                  </a:ext>
                </a:extLst>
              </p:cNvPr>
              <p:cNvSpPr/>
              <p:nvPr/>
            </p:nvSpPr>
            <p:spPr>
              <a:xfrm>
                <a:off x="6162436" y="5783578"/>
                <a:ext cx="155356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 65</a:t>
                </a:r>
              </a:p>
            </p:txBody>
          </p:sp>
          <p:sp>
            <p:nvSpPr>
              <p:cNvPr id="13428" name="tx4027">
                <a:extLst>
                  <a:ext uri="{FF2B5EF4-FFF2-40B4-BE49-F238E27FC236}">
                    <a16:creationId xmlns:a16="http://schemas.microsoft.com/office/drawing/2014/main" id="{7263BDC5-9EE4-DD8A-CD9B-085C3C57DC23}"/>
                  </a:ext>
                </a:extLst>
              </p:cNvPr>
              <p:cNvSpPr/>
              <p:nvPr/>
            </p:nvSpPr>
            <p:spPr>
              <a:xfrm>
                <a:off x="6317793" y="5765198"/>
                <a:ext cx="44714" cy="9848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13429" name="tx4028">
                <a:extLst>
                  <a:ext uri="{FF2B5EF4-FFF2-40B4-BE49-F238E27FC236}">
                    <a16:creationId xmlns:a16="http://schemas.microsoft.com/office/drawing/2014/main" id="{75BA1CC6-9727-DA29-A111-4288DCEA71F0}"/>
                  </a:ext>
                </a:extLst>
              </p:cNvPr>
              <p:cNvSpPr/>
              <p:nvPr/>
            </p:nvSpPr>
            <p:spPr>
              <a:xfrm>
                <a:off x="6362507" y="5783578"/>
                <a:ext cx="105430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4D4D4D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13430" name="tx4029">
                <a:extLst>
                  <a:ext uri="{FF2B5EF4-FFF2-40B4-BE49-F238E27FC236}">
                    <a16:creationId xmlns:a16="http://schemas.microsoft.com/office/drawing/2014/main" id="{49DFBD6F-C5BB-8BF4-1E0D-4960B16238E2}"/>
                  </a:ext>
                </a:extLst>
              </p:cNvPr>
              <p:cNvSpPr/>
              <p:nvPr/>
            </p:nvSpPr>
            <p:spPr>
              <a:xfrm>
                <a:off x="4066122" y="5925448"/>
                <a:ext cx="613836" cy="1002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11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Longitude</a:t>
                </a:r>
              </a:p>
            </p:txBody>
          </p:sp>
          <p:sp>
            <p:nvSpPr>
              <p:cNvPr id="13431" name="tx4030">
                <a:extLst>
                  <a:ext uri="{FF2B5EF4-FFF2-40B4-BE49-F238E27FC236}">
                    <a16:creationId xmlns:a16="http://schemas.microsoft.com/office/drawing/2014/main" id="{88B39E3C-FE08-16B5-7307-A1CF89469A0E}"/>
                  </a:ext>
                </a:extLst>
              </p:cNvPr>
              <p:cNvSpPr/>
              <p:nvPr/>
            </p:nvSpPr>
            <p:spPr>
              <a:xfrm rot="-5400000">
                <a:off x="1525174" y="3987658"/>
                <a:ext cx="497159" cy="1002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11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Latitude</a:t>
                </a:r>
              </a:p>
            </p:txBody>
          </p:sp>
          <p:sp>
            <p:nvSpPr>
              <p:cNvPr id="13432" name="rc4031">
                <a:extLst>
                  <a:ext uri="{FF2B5EF4-FFF2-40B4-BE49-F238E27FC236}">
                    <a16:creationId xmlns:a16="http://schemas.microsoft.com/office/drawing/2014/main" id="{9FF2C039-1A2C-9172-C365-C3DD0350FA76}"/>
                  </a:ext>
                </a:extLst>
              </p:cNvPr>
              <p:cNvSpPr/>
              <p:nvPr/>
            </p:nvSpPr>
            <p:spPr>
              <a:xfrm>
                <a:off x="6683342" y="3243743"/>
                <a:ext cx="737012" cy="1588048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33" name="tx4032">
                <a:extLst>
                  <a:ext uri="{FF2B5EF4-FFF2-40B4-BE49-F238E27FC236}">
                    <a16:creationId xmlns:a16="http://schemas.microsoft.com/office/drawing/2014/main" id="{CE376F6D-AC98-9A09-4BE7-5D1542638CD5}"/>
                  </a:ext>
                </a:extLst>
              </p:cNvPr>
              <p:cNvSpPr/>
              <p:nvPr/>
            </p:nvSpPr>
            <p:spPr>
              <a:xfrm>
                <a:off x="6752931" y="3328785"/>
                <a:ext cx="597834" cy="1002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11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Genomic </a:t>
                </a:r>
              </a:p>
            </p:txBody>
          </p:sp>
          <p:sp>
            <p:nvSpPr>
              <p:cNvPr id="13434" name="tx4033">
                <a:extLst>
                  <a:ext uri="{FF2B5EF4-FFF2-40B4-BE49-F238E27FC236}">
                    <a16:creationId xmlns:a16="http://schemas.microsoft.com/office/drawing/2014/main" id="{5F557FB2-6036-973F-AB38-B9B30537AEF5}"/>
                  </a:ext>
                </a:extLst>
              </p:cNvPr>
              <p:cNvSpPr/>
              <p:nvPr/>
            </p:nvSpPr>
            <p:spPr>
              <a:xfrm>
                <a:off x="6752931" y="3479661"/>
                <a:ext cx="372526" cy="10021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11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1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Offset</a:t>
                </a:r>
              </a:p>
            </p:txBody>
          </p:sp>
          <p:pic>
            <p:nvPicPr>
              <p:cNvPr id="13435" name="pic4034">
                <a:extLst>
                  <a:ext uri="{FF2B5EF4-FFF2-40B4-BE49-F238E27FC236}">
                    <a16:creationId xmlns:a16="http://schemas.microsoft.com/office/drawing/2014/main" id="{109C522B-7077-91FC-B0BB-9D419797933B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6752931" y="3664922"/>
                <a:ext cx="219455" cy="1097280"/>
              </a:xfrm>
              <a:prstGeom prst="rect">
                <a:avLst/>
              </a:prstGeom>
            </p:spPr>
          </p:pic>
          <p:sp>
            <p:nvSpPr>
              <p:cNvPr id="13436" name="pl4035">
                <a:extLst>
                  <a:ext uri="{FF2B5EF4-FFF2-40B4-BE49-F238E27FC236}">
                    <a16:creationId xmlns:a16="http://schemas.microsoft.com/office/drawing/2014/main" id="{EBB82B68-7F4B-166A-015F-8C1FD1DE0A5D}"/>
                  </a:ext>
                </a:extLst>
              </p:cNvPr>
              <p:cNvSpPr/>
              <p:nvPr/>
            </p:nvSpPr>
            <p:spPr>
              <a:xfrm>
                <a:off x="6928496" y="4760373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37" name="pl4036">
                <a:extLst>
                  <a:ext uri="{FF2B5EF4-FFF2-40B4-BE49-F238E27FC236}">
                    <a16:creationId xmlns:a16="http://schemas.microsoft.com/office/drawing/2014/main" id="{8349CA8A-F244-1674-DD08-385460F5F41C}"/>
                  </a:ext>
                </a:extLst>
              </p:cNvPr>
              <p:cNvSpPr/>
              <p:nvPr/>
            </p:nvSpPr>
            <p:spPr>
              <a:xfrm>
                <a:off x="6928496" y="4578103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38" name="pl4037">
                <a:extLst>
                  <a:ext uri="{FF2B5EF4-FFF2-40B4-BE49-F238E27FC236}">
                    <a16:creationId xmlns:a16="http://schemas.microsoft.com/office/drawing/2014/main" id="{FF3D2A9B-9035-AB15-DD0B-9709B01932BE}"/>
                  </a:ext>
                </a:extLst>
              </p:cNvPr>
              <p:cNvSpPr/>
              <p:nvPr/>
            </p:nvSpPr>
            <p:spPr>
              <a:xfrm>
                <a:off x="6928496" y="4395832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39" name="pl4038">
                <a:extLst>
                  <a:ext uri="{FF2B5EF4-FFF2-40B4-BE49-F238E27FC236}">
                    <a16:creationId xmlns:a16="http://schemas.microsoft.com/office/drawing/2014/main" id="{E5A0A00E-FBC5-2EF9-6FF0-B4E95A598992}"/>
                  </a:ext>
                </a:extLst>
              </p:cNvPr>
              <p:cNvSpPr/>
              <p:nvPr/>
            </p:nvSpPr>
            <p:spPr>
              <a:xfrm>
                <a:off x="6928496" y="4213562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40" name="pl4039">
                <a:extLst>
                  <a:ext uri="{FF2B5EF4-FFF2-40B4-BE49-F238E27FC236}">
                    <a16:creationId xmlns:a16="http://schemas.microsoft.com/office/drawing/2014/main" id="{6DA72270-EFF8-B09A-394C-DB09D8CDF701}"/>
                  </a:ext>
                </a:extLst>
              </p:cNvPr>
              <p:cNvSpPr/>
              <p:nvPr/>
            </p:nvSpPr>
            <p:spPr>
              <a:xfrm>
                <a:off x="6928496" y="4031291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41" name="pl4040">
                <a:extLst>
                  <a:ext uri="{FF2B5EF4-FFF2-40B4-BE49-F238E27FC236}">
                    <a16:creationId xmlns:a16="http://schemas.microsoft.com/office/drawing/2014/main" id="{6A9987B3-372B-9094-7CB6-8D185B77B3D1}"/>
                  </a:ext>
                </a:extLst>
              </p:cNvPr>
              <p:cNvSpPr/>
              <p:nvPr/>
            </p:nvSpPr>
            <p:spPr>
              <a:xfrm>
                <a:off x="6928496" y="3849021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42" name="pl4041">
                <a:extLst>
                  <a:ext uri="{FF2B5EF4-FFF2-40B4-BE49-F238E27FC236}">
                    <a16:creationId xmlns:a16="http://schemas.microsoft.com/office/drawing/2014/main" id="{9482C3E5-5E05-E86E-C625-118C1C5EC898}"/>
                  </a:ext>
                </a:extLst>
              </p:cNvPr>
              <p:cNvSpPr/>
              <p:nvPr/>
            </p:nvSpPr>
            <p:spPr>
              <a:xfrm>
                <a:off x="6928496" y="3666751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43" name="pl4042">
                <a:extLst>
                  <a:ext uri="{FF2B5EF4-FFF2-40B4-BE49-F238E27FC236}">
                    <a16:creationId xmlns:a16="http://schemas.microsoft.com/office/drawing/2014/main" id="{7591D26B-C9B1-06BA-741A-3C3F17755763}"/>
                  </a:ext>
                </a:extLst>
              </p:cNvPr>
              <p:cNvSpPr/>
              <p:nvPr/>
            </p:nvSpPr>
            <p:spPr>
              <a:xfrm>
                <a:off x="6752931" y="4760373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44" name="pl4043">
                <a:extLst>
                  <a:ext uri="{FF2B5EF4-FFF2-40B4-BE49-F238E27FC236}">
                    <a16:creationId xmlns:a16="http://schemas.microsoft.com/office/drawing/2014/main" id="{2F1FA28B-54DF-577A-BBC7-F0F7199E93C6}"/>
                  </a:ext>
                </a:extLst>
              </p:cNvPr>
              <p:cNvSpPr/>
              <p:nvPr/>
            </p:nvSpPr>
            <p:spPr>
              <a:xfrm>
                <a:off x="6752931" y="4578103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45" name="pl4044">
                <a:extLst>
                  <a:ext uri="{FF2B5EF4-FFF2-40B4-BE49-F238E27FC236}">
                    <a16:creationId xmlns:a16="http://schemas.microsoft.com/office/drawing/2014/main" id="{A4B7D307-5B66-9A25-B0C7-AFCB69B3B249}"/>
                  </a:ext>
                </a:extLst>
              </p:cNvPr>
              <p:cNvSpPr/>
              <p:nvPr/>
            </p:nvSpPr>
            <p:spPr>
              <a:xfrm>
                <a:off x="6752931" y="4395832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46" name="pl4045">
                <a:extLst>
                  <a:ext uri="{FF2B5EF4-FFF2-40B4-BE49-F238E27FC236}">
                    <a16:creationId xmlns:a16="http://schemas.microsoft.com/office/drawing/2014/main" id="{C6111E73-FBAB-6A45-05BA-1B85EF1E5C7A}"/>
                  </a:ext>
                </a:extLst>
              </p:cNvPr>
              <p:cNvSpPr/>
              <p:nvPr/>
            </p:nvSpPr>
            <p:spPr>
              <a:xfrm>
                <a:off x="6752931" y="4213562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47" name="pl4046">
                <a:extLst>
                  <a:ext uri="{FF2B5EF4-FFF2-40B4-BE49-F238E27FC236}">
                    <a16:creationId xmlns:a16="http://schemas.microsoft.com/office/drawing/2014/main" id="{D039B7FE-9013-20CA-4DAA-1D8B468E0669}"/>
                  </a:ext>
                </a:extLst>
              </p:cNvPr>
              <p:cNvSpPr/>
              <p:nvPr/>
            </p:nvSpPr>
            <p:spPr>
              <a:xfrm>
                <a:off x="6752931" y="4031291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48" name="pl4047">
                <a:extLst>
                  <a:ext uri="{FF2B5EF4-FFF2-40B4-BE49-F238E27FC236}">
                    <a16:creationId xmlns:a16="http://schemas.microsoft.com/office/drawing/2014/main" id="{8DA3E288-E506-E23C-2028-F9F31E640A4D}"/>
                  </a:ext>
                </a:extLst>
              </p:cNvPr>
              <p:cNvSpPr/>
              <p:nvPr/>
            </p:nvSpPr>
            <p:spPr>
              <a:xfrm>
                <a:off x="6752931" y="3849021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49" name="pl4048">
                <a:extLst>
                  <a:ext uri="{FF2B5EF4-FFF2-40B4-BE49-F238E27FC236}">
                    <a16:creationId xmlns:a16="http://schemas.microsoft.com/office/drawing/2014/main" id="{33C2B2C1-5197-E4D4-398F-3834DBF51CF0}"/>
                  </a:ext>
                </a:extLst>
              </p:cNvPr>
              <p:cNvSpPr/>
              <p:nvPr/>
            </p:nvSpPr>
            <p:spPr>
              <a:xfrm>
                <a:off x="6752931" y="3666751"/>
                <a:ext cx="43891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50" name="tx4049">
                <a:extLst>
                  <a:ext uri="{FF2B5EF4-FFF2-40B4-BE49-F238E27FC236}">
                    <a16:creationId xmlns:a16="http://schemas.microsoft.com/office/drawing/2014/main" id="{7F2164DC-72CE-9FBE-27FC-48467E3EC4CE}"/>
                  </a:ext>
                </a:extLst>
              </p:cNvPr>
              <p:cNvSpPr/>
              <p:nvPr/>
            </p:nvSpPr>
            <p:spPr>
              <a:xfrm>
                <a:off x="7041976" y="4720322"/>
                <a:ext cx="217535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0.00</a:t>
                </a:r>
              </a:p>
            </p:txBody>
          </p:sp>
          <p:sp>
            <p:nvSpPr>
              <p:cNvPr id="13451" name="tx4050">
                <a:extLst>
                  <a:ext uri="{FF2B5EF4-FFF2-40B4-BE49-F238E27FC236}">
                    <a16:creationId xmlns:a16="http://schemas.microsoft.com/office/drawing/2014/main" id="{81DA65EA-D225-3992-0C2B-4571AB088AEC}"/>
                  </a:ext>
                </a:extLst>
              </p:cNvPr>
              <p:cNvSpPr/>
              <p:nvPr/>
            </p:nvSpPr>
            <p:spPr>
              <a:xfrm>
                <a:off x="7041976" y="4538052"/>
                <a:ext cx="217535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0.01</a:t>
                </a:r>
              </a:p>
            </p:txBody>
          </p:sp>
          <p:sp>
            <p:nvSpPr>
              <p:cNvPr id="13452" name="tx4051">
                <a:extLst>
                  <a:ext uri="{FF2B5EF4-FFF2-40B4-BE49-F238E27FC236}">
                    <a16:creationId xmlns:a16="http://schemas.microsoft.com/office/drawing/2014/main" id="{1F0E157B-CF64-D38C-AAD2-3BA78184FEFF}"/>
                  </a:ext>
                </a:extLst>
              </p:cNvPr>
              <p:cNvSpPr/>
              <p:nvPr/>
            </p:nvSpPr>
            <p:spPr>
              <a:xfrm>
                <a:off x="7041976" y="4355781"/>
                <a:ext cx="217535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0.02</a:t>
                </a:r>
              </a:p>
            </p:txBody>
          </p:sp>
          <p:sp>
            <p:nvSpPr>
              <p:cNvPr id="13453" name="tx4052">
                <a:extLst>
                  <a:ext uri="{FF2B5EF4-FFF2-40B4-BE49-F238E27FC236}">
                    <a16:creationId xmlns:a16="http://schemas.microsoft.com/office/drawing/2014/main" id="{36EFA3E3-4F79-FA8D-23F4-5831CD52C192}"/>
                  </a:ext>
                </a:extLst>
              </p:cNvPr>
              <p:cNvSpPr/>
              <p:nvPr/>
            </p:nvSpPr>
            <p:spPr>
              <a:xfrm>
                <a:off x="7041976" y="4173511"/>
                <a:ext cx="217535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0.03</a:t>
                </a:r>
              </a:p>
            </p:txBody>
          </p:sp>
          <p:sp>
            <p:nvSpPr>
              <p:cNvPr id="13454" name="tx4053">
                <a:extLst>
                  <a:ext uri="{FF2B5EF4-FFF2-40B4-BE49-F238E27FC236}">
                    <a16:creationId xmlns:a16="http://schemas.microsoft.com/office/drawing/2014/main" id="{7D982544-EE55-5255-2552-5D5F246D6BF2}"/>
                  </a:ext>
                </a:extLst>
              </p:cNvPr>
              <p:cNvSpPr/>
              <p:nvPr/>
            </p:nvSpPr>
            <p:spPr>
              <a:xfrm>
                <a:off x="7041976" y="3991241"/>
                <a:ext cx="217535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0.04</a:t>
                </a:r>
              </a:p>
            </p:txBody>
          </p:sp>
          <p:sp>
            <p:nvSpPr>
              <p:cNvPr id="13455" name="tx4054">
                <a:extLst>
                  <a:ext uri="{FF2B5EF4-FFF2-40B4-BE49-F238E27FC236}">
                    <a16:creationId xmlns:a16="http://schemas.microsoft.com/office/drawing/2014/main" id="{ECEDD7FF-F9A7-45AD-B1B0-A42B95713861}"/>
                  </a:ext>
                </a:extLst>
              </p:cNvPr>
              <p:cNvSpPr/>
              <p:nvPr/>
            </p:nvSpPr>
            <p:spPr>
              <a:xfrm>
                <a:off x="7041976" y="3808970"/>
                <a:ext cx="217535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0.05</a:t>
                </a:r>
              </a:p>
            </p:txBody>
          </p:sp>
          <p:sp>
            <p:nvSpPr>
              <p:cNvPr id="13456" name="tx4055">
                <a:extLst>
                  <a:ext uri="{FF2B5EF4-FFF2-40B4-BE49-F238E27FC236}">
                    <a16:creationId xmlns:a16="http://schemas.microsoft.com/office/drawing/2014/main" id="{38A3CD13-7536-F655-3FF2-561395E6E462}"/>
                  </a:ext>
                </a:extLst>
              </p:cNvPr>
              <p:cNvSpPr/>
              <p:nvPr/>
            </p:nvSpPr>
            <p:spPr>
              <a:xfrm>
                <a:off x="7041976" y="3626700"/>
                <a:ext cx="217535" cy="801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88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0.06</a:t>
                </a:r>
              </a:p>
            </p:txBody>
          </p:sp>
          <p:sp>
            <p:nvSpPr>
              <p:cNvPr id="13457" name="tx4056">
                <a:extLst>
                  <a:ext uri="{FF2B5EF4-FFF2-40B4-BE49-F238E27FC236}">
                    <a16:creationId xmlns:a16="http://schemas.microsoft.com/office/drawing/2014/main" id="{D55F8637-3589-8957-3855-71FCAB2F56AC}"/>
                  </a:ext>
                </a:extLst>
              </p:cNvPr>
              <p:cNvSpPr/>
              <p:nvPr/>
            </p:nvSpPr>
            <p:spPr>
              <a:xfrm>
                <a:off x="2201917" y="1669789"/>
                <a:ext cx="2541117" cy="218633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24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4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Genomic Offset to </a:t>
                </a:r>
              </a:p>
            </p:txBody>
          </p:sp>
          <p:sp>
            <p:nvSpPr>
              <p:cNvPr id="13458" name="tx4057">
                <a:extLst>
                  <a:ext uri="{FF2B5EF4-FFF2-40B4-BE49-F238E27FC236}">
                    <a16:creationId xmlns:a16="http://schemas.microsoft.com/office/drawing/2014/main" id="{EEB1A90F-9EF5-A5F8-A928-3B0FE411396B}"/>
                  </a:ext>
                </a:extLst>
              </p:cNvPr>
              <p:cNvSpPr/>
              <p:nvPr/>
            </p:nvSpPr>
            <p:spPr>
              <a:xfrm>
                <a:off x="2201917" y="1998973"/>
                <a:ext cx="2151491" cy="218633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 marL="0" marR="0" indent="0" algn="l">
                  <a:lnSpc>
                    <a:spcPts val="24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4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Lewisetta (LEA)</a:t>
                </a:r>
              </a:p>
            </p:txBody>
          </p:sp>
        </p:grpSp>
        <p:grpSp>
          <p:nvGrpSpPr>
            <p:cNvPr id="14152" name="Group 14151">
              <a:extLst>
                <a:ext uri="{FF2B5EF4-FFF2-40B4-BE49-F238E27FC236}">
                  <a16:creationId xmlns:a16="http://schemas.microsoft.com/office/drawing/2014/main" id="{BF5552E9-7480-26B2-7EAB-D40128B2916E}"/>
                </a:ext>
              </a:extLst>
            </p:cNvPr>
            <p:cNvGrpSpPr/>
            <p:nvPr/>
          </p:nvGrpSpPr>
          <p:grpSpPr>
            <a:xfrm>
              <a:off x="2331719" y="2103120"/>
              <a:ext cx="2093976" cy="1737360"/>
              <a:chOff x="6948264" y="4734963"/>
              <a:chExt cx="2034306" cy="1655401"/>
            </a:xfrm>
          </p:grpSpPr>
          <p:sp>
            <p:nvSpPr>
              <p:cNvPr id="13460" name="rc5">
                <a:extLst>
                  <a:ext uri="{FF2B5EF4-FFF2-40B4-BE49-F238E27FC236}">
                    <a16:creationId xmlns:a16="http://schemas.microsoft.com/office/drawing/2014/main" id="{59107D32-8D19-A59A-297C-7A0B04BF9F9E}"/>
                  </a:ext>
                </a:extLst>
              </p:cNvPr>
              <p:cNvSpPr/>
              <p:nvPr/>
            </p:nvSpPr>
            <p:spPr>
              <a:xfrm>
                <a:off x="7020272" y="4737595"/>
                <a:ext cx="1772010" cy="1642076"/>
              </a:xfrm>
              <a:prstGeom prst="rect">
                <a:avLst/>
              </a:prstGeom>
              <a:solidFill>
                <a:srgbClr val="F0F8FF">
                  <a:alpha val="100000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66" name="pl12">
                <a:extLst>
                  <a:ext uri="{FF2B5EF4-FFF2-40B4-BE49-F238E27FC236}">
                    <a16:creationId xmlns:a16="http://schemas.microsoft.com/office/drawing/2014/main" id="{846D647A-2D79-DD66-1AAA-B0FBB1312A91}"/>
                  </a:ext>
                </a:extLst>
              </p:cNvPr>
              <p:cNvSpPr/>
              <p:nvPr/>
            </p:nvSpPr>
            <p:spPr>
              <a:xfrm>
                <a:off x="6948264" y="6379674"/>
                <a:ext cx="1844018" cy="0"/>
              </a:xfrm>
              <a:custGeom>
                <a:avLst/>
                <a:gdLst/>
                <a:ahLst/>
                <a:cxnLst/>
                <a:rect l="0" t="0" r="0" b="0"/>
                <a:pathLst>
                  <a:path w="4149766">
                    <a:moveTo>
                      <a:pt x="0" y="0"/>
                    </a:moveTo>
                    <a:lnTo>
                      <a:pt x="22479" y="0"/>
                    </a:lnTo>
                    <a:lnTo>
                      <a:pt x="74847" y="0"/>
                    </a:lnTo>
                    <a:lnTo>
                      <a:pt x="127214" y="0"/>
                    </a:lnTo>
                    <a:lnTo>
                      <a:pt x="179582" y="0"/>
                    </a:lnTo>
                    <a:lnTo>
                      <a:pt x="231949" y="0"/>
                    </a:lnTo>
                    <a:lnTo>
                      <a:pt x="284316" y="0"/>
                    </a:lnTo>
                    <a:lnTo>
                      <a:pt x="336684" y="0"/>
                    </a:lnTo>
                    <a:lnTo>
                      <a:pt x="389051" y="0"/>
                    </a:lnTo>
                    <a:lnTo>
                      <a:pt x="441419" y="0"/>
                    </a:lnTo>
                    <a:lnTo>
                      <a:pt x="493786" y="0"/>
                    </a:lnTo>
                    <a:lnTo>
                      <a:pt x="546154" y="0"/>
                    </a:lnTo>
                    <a:lnTo>
                      <a:pt x="598521" y="0"/>
                    </a:lnTo>
                    <a:lnTo>
                      <a:pt x="650889" y="0"/>
                    </a:lnTo>
                    <a:lnTo>
                      <a:pt x="703256" y="0"/>
                    </a:lnTo>
                    <a:lnTo>
                      <a:pt x="755623" y="0"/>
                    </a:lnTo>
                    <a:lnTo>
                      <a:pt x="807991" y="0"/>
                    </a:lnTo>
                    <a:lnTo>
                      <a:pt x="860358" y="0"/>
                    </a:lnTo>
                    <a:lnTo>
                      <a:pt x="912726" y="0"/>
                    </a:lnTo>
                    <a:lnTo>
                      <a:pt x="965093" y="0"/>
                    </a:lnTo>
                    <a:lnTo>
                      <a:pt x="1017461" y="0"/>
                    </a:lnTo>
                    <a:lnTo>
                      <a:pt x="1069828" y="0"/>
                    </a:lnTo>
                    <a:lnTo>
                      <a:pt x="1122196" y="0"/>
                    </a:lnTo>
                    <a:lnTo>
                      <a:pt x="1174563" y="0"/>
                    </a:lnTo>
                    <a:lnTo>
                      <a:pt x="1226930" y="0"/>
                    </a:lnTo>
                    <a:lnTo>
                      <a:pt x="1279298" y="0"/>
                    </a:lnTo>
                    <a:lnTo>
                      <a:pt x="1331665" y="0"/>
                    </a:lnTo>
                    <a:lnTo>
                      <a:pt x="1384033" y="0"/>
                    </a:lnTo>
                    <a:lnTo>
                      <a:pt x="1436400" y="0"/>
                    </a:lnTo>
                    <a:lnTo>
                      <a:pt x="1488768" y="0"/>
                    </a:lnTo>
                    <a:lnTo>
                      <a:pt x="1541135" y="0"/>
                    </a:lnTo>
                    <a:lnTo>
                      <a:pt x="1593503" y="0"/>
                    </a:lnTo>
                    <a:lnTo>
                      <a:pt x="1645870" y="0"/>
                    </a:lnTo>
                    <a:lnTo>
                      <a:pt x="1698237" y="0"/>
                    </a:lnTo>
                    <a:lnTo>
                      <a:pt x="1750605" y="0"/>
                    </a:lnTo>
                    <a:lnTo>
                      <a:pt x="1802972" y="0"/>
                    </a:lnTo>
                    <a:lnTo>
                      <a:pt x="1855340" y="0"/>
                    </a:lnTo>
                    <a:lnTo>
                      <a:pt x="1907707" y="0"/>
                    </a:lnTo>
                    <a:lnTo>
                      <a:pt x="1960075" y="0"/>
                    </a:lnTo>
                    <a:lnTo>
                      <a:pt x="2012442" y="0"/>
                    </a:lnTo>
                    <a:lnTo>
                      <a:pt x="2064810" y="0"/>
                    </a:lnTo>
                    <a:lnTo>
                      <a:pt x="2117177" y="0"/>
                    </a:lnTo>
                    <a:lnTo>
                      <a:pt x="2169544" y="0"/>
                    </a:lnTo>
                    <a:lnTo>
                      <a:pt x="2221912" y="0"/>
                    </a:lnTo>
                    <a:lnTo>
                      <a:pt x="2274279" y="0"/>
                    </a:lnTo>
                    <a:lnTo>
                      <a:pt x="2326647" y="0"/>
                    </a:lnTo>
                    <a:lnTo>
                      <a:pt x="2379014" y="0"/>
                    </a:lnTo>
                    <a:lnTo>
                      <a:pt x="2431382" y="0"/>
                    </a:lnTo>
                    <a:lnTo>
                      <a:pt x="2483749" y="0"/>
                    </a:lnTo>
                    <a:lnTo>
                      <a:pt x="2536117" y="0"/>
                    </a:lnTo>
                    <a:lnTo>
                      <a:pt x="2588484" y="0"/>
                    </a:lnTo>
                    <a:lnTo>
                      <a:pt x="2640851" y="0"/>
                    </a:lnTo>
                    <a:lnTo>
                      <a:pt x="2693219" y="0"/>
                    </a:lnTo>
                    <a:lnTo>
                      <a:pt x="2745586" y="0"/>
                    </a:lnTo>
                    <a:lnTo>
                      <a:pt x="2797954" y="0"/>
                    </a:lnTo>
                    <a:lnTo>
                      <a:pt x="2850321" y="0"/>
                    </a:lnTo>
                    <a:lnTo>
                      <a:pt x="2902689" y="0"/>
                    </a:lnTo>
                    <a:lnTo>
                      <a:pt x="2955056" y="0"/>
                    </a:lnTo>
                    <a:lnTo>
                      <a:pt x="3007424" y="0"/>
                    </a:lnTo>
                    <a:lnTo>
                      <a:pt x="3059791" y="0"/>
                    </a:lnTo>
                    <a:lnTo>
                      <a:pt x="3112158" y="0"/>
                    </a:lnTo>
                    <a:lnTo>
                      <a:pt x="3164526" y="0"/>
                    </a:lnTo>
                    <a:lnTo>
                      <a:pt x="3216893" y="0"/>
                    </a:lnTo>
                    <a:lnTo>
                      <a:pt x="3269261" y="0"/>
                    </a:lnTo>
                    <a:lnTo>
                      <a:pt x="3321628" y="0"/>
                    </a:lnTo>
                    <a:lnTo>
                      <a:pt x="3373996" y="0"/>
                    </a:lnTo>
                    <a:lnTo>
                      <a:pt x="3426363" y="0"/>
                    </a:lnTo>
                    <a:lnTo>
                      <a:pt x="3478730" y="0"/>
                    </a:lnTo>
                    <a:lnTo>
                      <a:pt x="3531098" y="0"/>
                    </a:lnTo>
                    <a:lnTo>
                      <a:pt x="3583465" y="0"/>
                    </a:lnTo>
                    <a:lnTo>
                      <a:pt x="3635833" y="0"/>
                    </a:lnTo>
                    <a:lnTo>
                      <a:pt x="3688200" y="0"/>
                    </a:lnTo>
                    <a:lnTo>
                      <a:pt x="3740568" y="0"/>
                    </a:lnTo>
                    <a:lnTo>
                      <a:pt x="3792935" y="0"/>
                    </a:lnTo>
                    <a:lnTo>
                      <a:pt x="3845303" y="0"/>
                    </a:lnTo>
                    <a:lnTo>
                      <a:pt x="3897670" y="0"/>
                    </a:lnTo>
                    <a:lnTo>
                      <a:pt x="3950037" y="0"/>
                    </a:lnTo>
                    <a:lnTo>
                      <a:pt x="4002405" y="0"/>
                    </a:lnTo>
                    <a:lnTo>
                      <a:pt x="4054772" y="0"/>
                    </a:lnTo>
                    <a:lnTo>
                      <a:pt x="4107140" y="0"/>
                    </a:lnTo>
                    <a:lnTo>
                      <a:pt x="4149766" y="0"/>
                    </a:lnTo>
                    <a:lnTo>
                      <a:pt x="414976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83" name="pg29">
                <a:extLst>
                  <a:ext uri="{FF2B5EF4-FFF2-40B4-BE49-F238E27FC236}">
                    <a16:creationId xmlns:a16="http://schemas.microsoft.com/office/drawing/2014/main" id="{6831F17D-5EE1-BB45-8E6A-3E5E876BBC40}"/>
                  </a:ext>
                </a:extLst>
              </p:cNvPr>
              <p:cNvSpPr/>
              <p:nvPr/>
            </p:nvSpPr>
            <p:spPr>
              <a:xfrm>
                <a:off x="7742744" y="473759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84" name="pg30">
                <a:extLst>
                  <a:ext uri="{FF2B5EF4-FFF2-40B4-BE49-F238E27FC236}">
                    <a16:creationId xmlns:a16="http://schemas.microsoft.com/office/drawing/2014/main" id="{54F59F16-46FB-CF05-D287-557EF0C6A157}"/>
                  </a:ext>
                </a:extLst>
              </p:cNvPr>
              <p:cNvSpPr/>
              <p:nvPr/>
            </p:nvSpPr>
            <p:spPr>
              <a:xfrm>
                <a:off x="7778932" y="473759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3DDC1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85" name="pg31">
                <a:extLst>
                  <a:ext uri="{FF2B5EF4-FFF2-40B4-BE49-F238E27FC236}">
                    <a16:creationId xmlns:a16="http://schemas.microsoft.com/office/drawing/2014/main" id="{85B7AA51-814E-E34C-61F1-DB98673F7B96}"/>
                  </a:ext>
                </a:extLst>
              </p:cNvPr>
              <p:cNvSpPr/>
              <p:nvPr/>
            </p:nvSpPr>
            <p:spPr>
              <a:xfrm>
                <a:off x="7815120" y="473759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3DDC0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86" name="pg32">
                <a:extLst>
                  <a:ext uri="{FF2B5EF4-FFF2-40B4-BE49-F238E27FC236}">
                    <a16:creationId xmlns:a16="http://schemas.microsoft.com/office/drawing/2014/main" id="{0993F0BA-C4F9-9715-972A-78BA0A91C647}"/>
                  </a:ext>
                </a:extLst>
              </p:cNvPr>
              <p:cNvSpPr/>
              <p:nvPr/>
            </p:nvSpPr>
            <p:spPr>
              <a:xfrm>
                <a:off x="7851308" y="473759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0DCBF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87" name="pg33">
                <a:extLst>
                  <a:ext uri="{FF2B5EF4-FFF2-40B4-BE49-F238E27FC236}">
                    <a16:creationId xmlns:a16="http://schemas.microsoft.com/office/drawing/2014/main" id="{417DB2C7-2350-55BA-5C36-578339FD0E3B}"/>
                  </a:ext>
                </a:extLst>
              </p:cNvPr>
              <p:cNvSpPr/>
              <p:nvPr/>
            </p:nvSpPr>
            <p:spPr>
              <a:xfrm>
                <a:off x="7887496" y="473759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EDBBE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88" name="pg34">
                <a:extLst>
                  <a:ext uri="{FF2B5EF4-FFF2-40B4-BE49-F238E27FC236}">
                    <a16:creationId xmlns:a16="http://schemas.microsoft.com/office/drawing/2014/main" id="{00A1DD9A-1956-09BD-9384-F09E6D4D5136}"/>
                  </a:ext>
                </a:extLst>
              </p:cNvPr>
              <p:cNvSpPr/>
              <p:nvPr/>
            </p:nvSpPr>
            <p:spPr>
              <a:xfrm>
                <a:off x="7923684" y="473759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89" name="pg35">
                <a:extLst>
                  <a:ext uri="{FF2B5EF4-FFF2-40B4-BE49-F238E27FC236}">
                    <a16:creationId xmlns:a16="http://schemas.microsoft.com/office/drawing/2014/main" id="{2B0AC238-0037-E4E6-73C6-E2C885A1CBB7}"/>
                  </a:ext>
                </a:extLst>
              </p:cNvPr>
              <p:cNvSpPr/>
              <p:nvPr/>
            </p:nvSpPr>
            <p:spPr>
              <a:xfrm>
                <a:off x="7959872" y="473759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90" name="pg36">
                <a:extLst>
                  <a:ext uri="{FF2B5EF4-FFF2-40B4-BE49-F238E27FC236}">
                    <a16:creationId xmlns:a16="http://schemas.microsoft.com/office/drawing/2014/main" id="{26FD58E2-235C-AAAE-D1D0-8D172CF2BBE8}"/>
                  </a:ext>
                </a:extLst>
              </p:cNvPr>
              <p:cNvSpPr/>
              <p:nvPr/>
            </p:nvSpPr>
            <p:spPr>
              <a:xfrm>
                <a:off x="7996059" y="473759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5D8BA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91" name="pg37">
                <a:extLst>
                  <a:ext uri="{FF2B5EF4-FFF2-40B4-BE49-F238E27FC236}">
                    <a16:creationId xmlns:a16="http://schemas.microsoft.com/office/drawing/2014/main" id="{BBD11064-55E4-971A-5C78-92F812DAC713}"/>
                  </a:ext>
                </a:extLst>
              </p:cNvPr>
              <p:cNvSpPr/>
              <p:nvPr/>
            </p:nvSpPr>
            <p:spPr>
              <a:xfrm>
                <a:off x="8176999" y="473759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92" name="pg38">
                <a:extLst>
                  <a:ext uri="{FF2B5EF4-FFF2-40B4-BE49-F238E27FC236}">
                    <a16:creationId xmlns:a16="http://schemas.microsoft.com/office/drawing/2014/main" id="{BC06A7AC-3EB3-6EC2-5303-13FE0B18A0F6}"/>
                  </a:ext>
                </a:extLst>
              </p:cNvPr>
              <p:cNvSpPr/>
              <p:nvPr/>
            </p:nvSpPr>
            <p:spPr>
              <a:xfrm>
                <a:off x="8213187" y="473759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5CFAE">
                  <a:alpha val="100000"/>
                </a:srgbClr>
              </a:solidFill>
              <a:ln w="5420" cap="flat">
                <a:solidFill>
                  <a:srgbClr val="55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93" name="pg39">
                <a:extLst>
                  <a:ext uri="{FF2B5EF4-FFF2-40B4-BE49-F238E27FC236}">
                    <a16:creationId xmlns:a16="http://schemas.microsoft.com/office/drawing/2014/main" id="{101944FC-61A0-12F1-C302-348F9A1D1A12}"/>
                  </a:ext>
                </a:extLst>
              </p:cNvPr>
              <p:cNvSpPr/>
              <p:nvPr/>
            </p:nvSpPr>
            <p:spPr>
              <a:xfrm>
                <a:off x="8249375" y="473759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0CEAC">
                  <a:alpha val="100000"/>
                </a:srgbClr>
              </a:solidFill>
              <a:ln w="5420" cap="flat">
                <a:solidFill>
                  <a:srgbClr val="53BB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94" name="pg40">
                <a:extLst>
                  <a:ext uri="{FF2B5EF4-FFF2-40B4-BE49-F238E27FC236}">
                    <a16:creationId xmlns:a16="http://schemas.microsoft.com/office/drawing/2014/main" id="{FA614590-8E67-1E32-C55A-C071C15F377B}"/>
                  </a:ext>
                </a:extLst>
              </p:cNvPr>
              <p:cNvSpPr/>
              <p:nvPr/>
            </p:nvSpPr>
            <p:spPr>
              <a:xfrm>
                <a:off x="8285563" y="473759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2B8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95" name="pg41">
                <a:extLst>
                  <a:ext uri="{FF2B5EF4-FFF2-40B4-BE49-F238E27FC236}">
                    <a16:creationId xmlns:a16="http://schemas.microsoft.com/office/drawing/2014/main" id="{C1E74DC2-FBFC-3ED4-E0AA-323D223754CC}"/>
                  </a:ext>
                </a:extLst>
              </p:cNvPr>
              <p:cNvSpPr/>
              <p:nvPr/>
            </p:nvSpPr>
            <p:spPr>
              <a:xfrm>
                <a:off x="8321751" y="473759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DCAAC">
                  <a:alpha val="100000"/>
                </a:srgbClr>
              </a:solidFill>
              <a:ln w="5420" cap="flat">
                <a:solidFill>
                  <a:srgbClr val="50B6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96" name="pg42">
                <a:extLst>
                  <a:ext uri="{FF2B5EF4-FFF2-40B4-BE49-F238E27FC236}">
                    <a16:creationId xmlns:a16="http://schemas.microsoft.com/office/drawing/2014/main" id="{7608C380-970B-1CC7-0134-3CBB3080D00A}"/>
                  </a:ext>
                </a:extLst>
              </p:cNvPr>
              <p:cNvSpPr/>
              <p:nvPr/>
            </p:nvSpPr>
            <p:spPr>
              <a:xfrm>
                <a:off x="7561804" y="478350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1DCC0">
                  <a:alpha val="100000"/>
                </a:srgbClr>
              </a:solidFill>
              <a:ln w="5420" cap="flat">
                <a:solidFill>
                  <a:srgbClr val="74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97" name="pg43">
                <a:extLst>
                  <a:ext uri="{FF2B5EF4-FFF2-40B4-BE49-F238E27FC236}">
                    <a16:creationId xmlns:a16="http://schemas.microsoft.com/office/drawing/2014/main" id="{D595FBA4-08F4-91DF-DCCF-17BD0B24BDFB}"/>
                  </a:ext>
                </a:extLst>
              </p:cNvPr>
              <p:cNvSpPr/>
              <p:nvPr/>
            </p:nvSpPr>
            <p:spPr>
              <a:xfrm>
                <a:off x="7597992" y="478350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3DDC0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98" name="pg44">
                <a:extLst>
                  <a:ext uri="{FF2B5EF4-FFF2-40B4-BE49-F238E27FC236}">
                    <a16:creationId xmlns:a16="http://schemas.microsoft.com/office/drawing/2014/main" id="{2F1EF892-B206-88A5-9791-D9486DA4645D}"/>
                  </a:ext>
                </a:extLst>
              </p:cNvPr>
              <p:cNvSpPr/>
              <p:nvPr/>
            </p:nvSpPr>
            <p:spPr>
              <a:xfrm>
                <a:off x="7634180" y="478350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99" name="pg45">
                <a:extLst>
                  <a:ext uri="{FF2B5EF4-FFF2-40B4-BE49-F238E27FC236}">
                    <a16:creationId xmlns:a16="http://schemas.microsoft.com/office/drawing/2014/main" id="{3F391FD8-2856-5AA9-05D5-A43138733E29}"/>
                  </a:ext>
                </a:extLst>
              </p:cNvPr>
              <p:cNvSpPr/>
              <p:nvPr/>
            </p:nvSpPr>
            <p:spPr>
              <a:xfrm>
                <a:off x="7670368" y="478350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00" name="pg46">
                <a:extLst>
                  <a:ext uri="{FF2B5EF4-FFF2-40B4-BE49-F238E27FC236}">
                    <a16:creationId xmlns:a16="http://schemas.microsoft.com/office/drawing/2014/main" id="{E92FE441-21F8-BE64-C6D5-241E28DF583D}"/>
                  </a:ext>
                </a:extLst>
              </p:cNvPr>
              <p:cNvSpPr/>
              <p:nvPr/>
            </p:nvSpPr>
            <p:spPr>
              <a:xfrm>
                <a:off x="7706556" y="478350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01" name="pg47">
                <a:extLst>
                  <a:ext uri="{FF2B5EF4-FFF2-40B4-BE49-F238E27FC236}">
                    <a16:creationId xmlns:a16="http://schemas.microsoft.com/office/drawing/2014/main" id="{99141D71-A393-4EB2-545C-B3AA658E269F}"/>
                  </a:ext>
                </a:extLst>
              </p:cNvPr>
              <p:cNvSpPr/>
              <p:nvPr/>
            </p:nvSpPr>
            <p:spPr>
              <a:xfrm>
                <a:off x="7742744" y="478350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7F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02" name="pg48">
                <a:extLst>
                  <a:ext uri="{FF2B5EF4-FFF2-40B4-BE49-F238E27FC236}">
                    <a16:creationId xmlns:a16="http://schemas.microsoft.com/office/drawing/2014/main" id="{663D0678-FBEA-3059-D4D5-9F6F13341CE6}"/>
                  </a:ext>
                </a:extLst>
              </p:cNvPr>
              <p:cNvSpPr/>
              <p:nvPr/>
            </p:nvSpPr>
            <p:spPr>
              <a:xfrm>
                <a:off x="7778932" y="478350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03" name="pg49">
                <a:extLst>
                  <a:ext uri="{FF2B5EF4-FFF2-40B4-BE49-F238E27FC236}">
                    <a16:creationId xmlns:a16="http://schemas.microsoft.com/office/drawing/2014/main" id="{F5599001-666E-AAA4-3C12-3D877A317AE1}"/>
                  </a:ext>
                </a:extLst>
              </p:cNvPr>
              <p:cNvSpPr/>
              <p:nvPr/>
            </p:nvSpPr>
            <p:spPr>
              <a:xfrm>
                <a:off x="7815120" y="478350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04" name="pg50">
                <a:extLst>
                  <a:ext uri="{FF2B5EF4-FFF2-40B4-BE49-F238E27FC236}">
                    <a16:creationId xmlns:a16="http://schemas.microsoft.com/office/drawing/2014/main" id="{55274A20-6B7F-CDFE-5BB5-C3FED56BD135}"/>
                  </a:ext>
                </a:extLst>
              </p:cNvPr>
              <p:cNvSpPr/>
              <p:nvPr/>
            </p:nvSpPr>
            <p:spPr>
              <a:xfrm>
                <a:off x="7851308" y="478350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5DDC2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05" name="pg51">
                <a:extLst>
                  <a:ext uri="{FF2B5EF4-FFF2-40B4-BE49-F238E27FC236}">
                    <a16:creationId xmlns:a16="http://schemas.microsoft.com/office/drawing/2014/main" id="{24F0C41F-8811-8185-DE18-877D41882ABD}"/>
                  </a:ext>
                </a:extLst>
              </p:cNvPr>
              <p:cNvSpPr/>
              <p:nvPr/>
            </p:nvSpPr>
            <p:spPr>
              <a:xfrm>
                <a:off x="7887496" y="478350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3DDC0">
                  <a:alpha val="100000"/>
                </a:srgbClr>
              </a:solidFill>
              <a:ln w="5420" cap="flat">
                <a:solidFill>
                  <a:srgbClr val="77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06" name="pg52">
                <a:extLst>
                  <a:ext uri="{FF2B5EF4-FFF2-40B4-BE49-F238E27FC236}">
                    <a16:creationId xmlns:a16="http://schemas.microsoft.com/office/drawing/2014/main" id="{B697AE66-1618-6538-A6E0-DD5A24773A4D}"/>
                  </a:ext>
                </a:extLst>
              </p:cNvPr>
              <p:cNvSpPr/>
              <p:nvPr/>
            </p:nvSpPr>
            <p:spPr>
              <a:xfrm>
                <a:off x="7923684" y="478350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0DCBF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07" name="pg53">
                <a:extLst>
                  <a:ext uri="{FF2B5EF4-FFF2-40B4-BE49-F238E27FC236}">
                    <a16:creationId xmlns:a16="http://schemas.microsoft.com/office/drawing/2014/main" id="{20EB719A-56D9-7682-3D64-1D390B9771FC}"/>
                  </a:ext>
                </a:extLst>
              </p:cNvPr>
              <p:cNvSpPr/>
              <p:nvPr/>
            </p:nvSpPr>
            <p:spPr>
              <a:xfrm>
                <a:off x="7959872" y="478350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08" name="pg54">
                <a:extLst>
                  <a:ext uri="{FF2B5EF4-FFF2-40B4-BE49-F238E27FC236}">
                    <a16:creationId xmlns:a16="http://schemas.microsoft.com/office/drawing/2014/main" id="{E3C6DAE8-54C8-4C95-BA3D-7D957E1CBEE4}"/>
                  </a:ext>
                </a:extLst>
              </p:cNvPr>
              <p:cNvSpPr/>
              <p:nvPr/>
            </p:nvSpPr>
            <p:spPr>
              <a:xfrm>
                <a:off x="8140811" y="478350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09" name="pg55">
                <a:extLst>
                  <a:ext uri="{FF2B5EF4-FFF2-40B4-BE49-F238E27FC236}">
                    <a16:creationId xmlns:a16="http://schemas.microsoft.com/office/drawing/2014/main" id="{A0803BB9-2979-4D3E-77A6-93FE40A61E9B}"/>
                  </a:ext>
                </a:extLst>
              </p:cNvPr>
              <p:cNvSpPr/>
              <p:nvPr/>
            </p:nvSpPr>
            <p:spPr>
              <a:xfrm>
                <a:off x="8176999" y="478350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10" name="pg56">
                <a:extLst>
                  <a:ext uri="{FF2B5EF4-FFF2-40B4-BE49-F238E27FC236}">
                    <a16:creationId xmlns:a16="http://schemas.microsoft.com/office/drawing/2014/main" id="{43B0E14F-F53E-7863-427E-F35753D0BC62}"/>
                  </a:ext>
                </a:extLst>
              </p:cNvPr>
              <p:cNvSpPr/>
              <p:nvPr/>
            </p:nvSpPr>
            <p:spPr>
              <a:xfrm>
                <a:off x="8213187" y="478350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11" name="pg57">
                <a:extLst>
                  <a:ext uri="{FF2B5EF4-FFF2-40B4-BE49-F238E27FC236}">
                    <a16:creationId xmlns:a16="http://schemas.microsoft.com/office/drawing/2014/main" id="{AA4F5623-6EDC-0FC7-316E-FBDC88AAC1E2}"/>
                  </a:ext>
                </a:extLst>
              </p:cNvPr>
              <p:cNvSpPr/>
              <p:nvPr/>
            </p:nvSpPr>
            <p:spPr>
              <a:xfrm>
                <a:off x="8249375" y="478350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7D0AE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12" name="pg58">
                <a:extLst>
                  <a:ext uri="{FF2B5EF4-FFF2-40B4-BE49-F238E27FC236}">
                    <a16:creationId xmlns:a16="http://schemas.microsoft.com/office/drawing/2014/main" id="{9A411A50-6125-9170-4528-10889F0D65E2}"/>
                  </a:ext>
                </a:extLst>
              </p:cNvPr>
              <p:cNvSpPr/>
              <p:nvPr/>
            </p:nvSpPr>
            <p:spPr>
              <a:xfrm>
                <a:off x="8285563" y="478350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1CEAC">
                  <a:alpha val="100000"/>
                </a:srgbClr>
              </a:solidFill>
              <a:ln w="5420" cap="flat">
                <a:solidFill>
                  <a:srgbClr val="54BC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13" name="pg59">
                <a:extLst>
                  <a:ext uri="{FF2B5EF4-FFF2-40B4-BE49-F238E27FC236}">
                    <a16:creationId xmlns:a16="http://schemas.microsoft.com/office/drawing/2014/main" id="{1AA5680F-812D-467C-9A6F-E689996A6B17}"/>
                  </a:ext>
                </a:extLst>
              </p:cNvPr>
              <p:cNvSpPr/>
              <p:nvPr/>
            </p:nvSpPr>
            <p:spPr>
              <a:xfrm>
                <a:off x="8321751" y="478350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5FCCAC">
                  <a:alpha val="100000"/>
                </a:srgbClr>
              </a:solidFill>
              <a:ln w="5420" cap="flat">
                <a:solidFill>
                  <a:srgbClr val="52B9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14" name="pg60">
                <a:extLst>
                  <a:ext uri="{FF2B5EF4-FFF2-40B4-BE49-F238E27FC236}">
                    <a16:creationId xmlns:a16="http://schemas.microsoft.com/office/drawing/2014/main" id="{AC66802F-848B-5372-E4A1-346F31230A86}"/>
                  </a:ext>
                </a:extLst>
              </p:cNvPr>
              <p:cNvSpPr/>
              <p:nvPr/>
            </p:nvSpPr>
            <p:spPr>
              <a:xfrm>
                <a:off x="7525616" y="482941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1DCC0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15" name="pg61">
                <a:extLst>
                  <a:ext uri="{FF2B5EF4-FFF2-40B4-BE49-F238E27FC236}">
                    <a16:creationId xmlns:a16="http://schemas.microsoft.com/office/drawing/2014/main" id="{45451B11-F59D-8E08-018D-D60A54660794}"/>
                  </a:ext>
                </a:extLst>
              </p:cNvPr>
              <p:cNvSpPr/>
              <p:nvPr/>
            </p:nvSpPr>
            <p:spPr>
              <a:xfrm>
                <a:off x="7561804" y="482941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3DDC1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16" name="pg62">
                <a:extLst>
                  <a:ext uri="{FF2B5EF4-FFF2-40B4-BE49-F238E27FC236}">
                    <a16:creationId xmlns:a16="http://schemas.microsoft.com/office/drawing/2014/main" id="{400C802E-2CC6-ADC9-E051-0CA878A426AA}"/>
                  </a:ext>
                </a:extLst>
              </p:cNvPr>
              <p:cNvSpPr/>
              <p:nvPr/>
            </p:nvSpPr>
            <p:spPr>
              <a:xfrm>
                <a:off x="7597992" y="482941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5DDC1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17" name="pg63">
                <a:extLst>
                  <a:ext uri="{FF2B5EF4-FFF2-40B4-BE49-F238E27FC236}">
                    <a16:creationId xmlns:a16="http://schemas.microsoft.com/office/drawing/2014/main" id="{9EC283D2-6363-A912-8ADC-304493A32B02}"/>
                  </a:ext>
                </a:extLst>
              </p:cNvPr>
              <p:cNvSpPr/>
              <p:nvPr/>
            </p:nvSpPr>
            <p:spPr>
              <a:xfrm>
                <a:off x="7634180" y="482941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18" name="pg64">
                <a:extLst>
                  <a:ext uri="{FF2B5EF4-FFF2-40B4-BE49-F238E27FC236}">
                    <a16:creationId xmlns:a16="http://schemas.microsoft.com/office/drawing/2014/main" id="{C9782F7D-EE52-8DF7-D621-96E9EEB2D208}"/>
                  </a:ext>
                </a:extLst>
              </p:cNvPr>
              <p:cNvSpPr/>
              <p:nvPr/>
            </p:nvSpPr>
            <p:spPr>
              <a:xfrm>
                <a:off x="7670368" y="482941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19" name="pg65">
                <a:extLst>
                  <a:ext uri="{FF2B5EF4-FFF2-40B4-BE49-F238E27FC236}">
                    <a16:creationId xmlns:a16="http://schemas.microsoft.com/office/drawing/2014/main" id="{D0B6763E-EFDA-8885-FEC2-AEB61C02548B}"/>
                  </a:ext>
                </a:extLst>
              </p:cNvPr>
              <p:cNvSpPr/>
              <p:nvPr/>
            </p:nvSpPr>
            <p:spPr>
              <a:xfrm>
                <a:off x="7706556" y="482941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20" name="pg66">
                <a:extLst>
                  <a:ext uri="{FF2B5EF4-FFF2-40B4-BE49-F238E27FC236}">
                    <a16:creationId xmlns:a16="http://schemas.microsoft.com/office/drawing/2014/main" id="{740C809A-78E0-A62C-1214-5A5BFA12067D}"/>
                  </a:ext>
                </a:extLst>
              </p:cNvPr>
              <p:cNvSpPr/>
              <p:nvPr/>
            </p:nvSpPr>
            <p:spPr>
              <a:xfrm>
                <a:off x="7742744" y="482941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85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21" name="pg67">
                <a:extLst>
                  <a:ext uri="{FF2B5EF4-FFF2-40B4-BE49-F238E27FC236}">
                    <a16:creationId xmlns:a16="http://schemas.microsoft.com/office/drawing/2014/main" id="{A6EE870F-109F-BCAF-864E-5595D940AA37}"/>
                  </a:ext>
                </a:extLst>
              </p:cNvPr>
              <p:cNvSpPr/>
              <p:nvPr/>
            </p:nvSpPr>
            <p:spPr>
              <a:xfrm>
                <a:off x="7778932" y="482941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22" name="pg68">
                <a:extLst>
                  <a:ext uri="{FF2B5EF4-FFF2-40B4-BE49-F238E27FC236}">
                    <a16:creationId xmlns:a16="http://schemas.microsoft.com/office/drawing/2014/main" id="{42DEA65F-CC71-588B-31CF-4C1915E0D8CF}"/>
                  </a:ext>
                </a:extLst>
              </p:cNvPr>
              <p:cNvSpPr/>
              <p:nvPr/>
            </p:nvSpPr>
            <p:spPr>
              <a:xfrm>
                <a:off x="7815120" y="482941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85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23" name="pg69">
                <a:extLst>
                  <a:ext uri="{FF2B5EF4-FFF2-40B4-BE49-F238E27FC236}">
                    <a16:creationId xmlns:a16="http://schemas.microsoft.com/office/drawing/2014/main" id="{7FFCE59F-5F52-AAE3-B4AF-B02AAD3EF6D8}"/>
                  </a:ext>
                </a:extLst>
              </p:cNvPr>
              <p:cNvSpPr/>
              <p:nvPr/>
            </p:nvSpPr>
            <p:spPr>
              <a:xfrm>
                <a:off x="7851308" y="482941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24" name="pg70">
                <a:extLst>
                  <a:ext uri="{FF2B5EF4-FFF2-40B4-BE49-F238E27FC236}">
                    <a16:creationId xmlns:a16="http://schemas.microsoft.com/office/drawing/2014/main" id="{194BFBD2-F816-403B-C502-0993D1C36BCD}"/>
                  </a:ext>
                </a:extLst>
              </p:cNvPr>
              <p:cNvSpPr/>
              <p:nvPr/>
            </p:nvSpPr>
            <p:spPr>
              <a:xfrm>
                <a:off x="7887496" y="482941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25" name="pg71">
                <a:extLst>
                  <a:ext uri="{FF2B5EF4-FFF2-40B4-BE49-F238E27FC236}">
                    <a16:creationId xmlns:a16="http://schemas.microsoft.com/office/drawing/2014/main" id="{9EA7E049-A279-41E6-30B8-FF7832DA0870}"/>
                  </a:ext>
                </a:extLst>
              </p:cNvPr>
              <p:cNvSpPr/>
              <p:nvPr/>
            </p:nvSpPr>
            <p:spPr>
              <a:xfrm>
                <a:off x="7923684" y="482941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26" name="pg72">
                <a:extLst>
                  <a:ext uri="{FF2B5EF4-FFF2-40B4-BE49-F238E27FC236}">
                    <a16:creationId xmlns:a16="http://schemas.microsoft.com/office/drawing/2014/main" id="{B913BD65-D23A-86E0-812D-CADD58AAFFEA}"/>
                  </a:ext>
                </a:extLst>
              </p:cNvPr>
              <p:cNvSpPr/>
              <p:nvPr/>
            </p:nvSpPr>
            <p:spPr>
              <a:xfrm>
                <a:off x="8104624" y="482941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27" name="pg73">
                <a:extLst>
                  <a:ext uri="{FF2B5EF4-FFF2-40B4-BE49-F238E27FC236}">
                    <a16:creationId xmlns:a16="http://schemas.microsoft.com/office/drawing/2014/main" id="{2E560C29-FD89-F55E-709E-1EECA02569AF}"/>
                  </a:ext>
                </a:extLst>
              </p:cNvPr>
              <p:cNvSpPr/>
              <p:nvPr/>
            </p:nvSpPr>
            <p:spPr>
              <a:xfrm>
                <a:off x="8140811" y="482941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5E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28" name="pg74">
                <a:extLst>
                  <a:ext uri="{FF2B5EF4-FFF2-40B4-BE49-F238E27FC236}">
                    <a16:creationId xmlns:a16="http://schemas.microsoft.com/office/drawing/2014/main" id="{110D44C1-D7B4-60F5-CDFA-2039BBD84E2F}"/>
                  </a:ext>
                </a:extLst>
              </p:cNvPr>
              <p:cNvSpPr/>
              <p:nvPr/>
            </p:nvSpPr>
            <p:spPr>
              <a:xfrm>
                <a:off x="8176999" y="482941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BD6B6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29" name="pg75">
                <a:extLst>
                  <a:ext uri="{FF2B5EF4-FFF2-40B4-BE49-F238E27FC236}">
                    <a16:creationId xmlns:a16="http://schemas.microsoft.com/office/drawing/2014/main" id="{412528DA-029D-4E98-7658-2116A1B24D71}"/>
                  </a:ext>
                </a:extLst>
              </p:cNvPr>
              <p:cNvSpPr/>
              <p:nvPr/>
            </p:nvSpPr>
            <p:spPr>
              <a:xfrm>
                <a:off x="8213187" y="482941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30" name="pg76">
                <a:extLst>
                  <a:ext uri="{FF2B5EF4-FFF2-40B4-BE49-F238E27FC236}">
                    <a16:creationId xmlns:a16="http://schemas.microsoft.com/office/drawing/2014/main" id="{C9B8B3E9-1F39-6BE8-51F3-D1C312059FA1}"/>
                  </a:ext>
                </a:extLst>
              </p:cNvPr>
              <p:cNvSpPr/>
              <p:nvPr/>
            </p:nvSpPr>
            <p:spPr>
              <a:xfrm>
                <a:off x="8249375" y="482941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31" name="pg77">
                <a:extLst>
                  <a:ext uri="{FF2B5EF4-FFF2-40B4-BE49-F238E27FC236}">
                    <a16:creationId xmlns:a16="http://schemas.microsoft.com/office/drawing/2014/main" id="{28F15526-3154-346C-4823-6BB5B58988D2}"/>
                  </a:ext>
                </a:extLst>
              </p:cNvPr>
              <p:cNvSpPr/>
              <p:nvPr/>
            </p:nvSpPr>
            <p:spPr>
              <a:xfrm>
                <a:off x="8285563" y="482941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32" name="pg78">
                <a:extLst>
                  <a:ext uri="{FF2B5EF4-FFF2-40B4-BE49-F238E27FC236}">
                    <a16:creationId xmlns:a16="http://schemas.microsoft.com/office/drawing/2014/main" id="{3704DEC7-1563-372C-AE75-BF76384B359E}"/>
                  </a:ext>
                </a:extLst>
              </p:cNvPr>
              <p:cNvSpPr/>
              <p:nvPr/>
            </p:nvSpPr>
            <p:spPr>
              <a:xfrm>
                <a:off x="8321751" y="4829415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3CFAD">
                  <a:alpha val="100000"/>
                </a:srgbClr>
              </a:solidFill>
              <a:ln w="5420" cap="flat">
                <a:solidFill>
                  <a:srgbClr val="55BD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33" name="pg79">
                <a:extLst>
                  <a:ext uri="{FF2B5EF4-FFF2-40B4-BE49-F238E27FC236}">
                    <a16:creationId xmlns:a16="http://schemas.microsoft.com/office/drawing/2014/main" id="{7A0B98CA-F485-1F99-101B-CE857FAC2CAD}"/>
                  </a:ext>
                </a:extLst>
              </p:cNvPr>
              <p:cNvSpPr/>
              <p:nvPr/>
            </p:nvSpPr>
            <p:spPr>
              <a:xfrm>
                <a:off x="7453240" y="487532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1DCC0">
                  <a:alpha val="100000"/>
                </a:srgbClr>
              </a:solidFill>
              <a:ln w="5420" cap="flat">
                <a:solidFill>
                  <a:srgbClr val="74D3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34" name="pg80">
                <a:extLst>
                  <a:ext uri="{FF2B5EF4-FFF2-40B4-BE49-F238E27FC236}">
                    <a16:creationId xmlns:a16="http://schemas.microsoft.com/office/drawing/2014/main" id="{F8C5B44F-0ACE-756D-2F01-C17D4B33A2DD}"/>
                  </a:ext>
                </a:extLst>
              </p:cNvPr>
              <p:cNvSpPr/>
              <p:nvPr/>
            </p:nvSpPr>
            <p:spPr>
              <a:xfrm>
                <a:off x="7489428" y="487532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3DDC1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35" name="pg81">
                <a:extLst>
                  <a:ext uri="{FF2B5EF4-FFF2-40B4-BE49-F238E27FC236}">
                    <a16:creationId xmlns:a16="http://schemas.microsoft.com/office/drawing/2014/main" id="{12AF793D-1CD9-55B3-6E77-02FE338ADE25}"/>
                  </a:ext>
                </a:extLst>
              </p:cNvPr>
              <p:cNvSpPr/>
              <p:nvPr/>
            </p:nvSpPr>
            <p:spPr>
              <a:xfrm>
                <a:off x="7525616" y="487532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5DDC1">
                  <a:alpha val="100000"/>
                </a:srgbClr>
              </a:solidFill>
              <a:ln w="5420" cap="flat">
                <a:solidFill>
                  <a:srgbClr val="79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36" name="pg82">
                <a:extLst>
                  <a:ext uri="{FF2B5EF4-FFF2-40B4-BE49-F238E27FC236}">
                    <a16:creationId xmlns:a16="http://schemas.microsoft.com/office/drawing/2014/main" id="{A8D812E6-FBF5-66E1-AAAB-2AA06F725B3C}"/>
                  </a:ext>
                </a:extLst>
              </p:cNvPr>
              <p:cNvSpPr/>
              <p:nvPr/>
            </p:nvSpPr>
            <p:spPr>
              <a:xfrm>
                <a:off x="7561804" y="487532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37" name="pg83">
                <a:extLst>
                  <a:ext uri="{FF2B5EF4-FFF2-40B4-BE49-F238E27FC236}">
                    <a16:creationId xmlns:a16="http://schemas.microsoft.com/office/drawing/2014/main" id="{18F2CD7F-122A-10B6-5D8D-B677D5357FCE}"/>
                  </a:ext>
                </a:extLst>
              </p:cNvPr>
              <p:cNvSpPr/>
              <p:nvPr/>
            </p:nvSpPr>
            <p:spPr>
              <a:xfrm>
                <a:off x="7597992" y="487532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38" name="pg84">
                <a:extLst>
                  <a:ext uri="{FF2B5EF4-FFF2-40B4-BE49-F238E27FC236}">
                    <a16:creationId xmlns:a16="http://schemas.microsoft.com/office/drawing/2014/main" id="{7C931223-BD67-D56C-6647-714145D2C66B}"/>
                  </a:ext>
                </a:extLst>
              </p:cNvPr>
              <p:cNvSpPr/>
              <p:nvPr/>
            </p:nvSpPr>
            <p:spPr>
              <a:xfrm>
                <a:off x="7634180" y="487532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39" name="pg85">
                <a:extLst>
                  <a:ext uri="{FF2B5EF4-FFF2-40B4-BE49-F238E27FC236}">
                    <a16:creationId xmlns:a16="http://schemas.microsoft.com/office/drawing/2014/main" id="{0A1C05C9-1D21-3FD9-CE0E-FE866A1265CB}"/>
                  </a:ext>
                </a:extLst>
              </p:cNvPr>
              <p:cNvSpPr/>
              <p:nvPr/>
            </p:nvSpPr>
            <p:spPr>
              <a:xfrm>
                <a:off x="7670368" y="487532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87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40" name="pg86">
                <a:extLst>
                  <a:ext uri="{FF2B5EF4-FFF2-40B4-BE49-F238E27FC236}">
                    <a16:creationId xmlns:a16="http://schemas.microsoft.com/office/drawing/2014/main" id="{93C63B86-B0B6-6648-DF03-87F908F99616}"/>
                  </a:ext>
                </a:extLst>
              </p:cNvPr>
              <p:cNvSpPr/>
              <p:nvPr/>
            </p:nvSpPr>
            <p:spPr>
              <a:xfrm>
                <a:off x="7706556" y="487532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8A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41" name="pg87">
                <a:extLst>
                  <a:ext uri="{FF2B5EF4-FFF2-40B4-BE49-F238E27FC236}">
                    <a16:creationId xmlns:a16="http://schemas.microsoft.com/office/drawing/2014/main" id="{9AAF75DF-D11C-D1D3-E99F-A96E2DDC289B}"/>
                  </a:ext>
                </a:extLst>
              </p:cNvPr>
              <p:cNvSpPr/>
              <p:nvPr/>
            </p:nvSpPr>
            <p:spPr>
              <a:xfrm>
                <a:off x="7742744" y="487532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42" name="pg88">
                <a:extLst>
                  <a:ext uri="{FF2B5EF4-FFF2-40B4-BE49-F238E27FC236}">
                    <a16:creationId xmlns:a16="http://schemas.microsoft.com/office/drawing/2014/main" id="{B7259DD0-944A-C560-776C-75B3709D2A61}"/>
                  </a:ext>
                </a:extLst>
              </p:cNvPr>
              <p:cNvSpPr/>
              <p:nvPr/>
            </p:nvSpPr>
            <p:spPr>
              <a:xfrm>
                <a:off x="7778932" y="487532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8FDB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43" name="pg89">
                <a:extLst>
                  <a:ext uri="{FF2B5EF4-FFF2-40B4-BE49-F238E27FC236}">
                    <a16:creationId xmlns:a16="http://schemas.microsoft.com/office/drawing/2014/main" id="{540CE32F-80A5-2E76-7709-06A9ADF385B5}"/>
                  </a:ext>
                </a:extLst>
              </p:cNvPr>
              <p:cNvSpPr/>
              <p:nvPr/>
            </p:nvSpPr>
            <p:spPr>
              <a:xfrm>
                <a:off x="7815120" y="487532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8FDB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44" name="pg90">
                <a:extLst>
                  <a:ext uri="{FF2B5EF4-FFF2-40B4-BE49-F238E27FC236}">
                    <a16:creationId xmlns:a16="http://schemas.microsoft.com/office/drawing/2014/main" id="{1F7B9D5B-5670-7C78-5008-33BD791C33D6}"/>
                  </a:ext>
                </a:extLst>
              </p:cNvPr>
              <p:cNvSpPr/>
              <p:nvPr/>
            </p:nvSpPr>
            <p:spPr>
              <a:xfrm>
                <a:off x="7851308" y="487532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45" name="pg91">
                <a:extLst>
                  <a:ext uri="{FF2B5EF4-FFF2-40B4-BE49-F238E27FC236}">
                    <a16:creationId xmlns:a16="http://schemas.microsoft.com/office/drawing/2014/main" id="{8D346045-3EC7-BC6E-2281-5B51323A640A}"/>
                  </a:ext>
                </a:extLst>
              </p:cNvPr>
              <p:cNvSpPr/>
              <p:nvPr/>
            </p:nvSpPr>
            <p:spPr>
              <a:xfrm>
                <a:off x="8068436" y="487532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46" name="pg92">
                <a:extLst>
                  <a:ext uri="{FF2B5EF4-FFF2-40B4-BE49-F238E27FC236}">
                    <a16:creationId xmlns:a16="http://schemas.microsoft.com/office/drawing/2014/main" id="{9F8237DF-7AA5-9336-FE31-4ED5E0FC019E}"/>
                  </a:ext>
                </a:extLst>
              </p:cNvPr>
              <p:cNvSpPr/>
              <p:nvPr/>
            </p:nvSpPr>
            <p:spPr>
              <a:xfrm>
                <a:off x="8104624" y="487532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47" name="pg93">
                <a:extLst>
                  <a:ext uri="{FF2B5EF4-FFF2-40B4-BE49-F238E27FC236}">
                    <a16:creationId xmlns:a16="http://schemas.microsoft.com/office/drawing/2014/main" id="{0F640E89-842B-A278-4651-19261E8A0283}"/>
                  </a:ext>
                </a:extLst>
              </p:cNvPr>
              <p:cNvSpPr/>
              <p:nvPr/>
            </p:nvSpPr>
            <p:spPr>
              <a:xfrm>
                <a:off x="8140811" y="487532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7D9BC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48" name="pg94">
                <a:extLst>
                  <a:ext uri="{FF2B5EF4-FFF2-40B4-BE49-F238E27FC236}">
                    <a16:creationId xmlns:a16="http://schemas.microsoft.com/office/drawing/2014/main" id="{324CF8F4-591F-CB9A-ED54-D1C602C916D1}"/>
                  </a:ext>
                </a:extLst>
              </p:cNvPr>
              <p:cNvSpPr/>
              <p:nvPr/>
            </p:nvSpPr>
            <p:spPr>
              <a:xfrm>
                <a:off x="8176999" y="487532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49" name="pg95">
                <a:extLst>
                  <a:ext uri="{FF2B5EF4-FFF2-40B4-BE49-F238E27FC236}">
                    <a16:creationId xmlns:a16="http://schemas.microsoft.com/office/drawing/2014/main" id="{1494DC51-5871-E29C-8483-1D63A15EB7F3}"/>
                  </a:ext>
                </a:extLst>
              </p:cNvPr>
              <p:cNvSpPr/>
              <p:nvPr/>
            </p:nvSpPr>
            <p:spPr>
              <a:xfrm>
                <a:off x="8213187" y="487532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50" name="pg96">
                <a:extLst>
                  <a:ext uri="{FF2B5EF4-FFF2-40B4-BE49-F238E27FC236}">
                    <a16:creationId xmlns:a16="http://schemas.microsoft.com/office/drawing/2014/main" id="{F08145AD-D5EC-F4B2-345C-6E9CD6A6DC67}"/>
                  </a:ext>
                </a:extLst>
              </p:cNvPr>
              <p:cNvSpPr/>
              <p:nvPr/>
            </p:nvSpPr>
            <p:spPr>
              <a:xfrm>
                <a:off x="8249375" y="487532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51" name="pg97">
                <a:extLst>
                  <a:ext uri="{FF2B5EF4-FFF2-40B4-BE49-F238E27FC236}">
                    <a16:creationId xmlns:a16="http://schemas.microsoft.com/office/drawing/2014/main" id="{2E115793-58A6-DFCF-2C82-2792AE107551}"/>
                  </a:ext>
                </a:extLst>
              </p:cNvPr>
              <p:cNvSpPr/>
              <p:nvPr/>
            </p:nvSpPr>
            <p:spPr>
              <a:xfrm>
                <a:off x="7380864" y="492123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2DCC0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52" name="pg98">
                <a:extLst>
                  <a:ext uri="{FF2B5EF4-FFF2-40B4-BE49-F238E27FC236}">
                    <a16:creationId xmlns:a16="http://schemas.microsoft.com/office/drawing/2014/main" id="{AE05891E-F182-1F1F-205A-7D3D03CD1BB2}"/>
                  </a:ext>
                </a:extLst>
              </p:cNvPr>
              <p:cNvSpPr/>
              <p:nvPr/>
            </p:nvSpPr>
            <p:spPr>
              <a:xfrm>
                <a:off x="7417052" y="492123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2DCC0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53" name="pg99">
                <a:extLst>
                  <a:ext uri="{FF2B5EF4-FFF2-40B4-BE49-F238E27FC236}">
                    <a16:creationId xmlns:a16="http://schemas.microsoft.com/office/drawing/2014/main" id="{2457C47F-8548-8F15-8B81-0ED1738E280C}"/>
                  </a:ext>
                </a:extLst>
              </p:cNvPr>
              <p:cNvSpPr/>
              <p:nvPr/>
            </p:nvSpPr>
            <p:spPr>
              <a:xfrm>
                <a:off x="7453240" y="492123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3DDC0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54" name="pg100">
                <a:extLst>
                  <a:ext uri="{FF2B5EF4-FFF2-40B4-BE49-F238E27FC236}">
                    <a16:creationId xmlns:a16="http://schemas.microsoft.com/office/drawing/2014/main" id="{3C3F17DC-1231-BE44-6D74-ADD9264579B0}"/>
                  </a:ext>
                </a:extLst>
              </p:cNvPr>
              <p:cNvSpPr/>
              <p:nvPr/>
            </p:nvSpPr>
            <p:spPr>
              <a:xfrm>
                <a:off x="7489428" y="492123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79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55" name="pg101">
                <a:extLst>
                  <a:ext uri="{FF2B5EF4-FFF2-40B4-BE49-F238E27FC236}">
                    <a16:creationId xmlns:a16="http://schemas.microsoft.com/office/drawing/2014/main" id="{75C7ECB3-8F8A-3D84-FEE6-647DAD42071F}"/>
                  </a:ext>
                </a:extLst>
              </p:cNvPr>
              <p:cNvSpPr/>
              <p:nvPr/>
            </p:nvSpPr>
            <p:spPr>
              <a:xfrm>
                <a:off x="7525616" y="492123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56" name="pg102">
                <a:extLst>
                  <a:ext uri="{FF2B5EF4-FFF2-40B4-BE49-F238E27FC236}">
                    <a16:creationId xmlns:a16="http://schemas.microsoft.com/office/drawing/2014/main" id="{3AC62216-42C3-9009-0A68-9E041640F5F5}"/>
                  </a:ext>
                </a:extLst>
              </p:cNvPr>
              <p:cNvSpPr/>
              <p:nvPr/>
            </p:nvSpPr>
            <p:spPr>
              <a:xfrm>
                <a:off x="7561804" y="492123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7DEC3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57" name="pg103">
                <a:extLst>
                  <a:ext uri="{FF2B5EF4-FFF2-40B4-BE49-F238E27FC236}">
                    <a16:creationId xmlns:a16="http://schemas.microsoft.com/office/drawing/2014/main" id="{020677D4-C748-E204-04EA-D76C0F59B607}"/>
                  </a:ext>
                </a:extLst>
              </p:cNvPr>
              <p:cNvSpPr/>
              <p:nvPr/>
            </p:nvSpPr>
            <p:spPr>
              <a:xfrm>
                <a:off x="7597992" y="492123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58" name="pg104">
                <a:extLst>
                  <a:ext uri="{FF2B5EF4-FFF2-40B4-BE49-F238E27FC236}">
                    <a16:creationId xmlns:a16="http://schemas.microsoft.com/office/drawing/2014/main" id="{285F4466-F520-B9F8-D4D3-E2767965D18C}"/>
                  </a:ext>
                </a:extLst>
              </p:cNvPr>
              <p:cNvSpPr/>
              <p:nvPr/>
            </p:nvSpPr>
            <p:spPr>
              <a:xfrm>
                <a:off x="7634180" y="492123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CDFC4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59" name="pg105">
                <a:extLst>
                  <a:ext uri="{FF2B5EF4-FFF2-40B4-BE49-F238E27FC236}">
                    <a16:creationId xmlns:a16="http://schemas.microsoft.com/office/drawing/2014/main" id="{9D18B6AB-519F-268A-E961-4E91D85672A3}"/>
                  </a:ext>
                </a:extLst>
              </p:cNvPr>
              <p:cNvSpPr/>
              <p:nvPr/>
            </p:nvSpPr>
            <p:spPr>
              <a:xfrm>
                <a:off x="7670368" y="492123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87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60" name="pg106">
                <a:extLst>
                  <a:ext uri="{FF2B5EF4-FFF2-40B4-BE49-F238E27FC236}">
                    <a16:creationId xmlns:a16="http://schemas.microsoft.com/office/drawing/2014/main" id="{3CB96BD9-0DA5-0DD6-B201-58C319BC8F10}"/>
                  </a:ext>
                </a:extLst>
              </p:cNvPr>
              <p:cNvSpPr/>
              <p:nvPr/>
            </p:nvSpPr>
            <p:spPr>
              <a:xfrm>
                <a:off x="7706556" y="492123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8A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61" name="pg107">
                <a:extLst>
                  <a:ext uri="{FF2B5EF4-FFF2-40B4-BE49-F238E27FC236}">
                    <a16:creationId xmlns:a16="http://schemas.microsoft.com/office/drawing/2014/main" id="{CE39D519-149D-4013-D906-1B7D7F585786}"/>
                  </a:ext>
                </a:extLst>
              </p:cNvPr>
              <p:cNvSpPr/>
              <p:nvPr/>
            </p:nvSpPr>
            <p:spPr>
              <a:xfrm>
                <a:off x="7742744" y="492123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62" name="pg108">
                <a:extLst>
                  <a:ext uri="{FF2B5EF4-FFF2-40B4-BE49-F238E27FC236}">
                    <a16:creationId xmlns:a16="http://schemas.microsoft.com/office/drawing/2014/main" id="{224038D7-F999-9E30-C751-854482EA6459}"/>
                  </a:ext>
                </a:extLst>
              </p:cNvPr>
              <p:cNvSpPr/>
              <p:nvPr/>
            </p:nvSpPr>
            <p:spPr>
              <a:xfrm>
                <a:off x="7778932" y="492123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8F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63" name="pg109">
                <a:extLst>
                  <a:ext uri="{FF2B5EF4-FFF2-40B4-BE49-F238E27FC236}">
                    <a16:creationId xmlns:a16="http://schemas.microsoft.com/office/drawing/2014/main" id="{45DFF0B2-B873-AEC9-D0F1-921F78E0C3D6}"/>
                  </a:ext>
                </a:extLst>
              </p:cNvPr>
              <p:cNvSpPr/>
              <p:nvPr/>
            </p:nvSpPr>
            <p:spPr>
              <a:xfrm>
                <a:off x="7815120" y="492123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8FDB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64" name="pg110">
                <a:extLst>
                  <a:ext uri="{FF2B5EF4-FFF2-40B4-BE49-F238E27FC236}">
                    <a16:creationId xmlns:a16="http://schemas.microsoft.com/office/drawing/2014/main" id="{20D5A4CE-2A26-53D7-AC4E-20E4F105307B}"/>
                  </a:ext>
                </a:extLst>
              </p:cNvPr>
              <p:cNvSpPr/>
              <p:nvPr/>
            </p:nvSpPr>
            <p:spPr>
              <a:xfrm>
                <a:off x="7851308" y="492123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65" name="pg111">
                <a:extLst>
                  <a:ext uri="{FF2B5EF4-FFF2-40B4-BE49-F238E27FC236}">
                    <a16:creationId xmlns:a16="http://schemas.microsoft.com/office/drawing/2014/main" id="{E1B6F86D-77BB-0A20-8904-862BA5568D93}"/>
                  </a:ext>
                </a:extLst>
              </p:cNvPr>
              <p:cNvSpPr/>
              <p:nvPr/>
            </p:nvSpPr>
            <p:spPr>
              <a:xfrm>
                <a:off x="7887496" y="492123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66" name="pg112">
                <a:extLst>
                  <a:ext uri="{FF2B5EF4-FFF2-40B4-BE49-F238E27FC236}">
                    <a16:creationId xmlns:a16="http://schemas.microsoft.com/office/drawing/2014/main" id="{B03A0FB6-E556-88F1-64B5-2331918BF1A5}"/>
                  </a:ext>
                </a:extLst>
              </p:cNvPr>
              <p:cNvSpPr/>
              <p:nvPr/>
            </p:nvSpPr>
            <p:spPr>
              <a:xfrm>
                <a:off x="7923684" y="492123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67" name="pg113">
                <a:extLst>
                  <a:ext uri="{FF2B5EF4-FFF2-40B4-BE49-F238E27FC236}">
                    <a16:creationId xmlns:a16="http://schemas.microsoft.com/office/drawing/2014/main" id="{4CF20C77-8131-4ADC-7929-6768C555F023}"/>
                  </a:ext>
                </a:extLst>
              </p:cNvPr>
              <p:cNvSpPr/>
              <p:nvPr/>
            </p:nvSpPr>
            <p:spPr>
              <a:xfrm>
                <a:off x="7959872" y="492123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5DDC2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68" name="pg114">
                <a:extLst>
                  <a:ext uri="{FF2B5EF4-FFF2-40B4-BE49-F238E27FC236}">
                    <a16:creationId xmlns:a16="http://schemas.microsoft.com/office/drawing/2014/main" id="{85786072-7A49-563F-C63D-D429D5A509EC}"/>
                  </a:ext>
                </a:extLst>
              </p:cNvPr>
              <p:cNvSpPr/>
              <p:nvPr/>
            </p:nvSpPr>
            <p:spPr>
              <a:xfrm>
                <a:off x="8032248" y="492123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2DCC0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69" name="pg115">
                <a:extLst>
                  <a:ext uri="{FF2B5EF4-FFF2-40B4-BE49-F238E27FC236}">
                    <a16:creationId xmlns:a16="http://schemas.microsoft.com/office/drawing/2014/main" id="{CA2E1873-60FC-64D7-E996-900F1A52E32E}"/>
                  </a:ext>
                </a:extLst>
              </p:cNvPr>
              <p:cNvSpPr/>
              <p:nvPr/>
            </p:nvSpPr>
            <p:spPr>
              <a:xfrm>
                <a:off x="8068436" y="492123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0DCBF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70" name="pg116">
                <a:extLst>
                  <a:ext uri="{FF2B5EF4-FFF2-40B4-BE49-F238E27FC236}">
                    <a16:creationId xmlns:a16="http://schemas.microsoft.com/office/drawing/2014/main" id="{2A139764-8280-475D-FAC4-882F2BDC2963}"/>
                  </a:ext>
                </a:extLst>
              </p:cNvPr>
              <p:cNvSpPr/>
              <p:nvPr/>
            </p:nvSpPr>
            <p:spPr>
              <a:xfrm>
                <a:off x="8104624" y="492123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71" name="pg117">
                <a:extLst>
                  <a:ext uri="{FF2B5EF4-FFF2-40B4-BE49-F238E27FC236}">
                    <a16:creationId xmlns:a16="http://schemas.microsoft.com/office/drawing/2014/main" id="{7A92E4AD-4CDB-C36F-4DEB-8535CB663E93}"/>
                  </a:ext>
                </a:extLst>
              </p:cNvPr>
              <p:cNvSpPr/>
              <p:nvPr/>
            </p:nvSpPr>
            <p:spPr>
              <a:xfrm>
                <a:off x="8140811" y="492123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ADABD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72" name="pg118">
                <a:extLst>
                  <a:ext uri="{FF2B5EF4-FFF2-40B4-BE49-F238E27FC236}">
                    <a16:creationId xmlns:a16="http://schemas.microsoft.com/office/drawing/2014/main" id="{F339CEE6-C480-F2E9-6FDC-6AEFE6EC34B1}"/>
                  </a:ext>
                </a:extLst>
              </p:cNvPr>
              <p:cNvSpPr/>
              <p:nvPr/>
            </p:nvSpPr>
            <p:spPr>
              <a:xfrm>
                <a:off x="8176999" y="492123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7D9BB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73" name="pg119">
                <a:extLst>
                  <a:ext uri="{FF2B5EF4-FFF2-40B4-BE49-F238E27FC236}">
                    <a16:creationId xmlns:a16="http://schemas.microsoft.com/office/drawing/2014/main" id="{21456D8A-F76B-CE64-B570-97624113895B}"/>
                  </a:ext>
                </a:extLst>
              </p:cNvPr>
              <p:cNvSpPr/>
              <p:nvPr/>
            </p:nvSpPr>
            <p:spPr>
              <a:xfrm>
                <a:off x="8213187" y="492123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FD7B8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74" name="pg120">
                <a:extLst>
                  <a:ext uri="{FF2B5EF4-FFF2-40B4-BE49-F238E27FC236}">
                    <a16:creationId xmlns:a16="http://schemas.microsoft.com/office/drawing/2014/main" id="{46ABABC4-B8A6-545A-3917-BB066E58DA26}"/>
                  </a:ext>
                </a:extLst>
              </p:cNvPr>
              <p:cNvSpPr/>
              <p:nvPr/>
            </p:nvSpPr>
            <p:spPr>
              <a:xfrm>
                <a:off x="8249375" y="492123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75" name="pg121">
                <a:extLst>
                  <a:ext uri="{FF2B5EF4-FFF2-40B4-BE49-F238E27FC236}">
                    <a16:creationId xmlns:a16="http://schemas.microsoft.com/office/drawing/2014/main" id="{5ED121D3-489F-8BEB-F646-25BB936E5466}"/>
                  </a:ext>
                </a:extLst>
              </p:cNvPr>
              <p:cNvSpPr/>
              <p:nvPr/>
            </p:nvSpPr>
            <p:spPr>
              <a:xfrm>
                <a:off x="7380864" y="496714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5DDC1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76" name="pg122">
                <a:extLst>
                  <a:ext uri="{FF2B5EF4-FFF2-40B4-BE49-F238E27FC236}">
                    <a16:creationId xmlns:a16="http://schemas.microsoft.com/office/drawing/2014/main" id="{F6F48D53-15EE-D539-F29F-95E062F94096}"/>
                  </a:ext>
                </a:extLst>
              </p:cNvPr>
              <p:cNvSpPr/>
              <p:nvPr/>
            </p:nvSpPr>
            <p:spPr>
              <a:xfrm>
                <a:off x="7417052" y="496714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5DDC1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77" name="pg123">
                <a:extLst>
                  <a:ext uri="{FF2B5EF4-FFF2-40B4-BE49-F238E27FC236}">
                    <a16:creationId xmlns:a16="http://schemas.microsoft.com/office/drawing/2014/main" id="{B2C0B6F8-3CCD-16BB-A86B-C88B62990C13}"/>
                  </a:ext>
                </a:extLst>
              </p:cNvPr>
              <p:cNvSpPr/>
              <p:nvPr/>
            </p:nvSpPr>
            <p:spPr>
              <a:xfrm>
                <a:off x="7453240" y="496714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5DDC1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78" name="pg124">
                <a:extLst>
                  <a:ext uri="{FF2B5EF4-FFF2-40B4-BE49-F238E27FC236}">
                    <a16:creationId xmlns:a16="http://schemas.microsoft.com/office/drawing/2014/main" id="{096E175E-AC50-BEE8-0E15-C99F84038D17}"/>
                  </a:ext>
                </a:extLst>
              </p:cNvPr>
              <p:cNvSpPr/>
              <p:nvPr/>
            </p:nvSpPr>
            <p:spPr>
              <a:xfrm>
                <a:off x="7489428" y="496714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79" name="pg125">
                <a:extLst>
                  <a:ext uri="{FF2B5EF4-FFF2-40B4-BE49-F238E27FC236}">
                    <a16:creationId xmlns:a16="http://schemas.microsoft.com/office/drawing/2014/main" id="{373D079A-084D-93E9-AF66-B16C444830D5}"/>
                  </a:ext>
                </a:extLst>
              </p:cNvPr>
              <p:cNvSpPr/>
              <p:nvPr/>
            </p:nvSpPr>
            <p:spPr>
              <a:xfrm>
                <a:off x="7525616" y="496714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80" name="pg126">
                <a:extLst>
                  <a:ext uri="{FF2B5EF4-FFF2-40B4-BE49-F238E27FC236}">
                    <a16:creationId xmlns:a16="http://schemas.microsoft.com/office/drawing/2014/main" id="{AE6853A2-DCAE-66C7-039F-B0C5CAABC419}"/>
                  </a:ext>
                </a:extLst>
              </p:cNvPr>
              <p:cNvSpPr/>
              <p:nvPr/>
            </p:nvSpPr>
            <p:spPr>
              <a:xfrm>
                <a:off x="7561804" y="496714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7E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81" name="pg127">
                <a:extLst>
                  <a:ext uri="{FF2B5EF4-FFF2-40B4-BE49-F238E27FC236}">
                    <a16:creationId xmlns:a16="http://schemas.microsoft.com/office/drawing/2014/main" id="{0B58F112-77D5-77B3-8F0F-2E107E3CBC32}"/>
                  </a:ext>
                </a:extLst>
              </p:cNvPr>
              <p:cNvSpPr/>
              <p:nvPr/>
            </p:nvSpPr>
            <p:spPr>
              <a:xfrm>
                <a:off x="7597992" y="496714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82" name="pg128">
                <a:extLst>
                  <a:ext uri="{FF2B5EF4-FFF2-40B4-BE49-F238E27FC236}">
                    <a16:creationId xmlns:a16="http://schemas.microsoft.com/office/drawing/2014/main" id="{06D9C409-23E2-8B29-4307-6D0E93D741DF}"/>
                  </a:ext>
                </a:extLst>
              </p:cNvPr>
              <p:cNvSpPr/>
              <p:nvPr/>
            </p:nvSpPr>
            <p:spPr>
              <a:xfrm>
                <a:off x="7634180" y="496714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83" name="pg129">
                <a:extLst>
                  <a:ext uri="{FF2B5EF4-FFF2-40B4-BE49-F238E27FC236}">
                    <a16:creationId xmlns:a16="http://schemas.microsoft.com/office/drawing/2014/main" id="{DFBF625F-BD2C-A5E8-2939-4EAD55D518BC}"/>
                  </a:ext>
                </a:extLst>
              </p:cNvPr>
              <p:cNvSpPr/>
              <p:nvPr/>
            </p:nvSpPr>
            <p:spPr>
              <a:xfrm>
                <a:off x="7670368" y="496714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84" name="pg130">
                <a:extLst>
                  <a:ext uri="{FF2B5EF4-FFF2-40B4-BE49-F238E27FC236}">
                    <a16:creationId xmlns:a16="http://schemas.microsoft.com/office/drawing/2014/main" id="{0F39BAFB-7746-0409-7D8C-7B6BE36425FB}"/>
                  </a:ext>
                </a:extLst>
              </p:cNvPr>
              <p:cNvSpPr/>
              <p:nvPr/>
            </p:nvSpPr>
            <p:spPr>
              <a:xfrm>
                <a:off x="7706556" y="496714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89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85" name="pg131">
                <a:extLst>
                  <a:ext uri="{FF2B5EF4-FFF2-40B4-BE49-F238E27FC236}">
                    <a16:creationId xmlns:a16="http://schemas.microsoft.com/office/drawing/2014/main" id="{3DF7520C-96F2-6466-E35F-C10601BEA227}"/>
                  </a:ext>
                </a:extLst>
              </p:cNvPr>
              <p:cNvSpPr/>
              <p:nvPr/>
            </p:nvSpPr>
            <p:spPr>
              <a:xfrm>
                <a:off x="7742744" y="496714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86" name="pg132">
                <a:extLst>
                  <a:ext uri="{FF2B5EF4-FFF2-40B4-BE49-F238E27FC236}">
                    <a16:creationId xmlns:a16="http://schemas.microsoft.com/office/drawing/2014/main" id="{FC4619B9-A096-8F54-18B7-936B6B4CE232}"/>
                  </a:ext>
                </a:extLst>
              </p:cNvPr>
              <p:cNvSpPr/>
              <p:nvPr/>
            </p:nvSpPr>
            <p:spPr>
              <a:xfrm>
                <a:off x="7778932" y="496714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8C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87" name="pg133">
                <a:extLst>
                  <a:ext uri="{FF2B5EF4-FFF2-40B4-BE49-F238E27FC236}">
                    <a16:creationId xmlns:a16="http://schemas.microsoft.com/office/drawing/2014/main" id="{C94A089B-1B46-C290-36C2-ADAAD1751AC6}"/>
                  </a:ext>
                </a:extLst>
              </p:cNvPr>
              <p:cNvSpPr/>
              <p:nvPr/>
            </p:nvSpPr>
            <p:spPr>
              <a:xfrm>
                <a:off x="7815120" y="496714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8CDB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88" name="pg134">
                <a:extLst>
                  <a:ext uri="{FF2B5EF4-FFF2-40B4-BE49-F238E27FC236}">
                    <a16:creationId xmlns:a16="http://schemas.microsoft.com/office/drawing/2014/main" id="{F7D18279-F711-322D-84BA-6ED3E001C345}"/>
                  </a:ext>
                </a:extLst>
              </p:cNvPr>
              <p:cNvSpPr/>
              <p:nvPr/>
            </p:nvSpPr>
            <p:spPr>
              <a:xfrm>
                <a:off x="7851308" y="496714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85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89" name="pg135">
                <a:extLst>
                  <a:ext uri="{FF2B5EF4-FFF2-40B4-BE49-F238E27FC236}">
                    <a16:creationId xmlns:a16="http://schemas.microsoft.com/office/drawing/2014/main" id="{C4F78724-E970-D0DA-5174-272BFA1F2225}"/>
                  </a:ext>
                </a:extLst>
              </p:cNvPr>
              <p:cNvSpPr/>
              <p:nvPr/>
            </p:nvSpPr>
            <p:spPr>
              <a:xfrm>
                <a:off x="7887496" y="496714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90" name="pg136">
                <a:extLst>
                  <a:ext uri="{FF2B5EF4-FFF2-40B4-BE49-F238E27FC236}">
                    <a16:creationId xmlns:a16="http://schemas.microsoft.com/office/drawing/2014/main" id="{3AB62016-A55C-48E4-9E27-8FB76B43B840}"/>
                  </a:ext>
                </a:extLst>
              </p:cNvPr>
              <p:cNvSpPr/>
              <p:nvPr/>
            </p:nvSpPr>
            <p:spPr>
              <a:xfrm>
                <a:off x="7923684" y="496714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91" name="pg137">
                <a:extLst>
                  <a:ext uri="{FF2B5EF4-FFF2-40B4-BE49-F238E27FC236}">
                    <a16:creationId xmlns:a16="http://schemas.microsoft.com/office/drawing/2014/main" id="{9A6C45BB-EB8A-ACB5-8DF8-7D73212D50DD}"/>
                  </a:ext>
                </a:extLst>
              </p:cNvPr>
              <p:cNvSpPr/>
              <p:nvPr/>
            </p:nvSpPr>
            <p:spPr>
              <a:xfrm>
                <a:off x="7959872" y="496714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5DDC2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92" name="pg138">
                <a:extLst>
                  <a:ext uri="{FF2B5EF4-FFF2-40B4-BE49-F238E27FC236}">
                    <a16:creationId xmlns:a16="http://schemas.microsoft.com/office/drawing/2014/main" id="{07CB8EFF-3839-EF4A-0D8C-262EEC52D037}"/>
                  </a:ext>
                </a:extLst>
              </p:cNvPr>
              <p:cNvSpPr/>
              <p:nvPr/>
            </p:nvSpPr>
            <p:spPr>
              <a:xfrm>
                <a:off x="7996059" y="496714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93" name="pg139">
                <a:extLst>
                  <a:ext uri="{FF2B5EF4-FFF2-40B4-BE49-F238E27FC236}">
                    <a16:creationId xmlns:a16="http://schemas.microsoft.com/office/drawing/2014/main" id="{CD83BC15-8472-0AB1-CDE9-00F3A3A983D6}"/>
                  </a:ext>
                </a:extLst>
              </p:cNvPr>
              <p:cNvSpPr/>
              <p:nvPr/>
            </p:nvSpPr>
            <p:spPr>
              <a:xfrm>
                <a:off x="8032248" y="496714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3DDC1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94" name="pg140">
                <a:extLst>
                  <a:ext uri="{FF2B5EF4-FFF2-40B4-BE49-F238E27FC236}">
                    <a16:creationId xmlns:a16="http://schemas.microsoft.com/office/drawing/2014/main" id="{8973EEAB-4737-F372-1939-3B45DC56BA44}"/>
                  </a:ext>
                </a:extLst>
              </p:cNvPr>
              <p:cNvSpPr/>
              <p:nvPr/>
            </p:nvSpPr>
            <p:spPr>
              <a:xfrm>
                <a:off x="8068436" y="496714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2DCC0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95" name="pg141">
                <a:extLst>
                  <a:ext uri="{FF2B5EF4-FFF2-40B4-BE49-F238E27FC236}">
                    <a16:creationId xmlns:a16="http://schemas.microsoft.com/office/drawing/2014/main" id="{F62E3FD9-F446-61C9-614A-83CF9CC3630A}"/>
                  </a:ext>
                </a:extLst>
              </p:cNvPr>
              <p:cNvSpPr/>
              <p:nvPr/>
            </p:nvSpPr>
            <p:spPr>
              <a:xfrm>
                <a:off x="8104624" y="496714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FDCBF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96" name="pg142">
                <a:extLst>
                  <a:ext uri="{FF2B5EF4-FFF2-40B4-BE49-F238E27FC236}">
                    <a16:creationId xmlns:a16="http://schemas.microsoft.com/office/drawing/2014/main" id="{7570357C-C27D-1B7E-69E3-66BC29A3CF17}"/>
                  </a:ext>
                </a:extLst>
              </p:cNvPr>
              <p:cNvSpPr/>
              <p:nvPr/>
            </p:nvSpPr>
            <p:spPr>
              <a:xfrm>
                <a:off x="8140811" y="496714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6E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97" name="pg143">
                <a:extLst>
                  <a:ext uri="{FF2B5EF4-FFF2-40B4-BE49-F238E27FC236}">
                    <a16:creationId xmlns:a16="http://schemas.microsoft.com/office/drawing/2014/main" id="{07208FAB-779E-2627-6016-D384ED25ABF4}"/>
                  </a:ext>
                </a:extLst>
              </p:cNvPr>
              <p:cNvSpPr/>
              <p:nvPr/>
            </p:nvSpPr>
            <p:spPr>
              <a:xfrm>
                <a:off x="8176999" y="496714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98" name="pg144">
                <a:extLst>
                  <a:ext uri="{FF2B5EF4-FFF2-40B4-BE49-F238E27FC236}">
                    <a16:creationId xmlns:a16="http://schemas.microsoft.com/office/drawing/2014/main" id="{DE136E78-E718-F646-6899-BBBB41E537CE}"/>
                  </a:ext>
                </a:extLst>
              </p:cNvPr>
              <p:cNvSpPr/>
              <p:nvPr/>
            </p:nvSpPr>
            <p:spPr>
              <a:xfrm>
                <a:off x="8213187" y="4967146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3D8B9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99" name="pg145">
                <a:extLst>
                  <a:ext uri="{FF2B5EF4-FFF2-40B4-BE49-F238E27FC236}">
                    <a16:creationId xmlns:a16="http://schemas.microsoft.com/office/drawing/2014/main" id="{9A4B825D-C96F-EA67-F28C-D575353C06C0}"/>
                  </a:ext>
                </a:extLst>
              </p:cNvPr>
              <p:cNvSpPr/>
              <p:nvPr/>
            </p:nvSpPr>
            <p:spPr>
              <a:xfrm>
                <a:off x="7380864" y="501305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00" name="pg146">
                <a:extLst>
                  <a:ext uri="{FF2B5EF4-FFF2-40B4-BE49-F238E27FC236}">
                    <a16:creationId xmlns:a16="http://schemas.microsoft.com/office/drawing/2014/main" id="{BC91F2F7-5E5A-A972-1AE8-292B0B28FC03}"/>
                  </a:ext>
                </a:extLst>
              </p:cNvPr>
              <p:cNvSpPr/>
              <p:nvPr/>
            </p:nvSpPr>
            <p:spPr>
              <a:xfrm>
                <a:off x="7417052" y="501305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01" name="pg147">
                <a:extLst>
                  <a:ext uri="{FF2B5EF4-FFF2-40B4-BE49-F238E27FC236}">
                    <a16:creationId xmlns:a16="http://schemas.microsoft.com/office/drawing/2014/main" id="{42D3E324-A5CB-95D6-B6D7-877CFE0D043A}"/>
                  </a:ext>
                </a:extLst>
              </p:cNvPr>
              <p:cNvSpPr/>
              <p:nvPr/>
            </p:nvSpPr>
            <p:spPr>
              <a:xfrm>
                <a:off x="7453240" y="501305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7DEC3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02" name="pg148">
                <a:extLst>
                  <a:ext uri="{FF2B5EF4-FFF2-40B4-BE49-F238E27FC236}">
                    <a16:creationId xmlns:a16="http://schemas.microsoft.com/office/drawing/2014/main" id="{6EE400EF-AECF-FE01-46DF-2D25F875334B}"/>
                  </a:ext>
                </a:extLst>
              </p:cNvPr>
              <p:cNvSpPr/>
              <p:nvPr/>
            </p:nvSpPr>
            <p:spPr>
              <a:xfrm>
                <a:off x="7489428" y="501305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03" name="pg149">
                <a:extLst>
                  <a:ext uri="{FF2B5EF4-FFF2-40B4-BE49-F238E27FC236}">
                    <a16:creationId xmlns:a16="http://schemas.microsoft.com/office/drawing/2014/main" id="{DB2FE96D-62F9-6BDA-4E0F-67620E624EE1}"/>
                  </a:ext>
                </a:extLst>
              </p:cNvPr>
              <p:cNvSpPr/>
              <p:nvPr/>
            </p:nvSpPr>
            <p:spPr>
              <a:xfrm>
                <a:off x="7525616" y="501305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04" name="pg150">
                <a:extLst>
                  <a:ext uri="{FF2B5EF4-FFF2-40B4-BE49-F238E27FC236}">
                    <a16:creationId xmlns:a16="http://schemas.microsoft.com/office/drawing/2014/main" id="{FD2FE96D-A537-09AD-A4F2-A728CFB5DCC2}"/>
                  </a:ext>
                </a:extLst>
              </p:cNvPr>
              <p:cNvSpPr/>
              <p:nvPr/>
            </p:nvSpPr>
            <p:spPr>
              <a:xfrm>
                <a:off x="7561804" y="501305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05" name="pg151">
                <a:extLst>
                  <a:ext uri="{FF2B5EF4-FFF2-40B4-BE49-F238E27FC236}">
                    <a16:creationId xmlns:a16="http://schemas.microsoft.com/office/drawing/2014/main" id="{9B5407F1-303C-6BCC-7AA3-1BC750CE5CAE}"/>
                  </a:ext>
                </a:extLst>
              </p:cNvPr>
              <p:cNvSpPr/>
              <p:nvPr/>
            </p:nvSpPr>
            <p:spPr>
              <a:xfrm>
                <a:off x="7597992" y="501305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06" name="pg152">
                <a:extLst>
                  <a:ext uri="{FF2B5EF4-FFF2-40B4-BE49-F238E27FC236}">
                    <a16:creationId xmlns:a16="http://schemas.microsoft.com/office/drawing/2014/main" id="{82160C4A-1032-EA31-2053-C764155B2172}"/>
                  </a:ext>
                </a:extLst>
              </p:cNvPr>
              <p:cNvSpPr/>
              <p:nvPr/>
            </p:nvSpPr>
            <p:spPr>
              <a:xfrm>
                <a:off x="7634180" y="501305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07" name="pg153">
                <a:extLst>
                  <a:ext uri="{FF2B5EF4-FFF2-40B4-BE49-F238E27FC236}">
                    <a16:creationId xmlns:a16="http://schemas.microsoft.com/office/drawing/2014/main" id="{36B3FB1E-6ED0-4F10-8C60-A55C7690FA52}"/>
                  </a:ext>
                </a:extLst>
              </p:cNvPr>
              <p:cNvSpPr/>
              <p:nvPr/>
            </p:nvSpPr>
            <p:spPr>
              <a:xfrm>
                <a:off x="7670368" y="501305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08" name="pg154">
                <a:extLst>
                  <a:ext uri="{FF2B5EF4-FFF2-40B4-BE49-F238E27FC236}">
                    <a16:creationId xmlns:a16="http://schemas.microsoft.com/office/drawing/2014/main" id="{D328C42F-9F0C-6DF8-F0A8-069B74866F61}"/>
                  </a:ext>
                </a:extLst>
              </p:cNvPr>
              <p:cNvSpPr/>
              <p:nvPr/>
            </p:nvSpPr>
            <p:spPr>
              <a:xfrm>
                <a:off x="7706556" y="501305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85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09" name="pg155">
                <a:extLst>
                  <a:ext uri="{FF2B5EF4-FFF2-40B4-BE49-F238E27FC236}">
                    <a16:creationId xmlns:a16="http://schemas.microsoft.com/office/drawing/2014/main" id="{A233FC37-D844-0D11-12D9-7FB2781779B2}"/>
                  </a:ext>
                </a:extLst>
              </p:cNvPr>
              <p:cNvSpPr/>
              <p:nvPr/>
            </p:nvSpPr>
            <p:spPr>
              <a:xfrm>
                <a:off x="7742744" y="501305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87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10" name="pg156">
                <a:extLst>
                  <a:ext uri="{FF2B5EF4-FFF2-40B4-BE49-F238E27FC236}">
                    <a16:creationId xmlns:a16="http://schemas.microsoft.com/office/drawing/2014/main" id="{4C4DC6CF-5F84-F200-6CA7-D36398EB0B78}"/>
                  </a:ext>
                </a:extLst>
              </p:cNvPr>
              <p:cNvSpPr/>
              <p:nvPr/>
            </p:nvSpPr>
            <p:spPr>
              <a:xfrm>
                <a:off x="7778932" y="501305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87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11" name="pg157">
                <a:extLst>
                  <a:ext uri="{FF2B5EF4-FFF2-40B4-BE49-F238E27FC236}">
                    <a16:creationId xmlns:a16="http://schemas.microsoft.com/office/drawing/2014/main" id="{8CE8369C-9309-DB9D-51ED-D63CAB50CBBB}"/>
                  </a:ext>
                </a:extLst>
              </p:cNvPr>
              <p:cNvSpPr/>
              <p:nvPr/>
            </p:nvSpPr>
            <p:spPr>
              <a:xfrm>
                <a:off x="7815120" y="501305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12" name="pg158">
                <a:extLst>
                  <a:ext uri="{FF2B5EF4-FFF2-40B4-BE49-F238E27FC236}">
                    <a16:creationId xmlns:a16="http://schemas.microsoft.com/office/drawing/2014/main" id="{474FC49D-78D6-582D-78BF-701D234A09DB}"/>
                  </a:ext>
                </a:extLst>
              </p:cNvPr>
              <p:cNvSpPr/>
              <p:nvPr/>
            </p:nvSpPr>
            <p:spPr>
              <a:xfrm>
                <a:off x="7851308" y="501305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9DFC4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13" name="pg159">
                <a:extLst>
                  <a:ext uri="{FF2B5EF4-FFF2-40B4-BE49-F238E27FC236}">
                    <a16:creationId xmlns:a16="http://schemas.microsoft.com/office/drawing/2014/main" id="{E05014CA-93B0-B08B-141B-85FE60CA931D}"/>
                  </a:ext>
                </a:extLst>
              </p:cNvPr>
              <p:cNvSpPr/>
              <p:nvPr/>
            </p:nvSpPr>
            <p:spPr>
              <a:xfrm>
                <a:off x="7887496" y="501305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14" name="pg160">
                <a:extLst>
                  <a:ext uri="{FF2B5EF4-FFF2-40B4-BE49-F238E27FC236}">
                    <a16:creationId xmlns:a16="http://schemas.microsoft.com/office/drawing/2014/main" id="{FDC4924F-7746-FE9E-1C0E-EFCA03E15719}"/>
                  </a:ext>
                </a:extLst>
              </p:cNvPr>
              <p:cNvSpPr/>
              <p:nvPr/>
            </p:nvSpPr>
            <p:spPr>
              <a:xfrm>
                <a:off x="7923684" y="501305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7BD6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15" name="pg161">
                <a:extLst>
                  <a:ext uri="{FF2B5EF4-FFF2-40B4-BE49-F238E27FC236}">
                    <a16:creationId xmlns:a16="http://schemas.microsoft.com/office/drawing/2014/main" id="{7BCBA47A-DC23-6015-7553-34B96A189FD4}"/>
                  </a:ext>
                </a:extLst>
              </p:cNvPr>
              <p:cNvSpPr/>
              <p:nvPr/>
            </p:nvSpPr>
            <p:spPr>
              <a:xfrm>
                <a:off x="7959872" y="501305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5DDC2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16" name="pg162">
                <a:extLst>
                  <a:ext uri="{FF2B5EF4-FFF2-40B4-BE49-F238E27FC236}">
                    <a16:creationId xmlns:a16="http://schemas.microsoft.com/office/drawing/2014/main" id="{ABE4343D-DCD0-F1AA-EA6D-7FAB7FF66F8D}"/>
                  </a:ext>
                </a:extLst>
              </p:cNvPr>
              <p:cNvSpPr/>
              <p:nvPr/>
            </p:nvSpPr>
            <p:spPr>
              <a:xfrm>
                <a:off x="7996059" y="501305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5DDC2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17" name="pg163">
                <a:extLst>
                  <a:ext uri="{FF2B5EF4-FFF2-40B4-BE49-F238E27FC236}">
                    <a16:creationId xmlns:a16="http://schemas.microsoft.com/office/drawing/2014/main" id="{54DE0B7B-DE9C-76BE-0251-CCF77B6F6CFB}"/>
                  </a:ext>
                </a:extLst>
              </p:cNvPr>
              <p:cNvSpPr/>
              <p:nvPr/>
            </p:nvSpPr>
            <p:spPr>
              <a:xfrm>
                <a:off x="8032248" y="501305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79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18" name="pg164">
                <a:extLst>
                  <a:ext uri="{FF2B5EF4-FFF2-40B4-BE49-F238E27FC236}">
                    <a16:creationId xmlns:a16="http://schemas.microsoft.com/office/drawing/2014/main" id="{8F2B14C0-A7B3-B95F-FE6A-F7E3F860BECE}"/>
                  </a:ext>
                </a:extLst>
              </p:cNvPr>
              <p:cNvSpPr/>
              <p:nvPr/>
            </p:nvSpPr>
            <p:spPr>
              <a:xfrm>
                <a:off x="8068436" y="501305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3DDC1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19" name="pg165">
                <a:extLst>
                  <a:ext uri="{FF2B5EF4-FFF2-40B4-BE49-F238E27FC236}">
                    <a16:creationId xmlns:a16="http://schemas.microsoft.com/office/drawing/2014/main" id="{8A35238E-72E3-9FAA-B85C-9F8D5E713E64}"/>
                  </a:ext>
                </a:extLst>
              </p:cNvPr>
              <p:cNvSpPr/>
              <p:nvPr/>
            </p:nvSpPr>
            <p:spPr>
              <a:xfrm>
                <a:off x="8104624" y="501305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1DCC0">
                  <a:alpha val="100000"/>
                </a:srgbClr>
              </a:solidFill>
              <a:ln w="5420" cap="flat">
                <a:solidFill>
                  <a:srgbClr val="74D3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20" name="pg166">
                <a:extLst>
                  <a:ext uri="{FF2B5EF4-FFF2-40B4-BE49-F238E27FC236}">
                    <a16:creationId xmlns:a16="http://schemas.microsoft.com/office/drawing/2014/main" id="{612EF3A6-71DC-65D2-222F-9155D540F862}"/>
                  </a:ext>
                </a:extLst>
              </p:cNvPr>
              <p:cNvSpPr/>
              <p:nvPr/>
            </p:nvSpPr>
            <p:spPr>
              <a:xfrm>
                <a:off x="8140811" y="501305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EDBBE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21" name="pg167">
                <a:extLst>
                  <a:ext uri="{FF2B5EF4-FFF2-40B4-BE49-F238E27FC236}">
                    <a16:creationId xmlns:a16="http://schemas.microsoft.com/office/drawing/2014/main" id="{8C3E3AD0-A527-E457-D80A-3F99860824F4}"/>
                  </a:ext>
                </a:extLst>
              </p:cNvPr>
              <p:cNvSpPr/>
              <p:nvPr/>
            </p:nvSpPr>
            <p:spPr>
              <a:xfrm>
                <a:off x="8176999" y="501305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22" name="pg168">
                <a:extLst>
                  <a:ext uri="{FF2B5EF4-FFF2-40B4-BE49-F238E27FC236}">
                    <a16:creationId xmlns:a16="http://schemas.microsoft.com/office/drawing/2014/main" id="{1E9FDE22-141A-77A0-7427-949EA2130D8B}"/>
                  </a:ext>
                </a:extLst>
              </p:cNvPr>
              <p:cNvSpPr/>
              <p:nvPr/>
            </p:nvSpPr>
            <p:spPr>
              <a:xfrm>
                <a:off x="7272301" y="505896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23" name="pg169">
                <a:extLst>
                  <a:ext uri="{FF2B5EF4-FFF2-40B4-BE49-F238E27FC236}">
                    <a16:creationId xmlns:a16="http://schemas.microsoft.com/office/drawing/2014/main" id="{AEF9FAC1-FD01-09D7-7BA9-036B66170B98}"/>
                  </a:ext>
                </a:extLst>
              </p:cNvPr>
              <p:cNvSpPr/>
              <p:nvPr/>
            </p:nvSpPr>
            <p:spPr>
              <a:xfrm>
                <a:off x="7308489" y="505896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24" name="pg170">
                <a:extLst>
                  <a:ext uri="{FF2B5EF4-FFF2-40B4-BE49-F238E27FC236}">
                    <a16:creationId xmlns:a16="http://schemas.microsoft.com/office/drawing/2014/main" id="{4E2BD282-645D-C822-3F02-42E501FF12CC}"/>
                  </a:ext>
                </a:extLst>
              </p:cNvPr>
              <p:cNvSpPr/>
              <p:nvPr/>
            </p:nvSpPr>
            <p:spPr>
              <a:xfrm>
                <a:off x="7380864" y="505896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25" name="pg171">
                <a:extLst>
                  <a:ext uri="{FF2B5EF4-FFF2-40B4-BE49-F238E27FC236}">
                    <a16:creationId xmlns:a16="http://schemas.microsoft.com/office/drawing/2014/main" id="{B09398B5-A5EE-EEE7-A9F4-1CF3D4B81068}"/>
                  </a:ext>
                </a:extLst>
              </p:cNvPr>
              <p:cNvSpPr/>
              <p:nvPr/>
            </p:nvSpPr>
            <p:spPr>
              <a:xfrm>
                <a:off x="7417052" y="505896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26" name="pg172">
                <a:extLst>
                  <a:ext uri="{FF2B5EF4-FFF2-40B4-BE49-F238E27FC236}">
                    <a16:creationId xmlns:a16="http://schemas.microsoft.com/office/drawing/2014/main" id="{88E95ABA-C76B-716C-87A4-0A05C6EC7D11}"/>
                  </a:ext>
                </a:extLst>
              </p:cNvPr>
              <p:cNvSpPr/>
              <p:nvPr/>
            </p:nvSpPr>
            <p:spPr>
              <a:xfrm>
                <a:off x="7453240" y="505896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27" name="pg173">
                <a:extLst>
                  <a:ext uri="{FF2B5EF4-FFF2-40B4-BE49-F238E27FC236}">
                    <a16:creationId xmlns:a16="http://schemas.microsoft.com/office/drawing/2014/main" id="{F32689B2-F067-6955-179D-5A6997AE63D6}"/>
                  </a:ext>
                </a:extLst>
              </p:cNvPr>
              <p:cNvSpPr/>
              <p:nvPr/>
            </p:nvSpPr>
            <p:spPr>
              <a:xfrm>
                <a:off x="7489428" y="505896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28" name="pg174">
                <a:extLst>
                  <a:ext uri="{FF2B5EF4-FFF2-40B4-BE49-F238E27FC236}">
                    <a16:creationId xmlns:a16="http://schemas.microsoft.com/office/drawing/2014/main" id="{20ED9968-F996-CC32-8635-DD519866D216}"/>
                  </a:ext>
                </a:extLst>
              </p:cNvPr>
              <p:cNvSpPr/>
              <p:nvPr/>
            </p:nvSpPr>
            <p:spPr>
              <a:xfrm>
                <a:off x="7525616" y="505896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29" name="pg175">
                <a:extLst>
                  <a:ext uri="{FF2B5EF4-FFF2-40B4-BE49-F238E27FC236}">
                    <a16:creationId xmlns:a16="http://schemas.microsoft.com/office/drawing/2014/main" id="{A14CA0B9-17EE-7033-3DD6-2B81E4308B77}"/>
                  </a:ext>
                </a:extLst>
              </p:cNvPr>
              <p:cNvSpPr/>
              <p:nvPr/>
            </p:nvSpPr>
            <p:spPr>
              <a:xfrm>
                <a:off x="7561804" y="505896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30" name="pg176">
                <a:extLst>
                  <a:ext uri="{FF2B5EF4-FFF2-40B4-BE49-F238E27FC236}">
                    <a16:creationId xmlns:a16="http://schemas.microsoft.com/office/drawing/2014/main" id="{3F83EA16-126A-0CB1-9732-41FD1EF5EB28}"/>
                  </a:ext>
                </a:extLst>
              </p:cNvPr>
              <p:cNvSpPr/>
              <p:nvPr/>
            </p:nvSpPr>
            <p:spPr>
              <a:xfrm>
                <a:off x="7597992" y="505896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31" name="pg177">
                <a:extLst>
                  <a:ext uri="{FF2B5EF4-FFF2-40B4-BE49-F238E27FC236}">
                    <a16:creationId xmlns:a16="http://schemas.microsoft.com/office/drawing/2014/main" id="{EB423DDC-273A-CFCB-7BFA-4E1A57D70482}"/>
                  </a:ext>
                </a:extLst>
              </p:cNvPr>
              <p:cNvSpPr/>
              <p:nvPr/>
            </p:nvSpPr>
            <p:spPr>
              <a:xfrm>
                <a:off x="7634180" y="505896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32" name="pg178">
                <a:extLst>
                  <a:ext uri="{FF2B5EF4-FFF2-40B4-BE49-F238E27FC236}">
                    <a16:creationId xmlns:a16="http://schemas.microsoft.com/office/drawing/2014/main" id="{D9FA9408-FC9B-5A10-32FA-69D054B24756}"/>
                  </a:ext>
                </a:extLst>
              </p:cNvPr>
              <p:cNvSpPr/>
              <p:nvPr/>
            </p:nvSpPr>
            <p:spPr>
              <a:xfrm>
                <a:off x="7742744" y="505896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33" name="pg179">
                <a:extLst>
                  <a:ext uri="{FF2B5EF4-FFF2-40B4-BE49-F238E27FC236}">
                    <a16:creationId xmlns:a16="http://schemas.microsoft.com/office/drawing/2014/main" id="{85197A97-8194-6067-AE61-C56A0428361F}"/>
                  </a:ext>
                </a:extLst>
              </p:cNvPr>
              <p:cNvSpPr/>
              <p:nvPr/>
            </p:nvSpPr>
            <p:spPr>
              <a:xfrm>
                <a:off x="7778932" y="505896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34" name="pg180">
                <a:extLst>
                  <a:ext uri="{FF2B5EF4-FFF2-40B4-BE49-F238E27FC236}">
                    <a16:creationId xmlns:a16="http://schemas.microsoft.com/office/drawing/2014/main" id="{81E3CFE7-7C1F-294D-6B5A-4AF40ADB143D}"/>
                  </a:ext>
                </a:extLst>
              </p:cNvPr>
              <p:cNvSpPr/>
              <p:nvPr/>
            </p:nvSpPr>
            <p:spPr>
              <a:xfrm>
                <a:off x="7815120" y="505896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35" name="pg181">
                <a:extLst>
                  <a:ext uri="{FF2B5EF4-FFF2-40B4-BE49-F238E27FC236}">
                    <a16:creationId xmlns:a16="http://schemas.microsoft.com/office/drawing/2014/main" id="{18D6A21B-D87C-57D5-1439-E933459233BC}"/>
                  </a:ext>
                </a:extLst>
              </p:cNvPr>
              <p:cNvSpPr/>
              <p:nvPr/>
            </p:nvSpPr>
            <p:spPr>
              <a:xfrm>
                <a:off x="7851308" y="505896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36" name="pg182">
                <a:extLst>
                  <a:ext uri="{FF2B5EF4-FFF2-40B4-BE49-F238E27FC236}">
                    <a16:creationId xmlns:a16="http://schemas.microsoft.com/office/drawing/2014/main" id="{8DE1DBFF-A2FA-E1EB-3C97-AC2121EAA0E5}"/>
                  </a:ext>
                </a:extLst>
              </p:cNvPr>
              <p:cNvSpPr/>
              <p:nvPr/>
            </p:nvSpPr>
            <p:spPr>
              <a:xfrm>
                <a:off x="7887496" y="505896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7BD6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37" name="pg183">
                <a:extLst>
                  <a:ext uri="{FF2B5EF4-FFF2-40B4-BE49-F238E27FC236}">
                    <a16:creationId xmlns:a16="http://schemas.microsoft.com/office/drawing/2014/main" id="{A59EBB0A-D23B-D902-0525-2A42E4D8BA72}"/>
                  </a:ext>
                </a:extLst>
              </p:cNvPr>
              <p:cNvSpPr/>
              <p:nvPr/>
            </p:nvSpPr>
            <p:spPr>
              <a:xfrm>
                <a:off x="7923684" y="505896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5DDC2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38" name="pg184">
                <a:extLst>
                  <a:ext uri="{FF2B5EF4-FFF2-40B4-BE49-F238E27FC236}">
                    <a16:creationId xmlns:a16="http://schemas.microsoft.com/office/drawing/2014/main" id="{2AE4BE28-CF2C-78F4-2B42-3909DE2FFA43}"/>
                  </a:ext>
                </a:extLst>
              </p:cNvPr>
              <p:cNvSpPr/>
              <p:nvPr/>
            </p:nvSpPr>
            <p:spPr>
              <a:xfrm>
                <a:off x="7959872" y="505896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39" name="pg185">
                <a:extLst>
                  <a:ext uri="{FF2B5EF4-FFF2-40B4-BE49-F238E27FC236}">
                    <a16:creationId xmlns:a16="http://schemas.microsoft.com/office/drawing/2014/main" id="{27AEDA0D-DB35-9ECA-A82A-D7406A6A4832}"/>
                  </a:ext>
                </a:extLst>
              </p:cNvPr>
              <p:cNvSpPr/>
              <p:nvPr/>
            </p:nvSpPr>
            <p:spPr>
              <a:xfrm>
                <a:off x="7996059" y="505896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5DDC2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40" name="pg186">
                <a:extLst>
                  <a:ext uri="{FF2B5EF4-FFF2-40B4-BE49-F238E27FC236}">
                    <a16:creationId xmlns:a16="http://schemas.microsoft.com/office/drawing/2014/main" id="{00687529-3832-70C9-85A5-5BE4BC5BE0B4}"/>
                  </a:ext>
                </a:extLst>
              </p:cNvPr>
              <p:cNvSpPr/>
              <p:nvPr/>
            </p:nvSpPr>
            <p:spPr>
              <a:xfrm>
                <a:off x="8032248" y="505896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5DDC1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41" name="pg187">
                <a:extLst>
                  <a:ext uri="{FF2B5EF4-FFF2-40B4-BE49-F238E27FC236}">
                    <a16:creationId xmlns:a16="http://schemas.microsoft.com/office/drawing/2014/main" id="{903B31CD-4418-A4FD-8AA3-7DAD7A3D3642}"/>
                  </a:ext>
                </a:extLst>
              </p:cNvPr>
              <p:cNvSpPr/>
              <p:nvPr/>
            </p:nvSpPr>
            <p:spPr>
              <a:xfrm>
                <a:off x="8068436" y="505896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42" name="pg188">
                <a:extLst>
                  <a:ext uri="{FF2B5EF4-FFF2-40B4-BE49-F238E27FC236}">
                    <a16:creationId xmlns:a16="http://schemas.microsoft.com/office/drawing/2014/main" id="{6C822C76-A70F-53F3-2543-E604F98BB4B2}"/>
                  </a:ext>
                </a:extLst>
              </p:cNvPr>
              <p:cNvSpPr/>
              <p:nvPr/>
            </p:nvSpPr>
            <p:spPr>
              <a:xfrm>
                <a:off x="8104624" y="505896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2DCC0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43" name="pg189">
                <a:extLst>
                  <a:ext uri="{FF2B5EF4-FFF2-40B4-BE49-F238E27FC236}">
                    <a16:creationId xmlns:a16="http://schemas.microsoft.com/office/drawing/2014/main" id="{2AE198A4-C82A-F7AB-B5F5-9677E90A5551}"/>
                  </a:ext>
                </a:extLst>
              </p:cNvPr>
              <p:cNvSpPr/>
              <p:nvPr/>
            </p:nvSpPr>
            <p:spPr>
              <a:xfrm>
                <a:off x="8140811" y="505896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FDBBF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44" name="pg190">
                <a:extLst>
                  <a:ext uri="{FF2B5EF4-FFF2-40B4-BE49-F238E27FC236}">
                    <a16:creationId xmlns:a16="http://schemas.microsoft.com/office/drawing/2014/main" id="{1E7AE8FB-51E3-E343-07AF-95BB9EC17568}"/>
                  </a:ext>
                </a:extLst>
              </p:cNvPr>
              <p:cNvSpPr/>
              <p:nvPr/>
            </p:nvSpPr>
            <p:spPr>
              <a:xfrm>
                <a:off x="7236112" y="510487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8C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45" name="pg191">
                <a:extLst>
                  <a:ext uri="{FF2B5EF4-FFF2-40B4-BE49-F238E27FC236}">
                    <a16:creationId xmlns:a16="http://schemas.microsoft.com/office/drawing/2014/main" id="{8F0218AF-5E14-92DC-AB93-10F4159AB5D6}"/>
                  </a:ext>
                </a:extLst>
              </p:cNvPr>
              <p:cNvSpPr/>
              <p:nvPr/>
            </p:nvSpPr>
            <p:spPr>
              <a:xfrm>
                <a:off x="7272301" y="510487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46" name="pg192">
                <a:extLst>
                  <a:ext uri="{FF2B5EF4-FFF2-40B4-BE49-F238E27FC236}">
                    <a16:creationId xmlns:a16="http://schemas.microsoft.com/office/drawing/2014/main" id="{6E84053F-639A-B279-E7BB-BEE8D9D8D1CE}"/>
                  </a:ext>
                </a:extLst>
              </p:cNvPr>
              <p:cNvSpPr/>
              <p:nvPr/>
            </p:nvSpPr>
            <p:spPr>
              <a:xfrm>
                <a:off x="7308489" y="510487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47" name="pg193">
                <a:extLst>
                  <a:ext uri="{FF2B5EF4-FFF2-40B4-BE49-F238E27FC236}">
                    <a16:creationId xmlns:a16="http://schemas.microsoft.com/office/drawing/2014/main" id="{9D2E5080-3DC5-BF84-1414-1D9CE47DC5FC}"/>
                  </a:ext>
                </a:extLst>
              </p:cNvPr>
              <p:cNvSpPr/>
              <p:nvPr/>
            </p:nvSpPr>
            <p:spPr>
              <a:xfrm>
                <a:off x="7344676" y="510487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8CDB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48" name="pg194">
                <a:extLst>
                  <a:ext uri="{FF2B5EF4-FFF2-40B4-BE49-F238E27FC236}">
                    <a16:creationId xmlns:a16="http://schemas.microsoft.com/office/drawing/2014/main" id="{F63624B5-BA82-5C75-B33A-3218E822D70D}"/>
                  </a:ext>
                </a:extLst>
              </p:cNvPr>
              <p:cNvSpPr/>
              <p:nvPr/>
            </p:nvSpPr>
            <p:spPr>
              <a:xfrm>
                <a:off x="7380864" y="510487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8A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49" name="pg195">
                <a:extLst>
                  <a:ext uri="{FF2B5EF4-FFF2-40B4-BE49-F238E27FC236}">
                    <a16:creationId xmlns:a16="http://schemas.microsoft.com/office/drawing/2014/main" id="{8B13E43F-7CAF-08F9-8CB6-E038F8DC6B5E}"/>
                  </a:ext>
                </a:extLst>
              </p:cNvPr>
              <p:cNvSpPr/>
              <p:nvPr/>
            </p:nvSpPr>
            <p:spPr>
              <a:xfrm>
                <a:off x="7417052" y="510487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50" name="pg196">
                <a:extLst>
                  <a:ext uri="{FF2B5EF4-FFF2-40B4-BE49-F238E27FC236}">
                    <a16:creationId xmlns:a16="http://schemas.microsoft.com/office/drawing/2014/main" id="{10E9DFA8-FD51-AEEB-A12D-8CEA69EC5359}"/>
                  </a:ext>
                </a:extLst>
              </p:cNvPr>
              <p:cNvSpPr/>
              <p:nvPr/>
            </p:nvSpPr>
            <p:spPr>
              <a:xfrm>
                <a:off x="7453240" y="510487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51" name="pg197">
                <a:extLst>
                  <a:ext uri="{FF2B5EF4-FFF2-40B4-BE49-F238E27FC236}">
                    <a16:creationId xmlns:a16="http://schemas.microsoft.com/office/drawing/2014/main" id="{F2D70E98-044B-9507-AEA7-E17981EE8FA9}"/>
                  </a:ext>
                </a:extLst>
              </p:cNvPr>
              <p:cNvSpPr/>
              <p:nvPr/>
            </p:nvSpPr>
            <p:spPr>
              <a:xfrm>
                <a:off x="7489428" y="510487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52" name="pg198">
                <a:extLst>
                  <a:ext uri="{FF2B5EF4-FFF2-40B4-BE49-F238E27FC236}">
                    <a16:creationId xmlns:a16="http://schemas.microsoft.com/office/drawing/2014/main" id="{7C18054F-6F70-8020-4D30-06564A33354B}"/>
                  </a:ext>
                </a:extLst>
              </p:cNvPr>
              <p:cNvSpPr/>
              <p:nvPr/>
            </p:nvSpPr>
            <p:spPr>
              <a:xfrm>
                <a:off x="7525616" y="510487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53" name="pg199">
                <a:extLst>
                  <a:ext uri="{FF2B5EF4-FFF2-40B4-BE49-F238E27FC236}">
                    <a16:creationId xmlns:a16="http://schemas.microsoft.com/office/drawing/2014/main" id="{856D065C-1047-0037-97C0-2ED4BBA23E41}"/>
                  </a:ext>
                </a:extLst>
              </p:cNvPr>
              <p:cNvSpPr/>
              <p:nvPr/>
            </p:nvSpPr>
            <p:spPr>
              <a:xfrm>
                <a:off x="7561804" y="510487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54" name="pg200">
                <a:extLst>
                  <a:ext uri="{FF2B5EF4-FFF2-40B4-BE49-F238E27FC236}">
                    <a16:creationId xmlns:a16="http://schemas.microsoft.com/office/drawing/2014/main" id="{1778D182-DC55-888E-8DF6-7454A2B2D97C}"/>
                  </a:ext>
                </a:extLst>
              </p:cNvPr>
              <p:cNvSpPr/>
              <p:nvPr/>
            </p:nvSpPr>
            <p:spPr>
              <a:xfrm>
                <a:off x="7597992" y="510487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55" name="pg201">
                <a:extLst>
                  <a:ext uri="{FF2B5EF4-FFF2-40B4-BE49-F238E27FC236}">
                    <a16:creationId xmlns:a16="http://schemas.microsoft.com/office/drawing/2014/main" id="{D7A2C8D1-C1D1-AD80-D4D1-22A05C68F4EC}"/>
                  </a:ext>
                </a:extLst>
              </p:cNvPr>
              <p:cNvSpPr/>
              <p:nvPr/>
            </p:nvSpPr>
            <p:spPr>
              <a:xfrm>
                <a:off x="7634180" y="510487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56" name="pg202">
                <a:extLst>
                  <a:ext uri="{FF2B5EF4-FFF2-40B4-BE49-F238E27FC236}">
                    <a16:creationId xmlns:a16="http://schemas.microsoft.com/office/drawing/2014/main" id="{B7AB0B88-1CAD-55CC-069B-4C9D4A65BC56}"/>
                  </a:ext>
                </a:extLst>
              </p:cNvPr>
              <p:cNvSpPr/>
              <p:nvPr/>
            </p:nvSpPr>
            <p:spPr>
              <a:xfrm>
                <a:off x="7778932" y="510487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57" name="pg203">
                <a:extLst>
                  <a:ext uri="{FF2B5EF4-FFF2-40B4-BE49-F238E27FC236}">
                    <a16:creationId xmlns:a16="http://schemas.microsoft.com/office/drawing/2014/main" id="{687B5D60-BE49-F2F4-4449-82A26CF566AF}"/>
                  </a:ext>
                </a:extLst>
              </p:cNvPr>
              <p:cNvSpPr/>
              <p:nvPr/>
            </p:nvSpPr>
            <p:spPr>
              <a:xfrm>
                <a:off x="7815120" y="510487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58" name="pg204">
                <a:extLst>
                  <a:ext uri="{FF2B5EF4-FFF2-40B4-BE49-F238E27FC236}">
                    <a16:creationId xmlns:a16="http://schemas.microsoft.com/office/drawing/2014/main" id="{59E8F53E-6485-B73E-21BF-58CC238847F7}"/>
                  </a:ext>
                </a:extLst>
              </p:cNvPr>
              <p:cNvSpPr/>
              <p:nvPr/>
            </p:nvSpPr>
            <p:spPr>
              <a:xfrm>
                <a:off x="7851308" y="510487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59" name="pg205">
                <a:extLst>
                  <a:ext uri="{FF2B5EF4-FFF2-40B4-BE49-F238E27FC236}">
                    <a16:creationId xmlns:a16="http://schemas.microsoft.com/office/drawing/2014/main" id="{EB426FFF-5EEB-0DCE-4502-9E69B7246290}"/>
                  </a:ext>
                </a:extLst>
              </p:cNvPr>
              <p:cNvSpPr/>
              <p:nvPr/>
            </p:nvSpPr>
            <p:spPr>
              <a:xfrm>
                <a:off x="7887496" y="510487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5DDC2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60" name="pg206">
                <a:extLst>
                  <a:ext uri="{FF2B5EF4-FFF2-40B4-BE49-F238E27FC236}">
                    <a16:creationId xmlns:a16="http://schemas.microsoft.com/office/drawing/2014/main" id="{743617E6-882C-22BC-ACBC-8EDACD5D4A93}"/>
                  </a:ext>
                </a:extLst>
              </p:cNvPr>
              <p:cNvSpPr/>
              <p:nvPr/>
            </p:nvSpPr>
            <p:spPr>
              <a:xfrm>
                <a:off x="7923684" y="510487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5DDC2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61" name="pg207">
                <a:extLst>
                  <a:ext uri="{FF2B5EF4-FFF2-40B4-BE49-F238E27FC236}">
                    <a16:creationId xmlns:a16="http://schemas.microsoft.com/office/drawing/2014/main" id="{369D3758-2186-33EA-3DA5-7D46B64E83EB}"/>
                  </a:ext>
                </a:extLst>
              </p:cNvPr>
              <p:cNvSpPr/>
              <p:nvPr/>
            </p:nvSpPr>
            <p:spPr>
              <a:xfrm>
                <a:off x="7959872" y="510487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5DDC2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62" name="pg208">
                <a:extLst>
                  <a:ext uri="{FF2B5EF4-FFF2-40B4-BE49-F238E27FC236}">
                    <a16:creationId xmlns:a16="http://schemas.microsoft.com/office/drawing/2014/main" id="{DBBBE301-027D-BEE1-7B7F-D936C849A201}"/>
                  </a:ext>
                </a:extLst>
              </p:cNvPr>
              <p:cNvSpPr/>
              <p:nvPr/>
            </p:nvSpPr>
            <p:spPr>
              <a:xfrm>
                <a:off x="7996059" y="510487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5DDC2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63" name="pg209">
                <a:extLst>
                  <a:ext uri="{FF2B5EF4-FFF2-40B4-BE49-F238E27FC236}">
                    <a16:creationId xmlns:a16="http://schemas.microsoft.com/office/drawing/2014/main" id="{3AD99135-149B-EF07-F4C1-DDE20EC3DBD3}"/>
                  </a:ext>
                </a:extLst>
              </p:cNvPr>
              <p:cNvSpPr/>
              <p:nvPr/>
            </p:nvSpPr>
            <p:spPr>
              <a:xfrm>
                <a:off x="8032248" y="510487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5DDC1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64" name="pg210">
                <a:extLst>
                  <a:ext uri="{FF2B5EF4-FFF2-40B4-BE49-F238E27FC236}">
                    <a16:creationId xmlns:a16="http://schemas.microsoft.com/office/drawing/2014/main" id="{83E40E39-8D77-13B4-FC21-09AB3408F3CD}"/>
                  </a:ext>
                </a:extLst>
              </p:cNvPr>
              <p:cNvSpPr/>
              <p:nvPr/>
            </p:nvSpPr>
            <p:spPr>
              <a:xfrm>
                <a:off x="8068436" y="510487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3DDC1">
                  <a:alpha val="100000"/>
                </a:srgbClr>
              </a:solidFill>
              <a:ln w="5420" cap="flat">
                <a:solidFill>
                  <a:srgbClr val="78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65" name="pg211">
                <a:extLst>
                  <a:ext uri="{FF2B5EF4-FFF2-40B4-BE49-F238E27FC236}">
                    <a16:creationId xmlns:a16="http://schemas.microsoft.com/office/drawing/2014/main" id="{9EBDCEB2-49DE-9204-CF33-E8AB430BD1A8}"/>
                  </a:ext>
                </a:extLst>
              </p:cNvPr>
              <p:cNvSpPr/>
              <p:nvPr/>
            </p:nvSpPr>
            <p:spPr>
              <a:xfrm>
                <a:off x="8104624" y="510487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1DCC0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66" name="pg212">
                <a:extLst>
                  <a:ext uri="{FF2B5EF4-FFF2-40B4-BE49-F238E27FC236}">
                    <a16:creationId xmlns:a16="http://schemas.microsoft.com/office/drawing/2014/main" id="{5FD014E0-80CE-BC22-8CB2-87F7BF409941}"/>
                  </a:ext>
                </a:extLst>
              </p:cNvPr>
              <p:cNvSpPr/>
              <p:nvPr/>
            </p:nvSpPr>
            <p:spPr>
              <a:xfrm>
                <a:off x="7199924" y="515078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93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67" name="pg213">
                <a:extLst>
                  <a:ext uri="{FF2B5EF4-FFF2-40B4-BE49-F238E27FC236}">
                    <a16:creationId xmlns:a16="http://schemas.microsoft.com/office/drawing/2014/main" id="{0B2EAA1A-78C7-940E-5A19-B4E888FC1C02}"/>
                  </a:ext>
                </a:extLst>
              </p:cNvPr>
              <p:cNvSpPr/>
              <p:nvPr/>
            </p:nvSpPr>
            <p:spPr>
              <a:xfrm>
                <a:off x="7236112" y="515078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68" name="pg214">
                <a:extLst>
                  <a:ext uri="{FF2B5EF4-FFF2-40B4-BE49-F238E27FC236}">
                    <a16:creationId xmlns:a16="http://schemas.microsoft.com/office/drawing/2014/main" id="{24E3BAAD-6793-02EC-66DF-430EF22AA3E8}"/>
                  </a:ext>
                </a:extLst>
              </p:cNvPr>
              <p:cNvSpPr/>
              <p:nvPr/>
            </p:nvSpPr>
            <p:spPr>
              <a:xfrm>
                <a:off x="7272301" y="515078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95DD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69" name="pg215">
                <a:extLst>
                  <a:ext uri="{FF2B5EF4-FFF2-40B4-BE49-F238E27FC236}">
                    <a16:creationId xmlns:a16="http://schemas.microsoft.com/office/drawing/2014/main" id="{75EB28B4-D9BD-EE87-F6B9-CD3DA39CCD12}"/>
                  </a:ext>
                </a:extLst>
              </p:cNvPr>
              <p:cNvSpPr/>
              <p:nvPr/>
            </p:nvSpPr>
            <p:spPr>
              <a:xfrm>
                <a:off x="7308489" y="515078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95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70" name="pg216">
                <a:extLst>
                  <a:ext uri="{FF2B5EF4-FFF2-40B4-BE49-F238E27FC236}">
                    <a16:creationId xmlns:a16="http://schemas.microsoft.com/office/drawing/2014/main" id="{946A0A14-94A0-9B94-73FC-1858E420163E}"/>
                  </a:ext>
                </a:extLst>
              </p:cNvPr>
              <p:cNvSpPr/>
              <p:nvPr/>
            </p:nvSpPr>
            <p:spPr>
              <a:xfrm>
                <a:off x="7344676" y="515078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71" name="pg217">
                <a:extLst>
                  <a:ext uri="{FF2B5EF4-FFF2-40B4-BE49-F238E27FC236}">
                    <a16:creationId xmlns:a16="http://schemas.microsoft.com/office/drawing/2014/main" id="{D871AB23-CB9D-E731-9AE5-3A52E899CDA8}"/>
                  </a:ext>
                </a:extLst>
              </p:cNvPr>
              <p:cNvSpPr/>
              <p:nvPr/>
            </p:nvSpPr>
            <p:spPr>
              <a:xfrm>
                <a:off x="7380864" y="515078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5E3C9">
                  <a:alpha val="100000"/>
                </a:srgbClr>
              </a:solidFill>
              <a:ln w="5420" cap="flat">
                <a:solidFill>
                  <a:srgbClr val="92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72" name="pg218">
                <a:extLst>
                  <a:ext uri="{FF2B5EF4-FFF2-40B4-BE49-F238E27FC236}">
                    <a16:creationId xmlns:a16="http://schemas.microsoft.com/office/drawing/2014/main" id="{94478672-1791-AF72-66D2-9781331ED9AC}"/>
                  </a:ext>
                </a:extLst>
              </p:cNvPr>
              <p:cNvSpPr/>
              <p:nvPr/>
            </p:nvSpPr>
            <p:spPr>
              <a:xfrm>
                <a:off x="7417052" y="515078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8FDB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73" name="pg219">
                <a:extLst>
                  <a:ext uri="{FF2B5EF4-FFF2-40B4-BE49-F238E27FC236}">
                    <a16:creationId xmlns:a16="http://schemas.microsoft.com/office/drawing/2014/main" id="{373E9554-FBB7-AF2A-E57D-40A16186E24A}"/>
                  </a:ext>
                </a:extLst>
              </p:cNvPr>
              <p:cNvSpPr/>
              <p:nvPr/>
            </p:nvSpPr>
            <p:spPr>
              <a:xfrm>
                <a:off x="7453240" y="515078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8C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74" name="pg220">
                <a:extLst>
                  <a:ext uri="{FF2B5EF4-FFF2-40B4-BE49-F238E27FC236}">
                    <a16:creationId xmlns:a16="http://schemas.microsoft.com/office/drawing/2014/main" id="{8517AB8E-8DDF-E5D0-060C-C1EAFD602A0A}"/>
                  </a:ext>
                </a:extLst>
              </p:cNvPr>
              <p:cNvSpPr/>
              <p:nvPr/>
            </p:nvSpPr>
            <p:spPr>
              <a:xfrm>
                <a:off x="7489428" y="515078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85D8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75" name="pg221">
                <a:extLst>
                  <a:ext uri="{FF2B5EF4-FFF2-40B4-BE49-F238E27FC236}">
                    <a16:creationId xmlns:a16="http://schemas.microsoft.com/office/drawing/2014/main" id="{142AFAE3-E8A6-E782-08FD-80CA1D30F72E}"/>
                  </a:ext>
                </a:extLst>
              </p:cNvPr>
              <p:cNvSpPr/>
              <p:nvPr/>
            </p:nvSpPr>
            <p:spPr>
              <a:xfrm>
                <a:off x="7525616" y="515078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76" name="pg222">
                <a:extLst>
                  <a:ext uri="{FF2B5EF4-FFF2-40B4-BE49-F238E27FC236}">
                    <a16:creationId xmlns:a16="http://schemas.microsoft.com/office/drawing/2014/main" id="{93012E2D-8BA1-6211-E78E-726FA0F63418}"/>
                  </a:ext>
                </a:extLst>
              </p:cNvPr>
              <p:cNvSpPr/>
              <p:nvPr/>
            </p:nvSpPr>
            <p:spPr>
              <a:xfrm>
                <a:off x="7561804" y="515078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77" name="pg223">
                <a:extLst>
                  <a:ext uri="{FF2B5EF4-FFF2-40B4-BE49-F238E27FC236}">
                    <a16:creationId xmlns:a16="http://schemas.microsoft.com/office/drawing/2014/main" id="{D846476C-6100-4A3F-0E4B-DA63F79AC9E1}"/>
                  </a:ext>
                </a:extLst>
              </p:cNvPr>
              <p:cNvSpPr/>
              <p:nvPr/>
            </p:nvSpPr>
            <p:spPr>
              <a:xfrm>
                <a:off x="7597992" y="515078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78" name="pg224">
                <a:extLst>
                  <a:ext uri="{FF2B5EF4-FFF2-40B4-BE49-F238E27FC236}">
                    <a16:creationId xmlns:a16="http://schemas.microsoft.com/office/drawing/2014/main" id="{95444DB0-01E0-2B3A-E5B2-77F6F6451D46}"/>
                  </a:ext>
                </a:extLst>
              </p:cNvPr>
              <p:cNvSpPr/>
              <p:nvPr/>
            </p:nvSpPr>
            <p:spPr>
              <a:xfrm>
                <a:off x="7634180" y="515078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79" name="pg225">
                <a:extLst>
                  <a:ext uri="{FF2B5EF4-FFF2-40B4-BE49-F238E27FC236}">
                    <a16:creationId xmlns:a16="http://schemas.microsoft.com/office/drawing/2014/main" id="{0FF846D4-94B3-57F5-1D9B-CCD29834D3A4}"/>
                  </a:ext>
                </a:extLst>
              </p:cNvPr>
              <p:cNvSpPr/>
              <p:nvPr/>
            </p:nvSpPr>
            <p:spPr>
              <a:xfrm>
                <a:off x="7778932" y="515078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80" name="pg226">
                <a:extLst>
                  <a:ext uri="{FF2B5EF4-FFF2-40B4-BE49-F238E27FC236}">
                    <a16:creationId xmlns:a16="http://schemas.microsoft.com/office/drawing/2014/main" id="{55C24C50-D9BD-B86E-D910-126F74B69EB7}"/>
                  </a:ext>
                </a:extLst>
              </p:cNvPr>
              <p:cNvSpPr/>
              <p:nvPr/>
            </p:nvSpPr>
            <p:spPr>
              <a:xfrm>
                <a:off x="7815120" y="515078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5DDC1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81" name="pg227">
                <a:extLst>
                  <a:ext uri="{FF2B5EF4-FFF2-40B4-BE49-F238E27FC236}">
                    <a16:creationId xmlns:a16="http://schemas.microsoft.com/office/drawing/2014/main" id="{86C53248-6944-347E-7356-142D320FB6B2}"/>
                  </a:ext>
                </a:extLst>
              </p:cNvPr>
              <p:cNvSpPr/>
              <p:nvPr/>
            </p:nvSpPr>
            <p:spPr>
              <a:xfrm>
                <a:off x="7851308" y="515078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82" name="pg228">
                <a:extLst>
                  <a:ext uri="{FF2B5EF4-FFF2-40B4-BE49-F238E27FC236}">
                    <a16:creationId xmlns:a16="http://schemas.microsoft.com/office/drawing/2014/main" id="{225AD6E7-6FF5-D087-61F7-0001B84A67DC}"/>
                  </a:ext>
                </a:extLst>
              </p:cNvPr>
              <p:cNvSpPr/>
              <p:nvPr/>
            </p:nvSpPr>
            <p:spPr>
              <a:xfrm>
                <a:off x="7887496" y="515078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83" name="pg229">
                <a:extLst>
                  <a:ext uri="{FF2B5EF4-FFF2-40B4-BE49-F238E27FC236}">
                    <a16:creationId xmlns:a16="http://schemas.microsoft.com/office/drawing/2014/main" id="{C7AE5B03-131C-EA0F-384E-2981EF033B00}"/>
                  </a:ext>
                </a:extLst>
              </p:cNvPr>
              <p:cNvSpPr/>
              <p:nvPr/>
            </p:nvSpPr>
            <p:spPr>
              <a:xfrm>
                <a:off x="7923684" y="515078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84" name="pg230">
                <a:extLst>
                  <a:ext uri="{FF2B5EF4-FFF2-40B4-BE49-F238E27FC236}">
                    <a16:creationId xmlns:a16="http://schemas.microsoft.com/office/drawing/2014/main" id="{69098D33-4C2E-6110-1B05-97A7D4737FA0}"/>
                  </a:ext>
                </a:extLst>
              </p:cNvPr>
              <p:cNvSpPr/>
              <p:nvPr/>
            </p:nvSpPr>
            <p:spPr>
              <a:xfrm>
                <a:off x="7959872" y="515078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79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85" name="pg231">
                <a:extLst>
                  <a:ext uri="{FF2B5EF4-FFF2-40B4-BE49-F238E27FC236}">
                    <a16:creationId xmlns:a16="http://schemas.microsoft.com/office/drawing/2014/main" id="{E26B5EBE-E0AA-F3A4-CB69-56BF8CD9FF82}"/>
                  </a:ext>
                </a:extLst>
              </p:cNvPr>
              <p:cNvSpPr/>
              <p:nvPr/>
            </p:nvSpPr>
            <p:spPr>
              <a:xfrm>
                <a:off x="7996059" y="515078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86" name="pg232">
                <a:extLst>
                  <a:ext uri="{FF2B5EF4-FFF2-40B4-BE49-F238E27FC236}">
                    <a16:creationId xmlns:a16="http://schemas.microsoft.com/office/drawing/2014/main" id="{45071259-1F2F-598E-C038-8F0D4F4286E7}"/>
                  </a:ext>
                </a:extLst>
              </p:cNvPr>
              <p:cNvSpPr/>
              <p:nvPr/>
            </p:nvSpPr>
            <p:spPr>
              <a:xfrm>
                <a:off x="8032248" y="515078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3DDC1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87" name="pg233">
                <a:extLst>
                  <a:ext uri="{FF2B5EF4-FFF2-40B4-BE49-F238E27FC236}">
                    <a16:creationId xmlns:a16="http://schemas.microsoft.com/office/drawing/2014/main" id="{8C7714DE-DA3C-230A-22F8-878238CA8010}"/>
                  </a:ext>
                </a:extLst>
              </p:cNvPr>
              <p:cNvSpPr/>
              <p:nvPr/>
            </p:nvSpPr>
            <p:spPr>
              <a:xfrm>
                <a:off x="8068436" y="515078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2DCC0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88" name="pg234">
                <a:extLst>
                  <a:ext uri="{FF2B5EF4-FFF2-40B4-BE49-F238E27FC236}">
                    <a16:creationId xmlns:a16="http://schemas.microsoft.com/office/drawing/2014/main" id="{D370CAA1-CBC2-3F77-8E83-452E296B8BD3}"/>
                  </a:ext>
                </a:extLst>
              </p:cNvPr>
              <p:cNvSpPr/>
              <p:nvPr/>
            </p:nvSpPr>
            <p:spPr>
              <a:xfrm>
                <a:off x="7163737" y="519669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89" name="pg235">
                <a:extLst>
                  <a:ext uri="{FF2B5EF4-FFF2-40B4-BE49-F238E27FC236}">
                    <a16:creationId xmlns:a16="http://schemas.microsoft.com/office/drawing/2014/main" id="{E9335937-D492-52F1-AEC0-18DE270D70D0}"/>
                  </a:ext>
                </a:extLst>
              </p:cNvPr>
              <p:cNvSpPr/>
              <p:nvPr/>
            </p:nvSpPr>
            <p:spPr>
              <a:xfrm>
                <a:off x="7199924" y="519669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90" name="pg236">
                <a:extLst>
                  <a:ext uri="{FF2B5EF4-FFF2-40B4-BE49-F238E27FC236}">
                    <a16:creationId xmlns:a16="http://schemas.microsoft.com/office/drawing/2014/main" id="{5BD4A58E-5B00-80EC-AC0B-263FC8BEF6E2}"/>
                  </a:ext>
                </a:extLst>
              </p:cNvPr>
              <p:cNvSpPr/>
              <p:nvPr/>
            </p:nvSpPr>
            <p:spPr>
              <a:xfrm>
                <a:off x="7236112" y="519669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91" name="pg237">
                <a:extLst>
                  <a:ext uri="{FF2B5EF4-FFF2-40B4-BE49-F238E27FC236}">
                    <a16:creationId xmlns:a16="http://schemas.microsoft.com/office/drawing/2014/main" id="{E15E93DF-C170-B715-1CAD-748F2E056B22}"/>
                  </a:ext>
                </a:extLst>
              </p:cNvPr>
              <p:cNvSpPr/>
              <p:nvPr/>
            </p:nvSpPr>
            <p:spPr>
              <a:xfrm>
                <a:off x="7272301" y="519669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92" name="pg238">
                <a:extLst>
                  <a:ext uri="{FF2B5EF4-FFF2-40B4-BE49-F238E27FC236}">
                    <a16:creationId xmlns:a16="http://schemas.microsoft.com/office/drawing/2014/main" id="{7EF8B050-061C-BFE2-9C80-600F71869A51}"/>
                  </a:ext>
                </a:extLst>
              </p:cNvPr>
              <p:cNvSpPr/>
              <p:nvPr/>
            </p:nvSpPr>
            <p:spPr>
              <a:xfrm>
                <a:off x="7308489" y="519669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93" name="pg239">
                <a:extLst>
                  <a:ext uri="{FF2B5EF4-FFF2-40B4-BE49-F238E27FC236}">
                    <a16:creationId xmlns:a16="http://schemas.microsoft.com/office/drawing/2014/main" id="{378F5100-B858-B438-2D57-306E928D7F15}"/>
                  </a:ext>
                </a:extLst>
              </p:cNvPr>
              <p:cNvSpPr/>
              <p:nvPr/>
            </p:nvSpPr>
            <p:spPr>
              <a:xfrm>
                <a:off x="7344676" y="519669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94" name="pg240">
                <a:extLst>
                  <a:ext uri="{FF2B5EF4-FFF2-40B4-BE49-F238E27FC236}">
                    <a16:creationId xmlns:a16="http://schemas.microsoft.com/office/drawing/2014/main" id="{8286711E-6831-50BF-C9FC-8BF77090D4D2}"/>
                  </a:ext>
                </a:extLst>
              </p:cNvPr>
              <p:cNvSpPr/>
              <p:nvPr/>
            </p:nvSpPr>
            <p:spPr>
              <a:xfrm>
                <a:off x="7380864" y="519669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95" name="pg241">
                <a:extLst>
                  <a:ext uri="{FF2B5EF4-FFF2-40B4-BE49-F238E27FC236}">
                    <a16:creationId xmlns:a16="http://schemas.microsoft.com/office/drawing/2014/main" id="{CCE3FAEF-6291-14F6-D9EF-98AB6243616B}"/>
                  </a:ext>
                </a:extLst>
              </p:cNvPr>
              <p:cNvSpPr/>
              <p:nvPr/>
            </p:nvSpPr>
            <p:spPr>
              <a:xfrm>
                <a:off x="7417052" y="519669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96" name="pg242">
                <a:extLst>
                  <a:ext uri="{FF2B5EF4-FFF2-40B4-BE49-F238E27FC236}">
                    <a16:creationId xmlns:a16="http://schemas.microsoft.com/office/drawing/2014/main" id="{79113208-03A5-7A8F-985F-F3EE3DFF2E8C}"/>
                  </a:ext>
                </a:extLst>
              </p:cNvPr>
              <p:cNvSpPr/>
              <p:nvPr/>
            </p:nvSpPr>
            <p:spPr>
              <a:xfrm>
                <a:off x="7453240" y="519669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92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97" name="pg243">
                <a:extLst>
                  <a:ext uri="{FF2B5EF4-FFF2-40B4-BE49-F238E27FC236}">
                    <a16:creationId xmlns:a16="http://schemas.microsoft.com/office/drawing/2014/main" id="{5260D0E2-A1A5-1862-1DC3-C885B13939AD}"/>
                  </a:ext>
                </a:extLst>
              </p:cNvPr>
              <p:cNvSpPr/>
              <p:nvPr/>
            </p:nvSpPr>
            <p:spPr>
              <a:xfrm>
                <a:off x="7489428" y="519669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98" name="pg244">
                <a:extLst>
                  <a:ext uri="{FF2B5EF4-FFF2-40B4-BE49-F238E27FC236}">
                    <a16:creationId xmlns:a16="http://schemas.microsoft.com/office/drawing/2014/main" id="{C00B7864-F095-7B58-AD82-0CFA3794B086}"/>
                  </a:ext>
                </a:extLst>
              </p:cNvPr>
              <p:cNvSpPr/>
              <p:nvPr/>
            </p:nvSpPr>
            <p:spPr>
              <a:xfrm>
                <a:off x="7525616" y="519669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85D8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99" name="pg245">
                <a:extLst>
                  <a:ext uri="{FF2B5EF4-FFF2-40B4-BE49-F238E27FC236}">
                    <a16:creationId xmlns:a16="http://schemas.microsoft.com/office/drawing/2014/main" id="{C7260A3E-4395-753C-4941-EA5207749164}"/>
                  </a:ext>
                </a:extLst>
              </p:cNvPr>
              <p:cNvSpPr/>
              <p:nvPr/>
            </p:nvSpPr>
            <p:spPr>
              <a:xfrm>
                <a:off x="7561804" y="519669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00" name="pg246">
                <a:extLst>
                  <a:ext uri="{FF2B5EF4-FFF2-40B4-BE49-F238E27FC236}">
                    <a16:creationId xmlns:a16="http://schemas.microsoft.com/office/drawing/2014/main" id="{C5524114-14AA-5613-CB96-E1BFF0CBE3F0}"/>
                  </a:ext>
                </a:extLst>
              </p:cNvPr>
              <p:cNvSpPr/>
              <p:nvPr/>
            </p:nvSpPr>
            <p:spPr>
              <a:xfrm>
                <a:off x="7597992" y="519669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01" name="pg247">
                <a:extLst>
                  <a:ext uri="{FF2B5EF4-FFF2-40B4-BE49-F238E27FC236}">
                    <a16:creationId xmlns:a16="http://schemas.microsoft.com/office/drawing/2014/main" id="{049B731E-56E4-3CF4-5602-CBF79475FBE3}"/>
                  </a:ext>
                </a:extLst>
              </p:cNvPr>
              <p:cNvSpPr/>
              <p:nvPr/>
            </p:nvSpPr>
            <p:spPr>
              <a:xfrm>
                <a:off x="7634180" y="519669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02" name="pg248">
                <a:extLst>
                  <a:ext uri="{FF2B5EF4-FFF2-40B4-BE49-F238E27FC236}">
                    <a16:creationId xmlns:a16="http://schemas.microsoft.com/office/drawing/2014/main" id="{3E1B7851-84C7-FEFF-D20F-406DCC85C0D6}"/>
                  </a:ext>
                </a:extLst>
              </p:cNvPr>
              <p:cNvSpPr/>
              <p:nvPr/>
            </p:nvSpPr>
            <p:spPr>
              <a:xfrm>
                <a:off x="7670368" y="519669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03" name="pg249">
                <a:extLst>
                  <a:ext uri="{FF2B5EF4-FFF2-40B4-BE49-F238E27FC236}">
                    <a16:creationId xmlns:a16="http://schemas.microsoft.com/office/drawing/2014/main" id="{5DF6FE16-2000-6F41-B996-DCA46DCD3DA5}"/>
                  </a:ext>
                </a:extLst>
              </p:cNvPr>
              <p:cNvSpPr/>
              <p:nvPr/>
            </p:nvSpPr>
            <p:spPr>
              <a:xfrm>
                <a:off x="7815120" y="519669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3DDC1">
                  <a:alpha val="100000"/>
                </a:srgbClr>
              </a:solidFill>
              <a:ln w="5420" cap="flat">
                <a:solidFill>
                  <a:srgbClr val="78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04" name="pg250">
                <a:extLst>
                  <a:ext uri="{FF2B5EF4-FFF2-40B4-BE49-F238E27FC236}">
                    <a16:creationId xmlns:a16="http://schemas.microsoft.com/office/drawing/2014/main" id="{0D3568FC-F00E-F75A-E3AB-9796D137FA5C}"/>
                  </a:ext>
                </a:extLst>
              </p:cNvPr>
              <p:cNvSpPr/>
              <p:nvPr/>
            </p:nvSpPr>
            <p:spPr>
              <a:xfrm>
                <a:off x="7851308" y="519669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3DDC0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05" name="pg251">
                <a:extLst>
                  <a:ext uri="{FF2B5EF4-FFF2-40B4-BE49-F238E27FC236}">
                    <a16:creationId xmlns:a16="http://schemas.microsoft.com/office/drawing/2014/main" id="{33F8C1FB-24A6-5563-237A-63690E01B52F}"/>
                  </a:ext>
                </a:extLst>
              </p:cNvPr>
              <p:cNvSpPr/>
              <p:nvPr/>
            </p:nvSpPr>
            <p:spPr>
              <a:xfrm>
                <a:off x="7887496" y="519669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3DDC0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06" name="pg252">
                <a:extLst>
                  <a:ext uri="{FF2B5EF4-FFF2-40B4-BE49-F238E27FC236}">
                    <a16:creationId xmlns:a16="http://schemas.microsoft.com/office/drawing/2014/main" id="{CA8B7519-526F-F7BA-612C-8A8C77891571}"/>
                  </a:ext>
                </a:extLst>
              </p:cNvPr>
              <p:cNvSpPr/>
              <p:nvPr/>
            </p:nvSpPr>
            <p:spPr>
              <a:xfrm>
                <a:off x="7923684" y="519669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3DDC0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07" name="pg253">
                <a:extLst>
                  <a:ext uri="{FF2B5EF4-FFF2-40B4-BE49-F238E27FC236}">
                    <a16:creationId xmlns:a16="http://schemas.microsoft.com/office/drawing/2014/main" id="{7D4D9AA0-7B69-9CC6-8198-8E64B1351793}"/>
                  </a:ext>
                </a:extLst>
              </p:cNvPr>
              <p:cNvSpPr/>
              <p:nvPr/>
            </p:nvSpPr>
            <p:spPr>
              <a:xfrm>
                <a:off x="7959872" y="519669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3DDC0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08" name="pg254">
                <a:extLst>
                  <a:ext uri="{FF2B5EF4-FFF2-40B4-BE49-F238E27FC236}">
                    <a16:creationId xmlns:a16="http://schemas.microsoft.com/office/drawing/2014/main" id="{4028B361-BA1A-8F90-A763-E313A1BE4659}"/>
                  </a:ext>
                </a:extLst>
              </p:cNvPr>
              <p:cNvSpPr/>
              <p:nvPr/>
            </p:nvSpPr>
            <p:spPr>
              <a:xfrm>
                <a:off x="7996059" y="519669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2DCC0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09" name="pg255">
                <a:extLst>
                  <a:ext uri="{FF2B5EF4-FFF2-40B4-BE49-F238E27FC236}">
                    <a16:creationId xmlns:a16="http://schemas.microsoft.com/office/drawing/2014/main" id="{74695B3C-91EB-C631-44CA-BB0003D11832}"/>
                  </a:ext>
                </a:extLst>
              </p:cNvPr>
              <p:cNvSpPr/>
              <p:nvPr/>
            </p:nvSpPr>
            <p:spPr>
              <a:xfrm>
                <a:off x="8032248" y="5196697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2DCC0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10" name="pg256">
                <a:extLst>
                  <a:ext uri="{FF2B5EF4-FFF2-40B4-BE49-F238E27FC236}">
                    <a16:creationId xmlns:a16="http://schemas.microsoft.com/office/drawing/2014/main" id="{3AAF5666-E57E-651E-F978-B5917C931AE4}"/>
                  </a:ext>
                </a:extLst>
              </p:cNvPr>
              <p:cNvSpPr/>
              <p:nvPr/>
            </p:nvSpPr>
            <p:spPr>
              <a:xfrm>
                <a:off x="7163737" y="524260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11" name="pg257">
                <a:extLst>
                  <a:ext uri="{FF2B5EF4-FFF2-40B4-BE49-F238E27FC236}">
                    <a16:creationId xmlns:a16="http://schemas.microsoft.com/office/drawing/2014/main" id="{2FDAAFBF-1E53-F537-0968-E75B26DDD578}"/>
                  </a:ext>
                </a:extLst>
              </p:cNvPr>
              <p:cNvSpPr/>
              <p:nvPr/>
            </p:nvSpPr>
            <p:spPr>
              <a:xfrm>
                <a:off x="7199924" y="524260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12" name="pg258">
                <a:extLst>
                  <a:ext uri="{FF2B5EF4-FFF2-40B4-BE49-F238E27FC236}">
                    <a16:creationId xmlns:a16="http://schemas.microsoft.com/office/drawing/2014/main" id="{BCAAF9B3-800C-314A-F26C-4A8C2F377231}"/>
                  </a:ext>
                </a:extLst>
              </p:cNvPr>
              <p:cNvSpPr/>
              <p:nvPr/>
            </p:nvSpPr>
            <p:spPr>
              <a:xfrm>
                <a:off x="7236112" y="524260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13" name="pg259">
                <a:extLst>
                  <a:ext uri="{FF2B5EF4-FFF2-40B4-BE49-F238E27FC236}">
                    <a16:creationId xmlns:a16="http://schemas.microsoft.com/office/drawing/2014/main" id="{A109B549-AFBB-55E0-CC37-9651F2CC58D1}"/>
                  </a:ext>
                </a:extLst>
              </p:cNvPr>
              <p:cNvSpPr/>
              <p:nvPr/>
            </p:nvSpPr>
            <p:spPr>
              <a:xfrm>
                <a:off x="7272301" y="524260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14" name="pg260">
                <a:extLst>
                  <a:ext uri="{FF2B5EF4-FFF2-40B4-BE49-F238E27FC236}">
                    <a16:creationId xmlns:a16="http://schemas.microsoft.com/office/drawing/2014/main" id="{C4FA9452-BE67-9DB3-3DB9-1CAF741ADCE3}"/>
                  </a:ext>
                </a:extLst>
              </p:cNvPr>
              <p:cNvSpPr/>
              <p:nvPr/>
            </p:nvSpPr>
            <p:spPr>
              <a:xfrm>
                <a:off x="7308489" y="524260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15" name="pg261">
                <a:extLst>
                  <a:ext uri="{FF2B5EF4-FFF2-40B4-BE49-F238E27FC236}">
                    <a16:creationId xmlns:a16="http://schemas.microsoft.com/office/drawing/2014/main" id="{11EB9D77-9217-F8CB-C82E-BFE902244CA4}"/>
                  </a:ext>
                </a:extLst>
              </p:cNvPr>
              <p:cNvSpPr/>
              <p:nvPr/>
            </p:nvSpPr>
            <p:spPr>
              <a:xfrm>
                <a:off x="7344676" y="524260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16" name="pg262">
                <a:extLst>
                  <a:ext uri="{FF2B5EF4-FFF2-40B4-BE49-F238E27FC236}">
                    <a16:creationId xmlns:a16="http://schemas.microsoft.com/office/drawing/2014/main" id="{693B8E11-1B13-C7E7-11A5-D5D17EEC61EF}"/>
                  </a:ext>
                </a:extLst>
              </p:cNvPr>
              <p:cNvSpPr/>
              <p:nvPr/>
            </p:nvSpPr>
            <p:spPr>
              <a:xfrm>
                <a:off x="7380864" y="524260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17" name="pg263">
                <a:extLst>
                  <a:ext uri="{FF2B5EF4-FFF2-40B4-BE49-F238E27FC236}">
                    <a16:creationId xmlns:a16="http://schemas.microsoft.com/office/drawing/2014/main" id="{92D6A791-7EB2-AEA5-D781-4EBC1FED9D39}"/>
                  </a:ext>
                </a:extLst>
              </p:cNvPr>
              <p:cNvSpPr/>
              <p:nvPr/>
            </p:nvSpPr>
            <p:spPr>
              <a:xfrm>
                <a:off x="7417052" y="524260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18" name="pg264">
                <a:extLst>
                  <a:ext uri="{FF2B5EF4-FFF2-40B4-BE49-F238E27FC236}">
                    <a16:creationId xmlns:a16="http://schemas.microsoft.com/office/drawing/2014/main" id="{C1913597-A55F-7279-4B71-547EA4AC4BF9}"/>
                  </a:ext>
                </a:extLst>
              </p:cNvPr>
              <p:cNvSpPr/>
              <p:nvPr/>
            </p:nvSpPr>
            <p:spPr>
              <a:xfrm>
                <a:off x="7453240" y="524260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19" name="pg265">
                <a:extLst>
                  <a:ext uri="{FF2B5EF4-FFF2-40B4-BE49-F238E27FC236}">
                    <a16:creationId xmlns:a16="http://schemas.microsoft.com/office/drawing/2014/main" id="{3D908792-B788-4917-B393-9F97E5890BBD}"/>
                  </a:ext>
                </a:extLst>
              </p:cNvPr>
              <p:cNvSpPr/>
              <p:nvPr/>
            </p:nvSpPr>
            <p:spPr>
              <a:xfrm>
                <a:off x="7489428" y="524260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20" name="pg266">
                <a:extLst>
                  <a:ext uri="{FF2B5EF4-FFF2-40B4-BE49-F238E27FC236}">
                    <a16:creationId xmlns:a16="http://schemas.microsoft.com/office/drawing/2014/main" id="{AC760A9B-C0EA-FD11-B9E5-9A4CD86A2A2D}"/>
                  </a:ext>
                </a:extLst>
              </p:cNvPr>
              <p:cNvSpPr/>
              <p:nvPr/>
            </p:nvSpPr>
            <p:spPr>
              <a:xfrm>
                <a:off x="7525616" y="524260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21" name="pg267">
                <a:extLst>
                  <a:ext uri="{FF2B5EF4-FFF2-40B4-BE49-F238E27FC236}">
                    <a16:creationId xmlns:a16="http://schemas.microsoft.com/office/drawing/2014/main" id="{185675EB-FDD6-3774-D912-1F71319BB2BE}"/>
                  </a:ext>
                </a:extLst>
              </p:cNvPr>
              <p:cNvSpPr/>
              <p:nvPr/>
            </p:nvSpPr>
            <p:spPr>
              <a:xfrm>
                <a:off x="7561804" y="524260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CDFC4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22" name="pg268">
                <a:extLst>
                  <a:ext uri="{FF2B5EF4-FFF2-40B4-BE49-F238E27FC236}">
                    <a16:creationId xmlns:a16="http://schemas.microsoft.com/office/drawing/2014/main" id="{EA42F905-F4B9-1EC1-2070-C37DFBF89639}"/>
                  </a:ext>
                </a:extLst>
              </p:cNvPr>
              <p:cNvSpPr/>
              <p:nvPr/>
            </p:nvSpPr>
            <p:spPr>
              <a:xfrm>
                <a:off x="7597992" y="524260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23" name="pg269">
                <a:extLst>
                  <a:ext uri="{FF2B5EF4-FFF2-40B4-BE49-F238E27FC236}">
                    <a16:creationId xmlns:a16="http://schemas.microsoft.com/office/drawing/2014/main" id="{1CCB8620-D25F-810B-841F-AAC325080DAE}"/>
                  </a:ext>
                </a:extLst>
              </p:cNvPr>
              <p:cNvSpPr/>
              <p:nvPr/>
            </p:nvSpPr>
            <p:spPr>
              <a:xfrm>
                <a:off x="7634180" y="524260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24" name="pg270">
                <a:extLst>
                  <a:ext uri="{FF2B5EF4-FFF2-40B4-BE49-F238E27FC236}">
                    <a16:creationId xmlns:a16="http://schemas.microsoft.com/office/drawing/2014/main" id="{98D52A96-7BA7-AF38-4683-17731C0FB2B5}"/>
                  </a:ext>
                </a:extLst>
              </p:cNvPr>
              <p:cNvSpPr/>
              <p:nvPr/>
            </p:nvSpPr>
            <p:spPr>
              <a:xfrm>
                <a:off x="7670368" y="524260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5DDC2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25" name="pg271">
                <a:extLst>
                  <a:ext uri="{FF2B5EF4-FFF2-40B4-BE49-F238E27FC236}">
                    <a16:creationId xmlns:a16="http://schemas.microsoft.com/office/drawing/2014/main" id="{29AA8864-CEC0-BCDE-05A8-D594DC00CF17}"/>
                  </a:ext>
                </a:extLst>
              </p:cNvPr>
              <p:cNvSpPr/>
              <p:nvPr/>
            </p:nvSpPr>
            <p:spPr>
              <a:xfrm>
                <a:off x="7815120" y="524260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2DCC0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26" name="pg272">
                <a:extLst>
                  <a:ext uri="{FF2B5EF4-FFF2-40B4-BE49-F238E27FC236}">
                    <a16:creationId xmlns:a16="http://schemas.microsoft.com/office/drawing/2014/main" id="{299977EF-DC47-A203-A0D4-8B7324523EEE}"/>
                  </a:ext>
                </a:extLst>
              </p:cNvPr>
              <p:cNvSpPr/>
              <p:nvPr/>
            </p:nvSpPr>
            <p:spPr>
              <a:xfrm>
                <a:off x="7851308" y="524260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1DCC0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27" name="pg273">
                <a:extLst>
                  <a:ext uri="{FF2B5EF4-FFF2-40B4-BE49-F238E27FC236}">
                    <a16:creationId xmlns:a16="http://schemas.microsoft.com/office/drawing/2014/main" id="{C5764061-6870-95A7-DF8F-651EFCAA7F18}"/>
                  </a:ext>
                </a:extLst>
              </p:cNvPr>
              <p:cNvSpPr/>
              <p:nvPr/>
            </p:nvSpPr>
            <p:spPr>
              <a:xfrm>
                <a:off x="7887496" y="524260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1DCC0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28" name="pg274">
                <a:extLst>
                  <a:ext uri="{FF2B5EF4-FFF2-40B4-BE49-F238E27FC236}">
                    <a16:creationId xmlns:a16="http://schemas.microsoft.com/office/drawing/2014/main" id="{46B1B483-0DB2-59E8-158D-40A8D9FBA331}"/>
                  </a:ext>
                </a:extLst>
              </p:cNvPr>
              <p:cNvSpPr/>
              <p:nvPr/>
            </p:nvSpPr>
            <p:spPr>
              <a:xfrm>
                <a:off x="7923684" y="524260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1DCC0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29" name="pg275">
                <a:extLst>
                  <a:ext uri="{FF2B5EF4-FFF2-40B4-BE49-F238E27FC236}">
                    <a16:creationId xmlns:a16="http://schemas.microsoft.com/office/drawing/2014/main" id="{44183199-8DF6-30BD-09FE-7A574DD754D8}"/>
                  </a:ext>
                </a:extLst>
              </p:cNvPr>
              <p:cNvSpPr/>
              <p:nvPr/>
            </p:nvSpPr>
            <p:spPr>
              <a:xfrm>
                <a:off x="7959872" y="524260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0DCBF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30" name="pg276">
                <a:extLst>
                  <a:ext uri="{FF2B5EF4-FFF2-40B4-BE49-F238E27FC236}">
                    <a16:creationId xmlns:a16="http://schemas.microsoft.com/office/drawing/2014/main" id="{E9263C6E-518C-374D-07D4-80FFAD665E1B}"/>
                  </a:ext>
                </a:extLst>
              </p:cNvPr>
              <p:cNvSpPr/>
              <p:nvPr/>
            </p:nvSpPr>
            <p:spPr>
              <a:xfrm>
                <a:off x="7996059" y="524260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0DCBF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31" name="pg277">
                <a:extLst>
                  <a:ext uri="{FF2B5EF4-FFF2-40B4-BE49-F238E27FC236}">
                    <a16:creationId xmlns:a16="http://schemas.microsoft.com/office/drawing/2014/main" id="{672DE8B9-65BA-BC9F-80B0-6ED4A914D2DB}"/>
                  </a:ext>
                </a:extLst>
              </p:cNvPr>
              <p:cNvSpPr/>
              <p:nvPr/>
            </p:nvSpPr>
            <p:spPr>
              <a:xfrm>
                <a:off x="7127549" y="528851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32" name="pg278">
                <a:extLst>
                  <a:ext uri="{FF2B5EF4-FFF2-40B4-BE49-F238E27FC236}">
                    <a16:creationId xmlns:a16="http://schemas.microsoft.com/office/drawing/2014/main" id="{0500CFDF-2614-AD6C-F487-17AF392A47A5}"/>
                  </a:ext>
                </a:extLst>
              </p:cNvPr>
              <p:cNvSpPr/>
              <p:nvPr/>
            </p:nvSpPr>
            <p:spPr>
              <a:xfrm>
                <a:off x="7163737" y="528851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33" name="pg279">
                <a:extLst>
                  <a:ext uri="{FF2B5EF4-FFF2-40B4-BE49-F238E27FC236}">
                    <a16:creationId xmlns:a16="http://schemas.microsoft.com/office/drawing/2014/main" id="{AEFF9CDC-C9A2-85D8-E9A2-521E7384674A}"/>
                  </a:ext>
                </a:extLst>
              </p:cNvPr>
              <p:cNvSpPr/>
              <p:nvPr/>
            </p:nvSpPr>
            <p:spPr>
              <a:xfrm>
                <a:off x="7199924" y="528851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34" name="pg280">
                <a:extLst>
                  <a:ext uri="{FF2B5EF4-FFF2-40B4-BE49-F238E27FC236}">
                    <a16:creationId xmlns:a16="http://schemas.microsoft.com/office/drawing/2014/main" id="{9D2DCCE1-B378-F085-97AA-186E04857A48}"/>
                  </a:ext>
                </a:extLst>
              </p:cNvPr>
              <p:cNvSpPr/>
              <p:nvPr/>
            </p:nvSpPr>
            <p:spPr>
              <a:xfrm>
                <a:off x="7236112" y="528851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35" name="pg281">
                <a:extLst>
                  <a:ext uri="{FF2B5EF4-FFF2-40B4-BE49-F238E27FC236}">
                    <a16:creationId xmlns:a16="http://schemas.microsoft.com/office/drawing/2014/main" id="{9BB70060-2C4D-1AD0-41C9-8C206CF6BD9C}"/>
                  </a:ext>
                </a:extLst>
              </p:cNvPr>
              <p:cNvSpPr/>
              <p:nvPr/>
            </p:nvSpPr>
            <p:spPr>
              <a:xfrm>
                <a:off x="7272301" y="528851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BE9D3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36" name="pg282">
                <a:extLst>
                  <a:ext uri="{FF2B5EF4-FFF2-40B4-BE49-F238E27FC236}">
                    <a16:creationId xmlns:a16="http://schemas.microsoft.com/office/drawing/2014/main" id="{71A7C75F-4371-D027-E044-25E758A1B409}"/>
                  </a:ext>
                </a:extLst>
              </p:cNvPr>
              <p:cNvSpPr/>
              <p:nvPr/>
            </p:nvSpPr>
            <p:spPr>
              <a:xfrm>
                <a:off x="7308489" y="528851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BEAD4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37" name="pg283">
                <a:extLst>
                  <a:ext uri="{FF2B5EF4-FFF2-40B4-BE49-F238E27FC236}">
                    <a16:creationId xmlns:a16="http://schemas.microsoft.com/office/drawing/2014/main" id="{A7FA44C7-813A-77BE-7304-6F248AA701DB}"/>
                  </a:ext>
                </a:extLst>
              </p:cNvPr>
              <p:cNvSpPr/>
              <p:nvPr/>
            </p:nvSpPr>
            <p:spPr>
              <a:xfrm>
                <a:off x="7344676" y="528851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38" name="pg284">
                <a:extLst>
                  <a:ext uri="{FF2B5EF4-FFF2-40B4-BE49-F238E27FC236}">
                    <a16:creationId xmlns:a16="http://schemas.microsoft.com/office/drawing/2014/main" id="{434D7AB4-7B79-3881-4445-E0823D5B82A0}"/>
                  </a:ext>
                </a:extLst>
              </p:cNvPr>
              <p:cNvSpPr/>
              <p:nvPr/>
            </p:nvSpPr>
            <p:spPr>
              <a:xfrm>
                <a:off x="7380864" y="528851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39" name="pg285">
                <a:extLst>
                  <a:ext uri="{FF2B5EF4-FFF2-40B4-BE49-F238E27FC236}">
                    <a16:creationId xmlns:a16="http://schemas.microsoft.com/office/drawing/2014/main" id="{28B07BCC-6977-5FFC-F1E9-7EFF63D42E4F}"/>
                  </a:ext>
                </a:extLst>
              </p:cNvPr>
              <p:cNvSpPr/>
              <p:nvPr/>
            </p:nvSpPr>
            <p:spPr>
              <a:xfrm>
                <a:off x="7417052" y="528851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40" name="pg286">
                <a:extLst>
                  <a:ext uri="{FF2B5EF4-FFF2-40B4-BE49-F238E27FC236}">
                    <a16:creationId xmlns:a16="http://schemas.microsoft.com/office/drawing/2014/main" id="{CE01C715-F9E8-C99A-7E6E-56FC19EC9148}"/>
                  </a:ext>
                </a:extLst>
              </p:cNvPr>
              <p:cNvSpPr/>
              <p:nvPr/>
            </p:nvSpPr>
            <p:spPr>
              <a:xfrm>
                <a:off x="7453240" y="528851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41" name="pg287">
                <a:extLst>
                  <a:ext uri="{FF2B5EF4-FFF2-40B4-BE49-F238E27FC236}">
                    <a16:creationId xmlns:a16="http://schemas.microsoft.com/office/drawing/2014/main" id="{BAE8A5BD-0C11-EF6F-AD12-7E91B78F4B61}"/>
                  </a:ext>
                </a:extLst>
              </p:cNvPr>
              <p:cNvSpPr/>
              <p:nvPr/>
            </p:nvSpPr>
            <p:spPr>
              <a:xfrm>
                <a:off x="7489428" y="528851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5E3C9">
                  <a:alpha val="100000"/>
                </a:srgbClr>
              </a:solidFill>
              <a:ln w="5420" cap="flat">
                <a:solidFill>
                  <a:srgbClr val="91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42" name="pg288">
                <a:extLst>
                  <a:ext uri="{FF2B5EF4-FFF2-40B4-BE49-F238E27FC236}">
                    <a16:creationId xmlns:a16="http://schemas.microsoft.com/office/drawing/2014/main" id="{269346B8-0338-32D0-13E3-165A8F52564F}"/>
                  </a:ext>
                </a:extLst>
              </p:cNvPr>
              <p:cNvSpPr/>
              <p:nvPr/>
            </p:nvSpPr>
            <p:spPr>
              <a:xfrm>
                <a:off x="7525616" y="528851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43" name="pg289">
                <a:extLst>
                  <a:ext uri="{FF2B5EF4-FFF2-40B4-BE49-F238E27FC236}">
                    <a16:creationId xmlns:a16="http://schemas.microsoft.com/office/drawing/2014/main" id="{3FF3A3E3-C96D-2583-D836-A817579FB65B}"/>
                  </a:ext>
                </a:extLst>
              </p:cNvPr>
              <p:cNvSpPr/>
              <p:nvPr/>
            </p:nvSpPr>
            <p:spPr>
              <a:xfrm>
                <a:off x="7561804" y="528851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85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44" name="pg290">
                <a:extLst>
                  <a:ext uri="{FF2B5EF4-FFF2-40B4-BE49-F238E27FC236}">
                    <a16:creationId xmlns:a16="http://schemas.microsoft.com/office/drawing/2014/main" id="{28C0CBF0-E065-0207-AA14-E9DCC4B89C6E}"/>
                  </a:ext>
                </a:extLst>
              </p:cNvPr>
              <p:cNvSpPr/>
              <p:nvPr/>
            </p:nvSpPr>
            <p:spPr>
              <a:xfrm>
                <a:off x="7597992" y="528851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9DFC4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45" name="pg291">
                <a:extLst>
                  <a:ext uri="{FF2B5EF4-FFF2-40B4-BE49-F238E27FC236}">
                    <a16:creationId xmlns:a16="http://schemas.microsoft.com/office/drawing/2014/main" id="{8DBFFBEF-98FC-F1EC-10CA-DE3470F4269C}"/>
                  </a:ext>
                </a:extLst>
              </p:cNvPr>
              <p:cNvSpPr/>
              <p:nvPr/>
            </p:nvSpPr>
            <p:spPr>
              <a:xfrm>
                <a:off x="7634180" y="528851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46" name="pg292">
                <a:extLst>
                  <a:ext uri="{FF2B5EF4-FFF2-40B4-BE49-F238E27FC236}">
                    <a16:creationId xmlns:a16="http://schemas.microsoft.com/office/drawing/2014/main" id="{7366E934-7285-F39B-FEC4-868D33B290E0}"/>
                  </a:ext>
                </a:extLst>
              </p:cNvPr>
              <p:cNvSpPr/>
              <p:nvPr/>
            </p:nvSpPr>
            <p:spPr>
              <a:xfrm>
                <a:off x="7670368" y="528851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79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47" name="pg293">
                <a:extLst>
                  <a:ext uri="{FF2B5EF4-FFF2-40B4-BE49-F238E27FC236}">
                    <a16:creationId xmlns:a16="http://schemas.microsoft.com/office/drawing/2014/main" id="{94C15902-255A-E71B-69BD-B741CD978FA9}"/>
                  </a:ext>
                </a:extLst>
              </p:cNvPr>
              <p:cNvSpPr/>
              <p:nvPr/>
            </p:nvSpPr>
            <p:spPr>
              <a:xfrm>
                <a:off x="7706556" y="528851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3DDC1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48" name="pg294">
                <a:extLst>
                  <a:ext uri="{FF2B5EF4-FFF2-40B4-BE49-F238E27FC236}">
                    <a16:creationId xmlns:a16="http://schemas.microsoft.com/office/drawing/2014/main" id="{07F9B767-A2F5-188D-A8ED-AC436A33269A}"/>
                  </a:ext>
                </a:extLst>
              </p:cNvPr>
              <p:cNvSpPr/>
              <p:nvPr/>
            </p:nvSpPr>
            <p:spPr>
              <a:xfrm>
                <a:off x="7815120" y="528851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FDCBF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49" name="pg295">
                <a:extLst>
                  <a:ext uri="{FF2B5EF4-FFF2-40B4-BE49-F238E27FC236}">
                    <a16:creationId xmlns:a16="http://schemas.microsoft.com/office/drawing/2014/main" id="{0C2A506B-BAE4-DB70-4E18-383B1FE83A7A}"/>
                  </a:ext>
                </a:extLst>
              </p:cNvPr>
              <p:cNvSpPr/>
              <p:nvPr/>
            </p:nvSpPr>
            <p:spPr>
              <a:xfrm>
                <a:off x="7851308" y="528851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FDBBF">
                  <a:alpha val="100000"/>
                </a:srgbClr>
              </a:solidFill>
              <a:ln w="5420" cap="flat">
                <a:solidFill>
                  <a:srgbClr val="71D3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50" name="pg296">
                <a:extLst>
                  <a:ext uri="{FF2B5EF4-FFF2-40B4-BE49-F238E27FC236}">
                    <a16:creationId xmlns:a16="http://schemas.microsoft.com/office/drawing/2014/main" id="{831FFC40-5F67-2A1A-EC2B-E55F9A3C6A39}"/>
                  </a:ext>
                </a:extLst>
              </p:cNvPr>
              <p:cNvSpPr/>
              <p:nvPr/>
            </p:nvSpPr>
            <p:spPr>
              <a:xfrm>
                <a:off x="7887496" y="528851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FDBBF">
                  <a:alpha val="100000"/>
                </a:srgbClr>
              </a:solidFill>
              <a:ln w="5420" cap="flat">
                <a:solidFill>
                  <a:srgbClr val="71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51" name="pg297">
                <a:extLst>
                  <a:ext uri="{FF2B5EF4-FFF2-40B4-BE49-F238E27FC236}">
                    <a16:creationId xmlns:a16="http://schemas.microsoft.com/office/drawing/2014/main" id="{34FC65D3-2CE2-4E2D-F974-C3A54CF9A8CE}"/>
                  </a:ext>
                </a:extLst>
              </p:cNvPr>
              <p:cNvSpPr/>
              <p:nvPr/>
            </p:nvSpPr>
            <p:spPr>
              <a:xfrm>
                <a:off x="7923684" y="528851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EDBBF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52" name="pg298">
                <a:extLst>
                  <a:ext uri="{FF2B5EF4-FFF2-40B4-BE49-F238E27FC236}">
                    <a16:creationId xmlns:a16="http://schemas.microsoft.com/office/drawing/2014/main" id="{E41C82EE-6DCE-F1BF-FA4A-582AB08135B0}"/>
                  </a:ext>
                </a:extLst>
              </p:cNvPr>
              <p:cNvSpPr/>
              <p:nvPr/>
            </p:nvSpPr>
            <p:spPr>
              <a:xfrm>
                <a:off x="7959872" y="528851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EDBBE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53" name="pg299">
                <a:extLst>
                  <a:ext uri="{FF2B5EF4-FFF2-40B4-BE49-F238E27FC236}">
                    <a16:creationId xmlns:a16="http://schemas.microsoft.com/office/drawing/2014/main" id="{EE7A1883-2B15-6545-CFB1-1EB1264C55D2}"/>
                  </a:ext>
                </a:extLst>
              </p:cNvPr>
              <p:cNvSpPr/>
              <p:nvPr/>
            </p:nvSpPr>
            <p:spPr>
              <a:xfrm>
                <a:off x="7996059" y="528851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54" name="pg300">
                <a:extLst>
                  <a:ext uri="{FF2B5EF4-FFF2-40B4-BE49-F238E27FC236}">
                    <a16:creationId xmlns:a16="http://schemas.microsoft.com/office/drawing/2014/main" id="{973C3981-2336-CB4B-2938-F9E5DEAB4DD3}"/>
                  </a:ext>
                </a:extLst>
              </p:cNvPr>
              <p:cNvSpPr/>
              <p:nvPr/>
            </p:nvSpPr>
            <p:spPr>
              <a:xfrm>
                <a:off x="7127549" y="533442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55" name="pg301">
                <a:extLst>
                  <a:ext uri="{FF2B5EF4-FFF2-40B4-BE49-F238E27FC236}">
                    <a16:creationId xmlns:a16="http://schemas.microsoft.com/office/drawing/2014/main" id="{99EB9C6C-6E0F-63CF-1D6B-DF78FF8992C2}"/>
                  </a:ext>
                </a:extLst>
              </p:cNvPr>
              <p:cNvSpPr/>
              <p:nvPr/>
            </p:nvSpPr>
            <p:spPr>
              <a:xfrm>
                <a:off x="7163737" y="533442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56" name="pg302">
                <a:extLst>
                  <a:ext uri="{FF2B5EF4-FFF2-40B4-BE49-F238E27FC236}">
                    <a16:creationId xmlns:a16="http://schemas.microsoft.com/office/drawing/2014/main" id="{0E401C34-C85F-33B6-9B9C-F784C3C6FAE6}"/>
                  </a:ext>
                </a:extLst>
              </p:cNvPr>
              <p:cNvSpPr/>
              <p:nvPr/>
            </p:nvSpPr>
            <p:spPr>
              <a:xfrm>
                <a:off x="7199924" y="533442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5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57" name="pg303">
                <a:extLst>
                  <a:ext uri="{FF2B5EF4-FFF2-40B4-BE49-F238E27FC236}">
                    <a16:creationId xmlns:a16="http://schemas.microsoft.com/office/drawing/2014/main" id="{0E649BD4-AFDC-15F2-1328-D6BDC7A844C2}"/>
                  </a:ext>
                </a:extLst>
              </p:cNvPr>
              <p:cNvSpPr/>
              <p:nvPr/>
            </p:nvSpPr>
            <p:spPr>
              <a:xfrm>
                <a:off x="7236112" y="533442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1EBD6">
                  <a:alpha val="100000"/>
                </a:srgbClr>
              </a:solidFill>
              <a:ln w="5420" cap="flat">
                <a:solidFill>
                  <a:srgbClr val="B7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58" name="pg304">
                <a:extLst>
                  <a:ext uri="{FF2B5EF4-FFF2-40B4-BE49-F238E27FC236}">
                    <a16:creationId xmlns:a16="http://schemas.microsoft.com/office/drawing/2014/main" id="{F65DE060-2C5E-667A-C0A3-AD8393E162D5}"/>
                  </a:ext>
                </a:extLst>
              </p:cNvPr>
              <p:cNvSpPr/>
              <p:nvPr/>
            </p:nvSpPr>
            <p:spPr>
              <a:xfrm>
                <a:off x="7272301" y="533442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59" name="pg305">
                <a:extLst>
                  <a:ext uri="{FF2B5EF4-FFF2-40B4-BE49-F238E27FC236}">
                    <a16:creationId xmlns:a16="http://schemas.microsoft.com/office/drawing/2014/main" id="{FD82FD69-B965-D87E-0AD3-5FE314327F14}"/>
                  </a:ext>
                </a:extLst>
              </p:cNvPr>
              <p:cNvSpPr/>
              <p:nvPr/>
            </p:nvSpPr>
            <p:spPr>
              <a:xfrm>
                <a:off x="7308489" y="533442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4ECD8">
                  <a:alpha val="100000"/>
                </a:srgbClr>
              </a:solidFill>
              <a:ln w="5420" cap="flat">
                <a:solidFill>
                  <a:srgbClr val="BB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60" name="pg306">
                <a:extLst>
                  <a:ext uri="{FF2B5EF4-FFF2-40B4-BE49-F238E27FC236}">
                    <a16:creationId xmlns:a16="http://schemas.microsoft.com/office/drawing/2014/main" id="{0FBD672F-FF2E-562C-F14C-261C435E0A17}"/>
                  </a:ext>
                </a:extLst>
              </p:cNvPr>
              <p:cNvSpPr/>
              <p:nvPr/>
            </p:nvSpPr>
            <p:spPr>
              <a:xfrm>
                <a:off x="7344676" y="533442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9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61" name="pg307">
                <a:extLst>
                  <a:ext uri="{FF2B5EF4-FFF2-40B4-BE49-F238E27FC236}">
                    <a16:creationId xmlns:a16="http://schemas.microsoft.com/office/drawing/2014/main" id="{0CF91B36-2C61-CE60-5250-9B56F3CB7A68}"/>
                  </a:ext>
                </a:extLst>
              </p:cNvPr>
              <p:cNvSpPr/>
              <p:nvPr/>
            </p:nvSpPr>
            <p:spPr>
              <a:xfrm>
                <a:off x="7380864" y="533442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6">
                  <a:alpha val="100000"/>
                </a:srgbClr>
              </a:solidFill>
              <a:ln w="5420" cap="flat">
                <a:solidFill>
                  <a:srgbClr val="B5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62" name="pg308">
                <a:extLst>
                  <a:ext uri="{FF2B5EF4-FFF2-40B4-BE49-F238E27FC236}">
                    <a16:creationId xmlns:a16="http://schemas.microsoft.com/office/drawing/2014/main" id="{B7FD6980-F09F-6374-BF3B-5A1D8B007D93}"/>
                  </a:ext>
                </a:extLst>
              </p:cNvPr>
              <p:cNvSpPr/>
              <p:nvPr/>
            </p:nvSpPr>
            <p:spPr>
              <a:xfrm>
                <a:off x="7417052" y="533442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BE9D3">
                  <a:alpha val="100000"/>
                </a:srgbClr>
              </a:solidFill>
              <a:ln w="5420" cap="flat">
                <a:solidFill>
                  <a:srgbClr val="AFE6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63" name="pg309">
                <a:extLst>
                  <a:ext uri="{FF2B5EF4-FFF2-40B4-BE49-F238E27FC236}">
                    <a16:creationId xmlns:a16="http://schemas.microsoft.com/office/drawing/2014/main" id="{53C07170-DB92-8E3D-EA6E-E957CB26543A}"/>
                  </a:ext>
                </a:extLst>
              </p:cNvPr>
              <p:cNvSpPr/>
              <p:nvPr/>
            </p:nvSpPr>
            <p:spPr>
              <a:xfrm>
                <a:off x="7453240" y="533442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64" name="pg310">
                <a:extLst>
                  <a:ext uri="{FF2B5EF4-FFF2-40B4-BE49-F238E27FC236}">
                    <a16:creationId xmlns:a16="http://schemas.microsoft.com/office/drawing/2014/main" id="{A1C12576-FF87-4AAB-19C1-9D0145970571}"/>
                  </a:ext>
                </a:extLst>
              </p:cNvPr>
              <p:cNvSpPr/>
              <p:nvPr/>
            </p:nvSpPr>
            <p:spPr>
              <a:xfrm>
                <a:off x="7489428" y="533442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65" name="pg311">
                <a:extLst>
                  <a:ext uri="{FF2B5EF4-FFF2-40B4-BE49-F238E27FC236}">
                    <a16:creationId xmlns:a16="http://schemas.microsoft.com/office/drawing/2014/main" id="{8596DE73-6DC7-2454-8E24-D028287A6433}"/>
                  </a:ext>
                </a:extLst>
              </p:cNvPr>
              <p:cNvSpPr/>
              <p:nvPr/>
            </p:nvSpPr>
            <p:spPr>
              <a:xfrm>
                <a:off x="7525616" y="533442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8E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66" name="pg312">
                <a:extLst>
                  <a:ext uri="{FF2B5EF4-FFF2-40B4-BE49-F238E27FC236}">
                    <a16:creationId xmlns:a16="http://schemas.microsoft.com/office/drawing/2014/main" id="{343DBEC0-9A28-3742-7BA4-16CF16B530B7}"/>
                  </a:ext>
                </a:extLst>
              </p:cNvPr>
              <p:cNvSpPr/>
              <p:nvPr/>
            </p:nvSpPr>
            <p:spPr>
              <a:xfrm>
                <a:off x="7561804" y="533442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67" name="pg313">
                <a:extLst>
                  <a:ext uri="{FF2B5EF4-FFF2-40B4-BE49-F238E27FC236}">
                    <a16:creationId xmlns:a16="http://schemas.microsoft.com/office/drawing/2014/main" id="{1AB490DD-93F0-B70C-DDFD-631DE5E6C024}"/>
                  </a:ext>
                </a:extLst>
              </p:cNvPr>
              <p:cNvSpPr/>
              <p:nvPr/>
            </p:nvSpPr>
            <p:spPr>
              <a:xfrm>
                <a:off x="7597992" y="533442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68" name="pg314">
                <a:extLst>
                  <a:ext uri="{FF2B5EF4-FFF2-40B4-BE49-F238E27FC236}">
                    <a16:creationId xmlns:a16="http://schemas.microsoft.com/office/drawing/2014/main" id="{E70A3141-294D-B75F-6C9E-04EC7B83651A}"/>
                  </a:ext>
                </a:extLst>
              </p:cNvPr>
              <p:cNvSpPr/>
              <p:nvPr/>
            </p:nvSpPr>
            <p:spPr>
              <a:xfrm>
                <a:off x="7634180" y="533442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69" name="pg315">
                <a:extLst>
                  <a:ext uri="{FF2B5EF4-FFF2-40B4-BE49-F238E27FC236}">
                    <a16:creationId xmlns:a16="http://schemas.microsoft.com/office/drawing/2014/main" id="{3209E758-E46F-4B77-630D-DDD52EC19D88}"/>
                  </a:ext>
                </a:extLst>
              </p:cNvPr>
              <p:cNvSpPr/>
              <p:nvPr/>
            </p:nvSpPr>
            <p:spPr>
              <a:xfrm>
                <a:off x="7670368" y="533442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3DDC0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70" name="pg316">
                <a:extLst>
                  <a:ext uri="{FF2B5EF4-FFF2-40B4-BE49-F238E27FC236}">
                    <a16:creationId xmlns:a16="http://schemas.microsoft.com/office/drawing/2014/main" id="{CB42EC04-477C-EBE9-E32C-B8946821C664}"/>
                  </a:ext>
                </a:extLst>
              </p:cNvPr>
              <p:cNvSpPr/>
              <p:nvPr/>
            </p:nvSpPr>
            <p:spPr>
              <a:xfrm>
                <a:off x="7706556" y="533442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0DCBF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71" name="pg317">
                <a:extLst>
                  <a:ext uri="{FF2B5EF4-FFF2-40B4-BE49-F238E27FC236}">
                    <a16:creationId xmlns:a16="http://schemas.microsoft.com/office/drawing/2014/main" id="{7DD8DD80-0C74-C8CE-393A-5CD8D35974DC}"/>
                  </a:ext>
                </a:extLst>
              </p:cNvPr>
              <p:cNvSpPr/>
              <p:nvPr/>
            </p:nvSpPr>
            <p:spPr>
              <a:xfrm>
                <a:off x="7742744" y="533442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EDBBF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72" name="pg318">
                <a:extLst>
                  <a:ext uri="{FF2B5EF4-FFF2-40B4-BE49-F238E27FC236}">
                    <a16:creationId xmlns:a16="http://schemas.microsoft.com/office/drawing/2014/main" id="{7E34D42F-4CB2-5278-C48B-552D674FC0C2}"/>
                  </a:ext>
                </a:extLst>
              </p:cNvPr>
              <p:cNvSpPr/>
              <p:nvPr/>
            </p:nvSpPr>
            <p:spPr>
              <a:xfrm>
                <a:off x="7851308" y="533442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ADABD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73" name="pg319">
                <a:extLst>
                  <a:ext uri="{FF2B5EF4-FFF2-40B4-BE49-F238E27FC236}">
                    <a16:creationId xmlns:a16="http://schemas.microsoft.com/office/drawing/2014/main" id="{5EBBF039-4B64-4535-20D0-2EEF152C7A6D}"/>
                  </a:ext>
                </a:extLst>
              </p:cNvPr>
              <p:cNvSpPr/>
              <p:nvPr/>
            </p:nvSpPr>
            <p:spPr>
              <a:xfrm>
                <a:off x="7887496" y="533442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ADABD">
                  <a:alpha val="100000"/>
                </a:srgbClr>
              </a:solidFill>
              <a:ln w="5420" cap="flat">
                <a:solidFill>
                  <a:srgbClr val="6AD1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74" name="pg320">
                <a:extLst>
                  <a:ext uri="{FF2B5EF4-FFF2-40B4-BE49-F238E27FC236}">
                    <a16:creationId xmlns:a16="http://schemas.microsoft.com/office/drawing/2014/main" id="{8700976B-878C-D9D4-EF17-AC187435175E}"/>
                  </a:ext>
                </a:extLst>
              </p:cNvPr>
              <p:cNvSpPr/>
              <p:nvPr/>
            </p:nvSpPr>
            <p:spPr>
              <a:xfrm>
                <a:off x="7923684" y="533442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75" name="pg321">
                <a:extLst>
                  <a:ext uri="{FF2B5EF4-FFF2-40B4-BE49-F238E27FC236}">
                    <a16:creationId xmlns:a16="http://schemas.microsoft.com/office/drawing/2014/main" id="{09AE7B63-B03A-4A8F-9526-E0CB2078EB69}"/>
                  </a:ext>
                </a:extLst>
              </p:cNvPr>
              <p:cNvSpPr/>
              <p:nvPr/>
            </p:nvSpPr>
            <p:spPr>
              <a:xfrm>
                <a:off x="7959872" y="533442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76" name="pg322">
                <a:extLst>
                  <a:ext uri="{FF2B5EF4-FFF2-40B4-BE49-F238E27FC236}">
                    <a16:creationId xmlns:a16="http://schemas.microsoft.com/office/drawing/2014/main" id="{7E1C1366-2EF5-91F2-1569-B12A452095ED}"/>
                  </a:ext>
                </a:extLst>
              </p:cNvPr>
              <p:cNvSpPr/>
              <p:nvPr/>
            </p:nvSpPr>
            <p:spPr>
              <a:xfrm>
                <a:off x="7996059" y="533442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67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77" name="pg323">
                <a:extLst>
                  <a:ext uri="{FF2B5EF4-FFF2-40B4-BE49-F238E27FC236}">
                    <a16:creationId xmlns:a16="http://schemas.microsoft.com/office/drawing/2014/main" id="{3435C08C-1934-CAA0-F8AA-590E845B4869}"/>
                  </a:ext>
                </a:extLst>
              </p:cNvPr>
              <p:cNvSpPr/>
              <p:nvPr/>
            </p:nvSpPr>
            <p:spPr>
              <a:xfrm>
                <a:off x="7127549" y="538033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78" name="pg324">
                <a:extLst>
                  <a:ext uri="{FF2B5EF4-FFF2-40B4-BE49-F238E27FC236}">
                    <a16:creationId xmlns:a16="http://schemas.microsoft.com/office/drawing/2014/main" id="{7ED2F938-ACD1-9995-86B0-F91574667CA0}"/>
                  </a:ext>
                </a:extLst>
              </p:cNvPr>
              <p:cNvSpPr/>
              <p:nvPr/>
            </p:nvSpPr>
            <p:spPr>
              <a:xfrm>
                <a:off x="7163737" y="538033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79" name="pg325">
                <a:extLst>
                  <a:ext uri="{FF2B5EF4-FFF2-40B4-BE49-F238E27FC236}">
                    <a16:creationId xmlns:a16="http://schemas.microsoft.com/office/drawing/2014/main" id="{D5574AF8-170E-CFBF-CA33-D4BC0A1232D0}"/>
                  </a:ext>
                </a:extLst>
              </p:cNvPr>
              <p:cNvSpPr/>
              <p:nvPr/>
            </p:nvSpPr>
            <p:spPr>
              <a:xfrm>
                <a:off x="7199924" y="538033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5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80" name="pg326">
                <a:extLst>
                  <a:ext uri="{FF2B5EF4-FFF2-40B4-BE49-F238E27FC236}">
                    <a16:creationId xmlns:a16="http://schemas.microsoft.com/office/drawing/2014/main" id="{4C77A841-FCE3-74CF-DBFE-E2DCB1B958C7}"/>
                  </a:ext>
                </a:extLst>
              </p:cNvPr>
              <p:cNvSpPr/>
              <p:nvPr/>
            </p:nvSpPr>
            <p:spPr>
              <a:xfrm>
                <a:off x="7236112" y="538033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1EBD6">
                  <a:alpha val="100000"/>
                </a:srgbClr>
              </a:solidFill>
              <a:ln w="5420" cap="flat">
                <a:solidFill>
                  <a:srgbClr val="B7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81" name="pg327">
                <a:extLst>
                  <a:ext uri="{FF2B5EF4-FFF2-40B4-BE49-F238E27FC236}">
                    <a16:creationId xmlns:a16="http://schemas.microsoft.com/office/drawing/2014/main" id="{DD50E88E-BB37-9938-8805-1CBADD5AE86E}"/>
                  </a:ext>
                </a:extLst>
              </p:cNvPr>
              <p:cNvSpPr/>
              <p:nvPr/>
            </p:nvSpPr>
            <p:spPr>
              <a:xfrm>
                <a:off x="7272301" y="538033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82" name="pg328">
                <a:extLst>
                  <a:ext uri="{FF2B5EF4-FFF2-40B4-BE49-F238E27FC236}">
                    <a16:creationId xmlns:a16="http://schemas.microsoft.com/office/drawing/2014/main" id="{75C7922C-7280-349E-05BF-3F41912A83ED}"/>
                  </a:ext>
                </a:extLst>
              </p:cNvPr>
              <p:cNvSpPr/>
              <p:nvPr/>
            </p:nvSpPr>
            <p:spPr>
              <a:xfrm>
                <a:off x="7308489" y="538033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4ECD8">
                  <a:alpha val="100000"/>
                </a:srgbClr>
              </a:solidFill>
              <a:ln w="5420" cap="flat">
                <a:solidFill>
                  <a:srgbClr val="BBEA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83" name="pg329">
                <a:extLst>
                  <a:ext uri="{FF2B5EF4-FFF2-40B4-BE49-F238E27FC236}">
                    <a16:creationId xmlns:a16="http://schemas.microsoft.com/office/drawing/2014/main" id="{B3C0AB7C-95C0-9085-D053-F2D10BE4CF60}"/>
                  </a:ext>
                </a:extLst>
              </p:cNvPr>
              <p:cNvSpPr/>
              <p:nvPr/>
            </p:nvSpPr>
            <p:spPr>
              <a:xfrm>
                <a:off x="7344676" y="538033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84" name="pg330">
                <a:extLst>
                  <a:ext uri="{FF2B5EF4-FFF2-40B4-BE49-F238E27FC236}">
                    <a16:creationId xmlns:a16="http://schemas.microsoft.com/office/drawing/2014/main" id="{FBB6EA9B-0FD0-708E-A507-0A01C34F0FDD}"/>
                  </a:ext>
                </a:extLst>
              </p:cNvPr>
              <p:cNvSpPr/>
              <p:nvPr/>
            </p:nvSpPr>
            <p:spPr>
              <a:xfrm>
                <a:off x="7380864" y="538033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B5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85" name="pg331">
                <a:extLst>
                  <a:ext uri="{FF2B5EF4-FFF2-40B4-BE49-F238E27FC236}">
                    <a16:creationId xmlns:a16="http://schemas.microsoft.com/office/drawing/2014/main" id="{28EA8158-0C37-6FC1-1667-208467A7CACC}"/>
                  </a:ext>
                </a:extLst>
              </p:cNvPr>
              <p:cNvSpPr/>
              <p:nvPr/>
            </p:nvSpPr>
            <p:spPr>
              <a:xfrm>
                <a:off x="7417052" y="538033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BEAD3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86" name="pg332">
                <a:extLst>
                  <a:ext uri="{FF2B5EF4-FFF2-40B4-BE49-F238E27FC236}">
                    <a16:creationId xmlns:a16="http://schemas.microsoft.com/office/drawing/2014/main" id="{973B4264-94B2-2B18-3334-58468B6EF890}"/>
                  </a:ext>
                </a:extLst>
              </p:cNvPr>
              <p:cNvSpPr/>
              <p:nvPr/>
            </p:nvSpPr>
            <p:spPr>
              <a:xfrm>
                <a:off x="7453240" y="538033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87" name="pg333">
                <a:extLst>
                  <a:ext uri="{FF2B5EF4-FFF2-40B4-BE49-F238E27FC236}">
                    <a16:creationId xmlns:a16="http://schemas.microsoft.com/office/drawing/2014/main" id="{4AD0866B-FE62-1656-5068-D2F5969098A2}"/>
                  </a:ext>
                </a:extLst>
              </p:cNvPr>
              <p:cNvSpPr/>
              <p:nvPr/>
            </p:nvSpPr>
            <p:spPr>
              <a:xfrm>
                <a:off x="7489428" y="538033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8E3CA">
                  <a:alpha val="100000"/>
                </a:srgbClr>
              </a:solidFill>
              <a:ln w="5420" cap="flat">
                <a:solidFill>
                  <a:srgbClr val="95DD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88" name="pg334">
                <a:extLst>
                  <a:ext uri="{FF2B5EF4-FFF2-40B4-BE49-F238E27FC236}">
                    <a16:creationId xmlns:a16="http://schemas.microsoft.com/office/drawing/2014/main" id="{EB1FBEC1-B7B7-DA99-BD79-CBEFA436825F}"/>
                  </a:ext>
                </a:extLst>
              </p:cNvPr>
              <p:cNvSpPr/>
              <p:nvPr/>
            </p:nvSpPr>
            <p:spPr>
              <a:xfrm>
                <a:off x="7525616" y="538033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2E1C8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89" name="pg335">
                <a:extLst>
                  <a:ext uri="{FF2B5EF4-FFF2-40B4-BE49-F238E27FC236}">
                    <a16:creationId xmlns:a16="http://schemas.microsoft.com/office/drawing/2014/main" id="{234F1AC4-70E4-FC83-8822-39C6DC02984C}"/>
                  </a:ext>
                </a:extLst>
              </p:cNvPr>
              <p:cNvSpPr/>
              <p:nvPr/>
            </p:nvSpPr>
            <p:spPr>
              <a:xfrm>
                <a:off x="7561804" y="538033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85D8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90" name="pg336">
                <a:extLst>
                  <a:ext uri="{FF2B5EF4-FFF2-40B4-BE49-F238E27FC236}">
                    <a16:creationId xmlns:a16="http://schemas.microsoft.com/office/drawing/2014/main" id="{2D3A20B8-C161-C9F5-3B44-EE8C8F7B8B0B}"/>
                  </a:ext>
                </a:extLst>
              </p:cNvPr>
              <p:cNvSpPr/>
              <p:nvPr/>
            </p:nvSpPr>
            <p:spPr>
              <a:xfrm>
                <a:off x="7597992" y="538033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91" name="pg337">
                <a:extLst>
                  <a:ext uri="{FF2B5EF4-FFF2-40B4-BE49-F238E27FC236}">
                    <a16:creationId xmlns:a16="http://schemas.microsoft.com/office/drawing/2014/main" id="{5902B425-BD3B-D886-C23C-A749D830B7A9}"/>
                  </a:ext>
                </a:extLst>
              </p:cNvPr>
              <p:cNvSpPr/>
              <p:nvPr/>
            </p:nvSpPr>
            <p:spPr>
              <a:xfrm>
                <a:off x="7634180" y="538033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92" name="pg338">
                <a:extLst>
                  <a:ext uri="{FF2B5EF4-FFF2-40B4-BE49-F238E27FC236}">
                    <a16:creationId xmlns:a16="http://schemas.microsoft.com/office/drawing/2014/main" id="{56A1A51B-60A0-A524-1C1B-BDC944B50BD1}"/>
                  </a:ext>
                </a:extLst>
              </p:cNvPr>
              <p:cNvSpPr/>
              <p:nvPr/>
            </p:nvSpPr>
            <p:spPr>
              <a:xfrm>
                <a:off x="7670368" y="538033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1DCC0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93" name="pg339">
                <a:extLst>
                  <a:ext uri="{FF2B5EF4-FFF2-40B4-BE49-F238E27FC236}">
                    <a16:creationId xmlns:a16="http://schemas.microsoft.com/office/drawing/2014/main" id="{40A618F3-9539-870B-7DB6-A3FA7B1C3318}"/>
                  </a:ext>
                </a:extLst>
              </p:cNvPr>
              <p:cNvSpPr/>
              <p:nvPr/>
            </p:nvSpPr>
            <p:spPr>
              <a:xfrm>
                <a:off x="7706556" y="538033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EDBBE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94" name="pg340">
                <a:extLst>
                  <a:ext uri="{FF2B5EF4-FFF2-40B4-BE49-F238E27FC236}">
                    <a16:creationId xmlns:a16="http://schemas.microsoft.com/office/drawing/2014/main" id="{554C46C5-5801-D0E2-BB49-6873AE484F8B}"/>
                  </a:ext>
                </a:extLst>
              </p:cNvPr>
              <p:cNvSpPr/>
              <p:nvPr/>
            </p:nvSpPr>
            <p:spPr>
              <a:xfrm>
                <a:off x="7742744" y="538033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CDBBE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95" name="pg341">
                <a:extLst>
                  <a:ext uri="{FF2B5EF4-FFF2-40B4-BE49-F238E27FC236}">
                    <a16:creationId xmlns:a16="http://schemas.microsoft.com/office/drawing/2014/main" id="{FB3159C6-DB4F-B4F2-29A8-E73CA3284528}"/>
                  </a:ext>
                </a:extLst>
              </p:cNvPr>
              <p:cNvSpPr/>
              <p:nvPr/>
            </p:nvSpPr>
            <p:spPr>
              <a:xfrm>
                <a:off x="7815120" y="538033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96" name="pg342">
                <a:extLst>
                  <a:ext uri="{FF2B5EF4-FFF2-40B4-BE49-F238E27FC236}">
                    <a16:creationId xmlns:a16="http://schemas.microsoft.com/office/drawing/2014/main" id="{63BCF1CA-2BC3-691F-3398-7AA43CC5C426}"/>
                  </a:ext>
                </a:extLst>
              </p:cNvPr>
              <p:cNvSpPr/>
              <p:nvPr/>
            </p:nvSpPr>
            <p:spPr>
              <a:xfrm>
                <a:off x="7851308" y="538033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97" name="pg343">
                <a:extLst>
                  <a:ext uri="{FF2B5EF4-FFF2-40B4-BE49-F238E27FC236}">
                    <a16:creationId xmlns:a16="http://schemas.microsoft.com/office/drawing/2014/main" id="{E075BD3A-116C-42DF-3CEA-44B432488D0F}"/>
                  </a:ext>
                </a:extLst>
              </p:cNvPr>
              <p:cNvSpPr/>
              <p:nvPr/>
            </p:nvSpPr>
            <p:spPr>
              <a:xfrm>
                <a:off x="7887496" y="538033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98" name="pg344">
                <a:extLst>
                  <a:ext uri="{FF2B5EF4-FFF2-40B4-BE49-F238E27FC236}">
                    <a16:creationId xmlns:a16="http://schemas.microsoft.com/office/drawing/2014/main" id="{28C453FA-9FF4-8C17-07F4-E60AE474F1CC}"/>
                  </a:ext>
                </a:extLst>
              </p:cNvPr>
              <p:cNvSpPr/>
              <p:nvPr/>
            </p:nvSpPr>
            <p:spPr>
              <a:xfrm>
                <a:off x="7923684" y="538033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7D9BB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799" name="pg345">
                <a:extLst>
                  <a:ext uri="{FF2B5EF4-FFF2-40B4-BE49-F238E27FC236}">
                    <a16:creationId xmlns:a16="http://schemas.microsoft.com/office/drawing/2014/main" id="{F5968C0C-5D10-5C65-0A0E-B8E753405981}"/>
                  </a:ext>
                </a:extLst>
              </p:cNvPr>
              <p:cNvSpPr/>
              <p:nvPr/>
            </p:nvSpPr>
            <p:spPr>
              <a:xfrm>
                <a:off x="7959872" y="538033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7D9BB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00" name="pg346">
                <a:extLst>
                  <a:ext uri="{FF2B5EF4-FFF2-40B4-BE49-F238E27FC236}">
                    <a16:creationId xmlns:a16="http://schemas.microsoft.com/office/drawing/2014/main" id="{EBB2217C-EA8A-9BDC-FB65-4C2E71D60D6F}"/>
                  </a:ext>
                </a:extLst>
              </p:cNvPr>
              <p:cNvSpPr/>
              <p:nvPr/>
            </p:nvSpPr>
            <p:spPr>
              <a:xfrm>
                <a:off x="7996059" y="5380338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01" name="pg347">
                <a:extLst>
                  <a:ext uri="{FF2B5EF4-FFF2-40B4-BE49-F238E27FC236}">
                    <a16:creationId xmlns:a16="http://schemas.microsoft.com/office/drawing/2014/main" id="{8249100B-0D64-8C79-F261-963319319F33}"/>
                  </a:ext>
                </a:extLst>
              </p:cNvPr>
              <p:cNvSpPr/>
              <p:nvPr/>
            </p:nvSpPr>
            <p:spPr>
              <a:xfrm>
                <a:off x="7163737" y="542624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02" name="pg348">
                <a:extLst>
                  <a:ext uri="{FF2B5EF4-FFF2-40B4-BE49-F238E27FC236}">
                    <a16:creationId xmlns:a16="http://schemas.microsoft.com/office/drawing/2014/main" id="{1CA6C144-5395-1C3E-2C58-1ED5CB4E287E}"/>
                  </a:ext>
                </a:extLst>
              </p:cNvPr>
              <p:cNvSpPr/>
              <p:nvPr/>
            </p:nvSpPr>
            <p:spPr>
              <a:xfrm>
                <a:off x="7199924" y="542624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03" name="pg349">
                <a:extLst>
                  <a:ext uri="{FF2B5EF4-FFF2-40B4-BE49-F238E27FC236}">
                    <a16:creationId xmlns:a16="http://schemas.microsoft.com/office/drawing/2014/main" id="{757E99CF-4F44-CD20-C128-45F23B17414B}"/>
                  </a:ext>
                </a:extLst>
              </p:cNvPr>
              <p:cNvSpPr/>
              <p:nvPr/>
            </p:nvSpPr>
            <p:spPr>
              <a:xfrm>
                <a:off x="7236112" y="542624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04" name="pg350">
                <a:extLst>
                  <a:ext uri="{FF2B5EF4-FFF2-40B4-BE49-F238E27FC236}">
                    <a16:creationId xmlns:a16="http://schemas.microsoft.com/office/drawing/2014/main" id="{DA73B8C3-81F3-D085-F23D-326526E9B2F2}"/>
                  </a:ext>
                </a:extLst>
              </p:cNvPr>
              <p:cNvSpPr/>
              <p:nvPr/>
            </p:nvSpPr>
            <p:spPr>
              <a:xfrm>
                <a:off x="7272301" y="542624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1EBD6">
                  <a:alpha val="100000"/>
                </a:srgbClr>
              </a:solidFill>
              <a:ln w="5420" cap="flat">
                <a:solidFill>
                  <a:srgbClr val="B7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05" name="pg351">
                <a:extLst>
                  <a:ext uri="{FF2B5EF4-FFF2-40B4-BE49-F238E27FC236}">
                    <a16:creationId xmlns:a16="http://schemas.microsoft.com/office/drawing/2014/main" id="{7A3666EB-BF46-9D38-04B0-411FBD9EA679}"/>
                  </a:ext>
                </a:extLst>
              </p:cNvPr>
              <p:cNvSpPr/>
              <p:nvPr/>
            </p:nvSpPr>
            <p:spPr>
              <a:xfrm>
                <a:off x="7308489" y="542624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1ECD7">
                  <a:alpha val="100000"/>
                </a:srgbClr>
              </a:solidFill>
              <a:ln w="5420" cap="flat">
                <a:solidFill>
                  <a:srgbClr val="B8E8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06" name="pg352">
                <a:extLst>
                  <a:ext uri="{FF2B5EF4-FFF2-40B4-BE49-F238E27FC236}">
                    <a16:creationId xmlns:a16="http://schemas.microsoft.com/office/drawing/2014/main" id="{DF0C5A85-6DBF-6A2D-A4EE-B64F041AC519}"/>
                  </a:ext>
                </a:extLst>
              </p:cNvPr>
              <p:cNvSpPr/>
              <p:nvPr/>
            </p:nvSpPr>
            <p:spPr>
              <a:xfrm>
                <a:off x="7344676" y="542624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07" name="pg353">
                <a:extLst>
                  <a:ext uri="{FF2B5EF4-FFF2-40B4-BE49-F238E27FC236}">
                    <a16:creationId xmlns:a16="http://schemas.microsoft.com/office/drawing/2014/main" id="{0C2EB26B-AFC7-4FBB-EBDE-03A906716CF6}"/>
                  </a:ext>
                </a:extLst>
              </p:cNvPr>
              <p:cNvSpPr/>
              <p:nvPr/>
            </p:nvSpPr>
            <p:spPr>
              <a:xfrm>
                <a:off x="7380864" y="542624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5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08" name="pg354">
                <a:extLst>
                  <a:ext uri="{FF2B5EF4-FFF2-40B4-BE49-F238E27FC236}">
                    <a16:creationId xmlns:a16="http://schemas.microsoft.com/office/drawing/2014/main" id="{78A18790-2463-23DD-A6A3-0C4F96F8A1B3}"/>
                  </a:ext>
                </a:extLst>
              </p:cNvPr>
              <p:cNvSpPr/>
              <p:nvPr/>
            </p:nvSpPr>
            <p:spPr>
              <a:xfrm>
                <a:off x="7417052" y="542624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09" name="pg355">
                <a:extLst>
                  <a:ext uri="{FF2B5EF4-FFF2-40B4-BE49-F238E27FC236}">
                    <a16:creationId xmlns:a16="http://schemas.microsoft.com/office/drawing/2014/main" id="{ED394958-8DA1-4A04-ACCF-46A5C8D8FAFC}"/>
                  </a:ext>
                </a:extLst>
              </p:cNvPr>
              <p:cNvSpPr/>
              <p:nvPr/>
            </p:nvSpPr>
            <p:spPr>
              <a:xfrm>
                <a:off x="7453240" y="542624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10" name="pg356">
                <a:extLst>
                  <a:ext uri="{FF2B5EF4-FFF2-40B4-BE49-F238E27FC236}">
                    <a16:creationId xmlns:a16="http://schemas.microsoft.com/office/drawing/2014/main" id="{D707FF4F-18F7-E71F-9456-79FCEF741127}"/>
                  </a:ext>
                </a:extLst>
              </p:cNvPr>
              <p:cNvSpPr/>
              <p:nvPr/>
            </p:nvSpPr>
            <p:spPr>
              <a:xfrm>
                <a:off x="7489428" y="542624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6E3CA">
                  <a:alpha val="100000"/>
                </a:srgbClr>
              </a:solidFill>
              <a:ln w="5420" cap="flat">
                <a:solidFill>
                  <a:srgbClr val="93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11" name="pg357">
                <a:extLst>
                  <a:ext uri="{FF2B5EF4-FFF2-40B4-BE49-F238E27FC236}">
                    <a16:creationId xmlns:a16="http://schemas.microsoft.com/office/drawing/2014/main" id="{747360FF-E3D0-A6E5-D8BB-B6965D498D14}"/>
                  </a:ext>
                </a:extLst>
              </p:cNvPr>
              <p:cNvSpPr/>
              <p:nvPr/>
            </p:nvSpPr>
            <p:spPr>
              <a:xfrm>
                <a:off x="7525616" y="542624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8A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12" name="pg358">
                <a:extLst>
                  <a:ext uri="{FF2B5EF4-FFF2-40B4-BE49-F238E27FC236}">
                    <a16:creationId xmlns:a16="http://schemas.microsoft.com/office/drawing/2014/main" id="{E6AB0EC2-8187-B8FA-BD5C-2465239D9344}"/>
                  </a:ext>
                </a:extLst>
              </p:cNvPr>
              <p:cNvSpPr/>
              <p:nvPr/>
            </p:nvSpPr>
            <p:spPr>
              <a:xfrm>
                <a:off x="7561804" y="542624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13" name="pg359">
                <a:extLst>
                  <a:ext uri="{FF2B5EF4-FFF2-40B4-BE49-F238E27FC236}">
                    <a16:creationId xmlns:a16="http://schemas.microsoft.com/office/drawing/2014/main" id="{43F71C33-B98F-E0A6-669A-EEB2A5320AF6}"/>
                  </a:ext>
                </a:extLst>
              </p:cNvPr>
              <p:cNvSpPr/>
              <p:nvPr/>
            </p:nvSpPr>
            <p:spPr>
              <a:xfrm>
                <a:off x="7597992" y="542624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7BD6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14" name="pg360">
                <a:extLst>
                  <a:ext uri="{FF2B5EF4-FFF2-40B4-BE49-F238E27FC236}">
                    <a16:creationId xmlns:a16="http://schemas.microsoft.com/office/drawing/2014/main" id="{4C3ED71F-FC27-6498-EA28-BE3799C04FF0}"/>
                  </a:ext>
                </a:extLst>
              </p:cNvPr>
              <p:cNvSpPr/>
              <p:nvPr/>
            </p:nvSpPr>
            <p:spPr>
              <a:xfrm>
                <a:off x="7634180" y="542624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2DCC0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15" name="pg361">
                <a:extLst>
                  <a:ext uri="{FF2B5EF4-FFF2-40B4-BE49-F238E27FC236}">
                    <a16:creationId xmlns:a16="http://schemas.microsoft.com/office/drawing/2014/main" id="{4E232B9E-3D7E-7DAC-0EB9-DCA39B7075FB}"/>
                  </a:ext>
                </a:extLst>
              </p:cNvPr>
              <p:cNvSpPr/>
              <p:nvPr/>
            </p:nvSpPr>
            <p:spPr>
              <a:xfrm>
                <a:off x="7670368" y="542624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EDBBE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16" name="pg362">
                <a:extLst>
                  <a:ext uri="{FF2B5EF4-FFF2-40B4-BE49-F238E27FC236}">
                    <a16:creationId xmlns:a16="http://schemas.microsoft.com/office/drawing/2014/main" id="{686DC9A0-F64D-C628-3B52-5F4CC4E07765}"/>
                  </a:ext>
                </a:extLst>
              </p:cNvPr>
              <p:cNvSpPr/>
              <p:nvPr/>
            </p:nvSpPr>
            <p:spPr>
              <a:xfrm>
                <a:off x="7706556" y="542624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6C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17" name="pg363">
                <a:extLst>
                  <a:ext uri="{FF2B5EF4-FFF2-40B4-BE49-F238E27FC236}">
                    <a16:creationId xmlns:a16="http://schemas.microsoft.com/office/drawing/2014/main" id="{F6FACFCC-23AB-BA5F-18DC-CE46DB956DB8}"/>
                  </a:ext>
                </a:extLst>
              </p:cNvPr>
              <p:cNvSpPr/>
              <p:nvPr/>
            </p:nvSpPr>
            <p:spPr>
              <a:xfrm>
                <a:off x="7742744" y="542624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68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18" name="pg364">
                <a:extLst>
                  <a:ext uri="{FF2B5EF4-FFF2-40B4-BE49-F238E27FC236}">
                    <a16:creationId xmlns:a16="http://schemas.microsoft.com/office/drawing/2014/main" id="{01F1A862-AE02-D1C0-B0F9-23F1E34F090F}"/>
                  </a:ext>
                </a:extLst>
              </p:cNvPr>
              <p:cNvSpPr/>
              <p:nvPr/>
            </p:nvSpPr>
            <p:spPr>
              <a:xfrm>
                <a:off x="7778932" y="542624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7D9BC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19" name="pg365">
                <a:extLst>
                  <a:ext uri="{FF2B5EF4-FFF2-40B4-BE49-F238E27FC236}">
                    <a16:creationId xmlns:a16="http://schemas.microsoft.com/office/drawing/2014/main" id="{87638C24-4188-BF78-BF2E-451550F2BFB7}"/>
                  </a:ext>
                </a:extLst>
              </p:cNvPr>
              <p:cNvSpPr/>
              <p:nvPr/>
            </p:nvSpPr>
            <p:spPr>
              <a:xfrm>
                <a:off x="7815120" y="542624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7D9BB">
                  <a:alpha val="100000"/>
                </a:srgbClr>
              </a:solidFill>
              <a:ln w="5420" cap="flat">
                <a:solidFill>
                  <a:srgbClr val="65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20" name="pg366">
                <a:extLst>
                  <a:ext uri="{FF2B5EF4-FFF2-40B4-BE49-F238E27FC236}">
                    <a16:creationId xmlns:a16="http://schemas.microsoft.com/office/drawing/2014/main" id="{A6B87CE9-F4C1-39AA-1170-5FEB1D44B622}"/>
                  </a:ext>
                </a:extLst>
              </p:cNvPr>
              <p:cNvSpPr/>
              <p:nvPr/>
            </p:nvSpPr>
            <p:spPr>
              <a:xfrm>
                <a:off x="7851308" y="542624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21" name="pg367">
                <a:extLst>
                  <a:ext uri="{FF2B5EF4-FFF2-40B4-BE49-F238E27FC236}">
                    <a16:creationId xmlns:a16="http://schemas.microsoft.com/office/drawing/2014/main" id="{C96D47CE-CF8F-CE42-FE8F-D479E74D3606}"/>
                  </a:ext>
                </a:extLst>
              </p:cNvPr>
              <p:cNvSpPr/>
              <p:nvPr/>
            </p:nvSpPr>
            <p:spPr>
              <a:xfrm>
                <a:off x="7887496" y="542624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5D8BB">
                  <a:alpha val="100000"/>
                </a:srgbClr>
              </a:solidFill>
              <a:ln w="5420" cap="flat">
                <a:solidFill>
                  <a:srgbClr val="62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22" name="pg368">
                <a:extLst>
                  <a:ext uri="{FF2B5EF4-FFF2-40B4-BE49-F238E27FC236}">
                    <a16:creationId xmlns:a16="http://schemas.microsoft.com/office/drawing/2014/main" id="{7DE5A7F3-8B5C-C6B9-E3F2-F2FCE2881700}"/>
                  </a:ext>
                </a:extLst>
              </p:cNvPr>
              <p:cNvSpPr/>
              <p:nvPr/>
            </p:nvSpPr>
            <p:spPr>
              <a:xfrm>
                <a:off x="7923684" y="542624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5D8BA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23" name="pg369">
                <a:extLst>
                  <a:ext uri="{FF2B5EF4-FFF2-40B4-BE49-F238E27FC236}">
                    <a16:creationId xmlns:a16="http://schemas.microsoft.com/office/drawing/2014/main" id="{E68A7808-7EE1-73E1-EC8D-95945B9B6A21}"/>
                  </a:ext>
                </a:extLst>
              </p:cNvPr>
              <p:cNvSpPr/>
              <p:nvPr/>
            </p:nvSpPr>
            <p:spPr>
              <a:xfrm>
                <a:off x="7959872" y="542624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24" name="pg370">
                <a:extLst>
                  <a:ext uri="{FF2B5EF4-FFF2-40B4-BE49-F238E27FC236}">
                    <a16:creationId xmlns:a16="http://schemas.microsoft.com/office/drawing/2014/main" id="{5BC38033-1EA9-6CE5-E167-AF31B39276DA}"/>
                  </a:ext>
                </a:extLst>
              </p:cNvPr>
              <p:cNvSpPr/>
              <p:nvPr/>
            </p:nvSpPr>
            <p:spPr>
              <a:xfrm>
                <a:off x="7996059" y="542624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25" name="pg371">
                <a:extLst>
                  <a:ext uri="{FF2B5EF4-FFF2-40B4-BE49-F238E27FC236}">
                    <a16:creationId xmlns:a16="http://schemas.microsoft.com/office/drawing/2014/main" id="{A3C13B8D-EE52-0CEC-CAFC-9B1C59EDD3DE}"/>
                  </a:ext>
                </a:extLst>
              </p:cNvPr>
              <p:cNvSpPr/>
              <p:nvPr/>
            </p:nvSpPr>
            <p:spPr>
              <a:xfrm>
                <a:off x="7199924" y="547215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26" name="pg372">
                <a:extLst>
                  <a:ext uri="{FF2B5EF4-FFF2-40B4-BE49-F238E27FC236}">
                    <a16:creationId xmlns:a16="http://schemas.microsoft.com/office/drawing/2014/main" id="{03CB90BF-7E7E-1C59-4DB3-2396D2DDF3A7}"/>
                  </a:ext>
                </a:extLst>
              </p:cNvPr>
              <p:cNvSpPr/>
              <p:nvPr/>
            </p:nvSpPr>
            <p:spPr>
              <a:xfrm>
                <a:off x="7236112" y="547215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BE9D3">
                  <a:alpha val="100000"/>
                </a:srgbClr>
              </a:solidFill>
              <a:ln w="5420" cap="flat">
                <a:solidFill>
                  <a:srgbClr val="AFE6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27" name="pg373">
                <a:extLst>
                  <a:ext uri="{FF2B5EF4-FFF2-40B4-BE49-F238E27FC236}">
                    <a16:creationId xmlns:a16="http://schemas.microsoft.com/office/drawing/2014/main" id="{5FC64B76-7C62-F409-CAF5-06F97DEAC865}"/>
                  </a:ext>
                </a:extLst>
              </p:cNvPr>
              <p:cNvSpPr/>
              <p:nvPr/>
            </p:nvSpPr>
            <p:spPr>
              <a:xfrm>
                <a:off x="7272301" y="547215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1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28" name="pg374">
                <a:extLst>
                  <a:ext uri="{FF2B5EF4-FFF2-40B4-BE49-F238E27FC236}">
                    <a16:creationId xmlns:a16="http://schemas.microsoft.com/office/drawing/2014/main" id="{A8139380-3864-6EAE-1493-E3F26E8B281A}"/>
                  </a:ext>
                </a:extLst>
              </p:cNvPr>
              <p:cNvSpPr/>
              <p:nvPr/>
            </p:nvSpPr>
            <p:spPr>
              <a:xfrm>
                <a:off x="7308489" y="547215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29" name="pg375">
                <a:extLst>
                  <a:ext uri="{FF2B5EF4-FFF2-40B4-BE49-F238E27FC236}">
                    <a16:creationId xmlns:a16="http://schemas.microsoft.com/office/drawing/2014/main" id="{AF105D43-8D39-C8C8-EA20-B6C6B4B1040A}"/>
                  </a:ext>
                </a:extLst>
              </p:cNvPr>
              <p:cNvSpPr/>
              <p:nvPr/>
            </p:nvSpPr>
            <p:spPr>
              <a:xfrm>
                <a:off x="7344676" y="547215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B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30" name="pg376">
                <a:extLst>
                  <a:ext uri="{FF2B5EF4-FFF2-40B4-BE49-F238E27FC236}">
                    <a16:creationId xmlns:a16="http://schemas.microsoft.com/office/drawing/2014/main" id="{155917C8-8428-EE80-63BE-25EB164B5078}"/>
                  </a:ext>
                </a:extLst>
              </p:cNvPr>
              <p:cNvSpPr/>
              <p:nvPr/>
            </p:nvSpPr>
            <p:spPr>
              <a:xfrm>
                <a:off x="7380864" y="547215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31" name="pg377">
                <a:extLst>
                  <a:ext uri="{FF2B5EF4-FFF2-40B4-BE49-F238E27FC236}">
                    <a16:creationId xmlns:a16="http://schemas.microsoft.com/office/drawing/2014/main" id="{D24FAD20-B963-04CE-25C0-542EBF67ECC9}"/>
                  </a:ext>
                </a:extLst>
              </p:cNvPr>
              <p:cNvSpPr/>
              <p:nvPr/>
            </p:nvSpPr>
            <p:spPr>
              <a:xfrm>
                <a:off x="7417052" y="547215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32" name="pg378">
                <a:extLst>
                  <a:ext uri="{FF2B5EF4-FFF2-40B4-BE49-F238E27FC236}">
                    <a16:creationId xmlns:a16="http://schemas.microsoft.com/office/drawing/2014/main" id="{41E145CA-A362-273A-4AA5-A258867A6CF8}"/>
                  </a:ext>
                </a:extLst>
              </p:cNvPr>
              <p:cNvSpPr/>
              <p:nvPr/>
            </p:nvSpPr>
            <p:spPr>
              <a:xfrm>
                <a:off x="7453240" y="547215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33" name="pg379">
                <a:extLst>
                  <a:ext uri="{FF2B5EF4-FFF2-40B4-BE49-F238E27FC236}">
                    <a16:creationId xmlns:a16="http://schemas.microsoft.com/office/drawing/2014/main" id="{BC3AA88F-2643-6AC8-99B0-71F31998ED71}"/>
                  </a:ext>
                </a:extLst>
              </p:cNvPr>
              <p:cNvSpPr/>
              <p:nvPr/>
            </p:nvSpPr>
            <p:spPr>
              <a:xfrm>
                <a:off x="7489428" y="547215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4E2C8">
                  <a:alpha val="100000"/>
                </a:srgbClr>
              </a:solidFill>
              <a:ln w="5420" cap="flat">
                <a:solidFill>
                  <a:srgbClr val="8FDC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34" name="pg380">
                <a:extLst>
                  <a:ext uri="{FF2B5EF4-FFF2-40B4-BE49-F238E27FC236}">
                    <a16:creationId xmlns:a16="http://schemas.microsoft.com/office/drawing/2014/main" id="{1A918518-C9C5-746B-5BF6-5A7B63D3F569}"/>
                  </a:ext>
                </a:extLst>
              </p:cNvPr>
              <p:cNvSpPr/>
              <p:nvPr/>
            </p:nvSpPr>
            <p:spPr>
              <a:xfrm>
                <a:off x="7525616" y="547215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87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35" name="pg381">
                <a:extLst>
                  <a:ext uri="{FF2B5EF4-FFF2-40B4-BE49-F238E27FC236}">
                    <a16:creationId xmlns:a16="http://schemas.microsoft.com/office/drawing/2014/main" id="{28F8EBE7-AAAB-097A-FF56-5DE7F8B18950}"/>
                  </a:ext>
                </a:extLst>
              </p:cNvPr>
              <p:cNvSpPr/>
              <p:nvPr/>
            </p:nvSpPr>
            <p:spPr>
              <a:xfrm>
                <a:off x="7561804" y="547215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36" name="pg382">
                <a:extLst>
                  <a:ext uri="{FF2B5EF4-FFF2-40B4-BE49-F238E27FC236}">
                    <a16:creationId xmlns:a16="http://schemas.microsoft.com/office/drawing/2014/main" id="{367D4B84-94C6-4F6E-021A-E179171F5C25}"/>
                  </a:ext>
                </a:extLst>
              </p:cNvPr>
              <p:cNvSpPr/>
              <p:nvPr/>
            </p:nvSpPr>
            <p:spPr>
              <a:xfrm>
                <a:off x="7597992" y="547215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3DDC1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37" name="pg383">
                <a:extLst>
                  <a:ext uri="{FF2B5EF4-FFF2-40B4-BE49-F238E27FC236}">
                    <a16:creationId xmlns:a16="http://schemas.microsoft.com/office/drawing/2014/main" id="{3115E6BB-A638-897F-BB27-6DD0962F95DA}"/>
                  </a:ext>
                </a:extLst>
              </p:cNvPr>
              <p:cNvSpPr/>
              <p:nvPr/>
            </p:nvSpPr>
            <p:spPr>
              <a:xfrm>
                <a:off x="7634180" y="547215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EDBBF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38" name="pg384">
                <a:extLst>
                  <a:ext uri="{FF2B5EF4-FFF2-40B4-BE49-F238E27FC236}">
                    <a16:creationId xmlns:a16="http://schemas.microsoft.com/office/drawing/2014/main" id="{11F0156C-71D9-32FE-082E-C46EF592D45A}"/>
                  </a:ext>
                </a:extLst>
              </p:cNvPr>
              <p:cNvSpPr/>
              <p:nvPr/>
            </p:nvSpPr>
            <p:spPr>
              <a:xfrm>
                <a:off x="7670368" y="547215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39" name="pg385">
                <a:extLst>
                  <a:ext uri="{FF2B5EF4-FFF2-40B4-BE49-F238E27FC236}">
                    <a16:creationId xmlns:a16="http://schemas.microsoft.com/office/drawing/2014/main" id="{5A100B5B-5A50-395A-FF81-A3AD92A8C3FE}"/>
                  </a:ext>
                </a:extLst>
              </p:cNvPr>
              <p:cNvSpPr/>
              <p:nvPr/>
            </p:nvSpPr>
            <p:spPr>
              <a:xfrm>
                <a:off x="7706556" y="547215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40" name="pg386">
                <a:extLst>
                  <a:ext uri="{FF2B5EF4-FFF2-40B4-BE49-F238E27FC236}">
                    <a16:creationId xmlns:a16="http://schemas.microsoft.com/office/drawing/2014/main" id="{0F1ADB5D-E1E3-3136-16F2-634FE1070365}"/>
                  </a:ext>
                </a:extLst>
              </p:cNvPr>
              <p:cNvSpPr/>
              <p:nvPr/>
            </p:nvSpPr>
            <p:spPr>
              <a:xfrm>
                <a:off x="7742744" y="547215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63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41" name="pg387">
                <a:extLst>
                  <a:ext uri="{FF2B5EF4-FFF2-40B4-BE49-F238E27FC236}">
                    <a16:creationId xmlns:a16="http://schemas.microsoft.com/office/drawing/2014/main" id="{55D94C2B-42F2-0C3C-F201-2184A6AF74CE}"/>
                  </a:ext>
                </a:extLst>
              </p:cNvPr>
              <p:cNvSpPr/>
              <p:nvPr/>
            </p:nvSpPr>
            <p:spPr>
              <a:xfrm>
                <a:off x="7778932" y="547215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42" name="pg388">
                <a:extLst>
                  <a:ext uri="{FF2B5EF4-FFF2-40B4-BE49-F238E27FC236}">
                    <a16:creationId xmlns:a16="http://schemas.microsoft.com/office/drawing/2014/main" id="{F2AB4305-3EEB-FA9F-167B-8AE3395B4EA5}"/>
                  </a:ext>
                </a:extLst>
              </p:cNvPr>
              <p:cNvSpPr/>
              <p:nvPr/>
            </p:nvSpPr>
            <p:spPr>
              <a:xfrm>
                <a:off x="7815120" y="547215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43" name="pg389">
                <a:extLst>
                  <a:ext uri="{FF2B5EF4-FFF2-40B4-BE49-F238E27FC236}">
                    <a16:creationId xmlns:a16="http://schemas.microsoft.com/office/drawing/2014/main" id="{0B73A413-331F-C41F-C53A-44DAC36DD554}"/>
                  </a:ext>
                </a:extLst>
              </p:cNvPr>
              <p:cNvSpPr/>
              <p:nvPr/>
            </p:nvSpPr>
            <p:spPr>
              <a:xfrm>
                <a:off x="7851308" y="547215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44" name="pg390">
                <a:extLst>
                  <a:ext uri="{FF2B5EF4-FFF2-40B4-BE49-F238E27FC236}">
                    <a16:creationId xmlns:a16="http://schemas.microsoft.com/office/drawing/2014/main" id="{BDEA7628-3074-F963-A973-1EB79F014F57}"/>
                  </a:ext>
                </a:extLst>
              </p:cNvPr>
              <p:cNvSpPr/>
              <p:nvPr/>
            </p:nvSpPr>
            <p:spPr>
              <a:xfrm>
                <a:off x="7887496" y="547215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45" name="pg391">
                <a:extLst>
                  <a:ext uri="{FF2B5EF4-FFF2-40B4-BE49-F238E27FC236}">
                    <a16:creationId xmlns:a16="http://schemas.microsoft.com/office/drawing/2014/main" id="{82F94B7A-EC0E-B459-548F-C148C7343F8D}"/>
                  </a:ext>
                </a:extLst>
              </p:cNvPr>
              <p:cNvSpPr/>
              <p:nvPr/>
            </p:nvSpPr>
            <p:spPr>
              <a:xfrm>
                <a:off x="7923684" y="547215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3D8B9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46" name="pg392">
                <a:extLst>
                  <a:ext uri="{FF2B5EF4-FFF2-40B4-BE49-F238E27FC236}">
                    <a16:creationId xmlns:a16="http://schemas.microsoft.com/office/drawing/2014/main" id="{D1EC75CF-83F7-BB68-B355-1F11366EC47E}"/>
                  </a:ext>
                </a:extLst>
              </p:cNvPr>
              <p:cNvSpPr/>
              <p:nvPr/>
            </p:nvSpPr>
            <p:spPr>
              <a:xfrm>
                <a:off x="7959872" y="547215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3D8B9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47" name="pg393">
                <a:extLst>
                  <a:ext uri="{FF2B5EF4-FFF2-40B4-BE49-F238E27FC236}">
                    <a16:creationId xmlns:a16="http://schemas.microsoft.com/office/drawing/2014/main" id="{A762DA23-06E1-9AA3-0B94-42903AC2BAA2}"/>
                  </a:ext>
                </a:extLst>
              </p:cNvPr>
              <p:cNvSpPr/>
              <p:nvPr/>
            </p:nvSpPr>
            <p:spPr>
              <a:xfrm>
                <a:off x="7199924" y="551806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A6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48" name="pg394">
                <a:extLst>
                  <a:ext uri="{FF2B5EF4-FFF2-40B4-BE49-F238E27FC236}">
                    <a16:creationId xmlns:a16="http://schemas.microsoft.com/office/drawing/2014/main" id="{1A132C2D-7AA3-8A57-D819-C22E76CD2844}"/>
                  </a:ext>
                </a:extLst>
              </p:cNvPr>
              <p:cNvSpPr/>
              <p:nvPr/>
            </p:nvSpPr>
            <p:spPr>
              <a:xfrm>
                <a:off x="7236112" y="551806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49" name="pg395">
                <a:extLst>
                  <a:ext uri="{FF2B5EF4-FFF2-40B4-BE49-F238E27FC236}">
                    <a16:creationId xmlns:a16="http://schemas.microsoft.com/office/drawing/2014/main" id="{77E0186F-80B6-F81B-18B2-C525AF98BC52}"/>
                  </a:ext>
                </a:extLst>
              </p:cNvPr>
              <p:cNvSpPr/>
              <p:nvPr/>
            </p:nvSpPr>
            <p:spPr>
              <a:xfrm>
                <a:off x="7272301" y="551806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50" name="pg396">
                <a:extLst>
                  <a:ext uri="{FF2B5EF4-FFF2-40B4-BE49-F238E27FC236}">
                    <a16:creationId xmlns:a16="http://schemas.microsoft.com/office/drawing/2014/main" id="{42CA5A23-4063-DC1C-6057-67777E6641FC}"/>
                  </a:ext>
                </a:extLst>
              </p:cNvPr>
              <p:cNvSpPr/>
              <p:nvPr/>
            </p:nvSpPr>
            <p:spPr>
              <a:xfrm>
                <a:off x="7308489" y="551806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51" name="pg397">
                <a:extLst>
                  <a:ext uri="{FF2B5EF4-FFF2-40B4-BE49-F238E27FC236}">
                    <a16:creationId xmlns:a16="http://schemas.microsoft.com/office/drawing/2014/main" id="{82B9BAB7-78E0-740A-92A9-274D775CD845}"/>
                  </a:ext>
                </a:extLst>
              </p:cNvPr>
              <p:cNvSpPr/>
              <p:nvPr/>
            </p:nvSpPr>
            <p:spPr>
              <a:xfrm>
                <a:off x="7344676" y="551806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52" name="pg398">
                <a:extLst>
                  <a:ext uri="{FF2B5EF4-FFF2-40B4-BE49-F238E27FC236}">
                    <a16:creationId xmlns:a16="http://schemas.microsoft.com/office/drawing/2014/main" id="{87F66EBD-4628-703D-D7C0-D6EF9737BAA5}"/>
                  </a:ext>
                </a:extLst>
              </p:cNvPr>
              <p:cNvSpPr/>
              <p:nvPr/>
            </p:nvSpPr>
            <p:spPr>
              <a:xfrm>
                <a:off x="7380864" y="551806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53" name="pg399">
                <a:extLst>
                  <a:ext uri="{FF2B5EF4-FFF2-40B4-BE49-F238E27FC236}">
                    <a16:creationId xmlns:a16="http://schemas.microsoft.com/office/drawing/2014/main" id="{AF9B40CC-03B9-F348-FB76-4E400ADCEAE4}"/>
                  </a:ext>
                </a:extLst>
              </p:cNvPr>
              <p:cNvSpPr/>
              <p:nvPr/>
            </p:nvSpPr>
            <p:spPr>
              <a:xfrm>
                <a:off x="7417052" y="551806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54" name="pg400">
                <a:extLst>
                  <a:ext uri="{FF2B5EF4-FFF2-40B4-BE49-F238E27FC236}">
                    <a16:creationId xmlns:a16="http://schemas.microsoft.com/office/drawing/2014/main" id="{E840B5E8-1475-CCB5-8534-21AFF6B3F46B}"/>
                  </a:ext>
                </a:extLst>
              </p:cNvPr>
              <p:cNvSpPr/>
              <p:nvPr/>
            </p:nvSpPr>
            <p:spPr>
              <a:xfrm>
                <a:off x="7453240" y="551806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55" name="pg401">
                <a:extLst>
                  <a:ext uri="{FF2B5EF4-FFF2-40B4-BE49-F238E27FC236}">
                    <a16:creationId xmlns:a16="http://schemas.microsoft.com/office/drawing/2014/main" id="{C75CF28A-83E0-DE14-1EB6-066399D5DD8F}"/>
                  </a:ext>
                </a:extLst>
              </p:cNvPr>
              <p:cNvSpPr/>
              <p:nvPr/>
            </p:nvSpPr>
            <p:spPr>
              <a:xfrm>
                <a:off x="7489428" y="551806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56" name="pg402">
                <a:extLst>
                  <a:ext uri="{FF2B5EF4-FFF2-40B4-BE49-F238E27FC236}">
                    <a16:creationId xmlns:a16="http://schemas.microsoft.com/office/drawing/2014/main" id="{78D523A9-7072-4086-EBCF-52FEF79E1141}"/>
                  </a:ext>
                </a:extLst>
              </p:cNvPr>
              <p:cNvSpPr/>
              <p:nvPr/>
            </p:nvSpPr>
            <p:spPr>
              <a:xfrm>
                <a:off x="7525616" y="551806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57" name="pg403">
                <a:extLst>
                  <a:ext uri="{FF2B5EF4-FFF2-40B4-BE49-F238E27FC236}">
                    <a16:creationId xmlns:a16="http://schemas.microsoft.com/office/drawing/2014/main" id="{20080622-A3C4-79C3-6803-9E44A7932A1B}"/>
                  </a:ext>
                </a:extLst>
              </p:cNvPr>
              <p:cNvSpPr/>
              <p:nvPr/>
            </p:nvSpPr>
            <p:spPr>
              <a:xfrm>
                <a:off x="7561804" y="551806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5DDC2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58" name="pg404">
                <a:extLst>
                  <a:ext uri="{FF2B5EF4-FFF2-40B4-BE49-F238E27FC236}">
                    <a16:creationId xmlns:a16="http://schemas.microsoft.com/office/drawing/2014/main" id="{71A98E24-0FE8-0C20-DA13-16E4223C6FE3}"/>
                  </a:ext>
                </a:extLst>
              </p:cNvPr>
              <p:cNvSpPr/>
              <p:nvPr/>
            </p:nvSpPr>
            <p:spPr>
              <a:xfrm>
                <a:off x="7597992" y="551806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FDCBF">
                  <a:alpha val="100000"/>
                </a:srgbClr>
              </a:solidFill>
              <a:ln w="5420" cap="flat">
                <a:solidFill>
                  <a:srgbClr val="72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59" name="pg405">
                <a:extLst>
                  <a:ext uri="{FF2B5EF4-FFF2-40B4-BE49-F238E27FC236}">
                    <a16:creationId xmlns:a16="http://schemas.microsoft.com/office/drawing/2014/main" id="{5B4A50B2-7781-6FB5-E4CF-D7A7075E22B5}"/>
                  </a:ext>
                </a:extLst>
              </p:cNvPr>
              <p:cNvSpPr/>
              <p:nvPr/>
            </p:nvSpPr>
            <p:spPr>
              <a:xfrm>
                <a:off x="7634180" y="551806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ADABD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60" name="pg406">
                <a:extLst>
                  <a:ext uri="{FF2B5EF4-FFF2-40B4-BE49-F238E27FC236}">
                    <a16:creationId xmlns:a16="http://schemas.microsoft.com/office/drawing/2014/main" id="{8D0E8279-CABF-FE17-3A7D-1CEA5717F0A8}"/>
                  </a:ext>
                </a:extLst>
              </p:cNvPr>
              <p:cNvSpPr/>
              <p:nvPr/>
            </p:nvSpPr>
            <p:spPr>
              <a:xfrm>
                <a:off x="7670368" y="551806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61" name="pg407">
                <a:extLst>
                  <a:ext uri="{FF2B5EF4-FFF2-40B4-BE49-F238E27FC236}">
                    <a16:creationId xmlns:a16="http://schemas.microsoft.com/office/drawing/2014/main" id="{39423E32-802F-FE1C-4242-837259F7A556}"/>
                  </a:ext>
                </a:extLst>
              </p:cNvPr>
              <p:cNvSpPr/>
              <p:nvPr/>
            </p:nvSpPr>
            <p:spPr>
              <a:xfrm>
                <a:off x="7706556" y="551806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3D8BA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62" name="pg408">
                <a:extLst>
                  <a:ext uri="{FF2B5EF4-FFF2-40B4-BE49-F238E27FC236}">
                    <a16:creationId xmlns:a16="http://schemas.microsoft.com/office/drawing/2014/main" id="{6291218E-E33A-6BD7-125A-59F573C2C4D3}"/>
                  </a:ext>
                </a:extLst>
              </p:cNvPr>
              <p:cNvSpPr/>
              <p:nvPr/>
            </p:nvSpPr>
            <p:spPr>
              <a:xfrm>
                <a:off x="7742744" y="551806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63" name="pg409">
                <a:extLst>
                  <a:ext uri="{FF2B5EF4-FFF2-40B4-BE49-F238E27FC236}">
                    <a16:creationId xmlns:a16="http://schemas.microsoft.com/office/drawing/2014/main" id="{CFEFDEE9-6831-DEA7-0CFF-39844C6076C0}"/>
                  </a:ext>
                </a:extLst>
              </p:cNvPr>
              <p:cNvSpPr/>
              <p:nvPr/>
            </p:nvSpPr>
            <p:spPr>
              <a:xfrm>
                <a:off x="7778932" y="551806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64" name="pg410">
                <a:extLst>
                  <a:ext uri="{FF2B5EF4-FFF2-40B4-BE49-F238E27FC236}">
                    <a16:creationId xmlns:a16="http://schemas.microsoft.com/office/drawing/2014/main" id="{0FE8F606-71C1-A6CB-DF42-D6FAE7A5F41A}"/>
                  </a:ext>
                </a:extLst>
              </p:cNvPr>
              <p:cNvSpPr/>
              <p:nvPr/>
            </p:nvSpPr>
            <p:spPr>
              <a:xfrm>
                <a:off x="7815120" y="551806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65" name="pg411">
                <a:extLst>
                  <a:ext uri="{FF2B5EF4-FFF2-40B4-BE49-F238E27FC236}">
                    <a16:creationId xmlns:a16="http://schemas.microsoft.com/office/drawing/2014/main" id="{F9E9CBEA-192A-DB5B-E3DD-685CFE4E86D6}"/>
                  </a:ext>
                </a:extLst>
              </p:cNvPr>
              <p:cNvSpPr/>
              <p:nvPr/>
            </p:nvSpPr>
            <p:spPr>
              <a:xfrm>
                <a:off x="7851308" y="551806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66" name="pg412">
                <a:extLst>
                  <a:ext uri="{FF2B5EF4-FFF2-40B4-BE49-F238E27FC236}">
                    <a16:creationId xmlns:a16="http://schemas.microsoft.com/office/drawing/2014/main" id="{907A4B5F-E9DB-6C7B-A291-4C5C00E85AF5}"/>
                  </a:ext>
                </a:extLst>
              </p:cNvPr>
              <p:cNvSpPr/>
              <p:nvPr/>
            </p:nvSpPr>
            <p:spPr>
              <a:xfrm>
                <a:off x="7887496" y="551806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0D7B9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67" name="pg413">
                <a:extLst>
                  <a:ext uri="{FF2B5EF4-FFF2-40B4-BE49-F238E27FC236}">
                    <a16:creationId xmlns:a16="http://schemas.microsoft.com/office/drawing/2014/main" id="{B1E4173F-582B-7C86-C9D5-82D5F0ED69F4}"/>
                  </a:ext>
                </a:extLst>
              </p:cNvPr>
              <p:cNvSpPr/>
              <p:nvPr/>
            </p:nvSpPr>
            <p:spPr>
              <a:xfrm>
                <a:off x="7923684" y="5518069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68" name="pg414">
                <a:extLst>
                  <a:ext uri="{FF2B5EF4-FFF2-40B4-BE49-F238E27FC236}">
                    <a16:creationId xmlns:a16="http://schemas.microsoft.com/office/drawing/2014/main" id="{CA68A904-BBA4-2ADD-4985-18C3C9A68A7A}"/>
                  </a:ext>
                </a:extLst>
              </p:cNvPr>
              <p:cNvSpPr/>
              <p:nvPr/>
            </p:nvSpPr>
            <p:spPr>
              <a:xfrm>
                <a:off x="7272301" y="556398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69" name="pg415">
                <a:extLst>
                  <a:ext uri="{FF2B5EF4-FFF2-40B4-BE49-F238E27FC236}">
                    <a16:creationId xmlns:a16="http://schemas.microsoft.com/office/drawing/2014/main" id="{93064687-F83E-CCB1-2460-3DBD22253D83}"/>
                  </a:ext>
                </a:extLst>
              </p:cNvPr>
              <p:cNvSpPr/>
              <p:nvPr/>
            </p:nvSpPr>
            <p:spPr>
              <a:xfrm>
                <a:off x="7308489" y="556398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70" name="pg416">
                <a:extLst>
                  <a:ext uri="{FF2B5EF4-FFF2-40B4-BE49-F238E27FC236}">
                    <a16:creationId xmlns:a16="http://schemas.microsoft.com/office/drawing/2014/main" id="{6D8D38A6-45D9-F313-14CF-D84ABA6FA7D0}"/>
                  </a:ext>
                </a:extLst>
              </p:cNvPr>
              <p:cNvSpPr/>
              <p:nvPr/>
            </p:nvSpPr>
            <p:spPr>
              <a:xfrm>
                <a:off x="7344676" y="556398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71" name="pg417">
                <a:extLst>
                  <a:ext uri="{FF2B5EF4-FFF2-40B4-BE49-F238E27FC236}">
                    <a16:creationId xmlns:a16="http://schemas.microsoft.com/office/drawing/2014/main" id="{255DB3DB-C45A-BD68-4EFD-A0DB631A0047}"/>
                  </a:ext>
                </a:extLst>
              </p:cNvPr>
              <p:cNvSpPr/>
              <p:nvPr/>
            </p:nvSpPr>
            <p:spPr>
              <a:xfrm>
                <a:off x="7380864" y="556398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72" name="pg418">
                <a:extLst>
                  <a:ext uri="{FF2B5EF4-FFF2-40B4-BE49-F238E27FC236}">
                    <a16:creationId xmlns:a16="http://schemas.microsoft.com/office/drawing/2014/main" id="{2E64D902-D1E5-433E-316B-F5EEB94FD4F8}"/>
                  </a:ext>
                </a:extLst>
              </p:cNvPr>
              <p:cNvSpPr/>
              <p:nvPr/>
            </p:nvSpPr>
            <p:spPr>
              <a:xfrm>
                <a:off x="7417052" y="556398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DF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73" name="pg419">
                <a:extLst>
                  <a:ext uri="{FF2B5EF4-FFF2-40B4-BE49-F238E27FC236}">
                    <a16:creationId xmlns:a16="http://schemas.microsoft.com/office/drawing/2014/main" id="{C6D21A45-6C18-3201-A264-C03501F44662}"/>
                  </a:ext>
                </a:extLst>
              </p:cNvPr>
              <p:cNvSpPr/>
              <p:nvPr/>
            </p:nvSpPr>
            <p:spPr>
              <a:xfrm>
                <a:off x="7453240" y="556398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74" name="pg420">
                <a:extLst>
                  <a:ext uri="{FF2B5EF4-FFF2-40B4-BE49-F238E27FC236}">
                    <a16:creationId xmlns:a16="http://schemas.microsoft.com/office/drawing/2014/main" id="{8DFAC8D4-ABDE-7D45-654B-6FBF91A3A1EE}"/>
                  </a:ext>
                </a:extLst>
              </p:cNvPr>
              <p:cNvSpPr/>
              <p:nvPr/>
            </p:nvSpPr>
            <p:spPr>
              <a:xfrm>
                <a:off x="7489428" y="556398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75" name="pg421">
                <a:extLst>
                  <a:ext uri="{FF2B5EF4-FFF2-40B4-BE49-F238E27FC236}">
                    <a16:creationId xmlns:a16="http://schemas.microsoft.com/office/drawing/2014/main" id="{6F51EB08-7A41-FB21-9527-87199E70B32F}"/>
                  </a:ext>
                </a:extLst>
              </p:cNvPr>
              <p:cNvSpPr/>
              <p:nvPr/>
            </p:nvSpPr>
            <p:spPr>
              <a:xfrm>
                <a:off x="7525616" y="556398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76" name="pg422">
                <a:extLst>
                  <a:ext uri="{FF2B5EF4-FFF2-40B4-BE49-F238E27FC236}">
                    <a16:creationId xmlns:a16="http://schemas.microsoft.com/office/drawing/2014/main" id="{870DBE45-3DFA-0B83-2CA7-A204299E3456}"/>
                  </a:ext>
                </a:extLst>
              </p:cNvPr>
              <p:cNvSpPr/>
              <p:nvPr/>
            </p:nvSpPr>
            <p:spPr>
              <a:xfrm>
                <a:off x="7561804" y="556398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2DDC0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77" name="pg423">
                <a:extLst>
                  <a:ext uri="{FF2B5EF4-FFF2-40B4-BE49-F238E27FC236}">
                    <a16:creationId xmlns:a16="http://schemas.microsoft.com/office/drawing/2014/main" id="{28E6C2E8-EF5E-8BBF-1282-9CB05E7B6F53}"/>
                  </a:ext>
                </a:extLst>
              </p:cNvPr>
              <p:cNvSpPr/>
              <p:nvPr/>
            </p:nvSpPr>
            <p:spPr>
              <a:xfrm>
                <a:off x="7597992" y="556398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CDBBD">
                  <a:alpha val="100000"/>
                </a:srgbClr>
              </a:solidFill>
              <a:ln w="5420" cap="flat">
                <a:solidFill>
                  <a:srgbClr val="6DD1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78" name="pg424">
                <a:extLst>
                  <a:ext uri="{FF2B5EF4-FFF2-40B4-BE49-F238E27FC236}">
                    <a16:creationId xmlns:a16="http://schemas.microsoft.com/office/drawing/2014/main" id="{69E9F681-582A-1A01-01A5-E6171428AE8A}"/>
                  </a:ext>
                </a:extLst>
              </p:cNvPr>
              <p:cNvSpPr/>
              <p:nvPr/>
            </p:nvSpPr>
            <p:spPr>
              <a:xfrm>
                <a:off x="7634180" y="556398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79" name="pg425">
                <a:extLst>
                  <a:ext uri="{FF2B5EF4-FFF2-40B4-BE49-F238E27FC236}">
                    <a16:creationId xmlns:a16="http://schemas.microsoft.com/office/drawing/2014/main" id="{CE318B79-C593-510D-AC13-3B0CE7FEC489}"/>
                  </a:ext>
                </a:extLst>
              </p:cNvPr>
              <p:cNvSpPr/>
              <p:nvPr/>
            </p:nvSpPr>
            <p:spPr>
              <a:xfrm>
                <a:off x="7670368" y="556398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80" name="pg426">
                <a:extLst>
                  <a:ext uri="{FF2B5EF4-FFF2-40B4-BE49-F238E27FC236}">
                    <a16:creationId xmlns:a16="http://schemas.microsoft.com/office/drawing/2014/main" id="{1812D034-FA79-E3C5-BB82-B4A22B63402A}"/>
                  </a:ext>
                </a:extLst>
              </p:cNvPr>
              <p:cNvSpPr/>
              <p:nvPr/>
            </p:nvSpPr>
            <p:spPr>
              <a:xfrm>
                <a:off x="7706556" y="556398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81" name="pg427">
                <a:extLst>
                  <a:ext uri="{FF2B5EF4-FFF2-40B4-BE49-F238E27FC236}">
                    <a16:creationId xmlns:a16="http://schemas.microsoft.com/office/drawing/2014/main" id="{1BA4B8E3-61F3-037C-72D7-19C9582D9EE2}"/>
                  </a:ext>
                </a:extLst>
              </p:cNvPr>
              <p:cNvSpPr/>
              <p:nvPr/>
            </p:nvSpPr>
            <p:spPr>
              <a:xfrm>
                <a:off x="7742744" y="556398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82" name="pg428">
                <a:extLst>
                  <a:ext uri="{FF2B5EF4-FFF2-40B4-BE49-F238E27FC236}">
                    <a16:creationId xmlns:a16="http://schemas.microsoft.com/office/drawing/2014/main" id="{14A58A44-C121-452A-513A-195BAE903421}"/>
                  </a:ext>
                </a:extLst>
              </p:cNvPr>
              <p:cNvSpPr/>
              <p:nvPr/>
            </p:nvSpPr>
            <p:spPr>
              <a:xfrm>
                <a:off x="7778932" y="556398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83" name="pg429">
                <a:extLst>
                  <a:ext uri="{FF2B5EF4-FFF2-40B4-BE49-F238E27FC236}">
                    <a16:creationId xmlns:a16="http://schemas.microsoft.com/office/drawing/2014/main" id="{165C6205-5AAB-4B94-CF10-91E8CFDF227F}"/>
                  </a:ext>
                </a:extLst>
              </p:cNvPr>
              <p:cNvSpPr/>
              <p:nvPr/>
            </p:nvSpPr>
            <p:spPr>
              <a:xfrm>
                <a:off x="7815120" y="556398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84" name="pg430">
                <a:extLst>
                  <a:ext uri="{FF2B5EF4-FFF2-40B4-BE49-F238E27FC236}">
                    <a16:creationId xmlns:a16="http://schemas.microsoft.com/office/drawing/2014/main" id="{88006BFC-C12B-4A27-22CF-7104F24EC27F}"/>
                  </a:ext>
                </a:extLst>
              </p:cNvPr>
              <p:cNvSpPr/>
              <p:nvPr/>
            </p:nvSpPr>
            <p:spPr>
              <a:xfrm>
                <a:off x="7851308" y="556398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ED6B7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85" name="pg431">
                <a:extLst>
                  <a:ext uri="{FF2B5EF4-FFF2-40B4-BE49-F238E27FC236}">
                    <a16:creationId xmlns:a16="http://schemas.microsoft.com/office/drawing/2014/main" id="{61D37A17-F3AE-0532-4A25-1A76142B3144}"/>
                  </a:ext>
                </a:extLst>
              </p:cNvPr>
              <p:cNvSpPr/>
              <p:nvPr/>
            </p:nvSpPr>
            <p:spPr>
              <a:xfrm>
                <a:off x="7887496" y="556398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FD6B8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86" name="pg432">
                <a:extLst>
                  <a:ext uri="{FF2B5EF4-FFF2-40B4-BE49-F238E27FC236}">
                    <a16:creationId xmlns:a16="http://schemas.microsoft.com/office/drawing/2014/main" id="{5EF32D0E-17CF-78CD-C324-D47E4BE78468}"/>
                  </a:ext>
                </a:extLst>
              </p:cNvPr>
              <p:cNvSpPr/>
              <p:nvPr/>
            </p:nvSpPr>
            <p:spPr>
              <a:xfrm>
                <a:off x="7308489" y="560989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87" name="pg433">
                <a:extLst>
                  <a:ext uri="{FF2B5EF4-FFF2-40B4-BE49-F238E27FC236}">
                    <a16:creationId xmlns:a16="http://schemas.microsoft.com/office/drawing/2014/main" id="{E1EE5515-CD9C-0130-5190-3F9E05B1DF1F}"/>
                  </a:ext>
                </a:extLst>
              </p:cNvPr>
              <p:cNvSpPr/>
              <p:nvPr/>
            </p:nvSpPr>
            <p:spPr>
              <a:xfrm>
                <a:off x="7344676" y="560989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88" name="pg434">
                <a:extLst>
                  <a:ext uri="{FF2B5EF4-FFF2-40B4-BE49-F238E27FC236}">
                    <a16:creationId xmlns:a16="http://schemas.microsoft.com/office/drawing/2014/main" id="{ECF846F7-FC6E-96E1-96C2-15C8F6BCCED2}"/>
                  </a:ext>
                </a:extLst>
              </p:cNvPr>
              <p:cNvSpPr/>
              <p:nvPr/>
            </p:nvSpPr>
            <p:spPr>
              <a:xfrm>
                <a:off x="7380864" y="560989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89" name="pg435">
                <a:extLst>
                  <a:ext uri="{FF2B5EF4-FFF2-40B4-BE49-F238E27FC236}">
                    <a16:creationId xmlns:a16="http://schemas.microsoft.com/office/drawing/2014/main" id="{8D9CEEA4-2752-1A53-9C0D-99245ADDBBA8}"/>
                  </a:ext>
                </a:extLst>
              </p:cNvPr>
              <p:cNvSpPr/>
              <p:nvPr/>
            </p:nvSpPr>
            <p:spPr>
              <a:xfrm>
                <a:off x="7417052" y="560989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90" name="pg436">
                <a:extLst>
                  <a:ext uri="{FF2B5EF4-FFF2-40B4-BE49-F238E27FC236}">
                    <a16:creationId xmlns:a16="http://schemas.microsoft.com/office/drawing/2014/main" id="{8BEAA441-AFEA-4645-76C5-23AF1A0C34F7}"/>
                  </a:ext>
                </a:extLst>
              </p:cNvPr>
              <p:cNvSpPr/>
              <p:nvPr/>
            </p:nvSpPr>
            <p:spPr>
              <a:xfrm>
                <a:off x="7453240" y="560989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96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91" name="pg437">
                <a:extLst>
                  <a:ext uri="{FF2B5EF4-FFF2-40B4-BE49-F238E27FC236}">
                    <a16:creationId xmlns:a16="http://schemas.microsoft.com/office/drawing/2014/main" id="{4C539F30-B54D-3E7E-CCFD-5F956E295CF2}"/>
                  </a:ext>
                </a:extLst>
              </p:cNvPr>
              <p:cNvSpPr/>
              <p:nvPr/>
            </p:nvSpPr>
            <p:spPr>
              <a:xfrm>
                <a:off x="7489428" y="560989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FE0C6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92" name="pg438">
                <a:extLst>
                  <a:ext uri="{FF2B5EF4-FFF2-40B4-BE49-F238E27FC236}">
                    <a16:creationId xmlns:a16="http://schemas.microsoft.com/office/drawing/2014/main" id="{CE5A363C-4A19-F55C-F09B-6860A9BB0275}"/>
                  </a:ext>
                </a:extLst>
              </p:cNvPr>
              <p:cNvSpPr/>
              <p:nvPr/>
            </p:nvSpPr>
            <p:spPr>
              <a:xfrm>
                <a:off x="7525616" y="560989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7ED6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93" name="pg439">
                <a:extLst>
                  <a:ext uri="{FF2B5EF4-FFF2-40B4-BE49-F238E27FC236}">
                    <a16:creationId xmlns:a16="http://schemas.microsoft.com/office/drawing/2014/main" id="{5F9671DF-3AF5-1213-B5C5-A8C0686674D3}"/>
                  </a:ext>
                </a:extLst>
              </p:cNvPr>
              <p:cNvSpPr/>
              <p:nvPr/>
            </p:nvSpPr>
            <p:spPr>
              <a:xfrm>
                <a:off x="7561804" y="560989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1DCC0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94" name="pg440">
                <a:extLst>
                  <a:ext uri="{FF2B5EF4-FFF2-40B4-BE49-F238E27FC236}">
                    <a16:creationId xmlns:a16="http://schemas.microsoft.com/office/drawing/2014/main" id="{2D1512D8-17CB-DF18-ECB7-7218690ACF48}"/>
                  </a:ext>
                </a:extLst>
              </p:cNvPr>
              <p:cNvSpPr/>
              <p:nvPr/>
            </p:nvSpPr>
            <p:spPr>
              <a:xfrm>
                <a:off x="7597992" y="560989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95" name="pg441">
                <a:extLst>
                  <a:ext uri="{FF2B5EF4-FFF2-40B4-BE49-F238E27FC236}">
                    <a16:creationId xmlns:a16="http://schemas.microsoft.com/office/drawing/2014/main" id="{E1F6912C-E8AA-5184-935B-E4EF10782FCF}"/>
                  </a:ext>
                </a:extLst>
              </p:cNvPr>
              <p:cNvSpPr/>
              <p:nvPr/>
            </p:nvSpPr>
            <p:spPr>
              <a:xfrm>
                <a:off x="7634180" y="560989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60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96" name="pg442">
                <a:extLst>
                  <a:ext uri="{FF2B5EF4-FFF2-40B4-BE49-F238E27FC236}">
                    <a16:creationId xmlns:a16="http://schemas.microsoft.com/office/drawing/2014/main" id="{24AE0420-5619-ED3D-A158-DDFF311D3414}"/>
                  </a:ext>
                </a:extLst>
              </p:cNvPr>
              <p:cNvSpPr/>
              <p:nvPr/>
            </p:nvSpPr>
            <p:spPr>
              <a:xfrm>
                <a:off x="7670368" y="560989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97" name="pg443">
                <a:extLst>
                  <a:ext uri="{FF2B5EF4-FFF2-40B4-BE49-F238E27FC236}">
                    <a16:creationId xmlns:a16="http://schemas.microsoft.com/office/drawing/2014/main" id="{7CE8CDA3-E12B-C6C8-77B8-D922358DA041}"/>
                  </a:ext>
                </a:extLst>
              </p:cNvPr>
              <p:cNvSpPr/>
              <p:nvPr/>
            </p:nvSpPr>
            <p:spPr>
              <a:xfrm>
                <a:off x="7706556" y="560989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98" name="pg444">
                <a:extLst>
                  <a:ext uri="{FF2B5EF4-FFF2-40B4-BE49-F238E27FC236}">
                    <a16:creationId xmlns:a16="http://schemas.microsoft.com/office/drawing/2014/main" id="{52EF9EFE-1A4C-A792-B51F-7742C4D0DEAC}"/>
                  </a:ext>
                </a:extLst>
              </p:cNvPr>
              <p:cNvSpPr/>
              <p:nvPr/>
            </p:nvSpPr>
            <p:spPr>
              <a:xfrm>
                <a:off x="7742744" y="560989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899" name="pg445">
                <a:extLst>
                  <a:ext uri="{FF2B5EF4-FFF2-40B4-BE49-F238E27FC236}">
                    <a16:creationId xmlns:a16="http://schemas.microsoft.com/office/drawing/2014/main" id="{8432A6E8-DF47-F60D-9873-1134EA299328}"/>
                  </a:ext>
                </a:extLst>
              </p:cNvPr>
              <p:cNvSpPr/>
              <p:nvPr/>
            </p:nvSpPr>
            <p:spPr>
              <a:xfrm>
                <a:off x="7778932" y="560989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00" name="pg446">
                <a:extLst>
                  <a:ext uri="{FF2B5EF4-FFF2-40B4-BE49-F238E27FC236}">
                    <a16:creationId xmlns:a16="http://schemas.microsoft.com/office/drawing/2014/main" id="{FC0CDD01-BBF9-737E-E13C-AC45A6A73E2B}"/>
                  </a:ext>
                </a:extLst>
              </p:cNvPr>
              <p:cNvSpPr/>
              <p:nvPr/>
            </p:nvSpPr>
            <p:spPr>
              <a:xfrm>
                <a:off x="7815120" y="560989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01" name="pg447">
                <a:extLst>
                  <a:ext uri="{FF2B5EF4-FFF2-40B4-BE49-F238E27FC236}">
                    <a16:creationId xmlns:a16="http://schemas.microsoft.com/office/drawing/2014/main" id="{10319FC4-1EEE-58FA-8D0F-29152A78C04C}"/>
                  </a:ext>
                </a:extLst>
              </p:cNvPr>
              <p:cNvSpPr/>
              <p:nvPr/>
            </p:nvSpPr>
            <p:spPr>
              <a:xfrm>
                <a:off x="7851308" y="560989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02" name="pg448">
                <a:extLst>
                  <a:ext uri="{FF2B5EF4-FFF2-40B4-BE49-F238E27FC236}">
                    <a16:creationId xmlns:a16="http://schemas.microsoft.com/office/drawing/2014/main" id="{F30FED86-737B-6B4C-0C94-16D60F06B56E}"/>
                  </a:ext>
                </a:extLst>
              </p:cNvPr>
              <p:cNvSpPr/>
              <p:nvPr/>
            </p:nvSpPr>
            <p:spPr>
              <a:xfrm>
                <a:off x="7344676" y="565580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03" name="pg449">
                <a:extLst>
                  <a:ext uri="{FF2B5EF4-FFF2-40B4-BE49-F238E27FC236}">
                    <a16:creationId xmlns:a16="http://schemas.microsoft.com/office/drawing/2014/main" id="{1097C5D6-B8E4-5208-2502-81F398224668}"/>
                  </a:ext>
                </a:extLst>
              </p:cNvPr>
              <p:cNvSpPr/>
              <p:nvPr/>
            </p:nvSpPr>
            <p:spPr>
              <a:xfrm>
                <a:off x="7380864" y="565580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04" name="pg450">
                <a:extLst>
                  <a:ext uri="{FF2B5EF4-FFF2-40B4-BE49-F238E27FC236}">
                    <a16:creationId xmlns:a16="http://schemas.microsoft.com/office/drawing/2014/main" id="{AB5C0D2C-D18D-7CF2-B2A6-401F72C64E06}"/>
                  </a:ext>
                </a:extLst>
              </p:cNvPr>
              <p:cNvSpPr/>
              <p:nvPr/>
            </p:nvSpPr>
            <p:spPr>
              <a:xfrm>
                <a:off x="7417052" y="565580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05" name="pg451">
                <a:extLst>
                  <a:ext uri="{FF2B5EF4-FFF2-40B4-BE49-F238E27FC236}">
                    <a16:creationId xmlns:a16="http://schemas.microsoft.com/office/drawing/2014/main" id="{2C24B6F8-AF27-C9BC-5BBE-B1F065287473}"/>
                  </a:ext>
                </a:extLst>
              </p:cNvPr>
              <p:cNvSpPr/>
              <p:nvPr/>
            </p:nvSpPr>
            <p:spPr>
              <a:xfrm>
                <a:off x="7453240" y="565580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06" name="pg452">
                <a:extLst>
                  <a:ext uri="{FF2B5EF4-FFF2-40B4-BE49-F238E27FC236}">
                    <a16:creationId xmlns:a16="http://schemas.microsoft.com/office/drawing/2014/main" id="{4DEA34BD-756E-2A9E-E2E8-FB14FE6B284F}"/>
                  </a:ext>
                </a:extLst>
              </p:cNvPr>
              <p:cNvSpPr/>
              <p:nvPr/>
            </p:nvSpPr>
            <p:spPr>
              <a:xfrm>
                <a:off x="7489428" y="565580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07" name="pg453">
                <a:extLst>
                  <a:ext uri="{FF2B5EF4-FFF2-40B4-BE49-F238E27FC236}">
                    <a16:creationId xmlns:a16="http://schemas.microsoft.com/office/drawing/2014/main" id="{9D644D59-7A0A-2A42-3017-FBDD78E23497}"/>
                  </a:ext>
                </a:extLst>
              </p:cNvPr>
              <p:cNvSpPr/>
              <p:nvPr/>
            </p:nvSpPr>
            <p:spPr>
              <a:xfrm>
                <a:off x="7525616" y="565580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08" name="pg454">
                <a:extLst>
                  <a:ext uri="{FF2B5EF4-FFF2-40B4-BE49-F238E27FC236}">
                    <a16:creationId xmlns:a16="http://schemas.microsoft.com/office/drawing/2014/main" id="{0895AFF8-1C78-02AA-08EE-A8AC41534352}"/>
                  </a:ext>
                </a:extLst>
              </p:cNvPr>
              <p:cNvSpPr/>
              <p:nvPr/>
            </p:nvSpPr>
            <p:spPr>
              <a:xfrm>
                <a:off x="7561804" y="565580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1DCC0">
                  <a:alpha val="100000"/>
                </a:srgbClr>
              </a:solidFill>
              <a:ln w="5420" cap="flat">
                <a:solidFill>
                  <a:srgbClr val="74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09" name="pg455">
                <a:extLst>
                  <a:ext uri="{FF2B5EF4-FFF2-40B4-BE49-F238E27FC236}">
                    <a16:creationId xmlns:a16="http://schemas.microsoft.com/office/drawing/2014/main" id="{98CDCCCC-8DCC-1DE1-947C-7B55D268C94F}"/>
                  </a:ext>
                </a:extLst>
              </p:cNvPr>
              <p:cNvSpPr/>
              <p:nvPr/>
            </p:nvSpPr>
            <p:spPr>
              <a:xfrm>
                <a:off x="7597992" y="565580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67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10" name="pg456">
                <a:extLst>
                  <a:ext uri="{FF2B5EF4-FFF2-40B4-BE49-F238E27FC236}">
                    <a16:creationId xmlns:a16="http://schemas.microsoft.com/office/drawing/2014/main" id="{345174B5-5562-BA27-A09B-64BD636EAD8B}"/>
                  </a:ext>
                </a:extLst>
              </p:cNvPr>
              <p:cNvSpPr/>
              <p:nvPr/>
            </p:nvSpPr>
            <p:spPr>
              <a:xfrm>
                <a:off x="7634180" y="565580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11" name="pg457">
                <a:extLst>
                  <a:ext uri="{FF2B5EF4-FFF2-40B4-BE49-F238E27FC236}">
                    <a16:creationId xmlns:a16="http://schemas.microsoft.com/office/drawing/2014/main" id="{C1472249-8395-8C02-6DE1-722928D79A09}"/>
                  </a:ext>
                </a:extLst>
              </p:cNvPr>
              <p:cNvSpPr/>
              <p:nvPr/>
            </p:nvSpPr>
            <p:spPr>
              <a:xfrm>
                <a:off x="7670368" y="565580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12" name="pg458">
                <a:extLst>
                  <a:ext uri="{FF2B5EF4-FFF2-40B4-BE49-F238E27FC236}">
                    <a16:creationId xmlns:a16="http://schemas.microsoft.com/office/drawing/2014/main" id="{E0C45E0A-1163-AE13-037C-17164BAF36FA}"/>
                  </a:ext>
                </a:extLst>
              </p:cNvPr>
              <p:cNvSpPr/>
              <p:nvPr/>
            </p:nvSpPr>
            <p:spPr>
              <a:xfrm>
                <a:off x="7706556" y="565580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13" name="pg459">
                <a:extLst>
                  <a:ext uri="{FF2B5EF4-FFF2-40B4-BE49-F238E27FC236}">
                    <a16:creationId xmlns:a16="http://schemas.microsoft.com/office/drawing/2014/main" id="{E4AA75FD-1268-1580-2793-BADE3B1C59CA}"/>
                  </a:ext>
                </a:extLst>
              </p:cNvPr>
              <p:cNvSpPr/>
              <p:nvPr/>
            </p:nvSpPr>
            <p:spPr>
              <a:xfrm>
                <a:off x="7742744" y="565580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14" name="pg460">
                <a:extLst>
                  <a:ext uri="{FF2B5EF4-FFF2-40B4-BE49-F238E27FC236}">
                    <a16:creationId xmlns:a16="http://schemas.microsoft.com/office/drawing/2014/main" id="{C1AF7389-015C-8E0E-6CA4-E84A89667949}"/>
                  </a:ext>
                </a:extLst>
              </p:cNvPr>
              <p:cNvSpPr/>
              <p:nvPr/>
            </p:nvSpPr>
            <p:spPr>
              <a:xfrm>
                <a:off x="7778932" y="565580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15" name="pg461">
                <a:extLst>
                  <a:ext uri="{FF2B5EF4-FFF2-40B4-BE49-F238E27FC236}">
                    <a16:creationId xmlns:a16="http://schemas.microsoft.com/office/drawing/2014/main" id="{A70AB89B-FD05-10D9-1833-856B0D6B6625}"/>
                  </a:ext>
                </a:extLst>
              </p:cNvPr>
              <p:cNvSpPr/>
              <p:nvPr/>
            </p:nvSpPr>
            <p:spPr>
              <a:xfrm>
                <a:off x="7815120" y="565580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16" name="pg462">
                <a:extLst>
                  <a:ext uri="{FF2B5EF4-FFF2-40B4-BE49-F238E27FC236}">
                    <a16:creationId xmlns:a16="http://schemas.microsoft.com/office/drawing/2014/main" id="{0E6FFFD6-FFFF-D453-B375-B4C6CA888D18}"/>
                  </a:ext>
                </a:extLst>
              </p:cNvPr>
              <p:cNvSpPr/>
              <p:nvPr/>
            </p:nvSpPr>
            <p:spPr>
              <a:xfrm>
                <a:off x="7851308" y="565580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AD5B6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17" name="pg463">
                <a:extLst>
                  <a:ext uri="{FF2B5EF4-FFF2-40B4-BE49-F238E27FC236}">
                    <a16:creationId xmlns:a16="http://schemas.microsoft.com/office/drawing/2014/main" id="{4D11DCB8-49A6-EC20-B96C-AD9B6F55E737}"/>
                  </a:ext>
                </a:extLst>
              </p:cNvPr>
              <p:cNvSpPr/>
              <p:nvPr/>
            </p:nvSpPr>
            <p:spPr>
              <a:xfrm>
                <a:off x="7199924" y="570171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18" name="pg464">
                <a:extLst>
                  <a:ext uri="{FF2B5EF4-FFF2-40B4-BE49-F238E27FC236}">
                    <a16:creationId xmlns:a16="http://schemas.microsoft.com/office/drawing/2014/main" id="{4A0C1DD5-4BEA-79CD-5643-50A094D61C66}"/>
                  </a:ext>
                </a:extLst>
              </p:cNvPr>
              <p:cNvSpPr/>
              <p:nvPr/>
            </p:nvSpPr>
            <p:spPr>
              <a:xfrm>
                <a:off x="7236112" y="570171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19" name="pg465">
                <a:extLst>
                  <a:ext uri="{FF2B5EF4-FFF2-40B4-BE49-F238E27FC236}">
                    <a16:creationId xmlns:a16="http://schemas.microsoft.com/office/drawing/2014/main" id="{31F41219-9A1C-9ED6-CD8C-75E2C16D7D29}"/>
                  </a:ext>
                </a:extLst>
              </p:cNvPr>
              <p:cNvSpPr/>
              <p:nvPr/>
            </p:nvSpPr>
            <p:spPr>
              <a:xfrm>
                <a:off x="7272301" y="570171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20" name="pg466">
                <a:extLst>
                  <a:ext uri="{FF2B5EF4-FFF2-40B4-BE49-F238E27FC236}">
                    <a16:creationId xmlns:a16="http://schemas.microsoft.com/office/drawing/2014/main" id="{74B5E033-13C4-819E-DD7C-2B192700C3EA}"/>
                  </a:ext>
                </a:extLst>
              </p:cNvPr>
              <p:cNvSpPr/>
              <p:nvPr/>
            </p:nvSpPr>
            <p:spPr>
              <a:xfrm>
                <a:off x="7308489" y="570171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21" name="pg467">
                <a:extLst>
                  <a:ext uri="{FF2B5EF4-FFF2-40B4-BE49-F238E27FC236}">
                    <a16:creationId xmlns:a16="http://schemas.microsoft.com/office/drawing/2014/main" id="{190F3FF8-770C-927C-A7E3-69C0B6C73ADC}"/>
                  </a:ext>
                </a:extLst>
              </p:cNvPr>
              <p:cNvSpPr/>
              <p:nvPr/>
            </p:nvSpPr>
            <p:spPr>
              <a:xfrm>
                <a:off x="7344676" y="570171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22" name="pg468">
                <a:extLst>
                  <a:ext uri="{FF2B5EF4-FFF2-40B4-BE49-F238E27FC236}">
                    <a16:creationId xmlns:a16="http://schemas.microsoft.com/office/drawing/2014/main" id="{C39021CB-D389-8B6B-B72D-DEFBF5168253}"/>
                  </a:ext>
                </a:extLst>
              </p:cNvPr>
              <p:cNvSpPr/>
              <p:nvPr/>
            </p:nvSpPr>
            <p:spPr>
              <a:xfrm>
                <a:off x="7380864" y="570171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23" name="pg469">
                <a:extLst>
                  <a:ext uri="{FF2B5EF4-FFF2-40B4-BE49-F238E27FC236}">
                    <a16:creationId xmlns:a16="http://schemas.microsoft.com/office/drawing/2014/main" id="{E8CF040C-22FA-2035-585E-81140D399DAF}"/>
                  </a:ext>
                </a:extLst>
              </p:cNvPr>
              <p:cNvSpPr/>
              <p:nvPr/>
            </p:nvSpPr>
            <p:spPr>
              <a:xfrm>
                <a:off x="7417052" y="570171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24" name="pg470">
                <a:extLst>
                  <a:ext uri="{FF2B5EF4-FFF2-40B4-BE49-F238E27FC236}">
                    <a16:creationId xmlns:a16="http://schemas.microsoft.com/office/drawing/2014/main" id="{2C4169FE-F256-5061-88D0-FA0DAED178A1}"/>
                  </a:ext>
                </a:extLst>
              </p:cNvPr>
              <p:cNvSpPr/>
              <p:nvPr/>
            </p:nvSpPr>
            <p:spPr>
              <a:xfrm>
                <a:off x="7453240" y="570171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25" name="pg471">
                <a:extLst>
                  <a:ext uri="{FF2B5EF4-FFF2-40B4-BE49-F238E27FC236}">
                    <a16:creationId xmlns:a16="http://schemas.microsoft.com/office/drawing/2014/main" id="{374511AE-7C50-4BA4-EF3A-EE37025FD1B6}"/>
                  </a:ext>
                </a:extLst>
              </p:cNvPr>
              <p:cNvSpPr/>
              <p:nvPr/>
            </p:nvSpPr>
            <p:spPr>
              <a:xfrm>
                <a:off x="7489428" y="570171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93DD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26" name="pg472">
                <a:extLst>
                  <a:ext uri="{FF2B5EF4-FFF2-40B4-BE49-F238E27FC236}">
                    <a16:creationId xmlns:a16="http://schemas.microsoft.com/office/drawing/2014/main" id="{8F0C0E47-82C8-8BBF-7455-6669F93CBF4E}"/>
                  </a:ext>
                </a:extLst>
              </p:cNvPr>
              <p:cNvSpPr/>
              <p:nvPr/>
            </p:nvSpPr>
            <p:spPr>
              <a:xfrm>
                <a:off x="7525616" y="570171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27" name="pg473">
                <a:extLst>
                  <a:ext uri="{FF2B5EF4-FFF2-40B4-BE49-F238E27FC236}">
                    <a16:creationId xmlns:a16="http://schemas.microsoft.com/office/drawing/2014/main" id="{D63436E9-304B-A728-3F6C-A0F14ADBB172}"/>
                  </a:ext>
                </a:extLst>
              </p:cNvPr>
              <p:cNvSpPr/>
              <p:nvPr/>
            </p:nvSpPr>
            <p:spPr>
              <a:xfrm>
                <a:off x="7561804" y="570171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28" name="pg474">
                <a:extLst>
                  <a:ext uri="{FF2B5EF4-FFF2-40B4-BE49-F238E27FC236}">
                    <a16:creationId xmlns:a16="http://schemas.microsoft.com/office/drawing/2014/main" id="{CF6DB55C-EB00-CDD0-0D2B-C35B8A622F25}"/>
                  </a:ext>
                </a:extLst>
              </p:cNvPr>
              <p:cNvSpPr/>
              <p:nvPr/>
            </p:nvSpPr>
            <p:spPr>
              <a:xfrm>
                <a:off x="7597992" y="570171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9DABC">
                  <a:alpha val="100000"/>
                </a:srgbClr>
              </a:solidFill>
              <a:ln w="5420" cap="flat">
                <a:solidFill>
                  <a:srgbClr val="69D0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29" name="pg475">
                <a:extLst>
                  <a:ext uri="{FF2B5EF4-FFF2-40B4-BE49-F238E27FC236}">
                    <a16:creationId xmlns:a16="http://schemas.microsoft.com/office/drawing/2014/main" id="{728B383F-013D-278D-F32A-7E5AA2D7BF60}"/>
                  </a:ext>
                </a:extLst>
              </p:cNvPr>
              <p:cNvSpPr/>
              <p:nvPr/>
            </p:nvSpPr>
            <p:spPr>
              <a:xfrm>
                <a:off x="7634180" y="570171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30" name="pg476">
                <a:extLst>
                  <a:ext uri="{FF2B5EF4-FFF2-40B4-BE49-F238E27FC236}">
                    <a16:creationId xmlns:a16="http://schemas.microsoft.com/office/drawing/2014/main" id="{D900FB8A-2398-CFAD-1900-027A2425A0CA}"/>
                  </a:ext>
                </a:extLst>
              </p:cNvPr>
              <p:cNvSpPr/>
              <p:nvPr/>
            </p:nvSpPr>
            <p:spPr>
              <a:xfrm>
                <a:off x="7670368" y="570171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9D5B6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31" name="pg477">
                <a:extLst>
                  <a:ext uri="{FF2B5EF4-FFF2-40B4-BE49-F238E27FC236}">
                    <a16:creationId xmlns:a16="http://schemas.microsoft.com/office/drawing/2014/main" id="{314F7D33-8949-34CA-AA00-CB22A04AEF87}"/>
                  </a:ext>
                </a:extLst>
              </p:cNvPr>
              <p:cNvSpPr/>
              <p:nvPr/>
            </p:nvSpPr>
            <p:spPr>
              <a:xfrm>
                <a:off x="7706556" y="570171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32" name="pg478">
                <a:extLst>
                  <a:ext uri="{FF2B5EF4-FFF2-40B4-BE49-F238E27FC236}">
                    <a16:creationId xmlns:a16="http://schemas.microsoft.com/office/drawing/2014/main" id="{448EF88D-39BD-6239-2C86-1968DF20F9A9}"/>
                  </a:ext>
                </a:extLst>
              </p:cNvPr>
              <p:cNvSpPr/>
              <p:nvPr/>
            </p:nvSpPr>
            <p:spPr>
              <a:xfrm>
                <a:off x="7742744" y="570171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33" name="pg479">
                <a:extLst>
                  <a:ext uri="{FF2B5EF4-FFF2-40B4-BE49-F238E27FC236}">
                    <a16:creationId xmlns:a16="http://schemas.microsoft.com/office/drawing/2014/main" id="{0FD3A510-B382-C237-E0BB-BEDE1C2A24AC}"/>
                  </a:ext>
                </a:extLst>
              </p:cNvPr>
              <p:cNvSpPr/>
              <p:nvPr/>
            </p:nvSpPr>
            <p:spPr>
              <a:xfrm>
                <a:off x="7778932" y="570171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4D4B4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34" name="pg480">
                <a:extLst>
                  <a:ext uri="{FF2B5EF4-FFF2-40B4-BE49-F238E27FC236}">
                    <a16:creationId xmlns:a16="http://schemas.microsoft.com/office/drawing/2014/main" id="{9ED4B058-6734-4A7C-70BC-01514CC39ED3}"/>
                  </a:ext>
                </a:extLst>
              </p:cNvPr>
              <p:cNvSpPr/>
              <p:nvPr/>
            </p:nvSpPr>
            <p:spPr>
              <a:xfrm>
                <a:off x="7815120" y="570171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35" name="pg481">
                <a:extLst>
                  <a:ext uri="{FF2B5EF4-FFF2-40B4-BE49-F238E27FC236}">
                    <a16:creationId xmlns:a16="http://schemas.microsoft.com/office/drawing/2014/main" id="{332C96B6-1FD8-9C73-1906-62AD1FFA5EAA}"/>
                  </a:ext>
                </a:extLst>
              </p:cNvPr>
              <p:cNvSpPr/>
              <p:nvPr/>
            </p:nvSpPr>
            <p:spPr>
              <a:xfrm>
                <a:off x="7163737" y="574762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36" name="pg482">
                <a:extLst>
                  <a:ext uri="{FF2B5EF4-FFF2-40B4-BE49-F238E27FC236}">
                    <a16:creationId xmlns:a16="http://schemas.microsoft.com/office/drawing/2014/main" id="{9BCDF43D-5F8A-FA35-253A-92148C4DA28F}"/>
                  </a:ext>
                </a:extLst>
              </p:cNvPr>
              <p:cNvSpPr/>
              <p:nvPr/>
            </p:nvSpPr>
            <p:spPr>
              <a:xfrm>
                <a:off x="7199924" y="574762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37" name="pg483">
                <a:extLst>
                  <a:ext uri="{FF2B5EF4-FFF2-40B4-BE49-F238E27FC236}">
                    <a16:creationId xmlns:a16="http://schemas.microsoft.com/office/drawing/2014/main" id="{A1E70BBB-6225-F5BE-603A-B9216B3E1C42}"/>
                  </a:ext>
                </a:extLst>
              </p:cNvPr>
              <p:cNvSpPr/>
              <p:nvPr/>
            </p:nvSpPr>
            <p:spPr>
              <a:xfrm>
                <a:off x="7236112" y="574762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38" name="pg484">
                <a:extLst>
                  <a:ext uri="{FF2B5EF4-FFF2-40B4-BE49-F238E27FC236}">
                    <a16:creationId xmlns:a16="http://schemas.microsoft.com/office/drawing/2014/main" id="{8C843994-E46D-446F-1053-F830DA69B1C4}"/>
                  </a:ext>
                </a:extLst>
              </p:cNvPr>
              <p:cNvSpPr/>
              <p:nvPr/>
            </p:nvSpPr>
            <p:spPr>
              <a:xfrm>
                <a:off x="7272301" y="574762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39" name="pg485">
                <a:extLst>
                  <a:ext uri="{FF2B5EF4-FFF2-40B4-BE49-F238E27FC236}">
                    <a16:creationId xmlns:a16="http://schemas.microsoft.com/office/drawing/2014/main" id="{154EF4F0-CAA1-1456-F201-EBFB40D49936}"/>
                  </a:ext>
                </a:extLst>
              </p:cNvPr>
              <p:cNvSpPr/>
              <p:nvPr/>
            </p:nvSpPr>
            <p:spPr>
              <a:xfrm>
                <a:off x="7308489" y="574762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40" name="pg486">
                <a:extLst>
                  <a:ext uri="{FF2B5EF4-FFF2-40B4-BE49-F238E27FC236}">
                    <a16:creationId xmlns:a16="http://schemas.microsoft.com/office/drawing/2014/main" id="{D8FEAC0D-F9BD-7C30-7BE4-5E71EB797CA3}"/>
                  </a:ext>
                </a:extLst>
              </p:cNvPr>
              <p:cNvSpPr/>
              <p:nvPr/>
            </p:nvSpPr>
            <p:spPr>
              <a:xfrm>
                <a:off x="7344676" y="574762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1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41" name="pg487">
                <a:extLst>
                  <a:ext uri="{FF2B5EF4-FFF2-40B4-BE49-F238E27FC236}">
                    <a16:creationId xmlns:a16="http://schemas.microsoft.com/office/drawing/2014/main" id="{9028C95B-4FF5-A820-486D-07D9A2A4A665}"/>
                  </a:ext>
                </a:extLst>
              </p:cNvPr>
              <p:cNvSpPr/>
              <p:nvPr/>
            </p:nvSpPr>
            <p:spPr>
              <a:xfrm>
                <a:off x="7380864" y="574762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EEAD5">
                  <a:alpha val="100000"/>
                </a:srgbClr>
              </a:solidFill>
              <a:ln w="5420" cap="flat">
                <a:solidFill>
                  <a:srgbClr val="B3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42" name="pg488">
                <a:extLst>
                  <a:ext uri="{FF2B5EF4-FFF2-40B4-BE49-F238E27FC236}">
                    <a16:creationId xmlns:a16="http://schemas.microsoft.com/office/drawing/2014/main" id="{39BDB6C8-B9F3-CF13-6F50-79D93611CDA8}"/>
                  </a:ext>
                </a:extLst>
              </p:cNvPr>
              <p:cNvSpPr/>
              <p:nvPr/>
            </p:nvSpPr>
            <p:spPr>
              <a:xfrm>
                <a:off x="7417052" y="574762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EEAD5">
                  <a:alpha val="100000"/>
                </a:srgbClr>
              </a:solidFill>
              <a:ln w="5420" cap="flat">
                <a:solidFill>
                  <a:srgbClr val="B3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43" name="pg489">
                <a:extLst>
                  <a:ext uri="{FF2B5EF4-FFF2-40B4-BE49-F238E27FC236}">
                    <a16:creationId xmlns:a16="http://schemas.microsoft.com/office/drawing/2014/main" id="{D8BAF5FB-62D6-C7C6-9556-229706599817}"/>
                  </a:ext>
                </a:extLst>
              </p:cNvPr>
              <p:cNvSpPr/>
              <p:nvPr/>
            </p:nvSpPr>
            <p:spPr>
              <a:xfrm>
                <a:off x="7453240" y="574762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B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44" name="pg490">
                <a:extLst>
                  <a:ext uri="{FF2B5EF4-FFF2-40B4-BE49-F238E27FC236}">
                    <a16:creationId xmlns:a16="http://schemas.microsoft.com/office/drawing/2014/main" id="{4137FC09-7C9A-4F06-912D-41632B0EB566}"/>
                  </a:ext>
                </a:extLst>
              </p:cNvPr>
              <p:cNvSpPr/>
              <p:nvPr/>
            </p:nvSpPr>
            <p:spPr>
              <a:xfrm>
                <a:off x="7489428" y="574762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45" name="pg491">
                <a:extLst>
                  <a:ext uri="{FF2B5EF4-FFF2-40B4-BE49-F238E27FC236}">
                    <a16:creationId xmlns:a16="http://schemas.microsoft.com/office/drawing/2014/main" id="{74393888-4103-FAC1-AF12-61F36D924BF7}"/>
                  </a:ext>
                </a:extLst>
              </p:cNvPr>
              <p:cNvSpPr/>
              <p:nvPr/>
            </p:nvSpPr>
            <p:spPr>
              <a:xfrm>
                <a:off x="7525616" y="574762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5E2C9">
                  <a:alpha val="100000"/>
                </a:srgbClr>
              </a:solidFill>
              <a:ln w="5420" cap="flat">
                <a:solidFill>
                  <a:srgbClr val="91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46" name="pg492">
                <a:extLst>
                  <a:ext uri="{FF2B5EF4-FFF2-40B4-BE49-F238E27FC236}">
                    <a16:creationId xmlns:a16="http://schemas.microsoft.com/office/drawing/2014/main" id="{6103FD82-BE86-8DCF-6819-5DAE78101416}"/>
                  </a:ext>
                </a:extLst>
              </p:cNvPr>
              <p:cNvSpPr/>
              <p:nvPr/>
            </p:nvSpPr>
            <p:spPr>
              <a:xfrm>
                <a:off x="7561804" y="574762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47" name="pg493">
                <a:extLst>
                  <a:ext uri="{FF2B5EF4-FFF2-40B4-BE49-F238E27FC236}">
                    <a16:creationId xmlns:a16="http://schemas.microsoft.com/office/drawing/2014/main" id="{F5F2FFC9-801E-A804-6114-46EE4CEA1DC5}"/>
                  </a:ext>
                </a:extLst>
              </p:cNvPr>
              <p:cNvSpPr/>
              <p:nvPr/>
            </p:nvSpPr>
            <p:spPr>
              <a:xfrm>
                <a:off x="7597992" y="574762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EDBBE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48" name="pg494">
                <a:extLst>
                  <a:ext uri="{FF2B5EF4-FFF2-40B4-BE49-F238E27FC236}">
                    <a16:creationId xmlns:a16="http://schemas.microsoft.com/office/drawing/2014/main" id="{7FBEC25E-7D01-CEC1-790D-80DAB0287FCB}"/>
                  </a:ext>
                </a:extLst>
              </p:cNvPr>
              <p:cNvSpPr/>
              <p:nvPr/>
            </p:nvSpPr>
            <p:spPr>
              <a:xfrm>
                <a:off x="7634180" y="574762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60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49" name="pg495">
                <a:extLst>
                  <a:ext uri="{FF2B5EF4-FFF2-40B4-BE49-F238E27FC236}">
                    <a16:creationId xmlns:a16="http://schemas.microsoft.com/office/drawing/2014/main" id="{F45EC826-8856-8460-2183-F93BC4E4386D}"/>
                  </a:ext>
                </a:extLst>
              </p:cNvPr>
              <p:cNvSpPr/>
              <p:nvPr/>
            </p:nvSpPr>
            <p:spPr>
              <a:xfrm>
                <a:off x="7670368" y="574762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50" name="pg496">
                <a:extLst>
                  <a:ext uri="{FF2B5EF4-FFF2-40B4-BE49-F238E27FC236}">
                    <a16:creationId xmlns:a16="http://schemas.microsoft.com/office/drawing/2014/main" id="{EAB4E9EB-182D-377B-1BCC-3A348D357FF8}"/>
                  </a:ext>
                </a:extLst>
              </p:cNvPr>
              <p:cNvSpPr/>
              <p:nvPr/>
            </p:nvSpPr>
            <p:spPr>
              <a:xfrm>
                <a:off x="7706556" y="574762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8D4B5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51" name="pg497">
                <a:extLst>
                  <a:ext uri="{FF2B5EF4-FFF2-40B4-BE49-F238E27FC236}">
                    <a16:creationId xmlns:a16="http://schemas.microsoft.com/office/drawing/2014/main" id="{B32AEEFF-EA58-B83F-C7DE-704F9F4EB137}"/>
                  </a:ext>
                </a:extLst>
              </p:cNvPr>
              <p:cNvSpPr/>
              <p:nvPr/>
            </p:nvSpPr>
            <p:spPr>
              <a:xfrm>
                <a:off x="7742744" y="574762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52" name="pg498">
                <a:extLst>
                  <a:ext uri="{FF2B5EF4-FFF2-40B4-BE49-F238E27FC236}">
                    <a16:creationId xmlns:a16="http://schemas.microsoft.com/office/drawing/2014/main" id="{9826D39A-9465-3B9A-6579-A70A8B5E438D}"/>
                  </a:ext>
                </a:extLst>
              </p:cNvPr>
              <p:cNvSpPr/>
              <p:nvPr/>
            </p:nvSpPr>
            <p:spPr>
              <a:xfrm>
                <a:off x="7778932" y="574762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53" name="pg499">
                <a:extLst>
                  <a:ext uri="{FF2B5EF4-FFF2-40B4-BE49-F238E27FC236}">
                    <a16:creationId xmlns:a16="http://schemas.microsoft.com/office/drawing/2014/main" id="{9D42780B-AF0F-F843-5768-A071FFF2F11A}"/>
                  </a:ext>
                </a:extLst>
              </p:cNvPr>
              <p:cNvSpPr/>
              <p:nvPr/>
            </p:nvSpPr>
            <p:spPr>
              <a:xfrm>
                <a:off x="7815120" y="5747620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54" name="pg500">
                <a:extLst>
                  <a:ext uri="{FF2B5EF4-FFF2-40B4-BE49-F238E27FC236}">
                    <a16:creationId xmlns:a16="http://schemas.microsoft.com/office/drawing/2014/main" id="{CED06B96-1382-A8D6-3D82-4CFA60CA830D}"/>
                  </a:ext>
                </a:extLst>
              </p:cNvPr>
              <p:cNvSpPr/>
              <p:nvPr/>
            </p:nvSpPr>
            <p:spPr>
              <a:xfrm>
                <a:off x="7163737" y="579353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55" name="pg501">
                <a:extLst>
                  <a:ext uri="{FF2B5EF4-FFF2-40B4-BE49-F238E27FC236}">
                    <a16:creationId xmlns:a16="http://schemas.microsoft.com/office/drawing/2014/main" id="{1B66D047-BE3A-9D2A-73D3-C6170045819B}"/>
                  </a:ext>
                </a:extLst>
              </p:cNvPr>
              <p:cNvSpPr/>
              <p:nvPr/>
            </p:nvSpPr>
            <p:spPr>
              <a:xfrm>
                <a:off x="7199924" y="579353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56" name="pg502">
                <a:extLst>
                  <a:ext uri="{FF2B5EF4-FFF2-40B4-BE49-F238E27FC236}">
                    <a16:creationId xmlns:a16="http://schemas.microsoft.com/office/drawing/2014/main" id="{1F7A34F1-D623-B096-0D59-0D0933213D94}"/>
                  </a:ext>
                </a:extLst>
              </p:cNvPr>
              <p:cNvSpPr/>
              <p:nvPr/>
            </p:nvSpPr>
            <p:spPr>
              <a:xfrm>
                <a:off x="7236112" y="579353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57" name="pg503">
                <a:extLst>
                  <a:ext uri="{FF2B5EF4-FFF2-40B4-BE49-F238E27FC236}">
                    <a16:creationId xmlns:a16="http://schemas.microsoft.com/office/drawing/2014/main" id="{2670DC00-735A-DE8C-53BD-2C7D5BE8C95B}"/>
                  </a:ext>
                </a:extLst>
              </p:cNvPr>
              <p:cNvSpPr/>
              <p:nvPr/>
            </p:nvSpPr>
            <p:spPr>
              <a:xfrm>
                <a:off x="7272301" y="579353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B5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58" name="pg504">
                <a:extLst>
                  <a:ext uri="{FF2B5EF4-FFF2-40B4-BE49-F238E27FC236}">
                    <a16:creationId xmlns:a16="http://schemas.microsoft.com/office/drawing/2014/main" id="{0AE590F1-6F7C-0DC0-7AA3-B66067F86B7F}"/>
                  </a:ext>
                </a:extLst>
              </p:cNvPr>
              <p:cNvSpPr/>
              <p:nvPr/>
            </p:nvSpPr>
            <p:spPr>
              <a:xfrm>
                <a:off x="7308489" y="579353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6EDD9">
                  <a:alpha val="100000"/>
                </a:srgbClr>
              </a:solidFill>
              <a:ln w="5420" cap="flat">
                <a:solidFill>
                  <a:srgbClr val="BEEA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59" name="pg505">
                <a:extLst>
                  <a:ext uri="{FF2B5EF4-FFF2-40B4-BE49-F238E27FC236}">
                    <a16:creationId xmlns:a16="http://schemas.microsoft.com/office/drawing/2014/main" id="{203B3FDF-3176-FE24-03E4-227879226ACC}"/>
                  </a:ext>
                </a:extLst>
              </p:cNvPr>
              <p:cNvSpPr/>
              <p:nvPr/>
            </p:nvSpPr>
            <p:spPr>
              <a:xfrm>
                <a:off x="7344676" y="579353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BEFDB">
                  <a:alpha val="100000"/>
                </a:srgbClr>
              </a:solidFill>
              <a:ln w="5420" cap="flat">
                <a:solidFill>
                  <a:srgbClr val="C5ED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60" name="pg506">
                <a:extLst>
                  <a:ext uri="{FF2B5EF4-FFF2-40B4-BE49-F238E27FC236}">
                    <a16:creationId xmlns:a16="http://schemas.microsoft.com/office/drawing/2014/main" id="{6EF2BB42-17F0-5D73-76C2-9A09092274B2}"/>
                  </a:ext>
                </a:extLst>
              </p:cNvPr>
              <p:cNvSpPr/>
              <p:nvPr/>
            </p:nvSpPr>
            <p:spPr>
              <a:xfrm>
                <a:off x="7380864" y="579353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FF0DE">
                  <a:alpha val="100000"/>
                </a:srgbClr>
              </a:solidFill>
              <a:ln w="5420" cap="flat">
                <a:solidFill>
                  <a:srgbClr val="CBEFD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61" name="pg507">
                <a:extLst>
                  <a:ext uri="{FF2B5EF4-FFF2-40B4-BE49-F238E27FC236}">
                    <a16:creationId xmlns:a16="http://schemas.microsoft.com/office/drawing/2014/main" id="{729D2601-9FDF-129E-2884-5C2EAB74384A}"/>
                  </a:ext>
                </a:extLst>
              </p:cNvPr>
              <p:cNvSpPr/>
              <p:nvPr/>
            </p:nvSpPr>
            <p:spPr>
              <a:xfrm>
                <a:off x="7417052" y="579353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1F1DF">
                  <a:alpha val="100000"/>
                </a:srgbClr>
              </a:solidFill>
              <a:ln w="5420" cap="flat">
                <a:solidFill>
                  <a:srgbClr val="CDEFD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62" name="pg508">
                <a:extLst>
                  <a:ext uri="{FF2B5EF4-FFF2-40B4-BE49-F238E27FC236}">
                    <a16:creationId xmlns:a16="http://schemas.microsoft.com/office/drawing/2014/main" id="{F4CFA1C2-7A50-EB17-4FC0-5F6E0E871628}"/>
                  </a:ext>
                </a:extLst>
              </p:cNvPr>
              <p:cNvSpPr/>
              <p:nvPr/>
            </p:nvSpPr>
            <p:spPr>
              <a:xfrm>
                <a:off x="7453240" y="579353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0F1DE">
                  <a:alpha val="100000"/>
                </a:srgbClr>
              </a:solidFill>
              <a:ln w="5420" cap="flat">
                <a:solidFill>
                  <a:srgbClr val="CCEFD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63" name="pg509">
                <a:extLst>
                  <a:ext uri="{FF2B5EF4-FFF2-40B4-BE49-F238E27FC236}">
                    <a16:creationId xmlns:a16="http://schemas.microsoft.com/office/drawing/2014/main" id="{31CF8EEF-EA71-51CB-032E-49F03C9EB5A2}"/>
                  </a:ext>
                </a:extLst>
              </p:cNvPr>
              <p:cNvSpPr/>
              <p:nvPr/>
            </p:nvSpPr>
            <p:spPr>
              <a:xfrm>
                <a:off x="7489428" y="579353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64" name="pg510">
                <a:extLst>
                  <a:ext uri="{FF2B5EF4-FFF2-40B4-BE49-F238E27FC236}">
                    <a16:creationId xmlns:a16="http://schemas.microsoft.com/office/drawing/2014/main" id="{6BE60336-DE2B-C6D5-EDD9-3E7AE043D0E3}"/>
                  </a:ext>
                </a:extLst>
              </p:cNvPr>
              <p:cNvSpPr/>
              <p:nvPr/>
            </p:nvSpPr>
            <p:spPr>
              <a:xfrm>
                <a:off x="7525616" y="579353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65" name="pg511">
                <a:extLst>
                  <a:ext uri="{FF2B5EF4-FFF2-40B4-BE49-F238E27FC236}">
                    <a16:creationId xmlns:a16="http://schemas.microsoft.com/office/drawing/2014/main" id="{2E8B3ED9-5575-A761-C4A2-6F1CF54EE3BB}"/>
                  </a:ext>
                </a:extLst>
              </p:cNvPr>
              <p:cNvSpPr/>
              <p:nvPr/>
            </p:nvSpPr>
            <p:spPr>
              <a:xfrm>
                <a:off x="7561804" y="579353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66" name="pg512">
                <a:extLst>
                  <a:ext uri="{FF2B5EF4-FFF2-40B4-BE49-F238E27FC236}">
                    <a16:creationId xmlns:a16="http://schemas.microsoft.com/office/drawing/2014/main" id="{75CD9E7A-91F6-BB69-17D1-85FCC9D75462}"/>
                  </a:ext>
                </a:extLst>
              </p:cNvPr>
              <p:cNvSpPr/>
              <p:nvPr/>
            </p:nvSpPr>
            <p:spPr>
              <a:xfrm>
                <a:off x="7597992" y="579353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EE0C6">
                  <a:alpha val="100000"/>
                </a:srgbClr>
              </a:solidFill>
              <a:ln w="5420" cap="flat">
                <a:solidFill>
                  <a:srgbClr val="88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67" name="pg513">
                <a:extLst>
                  <a:ext uri="{FF2B5EF4-FFF2-40B4-BE49-F238E27FC236}">
                    <a16:creationId xmlns:a16="http://schemas.microsoft.com/office/drawing/2014/main" id="{366039EC-915C-FAB2-F030-C024D1B07720}"/>
                  </a:ext>
                </a:extLst>
              </p:cNvPr>
              <p:cNvSpPr/>
              <p:nvPr/>
            </p:nvSpPr>
            <p:spPr>
              <a:xfrm>
                <a:off x="7634180" y="579353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3DDC1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68" name="pg514">
                <a:extLst>
                  <a:ext uri="{FF2B5EF4-FFF2-40B4-BE49-F238E27FC236}">
                    <a16:creationId xmlns:a16="http://schemas.microsoft.com/office/drawing/2014/main" id="{9B3B50B0-C40C-6192-770F-CB3A0305F596}"/>
                  </a:ext>
                </a:extLst>
              </p:cNvPr>
              <p:cNvSpPr/>
              <p:nvPr/>
            </p:nvSpPr>
            <p:spPr>
              <a:xfrm>
                <a:off x="7670368" y="579353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ADABD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69" name="pg515">
                <a:extLst>
                  <a:ext uri="{FF2B5EF4-FFF2-40B4-BE49-F238E27FC236}">
                    <a16:creationId xmlns:a16="http://schemas.microsoft.com/office/drawing/2014/main" id="{0868EA6B-51B4-E43D-5373-D19C23CB20AF}"/>
                  </a:ext>
                </a:extLst>
              </p:cNvPr>
              <p:cNvSpPr/>
              <p:nvPr/>
            </p:nvSpPr>
            <p:spPr>
              <a:xfrm>
                <a:off x="7706556" y="579353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4D8BA">
                  <a:alpha val="100000"/>
                </a:srgbClr>
              </a:solidFill>
              <a:ln w="5420" cap="flat">
                <a:solidFill>
                  <a:srgbClr val="61CE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70" name="pg516">
                <a:extLst>
                  <a:ext uri="{FF2B5EF4-FFF2-40B4-BE49-F238E27FC236}">
                    <a16:creationId xmlns:a16="http://schemas.microsoft.com/office/drawing/2014/main" id="{78B855F4-DD66-746F-36C1-566C4AABDC1C}"/>
                  </a:ext>
                </a:extLst>
              </p:cNvPr>
              <p:cNvSpPr/>
              <p:nvPr/>
            </p:nvSpPr>
            <p:spPr>
              <a:xfrm>
                <a:off x="7742744" y="579353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71" name="pg517">
                <a:extLst>
                  <a:ext uri="{FF2B5EF4-FFF2-40B4-BE49-F238E27FC236}">
                    <a16:creationId xmlns:a16="http://schemas.microsoft.com/office/drawing/2014/main" id="{868F6790-4AB8-AD77-427E-51829637DF03}"/>
                  </a:ext>
                </a:extLst>
              </p:cNvPr>
              <p:cNvSpPr/>
              <p:nvPr/>
            </p:nvSpPr>
            <p:spPr>
              <a:xfrm>
                <a:off x="7778932" y="579353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72" name="pg518">
                <a:extLst>
                  <a:ext uri="{FF2B5EF4-FFF2-40B4-BE49-F238E27FC236}">
                    <a16:creationId xmlns:a16="http://schemas.microsoft.com/office/drawing/2014/main" id="{66A28686-5625-778F-8389-C34DB80A473D}"/>
                  </a:ext>
                </a:extLst>
              </p:cNvPr>
              <p:cNvSpPr/>
              <p:nvPr/>
            </p:nvSpPr>
            <p:spPr>
              <a:xfrm>
                <a:off x="7163737" y="583944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73" name="pg519">
                <a:extLst>
                  <a:ext uri="{FF2B5EF4-FFF2-40B4-BE49-F238E27FC236}">
                    <a16:creationId xmlns:a16="http://schemas.microsoft.com/office/drawing/2014/main" id="{6A1DFD76-CBD7-B9D8-9612-42D7A6CBA376}"/>
                  </a:ext>
                </a:extLst>
              </p:cNvPr>
              <p:cNvSpPr/>
              <p:nvPr/>
            </p:nvSpPr>
            <p:spPr>
              <a:xfrm>
                <a:off x="7199924" y="583944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74" name="pg520">
                <a:extLst>
                  <a:ext uri="{FF2B5EF4-FFF2-40B4-BE49-F238E27FC236}">
                    <a16:creationId xmlns:a16="http://schemas.microsoft.com/office/drawing/2014/main" id="{C9A60FCD-4024-2A22-2D2B-F480B9A6A1A5}"/>
                  </a:ext>
                </a:extLst>
              </p:cNvPr>
              <p:cNvSpPr/>
              <p:nvPr/>
            </p:nvSpPr>
            <p:spPr>
              <a:xfrm>
                <a:off x="7236112" y="583944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BEAD4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75" name="pg521">
                <a:extLst>
                  <a:ext uri="{FF2B5EF4-FFF2-40B4-BE49-F238E27FC236}">
                    <a16:creationId xmlns:a16="http://schemas.microsoft.com/office/drawing/2014/main" id="{DBB40BA9-44E8-5EDA-B658-67C1AA26BAF0}"/>
                  </a:ext>
                </a:extLst>
              </p:cNvPr>
              <p:cNvSpPr/>
              <p:nvPr/>
            </p:nvSpPr>
            <p:spPr>
              <a:xfrm>
                <a:off x="7272301" y="583944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76" name="pg522">
                <a:extLst>
                  <a:ext uri="{FF2B5EF4-FFF2-40B4-BE49-F238E27FC236}">
                    <a16:creationId xmlns:a16="http://schemas.microsoft.com/office/drawing/2014/main" id="{914A5E5B-0FEA-50FC-39AE-13CA2A35F035}"/>
                  </a:ext>
                </a:extLst>
              </p:cNvPr>
              <p:cNvSpPr/>
              <p:nvPr/>
            </p:nvSpPr>
            <p:spPr>
              <a:xfrm>
                <a:off x="7308489" y="583944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9EEDA">
                  <a:alpha val="100000"/>
                </a:srgbClr>
              </a:solidFill>
              <a:ln w="5420" cap="flat">
                <a:solidFill>
                  <a:srgbClr val="C2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77" name="pg523">
                <a:extLst>
                  <a:ext uri="{FF2B5EF4-FFF2-40B4-BE49-F238E27FC236}">
                    <a16:creationId xmlns:a16="http://schemas.microsoft.com/office/drawing/2014/main" id="{20DAA8DC-E023-959D-BF56-F2BC06B85DE7}"/>
                  </a:ext>
                </a:extLst>
              </p:cNvPr>
              <p:cNvSpPr/>
              <p:nvPr/>
            </p:nvSpPr>
            <p:spPr>
              <a:xfrm>
                <a:off x="7344676" y="583944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FF0DE">
                  <a:alpha val="100000"/>
                </a:srgbClr>
              </a:solidFill>
              <a:ln w="5420" cap="flat">
                <a:solidFill>
                  <a:srgbClr val="CAEFD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78" name="pg524">
                <a:extLst>
                  <a:ext uri="{FF2B5EF4-FFF2-40B4-BE49-F238E27FC236}">
                    <a16:creationId xmlns:a16="http://schemas.microsoft.com/office/drawing/2014/main" id="{E5A9DA0C-1EBD-DF86-44B0-578D68884E30}"/>
                  </a:ext>
                </a:extLst>
              </p:cNvPr>
              <p:cNvSpPr/>
              <p:nvPr/>
            </p:nvSpPr>
            <p:spPr>
              <a:xfrm>
                <a:off x="7380864" y="583944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4F2E0">
                  <a:alpha val="100000"/>
                </a:srgbClr>
              </a:solidFill>
              <a:ln w="5420" cap="flat">
                <a:solidFill>
                  <a:srgbClr val="D1F1D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79" name="pg525">
                <a:extLst>
                  <a:ext uri="{FF2B5EF4-FFF2-40B4-BE49-F238E27FC236}">
                    <a16:creationId xmlns:a16="http://schemas.microsoft.com/office/drawing/2014/main" id="{60D4E343-7096-C733-CBB8-2F1DF7C7870E}"/>
                  </a:ext>
                </a:extLst>
              </p:cNvPr>
              <p:cNvSpPr/>
              <p:nvPr/>
            </p:nvSpPr>
            <p:spPr>
              <a:xfrm>
                <a:off x="7417052" y="583944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7F3E1">
                  <a:alpha val="100000"/>
                </a:srgbClr>
              </a:solidFill>
              <a:ln w="5420" cap="flat">
                <a:solidFill>
                  <a:srgbClr val="D4F2E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80" name="pg526">
                <a:extLst>
                  <a:ext uri="{FF2B5EF4-FFF2-40B4-BE49-F238E27FC236}">
                    <a16:creationId xmlns:a16="http://schemas.microsoft.com/office/drawing/2014/main" id="{B51513AD-FA8B-A773-26A6-21DA3A967418}"/>
                  </a:ext>
                </a:extLst>
              </p:cNvPr>
              <p:cNvSpPr/>
              <p:nvPr/>
            </p:nvSpPr>
            <p:spPr>
              <a:xfrm>
                <a:off x="7453240" y="583944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6F2E1">
                  <a:alpha val="100000"/>
                </a:srgbClr>
              </a:solidFill>
              <a:ln w="5420" cap="flat">
                <a:solidFill>
                  <a:srgbClr val="D3F1E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81" name="pg527">
                <a:extLst>
                  <a:ext uri="{FF2B5EF4-FFF2-40B4-BE49-F238E27FC236}">
                    <a16:creationId xmlns:a16="http://schemas.microsoft.com/office/drawing/2014/main" id="{55CF641B-4F43-718E-AC03-95A534D7FEB1}"/>
                  </a:ext>
                </a:extLst>
              </p:cNvPr>
              <p:cNvSpPr/>
              <p:nvPr/>
            </p:nvSpPr>
            <p:spPr>
              <a:xfrm>
                <a:off x="7489428" y="583944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9EEDB">
                  <a:alpha val="100000"/>
                </a:srgbClr>
              </a:solidFill>
              <a:ln w="5420" cap="flat">
                <a:solidFill>
                  <a:srgbClr val="C2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82" name="pg528">
                <a:extLst>
                  <a:ext uri="{FF2B5EF4-FFF2-40B4-BE49-F238E27FC236}">
                    <a16:creationId xmlns:a16="http://schemas.microsoft.com/office/drawing/2014/main" id="{70186C17-9CC7-41B3-5160-136687B4DB15}"/>
                  </a:ext>
                </a:extLst>
              </p:cNvPr>
              <p:cNvSpPr/>
              <p:nvPr/>
            </p:nvSpPr>
            <p:spPr>
              <a:xfrm>
                <a:off x="7525616" y="583944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E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83" name="pg529">
                <a:extLst>
                  <a:ext uri="{FF2B5EF4-FFF2-40B4-BE49-F238E27FC236}">
                    <a16:creationId xmlns:a16="http://schemas.microsoft.com/office/drawing/2014/main" id="{7C3667DE-65E7-3B0E-7CBE-16497144EBEE}"/>
                  </a:ext>
                </a:extLst>
              </p:cNvPr>
              <p:cNvSpPr/>
              <p:nvPr/>
            </p:nvSpPr>
            <p:spPr>
              <a:xfrm>
                <a:off x="7561804" y="583944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84" name="pg530">
                <a:extLst>
                  <a:ext uri="{FF2B5EF4-FFF2-40B4-BE49-F238E27FC236}">
                    <a16:creationId xmlns:a16="http://schemas.microsoft.com/office/drawing/2014/main" id="{4E8395BF-E46F-1B48-9C64-8A58A247F49A}"/>
                  </a:ext>
                </a:extLst>
              </p:cNvPr>
              <p:cNvSpPr/>
              <p:nvPr/>
            </p:nvSpPr>
            <p:spPr>
              <a:xfrm>
                <a:off x="7597992" y="583944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92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85" name="pg531">
                <a:extLst>
                  <a:ext uri="{FF2B5EF4-FFF2-40B4-BE49-F238E27FC236}">
                    <a16:creationId xmlns:a16="http://schemas.microsoft.com/office/drawing/2014/main" id="{469D323D-1CD7-1F2B-8562-7D7320BB68FB}"/>
                  </a:ext>
                </a:extLst>
              </p:cNvPr>
              <p:cNvSpPr/>
              <p:nvPr/>
            </p:nvSpPr>
            <p:spPr>
              <a:xfrm>
                <a:off x="7634180" y="583944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86" name="pg532">
                <a:extLst>
                  <a:ext uri="{FF2B5EF4-FFF2-40B4-BE49-F238E27FC236}">
                    <a16:creationId xmlns:a16="http://schemas.microsoft.com/office/drawing/2014/main" id="{7D25028C-6D9B-C81E-CB9B-2DBB34444CB9}"/>
                  </a:ext>
                </a:extLst>
              </p:cNvPr>
              <p:cNvSpPr/>
              <p:nvPr/>
            </p:nvSpPr>
            <p:spPr>
              <a:xfrm>
                <a:off x="7670368" y="583944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2DCC0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87" name="pg533">
                <a:extLst>
                  <a:ext uri="{FF2B5EF4-FFF2-40B4-BE49-F238E27FC236}">
                    <a16:creationId xmlns:a16="http://schemas.microsoft.com/office/drawing/2014/main" id="{D73F6F92-0187-01DE-CE25-BAB856CE8177}"/>
                  </a:ext>
                </a:extLst>
              </p:cNvPr>
              <p:cNvSpPr/>
              <p:nvPr/>
            </p:nvSpPr>
            <p:spPr>
              <a:xfrm>
                <a:off x="7706556" y="583944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88" name="pg534">
                <a:extLst>
                  <a:ext uri="{FF2B5EF4-FFF2-40B4-BE49-F238E27FC236}">
                    <a16:creationId xmlns:a16="http://schemas.microsoft.com/office/drawing/2014/main" id="{0E7BFF5E-CA24-FC3B-B529-A769104F2F84}"/>
                  </a:ext>
                </a:extLst>
              </p:cNvPr>
              <p:cNvSpPr/>
              <p:nvPr/>
            </p:nvSpPr>
            <p:spPr>
              <a:xfrm>
                <a:off x="7742744" y="583944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6D9BB">
                  <a:alpha val="100000"/>
                </a:srgbClr>
              </a:solidFill>
              <a:ln w="5420" cap="flat">
                <a:solidFill>
                  <a:srgbClr val="64CF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89" name="pg535">
                <a:extLst>
                  <a:ext uri="{FF2B5EF4-FFF2-40B4-BE49-F238E27FC236}">
                    <a16:creationId xmlns:a16="http://schemas.microsoft.com/office/drawing/2014/main" id="{CCFCF55A-F7EA-28C8-429D-B0C8A5D5D802}"/>
                  </a:ext>
                </a:extLst>
              </p:cNvPr>
              <p:cNvSpPr/>
              <p:nvPr/>
            </p:nvSpPr>
            <p:spPr>
              <a:xfrm>
                <a:off x="7199924" y="588535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90" name="pg536">
                <a:extLst>
                  <a:ext uri="{FF2B5EF4-FFF2-40B4-BE49-F238E27FC236}">
                    <a16:creationId xmlns:a16="http://schemas.microsoft.com/office/drawing/2014/main" id="{21578EDC-C00D-2573-3DF1-D78DFEDFB816}"/>
                  </a:ext>
                </a:extLst>
              </p:cNvPr>
              <p:cNvSpPr/>
              <p:nvPr/>
            </p:nvSpPr>
            <p:spPr>
              <a:xfrm>
                <a:off x="7236112" y="588535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BEAD3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91" name="pg537">
                <a:extLst>
                  <a:ext uri="{FF2B5EF4-FFF2-40B4-BE49-F238E27FC236}">
                    <a16:creationId xmlns:a16="http://schemas.microsoft.com/office/drawing/2014/main" id="{613A3BB9-7636-A82B-F9F1-A6A2E10CD5EA}"/>
                  </a:ext>
                </a:extLst>
              </p:cNvPr>
              <p:cNvSpPr/>
              <p:nvPr/>
            </p:nvSpPr>
            <p:spPr>
              <a:xfrm>
                <a:off x="7272301" y="588535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92" name="pg538">
                <a:extLst>
                  <a:ext uri="{FF2B5EF4-FFF2-40B4-BE49-F238E27FC236}">
                    <a16:creationId xmlns:a16="http://schemas.microsoft.com/office/drawing/2014/main" id="{FD441D0F-D7C5-050B-E984-EA59BFB21994}"/>
                  </a:ext>
                </a:extLst>
              </p:cNvPr>
              <p:cNvSpPr/>
              <p:nvPr/>
            </p:nvSpPr>
            <p:spPr>
              <a:xfrm>
                <a:off x="7308489" y="588535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9EEDA">
                  <a:alpha val="100000"/>
                </a:srgbClr>
              </a:solidFill>
              <a:ln w="5420" cap="flat">
                <a:solidFill>
                  <a:srgbClr val="C2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93" name="pg539">
                <a:extLst>
                  <a:ext uri="{FF2B5EF4-FFF2-40B4-BE49-F238E27FC236}">
                    <a16:creationId xmlns:a16="http://schemas.microsoft.com/office/drawing/2014/main" id="{0C4242AE-3832-351E-3A7D-768CEC8607F7}"/>
                  </a:ext>
                </a:extLst>
              </p:cNvPr>
              <p:cNvSpPr/>
              <p:nvPr/>
            </p:nvSpPr>
            <p:spPr>
              <a:xfrm>
                <a:off x="7344676" y="588535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0F0DE">
                  <a:alpha val="100000"/>
                </a:srgbClr>
              </a:solidFill>
              <a:ln w="5420" cap="flat">
                <a:solidFill>
                  <a:srgbClr val="CBEFD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94" name="pg540">
                <a:extLst>
                  <a:ext uri="{FF2B5EF4-FFF2-40B4-BE49-F238E27FC236}">
                    <a16:creationId xmlns:a16="http://schemas.microsoft.com/office/drawing/2014/main" id="{03533B0F-C963-010E-E246-2654714365AB}"/>
                  </a:ext>
                </a:extLst>
              </p:cNvPr>
              <p:cNvSpPr/>
              <p:nvPr/>
            </p:nvSpPr>
            <p:spPr>
              <a:xfrm>
                <a:off x="7380864" y="588535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4F2E0">
                  <a:alpha val="100000"/>
                </a:srgbClr>
              </a:solidFill>
              <a:ln w="5420" cap="flat">
                <a:solidFill>
                  <a:srgbClr val="D1F1D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95" name="pg541">
                <a:extLst>
                  <a:ext uri="{FF2B5EF4-FFF2-40B4-BE49-F238E27FC236}">
                    <a16:creationId xmlns:a16="http://schemas.microsoft.com/office/drawing/2014/main" id="{11E32335-7377-B966-ED60-57E5268FB4A6}"/>
                  </a:ext>
                </a:extLst>
              </p:cNvPr>
              <p:cNvSpPr/>
              <p:nvPr/>
            </p:nvSpPr>
            <p:spPr>
              <a:xfrm>
                <a:off x="7417052" y="588535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7F3E1">
                  <a:alpha val="100000"/>
                </a:srgbClr>
              </a:solidFill>
              <a:ln w="5420" cap="flat">
                <a:solidFill>
                  <a:srgbClr val="D4F2E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96" name="pg542">
                <a:extLst>
                  <a:ext uri="{FF2B5EF4-FFF2-40B4-BE49-F238E27FC236}">
                    <a16:creationId xmlns:a16="http://schemas.microsoft.com/office/drawing/2014/main" id="{D5797BC7-936D-9119-FF63-0E8818CAC466}"/>
                  </a:ext>
                </a:extLst>
              </p:cNvPr>
              <p:cNvSpPr/>
              <p:nvPr/>
            </p:nvSpPr>
            <p:spPr>
              <a:xfrm>
                <a:off x="7453240" y="588535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6F2E1">
                  <a:alpha val="100000"/>
                </a:srgbClr>
              </a:solidFill>
              <a:ln w="5420" cap="flat">
                <a:solidFill>
                  <a:srgbClr val="D3F2E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97" name="pg543">
                <a:extLst>
                  <a:ext uri="{FF2B5EF4-FFF2-40B4-BE49-F238E27FC236}">
                    <a16:creationId xmlns:a16="http://schemas.microsoft.com/office/drawing/2014/main" id="{A431ED0C-90E0-1AAC-E068-3892BA5C4E12}"/>
                  </a:ext>
                </a:extLst>
              </p:cNvPr>
              <p:cNvSpPr/>
              <p:nvPr/>
            </p:nvSpPr>
            <p:spPr>
              <a:xfrm>
                <a:off x="7489428" y="588535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BEFDB">
                  <a:alpha val="100000"/>
                </a:srgbClr>
              </a:solidFill>
              <a:ln w="5420" cap="flat">
                <a:solidFill>
                  <a:srgbClr val="C4EC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98" name="pg544">
                <a:extLst>
                  <a:ext uri="{FF2B5EF4-FFF2-40B4-BE49-F238E27FC236}">
                    <a16:creationId xmlns:a16="http://schemas.microsoft.com/office/drawing/2014/main" id="{78C5FC1A-F026-A52B-E424-E470916FE886}"/>
                  </a:ext>
                </a:extLst>
              </p:cNvPr>
              <p:cNvSpPr/>
              <p:nvPr/>
            </p:nvSpPr>
            <p:spPr>
              <a:xfrm>
                <a:off x="7525616" y="588535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999" name="pg545">
                <a:extLst>
                  <a:ext uri="{FF2B5EF4-FFF2-40B4-BE49-F238E27FC236}">
                    <a16:creationId xmlns:a16="http://schemas.microsoft.com/office/drawing/2014/main" id="{0BD105BD-36AF-8E24-BDBB-5DE5E8BF4874}"/>
                  </a:ext>
                </a:extLst>
              </p:cNvPr>
              <p:cNvSpPr/>
              <p:nvPr/>
            </p:nvSpPr>
            <p:spPr>
              <a:xfrm>
                <a:off x="7561804" y="588535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00" name="pg546">
                <a:extLst>
                  <a:ext uri="{FF2B5EF4-FFF2-40B4-BE49-F238E27FC236}">
                    <a16:creationId xmlns:a16="http://schemas.microsoft.com/office/drawing/2014/main" id="{FE839516-30D4-D7C4-128D-CDA396012F1A}"/>
                  </a:ext>
                </a:extLst>
              </p:cNvPr>
              <p:cNvSpPr/>
              <p:nvPr/>
            </p:nvSpPr>
            <p:spPr>
              <a:xfrm>
                <a:off x="7597992" y="588535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01" name="pg547">
                <a:extLst>
                  <a:ext uri="{FF2B5EF4-FFF2-40B4-BE49-F238E27FC236}">
                    <a16:creationId xmlns:a16="http://schemas.microsoft.com/office/drawing/2014/main" id="{47BA43BD-809B-C17C-F7C4-FEBB3AF6973B}"/>
                  </a:ext>
                </a:extLst>
              </p:cNvPr>
              <p:cNvSpPr/>
              <p:nvPr/>
            </p:nvSpPr>
            <p:spPr>
              <a:xfrm>
                <a:off x="7634180" y="588535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02" name="pg548">
                <a:extLst>
                  <a:ext uri="{FF2B5EF4-FFF2-40B4-BE49-F238E27FC236}">
                    <a16:creationId xmlns:a16="http://schemas.microsoft.com/office/drawing/2014/main" id="{856D12E5-0B07-2A86-BD95-CA7F7841F5A8}"/>
                  </a:ext>
                </a:extLst>
              </p:cNvPr>
              <p:cNvSpPr/>
              <p:nvPr/>
            </p:nvSpPr>
            <p:spPr>
              <a:xfrm>
                <a:off x="7670368" y="588535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03" name="pg549">
                <a:extLst>
                  <a:ext uri="{FF2B5EF4-FFF2-40B4-BE49-F238E27FC236}">
                    <a16:creationId xmlns:a16="http://schemas.microsoft.com/office/drawing/2014/main" id="{AD26ACA3-67CD-CC97-C3DE-B2D06B9D20F2}"/>
                  </a:ext>
                </a:extLst>
              </p:cNvPr>
              <p:cNvSpPr/>
              <p:nvPr/>
            </p:nvSpPr>
            <p:spPr>
              <a:xfrm>
                <a:off x="7706556" y="5885351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0DCBF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04" name="pg550">
                <a:extLst>
                  <a:ext uri="{FF2B5EF4-FFF2-40B4-BE49-F238E27FC236}">
                    <a16:creationId xmlns:a16="http://schemas.microsoft.com/office/drawing/2014/main" id="{659AF47C-E015-AB0B-4AB3-C98F5C109923}"/>
                  </a:ext>
                </a:extLst>
              </p:cNvPr>
              <p:cNvSpPr/>
              <p:nvPr/>
            </p:nvSpPr>
            <p:spPr>
              <a:xfrm>
                <a:off x="7308489" y="593126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DD9">
                  <a:alpha val="100000"/>
                </a:srgbClr>
              </a:solidFill>
              <a:ln w="5420" cap="flat">
                <a:solidFill>
                  <a:srgbClr val="BF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05" name="pg551">
                <a:extLst>
                  <a:ext uri="{FF2B5EF4-FFF2-40B4-BE49-F238E27FC236}">
                    <a16:creationId xmlns:a16="http://schemas.microsoft.com/office/drawing/2014/main" id="{1BF7E92D-D33D-F18F-58A6-6DBA58CA8D16}"/>
                  </a:ext>
                </a:extLst>
              </p:cNvPr>
              <p:cNvSpPr/>
              <p:nvPr/>
            </p:nvSpPr>
            <p:spPr>
              <a:xfrm>
                <a:off x="7344676" y="593126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CEFDC">
                  <a:alpha val="100000"/>
                </a:srgbClr>
              </a:solidFill>
              <a:ln w="5420" cap="flat">
                <a:solidFill>
                  <a:srgbClr val="C6EDD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06" name="pg552">
                <a:extLst>
                  <a:ext uri="{FF2B5EF4-FFF2-40B4-BE49-F238E27FC236}">
                    <a16:creationId xmlns:a16="http://schemas.microsoft.com/office/drawing/2014/main" id="{F2BEF001-E098-E37E-A65E-A8B09F026F64}"/>
                  </a:ext>
                </a:extLst>
              </p:cNvPr>
              <p:cNvSpPr/>
              <p:nvPr/>
            </p:nvSpPr>
            <p:spPr>
              <a:xfrm>
                <a:off x="7380864" y="593126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0F0DE">
                  <a:alpha val="100000"/>
                </a:srgbClr>
              </a:solidFill>
              <a:ln w="5420" cap="flat">
                <a:solidFill>
                  <a:srgbClr val="CCEFD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07" name="pg553">
                <a:extLst>
                  <a:ext uri="{FF2B5EF4-FFF2-40B4-BE49-F238E27FC236}">
                    <a16:creationId xmlns:a16="http://schemas.microsoft.com/office/drawing/2014/main" id="{FDFABD16-8F75-A400-F2F8-855876C89E06}"/>
                  </a:ext>
                </a:extLst>
              </p:cNvPr>
              <p:cNvSpPr/>
              <p:nvPr/>
            </p:nvSpPr>
            <p:spPr>
              <a:xfrm>
                <a:off x="7417052" y="593126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2F1DF">
                  <a:alpha val="100000"/>
                </a:srgbClr>
              </a:solidFill>
              <a:ln w="5420" cap="flat">
                <a:solidFill>
                  <a:srgbClr val="CEF0D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08" name="pg554">
                <a:extLst>
                  <a:ext uri="{FF2B5EF4-FFF2-40B4-BE49-F238E27FC236}">
                    <a16:creationId xmlns:a16="http://schemas.microsoft.com/office/drawing/2014/main" id="{AF017F37-4A6F-1550-3426-2F745C1DA80B}"/>
                  </a:ext>
                </a:extLst>
              </p:cNvPr>
              <p:cNvSpPr/>
              <p:nvPr/>
            </p:nvSpPr>
            <p:spPr>
              <a:xfrm>
                <a:off x="7453240" y="593126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1F1DF">
                  <a:alpha val="100000"/>
                </a:srgbClr>
              </a:solidFill>
              <a:ln w="5420" cap="flat">
                <a:solidFill>
                  <a:srgbClr val="CDF0D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09" name="pg555">
                <a:extLst>
                  <a:ext uri="{FF2B5EF4-FFF2-40B4-BE49-F238E27FC236}">
                    <a16:creationId xmlns:a16="http://schemas.microsoft.com/office/drawing/2014/main" id="{67898EDF-5E0F-D831-CE20-DC91152CF5DA}"/>
                  </a:ext>
                </a:extLst>
              </p:cNvPr>
              <p:cNvSpPr/>
              <p:nvPr/>
            </p:nvSpPr>
            <p:spPr>
              <a:xfrm>
                <a:off x="7489428" y="593126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ED9">
                  <a:alpha val="100000"/>
                </a:srgbClr>
              </a:solidFill>
              <a:ln w="5420" cap="flat">
                <a:solidFill>
                  <a:srgbClr val="BF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10" name="pg556">
                <a:extLst>
                  <a:ext uri="{FF2B5EF4-FFF2-40B4-BE49-F238E27FC236}">
                    <a16:creationId xmlns:a16="http://schemas.microsoft.com/office/drawing/2014/main" id="{F467E5EC-9C4C-9B44-FDE6-D51264C54C09}"/>
                  </a:ext>
                </a:extLst>
              </p:cNvPr>
              <p:cNvSpPr/>
              <p:nvPr/>
            </p:nvSpPr>
            <p:spPr>
              <a:xfrm>
                <a:off x="7525616" y="593126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11" name="pg557">
                <a:extLst>
                  <a:ext uri="{FF2B5EF4-FFF2-40B4-BE49-F238E27FC236}">
                    <a16:creationId xmlns:a16="http://schemas.microsoft.com/office/drawing/2014/main" id="{ADD43C1A-5404-0BEB-072E-08F3037E80C1}"/>
                  </a:ext>
                </a:extLst>
              </p:cNvPr>
              <p:cNvSpPr/>
              <p:nvPr/>
            </p:nvSpPr>
            <p:spPr>
              <a:xfrm>
                <a:off x="7561804" y="593126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12" name="pg558">
                <a:extLst>
                  <a:ext uri="{FF2B5EF4-FFF2-40B4-BE49-F238E27FC236}">
                    <a16:creationId xmlns:a16="http://schemas.microsoft.com/office/drawing/2014/main" id="{4E008C91-9EF1-9D91-8EFA-0A458CFE102F}"/>
                  </a:ext>
                </a:extLst>
              </p:cNvPr>
              <p:cNvSpPr/>
              <p:nvPr/>
            </p:nvSpPr>
            <p:spPr>
              <a:xfrm>
                <a:off x="7597992" y="593126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13" name="pg559">
                <a:extLst>
                  <a:ext uri="{FF2B5EF4-FFF2-40B4-BE49-F238E27FC236}">
                    <a16:creationId xmlns:a16="http://schemas.microsoft.com/office/drawing/2014/main" id="{21373BB4-1F00-0DE4-15E9-468DB1AA458B}"/>
                  </a:ext>
                </a:extLst>
              </p:cNvPr>
              <p:cNvSpPr/>
              <p:nvPr/>
            </p:nvSpPr>
            <p:spPr>
              <a:xfrm>
                <a:off x="7634180" y="593126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8C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14" name="pg560">
                <a:extLst>
                  <a:ext uri="{FF2B5EF4-FFF2-40B4-BE49-F238E27FC236}">
                    <a16:creationId xmlns:a16="http://schemas.microsoft.com/office/drawing/2014/main" id="{3FCD1E26-9FF4-31BC-77F0-FEEFCF93A583}"/>
                  </a:ext>
                </a:extLst>
              </p:cNvPr>
              <p:cNvSpPr/>
              <p:nvPr/>
            </p:nvSpPr>
            <p:spPr>
              <a:xfrm>
                <a:off x="7670368" y="593126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15" name="pg561">
                <a:extLst>
                  <a:ext uri="{FF2B5EF4-FFF2-40B4-BE49-F238E27FC236}">
                    <a16:creationId xmlns:a16="http://schemas.microsoft.com/office/drawing/2014/main" id="{1C7527E8-0260-AC2B-14ED-829DAC732CA1}"/>
                  </a:ext>
                </a:extLst>
              </p:cNvPr>
              <p:cNvSpPr/>
              <p:nvPr/>
            </p:nvSpPr>
            <p:spPr>
              <a:xfrm>
                <a:off x="7706556" y="593126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16" name="pg562">
                <a:extLst>
                  <a:ext uri="{FF2B5EF4-FFF2-40B4-BE49-F238E27FC236}">
                    <a16:creationId xmlns:a16="http://schemas.microsoft.com/office/drawing/2014/main" id="{18C72A1C-EF45-AB20-0FDD-91C82FB8F748}"/>
                  </a:ext>
                </a:extLst>
              </p:cNvPr>
              <p:cNvSpPr/>
              <p:nvPr/>
            </p:nvSpPr>
            <p:spPr>
              <a:xfrm>
                <a:off x="7380864" y="597717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9EEDA">
                  <a:alpha val="100000"/>
                </a:srgbClr>
              </a:solidFill>
              <a:ln w="5420" cap="flat">
                <a:solidFill>
                  <a:srgbClr val="C2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17" name="pg563">
                <a:extLst>
                  <a:ext uri="{FF2B5EF4-FFF2-40B4-BE49-F238E27FC236}">
                    <a16:creationId xmlns:a16="http://schemas.microsoft.com/office/drawing/2014/main" id="{835B37DA-F7E9-27B5-7E6E-9997DCDCA418}"/>
                  </a:ext>
                </a:extLst>
              </p:cNvPr>
              <p:cNvSpPr/>
              <p:nvPr/>
            </p:nvSpPr>
            <p:spPr>
              <a:xfrm>
                <a:off x="7417052" y="597717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AEFDB">
                  <a:alpha val="100000"/>
                </a:srgbClr>
              </a:solidFill>
              <a:ln w="5420" cap="flat">
                <a:solidFill>
                  <a:srgbClr val="C4EC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18" name="pg564">
                <a:extLst>
                  <a:ext uri="{FF2B5EF4-FFF2-40B4-BE49-F238E27FC236}">
                    <a16:creationId xmlns:a16="http://schemas.microsoft.com/office/drawing/2014/main" id="{EEF1FA63-99F0-6922-B15A-7931D387FC3B}"/>
                  </a:ext>
                </a:extLst>
              </p:cNvPr>
              <p:cNvSpPr/>
              <p:nvPr/>
            </p:nvSpPr>
            <p:spPr>
              <a:xfrm>
                <a:off x="7453240" y="597717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AEEDB">
                  <a:alpha val="100000"/>
                </a:srgbClr>
              </a:solidFill>
              <a:ln w="5420" cap="flat">
                <a:solidFill>
                  <a:srgbClr val="C3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19" name="pg565">
                <a:extLst>
                  <a:ext uri="{FF2B5EF4-FFF2-40B4-BE49-F238E27FC236}">
                    <a16:creationId xmlns:a16="http://schemas.microsoft.com/office/drawing/2014/main" id="{313E6DAD-6C4D-9F47-639D-EB1284B5C8C8}"/>
                  </a:ext>
                </a:extLst>
              </p:cNvPr>
              <p:cNvSpPr/>
              <p:nvPr/>
            </p:nvSpPr>
            <p:spPr>
              <a:xfrm>
                <a:off x="7489428" y="597717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1EBD6">
                  <a:alpha val="100000"/>
                </a:srgbClr>
              </a:solidFill>
              <a:ln w="5420" cap="flat">
                <a:solidFill>
                  <a:srgbClr val="B7E8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20" name="pg566">
                <a:extLst>
                  <a:ext uri="{FF2B5EF4-FFF2-40B4-BE49-F238E27FC236}">
                    <a16:creationId xmlns:a16="http://schemas.microsoft.com/office/drawing/2014/main" id="{415E4406-7763-19DD-7EE7-65FDC42F1AAD}"/>
                  </a:ext>
                </a:extLst>
              </p:cNvPr>
              <p:cNvSpPr/>
              <p:nvPr/>
            </p:nvSpPr>
            <p:spPr>
              <a:xfrm>
                <a:off x="7525616" y="597717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21" name="pg567">
                <a:extLst>
                  <a:ext uri="{FF2B5EF4-FFF2-40B4-BE49-F238E27FC236}">
                    <a16:creationId xmlns:a16="http://schemas.microsoft.com/office/drawing/2014/main" id="{52354E3B-72DA-53D7-2203-710EF2D144EA}"/>
                  </a:ext>
                </a:extLst>
              </p:cNvPr>
              <p:cNvSpPr/>
              <p:nvPr/>
            </p:nvSpPr>
            <p:spPr>
              <a:xfrm>
                <a:off x="7561804" y="597717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22" name="pg568">
                <a:extLst>
                  <a:ext uri="{FF2B5EF4-FFF2-40B4-BE49-F238E27FC236}">
                    <a16:creationId xmlns:a16="http://schemas.microsoft.com/office/drawing/2014/main" id="{A9E1C0EB-7F79-4FF7-6726-C48170B6199E}"/>
                  </a:ext>
                </a:extLst>
              </p:cNvPr>
              <p:cNvSpPr/>
              <p:nvPr/>
            </p:nvSpPr>
            <p:spPr>
              <a:xfrm>
                <a:off x="7597992" y="597717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9E4CB">
                  <a:alpha val="100000"/>
                </a:srgbClr>
              </a:solidFill>
              <a:ln w="5420" cap="flat">
                <a:solidFill>
                  <a:srgbClr val="97DEC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23" name="pg569">
                <a:extLst>
                  <a:ext uri="{FF2B5EF4-FFF2-40B4-BE49-F238E27FC236}">
                    <a16:creationId xmlns:a16="http://schemas.microsoft.com/office/drawing/2014/main" id="{418D3D62-2CFE-02A7-B44F-7B2690CCCE45}"/>
                  </a:ext>
                </a:extLst>
              </p:cNvPr>
              <p:cNvSpPr/>
              <p:nvPr/>
            </p:nvSpPr>
            <p:spPr>
              <a:xfrm>
                <a:off x="7634180" y="597717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8C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24" name="pg570">
                <a:extLst>
                  <a:ext uri="{FF2B5EF4-FFF2-40B4-BE49-F238E27FC236}">
                    <a16:creationId xmlns:a16="http://schemas.microsoft.com/office/drawing/2014/main" id="{92073D10-930A-0EA1-5420-21AAE0539D07}"/>
                  </a:ext>
                </a:extLst>
              </p:cNvPr>
              <p:cNvSpPr/>
              <p:nvPr/>
            </p:nvSpPr>
            <p:spPr>
              <a:xfrm>
                <a:off x="7670368" y="597717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82D8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25" name="pg571">
                <a:extLst>
                  <a:ext uri="{FF2B5EF4-FFF2-40B4-BE49-F238E27FC236}">
                    <a16:creationId xmlns:a16="http://schemas.microsoft.com/office/drawing/2014/main" id="{E1134D2A-15F5-F875-70EA-9A0FF4C1E9C8}"/>
                  </a:ext>
                </a:extLst>
              </p:cNvPr>
              <p:cNvSpPr/>
              <p:nvPr/>
            </p:nvSpPr>
            <p:spPr>
              <a:xfrm>
                <a:off x="7706556" y="597717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79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26" name="pg572">
                <a:extLst>
                  <a:ext uri="{FF2B5EF4-FFF2-40B4-BE49-F238E27FC236}">
                    <a16:creationId xmlns:a16="http://schemas.microsoft.com/office/drawing/2014/main" id="{D2B20637-5CCC-780C-59F4-620DDC8E9ABB}"/>
                  </a:ext>
                </a:extLst>
              </p:cNvPr>
              <p:cNvSpPr/>
              <p:nvPr/>
            </p:nvSpPr>
            <p:spPr>
              <a:xfrm>
                <a:off x="7417052" y="602308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1ECD6">
                  <a:alpha val="100000"/>
                </a:srgbClr>
              </a:solidFill>
              <a:ln w="5420" cap="flat">
                <a:solidFill>
                  <a:srgbClr val="B7E8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27" name="pg573">
                <a:extLst>
                  <a:ext uri="{FF2B5EF4-FFF2-40B4-BE49-F238E27FC236}">
                    <a16:creationId xmlns:a16="http://schemas.microsoft.com/office/drawing/2014/main" id="{08B82D66-2801-B95E-F505-D31ECD0D6AD4}"/>
                  </a:ext>
                </a:extLst>
              </p:cNvPr>
              <p:cNvSpPr/>
              <p:nvPr/>
            </p:nvSpPr>
            <p:spPr>
              <a:xfrm>
                <a:off x="7453240" y="602308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28" name="pg574">
                <a:extLst>
                  <a:ext uri="{FF2B5EF4-FFF2-40B4-BE49-F238E27FC236}">
                    <a16:creationId xmlns:a16="http://schemas.microsoft.com/office/drawing/2014/main" id="{57ABAE52-4B5A-8D24-8740-3087B93524A5}"/>
                  </a:ext>
                </a:extLst>
              </p:cNvPr>
              <p:cNvSpPr/>
              <p:nvPr/>
            </p:nvSpPr>
            <p:spPr>
              <a:xfrm>
                <a:off x="7489428" y="602308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29" name="pg575">
                <a:extLst>
                  <a:ext uri="{FF2B5EF4-FFF2-40B4-BE49-F238E27FC236}">
                    <a16:creationId xmlns:a16="http://schemas.microsoft.com/office/drawing/2014/main" id="{08219906-6991-E629-0251-EE66016FD0DC}"/>
                  </a:ext>
                </a:extLst>
              </p:cNvPr>
              <p:cNvSpPr/>
              <p:nvPr/>
            </p:nvSpPr>
            <p:spPr>
              <a:xfrm>
                <a:off x="7525616" y="602308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30" name="pg576">
                <a:extLst>
                  <a:ext uri="{FF2B5EF4-FFF2-40B4-BE49-F238E27FC236}">
                    <a16:creationId xmlns:a16="http://schemas.microsoft.com/office/drawing/2014/main" id="{714F6D61-6750-63DD-28C3-ABC03F964B94}"/>
                  </a:ext>
                </a:extLst>
              </p:cNvPr>
              <p:cNvSpPr/>
              <p:nvPr/>
            </p:nvSpPr>
            <p:spPr>
              <a:xfrm>
                <a:off x="7561804" y="602308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DF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31" name="pg577">
                <a:extLst>
                  <a:ext uri="{FF2B5EF4-FFF2-40B4-BE49-F238E27FC236}">
                    <a16:creationId xmlns:a16="http://schemas.microsoft.com/office/drawing/2014/main" id="{982E5F63-98B7-A53F-C5C3-856D81A671E0}"/>
                  </a:ext>
                </a:extLst>
              </p:cNvPr>
              <p:cNvSpPr/>
              <p:nvPr/>
            </p:nvSpPr>
            <p:spPr>
              <a:xfrm>
                <a:off x="7597992" y="602308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92DC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32" name="pg578">
                <a:extLst>
                  <a:ext uri="{FF2B5EF4-FFF2-40B4-BE49-F238E27FC236}">
                    <a16:creationId xmlns:a16="http://schemas.microsoft.com/office/drawing/2014/main" id="{5E6DAFE8-DFDF-02E3-B7F0-D221E92627A3}"/>
                  </a:ext>
                </a:extLst>
              </p:cNvPr>
              <p:cNvSpPr/>
              <p:nvPr/>
            </p:nvSpPr>
            <p:spPr>
              <a:xfrm>
                <a:off x="7634180" y="602308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33" name="pg579">
                <a:extLst>
                  <a:ext uri="{FF2B5EF4-FFF2-40B4-BE49-F238E27FC236}">
                    <a16:creationId xmlns:a16="http://schemas.microsoft.com/office/drawing/2014/main" id="{3D6F0B14-ABA2-CEEE-2CB1-003EC891FBFD}"/>
                  </a:ext>
                </a:extLst>
              </p:cNvPr>
              <p:cNvSpPr/>
              <p:nvPr/>
            </p:nvSpPr>
            <p:spPr>
              <a:xfrm>
                <a:off x="7670368" y="602308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34" name="pg580">
                <a:extLst>
                  <a:ext uri="{FF2B5EF4-FFF2-40B4-BE49-F238E27FC236}">
                    <a16:creationId xmlns:a16="http://schemas.microsoft.com/office/drawing/2014/main" id="{99F25D53-C459-2BAE-52D9-3684E2F50E92}"/>
                  </a:ext>
                </a:extLst>
              </p:cNvPr>
              <p:cNvSpPr/>
              <p:nvPr/>
            </p:nvSpPr>
            <p:spPr>
              <a:xfrm>
                <a:off x="7706556" y="602308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35" name="pg581">
                <a:extLst>
                  <a:ext uri="{FF2B5EF4-FFF2-40B4-BE49-F238E27FC236}">
                    <a16:creationId xmlns:a16="http://schemas.microsoft.com/office/drawing/2014/main" id="{DF45A28D-065B-6600-EDE5-CB29E39A838F}"/>
                  </a:ext>
                </a:extLst>
              </p:cNvPr>
              <p:cNvSpPr/>
              <p:nvPr/>
            </p:nvSpPr>
            <p:spPr>
              <a:xfrm>
                <a:off x="7453240" y="606899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36" name="pg582">
                <a:extLst>
                  <a:ext uri="{FF2B5EF4-FFF2-40B4-BE49-F238E27FC236}">
                    <a16:creationId xmlns:a16="http://schemas.microsoft.com/office/drawing/2014/main" id="{01548B78-4102-8990-87F5-352464A64613}"/>
                  </a:ext>
                </a:extLst>
              </p:cNvPr>
              <p:cNvSpPr/>
              <p:nvPr/>
            </p:nvSpPr>
            <p:spPr>
              <a:xfrm>
                <a:off x="7489428" y="606899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37" name="pg583">
                <a:extLst>
                  <a:ext uri="{FF2B5EF4-FFF2-40B4-BE49-F238E27FC236}">
                    <a16:creationId xmlns:a16="http://schemas.microsoft.com/office/drawing/2014/main" id="{19C1729F-681F-BBE2-4AAB-AD96F91D3EE1}"/>
                  </a:ext>
                </a:extLst>
              </p:cNvPr>
              <p:cNvSpPr/>
              <p:nvPr/>
            </p:nvSpPr>
            <p:spPr>
              <a:xfrm>
                <a:off x="7525616" y="606899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DF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38" name="pg584">
                <a:extLst>
                  <a:ext uri="{FF2B5EF4-FFF2-40B4-BE49-F238E27FC236}">
                    <a16:creationId xmlns:a16="http://schemas.microsoft.com/office/drawing/2014/main" id="{23996A2F-C938-C0AF-5745-9523695ABD25}"/>
                  </a:ext>
                </a:extLst>
              </p:cNvPr>
              <p:cNvSpPr/>
              <p:nvPr/>
            </p:nvSpPr>
            <p:spPr>
              <a:xfrm>
                <a:off x="7561804" y="606899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93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39" name="pg585">
                <a:extLst>
                  <a:ext uri="{FF2B5EF4-FFF2-40B4-BE49-F238E27FC236}">
                    <a16:creationId xmlns:a16="http://schemas.microsoft.com/office/drawing/2014/main" id="{63ED9970-6DFF-89B4-F6A3-5EEE687584BF}"/>
                  </a:ext>
                </a:extLst>
              </p:cNvPr>
              <p:cNvSpPr/>
              <p:nvPr/>
            </p:nvSpPr>
            <p:spPr>
              <a:xfrm>
                <a:off x="7597992" y="606899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1E1C7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40" name="pg586">
                <a:extLst>
                  <a:ext uri="{FF2B5EF4-FFF2-40B4-BE49-F238E27FC236}">
                    <a16:creationId xmlns:a16="http://schemas.microsoft.com/office/drawing/2014/main" id="{7CDDB9E5-1743-7683-45E5-F24FFA12DBAF}"/>
                  </a:ext>
                </a:extLst>
              </p:cNvPr>
              <p:cNvSpPr/>
              <p:nvPr/>
            </p:nvSpPr>
            <p:spPr>
              <a:xfrm>
                <a:off x="7634180" y="606899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CDFC4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41" name="pg587">
                <a:extLst>
                  <a:ext uri="{FF2B5EF4-FFF2-40B4-BE49-F238E27FC236}">
                    <a16:creationId xmlns:a16="http://schemas.microsoft.com/office/drawing/2014/main" id="{8BA28D6B-03CD-EA2F-2D10-CACA37878DEF}"/>
                  </a:ext>
                </a:extLst>
              </p:cNvPr>
              <p:cNvSpPr/>
              <p:nvPr/>
            </p:nvSpPr>
            <p:spPr>
              <a:xfrm>
                <a:off x="7670368" y="606899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42" name="pg588">
                <a:extLst>
                  <a:ext uri="{FF2B5EF4-FFF2-40B4-BE49-F238E27FC236}">
                    <a16:creationId xmlns:a16="http://schemas.microsoft.com/office/drawing/2014/main" id="{CDB5F63A-FE8B-8C17-2563-241EAA78188F}"/>
                  </a:ext>
                </a:extLst>
              </p:cNvPr>
              <p:cNvSpPr/>
              <p:nvPr/>
            </p:nvSpPr>
            <p:spPr>
              <a:xfrm>
                <a:off x="7706556" y="606899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2DCC0">
                  <a:alpha val="100000"/>
                </a:srgbClr>
              </a:solidFill>
              <a:ln w="5420" cap="flat">
                <a:solidFill>
                  <a:srgbClr val="75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43" name="pg589">
                <a:extLst>
                  <a:ext uri="{FF2B5EF4-FFF2-40B4-BE49-F238E27FC236}">
                    <a16:creationId xmlns:a16="http://schemas.microsoft.com/office/drawing/2014/main" id="{3E38A3CF-9CC5-2CF5-2CFB-488CC575D880}"/>
                  </a:ext>
                </a:extLst>
              </p:cNvPr>
              <p:cNvSpPr/>
              <p:nvPr/>
            </p:nvSpPr>
            <p:spPr>
              <a:xfrm>
                <a:off x="7742744" y="606899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EDBBE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44" name="pg590">
                <a:extLst>
                  <a:ext uri="{FF2B5EF4-FFF2-40B4-BE49-F238E27FC236}">
                    <a16:creationId xmlns:a16="http://schemas.microsoft.com/office/drawing/2014/main" id="{A9B85B93-A6BF-7945-1469-7AD0A9942A84}"/>
                  </a:ext>
                </a:extLst>
              </p:cNvPr>
              <p:cNvSpPr/>
              <p:nvPr/>
            </p:nvSpPr>
            <p:spPr>
              <a:xfrm>
                <a:off x="7561804" y="611490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0E1C6">
                  <a:alpha val="100000"/>
                </a:srgbClr>
              </a:solidFill>
              <a:ln w="5420" cap="flat">
                <a:solidFill>
                  <a:srgbClr val="89DA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45" name="pg591">
                <a:extLst>
                  <a:ext uri="{FF2B5EF4-FFF2-40B4-BE49-F238E27FC236}">
                    <a16:creationId xmlns:a16="http://schemas.microsoft.com/office/drawing/2014/main" id="{9F532978-2614-AD1C-0444-4F6D1CBDF9FA}"/>
                  </a:ext>
                </a:extLst>
              </p:cNvPr>
              <p:cNvSpPr/>
              <p:nvPr/>
            </p:nvSpPr>
            <p:spPr>
              <a:xfrm>
                <a:off x="7597992" y="611490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BDFC4">
                  <a:alpha val="100000"/>
                </a:srgbClr>
              </a:solidFill>
              <a:ln w="5420" cap="flat">
                <a:solidFill>
                  <a:srgbClr val="83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46" name="pg592">
                <a:extLst>
                  <a:ext uri="{FF2B5EF4-FFF2-40B4-BE49-F238E27FC236}">
                    <a16:creationId xmlns:a16="http://schemas.microsoft.com/office/drawing/2014/main" id="{62271423-2B82-97D3-5AB5-48647F710EFD}"/>
                  </a:ext>
                </a:extLst>
              </p:cNvPr>
              <p:cNvSpPr/>
              <p:nvPr/>
            </p:nvSpPr>
            <p:spPr>
              <a:xfrm>
                <a:off x="7634180" y="611490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47" name="pg593">
                <a:extLst>
                  <a:ext uri="{FF2B5EF4-FFF2-40B4-BE49-F238E27FC236}">
                    <a16:creationId xmlns:a16="http://schemas.microsoft.com/office/drawing/2014/main" id="{4C35221F-43EA-E2FC-876B-EFC5A03A66A5}"/>
                  </a:ext>
                </a:extLst>
              </p:cNvPr>
              <p:cNvSpPr/>
              <p:nvPr/>
            </p:nvSpPr>
            <p:spPr>
              <a:xfrm>
                <a:off x="7670368" y="611490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2DDC0">
                  <a:alpha val="100000"/>
                </a:srgbClr>
              </a:solidFill>
              <a:ln w="5420" cap="flat">
                <a:solidFill>
                  <a:srgbClr val="76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48" name="pg594">
                <a:extLst>
                  <a:ext uri="{FF2B5EF4-FFF2-40B4-BE49-F238E27FC236}">
                    <a16:creationId xmlns:a16="http://schemas.microsoft.com/office/drawing/2014/main" id="{08BEC744-F74A-561E-DD33-EC442ABD8405}"/>
                  </a:ext>
                </a:extLst>
              </p:cNvPr>
              <p:cNvSpPr/>
              <p:nvPr/>
            </p:nvSpPr>
            <p:spPr>
              <a:xfrm>
                <a:off x="7706556" y="611490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EDBBE">
                  <a:alpha val="100000"/>
                </a:srgbClr>
              </a:solidFill>
              <a:ln w="5420" cap="flat">
                <a:solidFill>
                  <a:srgbClr val="70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49" name="pg595">
                <a:extLst>
                  <a:ext uri="{FF2B5EF4-FFF2-40B4-BE49-F238E27FC236}">
                    <a16:creationId xmlns:a16="http://schemas.microsoft.com/office/drawing/2014/main" id="{E967FE97-7FB6-FA31-65BB-43F8FD0C1D39}"/>
                  </a:ext>
                </a:extLst>
              </p:cNvPr>
              <p:cNvSpPr/>
              <p:nvPr/>
            </p:nvSpPr>
            <p:spPr>
              <a:xfrm>
                <a:off x="7742744" y="6114902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ADABD">
                  <a:alpha val="100000"/>
                </a:srgbClr>
              </a:solidFill>
              <a:ln w="5420" cap="flat">
                <a:solidFill>
                  <a:srgbClr val="6A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50" name="pg596">
                <a:extLst>
                  <a:ext uri="{FF2B5EF4-FFF2-40B4-BE49-F238E27FC236}">
                    <a16:creationId xmlns:a16="http://schemas.microsoft.com/office/drawing/2014/main" id="{3D5F4581-0603-56C4-A0C5-C99B38A09D34}"/>
                  </a:ext>
                </a:extLst>
              </p:cNvPr>
              <p:cNvSpPr/>
              <p:nvPr/>
            </p:nvSpPr>
            <p:spPr>
              <a:xfrm>
                <a:off x="7380864" y="6160813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85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51" name="pg597">
                <a:extLst>
                  <a:ext uri="{FF2B5EF4-FFF2-40B4-BE49-F238E27FC236}">
                    <a16:creationId xmlns:a16="http://schemas.microsoft.com/office/drawing/2014/main" id="{730CF3C1-9181-A1F4-23B1-2ED45522D440}"/>
                  </a:ext>
                </a:extLst>
              </p:cNvPr>
              <p:cNvSpPr/>
              <p:nvPr/>
            </p:nvSpPr>
            <p:spPr>
              <a:xfrm>
                <a:off x="7525616" y="6160813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81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52" name="pg598">
                <a:extLst>
                  <a:ext uri="{FF2B5EF4-FFF2-40B4-BE49-F238E27FC236}">
                    <a16:creationId xmlns:a16="http://schemas.microsoft.com/office/drawing/2014/main" id="{A470FFA9-FCCB-4BF8-24DB-C0E61AF0C824}"/>
                  </a:ext>
                </a:extLst>
              </p:cNvPr>
              <p:cNvSpPr/>
              <p:nvPr/>
            </p:nvSpPr>
            <p:spPr>
              <a:xfrm>
                <a:off x="7561804" y="6160813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8DEC3">
                  <a:alpha val="100000"/>
                </a:srgbClr>
              </a:solidFill>
              <a:ln w="5420" cap="flat">
                <a:solidFill>
                  <a:srgbClr val="7F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53" name="pg599">
                <a:extLst>
                  <a:ext uri="{FF2B5EF4-FFF2-40B4-BE49-F238E27FC236}">
                    <a16:creationId xmlns:a16="http://schemas.microsoft.com/office/drawing/2014/main" id="{5B1776E9-AE05-6848-3521-AFD5738965F2}"/>
                  </a:ext>
                </a:extLst>
              </p:cNvPr>
              <p:cNvSpPr/>
              <p:nvPr/>
            </p:nvSpPr>
            <p:spPr>
              <a:xfrm>
                <a:off x="7597992" y="6160813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5DDC1">
                  <a:alpha val="100000"/>
                </a:srgbClr>
              </a:solidFill>
              <a:ln w="5420" cap="flat">
                <a:solidFill>
                  <a:srgbClr val="7A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54" name="pg600">
                <a:extLst>
                  <a:ext uri="{FF2B5EF4-FFF2-40B4-BE49-F238E27FC236}">
                    <a16:creationId xmlns:a16="http://schemas.microsoft.com/office/drawing/2014/main" id="{C52D39AA-648C-6D5F-34D3-75C501C9C244}"/>
                  </a:ext>
                </a:extLst>
              </p:cNvPr>
              <p:cNvSpPr/>
              <p:nvPr/>
            </p:nvSpPr>
            <p:spPr>
              <a:xfrm>
                <a:off x="7634180" y="6160813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1DCC0">
                  <a:alpha val="100000"/>
                </a:srgbClr>
              </a:solidFill>
              <a:ln w="5420" cap="flat">
                <a:solidFill>
                  <a:srgbClr val="74D4B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55" name="pg601">
                <a:extLst>
                  <a:ext uri="{FF2B5EF4-FFF2-40B4-BE49-F238E27FC236}">
                    <a16:creationId xmlns:a16="http://schemas.microsoft.com/office/drawing/2014/main" id="{5AB192F3-2AC9-69A7-37DD-49484F16D861}"/>
                  </a:ext>
                </a:extLst>
              </p:cNvPr>
              <p:cNvSpPr/>
              <p:nvPr/>
            </p:nvSpPr>
            <p:spPr>
              <a:xfrm>
                <a:off x="7670368" y="6160813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DDBBE">
                  <a:alpha val="100000"/>
                </a:srgbClr>
              </a:solidFill>
              <a:ln w="5420" cap="flat">
                <a:solidFill>
                  <a:srgbClr val="6FD2B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56" name="pg602">
                <a:extLst>
                  <a:ext uri="{FF2B5EF4-FFF2-40B4-BE49-F238E27FC236}">
                    <a16:creationId xmlns:a16="http://schemas.microsoft.com/office/drawing/2014/main" id="{68411B11-6009-204E-4999-0AA56C742124}"/>
                  </a:ext>
                </a:extLst>
              </p:cNvPr>
              <p:cNvSpPr/>
              <p:nvPr/>
            </p:nvSpPr>
            <p:spPr>
              <a:xfrm>
                <a:off x="7706556" y="6160813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ADABD">
                  <a:alpha val="100000"/>
                </a:srgbClr>
              </a:solidFill>
              <a:ln w="5420" cap="flat">
                <a:solidFill>
                  <a:srgbClr val="6AD1A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57" name="pg603">
                <a:extLst>
                  <a:ext uri="{FF2B5EF4-FFF2-40B4-BE49-F238E27FC236}">
                    <a16:creationId xmlns:a16="http://schemas.microsoft.com/office/drawing/2014/main" id="{F3BE6A81-303A-F86B-3FF0-9CD1F2D1CB43}"/>
                  </a:ext>
                </a:extLst>
              </p:cNvPr>
              <p:cNvSpPr/>
              <p:nvPr/>
            </p:nvSpPr>
            <p:spPr>
              <a:xfrm>
                <a:off x="7742744" y="6160813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7D9BB">
                  <a:alpha val="100000"/>
                </a:srgbClr>
              </a:solidFill>
              <a:ln w="5420" cap="flat">
                <a:solidFill>
                  <a:srgbClr val="64CF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58" name="pg604">
                <a:extLst>
                  <a:ext uri="{FF2B5EF4-FFF2-40B4-BE49-F238E27FC236}">
                    <a16:creationId xmlns:a16="http://schemas.microsoft.com/office/drawing/2014/main" id="{4D71CA5B-F072-75B9-7BA8-D1C8359A8D0F}"/>
                  </a:ext>
                </a:extLst>
              </p:cNvPr>
              <p:cNvSpPr/>
              <p:nvPr/>
            </p:nvSpPr>
            <p:spPr>
              <a:xfrm>
                <a:off x="7344676" y="6206723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3DDC1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59" name="pg605">
                <a:extLst>
                  <a:ext uri="{FF2B5EF4-FFF2-40B4-BE49-F238E27FC236}">
                    <a16:creationId xmlns:a16="http://schemas.microsoft.com/office/drawing/2014/main" id="{AC5CE02A-432F-C30A-0890-0F1BCBB38814}"/>
                  </a:ext>
                </a:extLst>
              </p:cNvPr>
              <p:cNvSpPr/>
              <p:nvPr/>
            </p:nvSpPr>
            <p:spPr>
              <a:xfrm>
                <a:off x="7380864" y="6206723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6DEC2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60" name="pg606">
                <a:extLst>
                  <a:ext uri="{FF2B5EF4-FFF2-40B4-BE49-F238E27FC236}">
                    <a16:creationId xmlns:a16="http://schemas.microsoft.com/office/drawing/2014/main" id="{2B98A784-9748-7DFA-C595-F74DBB529ED7}"/>
                  </a:ext>
                </a:extLst>
              </p:cNvPr>
              <p:cNvSpPr/>
              <p:nvPr/>
            </p:nvSpPr>
            <p:spPr>
              <a:xfrm>
                <a:off x="7417052" y="6206723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7DEC2">
                  <a:alpha val="100000"/>
                </a:srgbClr>
              </a:solidFill>
              <a:ln w="5420" cap="flat">
                <a:solidFill>
                  <a:srgbClr val="7C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61" name="pg607">
                <a:extLst>
                  <a:ext uri="{FF2B5EF4-FFF2-40B4-BE49-F238E27FC236}">
                    <a16:creationId xmlns:a16="http://schemas.microsoft.com/office/drawing/2014/main" id="{FB4B8F3A-5718-2D49-CA49-0CA2046E5E09}"/>
                  </a:ext>
                </a:extLst>
              </p:cNvPr>
              <p:cNvSpPr/>
              <p:nvPr/>
            </p:nvSpPr>
            <p:spPr>
              <a:xfrm>
                <a:off x="7453240" y="6206723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5DDC2">
                  <a:alpha val="100000"/>
                </a:srgbClr>
              </a:solidFill>
              <a:ln w="5420" cap="flat">
                <a:solidFill>
                  <a:srgbClr val="7BD5B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62" name="pg608">
                <a:extLst>
                  <a:ext uri="{FF2B5EF4-FFF2-40B4-BE49-F238E27FC236}">
                    <a16:creationId xmlns:a16="http://schemas.microsoft.com/office/drawing/2014/main" id="{6038055A-A3E3-5B26-8286-9425AB3EF776}"/>
                  </a:ext>
                </a:extLst>
              </p:cNvPr>
              <p:cNvSpPr/>
              <p:nvPr/>
            </p:nvSpPr>
            <p:spPr>
              <a:xfrm>
                <a:off x="7489428" y="6206723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3DDC1">
                  <a:alpha val="100000"/>
                </a:srgbClr>
              </a:solidFill>
              <a:ln w="5420" cap="flat">
                <a:solidFill>
                  <a:srgbClr val="78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63" name="pg609">
                <a:extLst>
                  <a:ext uri="{FF2B5EF4-FFF2-40B4-BE49-F238E27FC236}">
                    <a16:creationId xmlns:a16="http://schemas.microsoft.com/office/drawing/2014/main" id="{F7BE96C0-8F96-FCEC-2BC1-2CC0E4F87A23}"/>
                  </a:ext>
                </a:extLst>
              </p:cNvPr>
              <p:cNvSpPr/>
              <p:nvPr/>
            </p:nvSpPr>
            <p:spPr>
              <a:xfrm>
                <a:off x="7525616" y="6206723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3DDC1">
                  <a:alpha val="100000"/>
                </a:srgbClr>
              </a:solidFill>
              <a:ln w="5420" cap="flat">
                <a:solidFill>
                  <a:srgbClr val="77D4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64" name="pg610">
                <a:extLst>
                  <a:ext uri="{FF2B5EF4-FFF2-40B4-BE49-F238E27FC236}">
                    <a16:creationId xmlns:a16="http://schemas.microsoft.com/office/drawing/2014/main" id="{DEA77C18-DD24-0D05-65E2-F4A977F30771}"/>
                  </a:ext>
                </a:extLst>
              </p:cNvPr>
              <p:cNvSpPr/>
              <p:nvPr/>
            </p:nvSpPr>
            <p:spPr>
              <a:xfrm>
                <a:off x="7561804" y="6206723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0DCBF">
                  <a:alpha val="100000"/>
                </a:srgbClr>
              </a:solidFill>
              <a:ln w="5420" cap="flat">
                <a:solidFill>
                  <a:srgbClr val="73D3B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65" name="pg611">
                <a:extLst>
                  <a:ext uri="{FF2B5EF4-FFF2-40B4-BE49-F238E27FC236}">
                    <a16:creationId xmlns:a16="http://schemas.microsoft.com/office/drawing/2014/main" id="{7D5937D3-B4BC-4F20-9548-4A75DFCC4A1A}"/>
                  </a:ext>
                </a:extLst>
              </p:cNvPr>
              <p:cNvSpPr/>
              <p:nvPr/>
            </p:nvSpPr>
            <p:spPr>
              <a:xfrm>
                <a:off x="7597992" y="6206723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EDBBE">
                  <a:alpha val="100000"/>
                </a:srgbClr>
              </a:solidFill>
              <a:ln w="5420" cap="flat">
                <a:solidFill>
                  <a:srgbClr val="6FD2B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66" name="pg612">
                <a:extLst>
                  <a:ext uri="{FF2B5EF4-FFF2-40B4-BE49-F238E27FC236}">
                    <a16:creationId xmlns:a16="http://schemas.microsoft.com/office/drawing/2014/main" id="{9F93FAC9-4833-3388-5D6A-EE8F7EFE11B4}"/>
                  </a:ext>
                </a:extLst>
              </p:cNvPr>
              <p:cNvSpPr/>
              <p:nvPr/>
            </p:nvSpPr>
            <p:spPr>
              <a:xfrm>
                <a:off x="7634180" y="6206723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BDABD">
                  <a:alpha val="100000"/>
                </a:srgbClr>
              </a:solidFill>
              <a:ln w="5420" cap="flat">
                <a:solidFill>
                  <a:srgbClr val="6BD1B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67" name="pg613">
                <a:extLst>
                  <a:ext uri="{FF2B5EF4-FFF2-40B4-BE49-F238E27FC236}">
                    <a16:creationId xmlns:a16="http://schemas.microsoft.com/office/drawing/2014/main" id="{3D7D7FB5-799C-1F8E-CA8E-F2898D779300}"/>
                  </a:ext>
                </a:extLst>
              </p:cNvPr>
              <p:cNvSpPr/>
              <p:nvPr/>
            </p:nvSpPr>
            <p:spPr>
              <a:xfrm>
                <a:off x="7670368" y="6206723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8D9BC">
                  <a:alpha val="100000"/>
                </a:srgbClr>
              </a:solidFill>
              <a:ln w="5420" cap="flat">
                <a:solidFill>
                  <a:srgbClr val="66D0A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68" name="pg614">
                <a:extLst>
                  <a:ext uri="{FF2B5EF4-FFF2-40B4-BE49-F238E27FC236}">
                    <a16:creationId xmlns:a16="http://schemas.microsoft.com/office/drawing/2014/main" id="{9C071D5F-7318-3436-991B-90D0C6F91CAF}"/>
                  </a:ext>
                </a:extLst>
              </p:cNvPr>
              <p:cNvSpPr/>
              <p:nvPr/>
            </p:nvSpPr>
            <p:spPr>
              <a:xfrm>
                <a:off x="7706556" y="6206723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5D8BA">
                  <a:alpha val="100000"/>
                </a:srgbClr>
              </a:solidFill>
              <a:ln w="5420" cap="flat">
                <a:solidFill>
                  <a:srgbClr val="62CEA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69" name="pg615">
                <a:extLst>
                  <a:ext uri="{FF2B5EF4-FFF2-40B4-BE49-F238E27FC236}">
                    <a16:creationId xmlns:a16="http://schemas.microsoft.com/office/drawing/2014/main" id="{F248D466-C4DF-6B3C-3DAC-CAC1A3365895}"/>
                  </a:ext>
                </a:extLst>
              </p:cNvPr>
              <p:cNvSpPr/>
              <p:nvPr/>
            </p:nvSpPr>
            <p:spPr>
              <a:xfrm>
                <a:off x="7742744" y="6206723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70" name="pg616">
                <a:extLst>
                  <a:ext uri="{FF2B5EF4-FFF2-40B4-BE49-F238E27FC236}">
                    <a16:creationId xmlns:a16="http://schemas.microsoft.com/office/drawing/2014/main" id="{F5048782-7411-788C-6DB1-6B520FDB0414}"/>
                  </a:ext>
                </a:extLst>
              </p:cNvPr>
              <p:cNvSpPr/>
              <p:nvPr/>
            </p:nvSpPr>
            <p:spPr>
              <a:xfrm>
                <a:off x="7308489" y="6252633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CD6B7">
                  <a:alpha val="100000"/>
                </a:srgbClr>
              </a:solidFill>
              <a:ln w="5420" cap="flat">
                <a:solidFill>
                  <a:srgbClr val="5D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71" name="pg617">
                <a:extLst>
                  <a:ext uri="{FF2B5EF4-FFF2-40B4-BE49-F238E27FC236}">
                    <a16:creationId xmlns:a16="http://schemas.microsoft.com/office/drawing/2014/main" id="{3DCB173B-C31B-66E7-0904-5AEEB05914ED}"/>
                  </a:ext>
                </a:extLst>
              </p:cNvPr>
              <p:cNvSpPr/>
              <p:nvPr/>
            </p:nvSpPr>
            <p:spPr>
              <a:xfrm>
                <a:off x="7344676" y="6252633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72" name="pg618">
                <a:extLst>
                  <a:ext uri="{FF2B5EF4-FFF2-40B4-BE49-F238E27FC236}">
                    <a16:creationId xmlns:a16="http://schemas.microsoft.com/office/drawing/2014/main" id="{A1930A63-17CE-7A5D-33D8-7AED8D885EE3}"/>
                  </a:ext>
                </a:extLst>
              </p:cNvPr>
              <p:cNvSpPr/>
              <p:nvPr/>
            </p:nvSpPr>
            <p:spPr>
              <a:xfrm>
                <a:off x="7380864" y="6252633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73" name="pg619">
                <a:extLst>
                  <a:ext uri="{FF2B5EF4-FFF2-40B4-BE49-F238E27FC236}">
                    <a16:creationId xmlns:a16="http://schemas.microsoft.com/office/drawing/2014/main" id="{3E6A42C8-C0D4-6723-66C1-D98CDF488CEE}"/>
                  </a:ext>
                </a:extLst>
              </p:cNvPr>
              <p:cNvSpPr/>
              <p:nvPr/>
            </p:nvSpPr>
            <p:spPr>
              <a:xfrm>
                <a:off x="7417052" y="6252633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74" name="pg620">
                <a:extLst>
                  <a:ext uri="{FF2B5EF4-FFF2-40B4-BE49-F238E27FC236}">
                    <a16:creationId xmlns:a16="http://schemas.microsoft.com/office/drawing/2014/main" id="{A3CFC0D5-16B7-15D3-2B2C-1C9026654E58}"/>
                  </a:ext>
                </a:extLst>
              </p:cNvPr>
              <p:cNvSpPr/>
              <p:nvPr/>
            </p:nvSpPr>
            <p:spPr>
              <a:xfrm>
                <a:off x="7453240" y="6252633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2D8B9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75" name="pg621">
                <a:extLst>
                  <a:ext uri="{FF2B5EF4-FFF2-40B4-BE49-F238E27FC236}">
                    <a16:creationId xmlns:a16="http://schemas.microsoft.com/office/drawing/2014/main" id="{7BB0C456-B0B1-F4A2-B631-9FD82CE5D34E}"/>
                  </a:ext>
                </a:extLst>
              </p:cNvPr>
              <p:cNvSpPr/>
              <p:nvPr/>
            </p:nvSpPr>
            <p:spPr>
              <a:xfrm>
                <a:off x="7489428" y="6252633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2D7B9">
                  <a:alpha val="100000"/>
                </a:srgbClr>
              </a:solidFill>
              <a:ln w="5420" cap="flat">
                <a:solidFill>
                  <a:srgbClr val="5FCD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76" name="pg622">
                <a:extLst>
                  <a:ext uri="{FF2B5EF4-FFF2-40B4-BE49-F238E27FC236}">
                    <a16:creationId xmlns:a16="http://schemas.microsoft.com/office/drawing/2014/main" id="{049C580C-2451-9EA0-F237-E7C49DF54881}"/>
                  </a:ext>
                </a:extLst>
              </p:cNvPr>
              <p:cNvSpPr/>
              <p:nvPr/>
            </p:nvSpPr>
            <p:spPr>
              <a:xfrm>
                <a:off x="7525616" y="6252633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1D7B9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77" name="pg623">
                <a:extLst>
                  <a:ext uri="{FF2B5EF4-FFF2-40B4-BE49-F238E27FC236}">
                    <a16:creationId xmlns:a16="http://schemas.microsoft.com/office/drawing/2014/main" id="{51BCC083-8049-DD7A-9DE0-7F9F8749FC93}"/>
                  </a:ext>
                </a:extLst>
              </p:cNvPr>
              <p:cNvSpPr/>
              <p:nvPr/>
            </p:nvSpPr>
            <p:spPr>
              <a:xfrm>
                <a:off x="7561804" y="6252633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5FCC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78" name="pg624">
                <a:extLst>
                  <a:ext uri="{FF2B5EF4-FFF2-40B4-BE49-F238E27FC236}">
                    <a16:creationId xmlns:a16="http://schemas.microsoft.com/office/drawing/2014/main" id="{434B3144-1D44-F859-256C-DCCF05A93D80}"/>
                  </a:ext>
                </a:extLst>
              </p:cNvPr>
              <p:cNvSpPr/>
              <p:nvPr/>
            </p:nvSpPr>
            <p:spPr>
              <a:xfrm>
                <a:off x="7597992" y="6252633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ED6B8">
                  <a:alpha val="100000"/>
                </a:srgbClr>
              </a:solidFill>
              <a:ln w="5420" cap="flat">
                <a:solidFill>
                  <a:srgbClr val="5ECB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79" name="pg625">
                <a:extLst>
                  <a:ext uri="{FF2B5EF4-FFF2-40B4-BE49-F238E27FC236}">
                    <a16:creationId xmlns:a16="http://schemas.microsoft.com/office/drawing/2014/main" id="{DD1C70F5-2283-A014-C1AE-A9B4608D1C61}"/>
                  </a:ext>
                </a:extLst>
              </p:cNvPr>
              <p:cNvSpPr/>
              <p:nvPr/>
            </p:nvSpPr>
            <p:spPr>
              <a:xfrm>
                <a:off x="7634180" y="6252633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DD6B7">
                  <a:alpha val="100000"/>
                </a:srgbClr>
              </a:solidFill>
              <a:ln w="5420" cap="flat">
                <a:solidFill>
                  <a:srgbClr val="5ECA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80" name="pg626">
                <a:extLst>
                  <a:ext uri="{FF2B5EF4-FFF2-40B4-BE49-F238E27FC236}">
                    <a16:creationId xmlns:a16="http://schemas.microsoft.com/office/drawing/2014/main" id="{3580A21A-D301-E940-74D6-382B866E9C15}"/>
                  </a:ext>
                </a:extLst>
              </p:cNvPr>
              <p:cNvSpPr/>
              <p:nvPr/>
            </p:nvSpPr>
            <p:spPr>
              <a:xfrm>
                <a:off x="7670368" y="6252633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BD5B6">
                  <a:alpha val="100000"/>
                </a:srgbClr>
              </a:solidFill>
              <a:ln w="5420" cap="flat">
                <a:solidFill>
                  <a:srgbClr val="5DC9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81" name="pg627">
                <a:extLst>
                  <a:ext uri="{FF2B5EF4-FFF2-40B4-BE49-F238E27FC236}">
                    <a16:creationId xmlns:a16="http://schemas.microsoft.com/office/drawing/2014/main" id="{F52C66B6-16D2-AD05-0D85-21B46AF0B24C}"/>
                  </a:ext>
                </a:extLst>
              </p:cNvPr>
              <p:cNvSpPr/>
              <p:nvPr/>
            </p:nvSpPr>
            <p:spPr>
              <a:xfrm>
                <a:off x="7706556" y="6252633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9D5B5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82" name="pg628">
                <a:extLst>
                  <a:ext uri="{FF2B5EF4-FFF2-40B4-BE49-F238E27FC236}">
                    <a16:creationId xmlns:a16="http://schemas.microsoft.com/office/drawing/2014/main" id="{FAE1A4AD-E7FC-DC0F-D883-4691EBE7A4AA}"/>
                  </a:ext>
                </a:extLst>
              </p:cNvPr>
              <p:cNvSpPr/>
              <p:nvPr/>
            </p:nvSpPr>
            <p:spPr>
              <a:xfrm>
                <a:off x="7742744" y="6252633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83" name="pg629">
                <a:extLst>
                  <a:ext uri="{FF2B5EF4-FFF2-40B4-BE49-F238E27FC236}">
                    <a16:creationId xmlns:a16="http://schemas.microsoft.com/office/drawing/2014/main" id="{396AB01A-5E0C-EA04-21D2-D2B5D59DC81A}"/>
                  </a:ext>
                </a:extLst>
              </p:cNvPr>
              <p:cNvSpPr/>
              <p:nvPr/>
            </p:nvSpPr>
            <p:spPr>
              <a:xfrm>
                <a:off x="7778932" y="6252633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84" name="pg630">
                <a:extLst>
                  <a:ext uri="{FF2B5EF4-FFF2-40B4-BE49-F238E27FC236}">
                    <a16:creationId xmlns:a16="http://schemas.microsoft.com/office/drawing/2014/main" id="{CC3D6E16-8844-C28F-0151-9D74A312E3E4}"/>
                  </a:ext>
                </a:extLst>
              </p:cNvPr>
              <p:cNvSpPr/>
              <p:nvPr/>
            </p:nvSpPr>
            <p:spPr>
              <a:xfrm>
                <a:off x="7308489" y="6298544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85" name="pg631">
                <a:extLst>
                  <a:ext uri="{FF2B5EF4-FFF2-40B4-BE49-F238E27FC236}">
                    <a16:creationId xmlns:a16="http://schemas.microsoft.com/office/drawing/2014/main" id="{06F2CB9E-CC04-6947-A566-89AAE5D4A594}"/>
                  </a:ext>
                </a:extLst>
              </p:cNvPr>
              <p:cNvSpPr/>
              <p:nvPr/>
            </p:nvSpPr>
            <p:spPr>
              <a:xfrm>
                <a:off x="7344676" y="6298544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3D3B3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86" name="pg632">
                <a:extLst>
                  <a:ext uri="{FF2B5EF4-FFF2-40B4-BE49-F238E27FC236}">
                    <a16:creationId xmlns:a16="http://schemas.microsoft.com/office/drawing/2014/main" id="{BDF19289-BCD1-F9F9-3375-79BAA8EB7766}"/>
                  </a:ext>
                </a:extLst>
              </p:cNvPr>
              <p:cNvSpPr/>
              <p:nvPr/>
            </p:nvSpPr>
            <p:spPr>
              <a:xfrm>
                <a:off x="7380864" y="6298544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87" name="pg633">
                <a:extLst>
                  <a:ext uri="{FF2B5EF4-FFF2-40B4-BE49-F238E27FC236}">
                    <a16:creationId xmlns:a16="http://schemas.microsoft.com/office/drawing/2014/main" id="{DF057CCA-7D17-BCA4-B177-4F04561B2EAC}"/>
                  </a:ext>
                </a:extLst>
              </p:cNvPr>
              <p:cNvSpPr/>
              <p:nvPr/>
            </p:nvSpPr>
            <p:spPr>
              <a:xfrm>
                <a:off x="7417052" y="6298544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7D4B4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88" name="pg634">
                <a:extLst>
                  <a:ext uri="{FF2B5EF4-FFF2-40B4-BE49-F238E27FC236}">
                    <a16:creationId xmlns:a16="http://schemas.microsoft.com/office/drawing/2014/main" id="{377E99B6-DD5A-9A14-F709-33C21D524CC2}"/>
                  </a:ext>
                </a:extLst>
              </p:cNvPr>
              <p:cNvSpPr/>
              <p:nvPr/>
            </p:nvSpPr>
            <p:spPr>
              <a:xfrm>
                <a:off x="7453240" y="6298544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8D4B5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89" name="pg635">
                <a:extLst>
                  <a:ext uri="{FF2B5EF4-FFF2-40B4-BE49-F238E27FC236}">
                    <a16:creationId xmlns:a16="http://schemas.microsoft.com/office/drawing/2014/main" id="{F14169A7-A756-08FF-97E3-DA61CC0FAF07}"/>
                  </a:ext>
                </a:extLst>
              </p:cNvPr>
              <p:cNvSpPr/>
              <p:nvPr/>
            </p:nvSpPr>
            <p:spPr>
              <a:xfrm>
                <a:off x="7489428" y="6298544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5CC8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90" name="pg636">
                <a:extLst>
                  <a:ext uri="{FF2B5EF4-FFF2-40B4-BE49-F238E27FC236}">
                    <a16:creationId xmlns:a16="http://schemas.microsoft.com/office/drawing/2014/main" id="{644B3547-6097-D08A-510F-6795884A7C22}"/>
                  </a:ext>
                </a:extLst>
              </p:cNvPr>
              <p:cNvSpPr/>
              <p:nvPr/>
            </p:nvSpPr>
            <p:spPr>
              <a:xfrm>
                <a:off x="7525616" y="6298544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8D5B5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91" name="pg637">
                <a:extLst>
                  <a:ext uri="{FF2B5EF4-FFF2-40B4-BE49-F238E27FC236}">
                    <a16:creationId xmlns:a16="http://schemas.microsoft.com/office/drawing/2014/main" id="{A417CE2F-E52A-C6C5-A58A-AEB24739A09A}"/>
                  </a:ext>
                </a:extLst>
              </p:cNvPr>
              <p:cNvSpPr/>
              <p:nvPr/>
            </p:nvSpPr>
            <p:spPr>
              <a:xfrm>
                <a:off x="7561804" y="6298544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7D4B5">
                  <a:alpha val="100000"/>
                </a:srgbClr>
              </a:solidFill>
              <a:ln w="5420" cap="flat">
                <a:solidFill>
                  <a:srgbClr val="5C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92" name="pg638">
                <a:extLst>
                  <a:ext uri="{FF2B5EF4-FFF2-40B4-BE49-F238E27FC236}">
                    <a16:creationId xmlns:a16="http://schemas.microsoft.com/office/drawing/2014/main" id="{D584BC74-4058-5A9B-C548-77FE8F06CEAE}"/>
                  </a:ext>
                </a:extLst>
              </p:cNvPr>
              <p:cNvSpPr/>
              <p:nvPr/>
            </p:nvSpPr>
            <p:spPr>
              <a:xfrm>
                <a:off x="7597992" y="6298544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6D4B4">
                  <a:alpha val="100000"/>
                </a:srgbClr>
              </a:solidFill>
              <a:ln w="5420" cap="flat">
                <a:solidFill>
                  <a:srgbClr val="5BC7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93" name="pg639">
                <a:extLst>
                  <a:ext uri="{FF2B5EF4-FFF2-40B4-BE49-F238E27FC236}">
                    <a16:creationId xmlns:a16="http://schemas.microsoft.com/office/drawing/2014/main" id="{D89BF72F-3FD0-033F-48F2-20C33E98389B}"/>
                  </a:ext>
                </a:extLst>
              </p:cNvPr>
              <p:cNvSpPr/>
              <p:nvPr/>
            </p:nvSpPr>
            <p:spPr>
              <a:xfrm>
                <a:off x="7634180" y="6298544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5D4B4">
                  <a:alpha val="100000"/>
                </a:srgbClr>
              </a:solidFill>
              <a:ln w="5420" cap="flat">
                <a:solidFill>
                  <a:srgbClr val="5BC6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94" name="pg640">
                <a:extLst>
                  <a:ext uri="{FF2B5EF4-FFF2-40B4-BE49-F238E27FC236}">
                    <a16:creationId xmlns:a16="http://schemas.microsoft.com/office/drawing/2014/main" id="{07997E1D-AFB5-A9C5-57D1-F3110E203AF7}"/>
                  </a:ext>
                </a:extLst>
              </p:cNvPr>
              <p:cNvSpPr/>
              <p:nvPr/>
            </p:nvSpPr>
            <p:spPr>
              <a:xfrm>
                <a:off x="7670368" y="6298544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4D3B3">
                  <a:alpha val="100000"/>
                </a:srgbClr>
              </a:solidFill>
              <a:ln w="5420" cap="flat">
                <a:solidFill>
                  <a:srgbClr val="5AC5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95" name="pg641">
                <a:extLst>
                  <a:ext uri="{FF2B5EF4-FFF2-40B4-BE49-F238E27FC236}">
                    <a16:creationId xmlns:a16="http://schemas.microsoft.com/office/drawing/2014/main" id="{1F1161CC-41E7-DF63-F250-75DFF8099BAC}"/>
                  </a:ext>
                </a:extLst>
              </p:cNvPr>
              <p:cNvSpPr/>
              <p:nvPr/>
            </p:nvSpPr>
            <p:spPr>
              <a:xfrm>
                <a:off x="7706556" y="6298544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2D3B3">
                  <a:alpha val="100000"/>
                </a:srgbClr>
              </a:solidFill>
              <a:ln w="5420" cap="flat">
                <a:solidFill>
                  <a:srgbClr val="5A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96" name="pg642">
                <a:extLst>
                  <a:ext uri="{FF2B5EF4-FFF2-40B4-BE49-F238E27FC236}">
                    <a16:creationId xmlns:a16="http://schemas.microsoft.com/office/drawing/2014/main" id="{D398EF28-76CF-BF17-753A-20A4C3700D79}"/>
                  </a:ext>
                </a:extLst>
              </p:cNvPr>
              <p:cNvSpPr/>
              <p:nvPr/>
            </p:nvSpPr>
            <p:spPr>
              <a:xfrm>
                <a:off x="7742744" y="6298544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71D3B2">
                  <a:alpha val="100000"/>
                </a:srgbClr>
              </a:solidFill>
              <a:ln w="5420" cap="flat">
                <a:solidFill>
                  <a:srgbClr val="59C4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97" name="pg643">
                <a:extLst>
                  <a:ext uri="{FF2B5EF4-FFF2-40B4-BE49-F238E27FC236}">
                    <a16:creationId xmlns:a16="http://schemas.microsoft.com/office/drawing/2014/main" id="{E13E2280-5E92-C415-2D61-9936412F5D81}"/>
                  </a:ext>
                </a:extLst>
              </p:cNvPr>
              <p:cNvSpPr/>
              <p:nvPr/>
            </p:nvSpPr>
            <p:spPr>
              <a:xfrm>
                <a:off x="7778932" y="6298544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FD2B2">
                  <a:alpha val="100000"/>
                </a:srgbClr>
              </a:solidFill>
              <a:ln w="5420" cap="flat">
                <a:solidFill>
                  <a:srgbClr val="59C3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98" name="pg644">
                <a:extLst>
                  <a:ext uri="{FF2B5EF4-FFF2-40B4-BE49-F238E27FC236}">
                    <a16:creationId xmlns:a16="http://schemas.microsoft.com/office/drawing/2014/main" id="{C7D84803-3496-FDE3-947D-5CE7A06CFEC8}"/>
                  </a:ext>
                </a:extLst>
              </p:cNvPr>
              <p:cNvSpPr/>
              <p:nvPr/>
            </p:nvSpPr>
            <p:spPr>
              <a:xfrm>
                <a:off x="7815120" y="6298544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99" name="pg645">
                <a:extLst>
                  <a:ext uri="{FF2B5EF4-FFF2-40B4-BE49-F238E27FC236}">
                    <a16:creationId xmlns:a16="http://schemas.microsoft.com/office/drawing/2014/main" id="{C5AA70B7-4DAC-4E81-BE05-83A8EBA20CB5}"/>
                  </a:ext>
                </a:extLst>
              </p:cNvPr>
              <p:cNvSpPr/>
              <p:nvPr/>
            </p:nvSpPr>
            <p:spPr>
              <a:xfrm>
                <a:off x="7308489" y="6344454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6CFAE">
                  <a:alpha val="100000"/>
                </a:srgbClr>
              </a:solidFill>
              <a:ln w="5420" cap="flat">
                <a:solidFill>
                  <a:srgbClr val="56BE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00" name="pg646">
                <a:extLst>
                  <a:ext uri="{FF2B5EF4-FFF2-40B4-BE49-F238E27FC236}">
                    <a16:creationId xmlns:a16="http://schemas.microsoft.com/office/drawing/2014/main" id="{0DDE6932-2388-DC9A-4B11-4A4E42B1F3FE}"/>
                  </a:ext>
                </a:extLst>
              </p:cNvPr>
              <p:cNvSpPr/>
              <p:nvPr/>
            </p:nvSpPr>
            <p:spPr>
              <a:xfrm>
                <a:off x="7344676" y="6344454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01" name="pg647">
                <a:extLst>
                  <a:ext uri="{FF2B5EF4-FFF2-40B4-BE49-F238E27FC236}">
                    <a16:creationId xmlns:a16="http://schemas.microsoft.com/office/drawing/2014/main" id="{E8C40041-7514-B534-3ED1-F0543641660B}"/>
                  </a:ext>
                </a:extLst>
              </p:cNvPr>
              <p:cNvSpPr/>
              <p:nvPr/>
            </p:nvSpPr>
            <p:spPr>
              <a:xfrm>
                <a:off x="7380864" y="6344454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02" name="pg648">
                <a:extLst>
                  <a:ext uri="{FF2B5EF4-FFF2-40B4-BE49-F238E27FC236}">
                    <a16:creationId xmlns:a16="http://schemas.microsoft.com/office/drawing/2014/main" id="{EE47DFE8-7AA3-54D5-9A60-AB21033CA798}"/>
                  </a:ext>
                </a:extLst>
              </p:cNvPr>
              <p:cNvSpPr/>
              <p:nvPr/>
            </p:nvSpPr>
            <p:spPr>
              <a:xfrm>
                <a:off x="7417052" y="6344454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03" name="pg649">
                <a:extLst>
                  <a:ext uri="{FF2B5EF4-FFF2-40B4-BE49-F238E27FC236}">
                    <a16:creationId xmlns:a16="http://schemas.microsoft.com/office/drawing/2014/main" id="{B05937BF-99FA-2816-574D-15E9F211123E}"/>
                  </a:ext>
                </a:extLst>
              </p:cNvPr>
              <p:cNvSpPr/>
              <p:nvPr/>
            </p:nvSpPr>
            <p:spPr>
              <a:xfrm>
                <a:off x="7453240" y="6344454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04" name="pg650">
                <a:extLst>
                  <a:ext uri="{FF2B5EF4-FFF2-40B4-BE49-F238E27FC236}">
                    <a16:creationId xmlns:a16="http://schemas.microsoft.com/office/drawing/2014/main" id="{8FA58C01-B9B2-552A-7EC4-C2E989B4FF6B}"/>
                  </a:ext>
                </a:extLst>
              </p:cNvPr>
              <p:cNvSpPr/>
              <p:nvPr/>
            </p:nvSpPr>
            <p:spPr>
              <a:xfrm>
                <a:off x="7489428" y="6344454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05" name="pg651">
                <a:extLst>
                  <a:ext uri="{FF2B5EF4-FFF2-40B4-BE49-F238E27FC236}">
                    <a16:creationId xmlns:a16="http://schemas.microsoft.com/office/drawing/2014/main" id="{01B5878E-862F-EC6C-1D08-55BABDA4FB38}"/>
                  </a:ext>
                </a:extLst>
              </p:cNvPr>
              <p:cNvSpPr/>
              <p:nvPr/>
            </p:nvSpPr>
            <p:spPr>
              <a:xfrm>
                <a:off x="7525616" y="6344454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FD2B1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06" name="pg652">
                <a:extLst>
                  <a:ext uri="{FF2B5EF4-FFF2-40B4-BE49-F238E27FC236}">
                    <a16:creationId xmlns:a16="http://schemas.microsoft.com/office/drawing/2014/main" id="{9487C445-8288-9C90-0B5A-3CE61E623754}"/>
                  </a:ext>
                </a:extLst>
              </p:cNvPr>
              <p:cNvSpPr/>
              <p:nvPr/>
            </p:nvSpPr>
            <p:spPr>
              <a:xfrm>
                <a:off x="7561804" y="6344454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59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07" name="pg653">
                <a:extLst>
                  <a:ext uri="{FF2B5EF4-FFF2-40B4-BE49-F238E27FC236}">
                    <a16:creationId xmlns:a16="http://schemas.microsoft.com/office/drawing/2014/main" id="{CC6EC241-7718-BEA2-052C-856479A05F85}"/>
                  </a:ext>
                </a:extLst>
              </p:cNvPr>
              <p:cNvSpPr/>
              <p:nvPr/>
            </p:nvSpPr>
            <p:spPr>
              <a:xfrm>
                <a:off x="7597992" y="6344454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ED2B1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08" name="pg654">
                <a:extLst>
                  <a:ext uri="{FF2B5EF4-FFF2-40B4-BE49-F238E27FC236}">
                    <a16:creationId xmlns:a16="http://schemas.microsoft.com/office/drawing/2014/main" id="{768C7595-6BE8-A045-4688-664633E4D5F4}"/>
                  </a:ext>
                </a:extLst>
              </p:cNvPr>
              <p:cNvSpPr/>
              <p:nvPr/>
            </p:nvSpPr>
            <p:spPr>
              <a:xfrm>
                <a:off x="7634180" y="6344454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DD2B1">
                  <a:alpha val="100000"/>
                </a:srgbClr>
              </a:solidFill>
              <a:ln w="5420" cap="flat">
                <a:solidFill>
                  <a:srgbClr val="58C2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09" name="pg655">
                <a:extLst>
                  <a:ext uri="{FF2B5EF4-FFF2-40B4-BE49-F238E27FC236}">
                    <a16:creationId xmlns:a16="http://schemas.microsoft.com/office/drawing/2014/main" id="{D698A343-D057-B914-99B5-32698BF6E7E9}"/>
                  </a:ext>
                </a:extLst>
              </p:cNvPr>
              <p:cNvSpPr/>
              <p:nvPr/>
            </p:nvSpPr>
            <p:spPr>
              <a:xfrm>
                <a:off x="7670368" y="6344454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DD1B1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10" name="pg656">
                <a:extLst>
                  <a:ext uri="{FF2B5EF4-FFF2-40B4-BE49-F238E27FC236}">
                    <a16:creationId xmlns:a16="http://schemas.microsoft.com/office/drawing/2014/main" id="{1A08226B-2068-F17D-1CA8-46DF6491446B}"/>
                  </a:ext>
                </a:extLst>
              </p:cNvPr>
              <p:cNvSpPr/>
              <p:nvPr/>
            </p:nvSpPr>
            <p:spPr>
              <a:xfrm>
                <a:off x="7706556" y="6344454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CD1B0">
                  <a:alpha val="100000"/>
                </a:srgbClr>
              </a:solidFill>
              <a:ln w="5420" cap="flat">
                <a:solidFill>
                  <a:srgbClr val="58C1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11" name="pg657">
                <a:extLst>
                  <a:ext uri="{FF2B5EF4-FFF2-40B4-BE49-F238E27FC236}">
                    <a16:creationId xmlns:a16="http://schemas.microsoft.com/office/drawing/2014/main" id="{A18098DD-42A5-08DB-AFE7-B2231625AAC5}"/>
                  </a:ext>
                </a:extLst>
              </p:cNvPr>
              <p:cNvSpPr/>
              <p:nvPr/>
            </p:nvSpPr>
            <p:spPr>
              <a:xfrm>
                <a:off x="7742744" y="6344454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AD1B0">
                  <a:alpha val="100000"/>
                </a:srgbClr>
              </a:solidFill>
              <a:ln w="5420" cap="flat">
                <a:solidFill>
                  <a:srgbClr val="57C0A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12" name="pg658">
                <a:extLst>
                  <a:ext uri="{FF2B5EF4-FFF2-40B4-BE49-F238E27FC236}">
                    <a16:creationId xmlns:a16="http://schemas.microsoft.com/office/drawing/2014/main" id="{CFC550E6-6C39-801B-6C95-18CDD2D03521}"/>
                  </a:ext>
                </a:extLst>
              </p:cNvPr>
              <p:cNvSpPr/>
              <p:nvPr/>
            </p:nvSpPr>
            <p:spPr>
              <a:xfrm>
                <a:off x="7778932" y="6344454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9D0AF">
                  <a:alpha val="100000"/>
                </a:srgbClr>
              </a:solidFill>
              <a:ln w="5420" cap="flat">
                <a:solidFill>
                  <a:srgbClr val="57C0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13" name="pg659">
                <a:extLst>
                  <a:ext uri="{FF2B5EF4-FFF2-40B4-BE49-F238E27FC236}">
                    <a16:creationId xmlns:a16="http://schemas.microsoft.com/office/drawing/2014/main" id="{E03C8ADA-24E2-5DE4-FFB1-9C039996DAF8}"/>
                  </a:ext>
                </a:extLst>
              </p:cNvPr>
              <p:cNvSpPr/>
              <p:nvPr/>
            </p:nvSpPr>
            <p:spPr>
              <a:xfrm>
                <a:off x="7815120" y="6344454"/>
                <a:ext cx="36188" cy="45910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68D0AF">
                  <a:alpha val="100000"/>
                </a:srgbClr>
              </a:solidFill>
              <a:ln w="5420" cap="flat">
                <a:solidFill>
                  <a:srgbClr val="56BFA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14" name="pg660">
                <a:extLst>
                  <a:ext uri="{FF2B5EF4-FFF2-40B4-BE49-F238E27FC236}">
                    <a16:creationId xmlns:a16="http://schemas.microsoft.com/office/drawing/2014/main" id="{34C64AFA-864E-8F07-14DB-407585ADA59B}"/>
                  </a:ext>
                </a:extLst>
              </p:cNvPr>
              <p:cNvSpPr/>
              <p:nvPr/>
            </p:nvSpPr>
            <p:spPr>
              <a:xfrm>
                <a:off x="8273645" y="4734963"/>
                <a:ext cx="12267" cy="63058"/>
              </a:xfrm>
              <a:custGeom>
                <a:avLst/>
                <a:gdLst/>
                <a:ahLst/>
                <a:cxnLst/>
                <a:rect l="0" t="0" r="0" b="0"/>
                <a:pathLst>
                  <a:path w="27605" h="141906">
                    <a:moveTo>
                      <a:pt x="25965" y="15142"/>
                    </a:moveTo>
                    <a:lnTo>
                      <a:pt x="3001" y="141906"/>
                    </a:lnTo>
                    <a:lnTo>
                      <a:pt x="0" y="103414"/>
                    </a:lnTo>
                    <a:lnTo>
                      <a:pt x="9634" y="0"/>
                    </a:lnTo>
                    <a:lnTo>
                      <a:pt x="27605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15" name="pg661">
                <a:extLst>
                  <a:ext uri="{FF2B5EF4-FFF2-40B4-BE49-F238E27FC236}">
                    <a16:creationId xmlns:a16="http://schemas.microsoft.com/office/drawing/2014/main" id="{F1CA2D3A-8751-BF57-9432-3356DEFBEABA}"/>
                  </a:ext>
                </a:extLst>
              </p:cNvPr>
              <p:cNvSpPr/>
              <p:nvPr/>
            </p:nvSpPr>
            <p:spPr>
              <a:xfrm>
                <a:off x="7799650" y="4734963"/>
                <a:ext cx="463115" cy="416714"/>
              </a:xfrm>
              <a:custGeom>
                <a:avLst/>
                <a:gdLst/>
                <a:ahLst/>
                <a:cxnLst/>
                <a:rect l="0" t="0" r="0" b="0"/>
                <a:pathLst>
                  <a:path w="1042192" h="937770">
                    <a:moveTo>
                      <a:pt x="1041757" y="966"/>
                    </a:moveTo>
                    <a:lnTo>
                      <a:pt x="998433" y="199714"/>
                    </a:lnTo>
                    <a:lnTo>
                      <a:pt x="938872" y="305648"/>
                    </a:lnTo>
                    <a:lnTo>
                      <a:pt x="884012" y="378917"/>
                    </a:lnTo>
                    <a:lnTo>
                      <a:pt x="827417" y="366805"/>
                    </a:lnTo>
                    <a:lnTo>
                      <a:pt x="840146" y="425026"/>
                    </a:lnTo>
                    <a:lnTo>
                      <a:pt x="824596" y="455352"/>
                    </a:lnTo>
                    <a:lnTo>
                      <a:pt x="811288" y="518619"/>
                    </a:lnTo>
                    <a:lnTo>
                      <a:pt x="777548" y="560552"/>
                    </a:lnTo>
                    <a:lnTo>
                      <a:pt x="745832" y="556515"/>
                    </a:lnTo>
                    <a:lnTo>
                      <a:pt x="700266" y="585419"/>
                    </a:lnTo>
                    <a:lnTo>
                      <a:pt x="682293" y="607532"/>
                    </a:lnTo>
                    <a:lnTo>
                      <a:pt x="680955" y="649879"/>
                    </a:lnTo>
                    <a:lnTo>
                      <a:pt x="650470" y="687132"/>
                    </a:lnTo>
                    <a:lnTo>
                      <a:pt x="540461" y="880650"/>
                    </a:lnTo>
                    <a:lnTo>
                      <a:pt x="444953" y="937770"/>
                    </a:lnTo>
                    <a:lnTo>
                      <a:pt x="422098" y="929465"/>
                    </a:lnTo>
                    <a:lnTo>
                      <a:pt x="447268" y="838120"/>
                    </a:lnTo>
                    <a:lnTo>
                      <a:pt x="464518" y="745766"/>
                    </a:lnTo>
                    <a:lnTo>
                      <a:pt x="406548" y="705576"/>
                    </a:lnTo>
                    <a:lnTo>
                      <a:pt x="351073" y="684334"/>
                    </a:lnTo>
                    <a:lnTo>
                      <a:pt x="287426" y="687132"/>
                    </a:lnTo>
                    <a:lnTo>
                      <a:pt x="217124" y="615332"/>
                    </a:lnTo>
                    <a:lnTo>
                      <a:pt x="126499" y="563121"/>
                    </a:lnTo>
                    <a:lnTo>
                      <a:pt x="0" y="421860"/>
                    </a:lnTo>
                    <a:lnTo>
                      <a:pt x="3688" y="382679"/>
                    </a:lnTo>
                    <a:lnTo>
                      <a:pt x="506" y="316935"/>
                    </a:lnTo>
                    <a:lnTo>
                      <a:pt x="38947" y="213064"/>
                    </a:lnTo>
                    <a:lnTo>
                      <a:pt x="75798" y="140438"/>
                    </a:lnTo>
                    <a:lnTo>
                      <a:pt x="126680" y="102817"/>
                    </a:lnTo>
                    <a:lnTo>
                      <a:pt x="274335" y="64508"/>
                    </a:lnTo>
                    <a:lnTo>
                      <a:pt x="311366" y="6884"/>
                    </a:lnTo>
                    <a:lnTo>
                      <a:pt x="314479" y="0"/>
                    </a:lnTo>
                    <a:lnTo>
                      <a:pt x="1042192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16" name="pg662">
                <a:extLst>
                  <a:ext uri="{FF2B5EF4-FFF2-40B4-BE49-F238E27FC236}">
                    <a16:creationId xmlns:a16="http://schemas.microsoft.com/office/drawing/2014/main" id="{98F9E276-A88E-31FF-3280-4064A4934D8B}"/>
                  </a:ext>
                </a:extLst>
              </p:cNvPr>
              <p:cNvSpPr/>
              <p:nvPr/>
            </p:nvSpPr>
            <p:spPr>
              <a:xfrm>
                <a:off x="7026025" y="4734963"/>
                <a:ext cx="934340" cy="1636545"/>
              </a:xfrm>
              <a:custGeom>
                <a:avLst/>
                <a:gdLst/>
                <a:ahLst/>
                <a:cxnLst/>
                <a:rect l="0" t="0" r="0" b="0"/>
                <a:pathLst>
                  <a:path w="2088998" h="3682871">
                    <a:moveTo>
                      <a:pt x="1987487" y="41706"/>
                    </a:moveTo>
                    <a:lnTo>
                      <a:pt x="1877912" y="69968"/>
                    </a:lnTo>
                    <a:lnTo>
                      <a:pt x="1818858" y="101074"/>
                    </a:lnTo>
                    <a:lnTo>
                      <a:pt x="1771628" y="148650"/>
                    </a:lnTo>
                    <a:lnTo>
                      <a:pt x="1743674" y="208385"/>
                    </a:lnTo>
                    <a:lnTo>
                      <a:pt x="1680388" y="280369"/>
                    </a:lnTo>
                    <a:lnTo>
                      <a:pt x="1684836" y="328588"/>
                    </a:lnTo>
                    <a:lnTo>
                      <a:pt x="1695432" y="362859"/>
                    </a:lnTo>
                    <a:lnTo>
                      <a:pt x="1690550" y="434293"/>
                    </a:lnTo>
                    <a:lnTo>
                      <a:pt x="1730583" y="503937"/>
                    </a:lnTo>
                    <a:lnTo>
                      <a:pt x="1809961" y="618039"/>
                    </a:lnTo>
                    <a:lnTo>
                      <a:pt x="1825114" y="795269"/>
                    </a:lnTo>
                    <a:lnTo>
                      <a:pt x="1885687" y="913867"/>
                    </a:lnTo>
                    <a:lnTo>
                      <a:pt x="1978519" y="1052146"/>
                    </a:lnTo>
                    <a:lnTo>
                      <a:pt x="2049905" y="1091464"/>
                    </a:lnTo>
                    <a:lnTo>
                      <a:pt x="2053377" y="1142895"/>
                    </a:lnTo>
                    <a:lnTo>
                      <a:pt x="2020432" y="1227817"/>
                    </a:lnTo>
                    <a:lnTo>
                      <a:pt x="1977000" y="1266630"/>
                    </a:lnTo>
                    <a:lnTo>
                      <a:pt x="2033487" y="1258877"/>
                    </a:lnTo>
                    <a:lnTo>
                      <a:pt x="2061622" y="1278284"/>
                    </a:lnTo>
                    <a:lnTo>
                      <a:pt x="2088998" y="1349121"/>
                    </a:lnTo>
                    <a:lnTo>
                      <a:pt x="2086864" y="1421426"/>
                    </a:lnTo>
                    <a:lnTo>
                      <a:pt x="2077606" y="1462167"/>
                    </a:lnTo>
                    <a:lnTo>
                      <a:pt x="2060501" y="1478408"/>
                    </a:lnTo>
                    <a:lnTo>
                      <a:pt x="2061224" y="1436796"/>
                    </a:lnTo>
                    <a:lnTo>
                      <a:pt x="2049110" y="1422344"/>
                    </a:lnTo>
                    <a:lnTo>
                      <a:pt x="2029111" y="1440374"/>
                    </a:lnTo>
                    <a:lnTo>
                      <a:pt x="2016165" y="1460928"/>
                    </a:lnTo>
                    <a:lnTo>
                      <a:pt x="2010776" y="1541905"/>
                    </a:lnTo>
                    <a:lnTo>
                      <a:pt x="1997071" y="1582370"/>
                    </a:lnTo>
                    <a:lnTo>
                      <a:pt x="1948612" y="1594390"/>
                    </a:lnTo>
                    <a:lnTo>
                      <a:pt x="1899466" y="1700646"/>
                    </a:lnTo>
                    <a:lnTo>
                      <a:pt x="1853755" y="1760931"/>
                    </a:lnTo>
                    <a:lnTo>
                      <a:pt x="1673879" y="2168566"/>
                    </a:lnTo>
                    <a:lnTo>
                      <a:pt x="1680750" y="2236697"/>
                    </a:lnTo>
                    <a:lnTo>
                      <a:pt x="1647841" y="2258627"/>
                    </a:lnTo>
                    <a:lnTo>
                      <a:pt x="1598008" y="2276474"/>
                    </a:lnTo>
                    <a:lnTo>
                      <a:pt x="1547596" y="2317214"/>
                    </a:lnTo>
                    <a:lnTo>
                      <a:pt x="1514145" y="2362130"/>
                    </a:lnTo>
                    <a:lnTo>
                      <a:pt x="1483081" y="2482929"/>
                    </a:lnTo>
                    <a:lnTo>
                      <a:pt x="1423556" y="2618915"/>
                    </a:lnTo>
                    <a:lnTo>
                      <a:pt x="1386416" y="2562254"/>
                    </a:lnTo>
                    <a:lnTo>
                      <a:pt x="1376905" y="2513760"/>
                    </a:lnTo>
                    <a:lnTo>
                      <a:pt x="1393432" y="2387272"/>
                    </a:lnTo>
                    <a:lnTo>
                      <a:pt x="1457803" y="2179898"/>
                    </a:lnTo>
                    <a:lnTo>
                      <a:pt x="1528719" y="2050978"/>
                    </a:lnTo>
                    <a:lnTo>
                      <a:pt x="1582819" y="1989868"/>
                    </a:lnTo>
                    <a:lnTo>
                      <a:pt x="1627300" y="1865306"/>
                    </a:lnTo>
                    <a:lnTo>
                      <a:pt x="1571103" y="1846725"/>
                    </a:lnTo>
                    <a:lnTo>
                      <a:pt x="1485432" y="1848744"/>
                    </a:lnTo>
                    <a:lnTo>
                      <a:pt x="1501560" y="1791257"/>
                    </a:lnTo>
                    <a:lnTo>
                      <a:pt x="1526549" y="1740607"/>
                    </a:lnTo>
                    <a:lnTo>
                      <a:pt x="1481888" y="1690140"/>
                    </a:lnTo>
                    <a:lnTo>
                      <a:pt x="1455452" y="1683717"/>
                    </a:lnTo>
                    <a:lnTo>
                      <a:pt x="1428221" y="1663025"/>
                    </a:lnTo>
                    <a:lnTo>
                      <a:pt x="1460153" y="1621000"/>
                    </a:lnTo>
                    <a:lnTo>
                      <a:pt x="1475740" y="1576589"/>
                    </a:lnTo>
                    <a:lnTo>
                      <a:pt x="1466229" y="1522544"/>
                    </a:lnTo>
                    <a:lnTo>
                      <a:pt x="1479609" y="1481849"/>
                    </a:lnTo>
                    <a:lnTo>
                      <a:pt x="1457296" y="1487997"/>
                    </a:lnTo>
                    <a:lnTo>
                      <a:pt x="1421422" y="1531077"/>
                    </a:lnTo>
                    <a:lnTo>
                      <a:pt x="1399110" y="1548282"/>
                    </a:lnTo>
                    <a:lnTo>
                      <a:pt x="1385512" y="1510156"/>
                    </a:lnTo>
                    <a:lnTo>
                      <a:pt x="1369998" y="1518782"/>
                    </a:lnTo>
                    <a:lnTo>
                      <a:pt x="1359909" y="1544979"/>
                    </a:lnTo>
                    <a:lnTo>
                      <a:pt x="1337017" y="1559385"/>
                    </a:lnTo>
                    <a:lnTo>
                      <a:pt x="1288667" y="1523553"/>
                    </a:lnTo>
                    <a:lnTo>
                      <a:pt x="1218184" y="1482537"/>
                    </a:lnTo>
                    <a:lnTo>
                      <a:pt x="1178947" y="1411975"/>
                    </a:lnTo>
                    <a:lnTo>
                      <a:pt x="1156562" y="1357287"/>
                    </a:lnTo>
                    <a:lnTo>
                      <a:pt x="1179309" y="1258326"/>
                    </a:lnTo>
                    <a:lnTo>
                      <a:pt x="1228021" y="1240755"/>
                    </a:lnTo>
                    <a:lnTo>
                      <a:pt x="1291307" y="1256812"/>
                    </a:lnTo>
                    <a:lnTo>
                      <a:pt x="1374265" y="1256675"/>
                    </a:lnTo>
                    <a:lnTo>
                      <a:pt x="1362404" y="1234699"/>
                    </a:lnTo>
                    <a:lnTo>
                      <a:pt x="1332786" y="1238323"/>
                    </a:lnTo>
                    <a:lnTo>
                      <a:pt x="1245343" y="1158035"/>
                    </a:lnTo>
                    <a:lnTo>
                      <a:pt x="1217208" y="1109541"/>
                    </a:lnTo>
                    <a:lnTo>
                      <a:pt x="1168821" y="1096236"/>
                    </a:lnTo>
                    <a:lnTo>
                      <a:pt x="1146762" y="1142849"/>
                    </a:lnTo>
                    <a:lnTo>
                      <a:pt x="1122279" y="1155236"/>
                    </a:lnTo>
                    <a:lnTo>
                      <a:pt x="1152512" y="1053247"/>
                    </a:lnTo>
                    <a:lnTo>
                      <a:pt x="1192038" y="1049072"/>
                    </a:lnTo>
                    <a:lnTo>
                      <a:pt x="1250406" y="1020811"/>
                    </a:lnTo>
                    <a:lnTo>
                      <a:pt x="1233445" y="961764"/>
                    </a:lnTo>
                    <a:lnTo>
                      <a:pt x="1196595" y="935934"/>
                    </a:lnTo>
                    <a:lnTo>
                      <a:pt x="1130054" y="968325"/>
                    </a:lnTo>
                    <a:lnTo>
                      <a:pt x="1130850" y="926804"/>
                    </a:lnTo>
                    <a:lnTo>
                      <a:pt x="1143326" y="873631"/>
                    </a:lnTo>
                    <a:lnTo>
                      <a:pt x="1193485" y="873814"/>
                    </a:lnTo>
                    <a:lnTo>
                      <a:pt x="1237423" y="891156"/>
                    </a:lnTo>
                    <a:lnTo>
                      <a:pt x="1274816" y="805271"/>
                    </a:lnTo>
                    <a:lnTo>
                      <a:pt x="1276480" y="766916"/>
                    </a:lnTo>
                    <a:lnTo>
                      <a:pt x="1214351" y="822659"/>
                    </a:lnTo>
                    <a:lnTo>
                      <a:pt x="1200392" y="702410"/>
                    </a:lnTo>
                    <a:lnTo>
                      <a:pt x="1261544" y="586428"/>
                    </a:lnTo>
                    <a:lnTo>
                      <a:pt x="1319876" y="535869"/>
                    </a:lnTo>
                    <a:lnTo>
                      <a:pt x="1392745" y="537337"/>
                    </a:lnTo>
                    <a:lnTo>
                      <a:pt x="1466807" y="529171"/>
                    </a:lnTo>
                    <a:lnTo>
                      <a:pt x="1420338" y="507929"/>
                    </a:lnTo>
                    <a:lnTo>
                      <a:pt x="1372638" y="496413"/>
                    </a:lnTo>
                    <a:lnTo>
                      <a:pt x="1408476" y="450580"/>
                    </a:lnTo>
                    <a:lnTo>
                      <a:pt x="1439034" y="442368"/>
                    </a:lnTo>
                    <a:lnTo>
                      <a:pt x="1469050" y="402407"/>
                    </a:lnTo>
                    <a:lnTo>
                      <a:pt x="1396868" y="408326"/>
                    </a:lnTo>
                    <a:lnTo>
                      <a:pt x="1405366" y="332717"/>
                    </a:lnTo>
                    <a:lnTo>
                      <a:pt x="1370287" y="348086"/>
                    </a:lnTo>
                    <a:lnTo>
                      <a:pt x="1328302" y="355198"/>
                    </a:lnTo>
                    <a:lnTo>
                      <a:pt x="1311956" y="387267"/>
                    </a:lnTo>
                    <a:lnTo>
                      <a:pt x="1315175" y="440533"/>
                    </a:lnTo>
                    <a:lnTo>
                      <a:pt x="1302915" y="475492"/>
                    </a:lnTo>
                    <a:lnTo>
                      <a:pt x="1270260" y="503570"/>
                    </a:lnTo>
                    <a:lnTo>
                      <a:pt x="1215111" y="525455"/>
                    </a:lnTo>
                    <a:lnTo>
                      <a:pt x="1209758" y="487513"/>
                    </a:lnTo>
                    <a:lnTo>
                      <a:pt x="1191532" y="470308"/>
                    </a:lnTo>
                    <a:lnTo>
                      <a:pt x="1184733" y="551560"/>
                    </a:lnTo>
                    <a:lnTo>
                      <a:pt x="1170268" y="579179"/>
                    </a:lnTo>
                    <a:lnTo>
                      <a:pt x="1129946" y="502928"/>
                    </a:lnTo>
                    <a:lnTo>
                      <a:pt x="1117831" y="518298"/>
                    </a:lnTo>
                    <a:lnTo>
                      <a:pt x="1119386" y="539952"/>
                    </a:lnTo>
                    <a:lnTo>
                      <a:pt x="1109080" y="577390"/>
                    </a:lnTo>
                    <a:lnTo>
                      <a:pt x="1074507" y="596888"/>
                    </a:lnTo>
                    <a:lnTo>
                      <a:pt x="1076641" y="644878"/>
                    </a:lnTo>
                    <a:lnTo>
                      <a:pt x="1063225" y="671029"/>
                    </a:lnTo>
                    <a:lnTo>
                      <a:pt x="952492" y="629371"/>
                    </a:lnTo>
                    <a:lnTo>
                      <a:pt x="949889" y="643501"/>
                    </a:lnTo>
                    <a:lnTo>
                      <a:pt x="1012524" y="733333"/>
                    </a:lnTo>
                    <a:lnTo>
                      <a:pt x="1058270" y="764026"/>
                    </a:lnTo>
                    <a:lnTo>
                      <a:pt x="1063839" y="813024"/>
                    </a:lnTo>
                    <a:lnTo>
                      <a:pt x="1024566" y="853673"/>
                    </a:lnTo>
                    <a:lnTo>
                      <a:pt x="970393" y="818576"/>
                    </a:lnTo>
                    <a:lnTo>
                      <a:pt x="961280" y="821145"/>
                    </a:lnTo>
                    <a:lnTo>
                      <a:pt x="990717" y="881338"/>
                    </a:lnTo>
                    <a:lnTo>
                      <a:pt x="1009269" y="933916"/>
                    </a:lnTo>
                    <a:lnTo>
                      <a:pt x="990175" y="977960"/>
                    </a:lnTo>
                    <a:lnTo>
                      <a:pt x="993140" y="1032189"/>
                    </a:lnTo>
                    <a:lnTo>
                      <a:pt x="989017" y="1081371"/>
                    </a:lnTo>
                    <a:lnTo>
                      <a:pt x="977337" y="1124268"/>
                    </a:lnTo>
                    <a:lnTo>
                      <a:pt x="1003663" y="1322006"/>
                    </a:lnTo>
                    <a:lnTo>
                      <a:pt x="1035379" y="1375777"/>
                    </a:lnTo>
                    <a:lnTo>
                      <a:pt x="1066552" y="1427207"/>
                    </a:lnTo>
                    <a:lnTo>
                      <a:pt x="1083078" y="1475334"/>
                    </a:lnTo>
                    <a:lnTo>
                      <a:pt x="1049989" y="1482354"/>
                    </a:lnTo>
                    <a:lnTo>
                      <a:pt x="997299" y="1442760"/>
                    </a:lnTo>
                    <a:lnTo>
                      <a:pt x="951010" y="1412572"/>
                    </a:lnTo>
                    <a:lnTo>
                      <a:pt x="895861" y="1316042"/>
                    </a:lnTo>
                    <a:lnTo>
                      <a:pt x="886747" y="1277504"/>
                    </a:lnTo>
                    <a:lnTo>
                      <a:pt x="873295" y="1247040"/>
                    </a:lnTo>
                    <a:lnTo>
                      <a:pt x="879804" y="1317006"/>
                    </a:lnTo>
                    <a:lnTo>
                      <a:pt x="899477" y="1395138"/>
                    </a:lnTo>
                    <a:lnTo>
                      <a:pt x="1072193" y="1569983"/>
                    </a:lnTo>
                    <a:lnTo>
                      <a:pt x="1104089" y="1637058"/>
                    </a:lnTo>
                    <a:lnTo>
                      <a:pt x="1128391" y="1689773"/>
                    </a:lnTo>
                    <a:lnTo>
                      <a:pt x="1122279" y="1740286"/>
                    </a:lnTo>
                    <a:lnTo>
                      <a:pt x="1077256" y="1704546"/>
                    </a:lnTo>
                    <a:lnTo>
                      <a:pt x="1038416" y="1658988"/>
                    </a:lnTo>
                    <a:lnTo>
                      <a:pt x="935315" y="1607512"/>
                    </a:lnTo>
                    <a:lnTo>
                      <a:pt x="805308" y="1574983"/>
                    </a:lnTo>
                    <a:lnTo>
                      <a:pt x="732004" y="1455331"/>
                    </a:lnTo>
                    <a:lnTo>
                      <a:pt x="732258" y="1505247"/>
                    </a:lnTo>
                    <a:lnTo>
                      <a:pt x="715984" y="1547594"/>
                    </a:lnTo>
                    <a:lnTo>
                      <a:pt x="671178" y="1495980"/>
                    </a:lnTo>
                    <a:lnTo>
                      <a:pt x="642934" y="1451936"/>
                    </a:lnTo>
                    <a:lnTo>
                      <a:pt x="633459" y="1403671"/>
                    </a:lnTo>
                    <a:lnTo>
                      <a:pt x="577515" y="1406974"/>
                    </a:lnTo>
                    <a:lnTo>
                      <a:pt x="518858" y="1448908"/>
                    </a:lnTo>
                    <a:lnTo>
                      <a:pt x="462117" y="1438952"/>
                    </a:lnTo>
                    <a:lnTo>
                      <a:pt x="455391" y="1357104"/>
                    </a:lnTo>
                    <a:lnTo>
                      <a:pt x="470724" y="1313748"/>
                    </a:lnTo>
                    <a:lnTo>
                      <a:pt x="534408" y="1211209"/>
                    </a:lnTo>
                    <a:lnTo>
                      <a:pt x="594403" y="1158861"/>
                    </a:lnTo>
                    <a:lnTo>
                      <a:pt x="620875" y="1091281"/>
                    </a:lnTo>
                    <a:lnTo>
                      <a:pt x="611834" y="986493"/>
                    </a:lnTo>
                    <a:lnTo>
                      <a:pt x="600551" y="1093116"/>
                    </a:lnTo>
                    <a:lnTo>
                      <a:pt x="566268" y="1145969"/>
                    </a:lnTo>
                    <a:lnTo>
                      <a:pt x="512384" y="1186342"/>
                    </a:lnTo>
                    <a:lnTo>
                      <a:pt x="441468" y="1258280"/>
                    </a:lnTo>
                    <a:lnTo>
                      <a:pt x="424146" y="1324805"/>
                    </a:lnTo>
                    <a:lnTo>
                      <a:pt x="402014" y="1449367"/>
                    </a:lnTo>
                    <a:lnTo>
                      <a:pt x="431957" y="1491529"/>
                    </a:lnTo>
                    <a:lnTo>
                      <a:pt x="462551" y="1502540"/>
                    </a:lnTo>
                    <a:lnTo>
                      <a:pt x="552924" y="1474279"/>
                    </a:lnTo>
                    <a:lnTo>
                      <a:pt x="599683" y="1486896"/>
                    </a:lnTo>
                    <a:lnTo>
                      <a:pt x="703689" y="1636874"/>
                    </a:lnTo>
                    <a:lnTo>
                      <a:pt x="897343" y="1696196"/>
                    </a:lnTo>
                    <a:lnTo>
                      <a:pt x="967970" y="1733266"/>
                    </a:lnTo>
                    <a:lnTo>
                      <a:pt x="1025542" y="1811536"/>
                    </a:lnTo>
                    <a:lnTo>
                      <a:pt x="1112081" y="1856589"/>
                    </a:lnTo>
                    <a:lnTo>
                      <a:pt x="1179237" y="1922058"/>
                    </a:lnTo>
                    <a:lnTo>
                      <a:pt x="1181045" y="1964772"/>
                    </a:lnTo>
                    <a:lnTo>
                      <a:pt x="1157792" y="2015285"/>
                    </a:lnTo>
                    <a:lnTo>
                      <a:pt x="1148606" y="2083644"/>
                    </a:lnTo>
                    <a:lnTo>
                      <a:pt x="1120073" y="2126771"/>
                    </a:lnTo>
                    <a:lnTo>
                      <a:pt x="1051580" y="2131726"/>
                    </a:lnTo>
                    <a:lnTo>
                      <a:pt x="1010209" y="2120623"/>
                    </a:lnTo>
                    <a:lnTo>
                      <a:pt x="787804" y="1880308"/>
                    </a:lnTo>
                    <a:lnTo>
                      <a:pt x="761261" y="1858195"/>
                    </a:lnTo>
                    <a:lnTo>
                      <a:pt x="678772" y="1732349"/>
                    </a:lnTo>
                    <a:lnTo>
                      <a:pt x="581999" y="1664952"/>
                    </a:lnTo>
                    <a:lnTo>
                      <a:pt x="552056" y="1666374"/>
                    </a:lnTo>
                    <a:lnTo>
                      <a:pt x="689802" y="1791028"/>
                    </a:lnTo>
                    <a:lnTo>
                      <a:pt x="746036" y="1878198"/>
                    </a:lnTo>
                    <a:lnTo>
                      <a:pt x="845087" y="2000420"/>
                    </a:lnTo>
                    <a:lnTo>
                      <a:pt x="915895" y="2052171"/>
                    </a:lnTo>
                    <a:lnTo>
                      <a:pt x="968006" y="2132918"/>
                    </a:lnTo>
                    <a:lnTo>
                      <a:pt x="1016429" y="2170769"/>
                    </a:lnTo>
                    <a:lnTo>
                      <a:pt x="1148642" y="2224676"/>
                    </a:lnTo>
                    <a:lnTo>
                      <a:pt x="1102679" y="2263398"/>
                    </a:lnTo>
                    <a:lnTo>
                      <a:pt x="1176054" y="2296385"/>
                    </a:lnTo>
                    <a:lnTo>
                      <a:pt x="1186542" y="2357037"/>
                    </a:lnTo>
                    <a:lnTo>
                      <a:pt x="1179815" y="2426177"/>
                    </a:lnTo>
                    <a:lnTo>
                      <a:pt x="1077979" y="2398833"/>
                    </a:lnTo>
                    <a:lnTo>
                      <a:pt x="1074652" y="2449759"/>
                    </a:lnTo>
                    <a:lnTo>
                      <a:pt x="1083765" y="2479810"/>
                    </a:lnTo>
                    <a:lnTo>
                      <a:pt x="1038778" y="2504630"/>
                    </a:lnTo>
                    <a:lnTo>
                      <a:pt x="976216" y="2470955"/>
                    </a:lnTo>
                    <a:lnTo>
                      <a:pt x="813770" y="2286751"/>
                    </a:lnTo>
                    <a:lnTo>
                      <a:pt x="815144" y="2311388"/>
                    </a:lnTo>
                    <a:lnTo>
                      <a:pt x="828307" y="2339970"/>
                    </a:lnTo>
                    <a:lnTo>
                      <a:pt x="922513" y="2458568"/>
                    </a:lnTo>
                    <a:lnTo>
                      <a:pt x="1006593" y="2529680"/>
                    </a:lnTo>
                    <a:lnTo>
                      <a:pt x="1077871" y="2561796"/>
                    </a:lnTo>
                    <a:lnTo>
                      <a:pt x="1132803" y="2621392"/>
                    </a:lnTo>
                    <a:lnTo>
                      <a:pt x="1152186" y="2657453"/>
                    </a:lnTo>
                    <a:lnTo>
                      <a:pt x="1165133" y="2712141"/>
                    </a:lnTo>
                    <a:lnTo>
                      <a:pt x="1124413" y="2749303"/>
                    </a:lnTo>
                    <a:lnTo>
                      <a:pt x="1078051" y="2769811"/>
                    </a:lnTo>
                    <a:lnTo>
                      <a:pt x="1032775" y="2732741"/>
                    </a:lnTo>
                    <a:lnTo>
                      <a:pt x="999577" y="2693698"/>
                    </a:lnTo>
                    <a:lnTo>
                      <a:pt x="928878" y="2627403"/>
                    </a:lnTo>
                    <a:lnTo>
                      <a:pt x="907686" y="2553308"/>
                    </a:lnTo>
                    <a:lnTo>
                      <a:pt x="853911" y="2557116"/>
                    </a:lnTo>
                    <a:lnTo>
                      <a:pt x="629156" y="2463156"/>
                    </a:lnTo>
                    <a:lnTo>
                      <a:pt x="448520" y="2452328"/>
                    </a:lnTo>
                    <a:lnTo>
                      <a:pt x="466168" y="2471230"/>
                    </a:lnTo>
                    <a:lnTo>
                      <a:pt x="489023" y="2483801"/>
                    </a:lnTo>
                    <a:lnTo>
                      <a:pt x="632881" y="2506970"/>
                    </a:lnTo>
                    <a:lnTo>
                      <a:pt x="689730" y="2550234"/>
                    </a:lnTo>
                    <a:lnTo>
                      <a:pt x="808056" y="2588635"/>
                    </a:lnTo>
                    <a:lnTo>
                      <a:pt x="877345" y="2599141"/>
                    </a:lnTo>
                    <a:lnTo>
                      <a:pt x="905444" y="2717096"/>
                    </a:lnTo>
                    <a:lnTo>
                      <a:pt x="1001204" y="2798256"/>
                    </a:lnTo>
                    <a:lnTo>
                      <a:pt x="1013645" y="2858403"/>
                    </a:lnTo>
                    <a:lnTo>
                      <a:pt x="1079028" y="2865148"/>
                    </a:lnTo>
                    <a:lnTo>
                      <a:pt x="1194063" y="2806147"/>
                    </a:lnTo>
                    <a:lnTo>
                      <a:pt x="1268307" y="2826839"/>
                    </a:lnTo>
                    <a:lnTo>
                      <a:pt x="1375386" y="2843722"/>
                    </a:lnTo>
                    <a:lnTo>
                      <a:pt x="1399869" y="2891345"/>
                    </a:lnTo>
                    <a:lnTo>
                      <a:pt x="1418240" y="2981956"/>
                    </a:lnTo>
                    <a:lnTo>
                      <a:pt x="1456103" y="3083899"/>
                    </a:lnTo>
                    <a:lnTo>
                      <a:pt x="1554287" y="3485845"/>
                    </a:lnTo>
                    <a:lnTo>
                      <a:pt x="1642687" y="3682871"/>
                    </a:lnTo>
                    <a:lnTo>
                      <a:pt x="1615976" y="3682871"/>
                    </a:lnTo>
                    <a:lnTo>
                      <a:pt x="1576238" y="3603800"/>
                    </a:lnTo>
                    <a:lnTo>
                      <a:pt x="1515845" y="3446573"/>
                    </a:lnTo>
                    <a:lnTo>
                      <a:pt x="1453789" y="3168959"/>
                    </a:lnTo>
                    <a:lnTo>
                      <a:pt x="1435779" y="3106793"/>
                    </a:lnTo>
                    <a:lnTo>
                      <a:pt x="1414588" y="3081972"/>
                    </a:lnTo>
                    <a:lnTo>
                      <a:pt x="1400629" y="3102159"/>
                    </a:lnTo>
                    <a:lnTo>
                      <a:pt x="1394625" y="3137532"/>
                    </a:lnTo>
                    <a:lnTo>
                      <a:pt x="1404751" y="3164692"/>
                    </a:lnTo>
                    <a:lnTo>
                      <a:pt x="1380305" y="3256083"/>
                    </a:lnTo>
                    <a:lnTo>
                      <a:pt x="1390901" y="3298016"/>
                    </a:lnTo>
                    <a:lnTo>
                      <a:pt x="1430608" y="3341372"/>
                    </a:lnTo>
                    <a:lnTo>
                      <a:pt x="1473751" y="3449555"/>
                    </a:lnTo>
                    <a:lnTo>
                      <a:pt x="1508214" y="3595221"/>
                    </a:lnTo>
                    <a:lnTo>
                      <a:pt x="1461600" y="3536174"/>
                    </a:lnTo>
                    <a:lnTo>
                      <a:pt x="1411839" y="3504885"/>
                    </a:lnTo>
                    <a:lnTo>
                      <a:pt x="1334413" y="3480890"/>
                    </a:lnTo>
                    <a:lnTo>
                      <a:pt x="1265450" y="3438819"/>
                    </a:lnTo>
                    <a:lnTo>
                      <a:pt x="1270477" y="3499150"/>
                    </a:lnTo>
                    <a:lnTo>
                      <a:pt x="1263859" y="3564298"/>
                    </a:lnTo>
                    <a:lnTo>
                      <a:pt x="1210699" y="3544433"/>
                    </a:lnTo>
                    <a:lnTo>
                      <a:pt x="1174535" y="3522824"/>
                    </a:lnTo>
                    <a:lnTo>
                      <a:pt x="1206540" y="3592239"/>
                    </a:lnTo>
                    <a:lnTo>
                      <a:pt x="1137070" y="3571410"/>
                    </a:lnTo>
                    <a:lnTo>
                      <a:pt x="1090781" y="3575768"/>
                    </a:lnTo>
                    <a:lnTo>
                      <a:pt x="1060693" y="3637384"/>
                    </a:lnTo>
                    <a:lnTo>
                      <a:pt x="1020335" y="3674775"/>
                    </a:lnTo>
                    <a:lnTo>
                      <a:pt x="980297" y="3682871"/>
                    </a:lnTo>
                    <a:lnTo>
                      <a:pt x="954427" y="3682871"/>
                    </a:lnTo>
                    <a:lnTo>
                      <a:pt x="872137" y="3630502"/>
                    </a:lnTo>
                    <a:lnTo>
                      <a:pt x="843460" y="3562096"/>
                    </a:lnTo>
                    <a:lnTo>
                      <a:pt x="831598" y="3485937"/>
                    </a:lnTo>
                    <a:lnTo>
                      <a:pt x="826861" y="3575997"/>
                    </a:lnTo>
                    <a:lnTo>
                      <a:pt x="842628" y="3669774"/>
                    </a:lnTo>
                    <a:lnTo>
                      <a:pt x="841612" y="3682871"/>
                    </a:lnTo>
                    <a:lnTo>
                      <a:pt x="0" y="3682871"/>
                    </a:lnTo>
                    <a:lnTo>
                      <a:pt x="0" y="0"/>
                    </a:lnTo>
                    <a:lnTo>
                      <a:pt x="2024089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17" name="pg663">
                <a:extLst>
                  <a:ext uri="{FF2B5EF4-FFF2-40B4-BE49-F238E27FC236}">
                    <a16:creationId xmlns:a16="http://schemas.microsoft.com/office/drawing/2014/main" id="{B680390A-612A-8B4A-B8F5-23DC9A1CF217}"/>
                  </a:ext>
                </a:extLst>
              </p:cNvPr>
              <p:cNvSpPr/>
              <p:nvPr/>
            </p:nvSpPr>
            <p:spPr>
              <a:xfrm>
                <a:off x="8217963" y="4815432"/>
                <a:ext cx="48193" cy="90621"/>
              </a:xfrm>
              <a:custGeom>
                <a:avLst/>
                <a:gdLst/>
                <a:ahLst/>
                <a:cxnLst/>
                <a:rect l="0" t="0" r="0" b="0"/>
                <a:pathLst>
                  <a:path w="108453" h="203932">
                    <a:moveTo>
                      <a:pt x="1988" y="203932"/>
                    </a:moveTo>
                    <a:lnTo>
                      <a:pt x="0" y="176588"/>
                    </a:lnTo>
                    <a:lnTo>
                      <a:pt x="108453" y="0"/>
                    </a:lnTo>
                    <a:lnTo>
                      <a:pt x="88853" y="6170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18" name="pg664">
                <a:extLst>
                  <a:ext uri="{FF2B5EF4-FFF2-40B4-BE49-F238E27FC236}">
                    <a16:creationId xmlns:a16="http://schemas.microsoft.com/office/drawing/2014/main" id="{A8D80FA6-3E78-85E5-4D27-AD1CD9B74160}"/>
                  </a:ext>
                </a:extLst>
              </p:cNvPr>
              <p:cNvSpPr/>
              <p:nvPr/>
            </p:nvSpPr>
            <p:spPr>
              <a:xfrm>
                <a:off x="7847603" y="5420155"/>
                <a:ext cx="92353" cy="177877"/>
              </a:xfrm>
              <a:custGeom>
                <a:avLst/>
                <a:gdLst/>
                <a:ahLst/>
                <a:cxnLst/>
                <a:rect l="0" t="0" r="0" b="0"/>
                <a:pathLst>
                  <a:path w="207830" h="400294">
                    <a:moveTo>
                      <a:pt x="0" y="400294"/>
                    </a:moveTo>
                    <a:lnTo>
                      <a:pt x="112974" y="212144"/>
                    </a:lnTo>
                    <a:lnTo>
                      <a:pt x="178574" y="54504"/>
                    </a:lnTo>
                    <a:lnTo>
                      <a:pt x="207830" y="0"/>
                    </a:lnTo>
                    <a:lnTo>
                      <a:pt x="179442" y="110476"/>
                    </a:lnTo>
                    <a:lnTo>
                      <a:pt x="129826" y="212052"/>
                    </a:lnTo>
                    <a:lnTo>
                      <a:pt x="33668" y="38506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19" name="pt665">
                <a:extLst>
                  <a:ext uri="{FF2B5EF4-FFF2-40B4-BE49-F238E27FC236}">
                    <a16:creationId xmlns:a16="http://schemas.microsoft.com/office/drawing/2014/main" id="{4CE608F1-3938-7867-3853-4F72F4274E91}"/>
                  </a:ext>
                </a:extLst>
              </p:cNvPr>
              <p:cNvSpPr/>
              <p:nvPr/>
            </p:nvSpPr>
            <p:spPr>
              <a:xfrm>
                <a:off x="7721562" y="5672584"/>
                <a:ext cx="64214" cy="64214"/>
              </a:xfrm>
              <a:prstGeom prst="ellipse">
                <a:avLst/>
              </a:prstGeom>
              <a:solidFill>
                <a:srgbClr val="80D7B8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20" name="pt666">
                <a:extLst>
                  <a:ext uri="{FF2B5EF4-FFF2-40B4-BE49-F238E27FC236}">
                    <a16:creationId xmlns:a16="http://schemas.microsoft.com/office/drawing/2014/main" id="{F159882B-52AA-A8C5-D623-286E26A11D55}"/>
                  </a:ext>
                </a:extLst>
              </p:cNvPr>
              <p:cNvSpPr/>
              <p:nvPr/>
            </p:nvSpPr>
            <p:spPr>
              <a:xfrm>
                <a:off x="7968696" y="5064256"/>
                <a:ext cx="64214" cy="64214"/>
              </a:xfrm>
              <a:prstGeom prst="ellipse">
                <a:avLst/>
              </a:prstGeom>
              <a:solidFill>
                <a:srgbClr val="8BDABD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21" name="pt667">
                <a:extLst>
                  <a:ext uri="{FF2B5EF4-FFF2-40B4-BE49-F238E27FC236}">
                    <a16:creationId xmlns:a16="http://schemas.microsoft.com/office/drawing/2014/main" id="{1A68E900-7CCE-D33B-5F36-D972C3235582}"/>
                  </a:ext>
                </a:extLst>
              </p:cNvPr>
              <p:cNvSpPr/>
              <p:nvPr/>
            </p:nvSpPr>
            <p:spPr>
              <a:xfrm>
                <a:off x="7769938" y="4913474"/>
                <a:ext cx="64214" cy="64214"/>
              </a:xfrm>
              <a:prstGeom prst="ellipse">
                <a:avLst/>
              </a:prstGeom>
              <a:solidFill>
                <a:srgbClr val="90DCB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22" name="pt668">
                <a:extLst>
                  <a:ext uri="{FF2B5EF4-FFF2-40B4-BE49-F238E27FC236}">
                    <a16:creationId xmlns:a16="http://schemas.microsoft.com/office/drawing/2014/main" id="{178AFC9B-39F6-3953-71FB-C9A4EB6F15C0}"/>
                  </a:ext>
                </a:extLst>
              </p:cNvPr>
              <p:cNvSpPr/>
              <p:nvPr/>
            </p:nvSpPr>
            <p:spPr>
              <a:xfrm>
                <a:off x="7289522" y="5371821"/>
                <a:ext cx="64214" cy="64214"/>
              </a:xfrm>
              <a:prstGeom prst="ellipse">
                <a:avLst/>
              </a:prstGeom>
              <a:solidFill>
                <a:srgbClr val="A8E3C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23" name="pt669">
                <a:extLst>
                  <a:ext uri="{FF2B5EF4-FFF2-40B4-BE49-F238E27FC236}">
                    <a16:creationId xmlns:a16="http://schemas.microsoft.com/office/drawing/2014/main" id="{38C66086-7312-DBB0-C43E-A3C0E9884CDC}"/>
                  </a:ext>
                </a:extLst>
              </p:cNvPr>
              <p:cNvSpPr/>
              <p:nvPr/>
            </p:nvSpPr>
            <p:spPr>
              <a:xfrm>
                <a:off x="7401798" y="5867878"/>
                <a:ext cx="64214" cy="64214"/>
              </a:xfrm>
              <a:prstGeom prst="ellipse">
                <a:avLst/>
              </a:prstGeom>
              <a:solidFill>
                <a:srgbClr val="D9F3E2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24" name="pt670">
                <a:extLst>
                  <a:ext uri="{FF2B5EF4-FFF2-40B4-BE49-F238E27FC236}">
                    <a16:creationId xmlns:a16="http://schemas.microsoft.com/office/drawing/2014/main" id="{EB841649-4081-42B3-2B30-1FCD6472A8D1}"/>
                  </a:ext>
                </a:extLst>
              </p:cNvPr>
              <p:cNvSpPr/>
              <p:nvPr/>
            </p:nvSpPr>
            <p:spPr>
              <a:xfrm>
                <a:off x="7375804" y="5855834"/>
                <a:ext cx="115485" cy="113264"/>
              </a:xfrm>
              <a:prstGeom prst="ellipse">
                <a:avLst/>
              </a:prstGeom>
              <a:solidFill>
                <a:srgbClr val="D9F3E2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25" name="pt671">
                <a:extLst>
                  <a:ext uri="{FF2B5EF4-FFF2-40B4-BE49-F238E27FC236}">
                    <a16:creationId xmlns:a16="http://schemas.microsoft.com/office/drawing/2014/main" id="{A65CB1FC-5D14-76A4-2816-89D2D63BB968}"/>
                  </a:ext>
                </a:extLst>
              </p:cNvPr>
              <p:cNvSpPr/>
              <p:nvPr/>
            </p:nvSpPr>
            <p:spPr>
              <a:xfrm>
                <a:off x="7446900" y="5508692"/>
                <a:ext cx="115485" cy="113264"/>
              </a:xfrm>
              <a:prstGeom prst="ellipse">
                <a:avLst/>
              </a:prstGeom>
              <a:solidFill>
                <a:srgbClr val="DCF4E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26" name="pt672">
                <a:extLst>
                  <a:ext uri="{FF2B5EF4-FFF2-40B4-BE49-F238E27FC236}">
                    <a16:creationId xmlns:a16="http://schemas.microsoft.com/office/drawing/2014/main" id="{FE72B42C-27E4-DEFD-F190-5CF733C83AB9}"/>
                  </a:ext>
                </a:extLst>
              </p:cNvPr>
              <p:cNvSpPr/>
              <p:nvPr/>
            </p:nvSpPr>
            <p:spPr>
              <a:xfrm>
                <a:off x="7434568" y="5814749"/>
                <a:ext cx="115485" cy="113264"/>
              </a:xfrm>
              <a:prstGeom prst="ellipse">
                <a:avLst/>
              </a:prstGeom>
              <a:solidFill>
                <a:srgbClr val="BCEAD4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28" name="pl674">
                <a:extLst>
                  <a:ext uri="{FF2B5EF4-FFF2-40B4-BE49-F238E27FC236}">
                    <a16:creationId xmlns:a16="http://schemas.microsoft.com/office/drawing/2014/main" id="{41A4DD6F-83A3-39D6-BFF4-43FEF8142410}"/>
                  </a:ext>
                </a:extLst>
              </p:cNvPr>
              <p:cNvSpPr/>
              <p:nvPr/>
            </p:nvSpPr>
            <p:spPr>
              <a:xfrm flipV="1">
                <a:off x="7418213" y="5907506"/>
                <a:ext cx="336474" cy="274444"/>
              </a:xfrm>
              <a:custGeom>
                <a:avLst/>
                <a:gdLst/>
                <a:ahLst/>
                <a:cxnLst/>
                <a:rect l="0" t="0" r="0" b="0"/>
                <a:pathLst>
                  <a:path w="1102704" h="234974">
                    <a:moveTo>
                      <a:pt x="1102704" y="0"/>
                    </a:moveTo>
                    <a:lnTo>
                      <a:pt x="0" y="234974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29" name="pl675">
                <a:extLst>
                  <a:ext uri="{FF2B5EF4-FFF2-40B4-BE49-F238E27FC236}">
                    <a16:creationId xmlns:a16="http://schemas.microsoft.com/office/drawing/2014/main" id="{62AC95FC-36FD-E2F2-57A4-07F482D503B9}"/>
                  </a:ext>
                </a:extLst>
              </p:cNvPr>
              <p:cNvSpPr/>
              <p:nvPr/>
            </p:nvSpPr>
            <p:spPr>
              <a:xfrm>
                <a:off x="7497084" y="5388544"/>
                <a:ext cx="483245" cy="162273"/>
              </a:xfrm>
              <a:custGeom>
                <a:avLst/>
                <a:gdLst/>
                <a:ahLst/>
                <a:cxnLst/>
                <a:rect l="0" t="0" r="0" b="0"/>
                <a:pathLst>
                  <a:path w="1087491" h="365179">
                    <a:moveTo>
                      <a:pt x="1087491" y="0"/>
                    </a:moveTo>
                    <a:lnTo>
                      <a:pt x="0" y="365179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30" name="pl676">
                <a:extLst>
                  <a:ext uri="{FF2B5EF4-FFF2-40B4-BE49-F238E27FC236}">
                    <a16:creationId xmlns:a16="http://schemas.microsoft.com/office/drawing/2014/main" id="{148E7339-D3D6-0C57-285B-0D72E376305F}"/>
                  </a:ext>
                </a:extLst>
              </p:cNvPr>
              <p:cNvSpPr/>
              <p:nvPr/>
            </p:nvSpPr>
            <p:spPr>
              <a:xfrm>
                <a:off x="7484531" y="5610947"/>
                <a:ext cx="554775" cy="245381"/>
              </a:xfrm>
              <a:custGeom>
                <a:avLst/>
                <a:gdLst/>
                <a:ahLst/>
                <a:cxnLst/>
                <a:rect l="0" t="0" r="0" b="0"/>
                <a:pathLst>
                  <a:path w="1248462" h="552205">
                    <a:moveTo>
                      <a:pt x="1248462" y="0"/>
                    </a:moveTo>
                    <a:lnTo>
                      <a:pt x="0" y="552205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37" name="rc683">
                <a:extLst>
                  <a:ext uri="{FF2B5EF4-FFF2-40B4-BE49-F238E27FC236}">
                    <a16:creationId xmlns:a16="http://schemas.microsoft.com/office/drawing/2014/main" id="{F5205616-C2CF-9ED1-85F5-94A2D1BE6191}"/>
                  </a:ext>
                </a:extLst>
              </p:cNvPr>
              <p:cNvSpPr/>
              <p:nvPr/>
            </p:nvSpPr>
            <p:spPr>
              <a:xfrm>
                <a:off x="7020272" y="4737595"/>
                <a:ext cx="1772010" cy="1642076"/>
              </a:xfrm>
              <a:prstGeom prst="rect">
                <a:avLst/>
              </a:prstGeom>
              <a:ln w="13550" cap="rnd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38" name="pl733">
                <a:extLst>
                  <a:ext uri="{FF2B5EF4-FFF2-40B4-BE49-F238E27FC236}">
                    <a16:creationId xmlns:a16="http://schemas.microsoft.com/office/drawing/2014/main" id="{68CB6268-D0D6-E223-18FE-D906F0CC8FEB}"/>
                  </a:ext>
                </a:extLst>
              </p:cNvPr>
              <p:cNvSpPr/>
              <p:nvPr/>
            </p:nvSpPr>
            <p:spPr>
              <a:xfrm>
                <a:off x="8963066" y="5840816"/>
                <a:ext cx="19504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39" name="pl734">
                <a:extLst>
                  <a:ext uri="{FF2B5EF4-FFF2-40B4-BE49-F238E27FC236}">
                    <a16:creationId xmlns:a16="http://schemas.microsoft.com/office/drawing/2014/main" id="{B3257B45-90A8-9E73-353E-DCD7A68532F9}"/>
                  </a:ext>
                </a:extLst>
              </p:cNvPr>
              <p:cNvSpPr/>
              <p:nvPr/>
            </p:nvSpPr>
            <p:spPr>
              <a:xfrm>
                <a:off x="8963066" y="5759821"/>
                <a:ext cx="19504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40" name="pl735">
                <a:extLst>
                  <a:ext uri="{FF2B5EF4-FFF2-40B4-BE49-F238E27FC236}">
                    <a16:creationId xmlns:a16="http://schemas.microsoft.com/office/drawing/2014/main" id="{2F195D87-DE55-BAA9-327F-E37F822409A5}"/>
                  </a:ext>
                </a:extLst>
              </p:cNvPr>
              <p:cNvSpPr/>
              <p:nvPr/>
            </p:nvSpPr>
            <p:spPr>
              <a:xfrm>
                <a:off x="8963066" y="5678826"/>
                <a:ext cx="19504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41" name="pl736">
                <a:extLst>
                  <a:ext uri="{FF2B5EF4-FFF2-40B4-BE49-F238E27FC236}">
                    <a16:creationId xmlns:a16="http://schemas.microsoft.com/office/drawing/2014/main" id="{3F424E7A-A50F-8D1B-30DD-E6375C8BE4FA}"/>
                  </a:ext>
                </a:extLst>
              </p:cNvPr>
              <p:cNvSpPr/>
              <p:nvPr/>
            </p:nvSpPr>
            <p:spPr>
              <a:xfrm>
                <a:off x="8963066" y="5597831"/>
                <a:ext cx="19504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42" name="pl737">
                <a:extLst>
                  <a:ext uri="{FF2B5EF4-FFF2-40B4-BE49-F238E27FC236}">
                    <a16:creationId xmlns:a16="http://schemas.microsoft.com/office/drawing/2014/main" id="{4AC640FF-9D44-6455-ABF1-E2E4C259DCBC}"/>
                  </a:ext>
                </a:extLst>
              </p:cNvPr>
              <p:cNvSpPr/>
              <p:nvPr/>
            </p:nvSpPr>
            <p:spPr>
              <a:xfrm>
                <a:off x="8963066" y="5516836"/>
                <a:ext cx="19504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43" name="pl738">
                <a:extLst>
                  <a:ext uri="{FF2B5EF4-FFF2-40B4-BE49-F238E27FC236}">
                    <a16:creationId xmlns:a16="http://schemas.microsoft.com/office/drawing/2014/main" id="{1043A1C8-913F-0164-33A7-E74A2DBB279A}"/>
                  </a:ext>
                </a:extLst>
              </p:cNvPr>
              <p:cNvSpPr/>
              <p:nvPr/>
            </p:nvSpPr>
            <p:spPr>
              <a:xfrm>
                <a:off x="8963066" y="5435841"/>
                <a:ext cx="19504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44" name="pl739">
                <a:extLst>
                  <a:ext uri="{FF2B5EF4-FFF2-40B4-BE49-F238E27FC236}">
                    <a16:creationId xmlns:a16="http://schemas.microsoft.com/office/drawing/2014/main" id="{CC7E8618-71AD-689F-C6CE-D7FBF9C77044}"/>
                  </a:ext>
                </a:extLst>
              </p:cNvPr>
              <p:cNvSpPr/>
              <p:nvPr/>
            </p:nvSpPr>
            <p:spPr>
              <a:xfrm>
                <a:off x="8963066" y="5354847"/>
                <a:ext cx="19504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45" name="pl740">
                <a:extLst>
                  <a:ext uri="{FF2B5EF4-FFF2-40B4-BE49-F238E27FC236}">
                    <a16:creationId xmlns:a16="http://schemas.microsoft.com/office/drawing/2014/main" id="{225F614C-ECD1-00D5-4B82-FAC0AC7133D4}"/>
                  </a:ext>
                </a:extLst>
              </p:cNvPr>
              <p:cNvSpPr/>
              <p:nvPr/>
            </p:nvSpPr>
            <p:spPr>
              <a:xfrm>
                <a:off x="8885051" y="5840816"/>
                <a:ext cx="19504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46" name="pl741">
                <a:extLst>
                  <a:ext uri="{FF2B5EF4-FFF2-40B4-BE49-F238E27FC236}">
                    <a16:creationId xmlns:a16="http://schemas.microsoft.com/office/drawing/2014/main" id="{79EF99CB-9600-8311-B8B8-8759F86D1C04}"/>
                  </a:ext>
                </a:extLst>
              </p:cNvPr>
              <p:cNvSpPr/>
              <p:nvPr/>
            </p:nvSpPr>
            <p:spPr>
              <a:xfrm>
                <a:off x="8885051" y="5759821"/>
                <a:ext cx="19504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47" name="pl742">
                <a:extLst>
                  <a:ext uri="{FF2B5EF4-FFF2-40B4-BE49-F238E27FC236}">
                    <a16:creationId xmlns:a16="http://schemas.microsoft.com/office/drawing/2014/main" id="{80CDC54F-D51E-0A7C-75CF-E7AA784844DB}"/>
                  </a:ext>
                </a:extLst>
              </p:cNvPr>
              <p:cNvSpPr/>
              <p:nvPr/>
            </p:nvSpPr>
            <p:spPr>
              <a:xfrm>
                <a:off x="8885051" y="5678826"/>
                <a:ext cx="19504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48" name="pl743">
                <a:extLst>
                  <a:ext uri="{FF2B5EF4-FFF2-40B4-BE49-F238E27FC236}">
                    <a16:creationId xmlns:a16="http://schemas.microsoft.com/office/drawing/2014/main" id="{6BD74C3D-0652-24AF-85B9-AE87543C119C}"/>
                  </a:ext>
                </a:extLst>
              </p:cNvPr>
              <p:cNvSpPr/>
              <p:nvPr/>
            </p:nvSpPr>
            <p:spPr>
              <a:xfrm>
                <a:off x="8885051" y="5597831"/>
                <a:ext cx="19504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49" name="pl744">
                <a:extLst>
                  <a:ext uri="{FF2B5EF4-FFF2-40B4-BE49-F238E27FC236}">
                    <a16:creationId xmlns:a16="http://schemas.microsoft.com/office/drawing/2014/main" id="{B52CA563-AE15-7AE8-6106-BDC8A67DDBDC}"/>
                  </a:ext>
                </a:extLst>
              </p:cNvPr>
              <p:cNvSpPr/>
              <p:nvPr/>
            </p:nvSpPr>
            <p:spPr>
              <a:xfrm>
                <a:off x="8885051" y="5516836"/>
                <a:ext cx="19504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50" name="pl745">
                <a:extLst>
                  <a:ext uri="{FF2B5EF4-FFF2-40B4-BE49-F238E27FC236}">
                    <a16:creationId xmlns:a16="http://schemas.microsoft.com/office/drawing/2014/main" id="{A8ACC9BC-A540-C200-F6FD-579582A81F05}"/>
                  </a:ext>
                </a:extLst>
              </p:cNvPr>
              <p:cNvSpPr/>
              <p:nvPr/>
            </p:nvSpPr>
            <p:spPr>
              <a:xfrm>
                <a:off x="8885051" y="5435841"/>
                <a:ext cx="19504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51" name="pl746">
                <a:extLst>
                  <a:ext uri="{FF2B5EF4-FFF2-40B4-BE49-F238E27FC236}">
                    <a16:creationId xmlns:a16="http://schemas.microsoft.com/office/drawing/2014/main" id="{D81DAB1B-5119-7B01-29E6-8BADCDF9CD09}"/>
                  </a:ext>
                </a:extLst>
              </p:cNvPr>
              <p:cNvSpPr/>
              <p:nvPr/>
            </p:nvSpPr>
            <p:spPr>
              <a:xfrm>
                <a:off x="8885051" y="5354847"/>
                <a:ext cx="19504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4153" name="Rectangle 14152">
              <a:extLst>
                <a:ext uri="{FF2B5EF4-FFF2-40B4-BE49-F238E27FC236}">
                  <a16:creationId xmlns:a16="http://schemas.microsoft.com/office/drawing/2014/main" id="{5E5B4E0E-777A-8C05-BB2A-A9D38907549F}"/>
                </a:ext>
              </a:extLst>
            </p:cNvPr>
            <p:cNvSpPr/>
            <p:nvPr/>
          </p:nvSpPr>
          <p:spPr>
            <a:xfrm>
              <a:off x="4917232" y="3038226"/>
              <a:ext cx="504056" cy="504056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154" name="Straight Connector 14153">
              <a:extLst>
                <a:ext uri="{FF2B5EF4-FFF2-40B4-BE49-F238E27FC236}">
                  <a16:creationId xmlns:a16="http://schemas.microsoft.com/office/drawing/2014/main" id="{20F8481F-B58A-E9C7-5E69-4FD7E23FABA2}"/>
                </a:ext>
              </a:extLst>
            </p:cNvPr>
            <p:cNvCxnSpPr>
              <a:cxnSpLocks/>
            </p:cNvCxnSpPr>
            <p:nvPr/>
          </p:nvCxnSpPr>
          <p:spPr>
            <a:xfrm>
              <a:off x="4238673" y="2102122"/>
              <a:ext cx="678559" cy="93610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155" name="Straight Connector 14154">
              <a:extLst>
                <a:ext uri="{FF2B5EF4-FFF2-40B4-BE49-F238E27FC236}">
                  <a16:creationId xmlns:a16="http://schemas.microsoft.com/office/drawing/2014/main" id="{D2EFCD7B-F9D7-88A2-E080-CF366FE09E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38673" y="3542282"/>
              <a:ext cx="678559" cy="288032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156" name="pg681">
              <a:extLst>
                <a:ext uri="{FF2B5EF4-FFF2-40B4-BE49-F238E27FC236}">
                  <a16:creationId xmlns:a16="http://schemas.microsoft.com/office/drawing/2014/main" id="{CF53830C-D665-09F9-C6AA-009A133ADA38}"/>
                </a:ext>
              </a:extLst>
            </p:cNvPr>
            <p:cNvSpPr/>
            <p:nvPr/>
          </p:nvSpPr>
          <p:spPr>
            <a:xfrm>
              <a:off x="3397695" y="2650801"/>
              <a:ext cx="692540" cy="173736"/>
            </a:xfrm>
            <a:custGeom>
              <a:avLst/>
              <a:gdLst/>
              <a:ahLst/>
              <a:cxnLst/>
              <a:rect l="0" t="0" r="0" b="0"/>
              <a:pathLst>
                <a:path w="1500987" h="324611">
                  <a:moveTo>
                    <a:pt x="27432" y="324611"/>
                  </a:moveTo>
                  <a:lnTo>
                    <a:pt x="1473555" y="324611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6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r>
                <a:rPr lang="en-US" sz="1100" dirty="0">
                  <a:latin typeface="Helvetica" pitchFamily="2" charset="0"/>
                </a:rPr>
                <a:t>  S1-LOLA</a:t>
              </a:r>
              <a:endParaRPr sz="1100" dirty="0">
                <a:latin typeface="Helvetica" pitchFamily="2" charset="0"/>
              </a:endParaRPr>
            </a:p>
          </p:txBody>
        </p:sp>
        <p:sp>
          <p:nvSpPr>
            <p:cNvPr id="14157" name="pg683">
              <a:extLst>
                <a:ext uri="{FF2B5EF4-FFF2-40B4-BE49-F238E27FC236}">
                  <a16:creationId xmlns:a16="http://schemas.microsoft.com/office/drawing/2014/main" id="{1A2B1D55-ADFE-B46A-EBF0-3664B81F2382}"/>
                </a:ext>
              </a:extLst>
            </p:cNvPr>
            <p:cNvSpPr/>
            <p:nvPr/>
          </p:nvSpPr>
          <p:spPr>
            <a:xfrm>
              <a:off x="3419872" y="2935826"/>
              <a:ext cx="717432" cy="173736"/>
            </a:xfrm>
            <a:custGeom>
              <a:avLst/>
              <a:gdLst/>
              <a:ahLst/>
              <a:cxnLst/>
              <a:rect l="0" t="0" r="0" b="0"/>
              <a:pathLst>
                <a:path w="1554937" h="324612">
                  <a:moveTo>
                    <a:pt x="27431" y="324612"/>
                  </a:moveTo>
                  <a:lnTo>
                    <a:pt x="1527505" y="324612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80"/>
                  </a:lnTo>
                  <a:lnTo>
                    <a:pt x="1554937" y="27432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r>
                <a:rPr lang="en-US" sz="1100" dirty="0">
                  <a:latin typeface="Helvetica" pitchFamily="2" charset="0"/>
                </a:rPr>
                <a:t>  S2-DEBY</a:t>
              </a:r>
              <a:endParaRPr sz="1100" dirty="0">
                <a:latin typeface="Helvetica" pitchFamily="2" charset="0"/>
              </a:endParaRPr>
            </a:p>
          </p:txBody>
        </p:sp>
        <p:sp>
          <p:nvSpPr>
            <p:cNvPr id="14158" name="pg679">
              <a:extLst>
                <a:ext uri="{FF2B5EF4-FFF2-40B4-BE49-F238E27FC236}">
                  <a16:creationId xmlns:a16="http://schemas.microsoft.com/office/drawing/2014/main" id="{28F64EEC-0133-E580-41D3-06B101C68679}"/>
                </a:ext>
              </a:extLst>
            </p:cNvPr>
            <p:cNvSpPr/>
            <p:nvPr/>
          </p:nvSpPr>
          <p:spPr>
            <a:xfrm>
              <a:off x="3161795" y="3574703"/>
              <a:ext cx="550615" cy="173736"/>
            </a:xfrm>
            <a:custGeom>
              <a:avLst/>
              <a:gdLst/>
              <a:ahLst/>
              <a:cxnLst/>
              <a:rect l="0" t="0" r="0" b="0"/>
              <a:pathLst>
                <a:path w="1193383" h="324612">
                  <a:moveTo>
                    <a:pt x="27431" y="324612"/>
                  </a:moveTo>
                  <a:lnTo>
                    <a:pt x="1165951" y="324612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79"/>
                  </a:lnTo>
                  <a:lnTo>
                    <a:pt x="1193383" y="27431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r>
                <a:rPr lang="en-US" sz="1100" dirty="0">
                  <a:latin typeface="Helvetica" pitchFamily="2" charset="0"/>
                </a:rPr>
                <a:t>  W4-VA</a:t>
              </a:r>
              <a:endParaRPr sz="1100" dirty="0">
                <a:latin typeface="Helvetica" pitchFamily="2" charset="0"/>
              </a:endParaRPr>
            </a:p>
          </p:txBody>
        </p:sp>
        <p:sp>
          <p:nvSpPr>
            <p:cNvPr id="14161" name="pl677">
              <a:extLst>
                <a:ext uri="{FF2B5EF4-FFF2-40B4-BE49-F238E27FC236}">
                  <a16:creationId xmlns:a16="http://schemas.microsoft.com/office/drawing/2014/main" id="{1601FEC7-5B4B-EDD0-0CFA-CBB9557B8681}"/>
                </a:ext>
              </a:extLst>
            </p:cNvPr>
            <p:cNvSpPr/>
            <p:nvPr/>
          </p:nvSpPr>
          <p:spPr>
            <a:xfrm>
              <a:off x="2815452" y="2508458"/>
              <a:ext cx="45719" cy="428121"/>
            </a:xfrm>
            <a:custGeom>
              <a:avLst/>
              <a:gdLst/>
              <a:ahLst/>
              <a:cxnLst/>
              <a:rect l="0" t="0" r="0" b="0"/>
              <a:pathLst>
                <a:path w="1087496" h="365184">
                  <a:moveTo>
                    <a:pt x="1087496" y="0"/>
                  </a:moveTo>
                  <a:lnTo>
                    <a:pt x="0" y="36518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60" name="pg681">
              <a:extLst>
                <a:ext uri="{FF2B5EF4-FFF2-40B4-BE49-F238E27FC236}">
                  <a16:creationId xmlns:a16="http://schemas.microsoft.com/office/drawing/2014/main" id="{41629014-6775-F6D6-FDA8-B0E2F20AEF3C}"/>
                </a:ext>
              </a:extLst>
            </p:cNvPr>
            <p:cNvSpPr/>
            <p:nvPr/>
          </p:nvSpPr>
          <p:spPr>
            <a:xfrm>
              <a:off x="2462551" y="2357236"/>
              <a:ext cx="699244" cy="173736"/>
            </a:xfrm>
            <a:custGeom>
              <a:avLst/>
              <a:gdLst/>
              <a:ahLst/>
              <a:cxnLst/>
              <a:rect l="0" t="0" r="0" b="0"/>
              <a:pathLst>
                <a:path w="1500987" h="324611">
                  <a:moveTo>
                    <a:pt x="27432" y="324611"/>
                  </a:moveTo>
                  <a:lnTo>
                    <a:pt x="1473555" y="324611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1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6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r>
                <a:rPr lang="en-US" sz="1100" dirty="0">
                  <a:latin typeface="Helvetica" pitchFamily="2" charset="0"/>
                </a:rPr>
                <a:t> Lewisetta</a:t>
              </a:r>
              <a:endParaRPr sz="1100" dirty="0">
                <a:latin typeface="Helvetica" pitchFamily="2" charset="0"/>
              </a:endParaRPr>
            </a:p>
          </p:txBody>
        </p:sp>
        <p:sp>
          <p:nvSpPr>
            <p:cNvPr id="14163" name="pg675">
              <a:extLst>
                <a:ext uri="{FF2B5EF4-FFF2-40B4-BE49-F238E27FC236}">
                  <a16:creationId xmlns:a16="http://schemas.microsoft.com/office/drawing/2014/main" id="{F8881575-985E-306A-1110-F47A75D41536}"/>
                </a:ext>
              </a:extLst>
            </p:cNvPr>
            <p:cNvSpPr/>
            <p:nvPr/>
          </p:nvSpPr>
          <p:spPr>
            <a:xfrm>
              <a:off x="2762405" y="2895464"/>
              <a:ext cx="137160" cy="118872"/>
            </a:xfrm>
            <a:custGeom>
              <a:avLst/>
              <a:gdLst/>
              <a:ahLst/>
              <a:cxnLst/>
              <a:rect l="0" t="0" r="0" b="0"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</p:grpSp>
      <p:pic>
        <p:nvPicPr>
          <p:cNvPr id="14166" name="Picture 14165">
            <a:extLst>
              <a:ext uri="{FF2B5EF4-FFF2-40B4-BE49-F238E27FC236}">
                <a16:creationId xmlns:a16="http://schemas.microsoft.com/office/drawing/2014/main" id="{884AFF10-7670-3688-8472-E6E6A0526C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937" y="2017252"/>
            <a:ext cx="1799263" cy="84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26700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1654055" y="1600200"/>
              <a:ext cx="5835888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l6"/>
            <p:cNvSpPr/>
            <p:nvPr/>
          </p:nvSpPr>
          <p:spPr>
            <a:xfrm>
              <a:off x="2610961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l7"/>
            <p:cNvSpPr/>
            <p:nvPr/>
          </p:nvSpPr>
          <p:spPr>
            <a:xfrm>
              <a:off x="314013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l8"/>
            <p:cNvSpPr/>
            <p:nvPr/>
          </p:nvSpPr>
          <p:spPr>
            <a:xfrm>
              <a:off x="366931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l9"/>
            <p:cNvSpPr/>
            <p:nvPr/>
          </p:nvSpPr>
          <p:spPr>
            <a:xfrm>
              <a:off x="419848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l10"/>
            <p:cNvSpPr/>
            <p:nvPr/>
          </p:nvSpPr>
          <p:spPr>
            <a:xfrm>
              <a:off x="472766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l11"/>
            <p:cNvSpPr/>
            <p:nvPr/>
          </p:nvSpPr>
          <p:spPr>
            <a:xfrm>
              <a:off x="525683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l12"/>
            <p:cNvSpPr/>
            <p:nvPr/>
          </p:nvSpPr>
          <p:spPr>
            <a:xfrm>
              <a:off x="578601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l13"/>
            <p:cNvSpPr/>
            <p:nvPr/>
          </p:nvSpPr>
          <p:spPr>
            <a:xfrm>
              <a:off x="631518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l14"/>
            <p:cNvSpPr/>
            <p:nvPr/>
          </p:nvSpPr>
          <p:spPr>
            <a:xfrm>
              <a:off x="2201917" y="5407850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5"/>
            <p:cNvSpPr/>
            <p:nvPr/>
          </p:nvSpPr>
          <p:spPr>
            <a:xfrm>
              <a:off x="2201917" y="4757570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l16"/>
            <p:cNvSpPr/>
            <p:nvPr/>
          </p:nvSpPr>
          <p:spPr>
            <a:xfrm>
              <a:off x="2201917" y="410729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l17"/>
            <p:cNvSpPr/>
            <p:nvPr/>
          </p:nvSpPr>
          <p:spPr>
            <a:xfrm>
              <a:off x="2201917" y="345701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l18"/>
            <p:cNvSpPr/>
            <p:nvPr/>
          </p:nvSpPr>
          <p:spPr>
            <a:xfrm>
              <a:off x="2201917" y="280673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g19"/>
            <p:cNvSpPr/>
            <p:nvPr/>
          </p:nvSpPr>
          <p:spPr>
            <a:xfrm>
              <a:off x="5671824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g20"/>
            <p:cNvSpPr/>
            <p:nvPr/>
          </p:nvSpPr>
          <p:spPr>
            <a:xfrm>
              <a:off x="5683461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g21"/>
            <p:cNvSpPr/>
            <p:nvPr/>
          </p:nvSpPr>
          <p:spPr>
            <a:xfrm>
              <a:off x="5695098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g22"/>
            <p:cNvSpPr/>
            <p:nvPr/>
          </p:nvSpPr>
          <p:spPr>
            <a:xfrm>
              <a:off x="5718373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g23"/>
            <p:cNvSpPr/>
            <p:nvPr/>
          </p:nvSpPr>
          <p:spPr>
            <a:xfrm>
              <a:off x="5730010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g24"/>
            <p:cNvSpPr/>
            <p:nvPr/>
          </p:nvSpPr>
          <p:spPr>
            <a:xfrm>
              <a:off x="5741648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g25"/>
            <p:cNvSpPr/>
            <p:nvPr/>
          </p:nvSpPr>
          <p:spPr>
            <a:xfrm>
              <a:off x="6276965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g26"/>
            <p:cNvSpPr/>
            <p:nvPr/>
          </p:nvSpPr>
          <p:spPr>
            <a:xfrm>
              <a:off x="6288602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g27"/>
            <p:cNvSpPr/>
            <p:nvPr/>
          </p:nvSpPr>
          <p:spPr>
            <a:xfrm>
              <a:off x="6300240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g28"/>
            <p:cNvSpPr/>
            <p:nvPr/>
          </p:nvSpPr>
          <p:spPr>
            <a:xfrm>
              <a:off x="5648549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g29"/>
            <p:cNvSpPr/>
            <p:nvPr/>
          </p:nvSpPr>
          <p:spPr>
            <a:xfrm>
              <a:off x="5660186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5671824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g31"/>
            <p:cNvSpPr/>
            <p:nvPr/>
          </p:nvSpPr>
          <p:spPr>
            <a:xfrm>
              <a:off x="5683461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g32"/>
            <p:cNvSpPr/>
            <p:nvPr/>
          </p:nvSpPr>
          <p:spPr>
            <a:xfrm>
              <a:off x="569509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g33"/>
            <p:cNvSpPr/>
            <p:nvPr/>
          </p:nvSpPr>
          <p:spPr>
            <a:xfrm>
              <a:off x="5706736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g34"/>
            <p:cNvSpPr/>
            <p:nvPr/>
          </p:nvSpPr>
          <p:spPr>
            <a:xfrm>
              <a:off x="5718373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g35"/>
            <p:cNvSpPr/>
            <p:nvPr/>
          </p:nvSpPr>
          <p:spPr>
            <a:xfrm>
              <a:off x="5730010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g36"/>
            <p:cNvSpPr/>
            <p:nvPr/>
          </p:nvSpPr>
          <p:spPr>
            <a:xfrm>
              <a:off x="574164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g37"/>
            <p:cNvSpPr/>
            <p:nvPr/>
          </p:nvSpPr>
          <p:spPr>
            <a:xfrm>
              <a:off x="626532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g38"/>
            <p:cNvSpPr/>
            <p:nvPr/>
          </p:nvSpPr>
          <p:spPr>
            <a:xfrm>
              <a:off x="6276965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g39"/>
            <p:cNvSpPr/>
            <p:nvPr/>
          </p:nvSpPr>
          <p:spPr>
            <a:xfrm>
              <a:off x="6288602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g40"/>
            <p:cNvSpPr/>
            <p:nvPr/>
          </p:nvSpPr>
          <p:spPr>
            <a:xfrm>
              <a:off x="6300240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g41"/>
            <p:cNvSpPr/>
            <p:nvPr/>
          </p:nvSpPr>
          <p:spPr>
            <a:xfrm>
              <a:off x="6311877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g42"/>
            <p:cNvSpPr/>
            <p:nvPr/>
          </p:nvSpPr>
          <p:spPr>
            <a:xfrm>
              <a:off x="5636912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g43"/>
            <p:cNvSpPr/>
            <p:nvPr/>
          </p:nvSpPr>
          <p:spPr>
            <a:xfrm>
              <a:off x="5648549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g44"/>
            <p:cNvSpPr/>
            <p:nvPr/>
          </p:nvSpPr>
          <p:spPr>
            <a:xfrm>
              <a:off x="5660186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g45"/>
            <p:cNvSpPr/>
            <p:nvPr/>
          </p:nvSpPr>
          <p:spPr>
            <a:xfrm>
              <a:off x="5671824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g46"/>
            <p:cNvSpPr/>
            <p:nvPr/>
          </p:nvSpPr>
          <p:spPr>
            <a:xfrm>
              <a:off x="5683461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g47"/>
            <p:cNvSpPr/>
            <p:nvPr/>
          </p:nvSpPr>
          <p:spPr>
            <a:xfrm>
              <a:off x="569509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g48"/>
            <p:cNvSpPr/>
            <p:nvPr/>
          </p:nvSpPr>
          <p:spPr>
            <a:xfrm>
              <a:off x="5706736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g49"/>
            <p:cNvSpPr/>
            <p:nvPr/>
          </p:nvSpPr>
          <p:spPr>
            <a:xfrm>
              <a:off x="5718373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g50"/>
            <p:cNvSpPr/>
            <p:nvPr/>
          </p:nvSpPr>
          <p:spPr>
            <a:xfrm>
              <a:off x="5730010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g51"/>
            <p:cNvSpPr/>
            <p:nvPr/>
          </p:nvSpPr>
          <p:spPr>
            <a:xfrm>
              <a:off x="574164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g52"/>
            <p:cNvSpPr/>
            <p:nvPr/>
          </p:nvSpPr>
          <p:spPr>
            <a:xfrm>
              <a:off x="5753285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g53"/>
            <p:cNvSpPr/>
            <p:nvPr/>
          </p:nvSpPr>
          <p:spPr>
            <a:xfrm>
              <a:off x="626532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g54"/>
            <p:cNvSpPr/>
            <p:nvPr/>
          </p:nvSpPr>
          <p:spPr>
            <a:xfrm>
              <a:off x="6276965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g55"/>
            <p:cNvSpPr/>
            <p:nvPr/>
          </p:nvSpPr>
          <p:spPr>
            <a:xfrm>
              <a:off x="6288602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/>
            <p:cNvSpPr/>
            <p:nvPr/>
          </p:nvSpPr>
          <p:spPr>
            <a:xfrm>
              <a:off x="6300240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g57"/>
            <p:cNvSpPr/>
            <p:nvPr/>
          </p:nvSpPr>
          <p:spPr>
            <a:xfrm>
              <a:off x="6311877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/>
            <p:cNvSpPr/>
            <p:nvPr/>
          </p:nvSpPr>
          <p:spPr>
            <a:xfrm>
              <a:off x="557872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g59"/>
            <p:cNvSpPr/>
            <p:nvPr/>
          </p:nvSpPr>
          <p:spPr>
            <a:xfrm>
              <a:off x="5590363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g60"/>
            <p:cNvSpPr/>
            <p:nvPr/>
          </p:nvSpPr>
          <p:spPr>
            <a:xfrm>
              <a:off x="560200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pg61"/>
            <p:cNvSpPr/>
            <p:nvPr/>
          </p:nvSpPr>
          <p:spPr>
            <a:xfrm>
              <a:off x="5613637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g62"/>
            <p:cNvSpPr/>
            <p:nvPr/>
          </p:nvSpPr>
          <p:spPr>
            <a:xfrm>
              <a:off x="562527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g63"/>
            <p:cNvSpPr/>
            <p:nvPr/>
          </p:nvSpPr>
          <p:spPr>
            <a:xfrm>
              <a:off x="5636912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g64"/>
            <p:cNvSpPr/>
            <p:nvPr/>
          </p:nvSpPr>
          <p:spPr>
            <a:xfrm>
              <a:off x="5648549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g65"/>
            <p:cNvSpPr/>
            <p:nvPr/>
          </p:nvSpPr>
          <p:spPr>
            <a:xfrm>
              <a:off x="5660186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g66"/>
            <p:cNvSpPr/>
            <p:nvPr/>
          </p:nvSpPr>
          <p:spPr>
            <a:xfrm>
              <a:off x="5671824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g67"/>
            <p:cNvSpPr/>
            <p:nvPr/>
          </p:nvSpPr>
          <p:spPr>
            <a:xfrm>
              <a:off x="5683461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g68"/>
            <p:cNvSpPr/>
            <p:nvPr/>
          </p:nvSpPr>
          <p:spPr>
            <a:xfrm>
              <a:off x="5695098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g69"/>
            <p:cNvSpPr/>
            <p:nvPr/>
          </p:nvSpPr>
          <p:spPr>
            <a:xfrm>
              <a:off x="5706736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g70"/>
            <p:cNvSpPr/>
            <p:nvPr/>
          </p:nvSpPr>
          <p:spPr>
            <a:xfrm>
              <a:off x="5718373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g71"/>
            <p:cNvSpPr/>
            <p:nvPr/>
          </p:nvSpPr>
          <p:spPr>
            <a:xfrm>
              <a:off x="573001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g72"/>
            <p:cNvSpPr/>
            <p:nvPr/>
          </p:nvSpPr>
          <p:spPr>
            <a:xfrm>
              <a:off x="5741648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g73"/>
            <p:cNvSpPr/>
            <p:nvPr/>
          </p:nvSpPr>
          <p:spPr>
            <a:xfrm>
              <a:off x="627696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g74"/>
            <p:cNvSpPr/>
            <p:nvPr/>
          </p:nvSpPr>
          <p:spPr>
            <a:xfrm>
              <a:off x="6288602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g75"/>
            <p:cNvSpPr/>
            <p:nvPr/>
          </p:nvSpPr>
          <p:spPr>
            <a:xfrm>
              <a:off x="630024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g76"/>
            <p:cNvSpPr/>
            <p:nvPr/>
          </p:nvSpPr>
          <p:spPr>
            <a:xfrm>
              <a:off x="554381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g77"/>
            <p:cNvSpPr/>
            <p:nvPr/>
          </p:nvSpPr>
          <p:spPr>
            <a:xfrm>
              <a:off x="5555451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g78"/>
            <p:cNvSpPr/>
            <p:nvPr/>
          </p:nvSpPr>
          <p:spPr>
            <a:xfrm>
              <a:off x="5567088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g79"/>
            <p:cNvSpPr/>
            <p:nvPr/>
          </p:nvSpPr>
          <p:spPr>
            <a:xfrm>
              <a:off x="5578725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g80"/>
            <p:cNvSpPr/>
            <p:nvPr/>
          </p:nvSpPr>
          <p:spPr>
            <a:xfrm>
              <a:off x="559036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g81"/>
            <p:cNvSpPr/>
            <p:nvPr/>
          </p:nvSpPr>
          <p:spPr>
            <a:xfrm>
              <a:off x="5602000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g82"/>
            <p:cNvSpPr/>
            <p:nvPr/>
          </p:nvSpPr>
          <p:spPr>
            <a:xfrm>
              <a:off x="5613637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g83"/>
            <p:cNvSpPr/>
            <p:nvPr/>
          </p:nvSpPr>
          <p:spPr>
            <a:xfrm>
              <a:off x="5625275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g84"/>
            <p:cNvSpPr/>
            <p:nvPr/>
          </p:nvSpPr>
          <p:spPr>
            <a:xfrm>
              <a:off x="5636912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g85"/>
            <p:cNvSpPr/>
            <p:nvPr/>
          </p:nvSpPr>
          <p:spPr>
            <a:xfrm>
              <a:off x="5648549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/>
            <p:cNvSpPr/>
            <p:nvPr/>
          </p:nvSpPr>
          <p:spPr>
            <a:xfrm>
              <a:off x="5660186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pg87"/>
            <p:cNvSpPr/>
            <p:nvPr/>
          </p:nvSpPr>
          <p:spPr>
            <a:xfrm>
              <a:off x="5671824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pg88"/>
            <p:cNvSpPr/>
            <p:nvPr/>
          </p:nvSpPr>
          <p:spPr>
            <a:xfrm>
              <a:off x="5683461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pg89"/>
            <p:cNvSpPr/>
            <p:nvPr/>
          </p:nvSpPr>
          <p:spPr>
            <a:xfrm>
              <a:off x="5695098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g90"/>
            <p:cNvSpPr/>
            <p:nvPr/>
          </p:nvSpPr>
          <p:spPr>
            <a:xfrm>
              <a:off x="5706736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g91"/>
            <p:cNvSpPr/>
            <p:nvPr/>
          </p:nvSpPr>
          <p:spPr>
            <a:xfrm>
              <a:off x="571837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g92"/>
            <p:cNvSpPr/>
            <p:nvPr/>
          </p:nvSpPr>
          <p:spPr>
            <a:xfrm>
              <a:off x="5730010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g93"/>
            <p:cNvSpPr/>
            <p:nvPr/>
          </p:nvSpPr>
          <p:spPr>
            <a:xfrm>
              <a:off x="6288602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g94"/>
            <p:cNvSpPr/>
            <p:nvPr/>
          </p:nvSpPr>
          <p:spPr>
            <a:xfrm>
              <a:off x="5532176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g95"/>
            <p:cNvSpPr/>
            <p:nvPr/>
          </p:nvSpPr>
          <p:spPr>
            <a:xfrm>
              <a:off x="5543813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g96"/>
            <p:cNvSpPr/>
            <p:nvPr/>
          </p:nvSpPr>
          <p:spPr>
            <a:xfrm>
              <a:off x="5555451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g97"/>
            <p:cNvSpPr/>
            <p:nvPr/>
          </p:nvSpPr>
          <p:spPr>
            <a:xfrm>
              <a:off x="5567088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g98"/>
            <p:cNvSpPr/>
            <p:nvPr/>
          </p:nvSpPr>
          <p:spPr>
            <a:xfrm>
              <a:off x="5578725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g99"/>
            <p:cNvSpPr/>
            <p:nvPr/>
          </p:nvSpPr>
          <p:spPr>
            <a:xfrm>
              <a:off x="5590363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g100"/>
            <p:cNvSpPr/>
            <p:nvPr/>
          </p:nvSpPr>
          <p:spPr>
            <a:xfrm>
              <a:off x="5602000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g101"/>
            <p:cNvSpPr/>
            <p:nvPr/>
          </p:nvSpPr>
          <p:spPr>
            <a:xfrm>
              <a:off x="5613637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g102"/>
            <p:cNvSpPr/>
            <p:nvPr/>
          </p:nvSpPr>
          <p:spPr>
            <a:xfrm>
              <a:off x="5625275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g103"/>
            <p:cNvSpPr/>
            <p:nvPr/>
          </p:nvSpPr>
          <p:spPr>
            <a:xfrm>
              <a:off x="5636912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g104"/>
            <p:cNvSpPr/>
            <p:nvPr/>
          </p:nvSpPr>
          <p:spPr>
            <a:xfrm>
              <a:off x="5648549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g105"/>
            <p:cNvSpPr/>
            <p:nvPr/>
          </p:nvSpPr>
          <p:spPr>
            <a:xfrm>
              <a:off x="5660186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g106"/>
            <p:cNvSpPr/>
            <p:nvPr/>
          </p:nvSpPr>
          <p:spPr>
            <a:xfrm>
              <a:off x="5671824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g107"/>
            <p:cNvSpPr/>
            <p:nvPr/>
          </p:nvSpPr>
          <p:spPr>
            <a:xfrm>
              <a:off x="5683461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g108"/>
            <p:cNvSpPr/>
            <p:nvPr/>
          </p:nvSpPr>
          <p:spPr>
            <a:xfrm>
              <a:off x="5695098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g109"/>
            <p:cNvSpPr/>
            <p:nvPr/>
          </p:nvSpPr>
          <p:spPr>
            <a:xfrm>
              <a:off x="5508901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g110"/>
            <p:cNvSpPr/>
            <p:nvPr/>
          </p:nvSpPr>
          <p:spPr>
            <a:xfrm>
              <a:off x="5520539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g111"/>
            <p:cNvSpPr/>
            <p:nvPr/>
          </p:nvSpPr>
          <p:spPr>
            <a:xfrm>
              <a:off x="5532176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g112"/>
            <p:cNvSpPr/>
            <p:nvPr/>
          </p:nvSpPr>
          <p:spPr>
            <a:xfrm>
              <a:off x="5543813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g113"/>
            <p:cNvSpPr/>
            <p:nvPr/>
          </p:nvSpPr>
          <p:spPr>
            <a:xfrm>
              <a:off x="5555451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g114"/>
            <p:cNvSpPr/>
            <p:nvPr/>
          </p:nvSpPr>
          <p:spPr>
            <a:xfrm>
              <a:off x="5567088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pg115"/>
            <p:cNvSpPr/>
            <p:nvPr/>
          </p:nvSpPr>
          <p:spPr>
            <a:xfrm>
              <a:off x="5578725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g116"/>
            <p:cNvSpPr/>
            <p:nvPr/>
          </p:nvSpPr>
          <p:spPr>
            <a:xfrm>
              <a:off x="5590363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pg117"/>
            <p:cNvSpPr/>
            <p:nvPr/>
          </p:nvSpPr>
          <p:spPr>
            <a:xfrm>
              <a:off x="5602000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g118"/>
            <p:cNvSpPr/>
            <p:nvPr/>
          </p:nvSpPr>
          <p:spPr>
            <a:xfrm>
              <a:off x="5613637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pg119"/>
            <p:cNvSpPr/>
            <p:nvPr/>
          </p:nvSpPr>
          <p:spPr>
            <a:xfrm>
              <a:off x="5625275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pg120"/>
            <p:cNvSpPr/>
            <p:nvPr/>
          </p:nvSpPr>
          <p:spPr>
            <a:xfrm>
              <a:off x="5636912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pg121"/>
            <p:cNvSpPr/>
            <p:nvPr/>
          </p:nvSpPr>
          <p:spPr>
            <a:xfrm>
              <a:off x="5648549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pg122"/>
            <p:cNvSpPr/>
            <p:nvPr/>
          </p:nvSpPr>
          <p:spPr>
            <a:xfrm>
              <a:off x="5660186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g123"/>
            <p:cNvSpPr/>
            <p:nvPr/>
          </p:nvSpPr>
          <p:spPr>
            <a:xfrm>
              <a:off x="5473989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g124"/>
            <p:cNvSpPr/>
            <p:nvPr/>
          </p:nvSpPr>
          <p:spPr>
            <a:xfrm>
              <a:off x="5485627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g125"/>
            <p:cNvSpPr/>
            <p:nvPr/>
          </p:nvSpPr>
          <p:spPr>
            <a:xfrm>
              <a:off x="5497264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g126"/>
            <p:cNvSpPr/>
            <p:nvPr/>
          </p:nvSpPr>
          <p:spPr>
            <a:xfrm>
              <a:off x="5508901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g127"/>
            <p:cNvSpPr/>
            <p:nvPr/>
          </p:nvSpPr>
          <p:spPr>
            <a:xfrm>
              <a:off x="5520539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g128"/>
            <p:cNvSpPr/>
            <p:nvPr/>
          </p:nvSpPr>
          <p:spPr>
            <a:xfrm>
              <a:off x="5532176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g129"/>
            <p:cNvSpPr/>
            <p:nvPr/>
          </p:nvSpPr>
          <p:spPr>
            <a:xfrm>
              <a:off x="5543813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g130"/>
            <p:cNvSpPr/>
            <p:nvPr/>
          </p:nvSpPr>
          <p:spPr>
            <a:xfrm>
              <a:off x="5555451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g131"/>
            <p:cNvSpPr/>
            <p:nvPr/>
          </p:nvSpPr>
          <p:spPr>
            <a:xfrm>
              <a:off x="5567088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g132"/>
            <p:cNvSpPr/>
            <p:nvPr/>
          </p:nvSpPr>
          <p:spPr>
            <a:xfrm>
              <a:off x="5578725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g133"/>
            <p:cNvSpPr/>
            <p:nvPr/>
          </p:nvSpPr>
          <p:spPr>
            <a:xfrm>
              <a:off x="5590363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pg134"/>
            <p:cNvSpPr/>
            <p:nvPr/>
          </p:nvSpPr>
          <p:spPr>
            <a:xfrm>
              <a:off x="5602000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pg135"/>
            <p:cNvSpPr/>
            <p:nvPr/>
          </p:nvSpPr>
          <p:spPr>
            <a:xfrm>
              <a:off x="5613637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pg136"/>
            <p:cNvSpPr/>
            <p:nvPr/>
          </p:nvSpPr>
          <p:spPr>
            <a:xfrm>
              <a:off x="5625275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pg137"/>
            <p:cNvSpPr/>
            <p:nvPr/>
          </p:nvSpPr>
          <p:spPr>
            <a:xfrm>
              <a:off x="5450715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pg138"/>
            <p:cNvSpPr/>
            <p:nvPr/>
          </p:nvSpPr>
          <p:spPr>
            <a:xfrm>
              <a:off x="5462352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pg139"/>
            <p:cNvSpPr/>
            <p:nvPr/>
          </p:nvSpPr>
          <p:spPr>
            <a:xfrm>
              <a:off x="5473989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pg140"/>
            <p:cNvSpPr/>
            <p:nvPr/>
          </p:nvSpPr>
          <p:spPr>
            <a:xfrm>
              <a:off x="5485627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pg141"/>
            <p:cNvSpPr/>
            <p:nvPr/>
          </p:nvSpPr>
          <p:spPr>
            <a:xfrm>
              <a:off x="5497264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pg142"/>
            <p:cNvSpPr/>
            <p:nvPr/>
          </p:nvSpPr>
          <p:spPr>
            <a:xfrm>
              <a:off x="5508901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pg143"/>
            <p:cNvSpPr/>
            <p:nvPr/>
          </p:nvSpPr>
          <p:spPr>
            <a:xfrm>
              <a:off x="5520539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pg144"/>
            <p:cNvSpPr/>
            <p:nvPr/>
          </p:nvSpPr>
          <p:spPr>
            <a:xfrm>
              <a:off x="5532176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pg145"/>
            <p:cNvSpPr/>
            <p:nvPr/>
          </p:nvSpPr>
          <p:spPr>
            <a:xfrm>
              <a:off x="5543813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pg146"/>
            <p:cNvSpPr/>
            <p:nvPr/>
          </p:nvSpPr>
          <p:spPr>
            <a:xfrm>
              <a:off x="5555451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pg147"/>
            <p:cNvSpPr/>
            <p:nvPr/>
          </p:nvSpPr>
          <p:spPr>
            <a:xfrm>
              <a:off x="5567088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pg148"/>
            <p:cNvSpPr/>
            <p:nvPr/>
          </p:nvSpPr>
          <p:spPr>
            <a:xfrm>
              <a:off x="5578725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pg149"/>
            <p:cNvSpPr/>
            <p:nvPr/>
          </p:nvSpPr>
          <p:spPr>
            <a:xfrm>
              <a:off x="5439077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pg150"/>
            <p:cNvSpPr/>
            <p:nvPr/>
          </p:nvSpPr>
          <p:spPr>
            <a:xfrm>
              <a:off x="5450715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pg151"/>
            <p:cNvSpPr/>
            <p:nvPr/>
          </p:nvSpPr>
          <p:spPr>
            <a:xfrm>
              <a:off x="5462352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pg152"/>
            <p:cNvSpPr/>
            <p:nvPr/>
          </p:nvSpPr>
          <p:spPr>
            <a:xfrm>
              <a:off x="5473989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pg153"/>
            <p:cNvSpPr/>
            <p:nvPr/>
          </p:nvSpPr>
          <p:spPr>
            <a:xfrm>
              <a:off x="5485627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pg154"/>
            <p:cNvSpPr/>
            <p:nvPr/>
          </p:nvSpPr>
          <p:spPr>
            <a:xfrm>
              <a:off x="5497264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pg155"/>
            <p:cNvSpPr/>
            <p:nvPr/>
          </p:nvSpPr>
          <p:spPr>
            <a:xfrm>
              <a:off x="5508901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pg156"/>
            <p:cNvSpPr/>
            <p:nvPr/>
          </p:nvSpPr>
          <p:spPr>
            <a:xfrm>
              <a:off x="5520539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pg157"/>
            <p:cNvSpPr/>
            <p:nvPr/>
          </p:nvSpPr>
          <p:spPr>
            <a:xfrm>
              <a:off x="5532176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pg158"/>
            <p:cNvSpPr/>
            <p:nvPr/>
          </p:nvSpPr>
          <p:spPr>
            <a:xfrm>
              <a:off x="5543813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pg159"/>
            <p:cNvSpPr/>
            <p:nvPr/>
          </p:nvSpPr>
          <p:spPr>
            <a:xfrm>
              <a:off x="5555451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pg160"/>
            <p:cNvSpPr/>
            <p:nvPr/>
          </p:nvSpPr>
          <p:spPr>
            <a:xfrm>
              <a:off x="5427440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pg161"/>
            <p:cNvSpPr/>
            <p:nvPr/>
          </p:nvSpPr>
          <p:spPr>
            <a:xfrm>
              <a:off x="5439077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pg162"/>
            <p:cNvSpPr/>
            <p:nvPr/>
          </p:nvSpPr>
          <p:spPr>
            <a:xfrm>
              <a:off x="5450715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pg163"/>
            <p:cNvSpPr/>
            <p:nvPr/>
          </p:nvSpPr>
          <p:spPr>
            <a:xfrm>
              <a:off x="5462352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pg164"/>
            <p:cNvSpPr/>
            <p:nvPr/>
          </p:nvSpPr>
          <p:spPr>
            <a:xfrm>
              <a:off x="5473989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pg165"/>
            <p:cNvSpPr/>
            <p:nvPr/>
          </p:nvSpPr>
          <p:spPr>
            <a:xfrm>
              <a:off x="5485627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pg166"/>
            <p:cNvSpPr/>
            <p:nvPr/>
          </p:nvSpPr>
          <p:spPr>
            <a:xfrm>
              <a:off x="5497264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pg167"/>
            <p:cNvSpPr/>
            <p:nvPr/>
          </p:nvSpPr>
          <p:spPr>
            <a:xfrm>
              <a:off x="5508901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pg168"/>
            <p:cNvSpPr/>
            <p:nvPr/>
          </p:nvSpPr>
          <p:spPr>
            <a:xfrm>
              <a:off x="5520539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pg169"/>
            <p:cNvSpPr/>
            <p:nvPr/>
          </p:nvSpPr>
          <p:spPr>
            <a:xfrm>
              <a:off x="5532176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pg170"/>
            <p:cNvSpPr/>
            <p:nvPr/>
          </p:nvSpPr>
          <p:spPr>
            <a:xfrm>
              <a:off x="5415803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pg171"/>
            <p:cNvSpPr/>
            <p:nvPr/>
          </p:nvSpPr>
          <p:spPr>
            <a:xfrm>
              <a:off x="5427440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pg172"/>
            <p:cNvSpPr/>
            <p:nvPr/>
          </p:nvSpPr>
          <p:spPr>
            <a:xfrm>
              <a:off x="5439077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pg173"/>
            <p:cNvSpPr/>
            <p:nvPr/>
          </p:nvSpPr>
          <p:spPr>
            <a:xfrm>
              <a:off x="5450715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pg174"/>
            <p:cNvSpPr/>
            <p:nvPr/>
          </p:nvSpPr>
          <p:spPr>
            <a:xfrm>
              <a:off x="5462352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pg175"/>
            <p:cNvSpPr/>
            <p:nvPr/>
          </p:nvSpPr>
          <p:spPr>
            <a:xfrm>
              <a:off x="5473989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pg176"/>
            <p:cNvSpPr/>
            <p:nvPr/>
          </p:nvSpPr>
          <p:spPr>
            <a:xfrm>
              <a:off x="5485627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pg177"/>
            <p:cNvSpPr/>
            <p:nvPr/>
          </p:nvSpPr>
          <p:spPr>
            <a:xfrm>
              <a:off x="5497264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pg178"/>
            <p:cNvSpPr/>
            <p:nvPr/>
          </p:nvSpPr>
          <p:spPr>
            <a:xfrm>
              <a:off x="5508901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pg179"/>
            <p:cNvSpPr/>
            <p:nvPr/>
          </p:nvSpPr>
          <p:spPr>
            <a:xfrm>
              <a:off x="5380891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pg180"/>
            <p:cNvSpPr/>
            <p:nvPr/>
          </p:nvSpPr>
          <p:spPr>
            <a:xfrm>
              <a:off x="5392528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pg181"/>
            <p:cNvSpPr/>
            <p:nvPr/>
          </p:nvSpPr>
          <p:spPr>
            <a:xfrm>
              <a:off x="5404165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pg182"/>
            <p:cNvSpPr/>
            <p:nvPr/>
          </p:nvSpPr>
          <p:spPr>
            <a:xfrm>
              <a:off x="5415803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pg183"/>
            <p:cNvSpPr/>
            <p:nvPr/>
          </p:nvSpPr>
          <p:spPr>
            <a:xfrm>
              <a:off x="5427440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pg184"/>
            <p:cNvSpPr/>
            <p:nvPr/>
          </p:nvSpPr>
          <p:spPr>
            <a:xfrm>
              <a:off x="5439077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pg185"/>
            <p:cNvSpPr/>
            <p:nvPr/>
          </p:nvSpPr>
          <p:spPr>
            <a:xfrm>
              <a:off x="5450715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pg186"/>
            <p:cNvSpPr/>
            <p:nvPr/>
          </p:nvSpPr>
          <p:spPr>
            <a:xfrm>
              <a:off x="5462352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pg187"/>
            <p:cNvSpPr/>
            <p:nvPr/>
          </p:nvSpPr>
          <p:spPr>
            <a:xfrm>
              <a:off x="5473989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pg188"/>
            <p:cNvSpPr/>
            <p:nvPr/>
          </p:nvSpPr>
          <p:spPr>
            <a:xfrm>
              <a:off x="5485627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pg189"/>
            <p:cNvSpPr/>
            <p:nvPr/>
          </p:nvSpPr>
          <p:spPr>
            <a:xfrm>
              <a:off x="5369253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pg190"/>
            <p:cNvSpPr/>
            <p:nvPr/>
          </p:nvSpPr>
          <p:spPr>
            <a:xfrm>
              <a:off x="5380891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pg191"/>
            <p:cNvSpPr/>
            <p:nvPr/>
          </p:nvSpPr>
          <p:spPr>
            <a:xfrm>
              <a:off x="5392528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pg192"/>
            <p:cNvSpPr/>
            <p:nvPr/>
          </p:nvSpPr>
          <p:spPr>
            <a:xfrm>
              <a:off x="5404165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pg193"/>
            <p:cNvSpPr/>
            <p:nvPr/>
          </p:nvSpPr>
          <p:spPr>
            <a:xfrm>
              <a:off x="5415803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pg194"/>
            <p:cNvSpPr/>
            <p:nvPr/>
          </p:nvSpPr>
          <p:spPr>
            <a:xfrm>
              <a:off x="5427440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pg195"/>
            <p:cNvSpPr/>
            <p:nvPr/>
          </p:nvSpPr>
          <p:spPr>
            <a:xfrm>
              <a:off x="5439077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pg196"/>
            <p:cNvSpPr/>
            <p:nvPr/>
          </p:nvSpPr>
          <p:spPr>
            <a:xfrm>
              <a:off x="5450715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pg197"/>
            <p:cNvSpPr/>
            <p:nvPr/>
          </p:nvSpPr>
          <p:spPr>
            <a:xfrm>
              <a:off x="5462352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pg198"/>
            <p:cNvSpPr/>
            <p:nvPr/>
          </p:nvSpPr>
          <p:spPr>
            <a:xfrm>
              <a:off x="6311877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pg199"/>
            <p:cNvSpPr/>
            <p:nvPr/>
          </p:nvSpPr>
          <p:spPr>
            <a:xfrm>
              <a:off x="531106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pg200"/>
            <p:cNvSpPr/>
            <p:nvPr/>
          </p:nvSpPr>
          <p:spPr>
            <a:xfrm>
              <a:off x="5322704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pg201"/>
            <p:cNvSpPr/>
            <p:nvPr/>
          </p:nvSpPr>
          <p:spPr>
            <a:xfrm>
              <a:off x="5334341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pg202"/>
            <p:cNvSpPr/>
            <p:nvPr/>
          </p:nvSpPr>
          <p:spPr>
            <a:xfrm>
              <a:off x="5345979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pg203"/>
            <p:cNvSpPr/>
            <p:nvPr/>
          </p:nvSpPr>
          <p:spPr>
            <a:xfrm>
              <a:off x="5357616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pg204"/>
            <p:cNvSpPr/>
            <p:nvPr/>
          </p:nvSpPr>
          <p:spPr>
            <a:xfrm>
              <a:off x="5369253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pg205"/>
            <p:cNvSpPr/>
            <p:nvPr/>
          </p:nvSpPr>
          <p:spPr>
            <a:xfrm>
              <a:off x="5380891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pg206"/>
            <p:cNvSpPr/>
            <p:nvPr/>
          </p:nvSpPr>
          <p:spPr>
            <a:xfrm>
              <a:off x="5392528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pg207"/>
            <p:cNvSpPr/>
            <p:nvPr/>
          </p:nvSpPr>
          <p:spPr>
            <a:xfrm>
              <a:off x="540416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pg208"/>
            <p:cNvSpPr/>
            <p:nvPr/>
          </p:nvSpPr>
          <p:spPr>
            <a:xfrm>
              <a:off x="5415803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pg209"/>
            <p:cNvSpPr/>
            <p:nvPr/>
          </p:nvSpPr>
          <p:spPr>
            <a:xfrm>
              <a:off x="5427440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pg210"/>
            <p:cNvSpPr/>
            <p:nvPr/>
          </p:nvSpPr>
          <p:spPr>
            <a:xfrm>
              <a:off x="543907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pg211"/>
            <p:cNvSpPr/>
            <p:nvPr/>
          </p:nvSpPr>
          <p:spPr>
            <a:xfrm>
              <a:off x="545071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pg212"/>
            <p:cNvSpPr/>
            <p:nvPr/>
          </p:nvSpPr>
          <p:spPr>
            <a:xfrm>
              <a:off x="627696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pg213"/>
            <p:cNvSpPr/>
            <p:nvPr/>
          </p:nvSpPr>
          <p:spPr>
            <a:xfrm>
              <a:off x="6288602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pg214"/>
            <p:cNvSpPr/>
            <p:nvPr/>
          </p:nvSpPr>
          <p:spPr>
            <a:xfrm>
              <a:off x="6300240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pg215"/>
            <p:cNvSpPr/>
            <p:nvPr/>
          </p:nvSpPr>
          <p:spPr>
            <a:xfrm>
              <a:off x="631187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pg216"/>
            <p:cNvSpPr/>
            <p:nvPr/>
          </p:nvSpPr>
          <p:spPr>
            <a:xfrm>
              <a:off x="6323514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pg217"/>
            <p:cNvSpPr/>
            <p:nvPr/>
          </p:nvSpPr>
          <p:spPr>
            <a:xfrm>
              <a:off x="5299429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pg218"/>
            <p:cNvSpPr/>
            <p:nvPr/>
          </p:nvSpPr>
          <p:spPr>
            <a:xfrm>
              <a:off x="531106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pg219"/>
            <p:cNvSpPr/>
            <p:nvPr/>
          </p:nvSpPr>
          <p:spPr>
            <a:xfrm>
              <a:off x="532270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pg220"/>
            <p:cNvSpPr/>
            <p:nvPr/>
          </p:nvSpPr>
          <p:spPr>
            <a:xfrm>
              <a:off x="533434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pg221"/>
            <p:cNvSpPr/>
            <p:nvPr/>
          </p:nvSpPr>
          <p:spPr>
            <a:xfrm>
              <a:off x="5345979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pg222"/>
            <p:cNvSpPr/>
            <p:nvPr/>
          </p:nvSpPr>
          <p:spPr>
            <a:xfrm>
              <a:off x="5357616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pg223"/>
            <p:cNvSpPr/>
            <p:nvPr/>
          </p:nvSpPr>
          <p:spPr>
            <a:xfrm>
              <a:off x="5369253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pg224"/>
            <p:cNvSpPr/>
            <p:nvPr/>
          </p:nvSpPr>
          <p:spPr>
            <a:xfrm>
              <a:off x="538089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pg225"/>
            <p:cNvSpPr/>
            <p:nvPr/>
          </p:nvSpPr>
          <p:spPr>
            <a:xfrm>
              <a:off x="539252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pg226"/>
            <p:cNvSpPr/>
            <p:nvPr/>
          </p:nvSpPr>
          <p:spPr>
            <a:xfrm>
              <a:off x="5404165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pg227"/>
            <p:cNvSpPr/>
            <p:nvPr/>
          </p:nvSpPr>
          <p:spPr>
            <a:xfrm>
              <a:off x="5415803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pg228"/>
            <p:cNvSpPr/>
            <p:nvPr/>
          </p:nvSpPr>
          <p:spPr>
            <a:xfrm>
              <a:off x="542744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pg229"/>
            <p:cNvSpPr/>
            <p:nvPr/>
          </p:nvSpPr>
          <p:spPr>
            <a:xfrm>
              <a:off x="543907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pg230"/>
            <p:cNvSpPr/>
            <p:nvPr/>
          </p:nvSpPr>
          <p:spPr>
            <a:xfrm>
              <a:off x="6183866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pg231"/>
            <p:cNvSpPr/>
            <p:nvPr/>
          </p:nvSpPr>
          <p:spPr>
            <a:xfrm>
              <a:off x="619550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pg232"/>
            <p:cNvSpPr/>
            <p:nvPr/>
          </p:nvSpPr>
          <p:spPr>
            <a:xfrm>
              <a:off x="620714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pg233"/>
            <p:cNvSpPr/>
            <p:nvPr/>
          </p:nvSpPr>
          <p:spPr>
            <a:xfrm>
              <a:off x="621877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pg234"/>
            <p:cNvSpPr/>
            <p:nvPr/>
          </p:nvSpPr>
          <p:spPr>
            <a:xfrm>
              <a:off x="625369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pg235"/>
            <p:cNvSpPr/>
            <p:nvPr/>
          </p:nvSpPr>
          <p:spPr>
            <a:xfrm>
              <a:off x="626532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pg236"/>
            <p:cNvSpPr/>
            <p:nvPr/>
          </p:nvSpPr>
          <p:spPr>
            <a:xfrm>
              <a:off x="6276965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pg237"/>
            <p:cNvSpPr/>
            <p:nvPr/>
          </p:nvSpPr>
          <p:spPr>
            <a:xfrm>
              <a:off x="6288602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pg238"/>
            <p:cNvSpPr/>
            <p:nvPr/>
          </p:nvSpPr>
          <p:spPr>
            <a:xfrm>
              <a:off x="630024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pg239"/>
            <p:cNvSpPr/>
            <p:nvPr/>
          </p:nvSpPr>
          <p:spPr>
            <a:xfrm>
              <a:off x="631187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pg240"/>
            <p:cNvSpPr/>
            <p:nvPr/>
          </p:nvSpPr>
          <p:spPr>
            <a:xfrm>
              <a:off x="632351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pg241"/>
            <p:cNvSpPr/>
            <p:nvPr/>
          </p:nvSpPr>
          <p:spPr>
            <a:xfrm>
              <a:off x="6335152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pg242"/>
            <p:cNvSpPr/>
            <p:nvPr/>
          </p:nvSpPr>
          <p:spPr>
            <a:xfrm>
              <a:off x="529942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pg243"/>
            <p:cNvSpPr/>
            <p:nvPr/>
          </p:nvSpPr>
          <p:spPr>
            <a:xfrm>
              <a:off x="5311067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pg244"/>
            <p:cNvSpPr/>
            <p:nvPr/>
          </p:nvSpPr>
          <p:spPr>
            <a:xfrm>
              <a:off x="532270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pg245"/>
            <p:cNvSpPr/>
            <p:nvPr/>
          </p:nvSpPr>
          <p:spPr>
            <a:xfrm>
              <a:off x="533434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pg246"/>
            <p:cNvSpPr/>
            <p:nvPr/>
          </p:nvSpPr>
          <p:spPr>
            <a:xfrm>
              <a:off x="534597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pg247"/>
            <p:cNvSpPr/>
            <p:nvPr/>
          </p:nvSpPr>
          <p:spPr>
            <a:xfrm>
              <a:off x="535761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pg248"/>
            <p:cNvSpPr/>
            <p:nvPr/>
          </p:nvSpPr>
          <p:spPr>
            <a:xfrm>
              <a:off x="536925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pg249"/>
            <p:cNvSpPr/>
            <p:nvPr/>
          </p:nvSpPr>
          <p:spPr>
            <a:xfrm>
              <a:off x="538089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pg250"/>
            <p:cNvSpPr/>
            <p:nvPr/>
          </p:nvSpPr>
          <p:spPr>
            <a:xfrm>
              <a:off x="539252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pg251"/>
            <p:cNvSpPr/>
            <p:nvPr/>
          </p:nvSpPr>
          <p:spPr>
            <a:xfrm>
              <a:off x="5404165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pg252"/>
            <p:cNvSpPr/>
            <p:nvPr/>
          </p:nvSpPr>
          <p:spPr>
            <a:xfrm>
              <a:off x="541580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pg253"/>
            <p:cNvSpPr/>
            <p:nvPr/>
          </p:nvSpPr>
          <p:spPr>
            <a:xfrm>
              <a:off x="542744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pg254"/>
            <p:cNvSpPr/>
            <p:nvPr/>
          </p:nvSpPr>
          <p:spPr>
            <a:xfrm>
              <a:off x="617222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pg255"/>
            <p:cNvSpPr/>
            <p:nvPr/>
          </p:nvSpPr>
          <p:spPr>
            <a:xfrm>
              <a:off x="618386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pg256"/>
            <p:cNvSpPr/>
            <p:nvPr/>
          </p:nvSpPr>
          <p:spPr>
            <a:xfrm>
              <a:off x="619550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pg257"/>
            <p:cNvSpPr/>
            <p:nvPr/>
          </p:nvSpPr>
          <p:spPr>
            <a:xfrm>
              <a:off x="620714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pg258"/>
            <p:cNvSpPr/>
            <p:nvPr/>
          </p:nvSpPr>
          <p:spPr>
            <a:xfrm>
              <a:off x="621877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pg259"/>
            <p:cNvSpPr/>
            <p:nvPr/>
          </p:nvSpPr>
          <p:spPr>
            <a:xfrm>
              <a:off x="623041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pg260"/>
            <p:cNvSpPr/>
            <p:nvPr/>
          </p:nvSpPr>
          <p:spPr>
            <a:xfrm>
              <a:off x="624205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pg261"/>
            <p:cNvSpPr/>
            <p:nvPr/>
          </p:nvSpPr>
          <p:spPr>
            <a:xfrm>
              <a:off x="625369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pg262"/>
            <p:cNvSpPr/>
            <p:nvPr/>
          </p:nvSpPr>
          <p:spPr>
            <a:xfrm>
              <a:off x="626532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pg263"/>
            <p:cNvSpPr/>
            <p:nvPr/>
          </p:nvSpPr>
          <p:spPr>
            <a:xfrm>
              <a:off x="6276965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pg264"/>
            <p:cNvSpPr/>
            <p:nvPr/>
          </p:nvSpPr>
          <p:spPr>
            <a:xfrm>
              <a:off x="6288602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pg265"/>
            <p:cNvSpPr/>
            <p:nvPr/>
          </p:nvSpPr>
          <p:spPr>
            <a:xfrm>
              <a:off x="630024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pg266"/>
            <p:cNvSpPr/>
            <p:nvPr/>
          </p:nvSpPr>
          <p:spPr>
            <a:xfrm>
              <a:off x="6311877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pg267"/>
            <p:cNvSpPr/>
            <p:nvPr/>
          </p:nvSpPr>
          <p:spPr>
            <a:xfrm>
              <a:off x="632351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pg268"/>
            <p:cNvSpPr/>
            <p:nvPr/>
          </p:nvSpPr>
          <p:spPr>
            <a:xfrm>
              <a:off x="529942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pg269"/>
            <p:cNvSpPr/>
            <p:nvPr/>
          </p:nvSpPr>
          <p:spPr>
            <a:xfrm>
              <a:off x="5311067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pg270"/>
            <p:cNvSpPr/>
            <p:nvPr/>
          </p:nvSpPr>
          <p:spPr>
            <a:xfrm>
              <a:off x="532270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pg271"/>
            <p:cNvSpPr/>
            <p:nvPr/>
          </p:nvSpPr>
          <p:spPr>
            <a:xfrm>
              <a:off x="533434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pg272"/>
            <p:cNvSpPr/>
            <p:nvPr/>
          </p:nvSpPr>
          <p:spPr>
            <a:xfrm>
              <a:off x="534597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pg273"/>
            <p:cNvSpPr/>
            <p:nvPr/>
          </p:nvSpPr>
          <p:spPr>
            <a:xfrm>
              <a:off x="535761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pg274"/>
            <p:cNvSpPr/>
            <p:nvPr/>
          </p:nvSpPr>
          <p:spPr>
            <a:xfrm>
              <a:off x="536925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pg275"/>
            <p:cNvSpPr/>
            <p:nvPr/>
          </p:nvSpPr>
          <p:spPr>
            <a:xfrm>
              <a:off x="538089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pg276"/>
            <p:cNvSpPr/>
            <p:nvPr/>
          </p:nvSpPr>
          <p:spPr>
            <a:xfrm>
              <a:off x="539252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pg277"/>
            <p:cNvSpPr/>
            <p:nvPr/>
          </p:nvSpPr>
          <p:spPr>
            <a:xfrm>
              <a:off x="540416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pg278"/>
            <p:cNvSpPr/>
            <p:nvPr/>
          </p:nvSpPr>
          <p:spPr>
            <a:xfrm>
              <a:off x="541580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pg279"/>
            <p:cNvSpPr/>
            <p:nvPr/>
          </p:nvSpPr>
          <p:spPr>
            <a:xfrm>
              <a:off x="542744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pg280"/>
            <p:cNvSpPr/>
            <p:nvPr/>
          </p:nvSpPr>
          <p:spPr>
            <a:xfrm>
              <a:off x="607913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pg281"/>
            <p:cNvSpPr/>
            <p:nvPr/>
          </p:nvSpPr>
          <p:spPr>
            <a:xfrm>
              <a:off x="609076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pg282"/>
            <p:cNvSpPr/>
            <p:nvPr/>
          </p:nvSpPr>
          <p:spPr>
            <a:xfrm>
              <a:off x="610240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pg283"/>
            <p:cNvSpPr/>
            <p:nvPr/>
          </p:nvSpPr>
          <p:spPr>
            <a:xfrm>
              <a:off x="611404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pg284"/>
            <p:cNvSpPr/>
            <p:nvPr/>
          </p:nvSpPr>
          <p:spPr>
            <a:xfrm>
              <a:off x="614895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pg285"/>
            <p:cNvSpPr/>
            <p:nvPr/>
          </p:nvSpPr>
          <p:spPr>
            <a:xfrm>
              <a:off x="616059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4AA">
                <a:alpha val="100000"/>
              </a:srgbClr>
            </a:solidFill>
            <a:ln w="5420" cap="flat">
              <a:solidFill>
                <a:srgbClr val="42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pg286"/>
            <p:cNvSpPr/>
            <p:nvPr/>
          </p:nvSpPr>
          <p:spPr>
            <a:xfrm>
              <a:off x="617222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4AA">
                <a:alpha val="100000"/>
              </a:srgbClr>
            </a:solidFill>
            <a:ln w="5420" cap="flat">
              <a:solidFill>
                <a:srgbClr val="42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pg287"/>
            <p:cNvSpPr/>
            <p:nvPr/>
          </p:nvSpPr>
          <p:spPr>
            <a:xfrm>
              <a:off x="618386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pg288"/>
            <p:cNvSpPr/>
            <p:nvPr/>
          </p:nvSpPr>
          <p:spPr>
            <a:xfrm>
              <a:off x="619550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pg289"/>
            <p:cNvSpPr/>
            <p:nvPr/>
          </p:nvSpPr>
          <p:spPr>
            <a:xfrm>
              <a:off x="620714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pg290"/>
            <p:cNvSpPr/>
            <p:nvPr/>
          </p:nvSpPr>
          <p:spPr>
            <a:xfrm>
              <a:off x="621877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pg291"/>
            <p:cNvSpPr/>
            <p:nvPr/>
          </p:nvSpPr>
          <p:spPr>
            <a:xfrm>
              <a:off x="623041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pg292"/>
            <p:cNvSpPr/>
            <p:nvPr/>
          </p:nvSpPr>
          <p:spPr>
            <a:xfrm>
              <a:off x="624205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pg293"/>
            <p:cNvSpPr/>
            <p:nvPr/>
          </p:nvSpPr>
          <p:spPr>
            <a:xfrm>
              <a:off x="625369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pg294"/>
            <p:cNvSpPr/>
            <p:nvPr/>
          </p:nvSpPr>
          <p:spPr>
            <a:xfrm>
              <a:off x="626532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pg295"/>
            <p:cNvSpPr/>
            <p:nvPr/>
          </p:nvSpPr>
          <p:spPr>
            <a:xfrm>
              <a:off x="627696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pg296"/>
            <p:cNvSpPr/>
            <p:nvPr/>
          </p:nvSpPr>
          <p:spPr>
            <a:xfrm>
              <a:off x="628860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pg297"/>
            <p:cNvSpPr/>
            <p:nvPr/>
          </p:nvSpPr>
          <p:spPr>
            <a:xfrm>
              <a:off x="630024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pg298"/>
            <p:cNvSpPr/>
            <p:nvPr/>
          </p:nvSpPr>
          <p:spPr>
            <a:xfrm>
              <a:off x="6311877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pg299"/>
            <p:cNvSpPr/>
            <p:nvPr/>
          </p:nvSpPr>
          <p:spPr>
            <a:xfrm>
              <a:off x="632351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pg300"/>
            <p:cNvSpPr/>
            <p:nvPr/>
          </p:nvSpPr>
          <p:spPr>
            <a:xfrm>
              <a:off x="528779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pg301"/>
            <p:cNvSpPr/>
            <p:nvPr/>
          </p:nvSpPr>
          <p:spPr>
            <a:xfrm>
              <a:off x="529942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pg302"/>
            <p:cNvSpPr/>
            <p:nvPr/>
          </p:nvSpPr>
          <p:spPr>
            <a:xfrm>
              <a:off x="531106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pg303"/>
            <p:cNvSpPr/>
            <p:nvPr/>
          </p:nvSpPr>
          <p:spPr>
            <a:xfrm>
              <a:off x="532270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pg304"/>
            <p:cNvSpPr/>
            <p:nvPr/>
          </p:nvSpPr>
          <p:spPr>
            <a:xfrm>
              <a:off x="533434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pg305"/>
            <p:cNvSpPr/>
            <p:nvPr/>
          </p:nvSpPr>
          <p:spPr>
            <a:xfrm>
              <a:off x="534597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pg306"/>
            <p:cNvSpPr/>
            <p:nvPr/>
          </p:nvSpPr>
          <p:spPr>
            <a:xfrm>
              <a:off x="535761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pg307"/>
            <p:cNvSpPr/>
            <p:nvPr/>
          </p:nvSpPr>
          <p:spPr>
            <a:xfrm>
              <a:off x="536925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pg308"/>
            <p:cNvSpPr/>
            <p:nvPr/>
          </p:nvSpPr>
          <p:spPr>
            <a:xfrm>
              <a:off x="538089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pg309"/>
            <p:cNvSpPr/>
            <p:nvPr/>
          </p:nvSpPr>
          <p:spPr>
            <a:xfrm>
              <a:off x="539252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pg310"/>
            <p:cNvSpPr/>
            <p:nvPr/>
          </p:nvSpPr>
          <p:spPr>
            <a:xfrm>
              <a:off x="540416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pg311"/>
            <p:cNvSpPr/>
            <p:nvPr/>
          </p:nvSpPr>
          <p:spPr>
            <a:xfrm>
              <a:off x="541580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pg312"/>
            <p:cNvSpPr/>
            <p:nvPr/>
          </p:nvSpPr>
          <p:spPr>
            <a:xfrm>
              <a:off x="606749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pg313"/>
            <p:cNvSpPr/>
            <p:nvPr/>
          </p:nvSpPr>
          <p:spPr>
            <a:xfrm>
              <a:off x="607913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pg314"/>
            <p:cNvSpPr/>
            <p:nvPr/>
          </p:nvSpPr>
          <p:spPr>
            <a:xfrm>
              <a:off x="609076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pg315"/>
            <p:cNvSpPr/>
            <p:nvPr/>
          </p:nvSpPr>
          <p:spPr>
            <a:xfrm>
              <a:off x="610240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pg316"/>
            <p:cNvSpPr/>
            <p:nvPr/>
          </p:nvSpPr>
          <p:spPr>
            <a:xfrm>
              <a:off x="611404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pg317"/>
            <p:cNvSpPr/>
            <p:nvPr/>
          </p:nvSpPr>
          <p:spPr>
            <a:xfrm>
              <a:off x="612568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pg318"/>
            <p:cNvSpPr/>
            <p:nvPr/>
          </p:nvSpPr>
          <p:spPr>
            <a:xfrm>
              <a:off x="613731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pg319"/>
            <p:cNvSpPr/>
            <p:nvPr/>
          </p:nvSpPr>
          <p:spPr>
            <a:xfrm>
              <a:off x="614895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pg320"/>
            <p:cNvSpPr/>
            <p:nvPr/>
          </p:nvSpPr>
          <p:spPr>
            <a:xfrm>
              <a:off x="616059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pg321"/>
            <p:cNvSpPr/>
            <p:nvPr/>
          </p:nvSpPr>
          <p:spPr>
            <a:xfrm>
              <a:off x="617222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pg322"/>
            <p:cNvSpPr/>
            <p:nvPr/>
          </p:nvSpPr>
          <p:spPr>
            <a:xfrm>
              <a:off x="618386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pg323"/>
            <p:cNvSpPr/>
            <p:nvPr/>
          </p:nvSpPr>
          <p:spPr>
            <a:xfrm>
              <a:off x="619550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pg324"/>
            <p:cNvSpPr/>
            <p:nvPr/>
          </p:nvSpPr>
          <p:spPr>
            <a:xfrm>
              <a:off x="620714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pg325"/>
            <p:cNvSpPr/>
            <p:nvPr/>
          </p:nvSpPr>
          <p:spPr>
            <a:xfrm>
              <a:off x="621877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pg326"/>
            <p:cNvSpPr/>
            <p:nvPr/>
          </p:nvSpPr>
          <p:spPr>
            <a:xfrm>
              <a:off x="623041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pg327"/>
            <p:cNvSpPr/>
            <p:nvPr/>
          </p:nvSpPr>
          <p:spPr>
            <a:xfrm>
              <a:off x="624205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pg328"/>
            <p:cNvSpPr/>
            <p:nvPr/>
          </p:nvSpPr>
          <p:spPr>
            <a:xfrm>
              <a:off x="625369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pg329"/>
            <p:cNvSpPr/>
            <p:nvPr/>
          </p:nvSpPr>
          <p:spPr>
            <a:xfrm>
              <a:off x="626532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pg330"/>
            <p:cNvSpPr/>
            <p:nvPr/>
          </p:nvSpPr>
          <p:spPr>
            <a:xfrm>
              <a:off x="627696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pg331"/>
            <p:cNvSpPr/>
            <p:nvPr/>
          </p:nvSpPr>
          <p:spPr>
            <a:xfrm>
              <a:off x="628860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pg332"/>
            <p:cNvSpPr/>
            <p:nvPr/>
          </p:nvSpPr>
          <p:spPr>
            <a:xfrm>
              <a:off x="630024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pg333"/>
            <p:cNvSpPr/>
            <p:nvPr/>
          </p:nvSpPr>
          <p:spPr>
            <a:xfrm>
              <a:off x="631187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pg334"/>
            <p:cNvSpPr/>
            <p:nvPr/>
          </p:nvSpPr>
          <p:spPr>
            <a:xfrm>
              <a:off x="632351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pg335"/>
            <p:cNvSpPr/>
            <p:nvPr/>
          </p:nvSpPr>
          <p:spPr>
            <a:xfrm>
              <a:off x="526451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pg336"/>
            <p:cNvSpPr/>
            <p:nvPr/>
          </p:nvSpPr>
          <p:spPr>
            <a:xfrm>
              <a:off x="527615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pg337"/>
            <p:cNvSpPr/>
            <p:nvPr/>
          </p:nvSpPr>
          <p:spPr>
            <a:xfrm>
              <a:off x="528779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pg338"/>
            <p:cNvSpPr/>
            <p:nvPr/>
          </p:nvSpPr>
          <p:spPr>
            <a:xfrm>
              <a:off x="529942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pg339"/>
            <p:cNvSpPr/>
            <p:nvPr/>
          </p:nvSpPr>
          <p:spPr>
            <a:xfrm>
              <a:off x="531106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pg340"/>
            <p:cNvSpPr/>
            <p:nvPr/>
          </p:nvSpPr>
          <p:spPr>
            <a:xfrm>
              <a:off x="532270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pg341"/>
            <p:cNvSpPr/>
            <p:nvPr/>
          </p:nvSpPr>
          <p:spPr>
            <a:xfrm>
              <a:off x="533434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pg342"/>
            <p:cNvSpPr/>
            <p:nvPr/>
          </p:nvSpPr>
          <p:spPr>
            <a:xfrm>
              <a:off x="534597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pg343"/>
            <p:cNvSpPr/>
            <p:nvPr/>
          </p:nvSpPr>
          <p:spPr>
            <a:xfrm>
              <a:off x="535761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pg344"/>
            <p:cNvSpPr/>
            <p:nvPr/>
          </p:nvSpPr>
          <p:spPr>
            <a:xfrm>
              <a:off x="536925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pg345"/>
            <p:cNvSpPr/>
            <p:nvPr/>
          </p:nvSpPr>
          <p:spPr>
            <a:xfrm>
              <a:off x="538089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pg346"/>
            <p:cNvSpPr/>
            <p:nvPr/>
          </p:nvSpPr>
          <p:spPr>
            <a:xfrm>
              <a:off x="606749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pg347"/>
            <p:cNvSpPr/>
            <p:nvPr/>
          </p:nvSpPr>
          <p:spPr>
            <a:xfrm>
              <a:off x="607913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pg348"/>
            <p:cNvSpPr/>
            <p:nvPr/>
          </p:nvSpPr>
          <p:spPr>
            <a:xfrm>
              <a:off x="609076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pg349"/>
            <p:cNvSpPr/>
            <p:nvPr/>
          </p:nvSpPr>
          <p:spPr>
            <a:xfrm>
              <a:off x="610240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pg350"/>
            <p:cNvSpPr/>
            <p:nvPr/>
          </p:nvSpPr>
          <p:spPr>
            <a:xfrm>
              <a:off x="611404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pg351"/>
            <p:cNvSpPr/>
            <p:nvPr/>
          </p:nvSpPr>
          <p:spPr>
            <a:xfrm>
              <a:off x="612568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pg352"/>
            <p:cNvSpPr/>
            <p:nvPr/>
          </p:nvSpPr>
          <p:spPr>
            <a:xfrm>
              <a:off x="613731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pg353"/>
            <p:cNvSpPr/>
            <p:nvPr/>
          </p:nvSpPr>
          <p:spPr>
            <a:xfrm>
              <a:off x="614895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pg354"/>
            <p:cNvSpPr/>
            <p:nvPr/>
          </p:nvSpPr>
          <p:spPr>
            <a:xfrm>
              <a:off x="616059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pg355"/>
            <p:cNvSpPr/>
            <p:nvPr/>
          </p:nvSpPr>
          <p:spPr>
            <a:xfrm>
              <a:off x="617222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pg356"/>
            <p:cNvSpPr/>
            <p:nvPr/>
          </p:nvSpPr>
          <p:spPr>
            <a:xfrm>
              <a:off x="618386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pg357"/>
            <p:cNvSpPr/>
            <p:nvPr/>
          </p:nvSpPr>
          <p:spPr>
            <a:xfrm>
              <a:off x="619550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pg358"/>
            <p:cNvSpPr/>
            <p:nvPr/>
          </p:nvSpPr>
          <p:spPr>
            <a:xfrm>
              <a:off x="620714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pg359"/>
            <p:cNvSpPr/>
            <p:nvPr/>
          </p:nvSpPr>
          <p:spPr>
            <a:xfrm>
              <a:off x="621877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pg360"/>
            <p:cNvSpPr/>
            <p:nvPr/>
          </p:nvSpPr>
          <p:spPr>
            <a:xfrm>
              <a:off x="623041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pg361"/>
            <p:cNvSpPr/>
            <p:nvPr/>
          </p:nvSpPr>
          <p:spPr>
            <a:xfrm>
              <a:off x="624205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pg362"/>
            <p:cNvSpPr/>
            <p:nvPr/>
          </p:nvSpPr>
          <p:spPr>
            <a:xfrm>
              <a:off x="625369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pg363"/>
            <p:cNvSpPr/>
            <p:nvPr/>
          </p:nvSpPr>
          <p:spPr>
            <a:xfrm>
              <a:off x="626532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pg364"/>
            <p:cNvSpPr/>
            <p:nvPr/>
          </p:nvSpPr>
          <p:spPr>
            <a:xfrm>
              <a:off x="627696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pg365"/>
            <p:cNvSpPr/>
            <p:nvPr/>
          </p:nvSpPr>
          <p:spPr>
            <a:xfrm>
              <a:off x="628860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pg366"/>
            <p:cNvSpPr/>
            <p:nvPr/>
          </p:nvSpPr>
          <p:spPr>
            <a:xfrm>
              <a:off x="630024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pg367"/>
            <p:cNvSpPr/>
            <p:nvPr/>
          </p:nvSpPr>
          <p:spPr>
            <a:xfrm>
              <a:off x="631187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pg368"/>
            <p:cNvSpPr/>
            <p:nvPr/>
          </p:nvSpPr>
          <p:spPr>
            <a:xfrm>
              <a:off x="632351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pg369"/>
            <p:cNvSpPr/>
            <p:nvPr/>
          </p:nvSpPr>
          <p:spPr>
            <a:xfrm>
              <a:off x="526451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pg370"/>
            <p:cNvSpPr/>
            <p:nvPr/>
          </p:nvSpPr>
          <p:spPr>
            <a:xfrm>
              <a:off x="527615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pg371"/>
            <p:cNvSpPr/>
            <p:nvPr/>
          </p:nvSpPr>
          <p:spPr>
            <a:xfrm>
              <a:off x="528779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pg372"/>
            <p:cNvSpPr/>
            <p:nvPr/>
          </p:nvSpPr>
          <p:spPr>
            <a:xfrm>
              <a:off x="529942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pg373"/>
            <p:cNvSpPr/>
            <p:nvPr/>
          </p:nvSpPr>
          <p:spPr>
            <a:xfrm>
              <a:off x="531106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pg374"/>
            <p:cNvSpPr/>
            <p:nvPr/>
          </p:nvSpPr>
          <p:spPr>
            <a:xfrm>
              <a:off x="532270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pg375"/>
            <p:cNvSpPr/>
            <p:nvPr/>
          </p:nvSpPr>
          <p:spPr>
            <a:xfrm>
              <a:off x="5334341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pg376"/>
            <p:cNvSpPr/>
            <p:nvPr/>
          </p:nvSpPr>
          <p:spPr>
            <a:xfrm>
              <a:off x="534597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pg377"/>
            <p:cNvSpPr/>
            <p:nvPr/>
          </p:nvSpPr>
          <p:spPr>
            <a:xfrm>
              <a:off x="535761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pg378"/>
            <p:cNvSpPr/>
            <p:nvPr/>
          </p:nvSpPr>
          <p:spPr>
            <a:xfrm>
              <a:off x="6067493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pg379"/>
            <p:cNvSpPr/>
            <p:nvPr/>
          </p:nvSpPr>
          <p:spPr>
            <a:xfrm>
              <a:off x="607913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pg380"/>
            <p:cNvSpPr/>
            <p:nvPr/>
          </p:nvSpPr>
          <p:spPr>
            <a:xfrm>
              <a:off x="609076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pg381"/>
            <p:cNvSpPr/>
            <p:nvPr/>
          </p:nvSpPr>
          <p:spPr>
            <a:xfrm>
              <a:off x="610240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pg382"/>
            <p:cNvSpPr/>
            <p:nvPr/>
          </p:nvSpPr>
          <p:spPr>
            <a:xfrm>
              <a:off x="611404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pg383"/>
            <p:cNvSpPr/>
            <p:nvPr/>
          </p:nvSpPr>
          <p:spPr>
            <a:xfrm>
              <a:off x="612568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pg384"/>
            <p:cNvSpPr/>
            <p:nvPr/>
          </p:nvSpPr>
          <p:spPr>
            <a:xfrm>
              <a:off x="613731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pg385"/>
            <p:cNvSpPr/>
            <p:nvPr/>
          </p:nvSpPr>
          <p:spPr>
            <a:xfrm>
              <a:off x="614895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pg386"/>
            <p:cNvSpPr/>
            <p:nvPr/>
          </p:nvSpPr>
          <p:spPr>
            <a:xfrm>
              <a:off x="616059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pg387"/>
            <p:cNvSpPr/>
            <p:nvPr/>
          </p:nvSpPr>
          <p:spPr>
            <a:xfrm>
              <a:off x="617222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pg388"/>
            <p:cNvSpPr/>
            <p:nvPr/>
          </p:nvSpPr>
          <p:spPr>
            <a:xfrm>
              <a:off x="618386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pg389"/>
            <p:cNvSpPr/>
            <p:nvPr/>
          </p:nvSpPr>
          <p:spPr>
            <a:xfrm>
              <a:off x="619550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pg390"/>
            <p:cNvSpPr/>
            <p:nvPr/>
          </p:nvSpPr>
          <p:spPr>
            <a:xfrm>
              <a:off x="6207141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pg391"/>
            <p:cNvSpPr/>
            <p:nvPr/>
          </p:nvSpPr>
          <p:spPr>
            <a:xfrm>
              <a:off x="621877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pg392"/>
            <p:cNvSpPr/>
            <p:nvPr/>
          </p:nvSpPr>
          <p:spPr>
            <a:xfrm>
              <a:off x="623041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pg393"/>
            <p:cNvSpPr/>
            <p:nvPr/>
          </p:nvSpPr>
          <p:spPr>
            <a:xfrm>
              <a:off x="6242053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pg394"/>
            <p:cNvSpPr/>
            <p:nvPr/>
          </p:nvSpPr>
          <p:spPr>
            <a:xfrm>
              <a:off x="625369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pg395"/>
            <p:cNvSpPr/>
            <p:nvPr/>
          </p:nvSpPr>
          <p:spPr>
            <a:xfrm>
              <a:off x="626532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pg396"/>
            <p:cNvSpPr/>
            <p:nvPr/>
          </p:nvSpPr>
          <p:spPr>
            <a:xfrm>
              <a:off x="627696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pg397"/>
            <p:cNvSpPr/>
            <p:nvPr/>
          </p:nvSpPr>
          <p:spPr>
            <a:xfrm>
              <a:off x="628860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pg398"/>
            <p:cNvSpPr/>
            <p:nvPr/>
          </p:nvSpPr>
          <p:spPr>
            <a:xfrm>
              <a:off x="630024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pg399"/>
            <p:cNvSpPr/>
            <p:nvPr/>
          </p:nvSpPr>
          <p:spPr>
            <a:xfrm>
              <a:off x="631187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pg400"/>
            <p:cNvSpPr/>
            <p:nvPr/>
          </p:nvSpPr>
          <p:spPr>
            <a:xfrm>
              <a:off x="632351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pg401"/>
            <p:cNvSpPr/>
            <p:nvPr/>
          </p:nvSpPr>
          <p:spPr>
            <a:xfrm>
              <a:off x="633515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pg402"/>
            <p:cNvSpPr/>
            <p:nvPr/>
          </p:nvSpPr>
          <p:spPr>
            <a:xfrm>
              <a:off x="526451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pg403"/>
            <p:cNvSpPr/>
            <p:nvPr/>
          </p:nvSpPr>
          <p:spPr>
            <a:xfrm>
              <a:off x="527615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pg404"/>
            <p:cNvSpPr/>
            <p:nvPr/>
          </p:nvSpPr>
          <p:spPr>
            <a:xfrm>
              <a:off x="528779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pg405"/>
            <p:cNvSpPr/>
            <p:nvPr/>
          </p:nvSpPr>
          <p:spPr>
            <a:xfrm>
              <a:off x="5299429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pg406"/>
            <p:cNvSpPr/>
            <p:nvPr/>
          </p:nvSpPr>
          <p:spPr>
            <a:xfrm>
              <a:off x="531106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pg407"/>
            <p:cNvSpPr/>
            <p:nvPr/>
          </p:nvSpPr>
          <p:spPr>
            <a:xfrm>
              <a:off x="532270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pg408"/>
            <p:cNvSpPr/>
            <p:nvPr/>
          </p:nvSpPr>
          <p:spPr>
            <a:xfrm>
              <a:off x="6055856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pg409"/>
            <p:cNvSpPr/>
            <p:nvPr/>
          </p:nvSpPr>
          <p:spPr>
            <a:xfrm>
              <a:off x="6067493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pg410"/>
            <p:cNvSpPr/>
            <p:nvPr/>
          </p:nvSpPr>
          <p:spPr>
            <a:xfrm>
              <a:off x="607913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pg411"/>
            <p:cNvSpPr/>
            <p:nvPr/>
          </p:nvSpPr>
          <p:spPr>
            <a:xfrm>
              <a:off x="6090768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pg412"/>
            <p:cNvSpPr/>
            <p:nvPr/>
          </p:nvSpPr>
          <p:spPr>
            <a:xfrm>
              <a:off x="610240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pg413"/>
            <p:cNvSpPr/>
            <p:nvPr/>
          </p:nvSpPr>
          <p:spPr>
            <a:xfrm>
              <a:off x="611404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pg414"/>
            <p:cNvSpPr/>
            <p:nvPr/>
          </p:nvSpPr>
          <p:spPr>
            <a:xfrm>
              <a:off x="612568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pg415"/>
            <p:cNvSpPr/>
            <p:nvPr/>
          </p:nvSpPr>
          <p:spPr>
            <a:xfrm>
              <a:off x="613731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pg416"/>
            <p:cNvSpPr/>
            <p:nvPr/>
          </p:nvSpPr>
          <p:spPr>
            <a:xfrm>
              <a:off x="614895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pg417"/>
            <p:cNvSpPr/>
            <p:nvPr/>
          </p:nvSpPr>
          <p:spPr>
            <a:xfrm>
              <a:off x="616059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pg418"/>
            <p:cNvSpPr/>
            <p:nvPr/>
          </p:nvSpPr>
          <p:spPr>
            <a:xfrm>
              <a:off x="6172229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pg419"/>
            <p:cNvSpPr/>
            <p:nvPr/>
          </p:nvSpPr>
          <p:spPr>
            <a:xfrm>
              <a:off x="6230416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pg420"/>
            <p:cNvSpPr/>
            <p:nvPr/>
          </p:nvSpPr>
          <p:spPr>
            <a:xfrm>
              <a:off x="6242053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pg421"/>
            <p:cNvSpPr/>
            <p:nvPr/>
          </p:nvSpPr>
          <p:spPr>
            <a:xfrm>
              <a:off x="625369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pg422"/>
            <p:cNvSpPr/>
            <p:nvPr/>
          </p:nvSpPr>
          <p:spPr>
            <a:xfrm>
              <a:off x="6265328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pg423"/>
            <p:cNvSpPr/>
            <p:nvPr/>
          </p:nvSpPr>
          <p:spPr>
            <a:xfrm>
              <a:off x="627696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pg424"/>
            <p:cNvSpPr/>
            <p:nvPr/>
          </p:nvSpPr>
          <p:spPr>
            <a:xfrm>
              <a:off x="628860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pg425"/>
            <p:cNvSpPr/>
            <p:nvPr/>
          </p:nvSpPr>
          <p:spPr>
            <a:xfrm>
              <a:off x="630024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pg426"/>
            <p:cNvSpPr/>
            <p:nvPr/>
          </p:nvSpPr>
          <p:spPr>
            <a:xfrm>
              <a:off x="631187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pg427"/>
            <p:cNvSpPr/>
            <p:nvPr/>
          </p:nvSpPr>
          <p:spPr>
            <a:xfrm>
              <a:off x="632351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pg428"/>
            <p:cNvSpPr/>
            <p:nvPr/>
          </p:nvSpPr>
          <p:spPr>
            <a:xfrm>
              <a:off x="5264517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pg429"/>
            <p:cNvSpPr/>
            <p:nvPr/>
          </p:nvSpPr>
          <p:spPr>
            <a:xfrm>
              <a:off x="527615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pg430"/>
            <p:cNvSpPr/>
            <p:nvPr/>
          </p:nvSpPr>
          <p:spPr>
            <a:xfrm>
              <a:off x="528779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pg431"/>
            <p:cNvSpPr/>
            <p:nvPr/>
          </p:nvSpPr>
          <p:spPr>
            <a:xfrm>
              <a:off x="5299429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pg432"/>
            <p:cNvSpPr/>
            <p:nvPr/>
          </p:nvSpPr>
          <p:spPr>
            <a:xfrm>
              <a:off x="600930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pg433"/>
            <p:cNvSpPr/>
            <p:nvPr/>
          </p:nvSpPr>
          <p:spPr>
            <a:xfrm>
              <a:off x="6020944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pg434"/>
            <p:cNvSpPr/>
            <p:nvPr/>
          </p:nvSpPr>
          <p:spPr>
            <a:xfrm>
              <a:off x="6032581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pg435"/>
            <p:cNvSpPr/>
            <p:nvPr/>
          </p:nvSpPr>
          <p:spPr>
            <a:xfrm>
              <a:off x="604421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pg436"/>
            <p:cNvSpPr/>
            <p:nvPr/>
          </p:nvSpPr>
          <p:spPr>
            <a:xfrm>
              <a:off x="605585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pg437"/>
            <p:cNvSpPr/>
            <p:nvPr/>
          </p:nvSpPr>
          <p:spPr>
            <a:xfrm>
              <a:off x="6067493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pg438"/>
            <p:cNvSpPr/>
            <p:nvPr/>
          </p:nvSpPr>
          <p:spPr>
            <a:xfrm>
              <a:off x="607913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pg439"/>
            <p:cNvSpPr/>
            <p:nvPr/>
          </p:nvSpPr>
          <p:spPr>
            <a:xfrm>
              <a:off x="609076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pg440"/>
            <p:cNvSpPr/>
            <p:nvPr/>
          </p:nvSpPr>
          <p:spPr>
            <a:xfrm>
              <a:off x="610240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pg441"/>
            <p:cNvSpPr/>
            <p:nvPr/>
          </p:nvSpPr>
          <p:spPr>
            <a:xfrm>
              <a:off x="611404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pg442"/>
            <p:cNvSpPr/>
            <p:nvPr/>
          </p:nvSpPr>
          <p:spPr>
            <a:xfrm>
              <a:off x="6207141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pg443"/>
            <p:cNvSpPr/>
            <p:nvPr/>
          </p:nvSpPr>
          <p:spPr>
            <a:xfrm>
              <a:off x="621877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pg444"/>
            <p:cNvSpPr/>
            <p:nvPr/>
          </p:nvSpPr>
          <p:spPr>
            <a:xfrm>
              <a:off x="623041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pg445"/>
            <p:cNvSpPr/>
            <p:nvPr/>
          </p:nvSpPr>
          <p:spPr>
            <a:xfrm>
              <a:off x="6242053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pg446"/>
            <p:cNvSpPr/>
            <p:nvPr/>
          </p:nvSpPr>
          <p:spPr>
            <a:xfrm>
              <a:off x="625369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pg447"/>
            <p:cNvSpPr/>
            <p:nvPr/>
          </p:nvSpPr>
          <p:spPr>
            <a:xfrm>
              <a:off x="626532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pg448"/>
            <p:cNvSpPr/>
            <p:nvPr/>
          </p:nvSpPr>
          <p:spPr>
            <a:xfrm>
              <a:off x="627696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pg449"/>
            <p:cNvSpPr/>
            <p:nvPr/>
          </p:nvSpPr>
          <p:spPr>
            <a:xfrm>
              <a:off x="628860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pg450"/>
            <p:cNvSpPr/>
            <p:nvPr/>
          </p:nvSpPr>
          <p:spPr>
            <a:xfrm>
              <a:off x="630024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pg451"/>
            <p:cNvSpPr/>
            <p:nvPr/>
          </p:nvSpPr>
          <p:spPr>
            <a:xfrm>
              <a:off x="6311877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pg452"/>
            <p:cNvSpPr/>
            <p:nvPr/>
          </p:nvSpPr>
          <p:spPr>
            <a:xfrm>
              <a:off x="589293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pg453"/>
            <p:cNvSpPr/>
            <p:nvPr/>
          </p:nvSpPr>
          <p:spPr>
            <a:xfrm>
              <a:off x="590457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pg454"/>
            <p:cNvSpPr/>
            <p:nvPr/>
          </p:nvSpPr>
          <p:spPr>
            <a:xfrm>
              <a:off x="591620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pg455"/>
            <p:cNvSpPr/>
            <p:nvPr/>
          </p:nvSpPr>
          <p:spPr>
            <a:xfrm>
              <a:off x="592784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pg456"/>
            <p:cNvSpPr/>
            <p:nvPr/>
          </p:nvSpPr>
          <p:spPr>
            <a:xfrm>
              <a:off x="593948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pg457"/>
            <p:cNvSpPr/>
            <p:nvPr/>
          </p:nvSpPr>
          <p:spPr>
            <a:xfrm>
              <a:off x="595112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pg458"/>
            <p:cNvSpPr/>
            <p:nvPr/>
          </p:nvSpPr>
          <p:spPr>
            <a:xfrm>
              <a:off x="5962757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pg459"/>
            <p:cNvSpPr/>
            <p:nvPr/>
          </p:nvSpPr>
          <p:spPr>
            <a:xfrm>
              <a:off x="597439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pg460"/>
            <p:cNvSpPr/>
            <p:nvPr/>
          </p:nvSpPr>
          <p:spPr>
            <a:xfrm>
              <a:off x="598603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pg461"/>
            <p:cNvSpPr/>
            <p:nvPr/>
          </p:nvSpPr>
          <p:spPr>
            <a:xfrm>
              <a:off x="5997669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pg462"/>
            <p:cNvSpPr/>
            <p:nvPr/>
          </p:nvSpPr>
          <p:spPr>
            <a:xfrm>
              <a:off x="600930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pg463"/>
            <p:cNvSpPr/>
            <p:nvPr/>
          </p:nvSpPr>
          <p:spPr>
            <a:xfrm>
              <a:off x="602094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pg464"/>
            <p:cNvSpPr/>
            <p:nvPr/>
          </p:nvSpPr>
          <p:spPr>
            <a:xfrm>
              <a:off x="6032581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pg465"/>
            <p:cNvSpPr/>
            <p:nvPr/>
          </p:nvSpPr>
          <p:spPr>
            <a:xfrm>
              <a:off x="604421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pg466"/>
            <p:cNvSpPr/>
            <p:nvPr/>
          </p:nvSpPr>
          <p:spPr>
            <a:xfrm>
              <a:off x="605585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pg467"/>
            <p:cNvSpPr/>
            <p:nvPr/>
          </p:nvSpPr>
          <p:spPr>
            <a:xfrm>
              <a:off x="606749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pg468"/>
            <p:cNvSpPr/>
            <p:nvPr/>
          </p:nvSpPr>
          <p:spPr>
            <a:xfrm>
              <a:off x="607913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pg469"/>
            <p:cNvSpPr/>
            <p:nvPr/>
          </p:nvSpPr>
          <p:spPr>
            <a:xfrm>
              <a:off x="609076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pg470"/>
            <p:cNvSpPr/>
            <p:nvPr/>
          </p:nvSpPr>
          <p:spPr>
            <a:xfrm>
              <a:off x="610240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pg471"/>
            <p:cNvSpPr/>
            <p:nvPr/>
          </p:nvSpPr>
          <p:spPr>
            <a:xfrm>
              <a:off x="611404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pg472"/>
            <p:cNvSpPr/>
            <p:nvPr/>
          </p:nvSpPr>
          <p:spPr>
            <a:xfrm>
              <a:off x="618386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pg473"/>
            <p:cNvSpPr/>
            <p:nvPr/>
          </p:nvSpPr>
          <p:spPr>
            <a:xfrm>
              <a:off x="619550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pg474"/>
            <p:cNvSpPr/>
            <p:nvPr/>
          </p:nvSpPr>
          <p:spPr>
            <a:xfrm>
              <a:off x="6207141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pg475"/>
            <p:cNvSpPr/>
            <p:nvPr/>
          </p:nvSpPr>
          <p:spPr>
            <a:xfrm>
              <a:off x="621877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pg476"/>
            <p:cNvSpPr/>
            <p:nvPr/>
          </p:nvSpPr>
          <p:spPr>
            <a:xfrm>
              <a:off x="623041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pg477"/>
            <p:cNvSpPr/>
            <p:nvPr/>
          </p:nvSpPr>
          <p:spPr>
            <a:xfrm>
              <a:off x="624205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pg478"/>
            <p:cNvSpPr/>
            <p:nvPr/>
          </p:nvSpPr>
          <p:spPr>
            <a:xfrm>
              <a:off x="625369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pg479"/>
            <p:cNvSpPr/>
            <p:nvPr/>
          </p:nvSpPr>
          <p:spPr>
            <a:xfrm>
              <a:off x="626532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pg480"/>
            <p:cNvSpPr/>
            <p:nvPr/>
          </p:nvSpPr>
          <p:spPr>
            <a:xfrm>
              <a:off x="627696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pg481"/>
            <p:cNvSpPr/>
            <p:nvPr/>
          </p:nvSpPr>
          <p:spPr>
            <a:xfrm>
              <a:off x="628860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pg482"/>
            <p:cNvSpPr/>
            <p:nvPr/>
          </p:nvSpPr>
          <p:spPr>
            <a:xfrm>
              <a:off x="588129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pg483"/>
            <p:cNvSpPr/>
            <p:nvPr/>
          </p:nvSpPr>
          <p:spPr>
            <a:xfrm>
              <a:off x="589293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pg484"/>
            <p:cNvSpPr/>
            <p:nvPr/>
          </p:nvSpPr>
          <p:spPr>
            <a:xfrm>
              <a:off x="590457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pg485"/>
            <p:cNvSpPr/>
            <p:nvPr/>
          </p:nvSpPr>
          <p:spPr>
            <a:xfrm>
              <a:off x="591620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pg486"/>
            <p:cNvSpPr/>
            <p:nvPr/>
          </p:nvSpPr>
          <p:spPr>
            <a:xfrm>
              <a:off x="592784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pg487"/>
            <p:cNvSpPr/>
            <p:nvPr/>
          </p:nvSpPr>
          <p:spPr>
            <a:xfrm>
              <a:off x="5939482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pg488"/>
            <p:cNvSpPr/>
            <p:nvPr/>
          </p:nvSpPr>
          <p:spPr>
            <a:xfrm>
              <a:off x="595112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pg489"/>
            <p:cNvSpPr/>
            <p:nvPr/>
          </p:nvSpPr>
          <p:spPr>
            <a:xfrm>
              <a:off x="5962757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pg490"/>
            <p:cNvSpPr/>
            <p:nvPr/>
          </p:nvSpPr>
          <p:spPr>
            <a:xfrm>
              <a:off x="597439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pg491"/>
            <p:cNvSpPr/>
            <p:nvPr/>
          </p:nvSpPr>
          <p:spPr>
            <a:xfrm>
              <a:off x="5986032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pg492"/>
            <p:cNvSpPr/>
            <p:nvPr/>
          </p:nvSpPr>
          <p:spPr>
            <a:xfrm>
              <a:off x="5997669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pg493"/>
            <p:cNvSpPr/>
            <p:nvPr/>
          </p:nvSpPr>
          <p:spPr>
            <a:xfrm>
              <a:off x="600930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pg494"/>
            <p:cNvSpPr/>
            <p:nvPr/>
          </p:nvSpPr>
          <p:spPr>
            <a:xfrm>
              <a:off x="602094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pg495"/>
            <p:cNvSpPr/>
            <p:nvPr/>
          </p:nvSpPr>
          <p:spPr>
            <a:xfrm>
              <a:off x="6032581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pg496"/>
            <p:cNvSpPr/>
            <p:nvPr/>
          </p:nvSpPr>
          <p:spPr>
            <a:xfrm>
              <a:off x="604421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pg497"/>
            <p:cNvSpPr/>
            <p:nvPr/>
          </p:nvSpPr>
          <p:spPr>
            <a:xfrm>
              <a:off x="605585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pg498"/>
            <p:cNvSpPr/>
            <p:nvPr/>
          </p:nvSpPr>
          <p:spPr>
            <a:xfrm>
              <a:off x="606749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pg499"/>
            <p:cNvSpPr/>
            <p:nvPr/>
          </p:nvSpPr>
          <p:spPr>
            <a:xfrm>
              <a:off x="607913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pg500"/>
            <p:cNvSpPr/>
            <p:nvPr/>
          </p:nvSpPr>
          <p:spPr>
            <a:xfrm>
              <a:off x="609076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pg501"/>
            <p:cNvSpPr/>
            <p:nvPr/>
          </p:nvSpPr>
          <p:spPr>
            <a:xfrm>
              <a:off x="610240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pg502"/>
            <p:cNvSpPr/>
            <p:nvPr/>
          </p:nvSpPr>
          <p:spPr>
            <a:xfrm>
              <a:off x="6172229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pg503"/>
            <p:cNvSpPr/>
            <p:nvPr/>
          </p:nvSpPr>
          <p:spPr>
            <a:xfrm>
              <a:off x="618386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pg504"/>
            <p:cNvSpPr/>
            <p:nvPr/>
          </p:nvSpPr>
          <p:spPr>
            <a:xfrm>
              <a:off x="619550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pg505"/>
            <p:cNvSpPr/>
            <p:nvPr/>
          </p:nvSpPr>
          <p:spPr>
            <a:xfrm>
              <a:off x="6207141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pg506"/>
            <p:cNvSpPr/>
            <p:nvPr/>
          </p:nvSpPr>
          <p:spPr>
            <a:xfrm>
              <a:off x="621877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pg507"/>
            <p:cNvSpPr/>
            <p:nvPr/>
          </p:nvSpPr>
          <p:spPr>
            <a:xfrm>
              <a:off x="623041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pg508"/>
            <p:cNvSpPr/>
            <p:nvPr/>
          </p:nvSpPr>
          <p:spPr>
            <a:xfrm>
              <a:off x="624205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pg509"/>
            <p:cNvSpPr/>
            <p:nvPr/>
          </p:nvSpPr>
          <p:spPr>
            <a:xfrm>
              <a:off x="625369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pg510"/>
            <p:cNvSpPr/>
            <p:nvPr/>
          </p:nvSpPr>
          <p:spPr>
            <a:xfrm>
              <a:off x="626532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pg511"/>
            <p:cNvSpPr/>
            <p:nvPr/>
          </p:nvSpPr>
          <p:spPr>
            <a:xfrm>
              <a:off x="627696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pg512"/>
            <p:cNvSpPr/>
            <p:nvPr/>
          </p:nvSpPr>
          <p:spPr>
            <a:xfrm>
              <a:off x="586965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pg513"/>
            <p:cNvSpPr/>
            <p:nvPr/>
          </p:nvSpPr>
          <p:spPr>
            <a:xfrm>
              <a:off x="588129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pg514"/>
            <p:cNvSpPr/>
            <p:nvPr/>
          </p:nvSpPr>
          <p:spPr>
            <a:xfrm>
              <a:off x="589293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pg515"/>
            <p:cNvSpPr/>
            <p:nvPr/>
          </p:nvSpPr>
          <p:spPr>
            <a:xfrm>
              <a:off x="590457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pg516"/>
            <p:cNvSpPr/>
            <p:nvPr/>
          </p:nvSpPr>
          <p:spPr>
            <a:xfrm>
              <a:off x="591620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pg517"/>
            <p:cNvSpPr/>
            <p:nvPr/>
          </p:nvSpPr>
          <p:spPr>
            <a:xfrm>
              <a:off x="5927845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pg518"/>
            <p:cNvSpPr/>
            <p:nvPr/>
          </p:nvSpPr>
          <p:spPr>
            <a:xfrm>
              <a:off x="5939482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pg519"/>
            <p:cNvSpPr/>
            <p:nvPr/>
          </p:nvSpPr>
          <p:spPr>
            <a:xfrm>
              <a:off x="595112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pg520"/>
            <p:cNvSpPr/>
            <p:nvPr/>
          </p:nvSpPr>
          <p:spPr>
            <a:xfrm>
              <a:off x="5962757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pg521"/>
            <p:cNvSpPr/>
            <p:nvPr/>
          </p:nvSpPr>
          <p:spPr>
            <a:xfrm>
              <a:off x="597439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pg522"/>
            <p:cNvSpPr/>
            <p:nvPr/>
          </p:nvSpPr>
          <p:spPr>
            <a:xfrm>
              <a:off x="5986032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pg523"/>
            <p:cNvSpPr/>
            <p:nvPr/>
          </p:nvSpPr>
          <p:spPr>
            <a:xfrm>
              <a:off x="5997669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pg524"/>
            <p:cNvSpPr/>
            <p:nvPr/>
          </p:nvSpPr>
          <p:spPr>
            <a:xfrm>
              <a:off x="600930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pg525"/>
            <p:cNvSpPr/>
            <p:nvPr/>
          </p:nvSpPr>
          <p:spPr>
            <a:xfrm>
              <a:off x="602094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pg526"/>
            <p:cNvSpPr/>
            <p:nvPr/>
          </p:nvSpPr>
          <p:spPr>
            <a:xfrm>
              <a:off x="6032581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pg527"/>
            <p:cNvSpPr/>
            <p:nvPr/>
          </p:nvSpPr>
          <p:spPr>
            <a:xfrm>
              <a:off x="604421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pg528"/>
            <p:cNvSpPr/>
            <p:nvPr/>
          </p:nvSpPr>
          <p:spPr>
            <a:xfrm>
              <a:off x="605585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pg529"/>
            <p:cNvSpPr/>
            <p:nvPr/>
          </p:nvSpPr>
          <p:spPr>
            <a:xfrm>
              <a:off x="606749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pg530"/>
            <p:cNvSpPr/>
            <p:nvPr/>
          </p:nvSpPr>
          <p:spPr>
            <a:xfrm>
              <a:off x="607913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pg531"/>
            <p:cNvSpPr/>
            <p:nvPr/>
          </p:nvSpPr>
          <p:spPr>
            <a:xfrm>
              <a:off x="609076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pg532"/>
            <p:cNvSpPr/>
            <p:nvPr/>
          </p:nvSpPr>
          <p:spPr>
            <a:xfrm>
              <a:off x="6172229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pg533"/>
            <p:cNvSpPr/>
            <p:nvPr/>
          </p:nvSpPr>
          <p:spPr>
            <a:xfrm>
              <a:off x="618386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pg534"/>
            <p:cNvSpPr/>
            <p:nvPr/>
          </p:nvSpPr>
          <p:spPr>
            <a:xfrm>
              <a:off x="619550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pg535"/>
            <p:cNvSpPr/>
            <p:nvPr/>
          </p:nvSpPr>
          <p:spPr>
            <a:xfrm>
              <a:off x="6207141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pg536"/>
            <p:cNvSpPr/>
            <p:nvPr/>
          </p:nvSpPr>
          <p:spPr>
            <a:xfrm>
              <a:off x="621877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pg537"/>
            <p:cNvSpPr/>
            <p:nvPr/>
          </p:nvSpPr>
          <p:spPr>
            <a:xfrm>
              <a:off x="623041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pg538"/>
            <p:cNvSpPr/>
            <p:nvPr/>
          </p:nvSpPr>
          <p:spPr>
            <a:xfrm>
              <a:off x="624205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pg539"/>
            <p:cNvSpPr/>
            <p:nvPr/>
          </p:nvSpPr>
          <p:spPr>
            <a:xfrm>
              <a:off x="625369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pg540"/>
            <p:cNvSpPr/>
            <p:nvPr/>
          </p:nvSpPr>
          <p:spPr>
            <a:xfrm>
              <a:off x="586965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pg541"/>
            <p:cNvSpPr/>
            <p:nvPr/>
          </p:nvSpPr>
          <p:spPr>
            <a:xfrm>
              <a:off x="588129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pg542"/>
            <p:cNvSpPr/>
            <p:nvPr/>
          </p:nvSpPr>
          <p:spPr>
            <a:xfrm>
              <a:off x="5892933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pg543"/>
            <p:cNvSpPr/>
            <p:nvPr/>
          </p:nvSpPr>
          <p:spPr>
            <a:xfrm>
              <a:off x="5904570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pg544"/>
            <p:cNvSpPr/>
            <p:nvPr/>
          </p:nvSpPr>
          <p:spPr>
            <a:xfrm>
              <a:off x="591620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pg545"/>
            <p:cNvSpPr/>
            <p:nvPr/>
          </p:nvSpPr>
          <p:spPr>
            <a:xfrm>
              <a:off x="5927845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pg546"/>
            <p:cNvSpPr/>
            <p:nvPr/>
          </p:nvSpPr>
          <p:spPr>
            <a:xfrm>
              <a:off x="5939482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pg547"/>
            <p:cNvSpPr/>
            <p:nvPr/>
          </p:nvSpPr>
          <p:spPr>
            <a:xfrm>
              <a:off x="5951120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pg548"/>
            <p:cNvSpPr/>
            <p:nvPr/>
          </p:nvSpPr>
          <p:spPr>
            <a:xfrm>
              <a:off x="5962757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pg549"/>
            <p:cNvSpPr/>
            <p:nvPr/>
          </p:nvSpPr>
          <p:spPr>
            <a:xfrm>
              <a:off x="597439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pg550"/>
            <p:cNvSpPr/>
            <p:nvPr/>
          </p:nvSpPr>
          <p:spPr>
            <a:xfrm>
              <a:off x="5986032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pg551"/>
            <p:cNvSpPr/>
            <p:nvPr/>
          </p:nvSpPr>
          <p:spPr>
            <a:xfrm>
              <a:off x="5997669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pg552"/>
            <p:cNvSpPr/>
            <p:nvPr/>
          </p:nvSpPr>
          <p:spPr>
            <a:xfrm>
              <a:off x="600930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pg553"/>
            <p:cNvSpPr/>
            <p:nvPr/>
          </p:nvSpPr>
          <p:spPr>
            <a:xfrm>
              <a:off x="602094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pg554"/>
            <p:cNvSpPr/>
            <p:nvPr/>
          </p:nvSpPr>
          <p:spPr>
            <a:xfrm>
              <a:off x="6032581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pg555"/>
            <p:cNvSpPr/>
            <p:nvPr/>
          </p:nvSpPr>
          <p:spPr>
            <a:xfrm>
              <a:off x="604421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pg556"/>
            <p:cNvSpPr/>
            <p:nvPr/>
          </p:nvSpPr>
          <p:spPr>
            <a:xfrm>
              <a:off x="6172229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pg557"/>
            <p:cNvSpPr/>
            <p:nvPr/>
          </p:nvSpPr>
          <p:spPr>
            <a:xfrm>
              <a:off x="618386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pg558"/>
            <p:cNvSpPr/>
            <p:nvPr/>
          </p:nvSpPr>
          <p:spPr>
            <a:xfrm>
              <a:off x="619550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pg559"/>
            <p:cNvSpPr/>
            <p:nvPr/>
          </p:nvSpPr>
          <p:spPr>
            <a:xfrm>
              <a:off x="6207141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pg560"/>
            <p:cNvSpPr/>
            <p:nvPr/>
          </p:nvSpPr>
          <p:spPr>
            <a:xfrm>
              <a:off x="621877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pg561"/>
            <p:cNvSpPr/>
            <p:nvPr/>
          </p:nvSpPr>
          <p:spPr>
            <a:xfrm>
              <a:off x="623041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pg562"/>
            <p:cNvSpPr/>
            <p:nvPr/>
          </p:nvSpPr>
          <p:spPr>
            <a:xfrm>
              <a:off x="5858021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pg563"/>
            <p:cNvSpPr/>
            <p:nvPr/>
          </p:nvSpPr>
          <p:spPr>
            <a:xfrm>
              <a:off x="586965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pg564"/>
            <p:cNvSpPr/>
            <p:nvPr/>
          </p:nvSpPr>
          <p:spPr>
            <a:xfrm>
              <a:off x="588129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pg565"/>
            <p:cNvSpPr/>
            <p:nvPr/>
          </p:nvSpPr>
          <p:spPr>
            <a:xfrm>
              <a:off x="5892933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pg566"/>
            <p:cNvSpPr/>
            <p:nvPr/>
          </p:nvSpPr>
          <p:spPr>
            <a:xfrm>
              <a:off x="5904570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pg567"/>
            <p:cNvSpPr/>
            <p:nvPr/>
          </p:nvSpPr>
          <p:spPr>
            <a:xfrm>
              <a:off x="591620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pg568"/>
            <p:cNvSpPr/>
            <p:nvPr/>
          </p:nvSpPr>
          <p:spPr>
            <a:xfrm>
              <a:off x="5927845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pg569"/>
            <p:cNvSpPr/>
            <p:nvPr/>
          </p:nvSpPr>
          <p:spPr>
            <a:xfrm>
              <a:off x="593948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pg570"/>
            <p:cNvSpPr/>
            <p:nvPr/>
          </p:nvSpPr>
          <p:spPr>
            <a:xfrm>
              <a:off x="5951120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pg571"/>
            <p:cNvSpPr/>
            <p:nvPr/>
          </p:nvSpPr>
          <p:spPr>
            <a:xfrm>
              <a:off x="5962757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pg572"/>
            <p:cNvSpPr/>
            <p:nvPr/>
          </p:nvSpPr>
          <p:spPr>
            <a:xfrm>
              <a:off x="5974394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pg573"/>
            <p:cNvSpPr/>
            <p:nvPr/>
          </p:nvSpPr>
          <p:spPr>
            <a:xfrm>
              <a:off x="598603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pg574"/>
            <p:cNvSpPr/>
            <p:nvPr/>
          </p:nvSpPr>
          <p:spPr>
            <a:xfrm>
              <a:off x="5997669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pg575"/>
            <p:cNvSpPr/>
            <p:nvPr/>
          </p:nvSpPr>
          <p:spPr>
            <a:xfrm>
              <a:off x="600930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pg576"/>
            <p:cNvSpPr/>
            <p:nvPr/>
          </p:nvSpPr>
          <p:spPr>
            <a:xfrm>
              <a:off x="616059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pg577"/>
            <p:cNvSpPr/>
            <p:nvPr/>
          </p:nvSpPr>
          <p:spPr>
            <a:xfrm>
              <a:off x="6172229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pg578"/>
            <p:cNvSpPr/>
            <p:nvPr/>
          </p:nvSpPr>
          <p:spPr>
            <a:xfrm>
              <a:off x="618386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pg579"/>
            <p:cNvSpPr/>
            <p:nvPr/>
          </p:nvSpPr>
          <p:spPr>
            <a:xfrm>
              <a:off x="6195504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pg580"/>
            <p:cNvSpPr/>
            <p:nvPr/>
          </p:nvSpPr>
          <p:spPr>
            <a:xfrm>
              <a:off x="6207141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pg581"/>
            <p:cNvSpPr/>
            <p:nvPr/>
          </p:nvSpPr>
          <p:spPr>
            <a:xfrm>
              <a:off x="621877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pg582"/>
            <p:cNvSpPr/>
            <p:nvPr/>
          </p:nvSpPr>
          <p:spPr>
            <a:xfrm>
              <a:off x="579983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pg583"/>
            <p:cNvSpPr/>
            <p:nvPr/>
          </p:nvSpPr>
          <p:spPr>
            <a:xfrm>
              <a:off x="581147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pg584"/>
            <p:cNvSpPr/>
            <p:nvPr/>
          </p:nvSpPr>
          <p:spPr>
            <a:xfrm>
              <a:off x="582310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pg585"/>
            <p:cNvSpPr/>
            <p:nvPr/>
          </p:nvSpPr>
          <p:spPr>
            <a:xfrm>
              <a:off x="583474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pg586"/>
            <p:cNvSpPr/>
            <p:nvPr/>
          </p:nvSpPr>
          <p:spPr>
            <a:xfrm>
              <a:off x="584638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pg587"/>
            <p:cNvSpPr/>
            <p:nvPr/>
          </p:nvSpPr>
          <p:spPr>
            <a:xfrm>
              <a:off x="5858021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pg588"/>
            <p:cNvSpPr/>
            <p:nvPr/>
          </p:nvSpPr>
          <p:spPr>
            <a:xfrm>
              <a:off x="5869658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pg589"/>
            <p:cNvSpPr/>
            <p:nvPr/>
          </p:nvSpPr>
          <p:spPr>
            <a:xfrm>
              <a:off x="588129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pg590"/>
            <p:cNvSpPr/>
            <p:nvPr/>
          </p:nvSpPr>
          <p:spPr>
            <a:xfrm>
              <a:off x="5892933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pg591"/>
            <p:cNvSpPr/>
            <p:nvPr/>
          </p:nvSpPr>
          <p:spPr>
            <a:xfrm>
              <a:off x="5904570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pg592"/>
            <p:cNvSpPr/>
            <p:nvPr/>
          </p:nvSpPr>
          <p:spPr>
            <a:xfrm>
              <a:off x="5916208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pg593"/>
            <p:cNvSpPr/>
            <p:nvPr/>
          </p:nvSpPr>
          <p:spPr>
            <a:xfrm>
              <a:off x="5927845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pg594"/>
            <p:cNvSpPr/>
            <p:nvPr/>
          </p:nvSpPr>
          <p:spPr>
            <a:xfrm>
              <a:off x="593948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pg595"/>
            <p:cNvSpPr/>
            <p:nvPr/>
          </p:nvSpPr>
          <p:spPr>
            <a:xfrm>
              <a:off x="5951120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pg596"/>
            <p:cNvSpPr/>
            <p:nvPr/>
          </p:nvSpPr>
          <p:spPr>
            <a:xfrm>
              <a:off x="597439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pg597"/>
            <p:cNvSpPr/>
            <p:nvPr/>
          </p:nvSpPr>
          <p:spPr>
            <a:xfrm>
              <a:off x="598603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pg598"/>
            <p:cNvSpPr/>
            <p:nvPr/>
          </p:nvSpPr>
          <p:spPr>
            <a:xfrm>
              <a:off x="599766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pg599"/>
            <p:cNvSpPr/>
            <p:nvPr/>
          </p:nvSpPr>
          <p:spPr>
            <a:xfrm>
              <a:off x="616059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pg600"/>
            <p:cNvSpPr/>
            <p:nvPr/>
          </p:nvSpPr>
          <p:spPr>
            <a:xfrm>
              <a:off x="617222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pg601"/>
            <p:cNvSpPr/>
            <p:nvPr/>
          </p:nvSpPr>
          <p:spPr>
            <a:xfrm>
              <a:off x="618386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pg602"/>
            <p:cNvSpPr/>
            <p:nvPr/>
          </p:nvSpPr>
          <p:spPr>
            <a:xfrm>
              <a:off x="619550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pg603"/>
            <p:cNvSpPr/>
            <p:nvPr/>
          </p:nvSpPr>
          <p:spPr>
            <a:xfrm>
              <a:off x="6207141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pg604"/>
            <p:cNvSpPr/>
            <p:nvPr/>
          </p:nvSpPr>
          <p:spPr>
            <a:xfrm>
              <a:off x="576492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pg605"/>
            <p:cNvSpPr/>
            <p:nvPr/>
          </p:nvSpPr>
          <p:spPr>
            <a:xfrm>
              <a:off x="5776560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pg606"/>
            <p:cNvSpPr/>
            <p:nvPr/>
          </p:nvSpPr>
          <p:spPr>
            <a:xfrm>
              <a:off x="5788197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pg607"/>
            <p:cNvSpPr/>
            <p:nvPr/>
          </p:nvSpPr>
          <p:spPr>
            <a:xfrm>
              <a:off x="579983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pg608"/>
            <p:cNvSpPr/>
            <p:nvPr/>
          </p:nvSpPr>
          <p:spPr>
            <a:xfrm>
              <a:off x="581147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pg609"/>
            <p:cNvSpPr/>
            <p:nvPr/>
          </p:nvSpPr>
          <p:spPr>
            <a:xfrm>
              <a:off x="5823109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pg610"/>
            <p:cNvSpPr/>
            <p:nvPr/>
          </p:nvSpPr>
          <p:spPr>
            <a:xfrm>
              <a:off x="583474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pg611"/>
            <p:cNvSpPr/>
            <p:nvPr/>
          </p:nvSpPr>
          <p:spPr>
            <a:xfrm>
              <a:off x="584638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pg612"/>
            <p:cNvSpPr/>
            <p:nvPr/>
          </p:nvSpPr>
          <p:spPr>
            <a:xfrm>
              <a:off x="5858021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pg613"/>
            <p:cNvSpPr/>
            <p:nvPr/>
          </p:nvSpPr>
          <p:spPr>
            <a:xfrm>
              <a:off x="5869658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pg614"/>
            <p:cNvSpPr/>
            <p:nvPr/>
          </p:nvSpPr>
          <p:spPr>
            <a:xfrm>
              <a:off x="588129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pg615"/>
            <p:cNvSpPr/>
            <p:nvPr/>
          </p:nvSpPr>
          <p:spPr>
            <a:xfrm>
              <a:off x="5892933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pg616"/>
            <p:cNvSpPr/>
            <p:nvPr/>
          </p:nvSpPr>
          <p:spPr>
            <a:xfrm>
              <a:off x="5904570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pg617"/>
            <p:cNvSpPr/>
            <p:nvPr/>
          </p:nvSpPr>
          <p:spPr>
            <a:xfrm>
              <a:off x="5927845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pg618"/>
            <p:cNvSpPr/>
            <p:nvPr/>
          </p:nvSpPr>
          <p:spPr>
            <a:xfrm>
              <a:off x="593948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pg619"/>
            <p:cNvSpPr/>
            <p:nvPr/>
          </p:nvSpPr>
          <p:spPr>
            <a:xfrm>
              <a:off x="616059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pg620"/>
            <p:cNvSpPr/>
            <p:nvPr/>
          </p:nvSpPr>
          <p:spPr>
            <a:xfrm>
              <a:off x="6172229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pg621"/>
            <p:cNvSpPr/>
            <p:nvPr/>
          </p:nvSpPr>
          <p:spPr>
            <a:xfrm>
              <a:off x="618386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pg622"/>
            <p:cNvSpPr/>
            <p:nvPr/>
          </p:nvSpPr>
          <p:spPr>
            <a:xfrm>
              <a:off x="619550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pg623"/>
            <p:cNvSpPr/>
            <p:nvPr/>
          </p:nvSpPr>
          <p:spPr>
            <a:xfrm>
              <a:off x="6207141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pg624"/>
            <p:cNvSpPr/>
            <p:nvPr/>
          </p:nvSpPr>
          <p:spPr>
            <a:xfrm>
              <a:off x="5753285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pg625"/>
            <p:cNvSpPr/>
            <p:nvPr/>
          </p:nvSpPr>
          <p:spPr>
            <a:xfrm>
              <a:off x="576492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pg626"/>
            <p:cNvSpPr/>
            <p:nvPr/>
          </p:nvSpPr>
          <p:spPr>
            <a:xfrm>
              <a:off x="5776560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pg627"/>
            <p:cNvSpPr/>
            <p:nvPr/>
          </p:nvSpPr>
          <p:spPr>
            <a:xfrm>
              <a:off x="5788197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pg628"/>
            <p:cNvSpPr/>
            <p:nvPr/>
          </p:nvSpPr>
          <p:spPr>
            <a:xfrm>
              <a:off x="579983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pg629"/>
            <p:cNvSpPr/>
            <p:nvPr/>
          </p:nvSpPr>
          <p:spPr>
            <a:xfrm>
              <a:off x="581147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pg630"/>
            <p:cNvSpPr/>
            <p:nvPr/>
          </p:nvSpPr>
          <p:spPr>
            <a:xfrm>
              <a:off x="5823109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pg631"/>
            <p:cNvSpPr/>
            <p:nvPr/>
          </p:nvSpPr>
          <p:spPr>
            <a:xfrm>
              <a:off x="583474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pg632"/>
            <p:cNvSpPr/>
            <p:nvPr/>
          </p:nvSpPr>
          <p:spPr>
            <a:xfrm>
              <a:off x="584638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pg633"/>
            <p:cNvSpPr/>
            <p:nvPr/>
          </p:nvSpPr>
          <p:spPr>
            <a:xfrm>
              <a:off x="5858021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pg634"/>
            <p:cNvSpPr/>
            <p:nvPr/>
          </p:nvSpPr>
          <p:spPr>
            <a:xfrm>
              <a:off x="5869658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pg635"/>
            <p:cNvSpPr/>
            <p:nvPr/>
          </p:nvSpPr>
          <p:spPr>
            <a:xfrm>
              <a:off x="588129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pg636"/>
            <p:cNvSpPr/>
            <p:nvPr/>
          </p:nvSpPr>
          <p:spPr>
            <a:xfrm>
              <a:off x="5892933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pg637"/>
            <p:cNvSpPr/>
            <p:nvPr/>
          </p:nvSpPr>
          <p:spPr>
            <a:xfrm>
              <a:off x="616059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pg638"/>
            <p:cNvSpPr/>
            <p:nvPr/>
          </p:nvSpPr>
          <p:spPr>
            <a:xfrm>
              <a:off x="6172229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pg639"/>
            <p:cNvSpPr/>
            <p:nvPr/>
          </p:nvSpPr>
          <p:spPr>
            <a:xfrm>
              <a:off x="618386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pg640"/>
            <p:cNvSpPr/>
            <p:nvPr/>
          </p:nvSpPr>
          <p:spPr>
            <a:xfrm>
              <a:off x="619550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pg641"/>
            <p:cNvSpPr/>
            <p:nvPr/>
          </p:nvSpPr>
          <p:spPr>
            <a:xfrm>
              <a:off x="6207141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pg642"/>
            <p:cNvSpPr/>
            <p:nvPr/>
          </p:nvSpPr>
          <p:spPr>
            <a:xfrm>
              <a:off x="6218778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pg643"/>
            <p:cNvSpPr/>
            <p:nvPr/>
          </p:nvSpPr>
          <p:spPr>
            <a:xfrm>
              <a:off x="623041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pg644"/>
            <p:cNvSpPr/>
            <p:nvPr/>
          </p:nvSpPr>
          <p:spPr>
            <a:xfrm>
              <a:off x="6276965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pg645"/>
            <p:cNvSpPr/>
            <p:nvPr/>
          </p:nvSpPr>
          <p:spPr>
            <a:xfrm>
              <a:off x="628860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pg646"/>
            <p:cNvSpPr/>
            <p:nvPr/>
          </p:nvSpPr>
          <p:spPr>
            <a:xfrm>
              <a:off x="6300240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pg647"/>
            <p:cNvSpPr/>
            <p:nvPr/>
          </p:nvSpPr>
          <p:spPr>
            <a:xfrm>
              <a:off x="6311877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pg648"/>
            <p:cNvSpPr/>
            <p:nvPr/>
          </p:nvSpPr>
          <p:spPr>
            <a:xfrm>
              <a:off x="632351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pg649"/>
            <p:cNvSpPr/>
            <p:nvPr/>
          </p:nvSpPr>
          <p:spPr>
            <a:xfrm>
              <a:off x="574164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pg650"/>
            <p:cNvSpPr/>
            <p:nvPr/>
          </p:nvSpPr>
          <p:spPr>
            <a:xfrm>
              <a:off x="5753285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pg651"/>
            <p:cNvSpPr/>
            <p:nvPr/>
          </p:nvSpPr>
          <p:spPr>
            <a:xfrm>
              <a:off x="576492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pg652"/>
            <p:cNvSpPr/>
            <p:nvPr/>
          </p:nvSpPr>
          <p:spPr>
            <a:xfrm>
              <a:off x="5776560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pg653"/>
            <p:cNvSpPr/>
            <p:nvPr/>
          </p:nvSpPr>
          <p:spPr>
            <a:xfrm>
              <a:off x="5788197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pg654"/>
            <p:cNvSpPr/>
            <p:nvPr/>
          </p:nvSpPr>
          <p:spPr>
            <a:xfrm>
              <a:off x="579983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pg655"/>
            <p:cNvSpPr/>
            <p:nvPr/>
          </p:nvSpPr>
          <p:spPr>
            <a:xfrm>
              <a:off x="581147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pg656"/>
            <p:cNvSpPr/>
            <p:nvPr/>
          </p:nvSpPr>
          <p:spPr>
            <a:xfrm>
              <a:off x="5823109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pg657"/>
            <p:cNvSpPr/>
            <p:nvPr/>
          </p:nvSpPr>
          <p:spPr>
            <a:xfrm>
              <a:off x="583474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pg658"/>
            <p:cNvSpPr/>
            <p:nvPr/>
          </p:nvSpPr>
          <p:spPr>
            <a:xfrm>
              <a:off x="584638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pg659"/>
            <p:cNvSpPr/>
            <p:nvPr/>
          </p:nvSpPr>
          <p:spPr>
            <a:xfrm>
              <a:off x="5858021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pg660"/>
            <p:cNvSpPr/>
            <p:nvPr/>
          </p:nvSpPr>
          <p:spPr>
            <a:xfrm>
              <a:off x="586965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pg661"/>
            <p:cNvSpPr/>
            <p:nvPr/>
          </p:nvSpPr>
          <p:spPr>
            <a:xfrm>
              <a:off x="588129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pg662"/>
            <p:cNvSpPr/>
            <p:nvPr/>
          </p:nvSpPr>
          <p:spPr>
            <a:xfrm>
              <a:off x="6172229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pg663"/>
            <p:cNvSpPr/>
            <p:nvPr/>
          </p:nvSpPr>
          <p:spPr>
            <a:xfrm>
              <a:off x="618386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pg664"/>
            <p:cNvSpPr/>
            <p:nvPr/>
          </p:nvSpPr>
          <p:spPr>
            <a:xfrm>
              <a:off x="619550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pg665"/>
            <p:cNvSpPr/>
            <p:nvPr/>
          </p:nvSpPr>
          <p:spPr>
            <a:xfrm>
              <a:off x="6207141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pg666"/>
            <p:cNvSpPr/>
            <p:nvPr/>
          </p:nvSpPr>
          <p:spPr>
            <a:xfrm>
              <a:off x="621877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pg667"/>
            <p:cNvSpPr/>
            <p:nvPr/>
          </p:nvSpPr>
          <p:spPr>
            <a:xfrm>
              <a:off x="623041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pg668"/>
            <p:cNvSpPr/>
            <p:nvPr/>
          </p:nvSpPr>
          <p:spPr>
            <a:xfrm>
              <a:off x="6242053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pg669"/>
            <p:cNvSpPr/>
            <p:nvPr/>
          </p:nvSpPr>
          <p:spPr>
            <a:xfrm>
              <a:off x="626532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pg670"/>
            <p:cNvSpPr/>
            <p:nvPr/>
          </p:nvSpPr>
          <p:spPr>
            <a:xfrm>
              <a:off x="6276965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pg671"/>
            <p:cNvSpPr/>
            <p:nvPr/>
          </p:nvSpPr>
          <p:spPr>
            <a:xfrm>
              <a:off x="628860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pg672"/>
            <p:cNvSpPr/>
            <p:nvPr/>
          </p:nvSpPr>
          <p:spPr>
            <a:xfrm>
              <a:off x="6300240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pg673"/>
            <p:cNvSpPr/>
            <p:nvPr/>
          </p:nvSpPr>
          <p:spPr>
            <a:xfrm>
              <a:off x="6311877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pg674"/>
            <p:cNvSpPr/>
            <p:nvPr/>
          </p:nvSpPr>
          <p:spPr>
            <a:xfrm>
              <a:off x="632351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pg675"/>
            <p:cNvSpPr/>
            <p:nvPr/>
          </p:nvSpPr>
          <p:spPr>
            <a:xfrm>
              <a:off x="633515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pg676"/>
            <p:cNvSpPr/>
            <p:nvPr/>
          </p:nvSpPr>
          <p:spPr>
            <a:xfrm>
              <a:off x="573001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pg677"/>
            <p:cNvSpPr/>
            <p:nvPr/>
          </p:nvSpPr>
          <p:spPr>
            <a:xfrm>
              <a:off x="574164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pg678"/>
            <p:cNvSpPr/>
            <p:nvPr/>
          </p:nvSpPr>
          <p:spPr>
            <a:xfrm>
              <a:off x="5753285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pg679"/>
            <p:cNvSpPr/>
            <p:nvPr/>
          </p:nvSpPr>
          <p:spPr>
            <a:xfrm>
              <a:off x="576492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pg680"/>
            <p:cNvSpPr/>
            <p:nvPr/>
          </p:nvSpPr>
          <p:spPr>
            <a:xfrm>
              <a:off x="577656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pg681"/>
            <p:cNvSpPr/>
            <p:nvPr/>
          </p:nvSpPr>
          <p:spPr>
            <a:xfrm>
              <a:off x="5788197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pg682"/>
            <p:cNvSpPr/>
            <p:nvPr/>
          </p:nvSpPr>
          <p:spPr>
            <a:xfrm>
              <a:off x="579983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pg683"/>
            <p:cNvSpPr/>
            <p:nvPr/>
          </p:nvSpPr>
          <p:spPr>
            <a:xfrm>
              <a:off x="581147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pg684"/>
            <p:cNvSpPr/>
            <p:nvPr/>
          </p:nvSpPr>
          <p:spPr>
            <a:xfrm>
              <a:off x="5823109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pg685"/>
            <p:cNvSpPr/>
            <p:nvPr/>
          </p:nvSpPr>
          <p:spPr>
            <a:xfrm>
              <a:off x="583474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pg686"/>
            <p:cNvSpPr/>
            <p:nvPr/>
          </p:nvSpPr>
          <p:spPr>
            <a:xfrm>
              <a:off x="584638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pg687"/>
            <p:cNvSpPr/>
            <p:nvPr/>
          </p:nvSpPr>
          <p:spPr>
            <a:xfrm>
              <a:off x="6172229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pg688"/>
            <p:cNvSpPr/>
            <p:nvPr/>
          </p:nvSpPr>
          <p:spPr>
            <a:xfrm>
              <a:off x="618386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pg689"/>
            <p:cNvSpPr/>
            <p:nvPr/>
          </p:nvSpPr>
          <p:spPr>
            <a:xfrm>
              <a:off x="619550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pg690"/>
            <p:cNvSpPr/>
            <p:nvPr/>
          </p:nvSpPr>
          <p:spPr>
            <a:xfrm>
              <a:off x="6207141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pg691"/>
            <p:cNvSpPr/>
            <p:nvPr/>
          </p:nvSpPr>
          <p:spPr>
            <a:xfrm>
              <a:off x="621877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pg692"/>
            <p:cNvSpPr/>
            <p:nvPr/>
          </p:nvSpPr>
          <p:spPr>
            <a:xfrm>
              <a:off x="623041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pg693"/>
            <p:cNvSpPr/>
            <p:nvPr/>
          </p:nvSpPr>
          <p:spPr>
            <a:xfrm>
              <a:off x="6242053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pg694"/>
            <p:cNvSpPr/>
            <p:nvPr/>
          </p:nvSpPr>
          <p:spPr>
            <a:xfrm>
              <a:off x="625369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pg695"/>
            <p:cNvSpPr/>
            <p:nvPr/>
          </p:nvSpPr>
          <p:spPr>
            <a:xfrm>
              <a:off x="626532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pg696"/>
            <p:cNvSpPr/>
            <p:nvPr/>
          </p:nvSpPr>
          <p:spPr>
            <a:xfrm>
              <a:off x="6276965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pg697"/>
            <p:cNvSpPr/>
            <p:nvPr/>
          </p:nvSpPr>
          <p:spPr>
            <a:xfrm>
              <a:off x="628860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pg698"/>
            <p:cNvSpPr/>
            <p:nvPr/>
          </p:nvSpPr>
          <p:spPr>
            <a:xfrm>
              <a:off x="630024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pg699"/>
            <p:cNvSpPr/>
            <p:nvPr/>
          </p:nvSpPr>
          <p:spPr>
            <a:xfrm>
              <a:off x="6311877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pg700"/>
            <p:cNvSpPr/>
            <p:nvPr/>
          </p:nvSpPr>
          <p:spPr>
            <a:xfrm>
              <a:off x="632351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pg701"/>
            <p:cNvSpPr/>
            <p:nvPr/>
          </p:nvSpPr>
          <p:spPr>
            <a:xfrm>
              <a:off x="633515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pg702"/>
            <p:cNvSpPr/>
            <p:nvPr/>
          </p:nvSpPr>
          <p:spPr>
            <a:xfrm>
              <a:off x="5718373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pg703"/>
            <p:cNvSpPr/>
            <p:nvPr/>
          </p:nvSpPr>
          <p:spPr>
            <a:xfrm>
              <a:off x="573001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pg704"/>
            <p:cNvSpPr/>
            <p:nvPr/>
          </p:nvSpPr>
          <p:spPr>
            <a:xfrm>
              <a:off x="574164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pg705"/>
            <p:cNvSpPr/>
            <p:nvPr/>
          </p:nvSpPr>
          <p:spPr>
            <a:xfrm>
              <a:off x="5753285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pg706"/>
            <p:cNvSpPr/>
            <p:nvPr/>
          </p:nvSpPr>
          <p:spPr>
            <a:xfrm>
              <a:off x="576492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pg707"/>
            <p:cNvSpPr/>
            <p:nvPr/>
          </p:nvSpPr>
          <p:spPr>
            <a:xfrm>
              <a:off x="577656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pg708"/>
            <p:cNvSpPr/>
            <p:nvPr/>
          </p:nvSpPr>
          <p:spPr>
            <a:xfrm>
              <a:off x="5788197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pg709"/>
            <p:cNvSpPr/>
            <p:nvPr/>
          </p:nvSpPr>
          <p:spPr>
            <a:xfrm>
              <a:off x="579983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pg710"/>
            <p:cNvSpPr/>
            <p:nvPr/>
          </p:nvSpPr>
          <p:spPr>
            <a:xfrm>
              <a:off x="581147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pg711"/>
            <p:cNvSpPr/>
            <p:nvPr/>
          </p:nvSpPr>
          <p:spPr>
            <a:xfrm>
              <a:off x="6183866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pg712"/>
            <p:cNvSpPr/>
            <p:nvPr/>
          </p:nvSpPr>
          <p:spPr>
            <a:xfrm>
              <a:off x="619550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pg713"/>
            <p:cNvSpPr/>
            <p:nvPr/>
          </p:nvSpPr>
          <p:spPr>
            <a:xfrm>
              <a:off x="6207141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pg714"/>
            <p:cNvSpPr/>
            <p:nvPr/>
          </p:nvSpPr>
          <p:spPr>
            <a:xfrm>
              <a:off x="621877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pg715"/>
            <p:cNvSpPr/>
            <p:nvPr/>
          </p:nvSpPr>
          <p:spPr>
            <a:xfrm>
              <a:off x="6230416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pg716"/>
            <p:cNvSpPr/>
            <p:nvPr/>
          </p:nvSpPr>
          <p:spPr>
            <a:xfrm>
              <a:off x="6242053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pg717"/>
            <p:cNvSpPr/>
            <p:nvPr/>
          </p:nvSpPr>
          <p:spPr>
            <a:xfrm>
              <a:off x="625369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pg718"/>
            <p:cNvSpPr/>
            <p:nvPr/>
          </p:nvSpPr>
          <p:spPr>
            <a:xfrm>
              <a:off x="626532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pg719"/>
            <p:cNvSpPr/>
            <p:nvPr/>
          </p:nvSpPr>
          <p:spPr>
            <a:xfrm>
              <a:off x="6276965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pg720"/>
            <p:cNvSpPr/>
            <p:nvPr/>
          </p:nvSpPr>
          <p:spPr>
            <a:xfrm>
              <a:off x="628860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pg721"/>
            <p:cNvSpPr/>
            <p:nvPr/>
          </p:nvSpPr>
          <p:spPr>
            <a:xfrm>
              <a:off x="630024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pg722"/>
            <p:cNvSpPr/>
            <p:nvPr/>
          </p:nvSpPr>
          <p:spPr>
            <a:xfrm>
              <a:off x="6311877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pg723"/>
            <p:cNvSpPr/>
            <p:nvPr/>
          </p:nvSpPr>
          <p:spPr>
            <a:xfrm>
              <a:off x="632351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pg724"/>
            <p:cNvSpPr/>
            <p:nvPr/>
          </p:nvSpPr>
          <p:spPr>
            <a:xfrm>
              <a:off x="5706736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pg725"/>
            <p:cNvSpPr/>
            <p:nvPr/>
          </p:nvSpPr>
          <p:spPr>
            <a:xfrm>
              <a:off x="5718373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pg726"/>
            <p:cNvSpPr/>
            <p:nvPr/>
          </p:nvSpPr>
          <p:spPr>
            <a:xfrm>
              <a:off x="573001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pg727"/>
            <p:cNvSpPr/>
            <p:nvPr/>
          </p:nvSpPr>
          <p:spPr>
            <a:xfrm>
              <a:off x="574164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pg728"/>
            <p:cNvSpPr/>
            <p:nvPr/>
          </p:nvSpPr>
          <p:spPr>
            <a:xfrm>
              <a:off x="5753285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pg729"/>
            <p:cNvSpPr/>
            <p:nvPr/>
          </p:nvSpPr>
          <p:spPr>
            <a:xfrm>
              <a:off x="5764922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pg730"/>
            <p:cNvSpPr/>
            <p:nvPr/>
          </p:nvSpPr>
          <p:spPr>
            <a:xfrm>
              <a:off x="577656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pg731"/>
            <p:cNvSpPr/>
            <p:nvPr/>
          </p:nvSpPr>
          <p:spPr>
            <a:xfrm>
              <a:off x="6195504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pg732"/>
            <p:cNvSpPr/>
            <p:nvPr/>
          </p:nvSpPr>
          <p:spPr>
            <a:xfrm>
              <a:off x="6207141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pg733"/>
            <p:cNvSpPr/>
            <p:nvPr/>
          </p:nvSpPr>
          <p:spPr>
            <a:xfrm>
              <a:off x="621877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pg734"/>
            <p:cNvSpPr/>
            <p:nvPr/>
          </p:nvSpPr>
          <p:spPr>
            <a:xfrm>
              <a:off x="6230416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pg735"/>
            <p:cNvSpPr/>
            <p:nvPr/>
          </p:nvSpPr>
          <p:spPr>
            <a:xfrm>
              <a:off x="6242053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pg736"/>
            <p:cNvSpPr/>
            <p:nvPr/>
          </p:nvSpPr>
          <p:spPr>
            <a:xfrm>
              <a:off x="625369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pg737"/>
            <p:cNvSpPr/>
            <p:nvPr/>
          </p:nvSpPr>
          <p:spPr>
            <a:xfrm>
              <a:off x="626532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pg738"/>
            <p:cNvSpPr/>
            <p:nvPr/>
          </p:nvSpPr>
          <p:spPr>
            <a:xfrm>
              <a:off x="6276965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pg739"/>
            <p:cNvSpPr/>
            <p:nvPr/>
          </p:nvSpPr>
          <p:spPr>
            <a:xfrm>
              <a:off x="6288602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pg740"/>
            <p:cNvSpPr/>
            <p:nvPr/>
          </p:nvSpPr>
          <p:spPr>
            <a:xfrm>
              <a:off x="630024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pg741"/>
            <p:cNvSpPr/>
            <p:nvPr/>
          </p:nvSpPr>
          <p:spPr>
            <a:xfrm>
              <a:off x="6311877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pg742"/>
            <p:cNvSpPr/>
            <p:nvPr/>
          </p:nvSpPr>
          <p:spPr>
            <a:xfrm>
              <a:off x="5706736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pg743"/>
            <p:cNvSpPr/>
            <p:nvPr/>
          </p:nvSpPr>
          <p:spPr>
            <a:xfrm>
              <a:off x="5718373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pg744"/>
            <p:cNvSpPr/>
            <p:nvPr/>
          </p:nvSpPr>
          <p:spPr>
            <a:xfrm>
              <a:off x="5730010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pg745"/>
            <p:cNvSpPr/>
            <p:nvPr/>
          </p:nvSpPr>
          <p:spPr>
            <a:xfrm>
              <a:off x="574164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pg746"/>
            <p:cNvSpPr/>
            <p:nvPr/>
          </p:nvSpPr>
          <p:spPr>
            <a:xfrm>
              <a:off x="5753285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pg747"/>
            <p:cNvSpPr/>
            <p:nvPr/>
          </p:nvSpPr>
          <p:spPr>
            <a:xfrm>
              <a:off x="5764922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pg748"/>
            <p:cNvSpPr/>
            <p:nvPr/>
          </p:nvSpPr>
          <p:spPr>
            <a:xfrm>
              <a:off x="621877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pg749"/>
            <p:cNvSpPr/>
            <p:nvPr/>
          </p:nvSpPr>
          <p:spPr>
            <a:xfrm>
              <a:off x="6230416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pg750"/>
            <p:cNvSpPr/>
            <p:nvPr/>
          </p:nvSpPr>
          <p:spPr>
            <a:xfrm>
              <a:off x="6242053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pg751"/>
            <p:cNvSpPr/>
            <p:nvPr/>
          </p:nvSpPr>
          <p:spPr>
            <a:xfrm>
              <a:off x="6253690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pg752"/>
            <p:cNvSpPr/>
            <p:nvPr/>
          </p:nvSpPr>
          <p:spPr>
            <a:xfrm>
              <a:off x="626532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pg753"/>
            <p:cNvSpPr/>
            <p:nvPr/>
          </p:nvSpPr>
          <p:spPr>
            <a:xfrm>
              <a:off x="6276965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pg754"/>
            <p:cNvSpPr/>
            <p:nvPr/>
          </p:nvSpPr>
          <p:spPr>
            <a:xfrm>
              <a:off x="6288602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pg755"/>
            <p:cNvSpPr/>
            <p:nvPr/>
          </p:nvSpPr>
          <p:spPr>
            <a:xfrm>
              <a:off x="569509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pg756"/>
            <p:cNvSpPr/>
            <p:nvPr/>
          </p:nvSpPr>
          <p:spPr>
            <a:xfrm>
              <a:off x="5706736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pg757"/>
            <p:cNvSpPr/>
            <p:nvPr/>
          </p:nvSpPr>
          <p:spPr>
            <a:xfrm>
              <a:off x="5718373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pg758"/>
            <p:cNvSpPr/>
            <p:nvPr/>
          </p:nvSpPr>
          <p:spPr>
            <a:xfrm>
              <a:off x="5730010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pg759"/>
            <p:cNvSpPr/>
            <p:nvPr/>
          </p:nvSpPr>
          <p:spPr>
            <a:xfrm>
              <a:off x="574164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pg760"/>
            <p:cNvSpPr/>
            <p:nvPr/>
          </p:nvSpPr>
          <p:spPr>
            <a:xfrm>
              <a:off x="5753285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pg761"/>
            <p:cNvSpPr/>
            <p:nvPr/>
          </p:nvSpPr>
          <p:spPr>
            <a:xfrm>
              <a:off x="6242053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pg762"/>
            <p:cNvSpPr/>
            <p:nvPr/>
          </p:nvSpPr>
          <p:spPr>
            <a:xfrm>
              <a:off x="6253690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pg763"/>
            <p:cNvSpPr/>
            <p:nvPr/>
          </p:nvSpPr>
          <p:spPr>
            <a:xfrm>
              <a:off x="626532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pg764"/>
            <p:cNvSpPr/>
            <p:nvPr/>
          </p:nvSpPr>
          <p:spPr>
            <a:xfrm>
              <a:off x="5683461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pg765"/>
            <p:cNvSpPr/>
            <p:nvPr/>
          </p:nvSpPr>
          <p:spPr>
            <a:xfrm>
              <a:off x="5695098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pg766"/>
            <p:cNvSpPr/>
            <p:nvPr/>
          </p:nvSpPr>
          <p:spPr>
            <a:xfrm>
              <a:off x="5706736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pg767"/>
            <p:cNvSpPr/>
            <p:nvPr/>
          </p:nvSpPr>
          <p:spPr>
            <a:xfrm>
              <a:off x="5718373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pg768"/>
            <p:cNvSpPr/>
            <p:nvPr/>
          </p:nvSpPr>
          <p:spPr>
            <a:xfrm>
              <a:off x="5730010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pg769"/>
            <p:cNvSpPr/>
            <p:nvPr/>
          </p:nvSpPr>
          <p:spPr>
            <a:xfrm>
              <a:off x="5741648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pg770"/>
            <p:cNvSpPr/>
            <p:nvPr/>
          </p:nvSpPr>
          <p:spPr>
            <a:xfrm>
              <a:off x="5683461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pg771"/>
            <p:cNvSpPr/>
            <p:nvPr/>
          </p:nvSpPr>
          <p:spPr>
            <a:xfrm>
              <a:off x="5695098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pg772"/>
            <p:cNvSpPr/>
            <p:nvPr/>
          </p:nvSpPr>
          <p:spPr>
            <a:xfrm>
              <a:off x="5706736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pg773"/>
            <p:cNvSpPr/>
            <p:nvPr/>
          </p:nvSpPr>
          <p:spPr>
            <a:xfrm>
              <a:off x="5718373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pg774"/>
            <p:cNvSpPr/>
            <p:nvPr/>
          </p:nvSpPr>
          <p:spPr>
            <a:xfrm>
              <a:off x="5730010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pg775"/>
            <p:cNvSpPr/>
            <p:nvPr/>
          </p:nvSpPr>
          <p:spPr>
            <a:xfrm>
              <a:off x="5671824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pg776"/>
            <p:cNvSpPr/>
            <p:nvPr/>
          </p:nvSpPr>
          <p:spPr>
            <a:xfrm>
              <a:off x="5683461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pg777"/>
            <p:cNvSpPr/>
            <p:nvPr/>
          </p:nvSpPr>
          <p:spPr>
            <a:xfrm>
              <a:off x="5695098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pg778"/>
            <p:cNvSpPr/>
            <p:nvPr/>
          </p:nvSpPr>
          <p:spPr>
            <a:xfrm>
              <a:off x="5706736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pg779"/>
            <p:cNvSpPr/>
            <p:nvPr/>
          </p:nvSpPr>
          <p:spPr>
            <a:xfrm>
              <a:off x="5718373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pg780"/>
            <p:cNvSpPr/>
            <p:nvPr/>
          </p:nvSpPr>
          <p:spPr>
            <a:xfrm>
              <a:off x="5730010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pg781"/>
            <p:cNvSpPr/>
            <p:nvPr/>
          </p:nvSpPr>
          <p:spPr>
            <a:xfrm>
              <a:off x="5671824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pg782"/>
            <p:cNvSpPr/>
            <p:nvPr/>
          </p:nvSpPr>
          <p:spPr>
            <a:xfrm>
              <a:off x="5683461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pg783"/>
            <p:cNvSpPr/>
            <p:nvPr/>
          </p:nvSpPr>
          <p:spPr>
            <a:xfrm>
              <a:off x="5695098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pg784"/>
            <p:cNvSpPr/>
            <p:nvPr/>
          </p:nvSpPr>
          <p:spPr>
            <a:xfrm>
              <a:off x="5706736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pg785"/>
            <p:cNvSpPr/>
            <p:nvPr/>
          </p:nvSpPr>
          <p:spPr>
            <a:xfrm>
              <a:off x="5718373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pg786"/>
            <p:cNvSpPr/>
            <p:nvPr/>
          </p:nvSpPr>
          <p:spPr>
            <a:xfrm>
              <a:off x="5730010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pg787"/>
            <p:cNvSpPr/>
            <p:nvPr/>
          </p:nvSpPr>
          <p:spPr>
            <a:xfrm>
              <a:off x="5671824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pg788"/>
            <p:cNvSpPr/>
            <p:nvPr/>
          </p:nvSpPr>
          <p:spPr>
            <a:xfrm>
              <a:off x="5683461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pg789"/>
            <p:cNvSpPr/>
            <p:nvPr/>
          </p:nvSpPr>
          <p:spPr>
            <a:xfrm>
              <a:off x="5695098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pg790"/>
            <p:cNvSpPr/>
            <p:nvPr/>
          </p:nvSpPr>
          <p:spPr>
            <a:xfrm>
              <a:off x="5706736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pg791"/>
            <p:cNvSpPr/>
            <p:nvPr/>
          </p:nvSpPr>
          <p:spPr>
            <a:xfrm>
              <a:off x="5718373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pg792"/>
            <p:cNvSpPr/>
            <p:nvPr/>
          </p:nvSpPr>
          <p:spPr>
            <a:xfrm>
              <a:off x="5730010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pg793"/>
            <p:cNvSpPr/>
            <p:nvPr/>
          </p:nvSpPr>
          <p:spPr>
            <a:xfrm>
              <a:off x="5671824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pg794"/>
            <p:cNvSpPr/>
            <p:nvPr/>
          </p:nvSpPr>
          <p:spPr>
            <a:xfrm>
              <a:off x="5683461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pg795"/>
            <p:cNvSpPr/>
            <p:nvPr/>
          </p:nvSpPr>
          <p:spPr>
            <a:xfrm>
              <a:off x="5695098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pg796"/>
            <p:cNvSpPr/>
            <p:nvPr/>
          </p:nvSpPr>
          <p:spPr>
            <a:xfrm>
              <a:off x="5706736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pg797"/>
            <p:cNvSpPr/>
            <p:nvPr/>
          </p:nvSpPr>
          <p:spPr>
            <a:xfrm>
              <a:off x="5718373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pg798"/>
            <p:cNvSpPr/>
            <p:nvPr/>
          </p:nvSpPr>
          <p:spPr>
            <a:xfrm>
              <a:off x="5730010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pg799"/>
            <p:cNvSpPr/>
            <p:nvPr/>
          </p:nvSpPr>
          <p:spPr>
            <a:xfrm>
              <a:off x="5741648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pg800"/>
            <p:cNvSpPr/>
            <p:nvPr/>
          </p:nvSpPr>
          <p:spPr>
            <a:xfrm>
              <a:off x="5660186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pg801"/>
            <p:cNvSpPr/>
            <p:nvPr/>
          </p:nvSpPr>
          <p:spPr>
            <a:xfrm>
              <a:off x="5671824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pg802"/>
            <p:cNvSpPr/>
            <p:nvPr/>
          </p:nvSpPr>
          <p:spPr>
            <a:xfrm>
              <a:off x="5683461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pg803"/>
            <p:cNvSpPr/>
            <p:nvPr/>
          </p:nvSpPr>
          <p:spPr>
            <a:xfrm>
              <a:off x="5695098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pg804"/>
            <p:cNvSpPr/>
            <p:nvPr/>
          </p:nvSpPr>
          <p:spPr>
            <a:xfrm>
              <a:off x="5706736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pg805"/>
            <p:cNvSpPr/>
            <p:nvPr/>
          </p:nvSpPr>
          <p:spPr>
            <a:xfrm>
              <a:off x="5718373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pg806"/>
            <p:cNvSpPr/>
            <p:nvPr/>
          </p:nvSpPr>
          <p:spPr>
            <a:xfrm>
              <a:off x="5730010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pg807"/>
            <p:cNvSpPr/>
            <p:nvPr/>
          </p:nvSpPr>
          <p:spPr>
            <a:xfrm>
              <a:off x="5648549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pg808"/>
            <p:cNvSpPr/>
            <p:nvPr/>
          </p:nvSpPr>
          <p:spPr>
            <a:xfrm>
              <a:off x="5660186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pg809"/>
            <p:cNvSpPr/>
            <p:nvPr/>
          </p:nvSpPr>
          <p:spPr>
            <a:xfrm>
              <a:off x="5671824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pg810"/>
            <p:cNvSpPr/>
            <p:nvPr/>
          </p:nvSpPr>
          <p:spPr>
            <a:xfrm>
              <a:off x="5683461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pg811"/>
            <p:cNvSpPr/>
            <p:nvPr/>
          </p:nvSpPr>
          <p:spPr>
            <a:xfrm>
              <a:off x="5695098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pg812"/>
            <p:cNvSpPr/>
            <p:nvPr/>
          </p:nvSpPr>
          <p:spPr>
            <a:xfrm>
              <a:off x="5706736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pg813"/>
            <p:cNvSpPr/>
            <p:nvPr/>
          </p:nvSpPr>
          <p:spPr>
            <a:xfrm>
              <a:off x="5718373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pg814"/>
            <p:cNvSpPr/>
            <p:nvPr/>
          </p:nvSpPr>
          <p:spPr>
            <a:xfrm>
              <a:off x="5648549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pg815"/>
            <p:cNvSpPr/>
            <p:nvPr/>
          </p:nvSpPr>
          <p:spPr>
            <a:xfrm>
              <a:off x="5660186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pg816"/>
            <p:cNvSpPr/>
            <p:nvPr/>
          </p:nvSpPr>
          <p:spPr>
            <a:xfrm>
              <a:off x="5671824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pg817"/>
            <p:cNvSpPr/>
            <p:nvPr/>
          </p:nvSpPr>
          <p:spPr>
            <a:xfrm>
              <a:off x="5683461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pg818"/>
            <p:cNvSpPr/>
            <p:nvPr/>
          </p:nvSpPr>
          <p:spPr>
            <a:xfrm>
              <a:off x="5695098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pg819"/>
            <p:cNvSpPr/>
            <p:nvPr/>
          </p:nvSpPr>
          <p:spPr>
            <a:xfrm>
              <a:off x="5706736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pg820"/>
            <p:cNvSpPr/>
            <p:nvPr/>
          </p:nvSpPr>
          <p:spPr>
            <a:xfrm>
              <a:off x="5718373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pg821"/>
            <p:cNvSpPr/>
            <p:nvPr/>
          </p:nvSpPr>
          <p:spPr>
            <a:xfrm>
              <a:off x="5741648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pg822"/>
            <p:cNvSpPr/>
            <p:nvPr/>
          </p:nvSpPr>
          <p:spPr>
            <a:xfrm>
              <a:off x="5753285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pg823"/>
            <p:cNvSpPr/>
            <p:nvPr/>
          </p:nvSpPr>
          <p:spPr>
            <a:xfrm>
              <a:off x="5764922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pg824"/>
            <p:cNvSpPr/>
            <p:nvPr/>
          </p:nvSpPr>
          <p:spPr>
            <a:xfrm>
              <a:off x="5776560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pg825"/>
            <p:cNvSpPr/>
            <p:nvPr/>
          </p:nvSpPr>
          <p:spPr>
            <a:xfrm>
              <a:off x="5648549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pg826"/>
            <p:cNvSpPr/>
            <p:nvPr/>
          </p:nvSpPr>
          <p:spPr>
            <a:xfrm>
              <a:off x="5660186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pg827"/>
            <p:cNvSpPr/>
            <p:nvPr/>
          </p:nvSpPr>
          <p:spPr>
            <a:xfrm>
              <a:off x="5671824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pg828"/>
            <p:cNvSpPr/>
            <p:nvPr/>
          </p:nvSpPr>
          <p:spPr>
            <a:xfrm>
              <a:off x="5683461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pg829"/>
            <p:cNvSpPr/>
            <p:nvPr/>
          </p:nvSpPr>
          <p:spPr>
            <a:xfrm>
              <a:off x="5695098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pg830"/>
            <p:cNvSpPr/>
            <p:nvPr/>
          </p:nvSpPr>
          <p:spPr>
            <a:xfrm>
              <a:off x="5706736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pg831"/>
            <p:cNvSpPr/>
            <p:nvPr/>
          </p:nvSpPr>
          <p:spPr>
            <a:xfrm>
              <a:off x="5718373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pg832"/>
            <p:cNvSpPr/>
            <p:nvPr/>
          </p:nvSpPr>
          <p:spPr>
            <a:xfrm>
              <a:off x="5730010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pg833"/>
            <p:cNvSpPr/>
            <p:nvPr/>
          </p:nvSpPr>
          <p:spPr>
            <a:xfrm>
              <a:off x="5741648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pg834"/>
            <p:cNvSpPr/>
            <p:nvPr/>
          </p:nvSpPr>
          <p:spPr>
            <a:xfrm>
              <a:off x="5753285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pg835"/>
            <p:cNvSpPr/>
            <p:nvPr/>
          </p:nvSpPr>
          <p:spPr>
            <a:xfrm>
              <a:off x="5764922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pg836"/>
            <p:cNvSpPr/>
            <p:nvPr/>
          </p:nvSpPr>
          <p:spPr>
            <a:xfrm>
              <a:off x="5776560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pg837"/>
            <p:cNvSpPr/>
            <p:nvPr/>
          </p:nvSpPr>
          <p:spPr>
            <a:xfrm>
              <a:off x="5788197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pg838"/>
            <p:cNvSpPr/>
            <p:nvPr/>
          </p:nvSpPr>
          <p:spPr>
            <a:xfrm>
              <a:off x="5671824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pg839"/>
            <p:cNvSpPr/>
            <p:nvPr/>
          </p:nvSpPr>
          <p:spPr>
            <a:xfrm>
              <a:off x="5683461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pg840"/>
            <p:cNvSpPr/>
            <p:nvPr/>
          </p:nvSpPr>
          <p:spPr>
            <a:xfrm>
              <a:off x="5695098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pg841"/>
            <p:cNvSpPr/>
            <p:nvPr/>
          </p:nvSpPr>
          <p:spPr>
            <a:xfrm>
              <a:off x="5706736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pg842"/>
            <p:cNvSpPr/>
            <p:nvPr/>
          </p:nvSpPr>
          <p:spPr>
            <a:xfrm>
              <a:off x="5718373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pg843"/>
            <p:cNvSpPr/>
            <p:nvPr/>
          </p:nvSpPr>
          <p:spPr>
            <a:xfrm>
              <a:off x="5730010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pg844"/>
            <p:cNvSpPr/>
            <p:nvPr/>
          </p:nvSpPr>
          <p:spPr>
            <a:xfrm>
              <a:off x="5741648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pg845"/>
            <p:cNvSpPr/>
            <p:nvPr/>
          </p:nvSpPr>
          <p:spPr>
            <a:xfrm>
              <a:off x="5753285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pg846"/>
            <p:cNvSpPr/>
            <p:nvPr/>
          </p:nvSpPr>
          <p:spPr>
            <a:xfrm>
              <a:off x="5764922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pg847"/>
            <p:cNvSpPr/>
            <p:nvPr/>
          </p:nvSpPr>
          <p:spPr>
            <a:xfrm>
              <a:off x="5776560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pg848"/>
            <p:cNvSpPr/>
            <p:nvPr/>
          </p:nvSpPr>
          <p:spPr>
            <a:xfrm>
              <a:off x="5788197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pg849"/>
            <p:cNvSpPr/>
            <p:nvPr/>
          </p:nvSpPr>
          <p:spPr>
            <a:xfrm>
              <a:off x="5799834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pg850"/>
            <p:cNvSpPr/>
            <p:nvPr/>
          </p:nvSpPr>
          <p:spPr>
            <a:xfrm>
              <a:off x="5625275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pg851"/>
            <p:cNvSpPr/>
            <p:nvPr/>
          </p:nvSpPr>
          <p:spPr>
            <a:xfrm>
              <a:off x="5636912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pg852"/>
            <p:cNvSpPr/>
            <p:nvPr/>
          </p:nvSpPr>
          <p:spPr>
            <a:xfrm>
              <a:off x="5648549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pg853"/>
            <p:cNvSpPr/>
            <p:nvPr/>
          </p:nvSpPr>
          <p:spPr>
            <a:xfrm>
              <a:off x="5660186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pg854"/>
            <p:cNvSpPr/>
            <p:nvPr/>
          </p:nvSpPr>
          <p:spPr>
            <a:xfrm>
              <a:off x="5695098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pg855"/>
            <p:cNvSpPr/>
            <p:nvPr/>
          </p:nvSpPr>
          <p:spPr>
            <a:xfrm>
              <a:off x="5706736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pg856"/>
            <p:cNvSpPr/>
            <p:nvPr/>
          </p:nvSpPr>
          <p:spPr>
            <a:xfrm>
              <a:off x="5718373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pg857"/>
            <p:cNvSpPr/>
            <p:nvPr/>
          </p:nvSpPr>
          <p:spPr>
            <a:xfrm>
              <a:off x="5730010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pg858"/>
            <p:cNvSpPr/>
            <p:nvPr/>
          </p:nvSpPr>
          <p:spPr>
            <a:xfrm>
              <a:off x="5741648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pg859"/>
            <p:cNvSpPr/>
            <p:nvPr/>
          </p:nvSpPr>
          <p:spPr>
            <a:xfrm>
              <a:off x="5753285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pg860"/>
            <p:cNvSpPr/>
            <p:nvPr/>
          </p:nvSpPr>
          <p:spPr>
            <a:xfrm>
              <a:off x="5764922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pg861"/>
            <p:cNvSpPr/>
            <p:nvPr/>
          </p:nvSpPr>
          <p:spPr>
            <a:xfrm>
              <a:off x="5776560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pg862"/>
            <p:cNvSpPr/>
            <p:nvPr/>
          </p:nvSpPr>
          <p:spPr>
            <a:xfrm>
              <a:off x="5788197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pg863"/>
            <p:cNvSpPr/>
            <p:nvPr/>
          </p:nvSpPr>
          <p:spPr>
            <a:xfrm>
              <a:off x="5799834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pg864"/>
            <p:cNvSpPr/>
            <p:nvPr/>
          </p:nvSpPr>
          <p:spPr>
            <a:xfrm>
              <a:off x="5613637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pg865"/>
            <p:cNvSpPr/>
            <p:nvPr/>
          </p:nvSpPr>
          <p:spPr>
            <a:xfrm>
              <a:off x="5625275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pg866"/>
            <p:cNvSpPr/>
            <p:nvPr/>
          </p:nvSpPr>
          <p:spPr>
            <a:xfrm>
              <a:off x="563691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pg867"/>
            <p:cNvSpPr/>
            <p:nvPr/>
          </p:nvSpPr>
          <p:spPr>
            <a:xfrm>
              <a:off x="5648549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pg868"/>
            <p:cNvSpPr/>
            <p:nvPr/>
          </p:nvSpPr>
          <p:spPr>
            <a:xfrm>
              <a:off x="5660186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pg869"/>
            <p:cNvSpPr/>
            <p:nvPr/>
          </p:nvSpPr>
          <p:spPr>
            <a:xfrm>
              <a:off x="5671824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pg870"/>
            <p:cNvSpPr/>
            <p:nvPr/>
          </p:nvSpPr>
          <p:spPr>
            <a:xfrm>
              <a:off x="5683461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pg871"/>
            <p:cNvSpPr/>
            <p:nvPr/>
          </p:nvSpPr>
          <p:spPr>
            <a:xfrm>
              <a:off x="5695098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pg872"/>
            <p:cNvSpPr/>
            <p:nvPr/>
          </p:nvSpPr>
          <p:spPr>
            <a:xfrm>
              <a:off x="5706736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pg873"/>
            <p:cNvSpPr/>
            <p:nvPr/>
          </p:nvSpPr>
          <p:spPr>
            <a:xfrm>
              <a:off x="5718373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pg874"/>
            <p:cNvSpPr/>
            <p:nvPr/>
          </p:nvSpPr>
          <p:spPr>
            <a:xfrm>
              <a:off x="5730010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pg875"/>
            <p:cNvSpPr/>
            <p:nvPr/>
          </p:nvSpPr>
          <p:spPr>
            <a:xfrm>
              <a:off x="5741648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pg876"/>
            <p:cNvSpPr/>
            <p:nvPr/>
          </p:nvSpPr>
          <p:spPr>
            <a:xfrm>
              <a:off x="5753285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pg877"/>
            <p:cNvSpPr/>
            <p:nvPr/>
          </p:nvSpPr>
          <p:spPr>
            <a:xfrm>
              <a:off x="576492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pg878"/>
            <p:cNvSpPr/>
            <p:nvPr/>
          </p:nvSpPr>
          <p:spPr>
            <a:xfrm>
              <a:off x="5776560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pg879"/>
            <p:cNvSpPr/>
            <p:nvPr/>
          </p:nvSpPr>
          <p:spPr>
            <a:xfrm>
              <a:off x="5788197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pg880"/>
            <p:cNvSpPr/>
            <p:nvPr/>
          </p:nvSpPr>
          <p:spPr>
            <a:xfrm>
              <a:off x="5799834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pg881"/>
            <p:cNvSpPr/>
            <p:nvPr/>
          </p:nvSpPr>
          <p:spPr>
            <a:xfrm>
              <a:off x="581147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pg882"/>
            <p:cNvSpPr/>
            <p:nvPr/>
          </p:nvSpPr>
          <p:spPr>
            <a:xfrm>
              <a:off x="5613637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pg883"/>
            <p:cNvSpPr/>
            <p:nvPr/>
          </p:nvSpPr>
          <p:spPr>
            <a:xfrm>
              <a:off x="5625275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pg884"/>
            <p:cNvSpPr/>
            <p:nvPr/>
          </p:nvSpPr>
          <p:spPr>
            <a:xfrm>
              <a:off x="563691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pg885"/>
            <p:cNvSpPr/>
            <p:nvPr/>
          </p:nvSpPr>
          <p:spPr>
            <a:xfrm>
              <a:off x="5648549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pg886"/>
            <p:cNvSpPr/>
            <p:nvPr/>
          </p:nvSpPr>
          <p:spPr>
            <a:xfrm>
              <a:off x="5660186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pg887"/>
            <p:cNvSpPr/>
            <p:nvPr/>
          </p:nvSpPr>
          <p:spPr>
            <a:xfrm>
              <a:off x="5671824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pg888"/>
            <p:cNvSpPr/>
            <p:nvPr/>
          </p:nvSpPr>
          <p:spPr>
            <a:xfrm>
              <a:off x="5683461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pg889"/>
            <p:cNvSpPr/>
            <p:nvPr/>
          </p:nvSpPr>
          <p:spPr>
            <a:xfrm>
              <a:off x="5695098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pg890"/>
            <p:cNvSpPr/>
            <p:nvPr/>
          </p:nvSpPr>
          <p:spPr>
            <a:xfrm>
              <a:off x="5706736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pg891"/>
            <p:cNvSpPr/>
            <p:nvPr/>
          </p:nvSpPr>
          <p:spPr>
            <a:xfrm>
              <a:off x="5718373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pg892"/>
            <p:cNvSpPr/>
            <p:nvPr/>
          </p:nvSpPr>
          <p:spPr>
            <a:xfrm>
              <a:off x="5730010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pg893"/>
            <p:cNvSpPr/>
            <p:nvPr/>
          </p:nvSpPr>
          <p:spPr>
            <a:xfrm>
              <a:off x="5741648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pg894"/>
            <p:cNvSpPr/>
            <p:nvPr/>
          </p:nvSpPr>
          <p:spPr>
            <a:xfrm>
              <a:off x="5753285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pg895"/>
            <p:cNvSpPr/>
            <p:nvPr/>
          </p:nvSpPr>
          <p:spPr>
            <a:xfrm>
              <a:off x="576492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pg896"/>
            <p:cNvSpPr/>
            <p:nvPr/>
          </p:nvSpPr>
          <p:spPr>
            <a:xfrm>
              <a:off x="5776560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pg897"/>
            <p:cNvSpPr/>
            <p:nvPr/>
          </p:nvSpPr>
          <p:spPr>
            <a:xfrm>
              <a:off x="5788197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pg898"/>
            <p:cNvSpPr/>
            <p:nvPr/>
          </p:nvSpPr>
          <p:spPr>
            <a:xfrm>
              <a:off x="5799834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pg899"/>
            <p:cNvSpPr/>
            <p:nvPr/>
          </p:nvSpPr>
          <p:spPr>
            <a:xfrm>
              <a:off x="581147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pg900"/>
            <p:cNvSpPr/>
            <p:nvPr/>
          </p:nvSpPr>
          <p:spPr>
            <a:xfrm>
              <a:off x="5613637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pg901"/>
            <p:cNvSpPr/>
            <p:nvPr/>
          </p:nvSpPr>
          <p:spPr>
            <a:xfrm>
              <a:off x="5625275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pg902"/>
            <p:cNvSpPr/>
            <p:nvPr/>
          </p:nvSpPr>
          <p:spPr>
            <a:xfrm>
              <a:off x="563691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pg903"/>
            <p:cNvSpPr/>
            <p:nvPr/>
          </p:nvSpPr>
          <p:spPr>
            <a:xfrm>
              <a:off x="5648549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pg904"/>
            <p:cNvSpPr/>
            <p:nvPr/>
          </p:nvSpPr>
          <p:spPr>
            <a:xfrm>
              <a:off x="5660186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pg905"/>
            <p:cNvSpPr/>
            <p:nvPr/>
          </p:nvSpPr>
          <p:spPr>
            <a:xfrm>
              <a:off x="5671824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pg906"/>
            <p:cNvSpPr/>
            <p:nvPr/>
          </p:nvSpPr>
          <p:spPr>
            <a:xfrm>
              <a:off x="5683461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pg907"/>
            <p:cNvSpPr/>
            <p:nvPr/>
          </p:nvSpPr>
          <p:spPr>
            <a:xfrm>
              <a:off x="5695098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pg908"/>
            <p:cNvSpPr/>
            <p:nvPr/>
          </p:nvSpPr>
          <p:spPr>
            <a:xfrm>
              <a:off x="5706736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pg909"/>
            <p:cNvSpPr/>
            <p:nvPr/>
          </p:nvSpPr>
          <p:spPr>
            <a:xfrm>
              <a:off x="5718373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pg910"/>
            <p:cNvSpPr/>
            <p:nvPr/>
          </p:nvSpPr>
          <p:spPr>
            <a:xfrm>
              <a:off x="5730010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pg911"/>
            <p:cNvSpPr/>
            <p:nvPr/>
          </p:nvSpPr>
          <p:spPr>
            <a:xfrm>
              <a:off x="5741648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pg912"/>
            <p:cNvSpPr/>
            <p:nvPr/>
          </p:nvSpPr>
          <p:spPr>
            <a:xfrm>
              <a:off x="5753285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pg913"/>
            <p:cNvSpPr/>
            <p:nvPr/>
          </p:nvSpPr>
          <p:spPr>
            <a:xfrm>
              <a:off x="576492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pg914"/>
            <p:cNvSpPr/>
            <p:nvPr/>
          </p:nvSpPr>
          <p:spPr>
            <a:xfrm>
              <a:off x="5776560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pg915"/>
            <p:cNvSpPr/>
            <p:nvPr/>
          </p:nvSpPr>
          <p:spPr>
            <a:xfrm>
              <a:off x="5788197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pg916"/>
            <p:cNvSpPr/>
            <p:nvPr/>
          </p:nvSpPr>
          <p:spPr>
            <a:xfrm>
              <a:off x="5799834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pg917"/>
            <p:cNvSpPr/>
            <p:nvPr/>
          </p:nvSpPr>
          <p:spPr>
            <a:xfrm>
              <a:off x="581147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pg918"/>
            <p:cNvSpPr/>
            <p:nvPr/>
          </p:nvSpPr>
          <p:spPr>
            <a:xfrm>
              <a:off x="547398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pg919"/>
            <p:cNvSpPr/>
            <p:nvPr/>
          </p:nvSpPr>
          <p:spPr>
            <a:xfrm>
              <a:off x="552053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pg920"/>
            <p:cNvSpPr/>
            <p:nvPr/>
          </p:nvSpPr>
          <p:spPr>
            <a:xfrm>
              <a:off x="553217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pg921"/>
            <p:cNvSpPr/>
            <p:nvPr/>
          </p:nvSpPr>
          <p:spPr>
            <a:xfrm>
              <a:off x="554381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pg922"/>
            <p:cNvSpPr/>
            <p:nvPr/>
          </p:nvSpPr>
          <p:spPr>
            <a:xfrm>
              <a:off x="5555451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pg923"/>
            <p:cNvSpPr/>
            <p:nvPr/>
          </p:nvSpPr>
          <p:spPr>
            <a:xfrm>
              <a:off x="556708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pg924"/>
            <p:cNvSpPr/>
            <p:nvPr/>
          </p:nvSpPr>
          <p:spPr>
            <a:xfrm>
              <a:off x="557872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pg925"/>
            <p:cNvSpPr/>
            <p:nvPr/>
          </p:nvSpPr>
          <p:spPr>
            <a:xfrm>
              <a:off x="559036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pg926"/>
            <p:cNvSpPr/>
            <p:nvPr/>
          </p:nvSpPr>
          <p:spPr>
            <a:xfrm>
              <a:off x="560200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pg927"/>
            <p:cNvSpPr/>
            <p:nvPr/>
          </p:nvSpPr>
          <p:spPr>
            <a:xfrm>
              <a:off x="5613637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pg928"/>
            <p:cNvSpPr/>
            <p:nvPr/>
          </p:nvSpPr>
          <p:spPr>
            <a:xfrm>
              <a:off x="562527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pg929"/>
            <p:cNvSpPr/>
            <p:nvPr/>
          </p:nvSpPr>
          <p:spPr>
            <a:xfrm>
              <a:off x="5636912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pg930"/>
            <p:cNvSpPr/>
            <p:nvPr/>
          </p:nvSpPr>
          <p:spPr>
            <a:xfrm>
              <a:off x="564854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pg931"/>
            <p:cNvSpPr/>
            <p:nvPr/>
          </p:nvSpPr>
          <p:spPr>
            <a:xfrm>
              <a:off x="566018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pg932"/>
            <p:cNvSpPr/>
            <p:nvPr/>
          </p:nvSpPr>
          <p:spPr>
            <a:xfrm>
              <a:off x="5671824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pg933"/>
            <p:cNvSpPr/>
            <p:nvPr/>
          </p:nvSpPr>
          <p:spPr>
            <a:xfrm>
              <a:off x="5683461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pg934"/>
            <p:cNvSpPr/>
            <p:nvPr/>
          </p:nvSpPr>
          <p:spPr>
            <a:xfrm>
              <a:off x="569509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pg935"/>
            <p:cNvSpPr/>
            <p:nvPr/>
          </p:nvSpPr>
          <p:spPr>
            <a:xfrm>
              <a:off x="570673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pg936"/>
            <p:cNvSpPr/>
            <p:nvPr/>
          </p:nvSpPr>
          <p:spPr>
            <a:xfrm>
              <a:off x="571837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pg937"/>
            <p:cNvSpPr/>
            <p:nvPr/>
          </p:nvSpPr>
          <p:spPr>
            <a:xfrm>
              <a:off x="573001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pg938"/>
            <p:cNvSpPr/>
            <p:nvPr/>
          </p:nvSpPr>
          <p:spPr>
            <a:xfrm>
              <a:off x="574164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pg939"/>
            <p:cNvSpPr/>
            <p:nvPr/>
          </p:nvSpPr>
          <p:spPr>
            <a:xfrm>
              <a:off x="575328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pg940"/>
            <p:cNvSpPr/>
            <p:nvPr/>
          </p:nvSpPr>
          <p:spPr>
            <a:xfrm>
              <a:off x="5764922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pg941"/>
            <p:cNvSpPr/>
            <p:nvPr/>
          </p:nvSpPr>
          <p:spPr>
            <a:xfrm>
              <a:off x="577656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pg942"/>
            <p:cNvSpPr/>
            <p:nvPr/>
          </p:nvSpPr>
          <p:spPr>
            <a:xfrm>
              <a:off x="5788197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pg943"/>
            <p:cNvSpPr/>
            <p:nvPr/>
          </p:nvSpPr>
          <p:spPr>
            <a:xfrm>
              <a:off x="5799834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pg944"/>
            <p:cNvSpPr/>
            <p:nvPr/>
          </p:nvSpPr>
          <p:spPr>
            <a:xfrm>
              <a:off x="534597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pg945"/>
            <p:cNvSpPr/>
            <p:nvPr/>
          </p:nvSpPr>
          <p:spPr>
            <a:xfrm>
              <a:off x="535761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pg946"/>
            <p:cNvSpPr/>
            <p:nvPr/>
          </p:nvSpPr>
          <p:spPr>
            <a:xfrm>
              <a:off x="536925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pg947"/>
            <p:cNvSpPr/>
            <p:nvPr/>
          </p:nvSpPr>
          <p:spPr>
            <a:xfrm>
              <a:off x="543907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pg948"/>
            <p:cNvSpPr/>
            <p:nvPr/>
          </p:nvSpPr>
          <p:spPr>
            <a:xfrm>
              <a:off x="545071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pg949"/>
            <p:cNvSpPr/>
            <p:nvPr/>
          </p:nvSpPr>
          <p:spPr>
            <a:xfrm>
              <a:off x="546235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pg950"/>
            <p:cNvSpPr/>
            <p:nvPr/>
          </p:nvSpPr>
          <p:spPr>
            <a:xfrm>
              <a:off x="547398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pg951"/>
            <p:cNvSpPr/>
            <p:nvPr/>
          </p:nvSpPr>
          <p:spPr>
            <a:xfrm>
              <a:off x="548562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pg952"/>
            <p:cNvSpPr/>
            <p:nvPr/>
          </p:nvSpPr>
          <p:spPr>
            <a:xfrm>
              <a:off x="5497264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pg953"/>
            <p:cNvSpPr/>
            <p:nvPr/>
          </p:nvSpPr>
          <p:spPr>
            <a:xfrm>
              <a:off x="550890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pg954"/>
            <p:cNvSpPr/>
            <p:nvPr/>
          </p:nvSpPr>
          <p:spPr>
            <a:xfrm>
              <a:off x="552053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pg955"/>
            <p:cNvSpPr/>
            <p:nvPr/>
          </p:nvSpPr>
          <p:spPr>
            <a:xfrm>
              <a:off x="553217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pg956"/>
            <p:cNvSpPr/>
            <p:nvPr/>
          </p:nvSpPr>
          <p:spPr>
            <a:xfrm>
              <a:off x="554381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pg957"/>
            <p:cNvSpPr/>
            <p:nvPr/>
          </p:nvSpPr>
          <p:spPr>
            <a:xfrm>
              <a:off x="555545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pg958"/>
            <p:cNvSpPr/>
            <p:nvPr/>
          </p:nvSpPr>
          <p:spPr>
            <a:xfrm>
              <a:off x="556708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9" name="pg959"/>
            <p:cNvSpPr/>
            <p:nvPr/>
          </p:nvSpPr>
          <p:spPr>
            <a:xfrm>
              <a:off x="557872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0" name="pg960"/>
            <p:cNvSpPr/>
            <p:nvPr/>
          </p:nvSpPr>
          <p:spPr>
            <a:xfrm>
              <a:off x="559036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1" name="pg961"/>
            <p:cNvSpPr/>
            <p:nvPr/>
          </p:nvSpPr>
          <p:spPr>
            <a:xfrm>
              <a:off x="5602000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2" name="pg962"/>
            <p:cNvSpPr/>
            <p:nvPr/>
          </p:nvSpPr>
          <p:spPr>
            <a:xfrm>
              <a:off x="561363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3" name="pg963"/>
            <p:cNvSpPr/>
            <p:nvPr/>
          </p:nvSpPr>
          <p:spPr>
            <a:xfrm>
              <a:off x="562527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4" name="pg964"/>
            <p:cNvSpPr/>
            <p:nvPr/>
          </p:nvSpPr>
          <p:spPr>
            <a:xfrm>
              <a:off x="563691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5" name="pg965"/>
            <p:cNvSpPr/>
            <p:nvPr/>
          </p:nvSpPr>
          <p:spPr>
            <a:xfrm>
              <a:off x="564854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6" name="pg966"/>
            <p:cNvSpPr/>
            <p:nvPr/>
          </p:nvSpPr>
          <p:spPr>
            <a:xfrm>
              <a:off x="566018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7" name="pg967"/>
            <p:cNvSpPr/>
            <p:nvPr/>
          </p:nvSpPr>
          <p:spPr>
            <a:xfrm>
              <a:off x="5671824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8" name="pg968"/>
            <p:cNvSpPr/>
            <p:nvPr/>
          </p:nvSpPr>
          <p:spPr>
            <a:xfrm>
              <a:off x="568346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pg969"/>
            <p:cNvSpPr/>
            <p:nvPr/>
          </p:nvSpPr>
          <p:spPr>
            <a:xfrm>
              <a:off x="569509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pg970"/>
            <p:cNvSpPr/>
            <p:nvPr/>
          </p:nvSpPr>
          <p:spPr>
            <a:xfrm>
              <a:off x="570673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pg971"/>
            <p:cNvSpPr/>
            <p:nvPr/>
          </p:nvSpPr>
          <p:spPr>
            <a:xfrm>
              <a:off x="571837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pg972"/>
            <p:cNvSpPr/>
            <p:nvPr/>
          </p:nvSpPr>
          <p:spPr>
            <a:xfrm>
              <a:off x="5730010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pg973"/>
            <p:cNvSpPr/>
            <p:nvPr/>
          </p:nvSpPr>
          <p:spPr>
            <a:xfrm>
              <a:off x="574164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4" name="pg974"/>
            <p:cNvSpPr/>
            <p:nvPr/>
          </p:nvSpPr>
          <p:spPr>
            <a:xfrm>
              <a:off x="575328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pg975"/>
            <p:cNvSpPr/>
            <p:nvPr/>
          </p:nvSpPr>
          <p:spPr>
            <a:xfrm>
              <a:off x="576492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pg976"/>
            <p:cNvSpPr/>
            <p:nvPr/>
          </p:nvSpPr>
          <p:spPr>
            <a:xfrm>
              <a:off x="533434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pg977"/>
            <p:cNvSpPr/>
            <p:nvPr/>
          </p:nvSpPr>
          <p:spPr>
            <a:xfrm>
              <a:off x="534597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pg978"/>
            <p:cNvSpPr/>
            <p:nvPr/>
          </p:nvSpPr>
          <p:spPr>
            <a:xfrm>
              <a:off x="535761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pg979"/>
            <p:cNvSpPr/>
            <p:nvPr/>
          </p:nvSpPr>
          <p:spPr>
            <a:xfrm>
              <a:off x="536925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pg980"/>
            <p:cNvSpPr/>
            <p:nvPr/>
          </p:nvSpPr>
          <p:spPr>
            <a:xfrm>
              <a:off x="538089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1" name="pg981"/>
            <p:cNvSpPr/>
            <p:nvPr/>
          </p:nvSpPr>
          <p:spPr>
            <a:xfrm>
              <a:off x="541580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pg982"/>
            <p:cNvSpPr/>
            <p:nvPr/>
          </p:nvSpPr>
          <p:spPr>
            <a:xfrm>
              <a:off x="5427440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pg983"/>
            <p:cNvSpPr/>
            <p:nvPr/>
          </p:nvSpPr>
          <p:spPr>
            <a:xfrm>
              <a:off x="543907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pg984"/>
            <p:cNvSpPr/>
            <p:nvPr/>
          </p:nvSpPr>
          <p:spPr>
            <a:xfrm>
              <a:off x="545071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pg985"/>
            <p:cNvSpPr/>
            <p:nvPr/>
          </p:nvSpPr>
          <p:spPr>
            <a:xfrm>
              <a:off x="5462352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pg986"/>
            <p:cNvSpPr/>
            <p:nvPr/>
          </p:nvSpPr>
          <p:spPr>
            <a:xfrm>
              <a:off x="547398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pg987"/>
            <p:cNvSpPr/>
            <p:nvPr/>
          </p:nvSpPr>
          <p:spPr>
            <a:xfrm>
              <a:off x="548562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8" name="pg988"/>
            <p:cNvSpPr/>
            <p:nvPr/>
          </p:nvSpPr>
          <p:spPr>
            <a:xfrm>
              <a:off x="5497264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9" name="pg989"/>
            <p:cNvSpPr/>
            <p:nvPr/>
          </p:nvSpPr>
          <p:spPr>
            <a:xfrm>
              <a:off x="550890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0" name="pg990"/>
            <p:cNvSpPr/>
            <p:nvPr/>
          </p:nvSpPr>
          <p:spPr>
            <a:xfrm>
              <a:off x="552053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1" name="pg991"/>
            <p:cNvSpPr/>
            <p:nvPr/>
          </p:nvSpPr>
          <p:spPr>
            <a:xfrm>
              <a:off x="553217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2" name="pg992"/>
            <p:cNvSpPr/>
            <p:nvPr/>
          </p:nvSpPr>
          <p:spPr>
            <a:xfrm>
              <a:off x="554381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3" name="pg993"/>
            <p:cNvSpPr/>
            <p:nvPr/>
          </p:nvSpPr>
          <p:spPr>
            <a:xfrm>
              <a:off x="555545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4" name="pg994"/>
            <p:cNvSpPr/>
            <p:nvPr/>
          </p:nvSpPr>
          <p:spPr>
            <a:xfrm>
              <a:off x="5567088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5" name="pg995"/>
            <p:cNvSpPr/>
            <p:nvPr/>
          </p:nvSpPr>
          <p:spPr>
            <a:xfrm>
              <a:off x="557872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6" name="pg996"/>
            <p:cNvSpPr/>
            <p:nvPr/>
          </p:nvSpPr>
          <p:spPr>
            <a:xfrm>
              <a:off x="559036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7" name="pg997"/>
            <p:cNvSpPr/>
            <p:nvPr/>
          </p:nvSpPr>
          <p:spPr>
            <a:xfrm>
              <a:off x="5602000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8" name="pg998"/>
            <p:cNvSpPr/>
            <p:nvPr/>
          </p:nvSpPr>
          <p:spPr>
            <a:xfrm>
              <a:off x="561363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9" name="pg999"/>
            <p:cNvSpPr/>
            <p:nvPr/>
          </p:nvSpPr>
          <p:spPr>
            <a:xfrm>
              <a:off x="562527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0" name="pg1000"/>
            <p:cNvSpPr/>
            <p:nvPr/>
          </p:nvSpPr>
          <p:spPr>
            <a:xfrm>
              <a:off x="5636912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1" name="pg1001"/>
            <p:cNvSpPr/>
            <p:nvPr/>
          </p:nvSpPr>
          <p:spPr>
            <a:xfrm>
              <a:off x="564854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2" name="pg1002"/>
            <p:cNvSpPr/>
            <p:nvPr/>
          </p:nvSpPr>
          <p:spPr>
            <a:xfrm>
              <a:off x="566018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3" name="pg1003"/>
            <p:cNvSpPr/>
            <p:nvPr/>
          </p:nvSpPr>
          <p:spPr>
            <a:xfrm>
              <a:off x="5671824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4" name="pg1004"/>
            <p:cNvSpPr/>
            <p:nvPr/>
          </p:nvSpPr>
          <p:spPr>
            <a:xfrm>
              <a:off x="568346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5" name="pg1005"/>
            <p:cNvSpPr/>
            <p:nvPr/>
          </p:nvSpPr>
          <p:spPr>
            <a:xfrm>
              <a:off x="570673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6" name="pg1006"/>
            <p:cNvSpPr/>
            <p:nvPr/>
          </p:nvSpPr>
          <p:spPr>
            <a:xfrm>
              <a:off x="571837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7" name="pg1007"/>
            <p:cNvSpPr/>
            <p:nvPr/>
          </p:nvSpPr>
          <p:spPr>
            <a:xfrm>
              <a:off x="533434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8" name="pg1008"/>
            <p:cNvSpPr/>
            <p:nvPr/>
          </p:nvSpPr>
          <p:spPr>
            <a:xfrm>
              <a:off x="534597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9" name="pg1009"/>
            <p:cNvSpPr/>
            <p:nvPr/>
          </p:nvSpPr>
          <p:spPr>
            <a:xfrm>
              <a:off x="5357616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0" name="pg1010"/>
            <p:cNvSpPr/>
            <p:nvPr/>
          </p:nvSpPr>
          <p:spPr>
            <a:xfrm>
              <a:off x="536925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1" name="pg1011"/>
            <p:cNvSpPr/>
            <p:nvPr/>
          </p:nvSpPr>
          <p:spPr>
            <a:xfrm>
              <a:off x="538089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2" name="pg1012"/>
            <p:cNvSpPr/>
            <p:nvPr/>
          </p:nvSpPr>
          <p:spPr>
            <a:xfrm>
              <a:off x="5392528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3" name="pg1013"/>
            <p:cNvSpPr/>
            <p:nvPr/>
          </p:nvSpPr>
          <p:spPr>
            <a:xfrm>
              <a:off x="540416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4" name="pg1014"/>
            <p:cNvSpPr/>
            <p:nvPr/>
          </p:nvSpPr>
          <p:spPr>
            <a:xfrm>
              <a:off x="541580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5" name="pg1015"/>
            <p:cNvSpPr/>
            <p:nvPr/>
          </p:nvSpPr>
          <p:spPr>
            <a:xfrm>
              <a:off x="5427440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6" name="pg1016"/>
            <p:cNvSpPr/>
            <p:nvPr/>
          </p:nvSpPr>
          <p:spPr>
            <a:xfrm>
              <a:off x="543907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7" name="pg1017"/>
            <p:cNvSpPr/>
            <p:nvPr/>
          </p:nvSpPr>
          <p:spPr>
            <a:xfrm>
              <a:off x="545071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8" name="pg1018"/>
            <p:cNvSpPr/>
            <p:nvPr/>
          </p:nvSpPr>
          <p:spPr>
            <a:xfrm>
              <a:off x="5462352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9" name="pg1019"/>
            <p:cNvSpPr/>
            <p:nvPr/>
          </p:nvSpPr>
          <p:spPr>
            <a:xfrm>
              <a:off x="547398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0" name="pg1020"/>
            <p:cNvSpPr/>
            <p:nvPr/>
          </p:nvSpPr>
          <p:spPr>
            <a:xfrm>
              <a:off x="548562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1" name="pg1021"/>
            <p:cNvSpPr/>
            <p:nvPr/>
          </p:nvSpPr>
          <p:spPr>
            <a:xfrm>
              <a:off x="5497264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2" name="pg1022"/>
            <p:cNvSpPr/>
            <p:nvPr/>
          </p:nvSpPr>
          <p:spPr>
            <a:xfrm>
              <a:off x="550890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3" name="pg1023"/>
            <p:cNvSpPr/>
            <p:nvPr/>
          </p:nvSpPr>
          <p:spPr>
            <a:xfrm>
              <a:off x="552053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4" name="pg1024"/>
            <p:cNvSpPr/>
            <p:nvPr/>
          </p:nvSpPr>
          <p:spPr>
            <a:xfrm>
              <a:off x="5532176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5" name="pg1025"/>
            <p:cNvSpPr/>
            <p:nvPr/>
          </p:nvSpPr>
          <p:spPr>
            <a:xfrm>
              <a:off x="554381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6" name="pg1026"/>
            <p:cNvSpPr/>
            <p:nvPr/>
          </p:nvSpPr>
          <p:spPr>
            <a:xfrm>
              <a:off x="555545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7" name="pg1027"/>
            <p:cNvSpPr/>
            <p:nvPr/>
          </p:nvSpPr>
          <p:spPr>
            <a:xfrm>
              <a:off x="5567088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8" name="pg1028"/>
            <p:cNvSpPr/>
            <p:nvPr/>
          </p:nvSpPr>
          <p:spPr>
            <a:xfrm>
              <a:off x="557872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9" name="pg1029"/>
            <p:cNvSpPr/>
            <p:nvPr/>
          </p:nvSpPr>
          <p:spPr>
            <a:xfrm>
              <a:off x="559036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0" name="pg1030"/>
            <p:cNvSpPr/>
            <p:nvPr/>
          </p:nvSpPr>
          <p:spPr>
            <a:xfrm>
              <a:off x="5602000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1" name="pg1031"/>
            <p:cNvSpPr/>
            <p:nvPr/>
          </p:nvSpPr>
          <p:spPr>
            <a:xfrm>
              <a:off x="561363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2" name="pg1032"/>
            <p:cNvSpPr/>
            <p:nvPr/>
          </p:nvSpPr>
          <p:spPr>
            <a:xfrm>
              <a:off x="562527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3" name="pg1033"/>
            <p:cNvSpPr/>
            <p:nvPr/>
          </p:nvSpPr>
          <p:spPr>
            <a:xfrm>
              <a:off x="5636912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4" name="pg1034"/>
            <p:cNvSpPr/>
            <p:nvPr/>
          </p:nvSpPr>
          <p:spPr>
            <a:xfrm>
              <a:off x="534597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5" name="pg1035"/>
            <p:cNvSpPr/>
            <p:nvPr/>
          </p:nvSpPr>
          <p:spPr>
            <a:xfrm>
              <a:off x="5357616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6" name="pg1036"/>
            <p:cNvSpPr/>
            <p:nvPr/>
          </p:nvSpPr>
          <p:spPr>
            <a:xfrm>
              <a:off x="536925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7" name="pg1037"/>
            <p:cNvSpPr/>
            <p:nvPr/>
          </p:nvSpPr>
          <p:spPr>
            <a:xfrm>
              <a:off x="538089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8" name="pg1038"/>
            <p:cNvSpPr/>
            <p:nvPr/>
          </p:nvSpPr>
          <p:spPr>
            <a:xfrm>
              <a:off x="5392528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9" name="pg1039"/>
            <p:cNvSpPr/>
            <p:nvPr/>
          </p:nvSpPr>
          <p:spPr>
            <a:xfrm>
              <a:off x="5404165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0" name="pg1040"/>
            <p:cNvSpPr/>
            <p:nvPr/>
          </p:nvSpPr>
          <p:spPr>
            <a:xfrm>
              <a:off x="541580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1" name="pg1041"/>
            <p:cNvSpPr/>
            <p:nvPr/>
          </p:nvSpPr>
          <p:spPr>
            <a:xfrm>
              <a:off x="5427440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2" name="pg1042"/>
            <p:cNvSpPr/>
            <p:nvPr/>
          </p:nvSpPr>
          <p:spPr>
            <a:xfrm>
              <a:off x="5439077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3" name="pg1043"/>
            <p:cNvSpPr/>
            <p:nvPr/>
          </p:nvSpPr>
          <p:spPr>
            <a:xfrm>
              <a:off x="5450715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4" name="pg1044"/>
            <p:cNvSpPr/>
            <p:nvPr/>
          </p:nvSpPr>
          <p:spPr>
            <a:xfrm>
              <a:off x="5462352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5" name="pg1045"/>
            <p:cNvSpPr/>
            <p:nvPr/>
          </p:nvSpPr>
          <p:spPr>
            <a:xfrm>
              <a:off x="547398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6" name="pg1046"/>
            <p:cNvSpPr/>
            <p:nvPr/>
          </p:nvSpPr>
          <p:spPr>
            <a:xfrm>
              <a:off x="5485627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7" name="pg1047"/>
            <p:cNvSpPr/>
            <p:nvPr/>
          </p:nvSpPr>
          <p:spPr>
            <a:xfrm>
              <a:off x="5497264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8" name="pg1048"/>
            <p:cNvSpPr/>
            <p:nvPr/>
          </p:nvSpPr>
          <p:spPr>
            <a:xfrm>
              <a:off x="550890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9" name="pg1049"/>
            <p:cNvSpPr/>
            <p:nvPr/>
          </p:nvSpPr>
          <p:spPr>
            <a:xfrm>
              <a:off x="552053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0" name="pg1050"/>
            <p:cNvSpPr/>
            <p:nvPr/>
          </p:nvSpPr>
          <p:spPr>
            <a:xfrm>
              <a:off x="5532176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1" name="pg1051"/>
            <p:cNvSpPr/>
            <p:nvPr/>
          </p:nvSpPr>
          <p:spPr>
            <a:xfrm>
              <a:off x="554381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2" name="pg1052"/>
            <p:cNvSpPr/>
            <p:nvPr/>
          </p:nvSpPr>
          <p:spPr>
            <a:xfrm>
              <a:off x="555545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3" name="pg1053"/>
            <p:cNvSpPr/>
            <p:nvPr/>
          </p:nvSpPr>
          <p:spPr>
            <a:xfrm>
              <a:off x="5567088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4" name="pg1054"/>
            <p:cNvSpPr/>
            <p:nvPr/>
          </p:nvSpPr>
          <p:spPr>
            <a:xfrm>
              <a:off x="559036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5" name="pg1055"/>
            <p:cNvSpPr/>
            <p:nvPr/>
          </p:nvSpPr>
          <p:spPr>
            <a:xfrm>
              <a:off x="5345979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6" name="pg1056"/>
            <p:cNvSpPr/>
            <p:nvPr/>
          </p:nvSpPr>
          <p:spPr>
            <a:xfrm>
              <a:off x="5357616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7" name="pg1057"/>
            <p:cNvSpPr/>
            <p:nvPr/>
          </p:nvSpPr>
          <p:spPr>
            <a:xfrm>
              <a:off x="5369253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8" name="pg1058"/>
            <p:cNvSpPr/>
            <p:nvPr/>
          </p:nvSpPr>
          <p:spPr>
            <a:xfrm>
              <a:off x="5380891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9" name="pg1059"/>
            <p:cNvSpPr/>
            <p:nvPr/>
          </p:nvSpPr>
          <p:spPr>
            <a:xfrm>
              <a:off x="5392528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0" name="pg1060"/>
            <p:cNvSpPr/>
            <p:nvPr/>
          </p:nvSpPr>
          <p:spPr>
            <a:xfrm>
              <a:off x="5404165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1" name="pg1061"/>
            <p:cNvSpPr/>
            <p:nvPr/>
          </p:nvSpPr>
          <p:spPr>
            <a:xfrm>
              <a:off x="5415803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2" name="pg1062"/>
            <p:cNvSpPr/>
            <p:nvPr/>
          </p:nvSpPr>
          <p:spPr>
            <a:xfrm>
              <a:off x="5427440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3" name="pg1063"/>
            <p:cNvSpPr/>
            <p:nvPr/>
          </p:nvSpPr>
          <p:spPr>
            <a:xfrm>
              <a:off x="5439077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4" name="pg1064"/>
            <p:cNvSpPr/>
            <p:nvPr/>
          </p:nvSpPr>
          <p:spPr>
            <a:xfrm>
              <a:off x="5450715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5" name="pg1065"/>
            <p:cNvSpPr/>
            <p:nvPr/>
          </p:nvSpPr>
          <p:spPr>
            <a:xfrm>
              <a:off x="5462352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6" name="pg1066"/>
            <p:cNvSpPr/>
            <p:nvPr/>
          </p:nvSpPr>
          <p:spPr>
            <a:xfrm>
              <a:off x="5334341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7" name="pg1067"/>
            <p:cNvSpPr/>
            <p:nvPr/>
          </p:nvSpPr>
          <p:spPr>
            <a:xfrm>
              <a:off x="5345979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8" name="pg1068"/>
            <p:cNvSpPr/>
            <p:nvPr/>
          </p:nvSpPr>
          <p:spPr>
            <a:xfrm>
              <a:off x="5357616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9" name="pg1069"/>
            <p:cNvSpPr/>
            <p:nvPr/>
          </p:nvSpPr>
          <p:spPr>
            <a:xfrm>
              <a:off x="5369253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0" name="pg1070"/>
            <p:cNvSpPr/>
            <p:nvPr/>
          </p:nvSpPr>
          <p:spPr>
            <a:xfrm>
              <a:off x="5380891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1" name="pg1071"/>
            <p:cNvSpPr/>
            <p:nvPr/>
          </p:nvSpPr>
          <p:spPr>
            <a:xfrm>
              <a:off x="5392528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2" name="pg1072"/>
            <p:cNvSpPr/>
            <p:nvPr/>
          </p:nvSpPr>
          <p:spPr>
            <a:xfrm>
              <a:off x="5404165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3" name="pg1073"/>
            <p:cNvSpPr/>
            <p:nvPr/>
          </p:nvSpPr>
          <p:spPr>
            <a:xfrm>
              <a:off x="5415803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4" name="pg1074"/>
            <p:cNvSpPr/>
            <p:nvPr/>
          </p:nvSpPr>
          <p:spPr>
            <a:xfrm>
              <a:off x="5427440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5" name="pg1075"/>
            <p:cNvSpPr/>
            <p:nvPr/>
          </p:nvSpPr>
          <p:spPr>
            <a:xfrm>
              <a:off x="5322704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6" name="pg1076"/>
            <p:cNvSpPr/>
            <p:nvPr/>
          </p:nvSpPr>
          <p:spPr>
            <a:xfrm>
              <a:off x="5334341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7" name="pg1077"/>
            <p:cNvSpPr/>
            <p:nvPr/>
          </p:nvSpPr>
          <p:spPr>
            <a:xfrm>
              <a:off x="5345979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8" name="pg1078"/>
            <p:cNvSpPr/>
            <p:nvPr/>
          </p:nvSpPr>
          <p:spPr>
            <a:xfrm>
              <a:off x="5357616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9" name="pg1079"/>
            <p:cNvSpPr/>
            <p:nvPr/>
          </p:nvSpPr>
          <p:spPr>
            <a:xfrm>
              <a:off x="5369253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0" name="pg1080"/>
            <p:cNvSpPr/>
            <p:nvPr/>
          </p:nvSpPr>
          <p:spPr>
            <a:xfrm>
              <a:off x="5380891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1" name="pg1081"/>
            <p:cNvSpPr/>
            <p:nvPr/>
          </p:nvSpPr>
          <p:spPr>
            <a:xfrm>
              <a:off x="5392528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2" name="pg1082"/>
            <p:cNvSpPr/>
            <p:nvPr/>
          </p:nvSpPr>
          <p:spPr>
            <a:xfrm>
              <a:off x="5404165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3" name="pg1083"/>
            <p:cNvSpPr/>
            <p:nvPr/>
          </p:nvSpPr>
          <p:spPr>
            <a:xfrm>
              <a:off x="5311067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4" name="pg1084"/>
            <p:cNvSpPr/>
            <p:nvPr/>
          </p:nvSpPr>
          <p:spPr>
            <a:xfrm>
              <a:off x="5322704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5" name="pg1085"/>
            <p:cNvSpPr/>
            <p:nvPr/>
          </p:nvSpPr>
          <p:spPr>
            <a:xfrm>
              <a:off x="5334341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6" name="pg1086"/>
            <p:cNvSpPr/>
            <p:nvPr/>
          </p:nvSpPr>
          <p:spPr>
            <a:xfrm>
              <a:off x="5345979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7" name="pg1087"/>
            <p:cNvSpPr/>
            <p:nvPr/>
          </p:nvSpPr>
          <p:spPr>
            <a:xfrm>
              <a:off x="5357616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8" name="pg1088"/>
            <p:cNvSpPr/>
            <p:nvPr/>
          </p:nvSpPr>
          <p:spPr>
            <a:xfrm>
              <a:off x="5369253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9" name="pg1089"/>
            <p:cNvSpPr/>
            <p:nvPr/>
          </p:nvSpPr>
          <p:spPr>
            <a:xfrm>
              <a:off x="5380891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0" name="pg1090"/>
            <p:cNvSpPr/>
            <p:nvPr/>
          </p:nvSpPr>
          <p:spPr>
            <a:xfrm>
              <a:off x="5311067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1" name="pg1091"/>
            <p:cNvSpPr/>
            <p:nvPr/>
          </p:nvSpPr>
          <p:spPr>
            <a:xfrm>
              <a:off x="5322704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2" name="pg1092"/>
            <p:cNvSpPr/>
            <p:nvPr/>
          </p:nvSpPr>
          <p:spPr>
            <a:xfrm>
              <a:off x="5334341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3" name="pg1093"/>
            <p:cNvSpPr/>
            <p:nvPr/>
          </p:nvSpPr>
          <p:spPr>
            <a:xfrm>
              <a:off x="5345979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4" name="pg1094"/>
            <p:cNvSpPr/>
            <p:nvPr/>
          </p:nvSpPr>
          <p:spPr>
            <a:xfrm>
              <a:off x="5357616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5" name="pg1095"/>
            <p:cNvSpPr/>
            <p:nvPr/>
          </p:nvSpPr>
          <p:spPr>
            <a:xfrm>
              <a:off x="5369253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6" name="pg1096"/>
            <p:cNvSpPr/>
            <p:nvPr/>
          </p:nvSpPr>
          <p:spPr>
            <a:xfrm>
              <a:off x="5380891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7" name="pg1097"/>
            <p:cNvSpPr/>
            <p:nvPr/>
          </p:nvSpPr>
          <p:spPr>
            <a:xfrm>
              <a:off x="5311067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8" name="pg1098"/>
            <p:cNvSpPr/>
            <p:nvPr/>
          </p:nvSpPr>
          <p:spPr>
            <a:xfrm>
              <a:off x="5322704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9" name="pg1099"/>
            <p:cNvSpPr/>
            <p:nvPr/>
          </p:nvSpPr>
          <p:spPr>
            <a:xfrm>
              <a:off x="5334341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0" name="pg1100"/>
            <p:cNvSpPr/>
            <p:nvPr/>
          </p:nvSpPr>
          <p:spPr>
            <a:xfrm>
              <a:off x="5345979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1" name="pg1101"/>
            <p:cNvSpPr/>
            <p:nvPr/>
          </p:nvSpPr>
          <p:spPr>
            <a:xfrm>
              <a:off x="5357616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2" name="pg1102"/>
            <p:cNvSpPr/>
            <p:nvPr/>
          </p:nvSpPr>
          <p:spPr>
            <a:xfrm>
              <a:off x="5369253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3" name="pg1103"/>
            <p:cNvSpPr/>
            <p:nvPr/>
          </p:nvSpPr>
          <p:spPr>
            <a:xfrm>
              <a:off x="5380891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4" name="pg1104"/>
            <p:cNvSpPr/>
            <p:nvPr/>
          </p:nvSpPr>
          <p:spPr>
            <a:xfrm>
              <a:off x="5311067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5" name="pg1105"/>
            <p:cNvSpPr/>
            <p:nvPr/>
          </p:nvSpPr>
          <p:spPr>
            <a:xfrm>
              <a:off x="5322704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6" name="pg1106"/>
            <p:cNvSpPr/>
            <p:nvPr/>
          </p:nvSpPr>
          <p:spPr>
            <a:xfrm>
              <a:off x="5334341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7" name="pg1107"/>
            <p:cNvSpPr/>
            <p:nvPr/>
          </p:nvSpPr>
          <p:spPr>
            <a:xfrm>
              <a:off x="5345979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8" name="pg1108"/>
            <p:cNvSpPr/>
            <p:nvPr/>
          </p:nvSpPr>
          <p:spPr>
            <a:xfrm>
              <a:off x="5357616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9" name="pg1109"/>
            <p:cNvSpPr/>
            <p:nvPr/>
          </p:nvSpPr>
          <p:spPr>
            <a:xfrm>
              <a:off x="5369253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0" name="pg1110"/>
            <p:cNvSpPr/>
            <p:nvPr/>
          </p:nvSpPr>
          <p:spPr>
            <a:xfrm>
              <a:off x="5380891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1" name="pg1111"/>
            <p:cNvSpPr/>
            <p:nvPr/>
          </p:nvSpPr>
          <p:spPr>
            <a:xfrm>
              <a:off x="5241243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2" name="pg1112"/>
            <p:cNvSpPr/>
            <p:nvPr/>
          </p:nvSpPr>
          <p:spPr>
            <a:xfrm>
              <a:off x="5252880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3" name="pg1113"/>
            <p:cNvSpPr/>
            <p:nvPr/>
          </p:nvSpPr>
          <p:spPr>
            <a:xfrm>
              <a:off x="5334341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4" name="pg1114"/>
            <p:cNvSpPr/>
            <p:nvPr/>
          </p:nvSpPr>
          <p:spPr>
            <a:xfrm>
              <a:off x="5345979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5" name="pg1115"/>
            <p:cNvSpPr/>
            <p:nvPr/>
          </p:nvSpPr>
          <p:spPr>
            <a:xfrm>
              <a:off x="5357616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6" name="pg1116"/>
            <p:cNvSpPr/>
            <p:nvPr/>
          </p:nvSpPr>
          <p:spPr>
            <a:xfrm>
              <a:off x="5369253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7" name="pg1117"/>
            <p:cNvSpPr/>
            <p:nvPr/>
          </p:nvSpPr>
          <p:spPr>
            <a:xfrm>
              <a:off x="5380891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8" name="pg1118"/>
            <p:cNvSpPr/>
            <p:nvPr/>
          </p:nvSpPr>
          <p:spPr>
            <a:xfrm>
              <a:off x="5217968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9" name="pg1119"/>
            <p:cNvSpPr/>
            <p:nvPr/>
          </p:nvSpPr>
          <p:spPr>
            <a:xfrm>
              <a:off x="5229605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0" name="pg1120"/>
            <p:cNvSpPr/>
            <p:nvPr/>
          </p:nvSpPr>
          <p:spPr>
            <a:xfrm>
              <a:off x="5241243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1" name="pg1121"/>
            <p:cNvSpPr/>
            <p:nvPr/>
          </p:nvSpPr>
          <p:spPr>
            <a:xfrm>
              <a:off x="5252880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2" name="pg1122"/>
            <p:cNvSpPr/>
            <p:nvPr/>
          </p:nvSpPr>
          <p:spPr>
            <a:xfrm>
              <a:off x="5264517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3" name="pg1123"/>
            <p:cNvSpPr/>
            <p:nvPr/>
          </p:nvSpPr>
          <p:spPr>
            <a:xfrm>
              <a:off x="5334341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4" name="pg1124"/>
            <p:cNvSpPr/>
            <p:nvPr/>
          </p:nvSpPr>
          <p:spPr>
            <a:xfrm>
              <a:off x="5345979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5" name="pg1125"/>
            <p:cNvSpPr/>
            <p:nvPr/>
          </p:nvSpPr>
          <p:spPr>
            <a:xfrm>
              <a:off x="5357616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6" name="pg1126"/>
            <p:cNvSpPr/>
            <p:nvPr/>
          </p:nvSpPr>
          <p:spPr>
            <a:xfrm>
              <a:off x="5369253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7" name="pg1127"/>
            <p:cNvSpPr/>
            <p:nvPr/>
          </p:nvSpPr>
          <p:spPr>
            <a:xfrm>
              <a:off x="5380891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8" name="pg1128"/>
            <p:cNvSpPr/>
            <p:nvPr/>
          </p:nvSpPr>
          <p:spPr>
            <a:xfrm>
              <a:off x="519469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9" name="pg1129"/>
            <p:cNvSpPr/>
            <p:nvPr/>
          </p:nvSpPr>
          <p:spPr>
            <a:xfrm>
              <a:off x="5206331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0" name="pg1130"/>
            <p:cNvSpPr/>
            <p:nvPr/>
          </p:nvSpPr>
          <p:spPr>
            <a:xfrm>
              <a:off x="5217968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1" name="pg1131"/>
            <p:cNvSpPr/>
            <p:nvPr/>
          </p:nvSpPr>
          <p:spPr>
            <a:xfrm>
              <a:off x="5229605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2" name="pg1132"/>
            <p:cNvSpPr/>
            <p:nvPr/>
          </p:nvSpPr>
          <p:spPr>
            <a:xfrm>
              <a:off x="524124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3" name="pg1133"/>
            <p:cNvSpPr/>
            <p:nvPr/>
          </p:nvSpPr>
          <p:spPr>
            <a:xfrm>
              <a:off x="5252880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4" name="pg1134"/>
            <p:cNvSpPr/>
            <p:nvPr/>
          </p:nvSpPr>
          <p:spPr>
            <a:xfrm>
              <a:off x="5264517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5" name="pg1135"/>
            <p:cNvSpPr/>
            <p:nvPr/>
          </p:nvSpPr>
          <p:spPr>
            <a:xfrm>
              <a:off x="5322704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6" name="pg1136"/>
            <p:cNvSpPr/>
            <p:nvPr/>
          </p:nvSpPr>
          <p:spPr>
            <a:xfrm>
              <a:off x="5334341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7" name="pg1137"/>
            <p:cNvSpPr/>
            <p:nvPr/>
          </p:nvSpPr>
          <p:spPr>
            <a:xfrm>
              <a:off x="5345979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8" name="pg1138"/>
            <p:cNvSpPr/>
            <p:nvPr/>
          </p:nvSpPr>
          <p:spPr>
            <a:xfrm>
              <a:off x="5357616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9" name="pg1139"/>
            <p:cNvSpPr/>
            <p:nvPr/>
          </p:nvSpPr>
          <p:spPr>
            <a:xfrm>
              <a:off x="536925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0" name="pg1140"/>
            <p:cNvSpPr/>
            <p:nvPr/>
          </p:nvSpPr>
          <p:spPr>
            <a:xfrm>
              <a:off x="5183056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1" name="pg1141"/>
            <p:cNvSpPr/>
            <p:nvPr/>
          </p:nvSpPr>
          <p:spPr>
            <a:xfrm>
              <a:off x="519469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2" name="pg1142"/>
            <p:cNvSpPr/>
            <p:nvPr/>
          </p:nvSpPr>
          <p:spPr>
            <a:xfrm>
              <a:off x="5206331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3" name="pg1143"/>
            <p:cNvSpPr/>
            <p:nvPr/>
          </p:nvSpPr>
          <p:spPr>
            <a:xfrm>
              <a:off x="5217968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4" name="pg1144"/>
            <p:cNvSpPr/>
            <p:nvPr/>
          </p:nvSpPr>
          <p:spPr>
            <a:xfrm>
              <a:off x="5229605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5" name="pg1145"/>
            <p:cNvSpPr/>
            <p:nvPr/>
          </p:nvSpPr>
          <p:spPr>
            <a:xfrm>
              <a:off x="524124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6" name="pg1146"/>
            <p:cNvSpPr/>
            <p:nvPr/>
          </p:nvSpPr>
          <p:spPr>
            <a:xfrm>
              <a:off x="5252880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7" name="pg1147"/>
            <p:cNvSpPr/>
            <p:nvPr/>
          </p:nvSpPr>
          <p:spPr>
            <a:xfrm>
              <a:off x="5264517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8" name="pg1148"/>
            <p:cNvSpPr/>
            <p:nvPr/>
          </p:nvSpPr>
          <p:spPr>
            <a:xfrm>
              <a:off x="5322704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9" name="pg1149"/>
            <p:cNvSpPr/>
            <p:nvPr/>
          </p:nvSpPr>
          <p:spPr>
            <a:xfrm>
              <a:off x="5334341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0" name="pg1150"/>
            <p:cNvSpPr/>
            <p:nvPr/>
          </p:nvSpPr>
          <p:spPr>
            <a:xfrm>
              <a:off x="5345979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1" name="pg1151"/>
            <p:cNvSpPr/>
            <p:nvPr/>
          </p:nvSpPr>
          <p:spPr>
            <a:xfrm>
              <a:off x="5357616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2" name="pg1152"/>
            <p:cNvSpPr/>
            <p:nvPr/>
          </p:nvSpPr>
          <p:spPr>
            <a:xfrm>
              <a:off x="536925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3" name="pg1153"/>
            <p:cNvSpPr/>
            <p:nvPr/>
          </p:nvSpPr>
          <p:spPr>
            <a:xfrm>
              <a:off x="512486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4" name="pg1154"/>
            <p:cNvSpPr/>
            <p:nvPr/>
          </p:nvSpPr>
          <p:spPr>
            <a:xfrm>
              <a:off x="5136507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5" name="pg1155"/>
            <p:cNvSpPr/>
            <p:nvPr/>
          </p:nvSpPr>
          <p:spPr>
            <a:xfrm>
              <a:off x="5148144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6" name="pg1156"/>
            <p:cNvSpPr/>
            <p:nvPr/>
          </p:nvSpPr>
          <p:spPr>
            <a:xfrm>
              <a:off x="515978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7" name="pg1157"/>
            <p:cNvSpPr/>
            <p:nvPr/>
          </p:nvSpPr>
          <p:spPr>
            <a:xfrm>
              <a:off x="517141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8" name="pg1158"/>
            <p:cNvSpPr/>
            <p:nvPr/>
          </p:nvSpPr>
          <p:spPr>
            <a:xfrm>
              <a:off x="5183056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9" name="pg1159"/>
            <p:cNvSpPr/>
            <p:nvPr/>
          </p:nvSpPr>
          <p:spPr>
            <a:xfrm>
              <a:off x="519469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0" name="pg1160"/>
            <p:cNvSpPr/>
            <p:nvPr/>
          </p:nvSpPr>
          <p:spPr>
            <a:xfrm>
              <a:off x="520633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1" name="pg1161"/>
            <p:cNvSpPr/>
            <p:nvPr/>
          </p:nvSpPr>
          <p:spPr>
            <a:xfrm>
              <a:off x="5217968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2" name="pg1162"/>
            <p:cNvSpPr/>
            <p:nvPr/>
          </p:nvSpPr>
          <p:spPr>
            <a:xfrm>
              <a:off x="5229605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3" name="pg1163"/>
            <p:cNvSpPr/>
            <p:nvPr/>
          </p:nvSpPr>
          <p:spPr>
            <a:xfrm>
              <a:off x="524124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4" name="pg1164"/>
            <p:cNvSpPr/>
            <p:nvPr/>
          </p:nvSpPr>
          <p:spPr>
            <a:xfrm>
              <a:off x="5252880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5" name="pg1165"/>
            <p:cNvSpPr/>
            <p:nvPr/>
          </p:nvSpPr>
          <p:spPr>
            <a:xfrm>
              <a:off x="5311067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6" name="pg1166"/>
            <p:cNvSpPr/>
            <p:nvPr/>
          </p:nvSpPr>
          <p:spPr>
            <a:xfrm>
              <a:off x="5322704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7" name="pg1167"/>
            <p:cNvSpPr/>
            <p:nvPr/>
          </p:nvSpPr>
          <p:spPr>
            <a:xfrm>
              <a:off x="533434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8" name="pg1168"/>
            <p:cNvSpPr/>
            <p:nvPr/>
          </p:nvSpPr>
          <p:spPr>
            <a:xfrm>
              <a:off x="534597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9BC">
                <a:alpha val="100000"/>
              </a:srgbClr>
            </a:solidFill>
            <a:ln w="5420" cap="flat">
              <a:solidFill>
                <a:srgbClr val="89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9" name="pg1169"/>
            <p:cNvSpPr/>
            <p:nvPr/>
          </p:nvSpPr>
          <p:spPr>
            <a:xfrm>
              <a:off x="5357616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0" name="pg1170"/>
            <p:cNvSpPr/>
            <p:nvPr/>
          </p:nvSpPr>
          <p:spPr>
            <a:xfrm>
              <a:off x="536925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1" name="pg1171"/>
            <p:cNvSpPr/>
            <p:nvPr/>
          </p:nvSpPr>
          <p:spPr>
            <a:xfrm>
              <a:off x="5113232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2" name="pg1172"/>
            <p:cNvSpPr/>
            <p:nvPr/>
          </p:nvSpPr>
          <p:spPr>
            <a:xfrm>
              <a:off x="512486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3" name="pg1173"/>
            <p:cNvSpPr/>
            <p:nvPr/>
          </p:nvSpPr>
          <p:spPr>
            <a:xfrm>
              <a:off x="5136507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4" name="pg1174"/>
            <p:cNvSpPr/>
            <p:nvPr/>
          </p:nvSpPr>
          <p:spPr>
            <a:xfrm>
              <a:off x="5148144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5" name="pg1175"/>
            <p:cNvSpPr/>
            <p:nvPr/>
          </p:nvSpPr>
          <p:spPr>
            <a:xfrm>
              <a:off x="515978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6" name="pg1176"/>
            <p:cNvSpPr/>
            <p:nvPr/>
          </p:nvSpPr>
          <p:spPr>
            <a:xfrm>
              <a:off x="517141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7" name="pg1177"/>
            <p:cNvSpPr/>
            <p:nvPr/>
          </p:nvSpPr>
          <p:spPr>
            <a:xfrm>
              <a:off x="5183056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8" name="pg1178"/>
            <p:cNvSpPr/>
            <p:nvPr/>
          </p:nvSpPr>
          <p:spPr>
            <a:xfrm>
              <a:off x="519469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9" name="pg1179"/>
            <p:cNvSpPr/>
            <p:nvPr/>
          </p:nvSpPr>
          <p:spPr>
            <a:xfrm>
              <a:off x="520633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0" name="pg1180"/>
            <p:cNvSpPr/>
            <p:nvPr/>
          </p:nvSpPr>
          <p:spPr>
            <a:xfrm>
              <a:off x="5217968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1" name="pg1181"/>
            <p:cNvSpPr/>
            <p:nvPr/>
          </p:nvSpPr>
          <p:spPr>
            <a:xfrm>
              <a:off x="5229605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2" name="pg1182"/>
            <p:cNvSpPr/>
            <p:nvPr/>
          </p:nvSpPr>
          <p:spPr>
            <a:xfrm>
              <a:off x="524124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3" name="pg1183"/>
            <p:cNvSpPr/>
            <p:nvPr/>
          </p:nvSpPr>
          <p:spPr>
            <a:xfrm>
              <a:off x="529942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4" name="pg1184"/>
            <p:cNvSpPr/>
            <p:nvPr/>
          </p:nvSpPr>
          <p:spPr>
            <a:xfrm>
              <a:off x="5311067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5" name="pg1185"/>
            <p:cNvSpPr/>
            <p:nvPr/>
          </p:nvSpPr>
          <p:spPr>
            <a:xfrm>
              <a:off x="5322704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6" name="pg1186"/>
            <p:cNvSpPr/>
            <p:nvPr/>
          </p:nvSpPr>
          <p:spPr>
            <a:xfrm>
              <a:off x="533434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7" name="pg1187"/>
            <p:cNvSpPr/>
            <p:nvPr/>
          </p:nvSpPr>
          <p:spPr>
            <a:xfrm>
              <a:off x="534597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8" name="pg1188"/>
            <p:cNvSpPr/>
            <p:nvPr/>
          </p:nvSpPr>
          <p:spPr>
            <a:xfrm>
              <a:off x="5357616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9" name="pg1189"/>
            <p:cNvSpPr/>
            <p:nvPr/>
          </p:nvSpPr>
          <p:spPr>
            <a:xfrm>
              <a:off x="536925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0" name="pg1190"/>
            <p:cNvSpPr/>
            <p:nvPr/>
          </p:nvSpPr>
          <p:spPr>
            <a:xfrm>
              <a:off x="508995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1" name="pg1191"/>
            <p:cNvSpPr/>
            <p:nvPr/>
          </p:nvSpPr>
          <p:spPr>
            <a:xfrm>
              <a:off x="5101595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2" name="pg1192"/>
            <p:cNvSpPr/>
            <p:nvPr/>
          </p:nvSpPr>
          <p:spPr>
            <a:xfrm>
              <a:off x="5113232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3" name="pg1193"/>
            <p:cNvSpPr/>
            <p:nvPr/>
          </p:nvSpPr>
          <p:spPr>
            <a:xfrm>
              <a:off x="512486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4" name="pg1194"/>
            <p:cNvSpPr/>
            <p:nvPr/>
          </p:nvSpPr>
          <p:spPr>
            <a:xfrm>
              <a:off x="513650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5" name="pg1195"/>
            <p:cNvSpPr/>
            <p:nvPr/>
          </p:nvSpPr>
          <p:spPr>
            <a:xfrm>
              <a:off x="5148144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6" name="pg1196"/>
            <p:cNvSpPr/>
            <p:nvPr/>
          </p:nvSpPr>
          <p:spPr>
            <a:xfrm>
              <a:off x="515978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7" name="pg1197"/>
            <p:cNvSpPr/>
            <p:nvPr/>
          </p:nvSpPr>
          <p:spPr>
            <a:xfrm>
              <a:off x="517141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8" name="pg1198"/>
            <p:cNvSpPr/>
            <p:nvPr/>
          </p:nvSpPr>
          <p:spPr>
            <a:xfrm>
              <a:off x="5183056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9" name="pg1199"/>
            <p:cNvSpPr/>
            <p:nvPr/>
          </p:nvSpPr>
          <p:spPr>
            <a:xfrm>
              <a:off x="5194693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0" name="pg1200"/>
            <p:cNvSpPr/>
            <p:nvPr/>
          </p:nvSpPr>
          <p:spPr>
            <a:xfrm>
              <a:off x="520633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1" name="pg1201"/>
            <p:cNvSpPr/>
            <p:nvPr/>
          </p:nvSpPr>
          <p:spPr>
            <a:xfrm>
              <a:off x="5217968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2" name="pg1202"/>
            <p:cNvSpPr/>
            <p:nvPr/>
          </p:nvSpPr>
          <p:spPr>
            <a:xfrm>
              <a:off x="5287792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3" name="pg1203"/>
            <p:cNvSpPr/>
            <p:nvPr/>
          </p:nvSpPr>
          <p:spPr>
            <a:xfrm>
              <a:off x="529942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4" name="pg1204"/>
            <p:cNvSpPr/>
            <p:nvPr/>
          </p:nvSpPr>
          <p:spPr>
            <a:xfrm>
              <a:off x="531106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5" name="pg1205"/>
            <p:cNvSpPr/>
            <p:nvPr/>
          </p:nvSpPr>
          <p:spPr>
            <a:xfrm>
              <a:off x="5322704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6" name="pg1206"/>
            <p:cNvSpPr/>
            <p:nvPr/>
          </p:nvSpPr>
          <p:spPr>
            <a:xfrm>
              <a:off x="533434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7" name="pg1207"/>
            <p:cNvSpPr/>
            <p:nvPr/>
          </p:nvSpPr>
          <p:spPr>
            <a:xfrm>
              <a:off x="534597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8" name="pg1208"/>
            <p:cNvSpPr/>
            <p:nvPr/>
          </p:nvSpPr>
          <p:spPr>
            <a:xfrm>
              <a:off x="506668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9" name="pg1209"/>
            <p:cNvSpPr/>
            <p:nvPr/>
          </p:nvSpPr>
          <p:spPr>
            <a:xfrm>
              <a:off x="5078320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0" name="pg1210"/>
            <p:cNvSpPr/>
            <p:nvPr/>
          </p:nvSpPr>
          <p:spPr>
            <a:xfrm>
              <a:off x="508995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1" name="pg1211"/>
            <p:cNvSpPr/>
            <p:nvPr/>
          </p:nvSpPr>
          <p:spPr>
            <a:xfrm>
              <a:off x="510159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2" name="pg1212"/>
            <p:cNvSpPr/>
            <p:nvPr/>
          </p:nvSpPr>
          <p:spPr>
            <a:xfrm>
              <a:off x="5113232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3" name="pg1213"/>
            <p:cNvSpPr/>
            <p:nvPr/>
          </p:nvSpPr>
          <p:spPr>
            <a:xfrm>
              <a:off x="512486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4" name="pg1214"/>
            <p:cNvSpPr/>
            <p:nvPr/>
          </p:nvSpPr>
          <p:spPr>
            <a:xfrm>
              <a:off x="513650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5" name="pg1215"/>
            <p:cNvSpPr/>
            <p:nvPr/>
          </p:nvSpPr>
          <p:spPr>
            <a:xfrm>
              <a:off x="5148144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6" name="pg1216"/>
            <p:cNvSpPr/>
            <p:nvPr/>
          </p:nvSpPr>
          <p:spPr>
            <a:xfrm>
              <a:off x="515978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7" name="pg1217"/>
            <p:cNvSpPr/>
            <p:nvPr/>
          </p:nvSpPr>
          <p:spPr>
            <a:xfrm>
              <a:off x="517141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8" name="pg1218"/>
            <p:cNvSpPr/>
            <p:nvPr/>
          </p:nvSpPr>
          <p:spPr>
            <a:xfrm>
              <a:off x="5183056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9" name="pg1219"/>
            <p:cNvSpPr/>
            <p:nvPr/>
          </p:nvSpPr>
          <p:spPr>
            <a:xfrm>
              <a:off x="519469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0" name="pg1220"/>
            <p:cNvSpPr/>
            <p:nvPr/>
          </p:nvSpPr>
          <p:spPr>
            <a:xfrm>
              <a:off x="520633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1" name="pg1221"/>
            <p:cNvSpPr/>
            <p:nvPr/>
          </p:nvSpPr>
          <p:spPr>
            <a:xfrm>
              <a:off x="5217968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2" name="pg1222"/>
            <p:cNvSpPr/>
            <p:nvPr/>
          </p:nvSpPr>
          <p:spPr>
            <a:xfrm>
              <a:off x="522960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3" name="pg1223"/>
            <p:cNvSpPr/>
            <p:nvPr/>
          </p:nvSpPr>
          <p:spPr>
            <a:xfrm>
              <a:off x="524124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4" name="pg1224"/>
            <p:cNvSpPr/>
            <p:nvPr/>
          </p:nvSpPr>
          <p:spPr>
            <a:xfrm>
              <a:off x="5252880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5" name="pg1225"/>
            <p:cNvSpPr/>
            <p:nvPr/>
          </p:nvSpPr>
          <p:spPr>
            <a:xfrm>
              <a:off x="527615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6" name="pg1226"/>
            <p:cNvSpPr/>
            <p:nvPr/>
          </p:nvSpPr>
          <p:spPr>
            <a:xfrm>
              <a:off x="5287792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7" name="pg1227"/>
            <p:cNvSpPr/>
            <p:nvPr/>
          </p:nvSpPr>
          <p:spPr>
            <a:xfrm>
              <a:off x="529942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8" name="pg1228"/>
            <p:cNvSpPr/>
            <p:nvPr/>
          </p:nvSpPr>
          <p:spPr>
            <a:xfrm>
              <a:off x="531106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9" name="pg1229"/>
            <p:cNvSpPr/>
            <p:nvPr/>
          </p:nvSpPr>
          <p:spPr>
            <a:xfrm>
              <a:off x="5322704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0" name="pg1230"/>
            <p:cNvSpPr/>
            <p:nvPr/>
          </p:nvSpPr>
          <p:spPr>
            <a:xfrm>
              <a:off x="533434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1" name="pg1231"/>
            <p:cNvSpPr/>
            <p:nvPr/>
          </p:nvSpPr>
          <p:spPr>
            <a:xfrm>
              <a:off x="534597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2" name="pg1232"/>
            <p:cNvSpPr/>
            <p:nvPr/>
          </p:nvSpPr>
          <p:spPr>
            <a:xfrm>
              <a:off x="506668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3" name="pg1233"/>
            <p:cNvSpPr/>
            <p:nvPr/>
          </p:nvSpPr>
          <p:spPr>
            <a:xfrm>
              <a:off x="5078320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4" name="pg1234"/>
            <p:cNvSpPr/>
            <p:nvPr/>
          </p:nvSpPr>
          <p:spPr>
            <a:xfrm>
              <a:off x="508995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5" name="pg1235"/>
            <p:cNvSpPr/>
            <p:nvPr/>
          </p:nvSpPr>
          <p:spPr>
            <a:xfrm>
              <a:off x="510159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6" name="pg1236"/>
            <p:cNvSpPr/>
            <p:nvPr/>
          </p:nvSpPr>
          <p:spPr>
            <a:xfrm>
              <a:off x="5113232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7" name="pg1237"/>
            <p:cNvSpPr/>
            <p:nvPr/>
          </p:nvSpPr>
          <p:spPr>
            <a:xfrm>
              <a:off x="512486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8" name="pg1238"/>
            <p:cNvSpPr/>
            <p:nvPr/>
          </p:nvSpPr>
          <p:spPr>
            <a:xfrm>
              <a:off x="513650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9" name="pg1239"/>
            <p:cNvSpPr/>
            <p:nvPr/>
          </p:nvSpPr>
          <p:spPr>
            <a:xfrm>
              <a:off x="5148144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0" name="pg1240"/>
            <p:cNvSpPr/>
            <p:nvPr/>
          </p:nvSpPr>
          <p:spPr>
            <a:xfrm>
              <a:off x="515978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1" name="pg1241"/>
            <p:cNvSpPr/>
            <p:nvPr/>
          </p:nvSpPr>
          <p:spPr>
            <a:xfrm>
              <a:off x="517141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2" name="pg1242"/>
            <p:cNvSpPr/>
            <p:nvPr/>
          </p:nvSpPr>
          <p:spPr>
            <a:xfrm>
              <a:off x="5183056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3" name="pg1243"/>
            <p:cNvSpPr/>
            <p:nvPr/>
          </p:nvSpPr>
          <p:spPr>
            <a:xfrm>
              <a:off x="519469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4" name="pg1244"/>
            <p:cNvSpPr/>
            <p:nvPr/>
          </p:nvSpPr>
          <p:spPr>
            <a:xfrm>
              <a:off x="520633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5" name="pg1245"/>
            <p:cNvSpPr/>
            <p:nvPr/>
          </p:nvSpPr>
          <p:spPr>
            <a:xfrm>
              <a:off x="5217968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6" name="pg1246"/>
            <p:cNvSpPr/>
            <p:nvPr/>
          </p:nvSpPr>
          <p:spPr>
            <a:xfrm>
              <a:off x="522960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7" name="pg1247"/>
            <p:cNvSpPr/>
            <p:nvPr/>
          </p:nvSpPr>
          <p:spPr>
            <a:xfrm>
              <a:off x="524124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8" name="pg1248"/>
            <p:cNvSpPr/>
            <p:nvPr/>
          </p:nvSpPr>
          <p:spPr>
            <a:xfrm>
              <a:off x="5252880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9" name="pg1249"/>
            <p:cNvSpPr/>
            <p:nvPr/>
          </p:nvSpPr>
          <p:spPr>
            <a:xfrm>
              <a:off x="526451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0" name="pg1250"/>
            <p:cNvSpPr/>
            <p:nvPr/>
          </p:nvSpPr>
          <p:spPr>
            <a:xfrm>
              <a:off x="527615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1" name="pg1251"/>
            <p:cNvSpPr/>
            <p:nvPr/>
          </p:nvSpPr>
          <p:spPr>
            <a:xfrm>
              <a:off x="5287792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2" name="pg1252"/>
            <p:cNvSpPr/>
            <p:nvPr/>
          </p:nvSpPr>
          <p:spPr>
            <a:xfrm>
              <a:off x="529942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3" name="pg1253"/>
            <p:cNvSpPr/>
            <p:nvPr/>
          </p:nvSpPr>
          <p:spPr>
            <a:xfrm>
              <a:off x="531106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4" name="pg1254"/>
            <p:cNvSpPr/>
            <p:nvPr/>
          </p:nvSpPr>
          <p:spPr>
            <a:xfrm>
              <a:off x="5322704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5" name="pg1255"/>
            <p:cNvSpPr/>
            <p:nvPr/>
          </p:nvSpPr>
          <p:spPr>
            <a:xfrm>
              <a:off x="533434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6" name="pg1256"/>
            <p:cNvSpPr/>
            <p:nvPr/>
          </p:nvSpPr>
          <p:spPr>
            <a:xfrm>
              <a:off x="506668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7" name="pg1257"/>
            <p:cNvSpPr/>
            <p:nvPr/>
          </p:nvSpPr>
          <p:spPr>
            <a:xfrm>
              <a:off x="5078320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8" name="pg1258"/>
            <p:cNvSpPr/>
            <p:nvPr/>
          </p:nvSpPr>
          <p:spPr>
            <a:xfrm>
              <a:off x="508995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9" name="pg1259"/>
            <p:cNvSpPr/>
            <p:nvPr/>
          </p:nvSpPr>
          <p:spPr>
            <a:xfrm>
              <a:off x="510159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0" name="pg1260"/>
            <p:cNvSpPr/>
            <p:nvPr/>
          </p:nvSpPr>
          <p:spPr>
            <a:xfrm>
              <a:off x="5113232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1" name="pg1261"/>
            <p:cNvSpPr/>
            <p:nvPr/>
          </p:nvSpPr>
          <p:spPr>
            <a:xfrm>
              <a:off x="512486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2" name="pg1262"/>
            <p:cNvSpPr/>
            <p:nvPr/>
          </p:nvSpPr>
          <p:spPr>
            <a:xfrm>
              <a:off x="513650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3" name="pg1263"/>
            <p:cNvSpPr/>
            <p:nvPr/>
          </p:nvSpPr>
          <p:spPr>
            <a:xfrm>
              <a:off x="5148144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4" name="pg1264"/>
            <p:cNvSpPr/>
            <p:nvPr/>
          </p:nvSpPr>
          <p:spPr>
            <a:xfrm>
              <a:off x="5159781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5" name="pg1265"/>
            <p:cNvSpPr/>
            <p:nvPr/>
          </p:nvSpPr>
          <p:spPr>
            <a:xfrm>
              <a:off x="517141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6" name="pg1266"/>
            <p:cNvSpPr/>
            <p:nvPr/>
          </p:nvSpPr>
          <p:spPr>
            <a:xfrm>
              <a:off x="5183056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7" name="pg1267"/>
            <p:cNvSpPr/>
            <p:nvPr/>
          </p:nvSpPr>
          <p:spPr>
            <a:xfrm>
              <a:off x="519469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8" name="pg1268"/>
            <p:cNvSpPr/>
            <p:nvPr/>
          </p:nvSpPr>
          <p:spPr>
            <a:xfrm>
              <a:off x="5206331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9" name="pg1269"/>
            <p:cNvSpPr/>
            <p:nvPr/>
          </p:nvSpPr>
          <p:spPr>
            <a:xfrm>
              <a:off x="5217968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0" name="pg1270"/>
            <p:cNvSpPr/>
            <p:nvPr/>
          </p:nvSpPr>
          <p:spPr>
            <a:xfrm>
              <a:off x="522960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1" name="pg1271"/>
            <p:cNvSpPr/>
            <p:nvPr/>
          </p:nvSpPr>
          <p:spPr>
            <a:xfrm>
              <a:off x="524124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2" name="pg1272"/>
            <p:cNvSpPr/>
            <p:nvPr/>
          </p:nvSpPr>
          <p:spPr>
            <a:xfrm>
              <a:off x="5252880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3" name="pg1273"/>
            <p:cNvSpPr/>
            <p:nvPr/>
          </p:nvSpPr>
          <p:spPr>
            <a:xfrm>
              <a:off x="526451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4" name="pg1274"/>
            <p:cNvSpPr/>
            <p:nvPr/>
          </p:nvSpPr>
          <p:spPr>
            <a:xfrm>
              <a:off x="527615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5" name="pg1275"/>
            <p:cNvSpPr/>
            <p:nvPr/>
          </p:nvSpPr>
          <p:spPr>
            <a:xfrm>
              <a:off x="5287792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6" name="pg1276"/>
            <p:cNvSpPr/>
            <p:nvPr/>
          </p:nvSpPr>
          <p:spPr>
            <a:xfrm>
              <a:off x="529942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7" name="pg1277"/>
            <p:cNvSpPr/>
            <p:nvPr/>
          </p:nvSpPr>
          <p:spPr>
            <a:xfrm>
              <a:off x="531106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8" name="pg1278"/>
            <p:cNvSpPr/>
            <p:nvPr/>
          </p:nvSpPr>
          <p:spPr>
            <a:xfrm>
              <a:off x="5322704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9" name="pg1279"/>
            <p:cNvSpPr/>
            <p:nvPr/>
          </p:nvSpPr>
          <p:spPr>
            <a:xfrm>
              <a:off x="5031771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0" name="pg1280"/>
            <p:cNvSpPr/>
            <p:nvPr/>
          </p:nvSpPr>
          <p:spPr>
            <a:xfrm>
              <a:off x="5043408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1" name="pg1281"/>
            <p:cNvSpPr/>
            <p:nvPr/>
          </p:nvSpPr>
          <p:spPr>
            <a:xfrm>
              <a:off x="506668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2" name="pg1282"/>
            <p:cNvSpPr/>
            <p:nvPr/>
          </p:nvSpPr>
          <p:spPr>
            <a:xfrm>
              <a:off x="5078320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3" name="pg1283"/>
            <p:cNvSpPr/>
            <p:nvPr/>
          </p:nvSpPr>
          <p:spPr>
            <a:xfrm>
              <a:off x="508995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4" name="pg1284"/>
            <p:cNvSpPr/>
            <p:nvPr/>
          </p:nvSpPr>
          <p:spPr>
            <a:xfrm>
              <a:off x="510159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5" name="pg1285"/>
            <p:cNvSpPr/>
            <p:nvPr/>
          </p:nvSpPr>
          <p:spPr>
            <a:xfrm>
              <a:off x="5113232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6" name="pg1286"/>
            <p:cNvSpPr/>
            <p:nvPr/>
          </p:nvSpPr>
          <p:spPr>
            <a:xfrm>
              <a:off x="5124869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7" name="pg1287"/>
            <p:cNvSpPr/>
            <p:nvPr/>
          </p:nvSpPr>
          <p:spPr>
            <a:xfrm>
              <a:off x="513650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8" name="pg1288"/>
            <p:cNvSpPr/>
            <p:nvPr/>
          </p:nvSpPr>
          <p:spPr>
            <a:xfrm>
              <a:off x="5148144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9" name="pg1289"/>
            <p:cNvSpPr/>
            <p:nvPr/>
          </p:nvSpPr>
          <p:spPr>
            <a:xfrm>
              <a:off x="5183056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0" name="pg1290"/>
            <p:cNvSpPr/>
            <p:nvPr/>
          </p:nvSpPr>
          <p:spPr>
            <a:xfrm>
              <a:off x="519469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3C9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1" name="pg1291"/>
            <p:cNvSpPr/>
            <p:nvPr/>
          </p:nvSpPr>
          <p:spPr>
            <a:xfrm>
              <a:off x="5206331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2" name="pg1292"/>
            <p:cNvSpPr/>
            <p:nvPr/>
          </p:nvSpPr>
          <p:spPr>
            <a:xfrm>
              <a:off x="5217968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3" name="pg1293"/>
            <p:cNvSpPr/>
            <p:nvPr/>
          </p:nvSpPr>
          <p:spPr>
            <a:xfrm>
              <a:off x="522960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4" name="pg1294"/>
            <p:cNvSpPr/>
            <p:nvPr/>
          </p:nvSpPr>
          <p:spPr>
            <a:xfrm>
              <a:off x="524124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5" name="pg1295"/>
            <p:cNvSpPr/>
            <p:nvPr/>
          </p:nvSpPr>
          <p:spPr>
            <a:xfrm>
              <a:off x="5252880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6" name="pg1296"/>
            <p:cNvSpPr/>
            <p:nvPr/>
          </p:nvSpPr>
          <p:spPr>
            <a:xfrm>
              <a:off x="526451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7" name="pg1297"/>
            <p:cNvSpPr/>
            <p:nvPr/>
          </p:nvSpPr>
          <p:spPr>
            <a:xfrm>
              <a:off x="527615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CD7">
                <a:alpha val="100000"/>
              </a:srgbClr>
            </a:solidFill>
            <a:ln w="5420" cap="flat">
              <a:solidFill>
                <a:srgbClr val="C1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8" name="pg1298"/>
            <p:cNvSpPr/>
            <p:nvPr/>
          </p:nvSpPr>
          <p:spPr>
            <a:xfrm>
              <a:off x="5287792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9" name="pg1299"/>
            <p:cNvSpPr/>
            <p:nvPr/>
          </p:nvSpPr>
          <p:spPr>
            <a:xfrm>
              <a:off x="5299429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0" name="pg1300"/>
            <p:cNvSpPr/>
            <p:nvPr/>
          </p:nvSpPr>
          <p:spPr>
            <a:xfrm>
              <a:off x="531106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1" name="pg1301"/>
            <p:cNvSpPr/>
            <p:nvPr/>
          </p:nvSpPr>
          <p:spPr>
            <a:xfrm>
              <a:off x="502013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2" name="pg1302"/>
            <p:cNvSpPr/>
            <p:nvPr/>
          </p:nvSpPr>
          <p:spPr>
            <a:xfrm>
              <a:off x="5031771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3" name="pg1303"/>
            <p:cNvSpPr/>
            <p:nvPr/>
          </p:nvSpPr>
          <p:spPr>
            <a:xfrm>
              <a:off x="5043408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4" name="pg1304"/>
            <p:cNvSpPr/>
            <p:nvPr/>
          </p:nvSpPr>
          <p:spPr>
            <a:xfrm>
              <a:off x="505504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5" name="pg1305"/>
            <p:cNvSpPr/>
            <p:nvPr/>
          </p:nvSpPr>
          <p:spPr>
            <a:xfrm>
              <a:off x="506668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6" name="pg1306"/>
            <p:cNvSpPr/>
            <p:nvPr/>
          </p:nvSpPr>
          <p:spPr>
            <a:xfrm>
              <a:off x="5078320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7" name="pg1307"/>
            <p:cNvSpPr/>
            <p:nvPr/>
          </p:nvSpPr>
          <p:spPr>
            <a:xfrm>
              <a:off x="508995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8" name="pg1308"/>
            <p:cNvSpPr/>
            <p:nvPr/>
          </p:nvSpPr>
          <p:spPr>
            <a:xfrm>
              <a:off x="510159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9" name="pg1309"/>
            <p:cNvSpPr/>
            <p:nvPr/>
          </p:nvSpPr>
          <p:spPr>
            <a:xfrm>
              <a:off x="5113232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0" name="pg1310"/>
            <p:cNvSpPr/>
            <p:nvPr/>
          </p:nvSpPr>
          <p:spPr>
            <a:xfrm>
              <a:off x="5124869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1" name="pg1311"/>
            <p:cNvSpPr/>
            <p:nvPr/>
          </p:nvSpPr>
          <p:spPr>
            <a:xfrm>
              <a:off x="513650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2" name="pg1312"/>
            <p:cNvSpPr/>
            <p:nvPr/>
          </p:nvSpPr>
          <p:spPr>
            <a:xfrm>
              <a:off x="5148144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3" name="pg1313"/>
            <p:cNvSpPr/>
            <p:nvPr/>
          </p:nvSpPr>
          <p:spPr>
            <a:xfrm>
              <a:off x="519469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4" name="pg1314"/>
            <p:cNvSpPr/>
            <p:nvPr/>
          </p:nvSpPr>
          <p:spPr>
            <a:xfrm>
              <a:off x="5206331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5" name="pg1315"/>
            <p:cNvSpPr/>
            <p:nvPr/>
          </p:nvSpPr>
          <p:spPr>
            <a:xfrm>
              <a:off x="5217968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6" name="pg1316"/>
            <p:cNvSpPr/>
            <p:nvPr/>
          </p:nvSpPr>
          <p:spPr>
            <a:xfrm>
              <a:off x="522960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7" name="pg1317"/>
            <p:cNvSpPr/>
            <p:nvPr/>
          </p:nvSpPr>
          <p:spPr>
            <a:xfrm>
              <a:off x="524124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8" name="pg1318"/>
            <p:cNvSpPr/>
            <p:nvPr/>
          </p:nvSpPr>
          <p:spPr>
            <a:xfrm>
              <a:off x="5252880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9" name="pg1319"/>
            <p:cNvSpPr/>
            <p:nvPr/>
          </p:nvSpPr>
          <p:spPr>
            <a:xfrm>
              <a:off x="526451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0" name="pg1320"/>
            <p:cNvSpPr/>
            <p:nvPr/>
          </p:nvSpPr>
          <p:spPr>
            <a:xfrm>
              <a:off x="527615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1" name="pg1321"/>
            <p:cNvSpPr/>
            <p:nvPr/>
          </p:nvSpPr>
          <p:spPr>
            <a:xfrm>
              <a:off x="5287792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2" name="pg1322"/>
            <p:cNvSpPr/>
            <p:nvPr/>
          </p:nvSpPr>
          <p:spPr>
            <a:xfrm>
              <a:off x="5299429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3" name="pg1323"/>
            <p:cNvSpPr/>
            <p:nvPr/>
          </p:nvSpPr>
          <p:spPr>
            <a:xfrm>
              <a:off x="5008496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4" name="pg1324"/>
            <p:cNvSpPr/>
            <p:nvPr/>
          </p:nvSpPr>
          <p:spPr>
            <a:xfrm>
              <a:off x="502013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5" name="pg1325"/>
            <p:cNvSpPr/>
            <p:nvPr/>
          </p:nvSpPr>
          <p:spPr>
            <a:xfrm>
              <a:off x="5031771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6" name="pg1326"/>
            <p:cNvSpPr/>
            <p:nvPr/>
          </p:nvSpPr>
          <p:spPr>
            <a:xfrm>
              <a:off x="5043408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7" name="pg1327"/>
            <p:cNvSpPr/>
            <p:nvPr/>
          </p:nvSpPr>
          <p:spPr>
            <a:xfrm>
              <a:off x="505504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8" name="pg1328"/>
            <p:cNvSpPr/>
            <p:nvPr/>
          </p:nvSpPr>
          <p:spPr>
            <a:xfrm>
              <a:off x="506668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9" name="pg1329"/>
            <p:cNvSpPr/>
            <p:nvPr/>
          </p:nvSpPr>
          <p:spPr>
            <a:xfrm>
              <a:off x="5078320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0" name="pg1330"/>
            <p:cNvSpPr/>
            <p:nvPr/>
          </p:nvSpPr>
          <p:spPr>
            <a:xfrm>
              <a:off x="508995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1" name="pg1331"/>
            <p:cNvSpPr/>
            <p:nvPr/>
          </p:nvSpPr>
          <p:spPr>
            <a:xfrm>
              <a:off x="510159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2" name="pg1332"/>
            <p:cNvSpPr/>
            <p:nvPr/>
          </p:nvSpPr>
          <p:spPr>
            <a:xfrm>
              <a:off x="5113232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3" name="pg1333"/>
            <p:cNvSpPr/>
            <p:nvPr/>
          </p:nvSpPr>
          <p:spPr>
            <a:xfrm>
              <a:off x="5124869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4" name="pg1334"/>
            <p:cNvSpPr/>
            <p:nvPr/>
          </p:nvSpPr>
          <p:spPr>
            <a:xfrm>
              <a:off x="513650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5" name="pg1335"/>
            <p:cNvSpPr/>
            <p:nvPr/>
          </p:nvSpPr>
          <p:spPr>
            <a:xfrm>
              <a:off x="5148144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6" name="pg1336"/>
            <p:cNvSpPr/>
            <p:nvPr/>
          </p:nvSpPr>
          <p:spPr>
            <a:xfrm>
              <a:off x="519469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7" name="pg1337"/>
            <p:cNvSpPr/>
            <p:nvPr/>
          </p:nvSpPr>
          <p:spPr>
            <a:xfrm>
              <a:off x="5206331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8" name="pg1338"/>
            <p:cNvSpPr/>
            <p:nvPr/>
          </p:nvSpPr>
          <p:spPr>
            <a:xfrm>
              <a:off x="5217968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9" name="pg1339"/>
            <p:cNvSpPr/>
            <p:nvPr/>
          </p:nvSpPr>
          <p:spPr>
            <a:xfrm>
              <a:off x="522960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0" name="pg1340"/>
            <p:cNvSpPr/>
            <p:nvPr/>
          </p:nvSpPr>
          <p:spPr>
            <a:xfrm>
              <a:off x="524124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1" name="pg1341"/>
            <p:cNvSpPr/>
            <p:nvPr/>
          </p:nvSpPr>
          <p:spPr>
            <a:xfrm>
              <a:off x="5252880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2" name="pg1342"/>
            <p:cNvSpPr/>
            <p:nvPr/>
          </p:nvSpPr>
          <p:spPr>
            <a:xfrm>
              <a:off x="526451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3" name="pg1343"/>
            <p:cNvSpPr/>
            <p:nvPr/>
          </p:nvSpPr>
          <p:spPr>
            <a:xfrm>
              <a:off x="527615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4" name="pg1344"/>
            <p:cNvSpPr/>
            <p:nvPr/>
          </p:nvSpPr>
          <p:spPr>
            <a:xfrm>
              <a:off x="5287792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5" name="pg1345"/>
            <p:cNvSpPr/>
            <p:nvPr/>
          </p:nvSpPr>
          <p:spPr>
            <a:xfrm>
              <a:off x="4996859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6" name="pg1346"/>
            <p:cNvSpPr/>
            <p:nvPr/>
          </p:nvSpPr>
          <p:spPr>
            <a:xfrm>
              <a:off x="5008496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7" name="pg1347"/>
            <p:cNvSpPr/>
            <p:nvPr/>
          </p:nvSpPr>
          <p:spPr>
            <a:xfrm>
              <a:off x="502013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8" name="pg1348"/>
            <p:cNvSpPr/>
            <p:nvPr/>
          </p:nvSpPr>
          <p:spPr>
            <a:xfrm>
              <a:off x="503177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9" name="pg1349"/>
            <p:cNvSpPr/>
            <p:nvPr/>
          </p:nvSpPr>
          <p:spPr>
            <a:xfrm>
              <a:off x="5043408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0" name="pg1350"/>
            <p:cNvSpPr/>
            <p:nvPr/>
          </p:nvSpPr>
          <p:spPr>
            <a:xfrm>
              <a:off x="505504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1" name="pg1351"/>
            <p:cNvSpPr/>
            <p:nvPr/>
          </p:nvSpPr>
          <p:spPr>
            <a:xfrm>
              <a:off x="506668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2" name="pg1352"/>
            <p:cNvSpPr/>
            <p:nvPr/>
          </p:nvSpPr>
          <p:spPr>
            <a:xfrm>
              <a:off x="5078320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3" name="pg1353"/>
            <p:cNvSpPr/>
            <p:nvPr/>
          </p:nvSpPr>
          <p:spPr>
            <a:xfrm>
              <a:off x="508995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4" name="pg1354"/>
            <p:cNvSpPr/>
            <p:nvPr/>
          </p:nvSpPr>
          <p:spPr>
            <a:xfrm>
              <a:off x="510159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5" name="pg1355"/>
            <p:cNvSpPr/>
            <p:nvPr/>
          </p:nvSpPr>
          <p:spPr>
            <a:xfrm>
              <a:off x="5113232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6" name="pg1356"/>
            <p:cNvSpPr/>
            <p:nvPr/>
          </p:nvSpPr>
          <p:spPr>
            <a:xfrm>
              <a:off x="5124869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7" name="pg1357"/>
            <p:cNvSpPr/>
            <p:nvPr/>
          </p:nvSpPr>
          <p:spPr>
            <a:xfrm>
              <a:off x="513650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8" name="pg1358"/>
            <p:cNvSpPr/>
            <p:nvPr/>
          </p:nvSpPr>
          <p:spPr>
            <a:xfrm>
              <a:off x="5148144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9" name="pg1359"/>
            <p:cNvSpPr/>
            <p:nvPr/>
          </p:nvSpPr>
          <p:spPr>
            <a:xfrm>
              <a:off x="515978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0" name="pg1360"/>
            <p:cNvSpPr/>
            <p:nvPr/>
          </p:nvSpPr>
          <p:spPr>
            <a:xfrm>
              <a:off x="520633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1" name="pg1361"/>
            <p:cNvSpPr/>
            <p:nvPr/>
          </p:nvSpPr>
          <p:spPr>
            <a:xfrm>
              <a:off x="5217968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2" name="pg1362"/>
            <p:cNvSpPr/>
            <p:nvPr/>
          </p:nvSpPr>
          <p:spPr>
            <a:xfrm>
              <a:off x="522960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3" name="pg1363"/>
            <p:cNvSpPr/>
            <p:nvPr/>
          </p:nvSpPr>
          <p:spPr>
            <a:xfrm>
              <a:off x="524124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4" name="pg1364"/>
            <p:cNvSpPr/>
            <p:nvPr/>
          </p:nvSpPr>
          <p:spPr>
            <a:xfrm>
              <a:off x="5252880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5" name="pg1365"/>
            <p:cNvSpPr/>
            <p:nvPr/>
          </p:nvSpPr>
          <p:spPr>
            <a:xfrm>
              <a:off x="526451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6" name="pg1366"/>
            <p:cNvSpPr/>
            <p:nvPr/>
          </p:nvSpPr>
          <p:spPr>
            <a:xfrm>
              <a:off x="527615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7" name="pg1367"/>
            <p:cNvSpPr/>
            <p:nvPr/>
          </p:nvSpPr>
          <p:spPr>
            <a:xfrm>
              <a:off x="4996859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8" name="pg1368"/>
            <p:cNvSpPr/>
            <p:nvPr/>
          </p:nvSpPr>
          <p:spPr>
            <a:xfrm>
              <a:off x="5008496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9" name="pg1369"/>
            <p:cNvSpPr/>
            <p:nvPr/>
          </p:nvSpPr>
          <p:spPr>
            <a:xfrm>
              <a:off x="502013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0" name="pg1370"/>
            <p:cNvSpPr/>
            <p:nvPr/>
          </p:nvSpPr>
          <p:spPr>
            <a:xfrm>
              <a:off x="503177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1" name="pg1371"/>
            <p:cNvSpPr/>
            <p:nvPr/>
          </p:nvSpPr>
          <p:spPr>
            <a:xfrm>
              <a:off x="5043408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8">
                <a:alpha val="100000"/>
              </a:srgbClr>
            </a:solidFill>
            <a:ln w="5420" cap="flat">
              <a:solidFill>
                <a:srgbClr val="A2E1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2" name="pg1372"/>
            <p:cNvSpPr/>
            <p:nvPr/>
          </p:nvSpPr>
          <p:spPr>
            <a:xfrm>
              <a:off x="505504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3" name="pg1373"/>
            <p:cNvSpPr/>
            <p:nvPr/>
          </p:nvSpPr>
          <p:spPr>
            <a:xfrm>
              <a:off x="506668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4" name="pg1374"/>
            <p:cNvSpPr/>
            <p:nvPr/>
          </p:nvSpPr>
          <p:spPr>
            <a:xfrm>
              <a:off x="5078320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5" name="pg1375"/>
            <p:cNvSpPr/>
            <p:nvPr/>
          </p:nvSpPr>
          <p:spPr>
            <a:xfrm>
              <a:off x="508995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6" name="pg1376"/>
            <p:cNvSpPr/>
            <p:nvPr/>
          </p:nvSpPr>
          <p:spPr>
            <a:xfrm>
              <a:off x="510159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7" name="pg1377"/>
            <p:cNvSpPr/>
            <p:nvPr/>
          </p:nvSpPr>
          <p:spPr>
            <a:xfrm>
              <a:off x="5113232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8" name="pg1378"/>
            <p:cNvSpPr/>
            <p:nvPr/>
          </p:nvSpPr>
          <p:spPr>
            <a:xfrm>
              <a:off x="5124869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9" name="pg1379"/>
            <p:cNvSpPr/>
            <p:nvPr/>
          </p:nvSpPr>
          <p:spPr>
            <a:xfrm>
              <a:off x="513650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0" name="pg1380"/>
            <p:cNvSpPr/>
            <p:nvPr/>
          </p:nvSpPr>
          <p:spPr>
            <a:xfrm>
              <a:off x="5148144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1" name="pg1381"/>
            <p:cNvSpPr/>
            <p:nvPr/>
          </p:nvSpPr>
          <p:spPr>
            <a:xfrm>
              <a:off x="515978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2" name="pg1382"/>
            <p:cNvSpPr/>
            <p:nvPr/>
          </p:nvSpPr>
          <p:spPr>
            <a:xfrm>
              <a:off x="520633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3" name="pg1383"/>
            <p:cNvSpPr/>
            <p:nvPr/>
          </p:nvSpPr>
          <p:spPr>
            <a:xfrm>
              <a:off x="5217968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4" name="pg1384"/>
            <p:cNvSpPr/>
            <p:nvPr/>
          </p:nvSpPr>
          <p:spPr>
            <a:xfrm>
              <a:off x="522960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5" name="pg1385"/>
            <p:cNvSpPr/>
            <p:nvPr/>
          </p:nvSpPr>
          <p:spPr>
            <a:xfrm>
              <a:off x="524124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6" name="pg1386"/>
            <p:cNvSpPr/>
            <p:nvPr/>
          </p:nvSpPr>
          <p:spPr>
            <a:xfrm>
              <a:off x="5252880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B5E8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7" name="pg1387"/>
            <p:cNvSpPr/>
            <p:nvPr/>
          </p:nvSpPr>
          <p:spPr>
            <a:xfrm>
              <a:off x="526451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8" name="pg1388"/>
            <p:cNvSpPr/>
            <p:nvPr/>
          </p:nvSpPr>
          <p:spPr>
            <a:xfrm>
              <a:off x="498522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9" name="pg1389"/>
            <p:cNvSpPr/>
            <p:nvPr/>
          </p:nvSpPr>
          <p:spPr>
            <a:xfrm>
              <a:off x="499685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0" name="pg1390"/>
            <p:cNvSpPr/>
            <p:nvPr/>
          </p:nvSpPr>
          <p:spPr>
            <a:xfrm>
              <a:off x="5008496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1" name="pg1391"/>
            <p:cNvSpPr/>
            <p:nvPr/>
          </p:nvSpPr>
          <p:spPr>
            <a:xfrm>
              <a:off x="502013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2" name="pg1392"/>
            <p:cNvSpPr/>
            <p:nvPr/>
          </p:nvSpPr>
          <p:spPr>
            <a:xfrm>
              <a:off x="503177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3" name="pg1393"/>
            <p:cNvSpPr/>
            <p:nvPr/>
          </p:nvSpPr>
          <p:spPr>
            <a:xfrm>
              <a:off x="5043408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4" name="pg1394"/>
            <p:cNvSpPr/>
            <p:nvPr/>
          </p:nvSpPr>
          <p:spPr>
            <a:xfrm>
              <a:off x="505504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5" name="pg1395"/>
            <p:cNvSpPr/>
            <p:nvPr/>
          </p:nvSpPr>
          <p:spPr>
            <a:xfrm>
              <a:off x="506668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6" name="pg1396"/>
            <p:cNvSpPr/>
            <p:nvPr/>
          </p:nvSpPr>
          <p:spPr>
            <a:xfrm>
              <a:off x="5078320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7" name="pg1397"/>
            <p:cNvSpPr/>
            <p:nvPr/>
          </p:nvSpPr>
          <p:spPr>
            <a:xfrm>
              <a:off x="508995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8" name="pg1398"/>
            <p:cNvSpPr/>
            <p:nvPr/>
          </p:nvSpPr>
          <p:spPr>
            <a:xfrm>
              <a:off x="510159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9" name="pg1399"/>
            <p:cNvSpPr/>
            <p:nvPr/>
          </p:nvSpPr>
          <p:spPr>
            <a:xfrm>
              <a:off x="5113232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0" name="pg1400"/>
            <p:cNvSpPr/>
            <p:nvPr/>
          </p:nvSpPr>
          <p:spPr>
            <a:xfrm>
              <a:off x="512486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1" name="pg1401"/>
            <p:cNvSpPr/>
            <p:nvPr/>
          </p:nvSpPr>
          <p:spPr>
            <a:xfrm>
              <a:off x="513650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2" name="pg1402"/>
            <p:cNvSpPr/>
            <p:nvPr/>
          </p:nvSpPr>
          <p:spPr>
            <a:xfrm>
              <a:off x="5148144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3" name="pg1403"/>
            <p:cNvSpPr/>
            <p:nvPr/>
          </p:nvSpPr>
          <p:spPr>
            <a:xfrm>
              <a:off x="515978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4" name="pg1404"/>
            <p:cNvSpPr/>
            <p:nvPr/>
          </p:nvSpPr>
          <p:spPr>
            <a:xfrm>
              <a:off x="517141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5" name="pg1405"/>
            <p:cNvSpPr/>
            <p:nvPr/>
          </p:nvSpPr>
          <p:spPr>
            <a:xfrm>
              <a:off x="520633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6" name="pg1406"/>
            <p:cNvSpPr/>
            <p:nvPr/>
          </p:nvSpPr>
          <p:spPr>
            <a:xfrm>
              <a:off x="5217968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7" name="pg1407"/>
            <p:cNvSpPr/>
            <p:nvPr/>
          </p:nvSpPr>
          <p:spPr>
            <a:xfrm>
              <a:off x="522960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8" name="pg1408"/>
            <p:cNvSpPr/>
            <p:nvPr/>
          </p:nvSpPr>
          <p:spPr>
            <a:xfrm>
              <a:off x="524124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9" name="pg1409"/>
            <p:cNvSpPr/>
            <p:nvPr/>
          </p:nvSpPr>
          <p:spPr>
            <a:xfrm>
              <a:off x="5252880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0" name="pg1410"/>
            <p:cNvSpPr/>
            <p:nvPr/>
          </p:nvSpPr>
          <p:spPr>
            <a:xfrm>
              <a:off x="526451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1" name="pg1411"/>
            <p:cNvSpPr/>
            <p:nvPr/>
          </p:nvSpPr>
          <p:spPr>
            <a:xfrm>
              <a:off x="498522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2" name="pg1412"/>
            <p:cNvSpPr/>
            <p:nvPr/>
          </p:nvSpPr>
          <p:spPr>
            <a:xfrm>
              <a:off x="499685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3" name="pg1413"/>
            <p:cNvSpPr/>
            <p:nvPr/>
          </p:nvSpPr>
          <p:spPr>
            <a:xfrm>
              <a:off x="5008496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4" name="pg1414"/>
            <p:cNvSpPr/>
            <p:nvPr/>
          </p:nvSpPr>
          <p:spPr>
            <a:xfrm>
              <a:off x="502013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5" name="pg1415"/>
            <p:cNvSpPr/>
            <p:nvPr/>
          </p:nvSpPr>
          <p:spPr>
            <a:xfrm>
              <a:off x="503177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6" name="pg1416"/>
            <p:cNvSpPr/>
            <p:nvPr/>
          </p:nvSpPr>
          <p:spPr>
            <a:xfrm>
              <a:off x="5043408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7" name="pg1417"/>
            <p:cNvSpPr/>
            <p:nvPr/>
          </p:nvSpPr>
          <p:spPr>
            <a:xfrm>
              <a:off x="505504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8" name="pg1418"/>
            <p:cNvSpPr/>
            <p:nvPr/>
          </p:nvSpPr>
          <p:spPr>
            <a:xfrm>
              <a:off x="506668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9" name="pg1419"/>
            <p:cNvSpPr/>
            <p:nvPr/>
          </p:nvSpPr>
          <p:spPr>
            <a:xfrm>
              <a:off x="5078320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0" name="pg1420"/>
            <p:cNvSpPr/>
            <p:nvPr/>
          </p:nvSpPr>
          <p:spPr>
            <a:xfrm>
              <a:off x="508995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1" name="pg1421"/>
            <p:cNvSpPr/>
            <p:nvPr/>
          </p:nvSpPr>
          <p:spPr>
            <a:xfrm>
              <a:off x="510159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2" name="pg1422"/>
            <p:cNvSpPr/>
            <p:nvPr/>
          </p:nvSpPr>
          <p:spPr>
            <a:xfrm>
              <a:off x="5113232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3" name="pg1423"/>
            <p:cNvSpPr/>
            <p:nvPr/>
          </p:nvSpPr>
          <p:spPr>
            <a:xfrm>
              <a:off x="512486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4" name="pg1424"/>
            <p:cNvSpPr/>
            <p:nvPr/>
          </p:nvSpPr>
          <p:spPr>
            <a:xfrm>
              <a:off x="513650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5" name="pg1425"/>
            <p:cNvSpPr/>
            <p:nvPr/>
          </p:nvSpPr>
          <p:spPr>
            <a:xfrm>
              <a:off x="5148144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6" name="pg1426"/>
            <p:cNvSpPr/>
            <p:nvPr/>
          </p:nvSpPr>
          <p:spPr>
            <a:xfrm>
              <a:off x="515978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7" name="pg1427"/>
            <p:cNvSpPr/>
            <p:nvPr/>
          </p:nvSpPr>
          <p:spPr>
            <a:xfrm>
              <a:off x="517141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8" name="pg1428"/>
            <p:cNvSpPr/>
            <p:nvPr/>
          </p:nvSpPr>
          <p:spPr>
            <a:xfrm>
              <a:off x="5183056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9" name="pg1429"/>
            <p:cNvSpPr/>
            <p:nvPr/>
          </p:nvSpPr>
          <p:spPr>
            <a:xfrm>
              <a:off x="5217968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0" name="pg1430"/>
            <p:cNvSpPr/>
            <p:nvPr/>
          </p:nvSpPr>
          <p:spPr>
            <a:xfrm>
              <a:off x="522960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1" name="pg1431"/>
            <p:cNvSpPr/>
            <p:nvPr/>
          </p:nvSpPr>
          <p:spPr>
            <a:xfrm>
              <a:off x="524124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2" name="pg1432"/>
            <p:cNvSpPr/>
            <p:nvPr/>
          </p:nvSpPr>
          <p:spPr>
            <a:xfrm>
              <a:off x="5252880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3" name="pg1433"/>
            <p:cNvSpPr/>
            <p:nvPr/>
          </p:nvSpPr>
          <p:spPr>
            <a:xfrm>
              <a:off x="526451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4" name="pg1434"/>
            <p:cNvSpPr/>
            <p:nvPr/>
          </p:nvSpPr>
          <p:spPr>
            <a:xfrm>
              <a:off x="498522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5" name="pg1435"/>
            <p:cNvSpPr/>
            <p:nvPr/>
          </p:nvSpPr>
          <p:spPr>
            <a:xfrm>
              <a:off x="499685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6" name="pg1436"/>
            <p:cNvSpPr/>
            <p:nvPr/>
          </p:nvSpPr>
          <p:spPr>
            <a:xfrm>
              <a:off x="5008496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7" name="pg1437"/>
            <p:cNvSpPr/>
            <p:nvPr/>
          </p:nvSpPr>
          <p:spPr>
            <a:xfrm>
              <a:off x="502013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8" name="pg1438"/>
            <p:cNvSpPr/>
            <p:nvPr/>
          </p:nvSpPr>
          <p:spPr>
            <a:xfrm>
              <a:off x="503177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9" name="pg1439"/>
            <p:cNvSpPr/>
            <p:nvPr/>
          </p:nvSpPr>
          <p:spPr>
            <a:xfrm>
              <a:off x="5043408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0" name="pg1440"/>
            <p:cNvSpPr/>
            <p:nvPr/>
          </p:nvSpPr>
          <p:spPr>
            <a:xfrm>
              <a:off x="505504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1" name="pg1441"/>
            <p:cNvSpPr/>
            <p:nvPr/>
          </p:nvSpPr>
          <p:spPr>
            <a:xfrm>
              <a:off x="506668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2" name="pg1442"/>
            <p:cNvSpPr/>
            <p:nvPr/>
          </p:nvSpPr>
          <p:spPr>
            <a:xfrm>
              <a:off x="5078320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3" name="pg1443"/>
            <p:cNvSpPr/>
            <p:nvPr/>
          </p:nvSpPr>
          <p:spPr>
            <a:xfrm>
              <a:off x="508995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4" name="pg1444"/>
            <p:cNvSpPr/>
            <p:nvPr/>
          </p:nvSpPr>
          <p:spPr>
            <a:xfrm>
              <a:off x="510159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5" name="pg1445"/>
            <p:cNvSpPr/>
            <p:nvPr/>
          </p:nvSpPr>
          <p:spPr>
            <a:xfrm>
              <a:off x="5113232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6" name="pg1446"/>
            <p:cNvSpPr/>
            <p:nvPr/>
          </p:nvSpPr>
          <p:spPr>
            <a:xfrm>
              <a:off x="512486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7" name="pg1447"/>
            <p:cNvSpPr/>
            <p:nvPr/>
          </p:nvSpPr>
          <p:spPr>
            <a:xfrm>
              <a:off x="513650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8" name="pg1448"/>
            <p:cNvSpPr/>
            <p:nvPr/>
          </p:nvSpPr>
          <p:spPr>
            <a:xfrm>
              <a:off x="5148144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9" name="pg1449"/>
            <p:cNvSpPr/>
            <p:nvPr/>
          </p:nvSpPr>
          <p:spPr>
            <a:xfrm>
              <a:off x="515978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0" name="pg1450"/>
            <p:cNvSpPr/>
            <p:nvPr/>
          </p:nvSpPr>
          <p:spPr>
            <a:xfrm>
              <a:off x="517141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1" name="pg1451"/>
            <p:cNvSpPr/>
            <p:nvPr/>
          </p:nvSpPr>
          <p:spPr>
            <a:xfrm>
              <a:off x="5183056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3C9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2" name="pg1452"/>
            <p:cNvSpPr/>
            <p:nvPr/>
          </p:nvSpPr>
          <p:spPr>
            <a:xfrm>
              <a:off x="520633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3" name="pg1453"/>
            <p:cNvSpPr/>
            <p:nvPr/>
          </p:nvSpPr>
          <p:spPr>
            <a:xfrm>
              <a:off x="5217968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4" name="pg1454"/>
            <p:cNvSpPr/>
            <p:nvPr/>
          </p:nvSpPr>
          <p:spPr>
            <a:xfrm>
              <a:off x="522960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5" name="pg1455"/>
            <p:cNvSpPr/>
            <p:nvPr/>
          </p:nvSpPr>
          <p:spPr>
            <a:xfrm>
              <a:off x="524124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6" name="pg1456"/>
            <p:cNvSpPr/>
            <p:nvPr/>
          </p:nvSpPr>
          <p:spPr>
            <a:xfrm>
              <a:off x="5252880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7" name="pg1457"/>
            <p:cNvSpPr/>
            <p:nvPr/>
          </p:nvSpPr>
          <p:spPr>
            <a:xfrm>
              <a:off x="526451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8" name="pg1458"/>
            <p:cNvSpPr/>
            <p:nvPr/>
          </p:nvSpPr>
          <p:spPr>
            <a:xfrm>
              <a:off x="499685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9" name="pg1459"/>
            <p:cNvSpPr/>
            <p:nvPr/>
          </p:nvSpPr>
          <p:spPr>
            <a:xfrm>
              <a:off x="5008496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0" name="pg1460"/>
            <p:cNvSpPr/>
            <p:nvPr/>
          </p:nvSpPr>
          <p:spPr>
            <a:xfrm>
              <a:off x="502013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1" name="pg1461"/>
            <p:cNvSpPr/>
            <p:nvPr/>
          </p:nvSpPr>
          <p:spPr>
            <a:xfrm>
              <a:off x="503177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2" name="pg1462"/>
            <p:cNvSpPr/>
            <p:nvPr/>
          </p:nvSpPr>
          <p:spPr>
            <a:xfrm>
              <a:off x="5043408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3" name="pg1463"/>
            <p:cNvSpPr/>
            <p:nvPr/>
          </p:nvSpPr>
          <p:spPr>
            <a:xfrm>
              <a:off x="505504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4" name="pg1464"/>
            <p:cNvSpPr/>
            <p:nvPr/>
          </p:nvSpPr>
          <p:spPr>
            <a:xfrm>
              <a:off x="506668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5" name="pg1465"/>
            <p:cNvSpPr/>
            <p:nvPr/>
          </p:nvSpPr>
          <p:spPr>
            <a:xfrm>
              <a:off x="5078320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6" name="pg1466"/>
            <p:cNvSpPr/>
            <p:nvPr/>
          </p:nvSpPr>
          <p:spPr>
            <a:xfrm>
              <a:off x="508995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7" name="pg1467"/>
            <p:cNvSpPr/>
            <p:nvPr/>
          </p:nvSpPr>
          <p:spPr>
            <a:xfrm>
              <a:off x="510159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8" name="pg1468"/>
            <p:cNvSpPr/>
            <p:nvPr/>
          </p:nvSpPr>
          <p:spPr>
            <a:xfrm>
              <a:off x="5113232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9" name="pg1469"/>
            <p:cNvSpPr/>
            <p:nvPr/>
          </p:nvSpPr>
          <p:spPr>
            <a:xfrm>
              <a:off x="512486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3C9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0" name="pg1470"/>
            <p:cNvSpPr/>
            <p:nvPr/>
          </p:nvSpPr>
          <p:spPr>
            <a:xfrm>
              <a:off x="513650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1" name="pg1471"/>
            <p:cNvSpPr/>
            <p:nvPr/>
          </p:nvSpPr>
          <p:spPr>
            <a:xfrm>
              <a:off x="5148144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2" name="pg1472"/>
            <p:cNvSpPr/>
            <p:nvPr/>
          </p:nvSpPr>
          <p:spPr>
            <a:xfrm>
              <a:off x="515978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3" name="pg1473"/>
            <p:cNvSpPr/>
            <p:nvPr/>
          </p:nvSpPr>
          <p:spPr>
            <a:xfrm>
              <a:off x="517141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4" name="pg1474"/>
            <p:cNvSpPr/>
            <p:nvPr/>
          </p:nvSpPr>
          <p:spPr>
            <a:xfrm>
              <a:off x="5183056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5" name="pg1475"/>
            <p:cNvSpPr/>
            <p:nvPr/>
          </p:nvSpPr>
          <p:spPr>
            <a:xfrm>
              <a:off x="519469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6" name="pg1476"/>
            <p:cNvSpPr/>
            <p:nvPr/>
          </p:nvSpPr>
          <p:spPr>
            <a:xfrm>
              <a:off x="520633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7" name="pg1477"/>
            <p:cNvSpPr/>
            <p:nvPr/>
          </p:nvSpPr>
          <p:spPr>
            <a:xfrm>
              <a:off x="5217968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8" name="pg1478"/>
            <p:cNvSpPr/>
            <p:nvPr/>
          </p:nvSpPr>
          <p:spPr>
            <a:xfrm>
              <a:off x="522960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9" name="pg1479"/>
            <p:cNvSpPr/>
            <p:nvPr/>
          </p:nvSpPr>
          <p:spPr>
            <a:xfrm>
              <a:off x="524124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0" name="pg1480"/>
            <p:cNvSpPr/>
            <p:nvPr/>
          </p:nvSpPr>
          <p:spPr>
            <a:xfrm>
              <a:off x="5252880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1" name="pg1481"/>
            <p:cNvSpPr/>
            <p:nvPr/>
          </p:nvSpPr>
          <p:spPr>
            <a:xfrm>
              <a:off x="526451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2" name="pg1482"/>
            <p:cNvSpPr/>
            <p:nvPr/>
          </p:nvSpPr>
          <p:spPr>
            <a:xfrm>
              <a:off x="5008496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3" name="pg1483"/>
            <p:cNvSpPr/>
            <p:nvPr/>
          </p:nvSpPr>
          <p:spPr>
            <a:xfrm>
              <a:off x="502013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4" name="pg1484"/>
            <p:cNvSpPr/>
            <p:nvPr/>
          </p:nvSpPr>
          <p:spPr>
            <a:xfrm>
              <a:off x="503177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5" name="pg1485"/>
            <p:cNvSpPr/>
            <p:nvPr/>
          </p:nvSpPr>
          <p:spPr>
            <a:xfrm>
              <a:off x="5043408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6" name="pg1486"/>
            <p:cNvSpPr/>
            <p:nvPr/>
          </p:nvSpPr>
          <p:spPr>
            <a:xfrm>
              <a:off x="505504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7" name="pg1487"/>
            <p:cNvSpPr/>
            <p:nvPr/>
          </p:nvSpPr>
          <p:spPr>
            <a:xfrm>
              <a:off x="506668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8" name="pg1488"/>
            <p:cNvSpPr/>
            <p:nvPr/>
          </p:nvSpPr>
          <p:spPr>
            <a:xfrm>
              <a:off x="5078320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9" name="pg1489"/>
            <p:cNvSpPr/>
            <p:nvPr/>
          </p:nvSpPr>
          <p:spPr>
            <a:xfrm>
              <a:off x="5089957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0" name="pg1490"/>
            <p:cNvSpPr/>
            <p:nvPr/>
          </p:nvSpPr>
          <p:spPr>
            <a:xfrm>
              <a:off x="510159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1" name="pg1491"/>
            <p:cNvSpPr/>
            <p:nvPr/>
          </p:nvSpPr>
          <p:spPr>
            <a:xfrm>
              <a:off x="5113232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2" name="pg1492"/>
            <p:cNvSpPr/>
            <p:nvPr/>
          </p:nvSpPr>
          <p:spPr>
            <a:xfrm>
              <a:off x="5124869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3" name="pg1493"/>
            <p:cNvSpPr/>
            <p:nvPr/>
          </p:nvSpPr>
          <p:spPr>
            <a:xfrm>
              <a:off x="5136507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4" name="pg1494"/>
            <p:cNvSpPr/>
            <p:nvPr/>
          </p:nvSpPr>
          <p:spPr>
            <a:xfrm>
              <a:off x="5148144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3C9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5" name="pg1495"/>
            <p:cNvSpPr/>
            <p:nvPr/>
          </p:nvSpPr>
          <p:spPr>
            <a:xfrm>
              <a:off x="515978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6" name="pg1496"/>
            <p:cNvSpPr/>
            <p:nvPr/>
          </p:nvSpPr>
          <p:spPr>
            <a:xfrm>
              <a:off x="5171419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7" name="pg1497"/>
            <p:cNvSpPr/>
            <p:nvPr/>
          </p:nvSpPr>
          <p:spPr>
            <a:xfrm>
              <a:off x="5183056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8" name="pg1498"/>
            <p:cNvSpPr/>
            <p:nvPr/>
          </p:nvSpPr>
          <p:spPr>
            <a:xfrm>
              <a:off x="519469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9" name="pg1499"/>
            <p:cNvSpPr/>
            <p:nvPr/>
          </p:nvSpPr>
          <p:spPr>
            <a:xfrm>
              <a:off x="520633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0" name="pg1500"/>
            <p:cNvSpPr/>
            <p:nvPr/>
          </p:nvSpPr>
          <p:spPr>
            <a:xfrm>
              <a:off x="5217968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1" name="pg1501"/>
            <p:cNvSpPr/>
            <p:nvPr/>
          </p:nvSpPr>
          <p:spPr>
            <a:xfrm>
              <a:off x="522960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2" name="pg1502"/>
            <p:cNvSpPr/>
            <p:nvPr/>
          </p:nvSpPr>
          <p:spPr>
            <a:xfrm>
              <a:off x="524124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3" name="pg1503"/>
            <p:cNvSpPr/>
            <p:nvPr/>
          </p:nvSpPr>
          <p:spPr>
            <a:xfrm>
              <a:off x="5252880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4" name="pg1504"/>
            <p:cNvSpPr/>
            <p:nvPr/>
          </p:nvSpPr>
          <p:spPr>
            <a:xfrm>
              <a:off x="5008496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3C9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5" name="pg1505"/>
            <p:cNvSpPr/>
            <p:nvPr/>
          </p:nvSpPr>
          <p:spPr>
            <a:xfrm>
              <a:off x="502013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3C9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6" name="pg1506"/>
            <p:cNvSpPr/>
            <p:nvPr/>
          </p:nvSpPr>
          <p:spPr>
            <a:xfrm>
              <a:off x="503177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7" name="pg1507"/>
            <p:cNvSpPr/>
            <p:nvPr/>
          </p:nvSpPr>
          <p:spPr>
            <a:xfrm>
              <a:off x="5043408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8" name="pg1508"/>
            <p:cNvSpPr/>
            <p:nvPr/>
          </p:nvSpPr>
          <p:spPr>
            <a:xfrm>
              <a:off x="505504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9" name="pg1509"/>
            <p:cNvSpPr/>
            <p:nvPr/>
          </p:nvSpPr>
          <p:spPr>
            <a:xfrm>
              <a:off x="506668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0" name="pg1510"/>
            <p:cNvSpPr/>
            <p:nvPr/>
          </p:nvSpPr>
          <p:spPr>
            <a:xfrm>
              <a:off x="5078320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1" name="pg1511"/>
            <p:cNvSpPr/>
            <p:nvPr/>
          </p:nvSpPr>
          <p:spPr>
            <a:xfrm>
              <a:off x="5089957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2" name="pg1512"/>
            <p:cNvSpPr/>
            <p:nvPr/>
          </p:nvSpPr>
          <p:spPr>
            <a:xfrm>
              <a:off x="510159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3" name="pg1513"/>
            <p:cNvSpPr/>
            <p:nvPr/>
          </p:nvSpPr>
          <p:spPr>
            <a:xfrm>
              <a:off x="5113232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4" name="pg1514"/>
            <p:cNvSpPr/>
            <p:nvPr/>
          </p:nvSpPr>
          <p:spPr>
            <a:xfrm>
              <a:off x="5124869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5" name="pg1515"/>
            <p:cNvSpPr/>
            <p:nvPr/>
          </p:nvSpPr>
          <p:spPr>
            <a:xfrm>
              <a:off x="5136507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6" name="pg1516"/>
            <p:cNvSpPr/>
            <p:nvPr/>
          </p:nvSpPr>
          <p:spPr>
            <a:xfrm>
              <a:off x="5148144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7" name="pg1517"/>
            <p:cNvSpPr/>
            <p:nvPr/>
          </p:nvSpPr>
          <p:spPr>
            <a:xfrm>
              <a:off x="515978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8" name="pg1518"/>
            <p:cNvSpPr/>
            <p:nvPr/>
          </p:nvSpPr>
          <p:spPr>
            <a:xfrm>
              <a:off x="5171419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9" name="pg1519"/>
            <p:cNvSpPr/>
            <p:nvPr/>
          </p:nvSpPr>
          <p:spPr>
            <a:xfrm>
              <a:off x="5183056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0" name="pg1520"/>
            <p:cNvSpPr/>
            <p:nvPr/>
          </p:nvSpPr>
          <p:spPr>
            <a:xfrm>
              <a:off x="519469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1" name="pg1521"/>
            <p:cNvSpPr/>
            <p:nvPr/>
          </p:nvSpPr>
          <p:spPr>
            <a:xfrm>
              <a:off x="520633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2" name="pg1522"/>
            <p:cNvSpPr/>
            <p:nvPr/>
          </p:nvSpPr>
          <p:spPr>
            <a:xfrm>
              <a:off x="5217968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3" name="pg1523"/>
            <p:cNvSpPr/>
            <p:nvPr/>
          </p:nvSpPr>
          <p:spPr>
            <a:xfrm>
              <a:off x="522960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4" name="pg1524"/>
            <p:cNvSpPr/>
            <p:nvPr/>
          </p:nvSpPr>
          <p:spPr>
            <a:xfrm>
              <a:off x="524124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5" name="pg1525"/>
            <p:cNvSpPr/>
            <p:nvPr/>
          </p:nvSpPr>
          <p:spPr>
            <a:xfrm>
              <a:off x="503177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6" name="pg1526"/>
            <p:cNvSpPr/>
            <p:nvPr/>
          </p:nvSpPr>
          <p:spPr>
            <a:xfrm>
              <a:off x="5043408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7" name="pg1527"/>
            <p:cNvSpPr/>
            <p:nvPr/>
          </p:nvSpPr>
          <p:spPr>
            <a:xfrm>
              <a:off x="505504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8" name="pg1528"/>
            <p:cNvSpPr/>
            <p:nvPr/>
          </p:nvSpPr>
          <p:spPr>
            <a:xfrm>
              <a:off x="5066683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9" name="pg1529"/>
            <p:cNvSpPr/>
            <p:nvPr/>
          </p:nvSpPr>
          <p:spPr>
            <a:xfrm>
              <a:off x="5078320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0" name="pg1530"/>
            <p:cNvSpPr/>
            <p:nvPr/>
          </p:nvSpPr>
          <p:spPr>
            <a:xfrm>
              <a:off x="5089957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1" name="pg1531"/>
            <p:cNvSpPr/>
            <p:nvPr/>
          </p:nvSpPr>
          <p:spPr>
            <a:xfrm>
              <a:off x="510159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2" name="pg1532"/>
            <p:cNvSpPr/>
            <p:nvPr/>
          </p:nvSpPr>
          <p:spPr>
            <a:xfrm>
              <a:off x="5113232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3" name="pg1533"/>
            <p:cNvSpPr/>
            <p:nvPr/>
          </p:nvSpPr>
          <p:spPr>
            <a:xfrm>
              <a:off x="5124869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4" name="pg1534"/>
            <p:cNvSpPr/>
            <p:nvPr/>
          </p:nvSpPr>
          <p:spPr>
            <a:xfrm>
              <a:off x="5136507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5" name="pg1535"/>
            <p:cNvSpPr/>
            <p:nvPr/>
          </p:nvSpPr>
          <p:spPr>
            <a:xfrm>
              <a:off x="5148144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6" name="pg1536"/>
            <p:cNvSpPr/>
            <p:nvPr/>
          </p:nvSpPr>
          <p:spPr>
            <a:xfrm>
              <a:off x="515978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7" name="pg1537"/>
            <p:cNvSpPr/>
            <p:nvPr/>
          </p:nvSpPr>
          <p:spPr>
            <a:xfrm>
              <a:off x="5171419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8" name="pg1538"/>
            <p:cNvSpPr/>
            <p:nvPr/>
          </p:nvSpPr>
          <p:spPr>
            <a:xfrm>
              <a:off x="5183056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9" name="pg1539"/>
            <p:cNvSpPr/>
            <p:nvPr/>
          </p:nvSpPr>
          <p:spPr>
            <a:xfrm>
              <a:off x="5194693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0" name="pg1540"/>
            <p:cNvSpPr/>
            <p:nvPr/>
          </p:nvSpPr>
          <p:spPr>
            <a:xfrm>
              <a:off x="520633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1" name="pg1541"/>
            <p:cNvSpPr/>
            <p:nvPr/>
          </p:nvSpPr>
          <p:spPr>
            <a:xfrm>
              <a:off x="5217968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2" name="pg1542"/>
            <p:cNvSpPr/>
            <p:nvPr/>
          </p:nvSpPr>
          <p:spPr>
            <a:xfrm>
              <a:off x="522960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3" name="pg1543"/>
            <p:cNvSpPr/>
            <p:nvPr/>
          </p:nvSpPr>
          <p:spPr>
            <a:xfrm>
              <a:off x="5043408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4" name="pg1544"/>
            <p:cNvSpPr/>
            <p:nvPr/>
          </p:nvSpPr>
          <p:spPr>
            <a:xfrm>
              <a:off x="5055045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5" name="pg1545"/>
            <p:cNvSpPr/>
            <p:nvPr/>
          </p:nvSpPr>
          <p:spPr>
            <a:xfrm>
              <a:off x="5066683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6" name="pg1546"/>
            <p:cNvSpPr/>
            <p:nvPr/>
          </p:nvSpPr>
          <p:spPr>
            <a:xfrm>
              <a:off x="5078320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7" name="pg1547"/>
            <p:cNvSpPr/>
            <p:nvPr/>
          </p:nvSpPr>
          <p:spPr>
            <a:xfrm>
              <a:off x="5089957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8" name="pg1548"/>
            <p:cNvSpPr/>
            <p:nvPr/>
          </p:nvSpPr>
          <p:spPr>
            <a:xfrm>
              <a:off x="5101595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9" name="pg1549"/>
            <p:cNvSpPr/>
            <p:nvPr/>
          </p:nvSpPr>
          <p:spPr>
            <a:xfrm>
              <a:off x="5113232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0" name="pg1550"/>
            <p:cNvSpPr/>
            <p:nvPr/>
          </p:nvSpPr>
          <p:spPr>
            <a:xfrm>
              <a:off x="5124869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1" name="pg1551"/>
            <p:cNvSpPr/>
            <p:nvPr/>
          </p:nvSpPr>
          <p:spPr>
            <a:xfrm>
              <a:off x="5136507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2" name="pg1552"/>
            <p:cNvSpPr/>
            <p:nvPr/>
          </p:nvSpPr>
          <p:spPr>
            <a:xfrm>
              <a:off x="5148144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3" name="pg1553"/>
            <p:cNvSpPr/>
            <p:nvPr/>
          </p:nvSpPr>
          <p:spPr>
            <a:xfrm>
              <a:off x="5159781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4" name="pg1554"/>
            <p:cNvSpPr/>
            <p:nvPr/>
          </p:nvSpPr>
          <p:spPr>
            <a:xfrm>
              <a:off x="5171419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5" name="pg1555"/>
            <p:cNvSpPr/>
            <p:nvPr/>
          </p:nvSpPr>
          <p:spPr>
            <a:xfrm>
              <a:off x="5183056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6" name="pg1556"/>
            <p:cNvSpPr/>
            <p:nvPr/>
          </p:nvSpPr>
          <p:spPr>
            <a:xfrm>
              <a:off x="5194693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7" name="pg1557"/>
            <p:cNvSpPr/>
            <p:nvPr/>
          </p:nvSpPr>
          <p:spPr>
            <a:xfrm>
              <a:off x="5206331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8" name="pg1558"/>
            <p:cNvSpPr/>
            <p:nvPr/>
          </p:nvSpPr>
          <p:spPr>
            <a:xfrm>
              <a:off x="5217968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9" name="pg1559"/>
            <p:cNvSpPr/>
            <p:nvPr/>
          </p:nvSpPr>
          <p:spPr>
            <a:xfrm>
              <a:off x="5055045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B2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0" name="pg1560"/>
            <p:cNvSpPr/>
            <p:nvPr/>
          </p:nvSpPr>
          <p:spPr>
            <a:xfrm>
              <a:off x="5066683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1" name="pg1561"/>
            <p:cNvSpPr/>
            <p:nvPr/>
          </p:nvSpPr>
          <p:spPr>
            <a:xfrm>
              <a:off x="5078320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2" name="pg1562"/>
            <p:cNvSpPr/>
            <p:nvPr/>
          </p:nvSpPr>
          <p:spPr>
            <a:xfrm>
              <a:off x="5089957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3" name="pg1563"/>
            <p:cNvSpPr/>
            <p:nvPr/>
          </p:nvSpPr>
          <p:spPr>
            <a:xfrm>
              <a:off x="5101595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4" name="pg1564"/>
            <p:cNvSpPr/>
            <p:nvPr/>
          </p:nvSpPr>
          <p:spPr>
            <a:xfrm>
              <a:off x="5113232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5" name="pg1565"/>
            <p:cNvSpPr/>
            <p:nvPr/>
          </p:nvSpPr>
          <p:spPr>
            <a:xfrm>
              <a:off x="5124869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6" name="pg1566"/>
            <p:cNvSpPr/>
            <p:nvPr/>
          </p:nvSpPr>
          <p:spPr>
            <a:xfrm>
              <a:off x="5136507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7" name="pg1567"/>
            <p:cNvSpPr/>
            <p:nvPr/>
          </p:nvSpPr>
          <p:spPr>
            <a:xfrm>
              <a:off x="5148144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8" name="pg1568"/>
            <p:cNvSpPr/>
            <p:nvPr/>
          </p:nvSpPr>
          <p:spPr>
            <a:xfrm>
              <a:off x="5159781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9" name="pg1569"/>
            <p:cNvSpPr/>
            <p:nvPr/>
          </p:nvSpPr>
          <p:spPr>
            <a:xfrm>
              <a:off x="5171419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0" name="pg1570"/>
            <p:cNvSpPr/>
            <p:nvPr/>
          </p:nvSpPr>
          <p:spPr>
            <a:xfrm>
              <a:off x="5183056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1" name="pg1571"/>
            <p:cNvSpPr/>
            <p:nvPr/>
          </p:nvSpPr>
          <p:spPr>
            <a:xfrm>
              <a:off x="5194693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2" name="pg1572"/>
            <p:cNvSpPr/>
            <p:nvPr/>
          </p:nvSpPr>
          <p:spPr>
            <a:xfrm>
              <a:off x="5206331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3" name="pg1573"/>
            <p:cNvSpPr/>
            <p:nvPr/>
          </p:nvSpPr>
          <p:spPr>
            <a:xfrm>
              <a:off x="5217968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4" name="pg1574"/>
            <p:cNvSpPr/>
            <p:nvPr/>
          </p:nvSpPr>
          <p:spPr>
            <a:xfrm>
              <a:off x="5008496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5" name="pg1575"/>
            <p:cNvSpPr/>
            <p:nvPr/>
          </p:nvSpPr>
          <p:spPr>
            <a:xfrm>
              <a:off x="502013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6" name="pg1576"/>
            <p:cNvSpPr/>
            <p:nvPr/>
          </p:nvSpPr>
          <p:spPr>
            <a:xfrm>
              <a:off x="503177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7" name="pg1577"/>
            <p:cNvSpPr/>
            <p:nvPr/>
          </p:nvSpPr>
          <p:spPr>
            <a:xfrm>
              <a:off x="5043408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8" name="pg1578"/>
            <p:cNvSpPr/>
            <p:nvPr/>
          </p:nvSpPr>
          <p:spPr>
            <a:xfrm>
              <a:off x="5055045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9" name="pg1579"/>
            <p:cNvSpPr/>
            <p:nvPr/>
          </p:nvSpPr>
          <p:spPr>
            <a:xfrm>
              <a:off x="506668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0" name="pg1580"/>
            <p:cNvSpPr/>
            <p:nvPr/>
          </p:nvSpPr>
          <p:spPr>
            <a:xfrm>
              <a:off x="5078320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1" name="pg1581"/>
            <p:cNvSpPr/>
            <p:nvPr/>
          </p:nvSpPr>
          <p:spPr>
            <a:xfrm>
              <a:off x="5089957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2" name="pg1582"/>
            <p:cNvSpPr/>
            <p:nvPr/>
          </p:nvSpPr>
          <p:spPr>
            <a:xfrm>
              <a:off x="5101595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3" name="pg1583"/>
            <p:cNvSpPr/>
            <p:nvPr/>
          </p:nvSpPr>
          <p:spPr>
            <a:xfrm>
              <a:off x="5113232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4" name="pg1584"/>
            <p:cNvSpPr/>
            <p:nvPr/>
          </p:nvSpPr>
          <p:spPr>
            <a:xfrm>
              <a:off x="5124869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5" name="pg1585"/>
            <p:cNvSpPr/>
            <p:nvPr/>
          </p:nvSpPr>
          <p:spPr>
            <a:xfrm>
              <a:off x="5136507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6" name="pg1586"/>
            <p:cNvSpPr/>
            <p:nvPr/>
          </p:nvSpPr>
          <p:spPr>
            <a:xfrm>
              <a:off x="5148144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A">
                <a:alpha val="100000"/>
              </a:srgbClr>
            </a:solidFill>
            <a:ln w="5420" cap="flat">
              <a:solidFill>
                <a:srgbClr val="A6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7" name="pg1587"/>
            <p:cNvSpPr/>
            <p:nvPr/>
          </p:nvSpPr>
          <p:spPr>
            <a:xfrm>
              <a:off x="515978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8" name="pg1588"/>
            <p:cNvSpPr/>
            <p:nvPr/>
          </p:nvSpPr>
          <p:spPr>
            <a:xfrm>
              <a:off x="5171419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9" name="pg1589"/>
            <p:cNvSpPr/>
            <p:nvPr/>
          </p:nvSpPr>
          <p:spPr>
            <a:xfrm>
              <a:off x="5183056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0" name="pg1590"/>
            <p:cNvSpPr/>
            <p:nvPr/>
          </p:nvSpPr>
          <p:spPr>
            <a:xfrm>
              <a:off x="519469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1" name="pg1591"/>
            <p:cNvSpPr/>
            <p:nvPr/>
          </p:nvSpPr>
          <p:spPr>
            <a:xfrm>
              <a:off x="520633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2" name="pg1592"/>
            <p:cNvSpPr/>
            <p:nvPr/>
          </p:nvSpPr>
          <p:spPr>
            <a:xfrm>
              <a:off x="499685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3" name="pg1593"/>
            <p:cNvSpPr/>
            <p:nvPr/>
          </p:nvSpPr>
          <p:spPr>
            <a:xfrm>
              <a:off x="5008496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4" name="pg1594"/>
            <p:cNvSpPr/>
            <p:nvPr/>
          </p:nvSpPr>
          <p:spPr>
            <a:xfrm>
              <a:off x="502013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5" name="pg1595"/>
            <p:cNvSpPr/>
            <p:nvPr/>
          </p:nvSpPr>
          <p:spPr>
            <a:xfrm>
              <a:off x="503177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6" name="pg1596"/>
            <p:cNvSpPr/>
            <p:nvPr/>
          </p:nvSpPr>
          <p:spPr>
            <a:xfrm>
              <a:off x="5043408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7" name="pg1597"/>
            <p:cNvSpPr/>
            <p:nvPr/>
          </p:nvSpPr>
          <p:spPr>
            <a:xfrm>
              <a:off x="5055045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8" name="pg1598"/>
            <p:cNvSpPr/>
            <p:nvPr/>
          </p:nvSpPr>
          <p:spPr>
            <a:xfrm>
              <a:off x="506668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9" name="pg1599"/>
            <p:cNvSpPr/>
            <p:nvPr/>
          </p:nvSpPr>
          <p:spPr>
            <a:xfrm>
              <a:off x="5078320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0" name="pg1600"/>
            <p:cNvSpPr/>
            <p:nvPr/>
          </p:nvSpPr>
          <p:spPr>
            <a:xfrm>
              <a:off x="5089957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1" name="pg1601"/>
            <p:cNvSpPr/>
            <p:nvPr/>
          </p:nvSpPr>
          <p:spPr>
            <a:xfrm>
              <a:off x="5101595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2" name="pg1602"/>
            <p:cNvSpPr/>
            <p:nvPr/>
          </p:nvSpPr>
          <p:spPr>
            <a:xfrm>
              <a:off x="5113232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B5E8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3" name="pg1603"/>
            <p:cNvSpPr/>
            <p:nvPr/>
          </p:nvSpPr>
          <p:spPr>
            <a:xfrm>
              <a:off x="512486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4" name="pg1604"/>
            <p:cNvSpPr/>
            <p:nvPr/>
          </p:nvSpPr>
          <p:spPr>
            <a:xfrm>
              <a:off x="5136507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5" name="pg1605"/>
            <p:cNvSpPr/>
            <p:nvPr/>
          </p:nvSpPr>
          <p:spPr>
            <a:xfrm>
              <a:off x="5148144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6" name="pg1606"/>
            <p:cNvSpPr/>
            <p:nvPr/>
          </p:nvSpPr>
          <p:spPr>
            <a:xfrm>
              <a:off x="515978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3C9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7" name="pg1607"/>
            <p:cNvSpPr/>
            <p:nvPr/>
          </p:nvSpPr>
          <p:spPr>
            <a:xfrm>
              <a:off x="517141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8" name="pg1608"/>
            <p:cNvSpPr/>
            <p:nvPr/>
          </p:nvSpPr>
          <p:spPr>
            <a:xfrm>
              <a:off x="5183056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9" name="pg1609"/>
            <p:cNvSpPr/>
            <p:nvPr/>
          </p:nvSpPr>
          <p:spPr>
            <a:xfrm>
              <a:off x="519469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0" name="pg1610"/>
            <p:cNvSpPr/>
            <p:nvPr/>
          </p:nvSpPr>
          <p:spPr>
            <a:xfrm>
              <a:off x="520633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1" name="pg1611"/>
            <p:cNvSpPr/>
            <p:nvPr/>
          </p:nvSpPr>
          <p:spPr>
            <a:xfrm>
              <a:off x="499685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2" name="pg1612"/>
            <p:cNvSpPr/>
            <p:nvPr/>
          </p:nvSpPr>
          <p:spPr>
            <a:xfrm>
              <a:off x="5008496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3" name="pg1613"/>
            <p:cNvSpPr/>
            <p:nvPr/>
          </p:nvSpPr>
          <p:spPr>
            <a:xfrm>
              <a:off x="502013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D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4" name="pg1614"/>
            <p:cNvSpPr/>
            <p:nvPr/>
          </p:nvSpPr>
          <p:spPr>
            <a:xfrm>
              <a:off x="5031771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CD6">
                <a:alpha val="100000"/>
              </a:srgbClr>
            </a:solidFill>
            <a:ln w="5420" cap="flat">
              <a:solidFill>
                <a:srgbClr val="C1EC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5" name="pg1615"/>
            <p:cNvSpPr/>
            <p:nvPr/>
          </p:nvSpPr>
          <p:spPr>
            <a:xfrm>
              <a:off x="5043408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6" name="pg1616"/>
            <p:cNvSpPr/>
            <p:nvPr/>
          </p:nvSpPr>
          <p:spPr>
            <a:xfrm>
              <a:off x="5055045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7" name="pg1617"/>
            <p:cNvSpPr/>
            <p:nvPr/>
          </p:nvSpPr>
          <p:spPr>
            <a:xfrm>
              <a:off x="506668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B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8" name="pg1618"/>
            <p:cNvSpPr/>
            <p:nvPr/>
          </p:nvSpPr>
          <p:spPr>
            <a:xfrm>
              <a:off x="5078320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9" name="pg1619"/>
            <p:cNvSpPr/>
            <p:nvPr/>
          </p:nvSpPr>
          <p:spPr>
            <a:xfrm>
              <a:off x="5089957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0" name="pg1620"/>
            <p:cNvSpPr/>
            <p:nvPr/>
          </p:nvSpPr>
          <p:spPr>
            <a:xfrm>
              <a:off x="5101595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1" name="pg1621"/>
            <p:cNvSpPr/>
            <p:nvPr/>
          </p:nvSpPr>
          <p:spPr>
            <a:xfrm>
              <a:off x="5113232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2" name="pg1622"/>
            <p:cNvSpPr/>
            <p:nvPr/>
          </p:nvSpPr>
          <p:spPr>
            <a:xfrm>
              <a:off x="512486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3" name="pg1623"/>
            <p:cNvSpPr/>
            <p:nvPr/>
          </p:nvSpPr>
          <p:spPr>
            <a:xfrm>
              <a:off x="5136507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4" name="pg1624"/>
            <p:cNvSpPr/>
            <p:nvPr/>
          </p:nvSpPr>
          <p:spPr>
            <a:xfrm>
              <a:off x="5148144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5" name="pg1625"/>
            <p:cNvSpPr/>
            <p:nvPr/>
          </p:nvSpPr>
          <p:spPr>
            <a:xfrm>
              <a:off x="5159781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B">
                <a:alpha val="100000"/>
              </a:srgbClr>
            </a:solidFill>
            <a:ln w="5420" cap="flat">
              <a:solidFill>
                <a:srgbClr val="AB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6" name="pg1626"/>
            <p:cNvSpPr/>
            <p:nvPr/>
          </p:nvSpPr>
          <p:spPr>
            <a:xfrm>
              <a:off x="517141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7" name="pg1627"/>
            <p:cNvSpPr/>
            <p:nvPr/>
          </p:nvSpPr>
          <p:spPr>
            <a:xfrm>
              <a:off x="5183056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8" name="pg1628"/>
            <p:cNvSpPr/>
            <p:nvPr/>
          </p:nvSpPr>
          <p:spPr>
            <a:xfrm>
              <a:off x="519469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9" name="pg1629"/>
            <p:cNvSpPr/>
            <p:nvPr/>
          </p:nvSpPr>
          <p:spPr>
            <a:xfrm>
              <a:off x="499685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0" name="pg1630"/>
            <p:cNvSpPr/>
            <p:nvPr/>
          </p:nvSpPr>
          <p:spPr>
            <a:xfrm>
              <a:off x="5008496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1" name="pg1631"/>
            <p:cNvSpPr/>
            <p:nvPr/>
          </p:nvSpPr>
          <p:spPr>
            <a:xfrm>
              <a:off x="5020133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2" name="pg1632"/>
            <p:cNvSpPr/>
            <p:nvPr/>
          </p:nvSpPr>
          <p:spPr>
            <a:xfrm>
              <a:off x="5031771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8">
                <a:alpha val="100000"/>
              </a:srgbClr>
            </a:solidFill>
            <a:ln w="5420" cap="flat">
              <a:solidFill>
                <a:srgbClr val="C3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3" name="pg1633"/>
            <p:cNvSpPr/>
            <p:nvPr/>
          </p:nvSpPr>
          <p:spPr>
            <a:xfrm>
              <a:off x="5043408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7EEDA">
                <a:alpha val="100000"/>
              </a:srgbClr>
            </a:solidFill>
            <a:ln w="5420" cap="flat">
              <a:solidFill>
                <a:srgbClr val="C7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4" name="pg1634"/>
            <p:cNvSpPr/>
            <p:nvPr/>
          </p:nvSpPr>
          <p:spPr>
            <a:xfrm>
              <a:off x="5055045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B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5" name="pg1635"/>
            <p:cNvSpPr/>
            <p:nvPr/>
          </p:nvSpPr>
          <p:spPr>
            <a:xfrm>
              <a:off x="5066683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E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6" name="pg1636"/>
            <p:cNvSpPr/>
            <p:nvPr/>
          </p:nvSpPr>
          <p:spPr>
            <a:xfrm>
              <a:off x="5078320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FF0DE">
                <a:alpha val="100000"/>
              </a:srgbClr>
            </a:solidFill>
            <a:ln w="5420" cap="flat">
              <a:solidFill>
                <a:srgbClr val="CFF0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7" name="pg1637"/>
            <p:cNvSpPr/>
            <p:nvPr/>
          </p:nvSpPr>
          <p:spPr>
            <a:xfrm>
              <a:off x="5089957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FF0DD">
                <a:alpha val="100000"/>
              </a:srgbClr>
            </a:solidFill>
            <a:ln w="5420" cap="flat">
              <a:solidFill>
                <a:srgbClr val="CF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8" name="pg1638"/>
            <p:cNvSpPr/>
            <p:nvPr/>
          </p:nvSpPr>
          <p:spPr>
            <a:xfrm>
              <a:off x="5101595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9" name="pg1639"/>
            <p:cNvSpPr/>
            <p:nvPr/>
          </p:nvSpPr>
          <p:spPr>
            <a:xfrm>
              <a:off x="5113232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0" name="pg1640"/>
            <p:cNvSpPr/>
            <p:nvPr/>
          </p:nvSpPr>
          <p:spPr>
            <a:xfrm>
              <a:off x="512486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1" name="pg1641"/>
            <p:cNvSpPr/>
            <p:nvPr/>
          </p:nvSpPr>
          <p:spPr>
            <a:xfrm>
              <a:off x="5136507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2" name="pg1642"/>
            <p:cNvSpPr/>
            <p:nvPr/>
          </p:nvSpPr>
          <p:spPr>
            <a:xfrm>
              <a:off x="5148144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3" name="pg1643"/>
            <p:cNvSpPr/>
            <p:nvPr/>
          </p:nvSpPr>
          <p:spPr>
            <a:xfrm>
              <a:off x="5159781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4" name="pg1644"/>
            <p:cNvSpPr/>
            <p:nvPr/>
          </p:nvSpPr>
          <p:spPr>
            <a:xfrm>
              <a:off x="517141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5" name="pg1645"/>
            <p:cNvSpPr/>
            <p:nvPr/>
          </p:nvSpPr>
          <p:spPr>
            <a:xfrm>
              <a:off x="5183056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6" name="pg1646"/>
            <p:cNvSpPr/>
            <p:nvPr/>
          </p:nvSpPr>
          <p:spPr>
            <a:xfrm>
              <a:off x="5008496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7" name="pg1647"/>
            <p:cNvSpPr/>
            <p:nvPr/>
          </p:nvSpPr>
          <p:spPr>
            <a:xfrm>
              <a:off x="5020133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8" name="pg1648"/>
            <p:cNvSpPr/>
            <p:nvPr/>
          </p:nvSpPr>
          <p:spPr>
            <a:xfrm>
              <a:off x="5031771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9" name="pg1649"/>
            <p:cNvSpPr/>
            <p:nvPr/>
          </p:nvSpPr>
          <p:spPr>
            <a:xfrm>
              <a:off x="5043408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0" name="pg1650"/>
            <p:cNvSpPr/>
            <p:nvPr/>
          </p:nvSpPr>
          <p:spPr>
            <a:xfrm>
              <a:off x="5055045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BEFDC">
                <a:alpha val="100000"/>
              </a:srgbClr>
            </a:solidFill>
            <a:ln w="5420" cap="flat">
              <a:solidFill>
                <a:srgbClr val="CB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1" name="pg1651"/>
            <p:cNvSpPr/>
            <p:nvPr/>
          </p:nvSpPr>
          <p:spPr>
            <a:xfrm>
              <a:off x="5066683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E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2" name="pg1652"/>
            <p:cNvSpPr/>
            <p:nvPr/>
          </p:nvSpPr>
          <p:spPr>
            <a:xfrm>
              <a:off x="5078320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FF0DE">
                <a:alpha val="100000"/>
              </a:srgbClr>
            </a:solidFill>
            <a:ln w="5420" cap="flat">
              <a:solidFill>
                <a:srgbClr val="CFF0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3" name="pg1653"/>
            <p:cNvSpPr/>
            <p:nvPr/>
          </p:nvSpPr>
          <p:spPr>
            <a:xfrm>
              <a:off x="5089957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FF0DD">
                <a:alpha val="100000"/>
              </a:srgbClr>
            </a:solidFill>
            <a:ln w="5420" cap="flat">
              <a:solidFill>
                <a:srgbClr val="CF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4" name="pg1654"/>
            <p:cNvSpPr/>
            <p:nvPr/>
          </p:nvSpPr>
          <p:spPr>
            <a:xfrm>
              <a:off x="5101595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5" name="pg1655"/>
            <p:cNvSpPr/>
            <p:nvPr/>
          </p:nvSpPr>
          <p:spPr>
            <a:xfrm>
              <a:off x="5113232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6" name="pg1656"/>
            <p:cNvSpPr/>
            <p:nvPr/>
          </p:nvSpPr>
          <p:spPr>
            <a:xfrm>
              <a:off x="5124869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7" name="pg1657"/>
            <p:cNvSpPr/>
            <p:nvPr/>
          </p:nvSpPr>
          <p:spPr>
            <a:xfrm>
              <a:off x="5136507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8" name="pg1658"/>
            <p:cNvSpPr/>
            <p:nvPr/>
          </p:nvSpPr>
          <p:spPr>
            <a:xfrm>
              <a:off x="5148144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9" name="pg1659"/>
            <p:cNvSpPr/>
            <p:nvPr/>
          </p:nvSpPr>
          <p:spPr>
            <a:xfrm>
              <a:off x="5159781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0" name="pg1660"/>
            <p:cNvSpPr/>
            <p:nvPr/>
          </p:nvSpPr>
          <p:spPr>
            <a:xfrm>
              <a:off x="5171419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C">
                <a:alpha val="100000"/>
              </a:srgbClr>
            </a:solidFill>
            <a:ln w="5420" cap="flat">
              <a:solidFill>
                <a:srgbClr val="AD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1" name="pg1661"/>
            <p:cNvSpPr/>
            <p:nvPr/>
          </p:nvSpPr>
          <p:spPr>
            <a:xfrm>
              <a:off x="5043408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2" name="pg1662"/>
            <p:cNvSpPr/>
            <p:nvPr/>
          </p:nvSpPr>
          <p:spPr>
            <a:xfrm>
              <a:off x="5055045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AEE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3" name="pg1663"/>
            <p:cNvSpPr/>
            <p:nvPr/>
          </p:nvSpPr>
          <p:spPr>
            <a:xfrm>
              <a:off x="5066683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4" name="pg1664"/>
            <p:cNvSpPr/>
            <p:nvPr/>
          </p:nvSpPr>
          <p:spPr>
            <a:xfrm>
              <a:off x="5078320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DEFDC">
                <a:alpha val="100000"/>
              </a:srgbClr>
            </a:solidFill>
            <a:ln w="5420" cap="flat">
              <a:solidFill>
                <a:srgbClr val="CD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5" name="pg1665"/>
            <p:cNvSpPr/>
            <p:nvPr/>
          </p:nvSpPr>
          <p:spPr>
            <a:xfrm>
              <a:off x="5089957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DEFDC">
                <a:alpha val="100000"/>
              </a:srgbClr>
            </a:solidFill>
            <a:ln w="5420" cap="flat">
              <a:solidFill>
                <a:srgbClr val="CD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6" name="pg1666"/>
            <p:cNvSpPr/>
            <p:nvPr/>
          </p:nvSpPr>
          <p:spPr>
            <a:xfrm>
              <a:off x="5101595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7EED9">
                <a:alpha val="100000"/>
              </a:srgbClr>
            </a:solidFill>
            <a:ln w="5420" cap="flat">
              <a:solidFill>
                <a:srgbClr val="C7EE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7" name="pg1667"/>
            <p:cNvSpPr/>
            <p:nvPr/>
          </p:nvSpPr>
          <p:spPr>
            <a:xfrm>
              <a:off x="5113232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8" name="pg1668"/>
            <p:cNvSpPr/>
            <p:nvPr/>
          </p:nvSpPr>
          <p:spPr>
            <a:xfrm>
              <a:off x="5124869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9" name="pg1669"/>
            <p:cNvSpPr/>
            <p:nvPr/>
          </p:nvSpPr>
          <p:spPr>
            <a:xfrm>
              <a:off x="5136507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0" name="pg1670"/>
            <p:cNvSpPr/>
            <p:nvPr/>
          </p:nvSpPr>
          <p:spPr>
            <a:xfrm>
              <a:off x="5148144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B5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1" name="pg1671"/>
            <p:cNvSpPr/>
            <p:nvPr/>
          </p:nvSpPr>
          <p:spPr>
            <a:xfrm>
              <a:off x="5159781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2" name="pg1672"/>
            <p:cNvSpPr/>
            <p:nvPr/>
          </p:nvSpPr>
          <p:spPr>
            <a:xfrm>
              <a:off x="5171419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3" name="pg1673"/>
            <p:cNvSpPr/>
            <p:nvPr/>
          </p:nvSpPr>
          <p:spPr>
            <a:xfrm>
              <a:off x="5066683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4" name="pg1674"/>
            <p:cNvSpPr/>
            <p:nvPr/>
          </p:nvSpPr>
          <p:spPr>
            <a:xfrm>
              <a:off x="5078320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5" name="pg1675"/>
            <p:cNvSpPr/>
            <p:nvPr/>
          </p:nvSpPr>
          <p:spPr>
            <a:xfrm>
              <a:off x="5089957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6" name="pg1676"/>
            <p:cNvSpPr/>
            <p:nvPr/>
          </p:nvSpPr>
          <p:spPr>
            <a:xfrm>
              <a:off x="5101595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C4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7" name="pg1677"/>
            <p:cNvSpPr/>
            <p:nvPr/>
          </p:nvSpPr>
          <p:spPr>
            <a:xfrm>
              <a:off x="5113232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8" name="pg1678"/>
            <p:cNvSpPr/>
            <p:nvPr/>
          </p:nvSpPr>
          <p:spPr>
            <a:xfrm>
              <a:off x="5124869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9" name="pg1679"/>
            <p:cNvSpPr/>
            <p:nvPr/>
          </p:nvSpPr>
          <p:spPr>
            <a:xfrm>
              <a:off x="5136507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0" name="pg1680"/>
            <p:cNvSpPr/>
            <p:nvPr/>
          </p:nvSpPr>
          <p:spPr>
            <a:xfrm>
              <a:off x="5148144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B5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1" name="pg1681"/>
            <p:cNvSpPr/>
            <p:nvPr/>
          </p:nvSpPr>
          <p:spPr>
            <a:xfrm>
              <a:off x="5159781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2" name="pg1682"/>
            <p:cNvSpPr/>
            <p:nvPr/>
          </p:nvSpPr>
          <p:spPr>
            <a:xfrm>
              <a:off x="5171419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3" name="pg1683"/>
            <p:cNvSpPr/>
            <p:nvPr/>
          </p:nvSpPr>
          <p:spPr>
            <a:xfrm>
              <a:off x="5078320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C4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4" name="pg1684"/>
            <p:cNvSpPr/>
            <p:nvPr/>
          </p:nvSpPr>
          <p:spPr>
            <a:xfrm>
              <a:off x="5089957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5" name="pg1685"/>
            <p:cNvSpPr/>
            <p:nvPr/>
          </p:nvSpPr>
          <p:spPr>
            <a:xfrm>
              <a:off x="5101595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6" name="pg1686"/>
            <p:cNvSpPr/>
            <p:nvPr/>
          </p:nvSpPr>
          <p:spPr>
            <a:xfrm>
              <a:off x="5113232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D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7" name="pg1687"/>
            <p:cNvSpPr/>
            <p:nvPr/>
          </p:nvSpPr>
          <p:spPr>
            <a:xfrm>
              <a:off x="5124869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8" name="pg1688"/>
            <p:cNvSpPr/>
            <p:nvPr/>
          </p:nvSpPr>
          <p:spPr>
            <a:xfrm>
              <a:off x="5136507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9" name="pg1689"/>
            <p:cNvSpPr/>
            <p:nvPr/>
          </p:nvSpPr>
          <p:spPr>
            <a:xfrm>
              <a:off x="5148144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0" name="pg1690"/>
            <p:cNvSpPr/>
            <p:nvPr/>
          </p:nvSpPr>
          <p:spPr>
            <a:xfrm>
              <a:off x="5159781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1" name="pg1691"/>
            <p:cNvSpPr/>
            <p:nvPr/>
          </p:nvSpPr>
          <p:spPr>
            <a:xfrm>
              <a:off x="5171419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2" name="pg1692"/>
            <p:cNvSpPr/>
            <p:nvPr/>
          </p:nvSpPr>
          <p:spPr>
            <a:xfrm>
              <a:off x="5089957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3" name="pg1693"/>
            <p:cNvSpPr/>
            <p:nvPr/>
          </p:nvSpPr>
          <p:spPr>
            <a:xfrm>
              <a:off x="5101595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4" name="pg1694"/>
            <p:cNvSpPr/>
            <p:nvPr/>
          </p:nvSpPr>
          <p:spPr>
            <a:xfrm>
              <a:off x="5113232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5" name="pg1695"/>
            <p:cNvSpPr/>
            <p:nvPr/>
          </p:nvSpPr>
          <p:spPr>
            <a:xfrm>
              <a:off x="5124869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6" name="pg1696"/>
            <p:cNvSpPr/>
            <p:nvPr/>
          </p:nvSpPr>
          <p:spPr>
            <a:xfrm>
              <a:off x="5136507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B5E8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7" name="pg1697"/>
            <p:cNvSpPr/>
            <p:nvPr/>
          </p:nvSpPr>
          <p:spPr>
            <a:xfrm>
              <a:off x="5148144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8" name="pg1698"/>
            <p:cNvSpPr/>
            <p:nvPr/>
          </p:nvSpPr>
          <p:spPr>
            <a:xfrm>
              <a:off x="5159781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9" name="pg1699"/>
            <p:cNvSpPr/>
            <p:nvPr/>
          </p:nvSpPr>
          <p:spPr>
            <a:xfrm>
              <a:off x="5171419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0" name="pg1700"/>
            <p:cNvSpPr/>
            <p:nvPr/>
          </p:nvSpPr>
          <p:spPr>
            <a:xfrm>
              <a:off x="5183056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1" name="pg1701"/>
            <p:cNvSpPr/>
            <p:nvPr/>
          </p:nvSpPr>
          <p:spPr>
            <a:xfrm>
              <a:off x="5124869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B5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2" name="pg1702"/>
            <p:cNvSpPr/>
            <p:nvPr/>
          </p:nvSpPr>
          <p:spPr>
            <a:xfrm>
              <a:off x="5136507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3" name="pg1703"/>
            <p:cNvSpPr/>
            <p:nvPr/>
          </p:nvSpPr>
          <p:spPr>
            <a:xfrm>
              <a:off x="5148144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4" name="pg1704"/>
            <p:cNvSpPr/>
            <p:nvPr/>
          </p:nvSpPr>
          <p:spPr>
            <a:xfrm>
              <a:off x="5159781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5" name="pg1705"/>
            <p:cNvSpPr/>
            <p:nvPr/>
          </p:nvSpPr>
          <p:spPr>
            <a:xfrm>
              <a:off x="5171419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6" name="pg1706"/>
            <p:cNvSpPr/>
            <p:nvPr/>
          </p:nvSpPr>
          <p:spPr>
            <a:xfrm>
              <a:off x="5183056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7" name="pg1707"/>
            <p:cNvSpPr/>
            <p:nvPr/>
          </p:nvSpPr>
          <p:spPr>
            <a:xfrm>
              <a:off x="5066683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8" name="pg1708"/>
            <p:cNvSpPr/>
            <p:nvPr/>
          </p:nvSpPr>
          <p:spPr>
            <a:xfrm>
              <a:off x="5113232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9" name="pg1709"/>
            <p:cNvSpPr/>
            <p:nvPr/>
          </p:nvSpPr>
          <p:spPr>
            <a:xfrm>
              <a:off x="5124869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B2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0" name="pg1710"/>
            <p:cNvSpPr/>
            <p:nvPr/>
          </p:nvSpPr>
          <p:spPr>
            <a:xfrm>
              <a:off x="5136507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1" name="pg1711"/>
            <p:cNvSpPr/>
            <p:nvPr/>
          </p:nvSpPr>
          <p:spPr>
            <a:xfrm>
              <a:off x="5148144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2" name="pg1712"/>
            <p:cNvSpPr/>
            <p:nvPr/>
          </p:nvSpPr>
          <p:spPr>
            <a:xfrm>
              <a:off x="5159781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3" name="pg1713"/>
            <p:cNvSpPr/>
            <p:nvPr/>
          </p:nvSpPr>
          <p:spPr>
            <a:xfrm>
              <a:off x="5171419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4" name="pg1714"/>
            <p:cNvSpPr/>
            <p:nvPr/>
          </p:nvSpPr>
          <p:spPr>
            <a:xfrm>
              <a:off x="5183056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5" name="pg1715"/>
            <p:cNvSpPr/>
            <p:nvPr/>
          </p:nvSpPr>
          <p:spPr>
            <a:xfrm>
              <a:off x="5055045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6" name="pg1716"/>
            <p:cNvSpPr/>
            <p:nvPr/>
          </p:nvSpPr>
          <p:spPr>
            <a:xfrm>
              <a:off x="5066683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7" name="pg1717"/>
            <p:cNvSpPr/>
            <p:nvPr/>
          </p:nvSpPr>
          <p:spPr>
            <a:xfrm>
              <a:off x="5078320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8" name="pg1718"/>
            <p:cNvSpPr/>
            <p:nvPr/>
          </p:nvSpPr>
          <p:spPr>
            <a:xfrm>
              <a:off x="5089957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9" name="pg1719"/>
            <p:cNvSpPr/>
            <p:nvPr/>
          </p:nvSpPr>
          <p:spPr>
            <a:xfrm>
              <a:off x="5101595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0" name="pg1720"/>
            <p:cNvSpPr/>
            <p:nvPr/>
          </p:nvSpPr>
          <p:spPr>
            <a:xfrm>
              <a:off x="5113232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1" name="pg1721"/>
            <p:cNvSpPr/>
            <p:nvPr/>
          </p:nvSpPr>
          <p:spPr>
            <a:xfrm>
              <a:off x="5124869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5CD">
                <a:alpha val="100000"/>
              </a:srgbClr>
            </a:solidFill>
            <a:ln w="5420" cap="flat">
              <a:solidFill>
                <a:srgbClr val="AF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2" name="pg1722"/>
            <p:cNvSpPr/>
            <p:nvPr/>
          </p:nvSpPr>
          <p:spPr>
            <a:xfrm>
              <a:off x="5136507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3" name="pg1723"/>
            <p:cNvSpPr/>
            <p:nvPr/>
          </p:nvSpPr>
          <p:spPr>
            <a:xfrm>
              <a:off x="5148144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4" name="pg1724"/>
            <p:cNvSpPr/>
            <p:nvPr/>
          </p:nvSpPr>
          <p:spPr>
            <a:xfrm>
              <a:off x="5159781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5" name="pg1725"/>
            <p:cNvSpPr/>
            <p:nvPr/>
          </p:nvSpPr>
          <p:spPr>
            <a:xfrm>
              <a:off x="5171419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6" name="pg1726"/>
            <p:cNvSpPr/>
            <p:nvPr/>
          </p:nvSpPr>
          <p:spPr>
            <a:xfrm>
              <a:off x="5183056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7" name="pg1727"/>
            <p:cNvSpPr/>
            <p:nvPr/>
          </p:nvSpPr>
          <p:spPr>
            <a:xfrm>
              <a:off x="5043408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8" name="pg1728"/>
            <p:cNvSpPr/>
            <p:nvPr/>
          </p:nvSpPr>
          <p:spPr>
            <a:xfrm>
              <a:off x="5055045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9" name="pg1729"/>
            <p:cNvSpPr/>
            <p:nvPr/>
          </p:nvSpPr>
          <p:spPr>
            <a:xfrm>
              <a:off x="5066683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0" name="pg1730"/>
            <p:cNvSpPr/>
            <p:nvPr/>
          </p:nvSpPr>
          <p:spPr>
            <a:xfrm>
              <a:off x="5078320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1" name="pg1731"/>
            <p:cNvSpPr/>
            <p:nvPr/>
          </p:nvSpPr>
          <p:spPr>
            <a:xfrm>
              <a:off x="5089957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2" name="pg1732"/>
            <p:cNvSpPr/>
            <p:nvPr/>
          </p:nvSpPr>
          <p:spPr>
            <a:xfrm>
              <a:off x="5101595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3" name="pg1733"/>
            <p:cNvSpPr/>
            <p:nvPr/>
          </p:nvSpPr>
          <p:spPr>
            <a:xfrm>
              <a:off x="5113232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4" name="pg1734"/>
            <p:cNvSpPr/>
            <p:nvPr/>
          </p:nvSpPr>
          <p:spPr>
            <a:xfrm>
              <a:off x="5124869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5" name="pg1735"/>
            <p:cNvSpPr/>
            <p:nvPr/>
          </p:nvSpPr>
          <p:spPr>
            <a:xfrm>
              <a:off x="5136507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6" name="pg1736"/>
            <p:cNvSpPr/>
            <p:nvPr/>
          </p:nvSpPr>
          <p:spPr>
            <a:xfrm>
              <a:off x="5148144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7" name="pg1737"/>
            <p:cNvSpPr/>
            <p:nvPr/>
          </p:nvSpPr>
          <p:spPr>
            <a:xfrm>
              <a:off x="5159781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8" name="pg1738"/>
            <p:cNvSpPr/>
            <p:nvPr/>
          </p:nvSpPr>
          <p:spPr>
            <a:xfrm>
              <a:off x="5171419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9" name="pg1739"/>
            <p:cNvSpPr/>
            <p:nvPr/>
          </p:nvSpPr>
          <p:spPr>
            <a:xfrm>
              <a:off x="5183056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0" name="pg1740"/>
            <p:cNvSpPr/>
            <p:nvPr/>
          </p:nvSpPr>
          <p:spPr>
            <a:xfrm>
              <a:off x="5194693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1" name="pg1741"/>
            <p:cNvSpPr/>
            <p:nvPr/>
          </p:nvSpPr>
          <p:spPr>
            <a:xfrm>
              <a:off x="5043408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A">
                <a:alpha val="100000"/>
              </a:srgbClr>
            </a:solidFill>
            <a:ln w="5420" cap="flat">
              <a:solidFill>
                <a:srgbClr val="A6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2" name="pg1742"/>
            <p:cNvSpPr/>
            <p:nvPr/>
          </p:nvSpPr>
          <p:spPr>
            <a:xfrm>
              <a:off x="5055045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3" name="pg1743"/>
            <p:cNvSpPr/>
            <p:nvPr/>
          </p:nvSpPr>
          <p:spPr>
            <a:xfrm>
              <a:off x="5066683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4" name="pg1744"/>
            <p:cNvSpPr/>
            <p:nvPr/>
          </p:nvSpPr>
          <p:spPr>
            <a:xfrm>
              <a:off x="5078320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5" name="pg1745"/>
            <p:cNvSpPr/>
            <p:nvPr/>
          </p:nvSpPr>
          <p:spPr>
            <a:xfrm>
              <a:off x="5089957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6" name="pg1746"/>
            <p:cNvSpPr/>
            <p:nvPr/>
          </p:nvSpPr>
          <p:spPr>
            <a:xfrm>
              <a:off x="5101595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7" name="pg1747"/>
            <p:cNvSpPr/>
            <p:nvPr/>
          </p:nvSpPr>
          <p:spPr>
            <a:xfrm>
              <a:off x="5113232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8" name="pg1748"/>
            <p:cNvSpPr/>
            <p:nvPr/>
          </p:nvSpPr>
          <p:spPr>
            <a:xfrm>
              <a:off x="5124869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9" name="pg1749"/>
            <p:cNvSpPr/>
            <p:nvPr/>
          </p:nvSpPr>
          <p:spPr>
            <a:xfrm>
              <a:off x="5136507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0" name="pg1750"/>
            <p:cNvSpPr/>
            <p:nvPr/>
          </p:nvSpPr>
          <p:spPr>
            <a:xfrm>
              <a:off x="5148144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1" name="pg1751"/>
            <p:cNvSpPr/>
            <p:nvPr/>
          </p:nvSpPr>
          <p:spPr>
            <a:xfrm>
              <a:off x="5159781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2" name="pg1752"/>
            <p:cNvSpPr/>
            <p:nvPr/>
          </p:nvSpPr>
          <p:spPr>
            <a:xfrm>
              <a:off x="5171419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3" name="pg1753"/>
            <p:cNvSpPr/>
            <p:nvPr/>
          </p:nvSpPr>
          <p:spPr>
            <a:xfrm>
              <a:off x="5183056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4" name="pg1754"/>
            <p:cNvSpPr/>
            <p:nvPr/>
          </p:nvSpPr>
          <p:spPr>
            <a:xfrm>
              <a:off x="5194693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5" name="pg1755"/>
            <p:cNvSpPr/>
            <p:nvPr/>
          </p:nvSpPr>
          <p:spPr>
            <a:xfrm>
              <a:off x="5206331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6" name="pg1756"/>
            <p:cNvSpPr/>
            <p:nvPr/>
          </p:nvSpPr>
          <p:spPr>
            <a:xfrm>
              <a:off x="5043408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7" name="pg1757"/>
            <p:cNvSpPr/>
            <p:nvPr/>
          </p:nvSpPr>
          <p:spPr>
            <a:xfrm>
              <a:off x="5055045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8" name="pg1758"/>
            <p:cNvSpPr/>
            <p:nvPr/>
          </p:nvSpPr>
          <p:spPr>
            <a:xfrm>
              <a:off x="5066683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9" name="pg1759"/>
            <p:cNvSpPr/>
            <p:nvPr/>
          </p:nvSpPr>
          <p:spPr>
            <a:xfrm>
              <a:off x="5078320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0" name="pg1760"/>
            <p:cNvSpPr/>
            <p:nvPr/>
          </p:nvSpPr>
          <p:spPr>
            <a:xfrm>
              <a:off x="5089957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1" name="pg1761"/>
            <p:cNvSpPr/>
            <p:nvPr/>
          </p:nvSpPr>
          <p:spPr>
            <a:xfrm>
              <a:off x="5101595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2" name="pg1762"/>
            <p:cNvSpPr/>
            <p:nvPr/>
          </p:nvSpPr>
          <p:spPr>
            <a:xfrm>
              <a:off x="5113232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3" name="pg1763"/>
            <p:cNvSpPr/>
            <p:nvPr/>
          </p:nvSpPr>
          <p:spPr>
            <a:xfrm>
              <a:off x="5124869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4" name="pg1764"/>
            <p:cNvSpPr/>
            <p:nvPr/>
          </p:nvSpPr>
          <p:spPr>
            <a:xfrm>
              <a:off x="5136507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5" name="pg1765"/>
            <p:cNvSpPr/>
            <p:nvPr/>
          </p:nvSpPr>
          <p:spPr>
            <a:xfrm>
              <a:off x="5148144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6" name="pg1766"/>
            <p:cNvSpPr/>
            <p:nvPr/>
          </p:nvSpPr>
          <p:spPr>
            <a:xfrm>
              <a:off x="5159781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7" name="pg1767"/>
            <p:cNvSpPr/>
            <p:nvPr/>
          </p:nvSpPr>
          <p:spPr>
            <a:xfrm>
              <a:off x="5171419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8" name="pg1768"/>
            <p:cNvSpPr/>
            <p:nvPr/>
          </p:nvSpPr>
          <p:spPr>
            <a:xfrm>
              <a:off x="5183056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9" name="pg1769"/>
            <p:cNvSpPr/>
            <p:nvPr/>
          </p:nvSpPr>
          <p:spPr>
            <a:xfrm>
              <a:off x="5194693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0" name="pg1770"/>
            <p:cNvSpPr/>
            <p:nvPr/>
          </p:nvSpPr>
          <p:spPr>
            <a:xfrm>
              <a:off x="5206331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1" name="pg1771"/>
            <p:cNvSpPr/>
            <p:nvPr/>
          </p:nvSpPr>
          <p:spPr>
            <a:xfrm>
              <a:off x="5043408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2" name="pg1772"/>
            <p:cNvSpPr/>
            <p:nvPr/>
          </p:nvSpPr>
          <p:spPr>
            <a:xfrm>
              <a:off x="5055045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3" name="pg1773"/>
            <p:cNvSpPr/>
            <p:nvPr/>
          </p:nvSpPr>
          <p:spPr>
            <a:xfrm>
              <a:off x="5066683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4" name="pg1774"/>
            <p:cNvSpPr/>
            <p:nvPr/>
          </p:nvSpPr>
          <p:spPr>
            <a:xfrm>
              <a:off x="5078320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5" name="pg1775"/>
            <p:cNvSpPr/>
            <p:nvPr/>
          </p:nvSpPr>
          <p:spPr>
            <a:xfrm>
              <a:off x="5089957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6" name="pg1776"/>
            <p:cNvSpPr/>
            <p:nvPr/>
          </p:nvSpPr>
          <p:spPr>
            <a:xfrm>
              <a:off x="5101595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7" name="pg1777"/>
            <p:cNvSpPr/>
            <p:nvPr/>
          </p:nvSpPr>
          <p:spPr>
            <a:xfrm>
              <a:off x="5113232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8" name="pg1778"/>
            <p:cNvSpPr/>
            <p:nvPr/>
          </p:nvSpPr>
          <p:spPr>
            <a:xfrm>
              <a:off x="5124869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9" name="pg1779"/>
            <p:cNvSpPr/>
            <p:nvPr/>
          </p:nvSpPr>
          <p:spPr>
            <a:xfrm>
              <a:off x="5136507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0" name="pg1780"/>
            <p:cNvSpPr/>
            <p:nvPr/>
          </p:nvSpPr>
          <p:spPr>
            <a:xfrm>
              <a:off x="5148144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1" name="pg1781"/>
            <p:cNvSpPr/>
            <p:nvPr/>
          </p:nvSpPr>
          <p:spPr>
            <a:xfrm>
              <a:off x="5159781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2" name="pg1782"/>
            <p:cNvSpPr/>
            <p:nvPr/>
          </p:nvSpPr>
          <p:spPr>
            <a:xfrm>
              <a:off x="5171419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3" name="pg1783"/>
            <p:cNvSpPr/>
            <p:nvPr/>
          </p:nvSpPr>
          <p:spPr>
            <a:xfrm>
              <a:off x="5183056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4" name="pg1784"/>
            <p:cNvSpPr/>
            <p:nvPr/>
          </p:nvSpPr>
          <p:spPr>
            <a:xfrm>
              <a:off x="5194693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5" name="pg1785"/>
            <p:cNvSpPr/>
            <p:nvPr/>
          </p:nvSpPr>
          <p:spPr>
            <a:xfrm>
              <a:off x="5206331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6" name="pg1786"/>
            <p:cNvSpPr/>
            <p:nvPr/>
          </p:nvSpPr>
          <p:spPr>
            <a:xfrm>
              <a:off x="5217968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7" name="pg1787"/>
            <p:cNvSpPr/>
            <p:nvPr/>
          </p:nvSpPr>
          <p:spPr>
            <a:xfrm>
              <a:off x="5055045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8" name="pg1788"/>
            <p:cNvSpPr/>
            <p:nvPr/>
          </p:nvSpPr>
          <p:spPr>
            <a:xfrm>
              <a:off x="5066683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9" name="pg1789"/>
            <p:cNvSpPr/>
            <p:nvPr/>
          </p:nvSpPr>
          <p:spPr>
            <a:xfrm>
              <a:off x="5078320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0" name="pg1790"/>
            <p:cNvSpPr/>
            <p:nvPr/>
          </p:nvSpPr>
          <p:spPr>
            <a:xfrm>
              <a:off x="5089957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1" name="pg1791"/>
            <p:cNvSpPr/>
            <p:nvPr/>
          </p:nvSpPr>
          <p:spPr>
            <a:xfrm>
              <a:off x="5101595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2" name="pg1792"/>
            <p:cNvSpPr/>
            <p:nvPr/>
          </p:nvSpPr>
          <p:spPr>
            <a:xfrm>
              <a:off x="5113232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3" name="pg1793"/>
            <p:cNvSpPr/>
            <p:nvPr/>
          </p:nvSpPr>
          <p:spPr>
            <a:xfrm>
              <a:off x="5124869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4" name="pg1794"/>
            <p:cNvSpPr/>
            <p:nvPr/>
          </p:nvSpPr>
          <p:spPr>
            <a:xfrm>
              <a:off x="5136507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5" name="pg1795"/>
            <p:cNvSpPr/>
            <p:nvPr/>
          </p:nvSpPr>
          <p:spPr>
            <a:xfrm>
              <a:off x="5148144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6" name="pg1796"/>
            <p:cNvSpPr/>
            <p:nvPr/>
          </p:nvSpPr>
          <p:spPr>
            <a:xfrm>
              <a:off x="5159781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7" name="pg1797"/>
            <p:cNvSpPr/>
            <p:nvPr/>
          </p:nvSpPr>
          <p:spPr>
            <a:xfrm>
              <a:off x="5171419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8" name="pg1798"/>
            <p:cNvSpPr/>
            <p:nvPr/>
          </p:nvSpPr>
          <p:spPr>
            <a:xfrm>
              <a:off x="5183056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9" name="pg1799"/>
            <p:cNvSpPr/>
            <p:nvPr/>
          </p:nvSpPr>
          <p:spPr>
            <a:xfrm>
              <a:off x="5194693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0" name="pg1800"/>
            <p:cNvSpPr/>
            <p:nvPr/>
          </p:nvSpPr>
          <p:spPr>
            <a:xfrm>
              <a:off x="5206331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1" name="pg1801"/>
            <p:cNvSpPr/>
            <p:nvPr/>
          </p:nvSpPr>
          <p:spPr>
            <a:xfrm>
              <a:off x="5217968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2" name="pg1802"/>
            <p:cNvSpPr/>
            <p:nvPr/>
          </p:nvSpPr>
          <p:spPr>
            <a:xfrm>
              <a:off x="502013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3" name="pg1803"/>
            <p:cNvSpPr/>
            <p:nvPr/>
          </p:nvSpPr>
          <p:spPr>
            <a:xfrm>
              <a:off x="503177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4" name="pg1804"/>
            <p:cNvSpPr/>
            <p:nvPr/>
          </p:nvSpPr>
          <p:spPr>
            <a:xfrm>
              <a:off x="5043408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5" name="pg1805"/>
            <p:cNvSpPr/>
            <p:nvPr/>
          </p:nvSpPr>
          <p:spPr>
            <a:xfrm>
              <a:off x="5055045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6" name="pg1806"/>
            <p:cNvSpPr/>
            <p:nvPr/>
          </p:nvSpPr>
          <p:spPr>
            <a:xfrm>
              <a:off x="506668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7" name="pg1807"/>
            <p:cNvSpPr/>
            <p:nvPr/>
          </p:nvSpPr>
          <p:spPr>
            <a:xfrm>
              <a:off x="5078320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8" name="pg1808"/>
            <p:cNvSpPr/>
            <p:nvPr/>
          </p:nvSpPr>
          <p:spPr>
            <a:xfrm>
              <a:off x="5089957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9" name="pg1809"/>
            <p:cNvSpPr/>
            <p:nvPr/>
          </p:nvSpPr>
          <p:spPr>
            <a:xfrm>
              <a:off x="5101595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0" name="pg1810"/>
            <p:cNvSpPr/>
            <p:nvPr/>
          </p:nvSpPr>
          <p:spPr>
            <a:xfrm>
              <a:off x="5113232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1" name="pg1811"/>
            <p:cNvSpPr/>
            <p:nvPr/>
          </p:nvSpPr>
          <p:spPr>
            <a:xfrm>
              <a:off x="5124869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2" name="pg1812"/>
            <p:cNvSpPr/>
            <p:nvPr/>
          </p:nvSpPr>
          <p:spPr>
            <a:xfrm>
              <a:off x="5136507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3" name="pg1813"/>
            <p:cNvSpPr/>
            <p:nvPr/>
          </p:nvSpPr>
          <p:spPr>
            <a:xfrm>
              <a:off x="5148144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4" name="pg1814"/>
            <p:cNvSpPr/>
            <p:nvPr/>
          </p:nvSpPr>
          <p:spPr>
            <a:xfrm>
              <a:off x="515978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5" name="pg1815"/>
            <p:cNvSpPr/>
            <p:nvPr/>
          </p:nvSpPr>
          <p:spPr>
            <a:xfrm>
              <a:off x="5171419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6" name="pg1816"/>
            <p:cNvSpPr/>
            <p:nvPr/>
          </p:nvSpPr>
          <p:spPr>
            <a:xfrm>
              <a:off x="5183056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7" name="pg1817"/>
            <p:cNvSpPr/>
            <p:nvPr/>
          </p:nvSpPr>
          <p:spPr>
            <a:xfrm>
              <a:off x="519469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8" name="pg1818"/>
            <p:cNvSpPr/>
            <p:nvPr/>
          </p:nvSpPr>
          <p:spPr>
            <a:xfrm>
              <a:off x="520633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9" name="pg1819"/>
            <p:cNvSpPr/>
            <p:nvPr/>
          </p:nvSpPr>
          <p:spPr>
            <a:xfrm>
              <a:off x="502013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0" name="pg1820"/>
            <p:cNvSpPr/>
            <p:nvPr/>
          </p:nvSpPr>
          <p:spPr>
            <a:xfrm>
              <a:off x="5031771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1" name="pg1821"/>
            <p:cNvSpPr/>
            <p:nvPr/>
          </p:nvSpPr>
          <p:spPr>
            <a:xfrm>
              <a:off x="5043408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2" name="pg1822"/>
            <p:cNvSpPr/>
            <p:nvPr/>
          </p:nvSpPr>
          <p:spPr>
            <a:xfrm>
              <a:off x="5055045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3" name="pg1823"/>
            <p:cNvSpPr/>
            <p:nvPr/>
          </p:nvSpPr>
          <p:spPr>
            <a:xfrm>
              <a:off x="506668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4" name="pg1824"/>
            <p:cNvSpPr/>
            <p:nvPr/>
          </p:nvSpPr>
          <p:spPr>
            <a:xfrm>
              <a:off x="5078320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5" name="pg1825"/>
            <p:cNvSpPr/>
            <p:nvPr/>
          </p:nvSpPr>
          <p:spPr>
            <a:xfrm>
              <a:off x="5089957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6" name="pg1826"/>
            <p:cNvSpPr/>
            <p:nvPr/>
          </p:nvSpPr>
          <p:spPr>
            <a:xfrm>
              <a:off x="5101595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7" name="pg1827"/>
            <p:cNvSpPr/>
            <p:nvPr/>
          </p:nvSpPr>
          <p:spPr>
            <a:xfrm>
              <a:off x="5113232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8" name="pg1828"/>
            <p:cNvSpPr/>
            <p:nvPr/>
          </p:nvSpPr>
          <p:spPr>
            <a:xfrm>
              <a:off x="5124869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9" name="pg1829"/>
            <p:cNvSpPr/>
            <p:nvPr/>
          </p:nvSpPr>
          <p:spPr>
            <a:xfrm>
              <a:off x="5136507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0" name="pg1830"/>
            <p:cNvSpPr/>
            <p:nvPr/>
          </p:nvSpPr>
          <p:spPr>
            <a:xfrm>
              <a:off x="5148144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4">
                <a:alpha val="100000"/>
              </a:srgbClr>
            </a:solidFill>
            <a:ln w="5420" cap="flat">
              <a:solidFill>
                <a:srgbClr val="9C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1" name="pg1831"/>
            <p:cNvSpPr/>
            <p:nvPr/>
          </p:nvSpPr>
          <p:spPr>
            <a:xfrm>
              <a:off x="5159781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2" name="pg1832"/>
            <p:cNvSpPr/>
            <p:nvPr/>
          </p:nvSpPr>
          <p:spPr>
            <a:xfrm>
              <a:off x="5171419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3" name="pg1833"/>
            <p:cNvSpPr/>
            <p:nvPr/>
          </p:nvSpPr>
          <p:spPr>
            <a:xfrm>
              <a:off x="5183056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4" name="pg1834"/>
            <p:cNvSpPr/>
            <p:nvPr/>
          </p:nvSpPr>
          <p:spPr>
            <a:xfrm>
              <a:off x="519469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5" name="pg1835"/>
            <p:cNvSpPr/>
            <p:nvPr/>
          </p:nvSpPr>
          <p:spPr>
            <a:xfrm>
              <a:off x="5020133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6" name="pg1836"/>
            <p:cNvSpPr/>
            <p:nvPr/>
          </p:nvSpPr>
          <p:spPr>
            <a:xfrm>
              <a:off x="5031771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7" name="pg1837"/>
            <p:cNvSpPr/>
            <p:nvPr/>
          </p:nvSpPr>
          <p:spPr>
            <a:xfrm>
              <a:off x="5043408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8" name="pg1838"/>
            <p:cNvSpPr/>
            <p:nvPr/>
          </p:nvSpPr>
          <p:spPr>
            <a:xfrm>
              <a:off x="5055045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9" name="pg1839"/>
            <p:cNvSpPr/>
            <p:nvPr/>
          </p:nvSpPr>
          <p:spPr>
            <a:xfrm>
              <a:off x="5066683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0" name="pg1840"/>
            <p:cNvSpPr/>
            <p:nvPr/>
          </p:nvSpPr>
          <p:spPr>
            <a:xfrm>
              <a:off x="5078320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1" name="pg1841"/>
            <p:cNvSpPr/>
            <p:nvPr/>
          </p:nvSpPr>
          <p:spPr>
            <a:xfrm>
              <a:off x="5089957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2" name="pg1842"/>
            <p:cNvSpPr/>
            <p:nvPr/>
          </p:nvSpPr>
          <p:spPr>
            <a:xfrm>
              <a:off x="5101595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3" name="pg1843"/>
            <p:cNvSpPr/>
            <p:nvPr/>
          </p:nvSpPr>
          <p:spPr>
            <a:xfrm>
              <a:off x="5113232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4" name="pg1844"/>
            <p:cNvSpPr/>
            <p:nvPr/>
          </p:nvSpPr>
          <p:spPr>
            <a:xfrm>
              <a:off x="5124869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5" name="pg1845"/>
            <p:cNvSpPr/>
            <p:nvPr/>
          </p:nvSpPr>
          <p:spPr>
            <a:xfrm>
              <a:off x="5136507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6" name="pg1846"/>
            <p:cNvSpPr/>
            <p:nvPr/>
          </p:nvSpPr>
          <p:spPr>
            <a:xfrm>
              <a:off x="5148144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7" name="pg1847"/>
            <p:cNvSpPr/>
            <p:nvPr/>
          </p:nvSpPr>
          <p:spPr>
            <a:xfrm>
              <a:off x="5159781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8" name="pg1848"/>
            <p:cNvSpPr/>
            <p:nvPr/>
          </p:nvSpPr>
          <p:spPr>
            <a:xfrm>
              <a:off x="5171419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9" name="pg1849"/>
            <p:cNvSpPr/>
            <p:nvPr/>
          </p:nvSpPr>
          <p:spPr>
            <a:xfrm>
              <a:off x="5183056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0" name="pg1850"/>
            <p:cNvSpPr/>
            <p:nvPr/>
          </p:nvSpPr>
          <p:spPr>
            <a:xfrm>
              <a:off x="5020133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1" name="pg1851"/>
            <p:cNvSpPr/>
            <p:nvPr/>
          </p:nvSpPr>
          <p:spPr>
            <a:xfrm>
              <a:off x="5031771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2" name="pg1852"/>
            <p:cNvSpPr/>
            <p:nvPr/>
          </p:nvSpPr>
          <p:spPr>
            <a:xfrm>
              <a:off x="5043408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3" name="pg1853"/>
            <p:cNvSpPr/>
            <p:nvPr/>
          </p:nvSpPr>
          <p:spPr>
            <a:xfrm>
              <a:off x="5055045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4" name="pg1854"/>
            <p:cNvSpPr/>
            <p:nvPr/>
          </p:nvSpPr>
          <p:spPr>
            <a:xfrm>
              <a:off x="5066683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5" name="pg1855"/>
            <p:cNvSpPr/>
            <p:nvPr/>
          </p:nvSpPr>
          <p:spPr>
            <a:xfrm>
              <a:off x="5078320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6" name="pg1856"/>
            <p:cNvSpPr/>
            <p:nvPr/>
          </p:nvSpPr>
          <p:spPr>
            <a:xfrm>
              <a:off x="5089957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4">
                <a:alpha val="100000"/>
              </a:srgbClr>
            </a:solidFill>
            <a:ln w="5420" cap="flat">
              <a:solidFill>
                <a:srgbClr val="99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7" name="pg1857"/>
            <p:cNvSpPr/>
            <p:nvPr/>
          </p:nvSpPr>
          <p:spPr>
            <a:xfrm>
              <a:off x="5101595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4">
                <a:alpha val="100000"/>
              </a:srgbClr>
            </a:solidFill>
            <a:ln w="5420" cap="flat">
              <a:solidFill>
                <a:srgbClr val="99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8" name="pg1858"/>
            <p:cNvSpPr/>
            <p:nvPr/>
          </p:nvSpPr>
          <p:spPr>
            <a:xfrm>
              <a:off x="5113232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9" name="pg1859"/>
            <p:cNvSpPr/>
            <p:nvPr/>
          </p:nvSpPr>
          <p:spPr>
            <a:xfrm>
              <a:off x="5124869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0" name="pg1860"/>
            <p:cNvSpPr/>
            <p:nvPr/>
          </p:nvSpPr>
          <p:spPr>
            <a:xfrm>
              <a:off x="5136507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1" name="pg1861"/>
            <p:cNvSpPr/>
            <p:nvPr/>
          </p:nvSpPr>
          <p:spPr>
            <a:xfrm>
              <a:off x="5148144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2" name="pg1862"/>
            <p:cNvSpPr/>
            <p:nvPr/>
          </p:nvSpPr>
          <p:spPr>
            <a:xfrm>
              <a:off x="5159781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3" name="pg1863"/>
            <p:cNvSpPr/>
            <p:nvPr/>
          </p:nvSpPr>
          <p:spPr>
            <a:xfrm>
              <a:off x="5171419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4" name="pg1864"/>
            <p:cNvSpPr/>
            <p:nvPr/>
          </p:nvSpPr>
          <p:spPr>
            <a:xfrm>
              <a:off x="5008496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5" name="pg1865"/>
            <p:cNvSpPr/>
            <p:nvPr/>
          </p:nvSpPr>
          <p:spPr>
            <a:xfrm>
              <a:off x="5020133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6" name="pg1866"/>
            <p:cNvSpPr/>
            <p:nvPr/>
          </p:nvSpPr>
          <p:spPr>
            <a:xfrm>
              <a:off x="5031771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7" name="pg1867"/>
            <p:cNvSpPr/>
            <p:nvPr/>
          </p:nvSpPr>
          <p:spPr>
            <a:xfrm>
              <a:off x="5043408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8" name="pg1868"/>
            <p:cNvSpPr/>
            <p:nvPr/>
          </p:nvSpPr>
          <p:spPr>
            <a:xfrm>
              <a:off x="5055045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9" name="pg1869"/>
            <p:cNvSpPr/>
            <p:nvPr/>
          </p:nvSpPr>
          <p:spPr>
            <a:xfrm>
              <a:off x="5066683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0" name="pg1870"/>
            <p:cNvSpPr/>
            <p:nvPr/>
          </p:nvSpPr>
          <p:spPr>
            <a:xfrm>
              <a:off x="5078320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1" name="pg1871"/>
            <p:cNvSpPr/>
            <p:nvPr/>
          </p:nvSpPr>
          <p:spPr>
            <a:xfrm>
              <a:off x="5089957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2" name="pg1872"/>
            <p:cNvSpPr/>
            <p:nvPr/>
          </p:nvSpPr>
          <p:spPr>
            <a:xfrm>
              <a:off x="5101595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3" name="pg1873"/>
            <p:cNvSpPr/>
            <p:nvPr/>
          </p:nvSpPr>
          <p:spPr>
            <a:xfrm>
              <a:off x="5113232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4" name="pg1874"/>
            <p:cNvSpPr/>
            <p:nvPr/>
          </p:nvSpPr>
          <p:spPr>
            <a:xfrm>
              <a:off x="5124869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5" name="pg1875"/>
            <p:cNvSpPr/>
            <p:nvPr/>
          </p:nvSpPr>
          <p:spPr>
            <a:xfrm>
              <a:off x="5136507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6" name="pg1876"/>
            <p:cNvSpPr/>
            <p:nvPr/>
          </p:nvSpPr>
          <p:spPr>
            <a:xfrm>
              <a:off x="5148144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7" name="pg1877"/>
            <p:cNvSpPr/>
            <p:nvPr/>
          </p:nvSpPr>
          <p:spPr>
            <a:xfrm>
              <a:off x="5008496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8" name="pg1878"/>
            <p:cNvSpPr/>
            <p:nvPr/>
          </p:nvSpPr>
          <p:spPr>
            <a:xfrm>
              <a:off x="5020133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9" name="pg1879"/>
            <p:cNvSpPr/>
            <p:nvPr/>
          </p:nvSpPr>
          <p:spPr>
            <a:xfrm>
              <a:off x="5031771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0" name="pg1880"/>
            <p:cNvSpPr/>
            <p:nvPr/>
          </p:nvSpPr>
          <p:spPr>
            <a:xfrm>
              <a:off x="5043408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1" name="pg1881"/>
            <p:cNvSpPr/>
            <p:nvPr/>
          </p:nvSpPr>
          <p:spPr>
            <a:xfrm>
              <a:off x="5055045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2" name="pg1882"/>
            <p:cNvSpPr/>
            <p:nvPr/>
          </p:nvSpPr>
          <p:spPr>
            <a:xfrm>
              <a:off x="5066683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3" name="pg1883"/>
            <p:cNvSpPr/>
            <p:nvPr/>
          </p:nvSpPr>
          <p:spPr>
            <a:xfrm>
              <a:off x="5078320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4" name="pg1884"/>
            <p:cNvSpPr/>
            <p:nvPr/>
          </p:nvSpPr>
          <p:spPr>
            <a:xfrm>
              <a:off x="5089957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5" name="pg1885"/>
            <p:cNvSpPr/>
            <p:nvPr/>
          </p:nvSpPr>
          <p:spPr>
            <a:xfrm>
              <a:off x="5101595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6" name="pg1886"/>
            <p:cNvSpPr/>
            <p:nvPr/>
          </p:nvSpPr>
          <p:spPr>
            <a:xfrm>
              <a:off x="5113232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7" name="pg1887"/>
            <p:cNvSpPr/>
            <p:nvPr/>
          </p:nvSpPr>
          <p:spPr>
            <a:xfrm>
              <a:off x="5124869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8" name="pg1888"/>
            <p:cNvSpPr/>
            <p:nvPr/>
          </p:nvSpPr>
          <p:spPr>
            <a:xfrm>
              <a:off x="5136507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9" name="pg1889"/>
            <p:cNvSpPr/>
            <p:nvPr/>
          </p:nvSpPr>
          <p:spPr>
            <a:xfrm>
              <a:off x="5008496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0" name="pg1890"/>
            <p:cNvSpPr/>
            <p:nvPr/>
          </p:nvSpPr>
          <p:spPr>
            <a:xfrm>
              <a:off x="5020133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1" name="pg1891"/>
            <p:cNvSpPr/>
            <p:nvPr/>
          </p:nvSpPr>
          <p:spPr>
            <a:xfrm>
              <a:off x="5031771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2" name="pg1892"/>
            <p:cNvSpPr/>
            <p:nvPr/>
          </p:nvSpPr>
          <p:spPr>
            <a:xfrm>
              <a:off x="5043408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3" name="pg1893"/>
            <p:cNvSpPr/>
            <p:nvPr/>
          </p:nvSpPr>
          <p:spPr>
            <a:xfrm>
              <a:off x="5055045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4" name="pg1894"/>
            <p:cNvSpPr/>
            <p:nvPr/>
          </p:nvSpPr>
          <p:spPr>
            <a:xfrm>
              <a:off x="5066683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5" name="pg1895"/>
            <p:cNvSpPr/>
            <p:nvPr/>
          </p:nvSpPr>
          <p:spPr>
            <a:xfrm>
              <a:off x="5078320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6" name="pg1896"/>
            <p:cNvSpPr/>
            <p:nvPr/>
          </p:nvSpPr>
          <p:spPr>
            <a:xfrm>
              <a:off x="5089957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7" name="pg1897"/>
            <p:cNvSpPr/>
            <p:nvPr/>
          </p:nvSpPr>
          <p:spPr>
            <a:xfrm>
              <a:off x="5101595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8" name="pg1898"/>
            <p:cNvSpPr/>
            <p:nvPr/>
          </p:nvSpPr>
          <p:spPr>
            <a:xfrm>
              <a:off x="5113232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9" name="pg1899"/>
            <p:cNvSpPr/>
            <p:nvPr/>
          </p:nvSpPr>
          <p:spPr>
            <a:xfrm>
              <a:off x="5124869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0" name="pg1900"/>
            <p:cNvSpPr/>
            <p:nvPr/>
          </p:nvSpPr>
          <p:spPr>
            <a:xfrm>
              <a:off x="4985221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1" name="pg1901"/>
            <p:cNvSpPr/>
            <p:nvPr/>
          </p:nvSpPr>
          <p:spPr>
            <a:xfrm>
              <a:off x="4996859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2" name="pg1902"/>
            <p:cNvSpPr/>
            <p:nvPr/>
          </p:nvSpPr>
          <p:spPr>
            <a:xfrm>
              <a:off x="5008496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3" name="pg1903"/>
            <p:cNvSpPr/>
            <p:nvPr/>
          </p:nvSpPr>
          <p:spPr>
            <a:xfrm>
              <a:off x="5020133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4" name="pg1904"/>
            <p:cNvSpPr/>
            <p:nvPr/>
          </p:nvSpPr>
          <p:spPr>
            <a:xfrm>
              <a:off x="5031771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5" name="pg1905"/>
            <p:cNvSpPr/>
            <p:nvPr/>
          </p:nvSpPr>
          <p:spPr>
            <a:xfrm>
              <a:off x="5043408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6" name="pg1906"/>
            <p:cNvSpPr/>
            <p:nvPr/>
          </p:nvSpPr>
          <p:spPr>
            <a:xfrm>
              <a:off x="5055045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7" name="pg1907"/>
            <p:cNvSpPr/>
            <p:nvPr/>
          </p:nvSpPr>
          <p:spPr>
            <a:xfrm>
              <a:off x="5066683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8" name="pg1908"/>
            <p:cNvSpPr/>
            <p:nvPr/>
          </p:nvSpPr>
          <p:spPr>
            <a:xfrm>
              <a:off x="5078320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9" name="pg1909"/>
            <p:cNvSpPr/>
            <p:nvPr/>
          </p:nvSpPr>
          <p:spPr>
            <a:xfrm>
              <a:off x="5089957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0" name="pg1910"/>
            <p:cNvSpPr/>
            <p:nvPr/>
          </p:nvSpPr>
          <p:spPr>
            <a:xfrm>
              <a:off x="5101595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1" name="pg1911"/>
            <p:cNvSpPr/>
            <p:nvPr/>
          </p:nvSpPr>
          <p:spPr>
            <a:xfrm>
              <a:off x="5113232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2" name="pg1912"/>
            <p:cNvSpPr/>
            <p:nvPr/>
          </p:nvSpPr>
          <p:spPr>
            <a:xfrm>
              <a:off x="5124869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3" name="pg1913"/>
            <p:cNvSpPr/>
            <p:nvPr/>
          </p:nvSpPr>
          <p:spPr>
            <a:xfrm>
              <a:off x="4973584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4" name="pg1914"/>
            <p:cNvSpPr/>
            <p:nvPr/>
          </p:nvSpPr>
          <p:spPr>
            <a:xfrm>
              <a:off x="4985221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5" name="pg1915"/>
            <p:cNvSpPr/>
            <p:nvPr/>
          </p:nvSpPr>
          <p:spPr>
            <a:xfrm>
              <a:off x="4996859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6" name="pg1916"/>
            <p:cNvSpPr/>
            <p:nvPr/>
          </p:nvSpPr>
          <p:spPr>
            <a:xfrm>
              <a:off x="5008496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7" name="pg1917"/>
            <p:cNvSpPr/>
            <p:nvPr/>
          </p:nvSpPr>
          <p:spPr>
            <a:xfrm>
              <a:off x="5020133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8" name="pg1918"/>
            <p:cNvSpPr/>
            <p:nvPr/>
          </p:nvSpPr>
          <p:spPr>
            <a:xfrm>
              <a:off x="5031771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9" name="pg1919"/>
            <p:cNvSpPr/>
            <p:nvPr/>
          </p:nvSpPr>
          <p:spPr>
            <a:xfrm>
              <a:off x="5043408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0" name="pg1920"/>
            <p:cNvSpPr/>
            <p:nvPr/>
          </p:nvSpPr>
          <p:spPr>
            <a:xfrm>
              <a:off x="5055045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1" name="pg1921"/>
            <p:cNvSpPr/>
            <p:nvPr/>
          </p:nvSpPr>
          <p:spPr>
            <a:xfrm>
              <a:off x="5066683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2" name="pg1922"/>
            <p:cNvSpPr/>
            <p:nvPr/>
          </p:nvSpPr>
          <p:spPr>
            <a:xfrm>
              <a:off x="5078320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3" name="pg1923"/>
            <p:cNvSpPr/>
            <p:nvPr/>
          </p:nvSpPr>
          <p:spPr>
            <a:xfrm>
              <a:off x="5089957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4" name="pg1924"/>
            <p:cNvSpPr/>
            <p:nvPr/>
          </p:nvSpPr>
          <p:spPr>
            <a:xfrm>
              <a:off x="5101595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5" name="pg1925"/>
            <p:cNvSpPr/>
            <p:nvPr/>
          </p:nvSpPr>
          <p:spPr>
            <a:xfrm>
              <a:off x="5113232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6" name="pg1926"/>
            <p:cNvSpPr/>
            <p:nvPr/>
          </p:nvSpPr>
          <p:spPr>
            <a:xfrm>
              <a:off x="5124869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7" name="pg1927"/>
            <p:cNvSpPr/>
            <p:nvPr/>
          </p:nvSpPr>
          <p:spPr>
            <a:xfrm>
              <a:off x="4973584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8" name="pg1928"/>
            <p:cNvSpPr/>
            <p:nvPr/>
          </p:nvSpPr>
          <p:spPr>
            <a:xfrm>
              <a:off x="4985221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9" name="pg1929"/>
            <p:cNvSpPr/>
            <p:nvPr/>
          </p:nvSpPr>
          <p:spPr>
            <a:xfrm>
              <a:off x="4996859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0" name="pg1930"/>
            <p:cNvSpPr/>
            <p:nvPr/>
          </p:nvSpPr>
          <p:spPr>
            <a:xfrm>
              <a:off x="5008496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1" name="pg1931"/>
            <p:cNvSpPr/>
            <p:nvPr/>
          </p:nvSpPr>
          <p:spPr>
            <a:xfrm>
              <a:off x="5020133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2" name="pg1932"/>
            <p:cNvSpPr/>
            <p:nvPr/>
          </p:nvSpPr>
          <p:spPr>
            <a:xfrm>
              <a:off x="5031771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3" name="pg1933"/>
            <p:cNvSpPr/>
            <p:nvPr/>
          </p:nvSpPr>
          <p:spPr>
            <a:xfrm>
              <a:off x="5043408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4" name="pg1934"/>
            <p:cNvSpPr/>
            <p:nvPr/>
          </p:nvSpPr>
          <p:spPr>
            <a:xfrm>
              <a:off x="5055045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5" name="pg1935"/>
            <p:cNvSpPr/>
            <p:nvPr/>
          </p:nvSpPr>
          <p:spPr>
            <a:xfrm>
              <a:off x="5066683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6" name="pg1936"/>
            <p:cNvSpPr/>
            <p:nvPr/>
          </p:nvSpPr>
          <p:spPr>
            <a:xfrm>
              <a:off x="5078320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7" name="pg1937"/>
            <p:cNvSpPr/>
            <p:nvPr/>
          </p:nvSpPr>
          <p:spPr>
            <a:xfrm>
              <a:off x="5089957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8" name="pg1938"/>
            <p:cNvSpPr/>
            <p:nvPr/>
          </p:nvSpPr>
          <p:spPr>
            <a:xfrm>
              <a:off x="5101595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9" name="pg1939"/>
            <p:cNvSpPr/>
            <p:nvPr/>
          </p:nvSpPr>
          <p:spPr>
            <a:xfrm>
              <a:off x="5113232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0" name="pg1940"/>
            <p:cNvSpPr/>
            <p:nvPr/>
          </p:nvSpPr>
          <p:spPr>
            <a:xfrm>
              <a:off x="4961947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1" name="pg1941"/>
            <p:cNvSpPr/>
            <p:nvPr/>
          </p:nvSpPr>
          <p:spPr>
            <a:xfrm>
              <a:off x="4973584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2" name="pg1942"/>
            <p:cNvSpPr/>
            <p:nvPr/>
          </p:nvSpPr>
          <p:spPr>
            <a:xfrm>
              <a:off x="4985221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3" name="pg1943"/>
            <p:cNvSpPr/>
            <p:nvPr/>
          </p:nvSpPr>
          <p:spPr>
            <a:xfrm>
              <a:off x="4996859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4" name="pg1944"/>
            <p:cNvSpPr/>
            <p:nvPr/>
          </p:nvSpPr>
          <p:spPr>
            <a:xfrm>
              <a:off x="5008496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5" name="pg1945"/>
            <p:cNvSpPr/>
            <p:nvPr/>
          </p:nvSpPr>
          <p:spPr>
            <a:xfrm>
              <a:off x="5020133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6" name="pg1946"/>
            <p:cNvSpPr/>
            <p:nvPr/>
          </p:nvSpPr>
          <p:spPr>
            <a:xfrm>
              <a:off x="5031771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7" name="pg1947"/>
            <p:cNvSpPr/>
            <p:nvPr/>
          </p:nvSpPr>
          <p:spPr>
            <a:xfrm>
              <a:off x="5043408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8" name="pg1948"/>
            <p:cNvSpPr/>
            <p:nvPr/>
          </p:nvSpPr>
          <p:spPr>
            <a:xfrm>
              <a:off x="5055045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9" name="pg1949"/>
            <p:cNvSpPr/>
            <p:nvPr/>
          </p:nvSpPr>
          <p:spPr>
            <a:xfrm>
              <a:off x="5066683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0" name="pg1950"/>
            <p:cNvSpPr/>
            <p:nvPr/>
          </p:nvSpPr>
          <p:spPr>
            <a:xfrm>
              <a:off x="5078320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1" name="pg1951"/>
            <p:cNvSpPr/>
            <p:nvPr/>
          </p:nvSpPr>
          <p:spPr>
            <a:xfrm>
              <a:off x="5089957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2" name="pg1952"/>
            <p:cNvSpPr/>
            <p:nvPr/>
          </p:nvSpPr>
          <p:spPr>
            <a:xfrm>
              <a:off x="5101595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3" name="pg1953"/>
            <p:cNvSpPr/>
            <p:nvPr/>
          </p:nvSpPr>
          <p:spPr>
            <a:xfrm>
              <a:off x="4950309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4" name="pg1954"/>
            <p:cNvSpPr/>
            <p:nvPr/>
          </p:nvSpPr>
          <p:spPr>
            <a:xfrm>
              <a:off x="4961947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5" name="pg1955"/>
            <p:cNvSpPr/>
            <p:nvPr/>
          </p:nvSpPr>
          <p:spPr>
            <a:xfrm>
              <a:off x="4973584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4">
                <a:alpha val="100000"/>
              </a:srgbClr>
            </a:solidFill>
            <a:ln w="5420" cap="flat">
              <a:solidFill>
                <a:srgbClr val="9C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6" name="pg1956"/>
            <p:cNvSpPr/>
            <p:nvPr/>
          </p:nvSpPr>
          <p:spPr>
            <a:xfrm>
              <a:off x="4985221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7" name="pg1957"/>
            <p:cNvSpPr/>
            <p:nvPr/>
          </p:nvSpPr>
          <p:spPr>
            <a:xfrm>
              <a:off x="4996859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8" name="pg1958"/>
            <p:cNvSpPr/>
            <p:nvPr/>
          </p:nvSpPr>
          <p:spPr>
            <a:xfrm>
              <a:off x="5008496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9" name="pg1959"/>
            <p:cNvSpPr/>
            <p:nvPr/>
          </p:nvSpPr>
          <p:spPr>
            <a:xfrm>
              <a:off x="5020133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4">
                <a:alpha val="100000"/>
              </a:srgbClr>
            </a:solidFill>
            <a:ln w="5420" cap="flat">
              <a:solidFill>
                <a:srgbClr val="99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0" name="pg1960"/>
            <p:cNvSpPr/>
            <p:nvPr/>
          </p:nvSpPr>
          <p:spPr>
            <a:xfrm>
              <a:off x="5031771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1" name="pg1961"/>
            <p:cNvSpPr/>
            <p:nvPr/>
          </p:nvSpPr>
          <p:spPr>
            <a:xfrm>
              <a:off x="5043408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2" name="pg1962"/>
            <p:cNvSpPr/>
            <p:nvPr/>
          </p:nvSpPr>
          <p:spPr>
            <a:xfrm>
              <a:off x="5055045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3" name="pg1963"/>
            <p:cNvSpPr/>
            <p:nvPr/>
          </p:nvSpPr>
          <p:spPr>
            <a:xfrm>
              <a:off x="5066683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4" name="pg1964"/>
            <p:cNvSpPr/>
            <p:nvPr/>
          </p:nvSpPr>
          <p:spPr>
            <a:xfrm>
              <a:off x="5078320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5" name="pg1965"/>
            <p:cNvSpPr/>
            <p:nvPr/>
          </p:nvSpPr>
          <p:spPr>
            <a:xfrm>
              <a:off x="4927035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6" name="pg1966"/>
            <p:cNvSpPr/>
            <p:nvPr/>
          </p:nvSpPr>
          <p:spPr>
            <a:xfrm>
              <a:off x="4938672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7" name="pg1967"/>
            <p:cNvSpPr/>
            <p:nvPr/>
          </p:nvSpPr>
          <p:spPr>
            <a:xfrm>
              <a:off x="4950309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8" name="pg1968"/>
            <p:cNvSpPr/>
            <p:nvPr/>
          </p:nvSpPr>
          <p:spPr>
            <a:xfrm>
              <a:off x="4961947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9" name="pg1969"/>
            <p:cNvSpPr/>
            <p:nvPr/>
          </p:nvSpPr>
          <p:spPr>
            <a:xfrm>
              <a:off x="4973584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0" name="pg1970"/>
            <p:cNvSpPr/>
            <p:nvPr/>
          </p:nvSpPr>
          <p:spPr>
            <a:xfrm>
              <a:off x="4985221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1" name="pg1971"/>
            <p:cNvSpPr/>
            <p:nvPr/>
          </p:nvSpPr>
          <p:spPr>
            <a:xfrm>
              <a:off x="4996859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2" name="pg1972"/>
            <p:cNvSpPr/>
            <p:nvPr/>
          </p:nvSpPr>
          <p:spPr>
            <a:xfrm>
              <a:off x="5008496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3" name="pg1973"/>
            <p:cNvSpPr/>
            <p:nvPr/>
          </p:nvSpPr>
          <p:spPr>
            <a:xfrm>
              <a:off x="5020133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4" name="pg1974"/>
            <p:cNvSpPr/>
            <p:nvPr/>
          </p:nvSpPr>
          <p:spPr>
            <a:xfrm>
              <a:off x="4915397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5" name="pg1975"/>
            <p:cNvSpPr/>
            <p:nvPr/>
          </p:nvSpPr>
          <p:spPr>
            <a:xfrm>
              <a:off x="4927035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6" name="pg1976"/>
            <p:cNvSpPr/>
            <p:nvPr/>
          </p:nvSpPr>
          <p:spPr>
            <a:xfrm>
              <a:off x="4938672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7" name="pg1977"/>
            <p:cNvSpPr/>
            <p:nvPr/>
          </p:nvSpPr>
          <p:spPr>
            <a:xfrm>
              <a:off x="4950309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8" name="pg1978"/>
            <p:cNvSpPr/>
            <p:nvPr/>
          </p:nvSpPr>
          <p:spPr>
            <a:xfrm>
              <a:off x="4961947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9" name="pg1979"/>
            <p:cNvSpPr/>
            <p:nvPr/>
          </p:nvSpPr>
          <p:spPr>
            <a:xfrm>
              <a:off x="4973584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0" name="pg1980"/>
            <p:cNvSpPr/>
            <p:nvPr/>
          </p:nvSpPr>
          <p:spPr>
            <a:xfrm>
              <a:off x="4985221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1" name="pg1981"/>
            <p:cNvSpPr/>
            <p:nvPr/>
          </p:nvSpPr>
          <p:spPr>
            <a:xfrm>
              <a:off x="4996859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2" name="pg1982"/>
            <p:cNvSpPr/>
            <p:nvPr/>
          </p:nvSpPr>
          <p:spPr>
            <a:xfrm>
              <a:off x="4892123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3" name="pg1983"/>
            <p:cNvSpPr/>
            <p:nvPr/>
          </p:nvSpPr>
          <p:spPr>
            <a:xfrm>
              <a:off x="4903760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4" name="pg1984"/>
            <p:cNvSpPr/>
            <p:nvPr/>
          </p:nvSpPr>
          <p:spPr>
            <a:xfrm>
              <a:off x="4915397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5" name="pg1985"/>
            <p:cNvSpPr/>
            <p:nvPr/>
          </p:nvSpPr>
          <p:spPr>
            <a:xfrm>
              <a:off x="4927035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6" name="pg1986"/>
            <p:cNvSpPr/>
            <p:nvPr/>
          </p:nvSpPr>
          <p:spPr>
            <a:xfrm>
              <a:off x="4938672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7" name="pg1987"/>
            <p:cNvSpPr/>
            <p:nvPr/>
          </p:nvSpPr>
          <p:spPr>
            <a:xfrm>
              <a:off x="4950309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8" name="pg1988"/>
            <p:cNvSpPr/>
            <p:nvPr/>
          </p:nvSpPr>
          <p:spPr>
            <a:xfrm>
              <a:off x="4961947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9" name="pg1989"/>
            <p:cNvSpPr/>
            <p:nvPr/>
          </p:nvSpPr>
          <p:spPr>
            <a:xfrm>
              <a:off x="4973584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0" name="pg1990"/>
            <p:cNvSpPr/>
            <p:nvPr/>
          </p:nvSpPr>
          <p:spPr>
            <a:xfrm>
              <a:off x="4985221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1" name="pg1991"/>
            <p:cNvSpPr/>
            <p:nvPr/>
          </p:nvSpPr>
          <p:spPr>
            <a:xfrm>
              <a:off x="4857211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2" name="pg1992"/>
            <p:cNvSpPr/>
            <p:nvPr/>
          </p:nvSpPr>
          <p:spPr>
            <a:xfrm>
              <a:off x="4868848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DC0">
                <a:alpha val="100000"/>
              </a:srgbClr>
            </a:solidFill>
            <a:ln w="5420" cap="flat">
              <a:solidFill>
                <a:srgbClr val="92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3" name="pg1993"/>
            <p:cNvSpPr/>
            <p:nvPr/>
          </p:nvSpPr>
          <p:spPr>
            <a:xfrm>
              <a:off x="4880485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4" name="pg1994"/>
            <p:cNvSpPr/>
            <p:nvPr/>
          </p:nvSpPr>
          <p:spPr>
            <a:xfrm>
              <a:off x="4892123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5" name="pg1995"/>
            <p:cNvSpPr/>
            <p:nvPr/>
          </p:nvSpPr>
          <p:spPr>
            <a:xfrm>
              <a:off x="4903760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6" name="pg1996"/>
            <p:cNvSpPr/>
            <p:nvPr/>
          </p:nvSpPr>
          <p:spPr>
            <a:xfrm>
              <a:off x="4915397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7" name="pg1997"/>
            <p:cNvSpPr/>
            <p:nvPr/>
          </p:nvSpPr>
          <p:spPr>
            <a:xfrm>
              <a:off x="4927035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8" name="pg1998"/>
            <p:cNvSpPr/>
            <p:nvPr/>
          </p:nvSpPr>
          <p:spPr>
            <a:xfrm>
              <a:off x="4938672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9" name="pg1999"/>
            <p:cNvSpPr/>
            <p:nvPr/>
          </p:nvSpPr>
          <p:spPr>
            <a:xfrm>
              <a:off x="4950309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0" name="pg2000"/>
            <p:cNvSpPr/>
            <p:nvPr/>
          </p:nvSpPr>
          <p:spPr>
            <a:xfrm>
              <a:off x="4961947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1" name="pg2001"/>
            <p:cNvSpPr/>
            <p:nvPr/>
          </p:nvSpPr>
          <p:spPr>
            <a:xfrm>
              <a:off x="4973584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2" name="pg2002"/>
            <p:cNvSpPr/>
            <p:nvPr/>
          </p:nvSpPr>
          <p:spPr>
            <a:xfrm>
              <a:off x="4833936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3" name="pg2003"/>
            <p:cNvSpPr/>
            <p:nvPr/>
          </p:nvSpPr>
          <p:spPr>
            <a:xfrm>
              <a:off x="4845573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4" name="pg2004"/>
            <p:cNvSpPr/>
            <p:nvPr/>
          </p:nvSpPr>
          <p:spPr>
            <a:xfrm>
              <a:off x="4857211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5" name="pg2005"/>
            <p:cNvSpPr/>
            <p:nvPr/>
          </p:nvSpPr>
          <p:spPr>
            <a:xfrm>
              <a:off x="4868848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6" name="pg2006"/>
            <p:cNvSpPr/>
            <p:nvPr/>
          </p:nvSpPr>
          <p:spPr>
            <a:xfrm>
              <a:off x="4880485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7" name="pg2007"/>
            <p:cNvSpPr/>
            <p:nvPr/>
          </p:nvSpPr>
          <p:spPr>
            <a:xfrm>
              <a:off x="4892123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8" name="pg2008"/>
            <p:cNvSpPr/>
            <p:nvPr/>
          </p:nvSpPr>
          <p:spPr>
            <a:xfrm>
              <a:off x="4903760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9" name="pg2009"/>
            <p:cNvSpPr/>
            <p:nvPr/>
          </p:nvSpPr>
          <p:spPr>
            <a:xfrm>
              <a:off x="4915397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0" name="pg2010"/>
            <p:cNvSpPr/>
            <p:nvPr/>
          </p:nvSpPr>
          <p:spPr>
            <a:xfrm>
              <a:off x="4927035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1" name="pg2011"/>
            <p:cNvSpPr/>
            <p:nvPr/>
          </p:nvSpPr>
          <p:spPr>
            <a:xfrm>
              <a:off x="4938672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2" name="pg2012"/>
            <p:cNvSpPr/>
            <p:nvPr/>
          </p:nvSpPr>
          <p:spPr>
            <a:xfrm>
              <a:off x="4950309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3" name="pg2013"/>
            <p:cNvSpPr/>
            <p:nvPr/>
          </p:nvSpPr>
          <p:spPr>
            <a:xfrm>
              <a:off x="4961947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4" name="pg2014"/>
            <p:cNvSpPr/>
            <p:nvPr/>
          </p:nvSpPr>
          <p:spPr>
            <a:xfrm>
              <a:off x="4822299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5" name="pg2015"/>
            <p:cNvSpPr/>
            <p:nvPr/>
          </p:nvSpPr>
          <p:spPr>
            <a:xfrm>
              <a:off x="4833936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6" name="pg2016"/>
            <p:cNvSpPr/>
            <p:nvPr/>
          </p:nvSpPr>
          <p:spPr>
            <a:xfrm>
              <a:off x="4845573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7" name="pg2017"/>
            <p:cNvSpPr/>
            <p:nvPr/>
          </p:nvSpPr>
          <p:spPr>
            <a:xfrm>
              <a:off x="4857211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8" name="pg2018"/>
            <p:cNvSpPr/>
            <p:nvPr/>
          </p:nvSpPr>
          <p:spPr>
            <a:xfrm>
              <a:off x="4868848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9" name="pg2019"/>
            <p:cNvSpPr/>
            <p:nvPr/>
          </p:nvSpPr>
          <p:spPr>
            <a:xfrm>
              <a:off x="4880485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0" name="pg2020"/>
            <p:cNvSpPr/>
            <p:nvPr/>
          </p:nvSpPr>
          <p:spPr>
            <a:xfrm>
              <a:off x="4892123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1" name="pg2021"/>
            <p:cNvSpPr/>
            <p:nvPr/>
          </p:nvSpPr>
          <p:spPr>
            <a:xfrm>
              <a:off x="4903760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2" name="pg2022"/>
            <p:cNvSpPr/>
            <p:nvPr/>
          </p:nvSpPr>
          <p:spPr>
            <a:xfrm>
              <a:off x="4915397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3" name="pg2023"/>
            <p:cNvSpPr/>
            <p:nvPr/>
          </p:nvSpPr>
          <p:spPr>
            <a:xfrm>
              <a:off x="4927035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4" name="pg2024"/>
            <p:cNvSpPr/>
            <p:nvPr/>
          </p:nvSpPr>
          <p:spPr>
            <a:xfrm>
              <a:off x="4938672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5" name="pg2025"/>
            <p:cNvSpPr/>
            <p:nvPr/>
          </p:nvSpPr>
          <p:spPr>
            <a:xfrm>
              <a:off x="4950309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6" name="pg2026"/>
            <p:cNvSpPr/>
            <p:nvPr/>
          </p:nvSpPr>
          <p:spPr>
            <a:xfrm>
              <a:off x="4961947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7" name="pg2027"/>
            <p:cNvSpPr/>
            <p:nvPr/>
          </p:nvSpPr>
          <p:spPr>
            <a:xfrm>
              <a:off x="4810661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8" name="pg2028"/>
            <p:cNvSpPr/>
            <p:nvPr/>
          </p:nvSpPr>
          <p:spPr>
            <a:xfrm>
              <a:off x="4822299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9" name="pg2029"/>
            <p:cNvSpPr/>
            <p:nvPr/>
          </p:nvSpPr>
          <p:spPr>
            <a:xfrm>
              <a:off x="4833936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0" name="pg2030"/>
            <p:cNvSpPr/>
            <p:nvPr/>
          </p:nvSpPr>
          <p:spPr>
            <a:xfrm>
              <a:off x="4845573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1" name="pg2031"/>
            <p:cNvSpPr/>
            <p:nvPr/>
          </p:nvSpPr>
          <p:spPr>
            <a:xfrm>
              <a:off x="4857211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2" name="pg2032"/>
            <p:cNvSpPr/>
            <p:nvPr/>
          </p:nvSpPr>
          <p:spPr>
            <a:xfrm>
              <a:off x="4868848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3" name="pg2033"/>
            <p:cNvSpPr/>
            <p:nvPr/>
          </p:nvSpPr>
          <p:spPr>
            <a:xfrm>
              <a:off x="4880485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4" name="pg2034"/>
            <p:cNvSpPr/>
            <p:nvPr/>
          </p:nvSpPr>
          <p:spPr>
            <a:xfrm>
              <a:off x="4892123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5" name="pg2035"/>
            <p:cNvSpPr/>
            <p:nvPr/>
          </p:nvSpPr>
          <p:spPr>
            <a:xfrm>
              <a:off x="4903760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6" name="pg2036"/>
            <p:cNvSpPr/>
            <p:nvPr/>
          </p:nvSpPr>
          <p:spPr>
            <a:xfrm>
              <a:off x="4915397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7" name="pg2037"/>
            <p:cNvSpPr/>
            <p:nvPr/>
          </p:nvSpPr>
          <p:spPr>
            <a:xfrm>
              <a:off x="4927035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8" name="pg2038"/>
            <p:cNvSpPr/>
            <p:nvPr/>
          </p:nvSpPr>
          <p:spPr>
            <a:xfrm>
              <a:off x="4938672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9" name="pg2039"/>
            <p:cNvSpPr/>
            <p:nvPr/>
          </p:nvSpPr>
          <p:spPr>
            <a:xfrm>
              <a:off x="4950309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0" name="pg2040"/>
            <p:cNvSpPr/>
            <p:nvPr/>
          </p:nvSpPr>
          <p:spPr>
            <a:xfrm>
              <a:off x="4799024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1" name="pg2041"/>
            <p:cNvSpPr/>
            <p:nvPr/>
          </p:nvSpPr>
          <p:spPr>
            <a:xfrm>
              <a:off x="4810661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2" name="pg2042"/>
            <p:cNvSpPr/>
            <p:nvPr/>
          </p:nvSpPr>
          <p:spPr>
            <a:xfrm>
              <a:off x="4822299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3" name="pg2043"/>
            <p:cNvSpPr/>
            <p:nvPr/>
          </p:nvSpPr>
          <p:spPr>
            <a:xfrm>
              <a:off x="4833936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4" name="pg2044"/>
            <p:cNvSpPr/>
            <p:nvPr/>
          </p:nvSpPr>
          <p:spPr>
            <a:xfrm>
              <a:off x="4845573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5" name="pg2045"/>
            <p:cNvSpPr/>
            <p:nvPr/>
          </p:nvSpPr>
          <p:spPr>
            <a:xfrm>
              <a:off x="4857211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6" name="pg2046"/>
            <p:cNvSpPr/>
            <p:nvPr/>
          </p:nvSpPr>
          <p:spPr>
            <a:xfrm>
              <a:off x="4868848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7" name="pg2047"/>
            <p:cNvSpPr/>
            <p:nvPr/>
          </p:nvSpPr>
          <p:spPr>
            <a:xfrm>
              <a:off x="4787387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8" name="pg2048"/>
            <p:cNvSpPr/>
            <p:nvPr/>
          </p:nvSpPr>
          <p:spPr>
            <a:xfrm>
              <a:off x="4799024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9" name="pg2049"/>
            <p:cNvSpPr/>
            <p:nvPr/>
          </p:nvSpPr>
          <p:spPr>
            <a:xfrm>
              <a:off x="4810661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0" name="pg2050"/>
            <p:cNvSpPr/>
            <p:nvPr/>
          </p:nvSpPr>
          <p:spPr>
            <a:xfrm>
              <a:off x="4822299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1" name="pg2051"/>
            <p:cNvSpPr/>
            <p:nvPr/>
          </p:nvSpPr>
          <p:spPr>
            <a:xfrm>
              <a:off x="4833936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2" name="pg2052"/>
            <p:cNvSpPr/>
            <p:nvPr/>
          </p:nvSpPr>
          <p:spPr>
            <a:xfrm>
              <a:off x="4845573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3" name="pg2053"/>
            <p:cNvSpPr/>
            <p:nvPr/>
          </p:nvSpPr>
          <p:spPr>
            <a:xfrm>
              <a:off x="4857211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4" name="pg2054"/>
            <p:cNvSpPr/>
            <p:nvPr/>
          </p:nvSpPr>
          <p:spPr>
            <a:xfrm>
              <a:off x="4775749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5" name="pg2055"/>
            <p:cNvSpPr/>
            <p:nvPr/>
          </p:nvSpPr>
          <p:spPr>
            <a:xfrm>
              <a:off x="4787387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6" name="pg2056"/>
            <p:cNvSpPr/>
            <p:nvPr/>
          </p:nvSpPr>
          <p:spPr>
            <a:xfrm>
              <a:off x="4799024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7" name="pg2057"/>
            <p:cNvSpPr/>
            <p:nvPr/>
          </p:nvSpPr>
          <p:spPr>
            <a:xfrm>
              <a:off x="4810661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8" name="pg2058"/>
            <p:cNvSpPr/>
            <p:nvPr/>
          </p:nvSpPr>
          <p:spPr>
            <a:xfrm>
              <a:off x="4822299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9" name="pg2059"/>
            <p:cNvSpPr/>
            <p:nvPr/>
          </p:nvSpPr>
          <p:spPr>
            <a:xfrm>
              <a:off x="4833936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0" name="pg2060"/>
            <p:cNvSpPr/>
            <p:nvPr/>
          </p:nvSpPr>
          <p:spPr>
            <a:xfrm>
              <a:off x="4845573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1" name="pg2061"/>
            <p:cNvSpPr/>
            <p:nvPr/>
          </p:nvSpPr>
          <p:spPr>
            <a:xfrm>
              <a:off x="4775749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2" name="pg2062"/>
            <p:cNvSpPr/>
            <p:nvPr/>
          </p:nvSpPr>
          <p:spPr>
            <a:xfrm>
              <a:off x="4787387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3" name="pg2063"/>
            <p:cNvSpPr/>
            <p:nvPr/>
          </p:nvSpPr>
          <p:spPr>
            <a:xfrm>
              <a:off x="4799024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4" name="pg2064"/>
            <p:cNvSpPr/>
            <p:nvPr/>
          </p:nvSpPr>
          <p:spPr>
            <a:xfrm>
              <a:off x="4810661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5" name="pg2065"/>
            <p:cNvSpPr/>
            <p:nvPr/>
          </p:nvSpPr>
          <p:spPr>
            <a:xfrm>
              <a:off x="4822299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6" name="pg2066"/>
            <p:cNvSpPr/>
            <p:nvPr/>
          </p:nvSpPr>
          <p:spPr>
            <a:xfrm>
              <a:off x="4833936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7" name="pg2067"/>
            <p:cNvSpPr/>
            <p:nvPr/>
          </p:nvSpPr>
          <p:spPr>
            <a:xfrm>
              <a:off x="4752475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8" name="pg2068"/>
            <p:cNvSpPr/>
            <p:nvPr/>
          </p:nvSpPr>
          <p:spPr>
            <a:xfrm>
              <a:off x="4764112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9" name="pg2069"/>
            <p:cNvSpPr/>
            <p:nvPr/>
          </p:nvSpPr>
          <p:spPr>
            <a:xfrm>
              <a:off x="4775749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0" name="pg2070"/>
            <p:cNvSpPr/>
            <p:nvPr/>
          </p:nvSpPr>
          <p:spPr>
            <a:xfrm>
              <a:off x="4787387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1" name="pg2071"/>
            <p:cNvSpPr/>
            <p:nvPr/>
          </p:nvSpPr>
          <p:spPr>
            <a:xfrm>
              <a:off x="4799024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2" name="pg2072"/>
            <p:cNvSpPr/>
            <p:nvPr/>
          </p:nvSpPr>
          <p:spPr>
            <a:xfrm>
              <a:off x="4810661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3" name="pg2073"/>
            <p:cNvSpPr/>
            <p:nvPr/>
          </p:nvSpPr>
          <p:spPr>
            <a:xfrm>
              <a:off x="4822299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4" name="pg2074"/>
            <p:cNvSpPr/>
            <p:nvPr/>
          </p:nvSpPr>
          <p:spPr>
            <a:xfrm>
              <a:off x="4740837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5" name="pg2075"/>
            <p:cNvSpPr/>
            <p:nvPr/>
          </p:nvSpPr>
          <p:spPr>
            <a:xfrm>
              <a:off x="4752475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6" name="pg2076"/>
            <p:cNvSpPr/>
            <p:nvPr/>
          </p:nvSpPr>
          <p:spPr>
            <a:xfrm>
              <a:off x="4764112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7" name="pg2077"/>
            <p:cNvSpPr/>
            <p:nvPr/>
          </p:nvSpPr>
          <p:spPr>
            <a:xfrm>
              <a:off x="4775749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8" name="pg2078"/>
            <p:cNvSpPr/>
            <p:nvPr/>
          </p:nvSpPr>
          <p:spPr>
            <a:xfrm>
              <a:off x="4787387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9" name="pg2079"/>
            <p:cNvSpPr/>
            <p:nvPr/>
          </p:nvSpPr>
          <p:spPr>
            <a:xfrm>
              <a:off x="4799024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0" name="pg2080"/>
            <p:cNvSpPr/>
            <p:nvPr/>
          </p:nvSpPr>
          <p:spPr>
            <a:xfrm>
              <a:off x="4810661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1" name="pg2081"/>
            <p:cNvSpPr/>
            <p:nvPr/>
          </p:nvSpPr>
          <p:spPr>
            <a:xfrm>
              <a:off x="4822299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2" name="pg2082"/>
            <p:cNvSpPr/>
            <p:nvPr/>
          </p:nvSpPr>
          <p:spPr>
            <a:xfrm>
              <a:off x="4717563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3" name="pg2083"/>
            <p:cNvSpPr/>
            <p:nvPr/>
          </p:nvSpPr>
          <p:spPr>
            <a:xfrm>
              <a:off x="4729200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4" name="pg2084"/>
            <p:cNvSpPr/>
            <p:nvPr/>
          </p:nvSpPr>
          <p:spPr>
            <a:xfrm>
              <a:off x="4740837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5" name="pg2085"/>
            <p:cNvSpPr/>
            <p:nvPr/>
          </p:nvSpPr>
          <p:spPr>
            <a:xfrm>
              <a:off x="4752475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6" name="pg2086"/>
            <p:cNvSpPr/>
            <p:nvPr/>
          </p:nvSpPr>
          <p:spPr>
            <a:xfrm>
              <a:off x="4764112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7" name="pg2087"/>
            <p:cNvSpPr/>
            <p:nvPr/>
          </p:nvSpPr>
          <p:spPr>
            <a:xfrm>
              <a:off x="4775749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8" name="pg2088"/>
            <p:cNvSpPr/>
            <p:nvPr/>
          </p:nvSpPr>
          <p:spPr>
            <a:xfrm>
              <a:off x="4787387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9" name="pg2089"/>
            <p:cNvSpPr/>
            <p:nvPr/>
          </p:nvSpPr>
          <p:spPr>
            <a:xfrm>
              <a:off x="4799024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0" name="pg2090"/>
            <p:cNvSpPr/>
            <p:nvPr/>
          </p:nvSpPr>
          <p:spPr>
            <a:xfrm>
              <a:off x="4810661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1" name="pg2091"/>
            <p:cNvSpPr/>
            <p:nvPr/>
          </p:nvSpPr>
          <p:spPr>
            <a:xfrm>
              <a:off x="4705925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2" name="pg2092"/>
            <p:cNvSpPr/>
            <p:nvPr/>
          </p:nvSpPr>
          <p:spPr>
            <a:xfrm>
              <a:off x="4717563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3" name="pg2093"/>
            <p:cNvSpPr/>
            <p:nvPr/>
          </p:nvSpPr>
          <p:spPr>
            <a:xfrm>
              <a:off x="4729200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4" name="pg2094"/>
            <p:cNvSpPr/>
            <p:nvPr/>
          </p:nvSpPr>
          <p:spPr>
            <a:xfrm>
              <a:off x="4740837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5" name="pg2095"/>
            <p:cNvSpPr/>
            <p:nvPr/>
          </p:nvSpPr>
          <p:spPr>
            <a:xfrm>
              <a:off x="4752475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6" name="pg2096"/>
            <p:cNvSpPr/>
            <p:nvPr/>
          </p:nvSpPr>
          <p:spPr>
            <a:xfrm>
              <a:off x="4764112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7" name="pg2097"/>
            <p:cNvSpPr/>
            <p:nvPr/>
          </p:nvSpPr>
          <p:spPr>
            <a:xfrm>
              <a:off x="4775749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8" name="pg2098"/>
            <p:cNvSpPr/>
            <p:nvPr/>
          </p:nvSpPr>
          <p:spPr>
            <a:xfrm>
              <a:off x="4787387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9" name="pg2099"/>
            <p:cNvSpPr/>
            <p:nvPr/>
          </p:nvSpPr>
          <p:spPr>
            <a:xfrm>
              <a:off x="4647739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0" name="pg2100"/>
            <p:cNvSpPr/>
            <p:nvPr/>
          </p:nvSpPr>
          <p:spPr>
            <a:xfrm>
              <a:off x="4659376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1" name="pg2101"/>
            <p:cNvSpPr/>
            <p:nvPr/>
          </p:nvSpPr>
          <p:spPr>
            <a:xfrm>
              <a:off x="4671013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2" name="pg2102"/>
            <p:cNvSpPr/>
            <p:nvPr/>
          </p:nvSpPr>
          <p:spPr>
            <a:xfrm>
              <a:off x="4682651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3" name="pg2103"/>
            <p:cNvSpPr/>
            <p:nvPr/>
          </p:nvSpPr>
          <p:spPr>
            <a:xfrm>
              <a:off x="4694288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4" name="pg2104"/>
            <p:cNvSpPr/>
            <p:nvPr/>
          </p:nvSpPr>
          <p:spPr>
            <a:xfrm>
              <a:off x="4705925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5" name="pg2105"/>
            <p:cNvSpPr/>
            <p:nvPr/>
          </p:nvSpPr>
          <p:spPr>
            <a:xfrm>
              <a:off x="4717563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6" name="pg2106"/>
            <p:cNvSpPr/>
            <p:nvPr/>
          </p:nvSpPr>
          <p:spPr>
            <a:xfrm>
              <a:off x="4729200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7" name="pg2107"/>
            <p:cNvSpPr/>
            <p:nvPr/>
          </p:nvSpPr>
          <p:spPr>
            <a:xfrm>
              <a:off x="4740837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8" name="pg2108"/>
            <p:cNvSpPr/>
            <p:nvPr/>
          </p:nvSpPr>
          <p:spPr>
            <a:xfrm>
              <a:off x="4752475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9" name="pg2109"/>
            <p:cNvSpPr/>
            <p:nvPr/>
          </p:nvSpPr>
          <p:spPr>
            <a:xfrm>
              <a:off x="4764112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0" name="pg2110"/>
            <p:cNvSpPr/>
            <p:nvPr/>
          </p:nvSpPr>
          <p:spPr>
            <a:xfrm>
              <a:off x="4775749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1" name="pg2111"/>
            <p:cNvSpPr/>
            <p:nvPr/>
          </p:nvSpPr>
          <p:spPr>
            <a:xfrm>
              <a:off x="4624464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2" name="pg2112"/>
            <p:cNvSpPr/>
            <p:nvPr/>
          </p:nvSpPr>
          <p:spPr>
            <a:xfrm>
              <a:off x="4636101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3" name="pg2113"/>
            <p:cNvSpPr/>
            <p:nvPr/>
          </p:nvSpPr>
          <p:spPr>
            <a:xfrm>
              <a:off x="4647739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4" name="pg2114"/>
            <p:cNvSpPr/>
            <p:nvPr/>
          </p:nvSpPr>
          <p:spPr>
            <a:xfrm>
              <a:off x="4659376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5" name="pg2115"/>
            <p:cNvSpPr/>
            <p:nvPr/>
          </p:nvSpPr>
          <p:spPr>
            <a:xfrm>
              <a:off x="4671013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6" name="pg2116"/>
            <p:cNvSpPr/>
            <p:nvPr/>
          </p:nvSpPr>
          <p:spPr>
            <a:xfrm>
              <a:off x="4682651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7" name="pg2117"/>
            <p:cNvSpPr/>
            <p:nvPr/>
          </p:nvSpPr>
          <p:spPr>
            <a:xfrm>
              <a:off x="4694288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8" name="pg2118"/>
            <p:cNvSpPr/>
            <p:nvPr/>
          </p:nvSpPr>
          <p:spPr>
            <a:xfrm>
              <a:off x="4705925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9" name="pg2119"/>
            <p:cNvSpPr/>
            <p:nvPr/>
          </p:nvSpPr>
          <p:spPr>
            <a:xfrm>
              <a:off x="4717563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0" name="pg2120"/>
            <p:cNvSpPr/>
            <p:nvPr/>
          </p:nvSpPr>
          <p:spPr>
            <a:xfrm>
              <a:off x="4729200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1" name="pg2121"/>
            <p:cNvSpPr/>
            <p:nvPr/>
          </p:nvSpPr>
          <p:spPr>
            <a:xfrm>
              <a:off x="4740837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2" name="pg2122"/>
            <p:cNvSpPr/>
            <p:nvPr/>
          </p:nvSpPr>
          <p:spPr>
            <a:xfrm>
              <a:off x="4752475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3" name="pg2123"/>
            <p:cNvSpPr/>
            <p:nvPr/>
          </p:nvSpPr>
          <p:spPr>
            <a:xfrm>
              <a:off x="4764112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4" name="pg2124"/>
            <p:cNvSpPr/>
            <p:nvPr/>
          </p:nvSpPr>
          <p:spPr>
            <a:xfrm>
              <a:off x="4612827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5" name="pg2125"/>
            <p:cNvSpPr/>
            <p:nvPr/>
          </p:nvSpPr>
          <p:spPr>
            <a:xfrm>
              <a:off x="4624464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6" name="pg2126"/>
            <p:cNvSpPr/>
            <p:nvPr/>
          </p:nvSpPr>
          <p:spPr>
            <a:xfrm>
              <a:off x="4636101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7" name="pg2127"/>
            <p:cNvSpPr/>
            <p:nvPr/>
          </p:nvSpPr>
          <p:spPr>
            <a:xfrm>
              <a:off x="4647739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8" name="pg2128"/>
            <p:cNvSpPr/>
            <p:nvPr/>
          </p:nvSpPr>
          <p:spPr>
            <a:xfrm>
              <a:off x="4659376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9" name="pg2129"/>
            <p:cNvSpPr/>
            <p:nvPr/>
          </p:nvSpPr>
          <p:spPr>
            <a:xfrm>
              <a:off x="4671013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0" name="pg2130"/>
            <p:cNvSpPr/>
            <p:nvPr/>
          </p:nvSpPr>
          <p:spPr>
            <a:xfrm>
              <a:off x="4682651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1" name="pg2131"/>
            <p:cNvSpPr/>
            <p:nvPr/>
          </p:nvSpPr>
          <p:spPr>
            <a:xfrm>
              <a:off x="4694288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2" name="pg2132"/>
            <p:cNvSpPr/>
            <p:nvPr/>
          </p:nvSpPr>
          <p:spPr>
            <a:xfrm>
              <a:off x="4705925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3" name="pg2133"/>
            <p:cNvSpPr/>
            <p:nvPr/>
          </p:nvSpPr>
          <p:spPr>
            <a:xfrm>
              <a:off x="4717563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4" name="pg2134"/>
            <p:cNvSpPr/>
            <p:nvPr/>
          </p:nvSpPr>
          <p:spPr>
            <a:xfrm>
              <a:off x="4729200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5" name="pg2135"/>
            <p:cNvSpPr/>
            <p:nvPr/>
          </p:nvSpPr>
          <p:spPr>
            <a:xfrm>
              <a:off x="4740837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6" name="pg2136"/>
            <p:cNvSpPr/>
            <p:nvPr/>
          </p:nvSpPr>
          <p:spPr>
            <a:xfrm>
              <a:off x="4612827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7" name="pg2137"/>
            <p:cNvSpPr/>
            <p:nvPr/>
          </p:nvSpPr>
          <p:spPr>
            <a:xfrm>
              <a:off x="4624464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8" name="pg2138"/>
            <p:cNvSpPr/>
            <p:nvPr/>
          </p:nvSpPr>
          <p:spPr>
            <a:xfrm>
              <a:off x="4636101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9" name="pg2139"/>
            <p:cNvSpPr/>
            <p:nvPr/>
          </p:nvSpPr>
          <p:spPr>
            <a:xfrm>
              <a:off x="4647739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0" name="pg2140"/>
            <p:cNvSpPr/>
            <p:nvPr/>
          </p:nvSpPr>
          <p:spPr>
            <a:xfrm>
              <a:off x="4659376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1" name="pg2141"/>
            <p:cNvSpPr/>
            <p:nvPr/>
          </p:nvSpPr>
          <p:spPr>
            <a:xfrm>
              <a:off x="4671013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2" name="pg2142"/>
            <p:cNvSpPr/>
            <p:nvPr/>
          </p:nvSpPr>
          <p:spPr>
            <a:xfrm>
              <a:off x="4682651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3" name="pg2143"/>
            <p:cNvSpPr/>
            <p:nvPr/>
          </p:nvSpPr>
          <p:spPr>
            <a:xfrm>
              <a:off x="4694288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4" name="pg2144"/>
            <p:cNvSpPr/>
            <p:nvPr/>
          </p:nvSpPr>
          <p:spPr>
            <a:xfrm>
              <a:off x="4705925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5" name="pg2145"/>
            <p:cNvSpPr/>
            <p:nvPr/>
          </p:nvSpPr>
          <p:spPr>
            <a:xfrm>
              <a:off x="4717563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6" name="pg2146"/>
            <p:cNvSpPr/>
            <p:nvPr/>
          </p:nvSpPr>
          <p:spPr>
            <a:xfrm>
              <a:off x="4729200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7" name="pg2147"/>
            <p:cNvSpPr/>
            <p:nvPr/>
          </p:nvSpPr>
          <p:spPr>
            <a:xfrm>
              <a:off x="4612827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8" name="pg2148"/>
            <p:cNvSpPr/>
            <p:nvPr/>
          </p:nvSpPr>
          <p:spPr>
            <a:xfrm>
              <a:off x="4624464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9" name="pg2149"/>
            <p:cNvSpPr/>
            <p:nvPr/>
          </p:nvSpPr>
          <p:spPr>
            <a:xfrm>
              <a:off x="4636101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0" name="pg2150"/>
            <p:cNvSpPr/>
            <p:nvPr/>
          </p:nvSpPr>
          <p:spPr>
            <a:xfrm>
              <a:off x="4647739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1" name="pg2151"/>
            <p:cNvSpPr/>
            <p:nvPr/>
          </p:nvSpPr>
          <p:spPr>
            <a:xfrm>
              <a:off x="4659376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2" name="pg2152"/>
            <p:cNvSpPr/>
            <p:nvPr/>
          </p:nvSpPr>
          <p:spPr>
            <a:xfrm>
              <a:off x="4671013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3" name="pg2153"/>
            <p:cNvSpPr/>
            <p:nvPr/>
          </p:nvSpPr>
          <p:spPr>
            <a:xfrm>
              <a:off x="4682651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4" name="pg2154"/>
            <p:cNvSpPr/>
            <p:nvPr/>
          </p:nvSpPr>
          <p:spPr>
            <a:xfrm>
              <a:off x="4694288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5" name="pg2155"/>
            <p:cNvSpPr/>
            <p:nvPr/>
          </p:nvSpPr>
          <p:spPr>
            <a:xfrm>
              <a:off x="4612827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9BC">
                <a:alpha val="100000"/>
              </a:srgbClr>
            </a:solidFill>
            <a:ln w="5420" cap="flat">
              <a:solidFill>
                <a:srgbClr val="89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6" name="pg2156"/>
            <p:cNvSpPr/>
            <p:nvPr/>
          </p:nvSpPr>
          <p:spPr>
            <a:xfrm>
              <a:off x="4624464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7" name="pg2157"/>
            <p:cNvSpPr/>
            <p:nvPr/>
          </p:nvSpPr>
          <p:spPr>
            <a:xfrm>
              <a:off x="4636101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8" name="pg2158"/>
            <p:cNvSpPr/>
            <p:nvPr/>
          </p:nvSpPr>
          <p:spPr>
            <a:xfrm>
              <a:off x="4647739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9" name="pg2159"/>
            <p:cNvSpPr/>
            <p:nvPr/>
          </p:nvSpPr>
          <p:spPr>
            <a:xfrm>
              <a:off x="4659376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0" name="pg2160"/>
            <p:cNvSpPr/>
            <p:nvPr/>
          </p:nvSpPr>
          <p:spPr>
            <a:xfrm>
              <a:off x="4671013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1" name="pg2161"/>
            <p:cNvSpPr/>
            <p:nvPr/>
          </p:nvSpPr>
          <p:spPr>
            <a:xfrm>
              <a:off x="4682651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2" name="pg2162"/>
            <p:cNvSpPr/>
            <p:nvPr/>
          </p:nvSpPr>
          <p:spPr>
            <a:xfrm>
              <a:off x="4589552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3" name="pg2163"/>
            <p:cNvSpPr/>
            <p:nvPr/>
          </p:nvSpPr>
          <p:spPr>
            <a:xfrm>
              <a:off x="4601190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4" name="pg2164"/>
            <p:cNvSpPr/>
            <p:nvPr/>
          </p:nvSpPr>
          <p:spPr>
            <a:xfrm>
              <a:off x="4612827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5" name="pg2165"/>
            <p:cNvSpPr/>
            <p:nvPr/>
          </p:nvSpPr>
          <p:spPr>
            <a:xfrm>
              <a:off x="4624464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6" name="pg2166"/>
            <p:cNvSpPr/>
            <p:nvPr/>
          </p:nvSpPr>
          <p:spPr>
            <a:xfrm>
              <a:off x="4636101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7" name="pg2167"/>
            <p:cNvSpPr/>
            <p:nvPr/>
          </p:nvSpPr>
          <p:spPr>
            <a:xfrm>
              <a:off x="4647739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8" name="pg2168"/>
            <p:cNvSpPr/>
            <p:nvPr/>
          </p:nvSpPr>
          <p:spPr>
            <a:xfrm>
              <a:off x="4659376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9" name="pg2169"/>
            <p:cNvSpPr/>
            <p:nvPr/>
          </p:nvSpPr>
          <p:spPr>
            <a:xfrm>
              <a:off x="4671013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0" name="pg2170"/>
            <p:cNvSpPr/>
            <p:nvPr/>
          </p:nvSpPr>
          <p:spPr>
            <a:xfrm>
              <a:off x="4589552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1" name="pg2171"/>
            <p:cNvSpPr/>
            <p:nvPr/>
          </p:nvSpPr>
          <p:spPr>
            <a:xfrm>
              <a:off x="4601190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2" name="pg2172"/>
            <p:cNvSpPr/>
            <p:nvPr/>
          </p:nvSpPr>
          <p:spPr>
            <a:xfrm>
              <a:off x="4612827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3" name="pg2173"/>
            <p:cNvSpPr/>
            <p:nvPr/>
          </p:nvSpPr>
          <p:spPr>
            <a:xfrm>
              <a:off x="4624464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4" name="pg2174"/>
            <p:cNvSpPr/>
            <p:nvPr/>
          </p:nvSpPr>
          <p:spPr>
            <a:xfrm>
              <a:off x="4636101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5" name="pg2175"/>
            <p:cNvSpPr/>
            <p:nvPr/>
          </p:nvSpPr>
          <p:spPr>
            <a:xfrm>
              <a:off x="4647739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6" name="pg2176"/>
            <p:cNvSpPr/>
            <p:nvPr/>
          </p:nvSpPr>
          <p:spPr>
            <a:xfrm>
              <a:off x="4659376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7" name="pg2177"/>
            <p:cNvSpPr/>
            <p:nvPr/>
          </p:nvSpPr>
          <p:spPr>
            <a:xfrm>
              <a:off x="4577915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8" name="pg2178"/>
            <p:cNvSpPr/>
            <p:nvPr/>
          </p:nvSpPr>
          <p:spPr>
            <a:xfrm>
              <a:off x="4589552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9" name="pg2179"/>
            <p:cNvSpPr/>
            <p:nvPr/>
          </p:nvSpPr>
          <p:spPr>
            <a:xfrm>
              <a:off x="4601190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0" name="pg2180"/>
            <p:cNvSpPr/>
            <p:nvPr/>
          </p:nvSpPr>
          <p:spPr>
            <a:xfrm>
              <a:off x="4612827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1" name="pg2181"/>
            <p:cNvSpPr/>
            <p:nvPr/>
          </p:nvSpPr>
          <p:spPr>
            <a:xfrm>
              <a:off x="4624464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C">
                <a:alpha val="100000"/>
              </a:srgbClr>
            </a:solidFill>
            <a:ln w="5420" cap="flat">
              <a:solidFill>
                <a:srgbClr val="87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2" name="pg2182"/>
            <p:cNvSpPr/>
            <p:nvPr/>
          </p:nvSpPr>
          <p:spPr>
            <a:xfrm>
              <a:off x="4636101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3" name="pg2183"/>
            <p:cNvSpPr/>
            <p:nvPr/>
          </p:nvSpPr>
          <p:spPr>
            <a:xfrm>
              <a:off x="4647739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4" name="pg2184"/>
            <p:cNvSpPr/>
            <p:nvPr/>
          </p:nvSpPr>
          <p:spPr>
            <a:xfrm>
              <a:off x="4577915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5" name="pg2185"/>
            <p:cNvSpPr/>
            <p:nvPr/>
          </p:nvSpPr>
          <p:spPr>
            <a:xfrm>
              <a:off x="4589552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6" name="pg2186"/>
            <p:cNvSpPr/>
            <p:nvPr/>
          </p:nvSpPr>
          <p:spPr>
            <a:xfrm>
              <a:off x="4601190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7" name="pg2187"/>
            <p:cNvSpPr/>
            <p:nvPr/>
          </p:nvSpPr>
          <p:spPr>
            <a:xfrm>
              <a:off x="4612827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8" name="pg2188"/>
            <p:cNvSpPr/>
            <p:nvPr/>
          </p:nvSpPr>
          <p:spPr>
            <a:xfrm>
              <a:off x="4624464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9" name="pg2189"/>
            <p:cNvSpPr/>
            <p:nvPr/>
          </p:nvSpPr>
          <p:spPr>
            <a:xfrm>
              <a:off x="4636101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0" name="pg2190"/>
            <p:cNvSpPr/>
            <p:nvPr/>
          </p:nvSpPr>
          <p:spPr>
            <a:xfrm>
              <a:off x="4566278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1" name="pg2191"/>
            <p:cNvSpPr/>
            <p:nvPr/>
          </p:nvSpPr>
          <p:spPr>
            <a:xfrm>
              <a:off x="4577915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2" name="pg2192"/>
            <p:cNvSpPr/>
            <p:nvPr/>
          </p:nvSpPr>
          <p:spPr>
            <a:xfrm>
              <a:off x="4589552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3" name="pg2193"/>
            <p:cNvSpPr/>
            <p:nvPr/>
          </p:nvSpPr>
          <p:spPr>
            <a:xfrm>
              <a:off x="4601190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4" name="pg2194"/>
            <p:cNvSpPr/>
            <p:nvPr/>
          </p:nvSpPr>
          <p:spPr>
            <a:xfrm>
              <a:off x="4612827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5" name="pg2195"/>
            <p:cNvSpPr/>
            <p:nvPr/>
          </p:nvSpPr>
          <p:spPr>
            <a:xfrm>
              <a:off x="4624464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6" name="pg2196"/>
            <p:cNvSpPr/>
            <p:nvPr/>
          </p:nvSpPr>
          <p:spPr>
            <a:xfrm>
              <a:off x="4566278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7" name="pg2197"/>
            <p:cNvSpPr/>
            <p:nvPr/>
          </p:nvSpPr>
          <p:spPr>
            <a:xfrm>
              <a:off x="4577915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8" name="pg2198"/>
            <p:cNvSpPr/>
            <p:nvPr/>
          </p:nvSpPr>
          <p:spPr>
            <a:xfrm>
              <a:off x="4589552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9" name="pg2199"/>
            <p:cNvSpPr/>
            <p:nvPr/>
          </p:nvSpPr>
          <p:spPr>
            <a:xfrm>
              <a:off x="4601190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0" name="pg2200"/>
            <p:cNvSpPr/>
            <p:nvPr/>
          </p:nvSpPr>
          <p:spPr>
            <a:xfrm>
              <a:off x="4612827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1" name="pg2201"/>
            <p:cNvSpPr/>
            <p:nvPr/>
          </p:nvSpPr>
          <p:spPr>
            <a:xfrm>
              <a:off x="4554640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2" name="pg2202"/>
            <p:cNvSpPr/>
            <p:nvPr/>
          </p:nvSpPr>
          <p:spPr>
            <a:xfrm>
              <a:off x="4566278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3" name="pg2203"/>
            <p:cNvSpPr/>
            <p:nvPr/>
          </p:nvSpPr>
          <p:spPr>
            <a:xfrm>
              <a:off x="4577915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4" name="pg2204"/>
            <p:cNvSpPr/>
            <p:nvPr/>
          </p:nvSpPr>
          <p:spPr>
            <a:xfrm>
              <a:off x="4589552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5" name="pg2205"/>
            <p:cNvSpPr/>
            <p:nvPr/>
          </p:nvSpPr>
          <p:spPr>
            <a:xfrm>
              <a:off x="4601190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6" name="pg2206"/>
            <p:cNvSpPr/>
            <p:nvPr/>
          </p:nvSpPr>
          <p:spPr>
            <a:xfrm>
              <a:off x="4612827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7" name="pg2207"/>
            <p:cNvSpPr/>
            <p:nvPr/>
          </p:nvSpPr>
          <p:spPr>
            <a:xfrm>
              <a:off x="4554640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8" name="pg2208"/>
            <p:cNvSpPr/>
            <p:nvPr/>
          </p:nvSpPr>
          <p:spPr>
            <a:xfrm>
              <a:off x="4566278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9" name="pg2209"/>
            <p:cNvSpPr/>
            <p:nvPr/>
          </p:nvSpPr>
          <p:spPr>
            <a:xfrm>
              <a:off x="4577915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0" name="pg2210"/>
            <p:cNvSpPr/>
            <p:nvPr/>
          </p:nvSpPr>
          <p:spPr>
            <a:xfrm>
              <a:off x="4589552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1" name="pg2211"/>
            <p:cNvSpPr/>
            <p:nvPr/>
          </p:nvSpPr>
          <p:spPr>
            <a:xfrm>
              <a:off x="4601190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2" name="pg2212"/>
            <p:cNvSpPr/>
            <p:nvPr/>
          </p:nvSpPr>
          <p:spPr>
            <a:xfrm>
              <a:off x="4543003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3" name="pg2213"/>
            <p:cNvSpPr/>
            <p:nvPr/>
          </p:nvSpPr>
          <p:spPr>
            <a:xfrm>
              <a:off x="4554640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4" name="pg2214"/>
            <p:cNvSpPr/>
            <p:nvPr/>
          </p:nvSpPr>
          <p:spPr>
            <a:xfrm>
              <a:off x="4566278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5" name="pg2215"/>
            <p:cNvSpPr/>
            <p:nvPr/>
          </p:nvSpPr>
          <p:spPr>
            <a:xfrm>
              <a:off x="4577915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6" name="pg2216"/>
            <p:cNvSpPr/>
            <p:nvPr/>
          </p:nvSpPr>
          <p:spPr>
            <a:xfrm>
              <a:off x="4589552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7" name="pg2217"/>
            <p:cNvSpPr/>
            <p:nvPr/>
          </p:nvSpPr>
          <p:spPr>
            <a:xfrm>
              <a:off x="4601190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8" name="pg2218"/>
            <p:cNvSpPr/>
            <p:nvPr/>
          </p:nvSpPr>
          <p:spPr>
            <a:xfrm>
              <a:off x="4543003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9" name="pg2219"/>
            <p:cNvSpPr/>
            <p:nvPr/>
          </p:nvSpPr>
          <p:spPr>
            <a:xfrm>
              <a:off x="4554640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0" name="pg2220"/>
            <p:cNvSpPr/>
            <p:nvPr/>
          </p:nvSpPr>
          <p:spPr>
            <a:xfrm>
              <a:off x="4566278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1" name="pg2221"/>
            <p:cNvSpPr/>
            <p:nvPr/>
          </p:nvSpPr>
          <p:spPr>
            <a:xfrm>
              <a:off x="4577915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2" name="pg2222"/>
            <p:cNvSpPr/>
            <p:nvPr/>
          </p:nvSpPr>
          <p:spPr>
            <a:xfrm>
              <a:off x="4589552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3" name="pg2223"/>
            <p:cNvSpPr/>
            <p:nvPr/>
          </p:nvSpPr>
          <p:spPr>
            <a:xfrm>
              <a:off x="4601190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4" name="pg2224"/>
            <p:cNvSpPr/>
            <p:nvPr/>
          </p:nvSpPr>
          <p:spPr>
            <a:xfrm>
              <a:off x="4543003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5" name="pg2225"/>
            <p:cNvSpPr/>
            <p:nvPr/>
          </p:nvSpPr>
          <p:spPr>
            <a:xfrm>
              <a:off x="4554640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6" name="pg2226"/>
            <p:cNvSpPr/>
            <p:nvPr/>
          </p:nvSpPr>
          <p:spPr>
            <a:xfrm>
              <a:off x="4566278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7" name="pg2227"/>
            <p:cNvSpPr/>
            <p:nvPr/>
          </p:nvSpPr>
          <p:spPr>
            <a:xfrm>
              <a:off x="4577915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8" name="pg2228"/>
            <p:cNvSpPr/>
            <p:nvPr/>
          </p:nvSpPr>
          <p:spPr>
            <a:xfrm>
              <a:off x="4589552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9" name="pg2229"/>
            <p:cNvSpPr/>
            <p:nvPr/>
          </p:nvSpPr>
          <p:spPr>
            <a:xfrm>
              <a:off x="3856400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0" name="pg2230"/>
            <p:cNvSpPr/>
            <p:nvPr/>
          </p:nvSpPr>
          <p:spPr>
            <a:xfrm>
              <a:off x="3868038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1" name="pg2231"/>
            <p:cNvSpPr/>
            <p:nvPr/>
          </p:nvSpPr>
          <p:spPr>
            <a:xfrm>
              <a:off x="3879675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2" name="pg2232"/>
            <p:cNvSpPr/>
            <p:nvPr/>
          </p:nvSpPr>
          <p:spPr>
            <a:xfrm>
              <a:off x="3891312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3" name="pg2233"/>
            <p:cNvSpPr/>
            <p:nvPr/>
          </p:nvSpPr>
          <p:spPr>
            <a:xfrm>
              <a:off x="4543003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4" name="pg2234"/>
            <p:cNvSpPr/>
            <p:nvPr/>
          </p:nvSpPr>
          <p:spPr>
            <a:xfrm>
              <a:off x="4554640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5" name="pg2235"/>
            <p:cNvSpPr/>
            <p:nvPr/>
          </p:nvSpPr>
          <p:spPr>
            <a:xfrm>
              <a:off x="4566278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6" name="pg2236"/>
            <p:cNvSpPr/>
            <p:nvPr/>
          </p:nvSpPr>
          <p:spPr>
            <a:xfrm>
              <a:off x="4577915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7" name="pg2237"/>
            <p:cNvSpPr/>
            <p:nvPr/>
          </p:nvSpPr>
          <p:spPr>
            <a:xfrm>
              <a:off x="385640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8" name="pg2238"/>
            <p:cNvSpPr/>
            <p:nvPr/>
          </p:nvSpPr>
          <p:spPr>
            <a:xfrm>
              <a:off x="386803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9" name="pg2239"/>
            <p:cNvSpPr/>
            <p:nvPr/>
          </p:nvSpPr>
          <p:spPr>
            <a:xfrm>
              <a:off x="3879675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0" name="pg2240"/>
            <p:cNvSpPr/>
            <p:nvPr/>
          </p:nvSpPr>
          <p:spPr>
            <a:xfrm>
              <a:off x="3891312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1" name="pg2241"/>
            <p:cNvSpPr/>
            <p:nvPr/>
          </p:nvSpPr>
          <p:spPr>
            <a:xfrm>
              <a:off x="390295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2" name="pg2242"/>
            <p:cNvSpPr/>
            <p:nvPr/>
          </p:nvSpPr>
          <p:spPr>
            <a:xfrm>
              <a:off x="3949499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3" name="pg2243"/>
            <p:cNvSpPr/>
            <p:nvPr/>
          </p:nvSpPr>
          <p:spPr>
            <a:xfrm>
              <a:off x="3961136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4" name="pg2244"/>
            <p:cNvSpPr/>
            <p:nvPr/>
          </p:nvSpPr>
          <p:spPr>
            <a:xfrm>
              <a:off x="3972774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5" name="pg2245"/>
            <p:cNvSpPr/>
            <p:nvPr/>
          </p:nvSpPr>
          <p:spPr>
            <a:xfrm>
              <a:off x="3984411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6" name="pg2246"/>
            <p:cNvSpPr/>
            <p:nvPr/>
          </p:nvSpPr>
          <p:spPr>
            <a:xfrm>
              <a:off x="399604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7" name="pg2247"/>
            <p:cNvSpPr/>
            <p:nvPr/>
          </p:nvSpPr>
          <p:spPr>
            <a:xfrm>
              <a:off x="4543003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8" name="pg2248"/>
            <p:cNvSpPr/>
            <p:nvPr/>
          </p:nvSpPr>
          <p:spPr>
            <a:xfrm>
              <a:off x="455464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9" name="pg2249"/>
            <p:cNvSpPr/>
            <p:nvPr/>
          </p:nvSpPr>
          <p:spPr>
            <a:xfrm>
              <a:off x="456627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0" name="pg2250"/>
            <p:cNvSpPr/>
            <p:nvPr/>
          </p:nvSpPr>
          <p:spPr>
            <a:xfrm>
              <a:off x="4577915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1" name="pg2251"/>
            <p:cNvSpPr/>
            <p:nvPr/>
          </p:nvSpPr>
          <p:spPr>
            <a:xfrm>
              <a:off x="4589552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2" name="pg2252"/>
            <p:cNvSpPr/>
            <p:nvPr/>
          </p:nvSpPr>
          <p:spPr>
            <a:xfrm>
              <a:off x="3774939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3" name="pg2253"/>
            <p:cNvSpPr/>
            <p:nvPr/>
          </p:nvSpPr>
          <p:spPr>
            <a:xfrm>
              <a:off x="378657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4" name="pg2254"/>
            <p:cNvSpPr/>
            <p:nvPr/>
          </p:nvSpPr>
          <p:spPr>
            <a:xfrm>
              <a:off x="384476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5" name="pg2255"/>
            <p:cNvSpPr/>
            <p:nvPr/>
          </p:nvSpPr>
          <p:spPr>
            <a:xfrm>
              <a:off x="385640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6" name="pg2256"/>
            <p:cNvSpPr/>
            <p:nvPr/>
          </p:nvSpPr>
          <p:spPr>
            <a:xfrm>
              <a:off x="386803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7" name="pg2257"/>
            <p:cNvSpPr/>
            <p:nvPr/>
          </p:nvSpPr>
          <p:spPr>
            <a:xfrm>
              <a:off x="387967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8" name="pg2258"/>
            <p:cNvSpPr/>
            <p:nvPr/>
          </p:nvSpPr>
          <p:spPr>
            <a:xfrm>
              <a:off x="389131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9" name="pg2259"/>
            <p:cNvSpPr/>
            <p:nvPr/>
          </p:nvSpPr>
          <p:spPr>
            <a:xfrm>
              <a:off x="390295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0" name="pg2260"/>
            <p:cNvSpPr/>
            <p:nvPr/>
          </p:nvSpPr>
          <p:spPr>
            <a:xfrm>
              <a:off x="3949499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1" name="pg2261"/>
            <p:cNvSpPr/>
            <p:nvPr/>
          </p:nvSpPr>
          <p:spPr>
            <a:xfrm>
              <a:off x="396113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2" name="pg2262"/>
            <p:cNvSpPr/>
            <p:nvPr/>
          </p:nvSpPr>
          <p:spPr>
            <a:xfrm>
              <a:off x="3972774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3" name="pg2263"/>
            <p:cNvSpPr/>
            <p:nvPr/>
          </p:nvSpPr>
          <p:spPr>
            <a:xfrm>
              <a:off x="3984411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4" name="pg2264"/>
            <p:cNvSpPr/>
            <p:nvPr/>
          </p:nvSpPr>
          <p:spPr>
            <a:xfrm>
              <a:off x="399604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5" name="pg2265"/>
            <p:cNvSpPr/>
            <p:nvPr/>
          </p:nvSpPr>
          <p:spPr>
            <a:xfrm>
              <a:off x="400768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6" name="pg2266"/>
            <p:cNvSpPr/>
            <p:nvPr/>
          </p:nvSpPr>
          <p:spPr>
            <a:xfrm>
              <a:off x="401932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7" name="pg2267"/>
            <p:cNvSpPr/>
            <p:nvPr/>
          </p:nvSpPr>
          <p:spPr>
            <a:xfrm>
              <a:off x="403096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8" name="pg2268"/>
            <p:cNvSpPr/>
            <p:nvPr/>
          </p:nvSpPr>
          <p:spPr>
            <a:xfrm>
              <a:off x="404259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9" name="pg2269"/>
            <p:cNvSpPr/>
            <p:nvPr/>
          </p:nvSpPr>
          <p:spPr>
            <a:xfrm>
              <a:off x="405423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0" name="pg2270"/>
            <p:cNvSpPr/>
            <p:nvPr/>
          </p:nvSpPr>
          <p:spPr>
            <a:xfrm>
              <a:off x="406587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1" name="pg2271"/>
            <p:cNvSpPr/>
            <p:nvPr/>
          </p:nvSpPr>
          <p:spPr>
            <a:xfrm>
              <a:off x="407751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2" name="pg2272"/>
            <p:cNvSpPr/>
            <p:nvPr/>
          </p:nvSpPr>
          <p:spPr>
            <a:xfrm>
              <a:off x="454300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3" name="pg2273"/>
            <p:cNvSpPr/>
            <p:nvPr/>
          </p:nvSpPr>
          <p:spPr>
            <a:xfrm>
              <a:off x="455464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4" name="pg2274"/>
            <p:cNvSpPr/>
            <p:nvPr/>
          </p:nvSpPr>
          <p:spPr>
            <a:xfrm>
              <a:off x="456627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5" name="pg2275"/>
            <p:cNvSpPr/>
            <p:nvPr/>
          </p:nvSpPr>
          <p:spPr>
            <a:xfrm>
              <a:off x="457791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6" name="pg2276"/>
            <p:cNvSpPr/>
            <p:nvPr/>
          </p:nvSpPr>
          <p:spPr>
            <a:xfrm>
              <a:off x="458955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7" name="pg2277"/>
            <p:cNvSpPr/>
            <p:nvPr/>
          </p:nvSpPr>
          <p:spPr>
            <a:xfrm>
              <a:off x="362365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8" name="pg2278"/>
            <p:cNvSpPr/>
            <p:nvPr/>
          </p:nvSpPr>
          <p:spPr>
            <a:xfrm>
              <a:off x="363529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9" name="pg2279"/>
            <p:cNvSpPr/>
            <p:nvPr/>
          </p:nvSpPr>
          <p:spPr>
            <a:xfrm>
              <a:off x="364692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0" name="pg2280"/>
            <p:cNvSpPr/>
            <p:nvPr/>
          </p:nvSpPr>
          <p:spPr>
            <a:xfrm>
              <a:off x="365856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1" name="pg2281"/>
            <p:cNvSpPr/>
            <p:nvPr/>
          </p:nvSpPr>
          <p:spPr>
            <a:xfrm>
              <a:off x="367020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2" name="pg2282"/>
            <p:cNvSpPr/>
            <p:nvPr/>
          </p:nvSpPr>
          <p:spPr>
            <a:xfrm>
              <a:off x="372839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3" name="pg2283"/>
            <p:cNvSpPr/>
            <p:nvPr/>
          </p:nvSpPr>
          <p:spPr>
            <a:xfrm>
              <a:off x="374002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4" name="pg2284"/>
            <p:cNvSpPr/>
            <p:nvPr/>
          </p:nvSpPr>
          <p:spPr>
            <a:xfrm>
              <a:off x="375166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5" name="pg2285"/>
            <p:cNvSpPr/>
            <p:nvPr/>
          </p:nvSpPr>
          <p:spPr>
            <a:xfrm>
              <a:off x="376330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6" name="pg2286"/>
            <p:cNvSpPr/>
            <p:nvPr/>
          </p:nvSpPr>
          <p:spPr>
            <a:xfrm>
              <a:off x="377493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7" name="pg2287"/>
            <p:cNvSpPr/>
            <p:nvPr/>
          </p:nvSpPr>
          <p:spPr>
            <a:xfrm>
              <a:off x="378657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8" name="pg2288"/>
            <p:cNvSpPr/>
            <p:nvPr/>
          </p:nvSpPr>
          <p:spPr>
            <a:xfrm>
              <a:off x="379821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9" name="pg2289"/>
            <p:cNvSpPr/>
            <p:nvPr/>
          </p:nvSpPr>
          <p:spPr>
            <a:xfrm>
              <a:off x="380985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0" name="pg2290"/>
            <p:cNvSpPr/>
            <p:nvPr/>
          </p:nvSpPr>
          <p:spPr>
            <a:xfrm>
              <a:off x="382148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1" name="pg2291"/>
            <p:cNvSpPr/>
            <p:nvPr/>
          </p:nvSpPr>
          <p:spPr>
            <a:xfrm>
              <a:off x="383312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2" name="pg2292"/>
            <p:cNvSpPr/>
            <p:nvPr/>
          </p:nvSpPr>
          <p:spPr>
            <a:xfrm>
              <a:off x="384476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3" name="pg2293"/>
            <p:cNvSpPr/>
            <p:nvPr/>
          </p:nvSpPr>
          <p:spPr>
            <a:xfrm>
              <a:off x="385640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4" name="pg2294"/>
            <p:cNvSpPr/>
            <p:nvPr/>
          </p:nvSpPr>
          <p:spPr>
            <a:xfrm>
              <a:off x="386803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5" name="pg2295"/>
            <p:cNvSpPr/>
            <p:nvPr/>
          </p:nvSpPr>
          <p:spPr>
            <a:xfrm>
              <a:off x="387967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6" name="pg2296"/>
            <p:cNvSpPr/>
            <p:nvPr/>
          </p:nvSpPr>
          <p:spPr>
            <a:xfrm>
              <a:off x="389131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7" name="pg2297"/>
            <p:cNvSpPr/>
            <p:nvPr/>
          </p:nvSpPr>
          <p:spPr>
            <a:xfrm>
              <a:off x="390295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8" name="pg2298"/>
            <p:cNvSpPr/>
            <p:nvPr/>
          </p:nvSpPr>
          <p:spPr>
            <a:xfrm>
              <a:off x="391458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9" name="pg2299"/>
            <p:cNvSpPr/>
            <p:nvPr/>
          </p:nvSpPr>
          <p:spPr>
            <a:xfrm>
              <a:off x="392622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0" name="pg2300"/>
            <p:cNvSpPr/>
            <p:nvPr/>
          </p:nvSpPr>
          <p:spPr>
            <a:xfrm>
              <a:off x="393786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1" name="pg2301"/>
            <p:cNvSpPr/>
            <p:nvPr/>
          </p:nvSpPr>
          <p:spPr>
            <a:xfrm>
              <a:off x="394949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1AF">
                <a:alpha val="100000"/>
              </a:srgbClr>
            </a:solidFill>
            <a:ln w="5420" cap="flat">
              <a:solidFill>
                <a:srgbClr val="69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2" name="pg2302"/>
            <p:cNvSpPr/>
            <p:nvPr/>
          </p:nvSpPr>
          <p:spPr>
            <a:xfrm>
              <a:off x="396113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3" name="pg2303"/>
            <p:cNvSpPr/>
            <p:nvPr/>
          </p:nvSpPr>
          <p:spPr>
            <a:xfrm>
              <a:off x="397277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4" name="pg2304"/>
            <p:cNvSpPr/>
            <p:nvPr/>
          </p:nvSpPr>
          <p:spPr>
            <a:xfrm>
              <a:off x="398441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5" name="pg2305"/>
            <p:cNvSpPr/>
            <p:nvPr/>
          </p:nvSpPr>
          <p:spPr>
            <a:xfrm>
              <a:off x="399604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6" name="pg2306"/>
            <p:cNvSpPr/>
            <p:nvPr/>
          </p:nvSpPr>
          <p:spPr>
            <a:xfrm>
              <a:off x="400768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7" name="pg2307"/>
            <p:cNvSpPr/>
            <p:nvPr/>
          </p:nvSpPr>
          <p:spPr>
            <a:xfrm>
              <a:off x="401932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8" name="pg2308"/>
            <p:cNvSpPr/>
            <p:nvPr/>
          </p:nvSpPr>
          <p:spPr>
            <a:xfrm>
              <a:off x="403096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9" name="pg2309"/>
            <p:cNvSpPr/>
            <p:nvPr/>
          </p:nvSpPr>
          <p:spPr>
            <a:xfrm>
              <a:off x="404259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0" name="pg2310"/>
            <p:cNvSpPr/>
            <p:nvPr/>
          </p:nvSpPr>
          <p:spPr>
            <a:xfrm>
              <a:off x="405423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1" name="pg2311"/>
            <p:cNvSpPr/>
            <p:nvPr/>
          </p:nvSpPr>
          <p:spPr>
            <a:xfrm>
              <a:off x="406587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2" name="pg2312"/>
            <p:cNvSpPr/>
            <p:nvPr/>
          </p:nvSpPr>
          <p:spPr>
            <a:xfrm>
              <a:off x="407751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3" name="pg2313"/>
            <p:cNvSpPr/>
            <p:nvPr/>
          </p:nvSpPr>
          <p:spPr>
            <a:xfrm>
              <a:off x="408914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4" name="pg2314"/>
            <p:cNvSpPr/>
            <p:nvPr/>
          </p:nvSpPr>
          <p:spPr>
            <a:xfrm>
              <a:off x="412405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5" name="pg2315"/>
            <p:cNvSpPr/>
            <p:nvPr/>
          </p:nvSpPr>
          <p:spPr>
            <a:xfrm>
              <a:off x="454300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6" name="pg2316"/>
            <p:cNvSpPr/>
            <p:nvPr/>
          </p:nvSpPr>
          <p:spPr>
            <a:xfrm>
              <a:off x="455464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7" name="pg2317"/>
            <p:cNvSpPr/>
            <p:nvPr/>
          </p:nvSpPr>
          <p:spPr>
            <a:xfrm>
              <a:off x="456627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8" name="pg2318"/>
            <p:cNvSpPr/>
            <p:nvPr/>
          </p:nvSpPr>
          <p:spPr>
            <a:xfrm>
              <a:off x="457791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9" name="pg2319"/>
            <p:cNvSpPr/>
            <p:nvPr/>
          </p:nvSpPr>
          <p:spPr>
            <a:xfrm>
              <a:off x="458955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0" name="pg2320"/>
            <p:cNvSpPr/>
            <p:nvPr/>
          </p:nvSpPr>
          <p:spPr>
            <a:xfrm>
              <a:off x="361201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1" name="pg2321"/>
            <p:cNvSpPr/>
            <p:nvPr/>
          </p:nvSpPr>
          <p:spPr>
            <a:xfrm>
              <a:off x="362365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2" name="pg2322"/>
            <p:cNvSpPr/>
            <p:nvPr/>
          </p:nvSpPr>
          <p:spPr>
            <a:xfrm>
              <a:off x="363529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3" name="pg2323"/>
            <p:cNvSpPr/>
            <p:nvPr/>
          </p:nvSpPr>
          <p:spPr>
            <a:xfrm>
              <a:off x="364692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4" name="pg2324"/>
            <p:cNvSpPr/>
            <p:nvPr/>
          </p:nvSpPr>
          <p:spPr>
            <a:xfrm>
              <a:off x="365856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5" name="pg2325"/>
            <p:cNvSpPr/>
            <p:nvPr/>
          </p:nvSpPr>
          <p:spPr>
            <a:xfrm>
              <a:off x="367020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6" name="pg2326"/>
            <p:cNvSpPr/>
            <p:nvPr/>
          </p:nvSpPr>
          <p:spPr>
            <a:xfrm>
              <a:off x="368184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7" name="pg2327"/>
            <p:cNvSpPr/>
            <p:nvPr/>
          </p:nvSpPr>
          <p:spPr>
            <a:xfrm>
              <a:off x="369347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8" name="pg2328"/>
            <p:cNvSpPr/>
            <p:nvPr/>
          </p:nvSpPr>
          <p:spPr>
            <a:xfrm>
              <a:off x="370511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9" name="pg2329"/>
            <p:cNvSpPr/>
            <p:nvPr/>
          </p:nvSpPr>
          <p:spPr>
            <a:xfrm>
              <a:off x="371675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0" name="pg2330"/>
            <p:cNvSpPr/>
            <p:nvPr/>
          </p:nvSpPr>
          <p:spPr>
            <a:xfrm>
              <a:off x="372839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1" name="pg2331"/>
            <p:cNvSpPr/>
            <p:nvPr/>
          </p:nvSpPr>
          <p:spPr>
            <a:xfrm>
              <a:off x="374002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2" name="pg2332"/>
            <p:cNvSpPr/>
            <p:nvPr/>
          </p:nvSpPr>
          <p:spPr>
            <a:xfrm>
              <a:off x="375166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3" name="pg2333"/>
            <p:cNvSpPr/>
            <p:nvPr/>
          </p:nvSpPr>
          <p:spPr>
            <a:xfrm>
              <a:off x="376330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4" name="pg2334"/>
            <p:cNvSpPr/>
            <p:nvPr/>
          </p:nvSpPr>
          <p:spPr>
            <a:xfrm>
              <a:off x="377493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5" name="pg2335"/>
            <p:cNvSpPr/>
            <p:nvPr/>
          </p:nvSpPr>
          <p:spPr>
            <a:xfrm>
              <a:off x="378657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6" name="pg2336"/>
            <p:cNvSpPr/>
            <p:nvPr/>
          </p:nvSpPr>
          <p:spPr>
            <a:xfrm>
              <a:off x="379821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7" name="pg2337"/>
            <p:cNvSpPr/>
            <p:nvPr/>
          </p:nvSpPr>
          <p:spPr>
            <a:xfrm>
              <a:off x="380985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8" name="pg2338"/>
            <p:cNvSpPr/>
            <p:nvPr/>
          </p:nvSpPr>
          <p:spPr>
            <a:xfrm>
              <a:off x="382148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9" name="pg2339"/>
            <p:cNvSpPr/>
            <p:nvPr/>
          </p:nvSpPr>
          <p:spPr>
            <a:xfrm>
              <a:off x="383312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0" name="pg2340"/>
            <p:cNvSpPr/>
            <p:nvPr/>
          </p:nvSpPr>
          <p:spPr>
            <a:xfrm>
              <a:off x="384476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1" name="pg2341"/>
            <p:cNvSpPr/>
            <p:nvPr/>
          </p:nvSpPr>
          <p:spPr>
            <a:xfrm>
              <a:off x="385640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2" name="pg2342"/>
            <p:cNvSpPr/>
            <p:nvPr/>
          </p:nvSpPr>
          <p:spPr>
            <a:xfrm>
              <a:off x="386803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3" name="pg2343"/>
            <p:cNvSpPr/>
            <p:nvPr/>
          </p:nvSpPr>
          <p:spPr>
            <a:xfrm>
              <a:off x="387967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4" name="pg2344"/>
            <p:cNvSpPr/>
            <p:nvPr/>
          </p:nvSpPr>
          <p:spPr>
            <a:xfrm>
              <a:off x="389131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5" name="pg2345"/>
            <p:cNvSpPr/>
            <p:nvPr/>
          </p:nvSpPr>
          <p:spPr>
            <a:xfrm>
              <a:off x="390295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6" name="pg2346"/>
            <p:cNvSpPr/>
            <p:nvPr/>
          </p:nvSpPr>
          <p:spPr>
            <a:xfrm>
              <a:off x="391458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7" name="pg2347"/>
            <p:cNvSpPr/>
            <p:nvPr/>
          </p:nvSpPr>
          <p:spPr>
            <a:xfrm>
              <a:off x="392622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8" name="pg2348"/>
            <p:cNvSpPr/>
            <p:nvPr/>
          </p:nvSpPr>
          <p:spPr>
            <a:xfrm>
              <a:off x="393786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9" name="pg2349"/>
            <p:cNvSpPr/>
            <p:nvPr/>
          </p:nvSpPr>
          <p:spPr>
            <a:xfrm>
              <a:off x="394949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0" name="pg2350"/>
            <p:cNvSpPr/>
            <p:nvPr/>
          </p:nvSpPr>
          <p:spPr>
            <a:xfrm>
              <a:off x="396113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1" name="pg2351"/>
            <p:cNvSpPr/>
            <p:nvPr/>
          </p:nvSpPr>
          <p:spPr>
            <a:xfrm>
              <a:off x="397277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2" name="pg2352"/>
            <p:cNvSpPr/>
            <p:nvPr/>
          </p:nvSpPr>
          <p:spPr>
            <a:xfrm>
              <a:off x="398441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3" name="pg2353"/>
            <p:cNvSpPr/>
            <p:nvPr/>
          </p:nvSpPr>
          <p:spPr>
            <a:xfrm>
              <a:off x="399604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4" name="pg2354"/>
            <p:cNvSpPr/>
            <p:nvPr/>
          </p:nvSpPr>
          <p:spPr>
            <a:xfrm>
              <a:off x="400768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5" name="pg2355"/>
            <p:cNvSpPr/>
            <p:nvPr/>
          </p:nvSpPr>
          <p:spPr>
            <a:xfrm>
              <a:off x="401932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6" name="pg2356"/>
            <p:cNvSpPr/>
            <p:nvPr/>
          </p:nvSpPr>
          <p:spPr>
            <a:xfrm>
              <a:off x="403096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7" name="pg2357"/>
            <p:cNvSpPr/>
            <p:nvPr/>
          </p:nvSpPr>
          <p:spPr>
            <a:xfrm>
              <a:off x="404259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8" name="pg2358"/>
            <p:cNvSpPr/>
            <p:nvPr/>
          </p:nvSpPr>
          <p:spPr>
            <a:xfrm>
              <a:off x="405423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9" name="pg2359"/>
            <p:cNvSpPr/>
            <p:nvPr/>
          </p:nvSpPr>
          <p:spPr>
            <a:xfrm>
              <a:off x="406587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0" name="pg2360"/>
            <p:cNvSpPr/>
            <p:nvPr/>
          </p:nvSpPr>
          <p:spPr>
            <a:xfrm>
              <a:off x="407751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1" name="pg2361"/>
            <p:cNvSpPr/>
            <p:nvPr/>
          </p:nvSpPr>
          <p:spPr>
            <a:xfrm>
              <a:off x="408914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2" name="pg2362"/>
            <p:cNvSpPr/>
            <p:nvPr/>
          </p:nvSpPr>
          <p:spPr>
            <a:xfrm>
              <a:off x="410078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3" name="pg2363"/>
            <p:cNvSpPr/>
            <p:nvPr/>
          </p:nvSpPr>
          <p:spPr>
            <a:xfrm>
              <a:off x="411242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4" name="pg2364"/>
            <p:cNvSpPr/>
            <p:nvPr/>
          </p:nvSpPr>
          <p:spPr>
            <a:xfrm>
              <a:off x="412405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5" name="pg2365"/>
            <p:cNvSpPr/>
            <p:nvPr/>
          </p:nvSpPr>
          <p:spPr>
            <a:xfrm>
              <a:off x="413569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6" name="pg2366"/>
            <p:cNvSpPr/>
            <p:nvPr/>
          </p:nvSpPr>
          <p:spPr>
            <a:xfrm>
              <a:off x="414733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7" name="pg2367"/>
            <p:cNvSpPr/>
            <p:nvPr/>
          </p:nvSpPr>
          <p:spPr>
            <a:xfrm>
              <a:off x="455464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8" name="pg2368"/>
            <p:cNvSpPr/>
            <p:nvPr/>
          </p:nvSpPr>
          <p:spPr>
            <a:xfrm>
              <a:off x="456627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9" name="pg2369"/>
            <p:cNvSpPr/>
            <p:nvPr/>
          </p:nvSpPr>
          <p:spPr>
            <a:xfrm>
              <a:off x="457791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0" name="pg2370"/>
            <p:cNvSpPr/>
            <p:nvPr/>
          </p:nvSpPr>
          <p:spPr>
            <a:xfrm>
              <a:off x="458955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1" name="pg2371"/>
            <p:cNvSpPr/>
            <p:nvPr/>
          </p:nvSpPr>
          <p:spPr>
            <a:xfrm>
              <a:off x="360037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2" name="pg2372"/>
            <p:cNvSpPr/>
            <p:nvPr/>
          </p:nvSpPr>
          <p:spPr>
            <a:xfrm>
              <a:off x="361201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3" name="pg2373"/>
            <p:cNvSpPr/>
            <p:nvPr/>
          </p:nvSpPr>
          <p:spPr>
            <a:xfrm>
              <a:off x="362365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4" name="pg2374"/>
            <p:cNvSpPr/>
            <p:nvPr/>
          </p:nvSpPr>
          <p:spPr>
            <a:xfrm>
              <a:off x="363529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5" name="pg2375"/>
            <p:cNvSpPr/>
            <p:nvPr/>
          </p:nvSpPr>
          <p:spPr>
            <a:xfrm>
              <a:off x="364692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6" name="pg2376"/>
            <p:cNvSpPr/>
            <p:nvPr/>
          </p:nvSpPr>
          <p:spPr>
            <a:xfrm>
              <a:off x="365856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7" name="pg2377"/>
            <p:cNvSpPr/>
            <p:nvPr/>
          </p:nvSpPr>
          <p:spPr>
            <a:xfrm>
              <a:off x="367020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8" name="pg2378"/>
            <p:cNvSpPr/>
            <p:nvPr/>
          </p:nvSpPr>
          <p:spPr>
            <a:xfrm>
              <a:off x="368184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9" name="pg2379"/>
            <p:cNvSpPr/>
            <p:nvPr/>
          </p:nvSpPr>
          <p:spPr>
            <a:xfrm>
              <a:off x="369347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0" name="pg2380"/>
            <p:cNvSpPr/>
            <p:nvPr/>
          </p:nvSpPr>
          <p:spPr>
            <a:xfrm>
              <a:off x="370511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1" name="pg2381"/>
            <p:cNvSpPr/>
            <p:nvPr/>
          </p:nvSpPr>
          <p:spPr>
            <a:xfrm>
              <a:off x="371675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2" name="pg2382"/>
            <p:cNvSpPr/>
            <p:nvPr/>
          </p:nvSpPr>
          <p:spPr>
            <a:xfrm>
              <a:off x="372839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3" name="pg2383"/>
            <p:cNvSpPr/>
            <p:nvPr/>
          </p:nvSpPr>
          <p:spPr>
            <a:xfrm>
              <a:off x="374002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4" name="pg2384"/>
            <p:cNvSpPr/>
            <p:nvPr/>
          </p:nvSpPr>
          <p:spPr>
            <a:xfrm>
              <a:off x="375166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5" name="pg2385"/>
            <p:cNvSpPr/>
            <p:nvPr/>
          </p:nvSpPr>
          <p:spPr>
            <a:xfrm>
              <a:off x="376330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6" name="pg2386"/>
            <p:cNvSpPr/>
            <p:nvPr/>
          </p:nvSpPr>
          <p:spPr>
            <a:xfrm>
              <a:off x="377493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7" name="pg2387"/>
            <p:cNvSpPr/>
            <p:nvPr/>
          </p:nvSpPr>
          <p:spPr>
            <a:xfrm>
              <a:off x="378657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8" name="pg2388"/>
            <p:cNvSpPr/>
            <p:nvPr/>
          </p:nvSpPr>
          <p:spPr>
            <a:xfrm>
              <a:off x="379821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9" name="pg2389"/>
            <p:cNvSpPr/>
            <p:nvPr/>
          </p:nvSpPr>
          <p:spPr>
            <a:xfrm>
              <a:off x="380985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0" name="pg2390"/>
            <p:cNvSpPr/>
            <p:nvPr/>
          </p:nvSpPr>
          <p:spPr>
            <a:xfrm>
              <a:off x="382148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1" name="pg2391"/>
            <p:cNvSpPr/>
            <p:nvPr/>
          </p:nvSpPr>
          <p:spPr>
            <a:xfrm>
              <a:off x="383312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2" name="pg2392"/>
            <p:cNvSpPr/>
            <p:nvPr/>
          </p:nvSpPr>
          <p:spPr>
            <a:xfrm>
              <a:off x="384476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3" name="pg2393"/>
            <p:cNvSpPr/>
            <p:nvPr/>
          </p:nvSpPr>
          <p:spPr>
            <a:xfrm>
              <a:off x="385640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4" name="pg2394"/>
            <p:cNvSpPr/>
            <p:nvPr/>
          </p:nvSpPr>
          <p:spPr>
            <a:xfrm>
              <a:off x="386803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5" name="pg2395"/>
            <p:cNvSpPr/>
            <p:nvPr/>
          </p:nvSpPr>
          <p:spPr>
            <a:xfrm>
              <a:off x="387967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6" name="pg2396"/>
            <p:cNvSpPr/>
            <p:nvPr/>
          </p:nvSpPr>
          <p:spPr>
            <a:xfrm>
              <a:off x="389131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7" name="pg2397"/>
            <p:cNvSpPr/>
            <p:nvPr/>
          </p:nvSpPr>
          <p:spPr>
            <a:xfrm>
              <a:off x="390295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8" name="pg2398"/>
            <p:cNvSpPr/>
            <p:nvPr/>
          </p:nvSpPr>
          <p:spPr>
            <a:xfrm>
              <a:off x="391458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9" name="pg2399"/>
            <p:cNvSpPr/>
            <p:nvPr/>
          </p:nvSpPr>
          <p:spPr>
            <a:xfrm>
              <a:off x="392622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0" name="pg2400"/>
            <p:cNvSpPr/>
            <p:nvPr/>
          </p:nvSpPr>
          <p:spPr>
            <a:xfrm>
              <a:off x="393786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1" name="pg2401"/>
            <p:cNvSpPr/>
            <p:nvPr/>
          </p:nvSpPr>
          <p:spPr>
            <a:xfrm>
              <a:off x="394949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2" name="pg2402"/>
            <p:cNvSpPr/>
            <p:nvPr/>
          </p:nvSpPr>
          <p:spPr>
            <a:xfrm>
              <a:off x="396113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3" name="pg2403"/>
            <p:cNvSpPr/>
            <p:nvPr/>
          </p:nvSpPr>
          <p:spPr>
            <a:xfrm>
              <a:off x="397277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4" name="pg2404"/>
            <p:cNvSpPr/>
            <p:nvPr/>
          </p:nvSpPr>
          <p:spPr>
            <a:xfrm>
              <a:off x="398441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5" name="pg2405"/>
            <p:cNvSpPr/>
            <p:nvPr/>
          </p:nvSpPr>
          <p:spPr>
            <a:xfrm>
              <a:off x="399604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6" name="pg2406"/>
            <p:cNvSpPr/>
            <p:nvPr/>
          </p:nvSpPr>
          <p:spPr>
            <a:xfrm>
              <a:off x="400768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7" name="pg2407"/>
            <p:cNvSpPr/>
            <p:nvPr/>
          </p:nvSpPr>
          <p:spPr>
            <a:xfrm>
              <a:off x="401932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8" name="pg2408"/>
            <p:cNvSpPr/>
            <p:nvPr/>
          </p:nvSpPr>
          <p:spPr>
            <a:xfrm>
              <a:off x="403096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9" name="pg2409"/>
            <p:cNvSpPr/>
            <p:nvPr/>
          </p:nvSpPr>
          <p:spPr>
            <a:xfrm>
              <a:off x="404259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0" name="pg2410"/>
            <p:cNvSpPr/>
            <p:nvPr/>
          </p:nvSpPr>
          <p:spPr>
            <a:xfrm>
              <a:off x="405423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1" name="pg2411"/>
            <p:cNvSpPr/>
            <p:nvPr/>
          </p:nvSpPr>
          <p:spPr>
            <a:xfrm>
              <a:off x="406587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2" name="pg2412"/>
            <p:cNvSpPr/>
            <p:nvPr/>
          </p:nvSpPr>
          <p:spPr>
            <a:xfrm>
              <a:off x="407751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3" name="pg2413"/>
            <p:cNvSpPr/>
            <p:nvPr/>
          </p:nvSpPr>
          <p:spPr>
            <a:xfrm>
              <a:off x="408914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4" name="pg2414"/>
            <p:cNvSpPr/>
            <p:nvPr/>
          </p:nvSpPr>
          <p:spPr>
            <a:xfrm>
              <a:off x="410078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5" name="pg2415"/>
            <p:cNvSpPr/>
            <p:nvPr/>
          </p:nvSpPr>
          <p:spPr>
            <a:xfrm>
              <a:off x="411242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6" name="pg2416"/>
            <p:cNvSpPr/>
            <p:nvPr/>
          </p:nvSpPr>
          <p:spPr>
            <a:xfrm>
              <a:off x="412405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7" name="pg2417"/>
            <p:cNvSpPr/>
            <p:nvPr/>
          </p:nvSpPr>
          <p:spPr>
            <a:xfrm>
              <a:off x="413569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8" name="pg2418"/>
            <p:cNvSpPr/>
            <p:nvPr/>
          </p:nvSpPr>
          <p:spPr>
            <a:xfrm>
              <a:off x="414733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9" name="pg2419"/>
            <p:cNvSpPr/>
            <p:nvPr/>
          </p:nvSpPr>
          <p:spPr>
            <a:xfrm>
              <a:off x="426370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0" name="pg2420"/>
            <p:cNvSpPr/>
            <p:nvPr/>
          </p:nvSpPr>
          <p:spPr>
            <a:xfrm>
              <a:off x="427534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1" name="pg2421"/>
            <p:cNvSpPr/>
            <p:nvPr/>
          </p:nvSpPr>
          <p:spPr>
            <a:xfrm>
              <a:off x="428698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2" name="pg2422"/>
            <p:cNvSpPr/>
            <p:nvPr/>
          </p:nvSpPr>
          <p:spPr>
            <a:xfrm>
              <a:off x="429861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3" name="pg2423"/>
            <p:cNvSpPr/>
            <p:nvPr/>
          </p:nvSpPr>
          <p:spPr>
            <a:xfrm>
              <a:off x="455464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4" name="pg2424"/>
            <p:cNvSpPr/>
            <p:nvPr/>
          </p:nvSpPr>
          <p:spPr>
            <a:xfrm>
              <a:off x="456627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5" name="pg2425"/>
            <p:cNvSpPr/>
            <p:nvPr/>
          </p:nvSpPr>
          <p:spPr>
            <a:xfrm>
              <a:off x="457791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6" name="pg2426"/>
            <p:cNvSpPr/>
            <p:nvPr/>
          </p:nvSpPr>
          <p:spPr>
            <a:xfrm>
              <a:off x="458955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7" name="pg2427"/>
            <p:cNvSpPr/>
            <p:nvPr/>
          </p:nvSpPr>
          <p:spPr>
            <a:xfrm>
              <a:off x="460119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8" name="pg2428"/>
            <p:cNvSpPr/>
            <p:nvPr/>
          </p:nvSpPr>
          <p:spPr>
            <a:xfrm>
              <a:off x="325125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9" name="pg2429"/>
            <p:cNvSpPr/>
            <p:nvPr/>
          </p:nvSpPr>
          <p:spPr>
            <a:xfrm>
              <a:off x="326289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0" name="pg2430"/>
            <p:cNvSpPr/>
            <p:nvPr/>
          </p:nvSpPr>
          <p:spPr>
            <a:xfrm>
              <a:off x="360037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1" name="pg2431"/>
            <p:cNvSpPr/>
            <p:nvPr/>
          </p:nvSpPr>
          <p:spPr>
            <a:xfrm>
              <a:off x="361201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2" name="pg2432"/>
            <p:cNvSpPr/>
            <p:nvPr/>
          </p:nvSpPr>
          <p:spPr>
            <a:xfrm>
              <a:off x="362365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3" name="pg2433"/>
            <p:cNvSpPr/>
            <p:nvPr/>
          </p:nvSpPr>
          <p:spPr>
            <a:xfrm>
              <a:off x="363529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4" name="pg2434"/>
            <p:cNvSpPr/>
            <p:nvPr/>
          </p:nvSpPr>
          <p:spPr>
            <a:xfrm>
              <a:off x="364692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5" name="pg2435"/>
            <p:cNvSpPr/>
            <p:nvPr/>
          </p:nvSpPr>
          <p:spPr>
            <a:xfrm>
              <a:off x="365856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6" name="pg2436"/>
            <p:cNvSpPr/>
            <p:nvPr/>
          </p:nvSpPr>
          <p:spPr>
            <a:xfrm>
              <a:off x="367020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7" name="pg2437"/>
            <p:cNvSpPr/>
            <p:nvPr/>
          </p:nvSpPr>
          <p:spPr>
            <a:xfrm>
              <a:off x="368184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8" name="pg2438"/>
            <p:cNvSpPr/>
            <p:nvPr/>
          </p:nvSpPr>
          <p:spPr>
            <a:xfrm>
              <a:off x="369347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9" name="pg2439"/>
            <p:cNvSpPr/>
            <p:nvPr/>
          </p:nvSpPr>
          <p:spPr>
            <a:xfrm>
              <a:off x="370511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0" name="pg2440"/>
            <p:cNvSpPr/>
            <p:nvPr/>
          </p:nvSpPr>
          <p:spPr>
            <a:xfrm>
              <a:off x="371675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1" name="pg2441"/>
            <p:cNvSpPr/>
            <p:nvPr/>
          </p:nvSpPr>
          <p:spPr>
            <a:xfrm>
              <a:off x="372839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2" name="pg2442"/>
            <p:cNvSpPr/>
            <p:nvPr/>
          </p:nvSpPr>
          <p:spPr>
            <a:xfrm>
              <a:off x="374002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3" name="pg2443"/>
            <p:cNvSpPr/>
            <p:nvPr/>
          </p:nvSpPr>
          <p:spPr>
            <a:xfrm>
              <a:off x="375166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4" name="pg2444"/>
            <p:cNvSpPr/>
            <p:nvPr/>
          </p:nvSpPr>
          <p:spPr>
            <a:xfrm>
              <a:off x="376330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5" name="pg2445"/>
            <p:cNvSpPr/>
            <p:nvPr/>
          </p:nvSpPr>
          <p:spPr>
            <a:xfrm>
              <a:off x="377493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6" name="pg2446"/>
            <p:cNvSpPr/>
            <p:nvPr/>
          </p:nvSpPr>
          <p:spPr>
            <a:xfrm>
              <a:off x="378657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7" name="pg2447"/>
            <p:cNvSpPr/>
            <p:nvPr/>
          </p:nvSpPr>
          <p:spPr>
            <a:xfrm>
              <a:off x="379821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8" name="pg2448"/>
            <p:cNvSpPr/>
            <p:nvPr/>
          </p:nvSpPr>
          <p:spPr>
            <a:xfrm>
              <a:off x="380985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9" name="pg2449"/>
            <p:cNvSpPr/>
            <p:nvPr/>
          </p:nvSpPr>
          <p:spPr>
            <a:xfrm>
              <a:off x="382148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0" name="pg2450"/>
            <p:cNvSpPr/>
            <p:nvPr/>
          </p:nvSpPr>
          <p:spPr>
            <a:xfrm>
              <a:off x="383312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1" name="pg2451"/>
            <p:cNvSpPr/>
            <p:nvPr/>
          </p:nvSpPr>
          <p:spPr>
            <a:xfrm>
              <a:off x="384476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2" name="pg2452"/>
            <p:cNvSpPr/>
            <p:nvPr/>
          </p:nvSpPr>
          <p:spPr>
            <a:xfrm>
              <a:off x="385640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3" name="pg2453"/>
            <p:cNvSpPr/>
            <p:nvPr/>
          </p:nvSpPr>
          <p:spPr>
            <a:xfrm>
              <a:off x="386803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4" name="pg2454"/>
            <p:cNvSpPr/>
            <p:nvPr/>
          </p:nvSpPr>
          <p:spPr>
            <a:xfrm>
              <a:off x="387967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5" name="pg2455"/>
            <p:cNvSpPr/>
            <p:nvPr/>
          </p:nvSpPr>
          <p:spPr>
            <a:xfrm>
              <a:off x="389131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6" name="pg2456"/>
            <p:cNvSpPr/>
            <p:nvPr/>
          </p:nvSpPr>
          <p:spPr>
            <a:xfrm>
              <a:off x="390295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7" name="pg2457"/>
            <p:cNvSpPr/>
            <p:nvPr/>
          </p:nvSpPr>
          <p:spPr>
            <a:xfrm>
              <a:off x="391458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8" name="pg2458"/>
            <p:cNvSpPr/>
            <p:nvPr/>
          </p:nvSpPr>
          <p:spPr>
            <a:xfrm>
              <a:off x="392622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9" name="pg2459"/>
            <p:cNvSpPr/>
            <p:nvPr/>
          </p:nvSpPr>
          <p:spPr>
            <a:xfrm>
              <a:off x="393786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0" name="pg2460"/>
            <p:cNvSpPr/>
            <p:nvPr/>
          </p:nvSpPr>
          <p:spPr>
            <a:xfrm>
              <a:off x="394949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1" name="pg2461"/>
            <p:cNvSpPr/>
            <p:nvPr/>
          </p:nvSpPr>
          <p:spPr>
            <a:xfrm>
              <a:off x="396113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2" name="pg2462"/>
            <p:cNvSpPr/>
            <p:nvPr/>
          </p:nvSpPr>
          <p:spPr>
            <a:xfrm>
              <a:off x="397277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3" name="pg2463"/>
            <p:cNvSpPr/>
            <p:nvPr/>
          </p:nvSpPr>
          <p:spPr>
            <a:xfrm>
              <a:off x="398441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4" name="pg2464"/>
            <p:cNvSpPr/>
            <p:nvPr/>
          </p:nvSpPr>
          <p:spPr>
            <a:xfrm>
              <a:off x="399604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5" name="pg2465"/>
            <p:cNvSpPr/>
            <p:nvPr/>
          </p:nvSpPr>
          <p:spPr>
            <a:xfrm>
              <a:off x="400768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6" name="pg2466"/>
            <p:cNvSpPr/>
            <p:nvPr/>
          </p:nvSpPr>
          <p:spPr>
            <a:xfrm>
              <a:off x="401932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7" name="pg2467"/>
            <p:cNvSpPr/>
            <p:nvPr/>
          </p:nvSpPr>
          <p:spPr>
            <a:xfrm>
              <a:off x="403096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8" name="pg2468"/>
            <p:cNvSpPr/>
            <p:nvPr/>
          </p:nvSpPr>
          <p:spPr>
            <a:xfrm>
              <a:off x="404259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9" name="pg2469"/>
            <p:cNvSpPr/>
            <p:nvPr/>
          </p:nvSpPr>
          <p:spPr>
            <a:xfrm>
              <a:off x="405423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0" name="pg2470"/>
            <p:cNvSpPr/>
            <p:nvPr/>
          </p:nvSpPr>
          <p:spPr>
            <a:xfrm>
              <a:off x="406587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1" name="pg2471"/>
            <p:cNvSpPr/>
            <p:nvPr/>
          </p:nvSpPr>
          <p:spPr>
            <a:xfrm>
              <a:off x="407751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2" name="pg2472"/>
            <p:cNvSpPr/>
            <p:nvPr/>
          </p:nvSpPr>
          <p:spPr>
            <a:xfrm>
              <a:off x="408914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3" name="pg2473"/>
            <p:cNvSpPr/>
            <p:nvPr/>
          </p:nvSpPr>
          <p:spPr>
            <a:xfrm>
              <a:off x="410078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4" name="pg2474"/>
            <p:cNvSpPr/>
            <p:nvPr/>
          </p:nvSpPr>
          <p:spPr>
            <a:xfrm>
              <a:off x="411242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5" name="pg2475"/>
            <p:cNvSpPr/>
            <p:nvPr/>
          </p:nvSpPr>
          <p:spPr>
            <a:xfrm>
              <a:off x="412405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6" name="pg2476"/>
            <p:cNvSpPr/>
            <p:nvPr/>
          </p:nvSpPr>
          <p:spPr>
            <a:xfrm>
              <a:off x="413569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7" name="pg2477"/>
            <p:cNvSpPr/>
            <p:nvPr/>
          </p:nvSpPr>
          <p:spPr>
            <a:xfrm>
              <a:off x="414733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8" name="pg2478"/>
            <p:cNvSpPr/>
            <p:nvPr/>
          </p:nvSpPr>
          <p:spPr>
            <a:xfrm>
              <a:off x="425207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9" name="pg2479"/>
            <p:cNvSpPr/>
            <p:nvPr/>
          </p:nvSpPr>
          <p:spPr>
            <a:xfrm>
              <a:off x="426370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0" name="pg2480"/>
            <p:cNvSpPr/>
            <p:nvPr/>
          </p:nvSpPr>
          <p:spPr>
            <a:xfrm>
              <a:off x="427534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1" name="pg2481"/>
            <p:cNvSpPr/>
            <p:nvPr/>
          </p:nvSpPr>
          <p:spPr>
            <a:xfrm>
              <a:off x="428698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2" name="pg2482"/>
            <p:cNvSpPr/>
            <p:nvPr/>
          </p:nvSpPr>
          <p:spPr>
            <a:xfrm>
              <a:off x="429861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3" name="pg2483"/>
            <p:cNvSpPr/>
            <p:nvPr/>
          </p:nvSpPr>
          <p:spPr>
            <a:xfrm>
              <a:off x="431025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4" name="pg2484"/>
            <p:cNvSpPr/>
            <p:nvPr/>
          </p:nvSpPr>
          <p:spPr>
            <a:xfrm>
              <a:off x="432189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5" name="pg2485"/>
            <p:cNvSpPr/>
            <p:nvPr/>
          </p:nvSpPr>
          <p:spPr>
            <a:xfrm>
              <a:off x="455464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6" name="pg2486"/>
            <p:cNvSpPr/>
            <p:nvPr/>
          </p:nvSpPr>
          <p:spPr>
            <a:xfrm>
              <a:off x="456627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7" name="pg2487"/>
            <p:cNvSpPr/>
            <p:nvPr/>
          </p:nvSpPr>
          <p:spPr>
            <a:xfrm>
              <a:off x="457791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8" name="pg2488"/>
            <p:cNvSpPr/>
            <p:nvPr/>
          </p:nvSpPr>
          <p:spPr>
            <a:xfrm>
              <a:off x="458955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9" name="pg2489"/>
            <p:cNvSpPr/>
            <p:nvPr/>
          </p:nvSpPr>
          <p:spPr>
            <a:xfrm>
              <a:off x="460119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0" name="pg2490"/>
            <p:cNvSpPr/>
            <p:nvPr/>
          </p:nvSpPr>
          <p:spPr>
            <a:xfrm>
              <a:off x="323962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1" name="pg2491"/>
            <p:cNvSpPr/>
            <p:nvPr/>
          </p:nvSpPr>
          <p:spPr>
            <a:xfrm>
              <a:off x="325125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2" name="pg2492"/>
            <p:cNvSpPr/>
            <p:nvPr/>
          </p:nvSpPr>
          <p:spPr>
            <a:xfrm>
              <a:off x="326289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3" name="pg2493"/>
            <p:cNvSpPr/>
            <p:nvPr/>
          </p:nvSpPr>
          <p:spPr>
            <a:xfrm>
              <a:off x="327453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4" name="pg2494"/>
            <p:cNvSpPr/>
            <p:nvPr/>
          </p:nvSpPr>
          <p:spPr>
            <a:xfrm>
              <a:off x="328617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5" name="pg2495"/>
            <p:cNvSpPr/>
            <p:nvPr/>
          </p:nvSpPr>
          <p:spPr>
            <a:xfrm>
              <a:off x="360037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6" name="pg2496"/>
            <p:cNvSpPr/>
            <p:nvPr/>
          </p:nvSpPr>
          <p:spPr>
            <a:xfrm>
              <a:off x="361201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7" name="pg2497"/>
            <p:cNvSpPr/>
            <p:nvPr/>
          </p:nvSpPr>
          <p:spPr>
            <a:xfrm>
              <a:off x="362365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8" name="pg2498"/>
            <p:cNvSpPr/>
            <p:nvPr/>
          </p:nvSpPr>
          <p:spPr>
            <a:xfrm>
              <a:off x="363529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9" name="pg2499"/>
            <p:cNvSpPr/>
            <p:nvPr/>
          </p:nvSpPr>
          <p:spPr>
            <a:xfrm>
              <a:off x="364692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0" name="pg2500"/>
            <p:cNvSpPr/>
            <p:nvPr/>
          </p:nvSpPr>
          <p:spPr>
            <a:xfrm>
              <a:off x="365856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1" name="pg2501"/>
            <p:cNvSpPr/>
            <p:nvPr/>
          </p:nvSpPr>
          <p:spPr>
            <a:xfrm>
              <a:off x="3670203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2" name="pg2502"/>
            <p:cNvSpPr/>
            <p:nvPr/>
          </p:nvSpPr>
          <p:spPr>
            <a:xfrm>
              <a:off x="368184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3" name="pg2503"/>
            <p:cNvSpPr/>
            <p:nvPr/>
          </p:nvSpPr>
          <p:spPr>
            <a:xfrm>
              <a:off x="369347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4" name="pg2504"/>
            <p:cNvSpPr/>
            <p:nvPr/>
          </p:nvSpPr>
          <p:spPr>
            <a:xfrm>
              <a:off x="370511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5" name="pg2505"/>
            <p:cNvSpPr/>
            <p:nvPr/>
          </p:nvSpPr>
          <p:spPr>
            <a:xfrm>
              <a:off x="371675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6" name="pg2506"/>
            <p:cNvSpPr/>
            <p:nvPr/>
          </p:nvSpPr>
          <p:spPr>
            <a:xfrm>
              <a:off x="372839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7" name="pg2507"/>
            <p:cNvSpPr/>
            <p:nvPr/>
          </p:nvSpPr>
          <p:spPr>
            <a:xfrm>
              <a:off x="374002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8" name="pg2508"/>
            <p:cNvSpPr/>
            <p:nvPr/>
          </p:nvSpPr>
          <p:spPr>
            <a:xfrm>
              <a:off x="375166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9" name="pg2509"/>
            <p:cNvSpPr/>
            <p:nvPr/>
          </p:nvSpPr>
          <p:spPr>
            <a:xfrm>
              <a:off x="385640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0" name="pg2510"/>
            <p:cNvSpPr/>
            <p:nvPr/>
          </p:nvSpPr>
          <p:spPr>
            <a:xfrm>
              <a:off x="386803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1" name="pg2511"/>
            <p:cNvSpPr/>
            <p:nvPr/>
          </p:nvSpPr>
          <p:spPr>
            <a:xfrm>
              <a:off x="387967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2" name="pg2512"/>
            <p:cNvSpPr/>
            <p:nvPr/>
          </p:nvSpPr>
          <p:spPr>
            <a:xfrm>
              <a:off x="389131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3" name="pg2513"/>
            <p:cNvSpPr/>
            <p:nvPr/>
          </p:nvSpPr>
          <p:spPr>
            <a:xfrm>
              <a:off x="390295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4" name="pg2514"/>
            <p:cNvSpPr/>
            <p:nvPr/>
          </p:nvSpPr>
          <p:spPr>
            <a:xfrm>
              <a:off x="391458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5" name="pg2515"/>
            <p:cNvSpPr/>
            <p:nvPr/>
          </p:nvSpPr>
          <p:spPr>
            <a:xfrm>
              <a:off x="392622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6" name="pg2516"/>
            <p:cNvSpPr/>
            <p:nvPr/>
          </p:nvSpPr>
          <p:spPr>
            <a:xfrm>
              <a:off x="393786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7" name="pg2517"/>
            <p:cNvSpPr/>
            <p:nvPr/>
          </p:nvSpPr>
          <p:spPr>
            <a:xfrm>
              <a:off x="394949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8" name="pg2518"/>
            <p:cNvSpPr/>
            <p:nvPr/>
          </p:nvSpPr>
          <p:spPr>
            <a:xfrm>
              <a:off x="396113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9" name="pg2519"/>
            <p:cNvSpPr/>
            <p:nvPr/>
          </p:nvSpPr>
          <p:spPr>
            <a:xfrm>
              <a:off x="406587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0" name="pg2520"/>
            <p:cNvSpPr/>
            <p:nvPr/>
          </p:nvSpPr>
          <p:spPr>
            <a:xfrm>
              <a:off x="407751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1" name="pg2521"/>
            <p:cNvSpPr/>
            <p:nvPr/>
          </p:nvSpPr>
          <p:spPr>
            <a:xfrm>
              <a:off x="408914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2" name="pg2522"/>
            <p:cNvSpPr/>
            <p:nvPr/>
          </p:nvSpPr>
          <p:spPr>
            <a:xfrm>
              <a:off x="410078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3" name="pg2523"/>
            <p:cNvSpPr/>
            <p:nvPr/>
          </p:nvSpPr>
          <p:spPr>
            <a:xfrm>
              <a:off x="411242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4" name="pg2524"/>
            <p:cNvSpPr/>
            <p:nvPr/>
          </p:nvSpPr>
          <p:spPr>
            <a:xfrm>
              <a:off x="412405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5" name="pg2525"/>
            <p:cNvSpPr/>
            <p:nvPr/>
          </p:nvSpPr>
          <p:spPr>
            <a:xfrm>
              <a:off x="413569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6" name="pg2526"/>
            <p:cNvSpPr/>
            <p:nvPr/>
          </p:nvSpPr>
          <p:spPr>
            <a:xfrm>
              <a:off x="414733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7" name="pg2527"/>
            <p:cNvSpPr/>
            <p:nvPr/>
          </p:nvSpPr>
          <p:spPr>
            <a:xfrm>
              <a:off x="415897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8" name="pg2528"/>
            <p:cNvSpPr/>
            <p:nvPr/>
          </p:nvSpPr>
          <p:spPr>
            <a:xfrm>
              <a:off x="422879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9" name="pg2529"/>
            <p:cNvSpPr/>
            <p:nvPr/>
          </p:nvSpPr>
          <p:spPr>
            <a:xfrm>
              <a:off x="424043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0" name="pg2530"/>
            <p:cNvSpPr/>
            <p:nvPr/>
          </p:nvSpPr>
          <p:spPr>
            <a:xfrm>
              <a:off x="425207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1" name="pg2531"/>
            <p:cNvSpPr/>
            <p:nvPr/>
          </p:nvSpPr>
          <p:spPr>
            <a:xfrm>
              <a:off x="426370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2" name="pg2532"/>
            <p:cNvSpPr/>
            <p:nvPr/>
          </p:nvSpPr>
          <p:spPr>
            <a:xfrm>
              <a:off x="427534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3" name="pg2533"/>
            <p:cNvSpPr/>
            <p:nvPr/>
          </p:nvSpPr>
          <p:spPr>
            <a:xfrm>
              <a:off x="428698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4" name="pg2534"/>
            <p:cNvSpPr/>
            <p:nvPr/>
          </p:nvSpPr>
          <p:spPr>
            <a:xfrm>
              <a:off x="429861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5" name="pg2535"/>
            <p:cNvSpPr/>
            <p:nvPr/>
          </p:nvSpPr>
          <p:spPr>
            <a:xfrm>
              <a:off x="431025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6" name="pg2536"/>
            <p:cNvSpPr/>
            <p:nvPr/>
          </p:nvSpPr>
          <p:spPr>
            <a:xfrm>
              <a:off x="432189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7" name="pg2537"/>
            <p:cNvSpPr/>
            <p:nvPr/>
          </p:nvSpPr>
          <p:spPr>
            <a:xfrm>
              <a:off x="433353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8" name="pg2538"/>
            <p:cNvSpPr/>
            <p:nvPr/>
          </p:nvSpPr>
          <p:spPr>
            <a:xfrm>
              <a:off x="434516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9" name="pg2539"/>
            <p:cNvSpPr/>
            <p:nvPr/>
          </p:nvSpPr>
          <p:spPr>
            <a:xfrm>
              <a:off x="455464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0" name="pg2540"/>
            <p:cNvSpPr/>
            <p:nvPr/>
          </p:nvSpPr>
          <p:spPr>
            <a:xfrm>
              <a:off x="456627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1" name="pg2541"/>
            <p:cNvSpPr/>
            <p:nvPr/>
          </p:nvSpPr>
          <p:spPr>
            <a:xfrm>
              <a:off x="457791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2" name="pg2542"/>
            <p:cNvSpPr/>
            <p:nvPr/>
          </p:nvSpPr>
          <p:spPr>
            <a:xfrm>
              <a:off x="458955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3" name="pg2543"/>
            <p:cNvSpPr/>
            <p:nvPr/>
          </p:nvSpPr>
          <p:spPr>
            <a:xfrm>
              <a:off x="460119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4" name="pg2544"/>
            <p:cNvSpPr/>
            <p:nvPr/>
          </p:nvSpPr>
          <p:spPr>
            <a:xfrm>
              <a:off x="314652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5" name="pg2545"/>
            <p:cNvSpPr/>
            <p:nvPr/>
          </p:nvSpPr>
          <p:spPr>
            <a:xfrm>
              <a:off x="315816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6" name="pg2546"/>
            <p:cNvSpPr/>
            <p:nvPr/>
          </p:nvSpPr>
          <p:spPr>
            <a:xfrm>
              <a:off x="316979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7" name="pg2547"/>
            <p:cNvSpPr/>
            <p:nvPr/>
          </p:nvSpPr>
          <p:spPr>
            <a:xfrm>
              <a:off x="322798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8" name="pg2548"/>
            <p:cNvSpPr/>
            <p:nvPr/>
          </p:nvSpPr>
          <p:spPr>
            <a:xfrm>
              <a:off x="323962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9" name="pg2549"/>
            <p:cNvSpPr/>
            <p:nvPr/>
          </p:nvSpPr>
          <p:spPr>
            <a:xfrm>
              <a:off x="325125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0" name="pg2550"/>
            <p:cNvSpPr/>
            <p:nvPr/>
          </p:nvSpPr>
          <p:spPr>
            <a:xfrm>
              <a:off x="326289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1" name="pg2551"/>
            <p:cNvSpPr/>
            <p:nvPr/>
          </p:nvSpPr>
          <p:spPr>
            <a:xfrm>
              <a:off x="327453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2" name="pg2552"/>
            <p:cNvSpPr/>
            <p:nvPr/>
          </p:nvSpPr>
          <p:spPr>
            <a:xfrm>
              <a:off x="328617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3" name="pg2553"/>
            <p:cNvSpPr/>
            <p:nvPr/>
          </p:nvSpPr>
          <p:spPr>
            <a:xfrm>
              <a:off x="329780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4" name="pg2554"/>
            <p:cNvSpPr/>
            <p:nvPr/>
          </p:nvSpPr>
          <p:spPr>
            <a:xfrm>
              <a:off x="330944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5" name="pg2555"/>
            <p:cNvSpPr/>
            <p:nvPr/>
          </p:nvSpPr>
          <p:spPr>
            <a:xfrm>
              <a:off x="332108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6" name="pg2556"/>
            <p:cNvSpPr/>
            <p:nvPr/>
          </p:nvSpPr>
          <p:spPr>
            <a:xfrm>
              <a:off x="333272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7" name="pg2557"/>
            <p:cNvSpPr/>
            <p:nvPr/>
          </p:nvSpPr>
          <p:spPr>
            <a:xfrm>
              <a:off x="334435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8" name="pg2558"/>
            <p:cNvSpPr/>
            <p:nvPr/>
          </p:nvSpPr>
          <p:spPr>
            <a:xfrm>
              <a:off x="343745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9" name="pg2559"/>
            <p:cNvSpPr/>
            <p:nvPr/>
          </p:nvSpPr>
          <p:spPr>
            <a:xfrm>
              <a:off x="344909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0" name="pg2560"/>
            <p:cNvSpPr/>
            <p:nvPr/>
          </p:nvSpPr>
          <p:spPr>
            <a:xfrm>
              <a:off x="346073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1" name="pg2561"/>
            <p:cNvSpPr/>
            <p:nvPr/>
          </p:nvSpPr>
          <p:spPr>
            <a:xfrm>
              <a:off x="347236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2" name="pg2562"/>
            <p:cNvSpPr/>
            <p:nvPr/>
          </p:nvSpPr>
          <p:spPr>
            <a:xfrm>
              <a:off x="348400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3" name="pg2563"/>
            <p:cNvSpPr/>
            <p:nvPr/>
          </p:nvSpPr>
          <p:spPr>
            <a:xfrm>
              <a:off x="360037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4" name="pg2564"/>
            <p:cNvSpPr/>
            <p:nvPr/>
          </p:nvSpPr>
          <p:spPr>
            <a:xfrm>
              <a:off x="361201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5" name="pg2565"/>
            <p:cNvSpPr/>
            <p:nvPr/>
          </p:nvSpPr>
          <p:spPr>
            <a:xfrm>
              <a:off x="362365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6" name="pg2566"/>
            <p:cNvSpPr/>
            <p:nvPr/>
          </p:nvSpPr>
          <p:spPr>
            <a:xfrm>
              <a:off x="363529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7" name="pg2567"/>
            <p:cNvSpPr/>
            <p:nvPr/>
          </p:nvSpPr>
          <p:spPr>
            <a:xfrm>
              <a:off x="364692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8" name="pg2568"/>
            <p:cNvSpPr/>
            <p:nvPr/>
          </p:nvSpPr>
          <p:spPr>
            <a:xfrm>
              <a:off x="365856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9" name="pg2569"/>
            <p:cNvSpPr/>
            <p:nvPr/>
          </p:nvSpPr>
          <p:spPr>
            <a:xfrm>
              <a:off x="367020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0" name="pg2570"/>
            <p:cNvSpPr/>
            <p:nvPr/>
          </p:nvSpPr>
          <p:spPr>
            <a:xfrm>
              <a:off x="368184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1" name="pg2571"/>
            <p:cNvSpPr/>
            <p:nvPr/>
          </p:nvSpPr>
          <p:spPr>
            <a:xfrm>
              <a:off x="369347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2" name="pg2572"/>
            <p:cNvSpPr/>
            <p:nvPr/>
          </p:nvSpPr>
          <p:spPr>
            <a:xfrm>
              <a:off x="370511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3" name="pg2573"/>
            <p:cNvSpPr/>
            <p:nvPr/>
          </p:nvSpPr>
          <p:spPr>
            <a:xfrm>
              <a:off x="371675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6B8">
                <a:alpha val="100000"/>
              </a:srgbClr>
            </a:solidFill>
            <a:ln w="5420" cap="flat">
              <a:solidFill>
                <a:srgbClr val="7F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4" name="pg2574"/>
            <p:cNvSpPr/>
            <p:nvPr/>
          </p:nvSpPr>
          <p:spPr>
            <a:xfrm>
              <a:off x="372839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5" name="pg2575"/>
            <p:cNvSpPr/>
            <p:nvPr/>
          </p:nvSpPr>
          <p:spPr>
            <a:xfrm>
              <a:off x="374002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6" name="pg2576"/>
            <p:cNvSpPr/>
            <p:nvPr/>
          </p:nvSpPr>
          <p:spPr>
            <a:xfrm>
              <a:off x="375166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7" name="pg2577"/>
            <p:cNvSpPr/>
            <p:nvPr/>
          </p:nvSpPr>
          <p:spPr>
            <a:xfrm>
              <a:off x="410078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8" name="pg2578"/>
            <p:cNvSpPr/>
            <p:nvPr/>
          </p:nvSpPr>
          <p:spPr>
            <a:xfrm>
              <a:off x="411242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9" name="pg2579"/>
            <p:cNvSpPr/>
            <p:nvPr/>
          </p:nvSpPr>
          <p:spPr>
            <a:xfrm>
              <a:off x="412405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0" name="pg2580"/>
            <p:cNvSpPr/>
            <p:nvPr/>
          </p:nvSpPr>
          <p:spPr>
            <a:xfrm>
              <a:off x="413569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1" name="pg2581"/>
            <p:cNvSpPr/>
            <p:nvPr/>
          </p:nvSpPr>
          <p:spPr>
            <a:xfrm>
              <a:off x="414733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2" name="pg2582"/>
            <p:cNvSpPr/>
            <p:nvPr/>
          </p:nvSpPr>
          <p:spPr>
            <a:xfrm>
              <a:off x="415897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3" name="pg2583"/>
            <p:cNvSpPr/>
            <p:nvPr/>
          </p:nvSpPr>
          <p:spPr>
            <a:xfrm>
              <a:off x="417060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4" name="pg2584"/>
            <p:cNvSpPr/>
            <p:nvPr/>
          </p:nvSpPr>
          <p:spPr>
            <a:xfrm>
              <a:off x="419388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5" name="pg2585"/>
            <p:cNvSpPr/>
            <p:nvPr/>
          </p:nvSpPr>
          <p:spPr>
            <a:xfrm>
              <a:off x="420552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6" name="pg2586"/>
            <p:cNvSpPr/>
            <p:nvPr/>
          </p:nvSpPr>
          <p:spPr>
            <a:xfrm>
              <a:off x="421715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7" name="pg2587"/>
            <p:cNvSpPr/>
            <p:nvPr/>
          </p:nvSpPr>
          <p:spPr>
            <a:xfrm>
              <a:off x="422879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8" name="pg2588"/>
            <p:cNvSpPr/>
            <p:nvPr/>
          </p:nvSpPr>
          <p:spPr>
            <a:xfrm>
              <a:off x="424043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9" name="pg2589"/>
            <p:cNvSpPr/>
            <p:nvPr/>
          </p:nvSpPr>
          <p:spPr>
            <a:xfrm>
              <a:off x="425207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0" name="pg2590"/>
            <p:cNvSpPr/>
            <p:nvPr/>
          </p:nvSpPr>
          <p:spPr>
            <a:xfrm>
              <a:off x="426370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1" name="pg2591"/>
            <p:cNvSpPr/>
            <p:nvPr/>
          </p:nvSpPr>
          <p:spPr>
            <a:xfrm>
              <a:off x="427534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2" name="pg2592"/>
            <p:cNvSpPr/>
            <p:nvPr/>
          </p:nvSpPr>
          <p:spPr>
            <a:xfrm>
              <a:off x="428698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3" name="pg2593"/>
            <p:cNvSpPr/>
            <p:nvPr/>
          </p:nvSpPr>
          <p:spPr>
            <a:xfrm>
              <a:off x="429861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4" name="pg2594"/>
            <p:cNvSpPr/>
            <p:nvPr/>
          </p:nvSpPr>
          <p:spPr>
            <a:xfrm>
              <a:off x="431025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5" name="pg2595"/>
            <p:cNvSpPr/>
            <p:nvPr/>
          </p:nvSpPr>
          <p:spPr>
            <a:xfrm>
              <a:off x="432189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6" name="pg2596"/>
            <p:cNvSpPr/>
            <p:nvPr/>
          </p:nvSpPr>
          <p:spPr>
            <a:xfrm>
              <a:off x="433353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7" name="pg2597"/>
            <p:cNvSpPr/>
            <p:nvPr/>
          </p:nvSpPr>
          <p:spPr>
            <a:xfrm>
              <a:off x="434516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8" name="pg2598"/>
            <p:cNvSpPr/>
            <p:nvPr/>
          </p:nvSpPr>
          <p:spPr>
            <a:xfrm>
              <a:off x="435680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9" name="pg2599"/>
            <p:cNvSpPr/>
            <p:nvPr/>
          </p:nvSpPr>
          <p:spPr>
            <a:xfrm>
              <a:off x="456627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0" name="pg2600"/>
            <p:cNvSpPr/>
            <p:nvPr/>
          </p:nvSpPr>
          <p:spPr>
            <a:xfrm>
              <a:off x="457791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1" name="pg2601"/>
            <p:cNvSpPr/>
            <p:nvPr/>
          </p:nvSpPr>
          <p:spPr>
            <a:xfrm>
              <a:off x="458955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2" name="pg2602"/>
            <p:cNvSpPr/>
            <p:nvPr/>
          </p:nvSpPr>
          <p:spPr>
            <a:xfrm>
              <a:off x="460119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3" name="pg2603"/>
            <p:cNvSpPr/>
            <p:nvPr/>
          </p:nvSpPr>
          <p:spPr>
            <a:xfrm>
              <a:off x="312324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4" name="pg2604"/>
            <p:cNvSpPr/>
            <p:nvPr/>
          </p:nvSpPr>
          <p:spPr>
            <a:xfrm>
              <a:off x="313488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5" name="pg2605"/>
            <p:cNvSpPr/>
            <p:nvPr/>
          </p:nvSpPr>
          <p:spPr>
            <a:xfrm>
              <a:off x="314652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6" name="pg2606"/>
            <p:cNvSpPr/>
            <p:nvPr/>
          </p:nvSpPr>
          <p:spPr>
            <a:xfrm>
              <a:off x="315816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7" name="pg2607"/>
            <p:cNvSpPr/>
            <p:nvPr/>
          </p:nvSpPr>
          <p:spPr>
            <a:xfrm>
              <a:off x="316979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8" name="pg2608"/>
            <p:cNvSpPr/>
            <p:nvPr/>
          </p:nvSpPr>
          <p:spPr>
            <a:xfrm>
              <a:off x="318143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9" name="pg2609"/>
            <p:cNvSpPr/>
            <p:nvPr/>
          </p:nvSpPr>
          <p:spPr>
            <a:xfrm>
              <a:off x="321634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0" name="pg2610"/>
            <p:cNvSpPr/>
            <p:nvPr/>
          </p:nvSpPr>
          <p:spPr>
            <a:xfrm>
              <a:off x="322798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1" name="pg2611"/>
            <p:cNvSpPr/>
            <p:nvPr/>
          </p:nvSpPr>
          <p:spPr>
            <a:xfrm>
              <a:off x="323962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2" name="pg2612"/>
            <p:cNvSpPr/>
            <p:nvPr/>
          </p:nvSpPr>
          <p:spPr>
            <a:xfrm>
              <a:off x="325125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3" name="pg2613"/>
            <p:cNvSpPr/>
            <p:nvPr/>
          </p:nvSpPr>
          <p:spPr>
            <a:xfrm>
              <a:off x="326289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4" name="pg2614"/>
            <p:cNvSpPr/>
            <p:nvPr/>
          </p:nvSpPr>
          <p:spPr>
            <a:xfrm>
              <a:off x="327453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5" name="pg2615"/>
            <p:cNvSpPr/>
            <p:nvPr/>
          </p:nvSpPr>
          <p:spPr>
            <a:xfrm>
              <a:off x="328617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6" name="pg2616"/>
            <p:cNvSpPr/>
            <p:nvPr/>
          </p:nvSpPr>
          <p:spPr>
            <a:xfrm>
              <a:off x="329780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7" name="pg2617"/>
            <p:cNvSpPr/>
            <p:nvPr/>
          </p:nvSpPr>
          <p:spPr>
            <a:xfrm>
              <a:off x="330944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8" name="pg2618"/>
            <p:cNvSpPr/>
            <p:nvPr/>
          </p:nvSpPr>
          <p:spPr>
            <a:xfrm>
              <a:off x="332108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9" name="pg2619"/>
            <p:cNvSpPr/>
            <p:nvPr/>
          </p:nvSpPr>
          <p:spPr>
            <a:xfrm>
              <a:off x="333272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0" name="pg2620"/>
            <p:cNvSpPr/>
            <p:nvPr/>
          </p:nvSpPr>
          <p:spPr>
            <a:xfrm>
              <a:off x="334435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1" name="pg2621"/>
            <p:cNvSpPr/>
            <p:nvPr/>
          </p:nvSpPr>
          <p:spPr>
            <a:xfrm>
              <a:off x="335599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2" name="pg2622"/>
            <p:cNvSpPr/>
            <p:nvPr/>
          </p:nvSpPr>
          <p:spPr>
            <a:xfrm>
              <a:off x="336763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3" name="pg2623"/>
            <p:cNvSpPr/>
            <p:nvPr/>
          </p:nvSpPr>
          <p:spPr>
            <a:xfrm>
              <a:off x="342581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4" name="pg2624"/>
            <p:cNvSpPr/>
            <p:nvPr/>
          </p:nvSpPr>
          <p:spPr>
            <a:xfrm>
              <a:off x="343745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5" name="pg2625"/>
            <p:cNvSpPr/>
            <p:nvPr/>
          </p:nvSpPr>
          <p:spPr>
            <a:xfrm>
              <a:off x="344909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6" name="pg2626"/>
            <p:cNvSpPr/>
            <p:nvPr/>
          </p:nvSpPr>
          <p:spPr>
            <a:xfrm>
              <a:off x="346073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7" name="pg2627"/>
            <p:cNvSpPr/>
            <p:nvPr/>
          </p:nvSpPr>
          <p:spPr>
            <a:xfrm>
              <a:off x="347236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8" name="pg2628"/>
            <p:cNvSpPr/>
            <p:nvPr/>
          </p:nvSpPr>
          <p:spPr>
            <a:xfrm>
              <a:off x="348400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9" name="pg2629"/>
            <p:cNvSpPr/>
            <p:nvPr/>
          </p:nvSpPr>
          <p:spPr>
            <a:xfrm>
              <a:off x="349564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0" name="pg2630"/>
            <p:cNvSpPr/>
            <p:nvPr/>
          </p:nvSpPr>
          <p:spPr>
            <a:xfrm>
              <a:off x="350728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1" name="pg2631"/>
            <p:cNvSpPr/>
            <p:nvPr/>
          </p:nvSpPr>
          <p:spPr>
            <a:xfrm>
              <a:off x="362365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2" name="pg2632"/>
            <p:cNvSpPr/>
            <p:nvPr/>
          </p:nvSpPr>
          <p:spPr>
            <a:xfrm>
              <a:off x="363529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3" name="pg2633"/>
            <p:cNvSpPr/>
            <p:nvPr/>
          </p:nvSpPr>
          <p:spPr>
            <a:xfrm>
              <a:off x="364692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4" name="pg2634"/>
            <p:cNvSpPr/>
            <p:nvPr/>
          </p:nvSpPr>
          <p:spPr>
            <a:xfrm>
              <a:off x="365856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5" name="pg2635"/>
            <p:cNvSpPr/>
            <p:nvPr/>
          </p:nvSpPr>
          <p:spPr>
            <a:xfrm>
              <a:off x="367020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6" name="pg2636"/>
            <p:cNvSpPr/>
            <p:nvPr/>
          </p:nvSpPr>
          <p:spPr>
            <a:xfrm>
              <a:off x="368184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7" name="pg2637"/>
            <p:cNvSpPr/>
            <p:nvPr/>
          </p:nvSpPr>
          <p:spPr>
            <a:xfrm>
              <a:off x="369347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8" name="pg2638"/>
            <p:cNvSpPr/>
            <p:nvPr/>
          </p:nvSpPr>
          <p:spPr>
            <a:xfrm>
              <a:off x="370511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9" name="pg2639"/>
            <p:cNvSpPr/>
            <p:nvPr/>
          </p:nvSpPr>
          <p:spPr>
            <a:xfrm>
              <a:off x="371675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0" name="pg2640"/>
            <p:cNvSpPr/>
            <p:nvPr/>
          </p:nvSpPr>
          <p:spPr>
            <a:xfrm>
              <a:off x="372839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1" name="pg2641"/>
            <p:cNvSpPr/>
            <p:nvPr/>
          </p:nvSpPr>
          <p:spPr>
            <a:xfrm>
              <a:off x="374002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2" name="pg2642"/>
            <p:cNvSpPr/>
            <p:nvPr/>
          </p:nvSpPr>
          <p:spPr>
            <a:xfrm>
              <a:off x="375166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3" name="pg2643"/>
            <p:cNvSpPr/>
            <p:nvPr/>
          </p:nvSpPr>
          <p:spPr>
            <a:xfrm>
              <a:off x="411242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4" name="pg2644"/>
            <p:cNvSpPr/>
            <p:nvPr/>
          </p:nvSpPr>
          <p:spPr>
            <a:xfrm>
              <a:off x="412405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5" name="pg2645"/>
            <p:cNvSpPr/>
            <p:nvPr/>
          </p:nvSpPr>
          <p:spPr>
            <a:xfrm>
              <a:off x="413569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6" name="pg2646"/>
            <p:cNvSpPr/>
            <p:nvPr/>
          </p:nvSpPr>
          <p:spPr>
            <a:xfrm>
              <a:off x="414733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7" name="pg2647"/>
            <p:cNvSpPr/>
            <p:nvPr/>
          </p:nvSpPr>
          <p:spPr>
            <a:xfrm>
              <a:off x="415897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8" name="pg2648"/>
            <p:cNvSpPr/>
            <p:nvPr/>
          </p:nvSpPr>
          <p:spPr>
            <a:xfrm>
              <a:off x="417060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9" name="pg2649"/>
            <p:cNvSpPr/>
            <p:nvPr/>
          </p:nvSpPr>
          <p:spPr>
            <a:xfrm>
              <a:off x="418224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0" name="pg2650"/>
            <p:cNvSpPr/>
            <p:nvPr/>
          </p:nvSpPr>
          <p:spPr>
            <a:xfrm>
              <a:off x="419388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1" name="pg2651"/>
            <p:cNvSpPr/>
            <p:nvPr/>
          </p:nvSpPr>
          <p:spPr>
            <a:xfrm>
              <a:off x="420552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2" name="pg2652"/>
            <p:cNvSpPr/>
            <p:nvPr/>
          </p:nvSpPr>
          <p:spPr>
            <a:xfrm>
              <a:off x="421715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3" name="pg2653"/>
            <p:cNvSpPr/>
            <p:nvPr/>
          </p:nvSpPr>
          <p:spPr>
            <a:xfrm>
              <a:off x="422879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4" name="pg2654"/>
            <p:cNvSpPr/>
            <p:nvPr/>
          </p:nvSpPr>
          <p:spPr>
            <a:xfrm>
              <a:off x="424043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5" name="pg2655"/>
            <p:cNvSpPr/>
            <p:nvPr/>
          </p:nvSpPr>
          <p:spPr>
            <a:xfrm>
              <a:off x="425207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6" name="pg2656"/>
            <p:cNvSpPr/>
            <p:nvPr/>
          </p:nvSpPr>
          <p:spPr>
            <a:xfrm>
              <a:off x="426370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7" name="pg2657"/>
            <p:cNvSpPr/>
            <p:nvPr/>
          </p:nvSpPr>
          <p:spPr>
            <a:xfrm>
              <a:off x="427534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8" name="pg2658"/>
            <p:cNvSpPr/>
            <p:nvPr/>
          </p:nvSpPr>
          <p:spPr>
            <a:xfrm>
              <a:off x="428698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9" name="pg2659"/>
            <p:cNvSpPr/>
            <p:nvPr/>
          </p:nvSpPr>
          <p:spPr>
            <a:xfrm>
              <a:off x="429861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0" name="pg2660"/>
            <p:cNvSpPr/>
            <p:nvPr/>
          </p:nvSpPr>
          <p:spPr>
            <a:xfrm>
              <a:off x="431025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1" name="pg2661"/>
            <p:cNvSpPr/>
            <p:nvPr/>
          </p:nvSpPr>
          <p:spPr>
            <a:xfrm>
              <a:off x="432189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2" name="pg2662"/>
            <p:cNvSpPr/>
            <p:nvPr/>
          </p:nvSpPr>
          <p:spPr>
            <a:xfrm>
              <a:off x="433353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8AC">
                <a:alpha val="100000"/>
              </a:srgbClr>
            </a:solidFill>
            <a:ln w="5420" cap="flat">
              <a:solidFill>
                <a:srgbClr val="5D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3" name="pg2663"/>
            <p:cNvSpPr/>
            <p:nvPr/>
          </p:nvSpPr>
          <p:spPr>
            <a:xfrm>
              <a:off x="434516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4" name="pg2664"/>
            <p:cNvSpPr/>
            <p:nvPr/>
          </p:nvSpPr>
          <p:spPr>
            <a:xfrm>
              <a:off x="435680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5" name="pg2665"/>
            <p:cNvSpPr/>
            <p:nvPr/>
          </p:nvSpPr>
          <p:spPr>
            <a:xfrm>
              <a:off x="436844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6" name="pg2666"/>
            <p:cNvSpPr/>
            <p:nvPr/>
          </p:nvSpPr>
          <p:spPr>
            <a:xfrm>
              <a:off x="456627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7" name="pg2667"/>
            <p:cNvSpPr/>
            <p:nvPr/>
          </p:nvSpPr>
          <p:spPr>
            <a:xfrm>
              <a:off x="457791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8" name="pg2668"/>
            <p:cNvSpPr/>
            <p:nvPr/>
          </p:nvSpPr>
          <p:spPr>
            <a:xfrm>
              <a:off x="458955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9" name="pg2669"/>
            <p:cNvSpPr/>
            <p:nvPr/>
          </p:nvSpPr>
          <p:spPr>
            <a:xfrm>
              <a:off x="460119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0" name="pg2670"/>
            <p:cNvSpPr/>
            <p:nvPr/>
          </p:nvSpPr>
          <p:spPr>
            <a:xfrm>
              <a:off x="461282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1" name="pg2671"/>
            <p:cNvSpPr/>
            <p:nvPr/>
          </p:nvSpPr>
          <p:spPr>
            <a:xfrm>
              <a:off x="311161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2" name="pg2672"/>
            <p:cNvSpPr/>
            <p:nvPr/>
          </p:nvSpPr>
          <p:spPr>
            <a:xfrm>
              <a:off x="312324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3" name="pg2673"/>
            <p:cNvSpPr/>
            <p:nvPr/>
          </p:nvSpPr>
          <p:spPr>
            <a:xfrm>
              <a:off x="313488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4" name="pg2674"/>
            <p:cNvSpPr/>
            <p:nvPr/>
          </p:nvSpPr>
          <p:spPr>
            <a:xfrm>
              <a:off x="314652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5" name="pg2675"/>
            <p:cNvSpPr/>
            <p:nvPr/>
          </p:nvSpPr>
          <p:spPr>
            <a:xfrm>
              <a:off x="315816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6" name="pg2676"/>
            <p:cNvSpPr/>
            <p:nvPr/>
          </p:nvSpPr>
          <p:spPr>
            <a:xfrm>
              <a:off x="316979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7" name="pg2677"/>
            <p:cNvSpPr/>
            <p:nvPr/>
          </p:nvSpPr>
          <p:spPr>
            <a:xfrm>
              <a:off x="318143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8" name="pg2678"/>
            <p:cNvSpPr/>
            <p:nvPr/>
          </p:nvSpPr>
          <p:spPr>
            <a:xfrm>
              <a:off x="319307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9" name="pg2679"/>
            <p:cNvSpPr/>
            <p:nvPr/>
          </p:nvSpPr>
          <p:spPr>
            <a:xfrm>
              <a:off x="320471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0" name="pg2680"/>
            <p:cNvSpPr/>
            <p:nvPr/>
          </p:nvSpPr>
          <p:spPr>
            <a:xfrm>
              <a:off x="321634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1" name="pg2681"/>
            <p:cNvSpPr/>
            <p:nvPr/>
          </p:nvSpPr>
          <p:spPr>
            <a:xfrm>
              <a:off x="322798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2" name="pg2682"/>
            <p:cNvSpPr/>
            <p:nvPr/>
          </p:nvSpPr>
          <p:spPr>
            <a:xfrm>
              <a:off x="323962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3" name="pg2683"/>
            <p:cNvSpPr/>
            <p:nvPr/>
          </p:nvSpPr>
          <p:spPr>
            <a:xfrm>
              <a:off x="325125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4" name="pg2684"/>
            <p:cNvSpPr/>
            <p:nvPr/>
          </p:nvSpPr>
          <p:spPr>
            <a:xfrm>
              <a:off x="326289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5" name="pg2685"/>
            <p:cNvSpPr/>
            <p:nvPr/>
          </p:nvSpPr>
          <p:spPr>
            <a:xfrm>
              <a:off x="327453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6" name="pg2686"/>
            <p:cNvSpPr/>
            <p:nvPr/>
          </p:nvSpPr>
          <p:spPr>
            <a:xfrm>
              <a:off x="328617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7" name="pg2687"/>
            <p:cNvSpPr/>
            <p:nvPr/>
          </p:nvSpPr>
          <p:spPr>
            <a:xfrm>
              <a:off x="329780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8" name="pg2688"/>
            <p:cNvSpPr/>
            <p:nvPr/>
          </p:nvSpPr>
          <p:spPr>
            <a:xfrm>
              <a:off x="330944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9" name="pg2689"/>
            <p:cNvSpPr/>
            <p:nvPr/>
          </p:nvSpPr>
          <p:spPr>
            <a:xfrm>
              <a:off x="332108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0" name="pg2690"/>
            <p:cNvSpPr/>
            <p:nvPr/>
          </p:nvSpPr>
          <p:spPr>
            <a:xfrm>
              <a:off x="333272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1" name="pg2691"/>
            <p:cNvSpPr/>
            <p:nvPr/>
          </p:nvSpPr>
          <p:spPr>
            <a:xfrm>
              <a:off x="334435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2" name="pg2692"/>
            <p:cNvSpPr/>
            <p:nvPr/>
          </p:nvSpPr>
          <p:spPr>
            <a:xfrm>
              <a:off x="335599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3" name="pg2693"/>
            <p:cNvSpPr/>
            <p:nvPr/>
          </p:nvSpPr>
          <p:spPr>
            <a:xfrm>
              <a:off x="336763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4" name="pg2694"/>
            <p:cNvSpPr/>
            <p:nvPr/>
          </p:nvSpPr>
          <p:spPr>
            <a:xfrm>
              <a:off x="337927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5" name="pg2695"/>
            <p:cNvSpPr/>
            <p:nvPr/>
          </p:nvSpPr>
          <p:spPr>
            <a:xfrm>
              <a:off x="339090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6" name="pg2696"/>
            <p:cNvSpPr/>
            <p:nvPr/>
          </p:nvSpPr>
          <p:spPr>
            <a:xfrm>
              <a:off x="340254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7" name="pg2697"/>
            <p:cNvSpPr/>
            <p:nvPr/>
          </p:nvSpPr>
          <p:spPr>
            <a:xfrm>
              <a:off x="341418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8" name="pg2698"/>
            <p:cNvSpPr/>
            <p:nvPr/>
          </p:nvSpPr>
          <p:spPr>
            <a:xfrm>
              <a:off x="342581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9" name="pg2699"/>
            <p:cNvSpPr/>
            <p:nvPr/>
          </p:nvSpPr>
          <p:spPr>
            <a:xfrm>
              <a:off x="343745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0" name="pg2700"/>
            <p:cNvSpPr/>
            <p:nvPr/>
          </p:nvSpPr>
          <p:spPr>
            <a:xfrm>
              <a:off x="344909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1" name="pg2701"/>
            <p:cNvSpPr/>
            <p:nvPr/>
          </p:nvSpPr>
          <p:spPr>
            <a:xfrm>
              <a:off x="346073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2" name="pg2702"/>
            <p:cNvSpPr/>
            <p:nvPr/>
          </p:nvSpPr>
          <p:spPr>
            <a:xfrm>
              <a:off x="347236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3" name="pg2703"/>
            <p:cNvSpPr/>
            <p:nvPr/>
          </p:nvSpPr>
          <p:spPr>
            <a:xfrm>
              <a:off x="348400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4" name="pg2704"/>
            <p:cNvSpPr/>
            <p:nvPr/>
          </p:nvSpPr>
          <p:spPr>
            <a:xfrm>
              <a:off x="349564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5" name="pg2705"/>
            <p:cNvSpPr/>
            <p:nvPr/>
          </p:nvSpPr>
          <p:spPr>
            <a:xfrm>
              <a:off x="350728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6" name="pg2706"/>
            <p:cNvSpPr/>
            <p:nvPr/>
          </p:nvSpPr>
          <p:spPr>
            <a:xfrm>
              <a:off x="351891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7" name="pg2707"/>
            <p:cNvSpPr/>
            <p:nvPr/>
          </p:nvSpPr>
          <p:spPr>
            <a:xfrm>
              <a:off x="353055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8" name="pg2708"/>
            <p:cNvSpPr/>
            <p:nvPr/>
          </p:nvSpPr>
          <p:spPr>
            <a:xfrm>
              <a:off x="354219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9" name="pg2709"/>
            <p:cNvSpPr/>
            <p:nvPr/>
          </p:nvSpPr>
          <p:spPr>
            <a:xfrm>
              <a:off x="363529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0" name="pg2710"/>
            <p:cNvSpPr/>
            <p:nvPr/>
          </p:nvSpPr>
          <p:spPr>
            <a:xfrm>
              <a:off x="364692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1" name="pg2711"/>
            <p:cNvSpPr/>
            <p:nvPr/>
          </p:nvSpPr>
          <p:spPr>
            <a:xfrm>
              <a:off x="365856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2" name="pg2712"/>
            <p:cNvSpPr/>
            <p:nvPr/>
          </p:nvSpPr>
          <p:spPr>
            <a:xfrm>
              <a:off x="368184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3" name="pg2713"/>
            <p:cNvSpPr/>
            <p:nvPr/>
          </p:nvSpPr>
          <p:spPr>
            <a:xfrm>
              <a:off x="369347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4" name="pg2714"/>
            <p:cNvSpPr/>
            <p:nvPr/>
          </p:nvSpPr>
          <p:spPr>
            <a:xfrm>
              <a:off x="370511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5" name="pg2715"/>
            <p:cNvSpPr/>
            <p:nvPr/>
          </p:nvSpPr>
          <p:spPr>
            <a:xfrm>
              <a:off x="371675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6" name="pg2716"/>
            <p:cNvSpPr/>
            <p:nvPr/>
          </p:nvSpPr>
          <p:spPr>
            <a:xfrm>
              <a:off x="372839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7" name="pg2717"/>
            <p:cNvSpPr/>
            <p:nvPr/>
          </p:nvSpPr>
          <p:spPr>
            <a:xfrm>
              <a:off x="374002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8" name="pg2718"/>
            <p:cNvSpPr/>
            <p:nvPr/>
          </p:nvSpPr>
          <p:spPr>
            <a:xfrm>
              <a:off x="375166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9" name="pg2719"/>
            <p:cNvSpPr/>
            <p:nvPr/>
          </p:nvSpPr>
          <p:spPr>
            <a:xfrm>
              <a:off x="412405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0" name="pg2720"/>
            <p:cNvSpPr/>
            <p:nvPr/>
          </p:nvSpPr>
          <p:spPr>
            <a:xfrm>
              <a:off x="413569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1" name="pg2721"/>
            <p:cNvSpPr/>
            <p:nvPr/>
          </p:nvSpPr>
          <p:spPr>
            <a:xfrm>
              <a:off x="414733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2" name="pg2722"/>
            <p:cNvSpPr/>
            <p:nvPr/>
          </p:nvSpPr>
          <p:spPr>
            <a:xfrm>
              <a:off x="415897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3" name="pg2723"/>
            <p:cNvSpPr/>
            <p:nvPr/>
          </p:nvSpPr>
          <p:spPr>
            <a:xfrm>
              <a:off x="417060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4" name="pg2724"/>
            <p:cNvSpPr/>
            <p:nvPr/>
          </p:nvSpPr>
          <p:spPr>
            <a:xfrm>
              <a:off x="418224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5" name="pg2725"/>
            <p:cNvSpPr/>
            <p:nvPr/>
          </p:nvSpPr>
          <p:spPr>
            <a:xfrm>
              <a:off x="419388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6" name="pg2726"/>
            <p:cNvSpPr/>
            <p:nvPr/>
          </p:nvSpPr>
          <p:spPr>
            <a:xfrm>
              <a:off x="420552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7" name="pg2727"/>
            <p:cNvSpPr/>
            <p:nvPr/>
          </p:nvSpPr>
          <p:spPr>
            <a:xfrm>
              <a:off x="421715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8" name="pg2728"/>
            <p:cNvSpPr/>
            <p:nvPr/>
          </p:nvSpPr>
          <p:spPr>
            <a:xfrm>
              <a:off x="422879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9" name="pg2729"/>
            <p:cNvSpPr/>
            <p:nvPr/>
          </p:nvSpPr>
          <p:spPr>
            <a:xfrm>
              <a:off x="424043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0" name="pg2730"/>
            <p:cNvSpPr/>
            <p:nvPr/>
          </p:nvSpPr>
          <p:spPr>
            <a:xfrm>
              <a:off x="425207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1" name="pg2731"/>
            <p:cNvSpPr/>
            <p:nvPr/>
          </p:nvSpPr>
          <p:spPr>
            <a:xfrm>
              <a:off x="426370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2" name="pg2732"/>
            <p:cNvSpPr/>
            <p:nvPr/>
          </p:nvSpPr>
          <p:spPr>
            <a:xfrm>
              <a:off x="427534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3" name="pg2733"/>
            <p:cNvSpPr/>
            <p:nvPr/>
          </p:nvSpPr>
          <p:spPr>
            <a:xfrm>
              <a:off x="431025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4" name="pg2734"/>
            <p:cNvSpPr/>
            <p:nvPr/>
          </p:nvSpPr>
          <p:spPr>
            <a:xfrm>
              <a:off x="432189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5" name="pg2735"/>
            <p:cNvSpPr/>
            <p:nvPr/>
          </p:nvSpPr>
          <p:spPr>
            <a:xfrm>
              <a:off x="433353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6" name="pg2736"/>
            <p:cNvSpPr/>
            <p:nvPr/>
          </p:nvSpPr>
          <p:spPr>
            <a:xfrm>
              <a:off x="434516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7" name="pg2737"/>
            <p:cNvSpPr/>
            <p:nvPr/>
          </p:nvSpPr>
          <p:spPr>
            <a:xfrm>
              <a:off x="435680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8" name="pg2738"/>
            <p:cNvSpPr/>
            <p:nvPr/>
          </p:nvSpPr>
          <p:spPr>
            <a:xfrm>
              <a:off x="436844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9" name="pg2739"/>
            <p:cNvSpPr/>
            <p:nvPr/>
          </p:nvSpPr>
          <p:spPr>
            <a:xfrm>
              <a:off x="438008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0" name="pg2740"/>
            <p:cNvSpPr/>
            <p:nvPr/>
          </p:nvSpPr>
          <p:spPr>
            <a:xfrm>
              <a:off x="456627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1" name="pg2741"/>
            <p:cNvSpPr/>
            <p:nvPr/>
          </p:nvSpPr>
          <p:spPr>
            <a:xfrm>
              <a:off x="457791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2" name="pg2742"/>
            <p:cNvSpPr/>
            <p:nvPr/>
          </p:nvSpPr>
          <p:spPr>
            <a:xfrm>
              <a:off x="458955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3" name="pg2743"/>
            <p:cNvSpPr/>
            <p:nvPr/>
          </p:nvSpPr>
          <p:spPr>
            <a:xfrm>
              <a:off x="460119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4" name="pg2744"/>
            <p:cNvSpPr/>
            <p:nvPr/>
          </p:nvSpPr>
          <p:spPr>
            <a:xfrm>
              <a:off x="461282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5" name="pg2745"/>
            <p:cNvSpPr/>
            <p:nvPr/>
          </p:nvSpPr>
          <p:spPr>
            <a:xfrm>
              <a:off x="311161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6" name="pg2746"/>
            <p:cNvSpPr/>
            <p:nvPr/>
          </p:nvSpPr>
          <p:spPr>
            <a:xfrm>
              <a:off x="312324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7" name="pg2747"/>
            <p:cNvSpPr/>
            <p:nvPr/>
          </p:nvSpPr>
          <p:spPr>
            <a:xfrm>
              <a:off x="313488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8" name="pg2748"/>
            <p:cNvSpPr/>
            <p:nvPr/>
          </p:nvSpPr>
          <p:spPr>
            <a:xfrm>
              <a:off x="314652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9" name="pg2749"/>
            <p:cNvSpPr/>
            <p:nvPr/>
          </p:nvSpPr>
          <p:spPr>
            <a:xfrm>
              <a:off x="315816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0" name="pg2750"/>
            <p:cNvSpPr/>
            <p:nvPr/>
          </p:nvSpPr>
          <p:spPr>
            <a:xfrm>
              <a:off x="316979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1" name="pg2751"/>
            <p:cNvSpPr/>
            <p:nvPr/>
          </p:nvSpPr>
          <p:spPr>
            <a:xfrm>
              <a:off x="318143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2" name="pg2752"/>
            <p:cNvSpPr/>
            <p:nvPr/>
          </p:nvSpPr>
          <p:spPr>
            <a:xfrm>
              <a:off x="319307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3" name="pg2753"/>
            <p:cNvSpPr/>
            <p:nvPr/>
          </p:nvSpPr>
          <p:spPr>
            <a:xfrm>
              <a:off x="320471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4" name="pg2754"/>
            <p:cNvSpPr/>
            <p:nvPr/>
          </p:nvSpPr>
          <p:spPr>
            <a:xfrm>
              <a:off x="321634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5" name="pg2755"/>
            <p:cNvSpPr/>
            <p:nvPr/>
          </p:nvSpPr>
          <p:spPr>
            <a:xfrm>
              <a:off x="322798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6" name="pg2756"/>
            <p:cNvSpPr/>
            <p:nvPr/>
          </p:nvSpPr>
          <p:spPr>
            <a:xfrm>
              <a:off x="323962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7" name="pg2757"/>
            <p:cNvSpPr/>
            <p:nvPr/>
          </p:nvSpPr>
          <p:spPr>
            <a:xfrm>
              <a:off x="325125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8" name="pg2758"/>
            <p:cNvSpPr/>
            <p:nvPr/>
          </p:nvSpPr>
          <p:spPr>
            <a:xfrm>
              <a:off x="326289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9" name="pg2759"/>
            <p:cNvSpPr/>
            <p:nvPr/>
          </p:nvSpPr>
          <p:spPr>
            <a:xfrm>
              <a:off x="327453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0" name="pg2760"/>
            <p:cNvSpPr/>
            <p:nvPr/>
          </p:nvSpPr>
          <p:spPr>
            <a:xfrm>
              <a:off x="328617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1" name="pg2761"/>
            <p:cNvSpPr/>
            <p:nvPr/>
          </p:nvSpPr>
          <p:spPr>
            <a:xfrm>
              <a:off x="329780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2" name="pg2762"/>
            <p:cNvSpPr/>
            <p:nvPr/>
          </p:nvSpPr>
          <p:spPr>
            <a:xfrm>
              <a:off x="330944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3" name="pg2763"/>
            <p:cNvSpPr/>
            <p:nvPr/>
          </p:nvSpPr>
          <p:spPr>
            <a:xfrm>
              <a:off x="332108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4" name="pg2764"/>
            <p:cNvSpPr/>
            <p:nvPr/>
          </p:nvSpPr>
          <p:spPr>
            <a:xfrm>
              <a:off x="333272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5" name="pg2765"/>
            <p:cNvSpPr/>
            <p:nvPr/>
          </p:nvSpPr>
          <p:spPr>
            <a:xfrm>
              <a:off x="334435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6" name="pg2766"/>
            <p:cNvSpPr/>
            <p:nvPr/>
          </p:nvSpPr>
          <p:spPr>
            <a:xfrm>
              <a:off x="335599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7" name="pg2767"/>
            <p:cNvSpPr/>
            <p:nvPr/>
          </p:nvSpPr>
          <p:spPr>
            <a:xfrm>
              <a:off x="336763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8" name="pg2768"/>
            <p:cNvSpPr/>
            <p:nvPr/>
          </p:nvSpPr>
          <p:spPr>
            <a:xfrm>
              <a:off x="337927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9" name="pg2769"/>
            <p:cNvSpPr/>
            <p:nvPr/>
          </p:nvSpPr>
          <p:spPr>
            <a:xfrm>
              <a:off x="339090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0" name="pg2770"/>
            <p:cNvSpPr/>
            <p:nvPr/>
          </p:nvSpPr>
          <p:spPr>
            <a:xfrm>
              <a:off x="340254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1" name="pg2771"/>
            <p:cNvSpPr/>
            <p:nvPr/>
          </p:nvSpPr>
          <p:spPr>
            <a:xfrm>
              <a:off x="341418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2" name="pg2772"/>
            <p:cNvSpPr/>
            <p:nvPr/>
          </p:nvSpPr>
          <p:spPr>
            <a:xfrm>
              <a:off x="342581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3" name="pg2773"/>
            <p:cNvSpPr/>
            <p:nvPr/>
          </p:nvSpPr>
          <p:spPr>
            <a:xfrm>
              <a:off x="343745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4" name="pg2774"/>
            <p:cNvSpPr/>
            <p:nvPr/>
          </p:nvSpPr>
          <p:spPr>
            <a:xfrm>
              <a:off x="344909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5" name="pg2775"/>
            <p:cNvSpPr/>
            <p:nvPr/>
          </p:nvSpPr>
          <p:spPr>
            <a:xfrm>
              <a:off x="346073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6" name="pg2776"/>
            <p:cNvSpPr/>
            <p:nvPr/>
          </p:nvSpPr>
          <p:spPr>
            <a:xfrm>
              <a:off x="347236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7" name="pg2777"/>
            <p:cNvSpPr/>
            <p:nvPr/>
          </p:nvSpPr>
          <p:spPr>
            <a:xfrm>
              <a:off x="348400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8" name="pg2778"/>
            <p:cNvSpPr/>
            <p:nvPr/>
          </p:nvSpPr>
          <p:spPr>
            <a:xfrm>
              <a:off x="349564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9" name="pg2779"/>
            <p:cNvSpPr/>
            <p:nvPr/>
          </p:nvSpPr>
          <p:spPr>
            <a:xfrm>
              <a:off x="350728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0" name="pg2780"/>
            <p:cNvSpPr/>
            <p:nvPr/>
          </p:nvSpPr>
          <p:spPr>
            <a:xfrm>
              <a:off x="351891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1" name="pg2781"/>
            <p:cNvSpPr/>
            <p:nvPr/>
          </p:nvSpPr>
          <p:spPr>
            <a:xfrm>
              <a:off x="353055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2" name="pg2782"/>
            <p:cNvSpPr/>
            <p:nvPr/>
          </p:nvSpPr>
          <p:spPr>
            <a:xfrm>
              <a:off x="354219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3" name="pg2783"/>
            <p:cNvSpPr/>
            <p:nvPr/>
          </p:nvSpPr>
          <p:spPr>
            <a:xfrm>
              <a:off x="355383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4" name="pg2784"/>
            <p:cNvSpPr/>
            <p:nvPr/>
          </p:nvSpPr>
          <p:spPr>
            <a:xfrm>
              <a:off x="362365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5" name="pg2785"/>
            <p:cNvSpPr/>
            <p:nvPr/>
          </p:nvSpPr>
          <p:spPr>
            <a:xfrm>
              <a:off x="363529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6" name="pg2786"/>
            <p:cNvSpPr/>
            <p:nvPr/>
          </p:nvSpPr>
          <p:spPr>
            <a:xfrm>
              <a:off x="364692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7" name="pg2787"/>
            <p:cNvSpPr/>
            <p:nvPr/>
          </p:nvSpPr>
          <p:spPr>
            <a:xfrm>
              <a:off x="365856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8" name="pg2788"/>
            <p:cNvSpPr/>
            <p:nvPr/>
          </p:nvSpPr>
          <p:spPr>
            <a:xfrm>
              <a:off x="367020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9" name="pg2789"/>
            <p:cNvSpPr/>
            <p:nvPr/>
          </p:nvSpPr>
          <p:spPr>
            <a:xfrm>
              <a:off x="368184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0" name="pg2790"/>
            <p:cNvSpPr/>
            <p:nvPr/>
          </p:nvSpPr>
          <p:spPr>
            <a:xfrm>
              <a:off x="369347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1" name="pg2791"/>
            <p:cNvSpPr/>
            <p:nvPr/>
          </p:nvSpPr>
          <p:spPr>
            <a:xfrm>
              <a:off x="370511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2" name="pg2792"/>
            <p:cNvSpPr/>
            <p:nvPr/>
          </p:nvSpPr>
          <p:spPr>
            <a:xfrm>
              <a:off x="371675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3" name="pg2793"/>
            <p:cNvSpPr/>
            <p:nvPr/>
          </p:nvSpPr>
          <p:spPr>
            <a:xfrm>
              <a:off x="372839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4" name="pg2794"/>
            <p:cNvSpPr/>
            <p:nvPr/>
          </p:nvSpPr>
          <p:spPr>
            <a:xfrm>
              <a:off x="374002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5" name="pg2795"/>
            <p:cNvSpPr/>
            <p:nvPr/>
          </p:nvSpPr>
          <p:spPr>
            <a:xfrm>
              <a:off x="413569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6" name="pg2796"/>
            <p:cNvSpPr/>
            <p:nvPr/>
          </p:nvSpPr>
          <p:spPr>
            <a:xfrm>
              <a:off x="414733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7" name="pg2797"/>
            <p:cNvSpPr/>
            <p:nvPr/>
          </p:nvSpPr>
          <p:spPr>
            <a:xfrm>
              <a:off x="415897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8" name="pg2798"/>
            <p:cNvSpPr/>
            <p:nvPr/>
          </p:nvSpPr>
          <p:spPr>
            <a:xfrm>
              <a:off x="417060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9" name="pg2799"/>
            <p:cNvSpPr/>
            <p:nvPr/>
          </p:nvSpPr>
          <p:spPr>
            <a:xfrm>
              <a:off x="418224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0" name="pg2800"/>
            <p:cNvSpPr/>
            <p:nvPr/>
          </p:nvSpPr>
          <p:spPr>
            <a:xfrm>
              <a:off x="419388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1" name="pg2801"/>
            <p:cNvSpPr/>
            <p:nvPr/>
          </p:nvSpPr>
          <p:spPr>
            <a:xfrm>
              <a:off x="420552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2" name="pg2802"/>
            <p:cNvSpPr/>
            <p:nvPr/>
          </p:nvSpPr>
          <p:spPr>
            <a:xfrm>
              <a:off x="421715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3" name="pg2803"/>
            <p:cNvSpPr/>
            <p:nvPr/>
          </p:nvSpPr>
          <p:spPr>
            <a:xfrm>
              <a:off x="422879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4" name="pg2804"/>
            <p:cNvSpPr/>
            <p:nvPr/>
          </p:nvSpPr>
          <p:spPr>
            <a:xfrm>
              <a:off x="424043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5" name="pg2805"/>
            <p:cNvSpPr/>
            <p:nvPr/>
          </p:nvSpPr>
          <p:spPr>
            <a:xfrm>
              <a:off x="432189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6" name="pg2806"/>
            <p:cNvSpPr/>
            <p:nvPr/>
          </p:nvSpPr>
          <p:spPr>
            <a:xfrm>
              <a:off x="433353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7" name="pg2807"/>
            <p:cNvSpPr/>
            <p:nvPr/>
          </p:nvSpPr>
          <p:spPr>
            <a:xfrm>
              <a:off x="434516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8" name="pg2808"/>
            <p:cNvSpPr/>
            <p:nvPr/>
          </p:nvSpPr>
          <p:spPr>
            <a:xfrm>
              <a:off x="435680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9" name="pg2809"/>
            <p:cNvSpPr/>
            <p:nvPr/>
          </p:nvSpPr>
          <p:spPr>
            <a:xfrm>
              <a:off x="436844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0" name="pg2810"/>
            <p:cNvSpPr/>
            <p:nvPr/>
          </p:nvSpPr>
          <p:spPr>
            <a:xfrm>
              <a:off x="438008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1" name="pg2811"/>
            <p:cNvSpPr/>
            <p:nvPr/>
          </p:nvSpPr>
          <p:spPr>
            <a:xfrm>
              <a:off x="457791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2" name="pg2812"/>
            <p:cNvSpPr/>
            <p:nvPr/>
          </p:nvSpPr>
          <p:spPr>
            <a:xfrm>
              <a:off x="458955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3" name="pg2813"/>
            <p:cNvSpPr/>
            <p:nvPr/>
          </p:nvSpPr>
          <p:spPr>
            <a:xfrm>
              <a:off x="460119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4" name="pg2814"/>
            <p:cNvSpPr/>
            <p:nvPr/>
          </p:nvSpPr>
          <p:spPr>
            <a:xfrm>
              <a:off x="461282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5" name="pg2815"/>
            <p:cNvSpPr/>
            <p:nvPr/>
          </p:nvSpPr>
          <p:spPr>
            <a:xfrm>
              <a:off x="462446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6" name="pg2816"/>
            <p:cNvSpPr/>
            <p:nvPr/>
          </p:nvSpPr>
          <p:spPr>
            <a:xfrm>
              <a:off x="311161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7" name="pg2817"/>
            <p:cNvSpPr/>
            <p:nvPr/>
          </p:nvSpPr>
          <p:spPr>
            <a:xfrm>
              <a:off x="312324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8" name="pg2818"/>
            <p:cNvSpPr/>
            <p:nvPr/>
          </p:nvSpPr>
          <p:spPr>
            <a:xfrm>
              <a:off x="313488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9" name="pg2819"/>
            <p:cNvSpPr/>
            <p:nvPr/>
          </p:nvSpPr>
          <p:spPr>
            <a:xfrm>
              <a:off x="314652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0" name="pg2820"/>
            <p:cNvSpPr/>
            <p:nvPr/>
          </p:nvSpPr>
          <p:spPr>
            <a:xfrm>
              <a:off x="315816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1" name="pg2821"/>
            <p:cNvSpPr/>
            <p:nvPr/>
          </p:nvSpPr>
          <p:spPr>
            <a:xfrm>
              <a:off x="316979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2" name="pg2822"/>
            <p:cNvSpPr/>
            <p:nvPr/>
          </p:nvSpPr>
          <p:spPr>
            <a:xfrm>
              <a:off x="318143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3" name="pg2823"/>
            <p:cNvSpPr/>
            <p:nvPr/>
          </p:nvSpPr>
          <p:spPr>
            <a:xfrm>
              <a:off x="319307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4" name="pg2824"/>
            <p:cNvSpPr/>
            <p:nvPr/>
          </p:nvSpPr>
          <p:spPr>
            <a:xfrm>
              <a:off x="320471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5" name="pg2825"/>
            <p:cNvSpPr/>
            <p:nvPr/>
          </p:nvSpPr>
          <p:spPr>
            <a:xfrm>
              <a:off x="321634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6" name="pg2826"/>
            <p:cNvSpPr/>
            <p:nvPr/>
          </p:nvSpPr>
          <p:spPr>
            <a:xfrm>
              <a:off x="322798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7" name="pg2827"/>
            <p:cNvSpPr/>
            <p:nvPr/>
          </p:nvSpPr>
          <p:spPr>
            <a:xfrm>
              <a:off x="323962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8" name="pg2828"/>
            <p:cNvSpPr/>
            <p:nvPr/>
          </p:nvSpPr>
          <p:spPr>
            <a:xfrm>
              <a:off x="325125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9" name="pg2829"/>
            <p:cNvSpPr/>
            <p:nvPr/>
          </p:nvSpPr>
          <p:spPr>
            <a:xfrm>
              <a:off x="326289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0" name="pg2830"/>
            <p:cNvSpPr/>
            <p:nvPr/>
          </p:nvSpPr>
          <p:spPr>
            <a:xfrm>
              <a:off x="327453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1" name="pg2831"/>
            <p:cNvSpPr/>
            <p:nvPr/>
          </p:nvSpPr>
          <p:spPr>
            <a:xfrm>
              <a:off x="328617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2" name="pg2832"/>
            <p:cNvSpPr/>
            <p:nvPr/>
          </p:nvSpPr>
          <p:spPr>
            <a:xfrm>
              <a:off x="329780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3" name="pg2833"/>
            <p:cNvSpPr/>
            <p:nvPr/>
          </p:nvSpPr>
          <p:spPr>
            <a:xfrm>
              <a:off x="330944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4" name="pg2834"/>
            <p:cNvSpPr/>
            <p:nvPr/>
          </p:nvSpPr>
          <p:spPr>
            <a:xfrm>
              <a:off x="332108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5" name="pg2835"/>
            <p:cNvSpPr/>
            <p:nvPr/>
          </p:nvSpPr>
          <p:spPr>
            <a:xfrm>
              <a:off x="333272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6" name="pg2836"/>
            <p:cNvSpPr/>
            <p:nvPr/>
          </p:nvSpPr>
          <p:spPr>
            <a:xfrm>
              <a:off x="334435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7" name="pg2837"/>
            <p:cNvSpPr/>
            <p:nvPr/>
          </p:nvSpPr>
          <p:spPr>
            <a:xfrm>
              <a:off x="335599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8" name="pg2838"/>
            <p:cNvSpPr/>
            <p:nvPr/>
          </p:nvSpPr>
          <p:spPr>
            <a:xfrm>
              <a:off x="336763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9" name="pg2839"/>
            <p:cNvSpPr/>
            <p:nvPr/>
          </p:nvSpPr>
          <p:spPr>
            <a:xfrm>
              <a:off x="337927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0" name="pg2840"/>
            <p:cNvSpPr/>
            <p:nvPr/>
          </p:nvSpPr>
          <p:spPr>
            <a:xfrm>
              <a:off x="339090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1" name="pg2841"/>
            <p:cNvSpPr/>
            <p:nvPr/>
          </p:nvSpPr>
          <p:spPr>
            <a:xfrm>
              <a:off x="340254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2" name="pg2842"/>
            <p:cNvSpPr/>
            <p:nvPr/>
          </p:nvSpPr>
          <p:spPr>
            <a:xfrm>
              <a:off x="341418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3" name="pg2843"/>
            <p:cNvSpPr/>
            <p:nvPr/>
          </p:nvSpPr>
          <p:spPr>
            <a:xfrm>
              <a:off x="342581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4" name="pg2844"/>
            <p:cNvSpPr/>
            <p:nvPr/>
          </p:nvSpPr>
          <p:spPr>
            <a:xfrm>
              <a:off x="343745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5" name="pg2845"/>
            <p:cNvSpPr/>
            <p:nvPr/>
          </p:nvSpPr>
          <p:spPr>
            <a:xfrm>
              <a:off x="344909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6" name="pg2846"/>
            <p:cNvSpPr/>
            <p:nvPr/>
          </p:nvSpPr>
          <p:spPr>
            <a:xfrm>
              <a:off x="346073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7" name="pg2847"/>
            <p:cNvSpPr/>
            <p:nvPr/>
          </p:nvSpPr>
          <p:spPr>
            <a:xfrm>
              <a:off x="347236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8" name="pg2848"/>
            <p:cNvSpPr/>
            <p:nvPr/>
          </p:nvSpPr>
          <p:spPr>
            <a:xfrm>
              <a:off x="348400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9" name="pg2849"/>
            <p:cNvSpPr/>
            <p:nvPr/>
          </p:nvSpPr>
          <p:spPr>
            <a:xfrm>
              <a:off x="349564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0" name="pg2850"/>
            <p:cNvSpPr/>
            <p:nvPr/>
          </p:nvSpPr>
          <p:spPr>
            <a:xfrm>
              <a:off x="350728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1" name="pg2851"/>
            <p:cNvSpPr/>
            <p:nvPr/>
          </p:nvSpPr>
          <p:spPr>
            <a:xfrm>
              <a:off x="351891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2" name="pg2852"/>
            <p:cNvSpPr/>
            <p:nvPr/>
          </p:nvSpPr>
          <p:spPr>
            <a:xfrm>
              <a:off x="353055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3" name="pg2853"/>
            <p:cNvSpPr/>
            <p:nvPr/>
          </p:nvSpPr>
          <p:spPr>
            <a:xfrm>
              <a:off x="354219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4" name="pg2854"/>
            <p:cNvSpPr/>
            <p:nvPr/>
          </p:nvSpPr>
          <p:spPr>
            <a:xfrm>
              <a:off x="355383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5" name="pg2855"/>
            <p:cNvSpPr/>
            <p:nvPr/>
          </p:nvSpPr>
          <p:spPr>
            <a:xfrm>
              <a:off x="361201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6" name="pg2856"/>
            <p:cNvSpPr/>
            <p:nvPr/>
          </p:nvSpPr>
          <p:spPr>
            <a:xfrm>
              <a:off x="362365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7" name="pg2857"/>
            <p:cNvSpPr/>
            <p:nvPr/>
          </p:nvSpPr>
          <p:spPr>
            <a:xfrm>
              <a:off x="363529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8" name="pg2858"/>
            <p:cNvSpPr/>
            <p:nvPr/>
          </p:nvSpPr>
          <p:spPr>
            <a:xfrm>
              <a:off x="364692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9" name="pg2859"/>
            <p:cNvSpPr/>
            <p:nvPr/>
          </p:nvSpPr>
          <p:spPr>
            <a:xfrm>
              <a:off x="365856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0" name="pg2860"/>
            <p:cNvSpPr/>
            <p:nvPr/>
          </p:nvSpPr>
          <p:spPr>
            <a:xfrm>
              <a:off x="367020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1" name="pg2861"/>
            <p:cNvSpPr/>
            <p:nvPr/>
          </p:nvSpPr>
          <p:spPr>
            <a:xfrm>
              <a:off x="368184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2" name="pg2862"/>
            <p:cNvSpPr/>
            <p:nvPr/>
          </p:nvSpPr>
          <p:spPr>
            <a:xfrm>
              <a:off x="369347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3" name="pg2863"/>
            <p:cNvSpPr/>
            <p:nvPr/>
          </p:nvSpPr>
          <p:spPr>
            <a:xfrm>
              <a:off x="370511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4" name="pg2864"/>
            <p:cNvSpPr/>
            <p:nvPr/>
          </p:nvSpPr>
          <p:spPr>
            <a:xfrm>
              <a:off x="371675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5" name="pg2865"/>
            <p:cNvSpPr/>
            <p:nvPr/>
          </p:nvSpPr>
          <p:spPr>
            <a:xfrm>
              <a:off x="372839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6" name="pg2866"/>
            <p:cNvSpPr/>
            <p:nvPr/>
          </p:nvSpPr>
          <p:spPr>
            <a:xfrm>
              <a:off x="374002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7" name="pg2867"/>
            <p:cNvSpPr/>
            <p:nvPr/>
          </p:nvSpPr>
          <p:spPr>
            <a:xfrm>
              <a:off x="375166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8" name="pg2868"/>
            <p:cNvSpPr/>
            <p:nvPr/>
          </p:nvSpPr>
          <p:spPr>
            <a:xfrm>
              <a:off x="376330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9" name="pg2869"/>
            <p:cNvSpPr/>
            <p:nvPr/>
          </p:nvSpPr>
          <p:spPr>
            <a:xfrm>
              <a:off x="413569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0" name="pg2870"/>
            <p:cNvSpPr/>
            <p:nvPr/>
          </p:nvSpPr>
          <p:spPr>
            <a:xfrm>
              <a:off x="414733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1" name="pg2871"/>
            <p:cNvSpPr/>
            <p:nvPr/>
          </p:nvSpPr>
          <p:spPr>
            <a:xfrm>
              <a:off x="415897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2" name="pg2872"/>
            <p:cNvSpPr/>
            <p:nvPr/>
          </p:nvSpPr>
          <p:spPr>
            <a:xfrm>
              <a:off x="417060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3" name="pg2873"/>
            <p:cNvSpPr/>
            <p:nvPr/>
          </p:nvSpPr>
          <p:spPr>
            <a:xfrm>
              <a:off x="418224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4" name="pg2874"/>
            <p:cNvSpPr/>
            <p:nvPr/>
          </p:nvSpPr>
          <p:spPr>
            <a:xfrm>
              <a:off x="419388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5" name="pg2875"/>
            <p:cNvSpPr/>
            <p:nvPr/>
          </p:nvSpPr>
          <p:spPr>
            <a:xfrm>
              <a:off x="420552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6" name="pg2876"/>
            <p:cNvSpPr/>
            <p:nvPr/>
          </p:nvSpPr>
          <p:spPr>
            <a:xfrm>
              <a:off x="421715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7" name="pg2877"/>
            <p:cNvSpPr/>
            <p:nvPr/>
          </p:nvSpPr>
          <p:spPr>
            <a:xfrm>
              <a:off x="433353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8" name="pg2878"/>
            <p:cNvSpPr/>
            <p:nvPr/>
          </p:nvSpPr>
          <p:spPr>
            <a:xfrm>
              <a:off x="434516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9" name="pg2879"/>
            <p:cNvSpPr/>
            <p:nvPr/>
          </p:nvSpPr>
          <p:spPr>
            <a:xfrm>
              <a:off x="435680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0" name="pg2880"/>
            <p:cNvSpPr/>
            <p:nvPr/>
          </p:nvSpPr>
          <p:spPr>
            <a:xfrm>
              <a:off x="436844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1" name="pg2881"/>
            <p:cNvSpPr/>
            <p:nvPr/>
          </p:nvSpPr>
          <p:spPr>
            <a:xfrm>
              <a:off x="438008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2" name="pg2882"/>
            <p:cNvSpPr/>
            <p:nvPr/>
          </p:nvSpPr>
          <p:spPr>
            <a:xfrm>
              <a:off x="439171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3" name="pg2883"/>
            <p:cNvSpPr/>
            <p:nvPr/>
          </p:nvSpPr>
          <p:spPr>
            <a:xfrm>
              <a:off x="440335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4" name="pg2884"/>
            <p:cNvSpPr/>
            <p:nvPr/>
          </p:nvSpPr>
          <p:spPr>
            <a:xfrm>
              <a:off x="457791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5" name="pg2885"/>
            <p:cNvSpPr/>
            <p:nvPr/>
          </p:nvSpPr>
          <p:spPr>
            <a:xfrm>
              <a:off x="458955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6" name="pg2886"/>
            <p:cNvSpPr/>
            <p:nvPr/>
          </p:nvSpPr>
          <p:spPr>
            <a:xfrm>
              <a:off x="460119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7" name="pg2887"/>
            <p:cNvSpPr/>
            <p:nvPr/>
          </p:nvSpPr>
          <p:spPr>
            <a:xfrm>
              <a:off x="461282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8" name="pg2888"/>
            <p:cNvSpPr/>
            <p:nvPr/>
          </p:nvSpPr>
          <p:spPr>
            <a:xfrm>
              <a:off x="462446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9" name="pg2889"/>
            <p:cNvSpPr/>
            <p:nvPr/>
          </p:nvSpPr>
          <p:spPr>
            <a:xfrm>
              <a:off x="311161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0" name="pg2890"/>
            <p:cNvSpPr/>
            <p:nvPr/>
          </p:nvSpPr>
          <p:spPr>
            <a:xfrm>
              <a:off x="312324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1" name="pg2891"/>
            <p:cNvSpPr/>
            <p:nvPr/>
          </p:nvSpPr>
          <p:spPr>
            <a:xfrm>
              <a:off x="313488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2" name="pg2892"/>
            <p:cNvSpPr/>
            <p:nvPr/>
          </p:nvSpPr>
          <p:spPr>
            <a:xfrm>
              <a:off x="314652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3" name="pg2893"/>
            <p:cNvSpPr/>
            <p:nvPr/>
          </p:nvSpPr>
          <p:spPr>
            <a:xfrm>
              <a:off x="315816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4" name="pg2894"/>
            <p:cNvSpPr/>
            <p:nvPr/>
          </p:nvSpPr>
          <p:spPr>
            <a:xfrm>
              <a:off x="316979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5" name="pg2895"/>
            <p:cNvSpPr/>
            <p:nvPr/>
          </p:nvSpPr>
          <p:spPr>
            <a:xfrm>
              <a:off x="318143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6" name="pg2896"/>
            <p:cNvSpPr/>
            <p:nvPr/>
          </p:nvSpPr>
          <p:spPr>
            <a:xfrm>
              <a:off x="319307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7" name="pg2897"/>
            <p:cNvSpPr/>
            <p:nvPr/>
          </p:nvSpPr>
          <p:spPr>
            <a:xfrm>
              <a:off x="320471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8" name="pg2898"/>
            <p:cNvSpPr/>
            <p:nvPr/>
          </p:nvSpPr>
          <p:spPr>
            <a:xfrm>
              <a:off x="321634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9" name="pg2899"/>
            <p:cNvSpPr/>
            <p:nvPr/>
          </p:nvSpPr>
          <p:spPr>
            <a:xfrm>
              <a:off x="322798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0" name="pg2900"/>
            <p:cNvSpPr/>
            <p:nvPr/>
          </p:nvSpPr>
          <p:spPr>
            <a:xfrm>
              <a:off x="323962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1" name="pg2901"/>
            <p:cNvSpPr/>
            <p:nvPr/>
          </p:nvSpPr>
          <p:spPr>
            <a:xfrm>
              <a:off x="335599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2" name="pg2902"/>
            <p:cNvSpPr/>
            <p:nvPr/>
          </p:nvSpPr>
          <p:spPr>
            <a:xfrm>
              <a:off x="336763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3" name="pg2903"/>
            <p:cNvSpPr/>
            <p:nvPr/>
          </p:nvSpPr>
          <p:spPr>
            <a:xfrm>
              <a:off x="337927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4" name="pg2904"/>
            <p:cNvSpPr/>
            <p:nvPr/>
          </p:nvSpPr>
          <p:spPr>
            <a:xfrm>
              <a:off x="339090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5" name="pg2905"/>
            <p:cNvSpPr/>
            <p:nvPr/>
          </p:nvSpPr>
          <p:spPr>
            <a:xfrm>
              <a:off x="340254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6" name="pg2906"/>
            <p:cNvSpPr/>
            <p:nvPr/>
          </p:nvSpPr>
          <p:spPr>
            <a:xfrm>
              <a:off x="341418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7" name="pg2907"/>
            <p:cNvSpPr/>
            <p:nvPr/>
          </p:nvSpPr>
          <p:spPr>
            <a:xfrm>
              <a:off x="342581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8" name="pg2908"/>
            <p:cNvSpPr/>
            <p:nvPr/>
          </p:nvSpPr>
          <p:spPr>
            <a:xfrm>
              <a:off x="343745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9" name="pg2909"/>
            <p:cNvSpPr/>
            <p:nvPr/>
          </p:nvSpPr>
          <p:spPr>
            <a:xfrm>
              <a:off x="344909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0" name="pg2910"/>
            <p:cNvSpPr/>
            <p:nvPr/>
          </p:nvSpPr>
          <p:spPr>
            <a:xfrm>
              <a:off x="346073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1" name="pg2911"/>
            <p:cNvSpPr/>
            <p:nvPr/>
          </p:nvSpPr>
          <p:spPr>
            <a:xfrm>
              <a:off x="348400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2" name="pg2912"/>
            <p:cNvSpPr/>
            <p:nvPr/>
          </p:nvSpPr>
          <p:spPr>
            <a:xfrm>
              <a:off x="349564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3" name="pg2913"/>
            <p:cNvSpPr/>
            <p:nvPr/>
          </p:nvSpPr>
          <p:spPr>
            <a:xfrm>
              <a:off x="350728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4" name="pg2914"/>
            <p:cNvSpPr/>
            <p:nvPr/>
          </p:nvSpPr>
          <p:spPr>
            <a:xfrm>
              <a:off x="351891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5" name="pg2915"/>
            <p:cNvSpPr/>
            <p:nvPr/>
          </p:nvSpPr>
          <p:spPr>
            <a:xfrm>
              <a:off x="353055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6" name="pg2916"/>
            <p:cNvSpPr/>
            <p:nvPr/>
          </p:nvSpPr>
          <p:spPr>
            <a:xfrm>
              <a:off x="354219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7" name="pg2917"/>
            <p:cNvSpPr/>
            <p:nvPr/>
          </p:nvSpPr>
          <p:spPr>
            <a:xfrm>
              <a:off x="355383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8" name="pg2918"/>
            <p:cNvSpPr/>
            <p:nvPr/>
          </p:nvSpPr>
          <p:spPr>
            <a:xfrm>
              <a:off x="356546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9" name="pg2919"/>
            <p:cNvSpPr/>
            <p:nvPr/>
          </p:nvSpPr>
          <p:spPr>
            <a:xfrm>
              <a:off x="358874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0" name="pg2920"/>
            <p:cNvSpPr/>
            <p:nvPr/>
          </p:nvSpPr>
          <p:spPr>
            <a:xfrm>
              <a:off x="360037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1" name="pg2921"/>
            <p:cNvSpPr/>
            <p:nvPr/>
          </p:nvSpPr>
          <p:spPr>
            <a:xfrm>
              <a:off x="361201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2" name="pg2922"/>
            <p:cNvSpPr/>
            <p:nvPr/>
          </p:nvSpPr>
          <p:spPr>
            <a:xfrm>
              <a:off x="362365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3" name="pg2923"/>
            <p:cNvSpPr/>
            <p:nvPr/>
          </p:nvSpPr>
          <p:spPr>
            <a:xfrm>
              <a:off x="363529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4" name="pg2924"/>
            <p:cNvSpPr/>
            <p:nvPr/>
          </p:nvSpPr>
          <p:spPr>
            <a:xfrm>
              <a:off x="364692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5" name="pg2925"/>
            <p:cNvSpPr/>
            <p:nvPr/>
          </p:nvSpPr>
          <p:spPr>
            <a:xfrm>
              <a:off x="365856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6" name="pg2926"/>
            <p:cNvSpPr/>
            <p:nvPr/>
          </p:nvSpPr>
          <p:spPr>
            <a:xfrm>
              <a:off x="367020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7" name="pg2927"/>
            <p:cNvSpPr/>
            <p:nvPr/>
          </p:nvSpPr>
          <p:spPr>
            <a:xfrm>
              <a:off x="368184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8" name="pg2928"/>
            <p:cNvSpPr/>
            <p:nvPr/>
          </p:nvSpPr>
          <p:spPr>
            <a:xfrm>
              <a:off x="369347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9" name="pg2929"/>
            <p:cNvSpPr/>
            <p:nvPr/>
          </p:nvSpPr>
          <p:spPr>
            <a:xfrm>
              <a:off x="370511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0" name="pg2930"/>
            <p:cNvSpPr/>
            <p:nvPr/>
          </p:nvSpPr>
          <p:spPr>
            <a:xfrm>
              <a:off x="371675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1" name="pg2931"/>
            <p:cNvSpPr/>
            <p:nvPr/>
          </p:nvSpPr>
          <p:spPr>
            <a:xfrm>
              <a:off x="372839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2" name="pg2932"/>
            <p:cNvSpPr/>
            <p:nvPr/>
          </p:nvSpPr>
          <p:spPr>
            <a:xfrm>
              <a:off x="374002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3" name="pg2933"/>
            <p:cNvSpPr/>
            <p:nvPr/>
          </p:nvSpPr>
          <p:spPr>
            <a:xfrm>
              <a:off x="375166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4" name="pg2934"/>
            <p:cNvSpPr/>
            <p:nvPr/>
          </p:nvSpPr>
          <p:spPr>
            <a:xfrm>
              <a:off x="376330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5" name="pg2935"/>
            <p:cNvSpPr/>
            <p:nvPr/>
          </p:nvSpPr>
          <p:spPr>
            <a:xfrm>
              <a:off x="377493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6" name="pg2936"/>
            <p:cNvSpPr/>
            <p:nvPr/>
          </p:nvSpPr>
          <p:spPr>
            <a:xfrm>
              <a:off x="415897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7" name="pg2937"/>
            <p:cNvSpPr/>
            <p:nvPr/>
          </p:nvSpPr>
          <p:spPr>
            <a:xfrm>
              <a:off x="434516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8" name="pg2938"/>
            <p:cNvSpPr/>
            <p:nvPr/>
          </p:nvSpPr>
          <p:spPr>
            <a:xfrm>
              <a:off x="435680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9" name="pg2939"/>
            <p:cNvSpPr/>
            <p:nvPr/>
          </p:nvSpPr>
          <p:spPr>
            <a:xfrm>
              <a:off x="436844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0" name="pg2940"/>
            <p:cNvSpPr/>
            <p:nvPr/>
          </p:nvSpPr>
          <p:spPr>
            <a:xfrm>
              <a:off x="438008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1" name="pg2941"/>
            <p:cNvSpPr/>
            <p:nvPr/>
          </p:nvSpPr>
          <p:spPr>
            <a:xfrm>
              <a:off x="439171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2" name="pg2942"/>
            <p:cNvSpPr/>
            <p:nvPr/>
          </p:nvSpPr>
          <p:spPr>
            <a:xfrm>
              <a:off x="440335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3" name="pg2943"/>
            <p:cNvSpPr/>
            <p:nvPr/>
          </p:nvSpPr>
          <p:spPr>
            <a:xfrm>
              <a:off x="441499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4" name="pg2944"/>
            <p:cNvSpPr/>
            <p:nvPr/>
          </p:nvSpPr>
          <p:spPr>
            <a:xfrm>
              <a:off x="457791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5" name="pg2945"/>
            <p:cNvSpPr/>
            <p:nvPr/>
          </p:nvSpPr>
          <p:spPr>
            <a:xfrm>
              <a:off x="458955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6" name="pg2946"/>
            <p:cNvSpPr/>
            <p:nvPr/>
          </p:nvSpPr>
          <p:spPr>
            <a:xfrm>
              <a:off x="460119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7" name="pg2947"/>
            <p:cNvSpPr/>
            <p:nvPr/>
          </p:nvSpPr>
          <p:spPr>
            <a:xfrm>
              <a:off x="461282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8" name="pg2948"/>
            <p:cNvSpPr/>
            <p:nvPr/>
          </p:nvSpPr>
          <p:spPr>
            <a:xfrm>
              <a:off x="462446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9" name="pg2949"/>
            <p:cNvSpPr/>
            <p:nvPr/>
          </p:nvSpPr>
          <p:spPr>
            <a:xfrm>
              <a:off x="309997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0" name="pg2950"/>
            <p:cNvSpPr/>
            <p:nvPr/>
          </p:nvSpPr>
          <p:spPr>
            <a:xfrm>
              <a:off x="311161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1" name="pg2951"/>
            <p:cNvSpPr/>
            <p:nvPr/>
          </p:nvSpPr>
          <p:spPr>
            <a:xfrm>
              <a:off x="312324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2" name="pg2952"/>
            <p:cNvSpPr/>
            <p:nvPr/>
          </p:nvSpPr>
          <p:spPr>
            <a:xfrm>
              <a:off x="313488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3" name="pg2953"/>
            <p:cNvSpPr/>
            <p:nvPr/>
          </p:nvSpPr>
          <p:spPr>
            <a:xfrm>
              <a:off x="314652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4" name="pg2954"/>
            <p:cNvSpPr/>
            <p:nvPr/>
          </p:nvSpPr>
          <p:spPr>
            <a:xfrm>
              <a:off x="315816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5" name="pg2955"/>
            <p:cNvSpPr/>
            <p:nvPr/>
          </p:nvSpPr>
          <p:spPr>
            <a:xfrm>
              <a:off x="316979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6" name="pg2956"/>
            <p:cNvSpPr/>
            <p:nvPr/>
          </p:nvSpPr>
          <p:spPr>
            <a:xfrm>
              <a:off x="318143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7" name="pg2957"/>
            <p:cNvSpPr/>
            <p:nvPr/>
          </p:nvSpPr>
          <p:spPr>
            <a:xfrm>
              <a:off x="319307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8" name="pg2958"/>
            <p:cNvSpPr/>
            <p:nvPr/>
          </p:nvSpPr>
          <p:spPr>
            <a:xfrm>
              <a:off x="320471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9" name="pg2959"/>
            <p:cNvSpPr/>
            <p:nvPr/>
          </p:nvSpPr>
          <p:spPr>
            <a:xfrm>
              <a:off x="341418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0" name="pg2960"/>
            <p:cNvSpPr/>
            <p:nvPr/>
          </p:nvSpPr>
          <p:spPr>
            <a:xfrm>
              <a:off x="342581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1" name="pg2961"/>
            <p:cNvSpPr/>
            <p:nvPr/>
          </p:nvSpPr>
          <p:spPr>
            <a:xfrm>
              <a:off x="349564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2" name="pg2962"/>
            <p:cNvSpPr/>
            <p:nvPr/>
          </p:nvSpPr>
          <p:spPr>
            <a:xfrm>
              <a:off x="350728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3" name="pg2963"/>
            <p:cNvSpPr/>
            <p:nvPr/>
          </p:nvSpPr>
          <p:spPr>
            <a:xfrm>
              <a:off x="351891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4" name="pg2964"/>
            <p:cNvSpPr/>
            <p:nvPr/>
          </p:nvSpPr>
          <p:spPr>
            <a:xfrm>
              <a:off x="353055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5" name="pg2965"/>
            <p:cNvSpPr/>
            <p:nvPr/>
          </p:nvSpPr>
          <p:spPr>
            <a:xfrm>
              <a:off x="354219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6" name="pg2966"/>
            <p:cNvSpPr/>
            <p:nvPr/>
          </p:nvSpPr>
          <p:spPr>
            <a:xfrm>
              <a:off x="355383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7" name="pg2967"/>
            <p:cNvSpPr/>
            <p:nvPr/>
          </p:nvSpPr>
          <p:spPr>
            <a:xfrm>
              <a:off x="356546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8" name="pg2968"/>
            <p:cNvSpPr/>
            <p:nvPr/>
          </p:nvSpPr>
          <p:spPr>
            <a:xfrm>
              <a:off x="357710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9" name="pg2969"/>
            <p:cNvSpPr/>
            <p:nvPr/>
          </p:nvSpPr>
          <p:spPr>
            <a:xfrm>
              <a:off x="358874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0" name="pg2970"/>
            <p:cNvSpPr/>
            <p:nvPr/>
          </p:nvSpPr>
          <p:spPr>
            <a:xfrm>
              <a:off x="360037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1" name="pg2971"/>
            <p:cNvSpPr/>
            <p:nvPr/>
          </p:nvSpPr>
          <p:spPr>
            <a:xfrm>
              <a:off x="361201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2" name="pg2972"/>
            <p:cNvSpPr/>
            <p:nvPr/>
          </p:nvSpPr>
          <p:spPr>
            <a:xfrm>
              <a:off x="362365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3" name="pg2973"/>
            <p:cNvSpPr/>
            <p:nvPr/>
          </p:nvSpPr>
          <p:spPr>
            <a:xfrm>
              <a:off x="363529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4" name="pg2974"/>
            <p:cNvSpPr/>
            <p:nvPr/>
          </p:nvSpPr>
          <p:spPr>
            <a:xfrm>
              <a:off x="364692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5" name="pg2975"/>
            <p:cNvSpPr/>
            <p:nvPr/>
          </p:nvSpPr>
          <p:spPr>
            <a:xfrm>
              <a:off x="365856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6" name="pg2976"/>
            <p:cNvSpPr/>
            <p:nvPr/>
          </p:nvSpPr>
          <p:spPr>
            <a:xfrm>
              <a:off x="367020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7" name="pg2977"/>
            <p:cNvSpPr/>
            <p:nvPr/>
          </p:nvSpPr>
          <p:spPr>
            <a:xfrm>
              <a:off x="368184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8" name="pg2978"/>
            <p:cNvSpPr/>
            <p:nvPr/>
          </p:nvSpPr>
          <p:spPr>
            <a:xfrm>
              <a:off x="369347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9" name="pg2979"/>
            <p:cNvSpPr/>
            <p:nvPr/>
          </p:nvSpPr>
          <p:spPr>
            <a:xfrm>
              <a:off x="370511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0" name="pg2980"/>
            <p:cNvSpPr/>
            <p:nvPr/>
          </p:nvSpPr>
          <p:spPr>
            <a:xfrm>
              <a:off x="371675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1" name="pg2981"/>
            <p:cNvSpPr/>
            <p:nvPr/>
          </p:nvSpPr>
          <p:spPr>
            <a:xfrm>
              <a:off x="372839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2" name="pg2982"/>
            <p:cNvSpPr/>
            <p:nvPr/>
          </p:nvSpPr>
          <p:spPr>
            <a:xfrm>
              <a:off x="374002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3" name="pg2983"/>
            <p:cNvSpPr/>
            <p:nvPr/>
          </p:nvSpPr>
          <p:spPr>
            <a:xfrm>
              <a:off x="375166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4" name="pg2984"/>
            <p:cNvSpPr/>
            <p:nvPr/>
          </p:nvSpPr>
          <p:spPr>
            <a:xfrm>
              <a:off x="376330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5" name="pg2985"/>
            <p:cNvSpPr/>
            <p:nvPr/>
          </p:nvSpPr>
          <p:spPr>
            <a:xfrm>
              <a:off x="377493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6" name="pg2986"/>
            <p:cNvSpPr/>
            <p:nvPr/>
          </p:nvSpPr>
          <p:spPr>
            <a:xfrm>
              <a:off x="378657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7" name="pg2987"/>
            <p:cNvSpPr/>
            <p:nvPr/>
          </p:nvSpPr>
          <p:spPr>
            <a:xfrm>
              <a:off x="435680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8" name="pg2988"/>
            <p:cNvSpPr/>
            <p:nvPr/>
          </p:nvSpPr>
          <p:spPr>
            <a:xfrm>
              <a:off x="436844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9" name="pg2989"/>
            <p:cNvSpPr/>
            <p:nvPr/>
          </p:nvSpPr>
          <p:spPr>
            <a:xfrm>
              <a:off x="438008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0" name="pg2990"/>
            <p:cNvSpPr/>
            <p:nvPr/>
          </p:nvSpPr>
          <p:spPr>
            <a:xfrm>
              <a:off x="439171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1" name="pg2991"/>
            <p:cNvSpPr/>
            <p:nvPr/>
          </p:nvSpPr>
          <p:spPr>
            <a:xfrm>
              <a:off x="440335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2" name="pg2992"/>
            <p:cNvSpPr/>
            <p:nvPr/>
          </p:nvSpPr>
          <p:spPr>
            <a:xfrm>
              <a:off x="441499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3" name="pg2993"/>
            <p:cNvSpPr/>
            <p:nvPr/>
          </p:nvSpPr>
          <p:spPr>
            <a:xfrm>
              <a:off x="442663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4" name="pg2994"/>
            <p:cNvSpPr/>
            <p:nvPr/>
          </p:nvSpPr>
          <p:spPr>
            <a:xfrm>
              <a:off x="458955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5" name="pg2995"/>
            <p:cNvSpPr/>
            <p:nvPr/>
          </p:nvSpPr>
          <p:spPr>
            <a:xfrm>
              <a:off x="460119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6" name="pg2996"/>
            <p:cNvSpPr/>
            <p:nvPr/>
          </p:nvSpPr>
          <p:spPr>
            <a:xfrm>
              <a:off x="461282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7" name="pg2997"/>
            <p:cNvSpPr/>
            <p:nvPr/>
          </p:nvSpPr>
          <p:spPr>
            <a:xfrm>
              <a:off x="462446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8" name="pg2998"/>
            <p:cNvSpPr/>
            <p:nvPr/>
          </p:nvSpPr>
          <p:spPr>
            <a:xfrm>
              <a:off x="463610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9" name="pg2999"/>
            <p:cNvSpPr/>
            <p:nvPr/>
          </p:nvSpPr>
          <p:spPr>
            <a:xfrm>
              <a:off x="309997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0" name="pg3000"/>
            <p:cNvSpPr/>
            <p:nvPr/>
          </p:nvSpPr>
          <p:spPr>
            <a:xfrm>
              <a:off x="311161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1" name="pg3001"/>
            <p:cNvSpPr/>
            <p:nvPr/>
          </p:nvSpPr>
          <p:spPr>
            <a:xfrm>
              <a:off x="312324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2" name="pg3002"/>
            <p:cNvSpPr/>
            <p:nvPr/>
          </p:nvSpPr>
          <p:spPr>
            <a:xfrm>
              <a:off x="313488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3" name="pg3003"/>
            <p:cNvSpPr/>
            <p:nvPr/>
          </p:nvSpPr>
          <p:spPr>
            <a:xfrm>
              <a:off x="314652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4" name="pg3004"/>
            <p:cNvSpPr/>
            <p:nvPr/>
          </p:nvSpPr>
          <p:spPr>
            <a:xfrm>
              <a:off x="315816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5" name="pg3005"/>
            <p:cNvSpPr/>
            <p:nvPr/>
          </p:nvSpPr>
          <p:spPr>
            <a:xfrm>
              <a:off x="316979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6" name="pg3006"/>
            <p:cNvSpPr/>
            <p:nvPr/>
          </p:nvSpPr>
          <p:spPr>
            <a:xfrm>
              <a:off x="318143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7" name="pg3007"/>
            <p:cNvSpPr/>
            <p:nvPr/>
          </p:nvSpPr>
          <p:spPr>
            <a:xfrm>
              <a:off x="350728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8" name="pg3008"/>
            <p:cNvSpPr/>
            <p:nvPr/>
          </p:nvSpPr>
          <p:spPr>
            <a:xfrm>
              <a:off x="351891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9" name="pg3009"/>
            <p:cNvSpPr/>
            <p:nvPr/>
          </p:nvSpPr>
          <p:spPr>
            <a:xfrm>
              <a:off x="353055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0" name="pg3010"/>
            <p:cNvSpPr/>
            <p:nvPr/>
          </p:nvSpPr>
          <p:spPr>
            <a:xfrm>
              <a:off x="354219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1" name="pg3011"/>
            <p:cNvSpPr/>
            <p:nvPr/>
          </p:nvSpPr>
          <p:spPr>
            <a:xfrm>
              <a:off x="355383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2" name="pg3012"/>
            <p:cNvSpPr/>
            <p:nvPr/>
          </p:nvSpPr>
          <p:spPr>
            <a:xfrm>
              <a:off x="356546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3" name="pg3013"/>
            <p:cNvSpPr/>
            <p:nvPr/>
          </p:nvSpPr>
          <p:spPr>
            <a:xfrm>
              <a:off x="357710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4" name="pg3014"/>
            <p:cNvSpPr/>
            <p:nvPr/>
          </p:nvSpPr>
          <p:spPr>
            <a:xfrm>
              <a:off x="358874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5" name="pg3015"/>
            <p:cNvSpPr/>
            <p:nvPr/>
          </p:nvSpPr>
          <p:spPr>
            <a:xfrm>
              <a:off x="360037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6" name="pg3016"/>
            <p:cNvSpPr/>
            <p:nvPr/>
          </p:nvSpPr>
          <p:spPr>
            <a:xfrm>
              <a:off x="361201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7" name="pg3017"/>
            <p:cNvSpPr/>
            <p:nvPr/>
          </p:nvSpPr>
          <p:spPr>
            <a:xfrm>
              <a:off x="362365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8" name="pg3018"/>
            <p:cNvSpPr/>
            <p:nvPr/>
          </p:nvSpPr>
          <p:spPr>
            <a:xfrm>
              <a:off x="363529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9" name="pg3019"/>
            <p:cNvSpPr/>
            <p:nvPr/>
          </p:nvSpPr>
          <p:spPr>
            <a:xfrm>
              <a:off x="364692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0" name="pg3020"/>
            <p:cNvSpPr/>
            <p:nvPr/>
          </p:nvSpPr>
          <p:spPr>
            <a:xfrm>
              <a:off x="365856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1" name="pg3021"/>
            <p:cNvSpPr/>
            <p:nvPr/>
          </p:nvSpPr>
          <p:spPr>
            <a:xfrm>
              <a:off x="367020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2" name="pg3022"/>
            <p:cNvSpPr/>
            <p:nvPr/>
          </p:nvSpPr>
          <p:spPr>
            <a:xfrm>
              <a:off x="368184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3" name="pg3023"/>
            <p:cNvSpPr/>
            <p:nvPr/>
          </p:nvSpPr>
          <p:spPr>
            <a:xfrm>
              <a:off x="369347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4" name="pg3024"/>
            <p:cNvSpPr/>
            <p:nvPr/>
          </p:nvSpPr>
          <p:spPr>
            <a:xfrm>
              <a:off x="370511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5" name="pg3025"/>
            <p:cNvSpPr/>
            <p:nvPr/>
          </p:nvSpPr>
          <p:spPr>
            <a:xfrm>
              <a:off x="371675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6" name="pg3026"/>
            <p:cNvSpPr/>
            <p:nvPr/>
          </p:nvSpPr>
          <p:spPr>
            <a:xfrm>
              <a:off x="372839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7" name="pg3027"/>
            <p:cNvSpPr/>
            <p:nvPr/>
          </p:nvSpPr>
          <p:spPr>
            <a:xfrm>
              <a:off x="374002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8" name="pg3028"/>
            <p:cNvSpPr/>
            <p:nvPr/>
          </p:nvSpPr>
          <p:spPr>
            <a:xfrm>
              <a:off x="375166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9" name="pg3029"/>
            <p:cNvSpPr/>
            <p:nvPr/>
          </p:nvSpPr>
          <p:spPr>
            <a:xfrm>
              <a:off x="376330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0" name="pg3030"/>
            <p:cNvSpPr/>
            <p:nvPr/>
          </p:nvSpPr>
          <p:spPr>
            <a:xfrm>
              <a:off x="377493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1" name="pg3031"/>
            <p:cNvSpPr/>
            <p:nvPr/>
          </p:nvSpPr>
          <p:spPr>
            <a:xfrm>
              <a:off x="378657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2" name="pg3032"/>
            <p:cNvSpPr/>
            <p:nvPr/>
          </p:nvSpPr>
          <p:spPr>
            <a:xfrm>
              <a:off x="436844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3" name="pg3033"/>
            <p:cNvSpPr/>
            <p:nvPr/>
          </p:nvSpPr>
          <p:spPr>
            <a:xfrm>
              <a:off x="438008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4" name="pg3034"/>
            <p:cNvSpPr/>
            <p:nvPr/>
          </p:nvSpPr>
          <p:spPr>
            <a:xfrm>
              <a:off x="439171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5" name="pg3035"/>
            <p:cNvSpPr/>
            <p:nvPr/>
          </p:nvSpPr>
          <p:spPr>
            <a:xfrm>
              <a:off x="440335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6" name="pg3036"/>
            <p:cNvSpPr/>
            <p:nvPr/>
          </p:nvSpPr>
          <p:spPr>
            <a:xfrm>
              <a:off x="441499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7" name="pg3037"/>
            <p:cNvSpPr/>
            <p:nvPr/>
          </p:nvSpPr>
          <p:spPr>
            <a:xfrm>
              <a:off x="442663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8" name="pg3038"/>
            <p:cNvSpPr/>
            <p:nvPr/>
          </p:nvSpPr>
          <p:spPr>
            <a:xfrm>
              <a:off x="443826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9" name="pg3039"/>
            <p:cNvSpPr/>
            <p:nvPr/>
          </p:nvSpPr>
          <p:spPr>
            <a:xfrm>
              <a:off x="458955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0" name="pg3040"/>
            <p:cNvSpPr/>
            <p:nvPr/>
          </p:nvSpPr>
          <p:spPr>
            <a:xfrm>
              <a:off x="460119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1" name="pg3041"/>
            <p:cNvSpPr/>
            <p:nvPr/>
          </p:nvSpPr>
          <p:spPr>
            <a:xfrm>
              <a:off x="461282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2" name="pg3042"/>
            <p:cNvSpPr/>
            <p:nvPr/>
          </p:nvSpPr>
          <p:spPr>
            <a:xfrm>
              <a:off x="462446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3" name="pg3043"/>
            <p:cNvSpPr/>
            <p:nvPr/>
          </p:nvSpPr>
          <p:spPr>
            <a:xfrm>
              <a:off x="463610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4" name="pg3044"/>
            <p:cNvSpPr/>
            <p:nvPr/>
          </p:nvSpPr>
          <p:spPr>
            <a:xfrm>
              <a:off x="308833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5" name="pg3045"/>
            <p:cNvSpPr/>
            <p:nvPr/>
          </p:nvSpPr>
          <p:spPr>
            <a:xfrm>
              <a:off x="309997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6" name="pg3046"/>
            <p:cNvSpPr/>
            <p:nvPr/>
          </p:nvSpPr>
          <p:spPr>
            <a:xfrm>
              <a:off x="311161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7" name="pg3047"/>
            <p:cNvSpPr/>
            <p:nvPr/>
          </p:nvSpPr>
          <p:spPr>
            <a:xfrm>
              <a:off x="312324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8" name="pg3048"/>
            <p:cNvSpPr/>
            <p:nvPr/>
          </p:nvSpPr>
          <p:spPr>
            <a:xfrm>
              <a:off x="313488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9" name="pg3049"/>
            <p:cNvSpPr/>
            <p:nvPr/>
          </p:nvSpPr>
          <p:spPr>
            <a:xfrm>
              <a:off x="314652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0" name="pg3050"/>
            <p:cNvSpPr/>
            <p:nvPr/>
          </p:nvSpPr>
          <p:spPr>
            <a:xfrm>
              <a:off x="351891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1" name="pg3051"/>
            <p:cNvSpPr/>
            <p:nvPr/>
          </p:nvSpPr>
          <p:spPr>
            <a:xfrm>
              <a:off x="353055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2" name="pg3052"/>
            <p:cNvSpPr/>
            <p:nvPr/>
          </p:nvSpPr>
          <p:spPr>
            <a:xfrm>
              <a:off x="354219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3" name="pg3053"/>
            <p:cNvSpPr/>
            <p:nvPr/>
          </p:nvSpPr>
          <p:spPr>
            <a:xfrm>
              <a:off x="355383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4" name="pg3054"/>
            <p:cNvSpPr/>
            <p:nvPr/>
          </p:nvSpPr>
          <p:spPr>
            <a:xfrm>
              <a:off x="356546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5" name="pg3055"/>
            <p:cNvSpPr/>
            <p:nvPr/>
          </p:nvSpPr>
          <p:spPr>
            <a:xfrm>
              <a:off x="357710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6" name="pg3056"/>
            <p:cNvSpPr/>
            <p:nvPr/>
          </p:nvSpPr>
          <p:spPr>
            <a:xfrm>
              <a:off x="358874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7" name="pg3057"/>
            <p:cNvSpPr/>
            <p:nvPr/>
          </p:nvSpPr>
          <p:spPr>
            <a:xfrm>
              <a:off x="360037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8" name="pg3058"/>
            <p:cNvSpPr/>
            <p:nvPr/>
          </p:nvSpPr>
          <p:spPr>
            <a:xfrm>
              <a:off x="361201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9" name="pg3059"/>
            <p:cNvSpPr/>
            <p:nvPr/>
          </p:nvSpPr>
          <p:spPr>
            <a:xfrm>
              <a:off x="362365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0" name="pg3060"/>
            <p:cNvSpPr/>
            <p:nvPr/>
          </p:nvSpPr>
          <p:spPr>
            <a:xfrm>
              <a:off x="363529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1" name="pg3061"/>
            <p:cNvSpPr/>
            <p:nvPr/>
          </p:nvSpPr>
          <p:spPr>
            <a:xfrm>
              <a:off x="364692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2" name="pg3062"/>
            <p:cNvSpPr/>
            <p:nvPr/>
          </p:nvSpPr>
          <p:spPr>
            <a:xfrm>
              <a:off x="365856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3" name="pg3063"/>
            <p:cNvSpPr/>
            <p:nvPr/>
          </p:nvSpPr>
          <p:spPr>
            <a:xfrm>
              <a:off x="367020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4" name="pg3064"/>
            <p:cNvSpPr/>
            <p:nvPr/>
          </p:nvSpPr>
          <p:spPr>
            <a:xfrm>
              <a:off x="368184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5" name="pg3065"/>
            <p:cNvSpPr/>
            <p:nvPr/>
          </p:nvSpPr>
          <p:spPr>
            <a:xfrm>
              <a:off x="369347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6" name="pg3066"/>
            <p:cNvSpPr/>
            <p:nvPr/>
          </p:nvSpPr>
          <p:spPr>
            <a:xfrm>
              <a:off x="370511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7" name="pg3067"/>
            <p:cNvSpPr/>
            <p:nvPr/>
          </p:nvSpPr>
          <p:spPr>
            <a:xfrm>
              <a:off x="371675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8" name="pg3068"/>
            <p:cNvSpPr/>
            <p:nvPr/>
          </p:nvSpPr>
          <p:spPr>
            <a:xfrm>
              <a:off x="372839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9" name="pg3069"/>
            <p:cNvSpPr/>
            <p:nvPr/>
          </p:nvSpPr>
          <p:spPr>
            <a:xfrm>
              <a:off x="374002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0" name="pg3070"/>
            <p:cNvSpPr/>
            <p:nvPr/>
          </p:nvSpPr>
          <p:spPr>
            <a:xfrm>
              <a:off x="375166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1" name="pg3071"/>
            <p:cNvSpPr/>
            <p:nvPr/>
          </p:nvSpPr>
          <p:spPr>
            <a:xfrm>
              <a:off x="376330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2" name="pg3072"/>
            <p:cNvSpPr/>
            <p:nvPr/>
          </p:nvSpPr>
          <p:spPr>
            <a:xfrm>
              <a:off x="377493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3" name="pg3073"/>
            <p:cNvSpPr/>
            <p:nvPr/>
          </p:nvSpPr>
          <p:spPr>
            <a:xfrm>
              <a:off x="378657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4" name="pg3074"/>
            <p:cNvSpPr/>
            <p:nvPr/>
          </p:nvSpPr>
          <p:spPr>
            <a:xfrm>
              <a:off x="438008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5" name="pg3075"/>
            <p:cNvSpPr/>
            <p:nvPr/>
          </p:nvSpPr>
          <p:spPr>
            <a:xfrm>
              <a:off x="439171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6" name="pg3076"/>
            <p:cNvSpPr/>
            <p:nvPr/>
          </p:nvSpPr>
          <p:spPr>
            <a:xfrm>
              <a:off x="440335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7" name="pg3077"/>
            <p:cNvSpPr/>
            <p:nvPr/>
          </p:nvSpPr>
          <p:spPr>
            <a:xfrm>
              <a:off x="441499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8" name="pg3078"/>
            <p:cNvSpPr/>
            <p:nvPr/>
          </p:nvSpPr>
          <p:spPr>
            <a:xfrm>
              <a:off x="442663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9" name="pg3079"/>
            <p:cNvSpPr/>
            <p:nvPr/>
          </p:nvSpPr>
          <p:spPr>
            <a:xfrm>
              <a:off x="443826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0" name="pg3080"/>
            <p:cNvSpPr/>
            <p:nvPr/>
          </p:nvSpPr>
          <p:spPr>
            <a:xfrm>
              <a:off x="444990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1" name="pg3081"/>
            <p:cNvSpPr/>
            <p:nvPr/>
          </p:nvSpPr>
          <p:spPr>
            <a:xfrm>
              <a:off x="460119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2" name="pg3082"/>
            <p:cNvSpPr/>
            <p:nvPr/>
          </p:nvSpPr>
          <p:spPr>
            <a:xfrm>
              <a:off x="461282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3" name="pg3083"/>
            <p:cNvSpPr/>
            <p:nvPr/>
          </p:nvSpPr>
          <p:spPr>
            <a:xfrm>
              <a:off x="462446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4" name="pg3084"/>
            <p:cNvSpPr/>
            <p:nvPr/>
          </p:nvSpPr>
          <p:spPr>
            <a:xfrm>
              <a:off x="463610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5" name="pg3085"/>
            <p:cNvSpPr/>
            <p:nvPr/>
          </p:nvSpPr>
          <p:spPr>
            <a:xfrm>
              <a:off x="464773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6" name="pg3086"/>
            <p:cNvSpPr/>
            <p:nvPr/>
          </p:nvSpPr>
          <p:spPr>
            <a:xfrm>
              <a:off x="306506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7" name="pg3087"/>
            <p:cNvSpPr/>
            <p:nvPr/>
          </p:nvSpPr>
          <p:spPr>
            <a:xfrm>
              <a:off x="307669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8" name="pg3088"/>
            <p:cNvSpPr/>
            <p:nvPr/>
          </p:nvSpPr>
          <p:spPr>
            <a:xfrm>
              <a:off x="308833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9" name="pg3089"/>
            <p:cNvSpPr/>
            <p:nvPr/>
          </p:nvSpPr>
          <p:spPr>
            <a:xfrm>
              <a:off x="309997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0" name="pg3090"/>
            <p:cNvSpPr/>
            <p:nvPr/>
          </p:nvSpPr>
          <p:spPr>
            <a:xfrm>
              <a:off x="311161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1" name="pg3091"/>
            <p:cNvSpPr/>
            <p:nvPr/>
          </p:nvSpPr>
          <p:spPr>
            <a:xfrm>
              <a:off x="312324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2" name="pg3092"/>
            <p:cNvSpPr/>
            <p:nvPr/>
          </p:nvSpPr>
          <p:spPr>
            <a:xfrm>
              <a:off x="313488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3" name="pg3093"/>
            <p:cNvSpPr/>
            <p:nvPr/>
          </p:nvSpPr>
          <p:spPr>
            <a:xfrm>
              <a:off x="3542193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4" name="pg3094"/>
            <p:cNvSpPr/>
            <p:nvPr/>
          </p:nvSpPr>
          <p:spPr>
            <a:xfrm>
              <a:off x="355383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5" name="pg3095"/>
            <p:cNvSpPr/>
            <p:nvPr/>
          </p:nvSpPr>
          <p:spPr>
            <a:xfrm>
              <a:off x="356546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6" name="pg3096"/>
            <p:cNvSpPr/>
            <p:nvPr/>
          </p:nvSpPr>
          <p:spPr>
            <a:xfrm>
              <a:off x="357710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7" name="pg3097"/>
            <p:cNvSpPr/>
            <p:nvPr/>
          </p:nvSpPr>
          <p:spPr>
            <a:xfrm>
              <a:off x="358874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8" name="pg3098"/>
            <p:cNvSpPr/>
            <p:nvPr/>
          </p:nvSpPr>
          <p:spPr>
            <a:xfrm>
              <a:off x="360037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9" name="pg3099"/>
            <p:cNvSpPr/>
            <p:nvPr/>
          </p:nvSpPr>
          <p:spPr>
            <a:xfrm>
              <a:off x="361201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0" name="pg3100"/>
            <p:cNvSpPr/>
            <p:nvPr/>
          </p:nvSpPr>
          <p:spPr>
            <a:xfrm>
              <a:off x="362365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1" name="pg3101"/>
            <p:cNvSpPr/>
            <p:nvPr/>
          </p:nvSpPr>
          <p:spPr>
            <a:xfrm>
              <a:off x="363529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2" name="pg3102"/>
            <p:cNvSpPr/>
            <p:nvPr/>
          </p:nvSpPr>
          <p:spPr>
            <a:xfrm>
              <a:off x="3646928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3" name="pg3103"/>
            <p:cNvSpPr/>
            <p:nvPr/>
          </p:nvSpPr>
          <p:spPr>
            <a:xfrm>
              <a:off x="365856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4" name="pg3104"/>
            <p:cNvSpPr/>
            <p:nvPr/>
          </p:nvSpPr>
          <p:spPr>
            <a:xfrm>
              <a:off x="3670203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5" name="pg3105"/>
            <p:cNvSpPr/>
            <p:nvPr/>
          </p:nvSpPr>
          <p:spPr>
            <a:xfrm>
              <a:off x="370511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6" name="pg3106"/>
            <p:cNvSpPr/>
            <p:nvPr/>
          </p:nvSpPr>
          <p:spPr>
            <a:xfrm>
              <a:off x="371675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7" name="pg3107"/>
            <p:cNvSpPr/>
            <p:nvPr/>
          </p:nvSpPr>
          <p:spPr>
            <a:xfrm>
              <a:off x="372839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8" name="pg3108"/>
            <p:cNvSpPr/>
            <p:nvPr/>
          </p:nvSpPr>
          <p:spPr>
            <a:xfrm>
              <a:off x="374002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9" name="pg3109"/>
            <p:cNvSpPr/>
            <p:nvPr/>
          </p:nvSpPr>
          <p:spPr>
            <a:xfrm>
              <a:off x="375166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0" name="pg3110"/>
            <p:cNvSpPr/>
            <p:nvPr/>
          </p:nvSpPr>
          <p:spPr>
            <a:xfrm>
              <a:off x="376330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1" name="pg3111"/>
            <p:cNvSpPr/>
            <p:nvPr/>
          </p:nvSpPr>
          <p:spPr>
            <a:xfrm>
              <a:off x="377493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2" name="pg3112"/>
            <p:cNvSpPr/>
            <p:nvPr/>
          </p:nvSpPr>
          <p:spPr>
            <a:xfrm>
              <a:off x="378657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3" name="pg3113"/>
            <p:cNvSpPr/>
            <p:nvPr/>
          </p:nvSpPr>
          <p:spPr>
            <a:xfrm>
              <a:off x="440335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4" name="pg3114"/>
            <p:cNvSpPr/>
            <p:nvPr/>
          </p:nvSpPr>
          <p:spPr>
            <a:xfrm>
              <a:off x="441499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5" name="pg3115"/>
            <p:cNvSpPr/>
            <p:nvPr/>
          </p:nvSpPr>
          <p:spPr>
            <a:xfrm>
              <a:off x="442663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6" name="pg3116"/>
            <p:cNvSpPr/>
            <p:nvPr/>
          </p:nvSpPr>
          <p:spPr>
            <a:xfrm>
              <a:off x="443826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7" name="pg3117"/>
            <p:cNvSpPr/>
            <p:nvPr/>
          </p:nvSpPr>
          <p:spPr>
            <a:xfrm>
              <a:off x="444990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8" name="pg3118"/>
            <p:cNvSpPr/>
            <p:nvPr/>
          </p:nvSpPr>
          <p:spPr>
            <a:xfrm>
              <a:off x="446154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9" name="pg3119"/>
            <p:cNvSpPr/>
            <p:nvPr/>
          </p:nvSpPr>
          <p:spPr>
            <a:xfrm>
              <a:off x="460119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0" name="pg3120"/>
            <p:cNvSpPr/>
            <p:nvPr/>
          </p:nvSpPr>
          <p:spPr>
            <a:xfrm>
              <a:off x="461282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1" name="pg3121"/>
            <p:cNvSpPr/>
            <p:nvPr/>
          </p:nvSpPr>
          <p:spPr>
            <a:xfrm>
              <a:off x="462446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2" name="pg3122"/>
            <p:cNvSpPr/>
            <p:nvPr/>
          </p:nvSpPr>
          <p:spPr>
            <a:xfrm>
              <a:off x="463610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3" name="pg3123"/>
            <p:cNvSpPr/>
            <p:nvPr/>
          </p:nvSpPr>
          <p:spPr>
            <a:xfrm>
              <a:off x="464773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4" name="pg3124"/>
            <p:cNvSpPr/>
            <p:nvPr/>
          </p:nvSpPr>
          <p:spPr>
            <a:xfrm>
              <a:off x="465937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5" name="pg3125"/>
            <p:cNvSpPr/>
            <p:nvPr/>
          </p:nvSpPr>
          <p:spPr>
            <a:xfrm>
              <a:off x="294868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6" name="pg3126"/>
            <p:cNvSpPr/>
            <p:nvPr/>
          </p:nvSpPr>
          <p:spPr>
            <a:xfrm>
              <a:off x="2960326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7" name="pg3127"/>
            <p:cNvSpPr/>
            <p:nvPr/>
          </p:nvSpPr>
          <p:spPr>
            <a:xfrm>
              <a:off x="2971963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8" name="pg3128"/>
            <p:cNvSpPr/>
            <p:nvPr/>
          </p:nvSpPr>
          <p:spPr>
            <a:xfrm>
              <a:off x="298360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9" name="pg3129"/>
            <p:cNvSpPr/>
            <p:nvPr/>
          </p:nvSpPr>
          <p:spPr>
            <a:xfrm>
              <a:off x="2995238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0" name="pg3130"/>
            <p:cNvSpPr/>
            <p:nvPr/>
          </p:nvSpPr>
          <p:spPr>
            <a:xfrm>
              <a:off x="3006875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1" name="pg3131"/>
            <p:cNvSpPr/>
            <p:nvPr/>
          </p:nvSpPr>
          <p:spPr>
            <a:xfrm>
              <a:off x="304178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2" name="pg3132"/>
            <p:cNvSpPr/>
            <p:nvPr/>
          </p:nvSpPr>
          <p:spPr>
            <a:xfrm>
              <a:off x="3053425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3" name="pg3133"/>
            <p:cNvSpPr/>
            <p:nvPr/>
          </p:nvSpPr>
          <p:spPr>
            <a:xfrm>
              <a:off x="306506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4" name="pg3134"/>
            <p:cNvSpPr/>
            <p:nvPr/>
          </p:nvSpPr>
          <p:spPr>
            <a:xfrm>
              <a:off x="307669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5" name="pg3135"/>
            <p:cNvSpPr/>
            <p:nvPr/>
          </p:nvSpPr>
          <p:spPr>
            <a:xfrm>
              <a:off x="308833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6" name="pg3136"/>
            <p:cNvSpPr/>
            <p:nvPr/>
          </p:nvSpPr>
          <p:spPr>
            <a:xfrm>
              <a:off x="309997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7" name="pg3137"/>
            <p:cNvSpPr/>
            <p:nvPr/>
          </p:nvSpPr>
          <p:spPr>
            <a:xfrm>
              <a:off x="311161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8" name="pg3138"/>
            <p:cNvSpPr/>
            <p:nvPr/>
          </p:nvSpPr>
          <p:spPr>
            <a:xfrm>
              <a:off x="312324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9" name="pg3139"/>
            <p:cNvSpPr/>
            <p:nvPr/>
          </p:nvSpPr>
          <p:spPr>
            <a:xfrm>
              <a:off x="363529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0" name="pg3140"/>
            <p:cNvSpPr/>
            <p:nvPr/>
          </p:nvSpPr>
          <p:spPr>
            <a:xfrm>
              <a:off x="3646928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1" name="pg3141"/>
            <p:cNvSpPr/>
            <p:nvPr/>
          </p:nvSpPr>
          <p:spPr>
            <a:xfrm>
              <a:off x="371675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2" name="pg3142"/>
            <p:cNvSpPr/>
            <p:nvPr/>
          </p:nvSpPr>
          <p:spPr>
            <a:xfrm>
              <a:off x="3728390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3" name="pg3143"/>
            <p:cNvSpPr/>
            <p:nvPr/>
          </p:nvSpPr>
          <p:spPr>
            <a:xfrm>
              <a:off x="374002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4" name="pg3144"/>
            <p:cNvSpPr/>
            <p:nvPr/>
          </p:nvSpPr>
          <p:spPr>
            <a:xfrm>
              <a:off x="375166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5" name="pg3145"/>
            <p:cNvSpPr/>
            <p:nvPr/>
          </p:nvSpPr>
          <p:spPr>
            <a:xfrm>
              <a:off x="376330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6" name="pg3146"/>
            <p:cNvSpPr/>
            <p:nvPr/>
          </p:nvSpPr>
          <p:spPr>
            <a:xfrm>
              <a:off x="377493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7" name="pg3147"/>
            <p:cNvSpPr/>
            <p:nvPr/>
          </p:nvSpPr>
          <p:spPr>
            <a:xfrm>
              <a:off x="441499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8" name="pg3148"/>
            <p:cNvSpPr/>
            <p:nvPr/>
          </p:nvSpPr>
          <p:spPr>
            <a:xfrm>
              <a:off x="4426630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9" name="pg3149"/>
            <p:cNvSpPr/>
            <p:nvPr/>
          </p:nvSpPr>
          <p:spPr>
            <a:xfrm>
              <a:off x="443826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0" name="pg3150"/>
            <p:cNvSpPr/>
            <p:nvPr/>
          </p:nvSpPr>
          <p:spPr>
            <a:xfrm>
              <a:off x="444990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1" name="pg3151"/>
            <p:cNvSpPr/>
            <p:nvPr/>
          </p:nvSpPr>
          <p:spPr>
            <a:xfrm>
              <a:off x="446154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2" name="pg3152"/>
            <p:cNvSpPr/>
            <p:nvPr/>
          </p:nvSpPr>
          <p:spPr>
            <a:xfrm>
              <a:off x="461282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3" name="pg3153"/>
            <p:cNvSpPr/>
            <p:nvPr/>
          </p:nvSpPr>
          <p:spPr>
            <a:xfrm>
              <a:off x="462446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4" name="pg3154"/>
            <p:cNvSpPr/>
            <p:nvPr/>
          </p:nvSpPr>
          <p:spPr>
            <a:xfrm>
              <a:off x="463610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5" name="pg3155"/>
            <p:cNvSpPr/>
            <p:nvPr/>
          </p:nvSpPr>
          <p:spPr>
            <a:xfrm>
              <a:off x="464773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6" name="pg3156"/>
            <p:cNvSpPr/>
            <p:nvPr/>
          </p:nvSpPr>
          <p:spPr>
            <a:xfrm>
              <a:off x="4659376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7" name="pg3157"/>
            <p:cNvSpPr/>
            <p:nvPr/>
          </p:nvSpPr>
          <p:spPr>
            <a:xfrm>
              <a:off x="293705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8" name="pg3158"/>
            <p:cNvSpPr/>
            <p:nvPr/>
          </p:nvSpPr>
          <p:spPr>
            <a:xfrm>
              <a:off x="294868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9" name="pg3159"/>
            <p:cNvSpPr/>
            <p:nvPr/>
          </p:nvSpPr>
          <p:spPr>
            <a:xfrm>
              <a:off x="2960326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0" name="pg3160"/>
            <p:cNvSpPr/>
            <p:nvPr/>
          </p:nvSpPr>
          <p:spPr>
            <a:xfrm>
              <a:off x="297196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1" name="pg3161"/>
            <p:cNvSpPr/>
            <p:nvPr/>
          </p:nvSpPr>
          <p:spPr>
            <a:xfrm>
              <a:off x="298360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2" name="pg3162"/>
            <p:cNvSpPr/>
            <p:nvPr/>
          </p:nvSpPr>
          <p:spPr>
            <a:xfrm>
              <a:off x="2995238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3" name="pg3163"/>
            <p:cNvSpPr/>
            <p:nvPr/>
          </p:nvSpPr>
          <p:spPr>
            <a:xfrm>
              <a:off x="3006875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4" name="pg3164"/>
            <p:cNvSpPr/>
            <p:nvPr/>
          </p:nvSpPr>
          <p:spPr>
            <a:xfrm>
              <a:off x="301851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5" name="pg3165"/>
            <p:cNvSpPr/>
            <p:nvPr/>
          </p:nvSpPr>
          <p:spPr>
            <a:xfrm>
              <a:off x="303015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6" name="pg3166"/>
            <p:cNvSpPr/>
            <p:nvPr/>
          </p:nvSpPr>
          <p:spPr>
            <a:xfrm>
              <a:off x="304178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7" name="pg3167"/>
            <p:cNvSpPr/>
            <p:nvPr/>
          </p:nvSpPr>
          <p:spPr>
            <a:xfrm>
              <a:off x="3053425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8" name="pg3168"/>
            <p:cNvSpPr/>
            <p:nvPr/>
          </p:nvSpPr>
          <p:spPr>
            <a:xfrm>
              <a:off x="306506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9" name="pg3169"/>
            <p:cNvSpPr/>
            <p:nvPr/>
          </p:nvSpPr>
          <p:spPr>
            <a:xfrm>
              <a:off x="307669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0" name="pg3170"/>
            <p:cNvSpPr/>
            <p:nvPr/>
          </p:nvSpPr>
          <p:spPr>
            <a:xfrm>
              <a:off x="308833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1" name="pg3171"/>
            <p:cNvSpPr/>
            <p:nvPr/>
          </p:nvSpPr>
          <p:spPr>
            <a:xfrm>
              <a:off x="309997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2" name="pg3172"/>
            <p:cNvSpPr/>
            <p:nvPr/>
          </p:nvSpPr>
          <p:spPr>
            <a:xfrm>
              <a:off x="311161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3" name="pg3173"/>
            <p:cNvSpPr/>
            <p:nvPr/>
          </p:nvSpPr>
          <p:spPr>
            <a:xfrm>
              <a:off x="371675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4" name="pg3174"/>
            <p:cNvSpPr/>
            <p:nvPr/>
          </p:nvSpPr>
          <p:spPr>
            <a:xfrm>
              <a:off x="372839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5" name="pg3175"/>
            <p:cNvSpPr/>
            <p:nvPr/>
          </p:nvSpPr>
          <p:spPr>
            <a:xfrm>
              <a:off x="374002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6" name="pg3176"/>
            <p:cNvSpPr/>
            <p:nvPr/>
          </p:nvSpPr>
          <p:spPr>
            <a:xfrm>
              <a:off x="375166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7" name="pg3177"/>
            <p:cNvSpPr/>
            <p:nvPr/>
          </p:nvSpPr>
          <p:spPr>
            <a:xfrm>
              <a:off x="441499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8" name="pg3178"/>
            <p:cNvSpPr/>
            <p:nvPr/>
          </p:nvSpPr>
          <p:spPr>
            <a:xfrm>
              <a:off x="442663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9" name="pg3179"/>
            <p:cNvSpPr/>
            <p:nvPr/>
          </p:nvSpPr>
          <p:spPr>
            <a:xfrm>
              <a:off x="443826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0" name="pg3180"/>
            <p:cNvSpPr/>
            <p:nvPr/>
          </p:nvSpPr>
          <p:spPr>
            <a:xfrm>
              <a:off x="444990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1" name="pg3181"/>
            <p:cNvSpPr/>
            <p:nvPr/>
          </p:nvSpPr>
          <p:spPr>
            <a:xfrm>
              <a:off x="446154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2" name="pg3182"/>
            <p:cNvSpPr/>
            <p:nvPr/>
          </p:nvSpPr>
          <p:spPr>
            <a:xfrm>
              <a:off x="461282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3" name="pg3183"/>
            <p:cNvSpPr/>
            <p:nvPr/>
          </p:nvSpPr>
          <p:spPr>
            <a:xfrm>
              <a:off x="462446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4" name="pg3184"/>
            <p:cNvSpPr/>
            <p:nvPr/>
          </p:nvSpPr>
          <p:spPr>
            <a:xfrm>
              <a:off x="463610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5" name="pg3185"/>
            <p:cNvSpPr/>
            <p:nvPr/>
          </p:nvSpPr>
          <p:spPr>
            <a:xfrm>
              <a:off x="464773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6" name="pg3186"/>
            <p:cNvSpPr/>
            <p:nvPr/>
          </p:nvSpPr>
          <p:spPr>
            <a:xfrm>
              <a:off x="4659376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7" name="pg3187"/>
            <p:cNvSpPr/>
            <p:nvPr/>
          </p:nvSpPr>
          <p:spPr>
            <a:xfrm>
              <a:off x="467101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8" name="pg3188"/>
            <p:cNvSpPr/>
            <p:nvPr/>
          </p:nvSpPr>
          <p:spPr>
            <a:xfrm>
              <a:off x="293705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9" name="pg3189"/>
            <p:cNvSpPr/>
            <p:nvPr/>
          </p:nvSpPr>
          <p:spPr>
            <a:xfrm>
              <a:off x="294868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0" name="pg3190"/>
            <p:cNvSpPr/>
            <p:nvPr/>
          </p:nvSpPr>
          <p:spPr>
            <a:xfrm>
              <a:off x="2960326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1" name="pg3191"/>
            <p:cNvSpPr/>
            <p:nvPr/>
          </p:nvSpPr>
          <p:spPr>
            <a:xfrm>
              <a:off x="297196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2" name="pg3192"/>
            <p:cNvSpPr/>
            <p:nvPr/>
          </p:nvSpPr>
          <p:spPr>
            <a:xfrm>
              <a:off x="298360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3" name="pg3193"/>
            <p:cNvSpPr/>
            <p:nvPr/>
          </p:nvSpPr>
          <p:spPr>
            <a:xfrm>
              <a:off x="2995238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4" name="pg3194"/>
            <p:cNvSpPr/>
            <p:nvPr/>
          </p:nvSpPr>
          <p:spPr>
            <a:xfrm>
              <a:off x="3006875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5" name="pg3195"/>
            <p:cNvSpPr/>
            <p:nvPr/>
          </p:nvSpPr>
          <p:spPr>
            <a:xfrm>
              <a:off x="301851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6" name="pg3196"/>
            <p:cNvSpPr/>
            <p:nvPr/>
          </p:nvSpPr>
          <p:spPr>
            <a:xfrm>
              <a:off x="3030150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7" name="pg3197"/>
            <p:cNvSpPr/>
            <p:nvPr/>
          </p:nvSpPr>
          <p:spPr>
            <a:xfrm>
              <a:off x="304178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8" name="pg3198"/>
            <p:cNvSpPr/>
            <p:nvPr/>
          </p:nvSpPr>
          <p:spPr>
            <a:xfrm>
              <a:off x="3053425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9" name="pg3199"/>
            <p:cNvSpPr/>
            <p:nvPr/>
          </p:nvSpPr>
          <p:spPr>
            <a:xfrm>
              <a:off x="306506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0" name="pg3200"/>
            <p:cNvSpPr/>
            <p:nvPr/>
          </p:nvSpPr>
          <p:spPr>
            <a:xfrm>
              <a:off x="307669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1" name="pg3201"/>
            <p:cNvSpPr/>
            <p:nvPr/>
          </p:nvSpPr>
          <p:spPr>
            <a:xfrm>
              <a:off x="308833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2" name="pg3202"/>
            <p:cNvSpPr/>
            <p:nvPr/>
          </p:nvSpPr>
          <p:spPr>
            <a:xfrm>
              <a:off x="309997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3" name="pg3203"/>
            <p:cNvSpPr/>
            <p:nvPr/>
          </p:nvSpPr>
          <p:spPr>
            <a:xfrm>
              <a:off x="441499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4" name="pg3204"/>
            <p:cNvSpPr/>
            <p:nvPr/>
          </p:nvSpPr>
          <p:spPr>
            <a:xfrm>
              <a:off x="4426630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5" name="pg3205"/>
            <p:cNvSpPr/>
            <p:nvPr/>
          </p:nvSpPr>
          <p:spPr>
            <a:xfrm>
              <a:off x="443826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6" name="pg3206"/>
            <p:cNvSpPr/>
            <p:nvPr/>
          </p:nvSpPr>
          <p:spPr>
            <a:xfrm>
              <a:off x="444990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7" name="pg3207"/>
            <p:cNvSpPr/>
            <p:nvPr/>
          </p:nvSpPr>
          <p:spPr>
            <a:xfrm>
              <a:off x="446154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8" name="pg3208"/>
            <p:cNvSpPr/>
            <p:nvPr/>
          </p:nvSpPr>
          <p:spPr>
            <a:xfrm>
              <a:off x="461282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9" name="pg3209"/>
            <p:cNvSpPr/>
            <p:nvPr/>
          </p:nvSpPr>
          <p:spPr>
            <a:xfrm>
              <a:off x="462446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0" name="pg3210"/>
            <p:cNvSpPr/>
            <p:nvPr/>
          </p:nvSpPr>
          <p:spPr>
            <a:xfrm>
              <a:off x="463610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1" name="pg3211"/>
            <p:cNvSpPr/>
            <p:nvPr/>
          </p:nvSpPr>
          <p:spPr>
            <a:xfrm>
              <a:off x="464773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2" name="pg3212"/>
            <p:cNvSpPr/>
            <p:nvPr/>
          </p:nvSpPr>
          <p:spPr>
            <a:xfrm>
              <a:off x="4659376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3" name="pg3213"/>
            <p:cNvSpPr/>
            <p:nvPr/>
          </p:nvSpPr>
          <p:spPr>
            <a:xfrm>
              <a:off x="467101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4" name="pg3214"/>
            <p:cNvSpPr/>
            <p:nvPr/>
          </p:nvSpPr>
          <p:spPr>
            <a:xfrm>
              <a:off x="468265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5" name="pg3215"/>
            <p:cNvSpPr/>
            <p:nvPr/>
          </p:nvSpPr>
          <p:spPr>
            <a:xfrm>
              <a:off x="292541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6" name="pg3216"/>
            <p:cNvSpPr/>
            <p:nvPr/>
          </p:nvSpPr>
          <p:spPr>
            <a:xfrm>
              <a:off x="293705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7" name="pg3217"/>
            <p:cNvSpPr/>
            <p:nvPr/>
          </p:nvSpPr>
          <p:spPr>
            <a:xfrm>
              <a:off x="294868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8" name="pg3218"/>
            <p:cNvSpPr/>
            <p:nvPr/>
          </p:nvSpPr>
          <p:spPr>
            <a:xfrm>
              <a:off x="2960326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9" name="pg3219"/>
            <p:cNvSpPr/>
            <p:nvPr/>
          </p:nvSpPr>
          <p:spPr>
            <a:xfrm>
              <a:off x="297196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0" name="pg3220"/>
            <p:cNvSpPr/>
            <p:nvPr/>
          </p:nvSpPr>
          <p:spPr>
            <a:xfrm>
              <a:off x="298360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1" name="pg3221"/>
            <p:cNvSpPr/>
            <p:nvPr/>
          </p:nvSpPr>
          <p:spPr>
            <a:xfrm>
              <a:off x="2995238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2" name="pg3222"/>
            <p:cNvSpPr/>
            <p:nvPr/>
          </p:nvSpPr>
          <p:spPr>
            <a:xfrm>
              <a:off x="3006875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3" name="pg3223"/>
            <p:cNvSpPr/>
            <p:nvPr/>
          </p:nvSpPr>
          <p:spPr>
            <a:xfrm>
              <a:off x="301851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4" name="pg3224"/>
            <p:cNvSpPr/>
            <p:nvPr/>
          </p:nvSpPr>
          <p:spPr>
            <a:xfrm>
              <a:off x="3030150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5" name="pg3225"/>
            <p:cNvSpPr/>
            <p:nvPr/>
          </p:nvSpPr>
          <p:spPr>
            <a:xfrm>
              <a:off x="304178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6" name="pg3226"/>
            <p:cNvSpPr/>
            <p:nvPr/>
          </p:nvSpPr>
          <p:spPr>
            <a:xfrm>
              <a:off x="3053425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7" name="pg3227"/>
            <p:cNvSpPr/>
            <p:nvPr/>
          </p:nvSpPr>
          <p:spPr>
            <a:xfrm>
              <a:off x="306506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8" name="pg3228"/>
            <p:cNvSpPr/>
            <p:nvPr/>
          </p:nvSpPr>
          <p:spPr>
            <a:xfrm>
              <a:off x="307669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9" name="pg3229"/>
            <p:cNvSpPr/>
            <p:nvPr/>
          </p:nvSpPr>
          <p:spPr>
            <a:xfrm>
              <a:off x="441499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0" name="pg3230"/>
            <p:cNvSpPr/>
            <p:nvPr/>
          </p:nvSpPr>
          <p:spPr>
            <a:xfrm>
              <a:off x="4426630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1" name="pg3231"/>
            <p:cNvSpPr/>
            <p:nvPr/>
          </p:nvSpPr>
          <p:spPr>
            <a:xfrm>
              <a:off x="443826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2" name="pg3232"/>
            <p:cNvSpPr/>
            <p:nvPr/>
          </p:nvSpPr>
          <p:spPr>
            <a:xfrm>
              <a:off x="444990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3" name="pg3233"/>
            <p:cNvSpPr/>
            <p:nvPr/>
          </p:nvSpPr>
          <p:spPr>
            <a:xfrm>
              <a:off x="446154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4" name="pg3234"/>
            <p:cNvSpPr/>
            <p:nvPr/>
          </p:nvSpPr>
          <p:spPr>
            <a:xfrm>
              <a:off x="461282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5" name="pg3235"/>
            <p:cNvSpPr/>
            <p:nvPr/>
          </p:nvSpPr>
          <p:spPr>
            <a:xfrm>
              <a:off x="462446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6" name="pg3236"/>
            <p:cNvSpPr/>
            <p:nvPr/>
          </p:nvSpPr>
          <p:spPr>
            <a:xfrm>
              <a:off x="463610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7" name="pg3237"/>
            <p:cNvSpPr/>
            <p:nvPr/>
          </p:nvSpPr>
          <p:spPr>
            <a:xfrm>
              <a:off x="464773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8" name="pg3238"/>
            <p:cNvSpPr/>
            <p:nvPr/>
          </p:nvSpPr>
          <p:spPr>
            <a:xfrm>
              <a:off x="4659376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9" name="pg3239"/>
            <p:cNvSpPr/>
            <p:nvPr/>
          </p:nvSpPr>
          <p:spPr>
            <a:xfrm>
              <a:off x="467101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0" name="pg3240"/>
            <p:cNvSpPr/>
            <p:nvPr/>
          </p:nvSpPr>
          <p:spPr>
            <a:xfrm>
              <a:off x="468265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1" name="pg3241"/>
            <p:cNvSpPr/>
            <p:nvPr/>
          </p:nvSpPr>
          <p:spPr>
            <a:xfrm>
              <a:off x="292541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2" name="pg3242"/>
            <p:cNvSpPr/>
            <p:nvPr/>
          </p:nvSpPr>
          <p:spPr>
            <a:xfrm>
              <a:off x="293705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3" name="pg3243"/>
            <p:cNvSpPr/>
            <p:nvPr/>
          </p:nvSpPr>
          <p:spPr>
            <a:xfrm>
              <a:off x="2948689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4" name="pg3244"/>
            <p:cNvSpPr/>
            <p:nvPr/>
          </p:nvSpPr>
          <p:spPr>
            <a:xfrm>
              <a:off x="2960326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5" name="pg3245"/>
            <p:cNvSpPr/>
            <p:nvPr/>
          </p:nvSpPr>
          <p:spPr>
            <a:xfrm>
              <a:off x="297196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6" name="pg3246"/>
            <p:cNvSpPr/>
            <p:nvPr/>
          </p:nvSpPr>
          <p:spPr>
            <a:xfrm>
              <a:off x="298360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7" name="pg3247"/>
            <p:cNvSpPr/>
            <p:nvPr/>
          </p:nvSpPr>
          <p:spPr>
            <a:xfrm>
              <a:off x="2995238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8" name="pg3248"/>
            <p:cNvSpPr/>
            <p:nvPr/>
          </p:nvSpPr>
          <p:spPr>
            <a:xfrm>
              <a:off x="3006875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9" name="pg3249"/>
            <p:cNvSpPr/>
            <p:nvPr/>
          </p:nvSpPr>
          <p:spPr>
            <a:xfrm>
              <a:off x="301851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0" name="pg3250"/>
            <p:cNvSpPr/>
            <p:nvPr/>
          </p:nvSpPr>
          <p:spPr>
            <a:xfrm>
              <a:off x="3030150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1" name="pg3251"/>
            <p:cNvSpPr/>
            <p:nvPr/>
          </p:nvSpPr>
          <p:spPr>
            <a:xfrm>
              <a:off x="3041787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2" name="pg3252"/>
            <p:cNvSpPr/>
            <p:nvPr/>
          </p:nvSpPr>
          <p:spPr>
            <a:xfrm>
              <a:off x="3053425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3" name="pg3253"/>
            <p:cNvSpPr/>
            <p:nvPr/>
          </p:nvSpPr>
          <p:spPr>
            <a:xfrm>
              <a:off x="4414992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4" name="pg3254"/>
            <p:cNvSpPr/>
            <p:nvPr/>
          </p:nvSpPr>
          <p:spPr>
            <a:xfrm>
              <a:off x="4426630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5" name="pg3255"/>
            <p:cNvSpPr/>
            <p:nvPr/>
          </p:nvSpPr>
          <p:spPr>
            <a:xfrm>
              <a:off x="4438267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6" name="pg3256"/>
            <p:cNvSpPr/>
            <p:nvPr/>
          </p:nvSpPr>
          <p:spPr>
            <a:xfrm>
              <a:off x="444990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7" name="pg3257"/>
            <p:cNvSpPr/>
            <p:nvPr/>
          </p:nvSpPr>
          <p:spPr>
            <a:xfrm>
              <a:off x="4461542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8" name="pg3258"/>
            <p:cNvSpPr/>
            <p:nvPr/>
          </p:nvSpPr>
          <p:spPr>
            <a:xfrm>
              <a:off x="462446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9" name="pg3259"/>
            <p:cNvSpPr/>
            <p:nvPr/>
          </p:nvSpPr>
          <p:spPr>
            <a:xfrm>
              <a:off x="463610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0" name="pg3260"/>
            <p:cNvSpPr/>
            <p:nvPr/>
          </p:nvSpPr>
          <p:spPr>
            <a:xfrm>
              <a:off x="4647739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1" name="pg3261"/>
            <p:cNvSpPr/>
            <p:nvPr/>
          </p:nvSpPr>
          <p:spPr>
            <a:xfrm>
              <a:off x="4659376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2" name="pg3262"/>
            <p:cNvSpPr/>
            <p:nvPr/>
          </p:nvSpPr>
          <p:spPr>
            <a:xfrm>
              <a:off x="467101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3" name="pg3263"/>
            <p:cNvSpPr/>
            <p:nvPr/>
          </p:nvSpPr>
          <p:spPr>
            <a:xfrm>
              <a:off x="468265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4" name="pg3264"/>
            <p:cNvSpPr/>
            <p:nvPr/>
          </p:nvSpPr>
          <p:spPr>
            <a:xfrm>
              <a:off x="289050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5" name="pg3265"/>
            <p:cNvSpPr/>
            <p:nvPr/>
          </p:nvSpPr>
          <p:spPr>
            <a:xfrm>
              <a:off x="290213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6" name="pg3266"/>
            <p:cNvSpPr/>
            <p:nvPr/>
          </p:nvSpPr>
          <p:spPr>
            <a:xfrm>
              <a:off x="2913777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7" name="pg3267"/>
            <p:cNvSpPr/>
            <p:nvPr/>
          </p:nvSpPr>
          <p:spPr>
            <a:xfrm>
              <a:off x="292541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8" name="pg3268"/>
            <p:cNvSpPr/>
            <p:nvPr/>
          </p:nvSpPr>
          <p:spPr>
            <a:xfrm>
              <a:off x="293705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9" name="pg3269"/>
            <p:cNvSpPr/>
            <p:nvPr/>
          </p:nvSpPr>
          <p:spPr>
            <a:xfrm>
              <a:off x="294868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0" name="pg3270"/>
            <p:cNvSpPr/>
            <p:nvPr/>
          </p:nvSpPr>
          <p:spPr>
            <a:xfrm>
              <a:off x="2960326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1" name="pg3271"/>
            <p:cNvSpPr/>
            <p:nvPr/>
          </p:nvSpPr>
          <p:spPr>
            <a:xfrm>
              <a:off x="297196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2" name="pg3272"/>
            <p:cNvSpPr/>
            <p:nvPr/>
          </p:nvSpPr>
          <p:spPr>
            <a:xfrm>
              <a:off x="298360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3" name="pg3273"/>
            <p:cNvSpPr/>
            <p:nvPr/>
          </p:nvSpPr>
          <p:spPr>
            <a:xfrm>
              <a:off x="2995238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4" name="pg3274"/>
            <p:cNvSpPr/>
            <p:nvPr/>
          </p:nvSpPr>
          <p:spPr>
            <a:xfrm>
              <a:off x="3006875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5" name="pg3275"/>
            <p:cNvSpPr/>
            <p:nvPr/>
          </p:nvSpPr>
          <p:spPr>
            <a:xfrm>
              <a:off x="301851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6" name="pg3276"/>
            <p:cNvSpPr/>
            <p:nvPr/>
          </p:nvSpPr>
          <p:spPr>
            <a:xfrm>
              <a:off x="3030150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7" name="pg3277"/>
            <p:cNvSpPr/>
            <p:nvPr/>
          </p:nvSpPr>
          <p:spPr>
            <a:xfrm>
              <a:off x="441499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8" name="pg3278"/>
            <p:cNvSpPr/>
            <p:nvPr/>
          </p:nvSpPr>
          <p:spPr>
            <a:xfrm>
              <a:off x="4426630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9" name="pg3279"/>
            <p:cNvSpPr/>
            <p:nvPr/>
          </p:nvSpPr>
          <p:spPr>
            <a:xfrm>
              <a:off x="4438267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0" name="pg3280"/>
            <p:cNvSpPr/>
            <p:nvPr/>
          </p:nvSpPr>
          <p:spPr>
            <a:xfrm>
              <a:off x="444990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1" name="pg3281"/>
            <p:cNvSpPr/>
            <p:nvPr/>
          </p:nvSpPr>
          <p:spPr>
            <a:xfrm>
              <a:off x="446154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2" name="pg3282"/>
            <p:cNvSpPr/>
            <p:nvPr/>
          </p:nvSpPr>
          <p:spPr>
            <a:xfrm>
              <a:off x="462446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3" name="pg3283"/>
            <p:cNvSpPr/>
            <p:nvPr/>
          </p:nvSpPr>
          <p:spPr>
            <a:xfrm>
              <a:off x="463610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4" name="pg3284"/>
            <p:cNvSpPr/>
            <p:nvPr/>
          </p:nvSpPr>
          <p:spPr>
            <a:xfrm>
              <a:off x="464773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5" name="pg3285"/>
            <p:cNvSpPr/>
            <p:nvPr/>
          </p:nvSpPr>
          <p:spPr>
            <a:xfrm>
              <a:off x="4659376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6" name="pg3286"/>
            <p:cNvSpPr/>
            <p:nvPr/>
          </p:nvSpPr>
          <p:spPr>
            <a:xfrm>
              <a:off x="467101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7" name="pg3287"/>
            <p:cNvSpPr/>
            <p:nvPr/>
          </p:nvSpPr>
          <p:spPr>
            <a:xfrm>
              <a:off x="468265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8" name="pg3288"/>
            <p:cNvSpPr/>
            <p:nvPr/>
          </p:nvSpPr>
          <p:spPr>
            <a:xfrm>
              <a:off x="2890502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9" name="pg3289"/>
            <p:cNvSpPr/>
            <p:nvPr/>
          </p:nvSpPr>
          <p:spPr>
            <a:xfrm>
              <a:off x="290213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0" name="pg3290"/>
            <p:cNvSpPr/>
            <p:nvPr/>
          </p:nvSpPr>
          <p:spPr>
            <a:xfrm>
              <a:off x="2913777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1" name="pg3291"/>
            <p:cNvSpPr/>
            <p:nvPr/>
          </p:nvSpPr>
          <p:spPr>
            <a:xfrm>
              <a:off x="292541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2" name="pg3292"/>
            <p:cNvSpPr/>
            <p:nvPr/>
          </p:nvSpPr>
          <p:spPr>
            <a:xfrm>
              <a:off x="293705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3" name="pg3293"/>
            <p:cNvSpPr/>
            <p:nvPr/>
          </p:nvSpPr>
          <p:spPr>
            <a:xfrm>
              <a:off x="294868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4" name="pg3294"/>
            <p:cNvSpPr/>
            <p:nvPr/>
          </p:nvSpPr>
          <p:spPr>
            <a:xfrm>
              <a:off x="2960326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5" name="pg3295"/>
            <p:cNvSpPr/>
            <p:nvPr/>
          </p:nvSpPr>
          <p:spPr>
            <a:xfrm>
              <a:off x="2971963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6" name="pg3296"/>
            <p:cNvSpPr/>
            <p:nvPr/>
          </p:nvSpPr>
          <p:spPr>
            <a:xfrm>
              <a:off x="298360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7" name="pg3297"/>
            <p:cNvSpPr/>
            <p:nvPr/>
          </p:nvSpPr>
          <p:spPr>
            <a:xfrm>
              <a:off x="4403355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8" name="pg3298"/>
            <p:cNvSpPr/>
            <p:nvPr/>
          </p:nvSpPr>
          <p:spPr>
            <a:xfrm>
              <a:off x="4414992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9" name="pg3299"/>
            <p:cNvSpPr/>
            <p:nvPr/>
          </p:nvSpPr>
          <p:spPr>
            <a:xfrm>
              <a:off x="4426630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0" name="pg3300"/>
            <p:cNvSpPr/>
            <p:nvPr/>
          </p:nvSpPr>
          <p:spPr>
            <a:xfrm>
              <a:off x="4438267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1" name="pg3301"/>
            <p:cNvSpPr/>
            <p:nvPr/>
          </p:nvSpPr>
          <p:spPr>
            <a:xfrm>
              <a:off x="444990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2" name="pg3302"/>
            <p:cNvSpPr/>
            <p:nvPr/>
          </p:nvSpPr>
          <p:spPr>
            <a:xfrm>
              <a:off x="462446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3" name="pg3303"/>
            <p:cNvSpPr/>
            <p:nvPr/>
          </p:nvSpPr>
          <p:spPr>
            <a:xfrm>
              <a:off x="463610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4" name="pg3304"/>
            <p:cNvSpPr/>
            <p:nvPr/>
          </p:nvSpPr>
          <p:spPr>
            <a:xfrm>
              <a:off x="464773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5" name="pg3305"/>
            <p:cNvSpPr/>
            <p:nvPr/>
          </p:nvSpPr>
          <p:spPr>
            <a:xfrm>
              <a:off x="4659376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6" name="pg3306"/>
            <p:cNvSpPr/>
            <p:nvPr/>
          </p:nvSpPr>
          <p:spPr>
            <a:xfrm>
              <a:off x="4671013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7" name="pg3307"/>
            <p:cNvSpPr/>
            <p:nvPr/>
          </p:nvSpPr>
          <p:spPr>
            <a:xfrm>
              <a:off x="468265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8" name="pg3308"/>
            <p:cNvSpPr/>
            <p:nvPr/>
          </p:nvSpPr>
          <p:spPr>
            <a:xfrm>
              <a:off x="2878865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9" name="pg3309"/>
            <p:cNvSpPr/>
            <p:nvPr/>
          </p:nvSpPr>
          <p:spPr>
            <a:xfrm>
              <a:off x="289050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0" name="pg3310"/>
            <p:cNvSpPr/>
            <p:nvPr/>
          </p:nvSpPr>
          <p:spPr>
            <a:xfrm>
              <a:off x="290213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1" name="pg3311"/>
            <p:cNvSpPr/>
            <p:nvPr/>
          </p:nvSpPr>
          <p:spPr>
            <a:xfrm>
              <a:off x="2913777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2" name="pg3312"/>
            <p:cNvSpPr/>
            <p:nvPr/>
          </p:nvSpPr>
          <p:spPr>
            <a:xfrm>
              <a:off x="2925414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3" name="pg3313"/>
            <p:cNvSpPr/>
            <p:nvPr/>
          </p:nvSpPr>
          <p:spPr>
            <a:xfrm>
              <a:off x="293705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4" name="pg3314"/>
            <p:cNvSpPr/>
            <p:nvPr/>
          </p:nvSpPr>
          <p:spPr>
            <a:xfrm>
              <a:off x="294868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5" name="pg3315"/>
            <p:cNvSpPr/>
            <p:nvPr/>
          </p:nvSpPr>
          <p:spPr>
            <a:xfrm>
              <a:off x="2960326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6" name="pg3316"/>
            <p:cNvSpPr/>
            <p:nvPr/>
          </p:nvSpPr>
          <p:spPr>
            <a:xfrm>
              <a:off x="4403355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7" name="pg3317"/>
            <p:cNvSpPr/>
            <p:nvPr/>
          </p:nvSpPr>
          <p:spPr>
            <a:xfrm>
              <a:off x="441499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8" name="pg3318"/>
            <p:cNvSpPr/>
            <p:nvPr/>
          </p:nvSpPr>
          <p:spPr>
            <a:xfrm>
              <a:off x="4426630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9" name="pg3319"/>
            <p:cNvSpPr/>
            <p:nvPr/>
          </p:nvSpPr>
          <p:spPr>
            <a:xfrm>
              <a:off x="4438267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0" name="pg3320"/>
            <p:cNvSpPr/>
            <p:nvPr/>
          </p:nvSpPr>
          <p:spPr>
            <a:xfrm>
              <a:off x="4449904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1" name="pg3321"/>
            <p:cNvSpPr/>
            <p:nvPr/>
          </p:nvSpPr>
          <p:spPr>
            <a:xfrm>
              <a:off x="446154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2" name="pg3322"/>
            <p:cNvSpPr/>
            <p:nvPr/>
          </p:nvSpPr>
          <p:spPr>
            <a:xfrm>
              <a:off x="447317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3" name="pg3323"/>
            <p:cNvSpPr/>
            <p:nvPr/>
          </p:nvSpPr>
          <p:spPr>
            <a:xfrm>
              <a:off x="463610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4" name="pg3324"/>
            <p:cNvSpPr/>
            <p:nvPr/>
          </p:nvSpPr>
          <p:spPr>
            <a:xfrm>
              <a:off x="464773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5" name="pg3325"/>
            <p:cNvSpPr/>
            <p:nvPr/>
          </p:nvSpPr>
          <p:spPr>
            <a:xfrm>
              <a:off x="4659376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6" name="pg3326"/>
            <p:cNvSpPr/>
            <p:nvPr/>
          </p:nvSpPr>
          <p:spPr>
            <a:xfrm>
              <a:off x="4671013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7" name="pg3327"/>
            <p:cNvSpPr/>
            <p:nvPr/>
          </p:nvSpPr>
          <p:spPr>
            <a:xfrm>
              <a:off x="468265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8" name="pg3328"/>
            <p:cNvSpPr/>
            <p:nvPr/>
          </p:nvSpPr>
          <p:spPr>
            <a:xfrm>
              <a:off x="286722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9" name="pg3329"/>
            <p:cNvSpPr/>
            <p:nvPr/>
          </p:nvSpPr>
          <p:spPr>
            <a:xfrm>
              <a:off x="2878865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0" name="pg3330"/>
            <p:cNvSpPr/>
            <p:nvPr/>
          </p:nvSpPr>
          <p:spPr>
            <a:xfrm>
              <a:off x="289050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1" name="pg3331"/>
            <p:cNvSpPr/>
            <p:nvPr/>
          </p:nvSpPr>
          <p:spPr>
            <a:xfrm>
              <a:off x="290213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2" name="pg3332"/>
            <p:cNvSpPr/>
            <p:nvPr/>
          </p:nvSpPr>
          <p:spPr>
            <a:xfrm>
              <a:off x="291377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3" name="pg3333"/>
            <p:cNvSpPr/>
            <p:nvPr/>
          </p:nvSpPr>
          <p:spPr>
            <a:xfrm>
              <a:off x="2925414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4" name="pg3334"/>
            <p:cNvSpPr/>
            <p:nvPr/>
          </p:nvSpPr>
          <p:spPr>
            <a:xfrm>
              <a:off x="293705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5" name="pg3335"/>
            <p:cNvSpPr/>
            <p:nvPr/>
          </p:nvSpPr>
          <p:spPr>
            <a:xfrm>
              <a:off x="294868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6" name="pg3336"/>
            <p:cNvSpPr/>
            <p:nvPr/>
          </p:nvSpPr>
          <p:spPr>
            <a:xfrm>
              <a:off x="4403355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7" name="pg3337"/>
            <p:cNvSpPr/>
            <p:nvPr/>
          </p:nvSpPr>
          <p:spPr>
            <a:xfrm>
              <a:off x="441499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8" name="pg3338"/>
            <p:cNvSpPr/>
            <p:nvPr/>
          </p:nvSpPr>
          <p:spPr>
            <a:xfrm>
              <a:off x="4426630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9" name="pg3339"/>
            <p:cNvSpPr/>
            <p:nvPr/>
          </p:nvSpPr>
          <p:spPr>
            <a:xfrm>
              <a:off x="443826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0" name="pg3340"/>
            <p:cNvSpPr/>
            <p:nvPr/>
          </p:nvSpPr>
          <p:spPr>
            <a:xfrm>
              <a:off x="4449904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1" name="pg3341"/>
            <p:cNvSpPr/>
            <p:nvPr/>
          </p:nvSpPr>
          <p:spPr>
            <a:xfrm>
              <a:off x="446154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2" name="pg3342"/>
            <p:cNvSpPr/>
            <p:nvPr/>
          </p:nvSpPr>
          <p:spPr>
            <a:xfrm>
              <a:off x="447317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3" name="pg3343"/>
            <p:cNvSpPr/>
            <p:nvPr/>
          </p:nvSpPr>
          <p:spPr>
            <a:xfrm>
              <a:off x="4484816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4" name="pg3344"/>
            <p:cNvSpPr/>
            <p:nvPr/>
          </p:nvSpPr>
          <p:spPr>
            <a:xfrm>
              <a:off x="463610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5" name="pg3345"/>
            <p:cNvSpPr/>
            <p:nvPr/>
          </p:nvSpPr>
          <p:spPr>
            <a:xfrm>
              <a:off x="464773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6" name="pg3346"/>
            <p:cNvSpPr/>
            <p:nvPr/>
          </p:nvSpPr>
          <p:spPr>
            <a:xfrm>
              <a:off x="4659376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7" name="pg3347"/>
            <p:cNvSpPr/>
            <p:nvPr/>
          </p:nvSpPr>
          <p:spPr>
            <a:xfrm>
              <a:off x="4671013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8" name="pg3348"/>
            <p:cNvSpPr/>
            <p:nvPr/>
          </p:nvSpPr>
          <p:spPr>
            <a:xfrm>
              <a:off x="468265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9" name="pg3349"/>
            <p:cNvSpPr/>
            <p:nvPr/>
          </p:nvSpPr>
          <p:spPr>
            <a:xfrm>
              <a:off x="4694288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0" name="pg3350"/>
            <p:cNvSpPr/>
            <p:nvPr/>
          </p:nvSpPr>
          <p:spPr>
            <a:xfrm>
              <a:off x="2855590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1" name="pg3351"/>
            <p:cNvSpPr/>
            <p:nvPr/>
          </p:nvSpPr>
          <p:spPr>
            <a:xfrm>
              <a:off x="286722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2" name="pg3352"/>
            <p:cNvSpPr/>
            <p:nvPr/>
          </p:nvSpPr>
          <p:spPr>
            <a:xfrm>
              <a:off x="2878865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3" name="pg3353"/>
            <p:cNvSpPr/>
            <p:nvPr/>
          </p:nvSpPr>
          <p:spPr>
            <a:xfrm>
              <a:off x="289050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4" name="pg3354"/>
            <p:cNvSpPr/>
            <p:nvPr/>
          </p:nvSpPr>
          <p:spPr>
            <a:xfrm>
              <a:off x="290213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5" name="pg3355"/>
            <p:cNvSpPr/>
            <p:nvPr/>
          </p:nvSpPr>
          <p:spPr>
            <a:xfrm>
              <a:off x="291377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6" name="pg3356"/>
            <p:cNvSpPr/>
            <p:nvPr/>
          </p:nvSpPr>
          <p:spPr>
            <a:xfrm>
              <a:off x="2925414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7" name="pg3357"/>
            <p:cNvSpPr/>
            <p:nvPr/>
          </p:nvSpPr>
          <p:spPr>
            <a:xfrm>
              <a:off x="2937051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8" name="pg3358"/>
            <p:cNvSpPr/>
            <p:nvPr/>
          </p:nvSpPr>
          <p:spPr>
            <a:xfrm>
              <a:off x="4403355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9" name="pg3359"/>
            <p:cNvSpPr/>
            <p:nvPr/>
          </p:nvSpPr>
          <p:spPr>
            <a:xfrm>
              <a:off x="441499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0" name="pg3360"/>
            <p:cNvSpPr/>
            <p:nvPr/>
          </p:nvSpPr>
          <p:spPr>
            <a:xfrm>
              <a:off x="4426630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1" name="pg3361"/>
            <p:cNvSpPr/>
            <p:nvPr/>
          </p:nvSpPr>
          <p:spPr>
            <a:xfrm>
              <a:off x="443826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2" name="pg3362"/>
            <p:cNvSpPr/>
            <p:nvPr/>
          </p:nvSpPr>
          <p:spPr>
            <a:xfrm>
              <a:off x="4449904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3" name="pg3363"/>
            <p:cNvSpPr/>
            <p:nvPr/>
          </p:nvSpPr>
          <p:spPr>
            <a:xfrm>
              <a:off x="446154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4" name="pg3364"/>
            <p:cNvSpPr/>
            <p:nvPr/>
          </p:nvSpPr>
          <p:spPr>
            <a:xfrm>
              <a:off x="447317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5" name="pg3365"/>
            <p:cNvSpPr/>
            <p:nvPr/>
          </p:nvSpPr>
          <p:spPr>
            <a:xfrm>
              <a:off x="4484816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6" name="pg3366"/>
            <p:cNvSpPr/>
            <p:nvPr/>
          </p:nvSpPr>
          <p:spPr>
            <a:xfrm>
              <a:off x="464773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7" name="pg3367"/>
            <p:cNvSpPr/>
            <p:nvPr/>
          </p:nvSpPr>
          <p:spPr>
            <a:xfrm>
              <a:off x="4659376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8" name="pg3368"/>
            <p:cNvSpPr/>
            <p:nvPr/>
          </p:nvSpPr>
          <p:spPr>
            <a:xfrm>
              <a:off x="4671013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9" name="pg3369"/>
            <p:cNvSpPr/>
            <p:nvPr/>
          </p:nvSpPr>
          <p:spPr>
            <a:xfrm>
              <a:off x="4682651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0" name="pg3370"/>
            <p:cNvSpPr/>
            <p:nvPr/>
          </p:nvSpPr>
          <p:spPr>
            <a:xfrm>
              <a:off x="4694288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1" name="pg3371"/>
            <p:cNvSpPr/>
            <p:nvPr/>
          </p:nvSpPr>
          <p:spPr>
            <a:xfrm>
              <a:off x="2855590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2" name="pg3372"/>
            <p:cNvSpPr/>
            <p:nvPr/>
          </p:nvSpPr>
          <p:spPr>
            <a:xfrm>
              <a:off x="286722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3" name="pg3373"/>
            <p:cNvSpPr/>
            <p:nvPr/>
          </p:nvSpPr>
          <p:spPr>
            <a:xfrm>
              <a:off x="2878865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4" name="pg3374"/>
            <p:cNvSpPr/>
            <p:nvPr/>
          </p:nvSpPr>
          <p:spPr>
            <a:xfrm>
              <a:off x="289050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5" name="pg3375"/>
            <p:cNvSpPr/>
            <p:nvPr/>
          </p:nvSpPr>
          <p:spPr>
            <a:xfrm>
              <a:off x="290213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6" name="pg3376"/>
            <p:cNvSpPr/>
            <p:nvPr/>
          </p:nvSpPr>
          <p:spPr>
            <a:xfrm>
              <a:off x="291377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7" name="pg3377"/>
            <p:cNvSpPr/>
            <p:nvPr/>
          </p:nvSpPr>
          <p:spPr>
            <a:xfrm>
              <a:off x="2925414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8" name="pg3378"/>
            <p:cNvSpPr/>
            <p:nvPr/>
          </p:nvSpPr>
          <p:spPr>
            <a:xfrm>
              <a:off x="4403355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9" name="pg3379"/>
            <p:cNvSpPr/>
            <p:nvPr/>
          </p:nvSpPr>
          <p:spPr>
            <a:xfrm>
              <a:off x="441499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0" name="pg3380"/>
            <p:cNvSpPr/>
            <p:nvPr/>
          </p:nvSpPr>
          <p:spPr>
            <a:xfrm>
              <a:off x="4426630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1" name="pg3381"/>
            <p:cNvSpPr/>
            <p:nvPr/>
          </p:nvSpPr>
          <p:spPr>
            <a:xfrm>
              <a:off x="443826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2" name="pg3382"/>
            <p:cNvSpPr/>
            <p:nvPr/>
          </p:nvSpPr>
          <p:spPr>
            <a:xfrm>
              <a:off x="4449904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3" name="pg3383"/>
            <p:cNvSpPr/>
            <p:nvPr/>
          </p:nvSpPr>
          <p:spPr>
            <a:xfrm>
              <a:off x="446154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4" name="pg3384"/>
            <p:cNvSpPr/>
            <p:nvPr/>
          </p:nvSpPr>
          <p:spPr>
            <a:xfrm>
              <a:off x="447317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5" name="pg3385"/>
            <p:cNvSpPr/>
            <p:nvPr/>
          </p:nvSpPr>
          <p:spPr>
            <a:xfrm>
              <a:off x="4484816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6" name="pg3386"/>
            <p:cNvSpPr/>
            <p:nvPr/>
          </p:nvSpPr>
          <p:spPr>
            <a:xfrm>
              <a:off x="464773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7" name="pg3387"/>
            <p:cNvSpPr/>
            <p:nvPr/>
          </p:nvSpPr>
          <p:spPr>
            <a:xfrm>
              <a:off x="4659376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8" name="pg3388"/>
            <p:cNvSpPr/>
            <p:nvPr/>
          </p:nvSpPr>
          <p:spPr>
            <a:xfrm>
              <a:off x="4671013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9" name="pg3389"/>
            <p:cNvSpPr/>
            <p:nvPr/>
          </p:nvSpPr>
          <p:spPr>
            <a:xfrm>
              <a:off x="4682651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0" name="pg3390"/>
            <p:cNvSpPr/>
            <p:nvPr/>
          </p:nvSpPr>
          <p:spPr>
            <a:xfrm>
              <a:off x="4694288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1" name="pg3391"/>
            <p:cNvSpPr/>
            <p:nvPr/>
          </p:nvSpPr>
          <p:spPr>
            <a:xfrm>
              <a:off x="283231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2" name="pg3392"/>
            <p:cNvSpPr/>
            <p:nvPr/>
          </p:nvSpPr>
          <p:spPr>
            <a:xfrm>
              <a:off x="2843953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3" name="pg3393"/>
            <p:cNvSpPr/>
            <p:nvPr/>
          </p:nvSpPr>
          <p:spPr>
            <a:xfrm>
              <a:off x="286722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4" name="pg3394"/>
            <p:cNvSpPr/>
            <p:nvPr/>
          </p:nvSpPr>
          <p:spPr>
            <a:xfrm>
              <a:off x="287886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5" name="pg3395"/>
            <p:cNvSpPr/>
            <p:nvPr/>
          </p:nvSpPr>
          <p:spPr>
            <a:xfrm>
              <a:off x="289050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6" name="pg3396"/>
            <p:cNvSpPr/>
            <p:nvPr/>
          </p:nvSpPr>
          <p:spPr>
            <a:xfrm>
              <a:off x="290213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7" name="pg3397"/>
            <p:cNvSpPr/>
            <p:nvPr/>
          </p:nvSpPr>
          <p:spPr>
            <a:xfrm>
              <a:off x="291377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8" name="pg3398"/>
            <p:cNvSpPr/>
            <p:nvPr/>
          </p:nvSpPr>
          <p:spPr>
            <a:xfrm>
              <a:off x="440335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9" name="pg3399"/>
            <p:cNvSpPr/>
            <p:nvPr/>
          </p:nvSpPr>
          <p:spPr>
            <a:xfrm>
              <a:off x="441499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0" name="pg3400"/>
            <p:cNvSpPr/>
            <p:nvPr/>
          </p:nvSpPr>
          <p:spPr>
            <a:xfrm>
              <a:off x="4426630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1" name="pg3401"/>
            <p:cNvSpPr/>
            <p:nvPr/>
          </p:nvSpPr>
          <p:spPr>
            <a:xfrm>
              <a:off x="443826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2" name="pg3402"/>
            <p:cNvSpPr/>
            <p:nvPr/>
          </p:nvSpPr>
          <p:spPr>
            <a:xfrm>
              <a:off x="4449904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3" name="pg3403"/>
            <p:cNvSpPr/>
            <p:nvPr/>
          </p:nvSpPr>
          <p:spPr>
            <a:xfrm>
              <a:off x="446154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4" name="pg3404"/>
            <p:cNvSpPr/>
            <p:nvPr/>
          </p:nvSpPr>
          <p:spPr>
            <a:xfrm>
              <a:off x="447317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5" name="pg3405"/>
            <p:cNvSpPr/>
            <p:nvPr/>
          </p:nvSpPr>
          <p:spPr>
            <a:xfrm>
              <a:off x="4484816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6" name="pg3406"/>
            <p:cNvSpPr/>
            <p:nvPr/>
          </p:nvSpPr>
          <p:spPr>
            <a:xfrm>
              <a:off x="464773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7" name="pg3407"/>
            <p:cNvSpPr/>
            <p:nvPr/>
          </p:nvSpPr>
          <p:spPr>
            <a:xfrm>
              <a:off x="4659376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8" name="pg3408"/>
            <p:cNvSpPr/>
            <p:nvPr/>
          </p:nvSpPr>
          <p:spPr>
            <a:xfrm>
              <a:off x="4671013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9" name="pg3409"/>
            <p:cNvSpPr/>
            <p:nvPr/>
          </p:nvSpPr>
          <p:spPr>
            <a:xfrm>
              <a:off x="4682651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0" name="pg3410"/>
            <p:cNvSpPr/>
            <p:nvPr/>
          </p:nvSpPr>
          <p:spPr>
            <a:xfrm>
              <a:off x="4694288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1" name="pg3411"/>
            <p:cNvSpPr/>
            <p:nvPr/>
          </p:nvSpPr>
          <p:spPr>
            <a:xfrm>
              <a:off x="2820678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2" name="pg3412"/>
            <p:cNvSpPr/>
            <p:nvPr/>
          </p:nvSpPr>
          <p:spPr>
            <a:xfrm>
              <a:off x="283231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3" name="pg3413"/>
            <p:cNvSpPr/>
            <p:nvPr/>
          </p:nvSpPr>
          <p:spPr>
            <a:xfrm>
              <a:off x="2843953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4" name="pg3414"/>
            <p:cNvSpPr/>
            <p:nvPr/>
          </p:nvSpPr>
          <p:spPr>
            <a:xfrm>
              <a:off x="2855590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5" name="pg3415"/>
            <p:cNvSpPr/>
            <p:nvPr/>
          </p:nvSpPr>
          <p:spPr>
            <a:xfrm>
              <a:off x="286722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6" name="pg3416"/>
            <p:cNvSpPr/>
            <p:nvPr/>
          </p:nvSpPr>
          <p:spPr>
            <a:xfrm>
              <a:off x="287886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7" name="pg3417"/>
            <p:cNvSpPr/>
            <p:nvPr/>
          </p:nvSpPr>
          <p:spPr>
            <a:xfrm>
              <a:off x="289050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8" name="pg3418"/>
            <p:cNvSpPr/>
            <p:nvPr/>
          </p:nvSpPr>
          <p:spPr>
            <a:xfrm>
              <a:off x="2902139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9" name="pg3419"/>
            <p:cNvSpPr/>
            <p:nvPr/>
          </p:nvSpPr>
          <p:spPr>
            <a:xfrm>
              <a:off x="291377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0" name="pg3420"/>
            <p:cNvSpPr/>
            <p:nvPr/>
          </p:nvSpPr>
          <p:spPr>
            <a:xfrm>
              <a:off x="441499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1" name="pg3421"/>
            <p:cNvSpPr/>
            <p:nvPr/>
          </p:nvSpPr>
          <p:spPr>
            <a:xfrm>
              <a:off x="4426630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2" name="pg3422"/>
            <p:cNvSpPr/>
            <p:nvPr/>
          </p:nvSpPr>
          <p:spPr>
            <a:xfrm>
              <a:off x="443826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3" name="pg3423"/>
            <p:cNvSpPr/>
            <p:nvPr/>
          </p:nvSpPr>
          <p:spPr>
            <a:xfrm>
              <a:off x="4449904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4" name="pg3424"/>
            <p:cNvSpPr/>
            <p:nvPr/>
          </p:nvSpPr>
          <p:spPr>
            <a:xfrm>
              <a:off x="446154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5" name="pg3425"/>
            <p:cNvSpPr/>
            <p:nvPr/>
          </p:nvSpPr>
          <p:spPr>
            <a:xfrm>
              <a:off x="4473179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6" name="pg3426"/>
            <p:cNvSpPr/>
            <p:nvPr/>
          </p:nvSpPr>
          <p:spPr>
            <a:xfrm>
              <a:off x="4659376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7" name="pg3427"/>
            <p:cNvSpPr/>
            <p:nvPr/>
          </p:nvSpPr>
          <p:spPr>
            <a:xfrm>
              <a:off x="4671013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8" name="pg3428"/>
            <p:cNvSpPr/>
            <p:nvPr/>
          </p:nvSpPr>
          <p:spPr>
            <a:xfrm>
              <a:off x="4682651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9" name="pg3429"/>
            <p:cNvSpPr/>
            <p:nvPr/>
          </p:nvSpPr>
          <p:spPr>
            <a:xfrm>
              <a:off x="4694288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0" name="pg3430"/>
            <p:cNvSpPr/>
            <p:nvPr/>
          </p:nvSpPr>
          <p:spPr>
            <a:xfrm>
              <a:off x="470592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1" name="pg3431"/>
            <p:cNvSpPr/>
            <p:nvPr/>
          </p:nvSpPr>
          <p:spPr>
            <a:xfrm>
              <a:off x="2820678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2" name="pg3432"/>
            <p:cNvSpPr/>
            <p:nvPr/>
          </p:nvSpPr>
          <p:spPr>
            <a:xfrm>
              <a:off x="283231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3" name="pg3433"/>
            <p:cNvSpPr/>
            <p:nvPr/>
          </p:nvSpPr>
          <p:spPr>
            <a:xfrm>
              <a:off x="2843953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4" name="pg3434"/>
            <p:cNvSpPr/>
            <p:nvPr/>
          </p:nvSpPr>
          <p:spPr>
            <a:xfrm>
              <a:off x="2855590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5" name="pg3435"/>
            <p:cNvSpPr/>
            <p:nvPr/>
          </p:nvSpPr>
          <p:spPr>
            <a:xfrm>
              <a:off x="2867227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6" name="pg3436"/>
            <p:cNvSpPr/>
            <p:nvPr/>
          </p:nvSpPr>
          <p:spPr>
            <a:xfrm>
              <a:off x="287886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7" name="pg3437"/>
            <p:cNvSpPr/>
            <p:nvPr/>
          </p:nvSpPr>
          <p:spPr>
            <a:xfrm>
              <a:off x="289050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8" name="pg3438"/>
            <p:cNvSpPr/>
            <p:nvPr/>
          </p:nvSpPr>
          <p:spPr>
            <a:xfrm>
              <a:off x="2902139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9" name="pg3439"/>
            <p:cNvSpPr/>
            <p:nvPr/>
          </p:nvSpPr>
          <p:spPr>
            <a:xfrm>
              <a:off x="441499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0" name="pg3440"/>
            <p:cNvSpPr/>
            <p:nvPr/>
          </p:nvSpPr>
          <p:spPr>
            <a:xfrm>
              <a:off x="4426630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1" name="pg3441"/>
            <p:cNvSpPr/>
            <p:nvPr/>
          </p:nvSpPr>
          <p:spPr>
            <a:xfrm>
              <a:off x="4438267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2" name="pg3442"/>
            <p:cNvSpPr/>
            <p:nvPr/>
          </p:nvSpPr>
          <p:spPr>
            <a:xfrm>
              <a:off x="4449904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3" name="pg3443"/>
            <p:cNvSpPr/>
            <p:nvPr/>
          </p:nvSpPr>
          <p:spPr>
            <a:xfrm>
              <a:off x="446154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4" name="pg3444"/>
            <p:cNvSpPr/>
            <p:nvPr/>
          </p:nvSpPr>
          <p:spPr>
            <a:xfrm>
              <a:off x="4659376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5" name="pg3445"/>
            <p:cNvSpPr/>
            <p:nvPr/>
          </p:nvSpPr>
          <p:spPr>
            <a:xfrm>
              <a:off x="4671013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6" name="pg3446"/>
            <p:cNvSpPr/>
            <p:nvPr/>
          </p:nvSpPr>
          <p:spPr>
            <a:xfrm>
              <a:off x="4682651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7" name="pg3447"/>
            <p:cNvSpPr/>
            <p:nvPr/>
          </p:nvSpPr>
          <p:spPr>
            <a:xfrm>
              <a:off x="4694288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8" name="pg3448"/>
            <p:cNvSpPr/>
            <p:nvPr/>
          </p:nvSpPr>
          <p:spPr>
            <a:xfrm>
              <a:off x="470592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9" name="pg3449"/>
            <p:cNvSpPr/>
            <p:nvPr/>
          </p:nvSpPr>
          <p:spPr>
            <a:xfrm>
              <a:off x="2820678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0" name="pg3450"/>
            <p:cNvSpPr/>
            <p:nvPr/>
          </p:nvSpPr>
          <p:spPr>
            <a:xfrm>
              <a:off x="283231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1" name="pg3451"/>
            <p:cNvSpPr/>
            <p:nvPr/>
          </p:nvSpPr>
          <p:spPr>
            <a:xfrm>
              <a:off x="284395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2" name="pg3452"/>
            <p:cNvSpPr/>
            <p:nvPr/>
          </p:nvSpPr>
          <p:spPr>
            <a:xfrm>
              <a:off x="2855590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3" name="pg3453"/>
            <p:cNvSpPr/>
            <p:nvPr/>
          </p:nvSpPr>
          <p:spPr>
            <a:xfrm>
              <a:off x="2867227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4" name="pg3454"/>
            <p:cNvSpPr/>
            <p:nvPr/>
          </p:nvSpPr>
          <p:spPr>
            <a:xfrm>
              <a:off x="287886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5" name="pg3455"/>
            <p:cNvSpPr/>
            <p:nvPr/>
          </p:nvSpPr>
          <p:spPr>
            <a:xfrm>
              <a:off x="289050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6" name="pg3456"/>
            <p:cNvSpPr/>
            <p:nvPr/>
          </p:nvSpPr>
          <p:spPr>
            <a:xfrm>
              <a:off x="2902139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7" name="pg3457"/>
            <p:cNvSpPr/>
            <p:nvPr/>
          </p:nvSpPr>
          <p:spPr>
            <a:xfrm>
              <a:off x="441499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8" name="pg3458"/>
            <p:cNvSpPr/>
            <p:nvPr/>
          </p:nvSpPr>
          <p:spPr>
            <a:xfrm>
              <a:off x="4426630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9" name="pg3459"/>
            <p:cNvSpPr/>
            <p:nvPr/>
          </p:nvSpPr>
          <p:spPr>
            <a:xfrm>
              <a:off x="4438267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0" name="pg3460"/>
            <p:cNvSpPr/>
            <p:nvPr/>
          </p:nvSpPr>
          <p:spPr>
            <a:xfrm>
              <a:off x="4449904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1" name="pg3461"/>
            <p:cNvSpPr/>
            <p:nvPr/>
          </p:nvSpPr>
          <p:spPr>
            <a:xfrm>
              <a:off x="446154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2" name="pg3462"/>
            <p:cNvSpPr/>
            <p:nvPr/>
          </p:nvSpPr>
          <p:spPr>
            <a:xfrm>
              <a:off x="4473179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3" name="pg3463"/>
            <p:cNvSpPr/>
            <p:nvPr/>
          </p:nvSpPr>
          <p:spPr>
            <a:xfrm>
              <a:off x="467101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4" name="pg3464"/>
            <p:cNvSpPr/>
            <p:nvPr/>
          </p:nvSpPr>
          <p:spPr>
            <a:xfrm>
              <a:off x="4682651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5" name="pg3465"/>
            <p:cNvSpPr/>
            <p:nvPr/>
          </p:nvSpPr>
          <p:spPr>
            <a:xfrm>
              <a:off x="4694288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6" name="pg3466"/>
            <p:cNvSpPr/>
            <p:nvPr/>
          </p:nvSpPr>
          <p:spPr>
            <a:xfrm>
              <a:off x="470592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7" name="pg3467"/>
            <p:cNvSpPr/>
            <p:nvPr/>
          </p:nvSpPr>
          <p:spPr>
            <a:xfrm>
              <a:off x="471756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8" name="pg3468"/>
            <p:cNvSpPr/>
            <p:nvPr/>
          </p:nvSpPr>
          <p:spPr>
            <a:xfrm>
              <a:off x="283231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9" name="pg3469"/>
            <p:cNvSpPr/>
            <p:nvPr/>
          </p:nvSpPr>
          <p:spPr>
            <a:xfrm>
              <a:off x="284395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0" name="pg3470"/>
            <p:cNvSpPr/>
            <p:nvPr/>
          </p:nvSpPr>
          <p:spPr>
            <a:xfrm>
              <a:off x="285559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1" name="pg3471"/>
            <p:cNvSpPr/>
            <p:nvPr/>
          </p:nvSpPr>
          <p:spPr>
            <a:xfrm>
              <a:off x="2867227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2" name="pg3472"/>
            <p:cNvSpPr/>
            <p:nvPr/>
          </p:nvSpPr>
          <p:spPr>
            <a:xfrm>
              <a:off x="287886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3" name="pg3473"/>
            <p:cNvSpPr/>
            <p:nvPr/>
          </p:nvSpPr>
          <p:spPr>
            <a:xfrm>
              <a:off x="2890502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4" name="pg3474"/>
            <p:cNvSpPr/>
            <p:nvPr/>
          </p:nvSpPr>
          <p:spPr>
            <a:xfrm>
              <a:off x="442663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5" name="pg3475"/>
            <p:cNvSpPr/>
            <p:nvPr/>
          </p:nvSpPr>
          <p:spPr>
            <a:xfrm>
              <a:off x="4438267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6" name="pg3476"/>
            <p:cNvSpPr/>
            <p:nvPr/>
          </p:nvSpPr>
          <p:spPr>
            <a:xfrm>
              <a:off x="4449904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7" name="pg3477"/>
            <p:cNvSpPr/>
            <p:nvPr/>
          </p:nvSpPr>
          <p:spPr>
            <a:xfrm>
              <a:off x="4461542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8" name="pg3478"/>
            <p:cNvSpPr/>
            <p:nvPr/>
          </p:nvSpPr>
          <p:spPr>
            <a:xfrm>
              <a:off x="4473179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9" name="pg3479"/>
            <p:cNvSpPr/>
            <p:nvPr/>
          </p:nvSpPr>
          <p:spPr>
            <a:xfrm>
              <a:off x="467101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0" name="pg3480"/>
            <p:cNvSpPr/>
            <p:nvPr/>
          </p:nvSpPr>
          <p:spPr>
            <a:xfrm>
              <a:off x="4682651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1" name="pg3481"/>
            <p:cNvSpPr/>
            <p:nvPr/>
          </p:nvSpPr>
          <p:spPr>
            <a:xfrm>
              <a:off x="4694288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2" name="pg3482"/>
            <p:cNvSpPr/>
            <p:nvPr/>
          </p:nvSpPr>
          <p:spPr>
            <a:xfrm>
              <a:off x="470592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3" name="pg3483"/>
            <p:cNvSpPr/>
            <p:nvPr/>
          </p:nvSpPr>
          <p:spPr>
            <a:xfrm>
              <a:off x="471756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4" name="pg3484"/>
            <p:cNvSpPr/>
            <p:nvPr/>
          </p:nvSpPr>
          <p:spPr>
            <a:xfrm>
              <a:off x="472920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5" name="pg3485"/>
            <p:cNvSpPr/>
            <p:nvPr/>
          </p:nvSpPr>
          <p:spPr>
            <a:xfrm>
              <a:off x="283231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6" name="pg3486"/>
            <p:cNvSpPr/>
            <p:nvPr/>
          </p:nvSpPr>
          <p:spPr>
            <a:xfrm>
              <a:off x="2843953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7" name="pg3487"/>
            <p:cNvSpPr/>
            <p:nvPr/>
          </p:nvSpPr>
          <p:spPr>
            <a:xfrm>
              <a:off x="2855590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8" name="pg3488"/>
            <p:cNvSpPr/>
            <p:nvPr/>
          </p:nvSpPr>
          <p:spPr>
            <a:xfrm>
              <a:off x="2867227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9" name="pg3489"/>
            <p:cNvSpPr/>
            <p:nvPr/>
          </p:nvSpPr>
          <p:spPr>
            <a:xfrm>
              <a:off x="287886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0" name="pg3490"/>
            <p:cNvSpPr/>
            <p:nvPr/>
          </p:nvSpPr>
          <p:spPr>
            <a:xfrm>
              <a:off x="2890502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1" name="pg3491"/>
            <p:cNvSpPr/>
            <p:nvPr/>
          </p:nvSpPr>
          <p:spPr>
            <a:xfrm>
              <a:off x="4438267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2" name="pg3492"/>
            <p:cNvSpPr/>
            <p:nvPr/>
          </p:nvSpPr>
          <p:spPr>
            <a:xfrm>
              <a:off x="4449904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3" name="pg3493"/>
            <p:cNvSpPr/>
            <p:nvPr/>
          </p:nvSpPr>
          <p:spPr>
            <a:xfrm>
              <a:off x="4461542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4" name="pg3494"/>
            <p:cNvSpPr/>
            <p:nvPr/>
          </p:nvSpPr>
          <p:spPr>
            <a:xfrm>
              <a:off x="4473179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5" name="pg3495"/>
            <p:cNvSpPr/>
            <p:nvPr/>
          </p:nvSpPr>
          <p:spPr>
            <a:xfrm>
              <a:off x="4484816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6" name="pg3496"/>
            <p:cNvSpPr/>
            <p:nvPr/>
          </p:nvSpPr>
          <p:spPr>
            <a:xfrm>
              <a:off x="4496454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7" name="pg3497"/>
            <p:cNvSpPr/>
            <p:nvPr/>
          </p:nvSpPr>
          <p:spPr>
            <a:xfrm>
              <a:off x="4508091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8" name="pg3498"/>
            <p:cNvSpPr/>
            <p:nvPr/>
          </p:nvSpPr>
          <p:spPr>
            <a:xfrm>
              <a:off x="4519728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9" name="pg3499"/>
            <p:cNvSpPr/>
            <p:nvPr/>
          </p:nvSpPr>
          <p:spPr>
            <a:xfrm>
              <a:off x="4682651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0" name="pg3500"/>
            <p:cNvSpPr/>
            <p:nvPr/>
          </p:nvSpPr>
          <p:spPr>
            <a:xfrm>
              <a:off x="4694288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1" name="pg3501"/>
            <p:cNvSpPr/>
            <p:nvPr/>
          </p:nvSpPr>
          <p:spPr>
            <a:xfrm>
              <a:off x="470592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2" name="pg3502"/>
            <p:cNvSpPr/>
            <p:nvPr/>
          </p:nvSpPr>
          <p:spPr>
            <a:xfrm>
              <a:off x="4717563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3" name="pg3503"/>
            <p:cNvSpPr/>
            <p:nvPr/>
          </p:nvSpPr>
          <p:spPr>
            <a:xfrm>
              <a:off x="4729200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4" name="pg3504"/>
            <p:cNvSpPr/>
            <p:nvPr/>
          </p:nvSpPr>
          <p:spPr>
            <a:xfrm>
              <a:off x="2843953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5" name="pg3505"/>
            <p:cNvSpPr/>
            <p:nvPr/>
          </p:nvSpPr>
          <p:spPr>
            <a:xfrm>
              <a:off x="2855590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6" name="pg3506"/>
            <p:cNvSpPr/>
            <p:nvPr/>
          </p:nvSpPr>
          <p:spPr>
            <a:xfrm>
              <a:off x="2867227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7" name="pg3507"/>
            <p:cNvSpPr/>
            <p:nvPr/>
          </p:nvSpPr>
          <p:spPr>
            <a:xfrm>
              <a:off x="2878865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8" name="pg3508"/>
            <p:cNvSpPr/>
            <p:nvPr/>
          </p:nvSpPr>
          <p:spPr>
            <a:xfrm>
              <a:off x="2890502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9" name="pg3509"/>
            <p:cNvSpPr/>
            <p:nvPr/>
          </p:nvSpPr>
          <p:spPr>
            <a:xfrm>
              <a:off x="4438267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0" name="pg3510"/>
            <p:cNvSpPr/>
            <p:nvPr/>
          </p:nvSpPr>
          <p:spPr>
            <a:xfrm>
              <a:off x="4449904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1" name="pg3511"/>
            <p:cNvSpPr/>
            <p:nvPr/>
          </p:nvSpPr>
          <p:spPr>
            <a:xfrm>
              <a:off x="4461542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2" name="pg3512"/>
            <p:cNvSpPr/>
            <p:nvPr/>
          </p:nvSpPr>
          <p:spPr>
            <a:xfrm>
              <a:off x="4473179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3" name="pg3513"/>
            <p:cNvSpPr/>
            <p:nvPr/>
          </p:nvSpPr>
          <p:spPr>
            <a:xfrm>
              <a:off x="4484816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4" name="pg3514"/>
            <p:cNvSpPr/>
            <p:nvPr/>
          </p:nvSpPr>
          <p:spPr>
            <a:xfrm>
              <a:off x="4496454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5" name="pg3515"/>
            <p:cNvSpPr/>
            <p:nvPr/>
          </p:nvSpPr>
          <p:spPr>
            <a:xfrm>
              <a:off x="4508091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6" name="pg3516"/>
            <p:cNvSpPr/>
            <p:nvPr/>
          </p:nvSpPr>
          <p:spPr>
            <a:xfrm>
              <a:off x="4519728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7" name="pg3517"/>
            <p:cNvSpPr/>
            <p:nvPr/>
          </p:nvSpPr>
          <p:spPr>
            <a:xfrm>
              <a:off x="4531366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8" name="pg3518"/>
            <p:cNvSpPr/>
            <p:nvPr/>
          </p:nvSpPr>
          <p:spPr>
            <a:xfrm>
              <a:off x="4682651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9" name="pg3519"/>
            <p:cNvSpPr/>
            <p:nvPr/>
          </p:nvSpPr>
          <p:spPr>
            <a:xfrm>
              <a:off x="4694288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0" name="pg3520"/>
            <p:cNvSpPr/>
            <p:nvPr/>
          </p:nvSpPr>
          <p:spPr>
            <a:xfrm>
              <a:off x="4705925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1" name="pg3521"/>
            <p:cNvSpPr/>
            <p:nvPr/>
          </p:nvSpPr>
          <p:spPr>
            <a:xfrm>
              <a:off x="4717563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2" name="pg3522"/>
            <p:cNvSpPr/>
            <p:nvPr/>
          </p:nvSpPr>
          <p:spPr>
            <a:xfrm>
              <a:off x="4729200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3" name="pg3523"/>
            <p:cNvSpPr/>
            <p:nvPr/>
          </p:nvSpPr>
          <p:spPr>
            <a:xfrm>
              <a:off x="2843953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4" name="pg3524"/>
            <p:cNvSpPr/>
            <p:nvPr/>
          </p:nvSpPr>
          <p:spPr>
            <a:xfrm>
              <a:off x="2855590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5" name="pg3525"/>
            <p:cNvSpPr/>
            <p:nvPr/>
          </p:nvSpPr>
          <p:spPr>
            <a:xfrm>
              <a:off x="2867227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6" name="pg3526"/>
            <p:cNvSpPr/>
            <p:nvPr/>
          </p:nvSpPr>
          <p:spPr>
            <a:xfrm>
              <a:off x="2878865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7" name="pg3527"/>
            <p:cNvSpPr/>
            <p:nvPr/>
          </p:nvSpPr>
          <p:spPr>
            <a:xfrm>
              <a:off x="2890502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8" name="pg3528"/>
            <p:cNvSpPr/>
            <p:nvPr/>
          </p:nvSpPr>
          <p:spPr>
            <a:xfrm>
              <a:off x="4449904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9" name="pg3529"/>
            <p:cNvSpPr/>
            <p:nvPr/>
          </p:nvSpPr>
          <p:spPr>
            <a:xfrm>
              <a:off x="4461542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0" name="pg3530"/>
            <p:cNvSpPr/>
            <p:nvPr/>
          </p:nvSpPr>
          <p:spPr>
            <a:xfrm>
              <a:off x="4473179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1" name="pg3531"/>
            <p:cNvSpPr/>
            <p:nvPr/>
          </p:nvSpPr>
          <p:spPr>
            <a:xfrm>
              <a:off x="4484816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2" name="pg3532"/>
            <p:cNvSpPr/>
            <p:nvPr/>
          </p:nvSpPr>
          <p:spPr>
            <a:xfrm>
              <a:off x="4496454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3" name="pg3533"/>
            <p:cNvSpPr/>
            <p:nvPr/>
          </p:nvSpPr>
          <p:spPr>
            <a:xfrm>
              <a:off x="4508091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4" name="pg3534"/>
            <p:cNvSpPr/>
            <p:nvPr/>
          </p:nvSpPr>
          <p:spPr>
            <a:xfrm>
              <a:off x="4519728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5" name="pg3535"/>
            <p:cNvSpPr/>
            <p:nvPr/>
          </p:nvSpPr>
          <p:spPr>
            <a:xfrm>
              <a:off x="4531366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6" name="pg3536"/>
            <p:cNvSpPr/>
            <p:nvPr/>
          </p:nvSpPr>
          <p:spPr>
            <a:xfrm>
              <a:off x="4694288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7" name="pg3537"/>
            <p:cNvSpPr/>
            <p:nvPr/>
          </p:nvSpPr>
          <p:spPr>
            <a:xfrm>
              <a:off x="4705925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8" name="pg3538"/>
            <p:cNvSpPr/>
            <p:nvPr/>
          </p:nvSpPr>
          <p:spPr>
            <a:xfrm>
              <a:off x="4717563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9" name="pg3539"/>
            <p:cNvSpPr/>
            <p:nvPr/>
          </p:nvSpPr>
          <p:spPr>
            <a:xfrm>
              <a:off x="4729200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0" name="pg3540"/>
            <p:cNvSpPr/>
            <p:nvPr/>
          </p:nvSpPr>
          <p:spPr>
            <a:xfrm>
              <a:off x="4740837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1" name="pg3541"/>
            <p:cNvSpPr/>
            <p:nvPr/>
          </p:nvSpPr>
          <p:spPr>
            <a:xfrm>
              <a:off x="284395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2" name="pg3542"/>
            <p:cNvSpPr/>
            <p:nvPr/>
          </p:nvSpPr>
          <p:spPr>
            <a:xfrm>
              <a:off x="2855590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3" name="pg3543"/>
            <p:cNvSpPr/>
            <p:nvPr/>
          </p:nvSpPr>
          <p:spPr>
            <a:xfrm>
              <a:off x="2867227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4" name="pg3544"/>
            <p:cNvSpPr/>
            <p:nvPr/>
          </p:nvSpPr>
          <p:spPr>
            <a:xfrm>
              <a:off x="2878865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5" name="pg3545"/>
            <p:cNvSpPr/>
            <p:nvPr/>
          </p:nvSpPr>
          <p:spPr>
            <a:xfrm>
              <a:off x="2890502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6" name="pg3546"/>
            <p:cNvSpPr/>
            <p:nvPr/>
          </p:nvSpPr>
          <p:spPr>
            <a:xfrm>
              <a:off x="4461542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7" name="pg3547"/>
            <p:cNvSpPr/>
            <p:nvPr/>
          </p:nvSpPr>
          <p:spPr>
            <a:xfrm>
              <a:off x="4473179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8" name="pg3548"/>
            <p:cNvSpPr/>
            <p:nvPr/>
          </p:nvSpPr>
          <p:spPr>
            <a:xfrm>
              <a:off x="4484816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9" name="pg3549"/>
            <p:cNvSpPr/>
            <p:nvPr/>
          </p:nvSpPr>
          <p:spPr>
            <a:xfrm>
              <a:off x="4496454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0" name="pg3550"/>
            <p:cNvSpPr/>
            <p:nvPr/>
          </p:nvSpPr>
          <p:spPr>
            <a:xfrm>
              <a:off x="4508091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1" name="pg3551"/>
            <p:cNvSpPr/>
            <p:nvPr/>
          </p:nvSpPr>
          <p:spPr>
            <a:xfrm>
              <a:off x="4519728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2" name="pg3552"/>
            <p:cNvSpPr/>
            <p:nvPr/>
          </p:nvSpPr>
          <p:spPr>
            <a:xfrm>
              <a:off x="4531366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3" name="pg3553"/>
            <p:cNvSpPr/>
            <p:nvPr/>
          </p:nvSpPr>
          <p:spPr>
            <a:xfrm>
              <a:off x="454300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4" name="pg3554"/>
            <p:cNvSpPr/>
            <p:nvPr/>
          </p:nvSpPr>
          <p:spPr>
            <a:xfrm>
              <a:off x="4694288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5" name="pg3555"/>
            <p:cNvSpPr/>
            <p:nvPr/>
          </p:nvSpPr>
          <p:spPr>
            <a:xfrm>
              <a:off x="4705925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6" name="pg3556"/>
            <p:cNvSpPr/>
            <p:nvPr/>
          </p:nvSpPr>
          <p:spPr>
            <a:xfrm>
              <a:off x="471756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7" name="pg3557"/>
            <p:cNvSpPr/>
            <p:nvPr/>
          </p:nvSpPr>
          <p:spPr>
            <a:xfrm>
              <a:off x="4729200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8" name="pg3558"/>
            <p:cNvSpPr/>
            <p:nvPr/>
          </p:nvSpPr>
          <p:spPr>
            <a:xfrm>
              <a:off x="4740837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9" name="pg3559"/>
            <p:cNvSpPr/>
            <p:nvPr/>
          </p:nvSpPr>
          <p:spPr>
            <a:xfrm>
              <a:off x="285559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0" name="pg3560"/>
            <p:cNvSpPr/>
            <p:nvPr/>
          </p:nvSpPr>
          <p:spPr>
            <a:xfrm>
              <a:off x="2867227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1" name="pg3561"/>
            <p:cNvSpPr/>
            <p:nvPr/>
          </p:nvSpPr>
          <p:spPr>
            <a:xfrm>
              <a:off x="2878865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2" name="pg3562"/>
            <p:cNvSpPr/>
            <p:nvPr/>
          </p:nvSpPr>
          <p:spPr>
            <a:xfrm>
              <a:off x="2890502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3" name="pg3563"/>
            <p:cNvSpPr/>
            <p:nvPr/>
          </p:nvSpPr>
          <p:spPr>
            <a:xfrm>
              <a:off x="4473179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4" name="pg3564"/>
            <p:cNvSpPr/>
            <p:nvPr/>
          </p:nvSpPr>
          <p:spPr>
            <a:xfrm>
              <a:off x="4484816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5" name="pg3565"/>
            <p:cNvSpPr/>
            <p:nvPr/>
          </p:nvSpPr>
          <p:spPr>
            <a:xfrm>
              <a:off x="4496454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6" name="pg3566"/>
            <p:cNvSpPr/>
            <p:nvPr/>
          </p:nvSpPr>
          <p:spPr>
            <a:xfrm>
              <a:off x="4508091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7" name="pg3567"/>
            <p:cNvSpPr/>
            <p:nvPr/>
          </p:nvSpPr>
          <p:spPr>
            <a:xfrm>
              <a:off x="4519728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8" name="pg3568"/>
            <p:cNvSpPr/>
            <p:nvPr/>
          </p:nvSpPr>
          <p:spPr>
            <a:xfrm>
              <a:off x="4531366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9" name="pg3569"/>
            <p:cNvSpPr/>
            <p:nvPr/>
          </p:nvSpPr>
          <p:spPr>
            <a:xfrm>
              <a:off x="4543003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0" name="pg3570"/>
            <p:cNvSpPr/>
            <p:nvPr/>
          </p:nvSpPr>
          <p:spPr>
            <a:xfrm>
              <a:off x="455464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1" name="pg3571"/>
            <p:cNvSpPr/>
            <p:nvPr/>
          </p:nvSpPr>
          <p:spPr>
            <a:xfrm>
              <a:off x="4694288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2" name="pg3572"/>
            <p:cNvSpPr/>
            <p:nvPr/>
          </p:nvSpPr>
          <p:spPr>
            <a:xfrm>
              <a:off x="4705925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3" name="pg3573"/>
            <p:cNvSpPr/>
            <p:nvPr/>
          </p:nvSpPr>
          <p:spPr>
            <a:xfrm>
              <a:off x="4717563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4" name="pg3574"/>
            <p:cNvSpPr/>
            <p:nvPr/>
          </p:nvSpPr>
          <p:spPr>
            <a:xfrm>
              <a:off x="472920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5" name="pg3575"/>
            <p:cNvSpPr/>
            <p:nvPr/>
          </p:nvSpPr>
          <p:spPr>
            <a:xfrm>
              <a:off x="4740837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6" name="pg3576"/>
            <p:cNvSpPr/>
            <p:nvPr/>
          </p:nvSpPr>
          <p:spPr>
            <a:xfrm>
              <a:off x="2855590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7" name="pg3577"/>
            <p:cNvSpPr/>
            <p:nvPr/>
          </p:nvSpPr>
          <p:spPr>
            <a:xfrm>
              <a:off x="2867227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8" name="pg3578"/>
            <p:cNvSpPr/>
            <p:nvPr/>
          </p:nvSpPr>
          <p:spPr>
            <a:xfrm>
              <a:off x="2878865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9" name="pg3579"/>
            <p:cNvSpPr/>
            <p:nvPr/>
          </p:nvSpPr>
          <p:spPr>
            <a:xfrm>
              <a:off x="2890502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0" name="pg3580"/>
            <p:cNvSpPr/>
            <p:nvPr/>
          </p:nvSpPr>
          <p:spPr>
            <a:xfrm>
              <a:off x="4484816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1" name="pg3581"/>
            <p:cNvSpPr/>
            <p:nvPr/>
          </p:nvSpPr>
          <p:spPr>
            <a:xfrm>
              <a:off x="4496454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2" name="pg3582"/>
            <p:cNvSpPr/>
            <p:nvPr/>
          </p:nvSpPr>
          <p:spPr>
            <a:xfrm>
              <a:off x="4508091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3" name="pg3583"/>
            <p:cNvSpPr/>
            <p:nvPr/>
          </p:nvSpPr>
          <p:spPr>
            <a:xfrm>
              <a:off x="4519728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4" name="pg3584"/>
            <p:cNvSpPr/>
            <p:nvPr/>
          </p:nvSpPr>
          <p:spPr>
            <a:xfrm>
              <a:off x="4531366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5" name="pg3585"/>
            <p:cNvSpPr/>
            <p:nvPr/>
          </p:nvSpPr>
          <p:spPr>
            <a:xfrm>
              <a:off x="4543003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6" name="pg3586"/>
            <p:cNvSpPr/>
            <p:nvPr/>
          </p:nvSpPr>
          <p:spPr>
            <a:xfrm>
              <a:off x="4694288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7" name="pg3587"/>
            <p:cNvSpPr/>
            <p:nvPr/>
          </p:nvSpPr>
          <p:spPr>
            <a:xfrm>
              <a:off x="4705925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8" name="pg3588"/>
            <p:cNvSpPr/>
            <p:nvPr/>
          </p:nvSpPr>
          <p:spPr>
            <a:xfrm>
              <a:off x="4717563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9" name="pg3589"/>
            <p:cNvSpPr/>
            <p:nvPr/>
          </p:nvSpPr>
          <p:spPr>
            <a:xfrm>
              <a:off x="4729200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0" name="pg3590"/>
            <p:cNvSpPr/>
            <p:nvPr/>
          </p:nvSpPr>
          <p:spPr>
            <a:xfrm>
              <a:off x="4740837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1" name="pg3591"/>
            <p:cNvSpPr/>
            <p:nvPr/>
          </p:nvSpPr>
          <p:spPr>
            <a:xfrm>
              <a:off x="2855590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2" name="pg3592"/>
            <p:cNvSpPr/>
            <p:nvPr/>
          </p:nvSpPr>
          <p:spPr>
            <a:xfrm>
              <a:off x="2867227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3" name="pg3593"/>
            <p:cNvSpPr/>
            <p:nvPr/>
          </p:nvSpPr>
          <p:spPr>
            <a:xfrm>
              <a:off x="2878865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4" name="pg3594"/>
            <p:cNvSpPr/>
            <p:nvPr/>
          </p:nvSpPr>
          <p:spPr>
            <a:xfrm>
              <a:off x="2890502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5" name="pg3595"/>
            <p:cNvSpPr/>
            <p:nvPr/>
          </p:nvSpPr>
          <p:spPr>
            <a:xfrm>
              <a:off x="2902139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6" name="pg3596"/>
            <p:cNvSpPr/>
            <p:nvPr/>
          </p:nvSpPr>
          <p:spPr>
            <a:xfrm>
              <a:off x="4484816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7" name="pg3597"/>
            <p:cNvSpPr/>
            <p:nvPr/>
          </p:nvSpPr>
          <p:spPr>
            <a:xfrm>
              <a:off x="4496454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8" name="pg3598"/>
            <p:cNvSpPr/>
            <p:nvPr/>
          </p:nvSpPr>
          <p:spPr>
            <a:xfrm>
              <a:off x="4508091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9" name="pg3599"/>
            <p:cNvSpPr/>
            <p:nvPr/>
          </p:nvSpPr>
          <p:spPr>
            <a:xfrm>
              <a:off x="4519728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0" name="pg3600"/>
            <p:cNvSpPr/>
            <p:nvPr/>
          </p:nvSpPr>
          <p:spPr>
            <a:xfrm>
              <a:off x="4531366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1" name="pg3601"/>
            <p:cNvSpPr/>
            <p:nvPr/>
          </p:nvSpPr>
          <p:spPr>
            <a:xfrm>
              <a:off x="4543003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2" name="pg3602"/>
            <p:cNvSpPr/>
            <p:nvPr/>
          </p:nvSpPr>
          <p:spPr>
            <a:xfrm>
              <a:off x="4694288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3" name="pg3603"/>
            <p:cNvSpPr/>
            <p:nvPr/>
          </p:nvSpPr>
          <p:spPr>
            <a:xfrm>
              <a:off x="4705925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4" name="pg3604"/>
            <p:cNvSpPr/>
            <p:nvPr/>
          </p:nvSpPr>
          <p:spPr>
            <a:xfrm>
              <a:off x="4717563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5" name="pg3605"/>
            <p:cNvSpPr/>
            <p:nvPr/>
          </p:nvSpPr>
          <p:spPr>
            <a:xfrm>
              <a:off x="4729200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6" name="pg3606"/>
            <p:cNvSpPr/>
            <p:nvPr/>
          </p:nvSpPr>
          <p:spPr>
            <a:xfrm>
              <a:off x="4740837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7" name="pg3607"/>
            <p:cNvSpPr/>
            <p:nvPr/>
          </p:nvSpPr>
          <p:spPr>
            <a:xfrm>
              <a:off x="2855590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8" name="pg3608"/>
            <p:cNvSpPr/>
            <p:nvPr/>
          </p:nvSpPr>
          <p:spPr>
            <a:xfrm>
              <a:off x="2867227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9" name="pg3609"/>
            <p:cNvSpPr/>
            <p:nvPr/>
          </p:nvSpPr>
          <p:spPr>
            <a:xfrm>
              <a:off x="2878865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0" name="pg3610"/>
            <p:cNvSpPr/>
            <p:nvPr/>
          </p:nvSpPr>
          <p:spPr>
            <a:xfrm>
              <a:off x="2890502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1" name="pg3611"/>
            <p:cNvSpPr/>
            <p:nvPr/>
          </p:nvSpPr>
          <p:spPr>
            <a:xfrm>
              <a:off x="2902139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2" name="pg3612"/>
            <p:cNvSpPr/>
            <p:nvPr/>
          </p:nvSpPr>
          <p:spPr>
            <a:xfrm>
              <a:off x="4496454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3" name="pg3613"/>
            <p:cNvSpPr/>
            <p:nvPr/>
          </p:nvSpPr>
          <p:spPr>
            <a:xfrm>
              <a:off x="4508091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4" name="pg3614"/>
            <p:cNvSpPr/>
            <p:nvPr/>
          </p:nvSpPr>
          <p:spPr>
            <a:xfrm>
              <a:off x="4519728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5" name="pg3615"/>
            <p:cNvSpPr/>
            <p:nvPr/>
          </p:nvSpPr>
          <p:spPr>
            <a:xfrm>
              <a:off x="4531366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6" name="pg3616"/>
            <p:cNvSpPr/>
            <p:nvPr/>
          </p:nvSpPr>
          <p:spPr>
            <a:xfrm>
              <a:off x="4543003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7" name="pg3617"/>
            <p:cNvSpPr/>
            <p:nvPr/>
          </p:nvSpPr>
          <p:spPr>
            <a:xfrm>
              <a:off x="4694288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8" name="pg3618"/>
            <p:cNvSpPr/>
            <p:nvPr/>
          </p:nvSpPr>
          <p:spPr>
            <a:xfrm>
              <a:off x="4705925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9" name="pg3619"/>
            <p:cNvSpPr/>
            <p:nvPr/>
          </p:nvSpPr>
          <p:spPr>
            <a:xfrm>
              <a:off x="4717563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0" name="pg3620"/>
            <p:cNvSpPr/>
            <p:nvPr/>
          </p:nvSpPr>
          <p:spPr>
            <a:xfrm>
              <a:off x="4729200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1" name="pg3621"/>
            <p:cNvSpPr/>
            <p:nvPr/>
          </p:nvSpPr>
          <p:spPr>
            <a:xfrm>
              <a:off x="2867227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2" name="pg3622"/>
            <p:cNvSpPr/>
            <p:nvPr/>
          </p:nvSpPr>
          <p:spPr>
            <a:xfrm>
              <a:off x="2878865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3" name="pg3623"/>
            <p:cNvSpPr/>
            <p:nvPr/>
          </p:nvSpPr>
          <p:spPr>
            <a:xfrm>
              <a:off x="2890502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4" name="pg3624"/>
            <p:cNvSpPr/>
            <p:nvPr/>
          </p:nvSpPr>
          <p:spPr>
            <a:xfrm>
              <a:off x="2902139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5" name="pg3625"/>
            <p:cNvSpPr/>
            <p:nvPr/>
          </p:nvSpPr>
          <p:spPr>
            <a:xfrm>
              <a:off x="2913777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6" name="pg3626"/>
            <p:cNvSpPr/>
            <p:nvPr/>
          </p:nvSpPr>
          <p:spPr>
            <a:xfrm>
              <a:off x="4508091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7" name="pg3627"/>
            <p:cNvSpPr/>
            <p:nvPr/>
          </p:nvSpPr>
          <p:spPr>
            <a:xfrm>
              <a:off x="4519728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8" name="pg3628"/>
            <p:cNvSpPr/>
            <p:nvPr/>
          </p:nvSpPr>
          <p:spPr>
            <a:xfrm>
              <a:off x="4531366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9" name="pg3629"/>
            <p:cNvSpPr/>
            <p:nvPr/>
          </p:nvSpPr>
          <p:spPr>
            <a:xfrm>
              <a:off x="4543003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0" name="pg3630"/>
            <p:cNvSpPr/>
            <p:nvPr/>
          </p:nvSpPr>
          <p:spPr>
            <a:xfrm>
              <a:off x="4554640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1" name="pg3631"/>
            <p:cNvSpPr/>
            <p:nvPr/>
          </p:nvSpPr>
          <p:spPr>
            <a:xfrm>
              <a:off x="4694288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2" name="pg3632"/>
            <p:cNvSpPr/>
            <p:nvPr/>
          </p:nvSpPr>
          <p:spPr>
            <a:xfrm>
              <a:off x="4705925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3" name="pg3633"/>
            <p:cNvSpPr/>
            <p:nvPr/>
          </p:nvSpPr>
          <p:spPr>
            <a:xfrm>
              <a:off x="4717563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4" name="pg3634"/>
            <p:cNvSpPr/>
            <p:nvPr/>
          </p:nvSpPr>
          <p:spPr>
            <a:xfrm>
              <a:off x="4729200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5" name="pg3635"/>
            <p:cNvSpPr/>
            <p:nvPr/>
          </p:nvSpPr>
          <p:spPr>
            <a:xfrm>
              <a:off x="2867227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6" name="pg3636"/>
            <p:cNvSpPr/>
            <p:nvPr/>
          </p:nvSpPr>
          <p:spPr>
            <a:xfrm>
              <a:off x="2878865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7" name="pg3637"/>
            <p:cNvSpPr/>
            <p:nvPr/>
          </p:nvSpPr>
          <p:spPr>
            <a:xfrm>
              <a:off x="2890502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8" name="pg3638"/>
            <p:cNvSpPr/>
            <p:nvPr/>
          </p:nvSpPr>
          <p:spPr>
            <a:xfrm>
              <a:off x="2902139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9" name="pg3639"/>
            <p:cNvSpPr/>
            <p:nvPr/>
          </p:nvSpPr>
          <p:spPr>
            <a:xfrm>
              <a:off x="2913777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0" name="pg3640"/>
            <p:cNvSpPr/>
            <p:nvPr/>
          </p:nvSpPr>
          <p:spPr>
            <a:xfrm>
              <a:off x="2925414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1" name="pg3641"/>
            <p:cNvSpPr/>
            <p:nvPr/>
          </p:nvSpPr>
          <p:spPr>
            <a:xfrm>
              <a:off x="4508091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2" name="pg3642"/>
            <p:cNvSpPr/>
            <p:nvPr/>
          </p:nvSpPr>
          <p:spPr>
            <a:xfrm>
              <a:off x="4519728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3" name="pg3643"/>
            <p:cNvSpPr/>
            <p:nvPr/>
          </p:nvSpPr>
          <p:spPr>
            <a:xfrm>
              <a:off x="4531366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4" name="pg3644"/>
            <p:cNvSpPr/>
            <p:nvPr/>
          </p:nvSpPr>
          <p:spPr>
            <a:xfrm>
              <a:off x="4543003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5" name="pg3645"/>
            <p:cNvSpPr/>
            <p:nvPr/>
          </p:nvSpPr>
          <p:spPr>
            <a:xfrm>
              <a:off x="4554640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6" name="pg3646"/>
            <p:cNvSpPr/>
            <p:nvPr/>
          </p:nvSpPr>
          <p:spPr>
            <a:xfrm>
              <a:off x="4694288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7" name="pg3647"/>
            <p:cNvSpPr/>
            <p:nvPr/>
          </p:nvSpPr>
          <p:spPr>
            <a:xfrm>
              <a:off x="4705925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8" name="pg3648"/>
            <p:cNvSpPr/>
            <p:nvPr/>
          </p:nvSpPr>
          <p:spPr>
            <a:xfrm>
              <a:off x="4717563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9" name="pg3649"/>
            <p:cNvSpPr/>
            <p:nvPr/>
          </p:nvSpPr>
          <p:spPr>
            <a:xfrm>
              <a:off x="4729200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0" name="pg3650"/>
            <p:cNvSpPr/>
            <p:nvPr/>
          </p:nvSpPr>
          <p:spPr>
            <a:xfrm>
              <a:off x="287886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1" name="pg3651"/>
            <p:cNvSpPr/>
            <p:nvPr/>
          </p:nvSpPr>
          <p:spPr>
            <a:xfrm>
              <a:off x="2890502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2" name="pg3652"/>
            <p:cNvSpPr/>
            <p:nvPr/>
          </p:nvSpPr>
          <p:spPr>
            <a:xfrm>
              <a:off x="2902139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3" name="pg3653"/>
            <p:cNvSpPr/>
            <p:nvPr/>
          </p:nvSpPr>
          <p:spPr>
            <a:xfrm>
              <a:off x="2913777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4" name="pg3654"/>
            <p:cNvSpPr/>
            <p:nvPr/>
          </p:nvSpPr>
          <p:spPr>
            <a:xfrm>
              <a:off x="2925414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5" name="pg3655"/>
            <p:cNvSpPr/>
            <p:nvPr/>
          </p:nvSpPr>
          <p:spPr>
            <a:xfrm>
              <a:off x="4508091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6" name="pg3656"/>
            <p:cNvSpPr/>
            <p:nvPr/>
          </p:nvSpPr>
          <p:spPr>
            <a:xfrm>
              <a:off x="451972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7" name="pg3657"/>
            <p:cNvSpPr/>
            <p:nvPr/>
          </p:nvSpPr>
          <p:spPr>
            <a:xfrm>
              <a:off x="4531366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8" name="pg3658"/>
            <p:cNvSpPr/>
            <p:nvPr/>
          </p:nvSpPr>
          <p:spPr>
            <a:xfrm>
              <a:off x="4543003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9" name="pg3659"/>
            <p:cNvSpPr/>
            <p:nvPr/>
          </p:nvSpPr>
          <p:spPr>
            <a:xfrm>
              <a:off x="4554640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0" name="pg3660"/>
            <p:cNvSpPr/>
            <p:nvPr/>
          </p:nvSpPr>
          <p:spPr>
            <a:xfrm>
              <a:off x="456627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1" name="pg3661"/>
            <p:cNvSpPr/>
            <p:nvPr/>
          </p:nvSpPr>
          <p:spPr>
            <a:xfrm>
              <a:off x="457791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2" name="pg3662"/>
            <p:cNvSpPr/>
            <p:nvPr/>
          </p:nvSpPr>
          <p:spPr>
            <a:xfrm>
              <a:off x="4589552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3" name="pg3663"/>
            <p:cNvSpPr/>
            <p:nvPr/>
          </p:nvSpPr>
          <p:spPr>
            <a:xfrm>
              <a:off x="469428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4" name="pg3664"/>
            <p:cNvSpPr/>
            <p:nvPr/>
          </p:nvSpPr>
          <p:spPr>
            <a:xfrm>
              <a:off x="470592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5" name="pg3665"/>
            <p:cNvSpPr/>
            <p:nvPr/>
          </p:nvSpPr>
          <p:spPr>
            <a:xfrm>
              <a:off x="4717563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6" name="pg3666"/>
            <p:cNvSpPr/>
            <p:nvPr/>
          </p:nvSpPr>
          <p:spPr>
            <a:xfrm>
              <a:off x="4729200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7" name="pg3667"/>
            <p:cNvSpPr/>
            <p:nvPr/>
          </p:nvSpPr>
          <p:spPr>
            <a:xfrm>
              <a:off x="2890502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8" name="pg3668"/>
            <p:cNvSpPr/>
            <p:nvPr/>
          </p:nvSpPr>
          <p:spPr>
            <a:xfrm>
              <a:off x="2902139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9" name="pg3669"/>
            <p:cNvSpPr/>
            <p:nvPr/>
          </p:nvSpPr>
          <p:spPr>
            <a:xfrm>
              <a:off x="2913777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0" name="pg3670"/>
            <p:cNvSpPr/>
            <p:nvPr/>
          </p:nvSpPr>
          <p:spPr>
            <a:xfrm>
              <a:off x="2925414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1" name="pg3671"/>
            <p:cNvSpPr/>
            <p:nvPr/>
          </p:nvSpPr>
          <p:spPr>
            <a:xfrm>
              <a:off x="451972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2" name="pg3672"/>
            <p:cNvSpPr/>
            <p:nvPr/>
          </p:nvSpPr>
          <p:spPr>
            <a:xfrm>
              <a:off x="4531366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3" name="pg3673"/>
            <p:cNvSpPr/>
            <p:nvPr/>
          </p:nvSpPr>
          <p:spPr>
            <a:xfrm>
              <a:off x="4543003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4" name="pg3674"/>
            <p:cNvSpPr/>
            <p:nvPr/>
          </p:nvSpPr>
          <p:spPr>
            <a:xfrm>
              <a:off x="455464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5" name="pg3675"/>
            <p:cNvSpPr/>
            <p:nvPr/>
          </p:nvSpPr>
          <p:spPr>
            <a:xfrm>
              <a:off x="456627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6" name="pg3676"/>
            <p:cNvSpPr/>
            <p:nvPr/>
          </p:nvSpPr>
          <p:spPr>
            <a:xfrm>
              <a:off x="4577915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7" name="pg3677"/>
            <p:cNvSpPr/>
            <p:nvPr/>
          </p:nvSpPr>
          <p:spPr>
            <a:xfrm>
              <a:off x="4589552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8" name="pg3678"/>
            <p:cNvSpPr/>
            <p:nvPr/>
          </p:nvSpPr>
          <p:spPr>
            <a:xfrm>
              <a:off x="460119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9" name="pg3679"/>
            <p:cNvSpPr/>
            <p:nvPr/>
          </p:nvSpPr>
          <p:spPr>
            <a:xfrm>
              <a:off x="4682651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0" name="pg3680"/>
            <p:cNvSpPr/>
            <p:nvPr/>
          </p:nvSpPr>
          <p:spPr>
            <a:xfrm>
              <a:off x="469428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1" name="pg3681"/>
            <p:cNvSpPr/>
            <p:nvPr/>
          </p:nvSpPr>
          <p:spPr>
            <a:xfrm>
              <a:off x="4705925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2" name="pg3682"/>
            <p:cNvSpPr/>
            <p:nvPr/>
          </p:nvSpPr>
          <p:spPr>
            <a:xfrm>
              <a:off x="4717563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3" name="pg3683"/>
            <p:cNvSpPr/>
            <p:nvPr/>
          </p:nvSpPr>
          <p:spPr>
            <a:xfrm>
              <a:off x="472920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4" name="pg3684"/>
            <p:cNvSpPr/>
            <p:nvPr/>
          </p:nvSpPr>
          <p:spPr>
            <a:xfrm>
              <a:off x="2890502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5" name="pg3685"/>
            <p:cNvSpPr/>
            <p:nvPr/>
          </p:nvSpPr>
          <p:spPr>
            <a:xfrm>
              <a:off x="2902139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6" name="pg3686"/>
            <p:cNvSpPr/>
            <p:nvPr/>
          </p:nvSpPr>
          <p:spPr>
            <a:xfrm>
              <a:off x="2913777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7" name="pg3687"/>
            <p:cNvSpPr/>
            <p:nvPr/>
          </p:nvSpPr>
          <p:spPr>
            <a:xfrm>
              <a:off x="2925414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8" name="pg3688"/>
            <p:cNvSpPr/>
            <p:nvPr/>
          </p:nvSpPr>
          <p:spPr>
            <a:xfrm>
              <a:off x="4531366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9" name="pg3689"/>
            <p:cNvSpPr/>
            <p:nvPr/>
          </p:nvSpPr>
          <p:spPr>
            <a:xfrm>
              <a:off x="4543003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0" name="pg3690"/>
            <p:cNvSpPr/>
            <p:nvPr/>
          </p:nvSpPr>
          <p:spPr>
            <a:xfrm>
              <a:off x="455464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1" name="pg3691"/>
            <p:cNvSpPr/>
            <p:nvPr/>
          </p:nvSpPr>
          <p:spPr>
            <a:xfrm>
              <a:off x="4566278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2" name="pg3692"/>
            <p:cNvSpPr/>
            <p:nvPr/>
          </p:nvSpPr>
          <p:spPr>
            <a:xfrm>
              <a:off x="4577915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3" name="pg3693"/>
            <p:cNvSpPr/>
            <p:nvPr/>
          </p:nvSpPr>
          <p:spPr>
            <a:xfrm>
              <a:off x="4589552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4" name="pg3694"/>
            <p:cNvSpPr/>
            <p:nvPr/>
          </p:nvSpPr>
          <p:spPr>
            <a:xfrm>
              <a:off x="460119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5" name="pg3695"/>
            <p:cNvSpPr/>
            <p:nvPr/>
          </p:nvSpPr>
          <p:spPr>
            <a:xfrm>
              <a:off x="4682651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6" name="pg3696"/>
            <p:cNvSpPr/>
            <p:nvPr/>
          </p:nvSpPr>
          <p:spPr>
            <a:xfrm>
              <a:off x="4694288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7" name="pg3697"/>
            <p:cNvSpPr/>
            <p:nvPr/>
          </p:nvSpPr>
          <p:spPr>
            <a:xfrm>
              <a:off x="4705925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8" name="pg3698"/>
            <p:cNvSpPr/>
            <p:nvPr/>
          </p:nvSpPr>
          <p:spPr>
            <a:xfrm>
              <a:off x="4717563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9" name="pg3699"/>
            <p:cNvSpPr/>
            <p:nvPr/>
          </p:nvSpPr>
          <p:spPr>
            <a:xfrm>
              <a:off x="472920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0" name="pg3700"/>
            <p:cNvSpPr/>
            <p:nvPr/>
          </p:nvSpPr>
          <p:spPr>
            <a:xfrm>
              <a:off x="287886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1" name="pg3701"/>
            <p:cNvSpPr/>
            <p:nvPr/>
          </p:nvSpPr>
          <p:spPr>
            <a:xfrm>
              <a:off x="2890502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2" name="pg3702"/>
            <p:cNvSpPr/>
            <p:nvPr/>
          </p:nvSpPr>
          <p:spPr>
            <a:xfrm>
              <a:off x="2902139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3" name="pg3703"/>
            <p:cNvSpPr/>
            <p:nvPr/>
          </p:nvSpPr>
          <p:spPr>
            <a:xfrm>
              <a:off x="2913777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4" name="pg3704"/>
            <p:cNvSpPr/>
            <p:nvPr/>
          </p:nvSpPr>
          <p:spPr>
            <a:xfrm>
              <a:off x="2925414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5" name="pg3705"/>
            <p:cNvSpPr/>
            <p:nvPr/>
          </p:nvSpPr>
          <p:spPr>
            <a:xfrm>
              <a:off x="454300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6" name="pg3706"/>
            <p:cNvSpPr/>
            <p:nvPr/>
          </p:nvSpPr>
          <p:spPr>
            <a:xfrm>
              <a:off x="455464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7" name="pg3707"/>
            <p:cNvSpPr/>
            <p:nvPr/>
          </p:nvSpPr>
          <p:spPr>
            <a:xfrm>
              <a:off x="4566278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8" name="pg3708"/>
            <p:cNvSpPr/>
            <p:nvPr/>
          </p:nvSpPr>
          <p:spPr>
            <a:xfrm>
              <a:off x="457791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9" name="pg3709"/>
            <p:cNvSpPr/>
            <p:nvPr/>
          </p:nvSpPr>
          <p:spPr>
            <a:xfrm>
              <a:off x="4589552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0" name="pg3710"/>
            <p:cNvSpPr/>
            <p:nvPr/>
          </p:nvSpPr>
          <p:spPr>
            <a:xfrm>
              <a:off x="460119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1" name="pg3711"/>
            <p:cNvSpPr/>
            <p:nvPr/>
          </p:nvSpPr>
          <p:spPr>
            <a:xfrm>
              <a:off x="4612827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2" name="pg3712"/>
            <p:cNvSpPr/>
            <p:nvPr/>
          </p:nvSpPr>
          <p:spPr>
            <a:xfrm>
              <a:off x="467101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3" name="pg3713"/>
            <p:cNvSpPr/>
            <p:nvPr/>
          </p:nvSpPr>
          <p:spPr>
            <a:xfrm>
              <a:off x="4682651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4" name="pg3714"/>
            <p:cNvSpPr/>
            <p:nvPr/>
          </p:nvSpPr>
          <p:spPr>
            <a:xfrm>
              <a:off x="4694288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5" name="pg3715"/>
            <p:cNvSpPr/>
            <p:nvPr/>
          </p:nvSpPr>
          <p:spPr>
            <a:xfrm>
              <a:off x="470592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6" name="pg3716"/>
            <p:cNvSpPr/>
            <p:nvPr/>
          </p:nvSpPr>
          <p:spPr>
            <a:xfrm>
              <a:off x="471756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7" name="pg3717"/>
            <p:cNvSpPr/>
            <p:nvPr/>
          </p:nvSpPr>
          <p:spPr>
            <a:xfrm>
              <a:off x="472920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8" name="pg3718"/>
            <p:cNvSpPr/>
            <p:nvPr/>
          </p:nvSpPr>
          <p:spPr>
            <a:xfrm>
              <a:off x="287886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9" name="pg3719"/>
            <p:cNvSpPr/>
            <p:nvPr/>
          </p:nvSpPr>
          <p:spPr>
            <a:xfrm>
              <a:off x="2890502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0" name="pg3720"/>
            <p:cNvSpPr/>
            <p:nvPr/>
          </p:nvSpPr>
          <p:spPr>
            <a:xfrm>
              <a:off x="2902139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1" name="pg3721"/>
            <p:cNvSpPr/>
            <p:nvPr/>
          </p:nvSpPr>
          <p:spPr>
            <a:xfrm>
              <a:off x="2913777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2" name="pg3722"/>
            <p:cNvSpPr/>
            <p:nvPr/>
          </p:nvSpPr>
          <p:spPr>
            <a:xfrm>
              <a:off x="2925414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3" name="pg3723"/>
            <p:cNvSpPr/>
            <p:nvPr/>
          </p:nvSpPr>
          <p:spPr>
            <a:xfrm>
              <a:off x="4566278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4" name="pg3724"/>
            <p:cNvSpPr/>
            <p:nvPr/>
          </p:nvSpPr>
          <p:spPr>
            <a:xfrm>
              <a:off x="457791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5" name="pg3725"/>
            <p:cNvSpPr/>
            <p:nvPr/>
          </p:nvSpPr>
          <p:spPr>
            <a:xfrm>
              <a:off x="4589552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6" name="pg3726"/>
            <p:cNvSpPr/>
            <p:nvPr/>
          </p:nvSpPr>
          <p:spPr>
            <a:xfrm>
              <a:off x="4601190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7" name="pg3727"/>
            <p:cNvSpPr/>
            <p:nvPr/>
          </p:nvSpPr>
          <p:spPr>
            <a:xfrm>
              <a:off x="4612827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8" name="pg3728"/>
            <p:cNvSpPr/>
            <p:nvPr/>
          </p:nvSpPr>
          <p:spPr>
            <a:xfrm>
              <a:off x="4671013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9" name="pg3729"/>
            <p:cNvSpPr/>
            <p:nvPr/>
          </p:nvSpPr>
          <p:spPr>
            <a:xfrm>
              <a:off x="4682651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0" name="pg3730"/>
            <p:cNvSpPr/>
            <p:nvPr/>
          </p:nvSpPr>
          <p:spPr>
            <a:xfrm>
              <a:off x="4694288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1" name="pg3731"/>
            <p:cNvSpPr/>
            <p:nvPr/>
          </p:nvSpPr>
          <p:spPr>
            <a:xfrm>
              <a:off x="470592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2" name="pg3732"/>
            <p:cNvSpPr/>
            <p:nvPr/>
          </p:nvSpPr>
          <p:spPr>
            <a:xfrm>
              <a:off x="4717563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3" name="pg3733"/>
            <p:cNvSpPr/>
            <p:nvPr/>
          </p:nvSpPr>
          <p:spPr>
            <a:xfrm>
              <a:off x="286722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4" name="pg3734"/>
            <p:cNvSpPr/>
            <p:nvPr/>
          </p:nvSpPr>
          <p:spPr>
            <a:xfrm>
              <a:off x="287886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5" name="pg3735"/>
            <p:cNvSpPr/>
            <p:nvPr/>
          </p:nvSpPr>
          <p:spPr>
            <a:xfrm>
              <a:off x="2890502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6" name="pg3736"/>
            <p:cNvSpPr/>
            <p:nvPr/>
          </p:nvSpPr>
          <p:spPr>
            <a:xfrm>
              <a:off x="2902139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7" name="pg3737"/>
            <p:cNvSpPr/>
            <p:nvPr/>
          </p:nvSpPr>
          <p:spPr>
            <a:xfrm>
              <a:off x="291377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8" name="pg3738"/>
            <p:cNvSpPr/>
            <p:nvPr/>
          </p:nvSpPr>
          <p:spPr>
            <a:xfrm>
              <a:off x="457791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9" name="pg3739"/>
            <p:cNvSpPr/>
            <p:nvPr/>
          </p:nvSpPr>
          <p:spPr>
            <a:xfrm>
              <a:off x="4589552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0" name="pg3740"/>
            <p:cNvSpPr/>
            <p:nvPr/>
          </p:nvSpPr>
          <p:spPr>
            <a:xfrm>
              <a:off x="4601190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1" name="pg3741"/>
            <p:cNvSpPr/>
            <p:nvPr/>
          </p:nvSpPr>
          <p:spPr>
            <a:xfrm>
              <a:off x="461282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2" name="pg3742"/>
            <p:cNvSpPr/>
            <p:nvPr/>
          </p:nvSpPr>
          <p:spPr>
            <a:xfrm>
              <a:off x="4624464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3" name="pg3743"/>
            <p:cNvSpPr/>
            <p:nvPr/>
          </p:nvSpPr>
          <p:spPr>
            <a:xfrm>
              <a:off x="4636101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4" name="pg3744"/>
            <p:cNvSpPr/>
            <p:nvPr/>
          </p:nvSpPr>
          <p:spPr>
            <a:xfrm>
              <a:off x="4659376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5" name="pg3745"/>
            <p:cNvSpPr/>
            <p:nvPr/>
          </p:nvSpPr>
          <p:spPr>
            <a:xfrm>
              <a:off x="4671013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6" name="pg3746"/>
            <p:cNvSpPr/>
            <p:nvPr/>
          </p:nvSpPr>
          <p:spPr>
            <a:xfrm>
              <a:off x="4682651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7" name="pg3747"/>
            <p:cNvSpPr/>
            <p:nvPr/>
          </p:nvSpPr>
          <p:spPr>
            <a:xfrm>
              <a:off x="4694288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8" name="pg3748"/>
            <p:cNvSpPr/>
            <p:nvPr/>
          </p:nvSpPr>
          <p:spPr>
            <a:xfrm>
              <a:off x="470592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9" name="pg3749"/>
            <p:cNvSpPr/>
            <p:nvPr/>
          </p:nvSpPr>
          <p:spPr>
            <a:xfrm>
              <a:off x="2855590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0" name="pg3750"/>
            <p:cNvSpPr/>
            <p:nvPr/>
          </p:nvSpPr>
          <p:spPr>
            <a:xfrm>
              <a:off x="286722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1" name="pg3751"/>
            <p:cNvSpPr/>
            <p:nvPr/>
          </p:nvSpPr>
          <p:spPr>
            <a:xfrm>
              <a:off x="287886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2" name="pg3752"/>
            <p:cNvSpPr/>
            <p:nvPr/>
          </p:nvSpPr>
          <p:spPr>
            <a:xfrm>
              <a:off x="2890502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3" name="pg3753"/>
            <p:cNvSpPr/>
            <p:nvPr/>
          </p:nvSpPr>
          <p:spPr>
            <a:xfrm>
              <a:off x="2902139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4" name="pg3754"/>
            <p:cNvSpPr/>
            <p:nvPr/>
          </p:nvSpPr>
          <p:spPr>
            <a:xfrm>
              <a:off x="291377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5" name="pg3755"/>
            <p:cNvSpPr/>
            <p:nvPr/>
          </p:nvSpPr>
          <p:spPr>
            <a:xfrm>
              <a:off x="457791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6" name="pg3756"/>
            <p:cNvSpPr/>
            <p:nvPr/>
          </p:nvSpPr>
          <p:spPr>
            <a:xfrm>
              <a:off x="4589552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7" name="pg3757"/>
            <p:cNvSpPr/>
            <p:nvPr/>
          </p:nvSpPr>
          <p:spPr>
            <a:xfrm>
              <a:off x="4601190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8" name="pg3758"/>
            <p:cNvSpPr/>
            <p:nvPr/>
          </p:nvSpPr>
          <p:spPr>
            <a:xfrm>
              <a:off x="461282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9" name="pg3759"/>
            <p:cNvSpPr/>
            <p:nvPr/>
          </p:nvSpPr>
          <p:spPr>
            <a:xfrm>
              <a:off x="4624464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0" name="pg3760"/>
            <p:cNvSpPr/>
            <p:nvPr/>
          </p:nvSpPr>
          <p:spPr>
            <a:xfrm>
              <a:off x="4636101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1" name="pg3761"/>
            <p:cNvSpPr/>
            <p:nvPr/>
          </p:nvSpPr>
          <p:spPr>
            <a:xfrm>
              <a:off x="4647739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2" name="pg3762"/>
            <p:cNvSpPr/>
            <p:nvPr/>
          </p:nvSpPr>
          <p:spPr>
            <a:xfrm>
              <a:off x="4659376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3" name="pg3763"/>
            <p:cNvSpPr/>
            <p:nvPr/>
          </p:nvSpPr>
          <p:spPr>
            <a:xfrm>
              <a:off x="4671013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4" name="pg3764"/>
            <p:cNvSpPr/>
            <p:nvPr/>
          </p:nvSpPr>
          <p:spPr>
            <a:xfrm>
              <a:off x="4682651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5" name="pg3765"/>
            <p:cNvSpPr/>
            <p:nvPr/>
          </p:nvSpPr>
          <p:spPr>
            <a:xfrm>
              <a:off x="4694288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6" name="pg3766"/>
            <p:cNvSpPr/>
            <p:nvPr/>
          </p:nvSpPr>
          <p:spPr>
            <a:xfrm>
              <a:off x="470592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7" name="pg3767"/>
            <p:cNvSpPr/>
            <p:nvPr/>
          </p:nvSpPr>
          <p:spPr>
            <a:xfrm>
              <a:off x="2855590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8" name="pg3768"/>
            <p:cNvSpPr/>
            <p:nvPr/>
          </p:nvSpPr>
          <p:spPr>
            <a:xfrm>
              <a:off x="2867227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9" name="pg3769"/>
            <p:cNvSpPr/>
            <p:nvPr/>
          </p:nvSpPr>
          <p:spPr>
            <a:xfrm>
              <a:off x="287886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0" name="pg3770"/>
            <p:cNvSpPr/>
            <p:nvPr/>
          </p:nvSpPr>
          <p:spPr>
            <a:xfrm>
              <a:off x="2890502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1" name="pg3771"/>
            <p:cNvSpPr/>
            <p:nvPr/>
          </p:nvSpPr>
          <p:spPr>
            <a:xfrm>
              <a:off x="2902139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2" name="pg3772"/>
            <p:cNvSpPr/>
            <p:nvPr/>
          </p:nvSpPr>
          <p:spPr>
            <a:xfrm>
              <a:off x="457791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3" name="pg3773"/>
            <p:cNvSpPr/>
            <p:nvPr/>
          </p:nvSpPr>
          <p:spPr>
            <a:xfrm>
              <a:off x="4589552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4" name="pg3774"/>
            <p:cNvSpPr/>
            <p:nvPr/>
          </p:nvSpPr>
          <p:spPr>
            <a:xfrm>
              <a:off x="4601190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5" name="pg3775"/>
            <p:cNvSpPr/>
            <p:nvPr/>
          </p:nvSpPr>
          <p:spPr>
            <a:xfrm>
              <a:off x="4612827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6" name="pg3776"/>
            <p:cNvSpPr/>
            <p:nvPr/>
          </p:nvSpPr>
          <p:spPr>
            <a:xfrm>
              <a:off x="4624464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7" name="pg3777"/>
            <p:cNvSpPr/>
            <p:nvPr/>
          </p:nvSpPr>
          <p:spPr>
            <a:xfrm>
              <a:off x="4636101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8" name="pg3778"/>
            <p:cNvSpPr/>
            <p:nvPr/>
          </p:nvSpPr>
          <p:spPr>
            <a:xfrm>
              <a:off x="4647739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9" name="pg3779"/>
            <p:cNvSpPr/>
            <p:nvPr/>
          </p:nvSpPr>
          <p:spPr>
            <a:xfrm>
              <a:off x="4659376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0" name="pg3780"/>
            <p:cNvSpPr/>
            <p:nvPr/>
          </p:nvSpPr>
          <p:spPr>
            <a:xfrm>
              <a:off x="4671013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1" name="pg3781"/>
            <p:cNvSpPr/>
            <p:nvPr/>
          </p:nvSpPr>
          <p:spPr>
            <a:xfrm>
              <a:off x="4682651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2" name="pg3782"/>
            <p:cNvSpPr/>
            <p:nvPr/>
          </p:nvSpPr>
          <p:spPr>
            <a:xfrm>
              <a:off x="4694288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3" name="pg3783"/>
            <p:cNvSpPr/>
            <p:nvPr/>
          </p:nvSpPr>
          <p:spPr>
            <a:xfrm>
              <a:off x="470592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4" name="pg3784"/>
            <p:cNvSpPr/>
            <p:nvPr/>
          </p:nvSpPr>
          <p:spPr>
            <a:xfrm>
              <a:off x="2855590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5" name="pg3785"/>
            <p:cNvSpPr/>
            <p:nvPr/>
          </p:nvSpPr>
          <p:spPr>
            <a:xfrm>
              <a:off x="2867227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6" name="pg3786"/>
            <p:cNvSpPr/>
            <p:nvPr/>
          </p:nvSpPr>
          <p:spPr>
            <a:xfrm>
              <a:off x="2878865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7" name="pg3787"/>
            <p:cNvSpPr/>
            <p:nvPr/>
          </p:nvSpPr>
          <p:spPr>
            <a:xfrm>
              <a:off x="2890502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8" name="pg3788"/>
            <p:cNvSpPr/>
            <p:nvPr/>
          </p:nvSpPr>
          <p:spPr>
            <a:xfrm>
              <a:off x="2902139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9" name="pg3789"/>
            <p:cNvSpPr/>
            <p:nvPr/>
          </p:nvSpPr>
          <p:spPr>
            <a:xfrm>
              <a:off x="4577915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0" name="pg3790"/>
            <p:cNvSpPr/>
            <p:nvPr/>
          </p:nvSpPr>
          <p:spPr>
            <a:xfrm>
              <a:off x="4589552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1" name="pg3791"/>
            <p:cNvSpPr/>
            <p:nvPr/>
          </p:nvSpPr>
          <p:spPr>
            <a:xfrm>
              <a:off x="4601190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2" name="pg3792"/>
            <p:cNvSpPr/>
            <p:nvPr/>
          </p:nvSpPr>
          <p:spPr>
            <a:xfrm>
              <a:off x="4612827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3" name="pg3793"/>
            <p:cNvSpPr/>
            <p:nvPr/>
          </p:nvSpPr>
          <p:spPr>
            <a:xfrm>
              <a:off x="4624464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4" name="pg3794"/>
            <p:cNvSpPr/>
            <p:nvPr/>
          </p:nvSpPr>
          <p:spPr>
            <a:xfrm>
              <a:off x="4636101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5" name="pg3795"/>
            <p:cNvSpPr/>
            <p:nvPr/>
          </p:nvSpPr>
          <p:spPr>
            <a:xfrm>
              <a:off x="4647739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6" name="pg3796"/>
            <p:cNvSpPr/>
            <p:nvPr/>
          </p:nvSpPr>
          <p:spPr>
            <a:xfrm>
              <a:off x="4659376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7" name="pg3797"/>
            <p:cNvSpPr/>
            <p:nvPr/>
          </p:nvSpPr>
          <p:spPr>
            <a:xfrm>
              <a:off x="4671013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8" name="pg3798"/>
            <p:cNvSpPr/>
            <p:nvPr/>
          </p:nvSpPr>
          <p:spPr>
            <a:xfrm>
              <a:off x="4682651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9" name="pg3799"/>
            <p:cNvSpPr/>
            <p:nvPr/>
          </p:nvSpPr>
          <p:spPr>
            <a:xfrm>
              <a:off x="4694288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0" name="pg3800"/>
            <p:cNvSpPr/>
            <p:nvPr/>
          </p:nvSpPr>
          <p:spPr>
            <a:xfrm>
              <a:off x="2843953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1" name="pg3801"/>
            <p:cNvSpPr/>
            <p:nvPr/>
          </p:nvSpPr>
          <p:spPr>
            <a:xfrm>
              <a:off x="2855590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2" name="pg3802"/>
            <p:cNvSpPr/>
            <p:nvPr/>
          </p:nvSpPr>
          <p:spPr>
            <a:xfrm>
              <a:off x="2867227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3" name="pg3803"/>
            <p:cNvSpPr/>
            <p:nvPr/>
          </p:nvSpPr>
          <p:spPr>
            <a:xfrm>
              <a:off x="2878865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4" name="pg3804"/>
            <p:cNvSpPr/>
            <p:nvPr/>
          </p:nvSpPr>
          <p:spPr>
            <a:xfrm>
              <a:off x="2890502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5" name="pg3805"/>
            <p:cNvSpPr/>
            <p:nvPr/>
          </p:nvSpPr>
          <p:spPr>
            <a:xfrm>
              <a:off x="4589552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6" name="pg3806"/>
            <p:cNvSpPr/>
            <p:nvPr/>
          </p:nvSpPr>
          <p:spPr>
            <a:xfrm>
              <a:off x="4601190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7" name="pg3807"/>
            <p:cNvSpPr/>
            <p:nvPr/>
          </p:nvSpPr>
          <p:spPr>
            <a:xfrm>
              <a:off x="4612827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8" name="pg3808"/>
            <p:cNvSpPr/>
            <p:nvPr/>
          </p:nvSpPr>
          <p:spPr>
            <a:xfrm>
              <a:off x="4624464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9" name="pg3809"/>
            <p:cNvSpPr/>
            <p:nvPr/>
          </p:nvSpPr>
          <p:spPr>
            <a:xfrm>
              <a:off x="4636101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0" name="pg3810"/>
            <p:cNvSpPr/>
            <p:nvPr/>
          </p:nvSpPr>
          <p:spPr>
            <a:xfrm>
              <a:off x="4647739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1" name="pg3811"/>
            <p:cNvSpPr/>
            <p:nvPr/>
          </p:nvSpPr>
          <p:spPr>
            <a:xfrm>
              <a:off x="4659376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2" name="pg3812"/>
            <p:cNvSpPr/>
            <p:nvPr/>
          </p:nvSpPr>
          <p:spPr>
            <a:xfrm>
              <a:off x="4671013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3" name="pg3813"/>
            <p:cNvSpPr/>
            <p:nvPr/>
          </p:nvSpPr>
          <p:spPr>
            <a:xfrm>
              <a:off x="4682651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4" name="pg3814"/>
            <p:cNvSpPr/>
            <p:nvPr/>
          </p:nvSpPr>
          <p:spPr>
            <a:xfrm>
              <a:off x="2843953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5" name="pg3815"/>
            <p:cNvSpPr/>
            <p:nvPr/>
          </p:nvSpPr>
          <p:spPr>
            <a:xfrm>
              <a:off x="2855590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6" name="pg3816"/>
            <p:cNvSpPr/>
            <p:nvPr/>
          </p:nvSpPr>
          <p:spPr>
            <a:xfrm>
              <a:off x="2867227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7" name="pg3817"/>
            <p:cNvSpPr/>
            <p:nvPr/>
          </p:nvSpPr>
          <p:spPr>
            <a:xfrm>
              <a:off x="2878865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8" name="pg3818"/>
            <p:cNvSpPr/>
            <p:nvPr/>
          </p:nvSpPr>
          <p:spPr>
            <a:xfrm>
              <a:off x="2890502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9" name="pg3819"/>
            <p:cNvSpPr/>
            <p:nvPr/>
          </p:nvSpPr>
          <p:spPr>
            <a:xfrm>
              <a:off x="4601190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0" name="pg3820"/>
            <p:cNvSpPr/>
            <p:nvPr/>
          </p:nvSpPr>
          <p:spPr>
            <a:xfrm>
              <a:off x="4612827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1" name="pg3821"/>
            <p:cNvSpPr/>
            <p:nvPr/>
          </p:nvSpPr>
          <p:spPr>
            <a:xfrm>
              <a:off x="4624464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2" name="pg3822"/>
            <p:cNvSpPr/>
            <p:nvPr/>
          </p:nvSpPr>
          <p:spPr>
            <a:xfrm>
              <a:off x="4636101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3" name="pg3823"/>
            <p:cNvSpPr/>
            <p:nvPr/>
          </p:nvSpPr>
          <p:spPr>
            <a:xfrm>
              <a:off x="4647739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4" name="pg3824"/>
            <p:cNvSpPr/>
            <p:nvPr/>
          </p:nvSpPr>
          <p:spPr>
            <a:xfrm>
              <a:off x="2843953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5" name="pg3825"/>
            <p:cNvSpPr/>
            <p:nvPr/>
          </p:nvSpPr>
          <p:spPr>
            <a:xfrm>
              <a:off x="2855590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6" name="pg3826"/>
            <p:cNvSpPr/>
            <p:nvPr/>
          </p:nvSpPr>
          <p:spPr>
            <a:xfrm>
              <a:off x="2867227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7" name="pg3827"/>
            <p:cNvSpPr/>
            <p:nvPr/>
          </p:nvSpPr>
          <p:spPr>
            <a:xfrm>
              <a:off x="2878865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8" name="pg3828"/>
            <p:cNvSpPr/>
            <p:nvPr/>
          </p:nvSpPr>
          <p:spPr>
            <a:xfrm>
              <a:off x="2890502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9" name="pg3829"/>
            <p:cNvSpPr/>
            <p:nvPr/>
          </p:nvSpPr>
          <p:spPr>
            <a:xfrm>
              <a:off x="2843953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0" name="pg3830"/>
            <p:cNvSpPr/>
            <p:nvPr/>
          </p:nvSpPr>
          <p:spPr>
            <a:xfrm>
              <a:off x="2855590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1" name="pg3831"/>
            <p:cNvSpPr/>
            <p:nvPr/>
          </p:nvSpPr>
          <p:spPr>
            <a:xfrm>
              <a:off x="2867227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2" name="pg3832"/>
            <p:cNvSpPr/>
            <p:nvPr/>
          </p:nvSpPr>
          <p:spPr>
            <a:xfrm>
              <a:off x="2878865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3" name="pg3833"/>
            <p:cNvSpPr/>
            <p:nvPr/>
          </p:nvSpPr>
          <p:spPr>
            <a:xfrm>
              <a:off x="2832315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4" name="pg3834"/>
            <p:cNvSpPr/>
            <p:nvPr/>
          </p:nvSpPr>
          <p:spPr>
            <a:xfrm>
              <a:off x="2843953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5" name="pg3835"/>
            <p:cNvSpPr/>
            <p:nvPr/>
          </p:nvSpPr>
          <p:spPr>
            <a:xfrm>
              <a:off x="2855590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6" name="pg3836"/>
            <p:cNvSpPr/>
            <p:nvPr/>
          </p:nvSpPr>
          <p:spPr>
            <a:xfrm>
              <a:off x="2867227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7" name="pg3837"/>
            <p:cNvSpPr/>
            <p:nvPr/>
          </p:nvSpPr>
          <p:spPr>
            <a:xfrm>
              <a:off x="2878865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8" name="pg3838"/>
            <p:cNvSpPr/>
            <p:nvPr/>
          </p:nvSpPr>
          <p:spPr>
            <a:xfrm>
              <a:off x="2832315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9" name="pg3839"/>
            <p:cNvSpPr/>
            <p:nvPr/>
          </p:nvSpPr>
          <p:spPr>
            <a:xfrm>
              <a:off x="2843953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0" name="pg3840"/>
            <p:cNvSpPr/>
            <p:nvPr/>
          </p:nvSpPr>
          <p:spPr>
            <a:xfrm>
              <a:off x="2855590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1" name="pg3841"/>
            <p:cNvSpPr/>
            <p:nvPr/>
          </p:nvSpPr>
          <p:spPr>
            <a:xfrm>
              <a:off x="2867227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2" name="pg3842"/>
            <p:cNvSpPr/>
            <p:nvPr/>
          </p:nvSpPr>
          <p:spPr>
            <a:xfrm>
              <a:off x="2878865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3" name="pg3843"/>
            <p:cNvSpPr/>
            <p:nvPr/>
          </p:nvSpPr>
          <p:spPr>
            <a:xfrm>
              <a:off x="2832315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4" name="pg3844"/>
            <p:cNvSpPr/>
            <p:nvPr/>
          </p:nvSpPr>
          <p:spPr>
            <a:xfrm>
              <a:off x="2843953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5" name="pg3845"/>
            <p:cNvSpPr/>
            <p:nvPr/>
          </p:nvSpPr>
          <p:spPr>
            <a:xfrm>
              <a:off x="2855590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6" name="pg3846"/>
            <p:cNvSpPr/>
            <p:nvPr/>
          </p:nvSpPr>
          <p:spPr>
            <a:xfrm>
              <a:off x="2867227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7" name="pg3847"/>
            <p:cNvSpPr/>
            <p:nvPr/>
          </p:nvSpPr>
          <p:spPr>
            <a:xfrm>
              <a:off x="2878865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8" name="pg3848"/>
            <p:cNvSpPr/>
            <p:nvPr/>
          </p:nvSpPr>
          <p:spPr>
            <a:xfrm>
              <a:off x="2832315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9" name="pg3849"/>
            <p:cNvSpPr/>
            <p:nvPr/>
          </p:nvSpPr>
          <p:spPr>
            <a:xfrm>
              <a:off x="2843953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0" name="pg3850"/>
            <p:cNvSpPr/>
            <p:nvPr/>
          </p:nvSpPr>
          <p:spPr>
            <a:xfrm>
              <a:off x="2855590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1" name="pg3851"/>
            <p:cNvSpPr/>
            <p:nvPr/>
          </p:nvSpPr>
          <p:spPr>
            <a:xfrm>
              <a:off x="2867227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2" name="pg3852"/>
            <p:cNvSpPr/>
            <p:nvPr/>
          </p:nvSpPr>
          <p:spPr>
            <a:xfrm>
              <a:off x="2832315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3" name="pg3853"/>
            <p:cNvSpPr/>
            <p:nvPr/>
          </p:nvSpPr>
          <p:spPr>
            <a:xfrm>
              <a:off x="2843953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4" name="pg3854"/>
            <p:cNvSpPr/>
            <p:nvPr/>
          </p:nvSpPr>
          <p:spPr>
            <a:xfrm>
              <a:off x="2855590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5" name="pg3855"/>
            <p:cNvSpPr/>
            <p:nvPr/>
          </p:nvSpPr>
          <p:spPr>
            <a:xfrm>
              <a:off x="2867227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6" name="pg3856"/>
            <p:cNvSpPr/>
            <p:nvPr/>
          </p:nvSpPr>
          <p:spPr>
            <a:xfrm>
              <a:off x="2832315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7" name="pg3857"/>
            <p:cNvSpPr/>
            <p:nvPr/>
          </p:nvSpPr>
          <p:spPr>
            <a:xfrm>
              <a:off x="2843953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8" name="pg3858"/>
            <p:cNvSpPr/>
            <p:nvPr/>
          </p:nvSpPr>
          <p:spPr>
            <a:xfrm>
              <a:off x="2855590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9" name="pg3859"/>
            <p:cNvSpPr/>
            <p:nvPr/>
          </p:nvSpPr>
          <p:spPr>
            <a:xfrm>
              <a:off x="2867227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0" name="pg3860"/>
            <p:cNvSpPr/>
            <p:nvPr/>
          </p:nvSpPr>
          <p:spPr>
            <a:xfrm>
              <a:off x="2832315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1" name="pg3861"/>
            <p:cNvSpPr/>
            <p:nvPr/>
          </p:nvSpPr>
          <p:spPr>
            <a:xfrm>
              <a:off x="2843953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2" name="pg3862"/>
            <p:cNvSpPr/>
            <p:nvPr/>
          </p:nvSpPr>
          <p:spPr>
            <a:xfrm>
              <a:off x="2855590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3" name="pg3863"/>
            <p:cNvSpPr/>
            <p:nvPr/>
          </p:nvSpPr>
          <p:spPr>
            <a:xfrm>
              <a:off x="2867227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4" name="pg3864"/>
            <p:cNvSpPr/>
            <p:nvPr/>
          </p:nvSpPr>
          <p:spPr>
            <a:xfrm>
              <a:off x="2832315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5" name="pg3865"/>
            <p:cNvSpPr/>
            <p:nvPr/>
          </p:nvSpPr>
          <p:spPr>
            <a:xfrm>
              <a:off x="2843953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6" name="pg3866"/>
            <p:cNvSpPr/>
            <p:nvPr/>
          </p:nvSpPr>
          <p:spPr>
            <a:xfrm>
              <a:off x="2855590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7" name="pg3867"/>
            <p:cNvSpPr/>
            <p:nvPr/>
          </p:nvSpPr>
          <p:spPr>
            <a:xfrm>
              <a:off x="2399291" y="2540116"/>
              <a:ext cx="3705599" cy="2850404"/>
            </a:xfrm>
            <a:custGeom>
              <a:avLst/>
              <a:gdLst/>
              <a:ahLst/>
              <a:cxnLst/>
              <a:rect l="0" t="0" r="0" b="0"/>
              <a:pathLst>
                <a:path w="3705599" h="2850404">
                  <a:moveTo>
                    <a:pt x="2893187" y="266106"/>
                  </a:moveTo>
                  <a:lnTo>
                    <a:pt x="2917831" y="266068"/>
                  </a:lnTo>
                  <a:lnTo>
                    <a:pt x="2961871" y="266005"/>
                  </a:lnTo>
                  <a:lnTo>
                    <a:pt x="3005910" y="265941"/>
                  </a:lnTo>
                  <a:lnTo>
                    <a:pt x="3049950" y="265884"/>
                  </a:lnTo>
                  <a:lnTo>
                    <a:pt x="3093989" y="265820"/>
                  </a:lnTo>
                  <a:lnTo>
                    <a:pt x="3138033" y="265757"/>
                  </a:lnTo>
                  <a:lnTo>
                    <a:pt x="3182073" y="265693"/>
                  </a:lnTo>
                  <a:lnTo>
                    <a:pt x="3226112" y="265630"/>
                  </a:lnTo>
                  <a:lnTo>
                    <a:pt x="3236535" y="240559"/>
                  </a:lnTo>
                  <a:lnTo>
                    <a:pt x="3246246" y="228887"/>
                  </a:lnTo>
                  <a:lnTo>
                    <a:pt x="3259547" y="232754"/>
                  </a:lnTo>
                  <a:lnTo>
                    <a:pt x="3266632" y="232430"/>
                  </a:lnTo>
                  <a:lnTo>
                    <a:pt x="3274508" y="226410"/>
                  </a:lnTo>
                  <a:lnTo>
                    <a:pt x="3280895" y="222752"/>
                  </a:lnTo>
                  <a:lnTo>
                    <a:pt x="3285102" y="223292"/>
                  </a:lnTo>
                  <a:lnTo>
                    <a:pt x="3288693" y="228804"/>
                  </a:lnTo>
                  <a:lnTo>
                    <a:pt x="3291680" y="232481"/>
                  </a:lnTo>
                  <a:lnTo>
                    <a:pt x="3295168" y="231408"/>
                  </a:lnTo>
                  <a:lnTo>
                    <a:pt x="3298155" y="226207"/>
                  </a:lnTo>
                  <a:lnTo>
                    <a:pt x="3298052" y="218993"/>
                  </a:lnTo>
                  <a:lnTo>
                    <a:pt x="3302140" y="213970"/>
                  </a:lnTo>
                  <a:lnTo>
                    <a:pt x="3306992" y="213201"/>
                  </a:lnTo>
                  <a:lnTo>
                    <a:pt x="3311478" y="213360"/>
                  </a:lnTo>
                  <a:lnTo>
                    <a:pt x="3313715" y="210909"/>
                  </a:lnTo>
                  <a:lnTo>
                    <a:pt x="3313467" y="207391"/>
                  </a:lnTo>
                  <a:lnTo>
                    <a:pt x="3311850" y="201726"/>
                  </a:lnTo>
                  <a:lnTo>
                    <a:pt x="3312398" y="194906"/>
                  </a:lnTo>
                  <a:lnTo>
                    <a:pt x="3323601" y="182859"/>
                  </a:lnTo>
                  <a:lnTo>
                    <a:pt x="3337337" y="174686"/>
                  </a:lnTo>
                  <a:lnTo>
                    <a:pt x="3342153" y="170603"/>
                  </a:lnTo>
                  <a:lnTo>
                    <a:pt x="3343554" y="162322"/>
                  </a:lnTo>
                  <a:lnTo>
                    <a:pt x="3351429" y="153717"/>
                  </a:lnTo>
                  <a:lnTo>
                    <a:pt x="3355367" y="148770"/>
                  </a:lnTo>
                  <a:lnTo>
                    <a:pt x="3356328" y="144471"/>
                  </a:lnTo>
                  <a:lnTo>
                    <a:pt x="3354287" y="139181"/>
                  </a:lnTo>
                  <a:lnTo>
                    <a:pt x="3354494" y="129097"/>
                  </a:lnTo>
                  <a:lnTo>
                    <a:pt x="3357202" y="117050"/>
                  </a:lnTo>
                  <a:lnTo>
                    <a:pt x="3360442" y="103930"/>
                  </a:lnTo>
                  <a:lnTo>
                    <a:pt x="3367703" y="92099"/>
                  </a:lnTo>
                  <a:lnTo>
                    <a:pt x="3379609" y="79195"/>
                  </a:lnTo>
                  <a:lnTo>
                    <a:pt x="3382673" y="62240"/>
                  </a:lnTo>
                  <a:lnTo>
                    <a:pt x="3385903" y="44357"/>
                  </a:lnTo>
                  <a:lnTo>
                    <a:pt x="3400295" y="26932"/>
                  </a:lnTo>
                  <a:lnTo>
                    <a:pt x="3416615" y="7169"/>
                  </a:lnTo>
                  <a:lnTo>
                    <a:pt x="3422535" y="0"/>
                  </a:lnTo>
                  <a:lnTo>
                    <a:pt x="3618932" y="0"/>
                  </a:lnTo>
                  <a:lnTo>
                    <a:pt x="3619257" y="14859"/>
                  </a:lnTo>
                  <a:lnTo>
                    <a:pt x="3619521" y="35130"/>
                  </a:lnTo>
                  <a:lnTo>
                    <a:pt x="3619800" y="56493"/>
                  </a:lnTo>
                  <a:lnTo>
                    <a:pt x="3620001" y="71740"/>
                  </a:lnTo>
                  <a:lnTo>
                    <a:pt x="3620347" y="92677"/>
                  </a:lnTo>
                  <a:lnTo>
                    <a:pt x="3620621" y="109334"/>
                  </a:lnTo>
                  <a:lnTo>
                    <a:pt x="3620988" y="131078"/>
                  </a:lnTo>
                  <a:lnTo>
                    <a:pt x="3621179" y="142699"/>
                  </a:lnTo>
                  <a:lnTo>
                    <a:pt x="3623045" y="146052"/>
                  </a:lnTo>
                  <a:lnTo>
                    <a:pt x="3621924" y="150631"/>
                  </a:lnTo>
                  <a:lnTo>
                    <a:pt x="3621433" y="152923"/>
                  </a:lnTo>
                  <a:lnTo>
                    <a:pt x="3621552" y="154746"/>
                  </a:lnTo>
                  <a:lnTo>
                    <a:pt x="3622296" y="157038"/>
                  </a:lnTo>
                  <a:lnTo>
                    <a:pt x="3622172" y="160245"/>
                  </a:lnTo>
                  <a:lnTo>
                    <a:pt x="3620435" y="163147"/>
                  </a:lnTo>
                  <a:lnTo>
                    <a:pt x="3619567" y="166500"/>
                  </a:lnTo>
                  <a:lnTo>
                    <a:pt x="3619319" y="171993"/>
                  </a:lnTo>
                  <a:lnTo>
                    <a:pt x="3621179" y="175353"/>
                  </a:lnTo>
                  <a:lnTo>
                    <a:pt x="3624285" y="177334"/>
                  </a:lnTo>
                  <a:lnTo>
                    <a:pt x="3626895" y="177334"/>
                  </a:lnTo>
                  <a:lnTo>
                    <a:pt x="3630249" y="179322"/>
                  </a:lnTo>
                  <a:lnTo>
                    <a:pt x="3634595" y="182834"/>
                  </a:lnTo>
                  <a:lnTo>
                    <a:pt x="3641173" y="185882"/>
                  </a:lnTo>
                  <a:lnTo>
                    <a:pt x="3648005" y="186949"/>
                  </a:lnTo>
                  <a:lnTo>
                    <a:pt x="3652723" y="186187"/>
                  </a:lnTo>
                  <a:lnTo>
                    <a:pt x="3658434" y="188174"/>
                  </a:lnTo>
                  <a:lnTo>
                    <a:pt x="3660423" y="193058"/>
                  </a:lnTo>
                  <a:lnTo>
                    <a:pt x="3659307" y="197630"/>
                  </a:lnTo>
                  <a:lnTo>
                    <a:pt x="3656077" y="199770"/>
                  </a:lnTo>
                  <a:lnTo>
                    <a:pt x="3652599" y="201453"/>
                  </a:lnTo>
                  <a:lnTo>
                    <a:pt x="3651979" y="204958"/>
                  </a:lnTo>
                  <a:lnTo>
                    <a:pt x="3653715" y="208623"/>
                  </a:lnTo>
                  <a:lnTo>
                    <a:pt x="3656201" y="211829"/>
                  </a:lnTo>
                  <a:lnTo>
                    <a:pt x="3658935" y="217462"/>
                  </a:lnTo>
                  <a:lnTo>
                    <a:pt x="3657813" y="222346"/>
                  </a:lnTo>
                  <a:lnTo>
                    <a:pt x="3655333" y="226467"/>
                  </a:lnTo>
                  <a:lnTo>
                    <a:pt x="3654212" y="230735"/>
                  </a:lnTo>
                  <a:lnTo>
                    <a:pt x="3656325" y="234405"/>
                  </a:lnTo>
                  <a:lnTo>
                    <a:pt x="3661912" y="239282"/>
                  </a:lnTo>
                  <a:lnTo>
                    <a:pt x="3665389" y="244013"/>
                  </a:lnTo>
                  <a:lnTo>
                    <a:pt x="3670857" y="246611"/>
                  </a:lnTo>
                  <a:lnTo>
                    <a:pt x="3673461" y="244775"/>
                  </a:lnTo>
                  <a:lnTo>
                    <a:pt x="3675575" y="242330"/>
                  </a:lnTo>
                  <a:lnTo>
                    <a:pt x="3677807" y="240501"/>
                  </a:lnTo>
                  <a:lnTo>
                    <a:pt x="3681657" y="241575"/>
                  </a:lnTo>
                  <a:lnTo>
                    <a:pt x="3686127" y="242946"/>
                  </a:lnTo>
                  <a:lnTo>
                    <a:pt x="3691011" y="244578"/>
                  </a:lnTo>
                  <a:lnTo>
                    <a:pt x="3690427" y="248535"/>
                  </a:lnTo>
                  <a:lnTo>
                    <a:pt x="3693404" y="255203"/>
                  </a:lnTo>
                  <a:lnTo>
                    <a:pt x="3695708" y="268024"/>
                  </a:lnTo>
                  <a:lnTo>
                    <a:pt x="3692169" y="273847"/>
                  </a:lnTo>
                  <a:lnTo>
                    <a:pt x="3692928" y="281563"/>
                  </a:lnTo>
                  <a:lnTo>
                    <a:pt x="3702742" y="283811"/>
                  </a:lnTo>
                  <a:lnTo>
                    <a:pt x="3705129" y="286173"/>
                  </a:lnTo>
                  <a:lnTo>
                    <a:pt x="3705599" y="289025"/>
                  </a:lnTo>
                  <a:lnTo>
                    <a:pt x="3683983" y="308806"/>
                  </a:lnTo>
                  <a:lnTo>
                    <a:pt x="3665694" y="306037"/>
                  </a:lnTo>
                  <a:lnTo>
                    <a:pt x="3655772" y="311283"/>
                  </a:lnTo>
                  <a:lnTo>
                    <a:pt x="3645380" y="312813"/>
                  </a:lnTo>
                  <a:lnTo>
                    <a:pt x="3640822" y="321653"/>
                  </a:lnTo>
                  <a:lnTo>
                    <a:pt x="3635117" y="323526"/>
                  </a:lnTo>
                  <a:lnTo>
                    <a:pt x="3627303" y="322993"/>
                  </a:lnTo>
                  <a:lnTo>
                    <a:pt x="3620565" y="320497"/>
                  </a:lnTo>
                  <a:lnTo>
                    <a:pt x="3615423" y="321723"/>
                  </a:lnTo>
                  <a:lnTo>
                    <a:pt x="3608229" y="337675"/>
                  </a:lnTo>
                  <a:lnTo>
                    <a:pt x="3602338" y="336284"/>
                  </a:lnTo>
                  <a:lnTo>
                    <a:pt x="3599992" y="342025"/>
                  </a:lnTo>
                  <a:lnTo>
                    <a:pt x="3596912" y="344534"/>
                  </a:lnTo>
                  <a:lnTo>
                    <a:pt x="3592395" y="346686"/>
                  </a:lnTo>
                  <a:lnTo>
                    <a:pt x="3588473" y="339599"/>
                  </a:lnTo>
                  <a:lnTo>
                    <a:pt x="3585977" y="332862"/>
                  </a:lnTo>
                  <a:lnTo>
                    <a:pt x="3582298" y="331382"/>
                  </a:lnTo>
                  <a:lnTo>
                    <a:pt x="3577409" y="329661"/>
                  </a:lnTo>
                  <a:lnTo>
                    <a:pt x="3572381" y="329718"/>
                  </a:lnTo>
                  <a:lnTo>
                    <a:pt x="3569027" y="330683"/>
                  </a:lnTo>
                  <a:lnTo>
                    <a:pt x="3564867" y="335040"/>
                  </a:lnTo>
                  <a:lnTo>
                    <a:pt x="3558836" y="338780"/>
                  </a:lnTo>
                  <a:lnTo>
                    <a:pt x="3554273" y="335662"/>
                  </a:lnTo>
                  <a:lnTo>
                    <a:pt x="3550702" y="330652"/>
                  </a:lnTo>
                  <a:lnTo>
                    <a:pt x="3547648" y="338710"/>
                  </a:lnTo>
                  <a:lnTo>
                    <a:pt x="3543204" y="347220"/>
                  </a:lnTo>
                  <a:lnTo>
                    <a:pt x="3543943" y="357145"/>
                  </a:lnTo>
                  <a:lnTo>
                    <a:pt x="3542031" y="363032"/>
                  </a:lnTo>
                  <a:lnTo>
                    <a:pt x="3537814" y="361445"/>
                  </a:lnTo>
                  <a:lnTo>
                    <a:pt x="3533618" y="356282"/>
                  </a:lnTo>
                  <a:lnTo>
                    <a:pt x="3521840" y="352154"/>
                  </a:lnTo>
                  <a:lnTo>
                    <a:pt x="3512461" y="352535"/>
                  </a:lnTo>
                  <a:lnTo>
                    <a:pt x="3514368" y="347023"/>
                  </a:lnTo>
                  <a:lnTo>
                    <a:pt x="3523236" y="339110"/>
                  </a:lnTo>
                  <a:lnTo>
                    <a:pt x="3520507" y="337561"/>
                  </a:lnTo>
                  <a:lnTo>
                    <a:pt x="3516156" y="338659"/>
                  </a:lnTo>
                  <a:lnTo>
                    <a:pt x="3514259" y="337561"/>
                  </a:lnTo>
                  <a:lnTo>
                    <a:pt x="3517370" y="330372"/>
                  </a:lnTo>
                  <a:lnTo>
                    <a:pt x="3517670" y="322441"/>
                  </a:lnTo>
                  <a:lnTo>
                    <a:pt x="3513701" y="325216"/>
                  </a:lnTo>
                  <a:lnTo>
                    <a:pt x="3508709" y="333585"/>
                  </a:lnTo>
                  <a:lnTo>
                    <a:pt x="3496632" y="340247"/>
                  </a:lnTo>
                  <a:lnTo>
                    <a:pt x="3497195" y="351398"/>
                  </a:lnTo>
                  <a:lnTo>
                    <a:pt x="3485826" y="374253"/>
                  </a:lnTo>
                  <a:lnTo>
                    <a:pt x="3485320" y="383982"/>
                  </a:lnTo>
                  <a:lnTo>
                    <a:pt x="3478028" y="391749"/>
                  </a:lnTo>
                  <a:lnTo>
                    <a:pt x="3468628" y="398429"/>
                  </a:lnTo>
                  <a:lnTo>
                    <a:pt x="3456091" y="396550"/>
                  </a:lnTo>
                  <a:lnTo>
                    <a:pt x="3446521" y="402354"/>
                  </a:lnTo>
                  <a:lnTo>
                    <a:pt x="3441663" y="409015"/>
                  </a:lnTo>
                  <a:lnTo>
                    <a:pt x="3437441" y="410019"/>
                  </a:lnTo>
                  <a:lnTo>
                    <a:pt x="3435240" y="401535"/>
                  </a:lnTo>
                  <a:lnTo>
                    <a:pt x="3433638" y="398912"/>
                  </a:lnTo>
                  <a:lnTo>
                    <a:pt x="3430113" y="411422"/>
                  </a:lnTo>
                  <a:lnTo>
                    <a:pt x="3426522" y="412197"/>
                  </a:lnTo>
                  <a:lnTo>
                    <a:pt x="3425163" y="403325"/>
                  </a:lnTo>
                  <a:lnTo>
                    <a:pt x="3423457" y="397464"/>
                  </a:lnTo>
                  <a:lnTo>
                    <a:pt x="3418563" y="402519"/>
                  </a:lnTo>
                  <a:lnTo>
                    <a:pt x="3415313" y="415918"/>
                  </a:lnTo>
                  <a:lnTo>
                    <a:pt x="3411907" y="414788"/>
                  </a:lnTo>
                  <a:lnTo>
                    <a:pt x="3410822" y="409803"/>
                  </a:lnTo>
                  <a:lnTo>
                    <a:pt x="3408383" y="408291"/>
                  </a:lnTo>
                  <a:lnTo>
                    <a:pt x="3407546" y="413988"/>
                  </a:lnTo>
                  <a:lnTo>
                    <a:pt x="3408776" y="422002"/>
                  </a:lnTo>
                  <a:lnTo>
                    <a:pt x="3407003" y="426282"/>
                  </a:lnTo>
                  <a:lnTo>
                    <a:pt x="3403618" y="423996"/>
                  </a:lnTo>
                  <a:lnTo>
                    <a:pt x="3400213" y="420141"/>
                  </a:lnTo>
                  <a:lnTo>
                    <a:pt x="3394595" y="423069"/>
                  </a:lnTo>
                  <a:lnTo>
                    <a:pt x="3389438" y="424256"/>
                  </a:lnTo>
                  <a:lnTo>
                    <a:pt x="3389417" y="420332"/>
                  </a:lnTo>
                  <a:lnTo>
                    <a:pt x="3390399" y="415518"/>
                  </a:lnTo>
                  <a:lnTo>
                    <a:pt x="3380121" y="418179"/>
                  </a:lnTo>
                  <a:lnTo>
                    <a:pt x="3367796" y="427057"/>
                  </a:lnTo>
                  <a:lnTo>
                    <a:pt x="3358225" y="439339"/>
                  </a:lnTo>
                  <a:lnTo>
                    <a:pt x="3361543" y="441383"/>
                  </a:lnTo>
                  <a:lnTo>
                    <a:pt x="3365279" y="445295"/>
                  </a:lnTo>
                  <a:lnTo>
                    <a:pt x="3348654" y="464270"/>
                  </a:lnTo>
                  <a:lnTo>
                    <a:pt x="3331611" y="481359"/>
                  </a:lnTo>
                  <a:lnTo>
                    <a:pt x="3318738" y="509244"/>
                  </a:lnTo>
                  <a:lnTo>
                    <a:pt x="3313571" y="512508"/>
                  </a:lnTo>
                  <a:lnTo>
                    <a:pt x="3309132" y="517620"/>
                  </a:lnTo>
                  <a:lnTo>
                    <a:pt x="3304419" y="534455"/>
                  </a:lnTo>
                  <a:lnTo>
                    <a:pt x="3298977" y="549442"/>
                  </a:lnTo>
                  <a:lnTo>
                    <a:pt x="3302021" y="556116"/>
                  </a:lnTo>
                  <a:lnTo>
                    <a:pt x="3304026" y="562981"/>
                  </a:lnTo>
                  <a:lnTo>
                    <a:pt x="3308858" y="569737"/>
                  </a:lnTo>
                  <a:lnTo>
                    <a:pt x="3312966" y="570347"/>
                  </a:lnTo>
                  <a:lnTo>
                    <a:pt x="3317415" y="569128"/>
                  </a:lnTo>
                  <a:lnTo>
                    <a:pt x="3320681" y="569414"/>
                  </a:lnTo>
                  <a:lnTo>
                    <a:pt x="3322780" y="572284"/>
                  </a:lnTo>
                  <a:lnTo>
                    <a:pt x="3321849" y="575726"/>
                  </a:lnTo>
                  <a:lnTo>
                    <a:pt x="3316718" y="576583"/>
                  </a:lnTo>
                  <a:lnTo>
                    <a:pt x="3307147" y="582603"/>
                  </a:lnTo>
                  <a:lnTo>
                    <a:pt x="3298755" y="584915"/>
                  </a:lnTo>
                  <a:lnTo>
                    <a:pt x="3294548" y="592192"/>
                  </a:lnTo>
                  <a:lnTo>
                    <a:pt x="3288244" y="600600"/>
                  </a:lnTo>
                  <a:lnTo>
                    <a:pt x="3275996" y="613720"/>
                  </a:lnTo>
                  <a:lnTo>
                    <a:pt x="3281231" y="617765"/>
                  </a:lnTo>
                  <a:lnTo>
                    <a:pt x="3300150" y="622325"/>
                  </a:lnTo>
                  <a:lnTo>
                    <a:pt x="3308584" y="627018"/>
                  </a:lnTo>
                  <a:lnTo>
                    <a:pt x="3321348" y="651524"/>
                  </a:lnTo>
                  <a:lnTo>
                    <a:pt x="3318433" y="653975"/>
                  </a:lnTo>
                  <a:lnTo>
                    <a:pt x="3317276" y="658465"/>
                  </a:lnTo>
                  <a:lnTo>
                    <a:pt x="3328624" y="664765"/>
                  </a:lnTo>
                  <a:lnTo>
                    <a:pt x="3332247" y="682362"/>
                  </a:lnTo>
                  <a:lnTo>
                    <a:pt x="3341564" y="688350"/>
                  </a:lnTo>
                  <a:lnTo>
                    <a:pt x="3355450" y="692033"/>
                  </a:lnTo>
                  <a:lnTo>
                    <a:pt x="3372431" y="686712"/>
                  </a:lnTo>
                  <a:lnTo>
                    <a:pt x="3386570" y="679390"/>
                  </a:lnTo>
                  <a:lnTo>
                    <a:pt x="3386074" y="673388"/>
                  </a:lnTo>
                  <a:lnTo>
                    <a:pt x="3377191" y="659424"/>
                  </a:lnTo>
                  <a:lnTo>
                    <a:pt x="3375051" y="652864"/>
                  </a:lnTo>
                  <a:lnTo>
                    <a:pt x="3368457" y="648616"/>
                  </a:lnTo>
                  <a:lnTo>
                    <a:pt x="3365951" y="652216"/>
                  </a:lnTo>
                  <a:lnTo>
                    <a:pt x="3361687" y="647542"/>
                  </a:lnTo>
                  <a:lnTo>
                    <a:pt x="3361207" y="644920"/>
                  </a:lnTo>
                  <a:lnTo>
                    <a:pt x="3365181" y="643643"/>
                  </a:lnTo>
                  <a:lnTo>
                    <a:pt x="3369801" y="644151"/>
                  </a:lnTo>
                  <a:lnTo>
                    <a:pt x="3375191" y="646596"/>
                  </a:lnTo>
                  <a:lnTo>
                    <a:pt x="3389061" y="661818"/>
                  </a:lnTo>
                  <a:lnTo>
                    <a:pt x="3392900" y="681771"/>
                  </a:lnTo>
                  <a:lnTo>
                    <a:pt x="3393722" y="694440"/>
                  </a:lnTo>
                  <a:lnTo>
                    <a:pt x="3392156" y="698771"/>
                  </a:lnTo>
                  <a:lnTo>
                    <a:pt x="3388120" y="697882"/>
                  </a:lnTo>
                  <a:lnTo>
                    <a:pt x="3380420" y="698746"/>
                  </a:lnTo>
                  <a:lnTo>
                    <a:pt x="3343890" y="705306"/>
                  </a:lnTo>
                  <a:lnTo>
                    <a:pt x="3335776" y="711084"/>
                  </a:lnTo>
                  <a:lnTo>
                    <a:pt x="3317173" y="717359"/>
                  </a:lnTo>
                  <a:lnTo>
                    <a:pt x="3316015" y="714228"/>
                  </a:lnTo>
                  <a:lnTo>
                    <a:pt x="3317359" y="707750"/>
                  </a:lnTo>
                  <a:lnTo>
                    <a:pt x="3316186" y="694484"/>
                  </a:lnTo>
                  <a:lnTo>
                    <a:pt x="3312516" y="693868"/>
                  </a:lnTo>
                  <a:lnTo>
                    <a:pt x="3283613" y="715498"/>
                  </a:lnTo>
                  <a:lnTo>
                    <a:pt x="3272441" y="716857"/>
                  </a:lnTo>
                  <a:lnTo>
                    <a:pt x="3263046" y="723188"/>
                  </a:lnTo>
                  <a:lnTo>
                    <a:pt x="3260943" y="719676"/>
                  </a:lnTo>
                  <a:lnTo>
                    <a:pt x="3259263" y="703458"/>
                  </a:lnTo>
                  <a:lnTo>
                    <a:pt x="3265144" y="689855"/>
                  </a:lnTo>
                  <a:lnTo>
                    <a:pt x="3262012" y="690071"/>
                  </a:lnTo>
                  <a:lnTo>
                    <a:pt x="3252194" y="698238"/>
                  </a:lnTo>
                  <a:lnTo>
                    <a:pt x="3247997" y="693214"/>
                  </a:lnTo>
                  <a:lnTo>
                    <a:pt x="3245894" y="687702"/>
                  </a:lnTo>
                  <a:lnTo>
                    <a:pt x="3242871" y="684584"/>
                  </a:lnTo>
                  <a:lnTo>
                    <a:pt x="3239595" y="683403"/>
                  </a:lnTo>
                  <a:lnTo>
                    <a:pt x="3242396" y="695443"/>
                  </a:lnTo>
                  <a:lnTo>
                    <a:pt x="3235740" y="704474"/>
                  </a:lnTo>
                  <a:lnTo>
                    <a:pt x="3233915" y="727830"/>
                  </a:lnTo>
                  <a:lnTo>
                    <a:pt x="3225549" y="737553"/>
                  </a:lnTo>
                  <a:lnTo>
                    <a:pt x="3199467" y="743802"/>
                  </a:lnTo>
                  <a:lnTo>
                    <a:pt x="3182465" y="742481"/>
                  </a:lnTo>
                  <a:lnTo>
                    <a:pt x="3167231" y="744424"/>
                  </a:lnTo>
                  <a:lnTo>
                    <a:pt x="3146974" y="748907"/>
                  </a:lnTo>
                  <a:lnTo>
                    <a:pt x="3135780" y="746240"/>
                  </a:lnTo>
                  <a:lnTo>
                    <a:pt x="3124313" y="750971"/>
                  </a:lnTo>
                  <a:lnTo>
                    <a:pt x="3085390" y="752260"/>
                  </a:lnTo>
                  <a:lnTo>
                    <a:pt x="3077183" y="749752"/>
                  </a:lnTo>
                  <a:lnTo>
                    <a:pt x="3066703" y="758687"/>
                  </a:lnTo>
                  <a:lnTo>
                    <a:pt x="3049924" y="763970"/>
                  </a:lnTo>
                  <a:lnTo>
                    <a:pt x="3007512" y="783993"/>
                  </a:lnTo>
                  <a:lnTo>
                    <a:pt x="2998159" y="791277"/>
                  </a:lnTo>
                  <a:lnTo>
                    <a:pt x="2986769" y="802651"/>
                  </a:lnTo>
                  <a:lnTo>
                    <a:pt x="2979121" y="808766"/>
                  </a:lnTo>
                  <a:lnTo>
                    <a:pt x="2972832" y="810754"/>
                  </a:lnTo>
                  <a:lnTo>
                    <a:pt x="2968966" y="815847"/>
                  </a:lnTo>
                  <a:lnTo>
                    <a:pt x="2964744" y="819174"/>
                  </a:lnTo>
                  <a:lnTo>
                    <a:pt x="2968821" y="807807"/>
                  </a:lnTo>
                  <a:lnTo>
                    <a:pt x="2973250" y="798224"/>
                  </a:lnTo>
                  <a:lnTo>
                    <a:pt x="2976930" y="779662"/>
                  </a:lnTo>
                  <a:lnTo>
                    <a:pt x="2975844" y="764650"/>
                  </a:lnTo>
                  <a:lnTo>
                    <a:pt x="2971281" y="758477"/>
                  </a:lnTo>
                  <a:lnTo>
                    <a:pt x="2966563" y="754362"/>
                  </a:lnTo>
                  <a:lnTo>
                    <a:pt x="2972093" y="769178"/>
                  </a:lnTo>
                  <a:lnTo>
                    <a:pt x="2972987" y="787346"/>
                  </a:lnTo>
                  <a:lnTo>
                    <a:pt x="2971085" y="797989"/>
                  </a:lnTo>
                  <a:lnTo>
                    <a:pt x="2960682" y="818520"/>
                  </a:lnTo>
                  <a:lnTo>
                    <a:pt x="2956253" y="823302"/>
                  </a:lnTo>
                  <a:lnTo>
                    <a:pt x="2951075" y="827506"/>
                  </a:lnTo>
                  <a:lnTo>
                    <a:pt x="2947174" y="829335"/>
                  </a:lnTo>
                  <a:lnTo>
                    <a:pt x="2943572" y="832618"/>
                  </a:lnTo>
                  <a:lnTo>
                    <a:pt x="2939386" y="837819"/>
                  </a:lnTo>
                  <a:lnTo>
                    <a:pt x="2935417" y="848145"/>
                  </a:lnTo>
                  <a:lnTo>
                    <a:pt x="2937820" y="857556"/>
                  </a:lnTo>
                  <a:lnTo>
                    <a:pt x="2958104" y="860992"/>
                  </a:lnTo>
                  <a:lnTo>
                    <a:pt x="2963545" y="858090"/>
                  </a:lnTo>
                  <a:lnTo>
                    <a:pt x="2966315" y="864827"/>
                  </a:lnTo>
                  <a:lnTo>
                    <a:pt x="2967865" y="874188"/>
                  </a:lnTo>
                  <a:lnTo>
                    <a:pt x="2966346" y="884310"/>
                  </a:lnTo>
                  <a:lnTo>
                    <a:pt x="2962956" y="894611"/>
                  </a:lnTo>
                  <a:lnTo>
                    <a:pt x="2960382" y="907400"/>
                  </a:lnTo>
                  <a:lnTo>
                    <a:pt x="2958202" y="926902"/>
                  </a:lnTo>
                  <a:lnTo>
                    <a:pt x="2954920" y="944449"/>
                  </a:lnTo>
                  <a:lnTo>
                    <a:pt x="2954491" y="939121"/>
                  </a:lnTo>
                  <a:lnTo>
                    <a:pt x="2956543" y="917790"/>
                  </a:lnTo>
                  <a:lnTo>
                    <a:pt x="2953220" y="920019"/>
                  </a:lnTo>
                  <a:lnTo>
                    <a:pt x="2950931" y="924940"/>
                  </a:lnTo>
                  <a:lnTo>
                    <a:pt x="2944740" y="952450"/>
                  </a:lnTo>
                  <a:lnTo>
                    <a:pt x="2936229" y="967113"/>
                  </a:lnTo>
                  <a:lnTo>
                    <a:pt x="2928389" y="977255"/>
                  </a:lnTo>
                  <a:lnTo>
                    <a:pt x="2920302" y="975578"/>
                  </a:lnTo>
                  <a:lnTo>
                    <a:pt x="2922121" y="983637"/>
                  </a:lnTo>
                  <a:lnTo>
                    <a:pt x="2919899" y="987834"/>
                  </a:lnTo>
                  <a:lnTo>
                    <a:pt x="2917997" y="996592"/>
                  </a:lnTo>
                  <a:lnTo>
                    <a:pt x="2913175" y="1002396"/>
                  </a:lnTo>
                  <a:lnTo>
                    <a:pt x="2908643" y="1001837"/>
                  </a:lnTo>
                  <a:lnTo>
                    <a:pt x="2902132" y="1005838"/>
                  </a:lnTo>
                  <a:lnTo>
                    <a:pt x="2899564" y="1008899"/>
                  </a:lnTo>
                  <a:lnTo>
                    <a:pt x="2899372" y="1014760"/>
                  </a:lnTo>
                  <a:lnTo>
                    <a:pt x="2895016" y="1019917"/>
                  </a:lnTo>
                  <a:lnTo>
                    <a:pt x="2879296" y="1046703"/>
                  </a:lnTo>
                  <a:lnTo>
                    <a:pt x="2865648" y="1054609"/>
                  </a:lnTo>
                  <a:lnTo>
                    <a:pt x="2862382" y="1053459"/>
                  </a:lnTo>
                  <a:lnTo>
                    <a:pt x="2865978" y="1040816"/>
                  </a:lnTo>
                  <a:lnTo>
                    <a:pt x="2868443" y="1028032"/>
                  </a:lnTo>
                  <a:lnTo>
                    <a:pt x="2860160" y="1022469"/>
                  </a:lnTo>
                  <a:lnTo>
                    <a:pt x="2852232" y="1019529"/>
                  </a:lnTo>
                  <a:lnTo>
                    <a:pt x="2843137" y="1019917"/>
                  </a:lnTo>
                  <a:lnTo>
                    <a:pt x="2833091" y="1009978"/>
                  </a:lnTo>
                  <a:lnTo>
                    <a:pt x="2820141" y="1002751"/>
                  </a:lnTo>
                  <a:lnTo>
                    <a:pt x="2802064" y="983199"/>
                  </a:lnTo>
                  <a:lnTo>
                    <a:pt x="2802591" y="977775"/>
                  </a:lnTo>
                  <a:lnTo>
                    <a:pt x="2802136" y="968675"/>
                  </a:lnTo>
                  <a:lnTo>
                    <a:pt x="2807630" y="954298"/>
                  </a:lnTo>
                  <a:lnTo>
                    <a:pt x="2812896" y="944245"/>
                  </a:lnTo>
                  <a:lnTo>
                    <a:pt x="2820167" y="939038"/>
                  </a:lnTo>
                  <a:lnTo>
                    <a:pt x="2841266" y="933735"/>
                  </a:lnTo>
                  <a:lnTo>
                    <a:pt x="2846558" y="925759"/>
                  </a:lnTo>
                  <a:lnTo>
                    <a:pt x="2849695" y="919041"/>
                  </a:lnTo>
                  <a:lnTo>
                    <a:pt x="2839241" y="930579"/>
                  </a:lnTo>
                  <a:lnTo>
                    <a:pt x="2823582" y="934491"/>
                  </a:lnTo>
                  <a:lnTo>
                    <a:pt x="2815144" y="938797"/>
                  </a:lnTo>
                  <a:lnTo>
                    <a:pt x="2808395" y="945382"/>
                  </a:lnTo>
                  <a:lnTo>
                    <a:pt x="2804400" y="953650"/>
                  </a:lnTo>
                  <a:lnTo>
                    <a:pt x="2795356" y="963614"/>
                  </a:lnTo>
                  <a:lnTo>
                    <a:pt x="2795992" y="970288"/>
                  </a:lnTo>
                  <a:lnTo>
                    <a:pt x="2797506" y="975032"/>
                  </a:lnTo>
                  <a:lnTo>
                    <a:pt x="2796808" y="984920"/>
                  </a:lnTo>
                  <a:lnTo>
                    <a:pt x="2802529" y="994559"/>
                  </a:lnTo>
                  <a:lnTo>
                    <a:pt x="2813872" y="1010353"/>
                  </a:lnTo>
                  <a:lnTo>
                    <a:pt x="2816038" y="1034884"/>
                  </a:lnTo>
                  <a:lnTo>
                    <a:pt x="2824694" y="1051300"/>
                  </a:lnTo>
                  <a:lnTo>
                    <a:pt x="2837959" y="1070440"/>
                  </a:lnTo>
                  <a:lnTo>
                    <a:pt x="2848160" y="1075883"/>
                  </a:lnTo>
                  <a:lnTo>
                    <a:pt x="2848656" y="1083001"/>
                  </a:lnTo>
                  <a:lnTo>
                    <a:pt x="2843948" y="1094756"/>
                  </a:lnTo>
                  <a:lnTo>
                    <a:pt x="2837742" y="1100128"/>
                  </a:lnTo>
                  <a:lnTo>
                    <a:pt x="2845814" y="1099055"/>
                  </a:lnTo>
                  <a:lnTo>
                    <a:pt x="2849835" y="1101741"/>
                  </a:lnTo>
                  <a:lnTo>
                    <a:pt x="2853746" y="1111546"/>
                  </a:lnTo>
                  <a:lnTo>
                    <a:pt x="2853442" y="1121555"/>
                  </a:lnTo>
                  <a:lnTo>
                    <a:pt x="2852119" y="1127194"/>
                  </a:lnTo>
                  <a:lnTo>
                    <a:pt x="2849674" y="1129442"/>
                  </a:lnTo>
                  <a:lnTo>
                    <a:pt x="2849778" y="1123682"/>
                  </a:lnTo>
                  <a:lnTo>
                    <a:pt x="2848046" y="1121682"/>
                  </a:lnTo>
                  <a:lnTo>
                    <a:pt x="2845189" y="1124177"/>
                  </a:lnTo>
                  <a:lnTo>
                    <a:pt x="2843339" y="1127022"/>
                  </a:lnTo>
                  <a:lnTo>
                    <a:pt x="2842569" y="1138231"/>
                  </a:lnTo>
                  <a:lnTo>
                    <a:pt x="2840610" y="1143832"/>
                  </a:lnTo>
                  <a:lnTo>
                    <a:pt x="2833685" y="1145496"/>
                  </a:lnTo>
                  <a:lnTo>
                    <a:pt x="2826662" y="1160203"/>
                  </a:lnTo>
                  <a:lnTo>
                    <a:pt x="2820130" y="1168547"/>
                  </a:lnTo>
                  <a:lnTo>
                    <a:pt x="2794426" y="1224971"/>
                  </a:lnTo>
                  <a:lnTo>
                    <a:pt x="2795408" y="1234401"/>
                  </a:lnTo>
                  <a:lnTo>
                    <a:pt x="2790705" y="1237436"/>
                  </a:lnTo>
                  <a:lnTo>
                    <a:pt x="2783584" y="1239907"/>
                  </a:lnTo>
                  <a:lnTo>
                    <a:pt x="2776380" y="1245546"/>
                  </a:lnTo>
                  <a:lnTo>
                    <a:pt x="2771600" y="1251763"/>
                  </a:lnTo>
                  <a:lnTo>
                    <a:pt x="2767161" y="1268484"/>
                  </a:lnTo>
                  <a:lnTo>
                    <a:pt x="2758655" y="1287306"/>
                  </a:lnTo>
                  <a:lnTo>
                    <a:pt x="2753348" y="1279463"/>
                  </a:lnTo>
                  <a:lnTo>
                    <a:pt x="2751989" y="1272751"/>
                  </a:lnTo>
                  <a:lnTo>
                    <a:pt x="2754350" y="1255243"/>
                  </a:lnTo>
                  <a:lnTo>
                    <a:pt x="2763549" y="1226539"/>
                  </a:lnTo>
                  <a:lnTo>
                    <a:pt x="2773683" y="1208695"/>
                  </a:lnTo>
                  <a:lnTo>
                    <a:pt x="2781414" y="1200236"/>
                  </a:lnTo>
                  <a:lnTo>
                    <a:pt x="2787770" y="1182995"/>
                  </a:lnTo>
                  <a:lnTo>
                    <a:pt x="2779739" y="1180423"/>
                  </a:lnTo>
                  <a:lnTo>
                    <a:pt x="2767497" y="1180702"/>
                  </a:lnTo>
                  <a:lnTo>
                    <a:pt x="2769802" y="1172745"/>
                  </a:lnTo>
                  <a:lnTo>
                    <a:pt x="2773373" y="1165734"/>
                  </a:lnTo>
                  <a:lnTo>
                    <a:pt x="2766991" y="1158749"/>
                  </a:lnTo>
                  <a:lnTo>
                    <a:pt x="2763213" y="1157860"/>
                  </a:lnTo>
                  <a:lnTo>
                    <a:pt x="2759322" y="1154996"/>
                  </a:lnTo>
                  <a:lnTo>
                    <a:pt x="2763885" y="1149179"/>
                  </a:lnTo>
                  <a:lnTo>
                    <a:pt x="2766112" y="1143032"/>
                  </a:lnTo>
                  <a:lnTo>
                    <a:pt x="2764753" y="1135551"/>
                  </a:lnTo>
                  <a:lnTo>
                    <a:pt x="2766665" y="1129918"/>
                  </a:lnTo>
                  <a:lnTo>
                    <a:pt x="2763477" y="1130769"/>
                  </a:lnTo>
                  <a:lnTo>
                    <a:pt x="2758350" y="1136732"/>
                  </a:lnTo>
                  <a:lnTo>
                    <a:pt x="2755162" y="1139113"/>
                  </a:lnTo>
                  <a:lnTo>
                    <a:pt x="2753219" y="1133836"/>
                  </a:lnTo>
                  <a:lnTo>
                    <a:pt x="2751002" y="1135030"/>
                  </a:lnTo>
                  <a:lnTo>
                    <a:pt x="2749560" y="1138656"/>
                  </a:lnTo>
                  <a:lnTo>
                    <a:pt x="2746289" y="1140650"/>
                  </a:lnTo>
                  <a:lnTo>
                    <a:pt x="2739380" y="1135691"/>
                  </a:lnTo>
                  <a:lnTo>
                    <a:pt x="2729308" y="1130013"/>
                  </a:lnTo>
                  <a:lnTo>
                    <a:pt x="2723701" y="1120246"/>
                  </a:lnTo>
                  <a:lnTo>
                    <a:pt x="2720502" y="1112677"/>
                  </a:lnTo>
                  <a:lnTo>
                    <a:pt x="2723752" y="1098979"/>
                  </a:lnTo>
                  <a:lnTo>
                    <a:pt x="2730713" y="1096547"/>
                  </a:lnTo>
                  <a:lnTo>
                    <a:pt x="2739757" y="1098769"/>
                  </a:lnTo>
                  <a:lnTo>
                    <a:pt x="2751612" y="1098750"/>
                  </a:lnTo>
                  <a:lnTo>
                    <a:pt x="2749917" y="1095708"/>
                  </a:lnTo>
                  <a:lnTo>
                    <a:pt x="2745684" y="1096210"/>
                  </a:lnTo>
                  <a:lnTo>
                    <a:pt x="2733189" y="1085097"/>
                  </a:lnTo>
                  <a:lnTo>
                    <a:pt x="2729168" y="1078385"/>
                  </a:lnTo>
                  <a:lnTo>
                    <a:pt x="2722254" y="1076543"/>
                  </a:lnTo>
                  <a:lnTo>
                    <a:pt x="2719101" y="1082995"/>
                  </a:lnTo>
                  <a:lnTo>
                    <a:pt x="2715603" y="1084710"/>
                  </a:lnTo>
                  <a:lnTo>
                    <a:pt x="2719923" y="1070593"/>
                  </a:lnTo>
                  <a:lnTo>
                    <a:pt x="2725571" y="1070015"/>
                  </a:lnTo>
                  <a:lnTo>
                    <a:pt x="2733912" y="1066103"/>
                  </a:lnTo>
                  <a:lnTo>
                    <a:pt x="2731488" y="1057930"/>
                  </a:lnTo>
                  <a:lnTo>
                    <a:pt x="2726223" y="1054355"/>
                  </a:lnTo>
                  <a:lnTo>
                    <a:pt x="2716714" y="1058838"/>
                  </a:lnTo>
                  <a:lnTo>
                    <a:pt x="2716828" y="1053091"/>
                  </a:lnTo>
                  <a:lnTo>
                    <a:pt x="2718610" y="1045731"/>
                  </a:lnTo>
                  <a:lnTo>
                    <a:pt x="2725778" y="1045756"/>
                  </a:lnTo>
                  <a:lnTo>
                    <a:pt x="2732057" y="1048157"/>
                  </a:lnTo>
                  <a:lnTo>
                    <a:pt x="2737400" y="1036269"/>
                  </a:lnTo>
                  <a:lnTo>
                    <a:pt x="2737638" y="1030960"/>
                  </a:lnTo>
                  <a:lnTo>
                    <a:pt x="2728760" y="1038676"/>
                  </a:lnTo>
                  <a:lnTo>
                    <a:pt x="2726765" y="1022031"/>
                  </a:lnTo>
                  <a:lnTo>
                    <a:pt x="2735504" y="1005977"/>
                  </a:lnTo>
                  <a:lnTo>
                    <a:pt x="2743839" y="998979"/>
                  </a:lnTo>
                  <a:lnTo>
                    <a:pt x="2754252" y="999183"/>
                  </a:lnTo>
                  <a:lnTo>
                    <a:pt x="2764836" y="998052"/>
                  </a:lnTo>
                  <a:lnTo>
                    <a:pt x="2758195" y="995112"/>
                  </a:lnTo>
                  <a:lnTo>
                    <a:pt x="2751379" y="993518"/>
                  </a:lnTo>
                  <a:lnTo>
                    <a:pt x="2756500" y="987174"/>
                  </a:lnTo>
                  <a:lnTo>
                    <a:pt x="2760867" y="986037"/>
                  </a:lnTo>
                  <a:lnTo>
                    <a:pt x="2765156" y="980506"/>
                  </a:lnTo>
                  <a:lnTo>
                    <a:pt x="2754841" y="981325"/>
                  </a:lnTo>
                  <a:lnTo>
                    <a:pt x="2756056" y="970860"/>
                  </a:lnTo>
                  <a:lnTo>
                    <a:pt x="2751043" y="972987"/>
                  </a:lnTo>
                  <a:lnTo>
                    <a:pt x="2745043" y="973971"/>
                  </a:lnTo>
                  <a:lnTo>
                    <a:pt x="2742708" y="978410"/>
                  </a:lnTo>
                  <a:lnTo>
                    <a:pt x="2743168" y="985783"/>
                  </a:lnTo>
                  <a:lnTo>
                    <a:pt x="2741416" y="990622"/>
                  </a:lnTo>
                  <a:lnTo>
                    <a:pt x="2736749" y="994509"/>
                  </a:lnTo>
                  <a:lnTo>
                    <a:pt x="2728868" y="997538"/>
                  </a:lnTo>
                  <a:lnTo>
                    <a:pt x="2728104" y="992286"/>
                  </a:lnTo>
                  <a:lnTo>
                    <a:pt x="2725499" y="989905"/>
                  </a:lnTo>
                  <a:lnTo>
                    <a:pt x="2724528" y="1001151"/>
                  </a:lnTo>
                  <a:lnTo>
                    <a:pt x="2722460" y="1004974"/>
                  </a:lnTo>
                  <a:lnTo>
                    <a:pt x="2716698" y="994420"/>
                  </a:lnTo>
                  <a:lnTo>
                    <a:pt x="2714967" y="996547"/>
                  </a:lnTo>
                  <a:lnTo>
                    <a:pt x="2715189" y="999545"/>
                  </a:lnTo>
                  <a:lnTo>
                    <a:pt x="2713717" y="1004726"/>
                  </a:lnTo>
                  <a:lnTo>
                    <a:pt x="2708776" y="1007425"/>
                  </a:lnTo>
                  <a:lnTo>
                    <a:pt x="2709081" y="1014068"/>
                  </a:lnTo>
                  <a:lnTo>
                    <a:pt x="2707164" y="1017688"/>
                  </a:lnTo>
                  <a:lnTo>
                    <a:pt x="2691340" y="1011921"/>
                  </a:lnTo>
                  <a:lnTo>
                    <a:pt x="2690968" y="1013877"/>
                  </a:lnTo>
                  <a:lnTo>
                    <a:pt x="2699919" y="1026311"/>
                  </a:lnTo>
                  <a:lnTo>
                    <a:pt x="2706456" y="1030560"/>
                  </a:lnTo>
                  <a:lnTo>
                    <a:pt x="2707252" y="1037342"/>
                  </a:lnTo>
                  <a:lnTo>
                    <a:pt x="2701640" y="1042968"/>
                  </a:lnTo>
                  <a:lnTo>
                    <a:pt x="2693898" y="1038110"/>
                  </a:lnTo>
                  <a:lnTo>
                    <a:pt x="2692596" y="1038466"/>
                  </a:lnTo>
                  <a:lnTo>
                    <a:pt x="2696803" y="1046798"/>
                  </a:lnTo>
                  <a:lnTo>
                    <a:pt x="2699454" y="1054075"/>
                  </a:lnTo>
                  <a:lnTo>
                    <a:pt x="2696725" y="1060172"/>
                  </a:lnTo>
                  <a:lnTo>
                    <a:pt x="2697149" y="1067678"/>
                  </a:lnTo>
                  <a:lnTo>
                    <a:pt x="2696560" y="1074485"/>
                  </a:lnTo>
                  <a:lnTo>
                    <a:pt x="2694891" y="1080423"/>
                  </a:lnTo>
                  <a:lnTo>
                    <a:pt x="2698653" y="1107793"/>
                  </a:lnTo>
                  <a:lnTo>
                    <a:pt x="2703185" y="1115236"/>
                  </a:lnTo>
                  <a:lnTo>
                    <a:pt x="2707639" y="1122355"/>
                  </a:lnTo>
                  <a:lnTo>
                    <a:pt x="2710001" y="1129016"/>
                  </a:lnTo>
                  <a:lnTo>
                    <a:pt x="2705273" y="1129988"/>
                  </a:lnTo>
                  <a:lnTo>
                    <a:pt x="2697743" y="1124507"/>
                  </a:lnTo>
                  <a:lnTo>
                    <a:pt x="2691129" y="1120329"/>
                  </a:lnTo>
                  <a:lnTo>
                    <a:pt x="2683248" y="1106968"/>
                  </a:lnTo>
                  <a:lnTo>
                    <a:pt x="2681945" y="1101633"/>
                  </a:lnTo>
                  <a:lnTo>
                    <a:pt x="2680023" y="1097417"/>
                  </a:lnTo>
                  <a:lnTo>
                    <a:pt x="2680953" y="1107101"/>
                  </a:lnTo>
                  <a:lnTo>
                    <a:pt x="2683765" y="1117916"/>
                  </a:lnTo>
                  <a:lnTo>
                    <a:pt x="2708446" y="1142117"/>
                  </a:lnTo>
                  <a:lnTo>
                    <a:pt x="2713003" y="1151401"/>
                  </a:lnTo>
                  <a:lnTo>
                    <a:pt x="2716476" y="1158698"/>
                  </a:lnTo>
                  <a:lnTo>
                    <a:pt x="2715603" y="1165690"/>
                  </a:lnTo>
                  <a:lnTo>
                    <a:pt x="2709169" y="1160743"/>
                  </a:lnTo>
                  <a:lnTo>
                    <a:pt x="2703619" y="1154437"/>
                  </a:lnTo>
                  <a:lnTo>
                    <a:pt x="2688886" y="1147312"/>
                  </a:lnTo>
                  <a:lnTo>
                    <a:pt x="2670308" y="1142809"/>
                  </a:lnTo>
                  <a:lnTo>
                    <a:pt x="2659833" y="1126247"/>
                  </a:lnTo>
                  <a:lnTo>
                    <a:pt x="2659869" y="1133157"/>
                  </a:lnTo>
                  <a:lnTo>
                    <a:pt x="2657543" y="1139018"/>
                  </a:lnTo>
                  <a:lnTo>
                    <a:pt x="2651141" y="1131874"/>
                  </a:lnTo>
                  <a:lnTo>
                    <a:pt x="2647105" y="1125778"/>
                  </a:lnTo>
                  <a:lnTo>
                    <a:pt x="2645751" y="1119097"/>
                  </a:lnTo>
                  <a:lnTo>
                    <a:pt x="2637756" y="1119554"/>
                  </a:lnTo>
                  <a:lnTo>
                    <a:pt x="2629374" y="1125358"/>
                  </a:lnTo>
                  <a:lnTo>
                    <a:pt x="2621266" y="1123980"/>
                  </a:lnTo>
                  <a:lnTo>
                    <a:pt x="2620305" y="1112651"/>
                  </a:lnTo>
                  <a:lnTo>
                    <a:pt x="2622496" y="1106650"/>
                  </a:lnTo>
                  <a:lnTo>
                    <a:pt x="2631596" y="1092457"/>
                  </a:lnTo>
                  <a:lnTo>
                    <a:pt x="2640170" y="1085211"/>
                  </a:lnTo>
                  <a:lnTo>
                    <a:pt x="2643952" y="1075857"/>
                  </a:lnTo>
                  <a:lnTo>
                    <a:pt x="2642660" y="1061353"/>
                  </a:lnTo>
                  <a:lnTo>
                    <a:pt x="2641048" y="1076111"/>
                  </a:lnTo>
                  <a:lnTo>
                    <a:pt x="2636149" y="1083427"/>
                  </a:lnTo>
                  <a:lnTo>
                    <a:pt x="2628449" y="1089015"/>
                  </a:lnTo>
                  <a:lnTo>
                    <a:pt x="2618315" y="1098973"/>
                  </a:lnTo>
                  <a:lnTo>
                    <a:pt x="2615840" y="1108181"/>
                  </a:lnTo>
                  <a:lnTo>
                    <a:pt x="2612677" y="1125422"/>
                  </a:lnTo>
                  <a:lnTo>
                    <a:pt x="2616956" y="1131258"/>
                  </a:lnTo>
                  <a:lnTo>
                    <a:pt x="2621328" y="1132782"/>
                  </a:lnTo>
                  <a:lnTo>
                    <a:pt x="2634242" y="1128870"/>
                  </a:lnTo>
                  <a:lnTo>
                    <a:pt x="2640924" y="1130617"/>
                  </a:lnTo>
                  <a:lnTo>
                    <a:pt x="2655786" y="1151376"/>
                  </a:lnTo>
                  <a:lnTo>
                    <a:pt x="2683460" y="1159587"/>
                  </a:lnTo>
                  <a:lnTo>
                    <a:pt x="2693552" y="1164718"/>
                  </a:lnTo>
                  <a:lnTo>
                    <a:pt x="2701779" y="1175552"/>
                  </a:lnTo>
                  <a:lnTo>
                    <a:pt x="2714146" y="1181788"/>
                  </a:lnTo>
                  <a:lnTo>
                    <a:pt x="2723742" y="1190850"/>
                  </a:lnTo>
                  <a:lnTo>
                    <a:pt x="2724000" y="1196762"/>
                  </a:lnTo>
                  <a:lnTo>
                    <a:pt x="2720678" y="1203754"/>
                  </a:lnTo>
                  <a:lnTo>
                    <a:pt x="2719365" y="1213216"/>
                  </a:lnTo>
                  <a:lnTo>
                    <a:pt x="2715288" y="1219185"/>
                  </a:lnTo>
                  <a:lnTo>
                    <a:pt x="2705500" y="1219871"/>
                  </a:lnTo>
                  <a:lnTo>
                    <a:pt x="2699588" y="1218334"/>
                  </a:lnTo>
                  <a:lnTo>
                    <a:pt x="2667807" y="1185071"/>
                  </a:lnTo>
                  <a:lnTo>
                    <a:pt x="2664013" y="1182010"/>
                  </a:lnTo>
                  <a:lnTo>
                    <a:pt x="2652226" y="1164591"/>
                  </a:lnTo>
                  <a:lnTo>
                    <a:pt x="2638397" y="1155262"/>
                  </a:lnTo>
                  <a:lnTo>
                    <a:pt x="2634118" y="1155459"/>
                  </a:lnTo>
                  <a:lnTo>
                    <a:pt x="2653802" y="1172713"/>
                  </a:lnTo>
                  <a:lnTo>
                    <a:pt x="2661838" y="1184779"/>
                  </a:lnTo>
                  <a:lnTo>
                    <a:pt x="2675992" y="1201696"/>
                  </a:lnTo>
                  <a:lnTo>
                    <a:pt x="2686111" y="1208860"/>
                  </a:lnTo>
                  <a:lnTo>
                    <a:pt x="2693557" y="1220036"/>
                  </a:lnTo>
                  <a:lnTo>
                    <a:pt x="2700477" y="1225275"/>
                  </a:lnTo>
                  <a:lnTo>
                    <a:pt x="2719370" y="1232737"/>
                  </a:lnTo>
                  <a:lnTo>
                    <a:pt x="2712802" y="1238097"/>
                  </a:lnTo>
                  <a:lnTo>
                    <a:pt x="2723287" y="1242663"/>
                  </a:lnTo>
                  <a:lnTo>
                    <a:pt x="2724786" y="1251058"/>
                  </a:lnTo>
                  <a:lnTo>
                    <a:pt x="2723825" y="1260628"/>
                  </a:lnTo>
                  <a:lnTo>
                    <a:pt x="2709272" y="1256843"/>
                  </a:lnTo>
                  <a:lnTo>
                    <a:pt x="2708797" y="1263892"/>
                  </a:lnTo>
                  <a:lnTo>
                    <a:pt x="2710099" y="1268052"/>
                  </a:lnTo>
                  <a:lnTo>
                    <a:pt x="2703671" y="1271487"/>
                  </a:lnTo>
                  <a:lnTo>
                    <a:pt x="2694730" y="1266826"/>
                  </a:lnTo>
                  <a:lnTo>
                    <a:pt x="2671517" y="1241329"/>
                  </a:lnTo>
                  <a:lnTo>
                    <a:pt x="2671713" y="1244739"/>
                  </a:lnTo>
                  <a:lnTo>
                    <a:pt x="2673594" y="1248696"/>
                  </a:lnTo>
                  <a:lnTo>
                    <a:pt x="2687056" y="1265111"/>
                  </a:lnTo>
                  <a:lnTo>
                    <a:pt x="2699071" y="1274955"/>
                  </a:lnTo>
                  <a:lnTo>
                    <a:pt x="2709257" y="1279400"/>
                  </a:lnTo>
                  <a:lnTo>
                    <a:pt x="2717107" y="1287649"/>
                  </a:lnTo>
                  <a:lnTo>
                    <a:pt x="2719877" y="1292640"/>
                  </a:lnTo>
                  <a:lnTo>
                    <a:pt x="2721727" y="1300210"/>
                  </a:lnTo>
                  <a:lnTo>
                    <a:pt x="2715908" y="1305354"/>
                  </a:lnTo>
                  <a:lnTo>
                    <a:pt x="2709283" y="1308193"/>
                  </a:lnTo>
                  <a:lnTo>
                    <a:pt x="2702813" y="1303061"/>
                  </a:lnTo>
                  <a:lnTo>
                    <a:pt x="2698069" y="1297657"/>
                  </a:lnTo>
                  <a:lnTo>
                    <a:pt x="2687966" y="1288481"/>
                  </a:lnTo>
                  <a:lnTo>
                    <a:pt x="2684938" y="1278225"/>
                  </a:lnTo>
                  <a:lnTo>
                    <a:pt x="2677253" y="1278752"/>
                  </a:lnTo>
                  <a:lnTo>
                    <a:pt x="2645136" y="1265747"/>
                  </a:lnTo>
                  <a:lnTo>
                    <a:pt x="2619323" y="1264248"/>
                  </a:lnTo>
                  <a:lnTo>
                    <a:pt x="2621845" y="1266864"/>
                  </a:lnTo>
                  <a:lnTo>
                    <a:pt x="2625111" y="1268604"/>
                  </a:lnTo>
                  <a:lnTo>
                    <a:pt x="2645668" y="1271811"/>
                  </a:lnTo>
                  <a:lnTo>
                    <a:pt x="2653792" y="1277800"/>
                  </a:lnTo>
                  <a:lnTo>
                    <a:pt x="2670700" y="1283115"/>
                  </a:lnTo>
                  <a:lnTo>
                    <a:pt x="2680602" y="1284569"/>
                  </a:lnTo>
                  <a:lnTo>
                    <a:pt x="2684617" y="1300896"/>
                  </a:lnTo>
                  <a:lnTo>
                    <a:pt x="2698301" y="1312130"/>
                  </a:lnTo>
                  <a:lnTo>
                    <a:pt x="2700079" y="1320455"/>
                  </a:lnTo>
                  <a:lnTo>
                    <a:pt x="2709422" y="1321389"/>
                  </a:lnTo>
                  <a:lnTo>
                    <a:pt x="2725861" y="1313222"/>
                  </a:lnTo>
                  <a:lnTo>
                    <a:pt x="2736470" y="1316086"/>
                  </a:lnTo>
                  <a:lnTo>
                    <a:pt x="2751772" y="1318423"/>
                  </a:lnTo>
                  <a:lnTo>
                    <a:pt x="2755270" y="1325015"/>
                  </a:lnTo>
                  <a:lnTo>
                    <a:pt x="2757896" y="1337557"/>
                  </a:lnTo>
                  <a:lnTo>
                    <a:pt x="2763306" y="1351667"/>
                  </a:lnTo>
                  <a:lnTo>
                    <a:pt x="2777337" y="1407303"/>
                  </a:lnTo>
                  <a:lnTo>
                    <a:pt x="2798416" y="1452810"/>
                  </a:lnTo>
                  <a:lnTo>
                    <a:pt x="2801010" y="1460646"/>
                  </a:lnTo>
                  <a:lnTo>
                    <a:pt x="2796111" y="1453769"/>
                  </a:lnTo>
                  <a:lnTo>
                    <a:pt x="2780473" y="1423630"/>
                  </a:lnTo>
                  <a:lnTo>
                    <a:pt x="2771843" y="1401867"/>
                  </a:lnTo>
                  <a:lnTo>
                    <a:pt x="2762975" y="1363441"/>
                  </a:lnTo>
                  <a:lnTo>
                    <a:pt x="2760402" y="1354836"/>
                  </a:lnTo>
                  <a:lnTo>
                    <a:pt x="2757374" y="1351401"/>
                  </a:lnTo>
                  <a:lnTo>
                    <a:pt x="2755379" y="1354195"/>
                  </a:lnTo>
                  <a:lnTo>
                    <a:pt x="2754521" y="1359091"/>
                  </a:lnTo>
                  <a:lnTo>
                    <a:pt x="2755968" y="1362850"/>
                  </a:lnTo>
                  <a:lnTo>
                    <a:pt x="2752475" y="1375500"/>
                  </a:lnTo>
                  <a:lnTo>
                    <a:pt x="2753989" y="1381305"/>
                  </a:lnTo>
                  <a:lnTo>
                    <a:pt x="2759663" y="1387306"/>
                  </a:lnTo>
                  <a:lnTo>
                    <a:pt x="2765828" y="1402280"/>
                  </a:lnTo>
                  <a:lnTo>
                    <a:pt x="2770753" y="1422442"/>
                  </a:lnTo>
                  <a:lnTo>
                    <a:pt x="2764092" y="1414269"/>
                  </a:lnTo>
                  <a:lnTo>
                    <a:pt x="2756981" y="1409938"/>
                  </a:lnTo>
                  <a:lnTo>
                    <a:pt x="2745917" y="1406617"/>
                  </a:lnTo>
                  <a:lnTo>
                    <a:pt x="2736062" y="1400794"/>
                  </a:lnTo>
                  <a:lnTo>
                    <a:pt x="2736780" y="1409145"/>
                  </a:lnTo>
                  <a:lnTo>
                    <a:pt x="2735835" y="1418162"/>
                  </a:lnTo>
                  <a:lnTo>
                    <a:pt x="2728238" y="1415412"/>
                  </a:lnTo>
                  <a:lnTo>
                    <a:pt x="2723070" y="1412421"/>
                  </a:lnTo>
                  <a:lnTo>
                    <a:pt x="2727644" y="1422030"/>
                  </a:lnTo>
                  <a:lnTo>
                    <a:pt x="2717716" y="1419147"/>
                  </a:lnTo>
                  <a:lnTo>
                    <a:pt x="2711102" y="1419750"/>
                  </a:lnTo>
                  <a:lnTo>
                    <a:pt x="2706802" y="1428278"/>
                  </a:lnTo>
                  <a:lnTo>
                    <a:pt x="2701035" y="1433454"/>
                  </a:lnTo>
                  <a:lnTo>
                    <a:pt x="2692508" y="1435124"/>
                  </a:lnTo>
                  <a:lnTo>
                    <a:pt x="2679858" y="1427326"/>
                  </a:lnTo>
                  <a:lnTo>
                    <a:pt x="2675760" y="1417857"/>
                  </a:lnTo>
                  <a:lnTo>
                    <a:pt x="2674065" y="1407316"/>
                  </a:lnTo>
                  <a:lnTo>
                    <a:pt x="2673388" y="1419782"/>
                  </a:lnTo>
                  <a:lnTo>
                    <a:pt x="2675641" y="1432762"/>
                  </a:lnTo>
                  <a:lnTo>
                    <a:pt x="2674850" y="1442630"/>
                  </a:lnTo>
                  <a:lnTo>
                    <a:pt x="2687031" y="1444446"/>
                  </a:lnTo>
                  <a:lnTo>
                    <a:pt x="2698420" y="1442833"/>
                  </a:lnTo>
                  <a:lnTo>
                    <a:pt x="2713789" y="1443246"/>
                  </a:lnTo>
                  <a:lnTo>
                    <a:pt x="2723814" y="1441398"/>
                  </a:lnTo>
                  <a:lnTo>
                    <a:pt x="2729850" y="1438261"/>
                  </a:lnTo>
                  <a:lnTo>
                    <a:pt x="2744325" y="1440979"/>
                  </a:lnTo>
                  <a:lnTo>
                    <a:pt x="2745353" y="1452899"/>
                  </a:lnTo>
                  <a:lnTo>
                    <a:pt x="2743700" y="1464749"/>
                  </a:lnTo>
                  <a:lnTo>
                    <a:pt x="2742863" y="1477367"/>
                  </a:lnTo>
                  <a:lnTo>
                    <a:pt x="2746873" y="1477284"/>
                  </a:lnTo>
                  <a:lnTo>
                    <a:pt x="2751586" y="1473252"/>
                  </a:lnTo>
                  <a:lnTo>
                    <a:pt x="2753942" y="1450651"/>
                  </a:lnTo>
                  <a:lnTo>
                    <a:pt x="2767172" y="1442300"/>
                  </a:lnTo>
                  <a:lnTo>
                    <a:pt x="2771605" y="1442872"/>
                  </a:lnTo>
                  <a:lnTo>
                    <a:pt x="2775817" y="1450136"/>
                  </a:lnTo>
                  <a:lnTo>
                    <a:pt x="2777233" y="1457503"/>
                  </a:lnTo>
                  <a:lnTo>
                    <a:pt x="2778727" y="1467619"/>
                  </a:lnTo>
                  <a:lnTo>
                    <a:pt x="2775636" y="1483031"/>
                  </a:lnTo>
                  <a:lnTo>
                    <a:pt x="2755312" y="1501054"/>
                  </a:lnTo>
                  <a:lnTo>
                    <a:pt x="2740754" y="1517717"/>
                  </a:lnTo>
                  <a:lnTo>
                    <a:pt x="2733313" y="1521115"/>
                  </a:lnTo>
                  <a:lnTo>
                    <a:pt x="2722579" y="1519178"/>
                  </a:lnTo>
                  <a:lnTo>
                    <a:pt x="2710409" y="1514987"/>
                  </a:lnTo>
                  <a:lnTo>
                    <a:pt x="2704441" y="1514142"/>
                  </a:lnTo>
                  <a:lnTo>
                    <a:pt x="2699903" y="1515539"/>
                  </a:lnTo>
                  <a:lnTo>
                    <a:pt x="2697139" y="1510408"/>
                  </a:lnTo>
                  <a:lnTo>
                    <a:pt x="2695356" y="1501047"/>
                  </a:lnTo>
                  <a:lnTo>
                    <a:pt x="2690622" y="1497942"/>
                  </a:lnTo>
                  <a:lnTo>
                    <a:pt x="2687041" y="1498285"/>
                  </a:lnTo>
                  <a:lnTo>
                    <a:pt x="2684597" y="1508230"/>
                  </a:lnTo>
                  <a:lnTo>
                    <a:pt x="2673243" y="1511056"/>
                  </a:lnTo>
                  <a:lnTo>
                    <a:pt x="2657807" y="1506947"/>
                  </a:lnTo>
                  <a:lnTo>
                    <a:pt x="2641642" y="1498584"/>
                  </a:lnTo>
                  <a:lnTo>
                    <a:pt x="2648577" y="1507557"/>
                  </a:lnTo>
                  <a:lnTo>
                    <a:pt x="2688689" y="1524296"/>
                  </a:lnTo>
                  <a:lnTo>
                    <a:pt x="2693206" y="1527427"/>
                  </a:lnTo>
                  <a:lnTo>
                    <a:pt x="2697423" y="1532006"/>
                  </a:lnTo>
                  <a:lnTo>
                    <a:pt x="2691811" y="1539188"/>
                  </a:lnTo>
                  <a:lnTo>
                    <a:pt x="2687413" y="1547278"/>
                  </a:lnTo>
                  <a:lnTo>
                    <a:pt x="2686793" y="1553629"/>
                  </a:lnTo>
                  <a:lnTo>
                    <a:pt x="2685242" y="1557636"/>
                  </a:lnTo>
                  <a:lnTo>
                    <a:pt x="2669248" y="1568431"/>
                  </a:lnTo>
                  <a:lnTo>
                    <a:pt x="2660582" y="1566526"/>
                  </a:lnTo>
                  <a:lnTo>
                    <a:pt x="2638438" y="1547062"/>
                  </a:lnTo>
                  <a:lnTo>
                    <a:pt x="2648526" y="1563897"/>
                  </a:lnTo>
                  <a:lnTo>
                    <a:pt x="2656603" y="1571041"/>
                  </a:lnTo>
                  <a:lnTo>
                    <a:pt x="2672866" y="1574852"/>
                  </a:lnTo>
                  <a:lnTo>
                    <a:pt x="2703371" y="1568558"/>
                  </a:lnTo>
                  <a:lnTo>
                    <a:pt x="2713376" y="1575430"/>
                  </a:lnTo>
                  <a:lnTo>
                    <a:pt x="2705164" y="1587603"/>
                  </a:lnTo>
                  <a:lnTo>
                    <a:pt x="2697004" y="1596145"/>
                  </a:lnTo>
                  <a:lnTo>
                    <a:pt x="2686302" y="1597097"/>
                  </a:lnTo>
                  <a:lnTo>
                    <a:pt x="2676876" y="1599409"/>
                  </a:lnTo>
                  <a:lnTo>
                    <a:pt x="2674111" y="1605283"/>
                  </a:lnTo>
                  <a:lnTo>
                    <a:pt x="2667393" y="1605651"/>
                  </a:lnTo>
                  <a:lnTo>
                    <a:pt x="2656892" y="1606000"/>
                  </a:lnTo>
                  <a:lnTo>
                    <a:pt x="2640635" y="1606534"/>
                  </a:lnTo>
                  <a:lnTo>
                    <a:pt x="2631705" y="1605162"/>
                  </a:lnTo>
                  <a:lnTo>
                    <a:pt x="2619230" y="1617164"/>
                  </a:lnTo>
                  <a:lnTo>
                    <a:pt x="2614522" y="1618815"/>
                  </a:lnTo>
                  <a:lnTo>
                    <a:pt x="2607944" y="1616561"/>
                  </a:lnTo>
                  <a:lnTo>
                    <a:pt x="2605184" y="1606921"/>
                  </a:lnTo>
                  <a:lnTo>
                    <a:pt x="2602244" y="1602184"/>
                  </a:lnTo>
                  <a:lnTo>
                    <a:pt x="2602171" y="1620219"/>
                  </a:lnTo>
                  <a:lnTo>
                    <a:pt x="2603324" y="1625077"/>
                  </a:lnTo>
                  <a:lnTo>
                    <a:pt x="2605680" y="1628741"/>
                  </a:lnTo>
                  <a:lnTo>
                    <a:pt x="2591087" y="1638527"/>
                  </a:lnTo>
                  <a:lnTo>
                    <a:pt x="2577118" y="1650733"/>
                  </a:lnTo>
                  <a:lnTo>
                    <a:pt x="2572111" y="1654054"/>
                  </a:lnTo>
                  <a:lnTo>
                    <a:pt x="2566421" y="1660169"/>
                  </a:lnTo>
                  <a:lnTo>
                    <a:pt x="2554768" y="1677830"/>
                  </a:lnTo>
                  <a:lnTo>
                    <a:pt x="2551889" y="1690708"/>
                  </a:lnTo>
                  <a:lnTo>
                    <a:pt x="2547678" y="1705066"/>
                  </a:lnTo>
                  <a:lnTo>
                    <a:pt x="2547145" y="1698602"/>
                  </a:lnTo>
                  <a:lnTo>
                    <a:pt x="2547869" y="1687717"/>
                  </a:lnTo>
                  <a:lnTo>
                    <a:pt x="2544985" y="1675251"/>
                  </a:lnTo>
                  <a:lnTo>
                    <a:pt x="2543156" y="1698087"/>
                  </a:lnTo>
                  <a:lnTo>
                    <a:pt x="2538629" y="1708699"/>
                  </a:lnTo>
                  <a:lnTo>
                    <a:pt x="2497086" y="1707950"/>
                  </a:lnTo>
                  <a:lnTo>
                    <a:pt x="2478900" y="1713716"/>
                  </a:lnTo>
                  <a:lnTo>
                    <a:pt x="2450984" y="1733116"/>
                  </a:lnTo>
                  <a:lnTo>
                    <a:pt x="2442638" y="1741619"/>
                  </a:lnTo>
                  <a:lnTo>
                    <a:pt x="2419580" y="1774495"/>
                  </a:lnTo>
                  <a:lnTo>
                    <a:pt x="2413694" y="1795534"/>
                  </a:lnTo>
                  <a:lnTo>
                    <a:pt x="2408976" y="1786688"/>
                  </a:lnTo>
                  <a:lnTo>
                    <a:pt x="2410144" y="1780052"/>
                  </a:lnTo>
                  <a:lnTo>
                    <a:pt x="2410237" y="1774629"/>
                  </a:lnTo>
                  <a:lnTo>
                    <a:pt x="2404428" y="1786263"/>
                  </a:lnTo>
                  <a:lnTo>
                    <a:pt x="2409942" y="1803205"/>
                  </a:lnTo>
                  <a:lnTo>
                    <a:pt x="2404992" y="1809676"/>
                  </a:lnTo>
                  <a:lnTo>
                    <a:pt x="2389762" y="1821755"/>
                  </a:lnTo>
                  <a:lnTo>
                    <a:pt x="2381427" y="1823736"/>
                  </a:lnTo>
                  <a:lnTo>
                    <a:pt x="2372068" y="1827172"/>
                  </a:lnTo>
                  <a:lnTo>
                    <a:pt x="2369122" y="1839085"/>
                  </a:lnTo>
                  <a:lnTo>
                    <a:pt x="2356415" y="1850071"/>
                  </a:lnTo>
                  <a:lnTo>
                    <a:pt x="2349010" y="1854936"/>
                  </a:lnTo>
                  <a:lnTo>
                    <a:pt x="2335449" y="1851989"/>
                  </a:lnTo>
                  <a:lnTo>
                    <a:pt x="2339625" y="1862569"/>
                  </a:lnTo>
                  <a:lnTo>
                    <a:pt x="2334643" y="1870577"/>
                  </a:lnTo>
                  <a:lnTo>
                    <a:pt x="2326065" y="1876718"/>
                  </a:lnTo>
                  <a:lnTo>
                    <a:pt x="2315399" y="1880725"/>
                  </a:lnTo>
                  <a:lnTo>
                    <a:pt x="2309285" y="1880236"/>
                  </a:lnTo>
                  <a:lnTo>
                    <a:pt x="2304061" y="1882363"/>
                  </a:lnTo>
                  <a:lnTo>
                    <a:pt x="2299968" y="1887456"/>
                  </a:lnTo>
                  <a:lnTo>
                    <a:pt x="2289968" y="1892219"/>
                  </a:lnTo>
                  <a:lnTo>
                    <a:pt x="2279581" y="1889539"/>
                  </a:lnTo>
                  <a:lnTo>
                    <a:pt x="2267809" y="1887932"/>
                  </a:lnTo>
                  <a:lnTo>
                    <a:pt x="2261251" y="1890790"/>
                  </a:lnTo>
                  <a:lnTo>
                    <a:pt x="2272274" y="1895515"/>
                  </a:lnTo>
                  <a:lnTo>
                    <a:pt x="2278176" y="1902360"/>
                  </a:lnTo>
                  <a:lnTo>
                    <a:pt x="2276961" y="1911588"/>
                  </a:lnTo>
                  <a:lnTo>
                    <a:pt x="2274010" y="1915150"/>
                  </a:lnTo>
                  <a:lnTo>
                    <a:pt x="2267055" y="1919976"/>
                  </a:lnTo>
                  <a:lnTo>
                    <a:pt x="2264001" y="1919259"/>
                  </a:lnTo>
                  <a:lnTo>
                    <a:pt x="2262135" y="1914909"/>
                  </a:lnTo>
                  <a:lnTo>
                    <a:pt x="2259872" y="1905847"/>
                  </a:lnTo>
                  <a:lnTo>
                    <a:pt x="2256637" y="1907777"/>
                  </a:lnTo>
                  <a:lnTo>
                    <a:pt x="2256078" y="1912000"/>
                  </a:lnTo>
                  <a:lnTo>
                    <a:pt x="2253298" y="1913505"/>
                  </a:lnTo>
                  <a:lnTo>
                    <a:pt x="2243433" y="1899071"/>
                  </a:lnTo>
                  <a:lnTo>
                    <a:pt x="2243924" y="1910082"/>
                  </a:lnTo>
                  <a:lnTo>
                    <a:pt x="2247371" y="1918541"/>
                  </a:lnTo>
                  <a:lnTo>
                    <a:pt x="2250704" y="1922834"/>
                  </a:lnTo>
                  <a:lnTo>
                    <a:pt x="2254068" y="1925361"/>
                  </a:lnTo>
                  <a:lnTo>
                    <a:pt x="2254895" y="1929286"/>
                  </a:lnTo>
                  <a:lnTo>
                    <a:pt x="2248146" y="1938850"/>
                  </a:lnTo>
                  <a:lnTo>
                    <a:pt x="2244673" y="1940977"/>
                  </a:lnTo>
                  <a:lnTo>
                    <a:pt x="2238493" y="1942527"/>
                  </a:lnTo>
                  <a:lnTo>
                    <a:pt x="2235015" y="1948420"/>
                  </a:lnTo>
                  <a:lnTo>
                    <a:pt x="2236043" y="1953494"/>
                  </a:lnTo>
                  <a:lnTo>
                    <a:pt x="2230638" y="1964505"/>
                  </a:lnTo>
                  <a:lnTo>
                    <a:pt x="2217713" y="1971383"/>
                  </a:lnTo>
                  <a:lnTo>
                    <a:pt x="2213765" y="1971116"/>
                  </a:lnTo>
                  <a:lnTo>
                    <a:pt x="2210546" y="1973129"/>
                  </a:lnTo>
                  <a:lnTo>
                    <a:pt x="2212427" y="1978032"/>
                  </a:lnTo>
                  <a:lnTo>
                    <a:pt x="2215651" y="1981601"/>
                  </a:lnTo>
                  <a:lnTo>
                    <a:pt x="2215538" y="1984915"/>
                  </a:lnTo>
                  <a:lnTo>
                    <a:pt x="2212122" y="1989418"/>
                  </a:lnTo>
                  <a:lnTo>
                    <a:pt x="2205378" y="1990675"/>
                  </a:lnTo>
                  <a:lnTo>
                    <a:pt x="2201590" y="1995813"/>
                  </a:lnTo>
                  <a:lnTo>
                    <a:pt x="2202789" y="2000658"/>
                  </a:lnTo>
                  <a:lnTo>
                    <a:pt x="2205016" y="2003363"/>
                  </a:lnTo>
                  <a:lnTo>
                    <a:pt x="2204551" y="2008025"/>
                  </a:lnTo>
                  <a:lnTo>
                    <a:pt x="2196882" y="2012705"/>
                  </a:lnTo>
                  <a:lnTo>
                    <a:pt x="2195084" y="2017309"/>
                  </a:lnTo>
                  <a:lnTo>
                    <a:pt x="2198892" y="2018668"/>
                  </a:lnTo>
                  <a:lnTo>
                    <a:pt x="2201822" y="2017309"/>
                  </a:lnTo>
                  <a:lnTo>
                    <a:pt x="2203967" y="2018299"/>
                  </a:lnTo>
                  <a:lnTo>
                    <a:pt x="2199368" y="2025996"/>
                  </a:lnTo>
                  <a:lnTo>
                    <a:pt x="2195239" y="2030689"/>
                  </a:lnTo>
                  <a:lnTo>
                    <a:pt x="2191316" y="2039122"/>
                  </a:lnTo>
                  <a:lnTo>
                    <a:pt x="2182216" y="2041453"/>
                  </a:lnTo>
                  <a:lnTo>
                    <a:pt x="2182557" y="2044177"/>
                  </a:lnTo>
                  <a:lnTo>
                    <a:pt x="2187699" y="2046590"/>
                  </a:lnTo>
                  <a:lnTo>
                    <a:pt x="2192004" y="2053074"/>
                  </a:lnTo>
                  <a:lnTo>
                    <a:pt x="2183916" y="2065045"/>
                  </a:lnTo>
                  <a:lnTo>
                    <a:pt x="2178867" y="2064060"/>
                  </a:lnTo>
                  <a:lnTo>
                    <a:pt x="2175782" y="2061425"/>
                  </a:lnTo>
                  <a:lnTo>
                    <a:pt x="2173813" y="2070874"/>
                  </a:lnTo>
                  <a:lnTo>
                    <a:pt x="2174568" y="2075917"/>
                  </a:lnTo>
                  <a:lnTo>
                    <a:pt x="2172645" y="2086223"/>
                  </a:lnTo>
                  <a:lnTo>
                    <a:pt x="2169555" y="2098613"/>
                  </a:lnTo>
                  <a:lnTo>
                    <a:pt x="2167457" y="2103699"/>
                  </a:lnTo>
                  <a:lnTo>
                    <a:pt x="2167902" y="2113174"/>
                  </a:lnTo>
                  <a:lnTo>
                    <a:pt x="2169199" y="2122325"/>
                  </a:lnTo>
                  <a:lnTo>
                    <a:pt x="2174149" y="2134118"/>
                  </a:lnTo>
                  <a:lnTo>
                    <a:pt x="2181710" y="2182343"/>
                  </a:lnTo>
                  <a:lnTo>
                    <a:pt x="2186857" y="2199089"/>
                  </a:lnTo>
                  <a:lnTo>
                    <a:pt x="2196128" y="2244272"/>
                  </a:lnTo>
                  <a:lnTo>
                    <a:pt x="2211471" y="2288077"/>
                  </a:lnTo>
                  <a:lnTo>
                    <a:pt x="2233118" y="2341026"/>
                  </a:lnTo>
                  <a:lnTo>
                    <a:pt x="2268646" y="2405203"/>
                  </a:lnTo>
                  <a:lnTo>
                    <a:pt x="2272899" y="2414348"/>
                  </a:lnTo>
                  <a:lnTo>
                    <a:pt x="2268274" y="2422102"/>
                  </a:lnTo>
                  <a:lnTo>
                    <a:pt x="2266863" y="2430135"/>
                  </a:lnTo>
                  <a:lnTo>
                    <a:pt x="2266460" y="2442245"/>
                  </a:lnTo>
                  <a:lnTo>
                    <a:pt x="2267742" y="2454044"/>
                  </a:lnTo>
                  <a:lnTo>
                    <a:pt x="2271943" y="2468453"/>
                  </a:lnTo>
                  <a:lnTo>
                    <a:pt x="2280015" y="2490483"/>
                  </a:lnTo>
                  <a:lnTo>
                    <a:pt x="2275499" y="2486088"/>
                  </a:lnTo>
                  <a:lnTo>
                    <a:pt x="2263809" y="2454470"/>
                  </a:lnTo>
                  <a:lnTo>
                    <a:pt x="2262450" y="2435901"/>
                  </a:lnTo>
                  <a:lnTo>
                    <a:pt x="2264135" y="2409560"/>
                  </a:lnTo>
                  <a:lnTo>
                    <a:pt x="2261391" y="2410195"/>
                  </a:lnTo>
                  <a:lnTo>
                    <a:pt x="2259164" y="2418755"/>
                  </a:lnTo>
                  <a:lnTo>
                    <a:pt x="2257939" y="2428808"/>
                  </a:lnTo>
                  <a:lnTo>
                    <a:pt x="2254973" y="2432700"/>
                  </a:lnTo>
                  <a:lnTo>
                    <a:pt x="2250926" y="2417364"/>
                  </a:lnTo>
                  <a:lnTo>
                    <a:pt x="2251210" y="2410430"/>
                  </a:lnTo>
                  <a:lnTo>
                    <a:pt x="2255505" y="2402327"/>
                  </a:lnTo>
                  <a:lnTo>
                    <a:pt x="2254259" y="2399412"/>
                  </a:lnTo>
                  <a:lnTo>
                    <a:pt x="2247309" y="2395265"/>
                  </a:lnTo>
                  <a:lnTo>
                    <a:pt x="2245831" y="2388743"/>
                  </a:lnTo>
                  <a:lnTo>
                    <a:pt x="2246771" y="2382304"/>
                  </a:lnTo>
                  <a:lnTo>
                    <a:pt x="2242782" y="2378862"/>
                  </a:lnTo>
                  <a:lnTo>
                    <a:pt x="2239661" y="2379027"/>
                  </a:lnTo>
                  <a:lnTo>
                    <a:pt x="2241753" y="2394903"/>
                  </a:lnTo>
                  <a:lnTo>
                    <a:pt x="2245056" y="2404651"/>
                  </a:lnTo>
                  <a:lnTo>
                    <a:pt x="2249138" y="2428014"/>
                  </a:lnTo>
                  <a:lnTo>
                    <a:pt x="2255727" y="2442169"/>
                  </a:lnTo>
                  <a:lnTo>
                    <a:pt x="2259567" y="2454038"/>
                  </a:lnTo>
                  <a:lnTo>
                    <a:pt x="2304438" y="2580696"/>
                  </a:lnTo>
                  <a:lnTo>
                    <a:pt x="2315058" y="2596826"/>
                  </a:lnTo>
                  <a:lnTo>
                    <a:pt x="2318985" y="2608409"/>
                  </a:lnTo>
                  <a:lnTo>
                    <a:pt x="2323073" y="2632630"/>
                  </a:lnTo>
                  <a:lnTo>
                    <a:pt x="2323998" y="2663728"/>
                  </a:lnTo>
                  <a:lnTo>
                    <a:pt x="2316665" y="2720564"/>
                  </a:lnTo>
                  <a:lnTo>
                    <a:pt x="2314996" y="2759333"/>
                  </a:lnTo>
                  <a:lnTo>
                    <a:pt x="2313947" y="2758145"/>
                  </a:lnTo>
                  <a:lnTo>
                    <a:pt x="2313244" y="2754062"/>
                  </a:lnTo>
                  <a:lnTo>
                    <a:pt x="2311549" y="2753503"/>
                  </a:lnTo>
                  <a:lnTo>
                    <a:pt x="2305182" y="2771265"/>
                  </a:lnTo>
                  <a:lnTo>
                    <a:pt x="2296531" y="2787287"/>
                  </a:lnTo>
                  <a:lnTo>
                    <a:pt x="2293684" y="2812187"/>
                  </a:lnTo>
                  <a:lnTo>
                    <a:pt x="2289534" y="2824653"/>
                  </a:lnTo>
                  <a:lnTo>
                    <a:pt x="2277075" y="2837843"/>
                  </a:lnTo>
                  <a:lnTo>
                    <a:pt x="2269354" y="2837506"/>
                  </a:lnTo>
                  <a:lnTo>
                    <a:pt x="2250420" y="2847400"/>
                  </a:lnTo>
                  <a:lnTo>
                    <a:pt x="2237118" y="2844822"/>
                  </a:lnTo>
                  <a:lnTo>
                    <a:pt x="2221269" y="2850404"/>
                  </a:lnTo>
                  <a:lnTo>
                    <a:pt x="2210840" y="2849781"/>
                  </a:lnTo>
                  <a:lnTo>
                    <a:pt x="2204820" y="2838014"/>
                  </a:lnTo>
                  <a:lnTo>
                    <a:pt x="2205740" y="2832750"/>
                  </a:lnTo>
                  <a:lnTo>
                    <a:pt x="2208137" y="2827460"/>
                  </a:lnTo>
                  <a:lnTo>
                    <a:pt x="2212199" y="2826228"/>
                  </a:lnTo>
                  <a:lnTo>
                    <a:pt x="2226199" y="2838560"/>
                  </a:lnTo>
                  <a:lnTo>
                    <a:pt x="2228839" y="2833372"/>
                  </a:lnTo>
                  <a:lnTo>
                    <a:pt x="2224612" y="2827199"/>
                  </a:lnTo>
                  <a:lnTo>
                    <a:pt x="2216519" y="2823757"/>
                  </a:lnTo>
                  <a:lnTo>
                    <a:pt x="2210540" y="2819973"/>
                  </a:lnTo>
                  <a:lnTo>
                    <a:pt x="2198494" y="2791859"/>
                  </a:lnTo>
                  <a:lnTo>
                    <a:pt x="2186014" y="2772554"/>
                  </a:lnTo>
                  <a:lnTo>
                    <a:pt x="2183911" y="2759650"/>
                  </a:lnTo>
                  <a:lnTo>
                    <a:pt x="2162393" y="2751782"/>
                  </a:lnTo>
                  <a:lnTo>
                    <a:pt x="2146812" y="2739869"/>
                  </a:lnTo>
                  <a:lnTo>
                    <a:pt x="2136652" y="2718678"/>
                  </a:lnTo>
                  <a:lnTo>
                    <a:pt x="2130823" y="2681102"/>
                  </a:lnTo>
                  <a:lnTo>
                    <a:pt x="2123950" y="2676879"/>
                  </a:lnTo>
                  <a:lnTo>
                    <a:pt x="2121046" y="2673958"/>
                  </a:lnTo>
                  <a:lnTo>
                    <a:pt x="2127759" y="2660013"/>
                  </a:lnTo>
                  <a:lnTo>
                    <a:pt x="2134833" y="2648322"/>
                  </a:lnTo>
                  <a:lnTo>
                    <a:pt x="2129237" y="2651230"/>
                  </a:lnTo>
                  <a:lnTo>
                    <a:pt x="2125108" y="2655555"/>
                  </a:lnTo>
                  <a:lnTo>
                    <a:pt x="2119857" y="2665880"/>
                  </a:lnTo>
                  <a:lnTo>
                    <a:pt x="2116023" y="2667468"/>
                  </a:lnTo>
                  <a:lnTo>
                    <a:pt x="2112509" y="2665880"/>
                  </a:lnTo>
                  <a:lnTo>
                    <a:pt x="2108457" y="2646074"/>
                  </a:lnTo>
                  <a:lnTo>
                    <a:pt x="2109615" y="2621726"/>
                  </a:lnTo>
                  <a:lnTo>
                    <a:pt x="2115294" y="2612620"/>
                  </a:lnTo>
                  <a:lnTo>
                    <a:pt x="2106571" y="2612378"/>
                  </a:lnTo>
                  <a:lnTo>
                    <a:pt x="2097533" y="2615846"/>
                  </a:lnTo>
                  <a:lnTo>
                    <a:pt x="2098856" y="2623962"/>
                  </a:lnTo>
                  <a:lnTo>
                    <a:pt x="2097579" y="2628420"/>
                  </a:lnTo>
                  <a:lnTo>
                    <a:pt x="2090995" y="2627276"/>
                  </a:lnTo>
                  <a:lnTo>
                    <a:pt x="2086003" y="2624425"/>
                  </a:lnTo>
                  <a:lnTo>
                    <a:pt x="2079229" y="2615979"/>
                  </a:lnTo>
                  <a:lnTo>
                    <a:pt x="2069989" y="2599862"/>
                  </a:lnTo>
                  <a:lnTo>
                    <a:pt x="2051033" y="2555460"/>
                  </a:lnTo>
                  <a:lnTo>
                    <a:pt x="2047338" y="2549198"/>
                  </a:lnTo>
                  <a:lnTo>
                    <a:pt x="2041070" y="2542645"/>
                  </a:lnTo>
                  <a:lnTo>
                    <a:pt x="2044021" y="2540606"/>
                  </a:lnTo>
                  <a:lnTo>
                    <a:pt x="2049406" y="2539400"/>
                  </a:lnTo>
                  <a:lnTo>
                    <a:pt x="2061576" y="2519409"/>
                  </a:lnTo>
                  <a:lnTo>
                    <a:pt x="2071136" y="2507330"/>
                  </a:lnTo>
                  <a:lnTo>
                    <a:pt x="2074309" y="2498973"/>
                  </a:lnTo>
                  <a:lnTo>
                    <a:pt x="2073756" y="2495398"/>
                  </a:lnTo>
                  <a:lnTo>
                    <a:pt x="2069529" y="2490203"/>
                  </a:lnTo>
                  <a:lnTo>
                    <a:pt x="2063979" y="2494744"/>
                  </a:lnTo>
                  <a:lnTo>
                    <a:pt x="2061601" y="2493448"/>
                  </a:lnTo>
                  <a:lnTo>
                    <a:pt x="2055359" y="2482970"/>
                  </a:lnTo>
                  <a:lnTo>
                    <a:pt x="2049395" y="2480011"/>
                  </a:lnTo>
                  <a:lnTo>
                    <a:pt x="2045240" y="2482278"/>
                  </a:lnTo>
                  <a:lnTo>
                    <a:pt x="2049623" y="2490864"/>
                  </a:lnTo>
                  <a:lnTo>
                    <a:pt x="2053560" y="2494052"/>
                  </a:lnTo>
                  <a:lnTo>
                    <a:pt x="2052036" y="2506536"/>
                  </a:lnTo>
                  <a:lnTo>
                    <a:pt x="2050444" y="2510601"/>
                  </a:lnTo>
                  <a:lnTo>
                    <a:pt x="2046755" y="2514189"/>
                  </a:lnTo>
                  <a:lnTo>
                    <a:pt x="2040993" y="2512277"/>
                  </a:lnTo>
                  <a:lnTo>
                    <a:pt x="2038078" y="2515364"/>
                  </a:lnTo>
                  <a:lnTo>
                    <a:pt x="2034647" y="2512112"/>
                  </a:lnTo>
                  <a:lnTo>
                    <a:pt x="2031231" y="2506625"/>
                  </a:lnTo>
                  <a:lnTo>
                    <a:pt x="2027427" y="2497595"/>
                  </a:lnTo>
                  <a:lnTo>
                    <a:pt x="2037478" y="2446767"/>
                  </a:lnTo>
                  <a:lnTo>
                    <a:pt x="2046780" y="2414380"/>
                  </a:lnTo>
                  <a:lnTo>
                    <a:pt x="2047845" y="2377433"/>
                  </a:lnTo>
                  <a:lnTo>
                    <a:pt x="2048537" y="2371959"/>
                  </a:lnTo>
                  <a:lnTo>
                    <a:pt x="2047752" y="2362141"/>
                  </a:lnTo>
                  <a:lnTo>
                    <a:pt x="2035277" y="2340804"/>
                  </a:lnTo>
                  <a:lnTo>
                    <a:pt x="1980122" y="2288737"/>
                  </a:lnTo>
                  <a:lnTo>
                    <a:pt x="1937374" y="2227081"/>
                  </a:lnTo>
                  <a:lnTo>
                    <a:pt x="1900348" y="2203953"/>
                  </a:lnTo>
                  <a:lnTo>
                    <a:pt x="1872256" y="2209033"/>
                  </a:lnTo>
                  <a:lnTo>
                    <a:pt x="1867393" y="2213682"/>
                  </a:lnTo>
                  <a:lnTo>
                    <a:pt x="1865305" y="2219759"/>
                  </a:lnTo>
                  <a:lnTo>
                    <a:pt x="1867068" y="2226637"/>
                  </a:lnTo>
                  <a:lnTo>
                    <a:pt x="1864515" y="2229501"/>
                  </a:lnTo>
                  <a:lnTo>
                    <a:pt x="1856975" y="2229139"/>
                  </a:lnTo>
                  <a:lnTo>
                    <a:pt x="1846820" y="2230739"/>
                  </a:lnTo>
                  <a:lnTo>
                    <a:pt x="1820305" y="2246971"/>
                  </a:lnTo>
                  <a:lnTo>
                    <a:pt x="1810951" y="2246374"/>
                  </a:lnTo>
                  <a:lnTo>
                    <a:pt x="1802455" y="2250578"/>
                  </a:lnTo>
                  <a:lnTo>
                    <a:pt x="1796094" y="2253727"/>
                  </a:lnTo>
                  <a:lnTo>
                    <a:pt x="1779506" y="2255442"/>
                  </a:lnTo>
                  <a:lnTo>
                    <a:pt x="1765439" y="2259043"/>
                  </a:lnTo>
                  <a:lnTo>
                    <a:pt x="1759362" y="2257093"/>
                  </a:lnTo>
                  <a:lnTo>
                    <a:pt x="1755398" y="2247682"/>
                  </a:lnTo>
                  <a:lnTo>
                    <a:pt x="1755398" y="2237940"/>
                  </a:lnTo>
                  <a:lnTo>
                    <a:pt x="1758613" y="2245408"/>
                  </a:lnTo>
                  <a:lnTo>
                    <a:pt x="1763589" y="2251251"/>
                  </a:lnTo>
                  <a:lnTo>
                    <a:pt x="1765868" y="2248914"/>
                  </a:lnTo>
                  <a:lnTo>
                    <a:pt x="1766721" y="2243745"/>
                  </a:lnTo>
                  <a:lnTo>
                    <a:pt x="1761770" y="2233616"/>
                  </a:lnTo>
                  <a:lnTo>
                    <a:pt x="1745822" y="2220604"/>
                  </a:lnTo>
                  <a:lnTo>
                    <a:pt x="1727673" y="2201597"/>
                  </a:lnTo>
                  <a:lnTo>
                    <a:pt x="1733208" y="2202226"/>
                  </a:lnTo>
                  <a:lnTo>
                    <a:pt x="1734608" y="2198155"/>
                  </a:lnTo>
                  <a:lnTo>
                    <a:pt x="1728981" y="2192815"/>
                  </a:lnTo>
                  <a:lnTo>
                    <a:pt x="1731358" y="2186642"/>
                  </a:lnTo>
                  <a:lnTo>
                    <a:pt x="1735322" y="2180158"/>
                  </a:lnTo>
                  <a:lnTo>
                    <a:pt x="1727663" y="2181130"/>
                  </a:lnTo>
                  <a:lnTo>
                    <a:pt x="1720790" y="2185670"/>
                  </a:lnTo>
                  <a:lnTo>
                    <a:pt x="1720563" y="2191278"/>
                  </a:lnTo>
                  <a:lnTo>
                    <a:pt x="1719203" y="2195736"/>
                  </a:lnTo>
                  <a:lnTo>
                    <a:pt x="1715503" y="2195088"/>
                  </a:lnTo>
                  <a:lnTo>
                    <a:pt x="1708635" y="2189569"/>
                  </a:lnTo>
                  <a:lnTo>
                    <a:pt x="1674823" y="2174208"/>
                  </a:lnTo>
                  <a:lnTo>
                    <a:pt x="1645264" y="2165546"/>
                  </a:lnTo>
                  <a:lnTo>
                    <a:pt x="1667950" y="2161647"/>
                  </a:lnTo>
                  <a:lnTo>
                    <a:pt x="1680254" y="2164676"/>
                  </a:lnTo>
                  <a:lnTo>
                    <a:pt x="1678787" y="2160027"/>
                  </a:lnTo>
                  <a:lnTo>
                    <a:pt x="1675826" y="2157075"/>
                  </a:lnTo>
                  <a:lnTo>
                    <a:pt x="1666121" y="2153334"/>
                  </a:lnTo>
                  <a:lnTo>
                    <a:pt x="1653759" y="2154757"/>
                  </a:lnTo>
                  <a:lnTo>
                    <a:pt x="1645951" y="2152998"/>
                  </a:lnTo>
                  <a:lnTo>
                    <a:pt x="1637967" y="2156706"/>
                  </a:lnTo>
                  <a:lnTo>
                    <a:pt x="1629218" y="2162218"/>
                  </a:lnTo>
                  <a:lnTo>
                    <a:pt x="1621430" y="2165057"/>
                  </a:lnTo>
                  <a:lnTo>
                    <a:pt x="1590951" y="2169026"/>
                  </a:lnTo>
                  <a:lnTo>
                    <a:pt x="1566234" y="2173332"/>
                  </a:lnTo>
                  <a:lnTo>
                    <a:pt x="1570197" y="2168785"/>
                  </a:lnTo>
                  <a:lnTo>
                    <a:pt x="1574424" y="2165863"/>
                  </a:lnTo>
                  <a:lnTo>
                    <a:pt x="1589028" y="2161418"/>
                  </a:lnTo>
                  <a:lnTo>
                    <a:pt x="1591214" y="2152178"/>
                  </a:lnTo>
                  <a:lnTo>
                    <a:pt x="1587783" y="2143281"/>
                  </a:lnTo>
                  <a:lnTo>
                    <a:pt x="1583938" y="2145415"/>
                  </a:lnTo>
                  <a:lnTo>
                    <a:pt x="1579902" y="2152369"/>
                  </a:lnTo>
                  <a:lnTo>
                    <a:pt x="1574952" y="2147358"/>
                  </a:lnTo>
                  <a:lnTo>
                    <a:pt x="1569469" y="2147384"/>
                  </a:lnTo>
                  <a:lnTo>
                    <a:pt x="1567980" y="2158446"/>
                  </a:lnTo>
                  <a:lnTo>
                    <a:pt x="1560952" y="2165863"/>
                  </a:lnTo>
                  <a:lnTo>
                    <a:pt x="1557779" y="2173332"/>
                  </a:lnTo>
                  <a:lnTo>
                    <a:pt x="1537170" y="2179180"/>
                  </a:lnTo>
                  <a:lnTo>
                    <a:pt x="1534530" y="2177231"/>
                  </a:lnTo>
                  <a:lnTo>
                    <a:pt x="1540560" y="2170137"/>
                  </a:lnTo>
                  <a:lnTo>
                    <a:pt x="1540080" y="2166194"/>
                  </a:lnTo>
                  <a:lnTo>
                    <a:pt x="1533202" y="2169578"/>
                  </a:lnTo>
                  <a:lnTo>
                    <a:pt x="1521667" y="2183022"/>
                  </a:lnTo>
                  <a:lnTo>
                    <a:pt x="1481059" y="2187423"/>
                  </a:lnTo>
                  <a:lnTo>
                    <a:pt x="1483276" y="2184368"/>
                  </a:lnTo>
                  <a:lnTo>
                    <a:pt x="1491849" y="2183759"/>
                  </a:lnTo>
                  <a:lnTo>
                    <a:pt x="1503885" y="2179504"/>
                  </a:lnTo>
                  <a:lnTo>
                    <a:pt x="1501451" y="2172341"/>
                  </a:lnTo>
                  <a:lnTo>
                    <a:pt x="1496810" y="2164466"/>
                  </a:lnTo>
                  <a:lnTo>
                    <a:pt x="1492526" y="2163590"/>
                  </a:lnTo>
                  <a:lnTo>
                    <a:pt x="1489700" y="2158973"/>
                  </a:lnTo>
                  <a:lnTo>
                    <a:pt x="1489839" y="2144425"/>
                  </a:lnTo>
                  <a:lnTo>
                    <a:pt x="1487100" y="2135921"/>
                  </a:lnTo>
                  <a:lnTo>
                    <a:pt x="1480491" y="2127171"/>
                  </a:lnTo>
                  <a:lnTo>
                    <a:pt x="1478258" y="2128853"/>
                  </a:lnTo>
                  <a:lnTo>
                    <a:pt x="1473395" y="2143815"/>
                  </a:lnTo>
                  <a:lnTo>
                    <a:pt x="1469354" y="2163438"/>
                  </a:lnTo>
                  <a:lnTo>
                    <a:pt x="1467354" y="2169775"/>
                  </a:lnTo>
                  <a:lnTo>
                    <a:pt x="1455314" y="2170220"/>
                  </a:lnTo>
                  <a:lnTo>
                    <a:pt x="1444658" y="2168880"/>
                  </a:lnTo>
                  <a:lnTo>
                    <a:pt x="1408442" y="2171236"/>
                  </a:lnTo>
                  <a:lnTo>
                    <a:pt x="1394913" y="2164587"/>
                  </a:lnTo>
                  <a:lnTo>
                    <a:pt x="1389301" y="2163311"/>
                  </a:lnTo>
                  <a:lnTo>
                    <a:pt x="1385885" y="2163463"/>
                  </a:lnTo>
                  <a:lnTo>
                    <a:pt x="1370134" y="2169559"/>
                  </a:lnTo>
                  <a:lnTo>
                    <a:pt x="1352186" y="2174227"/>
                  </a:lnTo>
                  <a:lnTo>
                    <a:pt x="1347959" y="2172760"/>
                  </a:lnTo>
                  <a:lnTo>
                    <a:pt x="1341929" y="2172544"/>
                  </a:lnTo>
                  <a:lnTo>
                    <a:pt x="1328916" y="2188433"/>
                  </a:lnTo>
                  <a:lnTo>
                    <a:pt x="1313573" y="2195869"/>
                  </a:lnTo>
                  <a:lnTo>
                    <a:pt x="1274862" y="2182501"/>
                  </a:lnTo>
                  <a:lnTo>
                    <a:pt x="1265234" y="2171750"/>
                  </a:lnTo>
                  <a:lnTo>
                    <a:pt x="1256687" y="2169451"/>
                  </a:lnTo>
                  <a:lnTo>
                    <a:pt x="1246176" y="2168124"/>
                  </a:lnTo>
                  <a:lnTo>
                    <a:pt x="1234884" y="2181352"/>
                  </a:lnTo>
                  <a:lnTo>
                    <a:pt x="1226306" y="2199203"/>
                  </a:lnTo>
                  <a:lnTo>
                    <a:pt x="1239861" y="2208989"/>
                  </a:lnTo>
                  <a:lnTo>
                    <a:pt x="1251462" y="2213669"/>
                  </a:lnTo>
                  <a:lnTo>
                    <a:pt x="1270635" y="2209745"/>
                  </a:lnTo>
                  <a:lnTo>
                    <a:pt x="1281234" y="2201083"/>
                  </a:lnTo>
                  <a:lnTo>
                    <a:pt x="1289890" y="2201368"/>
                  </a:lnTo>
                  <a:lnTo>
                    <a:pt x="1294029" y="2199609"/>
                  </a:lnTo>
                  <a:lnTo>
                    <a:pt x="1297806" y="2195088"/>
                  </a:lnTo>
                  <a:lnTo>
                    <a:pt x="1305207" y="2198657"/>
                  </a:lnTo>
                  <a:lnTo>
                    <a:pt x="1305470" y="2202232"/>
                  </a:lnTo>
                  <a:lnTo>
                    <a:pt x="1300215" y="2207268"/>
                  </a:lnTo>
                  <a:lnTo>
                    <a:pt x="1293595" y="2211510"/>
                  </a:lnTo>
                  <a:lnTo>
                    <a:pt x="1289579" y="2216508"/>
                  </a:lnTo>
                  <a:lnTo>
                    <a:pt x="1297135" y="2226580"/>
                  </a:lnTo>
                  <a:lnTo>
                    <a:pt x="1309000" y="2229964"/>
                  </a:lnTo>
                  <a:lnTo>
                    <a:pt x="1313465" y="2228504"/>
                  </a:lnTo>
                  <a:lnTo>
                    <a:pt x="1316229" y="2217181"/>
                  </a:lnTo>
                  <a:lnTo>
                    <a:pt x="1323526" y="2209891"/>
                  </a:lnTo>
                  <a:lnTo>
                    <a:pt x="1333443" y="2211466"/>
                  </a:lnTo>
                  <a:lnTo>
                    <a:pt x="1332032" y="2216038"/>
                  </a:lnTo>
                  <a:lnTo>
                    <a:pt x="1333422" y="2220356"/>
                  </a:lnTo>
                  <a:lnTo>
                    <a:pt x="1337980" y="2227729"/>
                  </a:lnTo>
                  <a:lnTo>
                    <a:pt x="1337458" y="2238290"/>
                  </a:lnTo>
                  <a:lnTo>
                    <a:pt x="1338342" y="2240836"/>
                  </a:lnTo>
                  <a:lnTo>
                    <a:pt x="1327655" y="2245497"/>
                  </a:lnTo>
                  <a:lnTo>
                    <a:pt x="1319692" y="2247079"/>
                  </a:lnTo>
                  <a:lnTo>
                    <a:pt x="1313320" y="2253181"/>
                  </a:lnTo>
                  <a:lnTo>
                    <a:pt x="1316658" y="2256725"/>
                  </a:lnTo>
                  <a:lnTo>
                    <a:pt x="1310168" y="2259837"/>
                  </a:lnTo>
                  <a:lnTo>
                    <a:pt x="1305780" y="2258592"/>
                  </a:lnTo>
                  <a:lnTo>
                    <a:pt x="1303574" y="2259741"/>
                  </a:lnTo>
                  <a:lnTo>
                    <a:pt x="1302912" y="2263488"/>
                  </a:lnTo>
                  <a:lnTo>
                    <a:pt x="1299558" y="2266968"/>
                  </a:lnTo>
                  <a:lnTo>
                    <a:pt x="1304437" y="2277453"/>
                  </a:lnTo>
                  <a:lnTo>
                    <a:pt x="1314436" y="2284298"/>
                  </a:lnTo>
                  <a:lnTo>
                    <a:pt x="1321490" y="2292878"/>
                  </a:lnTo>
                  <a:lnTo>
                    <a:pt x="1349851" y="2304175"/>
                  </a:lnTo>
                  <a:lnTo>
                    <a:pt x="1356724" y="2303851"/>
                  </a:lnTo>
                  <a:lnTo>
                    <a:pt x="1363488" y="2315225"/>
                  </a:lnTo>
                  <a:lnTo>
                    <a:pt x="1368940" y="2319136"/>
                  </a:lnTo>
                  <a:lnTo>
                    <a:pt x="1374191" y="2321124"/>
                  </a:lnTo>
                  <a:lnTo>
                    <a:pt x="1373591" y="2328948"/>
                  </a:lnTo>
                  <a:lnTo>
                    <a:pt x="1364263" y="2334676"/>
                  </a:lnTo>
                  <a:lnTo>
                    <a:pt x="1361742" y="2341509"/>
                  </a:lnTo>
                  <a:lnTo>
                    <a:pt x="1359395" y="2345351"/>
                  </a:lnTo>
                  <a:lnTo>
                    <a:pt x="1355189" y="2340486"/>
                  </a:lnTo>
                  <a:lnTo>
                    <a:pt x="1350869" y="2336962"/>
                  </a:lnTo>
                  <a:lnTo>
                    <a:pt x="1340869" y="2347681"/>
                  </a:lnTo>
                  <a:lnTo>
                    <a:pt x="1336048" y="2349936"/>
                  </a:lnTo>
                  <a:lnTo>
                    <a:pt x="1338440" y="2338378"/>
                  </a:lnTo>
                  <a:lnTo>
                    <a:pt x="1334663" y="2333850"/>
                  </a:lnTo>
                  <a:lnTo>
                    <a:pt x="1328952" y="2322261"/>
                  </a:lnTo>
                  <a:lnTo>
                    <a:pt x="1320632" y="2315091"/>
                  </a:lnTo>
                  <a:lnTo>
                    <a:pt x="1314772" y="2312716"/>
                  </a:lnTo>
                  <a:lnTo>
                    <a:pt x="1310209" y="2308182"/>
                  </a:lnTo>
                  <a:lnTo>
                    <a:pt x="1304685" y="2306347"/>
                  </a:lnTo>
                  <a:lnTo>
                    <a:pt x="1299972" y="2306817"/>
                  </a:lnTo>
                  <a:lnTo>
                    <a:pt x="1291993" y="2304175"/>
                  </a:lnTo>
                  <a:lnTo>
                    <a:pt x="1291466" y="2298009"/>
                  </a:lnTo>
                  <a:lnTo>
                    <a:pt x="1289254" y="2293392"/>
                  </a:lnTo>
                  <a:lnTo>
                    <a:pt x="1283011" y="2287943"/>
                  </a:lnTo>
                  <a:lnTo>
                    <a:pt x="1253183" y="2277649"/>
                  </a:lnTo>
                  <a:lnTo>
                    <a:pt x="1253002" y="2281910"/>
                  </a:lnTo>
                  <a:lnTo>
                    <a:pt x="1255069" y="2285117"/>
                  </a:lnTo>
                  <a:lnTo>
                    <a:pt x="1259353" y="2287251"/>
                  </a:lnTo>
                  <a:lnTo>
                    <a:pt x="1264480" y="2291404"/>
                  </a:lnTo>
                  <a:lnTo>
                    <a:pt x="1264433" y="2303705"/>
                  </a:lnTo>
                  <a:lnTo>
                    <a:pt x="1262216" y="2308912"/>
                  </a:lnTo>
                  <a:lnTo>
                    <a:pt x="1261265" y="2316330"/>
                  </a:lnTo>
                  <a:lnTo>
                    <a:pt x="1259291" y="2323868"/>
                  </a:lnTo>
                  <a:lnTo>
                    <a:pt x="1255643" y="2329811"/>
                  </a:lnTo>
                  <a:lnTo>
                    <a:pt x="1247499" y="2333863"/>
                  </a:lnTo>
                  <a:lnTo>
                    <a:pt x="1243907" y="2330472"/>
                  </a:lnTo>
                  <a:lnTo>
                    <a:pt x="1238099" y="2314240"/>
                  </a:lnTo>
                  <a:lnTo>
                    <a:pt x="1229887" y="2309128"/>
                  </a:lnTo>
                  <a:lnTo>
                    <a:pt x="1216839" y="2308525"/>
                  </a:lnTo>
                  <a:lnTo>
                    <a:pt x="1207976" y="2312195"/>
                  </a:lnTo>
                  <a:lnTo>
                    <a:pt x="1198317" y="2327919"/>
                  </a:lnTo>
                  <a:lnTo>
                    <a:pt x="1190535" y="2330491"/>
                  </a:lnTo>
                  <a:lnTo>
                    <a:pt x="1163895" y="2322343"/>
                  </a:lnTo>
                  <a:lnTo>
                    <a:pt x="1133478" y="2309928"/>
                  </a:lnTo>
                  <a:lnTo>
                    <a:pt x="1134263" y="2305794"/>
                  </a:lnTo>
                  <a:lnTo>
                    <a:pt x="1139049" y="2304467"/>
                  </a:lnTo>
                  <a:lnTo>
                    <a:pt x="1148227" y="2306163"/>
                  </a:lnTo>
                  <a:lnTo>
                    <a:pt x="1147741" y="2301902"/>
                  </a:lnTo>
                  <a:lnTo>
                    <a:pt x="1138361" y="2288032"/>
                  </a:lnTo>
                  <a:lnTo>
                    <a:pt x="1136641" y="2281771"/>
                  </a:lnTo>
                  <a:lnTo>
                    <a:pt x="1137850" y="2274131"/>
                  </a:lnTo>
                  <a:lnTo>
                    <a:pt x="1134791" y="2274303"/>
                  </a:lnTo>
                  <a:lnTo>
                    <a:pt x="1129158" y="2280717"/>
                  </a:lnTo>
                  <a:lnTo>
                    <a:pt x="1109763" y="2275281"/>
                  </a:lnTo>
                  <a:lnTo>
                    <a:pt x="1104410" y="2268784"/>
                  </a:lnTo>
                  <a:lnTo>
                    <a:pt x="1093015" y="2250476"/>
                  </a:lnTo>
                  <a:lnTo>
                    <a:pt x="1076933" y="2249879"/>
                  </a:lnTo>
                  <a:lnTo>
                    <a:pt x="1069657" y="2238779"/>
                  </a:lnTo>
                  <a:lnTo>
                    <a:pt x="1056515" y="2243427"/>
                  </a:lnTo>
                  <a:lnTo>
                    <a:pt x="1049859" y="2248571"/>
                  </a:lnTo>
                  <a:lnTo>
                    <a:pt x="1044009" y="2256541"/>
                  </a:lnTo>
                  <a:lnTo>
                    <a:pt x="1046288" y="2260675"/>
                  </a:lnTo>
                  <a:lnTo>
                    <a:pt x="1052117" y="2267241"/>
                  </a:lnTo>
                  <a:lnTo>
                    <a:pt x="1049456" y="2270410"/>
                  </a:lnTo>
                  <a:lnTo>
                    <a:pt x="1030744" y="2275090"/>
                  </a:lnTo>
                  <a:lnTo>
                    <a:pt x="987304" y="2269857"/>
                  </a:lnTo>
                  <a:lnTo>
                    <a:pt x="974601" y="2264968"/>
                  </a:lnTo>
                  <a:lnTo>
                    <a:pt x="957553" y="2254629"/>
                  </a:lnTo>
                  <a:lnTo>
                    <a:pt x="933921" y="2246202"/>
                  </a:lnTo>
                  <a:lnTo>
                    <a:pt x="922542" y="2244843"/>
                  </a:lnTo>
                  <a:lnTo>
                    <a:pt x="911400" y="2246513"/>
                  </a:lnTo>
                  <a:lnTo>
                    <a:pt x="878978" y="2247377"/>
                  </a:lnTo>
                  <a:lnTo>
                    <a:pt x="871454" y="2249619"/>
                  </a:lnTo>
                  <a:lnTo>
                    <a:pt x="865046" y="2253200"/>
                  </a:lnTo>
                  <a:lnTo>
                    <a:pt x="860891" y="2249238"/>
                  </a:lnTo>
                  <a:lnTo>
                    <a:pt x="858968" y="2242163"/>
                  </a:lnTo>
                  <a:lnTo>
                    <a:pt x="862731" y="2241014"/>
                  </a:lnTo>
                  <a:lnTo>
                    <a:pt x="866916" y="2236854"/>
                  </a:lnTo>
                  <a:lnTo>
                    <a:pt x="870694" y="2228631"/>
                  </a:lnTo>
                  <a:lnTo>
                    <a:pt x="871123" y="2223658"/>
                  </a:lnTo>
                  <a:lnTo>
                    <a:pt x="868482" y="2220413"/>
                  </a:lnTo>
                  <a:lnTo>
                    <a:pt x="863459" y="2220089"/>
                  </a:lnTo>
                  <a:lnTo>
                    <a:pt x="852364" y="2241516"/>
                  </a:lnTo>
                  <a:lnTo>
                    <a:pt x="858705" y="2253524"/>
                  </a:lnTo>
                  <a:lnTo>
                    <a:pt x="858271" y="2257855"/>
                  </a:lnTo>
                  <a:lnTo>
                    <a:pt x="836132" y="2260319"/>
                  </a:lnTo>
                  <a:lnTo>
                    <a:pt x="785881" y="2284495"/>
                  </a:lnTo>
                  <a:lnTo>
                    <a:pt x="766285" y="2297532"/>
                  </a:lnTo>
                  <a:lnTo>
                    <a:pt x="767288" y="2293144"/>
                  </a:lnTo>
                  <a:lnTo>
                    <a:pt x="790982" y="2276246"/>
                  </a:lnTo>
                  <a:lnTo>
                    <a:pt x="782615" y="2273661"/>
                  </a:lnTo>
                  <a:lnTo>
                    <a:pt x="769143" y="2277884"/>
                  </a:lnTo>
                  <a:lnTo>
                    <a:pt x="764311" y="2276259"/>
                  </a:lnTo>
                  <a:lnTo>
                    <a:pt x="770016" y="2262288"/>
                  </a:lnTo>
                  <a:lnTo>
                    <a:pt x="768156" y="2249968"/>
                  </a:lnTo>
                  <a:lnTo>
                    <a:pt x="758591" y="2249631"/>
                  </a:lnTo>
                  <a:lnTo>
                    <a:pt x="752498" y="2259468"/>
                  </a:lnTo>
                  <a:lnTo>
                    <a:pt x="748265" y="2259049"/>
                  </a:lnTo>
                  <a:lnTo>
                    <a:pt x="742720" y="2254832"/>
                  </a:lnTo>
                  <a:lnTo>
                    <a:pt x="738426" y="2256166"/>
                  </a:lnTo>
                  <a:lnTo>
                    <a:pt x="741604" y="2278456"/>
                  </a:lnTo>
                  <a:lnTo>
                    <a:pt x="747630" y="2287626"/>
                  </a:lnTo>
                  <a:lnTo>
                    <a:pt x="752668" y="2299317"/>
                  </a:lnTo>
                  <a:lnTo>
                    <a:pt x="738907" y="2313764"/>
                  </a:lnTo>
                  <a:lnTo>
                    <a:pt x="726127" y="2325684"/>
                  </a:lnTo>
                  <a:lnTo>
                    <a:pt x="724742" y="2337203"/>
                  </a:lnTo>
                  <a:lnTo>
                    <a:pt x="711900" y="2352209"/>
                  </a:lnTo>
                  <a:lnTo>
                    <a:pt x="699818" y="2360719"/>
                  </a:lnTo>
                  <a:lnTo>
                    <a:pt x="671432" y="2380723"/>
                  </a:lnTo>
                  <a:lnTo>
                    <a:pt x="663334" y="2385003"/>
                  </a:lnTo>
                  <a:lnTo>
                    <a:pt x="650523" y="2394287"/>
                  </a:lnTo>
                  <a:lnTo>
                    <a:pt x="632849" y="2401247"/>
                  </a:lnTo>
                  <a:lnTo>
                    <a:pt x="615904" y="2412297"/>
                  </a:lnTo>
                  <a:lnTo>
                    <a:pt x="610189" y="2413973"/>
                  </a:lnTo>
                  <a:lnTo>
                    <a:pt x="621010" y="2404619"/>
                  </a:lnTo>
                  <a:lnTo>
                    <a:pt x="633842" y="2395379"/>
                  </a:lnTo>
                  <a:lnTo>
                    <a:pt x="622834" y="2396643"/>
                  </a:lnTo>
                  <a:lnTo>
                    <a:pt x="605869" y="2392363"/>
                  </a:lnTo>
                  <a:lnTo>
                    <a:pt x="595487" y="2392115"/>
                  </a:lnTo>
                  <a:lnTo>
                    <a:pt x="595414" y="2395487"/>
                  </a:lnTo>
                  <a:lnTo>
                    <a:pt x="587518" y="2400250"/>
                  </a:lnTo>
                  <a:lnTo>
                    <a:pt x="579338" y="2393252"/>
                  </a:lnTo>
                  <a:lnTo>
                    <a:pt x="575772" y="2388546"/>
                  </a:lnTo>
                  <a:lnTo>
                    <a:pt x="574082" y="2384482"/>
                  </a:lnTo>
                  <a:lnTo>
                    <a:pt x="570609" y="2383498"/>
                  </a:lnTo>
                  <a:lnTo>
                    <a:pt x="567271" y="2385384"/>
                  </a:lnTo>
                  <a:lnTo>
                    <a:pt x="579482" y="2414005"/>
                  </a:lnTo>
                  <a:lnTo>
                    <a:pt x="584686" y="2415243"/>
                  </a:lnTo>
                  <a:lnTo>
                    <a:pt x="590443" y="2418088"/>
                  </a:lnTo>
                  <a:lnTo>
                    <a:pt x="583275" y="2424756"/>
                  </a:lnTo>
                  <a:lnTo>
                    <a:pt x="575560" y="2429817"/>
                  </a:lnTo>
                  <a:lnTo>
                    <a:pt x="563426" y="2433177"/>
                  </a:lnTo>
                  <a:lnTo>
                    <a:pt x="553142" y="2422730"/>
                  </a:lnTo>
                  <a:lnTo>
                    <a:pt x="550915" y="2435838"/>
                  </a:lnTo>
                  <a:lnTo>
                    <a:pt x="549613" y="2448926"/>
                  </a:lnTo>
                  <a:lnTo>
                    <a:pt x="546161" y="2452285"/>
                  </a:lnTo>
                  <a:lnTo>
                    <a:pt x="540647" y="2457073"/>
                  </a:lnTo>
                  <a:lnTo>
                    <a:pt x="537655" y="2453460"/>
                  </a:lnTo>
                  <a:lnTo>
                    <a:pt x="536234" y="2448399"/>
                  </a:lnTo>
                  <a:lnTo>
                    <a:pt x="532704" y="2452914"/>
                  </a:lnTo>
                  <a:lnTo>
                    <a:pt x="527536" y="2456305"/>
                  </a:lnTo>
                  <a:lnTo>
                    <a:pt x="519010" y="2456984"/>
                  </a:lnTo>
                  <a:lnTo>
                    <a:pt x="512612" y="2458794"/>
                  </a:lnTo>
                  <a:lnTo>
                    <a:pt x="512762" y="2464217"/>
                  </a:lnTo>
                  <a:lnTo>
                    <a:pt x="514224" y="2469666"/>
                  </a:lnTo>
                  <a:lnTo>
                    <a:pt x="525542" y="2465361"/>
                  </a:lnTo>
                  <a:lnTo>
                    <a:pt x="521438" y="2479376"/>
                  </a:lnTo>
                  <a:lnTo>
                    <a:pt x="511031" y="2493226"/>
                  </a:lnTo>
                  <a:lnTo>
                    <a:pt x="502550" y="2496497"/>
                  </a:lnTo>
                  <a:lnTo>
                    <a:pt x="489579" y="2494471"/>
                  </a:lnTo>
                  <a:lnTo>
                    <a:pt x="486375" y="2495861"/>
                  </a:lnTo>
                  <a:lnTo>
                    <a:pt x="483507" y="2498738"/>
                  </a:lnTo>
                  <a:lnTo>
                    <a:pt x="498618" y="2520406"/>
                  </a:lnTo>
                  <a:lnTo>
                    <a:pt x="488908" y="2553085"/>
                  </a:lnTo>
                  <a:lnTo>
                    <a:pt x="482701" y="2564928"/>
                  </a:lnTo>
                  <a:lnTo>
                    <a:pt x="478396" y="2566446"/>
                  </a:lnTo>
                  <a:lnTo>
                    <a:pt x="473730" y="2566789"/>
                  </a:lnTo>
                  <a:lnTo>
                    <a:pt x="456981" y="2556260"/>
                  </a:lnTo>
                  <a:lnTo>
                    <a:pt x="447845" y="2548119"/>
                  </a:lnTo>
                  <a:lnTo>
                    <a:pt x="455896" y="2570275"/>
                  </a:lnTo>
                  <a:lnTo>
                    <a:pt x="477833" y="2576746"/>
                  </a:lnTo>
                  <a:lnTo>
                    <a:pt x="478955" y="2585129"/>
                  </a:lnTo>
                  <a:lnTo>
                    <a:pt x="478831" y="2592292"/>
                  </a:lnTo>
                  <a:lnTo>
                    <a:pt x="474510" y="2600700"/>
                  </a:lnTo>
                  <a:lnTo>
                    <a:pt x="470469" y="2611870"/>
                  </a:lnTo>
                  <a:lnTo>
                    <a:pt x="473451" y="2619650"/>
                  </a:lnTo>
                  <a:lnTo>
                    <a:pt x="476913" y="2638885"/>
                  </a:lnTo>
                  <a:lnTo>
                    <a:pt x="479874" y="2647712"/>
                  </a:lnTo>
                  <a:lnTo>
                    <a:pt x="483130" y="2674492"/>
                  </a:lnTo>
                  <a:lnTo>
                    <a:pt x="486592" y="2686106"/>
                  </a:lnTo>
                  <a:lnTo>
                    <a:pt x="506535" y="2728851"/>
                  </a:lnTo>
                  <a:lnTo>
                    <a:pt x="513258" y="2729181"/>
                  </a:lnTo>
                  <a:lnTo>
                    <a:pt x="514338" y="2733811"/>
                  </a:lnTo>
                  <a:lnTo>
                    <a:pt x="513697" y="2742688"/>
                  </a:lnTo>
                  <a:lnTo>
                    <a:pt x="499352" y="2745273"/>
                  </a:lnTo>
                  <a:lnTo>
                    <a:pt x="493331" y="2749229"/>
                  </a:lnTo>
                  <a:lnTo>
                    <a:pt x="492158" y="2752665"/>
                  </a:lnTo>
                  <a:lnTo>
                    <a:pt x="491269" y="2754519"/>
                  </a:lnTo>
                  <a:lnTo>
                    <a:pt x="489419" y="2754348"/>
                  </a:lnTo>
                  <a:lnTo>
                    <a:pt x="482577" y="2751877"/>
                  </a:lnTo>
                  <a:lnTo>
                    <a:pt x="467022" y="2739735"/>
                  </a:lnTo>
                  <a:lnTo>
                    <a:pt x="444357" y="2732210"/>
                  </a:lnTo>
                  <a:lnTo>
                    <a:pt x="414575" y="2729295"/>
                  </a:lnTo>
                  <a:lnTo>
                    <a:pt x="394230" y="2723218"/>
                  </a:lnTo>
                  <a:lnTo>
                    <a:pt x="383321" y="2713959"/>
                  </a:lnTo>
                  <a:lnTo>
                    <a:pt x="371916" y="2708473"/>
                  </a:lnTo>
                  <a:lnTo>
                    <a:pt x="360019" y="2706745"/>
                  </a:lnTo>
                  <a:lnTo>
                    <a:pt x="350165" y="2701722"/>
                  </a:lnTo>
                  <a:lnTo>
                    <a:pt x="342351" y="2693403"/>
                  </a:lnTo>
                  <a:lnTo>
                    <a:pt x="330925" y="2688094"/>
                  </a:lnTo>
                  <a:lnTo>
                    <a:pt x="315887" y="2685789"/>
                  </a:lnTo>
                  <a:lnTo>
                    <a:pt x="306099" y="2679553"/>
                  </a:lnTo>
                  <a:lnTo>
                    <a:pt x="299293" y="2664306"/>
                  </a:lnTo>
                  <a:lnTo>
                    <a:pt x="299262" y="2664077"/>
                  </a:lnTo>
                  <a:lnTo>
                    <a:pt x="293170" y="2638586"/>
                  </a:lnTo>
                  <a:lnTo>
                    <a:pt x="285496" y="2622615"/>
                  </a:lnTo>
                  <a:lnTo>
                    <a:pt x="270561" y="2602853"/>
                  </a:lnTo>
                  <a:lnTo>
                    <a:pt x="269186" y="2600249"/>
                  </a:lnTo>
                  <a:lnTo>
                    <a:pt x="269062" y="2596998"/>
                  </a:lnTo>
                  <a:lnTo>
                    <a:pt x="270912" y="2585497"/>
                  </a:lnTo>
                  <a:lnTo>
                    <a:pt x="269336" y="2577229"/>
                  </a:lnTo>
                  <a:lnTo>
                    <a:pt x="264608" y="2570491"/>
                  </a:lnTo>
                  <a:lnTo>
                    <a:pt x="263522" y="2563360"/>
                  </a:lnTo>
                  <a:lnTo>
                    <a:pt x="266086" y="2555854"/>
                  </a:lnTo>
                  <a:lnTo>
                    <a:pt x="266251" y="2546836"/>
                  </a:lnTo>
                  <a:lnTo>
                    <a:pt x="264024" y="2536307"/>
                  </a:lnTo>
                  <a:lnTo>
                    <a:pt x="254500" y="2524921"/>
                  </a:lnTo>
                  <a:lnTo>
                    <a:pt x="237679" y="2512690"/>
                  </a:lnTo>
                  <a:lnTo>
                    <a:pt x="223349" y="2494826"/>
                  </a:lnTo>
                  <a:lnTo>
                    <a:pt x="211520" y="2471343"/>
                  </a:lnTo>
                  <a:lnTo>
                    <a:pt x="199820" y="2455073"/>
                  </a:lnTo>
                  <a:lnTo>
                    <a:pt x="188249" y="2446011"/>
                  </a:lnTo>
                  <a:lnTo>
                    <a:pt x="180338" y="2434949"/>
                  </a:lnTo>
                  <a:lnTo>
                    <a:pt x="176079" y="2421886"/>
                  </a:lnTo>
                  <a:lnTo>
                    <a:pt x="174824" y="2414303"/>
                  </a:lnTo>
                  <a:lnTo>
                    <a:pt x="176560" y="2412208"/>
                  </a:lnTo>
                  <a:lnTo>
                    <a:pt x="169449" y="2397684"/>
                  </a:lnTo>
                  <a:lnTo>
                    <a:pt x="153491" y="2370746"/>
                  </a:lnTo>
                  <a:lnTo>
                    <a:pt x="144324" y="2351047"/>
                  </a:lnTo>
                  <a:lnTo>
                    <a:pt x="141962" y="2338594"/>
                  </a:lnTo>
                  <a:lnTo>
                    <a:pt x="131807" y="2323772"/>
                  </a:lnTo>
                  <a:lnTo>
                    <a:pt x="113865" y="2306582"/>
                  </a:lnTo>
                  <a:lnTo>
                    <a:pt x="104108" y="2295399"/>
                  </a:lnTo>
                  <a:lnTo>
                    <a:pt x="101711" y="2287632"/>
                  </a:lnTo>
                  <a:lnTo>
                    <a:pt x="73712" y="2265044"/>
                  </a:lnTo>
                  <a:lnTo>
                    <a:pt x="65578" y="2250933"/>
                  </a:lnTo>
                  <a:lnTo>
                    <a:pt x="59227" y="2246475"/>
                  </a:lnTo>
                  <a:lnTo>
                    <a:pt x="51935" y="2246958"/>
                  </a:lnTo>
                  <a:lnTo>
                    <a:pt x="48194" y="2245605"/>
                  </a:lnTo>
                  <a:lnTo>
                    <a:pt x="48008" y="2242417"/>
                  </a:lnTo>
                  <a:lnTo>
                    <a:pt x="45646" y="2242265"/>
                  </a:lnTo>
                  <a:lnTo>
                    <a:pt x="41104" y="2245161"/>
                  </a:lnTo>
                  <a:lnTo>
                    <a:pt x="26210" y="2245745"/>
                  </a:lnTo>
                  <a:lnTo>
                    <a:pt x="961" y="2244024"/>
                  </a:lnTo>
                  <a:lnTo>
                    <a:pt x="0" y="2243821"/>
                  </a:lnTo>
                  <a:lnTo>
                    <a:pt x="0" y="0"/>
                  </a:lnTo>
                  <a:lnTo>
                    <a:pt x="1773799" y="0"/>
                  </a:lnTo>
                  <a:lnTo>
                    <a:pt x="1791779" y="9112"/>
                  </a:lnTo>
                  <a:lnTo>
                    <a:pt x="1812321" y="19521"/>
                  </a:lnTo>
                  <a:lnTo>
                    <a:pt x="1817499" y="36825"/>
                  </a:lnTo>
                  <a:lnTo>
                    <a:pt x="1822542" y="53673"/>
                  </a:lnTo>
                  <a:lnTo>
                    <a:pt x="1834568" y="65904"/>
                  </a:lnTo>
                  <a:lnTo>
                    <a:pt x="1845575" y="77074"/>
                  </a:lnTo>
                  <a:lnTo>
                    <a:pt x="1851947" y="76490"/>
                  </a:lnTo>
                  <a:lnTo>
                    <a:pt x="1858412" y="71772"/>
                  </a:lnTo>
                  <a:lnTo>
                    <a:pt x="1862515" y="69498"/>
                  </a:lnTo>
                  <a:lnTo>
                    <a:pt x="1869393" y="69123"/>
                  </a:lnTo>
                  <a:lnTo>
                    <a:pt x="1884690" y="65085"/>
                  </a:lnTo>
                  <a:lnTo>
                    <a:pt x="1889211" y="65967"/>
                  </a:lnTo>
                  <a:lnTo>
                    <a:pt x="1891780" y="67987"/>
                  </a:lnTo>
                  <a:lnTo>
                    <a:pt x="1891992" y="71149"/>
                  </a:lnTo>
                  <a:lnTo>
                    <a:pt x="1891470" y="73664"/>
                  </a:lnTo>
                  <a:lnTo>
                    <a:pt x="1889103" y="78713"/>
                  </a:lnTo>
                  <a:lnTo>
                    <a:pt x="1892839" y="88333"/>
                  </a:lnTo>
                  <a:lnTo>
                    <a:pt x="1893625" y="99021"/>
                  </a:lnTo>
                  <a:lnTo>
                    <a:pt x="1895676" y="107099"/>
                  </a:lnTo>
                  <a:lnTo>
                    <a:pt x="1901939" y="117437"/>
                  </a:lnTo>
                  <a:lnTo>
                    <a:pt x="1907381" y="125515"/>
                  </a:lnTo>
                  <a:lnTo>
                    <a:pt x="1914233" y="127077"/>
                  </a:lnTo>
                  <a:lnTo>
                    <a:pt x="1930093" y="122372"/>
                  </a:lnTo>
                  <a:lnTo>
                    <a:pt x="1940031" y="120593"/>
                  </a:lnTo>
                  <a:lnTo>
                    <a:pt x="1945674" y="121362"/>
                  </a:lnTo>
                  <a:lnTo>
                    <a:pt x="1955327" y="128925"/>
                  </a:lnTo>
                  <a:lnTo>
                    <a:pt x="1960050" y="133472"/>
                  </a:lnTo>
                  <a:lnTo>
                    <a:pt x="1961177" y="137250"/>
                  </a:lnTo>
                  <a:lnTo>
                    <a:pt x="1948139" y="160340"/>
                  </a:lnTo>
                  <a:lnTo>
                    <a:pt x="1968815" y="171797"/>
                  </a:lnTo>
                  <a:lnTo>
                    <a:pt x="1991889" y="184320"/>
                  </a:lnTo>
                  <a:lnTo>
                    <a:pt x="2019402" y="199249"/>
                  </a:lnTo>
                  <a:lnTo>
                    <a:pt x="2036223" y="208388"/>
                  </a:lnTo>
                  <a:lnTo>
                    <a:pt x="2058377" y="221438"/>
                  </a:lnTo>
                  <a:lnTo>
                    <a:pt x="2062170" y="240032"/>
                  </a:lnTo>
                  <a:lnTo>
                    <a:pt x="2065364" y="255723"/>
                  </a:lnTo>
                  <a:lnTo>
                    <a:pt x="2069436" y="277600"/>
                  </a:lnTo>
                  <a:lnTo>
                    <a:pt x="2073585" y="299916"/>
                  </a:lnTo>
                  <a:lnTo>
                    <a:pt x="2077725" y="322148"/>
                  </a:lnTo>
                  <a:lnTo>
                    <a:pt x="2082112" y="345746"/>
                  </a:lnTo>
                  <a:lnTo>
                    <a:pt x="2086934" y="371669"/>
                  </a:lnTo>
                  <a:lnTo>
                    <a:pt x="2091218" y="394676"/>
                  </a:lnTo>
                  <a:lnTo>
                    <a:pt x="2095894" y="419792"/>
                  </a:lnTo>
                  <a:lnTo>
                    <a:pt x="2102111" y="452477"/>
                  </a:lnTo>
                  <a:lnTo>
                    <a:pt x="2096551" y="465070"/>
                  </a:lnTo>
                  <a:lnTo>
                    <a:pt x="2084443" y="492491"/>
                  </a:lnTo>
                  <a:lnTo>
                    <a:pt x="2073498" y="517277"/>
                  </a:lnTo>
                  <a:lnTo>
                    <a:pt x="2072541" y="524465"/>
                  </a:lnTo>
                  <a:lnTo>
                    <a:pt x="2065017" y="560606"/>
                  </a:lnTo>
                  <a:lnTo>
                    <a:pt x="2058987" y="575535"/>
                  </a:lnTo>
                  <a:lnTo>
                    <a:pt x="2048424" y="584204"/>
                  </a:lnTo>
                  <a:lnTo>
                    <a:pt x="2037938" y="592605"/>
                  </a:lnTo>
                  <a:lnTo>
                    <a:pt x="2024859" y="606684"/>
                  </a:lnTo>
                  <a:lnTo>
                    <a:pt x="2010472" y="613638"/>
                  </a:lnTo>
                  <a:lnTo>
                    <a:pt x="2003123" y="617727"/>
                  </a:lnTo>
                  <a:lnTo>
                    <a:pt x="1999273" y="624179"/>
                  </a:lnTo>
                  <a:lnTo>
                    <a:pt x="1995026" y="638322"/>
                  </a:lnTo>
                  <a:lnTo>
                    <a:pt x="1995842" y="659919"/>
                  </a:lnTo>
                  <a:lnTo>
                    <a:pt x="2007692" y="678507"/>
                  </a:lnTo>
                  <a:lnTo>
                    <a:pt x="2025024" y="688902"/>
                  </a:lnTo>
                  <a:lnTo>
                    <a:pt x="2043669" y="699025"/>
                  </a:lnTo>
                  <a:lnTo>
                    <a:pt x="2070232" y="699069"/>
                  </a:lnTo>
                  <a:lnTo>
                    <a:pt x="2094122" y="685562"/>
                  </a:lnTo>
                  <a:lnTo>
                    <a:pt x="2119433" y="671255"/>
                  </a:lnTo>
                  <a:lnTo>
                    <a:pt x="2142001" y="658497"/>
                  </a:lnTo>
                  <a:lnTo>
                    <a:pt x="2168842" y="643326"/>
                  </a:lnTo>
                  <a:lnTo>
                    <a:pt x="2193151" y="629577"/>
                  </a:lnTo>
                  <a:lnTo>
                    <a:pt x="2219548" y="624637"/>
                  </a:lnTo>
                  <a:lnTo>
                    <a:pt x="2256125" y="617797"/>
                  </a:lnTo>
                  <a:lnTo>
                    <a:pt x="2302169" y="609180"/>
                  </a:lnTo>
                  <a:lnTo>
                    <a:pt x="2324587" y="599368"/>
                  </a:lnTo>
                  <a:lnTo>
                    <a:pt x="2353557" y="586687"/>
                  </a:lnTo>
                  <a:lnTo>
                    <a:pt x="2386977" y="572055"/>
                  </a:lnTo>
                  <a:lnTo>
                    <a:pt x="2415818" y="559431"/>
                  </a:lnTo>
                  <a:lnTo>
                    <a:pt x="2430319" y="552433"/>
                  </a:lnTo>
                  <a:lnTo>
                    <a:pt x="2440633" y="544450"/>
                  </a:lnTo>
                  <a:lnTo>
                    <a:pt x="2443191" y="538544"/>
                  </a:lnTo>
                  <a:lnTo>
                    <a:pt x="2442582" y="535153"/>
                  </a:lnTo>
                  <a:lnTo>
                    <a:pt x="2439920" y="531756"/>
                  </a:lnTo>
                  <a:lnTo>
                    <a:pt x="2436241" y="529247"/>
                  </a:lnTo>
                  <a:lnTo>
                    <a:pt x="2432970" y="527114"/>
                  </a:lnTo>
                  <a:lnTo>
                    <a:pt x="2431435" y="524472"/>
                  </a:lnTo>
                  <a:lnTo>
                    <a:pt x="2431130" y="518693"/>
                  </a:lnTo>
                  <a:lnTo>
                    <a:pt x="2429125" y="515372"/>
                  </a:lnTo>
                  <a:lnTo>
                    <a:pt x="2427213" y="512927"/>
                  </a:lnTo>
                  <a:lnTo>
                    <a:pt x="2427936" y="490561"/>
                  </a:lnTo>
                  <a:lnTo>
                    <a:pt x="2425414" y="483626"/>
                  </a:lnTo>
                  <a:lnTo>
                    <a:pt x="2416014" y="466048"/>
                  </a:lnTo>
                  <a:lnTo>
                    <a:pt x="2433941" y="458167"/>
                  </a:lnTo>
                  <a:lnTo>
                    <a:pt x="2450550" y="450858"/>
                  </a:lnTo>
                  <a:lnTo>
                    <a:pt x="2463795" y="445448"/>
                  </a:lnTo>
                  <a:lnTo>
                    <a:pt x="2491541" y="444597"/>
                  </a:lnTo>
                  <a:lnTo>
                    <a:pt x="2517307" y="444705"/>
                  </a:lnTo>
                  <a:lnTo>
                    <a:pt x="2552820" y="444851"/>
                  </a:lnTo>
                  <a:lnTo>
                    <a:pt x="2582741" y="444971"/>
                  </a:lnTo>
                  <a:lnTo>
                    <a:pt x="2617649" y="445117"/>
                  </a:lnTo>
                  <a:lnTo>
                    <a:pt x="2638113" y="445200"/>
                  </a:lnTo>
                  <a:lnTo>
                    <a:pt x="2664928" y="444946"/>
                  </a:lnTo>
                  <a:lnTo>
                    <a:pt x="2677997" y="424656"/>
                  </a:lnTo>
                  <a:lnTo>
                    <a:pt x="2689676" y="406513"/>
                  </a:lnTo>
                  <a:lnTo>
                    <a:pt x="2702539" y="389177"/>
                  </a:lnTo>
                  <a:lnTo>
                    <a:pt x="2725406" y="368824"/>
                  </a:lnTo>
                  <a:lnTo>
                    <a:pt x="2732047" y="365166"/>
                  </a:lnTo>
                  <a:lnTo>
                    <a:pt x="2735710" y="357139"/>
                  </a:lnTo>
                  <a:lnTo>
                    <a:pt x="2749570" y="349512"/>
                  </a:lnTo>
                  <a:lnTo>
                    <a:pt x="2764841" y="342438"/>
                  </a:lnTo>
                  <a:lnTo>
                    <a:pt x="2770830" y="335802"/>
                  </a:lnTo>
                  <a:lnTo>
                    <a:pt x="2773729" y="332023"/>
                  </a:lnTo>
                  <a:lnTo>
                    <a:pt x="2815076" y="296232"/>
                  </a:lnTo>
                  <a:lnTo>
                    <a:pt x="2838559" y="279702"/>
                  </a:lnTo>
                  <a:lnTo>
                    <a:pt x="2857953" y="270501"/>
                  </a:lnTo>
                  <a:lnTo>
                    <a:pt x="2872717" y="266106"/>
                  </a:lnTo>
                  <a:lnTo>
                    <a:pt x="2882686" y="266735"/>
                  </a:lnTo>
                  <a:lnTo>
                    <a:pt x="2888355" y="2661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8" name="pg3868"/>
            <p:cNvSpPr/>
            <p:nvPr/>
          </p:nvSpPr>
          <p:spPr>
            <a:xfrm>
              <a:off x="5359282" y="3307053"/>
              <a:ext cx="225302" cy="75760"/>
            </a:xfrm>
            <a:custGeom>
              <a:avLst/>
              <a:gdLst/>
              <a:ahLst/>
              <a:cxnLst/>
              <a:rect l="0" t="0" r="0" b="0"/>
              <a:pathLst>
                <a:path w="225302" h="75760">
                  <a:moveTo>
                    <a:pt x="153584" y="30132"/>
                  </a:moveTo>
                  <a:lnTo>
                    <a:pt x="160385" y="30983"/>
                  </a:lnTo>
                  <a:lnTo>
                    <a:pt x="166235" y="28513"/>
                  </a:lnTo>
                  <a:lnTo>
                    <a:pt x="171775" y="23521"/>
                  </a:lnTo>
                  <a:lnTo>
                    <a:pt x="184637" y="16771"/>
                  </a:lnTo>
                  <a:lnTo>
                    <a:pt x="195598" y="13818"/>
                  </a:lnTo>
                  <a:lnTo>
                    <a:pt x="199050" y="13208"/>
                  </a:lnTo>
                  <a:lnTo>
                    <a:pt x="204275" y="17946"/>
                  </a:lnTo>
                  <a:lnTo>
                    <a:pt x="214641" y="14142"/>
                  </a:lnTo>
                  <a:lnTo>
                    <a:pt x="225302" y="12008"/>
                  </a:lnTo>
                  <a:lnTo>
                    <a:pt x="179185" y="33669"/>
                  </a:lnTo>
                  <a:lnTo>
                    <a:pt x="169754" y="36108"/>
                  </a:lnTo>
                  <a:lnTo>
                    <a:pt x="156261" y="42560"/>
                  </a:lnTo>
                  <a:lnTo>
                    <a:pt x="143507" y="47132"/>
                  </a:lnTo>
                  <a:lnTo>
                    <a:pt x="134324" y="48796"/>
                  </a:lnTo>
                  <a:lnTo>
                    <a:pt x="88662" y="64875"/>
                  </a:lnTo>
                  <a:lnTo>
                    <a:pt x="85040" y="65224"/>
                  </a:lnTo>
                  <a:lnTo>
                    <a:pt x="81122" y="63656"/>
                  </a:lnTo>
                  <a:lnTo>
                    <a:pt x="43512" y="71937"/>
                  </a:lnTo>
                  <a:lnTo>
                    <a:pt x="28076" y="72870"/>
                  </a:lnTo>
                  <a:lnTo>
                    <a:pt x="14020" y="75760"/>
                  </a:lnTo>
                  <a:lnTo>
                    <a:pt x="24417" y="69092"/>
                  </a:lnTo>
                  <a:lnTo>
                    <a:pt x="24644" y="66596"/>
                  </a:lnTo>
                  <a:lnTo>
                    <a:pt x="22159" y="64646"/>
                  </a:lnTo>
                  <a:lnTo>
                    <a:pt x="16598" y="65212"/>
                  </a:lnTo>
                  <a:lnTo>
                    <a:pt x="10903" y="72076"/>
                  </a:lnTo>
                  <a:lnTo>
                    <a:pt x="1813" y="74369"/>
                  </a:lnTo>
                  <a:lnTo>
                    <a:pt x="0" y="66895"/>
                  </a:lnTo>
                  <a:lnTo>
                    <a:pt x="3033" y="61109"/>
                  </a:lnTo>
                  <a:lnTo>
                    <a:pt x="7141" y="55623"/>
                  </a:lnTo>
                  <a:lnTo>
                    <a:pt x="16169" y="46999"/>
                  </a:lnTo>
                  <a:lnTo>
                    <a:pt x="29083" y="41531"/>
                  </a:lnTo>
                  <a:lnTo>
                    <a:pt x="35646" y="36806"/>
                  </a:lnTo>
                  <a:lnTo>
                    <a:pt x="40194" y="40966"/>
                  </a:lnTo>
                  <a:lnTo>
                    <a:pt x="41191" y="35346"/>
                  </a:lnTo>
                  <a:lnTo>
                    <a:pt x="44690" y="32101"/>
                  </a:lnTo>
                  <a:lnTo>
                    <a:pt x="48493" y="30354"/>
                  </a:lnTo>
                  <a:lnTo>
                    <a:pt x="57640" y="30310"/>
                  </a:lnTo>
                  <a:lnTo>
                    <a:pt x="62565" y="29427"/>
                  </a:lnTo>
                  <a:lnTo>
                    <a:pt x="66126" y="27560"/>
                  </a:lnTo>
                  <a:lnTo>
                    <a:pt x="69779" y="27211"/>
                  </a:lnTo>
                  <a:lnTo>
                    <a:pt x="79784" y="29757"/>
                  </a:lnTo>
                  <a:lnTo>
                    <a:pt x="89556" y="29027"/>
                  </a:lnTo>
                  <a:lnTo>
                    <a:pt x="97447" y="25509"/>
                  </a:lnTo>
                  <a:lnTo>
                    <a:pt x="105648" y="24328"/>
                  </a:lnTo>
                  <a:lnTo>
                    <a:pt x="127343" y="23534"/>
                  </a:lnTo>
                  <a:lnTo>
                    <a:pt x="148902" y="20962"/>
                  </a:lnTo>
                  <a:lnTo>
                    <a:pt x="157522" y="16390"/>
                  </a:lnTo>
                  <a:lnTo>
                    <a:pt x="175630" y="3575"/>
                  </a:lnTo>
                  <a:lnTo>
                    <a:pt x="186048" y="0"/>
                  </a:lnTo>
                  <a:lnTo>
                    <a:pt x="169826" y="14891"/>
                  </a:lnTo>
                  <a:lnTo>
                    <a:pt x="161108" y="217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9" name="pg3869"/>
            <p:cNvSpPr/>
            <p:nvPr/>
          </p:nvSpPr>
          <p:spPr>
            <a:xfrm>
              <a:off x="5954108" y="2877417"/>
              <a:ext cx="23756" cy="26893"/>
            </a:xfrm>
            <a:custGeom>
              <a:avLst/>
              <a:gdLst/>
              <a:ahLst/>
              <a:cxnLst/>
              <a:rect l="0" t="0" r="0" b="0"/>
              <a:pathLst>
                <a:path w="23756" h="26893">
                  <a:moveTo>
                    <a:pt x="17596" y="18663"/>
                  </a:moveTo>
                  <a:lnTo>
                    <a:pt x="10841" y="17558"/>
                  </a:lnTo>
                  <a:lnTo>
                    <a:pt x="10981" y="24423"/>
                  </a:lnTo>
                  <a:lnTo>
                    <a:pt x="10226" y="26893"/>
                  </a:lnTo>
                  <a:lnTo>
                    <a:pt x="2744" y="23363"/>
                  </a:lnTo>
                  <a:lnTo>
                    <a:pt x="0" y="21089"/>
                  </a:lnTo>
                  <a:lnTo>
                    <a:pt x="237" y="11995"/>
                  </a:lnTo>
                  <a:lnTo>
                    <a:pt x="6847" y="3397"/>
                  </a:lnTo>
                  <a:lnTo>
                    <a:pt x="11885" y="0"/>
                  </a:lnTo>
                  <a:lnTo>
                    <a:pt x="18381" y="2355"/>
                  </a:lnTo>
                  <a:lnTo>
                    <a:pt x="23368" y="11983"/>
                  </a:lnTo>
                  <a:lnTo>
                    <a:pt x="23756" y="1612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0" name="pg3870"/>
            <p:cNvSpPr/>
            <p:nvPr/>
          </p:nvSpPr>
          <p:spPr>
            <a:xfrm>
              <a:off x="5337706" y="3371376"/>
              <a:ext cx="17833" cy="18174"/>
            </a:xfrm>
            <a:custGeom>
              <a:avLst/>
              <a:gdLst/>
              <a:ahLst/>
              <a:cxnLst/>
              <a:rect l="0" t="0" r="0" b="0"/>
              <a:pathLst>
                <a:path w="17833" h="18174">
                  <a:moveTo>
                    <a:pt x="0" y="18174"/>
                  </a:moveTo>
                  <a:lnTo>
                    <a:pt x="5048" y="5702"/>
                  </a:lnTo>
                  <a:lnTo>
                    <a:pt x="14330" y="0"/>
                  </a:lnTo>
                  <a:lnTo>
                    <a:pt x="17689" y="1187"/>
                  </a:lnTo>
                  <a:lnTo>
                    <a:pt x="17833" y="5594"/>
                  </a:lnTo>
                  <a:lnTo>
                    <a:pt x="16531" y="9360"/>
                  </a:lnTo>
                  <a:lnTo>
                    <a:pt x="10304" y="15164"/>
                  </a:lnTo>
                  <a:lnTo>
                    <a:pt x="5054" y="176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1" name="pg3871"/>
            <p:cNvSpPr/>
            <p:nvPr/>
          </p:nvSpPr>
          <p:spPr>
            <a:xfrm>
              <a:off x="5698253" y="3267490"/>
              <a:ext cx="33791" cy="16879"/>
            </a:xfrm>
            <a:custGeom>
              <a:avLst/>
              <a:gdLst/>
              <a:ahLst/>
              <a:cxnLst/>
              <a:rect l="0" t="0" r="0" b="0"/>
              <a:pathLst>
                <a:path w="33791" h="16879">
                  <a:moveTo>
                    <a:pt x="4645" y="16879"/>
                  </a:moveTo>
                  <a:lnTo>
                    <a:pt x="0" y="12776"/>
                  </a:lnTo>
                  <a:lnTo>
                    <a:pt x="7270" y="10878"/>
                  </a:lnTo>
                  <a:lnTo>
                    <a:pt x="16454" y="1130"/>
                  </a:lnTo>
                  <a:lnTo>
                    <a:pt x="22562" y="0"/>
                  </a:lnTo>
                  <a:lnTo>
                    <a:pt x="32158" y="5518"/>
                  </a:lnTo>
                  <a:lnTo>
                    <a:pt x="33791" y="1052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2" name="pg3872"/>
            <p:cNvSpPr/>
            <p:nvPr/>
          </p:nvSpPr>
          <p:spPr>
            <a:xfrm>
              <a:off x="5643532" y="3241859"/>
              <a:ext cx="12087" cy="24671"/>
            </a:xfrm>
            <a:custGeom>
              <a:avLst/>
              <a:gdLst/>
              <a:ahLst/>
              <a:cxnLst/>
              <a:rect l="0" t="0" r="0" b="0"/>
              <a:pathLst>
                <a:path w="12087" h="24671">
                  <a:moveTo>
                    <a:pt x="5855" y="24671"/>
                  </a:moveTo>
                  <a:lnTo>
                    <a:pt x="0" y="24048"/>
                  </a:lnTo>
                  <a:lnTo>
                    <a:pt x="2971" y="19248"/>
                  </a:lnTo>
                  <a:lnTo>
                    <a:pt x="4103" y="12199"/>
                  </a:lnTo>
                  <a:lnTo>
                    <a:pt x="6991" y="4457"/>
                  </a:lnTo>
                  <a:lnTo>
                    <a:pt x="8655" y="2089"/>
                  </a:lnTo>
                  <a:lnTo>
                    <a:pt x="12087" y="0"/>
                  </a:lnTo>
                  <a:lnTo>
                    <a:pt x="11095" y="211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3" name="pg3873"/>
            <p:cNvSpPr/>
            <p:nvPr/>
          </p:nvSpPr>
          <p:spPr>
            <a:xfrm>
              <a:off x="5761346" y="3275262"/>
              <a:ext cx="27001" cy="19248"/>
            </a:xfrm>
            <a:custGeom>
              <a:avLst/>
              <a:gdLst/>
              <a:ahLst/>
              <a:cxnLst/>
              <a:rect l="0" t="0" r="0" b="0"/>
              <a:pathLst>
                <a:path w="27001" h="19248">
                  <a:moveTo>
                    <a:pt x="18836" y="19248"/>
                  </a:moveTo>
                  <a:lnTo>
                    <a:pt x="0" y="14453"/>
                  </a:lnTo>
                  <a:lnTo>
                    <a:pt x="15498" y="10389"/>
                  </a:lnTo>
                  <a:lnTo>
                    <a:pt x="18030" y="8973"/>
                  </a:lnTo>
                  <a:lnTo>
                    <a:pt x="20050" y="2997"/>
                  </a:lnTo>
                  <a:lnTo>
                    <a:pt x="20303" y="0"/>
                  </a:lnTo>
                  <a:lnTo>
                    <a:pt x="26190" y="12853"/>
                  </a:lnTo>
                  <a:lnTo>
                    <a:pt x="27001" y="1715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4" name="pg3874"/>
            <p:cNvSpPr/>
            <p:nvPr/>
          </p:nvSpPr>
          <p:spPr>
            <a:xfrm>
              <a:off x="5180933" y="3984239"/>
              <a:ext cx="8624" cy="14377"/>
            </a:xfrm>
            <a:custGeom>
              <a:avLst/>
              <a:gdLst/>
              <a:ahLst/>
              <a:cxnLst/>
              <a:rect l="0" t="0" r="0" b="0"/>
              <a:pathLst>
                <a:path w="8624" h="14377">
                  <a:moveTo>
                    <a:pt x="7028" y="14377"/>
                  </a:moveTo>
                  <a:lnTo>
                    <a:pt x="0" y="0"/>
                  </a:lnTo>
                  <a:lnTo>
                    <a:pt x="7229" y="4648"/>
                  </a:lnTo>
                  <a:lnTo>
                    <a:pt x="8521" y="8515"/>
                  </a:lnTo>
                  <a:lnTo>
                    <a:pt x="8624" y="117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5" name="pg3875"/>
            <p:cNvSpPr/>
            <p:nvPr/>
          </p:nvSpPr>
          <p:spPr>
            <a:xfrm>
              <a:off x="5183801" y="4007259"/>
              <a:ext cx="24727" cy="72349"/>
            </a:xfrm>
            <a:custGeom>
              <a:avLst/>
              <a:gdLst/>
              <a:ahLst/>
              <a:cxnLst/>
              <a:rect l="0" t="0" r="0" b="0"/>
              <a:pathLst>
                <a:path w="24727" h="72349">
                  <a:moveTo>
                    <a:pt x="1250" y="72349"/>
                  </a:moveTo>
                  <a:lnTo>
                    <a:pt x="0" y="71213"/>
                  </a:lnTo>
                  <a:lnTo>
                    <a:pt x="16267" y="63796"/>
                  </a:lnTo>
                  <a:lnTo>
                    <a:pt x="21399" y="37670"/>
                  </a:lnTo>
                  <a:lnTo>
                    <a:pt x="22102" y="25623"/>
                  </a:lnTo>
                  <a:lnTo>
                    <a:pt x="19663" y="4388"/>
                  </a:lnTo>
                  <a:lnTo>
                    <a:pt x="19745" y="0"/>
                  </a:lnTo>
                  <a:lnTo>
                    <a:pt x="22391" y="6845"/>
                  </a:lnTo>
                  <a:lnTo>
                    <a:pt x="24727" y="26658"/>
                  </a:lnTo>
                  <a:lnTo>
                    <a:pt x="23849" y="41683"/>
                  </a:lnTo>
                  <a:lnTo>
                    <a:pt x="19130" y="63573"/>
                  </a:lnTo>
                  <a:lnTo>
                    <a:pt x="15446" y="6880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6" name="pg3876"/>
            <p:cNvSpPr/>
            <p:nvPr/>
          </p:nvSpPr>
          <p:spPr>
            <a:xfrm>
              <a:off x="5152676" y="4082556"/>
              <a:ext cx="21404" cy="9277"/>
            </a:xfrm>
            <a:custGeom>
              <a:avLst/>
              <a:gdLst/>
              <a:ahLst/>
              <a:cxnLst/>
              <a:rect l="0" t="0" r="0" b="0"/>
              <a:pathLst>
                <a:path w="21404" h="9277">
                  <a:moveTo>
                    <a:pt x="2170" y="9277"/>
                  </a:moveTo>
                  <a:lnTo>
                    <a:pt x="0" y="8725"/>
                  </a:lnTo>
                  <a:lnTo>
                    <a:pt x="12619" y="2089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7" name="pg3877"/>
            <p:cNvSpPr/>
            <p:nvPr/>
          </p:nvSpPr>
          <p:spPr>
            <a:xfrm>
              <a:off x="5095061" y="4115235"/>
              <a:ext cx="33993" cy="39982"/>
            </a:xfrm>
            <a:custGeom>
              <a:avLst/>
              <a:gdLst/>
              <a:ahLst/>
              <a:cxnLst/>
              <a:rect l="0" t="0" r="0" b="0"/>
              <a:pathLst>
                <a:path w="33993" h="39982">
                  <a:moveTo>
                    <a:pt x="0" y="39982"/>
                  </a:moveTo>
                  <a:lnTo>
                    <a:pt x="9689" y="23744"/>
                  </a:lnTo>
                  <a:lnTo>
                    <a:pt x="28825" y="3149"/>
                  </a:lnTo>
                  <a:lnTo>
                    <a:pt x="33993" y="0"/>
                  </a:lnTo>
                  <a:lnTo>
                    <a:pt x="18081" y="17590"/>
                  </a:lnTo>
                  <a:lnTo>
                    <a:pt x="2635" y="3848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8" name="pg3878"/>
            <p:cNvSpPr/>
            <p:nvPr/>
          </p:nvSpPr>
          <p:spPr>
            <a:xfrm>
              <a:off x="4494680" y="5206518"/>
              <a:ext cx="17373" cy="15672"/>
            </a:xfrm>
            <a:custGeom>
              <a:avLst/>
              <a:gdLst/>
              <a:ahLst/>
              <a:cxnLst/>
              <a:rect l="0" t="0" r="0" b="0"/>
              <a:pathLst>
                <a:path w="17373" h="15672">
                  <a:moveTo>
                    <a:pt x="13601" y="15672"/>
                  </a:moveTo>
                  <a:lnTo>
                    <a:pt x="5968" y="13183"/>
                  </a:lnTo>
                  <a:lnTo>
                    <a:pt x="1798" y="8725"/>
                  </a:lnTo>
                  <a:lnTo>
                    <a:pt x="0" y="0"/>
                  </a:lnTo>
                  <a:lnTo>
                    <a:pt x="6645" y="9239"/>
                  </a:lnTo>
                  <a:lnTo>
                    <a:pt x="9028" y="11329"/>
                  </a:lnTo>
                  <a:lnTo>
                    <a:pt x="17373" y="122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9" name="pg3879"/>
            <p:cNvSpPr/>
            <p:nvPr/>
          </p:nvSpPr>
          <p:spPr>
            <a:xfrm>
              <a:off x="4498091" y="5186660"/>
              <a:ext cx="9033" cy="26938"/>
            </a:xfrm>
            <a:custGeom>
              <a:avLst/>
              <a:gdLst/>
              <a:ahLst/>
              <a:cxnLst/>
              <a:rect l="0" t="0" r="0" b="0"/>
              <a:pathLst>
                <a:path w="9033" h="26938">
                  <a:moveTo>
                    <a:pt x="8883" y="26938"/>
                  </a:moveTo>
                  <a:lnTo>
                    <a:pt x="3550" y="14142"/>
                  </a:lnTo>
                  <a:lnTo>
                    <a:pt x="0" y="0"/>
                  </a:lnTo>
                  <a:lnTo>
                    <a:pt x="5079" y="4578"/>
                  </a:lnTo>
                  <a:lnTo>
                    <a:pt x="9033" y="19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0" name="pg3880"/>
            <p:cNvSpPr/>
            <p:nvPr/>
          </p:nvSpPr>
          <p:spPr>
            <a:xfrm>
              <a:off x="4666217" y="5362642"/>
              <a:ext cx="34236" cy="51158"/>
            </a:xfrm>
            <a:custGeom>
              <a:avLst/>
              <a:gdLst/>
              <a:ahLst/>
              <a:cxnLst/>
              <a:rect l="0" t="0" r="0" b="0"/>
              <a:pathLst>
                <a:path w="34236" h="51158">
                  <a:moveTo>
                    <a:pt x="0" y="51158"/>
                  </a:moveTo>
                  <a:lnTo>
                    <a:pt x="2330" y="45036"/>
                  </a:lnTo>
                  <a:lnTo>
                    <a:pt x="10531" y="31948"/>
                  </a:lnTo>
                  <a:lnTo>
                    <a:pt x="13182" y="25788"/>
                  </a:lnTo>
                  <a:lnTo>
                    <a:pt x="18722" y="21883"/>
                  </a:lnTo>
                  <a:lnTo>
                    <a:pt x="23880" y="14821"/>
                  </a:lnTo>
                  <a:lnTo>
                    <a:pt x="24267" y="6585"/>
                  </a:lnTo>
                  <a:lnTo>
                    <a:pt x="31760" y="825"/>
                  </a:lnTo>
                  <a:lnTo>
                    <a:pt x="34236" y="0"/>
                  </a:lnTo>
                  <a:lnTo>
                    <a:pt x="21032" y="267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1" name="pg3881"/>
            <p:cNvSpPr/>
            <p:nvPr/>
          </p:nvSpPr>
          <p:spPr>
            <a:xfrm>
              <a:off x="3456939" y="4803878"/>
              <a:ext cx="26706" cy="20480"/>
            </a:xfrm>
            <a:custGeom>
              <a:avLst/>
              <a:gdLst/>
              <a:ahLst/>
              <a:cxnLst/>
              <a:rect l="0" t="0" r="0" b="0"/>
              <a:pathLst>
                <a:path w="26706" h="20480">
                  <a:moveTo>
                    <a:pt x="18603" y="20480"/>
                  </a:moveTo>
                  <a:lnTo>
                    <a:pt x="1100" y="9214"/>
                  </a:lnTo>
                  <a:lnTo>
                    <a:pt x="0" y="4375"/>
                  </a:lnTo>
                  <a:lnTo>
                    <a:pt x="8635" y="0"/>
                  </a:lnTo>
                  <a:lnTo>
                    <a:pt x="13906" y="387"/>
                  </a:lnTo>
                  <a:lnTo>
                    <a:pt x="22241" y="6109"/>
                  </a:lnTo>
                  <a:lnTo>
                    <a:pt x="25290" y="7703"/>
                  </a:lnTo>
                  <a:lnTo>
                    <a:pt x="26706" y="10020"/>
                  </a:lnTo>
                  <a:lnTo>
                    <a:pt x="25900" y="13646"/>
                  </a:lnTo>
                  <a:lnTo>
                    <a:pt x="22536" y="18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2" name="pg3882"/>
            <p:cNvSpPr/>
            <p:nvPr/>
          </p:nvSpPr>
          <p:spPr>
            <a:xfrm>
              <a:off x="2924653" y="5000397"/>
              <a:ext cx="20774" cy="30399"/>
            </a:xfrm>
            <a:custGeom>
              <a:avLst/>
              <a:gdLst/>
              <a:ahLst/>
              <a:cxnLst/>
              <a:rect l="0" t="0" r="0" b="0"/>
              <a:pathLst>
                <a:path w="20774" h="30399">
                  <a:moveTo>
                    <a:pt x="0" y="30399"/>
                  </a:moveTo>
                  <a:lnTo>
                    <a:pt x="5121" y="19749"/>
                  </a:lnTo>
                  <a:lnTo>
                    <a:pt x="6072" y="15482"/>
                  </a:lnTo>
                  <a:lnTo>
                    <a:pt x="14469" y="2006"/>
                  </a:lnTo>
                  <a:lnTo>
                    <a:pt x="18903" y="0"/>
                  </a:lnTo>
                  <a:lnTo>
                    <a:pt x="20774" y="5734"/>
                  </a:lnTo>
                  <a:lnTo>
                    <a:pt x="12138" y="15202"/>
                  </a:lnTo>
                  <a:lnTo>
                    <a:pt x="2294" y="300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3" name="pg3883"/>
            <p:cNvSpPr/>
            <p:nvPr/>
          </p:nvSpPr>
          <p:spPr>
            <a:xfrm>
              <a:off x="2949515" y="4968054"/>
              <a:ext cx="42075" cy="30323"/>
            </a:xfrm>
            <a:custGeom>
              <a:avLst/>
              <a:gdLst/>
              <a:ahLst/>
              <a:cxnLst/>
              <a:rect l="0" t="0" r="0" b="0"/>
              <a:pathLst>
                <a:path w="42075" h="30323">
                  <a:moveTo>
                    <a:pt x="0" y="30323"/>
                  </a:moveTo>
                  <a:lnTo>
                    <a:pt x="4816" y="23299"/>
                  </a:lnTo>
                  <a:lnTo>
                    <a:pt x="12645" y="19756"/>
                  </a:lnTo>
                  <a:lnTo>
                    <a:pt x="29822" y="6261"/>
                  </a:lnTo>
                  <a:lnTo>
                    <a:pt x="36830" y="5334"/>
                  </a:lnTo>
                  <a:lnTo>
                    <a:pt x="40478" y="685"/>
                  </a:lnTo>
                  <a:lnTo>
                    <a:pt x="42075" y="0"/>
                  </a:lnTo>
                  <a:lnTo>
                    <a:pt x="41042" y="5696"/>
                  </a:lnTo>
                  <a:lnTo>
                    <a:pt x="27223" y="13786"/>
                  </a:lnTo>
                  <a:lnTo>
                    <a:pt x="3886" y="297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4" name="pg3884"/>
            <p:cNvSpPr/>
            <p:nvPr/>
          </p:nvSpPr>
          <p:spPr>
            <a:xfrm>
              <a:off x="2887740" y="5040830"/>
              <a:ext cx="34318" cy="75366"/>
            </a:xfrm>
            <a:custGeom>
              <a:avLst/>
              <a:gdLst/>
              <a:ahLst/>
              <a:cxnLst/>
              <a:rect l="0" t="0" r="0" b="0"/>
              <a:pathLst>
                <a:path w="34318" h="75366">
                  <a:moveTo>
                    <a:pt x="0" y="75366"/>
                  </a:moveTo>
                  <a:lnTo>
                    <a:pt x="909" y="64215"/>
                  </a:lnTo>
                  <a:lnTo>
                    <a:pt x="9503" y="38877"/>
                  </a:lnTo>
                  <a:lnTo>
                    <a:pt x="26965" y="5575"/>
                  </a:lnTo>
                  <a:lnTo>
                    <a:pt x="34318" y="0"/>
                  </a:lnTo>
                  <a:lnTo>
                    <a:pt x="14175" y="36521"/>
                  </a:lnTo>
                  <a:lnTo>
                    <a:pt x="3302" y="6788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5" name="pg3885"/>
            <p:cNvSpPr/>
            <p:nvPr/>
          </p:nvSpPr>
          <p:spPr>
            <a:xfrm>
              <a:off x="3130649" y="4843237"/>
              <a:ext cx="34081" cy="26658"/>
            </a:xfrm>
            <a:custGeom>
              <a:avLst/>
              <a:gdLst/>
              <a:ahLst/>
              <a:cxnLst/>
              <a:rect l="0" t="0" r="0" b="0"/>
              <a:pathLst>
                <a:path w="34081" h="26658">
                  <a:moveTo>
                    <a:pt x="0" y="26658"/>
                  </a:moveTo>
                  <a:lnTo>
                    <a:pt x="23068" y="6655"/>
                  </a:lnTo>
                  <a:lnTo>
                    <a:pt x="27905" y="0"/>
                  </a:lnTo>
                  <a:lnTo>
                    <a:pt x="34081" y="292"/>
                  </a:lnTo>
                  <a:lnTo>
                    <a:pt x="23781" y="11500"/>
                  </a:lnTo>
                  <a:lnTo>
                    <a:pt x="5286" y="254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6" name="pg3886"/>
            <p:cNvSpPr/>
            <p:nvPr/>
          </p:nvSpPr>
          <p:spPr>
            <a:xfrm>
              <a:off x="2885373" y="5122184"/>
              <a:ext cx="25027" cy="140921"/>
            </a:xfrm>
            <a:custGeom>
              <a:avLst/>
              <a:gdLst/>
              <a:ahLst/>
              <a:cxnLst/>
              <a:rect l="0" t="0" r="0" b="0"/>
              <a:pathLst>
                <a:path w="25027" h="140921">
                  <a:moveTo>
                    <a:pt x="23564" y="140921"/>
                  </a:moveTo>
                  <a:lnTo>
                    <a:pt x="14800" y="112719"/>
                  </a:lnTo>
                  <a:lnTo>
                    <a:pt x="537" y="48898"/>
                  </a:lnTo>
                  <a:lnTo>
                    <a:pt x="0" y="12522"/>
                  </a:lnTo>
                  <a:lnTo>
                    <a:pt x="2242" y="0"/>
                  </a:lnTo>
                  <a:lnTo>
                    <a:pt x="5922" y="51374"/>
                  </a:lnTo>
                  <a:lnTo>
                    <a:pt x="21688" y="116618"/>
                  </a:lnTo>
                  <a:lnTo>
                    <a:pt x="25027" y="13488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7" name="pg3887"/>
            <p:cNvSpPr/>
            <p:nvPr/>
          </p:nvSpPr>
          <p:spPr>
            <a:xfrm>
              <a:off x="5637481" y="3252585"/>
              <a:ext cx="5178" cy="13666"/>
            </a:xfrm>
            <a:custGeom>
              <a:avLst/>
              <a:gdLst/>
              <a:ahLst/>
              <a:cxnLst/>
              <a:rect l="0" t="0" r="0" b="0"/>
              <a:pathLst>
                <a:path w="5178" h="13666">
                  <a:moveTo>
                    <a:pt x="1095" y="13666"/>
                  </a:moveTo>
                  <a:lnTo>
                    <a:pt x="0" y="7385"/>
                  </a:lnTo>
                  <a:lnTo>
                    <a:pt x="2056" y="165"/>
                  </a:lnTo>
                  <a:lnTo>
                    <a:pt x="4139" y="0"/>
                  </a:lnTo>
                  <a:lnTo>
                    <a:pt x="5178" y="3841"/>
                  </a:lnTo>
                  <a:lnTo>
                    <a:pt x="4030" y="112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8" name="pg3888"/>
            <p:cNvSpPr/>
            <p:nvPr/>
          </p:nvSpPr>
          <p:spPr>
            <a:xfrm>
              <a:off x="5335877" y="3489988"/>
              <a:ext cx="15498" cy="28227"/>
            </a:xfrm>
            <a:custGeom>
              <a:avLst/>
              <a:gdLst/>
              <a:ahLst/>
              <a:cxnLst/>
              <a:rect l="0" t="0" r="0" b="0"/>
              <a:pathLst>
                <a:path w="15498" h="28227">
                  <a:moveTo>
                    <a:pt x="284" y="28227"/>
                  </a:moveTo>
                  <a:lnTo>
                    <a:pt x="0" y="24442"/>
                  </a:lnTo>
                  <a:lnTo>
                    <a:pt x="15498" y="0"/>
                  </a:lnTo>
                  <a:lnTo>
                    <a:pt x="12697" y="854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9" name="pg3889"/>
            <p:cNvSpPr/>
            <p:nvPr/>
          </p:nvSpPr>
          <p:spPr>
            <a:xfrm>
              <a:off x="5216776" y="3678353"/>
              <a:ext cx="29698" cy="55407"/>
            </a:xfrm>
            <a:custGeom>
              <a:avLst/>
              <a:gdLst/>
              <a:ahLst/>
              <a:cxnLst/>
              <a:rect l="0" t="0" r="0" b="0"/>
              <a:pathLst>
                <a:path w="29698" h="55407">
                  <a:moveTo>
                    <a:pt x="0" y="55407"/>
                  </a:moveTo>
                  <a:lnTo>
                    <a:pt x="16143" y="29364"/>
                  </a:lnTo>
                  <a:lnTo>
                    <a:pt x="25518" y="7544"/>
                  </a:lnTo>
                  <a:lnTo>
                    <a:pt x="29698" y="0"/>
                  </a:lnTo>
                  <a:lnTo>
                    <a:pt x="25642" y="15291"/>
                  </a:lnTo>
                  <a:lnTo>
                    <a:pt x="18552" y="29351"/>
                  </a:lnTo>
                  <a:lnTo>
                    <a:pt x="4811" y="53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0" name="pg3890"/>
            <p:cNvSpPr/>
            <p:nvPr/>
          </p:nvSpPr>
          <p:spPr>
            <a:xfrm>
              <a:off x="5079677" y="4146288"/>
              <a:ext cx="13513" cy="6191"/>
            </a:xfrm>
            <a:custGeom>
              <a:avLst/>
              <a:gdLst/>
              <a:ahLst/>
              <a:cxnLst/>
              <a:rect l="0" t="0" r="0" b="0"/>
              <a:pathLst>
                <a:path w="13513" h="6191">
                  <a:moveTo>
                    <a:pt x="11157" y="6191"/>
                  </a:moveTo>
                  <a:lnTo>
                    <a:pt x="6997" y="4756"/>
                  </a:lnTo>
                  <a:lnTo>
                    <a:pt x="1266" y="2013"/>
                  </a:lnTo>
                  <a:lnTo>
                    <a:pt x="0" y="0"/>
                  </a:lnTo>
                  <a:lnTo>
                    <a:pt x="5467" y="730"/>
                  </a:lnTo>
                  <a:lnTo>
                    <a:pt x="13513" y="58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1" name="pg3891"/>
            <p:cNvSpPr/>
            <p:nvPr/>
          </p:nvSpPr>
          <p:spPr>
            <a:xfrm>
              <a:off x="4577198" y="5440364"/>
              <a:ext cx="10779" cy="15615"/>
            </a:xfrm>
            <a:custGeom>
              <a:avLst/>
              <a:gdLst/>
              <a:ahLst/>
              <a:cxnLst/>
              <a:rect l="0" t="0" r="0" b="0"/>
              <a:pathLst>
                <a:path w="10779" h="15615">
                  <a:moveTo>
                    <a:pt x="6020" y="15615"/>
                  </a:moveTo>
                  <a:lnTo>
                    <a:pt x="4511" y="14790"/>
                  </a:lnTo>
                  <a:lnTo>
                    <a:pt x="4511" y="10890"/>
                  </a:lnTo>
                  <a:lnTo>
                    <a:pt x="0" y="2260"/>
                  </a:lnTo>
                  <a:lnTo>
                    <a:pt x="170" y="0"/>
                  </a:lnTo>
                  <a:lnTo>
                    <a:pt x="10516" y="8446"/>
                  </a:lnTo>
                  <a:lnTo>
                    <a:pt x="10779" y="10713"/>
                  </a:lnTo>
                  <a:lnTo>
                    <a:pt x="9193" y="129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2" name="pg3892"/>
            <p:cNvSpPr/>
            <p:nvPr/>
          </p:nvSpPr>
          <p:spPr>
            <a:xfrm>
              <a:off x="4637878" y="5427841"/>
              <a:ext cx="6681" cy="5543"/>
            </a:xfrm>
            <a:custGeom>
              <a:avLst/>
              <a:gdLst/>
              <a:ahLst/>
              <a:cxnLst/>
              <a:rect l="0" t="0" r="0" b="0"/>
              <a:pathLst>
                <a:path w="6681" h="5543">
                  <a:moveTo>
                    <a:pt x="0" y="5543"/>
                  </a:moveTo>
                  <a:lnTo>
                    <a:pt x="1002" y="3695"/>
                  </a:lnTo>
                  <a:lnTo>
                    <a:pt x="5178" y="0"/>
                  </a:lnTo>
                  <a:lnTo>
                    <a:pt x="6681" y="1435"/>
                  </a:lnTo>
                  <a:lnTo>
                    <a:pt x="6516" y="3283"/>
                  </a:lnTo>
                  <a:lnTo>
                    <a:pt x="2005" y="55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3" name="pg3893"/>
            <p:cNvSpPr/>
            <p:nvPr/>
          </p:nvSpPr>
          <p:spPr>
            <a:xfrm>
              <a:off x="4657267" y="5415509"/>
              <a:ext cx="5348" cy="5550"/>
            </a:xfrm>
            <a:custGeom>
              <a:avLst/>
              <a:gdLst/>
              <a:ahLst/>
              <a:cxnLst/>
              <a:rect l="0" t="0" r="0" b="0"/>
              <a:pathLst>
                <a:path w="5348" h="5550">
                  <a:moveTo>
                    <a:pt x="0" y="5550"/>
                  </a:moveTo>
                  <a:lnTo>
                    <a:pt x="4175" y="0"/>
                  </a:lnTo>
                  <a:lnTo>
                    <a:pt x="5348" y="412"/>
                  </a:lnTo>
                  <a:lnTo>
                    <a:pt x="2842" y="493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4" name="pg3894"/>
            <p:cNvSpPr/>
            <p:nvPr/>
          </p:nvSpPr>
          <p:spPr>
            <a:xfrm>
              <a:off x="4607290" y="5439132"/>
              <a:ext cx="21895" cy="8630"/>
            </a:xfrm>
            <a:custGeom>
              <a:avLst/>
              <a:gdLst/>
              <a:ahLst/>
              <a:cxnLst/>
              <a:rect l="0" t="0" r="0" b="0"/>
              <a:pathLst>
                <a:path w="21895" h="8630">
                  <a:moveTo>
                    <a:pt x="5012" y="8630"/>
                  </a:moveTo>
                  <a:lnTo>
                    <a:pt x="0" y="6369"/>
                  </a:lnTo>
                  <a:lnTo>
                    <a:pt x="5513" y="3289"/>
                  </a:lnTo>
                  <a:lnTo>
                    <a:pt x="21895" y="0"/>
                  </a:lnTo>
                  <a:lnTo>
                    <a:pt x="15709" y="4108"/>
                  </a:lnTo>
                  <a:lnTo>
                    <a:pt x="9860" y="555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5" name="pg3895"/>
            <p:cNvSpPr/>
            <p:nvPr/>
          </p:nvSpPr>
          <p:spPr>
            <a:xfrm>
              <a:off x="4570537" y="4631229"/>
              <a:ext cx="6945" cy="31688"/>
            </a:xfrm>
            <a:custGeom>
              <a:avLst/>
              <a:gdLst/>
              <a:ahLst/>
              <a:cxnLst/>
              <a:rect l="0" t="0" r="0" b="0"/>
              <a:pathLst>
                <a:path w="6945" h="31688">
                  <a:moveTo>
                    <a:pt x="2237" y="31688"/>
                  </a:moveTo>
                  <a:lnTo>
                    <a:pt x="201" y="20467"/>
                  </a:lnTo>
                  <a:lnTo>
                    <a:pt x="0" y="9570"/>
                  </a:lnTo>
                  <a:lnTo>
                    <a:pt x="3565" y="3124"/>
                  </a:lnTo>
                  <a:lnTo>
                    <a:pt x="694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6" name="pg3896"/>
            <p:cNvSpPr/>
            <p:nvPr/>
          </p:nvSpPr>
          <p:spPr>
            <a:xfrm>
              <a:off x="4554992" y="5448277"/>
              <a:ext cx="10567" cy="12891"/>
            </a:xfrm>
            <a:custGeom>
              <a:avLst/>
              <a:gdLst/>
              <a:ahLst/>
              <a:cxnLst/>
              <a:rect l="0" t="0" r="0" b="0"/>
              <a:pathLst>
                <a:path w="10567" h="12891">
                  <a:moveTo>
                    <a:pt x="0" y="12891"/>
                  </a:moveTo>
                  <a:lnTo>
                    <a:pt x="5529" y="7772"/>
                  </a:lnTo>
                  <a:lnTo>
                    <a:pt x="7322" y="0"/>
                  </a:lnTo>
                  <a:lnTo>
                    <a:pt x="10567" y="6070"/>
                  </a:lnTo>
                  <a:lnTo>
                    <a:pt x="10505" y="9754"/>
                  </a:lnTo>
                  <a:lnTo>
                    <a:pt x="6857" y="116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7" name="pg3897"/>
            <p:cNvSpPr/>
            <p:nvPr/>
          </p:nvSpPr>
          <p:spPr>
            <a:xfrm>
              <a:off x="4681421" y="5037121"/>
              <a:ext cx="28195" cy="83983"/>
            </a:xfrm>
            <a:custGeom>
              <a:avLst/>
              <a:gdLst/>
              <a:ahLst/>
              <a:cxnLst/>
              <a:rect l="0" t="0" r="0" b="0"/>
              <a:pathLst>
                <a:path w="28195" h="83983">
                  <a:moveTo>
                    <a:pt x="28195" y="83983"/>
                  </a:moveTo>
                  <a:lnTo>
                    <a:pt x="18464" y="61770"/>
                  </a:lnTo>
                  <a:lnTo>
                    <a:pt x="6438" y="26938"/>
                  </a:lnTo>
                  <a:lnTo>
                    <a:pt x="0" y="0"/>
                  </a:lnTo>
                  <a:lnTo>
                    <a:pt x="4356" y="7283"/>
                  </a:lnTo>
                  <a:lnTo>
                    <a:pt x="8614" y="22359"/>
                  </a:lnTo>
                  <a:lnTo>
                    <a:pt x="26474" y="744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8" name="pg3898"/>
            <p:cNvSpPr/>
            <p:nvPr/>
          </p:nvSpPr>
          <p:spPr>
            <a:xfrm>
              <a:off x="4535949" y="5462902"/>
              <a:ext cx="7699" cy="4470"/>
            </a:xfrm>
            <a:custGeom>
              <a:avLst/>
              <a:gdLst/>
              <a:ahLst/>
              <a:cxnLst/>
              <a:rect l="0" t="0" r="0" b="0"/>
              <a:pathLst>
                <a:path w="7699" h="4470">
                  <a:moveTo>
                    <a:pt x="232" y="4470"/>
                  </a:moveTo>
                  <a:lnTo>
                    <a:pt x="0" y="2457"/>
                  </a:lnTo>
                  <a:lnTo>
                    <a:pt x="4630" y="0"/>
                  </a:lnTo>
                  <a:lnTo>
                    <a:pt x="7699" y="165"/>
                  </a:lnTo>
                  <a:lnTo>
                    <a:pt x="7586" y="2889"/>
                  </a:lnTo>
                  <a:lnTo>
                    <a:pt x="2919" y="41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9" name="pg3899"/>
            <p:cNvSpPr/>
            <p:nvPr/>
          </p:nvSpPr>
          <p:spPr>
            <a:xfrm>
              <a:off x="3781115" y="4789697"/>
              <a:ext cx="7508" cy="12059"/>
            </a:xfrm>
            <a:custGeom>
              <a:avLst/>
              <a:gdLst/>
              <a:ahLst/>
              <a:cxnLst/>
              <a:rect l="0" t="0" r="0" b="0"/>
              <a:pathLst>
                <a:path w="7508" h="12059">
                  <a:moveTo>
                    <a:pt x="0" y="12059"/>
                  </a:moveTo>
                  <a:lnTo>
                    <a:pt x="263" y="9462"/>
                  </a:lnTo>
                  <a:lnTo>
                    <a:pt x="4490" y="2648"/>
                  </a:lnTo>
                  <a:lnTo>
                    <a:pt x="7508" y="0"/>
                  </a:lnTo>
                  <a:lnTo>
                    <a:pt x="5746" y="52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0" name="pg3900"/>
            <p:cNvSpPr/>
            <p:nvPr/>
          </p:nvSpPr>
          <p:spPr>
            <a:xfrm>
              <a:off x="3804479" y="4723202"/>
              <a:ext cx="17435" cy="7734"/>
            </a:xfrm>
            <a:custGeom>
              <a:avLst/>
              <a:gdLst/>
              <a:ahLst/>
              <a:cxnLst/>
              <a:rect l="0" t="0" r="0" b="0"/>
              <a:pathLst>
                <a:path w="17435" h="7734">
                  <a:moveTo>
                    <a:pt x="16107" y="7734"/>
                  </a:moveTo>
                  <a:lnTo>
                    <a:pt x="6733" y="5029"/>
                  </a:lnTo>
                  <a:lnTo>
                    <a:pt x="1033" y="2514"/>
                  </a:lnTo>
                  <a:lnTo>
                    <a:pt x="0" y="0"/>
                  </a:lnTo>
                  <a:lnTo>
                    <a:pt x="15756" y="4565"/>
                  </a:lnTo>
                  <a:lnTo>
                    <a:pt x="17435" y="62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1" name="pg3901"/>
            <p:cNvSpPr/>
            <p:nvPr/>
          </p:nvSpPr>
          <p:spPr>
            <a:xfrm>
              <a:off x="3847510" y="4721970"/>
              <a:ext cx="25921" cy="5569"/>
            </a:xfrm>
            <a:custGeom>
              <a:avLst/>
              <a:gdLst/>
              <a:ahLst/>
              <a:cxnLst/>
              <a:rect l="0" t="0" r="0" b="0"/>
              <a:pathLst>
                <a:path w="25921" h="5569">
                  <a:moveTo>
                    <a:pt x="16609" y="5569"/>
                  </a:moveTo>
                  <a:lnTo>
                    <a:pt x="2806" y="5308"/>
                  </a:lnTo>
                  <a:lnTo>
                    <a:pt x="0" y="4330"/>
                  </a:lnTo>
                  <a:lnTo>
                    <a:pt x="5539" y="2470"/>
                  </a:lnTo>
                  <a:lnTo>
                    <a:pt x="21895" y="0"/>
                  </a:lnTo>
                  <a:lnTo>
                    <a:pt x="25921" y="27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2" name="pg3902"/>
            <p:cNvSpPr/>
            <p:nvPr/>
          </p:nvSpPr>
          <p:spPr>
            <a:xfrm>
              <a:off x="3738952" y="4735636"/>
              <a:ext cx="16650" cy="17044"/>
            </a:xfrm>
            <a:custGeom>
              <a:avLst/>
              <a:gdLst/>
              <a:ahLst/>
              <a:cxnLst/>
              <a:rect l="0" t="0" r="0" b="0"/>
              <a:pathLst>
                <a:path w="16650" h="17044">
                  <a:moveTo>
                    <a:pt x="12862" y="17044"/>
                  </a:moveTo>
                  <a:lnTo>
                    <a:pt x="7679" y="14034"/>
                  </a:lnTo>
                  <a:lnTo>
                    <a:pt x="0" y="13761"/>
                  </a:lnTo>
                  <a:lnTo>
                    <a:pt x="3379" y="11697"/>
                  </a:lnTo>
                  <a:lnTo>
                    <a:pt x="5751" y="9684"/>
                  </a:lnTo>
                  <a:lnTo>
                    <a:pt x="6935" y="7518"/>
                  </a:lnTo>
                  <a:lnTo>
                    <a:pt x="16650" y="0"/>
                  </a:lnTo>
                  <a:lnTo>
                    <a:pt x="13896" y="5518"/>
                  </a:lnTo>
                  <a:lnTo>
                    <a:pt x="12490" y="10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3" name="pg3903"/>
            <p:cNvSpPr/>
            <p:nvPr/>
          </p:nvSpPr>
          <p:spPr>
            <a:xfrm>
              <a:off x="3789234" y="4750191"/>
              <a:ext cx="5746" cy="36527"/>
            </a:xfrm>
            <a:custGeom>
              <a:avLst/>
              <a:gdLst/>
              <a:ahLst/>
              <a:cxnLst/>
              <a:rect l="0" t="0" r="0" b="0"/>
              <a:pathLst>
                <a:path w="5746" h="36527">
                  <a:moveTo>
                    <a:pt x="1188" y="36527"/>
                  </a:moveTo>
                  <a:lnTo>
                    <a:pt x="4118" y="16695"/>
                  </a:lnTo>
                  <a:lnTo>
                    <a:pt x="0" y="0"/>
                  </a:lnTo>
                  <a:lnTo>
                    <a:pt x="4340" y="7328"/>
                  </a:lnTo>
                  <a:lnTo>
                    <a:pt x="5746" y="16047"/>
                  </a:lnTo>
                  <a:lnTo>
                    <a:pt x="4175" y="323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4" name="pg3904"/>
            <p:cNvSpPr/>
            <p:nvPr/>
          </p:nvSpPr>
          <p:spPr>
            <a:xfrm>
              <a:off x="4186131" y="4792371"/>
              <a:ext cx="40173" cy="16358"/>
            </a:xfrm>
            <a:custGeom>
              <a:avLst/>
              <a:gdLst/>
              <a:ahLst/>
              <a:cxnLst/>
              <a:rect l="0" t="0" r="0" b="0"/>
              <a:pathLst>
                <a:path w="40173" h="16358">
                  <a:moveTo>
                    <a:pt x="11482" y="16358"/>
                  </a:moveTo>
                  <a:lnTo>
                    <a:pt x="0" y="12954"/>
                  </a:lnTo>
                  <a:lnTo>
                    <a:pt x="7136" y="12307"/>
                  </a:lnTo>
                  <a:lnTo>
                    <a:pt x="12299" y="13685"/>
                  </a:lnTo>
                  <a:lnTo>
                    <a:pt x="25373" y="6991"/>
                  </a:lnTo>
                  <a:lnTo>
                    <a:pt x="32231" y="1924"/>
                  </a:lnTo>
                  <a:lnTo>
                    <a:pt x="40173" y="0"/>
                  </a:lnTo>
                  <a:lnTo>
                    <a:pt x="22102" y="116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5" name="pg3905"/>
            <p:cNvSpPr/>
            <p:nvPr/>
          </p:nvSpPr>
          <p:spPr>
            <a:xfrm>
              <a:off x="5923277" y="2903466"/>
              <a:ext cx="8449" cy="10395"/>
            </a:xfrm>
            <a:custGeom>
              <a:avLst/>
              <a:gdLst/>
              <a:ahLst/>
              <a:cxnLst/>
              <a:rect l="0" t="0" r="0" b="0"/>
              <a:pathLst>
                <a:path w="8449" h="10395">
                  <a:moveTo>
                    <a:pt x="4428" y="10395"/>
                  </a:moveTo>
                  <a:lnTo>
                    <a:pt x="139" y="9563"/>
                  </a:lnTo>
                  <a:lnTo>
                    <a:pt x="0" y="3149"/>
                  </a:lnTo>
                  <a:lnTo>
                    <a:pt x="1297" y="971"/>
                  </a:lnTo>
                  <a:lnTo>
                    <a:pt x="2780" y="0"/>
                  </a:lnTo>
                  <a:lnTo>
                    <a:pt x="4981" y="1803"/>
                  </a:lnTo>
                  <a:lnTo>
                    <a:pt x="8449" y="7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6" name="pg3906"/>
            <p:cNvSpPr/>
            <p:nvPr/>
          </p:nvSpPr>
          <p:spPr>
            <a:xfrm>
              <a:off x="2399291" y="4782381"/>
              <a:ext cx="513697" cy="755524"/>
            </a:xfrm>
            <a:custGeom>
              <a:avLst/>
              <a:gdLst/>
              <a:ahLst/>
              <a:cxnLst/>
              <a:rect l="0" t="0" r="0" b="0"/>
              <a:pathLst>
                <a:path w="513697" h="755524">
                  <a:moveTo>
                    <a:pt x="961" y="1759"/>
                  </a:moveTo>
                  <a:lnTo>
                    <a:pt x="26210" y="3480"/>
                  </a:lnTo>
                  <a:lnTo>
                    <a:pt x="41104" y="2895"/>
                  </a:lnTo>
                  <a:lnTo>
                    <a:pt x="45646" y="0"/>
                  </a:lnTo>
                  <a:lnTo>
                    <a:pt x="48008" y="152"/>
                  </a:lnTo>
                  <a:lnTo>
                    <a:pt x="48194" y="3340"/>
                  </a:lnTo>
                  <a:lnTo>
                    <a:pt x="51935" y="4692"/>
                  </a:lnTo>
                  <a:lnTo>
                    <a:pt x="59227" y="4210"/>
                  </a:lnTo>
                  <a:lnTo>
                    <a:pt x="65578" y="8668"/>
                  </a:lnTo>
                  <a:lnTo>
                    <a:pt x="73712" y="22778"/>
                  </a:lnTo>
                  <a:lnTo>
                    <a:pt x="101747" y="45379"/>
                  </a:lnTo>
                  <a:lnTo>
                    <a:pt x="104108" y="53133"/>
                  </a:lnTo>
                  <a:lnTo>
                    <a:pt x="113865" y="64316"/>
                  </a:lnTo>
                  <a:lnTo>
                    <a:pt x="131807" y="81507"/>
                  </a:lnTo>
                  <a:lnTo>
                    <a:pt x="141962" y="96329"/>
                  </a:lnTo>
                  <a:lnTo>
                    <a:pt x="144324" y="108782"/>
                  </a:lnTo>
                  <a:lnTo>
                    <a:pt x="153491" y="128481"/>
                  </a:lnTo>
                  <a:lnTo>
                    <a:pt x="169449" y="155419"/>
                  </a:lnTo>
                  <a:lnTo>
                    <a:pt x="176560" y="169942"/>
                  </a:lnTo>
                  <a:lnTo>
                    <a:pt x="174824" y="172038"/>
                  </a:lnTo>
                  <a:lnTo>
                    <a:pt x="176079" y="179620"/>
                  </a:lnTo>
                  <a:lnTo>
                    <a:pt x="180338" y="192683"/>
                  </a:lnTo>
                  <a:lnTo>
                    <a:pt x="188249" y="203745"/>
                  </a:lnTo>
                  <a:lnTo>
                    <a:pt x="199820" y="212807"/>
                  </a:lnTo>
                  <a:lnTo>
                    <a:pt x="211520" y="229077"/>
                  </a:lnTo>
                  <a:lnTo>
                    <a:pt x="223349" y="252561"/>
                  </a:lnTo>
                  <a:lnTo>
                    <a:pt x="237679" y="270425"/>
                  </a:lnTo>
                  <a:lnTo>
                    <a:pt x="254500" y="282655"/>
                  </a:lnTo>
                  <a:lnTo>
                    <a:pt x="264024" y="294042"/>
                  </a:lnTo>
                  <a:lnTo>
                    <a:pt x="266251" y="304571"/>
                  </a:lnTo>
                  <a:lnTo>
                    <a:pt x="266086" y="313588"/>
                  </a:lnTo>
                  <a:lnTo>
                    <a:pt x="263522" y="321094"/>
                  </a:lnTo>
                  <a:lnTo>
                    <a:pt x="264608" y="328226"/>
                  </a:lnTo>
                  <a:lnTo>
                    <a:pt x="269336" y="334964"/>
                  </a:lnTo>
                  <a:lnTo>
                    <a:pt x="270912" y="343232"/>
                  </a:lnTo>
                  <a:lnTo>
                    <a:pt x="269062" y="354732"/>
                  </a:lnTo>
                  <a:lnTo>
                    <a:pt x="269191" y="357990"/>
                  </a:lnTo>
                  <a:lnTo>
                    <a:pt x="270561" y="360587"/>
                  </a:lnTo>
                  <a:lnTo>
                    <a:pt x="285496" y="380350"/>
                  </a:lnTo>
                  <a:lnTo>
                    <a:pt x="293170" y="396321"/>
                  </a:lnTo>
                  <a:lnTo>
                    <a:pt x="299262" y="421811"/>
                  </a:lnTo>
                  <a:lnTo>
                    <a:pt x="299293" y="422040"/>
                  </a:lnTo>
                  <a:lnTo>
                    <a:pt x="306099" y="437287"/>
                  </a:lnTo>
                  <a:lnTo>
                    <a:pt x="315887" y="443523"/>
                  </a:lnTo>
                  <a:lnTo>
                    <a:pt x="330925" y="445829"/>
                  </a:lnTo>
                  <a:lnTo>
                    <a:pt x="342351" y="451138"/>
                  </a:lnTo>
                  <a:lnTo>
                    <a:pt x="350165" y="459457"/>
                  </a:lnTo>
                  <a:lnTo>
                    <a:pt x="360019" y="464480"/>
                  </a:lnTo>
                  <a:lnTo>
                    <a:pt x="371916" y="466207"/>
                  </a:lnTo>
                  <a:lnTo>
                    <a:pt x="383321" y="471694"/>
                  </a:lnTo>
                  <a:lnTo>
                    <a:pt x="394230" y="480953"/>
                  </a:lnTo>
                  <a:lnTo>
                    <a:pt x="414575" y="487030"/>
                  </a:lnTo>
                  <a:lnTo>
                    <a:pt x="444357" y="489945"/>
                  </a:lnTo>
                  <a:lnTo>
                    <a:pt x="467022" y="497470"/>
                  </a:lnTo>
                  <a:lnTo>
                    <a:pt x="482577" y="509612"/>
                  </a:lnTo>
                  <a:lnTo>
                    <a:pt x="489419" y="512082"/>
                  </a:lnTo>
                  <a:lnTo>
                    <a:pt x="491269" y="512254"/>
                  </a:lnTo>
                  <a:lnTo>
                    <a:pt x="492158" y="510399"/>
                  </a:lnTo>
                  <a:lnTo>
                    <a:pt x="493331" y="506964"/>
                  </a:lnTo>
                  <a:lnTo>
                    <a:pt x="499352" y="503008"/>
                  </a:lnTo>
                  <a:lnTo>
                    <a:pt x="513697" y="500423"/>
                  </a:lnTo>
                  <a:lnTo>
                    <a:pt x="511770" y="527285"/>
                  </a:lnTo>
                  <a:lnTo>
                    <a:pt x="505372" y="549327"/>
                  </a:lnTo>
                  <a:lnTo>
                    <a:pt x="484293" y="595152"/>
                  </a:lnTo>
                  <a:lnTo>
                    <a:pt x="475508" y="623576"/>
                  </a:lnTo>
                  <a:lnTo>
                    <a:pt x="458511" y="704804"/>
                  </a:lnTo>
                  <a:lnTo>
                    <a:pt x="453534" y="755524"/>
                  </a:lnTo>
                  <a:lnTo>
                    <a:pt x="0" y="755524"/>
                  </a:lnTo>
                  <a:lnTo>
                    <a:pt x="0" y="15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7" name="pg3907"/>
            <p:cNvSpPr/>
            <p:nvPr/>
          </p:nvSpPr>
          <p:spPr>
            <a:xfrm>
              <a:off x="4173090" y="2540116"/>
              <a:ext cx="1519164" cy="699069"/>
            </a:xfrm>
            <a:custGeom>
              <a:avLst/>
              <a:gdLst/>
              <a:ahLst/>
              <a:cxnLst/>
              <a:rect l="0" t="0" r="0" b="0"/>
              <a:pathLst>
                <a:path w="1519164" h="699069">
                  <a:moveTo>
                    <a:pt x="1509975" y="5632"/>
                  </a:moveTo>
                  <a:lnTo>
                    <a:pt x="1494849" y="16263"/>
                  </a:lnTo>
                  <a:lnTo>
                    <a:pt x="1478746" y="33041"/>
                  </a:lnTo>
                  <a:lnTo>
                    <a:pt x="1440965" y="45729"/>
                  </a:lnTo>
                  <a:lnTo>
                    <a:pt x="1426940" y="48955"/>
                  </a:lnTo>
                  <a:lnTo>
                    <a:pt x="1413994" y="47234"/>
                  </a:lnTo>
                  <a:lnTo>
                    <a:pt x="1398238" y="57559"/>
                  </a:lnTo>
                  <a:lnTo>
                    <a:pt x="1379593" y="63872"/>
                  </a:lnTo>
                  <a:lnTo>
                    <a:pt x="1374089" y="73474"/>
                  </a:lnTo>
                  <a:lnTo>
                    <a:pt x="1329270" y="99193"/>
                  </a:lnTo>
                  <a:lnTo>
                    <a:pt x="1312066" y="102431"/>
                  </a:lnTo>
                  <a:lnTo>
                    <a:pt x="1297426" y="109283"/>
                  </a:lnTo>
                  <a:lnTo>
                    <a:pt x="1293095" y="120917"/>
                  </a:lnTo>
                  <a:lnTo>
                    <a:pt x="1280026" y="127934"/>
                  </a:lnTo>
                  <a:lnTo>
                    <a:pt x="1276399" y="133307"/>
                  </a:lnTo>
                  <a:lnTo>
                    <a:pt x="1265407" y="149583"/>
                  </a:lnTo>
                  <a:lnTo>
                    <a:pt x="1244974" y="170603"/>
                  </a:lnTo>
                  <a:lnTo>
                    <a:pt x="1220075" y="174121"/>
                  </a:lnTo>
                  <a:lnTo>
                    <a:pt x="1210975" y="181436"/>
                  </a:lnTo>
                  <a:lnTo>
                    <a:pt x="1200438" y="193242"/>
                  </a:lnTo>
                  <a:lnTo>
                    <a:pt x="1185576" y="201345"/>
                  </a:lnTo>
                  <a:lnTo>
                    <a:pt x="1156233" y="197547"/>
                  </a:lnTo>
                  <a:lnTo>
                    <a:pt x="1163370" y="202513"/>
                  </a:lnTo>
                  <a:lnTo>
                    <a:pt x="1189622" y="210255"/>
                  </a:lnTo>
                  <a:lnTo>
                    <a:pt x="1192351" y="221730"/>
                  </a:lnTo>
                  <a:lnTo>
                    <a:pt x="1179199" y="224473"/>
                  </a:lnTo>
                  <a:lnTo>
                    <a:pt x="1151660" y="239771"/>
                  </a:lnTo>
                  <a:lnTo>
                    <a:pt x="1114556" y="266113"/>
                  </a:lnTo>
                  <a:lnTo>
                    <a:pt x="1108887" y="266735"/>
                  </a:lnTo>
                  <a:lnTo>
                    <a:pt x="1098918" y="266106"/>
                  </a:lnTo>
                  <a:lnTo>
                    <a:pt x="1084154" y="270501"/>
                  </a:lnTo>
                  <a:lnTo>
                    <a:pt x="1064759" y="279702"/>
                  </a:lnTo>
                  <a:lnTo>
                    <a:pt x="1041277" y="296232"/>
                  </a:lnTo>
                  <a:lnTo>
                    <a:pt x="999930" y="332023"/>
                  </a:lnTo>
                  <a:lnTo>
                    <a:pt x="997031" y="335802"/>
                  </a:lnTo>
                  <a:lnTo>
                    <a:pt x="991042" y="342438"/>
                  </a:lnTo>
                  <a:lnTo>
                    <a:pt x="975771" y="349512"/>
                  </a:lnTo>
                  <a:lnTo>
                    <a:pt x="961911" y="357139"/>
                  </a:lnTo>
                  <a:lnTo>
                    <a:pt x="958248" y="365166"/>
                  </a:lnTo>
                  <a:lnTo>
                    <a:pt x="951607" y="368824"/>
                  </a:lnTo>
                  <a:lnTo>
                    <a:pt x="928740" y="389177"/>
                  </a:lnTo>
                  <a:lnTo>
                    <a:pt x="915877" y="406513"/>
                  </a:lnTo>
                  <a:lnTo>
                    <a:pt x="904198" y="424656"/>
                  </a:lnTo>
                  <a:lnTo>
                    <a:pt x="891129" y="444946"/>
                  </a:lnTo>
                  <a:lnTo>
                    <a:pt x="864314" y="445200"/>
                  </a:lnTo>
                  <a:lnTo>
                    <a:pt x="843850" y="445117"/>
                  </a:lnTo>
                  <a:lnTo>
                    <a:pt x="808942" y="444971"/>
                  </a:lnTo>
                  <a:lnTo>
                    <a:pt x="779020" y="444851"/>
                  </a:lnTo>
                  <a:lnTo>
                    <a:pt x="743508" y="444705"/>
                  </a:lnTo>
                  <a:lnTo>
                    <a:pt x="717742" y="444597"/>
                  </a:lnTo>
                  <a:lnTo>
                    <a:pt x="689996" y="445448"/>
                  </a:lnTo>
                  <a:lnTo>
                    <a:pt x="676751" y="450858"/>
                  </a:lnTo>
                  <a:lnTo>
                    <a:pt x="660142" y="458167"/>
                  </a:lnTo>
                  <a:lnTo>
                    <a:pt x="642215" y="466048"/>
                  </a:lnTo>
                  <a:lnTo>
                    <a:pt x="651615" y="483626"/>
                  </a:lnTo>
                  <a:lnTo>
                    <a:pt x="654137" y="490561"/>
                  </a:lnTo>
                  <a:lnTo>
                    <a:pt x="653414" y="512927"/>
                  </a:lnTo>
                  <a:lnTo>
                    <a:pt x="655326" y="515372"/>
                  </a:lnTo>
                  <a:lnTo>
                    <a:pt x="657331" y="518693"/>
                  </a:lnTo>
                  <a:lnTo>
                    <a:pt x="657636" y="524472"/>
                  </a:lnTo>
                  <a:lnTo>
                    <a:pt x="659171" y="527114"/>
                  </a:lnTo>
                  <a:lnTo>
                    <a:pt x="662442" y="529247"/>
                  </a:lnTo>
                  <a:lnTo>
                    <a:pt x="666121" y="531756"/>
                  </a:lnTo>
                  <a:lnTo>
                    <a:pt x="668783" y="535153"/>
                  </a:lnTo>
                  <a:lnTo>
                    <a:pt x="669392" y="538544"/>
                  </a:lnTo>
                  <a:lnTo>
                    <a:pt x="666834" y="544450"/>
                  </a:lnTo>
                  <a:lnTo>
                    <a:pt x="656520" y="552433"/>
                  </a:lnTo>
                  <a:lnTo>
                    <a:pt x="642019" y="559431"/>
                  </a:lnTo>
                  <a:lnTo>
                    <a:pt x="613178" y="572055"/>
                  </a:lnTo>
                  <a:lnTo>
                    <a:pt x="579758" y="586687"/>
                  </a:lnTo>
                  <a:lnTo>
                    <a:pt x="550788" y="599368"/>
                  </a:lnTo>
                  <a:lnTo>
                    <a:pt x="528370" y="609180"/>
                  </a:lnTo>
                  <a:lnTo>
                    <a:pt x="482326" y="617797"/>
                  </a:lnTo>
                  <a:lnTo>
                    <a:pt x="445749" y="624637"/>
                  </a:lnTo>
                  <a:lnTo>
                    <a:pt x="419352" y="629577"/>
                  </a:lnTo>
                  <a:lnTo>
                    <a:pt x="395043" y="643326"/>
                  </a:lnTo>
                  <a:lnTo>
                    <a:pt x="368202" y="658497"/>
                  </a:lnTo>
                  <a:lnTo>
                    <a:pt x="345634" y="671255"/>
                  </a:lnTo>
                  <a:lnTo>
                    <a:pt x="320323" y="685562"/>
                  </a:lnTo>
                  <a:lnTo>
                    <a:pt x="296432" y="699069"/>
                  </a:lnTo>
                  <a:lnTo>
                    <a:pt x="269870" y="699025"/>
                  </a:lnTo>
                  <a:lnTo>
                    <a:pt x="251225" y="688902"/>
                  </a:lnTo>
                  <a:lnTo>
                    <a:pt x="233893" y="678507"/>
                  </a:lnTo>
                  <a:lnTo>
                    <a:pt x="222043" y="659919"/>
                  </a:lnTo>
                  <a:lnTo>
                    <a:pt x="221227" y="638322"/>
                  </a:lnTo>
                  <a:lnTo>
                    <a:pt x="225474" y="624179"/>
                  </a:lnTo>
                  <a:lnTo>
                    <a:pt x="229324" y="617727"/>
                  </a:lnTo>
                  <a:lnTo>
                    <a:pt x="236673" y="613638"/>
                  </a:lnTo>
                  <a:lnTo>
                    <a:pt x="251060" y="606684"/>
                  </a:lnTo>
                  <a:lnTo>
                    <a:pt x="264139" y="592605"/>
                  </a:lnTo>
                  <a:lnTo>
                    <a:pt x="274625" y="584204"/>
                  </a:lnTo>
                  <a:lnTo>
                    <a:pt x="285187" y="575535"/>
                  </a:lnTo>
                  <a:lnTo>
                    <a:pt x="291218" y="560606"/>
                  </a:lnTo>
                  <a:lnTo>
                    <a:pt x="298742" y="524465"/>
                  </a:lnTo>
                  <a:lnTo>
                    <a:pt x="299698" y="517277"/>
                  </a:lnTo>
                  <a:lnTo>
                    <a:pt x="310644" y="492491"/>
                  </a:lnTo>
                  <a:lnTo>
                    <a:pt x="322752" y="465070"/>
                  </a:lnTo>
                  <a:lnTo>
                    <a:pt x="328312" y="452477"/>
                  </a:lnTo>
                  <a:lnTo>
                    <a:pt x="322095" y="419792"/>
                  </a:lnTo>
                  <a:lnTo>
                    <a:pt x="317419" y="394676"/>
                  </a:lnTo>
                  <a:lnTo>
                    <a:pt x="313135" y="371669"/>
                  </a:lnTo>
                  <a:lnTo>
                    <a:pt x="308313" y="345746"/>
                  </a:lnTo>
                  <a:lnTo>
                    <a:pt x="303926" y="322148"/>
                  </a:lnTo>
                  <a:lnTo>
                    <a:pt x="299786" y="299916"/>
                  </a:lnTo>
                  <a:lnTo>
                    <a:pt x="295637" y="277600"/>
                  </a:lnTo>
                  <a:lnTo>
                    <a:pt x="291564" y="255723"/>
                  </a:lnTo>
                  <a:lnTo>
                    <a:pt x="288371" y="240032"/>
                  </a:lnTo>
                  <a:lnTo>
                    <a:pt x="284578" y="221438"/>
                  </a:lnTo>
                  <a:lnTo>
                    <a:pt x="262424" y="208388"/>
                  </a:lnTo>
                  <a:lnTo>
                    <a:pt x="245603" y="199249"/>
                  </a:lnTo>
                  <a:lnTo>
                    <a:pt x="218090" y="184320"/>
                  </a:lnTo>
                  <a:lnTo>
                    <a:pt x="195016" y="171797"/>
                  </a:lnTo>
                  <a:lnTo>
                    <a:pt x="174340" y="160340"/>
                  </a:lnTo>
                  <a:lnTo>
                    <a:pt x="187378" y="137250"/>
                  </a:lnTo>
                  <a:lnTo>
                    <a:pt x="186251" y="133472"/>
                  </a:lnTo>
                  <a:lnTo>
                    <a:pt x="181528" y="128925"/>
                  </a:lnTo>
                  <a:lnTo>
                    <a:pt x="171875" y="121362"/>
                  </a:lnTo>
                  <a:lnTo>
                    <a:pt x="166232" y="120593"/>
                  </a:lnTo>
                  <a:lnTo>
                    <a:pt x="156294" y="122372"/>
                  </a:lnTo>
                  <a:lnTo>
                    <a:pt x="140434" y="127077"/>
                  </a:lnTo>
                  <a:lnTo>
                    <a:pt x="133582" y="125515"/>
                  </a:lnTo>
                  <a:lnTo>
                    <a:pt x="128140" y="117437"/>
                  </a:lnTo>
                  <a:lnTo>
                    <a:pt x="121877" y="107099"/>
                  </a:lnTo>
                  <a:lnTo>
                    <a:pt x="119825" y="99021"/>
                  </a:lnTo>
                  <a:lnTo>
                    <a:pt x="119040" y="88333"/>
                  </a:lnTo>
                  <a:lnTo>
                    <a:pt x="115304" y="78713"/>
                  </a:lnTo>
                  <a:lnTo>
                    <a:pt x="117671" y="73664"/>
                  </a:lnTo>
                  <a:lnTo>
                    <a:pt x="118192" y="71149"/>
                  </a:lnTo>
                  <a:lnTo>
                    <a:pt x="117981" y="67987"/>
                  </a:lnTo>
                  <a:lnTo>
                    <a:pt x="115412" y="65967"/>
                  </a:lnTo>
                  <a:lnTo>
                    <a:pt x="110890" y="65085"/>
                  </a:lnTo>
                  <a:lnTo>
                    <a:pt x="95594" y="69123"/>
                  </a:lnTo>
                  <a:lnTo>
                    <a:pt x="88716" y="69498"/>
                  </a:lnTo>
                  <a:lnTo>
                    <a:pt x="84613" y="71772"/>
                  </a:lnTo>
                  <a:lnTo>
                    <a:pt x="78148" y="76490"/>
                  </a:lnTo>
                  <a:lnTo>
                    <a:pt x="71776" y="77074"/>
                  </a:lnTo>
                  <a:lnTo>
                    <a:pt x="60769" y="65904"/>
                  </a:lnTo>
                  <a:lnTo>
                    <a:pt x="48743" y="53673"/>
                  </a:lnTo>
                  <a:lnTo>
                    <a:pt x="43700" y="36825"/>
                  </a:lnTo>
                  <a:lnTo>
                    <a:pt x="38522" y="19521"/>
                  </a:lnTo>
                  <a:lnTo>
                    <a:pt x="17980" y="9112"/>
                  </a:lnTo>
                  <a:lnTo>
                    <a:pt x="0" y="0"/>
                  </a:lnTo>
                  <a:lnTo>
                    <a:pt x="151916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8" name="pg3908"/>
            <p:cNvSpPr/>
            <p:nvPr/>
          </p:nvSpPr>
          <p:spPr>
            <a:xfrm>
              <a:off x="6018224" y="2540116"/>
              <a:ext cx="296962" cy="257863"/>
            </a:xfrm>
            <a:custGeom>
              <a:avLst/>
              <a:gdLst/>
              <a:ahLst/>
              <a:cxnLst/>
              <a:rect l="0" t="0" r="0" b="0"/>
              <a:pathLst>
                <a:path w="296962" h="257863">
                  <a:moveTo>
                    <a:pt x="67195" y="242946"/>
                  </a:moveTo>
                  <a:lnTo>
                    <a:pt x="62725" y="241575"/>
                  </a:lnTo>
                  <a:lnTo>
                    <a:pt x="58875" y="240501"/>
                  </a:lnTo>
                  <a:lnTo>
                    <a:pt x="56643" y="242330"/>
                  </a:lnTo>
                  <a:lnTo>
                    <a:pt x="54529" y="244775"/>
                  </a:lnTo>
                  <a:lnTo>
                    <a:pt x="51924" y="246611"/>
                  </a:lnTo>
                  <a:lnTo>
                    <a:pt x="46457" y="244013"/>
                  </a:lnTo>
                  <a:lnTo>
                    <a:pt x="42979" y="239282"/>
                  </a:lnTo>
                  <a:lnTo>
                    <a:pt x="37393" y="234405"/>
                  </a:lnTo>
                  <a:lnTo>
                    <a:pt x="35279" y="230735"/>
                  </a:lnTo>
                  <a:lnTo>
                    <a:pt x="36401" y="226467"/>
                  </a:lnTo>
                  <a:lnTo>
                    <a:pt x="38881" y="222346"/>
                  </a:lnTo>
                  <a:lnTo>
                    <a:pt x="40002" y="217462"/>
                  </a:lnTo>
                  <a:lnTo>
                    <a:pt x="37269" y="211829"/>
                  </a:lnTo>
                  <a:lnTo>
                    <a:pt x="34783" y="208623"/>
                  </a:lnTo>
                  <a:lnTo>
                    <a:pt x="33047" y="204958"/>
                  </a:lnTo>
                  <a:lnTo>
                    <a:pt x="33667" y="201453"/>
                  </a:lnTo>
                  <a:lnTo>
                    <a:pt x="37145" y="199770"/>
                  </a:lnTo>
                  <a:lnTo>
                    <a:pt x="40375" y="197630"/>
                  </a:lnTo>
                  <a:lnTo>
                    <a:pt x="41491" y="193058"/>
                  </a:lnTo>
                  <a:lnTo>
                    <a:pt x="39501" y="188174"/>
                  </a:lnTo>
                  <a:lnTo>
                    <a:pt x="33791" y="186187"/>
                  </a:lnTo>
                  <a:lnTo>
                    <a:pt x="29073" y="186949"/>
                  </a:lnTo>
                  <a:lnTo>
                    <a:pt x="22241" y="185882"/>
                  </a:lnTo>
                  <a:lnTo>
                    <a:pt x="15663" y="182834"/>
                  </a:lnTo>
                  <a:lnTo>
                    <a:pt x="11316" y="179322"/>
                  </a:lnTo>
                  <a:lnTo>
                    <a:pt x="7963" y="177334"/>
                  </a:lnTo>
                  <a:lnTo>
                    <a:pt x="5353" y="177334"/>
                  </a:lnTo>
                  <a:lnTo>
                    <a:pt x="2247" y="175353"/>
                  </a:lnTo>
                  <a:lnTo>
                    <a:pt x="387" y="171993"/>
                  </a:lnTo>
                  <a:lnTo>
                    <a:pt x="635" y="166500"/>
                  </a:lnTo>
                  <a:lnTo>
                    <a:pt x="1503" y="163147"/>
                  </a:lnTo>
                  <a:lnTo>
                    <a:pt x="3239" y="160245"/>
                  </a:lnTo>
                  <a:lnTo>
                    <a:pt x="3363" y="157038"/>
                  </a:lnTo>
                  <a:lnTo>
                    <a:pt x="2619" y="154746"/>
                  </a:lnTo>
                  <a:lnTo>
                    <a:pt x="2500" y="152923"/>
                  </a:lnTo>
                  <a:lnTo>
                    <a:pt x="2991" y="150631"/>
                  </a:lnTo>
                  <a:lnTo>
                    <a:pt x="4113" y="146052"/>
                  </a:lnTo>
                  <a:lnTo>
                    <a:pt x="2247" y="142699"/>
                  </a:lnTo>
                  <a:lnTo>
                    <a:pt x="2056" y="131078"/>
                  </a:lnTo>
                  <a:lnTo>
                    <a:pt x="1689" y="109334"/>
                  </a:lnTo>
                  <a:lnTo>
                    <a:pt x="1415" y="92677"/>
                  </a:lnTo>
                  <a:lnTo>
                    <a:pt x="1069" y="71740"/>
                  </a:lnTo>
                  <a:lnTo>
                    <a:pt x="867" y="56493"/>
                  </a:lnTo>
                  <a:lnTo>
                    <a:pt x="588" y="35130"/>
                  </a:lnTo>
                  <a:lnTo>
                    <a:pt x="325" y="14859"/>
                  </a:lnTo>
                  <a:lnTo>
                    <a:pt x="0" y="0"/>
                  </a:lnTo>
                  <a:lnTo>
                    <a:pt x="276472" y="0"/>
                  </a:lnTo>
                  <a:lnTo>
                    <a:pt x="276633" y="57"/>
                  </a:lnTo>
                  <a:lnTo>
                    <a:pt x="276810" y="0"/>
                  </a:lnTo>
                  <a:lnTo>
                    <a:pt x="296962" y="0"/>
                  </a:lnTo>
                  <a:lnTo>
                    <a:pt x="296962" y="192012"/>
                  </a:lnTo>
                  <a:lnTo>
                    <a:pt x="290901" y="195833"/>
                  </a:lnTo>
                  <a:lnTo>
                    <a:pt x="267083" y="205085"/>
                  </a:lnTo>
                  <a:lnTo>
                    <a:pt x="239280" y="222746"/>
                  </a:lnTo>
                  <a:lnTo>
                    <a:pt x="203354" y="237625"/>
                  </a:lnTo>
                  <a:lnTo>
                    <a:pt x="195825" y="237682"/>
                  </a:lnTo>
                  <a:lnTo>
                    <a:pt x="179510" y="225438"/>
                  </a:lnTo>
                  <a:lnTo>
                    <a:pt x="184073" y="219863"/>
                  </a:lnTo>
                  <a:lnTo>
                    <a:pt x="188316" y="212306"/>
                  </a:lnTo>
                  <a:lnTo>
                    <a:pt x="184260" y="214484"/>
                  </a:lnTo>
                  <a:lnTo>
                    <a:pt x="181629" y="217761"/>
                  </a:lnTo>
                  <a:lnTo>
                    <a:pt x="171790" y="223019"/>
                  </a:lnTo>
                  <a:lnTo>
                    <a:pt x="179769" y="233199"/>
                  </a:lnTo>
                  <a:lnTo>
                    <a:pt x="175914" y="237015"/>
                  </a:lnTo>
                  <a:lnTo>
                    <a:pt x="164503" y="242032"/>
                  </a:lnTo>
                  <a:lnTo>
                    <a:pt x="153878" y="249290"/>
                  </a:lnTo>
                  <a:lnTo>
                    <a:pt x="144577" y="254142"/>
                  </a:lnTo>
                  <a:lnTo>
                    <a:pt x="137052" y="247970"/>
                  </a:lnTo>
                  <a:lnTo>
                    <a:pt x="116283" y="255768"/>
                  </a:lnTo>
                  <a:lnTo>
                    <a:pt x="98791" y="257863"/>
                  </a:lnTo>
                  <a:lnTo>
                    <a:pt x="95008" y="253913"/>
                  </a:lnTo>
                  <a:lnTo>
                    <a:pt x="93897" y="247677"/>
                  </a:lnTo>
                  <a:lnTo>
                    <a:pt x="87773" y="246172"/>
                  </a:lnTo>
                  <a:lnTo>
                    <a:pt x="76394" y="247893"/>
                  </a:lnTo>
                  <a:lnTo>
                    <a:pt x="72079" y="2445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9" name="pg3909"/>
            <p:cNvSpPr/>
            <p:nvPr/>
          </p:nvSpPr>
          <p:spPr>
            <a:xfrm>
              <a:off x="5287647" y="2540116"/>
              <a:ext cx="534180" cy="266113"/>
            </a:xfrm>
            <a:custGeom>
              <a:avLst/>
              <a:gdLst/>
              <a:ahLst/>
              <a:cxnLst/>
              <a:rect l="0" t="0" r="0" b="0"/>
              <a:pathLst>
                <a:path w="534180" h="266113">
                  <a:moveTo>
                    <a:pt x="528260" y="7169"/>
                  </a:moveTo>
                  <a:lnTo>
                    <a:pt x="511940" y="26932"/>
                  </a:lnTo>
                  <a:lnTo>
                    <a:pt x="497548" y="44357"/>
                  </a:lnTo>
                  <a:lnTo>
                    <a:pt x="494318" y="62240"/>
                  </a:lnTo>
                  <a:lnTo>
                    <a:pt x="491254" y="79195"/>
                  </a:lnTo>
                  <a:lnTo>
                    <a:pt x="479347" y="92099"/>
                  </a:lnTo>
                  <a:lnTo>
                    <a:pt x="472087" y="103930"/>
                  </a:lnTo>
                  <a:lnTo>
                    <a:pt x="468847" y="117050"/>
                  </a:lnTo>
                  <a:lnTo>
                    <a:pt x="466139" y="129097"/>
                  </a:lnTo>
                  <a:lnTo>
                    <a:pt x="465932" y="139181"/>
                  </a:lnTo>
                  <a:lnTo>
                    <a:pt x="467973" y="144471"/>
                  </a:lnTo>
                  <a:lnTo>
                    <a:pt x="467012" y="148770"/>
                  </a:lnTo>
                  <a:lnTo>
                    <a:pt x="463074" y="153717"/>
                  </a:lnTo>
                  <a:lnTo>
                    <a:pt x="455199" y="162322"/>
                  </a:lnTo>
                  <a:lnTo>
                    <a:pt x="453798" y="170603"/>
                  </a:lnTo>
                  <a:lnTo>
                    <a:pt x="448982" y="174686"/>
                  </a:lnTo>
                  <a:lnTo>
                    <a:pt x="435246" y="182859"/>
                  </a:lnTo>
                  <a:lnTo>
                    <a:pt x="424042" y="194906"/>
                  </a:lnTo>
                  <a:lnTo>
                    <a:pt x="423495" y="201726"/>
                  </a:lnTo>
                  <a:lnTo>
                    <a:pt x="425112" y="207391"/>
                  </a:lnTo>
                  <a:lnTo>
                    <a:pt x="425360" y="210909"/>
                  </a:lnTo>
                  <a:lnTo>
                    <a:pt x="423122" y="213360"/>
                  </a:lnTo>
                  <a:lnTo>
                    <a:pt x="418637" y="213201"/>
                  </a:lnTo>
                  <a:lnTo>
                    <a:pt x="413784" y="213970"/>
                  </a:lnTo>
                  <a:lnTo>
                    <a:pt x="409697" y="218993"/>
                  </a:lnTo>
                  <a:lnTo>
                    <a:pt x="409800" y="226207"/>
                  </a:lnTo>
                  <a:lnTo>
                    <a:pt x="406813" y="231408"/>
                  </a:lnTo>
                  <a:lnTo>
                    <a:pt x="403325" y="232481"/>
                  </a:lnTo>
                  <a:lnTo>
                    <a:pt x="400338" y="228804"/>
                  </a:lnTo>
                  <a:lnTo>
                    <a:pt x="396746" y="223292"/>
                  </a:lnTo>
                  <a:lnTo>
                    <a:pt x="392540" y="222752"/>
                  </a:lnTo>
                  <a:lnTo>
                    <a:pt x="386153" y="226410"/>
                  </a:lnTo>
                  <a:lnTo>
                    <a:pt x="378277" y="232430"/>
                  </a:lnTo>
                  <a:lnTo>
                    <a:pt x="371192" y="232754"/>
                  </a:lnTo>
                  <a:lnTo>
                    <a:pt x="357890" y="228887"/>
                  </a:lnTo>
                  <a:lnTo>
                    <a:pt x="348180" y="240559"/>
                  </a:lnTo>
                  <a:lnTo>
                    <a:pt x="337757" y="265630"/>
                  </a:lnTo>
                  <a:lnTo>
                    <a:pt x="293717" y="265693"/>
                  </a:lnTo>
                  <a:lnTo>
                    <a:pt x="249678" y="265757"/>
                  </a:lnTo>
                  <a:lnTo>
                    <a:pt x="205634" y="265820"/>
                  </a:lnTo>
                  <a:lnTo>
                    <a:pt x="161594" y="265884"/>
                  </a:lnTo>
                  <a:lnTo>
                    <a:pt x="117555" y="265941"/>
                  </a:lnTo>
                  <a:lnTo>
                    <a:pt x="73516" y="266005"/>
                  </a:lnTo>
                  <a:lnTo>
                    <a:pt x="29476" y="266068"/>
                  </a:lnTo>
                  <a:lnTo>
                    <a:pt x="4831" y="266106"/>
                  </a:lnTo>
                  <a:lnTo>
                    <a:pt x="0" y="266113"/>
                  </a:lnTo>
                  <a:lnTo>
                    <a:pt x="15089" y="261204"/>
                  </a:lnTo>
                  <a:lnTo>
                    <a:pt x="46550" y="242127"/>
                  </a:lnTo>
                  <a:lnTo>
                    <a:pt x="69753" y="235218"/>
                  </a:lnTo>
                  <a:lnTo>
                    <a:pt x="99933" y="215182"/>
                  </a:lnTo>
                  <a:lnTo>
                    <a:pt x="121792" y="211328"/>
                  </a:lnTo>
                  <a:lnTo>
                    <a:pt x="125952" y="206921"/>
                  </a:lnTo>
                  <a:lnTo>
                    <a:pt x="129616" y="190302"/>
                  </a:lnTo>
                  <a:lnTo>
                    <a:pt x="131616" y="184377"/>
                  </a:lnTo>
                  <a:lnTo>
                    <a:pt x="141823" y="168056"/>
                  </a:lnTo>
                  <a:lnTo>
                    <a:pt x="154080" y="154289"/>
                  </a:lnTo>
                  <a:lnTo>
                    <a:pt x="163971" y="135250"/>
                  </a:lnTo>
                  <a:lnTo>
                    <a:pt x="181924" y="123083"/>
                  </a:lnTo>
                  <a:lnTo>
                    <a:pt x="209070" y="112909"/>
                  </a:lnTo>
                  <a:lnTo>
                    <a:pt x="234180" y="90689"/>
                  </a:lnTo>
                  <a:lnTo>
                    <a:pt x="247942" y="83914"/>
                  </a:lnTo>
                  <a:lnTo>
                    <a:pt x="261280" y="79062"/>
                  </a:lnTo>
                  <a:lnTo>
                    <a:pt x="266881" y="70032"/>
                  </a:lnTo>
                  <a:lnTo>
                    <a:pt x="275129" y="64869"/>
                  </a:lnTo>
                  <a:lnTo>
                    <a:pt x="297180" y="54372"/>
                  </a:lnTo>
                  <a:lnTo>
                    <a:pt x="321484" y="51533"/>
                  </a:lnTo>
                  <a:lnTo>
                    <a:pt x="346046" y="42820"/>
                  </a:lnTo>
                  <a:lnTo>
                    <a:pt x="364887" y="38203"/>
                  </a:lnTo>
                  <a:lnTo>
                    <a:pt x="376442" y="30030"/>
                  </a:lnTo>
                  <a:lnTo>
                    <a:pt x="393243" y="25725"/>
                  </a:lnTo>
                  <a:lnTo>
                    <a:pt x="443385" y="2273"/>
                  </a:lnTo>
                  <a:lnTo>
                    <a:pt x="446265" y="0"/>
                  </a:lnTo>
                  <a:lnTo>
                    <a:pt x="53418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0" name="pg3910"/>
            <p:cNvSpPr/>
            <p:nvPr/>
          </p:nvSpPr>
          <p:spPr>
            <a:xfrm>
              <a:off x="6188919" y="2797057"/>
              <a:ext cx="126268" cy="202407"/>
            </a:xfrm>
            <a:custGeom>
              <a:avLst/>
              <a:gdLst/>
              <a:ahLst/>
              <a:cxnLst/>
              <a:rect l="0" t="0" r="0" b="0"/>
              <a:pathLst>
                <a:path w="126268" h="202407">
                  <a:moveTo>
                    <a:pt x="117079" y="175208"/>
                  </a:moveTo>
                  <a:lnTo>
                    <a:pt x="108057" y="174662"/>
                  </a:lnTo>
                  <a:lnTo>
                    <a:pt x="101406" y="175266"/>
                  </a:lnTo>
                  <a:lnTo>
                    <a:pt x="91386" y="182892"/>
                  </a:lnTo>
                  <a:lnTo>
                    <a:pt x="89830" y="198305"/>
                  </a:lnTo>
                  <a:lnTo>
                    <a:pt x="85406" y="196266"/>
                  </a:lnTo>
                  <a:lnTo>
                    <a:pt x="80916" y="196768"/>
                  </a:lnTo>
                  <a:lnTo>
                    <a:pt x="78595" y="201607"/>
                  </a:lnTo>
                  <a:lnTo>
                    <a:pt x="75288" y="202407"/>
                  </a:lnTo>
                  <a:lnTo>
                    <a:pt x="66529" y="197829"/>
                  </a:lnTo>
                  <a:lnTo>
                    <a:pt x="56214" y="200331"/>
                  </a:lnTo>
                  <a:lnTo>
                    <a:pt x="48147" y="196857"/>
                  </a:lnTo>
                  <a:lnTo>
                    <a:pt x="37863" y="174275"/>
                  </a:lnTo>
                  <a:lnTo>
                    <a:pt x="32401" y="166362"/>
                  </a:lnTo>
                  <a:lnTo>
                    <a:pt x="22717" y="163810"/>
                  </a:lnTo>
                  <a:lnTo>
                    <a:pt x="20205" y="168585"/>
                  </a:lnTo>
                  <a:lnTo>
                    <a:pt x="16448" y="173259"/>
                  </a:lnTo>
                  <a:lnTo>
                    <a:pt x="7126" y="163943"/>
                  </a:lnTo>
                  <a:lnTo>
                    <a:pt x="56" y="129365"/>
                  </a:lnTo>
                  <a:lnTo>
                    <a:pt x="0" y="121021"/>
                  </a:lnTo>
                  <a:lnTo>
                    <a:pt x="9896" y="91936"/>
                  </a:lnTo>
                  <a:lnTo>
                    <a:pt x="34401" y="65753"/>
                  </a:lnTo>
                  <a:lnTo>
                    <a:pt x="26577" y="64877"/>
                  </a:lnTo>
                  <a:lnTo>
                    <a:pt x="4940" y="83033"/>
                  </a:lnTo>
                  <a:lnTo>
                    <a:pt x="7172" y="78638"/>
                  </a:lnTo>
                  <a:lnTo>
                    <a:pt x="10841" y="74059"/>
                  </a:lnTo>
                  <a:lnTo>
                    <a:pt x="18138" y="66674"/>
                  </a:lnTo>
                  <a:lnTo>
                    <a:pt x="29213" y="59733"/>
                  </a:lnTo>
                  <a:lnTo>
                    <a:pt x="43961" y="55688"/>
                  </a:lnTo>
                  <a:lnTo>
                    <a:pt x="54106" y="55072"/>
                  </a:lnTo>
                  <a:lnTo>
                    <a:pt x="61098" y="51236"/>
                  </a:lnTo>
                  <a:lnTo>
                    <a:pt x="71231" y="44441"/>
                  </a:lnTo>
                  <a:lnTo>
                    <a:pt x="73112" y="40834"/>
                  </a:lnTo>
                  <a:lnTo>
                    <a:pt x="64126" y="44981"/>
                  </a:lnTo>
                  <a:lnTo>
                    <a:pt x="49196" y="49064"/>
                  </a:lnTo>
                  <a:lnTo>
                    <a:pt x="53026" y="43711"/>
                  </a:lnTo>
                  <a:lnTo>
                    <a:pt x="56762" y="40847"/>
                  </a:lnTo>
                  <a:lnTo>
                    <a:pt x="126268" y="0"/>
                  </a:lnTo>
                  <a:lnTo>
                    <a:pt x="126268" y="1681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1" name="pg3911"/>
            <p:cNvSpPr/>
            <p:nvPr/>
          </p:nvSpPr>
          <p:spPr>
            <a:xfrm>
              <a:off x="6175048" y="2885799"/>
              <a:ext cx="12040" cy="17520"/>
            </a:xfrm>
            <a:custGeom>
              <a:avLst/>
              <a:gdLst/>
              <a:ahLst/>
              <a:cxnLst/>
              <a:rect l="0" t="0" r="0" b="0"/>
              <a:pathLst>
                <a:path w="12040" h="17520">
                  <a:moveTo>
                    <a:pt x="0" y="17520"/>
                  </a:moveTo>
                  <a:lnTo>
                    <a:pt x="1291" y="13062"/>
                  </a:lnTo>
                  <a:lnTo>
                    <a:pt x="7792" y="1695"/>
                  </a:lnTo>
                  <a:lnTo>
                    <a:pt x="12040" y="0"/>
                  </a:lnTo>
                  <a:lnTo>
                    <a:pt x="5327" y="129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2" name="pg3912"/>
            <p:cNvSpPr/>
            <p:nvPr/>
          </p:nvSpPr>
          <p:spPr>
            <a:xfrm>
              <a:off x="6114410" y="2832043"/>
              <a:ext cx="16050" cy="22950"/>
            </a:xfrm>
            <a:custGeom>
              <a:avLst/>
              <a:gdLst/>
              <a:ahLst/>
              <a:cxnLst/>
              <a:rect l="0" t="0" r="0" b="0"/>
              <a:pathLst>
                <a:path w="16050" h="22950">
                  <a:moveTo>
                    <a:pt x="0" y="22950"/>
                  </a:moveTo>
                  <a:lnTo>
                    <a:pt x="5539" y="5391"/>
                  </a:lnTo>
                  <a:lnTo>
                    <a:pt x="10046" y="0"/>
                  </a:lnTo>
                  <a:lnTo>
                    <a:pt x="16050" y="1816"/>
                  </a:lnTo>
                  <a:lnTo>
                    <a:pt x="15208" y="12427"/>
                  </a:lnTo>
                  <a:lnTo>
                    <a:pt x="14242" y="1607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3" name="pg3913"/>
            <p:cNvSpPr/>
            <p:nvPr/>
          </p:nvSpPr>
          <p:spPr>
            <a:xfrm>
              <a:off x="5366847" y="2715076"/>
              <a:ext cx="51274" cy="34247"/>
            </a:xfrm>
            <a:custGeom>
              <a:avLst/>
              <a:gdLst/>
              <a:ahLst/>
              <a:cxnLst/>
              <a:rect l="0" t="0" r="0" b="0"/>
              <a:pathLst>
                <a:path w="51274" h="34247">
                  <a:moveTo>
                    <a:pt x="33548" y="33244"/>
                  </a:moveTo>
                  <a:lnTo>
                    <a:pt x="19601" y="30837"/>
                  </a:lnTo>
                  <a:lnTo>
                    <a:pt x="4268" y="34177"/>
                  </a:lnTo>
                  <a:lnTo>
                    <a:pt x="0" y="34247"/>
                  </a:lnTo>
                  <a:lnTo>
                    <a:pt x="11389" y="24582"/>
                  </a:lnTo>
                  <a:lnTo>
                    <a:pt x="28903" y="18638"/>
                  </a:lnTo>
                  <a:lnTo>
                    <a:pt x="46364" y="463"/>
                  </a:lnTo>
                  <a:lnTo>
                    <a:pt x="51274" y="0"/>
                  </a:lnTo>
                  <a:lnTo>
                    <a:pt x="44628" y="20587"/>
                  </a:lnTo>
                  <a:lnTo>
                    <a:pt x="43274" y="27948"/>
                  </a:lnTo>
                  <a:lnTo>
                    <a:pt x="41703" y="306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4" name="pg3914"/>
            <p:cNvSpPr/>
            <p:nvPr/>
          </p:nvSpPr>
          <p:spPr>
            <a:xfrm>
              <a:off x="5377730" y="2716409"/>
              <a:ext cx="30200" cy="16853"/>
            </a:xfrm>
            <a:custGeom>
              <a:avLst/>
              <a:gdLst/>
              <a:ahLst/>
              <a:cxnLst/>
              <a:rect l="0" t="0" r="0" b="0"/>
              <a:pathLst>
                <a:path w="30200" h="16853">
                  <a:moveTo>
                    <a:pt x="4423" y="16853"/>
                  </a:moveTo>
                  <a:lnTo>
                    <a:pt x="0" y="15723"/>
                  </a:lnTo>
                  <a:lnTo>
                    <a:pt x="14082" y="2946"/>
                  </a:lnTo>
                  <a:lnTo>
                    <a:pt x="30200" y="0"/>
                  </a:lnTo>
                  <a:lnTo>
                    <a:pt x="17187" y="1417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5" name="pg3915"/>
            <p:cNvSpPr/>
            <p:nvPr/>
          </p:nvSpPr>
          <p:spPr>
            <a:xfrm>
              <a:off x="5667831" y="2547127"/>
              <a:ext cx="30784" cy="17069"/>
            </a:xfrm>
            <a:custGeom>
              <a:avLst/>
              <a:gdLst/>
              <a:ahLst/>
              <a:cxnLst/>
              <a:rect l="0" t="0" r="0" b="0"/>
              <a:pathLst>
                <a:path w="30784" h="17069">
                  <a:moveTo>
                    <a:pt x="0" y="17069"/>
                  </a:moveTo>
                  <a:lnTo>
                    <a:pt x="2294" y="12554"/>
                  </a:lnTo>
                  <a:lnTo>
                    <a:pt x="15430" y="4508"/>
                  </a:lnTo>
                  <a:lnTo>
                    <a:pt x="25084" y="0"/>
                  </a:lnTo>
                  <a:lnTo>
                    <a:pt x="30784" y="95"/>
                  </a:lnTo>
                  <a:lnTo>
                    <a:pt x="21502" y="9957"/>
                  </a:lnTo>
                  <a:lnTo>
                    <a:pt x="9622" y="160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6" name="pg3916"/>
            <p:cNvSpPr/>
            <p:nvPr/>
          </p:nvSpPr>
          <p:spPr>
            <a:xfrm>
              <a:off x="4939342" y="5500509"/>
              <a:ext cx="49258" cy="37397"/>
            </a:xfrm>
            <a:custGeom>
              <a:avLst/>
              <a:gdLst/>
              <a:ahLst/>
              <a:cxnLst/>
              <a:rect l="0" t="0" r="0" b="0"/>
              <a:pathLst>
                <a:path w="49258" h="37397">
                  <a:moveTo>
                    <a:pt x="36380" y="7931"/>
                  </a:moveTo>
                  <a:lnTo>
                    <a:pt x="25890" y="16136"/>
                  </a:lnTo>
                  <a:lnTo>
                    <a:pt x="33512" y="21991"/>
                  </a:lnTo>
                  <a:lnTo>
                    <a:pt x="40695" y="9258"/>
                  </a:lnTo>
                  <a:lnTo>
                    <a:pt x="46395" y="19603"/>
                  </a:lnTo>
                  <a:lnTo>
                    <a:pt x="49258" y="37397"/>
                  </a:lnTo>
                  <a:lnTo>
                    <a:pt x="16879" y="37397"/>
                  </a:lnTo>
                  <a:lnTo>
                    <a:pt x="15627" y="32145"/>
                  </a:lnTo>
                  <a:lnTo>
                    <a:pt x="9084" y="25573"/>
                  </a:lnTo>
                  <a:lnTo>
                    <a:pt x="0" y="8807"/>
                  </a:lnTo>
                  <a:lnTo>
                    <a:pt x="5276" y="4483"/>
                  </a:lnTo>
                  <a:lnTo>
                    <a:pt x="12309" y="5924"/>
                  </a:lnTo>
                  <a:lnTo>
                    <a:pt x="15911" y="3905"/>
                  </a:lnTo>
                  <a:lnTo>
                    <a:pt x="25662" y="2292"/>
                  </a:lnTo>
                  <a:lnTo>
                    <a:pt x="31585" y="0"/>
                  </a:lnTo>
                  <a:lnTo>
                    <a:pt x="36215" y="495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7" name="pg3917"/>
            <p:cNvSpPr/>
            <p:nvPr/>
          </p:nvSpPr>
          <p:spPr>
            <a:xfrm>
              <a:off x="4945285" y="5155530"/>
              <a:ext cx="95830" cy="135860"/>
            </a:xfrm>
            <a:custGeom>
              <a:avLst/>
              <a:gdLst/>
              <a:ahLst/>
              <a:cxnLst/>
              <a:rect l="0" t="0" r="0" b="0"/>
              <a:pathLst>
                <a:path w="95830" h="135860">
                  <a:moveTo>
                    <a:pt x="73800" y="135860"/>
                  </a:moveTo>
                  <a:lnTo>
                    <a:pt x="64612" y="122835"/>
                  </a:lnTo>
                  <a:lnTo>
                    <a:pt x="57211" y="119050"/>
                  </a:lnTo>
                  <a:lnTo>
                    <a:pt x="68772" y="109842"/>
                  </a:lnTo>
                  <a:lnTo>
                    <a:pt x="73764" y="101930"/>
                  </a:lnTo>
                  <a:lnTo>
                    <a:pt x="73660" y="84669"/>
                  </a:lnTo>
                  <a:lnTo>
                    <a:pt x="76482" y="75214"/>
                  </a:lnTo>
                  <a:lnTo>
                    <a:pt x="75526" y="67028"/>
                  </a:lnTo>
                  <a:lnTo>
                    <a:pt x="78073" y="58671"/>
                  </a:lnTo>
                  <a:lnTo>
                    <a:pt x="74627" y="49285"/>
                  </a:lnTo>
                  <a:lnTo>
                    <a:pt x="64963" y="41842"/>
                  </a:lnTo>
                  <a:lnTo>
                    <a:pt x="45842" y="12237"/>
                  </a:lnTo>
                  <a:lnTo>
                    <a:pt x="15637" y="5048"/>
                  </a:lnTo>
                  <a:lnTo>
                    <a:pt x="0" y="4750"/>
                  </a:lnTo>
                  <a:lnTo>
                    <a:pt x="8593" y="0"/>
                  </a:lnTo>
                  <a:lnTo>
                    <a:pt x="16531" y="577"/>
                  </a:lnTo>
                  <a:lnTo>
                    <a:pt x="28748" y="3403"/>
                  </a:lnTo>
                  <a:lnTo>
                    <a:pt x="43377" y="4769"/>
                  </a:lnTo>
                  <a:lnTo>
                    <a:pt x="52318" y="13481"/>
                  </a:lnTo>
                  <a:lnTo>
                    <a:pt x="60855" y="25033"/>
                  </a:lnTo>
                  <a:lnTo>
                    <a:pt x="68565" y="29707"/>
                  </a:lnTo>
                  <a:lnTo>
                    <a:pt x="71738" y="32679"/>
                  </a:lnTo>
                  <a:lnTo>
                    <a:pt x="71381" y="36032"/>
                  </a:lnTo>
                  <a:lnTo>
                    <a:pt x="72663" y="39181"/>
                  </a:lnTo>
                  <a:lnTo>
                    <a:pt x="82724" y="44586"/>
                  </a:lnTo>
                  <a:lnTo>
                    <a:pt x="92858" y="53311"/>
                  </a:lnTo>
                  <a:lnTo>
                    <a:pt x="95830" y="78897"/>
                  </a:lnTo>
                  <a:lnTo>
                    <a:pt x="82177" y="91007"/>
                  </a:lnTo>
                  <a:lnTo>
                    <a:pt x="79665" y="128055"/>
                  </a:lnTo>
                  <a:lnTo>
                    <a:pt x="76001" y="1347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8" name="pg3918"/>
            <p:cNvSpPr/>
            <p:nvPr/>
          </p:nvSpPr>
          <p:spPr>
            <a:xfrm>
              <a:off x="4893261" y="5381534"/>
              <a:ext cx="74105" cy="118987"/>
            </a:xfrm>
            <a:custGeom>
              <a:avLst/>
              <a:gdLst/>
              <a:ahLst/>
              <a:cxnLst/>
              <a:rect l="0" t="0" r="0" b="0"/>
              <a:pathLst>
                <a:path w="74105" h="118987">
                  <a:moveTo>
                    <a:pt x="72947" y="80116"/>
                  </a:moveTo>
                  <a:lnTo>
                    <a:pt x="74105" y="91896"/>
                  </a:lnTo>
                  <a:lnTo>
                    <a:pt x="73035" y="96094"/>
                  </a:lnTo>
                  <a:lnTo>
                    <a:pt x="61583" y="103968"/>
                  </a:lnTo>
                  <a:lnTo>
                    <a:pt x="58643" y="108369"/>
                  </a:lnTo>
                  <a:lnTo>
                    <a:pt x="47847" y="112808"/>
                  </a:lnTo>
                  <a:lnTo>
                    <a:pt x="41315" y="118987"/>
                  </a:lnTo>
                  <a:lnTo>
                    <a:pt x="38044" y="108947"/>
                  </a:lnTo>
                  <a:lnTo>
                    <a:pt x="31703" y="102742"/>
                  </a:lnTo>
                  <a:lnTo>
                    <a:pt x="30639" y="92194"/>
                  </a:lnTo>
                  <a:lnTo>
                    <a:pt x="25792" y="95757"/>
                  </a:lnTo>
                  <a:lnTo>
                    <a:pt x="18805" y="93585"/>
                  </a:lnTo>
                  <a:lnTo>
                    <a:pt x="7281" y="85596"/>
                  </a:lnTo>
                  <a:lnTo>
                    <a:pt x="0" y="74750"/>
                  </a:lnTo>
                  <a:lnTo>
                    <a:pt x="10201" y="72870"/>
                  </a:lnTo>
                  <a:lnTo>
                    <a:pt x="12309" y="79608"/>
                  </a:lnTo>
                  <a:lnTo>
                    <a:pt x="20381" y="71340"/>
                  </a:lnTo>
                  <a:lnTo>
                    <a:pt x="18546" y="66983"/>
                  </a:lnTo>
                  <a:lnTo>
                    <a:pt x="17089" y="66425"/>
                  </a:lnTo>
                  <a:lnTo>
                    <a:pt x="14443" y="58321"/>
                  </a:lnTo>
                  <a:lnTo>
                    <a:pt x="26587" y="37098"/>
                  </a:lnTo>
                  <a:lnTo>
                    <a:pt x="29207" y="23407"/>
                  </a:lnTo>
                  <a:lnTo>
                    <a:pt x="23699" y="1441"/>
                  </a:lnTo>
                  <a:lnTo>
                    <a:pt x="28841" y="0"/>
                  </a:lnTo>
                  <a:lnTo>
                    <a:pt x="42545" y="7703"/>
                  </a:lnTo>
                  <a:lnTo>
                    <a:pt x="48685" y="15285"/>
                  </a:lnTo>
                  <a:lnTo>
                    <a:pt x="48886" y="25693"/>
                  </a:lnTo>
                  <a:lnTo>
                    <a:pt x="54648" y="33752"/>
                  </a:lnTo>
                  <a:lnTo>
                    <a:pt x="62989" y="53057"/>
                  </a:lnTo>
                  <a:lnTo>
                    <a:pt x="73180" y="64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9" name="pg3919"/>
            <p:cNvSpPr/>
            <p:nvPr/>
          </p:nvSpPr>
          <p:spPr>
            <a:xfrm>
              <a:off x="4835016" y="5174016"/>
              <a:ext cx="112522" cy="38661"/>
            </a:xfrm>
            <a:custGeom>
              <a:avLst/>
              <a:gdLst/>
              <a:ahLst/>
              <a:cxnLst/>
              <a:rect l="0" t="0" r="0" b="0"/>
              <a:pathLst>
                <a:path w="112522" h="38661">
                  <a:moveTo>
                    <a:pt x="64973" y="13005"/>
                  </a:moveTo>
                  <a:lnTo>
                    <a:pt x="71841" y="12453"/>
                  </a:lnTo>
                  <a:lnTo>
                    <a:pt x="75960" y="9792"/>
                  </a:lnTo>
                  <a:lnTo>
                    <a:pt x="94931" y="10878"/>
                  </a:lnTo>
                  <a:lnTo>
                    <a:pt x="110248" y="6985"/>
                  </a:lnTo>
                  <a:lnTo>
                    <a:pt x="112522" y="13894"/>
                  </a:lnTo>
                  <a:lnTo>
                    <a:pt x="112134" y="17501"/>
                  </a:lnTo>
                  <a:lnTo>
                    <a:pt x="79562" y="20886"/>
                  </a:lnTo>
                  <a:lnTo>
                    <a:pt x="49682" y="31028"/>
                  </a:lnTo>
                  <a:lnTo>
                    <a:pt x="33305" y="37899"/>
                  </a:lnTo>
                  <a:lnTo>
                    <a:pt x="25611" y="38661"/>
                  </a:lnTo>
                  <a:lnTo>
                    <a:pt x="19730" y="35047"/>
                  </a:lnTo>
                  <a:lnTo>
                    <a:pt x="0" y="14104"/>
                  </a:lnTo>
                  <a:lnTo>
                    <a:pt x="5276" y="16193"/>
                  </a:lnTo>
                  <a:lnTo>
                    <a:pt x="19854" y="28030"/>
                  </a:lnTo>
                  <a:lnTo>
                    <a:pt x="28908" y="25871"/>
                  </a:lnTo>
                  <a:lnTo>
                    <a:pt x="37295" y="18047"/>
                  </a:lnTo>
                  <a:lnTo>
                    <a:pt x="38577" y="12135"/>
                  </a:lnTo>
                  <a:lnTo>
                    <a:pt x="37326" y="9335"/>
                  </a:lnTo>
                  <a:lnTo>
                    <a:pt x="41119" y="0"/>
                  </a:lnTo>
                  <a:lnTo>
                    <a:pt x="52152" y="896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0" name="pg3920"/>
            <p:cNvSpPr/>
            <p:nvPr/>
          </p:nvSpPr>
          <p:spPr>
            <a:xfrm>
              <a:off x="4985696" y="5397055"/>
              <a:ext cx="30985" cy="11691"/>
            </a:xfrm>
            <a:custGeom>
              <a:avLst/>
              <a:gdLst/>
              <a:ahLst/>
              <a:cxnLst/>
              <a:rect l="0" t="0" r="0" b="0"/>
              <a:pathLst>
                <a:path w="30985" h="11691">
                  <a:moveTo>
                    <a:pt x="10733" y="11691"/>
                  </a:moveTo>
                  <a:lnTo>
                    <a:pt x="2191" y="9030"/>
                  </a:lnTo>
                  <a:lnTo>
                    <a:pt x="0" y="6890"/>
                  </a:lnTo>
                  <a:lnTo>
                    <a:pt x="3658" y="3295"/>
                  </a:lnTo>
                  <a:lnTo>
                    <a:pt x="11710" y="298"/>
                  </a:lnTo>
                  <a:lnTo>
                    <a:pt x="24639" y="0"/>
                  </a:lnTo>
                  <a:lnTo>
                    <a:pt x="30303" y="3543"/>
                  </a:lnTo>
                  <a:lnTo>
                    <a:pt x="30985" y="5093"/>
                  </a:lnTo>
                  <a:lnTo>
                    <a:pt x="22686" y="899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1" name="pg3921"/>
            <p:cNvSpPr/>
            <p:nvPr/>
          </p:nvSpPr>
          <p:spPr>
            <a:xfrm>
              <a:off x="5304944" y="5521433"/>
              <a:ext cx="12277" cy="16472"/>
            </a:xfrm>
            <a:custGeom>
              <a:avLst/>
              <a:gdLst/>
              <a:ahLst/>
              <a:cxnLst/>
              <a:rect l="0" t="0" r="0" b="0"/>
              <a:pathLst>
                <a:path w="12277" h="16472">
                  <a:moveTo>
                    <a:pt x="7008" y="16472"/>
                  </a:moveTo>
                  <a:lnTo>
                    <a:pt x="0" y="16472"/>
                  </a:lnTo>
                  <a:lnTo>
                    <a:pt x="1962" y="2806"/>
                  </a:lnTo>
                  <a:lnTo>
                    <a:pt x="7771" y="0"/>
                  </a:lnTo>
                  <a:lnTo>
                    <a:pt x="10050" y="152"/>
                  </a:lnTo>
                  <a:lnTo>
                    <a:pt x="12277" y="762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2" name="pg3922"/>
            <p:cNvSpPr/>
            <p:nvPr/>
          </p:nvSpPr>
          <p:spPr>
            <a:xfrm>
              <a:off x="5068380" y="5334383"/>
              <a:ext cx="70456" cy="119063"/>
            </a:xfrm>
            <a:custGeom>
              <a:avLst/>
              <a:gdLst/>
              <a:ahLst/>
              <a:cxnLst/>
              <a:rect l="0" t="0" r="0" b="0"/>
              <a:pathLst>
                <a:path w="70456" h="119063">
                  <a:moveTo>
                    <a:pt x="31373" y="24747"/>
                  </a:moveTo>
                  <a:lnTo>
                    <a:pt x="46235" y="30285"/>
                  </a:lnTo>
                  <a:lnTo>
                    <a:pt x="62302" y="48650"/>
                  </a:lnTo>
                  <a:lnTo>
                    <a:pt x="69221" y="55191"/>
                  </a:lnTo>
                  <a:lnTo>
                    <a:pt x="70456" y="61147"/>
                  </a:lnTo>
                  <a:lnTo>
                    <a:pt x="67748" y="88340"/>
                  </a:lnTo>
                  <a:lnTo>
                    <a:pt x="64136" y="104711"/>
                  </a:lnTo>
                  <a:lnTo>
                    <a:pt x="64679" y="119063"/>
                  </a:lnTo>
                  <a:lnTo>
                    <a:pt x="60906" y="114815"/>
                  </a:lnTo>
                  <a:lnTo>
                    <a:pt x="57093" y="105416"/>
                  </a:lnTo>
                  <a:lnTo>
                    <a:pt x="50840" y="100012"/>
                  </a:lnTo>
                  <a:lnTo>
                    <a:pt x="48757" y="97180"/>
                  </a:lnTo>
                  <a:lnTo>
                    <a:pt x="59997" y="96557"/>
                  </a:lnTo>
                  <a:lnTo>
                    <a:pt x="60994" y="81761"/>
                  </a:lnTo>
                  <a:lnTo>
                    <a:pt x="66477" y="70089"/>
                  </a:lnTo>
                  <a:lnTo>
                    <a:pt x="65645" y="57947"/>
                  </a:lnTo>
                  <a:lnTo>
                    <a:pt x="52529" y="44579"/>
                  </a:lnTo>
                  <a:lnTo>
                    <a:pt x="43538" y="32812"/>
                  </a:lnTo>
                  <a:lnTo>
                    <a:pt x="29714" y="29046"/>
                  </a:lnTo>
                  <a:lnTo>
                    <a:pt x="16929" y="17330"/>
                  </a:lnTo>
                  <a:lnTo>
                    <a:pt x="9301" y="15888"/>
                  </a:lnTo>
                  <a:lnTo>
                    <a:pt x="0" y="17952"/>
                  </a:lnTo>
                  <a:lnTo>
                    <a:pt x="3359" y="10967"/>
                  </a:lnTo>
                  <a:lnTo>
                    <a:pt x="5684" y="1727"/>
                  </a:lnTo>
                  <a:lnTo>
                    <a:pt x="7389" y="0"/>
                  </a:lnTo>
                  <a:lnTo>
                    <a:pt x="13952" y="100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3" name="pg3923"/>
            <p:cNvSpPr/>
            <p:nvPr/>
          </p:nvSpPr>
          <p:spPr>
            <a:xfrm>
              <a:off x="5178096" y="5447191"/>
              <a:ext cx="46804" cy="72629"/>
            </a:xfrm>
            <a:custGeom>
              <a:avLst/>
              <a:gdLst/>
              <a:ahLst/>
              <a:cxnLst/>
              <a:rect l="0" t="0" r="0" b="0"/>
              <a:pathLst>
                <a:path w="46804" h="72629">
                  <a:moveTo>
                    <a:pt x="46804" y="71314"/>
                  </a:moveTo>
                  <a:lnTo>
                    <a:pt x="39713" y="69974"/>
                  </a:lnTo>
                  <a:lnTo>
                    <a:pt x="29249" y="72559"/>
                  </a:lnTo>
                  <a:lnTo>
                    <a:pt x="25482" y="72629"/>
                  </a:lnTo>
                  <a:lnTo>
                    <a:pt x="27828" y="68101"/>
                  </a:lnTo>
                  <a:lnTo>
                    <a:pt x="35094" y="61979"/>
                  </a:lnTo>
                  <a:lnTo>
                    <a:pt x="35460" y="56150"/>
                  </a:lnTo>
                  <a:lnTo>
                    <a:pt x="26469" y="47742"/>
                  </a:lnTo>
                  <a:lnTo>
                    <a:pt x="16004" y="26824"/>
                  </a:lnTo>
                  <a:lnTo>
                    <a:pt x="11105" y="21864"/>
                  </a:lnTo>
                  <a:lnTo>
                    <a:pt x="8779" y="14002"/>
                  </a:lnTo>
                  <a:lnTo>
                    <a:pt x="0" y="5569"/>
                  </a:lnTo>
                  <a:lnTo>
                    <a:pt x="1834" y="1060"/>
                  </a:lnTo>
                  <a:lnTo>
                    <a:pt x="3638" y="0"/>
                  </a:lnTo>
                  <a:lnTo>
                    <a:pt x="9575" y="2165"/>
                  </a:lnTo>
                  <a:lnTo>
                    <a:pt x="23022" y="32253"/>
                  </a:lnTo>
                  <a:lnTo>
                    <a:pt x="23900" y="35136"/>
                  </a:lnTo>
                  <a:lnTo>
                    <a:pt x="46101" y="647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4" name="pt3924"/>
            <p:cNvSpPr/>
            <p:nvPr/>
          </p:nvSpPr>
          <p:spPr>
            <a:xfrm>
              <a:off x="5411954" y="3276309"/>
              <a:ext cx="63202" cy="63202"/>
            </a:xfrm>
            <a:prstGeom prst="ellipse">
              <a:avLst/>
            </a:prstGeom>
            <a:solidFill>
              <a:srgbClr val="40A2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5" name="pt3925"/>
            <p:cNvSpPr/>
            <p:nvPr/>
          </p:nvSpPr>
          <p:spPr>
            <a:xfrm>
              <a:off x="3286560" y="4746129"/>
              <a:ext cx="63202" cy="63202"/>
            </a:xfrm>
            <a:prstGeom prst="ellipse">
              <a:avLst/>
            </a:prstGeom>
            <a:solidFill>
              <a:srgbClr val="6ED2B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6" name="pt3926"/>
            <p:cNvSpPr/>
            <p:nvPr/>
          </p:nvSpPr>
          <p:spPr>
            <a:xfrm>
              <a:off x="5154968" y="3735383"/>
              <a:ext cx="63202" cy="63202"/>
            </a:xfrm>
            <a:prstGeom prst="ellipse">
              <a:avLst/>
            </a:prstGeom>
            <a:solidFill>
              <a:srgbClr val="A7E3C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7" name="pt3927"/>
            <p:cNvSpPr/>
            <p:nvPr/>
          </p:nvSpPr>
          <p:spPr>
            <a:xfrm>
              <a:off x="3815690" y="4677487"/>
              <a:ext cx="63202" cy="63202"/>
            </a:xfrm>
            <a:prstGeom prst="ellipse">
              <a:avLst/>
            </a:prstGeom>
            <a:solidFill>
              <a:srgbClr val="6FD2B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8" name="pt3928"/>
            <p:cNvSpPr/>
            <p:nvPr/>
          </p:nvSpPr>
          <p:spPr>
            <a:xfrm>
              <a:off x="5234441" y="3545894"/>
              <a:ext cx="63202" cy="63202"/>
            </a:xfrm>
            <a:prstGeom prst="ellipse">
              <a:avLst/>
            </a:prstGeom>
            <a:solidFill>
              <a:srgbClr val="BFEBD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9" name="pt3929"/>
            <p:cNvSpPr/>
            <p:nvPr/>
          </p:nvSpPr>
          <p:spPr>
            <a:xfrm>
              <a:off x="3635685" y="4800931"/>
              <a:ext cx="63202" cy="63202"/>
            </a:xfrm>
            <a:prstGeom prst="ellipse">
              <a:avLst/>
            </a:prstGeom>
            <a:solidFill>
              <a:srgbClr val="6BD1B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0" name="pt3930"/>
            <p:cNvSpPr/>
            <p:nvPr/>
          </p:nvSpPr>
          <p:spPr>
            <a:xfrm>
              <a:off x="5602232" y="3222656"/>
              <a:ext cx="63202" cy="63202"/>
            </a:xfrm>
            <a:prstGeom prst="ellipse">
              <a:avLst/>
            </a:prstGeom>
            <a:solidFill>
              <a:srgbClr val="54BB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1" name="pt3931"/>
            <p:cNvSpPr/>
            <p:nvPr/>
          </p:nvSpPr>
          <p:spPr>
            <a:xfrm>
              <a:off x="4189184" y="4765547"/>
              <a:ext cx="63202" cy="63202"/>
            </a:xfrm>
            <a:prstGeom prst="ellipse">
              <a:avLst/>
            </a:prstGeom>
            <a:solidFill>
              <a:srgbClr val="58C2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2" name="pt3932"/>
            <p:cNvSpPr/>
            <p:nvPr/>
          </p:nvSpPr>
          <p:spPr>
            <a:xfrm>
              <a:off x="4913887" y="4211118"/>
              <a:ext cx="63202" cy="63202"/>
            </a:xfrm>
            <a:prstGeom prst="ellipse">
              <a:avLst/>
            </a:prstGeom>
            <a:solidFill>
              <a:srgbClr val="AFE6C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3" name="pt3933"/>
            <p:cNvSpPr/>
            <p:nvPr/>
          </p:nvSpPr>
          <p:spPr>
            <a:xfrm>
              <a:off x="4598477" y="4463619"/>
              <a:ext cx="63202" cy="63202"/>
            </a:xfrm>
            <a:prstGeom prst="ellipse">
              <a:avLst/>
            </a:prstGeom>
            <a:solidFill>
              <a:srgbClr val="99D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4" name="pt3934"/>
            <p:cNvSpPr/>
            <p:nvPr/>
          </p:nvSpPr>
          <p:spPr>
            <a:xfrm>
              <a:off x="3118737" y="4784820"/>
              <a:ext cx="63202" cy="63202"/>
            </a:xfrm>
            <a:prstGeom prst="ellipse">
              <a:avLst/>
            </a:prstGeom>
            <a:solidFill>
              <a:srgbClr val="8FDBB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5" name="pt3935"/>
            <p:cNvSpPr/>
            <p:nvPr/>
          </p:nvSpPr>
          <p:spPr>
            <a:xfrm>
              <a:off x="4706891" y="4368015"/>
              <a:ext cx="63202" cy="63202"/>
            </a:xfrm>
            <a:prstGeom prst="ellipse">
              <a:avLst/>
            </a:prstGeom>
            <a:solidFill>
              <a:srgbClr val="84D8B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6" name="pt3936"/>
            <p:cNvSpPr/>
            <p:nvPr/>
          </p:nvSpPr>
          <p:spPr>
            <a:xfrm>
              <a:off x="5170525" y="3498927"/>
              <a:ext cx="63202" cy="63202"/>
            </a:xfrm>
            <a:prstGeom prst="ellipse">
              <a:avLst/>
            </a:prstGeom>
            <a:solidFill>
              <a:srgbClr val="9AD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7" name="pt3937"/>
            <p:cNvSpPr/>
            <p:nvPr/>
          </p:nvSpPr>
          <p:spPr>
            <a:xfrm>
              <a:off x="4143523" y="4766403"/>
              <a:ext cx="63202" cy="63202"/>
            </a:xfrm>
            <a:prstGeom prst="ellipse">
              <a:avLst/>
            </a:prstGeom>
            <a:solidFill>
              <a:srgbClr val="59C4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8" name="pt3938"/>
            <p:cNvSpPr/>
            <p:nvPr/>
          </p:nvSpPr>
          <p:spPr>
            <a:xfrm>
              <a:off x="3690881" y="4772296"/>
              <a:ext cx="63202" cy="63202"/>
            </a:xfrm>
            <a:prstGeom prst="ellipse">
              <a:avLst/>
            </a:prstGeom>
            <a:solidFill>
              <a:srgbClr val="86D9B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9" name="pt3939"/>
            <p:cNvSpPr/>
            <p:nvPr/>
          </p:nvSpPr>
          <p:spPr>
            <a:xfrm>
              <a:off x="5016032" y="3641698"/>
              <a:ext cx="63202" cy="63202"/>
            </a:xfrm>
            <a:prstGeom prst="ellipse">
              <a:avLst/>
            </a:prstGeom>
            <a:solidFill>
              <a:srgbClr val="A4E2C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0" name="pt3940"/>
            <p:cNvSpPr/>
            <p:nvPr/>
          </p:nvSpPr>
          <p:spPr>
            <a:xfrm>
              <a:off x="4551789" y="4536931"/>
              <a:ext cx="63202" cy="63202"/>
            </a:xfrm>
            <a:prstGeom prst="ellipse">
              <a:avLst/>
            </a:prstGeom>
            <a:solidFill>
              <a:srgbClr val="73D3B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1" name="pt3941"/>
            <p:cNvSpPr/>
            <p:nvPr/>
          </p:nvSpPr>
          <p:spPr>
            <a:xfrm>
              <a:off x="3457033" y="4801454"/>
              <a:ext cx="63202" cy="63202"/>
            </a:xfrm>
            <a:prstGeom prst="ellipse">
              <a:avLst/>
            </a:prstGeom>
            <a:solidFill>
              <a:srgbClr val="82D7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2" name="pt3942"/>
            <p:cNvSpPr/>
            <p:nvPr/>
          </p:nvSpPr>
          <p:spPr>
            <a:xfrm>
              <a:off x="4795350" y="4267713"/>
              <a:ext cx="63202" cy="63202"/>
            </a:xfrm>
            <a:prstGeom prst="ellipse">
              <a:avLst/>
            </a:prstGeom>
            <a:solidFill>
              <a:srgbClr val="5FCD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3" name="pt3943"/>
            <p:cNvSpPr/>
            <p:nvPr/>
          </p:nvSpPr>
          <p:spPr>
            <a:xfrm>
              <a:off x="5763373" y="2927118"/>
              <a:ext cx="63202" cy="63202"/>
            </a:xfrm>
            <a:prstGeom prst="ellipse">
              <a:avLst/>
            </a:prstGeom>
            <a:solidFill>
              <a:srgbClr val="51B8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4" name="pt3944"/>
            <p:cNvSpPr/>
            <p:nvPr/>
          </p:nvSpPr>
          <p:spPr>
            <a:xfrm>
              <a:off x="3223042" y="4753931"/>
              <a:ext cx="63202" cy="63202"/>
            </a:xfrm>
            <a:prstGeom prst="ellipse">
              <a:avLst/>
            </a:prstGeom>
            <a:solidFill>
              <a:srgbClr val="72D3B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5" name="pt3945"/>
            <p:cNvSpPr/>
            <p:nvPr/>
          </p:nvSpPr>
          <p:spPr>
            <a:xfrm>
              <a:off x="6187218" y="2929573"/>
              <a:ext cx="63202" cy="63202"/>
            </a:xfrm>
            <a:prstGeom prst="ellipse">
              <a:avLst/>
            </a:prstGeom>
            <a:solidFill>
              <a:srgbClr val="3593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6" name="pt3946"/>
            <p:cNvSpPr/>
            <p:nvPr/>
          </p:nvSpPr>
          <p:spPr>
            <a:xfrm>
              <a:off x="4558922" y="4541579"/>
              <a:ext cx="63202" cy="63202"/>
            </a:xfrm>
            <a:prstGeom prst="ellipse">
              <a:avLst/>
            </a:prstGeom>
            <a:solidFill>
              <a:srgbClr val="74D3B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7" name="pt3947"/>
            <p:cNvSpPr/>
            <p:nvPr/>
          </p:nvSpPr>
          <p:spPr>
            <a:xfrm>
              <a:off x="5665872" y="3067530"/>
              <a:ext cx="63202" cy="63202"/>
            </a:xfrm>
            <a:prstGeom prst="ellipse">
              <a:avLst/>
            </a:prstGeom>
            <a:solidFill>
              <a:srgbClr val="56BF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8" name="pt3948"/>
            <p:cNvSpPr/>
            <p:nvPr/>
          </p:nvSpPr>
          <p:spPr>
            <a:xfrm>
              <a:off x="4587926" y="4467164"/>
              <a:ext cx="63202" cy="63202"/>
            </a:xfrm>
            <a:prstGeom prst="ellipse">
              <a:avLst/>
            </a:prstGeom>
            <a:solidFill>
              <a:srgbClr val="81D7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9" name="pt3949"/>
            <p:cNvSpPr/>
            <p:nvPr/>
          </p:nvSpPr>
          <p:spPr>
            <a:xfrm>
              <a:off x="2979067" y="4895874"/>
              <a:ext cx="63202" cy="63202"/>
            </a:xfrm>
            <a:prstGeom prst="ellipse">
              <a:avLst/>
            </a:prstGeom>
            <a:solidFill>
              <a:srgbClr val="60CE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0" name="pt3950"/>
            <p:cNvSpPr/>
            <p:nvPr/>
          </p:nvSpPr>
          <p:spPr>
            <a:xfrm>
              <a:off x="4922163" y="4187507"/>
              <a:ext cx="63202" cy="63202"/>
            </a:xfrm>
            <a:prstGeom prst="ellipse">
              <a:avLst/>
            </a:prstGeom>
            <a:solidFill>
              <a:srgbClr val="9AD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1" name="pt3951"/>
            <p:cNvSpPr/>
            <p:nvPr/>
          </p:nvSpPr>
          <p:spPr>
            <a:xfrm>
              <a:off x="2878450" y="4973596"/>
              <a:ext cx="63202" cy="63202"/>
            </a:xfrm>
            <a:prstGeom prst="ellipse">
              <a:avLst/>
            </a:prstGeom>
            <a:solidFill>
              <a:srgbClr val="41A4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2" name="pt3952"/>
            <p:cNvSpPr/>
            <p:nvPr/>
          </p:nvSpPr>
          <p:spPr>
            <a:xfrm>
              <a:off x="5803938" y="2901996"/>
              <a:ext cx="63202" cy="63202"/>
            </a:xfrm>
            <a:prstGeom prst="ellipse">
              <a:avLst/>
            </a:prstGeom>
            <a:solidFill>
              <a:srgbClr val="395E9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3" name="pt3953"/>
            <p:cNvSpPr/>
            <p:nvPr/>
          </p:nvSpPr>
          <p:spPr>
            <a:xfrm>
              <a:off x="5052138" y="3796215"/>
              <a:ext cx="63202" cy="63202"/>
            </a:xfrm>
            <a:prstGeom prst="ellipse">
              <a:avLst/>
            </a:prstGeom>
            <a:solidFill>
              <a:srgbClr val="D3F1D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4" name="pt3954"/>
            <p:cNvSpPr/>
            <p:nvPr/>
          </p:nvSpPr>
          <p:spPr>
            <a:xfrm>
              <a:off x="4544041" y="4668741"/>
              <a:ext cx="63202" cy="63202"/>
            </a:xfrm>
            <a:prstGeom prst="ellipse">
              <a:avLst/>
            </a:prstGeom>
            <a:solidFill>
              <a:srgbClr val="47AA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5" name="pt3955"/>
            <p:cNvSpPr/>
            <p:nvPr/>
          </p:nvSpPr>
          <p:spPr>
            <a:xfrm>
              <a:off x="3541256" y="4824822"/>
              <a:ext cx="63202" cy="63202"/>
            </a:xfrm>
            <a:prstGeom prst="ellipse">
              <a:avLst/>
            </a:prstGeom>
            <a:solidFill>
              <a:srgbClr val="77D4B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6" name="pt3956"/>
            <p:cNvSpPr/>
            <p:nvPr/>
          </p:nvSpPr>
          <p:spPr>
            <a:xfrm>
              <a:off x="5657937" y="3028251"/>
              <a:ext cx="63202" cy="63202"/>
            </a:xfrm>
            <a:prstGeom prst="ellipse">
              <a:avLst/>
            </a:prstGeom>
            <a:solidFill>
              <a:srgbClr val="55BD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7" name="pt3957"/>
            <p:cNvSpPr/>
            <p:nvPr/>
          </p:nvSpPr>
          <p:spPr>
            <a:xfrm>
              <a:off x="2851349" y="4946495"/>
              <a:ext cx="117405" cy="117405"/>
            </a:xfrm>
            <a:prstGeom prst="ellipse">
              <a:avLst/>
            </a:prstGeom>
            <a:solidFill>
              <a:srgbClr val="3A77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8" name="pt3958"/>
            <p:cNvSpPr/>
            <p:nvPr/>
          </p:nvSpPr>
          <p:spPr>
            <a:xfrm>
              <a:off x="5776837" y="2874895"/>
              <a:ext cx="117405" cy="117405"/>
            </a:xfrm>
            <a:prstGeom prst="ellipse">
              <a:avLst/>
            </a:prstGeom>
            <a:solidFill>
              <a:srgbClr val="3A599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9" name="pt3959"/>
            <p:cNvSpPr/>
            <p:nvPr/>
          </p:nvSpPr>
          <p:spPr>
            <a:xfrm>
              <a:off x="4516940" y="4641639"/>
              <a:ext cx="117405" cy="117405"/>
            </a:xfrm>
            <a:prstGeom prst="ellipse">
              <a:avLst/>
            </a:prstGeom>
            <a:solidFill>
              <a:srgbClr val="4CB1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0" name="pt3960"/>
            <p:cNvSpPr/>
            <p:nvPr/>
          </p:nvSpPr>
          <p:spPr>
            <a:xfrm>
              <a:off x="3514155" y="4797720"/>
              <a:ext cx="117405" cy="117405"/>
            </a:xfrm>
            <a:prstGeom prst="ellipse">
              <a:avLst/>
            </a:prstGeom>
            <a:solidFill>
              <a:srgbClr val="56BF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1" name="pt3961"/>
            <p:cNvSpPr/>
            <p:nvPr/>
          </p:nvSpPr>
          <p:spPr>
            <a:xfrm>
              <a:off x="5630836" y="3001150"/>
              <a:ext cx="117405" cy="117405"/>
            </a:xfrm>
            <a:prstGeom prst="ellipse">
              <a:avLst/>
            </a:prstGeom>
            <a:solidFill>
              <a:srgbClr val="4FB5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2" name="pl3962"/>
            <p:cNvSpPr/>
            <p:nvPr/>
          </p:nvSpPr>
          <p:spPr>
            <a:xfrm>
              <a:off x="2850434" y="4909118"/>
              <a:ext cx="52376" cy="84411"/>
            </a:xfrm>
            <a:custGeom>
              <a:avLst/>
              <a:gdLst/>
              <a:ahLst/>
              <a:cxnLst/>
              <a:rect l="0" t="0" r="0" b="0"/>
              <a:pathLst>
                <a:path w="52376" h="84411">
                  <a:moveTo>
                    <a:pt x="0" y="0"/>
                  </a:moveTo>
                  <a:lnTo>
                    <a:pt x="52376" y="8441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3" name="pl3963"/>
            <p:cNvSpPr/>
            <p:nvPr/>
          </p:nvSpPr>
          <p:spPr>
            <a:xfrm>
              <a:off x="5743970" y="2857791"/>
              <a:ext cx="80153" cy="66355"/>
            </a:xfrm>
            <a:custGeom>
              <a:avLst/>
              <a:gdLst/>
              <a:ahLst/>
              <a:cxnLst/>
              <a:rect l="0" t="0" r="0" b="0"/>
              <a:pathLst>
                <a:path w="80153" h="66355">
                  <a:moveTo>
                    <a:pt x="0" y="0"/>
                  </a:moveTo>
                  <a:lnTo>
                    <a:pt x="80153" y="6635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4" name="pl3964"/>
            <p:cNvSpPr/>
            <p:nvPr/>
          </p:nvSpPr>
          <p:spPr>
            <a:xfrm>
              <a:off x="4513560" y="4609422"/>
              <a:ext cx="54268" cy="79476"/>
            </a:xfrm>
            <a:custGeom>
              <a:avLst/>
              <a:gdLst/>
              <a:ahLst/>
              <a:cxnLst/>
              <a:rect l="0" t="0" r="0" b="0"/>
              <a:pathLst>
                <a:path w="54268" h="79476">
                  <a:moveTo>
                    <a:pt x="0" y="0"/>
                  </a:moveTo>
                  <a:lnTo>
                    <a:pt x="54268" y="7947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5" name="pl3965"/>
            <p:cNvSpPr/>
            <p:nvPr/>
          </p:nvSpPr>
          <p:spPr>
            <a:xfrm>
              <a:off x="3511744" y="4762552"/>
              <a:ext cx="53588" cy="82312"/>
            </a:xfrm>
            <a:custGeom>
              <a:avLst/>
              <a:gdLst/>
              <a:ahLst/>
              <a:cxnLst/>
              <a:rect l="0" t="0" r="0" b="0"/>
              <a:pathLst>
                <a:path w="53588" h="82312">
                  <a:moveTo>
                    <a:pt x="0" y="0"/>
                  </a:moveTo>
                  <a:lnTo>
                    <a:pt x="53588" y="8231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6" name="pl3966"/>
            <p:cNvSpPr/>
            <p:nvPr/>
          </p:nvSpPr>
          <p:spPr>
            <a:xfrm>
              <a:off x="5500723" y="3044719"/>
              <a:ext cx="172202" cy="13802"/>
            </a:xfrm>
            <a:custGeom>
              <a:avLst/>
              <a:gdLst/>
              <a:ahLst/>
              <a:cxnLst/>
              <a:rect l="0" t="0" r="0" b="0"/>
              <a:pathLst>
                <a:path w="172202" h="13802">
                  <a:moveTo>
                    <a:pt x="0" y="0"/>
                  </a:moveTo>
                  <a:lnTo>
                    <a:pt x="172202" y="1380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7" name="pg3967"/>
            <p:cNvSpPr/>
            <p:nvPr/>
          </p:nvSpPr>
          <p:spPr>
            <a:xfrm>
              <a:off x="2291919" y="4760421"/>
              <a:ext cx="558515" cy="191932"/>
            </a:xfrm>
            <a:custGeom>
              <a:avLst/>
              <a:gdLst/>
              <a:ahLst/>
              <a:cxnLst/>
              <a:rect l="0" t="0" r="0" b="0"/>
              <a:pathLst>
                <a:path w="558515" h="191932">
                  <a:moveTo>
                    <a:pt x="27431" y="191932"/>
                  </a:moveTo>
                  <a:lnTo>
                    <a:pt x="531083" y="191932"/>
                  </a:lnTo>
                  <a:lnTo>
                    <a:pt x="529978" y="191910"/>
                  </a:lnTo>
                  <a:lnTo>
                    <a:pt x="534390" y="191732"/>
                  </a:lnTo>
                  <a:lnTo>
                    <a:pt x="538715" y="190849"/>
                  </a:lnTo>
                  <a:lnTo>
                    <a:pt x="542843" y="189284"/>
                  </a:lnTo>
                  <a:lnTo>
                    <a:pt x="546666" y="187076"/>
                  </a:lnTo>
                  <a:lnTo>
                    <a:pt x="550086" y="184284"/>
                  </a:lnTo>
                  <a:lnTo>
                    <a:pt x="553013" y="180980"/>
                  </a:lnTo>
                  <a:lnTo>
                    <a:pt x="555373" y="177248"/>
                  </a:lnTo>
                  <a:lnTo>
                    <a:pt x="557103" y="173187"/>
                  </a:lnTo>
                  <a:lnTo>
                    <a:pt x="558160" y="168900"/>
                  </a:lnTo>
                  <a:lnTo>
                    <a:pt x="558515" y="164500"/>
                  </a:lnTo>
                  <a:lnTo>
                    <a:pt x="558515" y="27431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8" name="tx3968"/>
            <p:cNvSpPr/>
            <p:nvPr/>
          </p:nvSpPr>
          <p:spPr>
            <a:xfrm>
              <a:off x="2337639" y="4806141"/>
              <a:ext cx="467075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3969" name="pg3969"/>
            <p:cNvSpPr/>
            <p:nvPr/>
          </p:nvSpPr>
          <p:spPr>
            <a:xfrm>
              <a:off x="5279681" y="2665859"/>
              <a:ext cx="589605" cy="191932"/>
            </a:xfrm>
            <a:custGeom>
              <a:avLst/>
              <a:gdLst/>
              <a:ahLst/>
              <a:cxnLst/>
              <a:rect l="0" t="0" r="0" b="0"/>
              <a:pathLst>
                <a:path w="589605" h="191932">
                  <a:moveTo>
                    <a:pt x="27431" y="191932"/>
                  </a:moveTo>
                  <a:lnTo>
                    <a:pt x="562173" y="191932"/>
                  </a:lnTo>
                  <a:lnTo>
                    <a:pt x="561068" y="191910"/>
                  </a:lnTo>
                  <a:lnTo>
                    <a:pt x="565479" y="191732"/>
                  </a:lnTo>
                  <a:lnTo>
                    <a:pt x="569805" y="190849"/>
                  </a:lnTo>
                  <a:lnTo>
                    <a:pt x="573933" y="189284"/>
                  </a:lnTo>
                  <a:lnTo>
                    <a:pt x="577756" y="187076"/>
                  </a:lnTo>
                  <a:lnTo>
                    <a:pt x="581175" y="184284"/>
                  </a:lnTo>
                  <a:lnTo>
                    <a:pt x="584103" y="180980"/>
                  </a:lnTo>
                  <a:lnTo>
                    <a:pt x="586462" y="177248"/>
                  </a:lnTo>
                  <a:lnTo>
                    <a:pt x="588193" y="173187"/>
                  </a:lnTo>
                  <a:lnTo>
                    <a:pt x="589249" y="168900"/>
                  </a:lnTo>
                  <a:lnTo>
                    <a:pt x="589605" y="164500"/>
                  </a:lnTo>
                  <a:lnTo>
                    <a:pt x="589605" y="27431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0" name="tx3970"/>
            <p:cNvSpPr/>
            <p:nvPr/>
          </p:nvSpPr>
          <p:spPr>
            <a:xfrm>
              <a:off x="5325401" y="2711579"/>
              <a:ext cx="498165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3971" name="pg3971"/>
            <p:cNvSpPr/>
            <p:nvPr/>
          </p:nvSpPr>
          <p:spPr>
            <a:xfrm>
              <a:off x="3970589" y="4460454"/>
              <a:ext cx="542970" cy="191932"/>
            </a:xfrm>
            <a:custGeom>
              <a:avLst/>
              <a:gdLst/>
              <a:ahLst/>
              <a:cxnLst/>
              <a:rect l="0" t="0" r="0" b="0"/>
              <a:pathLst>
                <a:path w="542970" h="191932">
                  <a:moveTo>
                    <a:pt x="27432" y="191932"/>
                  </a:moveTo>
                  <a:lnTo>
                    <a:pt x="515538" y="191932"/>
                  </a:lnTo>
                  <a:lnTo>
                    <a:pt x="514434" y="191910"/>
                  </a:lnTo>
                  <a:lnTo>
                    <a:pt x="518845" y="191732"/>
                  </a:lnTo>
                  <a:lnTo>
                    <a:pt x="523170" y="190849"/>
                  </a:lnTo>
                  <a:lnTo>
                    <a:pt x="527298" y="189284"/>
                  </a:lnTo>
                  <a:lnTo>
                    <a:pt x="531121" y="187076"/>
                  </a:lnTo>
                  <a:lnTo>
                    <a:pt x="534541" y="184284"/>
                  </a:lnTo>
                  <a:lnTo>
                    <a:pt x="537469" y="180980"/>
                  </a:lnTo>
                  <a:lnTo>
                    <a:pt x="539828" y="177248"/>
                  </a:lnTo>
                  <a:lnTo>
                    <a:pt x="541558" y="173187"/>
                  </a:lnTo>
                  <a:lnTo>
                    <a:pt x="542615" y="168900"/>
                  </a:lnTo>
                  <a:lnTo>
                    <a:pt x="542970" y="164500"/>
                  </a:lnTo>
                  <a:lnTo>
                    <a:pt x="542970" y="27431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2" name="tx3972"/>
            <p:cNvSpPr/>
            <p:nvPr/>
          </p:nvSpPr>
          <p:spPr>
            <a:xfrm>
              <a:off x="4016309" y="4506174"/>
              <a:ext cx="451530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3973" name="pg3973"/>
            <p:cNvSpPr/>
            <p:nvPr/>
          </p:nvSpPr>
          <p:spPr>
            <a:xfrm>
              <a:off x="2960909" y="4613820"/>
              <a:ext cx="550834" cy="191932"/>
            </a:xfrm>
            <a:custGeom>
              <a:avLst/>
              <a:gdLst/>
              <a:ahLst/>
              <a:cxnLst/>
              <a:rect l="0" t="0" r="0" b="0"/>
              <a:pathLst>
                <a:path w="550834" h="191932">
                  <a:moveTo>
                    <a:pt x="27431" y="191932"/>
                  </a:moveTo>
                  <a:lnTo>
                    <a:pt x="523402" y="191932"/>
                  </a:lnTo>
                  <a:lnTo>
                    <a:pt x="522297" y="191910"/>
                  </a:lnTo>
                  <a:lnTo>
                    <a:pt x="526709" y="191732"/>
                  </a:lnTo>
                  <a:lnTo>
                    <a:pt x="531034" y="190849"/>
                  </a:lnTo>
                  <a:lnTo>
                    <a:pt x="535162" y="189284"/>
                  </a:lnTo>
                  <a:lnTo>
                    <a:pt x="538985" y="187076"/>
                  </a:lnTo>
                  <a:lnTo>
                    <a:pt x="542405" y="184284"/>
                  </a:lnTo>
                  <a:lnTo>
                    <a:pt x="545332" y="180980"/>
                  </a:lnTo>
                  <a:lnTo>
                    <a:pt x="547692" y="177248"/>
                  </a:lnTo>
                  <a:lnTo>
                    <a:pt x="549422" y="173187"/>
                  </a:lnTo>
                  <a:lnTo>
                    <a:pt x="550479" y="168900"/>
                  </a:lnTo>
                  <a:lnTo>
                    <a:pt x="550834" y="164500"/>
                  </a:lnTo>
                  <a:lnTo>
                    <a:pt x="550834" y="27431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4" name="tx3974"/>
            <p:cNvSpPr/>
            <p:nvPr/>
          </p:nvSpPr>
          <p:spPr>
            <a:xfrm>
              <a:off x="3006629" y="4659540"/>
              <a:ext cx="459394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3975" name="pg3975"/>
            <p:cNvSpPr/>
            <p:nvPr/>
          </p:nvSpPr>
          <p:spPr>
            <a:xfrm>
              <a:off x="4918982" y="2948671"/>
              <a:ext cx="581741" cy="191932"/>
            </a:xfrm>
            <a:custGeom>
              <a:avLst/>
              <a:gdLst/>
              <a:ahLst/>
              <a:cxnLst/>
              <a:rect l="0" t="0" r="0" b="0"/>
              <a:pathLst>
                <a:path w="581741" h="191932">
                  <a:moveTo>
                    <a:pt x="27432" y="191932"/>
                  </a:moveTo>
                  <a:lnTo>
                    <a:pt x="554309" y="191932"/>
                  </a:lnTo>
                  <a:lnTo>
                    <a:pt x="553204" y="191910"/>
                  </a:lnTo>
                  <a:lnTo>
                    <a:pt x="557615" y="191732"/>
                  </a:lnTo>
                  <a:lnTo>
                    <a:pt x="561941" y="190849"/>
                  </a:lnTo>
                  <a:lnTo>
                    <a:pt x="566069" y="189284"/>
                  </a:lnTo>
                  <a:lnTo>
                    <a:pt x="569892" y="187076"/>
                  </a:lnTo>
                  <a:lnTo>
                    <a:pt x="573312" y="184284"/>
                  </a:lnTo>
                  <a:lnTo>
                    <a:pt x="576239" y="180980"/>
                  </a:lnTo>
                  <a:lnTo>
                    <a:pt x="578599" y="177248"/>
                  </a:lnTo>
                  <a:lnTo>
                    <a:pt x="580329" y="173187"/>
                  </a:lnTo>
                  <a:lnTo>
                    <a:pt x="581386" y="168900"/>
                  </a:lnTo>
                  <a:lnTo>
                    <a:pt x="581741" y="164500"/>
                  </a:lnTo>
                  <a:lnTo>
                    <a:pt x="581741" y="27432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6" name="tx3976"/>
            <p:cNvSpPr/>
            <p:nvPr/>
          </p:nvSpPr>
          <p:spPr>
            <a:xfrm>
              <a:off x="4964702" y="2994391"/>
              <a:ext cx="490301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3977" name="rc3977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8" name="tx3978"/>
            <p:cNvSpPr/>
            <p:nvPr/>
          </p:nvSpPr>
          <p:spPr>
            <a:xfrm>
              <a:off x="1889564" y="5366840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979" name="tx3979"/>
            <p:cNvSpPr/>
            <p:nvPr/>
          </p:nvSpPr>
          <p:spPr>
            <a:xfrm>
              <a:off x="2013922" y="534846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0" name="tx3980"/>
            <p:cNvSpPr/>
            <p:nvPr/>
          </p:nvSpPr>
          <p:spPr>
            <a:xfrm>
              <a:off x="2058636" y="536684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1" name="tx3981"/>
            <p:cNvSpPr/>
            <p:nvPr/>
          </p:nvSpPr>
          <p:spPr>
            <a:xfrm>
              <a:off x="1889564" y="471646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982" name="tx3982"/>
            <p:cNvSpPr/>
            <p:nvPr/>
          </p:nvSpPr>
          <p:spPr>
            <a:xfrm>
              <a:off x="2013922" y="469808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3" name="tx3983"/>
            <p:cNvSpPr/>
            <p:nvPr/>
          </p:nvSpPr>
          <p:spPr>
            <a:xfrm>
              <a:off x="2058636" y="471646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4" name="tx3984"/>
            <p:cNvSpPr/>
            <p:nvPr/>
          </p:nvSpPr>
          <p:spPr>
            <a:xfrm>
              <a:off x="1889564" y="406618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985" name="tx3985"/>
            <p:cNvSpPr/>
            <p:nvPr/>
          </p:nvSpPr>
          <p:spPr>
            <a:xfrm>
              <a:off x="2013922" y="404780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6" name="tx3986"/>
            <p:cNvSpPr/>
            <p:nvPr/>
          </p:nvSpPr>
          <p:spPr>
            <a:xfrm>
              <a:off x="2058636" y="406618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7" name="tx3987"/>
            <p:cNvSpPr/>
            <p:nvPr/>
          </p:nvSpPr>
          <p:spPr>
            <a:xfrm>
              <a:off x="1889564" y="341590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988" name="tx3988"/>
            <p:cNvSpPr/>
            <p:nvPr/>
          </p:nvSpPr>
          <p:spPr>
            <a:xfrm>
              <a:off x="2013922" y="339752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9" name="tx3989"/>
            <p:cNvSpPr/>
            <p:nvPr/>
          </p:nvSpPr>
          <p:spPr>
            <a:xfrm>
              <a:off x="2058636" y="341590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0" name="tx3990"/>
            <p:cNvSpPr/>
            <p:nvPr/>
          </p:nvSpPr>
          <p:spPr>
            <a:xfrm>
              <a:off x="1889564" y="2765720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991" name="tx3991"/>
            <p:cNvSpPr/>
            <p:nvPr/>
          </p:nvSpPr>
          <p:spPr>
            <a:xfrm>
              <a:off x="2013922" y="274734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92" name="tx3992"/>
            <p:cNvSpPr/>
            <p:nvPr/>
          </p:nvSpPr>
          <p:spPr>
            <a:xfrm>
              <a:off x="2058636" y="276572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3" name="pl3993"/>
            <p:cNvSpPr/>
            <p:nvPr/>
          </p:nvSpPr>
          <p:spPr>
            <a:xfrm>
              <a:off x="2167122" y="540785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4" name="pl3994"/>
            <p:cNvSpPr/>
            <p:nvPr/>
          </p:nvSpPr>
          <p:spPr>
            <a:xfrm>
              <a:off x="2167122" y="475757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5" name="pl3995"/>
            <p:cNvSpPr/>
            <p:nvPr/>
          </p:nvSpPr>
          <p:spPr>
            <a:xfrm>
              <a:off x="2167122" y="410729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6" name="pl3996"/>
            <p:cNvSpPr/>
            <p:nvPr/>
          </p:nvSpPr>
          <p:spPr>
            <a:xfrm>
              <a:off x="2167122" y="345701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7" name="pl3997"/>
            <p:cNvSpPr/>
            <p:nvPr/>
          </p:nvSpPr>
          <p:spPr>
            <a:xfrm>
              <a:off x="2167122" y="280673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8" name="pl3998"/>
            <p:cNvSpPr/>
            <p:nvPr/>
          </p:nvSpPr>
          <p:spPr>
            <a:xfrm>
              <a:off x="2610961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9" name="pl3999"/>
            <p:cNvSpPr/>
            <p:nvPr/>
          </p:nvSpPr>
          <p:spPr>
            <a:xfrm>
              <a:off x="314013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0" name="pl4000"/>
            <p:cNvSpPr/>
            <p:nvPr/>
          </p:nvSpPr>
          <p:spPr>
            <a:xfrm>
              <a:off x="366931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1" name="pl4001"/>
            <p:cNvSpPr/>
            <p:nvPr/>
          </p:nvSpPr>
          <p:spPr>
            <a:xfrm>
              <a:off x="419848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2" name="pl4002"/>
            <p:cNvSpPr/>
            <p:nvPr/>
          </p:nvSpPr>
          <p:spPr>
            <a:xfrm>
              <a:off x="472766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3" name="pl4003"/>
            <p:cNvSpPr/>
            <p:nvPr/>
          </p:nvSpPr>
          <p:spPr>
            <a:xfrm>
              <a:off x="525683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4" name="pl4004"/>
            <p:cNvSpPr/>
            <p:nvPr/>
          </p:nvSpPr>
          <p:spPr>
            <a:xfrm>
              <a:off x="578601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5" name="pl4005"/>
            <p:cNvSpPr/>
            <p:nvPr/>
          </p:nvSpPr>
          <p:spPr>
            <a:xfrm>
              <a:off x="631518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6" name="tx4006"/>
            <p:cNvSpPr/>
            <p:nvPr/>
          </p:nvSpPr>
          <p:spPr>
            <a:xfrm>
              <a:off x="2442620" y="5783578"/>
              <a:ext cx="18653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07" name="tx4007"/>
            <p:cNvSpPr/>
            <p:nvPr/>
          </p:nvSpPr>
          <p:spPr>
            <a:xfrm>
              <a:off x="262915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8" name="tx4008"/>
            <p:cNvSpPr/>
            <p:nvPr/>
          </p:nvSpPr>
          <p:spPr>
            <a:xfrm>
              <a:off x="267387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9" name="tx4009"/>
            <p:cNvSpPr/>
            <p:nvPr/>
          </p:nvSpPr>
          <p:spPr>
            <a:xfrm>
              <a:off x="298738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4010" name="tx4010"/>
            <p:cNvSpPr/>
            <p:nvPr/>
          </p:nvSpPr>
          <p:spPr>
            <a:xfrm>
              <a:off x="314274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1" name="tx4011"/>
            <p:cNvSpPr/>
            <p:nvPr/>
          </p:nvSpPr>
          <p:spPr>
            <a:xfrm>
              <a:off x="318745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2" name="tx4012"/>
            <p:cNvSpPr/>
            <p:nvPr/>
          </p:nvSpPr>
          <p:spPr>
            <a:xfrm>
              <a:off x="351656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4013" name="tx4013"/>
            <p:cNvSpPr/>
            <p:nvPr/>
          </p:nvSpPr>
          <p:spPr>
            <a:xfrm>
              <a:off x="367191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4" name="tx4014"/>
            <p:cNvSpPr/>
            <p:nvPr/>
          </p:nvSpPr>
          <p:spPr>
            <a:xfrm>
              <a:off x="371663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5" name="tx4015"/>
            <p:cNvSpPr/>
            <p:nvPr/>
          </p:nvSpPr>
          <p:spPr>
            <a:xfrm>
              <a:off x="404573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4016" name="tx4016"/>
            <p:cNvSpPr/>
            <p:nvPr/>
          </p:nvSpPr>
          <p:spPr>
            <a:xfrm>
              <a:off x="420109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7" name="tx4017"/>
            <p:cNvSpPr/>
            <p:nvPr/>
          </p:nvSpPr>
          <p:spPr>
            <a:xfrm>
              <a:off x="424580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8" name="tx4018"/>
            <p:cNvSpPr/>
            <p:nvPr/>
          </p:nvSpPr>
          <p:spPr>
            <a:xfrm>
              <a:off x="457491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4019" name="tx4019"/>
            <p:cNvSpPr/>
            <p:nvPr/>
          </p:nvSpPr>
          <p:spPr>
            <a:xfrm>
              <a:off x="473026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0" name="tx4020"/>
            <p:cNvSpPr/>
            <p:nvPr/>
          </p:nvSpPr>
          <p:spPr>
            <a:xfrm>
              <a:off x="477498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1" name="tx4021"/>
            <p:cNvSpPr/>
            <p:nvPr/>
          </p:nvSpPr>
          <p:spPr>
            <a:xfrm>
              <a:off x="510408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4022" name="tx4022"/>
            <p:cNvSpPr/>
            <p:nvPr/>
          </p:nvSpPr>
          <p:spPr>
            <a:xfrm>
              <a:off x="525944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3" name="tx4023"/>
            <p:cNvSpPr/>
            <p:nvPr/>
          </p:nvSpPr>
          <p:spPr>
            <a:xfrm>
              <a:off x="530415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4" name="tx4024"/>
            <p:cNvSpPr/>
            <p:nvPr/>
          </p:nvSpPr>
          <p:spPr>
            <a:xfrm>
              <a:off x="563326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4025" name="tx4025"/>
            <p:cNvSpPr/>
            <p:nvPr/>
          </p:nvSpPr>
          <p:spPr>
            <a:xfrm>
              <a:off x="578861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6" name="tx4026"/>
            <p:cNvSpPr/>
            <p:nvPr/>
          </p:nvSpPr>
          <p:spPr>
            <a:xfrm>
              <a:off x="583333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7" name="tx4027"/>
            <p:cNvSpPr/>
            <p:nvPr/>
          </p:nvSpPr>
          <p:spPr>
            <a:xfrm>
              <a:off x="616243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4028" name="tx4028"/>
            <p:cNvSpPr/>
            <p:nvPr/>
          </p:nvSpPr>
          <p:spPr>
            <a:xfrm>
              <a:off x="631779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9" name="tx4029"/>
            <p:cNvSpPr/>
            <p:nvPr/>
          </p:nvSpPr>
          <p:spPr>
            <a:xfrm>
              <a:off x="636250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30" name="tx4030"/>
            <p:cNvSpPr/>
            <p:nvPr/>
          </p:nvSpPr>
          <p:spPr>
            <a:xfrm>
              <a:off x="4066122" y="5925448"/>
              <a:ext cx="61383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4031" name="tx4031"/>
            <p:cNvSpPr/>
            <p:nvPr/>
          </p:nvSpPr>
          <p:spPr>
            <a:xfrm rot="-5400000">
              <a:off x="1525174" y="3987658"/>
              <a:ext cx="49715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4032" name="rc4032"/>
            <p:cNvSpPr/>
            <p:nvPr/>
          </p:nvSpPr>
          <p:spPr>
            <a:xfrm>
              <a:off x="6683342" y="3243743"/>
              <a:ext cx="737012" cy="15880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033" name="tx4033"/>
            <p:cNvSpPr/>
            <p:nvPr/>
          </p:nvSpPr>
          <p:spPr>
            <a:xfrm>
              <a:off x="6752931" y="3328785"/>
              <a:ext cx="59783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</a:t>
              </a:r>
            </a:p>
          </p:txBody>
        </p:sp>
        <p:sp>
          <p:nvSpPr>
            <p:cNvPr id="4034" name="tx4034"/>
            <p:cNvSpPr/>
            <p:nvPr/>
          </p:nvSpPr>
          <p:spPr>
            <a:xfrm>
              <a:off x="6752931" y="3479661"/>
              <a:ext cx="37252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Offset</a:t>
              </a:r>
            </a:p>
          </p:txBody>
        </p:sp>
        <p:pic>
          <p:nvPicPr>
            <p:cNvPr id="4035" name="pic403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52931" y="3664922"/>
              <a:ext cx="219455" cy="1097280"/>
            </a:xfrm>
            <a:prstGeom prst="rect">
              <a:avLst/>
            </a:prstGeom>
          </p:spPr>
        </p:pic>
        <p:sp>
          <p:nvSpPr>
            <p:cNvPr id="4036" name="pl4036"/>
            <p:cNvSpPr/>
            <p:nvPr/>
          </p:nvSpPr>
          <p:spPr>
            <a:xfrm>
              <a:off x="6928496" y="476037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7" name="pl4037"/>
            <p:cNvSpPr/>
            <p:nvPr/>
          </p:nvSpPr>
          <p:spPr>
            <a:xfrm>
              <a:off x="6928496" y="457810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8" name="pl4038"/>
            <p:cNvSpPr/>
            <p:nvPr/>
          </p:nvSpPr>
          <p:spPr>
            <a:xfrm>
              <a:off x="6928496" y="439583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9" name="pl4039"/>
            <p:cNvSpPr/>
            <p:nvPr/>
          </p:nvSpPr>
          <p:spPr>
            <a:xfrm>
              <a:off x="6928496" y="421356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0" name="pl4040"/>
            <p:cNvSpPr/>
            <p:nvPr/>
          </p:nvSpPr>
          <p:spPr>
            <a:xfrm>
              <a:off x="6928496" y="403129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1" name="pl4041"/>
            <p:cNvSpPr/>
            <p:nvPr/>
          </p:nvSpPr>
          <p:spPr>
            <a:xfrm>
              <a:off x="6928496" y="384902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2" name="pl4042"/>
            <p:cNvSpPr/>
            <p:nvPr/>
          </p:nvSpPr>
          <p:spPr>
            <a:xfrm>
              <a:off x="6928496" y="366675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3" name="pl4043"/>
            <p:cNvSpPr/>
            <p:nvPr/>
          </p:nvSpPr>
          <p:spPr>
            <a:xfrm>
              <a:off x="6752931" y="476037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4" name="pl4044"/>
            <p:cNvSpPr/>
            <p:nvPr/>
          </p:nvSpPr>
          <p:spPr>
            <a:xfrm>
              <a:off x="6752931" y="457810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5" name="pl4045"/>
            <p:cNvSpPr/>
            <p:nvPr/>
          </p:nvSpPr>
          <p:spPr>
            <a:xfrm>
              <a:off x="6752931" y="439583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6" name="pl4046"/>
            <p:cNvSpPr/>
            <p:nvPr/>
          </p:nvSpPr>
          <p:spPr>
            <a:xfrm>
              <a:off x="6752931" y="421356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7" name="pl4047"/>
            <p:cNvSpPr/>
            <p:nvPr/>
          </p:nvSpPr>
          <p:spPr>
            <a:xfrm>
              <a:off x="6752931" y="403129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8" name="pl4048"/>
            <p:cNvSpPr/>
            <p:nvPr/>
          </p:nvSpPr>
          <p:spPr>
            <a:xfrm>
              <a:off x="6752931" y="384902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9" name="pl4049"/>
            <p:cNvSpPr/>
            <p:nvPr/>
          </p:nvSpPr>
          <p:spPr>
            <a:xfrm>
              <a:off x="6752931" y="366675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0" name="tx4050"/>
            <p:cNvSpPr/>
            <p:nvPr/>
          </p:nvSpPr>
          <p:spPr>
            <a:xfrm>
              <a:off x="7041976" y="472032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4051" name="tx4051"/>
            <p:cNvSpPr/>
            <p:nvPr/>
          </p:nvSpPr>
          <p:spPr>
            <a:xfrm>
              <a:off x="7041976" y="453805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4052" name="tx4052"/>
            <p:cNvSpPr/>
            <p:nvPr/>
          </p:nvSpPr>
          <p:spPr>
            <a:xfrm>
              <a:off x="7041976" y="4355781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4053" name="tx4053"/>
            <p:cNvSpPr/>
            <p:nvPr/>
          </p:nvSpPr>
          <p:spPr>
            <a:xfrm>
              <a:off x="7041976" y="4173511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4054" name="tx4054"/>
            <p:cNvSpPr/>
            <p:nvPr/>
          </p:nvSpPr>
          <p:spPr>
            <a:xfrm>
              <a:off x="7041976" y="3991241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4055" name="tx4055"/>
            <p:cNvSpPr/>
            <p:nvPr/>
          </p:nvSpPr>
          <p:spPr>
            <a:xfrm>
              <a:off x="7041976" y="3808970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4056" name="tx4056"/>
            <p:cNvSpPr/>
            <p:nvPr/>
          </p:nvSpPr>
          <p:spPr>
            <a:xfrm>
              <a:off x="7041976" y="3626700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4057" name="tx4057"/>
            <p:cNvSpPr/>
            <p:nvPr/>
          </p:nvSpPr>
          <p:spPr>
            <a:xfrm>
              <a:off x="2201917" y="1669789"/>
              <a:ext cx="2541117" cy="218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Offset to </a:t>
              </a:r>
            </a:p>
          </p:txBody>
        </p:sp>
        <p:sp>
          <p:nvSpPr>
            <p:cNvPr id="4058" name="tx4058"/>
            <p:cNvSpPr/>
            <p:nvPr/>
          </p:nvSpPr>
          <p:spPr>
            <a:xfrm>
              <a:off x="2201917" y="1998973"/>
              <a:ext cx="2286457" cy="218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 (LEA)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4" name="Group 753">
            <a:extLst>
              <a:ext uri="{FF2B5EF4-FFF2-40B4-BE49-F238E27FC236}">
                <a16:creationId xmlns:a16="http://schemas.microsoft.com/office/drawing/2014/main" id="{289FA79A-E5B7-1EFB-AE1C-DE7A5B5A377C}"/>
              </a:ext>
            </a:extLst>
          </p:cNvPr>
          <p:cNvGrpSpPr/>
          <p:nvPr/>
        </p:nvGrpSpPr>
        <p:grpSpPr>
          <a:xfrm>
            <a:off x="2301906" y="1669789"/>
            <a:ext cx="4149766" cy="4051159"/>
            <a:chOff x="2301906" y="1669789"/>
            <a:chExt cx="4149766" cy="4051159"/>
          </a:xfrm>
        </p:grpSpPr>
        <p:sp>
          <p:nvSpPr>
            <p:cNvPr id="5" name="rc5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l6"/>
            <p:cNvSpPr/>
            <p:nvPr/>
          </p:nvSpPr>
          <p:spPr>
            <a:xfrm>
              <a:off x="2384234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l7"/>
            <p:cNvSpPr/>
            <p:nvPr/>
          </p:nvSpPr>
          <p:spPr>
            <a:xfrm>
              <a:off x="3124860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l8"/>
            <p:cNvSpPr/>
            <p:nvPr/>
          </p:nvSpPr>
          <p:spPr>
            <a:xfrm>
              <a:off x="3865485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l9"/>
            <p:cNvSpPr/>
            <p:nvPr/>
          </p:nvSpPr>
          <p:spPr>
            <a:xfrm>
              <a:off x="4606110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l10"/>
            <p:cNvSpPr/>
            <p:nvPr/>
          </p:nvSpPr>
          <p:spPr>
            <a:xfrm>
              <a:off x="5346735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l11"/>
            <p:cNvSpPr/>
            <p:nvPr/>
          </p:nvSpPr>
          <p:spPr>
            <a:xfrm>
              <a:off x="6087361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l12"/>
            <p:cNvSpPr/>
            <p:nvPr/>
          </p:nvSpPr>
          <p:spPr>
            <a:xfrm>
              <a:off x="2301906" y="5555180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l13"/>
            <p:cNvSpPr/>
            <p:nvPr/>
          </p:nvSpPr>
          <p:spPr>
            <a:xfrm>
              <a:off x="2301906" y="4615577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l14"/>
            <p:cNvSpPr/>
            <p:nvPr/>
          </p:nvSpPr>
          <p:spPr>
            <a:xfrm>
              <a:off x="2301906" y="3675975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5"/>
            <p:cNvSpPr/>
            <p:nvPr/>
          </p:nvSpPr>
          <p:spPr>
            <a:xfrm>
              <a:off x="2301906" y="2736372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l16"/>
            <p:cNvSpPr/>
            <p:nvPr/>
          </p:nvSpPr>
          <p:spPr>
            <a:xfrm>
              <a:off x="2301906" y="1796770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g17"/>
            <p:cNvSpPr/>
            <p:nvPr/>
          </p:nvSpPr>
          <p:spPr>
            <a:xfrm>
              <a:off x="4171236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g18"/>
            <p:cNvSpPr/>
            <p:nvPr/>
          </p:nvSpPr>
          <p:spPr>
            <a:xfrm>
              <a:off x="4252673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B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g19"/>
            <p:cNvSpPr/>
            <p:nvPr/>
          </p:nvSpPr>
          <p:spPr>
            <a:xfrm>
              <a:off x="4334110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g20"/>
            <p:cNvSpPr/>
            <p:nvPr/>
          </p:nvSpPr>
          <p:spPr>
            <a:xfrm>
              <a:off x="4415547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g21"/>
            <p:cNvSpPr/>
            <p:nvPr/>
          </p:nvSpPr>
          <p:spPr>
            <a:xfrm>
              <a:off x="4496984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g22"/>
            <p:cNvSpPr/>
            <p:nvPr/>
          </p:nvSpPr>
          <p:spPr>
            <a:xfrm>
              <a:off x="4578421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8E4CA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g23"/>
            <p:cNvSpPr/>
            <p:nvPr/>
          </p:nvSpPr>
          <p:spPr>
            <a:xfrm>
              <a:off x="4659858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g24"/>
            <p:cNvSpPr/>
            <p:nvPr/>
          </p:nvSpPr>
          <p:spPr>
            <a:xfrm>
              <a:off x="5067044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g25"/>
            <p:cNvSpPr/>
            <p:nvPr/>
          </p:nvSpPr>
          <p:spPr>
            <a:xfrm>
              <a:off x="5148481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g26"/>
            <p:cNvSpPr/>
            <p:nvPr/>
          </p:nvSpPr>
          <p:spPr>
            <a:xfrm>
              <a:off x="5229918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g27"/>
            <p:cNvSpPr/>
            <p:nvPr/>
          </p:nvSpPr>
          <p:spPr>
            <a:xfrm>
              <a:off x="5311355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g28"/>
            <p:cNvSpPr/>
            <p:nvPr/>
          </p:nvSpPr>
          <p:spPr>
            <a:xfrm>
              <a:off x="5392793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g29"/>
            <p:cNvSpPr/>
            <p:nvPr/>
          </p:nvSpPr>
          <p:spPr>
            <a:xfrm>
              <a:off x="408979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4171236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g31"/>
            <p:cNvSpPr/>
            <p:nvPr/>
          </p:nvSpPr>
          <p:spPr>
            <a:xfrm>
              <a:off x="4252673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g32"/>
            <p:cNvSpPr/>
            <p:nvPr/>
          </p:nvSpPr>
          <p:spPr>
            <a:xfrm>
              <a:off x="4334110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g33"/>
            <p:cNvSpPr/>
            <p:nvPr/>
          </p:nvSpPr>
          <p:spPr>
            <a:xfrm>
              <a:off x="4415547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g34"/>
            <p:cNvSpPr/>
            <p:nvPr/>
          </p:nvSpPr>
          <p:spPr>
            <a:xfrm>
              <a:off x="4496984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g35"/>
            <p:cNvSpPr/>
            <p:nvPr/>
          </p:nvSpPr>
          <p:spPr>
            <a:xfrm>
              <a:off x="4578421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g36"/>
            <p:cNvSpPr/>
            <p:nvPr/>
          </p:nvSpPr>
          <p:spPr>
            <a:xfrm>
              <a:off x="465985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g37"/>
            <p:cNvSpPr/>
            <p:nvPr/>
          </p:nvSpPr>
          <p:spPr>
            <a:xfrm>
              <a:off x="5067044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g38"/>
            <p:cNvSpPr/>
            <p:nvPr/>
          </p:nvSpPr>
          <p:spPr>
            <a:xfrm>
              <a:off x="5148481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g39"/>
            <p:cNvSpPr/>
            <p:nvPr/>
          </p:nvSpPr>
          <p:spPr>
            <a:xfrm>
              <a:off x="522991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g40"/>
            <p:cNvSpPr/>
            <p:nvPr/>
          </p:nvSpPr>
          <p:spPr>
            <a:xfrm>
              <a:off x="5311355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g41"/>
            <p:cNvSpPr/>
            <p:nvPr/>
          </p:nvSpPr>
          <p:spPr>
            <a:xfrm>
              <a:off x="5392793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g42"/>
            <p:cNvSpPr/>
            <p:nvPr/>
          </p:nvSpPr>
          <p:spPr>
            <a:xfrm>
              <a:off x="368261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g43"/>
            <p:cNvSpPr/>
            <p:nvPr/>
          </p:nvSpPr>
          <p:spPr>
            <a:xfrm>
              <a:off x="3764050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g44"/>
            <p:cNvSpPr/>
            <p:nvPr/>
          </p:nvSpPr>
          <p:spPr>
            <a:xfrm>
              <a:off x="384548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g45"/>
            <p:cNvSpPr/>
            <p:nvPr/>
          </p:nvSpPr>
          <p:spPr>
            <a:xfrm>
              <a:off x="392692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g46"/>
            <p:cNvSpPr/>
            <p:nvPr/>
          </p:nvSpPr>
          <p:spPr>
            <a:xfrm>
              <a:off x="400836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g47"/>
            <p:cNvSpPr/>
            <p:nvPr/>
          </p:nvSpPr>
          <p:spPr>
            <a:xfrm>
              <a:off x="4089798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g48"/>
            <p:cNvSpPr/>
            <p:nvPr/>
          </p:nvSpPr>
          <p:spPr>
            <a:xfrm>
              <a:off x="4171236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g49"/>
            <p:cNvSpPr/>
            <p:nvPr/>
          </p:nvSpPr>
          <p:spPr>
            <a:xfrm>
              <a:off x="425267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g50"/>
            <p:cNvSpPr/>
            <p:nvPr/>
          </p:nvSpPr>
          <p:spPr>
            <a:xfrm>
              <a:off x="4334110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g51"/>
            <p:cNvSpPr/>
            <p:nvPr/>
          </p:nvSpPr>
          <p:spPr>
            <a:xfrm>
              <a:off x="441554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g52"/>
            <p:cNvSpPr/>
            <p:nvPr/>
          </p:nvSpPr>
          <p:spPr>
            <a:xfrm>
              <a:off x="449698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g53"/>
            <p:cNvSpPr/>
            <p:nvPr/>
          </p:nvSpPr>
          <p:spPr>
            <a:xfrm>
              <a:off x="457842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g54"/>
            <p:cNvSpPr/>
            <p:nvPr/>
          </p:nvSpPr>
          <p:spPr>
            <a:xfrm>
              <a:off x="498560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g55"/>
            <p:cNvSpPr/>
            <p:nvPr/>
          </p:nvSpPr>
          <p:spPr>
            <a:xfrm>
              <a:off x="506704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/>
            <p:cNvSpPr/>
            <p:nvPr/>
          </p:nvSpPr>
          <p:spPr>
            <a:xfrm>
              <a:off x="514848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g57"/>
            <p:cNvSpPr/>
            <p:nvPr/>
          </p:nvSpPr>
          <p:spPr>
            <a:xfrm>
              <a:off x="5229918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89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/>
            <p:cNvSpPr/>
            <p:nvPr/>
          </p:nvSpPr>
          <p:spPr>
            <a:xfrm>
              <a:off x="5311355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g59"/>
            <p:cNvSpPr/>
            <p:nvPr/>
          </p:nvSpPr>
          <p:spPr>
            <a:xfrm>
              <a:off x="539279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g60"/>
            <p:cNvSpPr/>
            <p:nvPr/>
          </p:nvSpPr>
          <p:spPr>
            <a:xfrm>
              <a:off x="3601176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pg61"/>
            <p:cNvSpPr/>
            <p:nvPr/>
          </p:nvSpPr>
          <p:spPr>
            <a:xfrm>
              <a:off x="368261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g62"/>
            <p:cNvSpPr/>
            <p:nvPr/>
          </p:nvSpPr>
          <p:spPr>
            <a:xfrm>
              <a:off x="376405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g63"/>
            <p:cNvSpPr/>
            <p:nvPr/>
          </p:nvSpPr>
          <p:spPr>
            <a:xfrm>
              <a:off x="384548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g64"/>
            <p:cNvSpPr/>
            <p:nvPr/>
          </p:nvSpPr>
          <p:spPr>
            <a:xfrm>
              <a:off x="392692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g65"/>
            <p:cNvSpPr/>
            <p:nvPr/>
          </p:nvSpPr>
          <p:spPr>
            <a:xfrm>
              <a:off x="4008361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g66"/>
            <p:cNvSpPr/>
            <p:nvPr/>
          </p:nvSpPr>
          <p:spPr>
            <a:xfrm>
              <a:off x="4089798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g67"/>
            <p:cNvSpPr/>
            <p:nvPr/>
          </p:nvSpPr>
          <p:spPr>
            <a:xfrm>
              <a:off x="4171236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g68"/>
            <p:cNvSpPr/>
            <p:nvPr/>
          </p:nvSpPr>
          <p:spPr>
            <a:xfrm>
              <a:off x="425267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g69"/>
            <p:cNvSpPr/>
            <p:nvPr/>
          </p:nvSpPr>
          <p:spPr>
            <a:xfrm>
              <a:off x="433411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g70"/>
            <p:cNvSpPr/>
            <p:nvPr/>
          </p:nvSpPr>
          <p:spPr>
            <a:xfrm>
              <a:off x="441554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g71"/>
            <p:cNvSpPr/>
            <p:nvPr/>
          </p:nvSpPr>
          <p:spPr>
            <a:xfrm>
              <a:off x="449698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g72"/>
            <p:cNvSpPr/>
            <p:nvPr/>
          </p:nvSpPr>
          <p:spPr>
            <a:xfrm>
              <a:off x="490417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g73"/>
            <p:cNvSpPr/>
            <p:nvPr/>
          </p:nvSpPr>
          <p:spPr>
            <a:xfrm>
              <a:off x="498560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g74"/>
            <p:cNvSpPr/>
            <p:nvPr/>
          </p:nvSpPr>
          <p:spPr>
            <a:xfrm>
              <a:off x="506704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g75"/>
            <p:cNvSpPr/>
            <p:nvPr/>
          </p:nvSpPr>
          <p:spPr>
            <a:xfrm>
              <a:off x="5148481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g76"/>
            <p:cNvSpPr/>
            <p:nvPr/>
          </p:nvSpPr>
          <p:spPr>
            <a:xfrm>
              <a:off x="5229918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g77"/>
            <p:cNvSpPr/>
            <p:nvPr/>
          </p:nvSpPr>
          <p:spPr>
            <a:xfrm>
              <a:off x="5311355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g78"/>
            <p:cNvSpPr/>
            <p:nvPr/>
          </p:nvSpPr>
          <p:spPr>
            <a:xfrm>
              <a:off x="539279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g79"/>
            <p:cNvSpPr/>
            <p:nvPr/>
          </p:nvSpPr>
          <p:spPr>
            <a:xfrm>
              <a:off x="343830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g80"/>
            <p:cNvSpPr/>
            <p:nvPr/>
          </p:nvSpPr>
          <p:spPr>
            <a:xfrm>
              <a:off x="351973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g81"/>
            <p:cNvSpPr/>
            <p:nvPr/>
          </p:nvSpPr>
          <p:spPr>
            <a:xfrm>
              <a:off x="3601176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g82"/>
            <p:cNvSpPr/>
            <p:nvPr/>
          </p:nvSpPr>
          <p:spPr>
            <a:xfrm>
              <a:off x="368261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g83"/>
            <p:cNvSpPr/>
            <p:nvPr/>
          </p:nvSpPr>
          <p:spPr>
            <a:xfrm>
              <a:off x="376405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g84"/>
            <p:cNvSpPr/>
            <p:nvPr/>
          </p:nvSpPr>
          <p:spPr>
            <a:xfrm>
              <a:off x="3845487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g85"/>
            <p:cNvSpPr/>
            <p:nvPr/>
          </p:nvSpPr>
          <p:spPr>
            <a:xfrm>
              <a:off x="3926924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/>
            <p:cNvSpPr/>
            <p:nvPr/>
          </p:nvSpPr>
          <p:spPr>
            <a:xfrm>
              <a:off x="400836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pg87"/>
            <p:cNvSpPr/>
            <p:nvPr/>
          </p:nvSpPr>
          <p:spPr>
            <a:xfrm>
              <a:off x="408979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pg88"/>
            <p:cNvSpPr/>
            <p:nvPr/>
          </p:nvSpPr>
          <p:spPr>
            <a:xfrm>
              <a:off x="4171236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pg89"/>
            <p:cNvSpPr/>
            <p:nvPr/>
          </p:nvSpPr>
          <p:spPr>
            <a:xfrm>
              <a:off x="425267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g90"/>
            <p:cNvSpPr/>
            <p:nvPr/>
          </p:nvSpPr>
          <p:spPr>
            <a:xfrm>
              <a:off x="433411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g91"/>
            <p:cNvSpPr/>
            <p:nvPr/>
          </p:nvSpPr>
          <p:spPr>
            <a:xfrm>
              <a:off x="482273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g92"/>
            <p:cNvSpPr/>
            <p:nvPr/>
          </p:nvSpPr>
          <p:spPr>
            <a:xfrm>
              <a:off x="490417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g93"/>
            <p:cNvSpPr/>
            <p:nvPr/>
          </p:nvSpPr>
          <p:spPr>
            <a:xfrm>
              <a:off x="4985607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g94"/>
            <p:cNvSpPr/>
            <p:nvPr/>
          </p:nvSpPr>
          <p:spPr>
            <a:xfrm>
              <a:off x="5067044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g95"/>
            <p:cNvSpPr/>
            <p:nvPr/>
          </p:nvSpPr>
          <p:spPr>
            <a:xfrm>
              <a:off x="514848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g96"/>
            <p:cNvSpPr/>
            <p:nvPr/>
          </p:nvSpPr>
          <p:spPr>
            <a:xfrm>
              <a:off x="522991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g97"/>
            <p:cNvSpPr/>
            <p:nvPr/>
          </p:nvSpPr>
          <p:spPr>
            <a:xfrm>
              <a:off x="327542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g98"/>
            <p:cNvSpPr/>
            <p:nvPr/>
          </p:nvSpPr>
          <p:spPr>
            <a:xfrm>
              <a:off x="335686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g99"/>
            <p:cNvSpPr/>
            <p:nvPr/>
          </p:nvSpPr>
          <p:spPr>
            <a:xfrm>
              <a:off x="343830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g100"/>
            <p:cNvSpPr/>
            <p:nvPr/>
          </p:nvSpPr>
          <p:spPr>
            <a:xfrm>
              <a:off x="351973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g101"/>
            <p:cNvSpPr/>
            <p:nvPr/>
          </p:nvSpPr>
          <p:spPr>
            <a:xfrm>
              <a:off x="360117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g102"/>
            <p:cNvSpPr/>
            <p:nvPr/>
          </p:nvSpPr>
          <p:spPr>
            <a:xfrm>
              <a:off x="368261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g103"/>
            <p:cNvSpPr/>
            <p:nvPr/>
          </p:nvSpPr>
          <p:spPr>
            <a:xfrm>
              <a:off x="376405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g104"/>
            <p:cNvSpPr/>
            <p:nvPr/>
          </p:nvSpPr>
          <p:spPr>
            <a:xfrm>
              <a:off x="384548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g105"/>
            <p:cNvSpPr/>
            <p:nvPr/>
          </p:nvSpPr>
          <p:spPr>
            <a:xfrm>
              <a:off x="392692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g106"/>
            <p:cNvSpPr/>
            <p:nvPr/>
          </p:nvSpPr>
          <p:spPr>
            <a:xfrm>
              <a:off x="400836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g107"/>
            <p:cNvSpPr/>
            <p:nvPr/>
          </p:nvSpPr>
          <p:spPr>
            <a:xfrm>
              <a:off x="408979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g108"/>
            <p:cNvSpPr/>
            <p:nvPr/>
          </p:nvSpPr>
          <p:spPr>
            <a:xfrm>
              <a:off x="417123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g109"/>
            <p:cNvSpPr/>
            <p:nvPr/>
          </p:nvSpPr>
          <p:spPr>
            <a:xfrm>
              <a:off x="425267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g110"/>
            <p:cNvSpPr/>
            <p:nvPr/>
          </p:nvSpPr>
          <p:spPr>
            <a:xfrm>
              <a:off x="433411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g111"/>
            <p:cNvSpPr/>
            <p:nvPr/>
          </p:nvSpPr>
          <p:spPr>
            <a:xfrm>
              <a:off x="441554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g112"/>
            <p:cNvSpPr/>
            <p:nvPr/>
          </p:nvSpPr>
          <p:spPr>
            <a:xfrm>
              <a:off x="449698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g113"/>
            <p:cNvSpPr/>
            <p:nvPr/>
          </p:nvSpPr>
          <p:spPr>
            <a:xfrm>
              <a:off x="457842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g114"/>
            <p:cNvSpPr/>
            <p:nvPr/>
          </p:nvSpPr>
          <p:spPr>
            <a:xfrm>
              <a:off x="474129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pg115"/>
            <p:cNvSpPr/>
            <p:nvPr/>
          </p:nvSpPr>
          <p:spPr>
            <a:xfrm>
              <a:off x="482273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g116"/>
            <p:cNvSpPr/>
            <p:nvPr/>
          </p:nvSpPr>
          <p:spPr>
            <a:xfrm>
              <a:off x="490417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3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pg117"/>
            <p:cNvSpPr/>
            <p:nvPr/>
          </p:nvSpPr>
          <p:spPr>
            <a:xfrm>
              <a:off x="498560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g118"/>
            <p:cNvSpPr/>
            <p:nvPr/>
          </p:nvSpPr>
          <p:spPr>
            <a:xfrm>
              <a:off x="506704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pg119"/>
            <p:cNvSpPr/>
            <p:nvPr/>
          </p:nvSpPr>
          <p:spPr>
            <a:xfrm>
              <a:off x="514848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pg120"/>
            <p:cNvSpPr/>
            <p:nvPr/>
          </p:nvSpPr>
          <p:spPr>
            <a:xfrm>
              <a:off x="522991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pg121"/>
            <p:cNvSpPr/>
            <p:nvPr/>
          </p:nvSpPr>
          <p:spPr>
            <a:xfrm>
              <a:off x="327542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pg122"/>
            <p:cNvSpPr/>
            <p:nvPr/>
          </p:nvSpPr>
          <p:spPr>
            <a:xfrm>
              <a:off x="335686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g123"/>
            <p:cNvSpPr/>
            <p:nvPr/>
          </p:nvSpPr>
          <p:spPr>
            <a:xfrm>
              <a:off x="343830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g124"/>
            <p:cNvSpPr/>
            <p:nvPr/>
          </p:nvSpPr>
          <p:spPr>
            <a:xfrm>
              <a:off x="351973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g125"/>
            <p:cNvSpPr/>
            <p:nvPr/>
          </p:nvSpPr>
          <p:spPr>
            <a:xfrm>
              <a:off x="360117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g126"/>
            <p:cNvSpPr/>
            <p:nvPr/>
          </p:nvSpPr>
          <p:spPr>
            <a:xfrm>
              <a:off x="368261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g127"/>
            <p:cNvSpPr/>
            <p:nvPr/>
          </p:nvSpPr>
          <p:spPr>
            <a:xfrm>
              <a:off x="376405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g128"/>
            <p:cNvSpPr/>
            <p:nvPr/>
          </p:nvSpPr>
          <p:spPr>
            <a:xfrm>
              <a:off x="384548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g129"/>
            <p:cNvSpPr/>
            <p:nvPr/>
          </p:nvSpPr>
          <p:spPr>
            <a:xfrm>
              <a:off x="392692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g130"/>
            <p:cNvSpPr/>
            <p:nvPr/>
          </p:nvSpPr>
          <p:spPr>
            <a:xfrm>
              <a:off x="400836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g131"/>
            <p:cNvSpPr/>
            <p:nvPr/>
          </p:nvSpPr>
          <p:spPr>
            <a:xfrm>
              <a:off x="408979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g132"/>
            <p:cNvSpPr/>
            <p:nvPr/>
          </p:nvSpPr>
          <p:spPr>
            <a:xfrm>
              <a:off x="417123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g133"/>
            <p:cNvSpPr/>
            <p:nvPr/>
          </p:nvSpPr>
          <p:spPr>
            <a:xfrm>
              <a:off x="425267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pg134"/>
            <p:cNvSpPr/>
            <p:nvPr/>
          </p:nvSpPr>
          <p:spPr>
            <a:xfrm>
              <a:off x="433411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pg135"/>
            <p:cNvSpPr/>
            <p:nvPr/>
          </p:nvSpPr>
          <p:spPr>
            <a:xfrm>
              <a:off x="441554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pg136"/>
            <p:cNvSpPr/>
            <p:nvPr/>
          </p:nvSpPr>
          <p:spPr>
            <a:xfrm>
              <a:off x="449698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pg137"/>
            <p:cNvSpPr/>
            <p:nvPr/>
          </p:nvSpPr>
          <p:spPr>
            <a:xfrm>
              <a:off x="457842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pg138"/>
            <p:cNvSpPr/>
            <p:nvPr/>
          </p:nvSpPr>
          <p:spPr>
            <a:xfrm>
              <a:off x="465985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pg139"/>
            <p:cNvSpPr/>
            <p:nvPr/>
          </p:nvSpPr>
          <p:spPr>
            <a:xfrm>
              <a:off x="474129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pg140"/>
            <p:cNvSpPr/>
            <p:nvPr/>
          </p:nvSpPr>
          <p:spPr>
            <a:xfrm>
              <a:off x="482273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pg141"/>
            <p:cNvSpPr/>
            <p:nvPr/>
          </p:nvSpPr>
          <p:spPr>
            <a:xfrm>
              <a:off x="490417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pg142"/>
            <p:cNvSpPr/>
            <p:nvPr/>
          </p:nvSpPr>
          <p:spPr>
            <a:xfrm>
              <a:off x="498560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pg143"/>
            <p:cNvSpPr/>
            <p:nvPr/>
          </p:nvSpPr>
          <p:spPr>
            <a:xfrm>
              <a:off x="506704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pg144"/>
            <p:cNvSpPr/>
            <p:nvPr/>
          </p:nvSpPr>
          <p:spPr>
            <a:xfrm>
              <a:off x="514848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pg145"/>
            <p:cNvSpPr/>
            <p:nvPr/>
          </p:nvSpPr>
          <p:spPr>
            <a:xfrm>
              <a:off x="327542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pg146"/>
            <p:cNvSpPr/>
            <p:nvPr/>
          </p:nvSpPr>
          <p:spPr>
            <a:xfrm>
              <a:off x="335686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pg147"/>
            <p:cNvSpPr/>
            <p:nvPr/>
          </p:nvSpPr>
          <p:spPr>
            <a:xfrm>
              <a:off x="343830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pg148"/>
            <p:cNvSpPr/>
            <p:nvPr/>
          </p:nvSpPr>
          <p:spPr>
            <a:xfrm>
              <a:off x="351973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pg149"/>
            <p:cNvSpPr/>
            <p:nvPr/>
          </p:nvSpPr>
          <p:spPr>
            <a:xfrm>
              <a:off x="360117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pg150"/>
            <p:cNvSpPr/>
            <p:nvPr/>
          </p:nvSpPr>
          <p:spPr>
            <a:xfrm>
              <a:off x="368261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pg151"/>
            <p:cNvSpPr/>
            <p:nvPr/>
          </p:nvSpPr>
          <p:spPr>
            <a:xfrm>
              <a:off x="376405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pg152"/>
            <p:cNvSpPr/>
            <p:nvPr/>
          </p:nvSpPr>
          <p:spPr>
            <a:xfrm>
              <a:off x="384548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pg153"/>
            <p:cNvSpPr/>
            <p:nvPr/>
          </p:nvSpPr>
          <p:spPr>
            <a:xfrm>
              <a:off x="392692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pg154"/>
            <p:cNvSpPr/>
            <p:nvPr/>
          </p:nvSpPr>
          <p:spPr>
            <a:xfrm>
              <a:off x="400836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pg155"/>
            <p:cNvSpPr/>
            <p:nvPr/>
          </p:nvSpPr>
          <p:spPr>
            <a:xfrm>
              <a:off x="408979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pg156"/>
            <p:cNvSpPr/>
            <p:nvPr/>
          </p:nvSpPr>
          <p:spPr>
            <a:xfrm>
              <a:off x="417123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pg157"/>
            <p:cNvSpPr/>
            <p:nvPr/>
          </p:nvSpPr>
          <p:spPr>
            <a:xfrm>
              <a:off x="425267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pg158"/>
            <p:cNvSpPr/>
            <p:nvPr/>
          </p:nvSpPr>
          <p:spPr>
            <a:xfrm>
              <a:off x="433411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pg159"/>
            <p:cNvSpPr/>
            <p:nvPr/>
          </p:nvSpPr>
          <p:spPr>
            <a:xfrm>
              <a:off x="441554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pg160"/>
            <p:cNvSpPr/>
            <p:nvPr/>
          </p:nvSpPr>
          <p:spPr>
            <a:xfrm>
              <a:off x="449698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pg161"/>
            <p:cNvSpPr/>
            <p:nvPr/>
          </p:nvSpPr>
          <p:spPr>
            <a:xfrm>
              <a:off x="457842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pg162"/>
            <p:cNvSpPr/>
            <p:nvPr/>
          </p:nvSpPr>
          <p:spPr>
            <a:xfrm>
              <a:off x="465985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pg163"/>
            <p:cNvSpPr/>
            <p:nvPr/>
          </p:nvSpPr>
          <p:spPr>
            <a:xfrm>
              <a:off x="474129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pg164"/>
            <p:cNvSpPr/>
            <p:nvPr/>
          </p:nvSpPr>
          <p:spPr>
            <a:xfrm>
              <a:off x="482273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pg165"/>
            <p:cNvSpPr/>
            <p:nvPr/>
          </p:nvSpPr>
          <p:spPr>
            <a:xfrm>
              <a:off x="490417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pg166"/>
            <p:cNvSpPr/>
            <p:nvPr/>
          </p:nvSpPr>
          <p:spPr>
            <a:xfrm>
              <a:off x="498560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pg167"/>
            <p:cNvSpPr/>
            <p:nvPr/>
          </p:nvSpPr>
          <p:spPr>
            <a:xfrm>
              <a:off x="506704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pg168"/>
            <p:cNvSpPr/>
            <p:nvPr/>
          </p:nvSpPr>
          <p:spPr>
            <a:xfrm>
              <a:off x="303111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pg169"/>
            <p:cNvSpPr/>
            <p:nvPr/>
          </p:nvSpPr>
          <p:spPr>
            <a:xfrm>
              <a:off x="311255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pg170"/>
            <p:cNvSpPr/>
            <p:nvPr/>
          </p:nvSpPr>
          <p:spPr>
            <a:xfrm>
              <a:off x="327542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pg171"/>
            <p:cNvSpPr/>
            <p:nvPr/>
          </p:nvSpPr>
          <p:spPr>
            <a:xfrm>
              <a:off x="3356864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pg172"/>
            <p:cNvSpPr/>
            <p:nvPr/>
          </p:nvSpPr>
          <p:spPr>
            <a:xfrm>
              <a:off x="3438301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pg173"/>
            <p:cNvSpPr/>
            <p:nvPr/>
          </p:nvSpPr>
          <p:spPr>
            <a:xfrm>
              <a:off x="351973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pg174"/>
            <p:cNvSpPr/>
            <p:nvPr/>
          </p:nvSpPr>
          <p:spPr>
            <a:xfrm>
              <a:off x="360117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pg175"/>
            <p:cNvSpPr/>
            <p:nvPr/>
          </p:nvSpPr>
          <p:spPr>
            <a:xfrm>
              <a:off x="368261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pg176"/>
            <p:cNvSpPr/>
            <p:nvPr/>
          </p:nvSpPr>
          <p:spPr>
            <a:xfrm>
              <a:off x="376405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pg177"/>
            <p:cNvSpPr/>
            <p:nvPr/>
          </p:nvSpPr>
          <p:spPr>
            <a:xfrm>
              <a:off x="384548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pg178"/>
            <p:cNvSpPr/>
            <p:nvPr/>
          </p:nvSpPr>
          <p:spPr>
            <a:xfrm>
              <a:off x="408979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pg179"/>
            <p:cNvSpPr/>
            <p:nvPr/>
          </p:nvSpPr>
          <p:spPr>
            <a:xfrm>
              <a:off x="417123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pg180"/>
            <p:cNvSpPr/>
            <p:nvPr/>
          </p:nvSpPr>
          <p:spPr>
            <a:xfrm>
              <a:off x="425267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pg181"/>
            <p:cNvSpPr/>
            <p:nvPr/>
          </p:nvSpPr>
          <p:spPr>
            <a:xfrm>
              <a:off x="433411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pg182"/>
            <p:cNvSpPr/>
            <p:nvPr/>
          </p:nvSpPr>
          <p:spPr>
            <a:xfrm>
              <a:off x="441554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pg183"/>
            <p:cNvSpPr/>
            <p:nvPr/>
          </p:nvSpPr>
          <p:spPr>
            <a:xfrm>
              <a:off x="4496984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EDA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pg184"/>
            <p:cNvSpPr/>
            <p:nvPr/>
          </p:nvSpPr>
          <p:spPr>
            <a:xfrm>
              <a:off x="4578421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pg185"/>
            <p:cNvSpPr/>
            <p:nvPr/>
          </p:nvSpPr>
          <p:spPr>
            <a:xfrm>
              <a:off x="465985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pg186"/>
            <p:cNvSpPr/>
            <p:nvPr/>
          </p:nvSpPr>
          <p:spPr>
            <a:xfrm>
              <a:off x="474129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1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pg187"/>
            <p:cNvSpPr/>
            <p:nvPr/>
          </p:nvSpPr>
          <p:spPr>
            <a:xfrm>
              <a:off x="482273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pg188"/>
            <p:cNvSpPr/>
            <p:nvPr/>
          </p:nvSpPr>
          <p:spPr>
            <a:xfrm>
              <a:off x="490417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pg189"/>
            <p:cNvSpPr/>
            <p:nvPr/>
          </p:nvSpPr>
          <p:spPr>
            <a:xfrm>
              <a:off x="498560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pg190"/>
            <p:cNvSpPr/>
            <p:nvPr/>
          </p:nvSpPr>
          <p:spPr>
            <a:xfrm>
              <a:off x="294967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pg191"/>
            <p:cNvSpPr/>
            <p:nvPr/>
          </p:nvSpPr>
          <p:spPr>
            <a:xfrm>
              <a:off x="303111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pg192"/>
            <p:cNvSpPr/>
            <p:nvPr/>
          </p:nvSpPr>
          <p:spPr>
            <a:xfrm>
              <a:off x="311255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pg193"/>
            <p:cNvSpPr/>
            <p:nvPr/>
          </p:nvSpPr>
          <p:spPr>
            <a:xfrm>
              <a:off x="319399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pg194"/>
            <p:cNvSpPr/>
            <p:nvPr/>
          </p:nvSpPr>
          <p:spPr>
            <a:xfrm>
              <a:off x="327542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pg195"/>
            <p:cNvSpPr/>
            <p:nvPr/>
          </p:nvSpPr>
          <p:spPr>
            <a:xfrm>
              <a:off x="3356864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pg196"/>
            <p:cNvSpPr/>
            <p:nvPr/>
          </p:nvSpPr>
          <p:spPr>
            <a:xfrm>
              <a:off x="3438301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pg197"/>
            <p:cNvSpPr/>
            <p:nvPr/>
          </p:nvSpPr>
          <p:spPr>
            <a:xfrm>
              <a:off x="351973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pg198"/>
            <p:cNvSpPr/>
            <p:nvPr/>
          </p:nvSpPr>
          <p:spPr>
            <a:xfrm>
              <a:off x="360117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pg199"/>
            <p:cNvSpPr/>
            <p:nvPr/>
          </p:nvSpPr>
          <p:spPr>
            <a:xfrm>
              <a:off x="368261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pg200"/>
            <p:cNvSpPr/>
            <p:nvPr/>
          </p:nvSpPr>
          <p:spPr>
            <a:xfrm>
              <a:off x="376405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pg201"/>
            <p:cNvSpPr/>
            <p:nvPr/>
          </p:nvSpPr>
          <p:spPr>
            <a:xfrm>
              <a:off x="384548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pg202"/>
            <p:cNvSpPr/>
            <p:nvPr/>
          </p:nvSpPr>
          <p:spPr>
            <a:xfrm>
              <a:off x="417123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pg203"/>
            <p:cNvSpPr/>
            <p:nvPr/>
          </p:nvSpPr>
          <p:spPr>
            <a:xfrm>
              <a:off x="425267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pg204"/>
            <p:cNvSpPr/>
            <p:nvPr/>
          </p:nvSpPr>
          <p:spPr>
            <a:xfrm>
              <a:off x="433411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pg205"/>
            <p:cNvSpPr/>
            <p:nvPr/>
          </p:nvSpPr>
          <p:spPr>
            <a:xfrm>
              <a:off x="441554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pg206"/>
            <p:cNvSpPr/>
            <p:nvPr/>
          </p:nvSpPr>
          <p:spPr>
            <a:xfrm>
              <a:off x="4496984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ED9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pg207"/>
            <p:cNvSpPr/>
            <p:nvPr/>
          </p:nvSpPr>
          <p:spPr>
            <a:xfrm>
              <a:off x="4578421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pg208"/>
            <p:cNvSpPr/>
            <p:nvPr/>
          </p:nvSpPr>
          <p:spPr>
            <a:xfrm>
              <a:off x="465985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B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pg209"/>
            <p:cNvSpPr/>
            <p:nvPr/>
          </p:nvSpPr>
          <p:spPr>
            <a:xfrm>
              <a:off x="474129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pg210"/>
            <p:cNvSpPr/>
            <p:nvPr/>
          </p:nvSpPr>
          <p:spPr>
            <a:xfrm>
              <a:off x="482273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pg211"/>
            <p:cNvSpPr/>
            <p:nvPr/>
          </p:nvSpPr>
          <p:spPr>
            <a:xfrm>
              <a:off x="490417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pg212"/>
            <p:cNvSpPr/>
            <p:nvPr/>
          </p:nvSpPr>
          <p:spPr>
            <a:xfrm>
              <a:off x="286824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pg213"/>
            <p:cNvSpPr/>
            <p:nvPr/>
          </p:nvSpPr>
          <p:spPr>
            <a:xfrm>
              <a:off x="294967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pg214"/>
            <p:cNvSpPr/>
            <p:nvPr/>
          </p:nvSpPr>
          <p:spPr>
            <a:xfrm>
              <a:off x="303111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pg215"/>
            <p:cNvSpPr/>
            <p:nvPr/>
          </p:nvSpPr>
          <p:spPr>
            <a:xfrm>
              <a:off x="311255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pg216"/>
            <p:cNvSpPr/>
            <p:nvPr/>
          </p:nvSpPr>
          <p:spPr>
            <a:xfrm>
              <a:off x="319399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pg217"/>
            <p:cNvSpPr/>
            <p:nvPr/>
          </p:nvSpPr>
          <p:spPr>
            <a:xfrm>
              <a:off x="327542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pg218"/>
            <p:cNvSpPr/>
            <p:nvPr/>
          </p:nvSpPr>
          <p:spPr>
            <a:xfrm>
              <a:off x="3356864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pg219"/>
            <p:cNvSpPr/>
            <p:nvPr/>
          </p:nvSpPr>
          <p:spPr>
            <a:xfrm>
              <a:off x="343830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pg220"/>
            <p:cNvSpPr/>
            <p:nvPr/>
          </p:nvSpPr>
          <p:spPr>
            <a:xfrm>
              <a:off x="351973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pg221"/>
            <p:cNvSpPr/>
            <p:nvPr/>
          </p:nvSpPr>
          <p:spPr>
            <a:xfrm>
              <a:off x="360117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pg222"/>
            <p:cNvSpPr/>
            <p:nvPr/>
          </p:nvSpPr>
          <p:spPr>
            <a:xfrm>
              <a:off x="368261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pg223"/>
            <p:cNvSpPr/>
            <p:nvPr/>
          </p:nvSpPr>
          <p:spPr>
            <a:xfrm>
              <a:off x="376405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pg224"/>
            <p:cNvSpPr/>
            <p:nvPr/>
          </p:nvSpPr>
          <p:spPr>
            <a:xfrm>
              <a:off x="384548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pg225"/>
            <p:cNvSpPr/>
            <p:nvPr/>
          </p:nvSpPr>
          <p:spPr>
            <a:xfrm>
              <a:off x="417123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pg226"/>
            <p:cNvSpPr/>
            <p:nvPr/>
          </p:nvSpPr>
          <p:spPr>
            <a:xfrm>
              <a:off x="425267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pg227"/>
            <p:cNvSpPr/>
            <p:nvPr/>
          </p:nvSpPr>
          <p:spPr>
            <a:xfrm>
              <a:off x="433411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pg228"/>
            <p:cNvSpPr/>
            <p:nvPr/>
          </p:nvSpPr>
          <p:spPr>
            <a:xfrm>
              <a:off x="441554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pg229"/>
            <p:cNvSpPr/>
            <p:nvPr/>
          </p:nvSpPr>
          <p:spPr>
            <a:xfrm>
              <a:off x="4496984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pg230"/>
            <p:cNvSpPr/>
            <p:nvPr/>
          </p:nvSpPr>
          <p:spPr>
            <a:xfrm>
              <a:off x="457842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pg231"/>
            <p:cNvSpPr/>
            <p:nvPr/>
          </p:nvSpPr>
          <p:spPr>
            <a:xfrm>
              <a:off x="465985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pg232"/>
            <p:cNvSpPr/>
            <p:nvPr/>
          </p:nvSpPr>
          <p:spPr>
            <a:xfrm>
              <a:off x="474129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pg233"/>
            <p:cNvSpPr/>
            <p:nvPr/>
          </p:nvSpPr>
          <p:spPr>
            <a:xfrm>
              <a:off x="482273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pg234"/>
            <p:cNvSpPr/>
            <p:nvPr/>
          </p:nvSpPr>
          <p:spPr>
            <a:xfrm>
              <a:off x="278680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pg235"/>
            <p:cNvSpPr/>
            <p:nvPr/>
          </p:nvSpPr>
          <p:spPr>
            <a:xfrm>
              <a:off x="286824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pg236"/>
            <p:cNvSpPr/>
            <p:nvPr/>
          </p:nvSpPr>
          <p:spPr>
            <a:xfrm>
              <a:off x="294967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pg237"/>
            <p:cNvSpPr/>
            <p:nvPr/>
          </p:nvSpPr>
          <p:spPr>
            <a:xfrm>
              <a:off x="303111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pg238"/>
            <p:cNvSpPr/>
            <p:nvPr/>
          </p:nvSpPr>
          <p:spPr>
            <a:xfrm>
              <a:off x="311255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pg239"/>
            <p:cNvSpPr/>
            <p:nvPr/>
          </p:nvSpPr>
          <p:spPr>
            <a:xfrm>
              <a:off x="319399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pg240"/>
            <p:cNvSpPr/>
            <p:nvPr/>
          </p:nvSpPr>
          <p:spPr>
            <a:xfrm>
              <a:off x="327542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pg241"/>
            <p:cNvSpPr/>
            <p:nvPr/>
          </p:nvSpPr>
          <p:spPr>
            <a:xfrm>
              <a:off x="335686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pg242"/>
            <p:cNvSpPr/>
            <p:nvPr/>
          </p:nvSpPr>
          <p:spPr>
            <a:xfrm>
              <a:off x="343830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pg243"/>
            <p:cNvSpPr/>
            <p:nvPr/>
          </p:nvSpPr>
          <p:spPr>
            <a:xfrm>
              <a:off x="351973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pg244"/>
            <p:cNvSpPr/>
            <p:nvPr/>
          </p:nvSpPr>
          <p:spPr>
            <a:xfrm>
              <a:off x="360117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pg245"/>
            <p:cNvSpPr/>
            <p:nvPr/>
          </p:nvSpPr>
          <p:spPr>
            <a:xfrm>
              <a:off x="368261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pg246"/>
            <p:cNvSpPr/>
            <p:nvPr/>
          </p:nvSpPr>
          <p:spPr>
            <a:xfrm>
              <a:off x="376405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pg247"/>
            <p:cNvSpPr/>
            <p:nvPr/>
          </p:nvSpPr>
          <p:spPr>
            <a:xfrm>
              <a:off x="384548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pg248"/>
            <p:cNvSpPr/>
            <p:nvPr/>
          </p:nvSpPr>
          <p:spPr>
            <a:xfrm>
              <a:off x="392692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pg249"/>
            <p:cNvSpPr/>
            <p:nvPr/>
          </p:nvSpPr>
          <p:spPr>
            <a:xfrm>
              <a:off x="425267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pg250"/>
            <p:cNvSpPr/>
            <p:nvPr/>
          </p:nvSpPr>
          <p:spPr>
            <a:xfrm>
              <a:off x="433411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pg251"/>
            <p:cNvSpPr/>
            <p:nvPr/>
          </p:nvSpPr>
          <p:spPr>
            <a:xfrm>
              <a:off x="441554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pg252"/>
            <p:cNvSpPr/>
            <p:nvPr/>
          </p:nvSpPr>
          <p:spPr>
            <a:xfrm>
              <a:off x="449698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pg253"/>
            <p:cNvSpPr/>
            <p:nvPr/>
          </p:nvSpPr>
          <p:spPr>
            <a:xfrm>
              <a:off x="457842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pg254"/>
            <p:cNvSpPr/>
            <p:nvPr/>
          </p:nvSpPr>
          <p:spPr>
            <a:xfrm>
              <a:off x="465985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8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pg255"/>
            <p:cNvSpPr/>
            <p:nvPr/>
          </p:nvSpPr>
          <p:spPr>
            <a:xfrm>
              <a:off x="474129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pg256"/>
            <p:cNvSpPr/>
            <p:nvPr/>
          </p:nvSpPr>
          <p:spPr>
            <a:xfrm>
              <a:off x="278680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pg257"/>
            <p:cNvSpPr/>
            <p:nvPr/>
          </p:nvSpPr>
          <p:spPr>
            <a:xfrm>
              <a:off x="286824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pg258"/>
            <p:cNvSpPr/>
            <p:nvPr/>
          </p:nvSpPr>
          <p:spPr>
            <a:xfrm>
              <a:off x="294967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pg259"/>
            <p:cNvSpPr/>
            <p:nvPr/>
          </p:nvSpPr>
          <p:spPr>
            <a:xfrm>
              <a:off x="3031116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pg260"/>
            <p:cNvSpPr/>
            <p:nvPr/>
          </p:nvSpPr>
          <p:spPr>
            <a:xfrm>
              <a:off x="311255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1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pg261"/>
            <p:cNvSpPr/>
            <p:nvPr/>
          </p:nvSpPr>
          <p:spPr>
            <a:xfrm>
              <a:off x="319399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pg262"/>
            <p:cNvSpPr/>
            <p:nvPr/>
          </p:nvSpPr>
          <p:spPr>
            <a:xfrm>
              <a:off x="327542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pg263"/>
            <p:cNvSpPr/>
            <p:nvPr/>
          </p:nvSpPr>
          <p:spPr>
            <a:xfrm>
              <a:off x="335686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pg264"/>
            <p:cNvSpPr/>
            <p:nvPr/>
          </p:nvSpPr>
          <p:spPr>
            <a:xfrm>
              <a:off x="343830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pg265"/>
            <p:cNvSpPr/>
            <p:nvPr/>
          </p:nvSpPr>
          <p:spPr>
            <a:xfrm>
              <a:off x="351973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pg266"/>
            <p:cNvSpPr/>
            <p:nvPr/>
          </p:nvSpPr>
          <p:spPr>
            <a:xfrm>
              <a:off x="3601176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pg267"/>
            <p:cNvSpPr/>
            <p:nvPr/>
          </p:nvSpPr>
          <p:spPr>
            <a:xfrm>
              <a:off x="368261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pg268"/>
            <p:cNvSpPr/>
            <p:nvPr/>
          </p:nvSpPr>
          <p:spPr>
            <a:xfrm>
              <a:off x="376405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pg269"/>
            <p:cNvSpPr/>
            <p:nvPr/>
          </p:nvSpPr>
          <p:spPr>
            <a:xfrm>
              <a:off x="384548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pg270"/>
            <p:cNvSpPr/>
            <p:nvPr/>
          </p:nvSpPr>
          <p:spPr>
            <a:xfrm>
              <a:off x="392692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pg271"/>
            <p:cNvSpPr/>
            <p:nvPr/>
          </p:nvSpPr>
          <p:spPr>
            <a:xfrm>
              <a:off x="425267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pg272"/>
            <p:cNvSpPr/>
            <p:nvPr/>
          </p:nvSpPr>
          <p:spPr>
            <a:xfrm>
              <a:off x="433411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pg273"/>
            <p:cNvSpPr/>
            <p:nvPr/>
          </p:nvSpPr>
          <p:spPr>
            <a:xfrm>
              <a:off x="441554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pg274"/>
            <p:cNvSpPr/>
            <p:nvPr/>
          </p:nvSpPr>
          <p:spPr>
            <a:xfrm>
              <a:off x="449698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pg275"/>
            <p:cNvSpPr/>
            <p:nvPr/>
          </p:nvSpPr>
          <p:spPr>
            <a:xfrm>
              <a:off x="457842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5E8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pg276"/>
            <p:cNvSpPr/>
            <p:nvPr/>
          </p:nvSpPr>
          <p:spPr>
            <a:xfrm>
              <a:off x="465985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pg277"/>
            <p:cNvSpPr/>
            <p:nvPr/>
          </p:nvSpPr>
          <p:spPr>
            <a:xfrm>
              <a:off x="270536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pg278"/>
            <p:cNvSpPr/>
            <p:nvPr/>
          </p:nvSpPr>
          <p:spPr>
            <a:xfrm>
              <a:off x="278680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pg279"/>
            <p:cNvSpPr/>
            <p:nvPr/>
          </p:nvSpPr>
          <p:spPr>
            <a:xfrm>
              <a:off x="286824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pg280"/>
            <p:cNvSpPr/>
            <p:nvPr/>
          </p:nvSpPr>
          <p:spPr>
            <a:xfrm>
              <a:off x="294967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pg281"/>
            <p:cNvSpPr/>
            <p:nvPr/>
          </p:nvSpPr>
          <p:spPr>
            <a:xfrm>
              <a:off x="3031116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pg282"/>
            <p:cNvSpPr/>
            <p:nvPr/>
          </p:nvSpPr>
          <p:spPr>
            <a:xfrm>
              <a:off x="311255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pg283"/>
            <p:cNvSpPr/>
            <p:nvPr/>
          </p:nvSpPr>
          <p:spPr>
            <a:xfrm>
              <a:off x="319399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pg284"/>
            <p:cNvSpPr/>
            <p:nvPr/>
          </p:nvSpPr>
          <p:spPr>
            <a:xfrm>
              <a:off x="327542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pg285"/>
            <p:cNvSpPr/>
            <p:nvPr/>
          </p:nvSpPr>
          <p:spPr>
            <a:xfrm>
              <a:off x="335686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pg286"/>
            <p:cNvSpPr/>
            <p:nvPr/>
          </p:nvSpPr>
          <p:spPr>
            <a:xfrm>
              <a:off x="343830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pg287"/>
            <p:cNvSpPr/>
            <p:nvPr/>
          </p:nvSpPr>
          <p:spPr>
            <a:xfrm>
              <a:off x="351973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pg288"/>
            <p:cNvSpPr/>
            <p:nvPr/>
          </p:nvSpPr>
          <p:spPr>
            <a:xfrm>
              <a:off x="3601176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pg289"/>
            <p:cNvSpPr/>
            <p:nvPr/>
          </p:nvSpPr>
          <p:spPr>
            <a:xfrm>
              <a:off x="368261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pg290"/>
            <p:cNvSpPr/>
            <p:nvPr/>
          </p:nvSpPr>
          <p:spPr>
            <a:xfrm>
              <a:off x="376405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pg291"/>
            <p:cNvSpPr/>
            <p:nvPr/>
          </p:nvSpPr>
          <p:spPr>
            <a:xfrm>
              <a:off x="384548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pg292"/>
            <p:cNvSpPr/>
            <p:nvPr/>
          </p:nvSpPr>
          <p:spPr>
            <a:xfrm>
              <a:off x="392692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pg293"/>
            <p:cNvSpPr/>
            <p:nvPr/>
          </p:nvSpPr>
          <p:spPr>
            <a:xfrm>
              <a:off x="400836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pg294"/>
            <p:cNvSpPr/>
            <p:nvPr/>
          </p:nvSpPr>
          <p:spPr>
            <a:xfrm>
              <a:off x="425267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pg295"/>
            <p:cNvSpPr/>
            <p:nvPr/>
          </p:nvSpPr>
          <p:spPr>
            <a:xfrm>
              <a:off x="433411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pg296"/>
            <p:cNvSpPr/>
            <p:nvPr/>
          </p:nvSpPr>
          <p:spPr>
            <a:xfrm>
              <a:off x="441554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pg297"/>
            <p:cNvSpPr/>
            <p:nvPr/>
          </p:nvSpPr>
          <p:spPr>
            <a:xfrm>
              <a:off x="449698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pg298"/>
            <p:cNvSpPr/>
            <p:nvPr/>
          </p:nvSpPr>
          <p:spPr>
            <a:xfrm>
              <a:off x="457842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pg299"/>
            <p:cNvSpPr/>
            <p:nvPr/>
          </p:nvSpPr>
          <p:spPr>
            <a:xfrm>
              <a:off x="465985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pg300"/>
            <p:cNvSpPr/>
            <p:nvPr/>
          </p:nvSpPr>
          <p:spPr>
            <a:xfrm>
              <a:off x="270536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pg301"/>
            <p:cNvSpPr/>
            <p:nvPr/>
          </p:nvSpPr>
          <p:spPr>
            <a:xfrm>
              <a:off x="278680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pg302"/>
            <p:cNvSpPr/>
            <p:nvPr/>
          </p:nvSpPr>
          <p:spPr>
            <a:xfrm>
              <a:off x="286824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pg303"/>
            <p:cNvSpPr/>
            <p:nvPr/>
          </p:nvSpPr>
          <p:spPr>
            <a:xfrm>
              <a:off x="294967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pg304"/>
            <p:cNvSpPr/>
            <p:nvPr/>
          </p:nvSpPr>
          <p:spPr>
            <a:xfrm>
              <a:off x="3031116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pg305"/>
            <p:cNvSpPr/>
            <p:nvPr/>
          </p:nvSpPr>
          <p:spPr>
            <a:xfrm>
              <a:off x="3112553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pg306"/>
            <p:cNvSpPr/>
            <p:nvPr/>
          </p:nvSpPr>
          <p:spPr>
            <a:xfrm>
              <a:off x="319399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pg307"/>
            <p:cNvSpPr/>
            <p:nvPr/>
          </p:nvSpPr>
          <p:spPr>
            <a:xfrm>
              <a:off x="327542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pg308"/>
            <p:cNvSpPr/>
            <p:nvPr/>
          </p:nvSpPr>
          <p:spPr>
            <a:xfrm>
              <a:off x="335686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pg309"/>
            <p:cNvSpPr/>
            <p:nvPr/>
          </p:nvSpPr>
          <p:spPr>
            <a:xfrm>
              <a:off x="343830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pg310"/>
            <p:cNvSpPr/>
            <p:nvPr/>
          </p:nvSpPr>
          <p:spPr>
            <a:xfrm>
              <a:off x="351973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pg311"/>
            <p:cNvSpPr/>
            <p:nvPr/>
          </p:nvSpPr>
          <p:spPr>
            <a:xfrm>
              <a:off x="3601176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pg312"/>
            <p:cNvSpPr/>
            <p:nvPr/>
          </p:nvSpPr>
          <p:spPr>
            <a:xfrm>
              <a:off x="3682613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pg313"/>
            <p:cNvSpPr/>
            <p:nvPr/>
          </p:nvSpPr>
          <p:spPr>
            <a:xfrm>
              <a:off x="376405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pg314"/>
            <p:cNvSpPr/>
            <p:nvPr/>
          </p:nvSpPr>
          <p:spPr>
            <a:xfrm>
              <a:off x="384548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pg315"/>
            <p:cNvSpPr/>
            <p:nvPr/>
          </p:nvSpPr>
          <p:spPr>
            <a:xfrm>
              <a:off x="392692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pg316"/>
            <p:cNvSpPr/>
            <p:nvPr/>
          </p:nvSpPr>
          <p:spPr>
            <a:xfrm>
              <a:off x="400836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pg317"/>
            <p:cNvSpPr/>
            <p:nvPr/>
          </p:nvSpPr>
          <p:spPr>
            <a:xfrm>
              <a:off x="408979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pg318"/>
            <p:cNvSpPr/>
            <p:nvPr/>
          </p:nvSpPr>
          <p:spPr>
            <a:xfrm>
              <a:off x="433411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pg319"/>
            <p:cNvSpPr/>
            <p:nvPr/>
          </p:nvSpPr>
          <p:spPr>
            <a:xfrm>
              <a:off x="441554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pg320"/>
            <p:cNvSpPr/>
            <p:nvPr/>
          </p:nvSpPr>
          <p:spPr>
            <a:xfrm>
              <a:off x="449698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pg321"/>
            <p:cNvSpPr/>
            <p:nvPr/>
          </p:nvSpPr>
          <p:spPr>
            <a:xfrm>
              <a:off x="457842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pg322"/>
            <p:cNvSpPr/>
            <p:nvPr/>
          </p:nvSpPr>
          <p:spPr>
            <a:xfrm>
              <a:off x="465985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pg323"/>
            <p:cNvSpPr/>
            <p:nvPr/>
          </p:nvSpPr>
          <p:spPr>
            <a:xfrm>
              <a:off x="270536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pg324"/>
            <p:cNvSpPr/>
            <p:nvPr/>
          </p:nvSpPr>
          <p:spPr>
            <a:xfrm>
              <a:off x="278680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pg325"/>
            <p:cNvSpPr/>
            <p:nvPr/>
          </p:nvSpPr>
          <p:spPr>
            <a:xfrm>
              <a:off x="286824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pg326"/>
            <p:cNvSpPr/>
            <p:nvPr/>
          </p:nvSpPr>
          <p:spPr>
            <a:xfrm>
              <a:off x="294967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pg327"/>
            <p:cNvSpPr/>
            <p:nvPr/>
          </p:nvSpPr>
          <p:spPr>
            <a:xfrm>
              <a:off x="3031116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pg328"/>
            <p:cNvSpPr/>
            <p:nvPr/>
          </p:nvSpPr>
          <p:spPr>
            <a:xfrm>
              <a:off x="311255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pg329"/>
            <p:cNvSpPr/>
            <p:nvPr/>
          </p:nvSpPr>
          <p:spPr>
            <a:xfrm>
              <a:off x="319399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pg330"/>
            <p:cNvSpPr/>
            <p:nvPr/>
          </p:nvSpPr>
          <p:spPr>
            <a:xfrm>
              <a:off x="327542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pg331"/>
            <p:cNvSpPr/>
            <p:nvPr/>
          </p:nvSpPr>
          <p:spPr>
            <a:xfrm>
              <a:off x="335686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pg332"/>
            <p:cNvSpPr/>
            <p:nvPr/>
          </p:nvSpPr>
          <p:spPr>
            <a:xfrm>
              <a:off x="343830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pg333"/>
            <p:cNvSpPr/>
            <p:nvPr/>
          </p:nvSpPr>
          <p:spPr>
            <a:xfrm>
              <a:off x="351973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pg334"/>
            <p:cNvSpPr/>
            <p:nvPr/>
          </p:nvSpPr>
          <p:spPr>
            <a:xfrm>
              <a:off x="3601176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pg335"/>
            <p:cNvSpPr/>
            <p:nvPr/>
          </p:nvSpPr>
          <p:spPr>
            <a:xfrm>
              <a:off x="368261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pg336"/>
            <p:cNvSpPr/>
            <p:nvPr/>
          </p:nvSpPr>
          <p:spPr>
            <a:xfrm>
              <a:off x="376405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pg337"/>
            <p:cNvSpPr/>
            <p:nvPr/>
          </p:nvSpPr>
          <p:spPr>
            <a:xfrm>
              <a:off x="384548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pg338"/>
            <p:cNvSpPr/>
            <p:nvPr/>
          </p:nvSpPr>
          <p:spPr>
            <a:xfrm>
              <a:off x="392692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pg339"/>
            <p:cNvSpPr/>
            <p:nvPr/>
          </p:nvSpPr>
          <p:spPr>
            <a:xfrm>
              <a:off x="400836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pg340"/>
            <p:cNvSpPr/>
            <p:nvPr/>
          </p:nvSpPr>
          <p:spPr>
            <a:xfrm>
              <a:off x="408979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pg341"/>
            <p:cNvSpPr/>
            <p:nvPr/>
          </p:nvSpPr>
          <p:spPr>
            <a:xfrm>
              <a:off x="425267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pg342"/>
            <p:cNvSpPr/>
            <p:nvPr/>
          </p:nvSpPr>
          <p:spPr>
            <a:xfrm>
              <a:off x="433411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pg343"/>
            <p:cNvSpPr/>
            <p:nvPr/>
          </p:nvSpPr>
          <p:spPr>
            <a:xfrm>
              <a:off x="441554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pg344"/>
            <p:cNvSpPr/>
            <p:nvPr/>
          </p:nvSpPr>
          <p:spPr>
            <a:xfrm>
              <a:off x="449698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pg345"/>
            <p:cNvSpPr/>
            <p:nvPr/>
          </p:nvSpPr>
          <p:spPr>
            <a:xfrm>
              <a:off x="457842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pg346"/>
            <p:cNvSpPr/>
            <p:nvPr/>
          </p:nvSpPr>
          <p:spPr>
            <a:xfrm>
              <a:off x="465985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pg347"/>
            <p:cNvSpPr/>
            <p:nvPr/>
          </p:nvSpPr>
          <p:spPr>
            <a:xfrm>
              <a:off x="278680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pg348"/>
            <p:cNvSpPr/>
            <p:nvPr/>
          </p:nvSpPr>
          <p:spPr>
            <a:xfrm>
              <a:off x="286824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pg349"/>
            <p:cNvSpPr/>
            <p:nvPr/>
          </p:nvSpPr>
          <p:spPr>
            <a:xfrm>
              <a:off x="294967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pg350"/>
            <p:cNvSpPr/>
            <p:nvPr/>
          </p:nvSpPr>
          <p:spPr>
            <a:xfrm>
              <a:off x="303111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pg351"/>
            <p:cNvSpPr/>
            <p:nvPr/>
          </p:nvSpPr>
          <p:spPr>
            <a:xfrm>
              <a:off x="311255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pg352"/>
            <p:cNvSpPr/>
            <p:nvPr/>
          </p:nvSpPr>
          <p:spPr>
            <a:xfrm>
              <a:off x="319399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pg353"/>
            <p:cNvSpPr/>
            <p:nvPr/>
          </p:nvSpPr>
          <p:spPr>
            <a:xfrm>
              <a:off x="327542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pg354"/>
            <p:cNvSpPr/>
            <p:nvPr/>
          </p:nvSpPr>
          <p:spPr>
            <a:xfrm>
              <a:off x="335686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pg355"/>
            <p:cNvSpPr/>
            <p:nvPr/>
          </p:nvSpPr>
          <p:spPr>
            <a:xfrm>
              <a:off x="343830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pg356"/>
            <p:cNvSpPr/>
            <p:nvPr/>
          </p:nvSpPr>
          <p:spPr>
            <a:xfrm>
              <a:off x="351973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pg357"/>
            <p:cNvSpPr/>
            <p:nvPr/>
          </p:nvSpPr>
          <p:spPr>
            <a:xfrm>
              <a:off x="360117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pg358"/>
            <p:cNvSpPr/>
            <p:nvPr/>
          </p:nvSpPr>
          <p:spPr>
            <a:xfrm>
              <a:off x="368261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pg359"/>
            <p:cNvSpPr/>
            <p:nvPr/>
          </p:nvSpPr>
          <p:spPr>
            <a:xfrm>
              <a:off x="376405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pg360"/>
            <p:cNvSpPr/>
            <p:nvPr/>
          </p:nvSpPr>
          <p:spPr>
            <a:xfrm>
              <a:off x="384548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pg361"/>
            <p:cNvSpPr/>
            <p:nvPr/>
          </p:nvSpPr>
          <p:spPr>
            <a:xfrm>
              <a:off x="392692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pg362"/>
            <p:cNvSpPr/>
            <p:nvPr/>
          </p:nvSpPr>
          <p:spPr>
            <a:xfrm>
              <a:off x="400836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pg363"/>
            <p:cNvSpPr/>
            <p:nvPr/>
          </p:nvSpPr>
          <p:spPr>
            <a:xfrm>
              <a:off x="408979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pg364"/>
            <p:cNvSpPr/>
            <p:nvPr/>
          </p:nvSpPr>
          <p:spPr>
            <a:xfrm>
              <a:off x="417123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pg365"/>
            <p:cNvSpPr/>
            <p:nvPr/>
          </p:nvSpPr>
          <p:spPr>
            <a:xfrm>
              <a:off x="425267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pg366"/>
            <p:cNvSpPr/>
            <p:nvPr/>
          </p:nvSpPr>
          <p:spPr>
            <a:xfrm>
              <a:off x="433411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pg367"/>
            <p:cNvSpPr/>
            <p:nvPr/>
          </p:nvSpPr>
          <p:spPr>
            <a:xfrm>
              <a:off x="441554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pg368"/>
            <p:cNvSpPr/>
            <p:nvPr/>
          </p:nvSpPr>
          <p:spPr>
            <a:xfrm>
              <a:off x="449698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pg369"/>
            <p:cNvSpPr/>
            <p:nvPr/>
          </p:nvSpPr>
          <p:spPr>
            <a:xfrm>
              <a:off x="457842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pg370"/>
            <p:cNvSpPr/>
            <p:nvPr/>
          </p:nvSpPr>
          <p:spPr>
            <a:xfrm>
              <a:off x="465985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pg371"/>
            <p:cNvSpPr/>
            <p:nvPr/>
          </p:nvSpPr>
          <p:spPr>
            <a:xfrm>
              <a:off x="286824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pg372"/>
            <p:cNvSpPr/>
            <p:nvPr/>
          </p:nvSpPr>
          <p:spPr>
            <a:xfrm>
              <a:off x="294967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pg373"/>
            <p:cNvSpPr/>
            <p:nvPr/>
          </p:nvSpPr>
          <p:spPr>
            <a:xfrm>
              <a:off x="303111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pg374"/>
            <p:cNvSpPr/>
            <p:nvPr/>
          </p:nvSpPr>
          <p:spPr>
            <a:xfrm>
              <a:off x="311255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pg375"/>
            <p:cNvSpPr/>
            <p:nvPr/>
          </p:nvSpPr>
          <p:spPr>
            <a:xfrm>
              <a:off x="319399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pg376"/>
            <p:cNvSpPr/>
            <p:nvPr/>
          </p:nvSpPr>
          <p:spPr>
            <a:xfrm>
              <a:off x="327542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pg377"/>
            <p:cNvSpPr/>
            <p:nvPr/>
          </p:nvSpPr>
          <p:spPr>
            <a:xfrm>
              <a:off x="335686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pg378"/>
            <p:cNvSpPr/>
            <p:nvPr/>
          </p:nvSpPr>
          <p:spPr>
            <a:xfrm>
              <a:off x="343830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pg379"/>
            <p:cNvSpPr/>
            <p:nvPr/>
          </p:nvSpPr>
          <p:spPr>
            <a:xfrm>
              <a:off x="351973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pg380"/>
            <p:cNvSpPr/>
            <p:nvPr/>
          </p:nvSpPr>
          <p:spPr>
            <a:xfrm>
              <a:off x="360117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pg381"/>
            <p:cNvSpPr/>
            <p:nvPr/>
          </p:nvSpPr>
          <p:spPr>
            <a:xfrm>
              <a:off x="368261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pg382"/>
            <p:cNvSpPr/>
            <p:nvPr/>
          </p:nvSpPr>
          <p:spPr>
            <a:xfrm>
              <a:off x="376405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pg383"/>
            <p:cNvSpPr/>
            <p:nvPr/>
          </p:nvSpPr>
          <p:spPr>
            <a:xfrm>
              <a:off x="384548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pg384"/>
            <p:cNvSpPr/>
            <p:nvPr/>
          </p:nvSpPr>
          <p:spPr>
            <a:xfrm>
              <a:off x="392692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pg385"/>
            <p:cNvSpPr/>
            <p:nvPr/>
          </p:nvSpPr>
          <p:spPr>
            <a:xfrm>
              <a:off x="400836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pg386"/>
            <p:cNvSpPr/>
            <p:nvPr/>
          </p:nvSpPr>
          <p:spPr>
            <a:xfrm>
              <a:off x="408979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pg387"/>
            <p:cNvSpPr/>
            <p:nvPr/>
          </p:nvSpPr>
          <p:spPr>
            <a:xfrm>
              <a:off x="417123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pg388"/>
            <p:cNvSpPr/>
            <p:nvPr/>
          </p:nvSpPr>
          <p:spPr>
            <a:xfrm>
              <a:off x="425267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pg389"/>
            <p:cNvSpPr/>
            <p:nvPr/>
          </p:nvSpPr>
          <p:spPr>
            <a:xfrm>
              <a:off x="433411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pg390"/>
            <p:cNvSpPr/>
            <p:nvPr/>
          </p:nvSpPr>
          <p:spPr>
            <a:xfrm>
              <a:off x="441554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pg391"/>
            <p:cNvSpPr/>
            <p:nvPr/>
          </p:nvSpPr>
          <p:spPr>
            <a:xfrm>
              <a:off x="449698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pg392"/>
            <p:cNvSpPr/>
            <p:nvPr/>
          </p:nvSpPr>
          <p:spPr>
            <a:xfrm>
              <a:off x="457842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pg393"/>
            <p:cNvSpPr/>
            <p:nvPr/>
          </p:nvSpPr>
          <p:spPr>
            <a:xfrm>
              <a:off x="286824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pg394"/>
            <p:cNvSpPr/>
            <p:nvPr/>
          </p:nvSpPr>
          <p:spPr>
            <a:xfrm>
              <a:off x="294967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pg395"/>
            <p:cNvSpPr/>
            <p:nvPr/>
          </p:nvSpPr>
          <p:spPr>
            <a:xfrm>
              <a:off x="303111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pg396"/>
            <p:cNvSpPr/>
            <p:nvPr/>
          </p:nvSpPr>
          <p:spPr>
            <a:xfrm>
              <a:off x="311255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pg397"/>
            <p:cNvSpPr/>
            <p:nvPr/>
          </p:nvSpPr>
          <p:spPr>
            <a:xfrm>
              <a:off x="319399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pg398"/>
            <p:cNvSpPr/>
            <p:nvPr/>
          </p:nvSpPr>
          <p:spPr>
            <a:xfrm>
              <a:off x="327542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pg399"/>
            <p:cNvSpPr/>
            <p:nvPr/>
          </p:nvSpPr>
          <p:spPr>
            <a:xfrm>
              <a:off x="335686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pg400"/>
            <p:cNvSpPr/>
            <p:nvPr/>
          </p:nvSpPr>
          <p:spPr>
            <a:xfrm>
              <a:off x="343830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pg401"/>
            <p:cNvSpPr/>
            <p:nvPr/>
          </p:nvSpPr>
          <p:spPr>
            <a:xfrm>
              <a:off x="351973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pg402"/>
            <p:cNvSpPr/>
            <p:nvPr/>
          </p:nvSpPr>
          <p:spPr>
            <a:xfrm>
              <a:off x="360117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pg403"/>
            <p:cNvSpPr/>
            <p:nvPr/>
          </p:nvSpPr>
          <p:spPr>
            <a:xfrm>
              <a:off x="368261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pg404"/>
            <p:cNvSpPr/>
            <p:nvPr/>
          </p:nvSpPr>
          <p:spPr>
            <a:xfrm>
              <a:off x="376405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pg405"/>
            <p:cNvSpPr/>
            <p:nvPr/>
          </p:nvSpPr>
          <p:spPr>
            <a:xfrm>
              <a:off x="384548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pg406"/>
            <p:cNvSpPr/>
            <p:nvPr/>
          </p:nvSpPr>
          <p:spPr>
            <a:xfrm>
              <a:off x="392692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pg407"/>
            <p:cNvSpPr/>
            <p:nvPr/>
          </p:nvSpPr>
          <p:spPr>
            <a:xfrm>
              <a:off x="400836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pg408"/>
            <p:cNvSpPr/>
            <p:nvPr/>
          </p:nvSpPr>
          <p:spPr>
            <a:xfrm>
              <a:off x="408979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pg409"/>
            <p:cNvSpPr/>
            <p:nvPr/>
          </p:nvSpPr>
          <p:spPr>
            <a:xfrm>
              <a:off x="417123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pg410"/>
            <p:cNvSpPr/>
            <p:nvPr/>
          </p:nvSpPr>
          <p:spPr>
            <a:xfrm>
              <a:off x="425267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pg411"/>
            <p:cNvSpPr/>
            <p:nvPr/>
          </p:nvSpPr>
          <p:spPr>
            <a:xfrm>
              <a:off x="433411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pg412"/>
            <p:cNvSpPr/>
            <p:nvPr/>
          </p:nvSpPr>
          <p:spPr>
            <a:xfrm>
              <a:off x="441554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pg413"/>
            <p:cNvSpPr/>
            <p:nvPr/>
          </p:nvSpPr>
          <p:spPr>
            <a:xfrm>
              <a:off x="449698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pg414"/>
            <p:cNvSpPr/>
            <p:nvPr/>
          </p:nvSpPr>
          <p:spPr>
            <a:xfrm>
              <a:off x="303111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pg415"/>
            <p:cNvSpPr/>
            <p:nvPr/>
          </p:nvSpPr>
          <p:spPr>
            <a:xfrm>
              <a:off x="311255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pg416"/>
            <p:cNvSpPr/>
            <p:nvPr/>
          </p:nvSpPr>
          <p:spPr>
            <a:xfrm>
              <a:off x="319399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pg417"/>
            <p:cNvSpPr/>
            <p:nvPr/>
          </p:nvSpPr>
          <p:spPr>
            <a:xfrm>
              <a:off x="327542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pg418"/>
            <p:cNvSpPr/>
            <p:nvPr/>
          </p:nvSpPr>
          <p:spPr>
            <a:xfrm>
              <a:off x="3356864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pg419"/>
            <p:cNvSpPr/>
            <p:nvPr/>
          </p:nvSpPr>
          <p:spPr>
            <a:xfrm>
              <a:off x="3438301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pg420"/>
            <p:cNvSpPr/>
            <p:nvPr/>
          </p:nvSpPr>
          <p:spPr>
            <a:xfrm>
              <a:off x="3519738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pg421"/>
            <p:cNvSpPr/>
            <p:nvPr/>
          </p:nvSpPr>
          <p:spPr>
            <a:xfrm>
              <a:off x="360117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pg422"/>
            <p:cNvSpPr/>
            <p:nvPr/>
          </p:nvSpPr>
          <p:spPr>
            <a:xfrm>
              <a:off x="368261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pg423"/>
            <p:cNvSpPr/>
            <p:nvPr/>
          </p:nvSpPr>
          <p:spPr>
            <a:xfrm>
              <a:off x="376405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pg424"/>
            <p:cNvSpPr/>
            <p:nvPr/>
          </p:nvSpPr>
          <p:spPr>
            <a:xfrm>
              <a:off x="384548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pg425"/>
            <p:cNvSpPr/>
            <p:nvPr/>
          </p:nvSpPr>
          <p:spPr>
            <a:xfrm>
              <a:off x="3926924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pg426"/>
            <p:cNvSpPr/>
            <p:nvPr/>
          </p:nvSpPr>
          <p:spPr>
            <a:xfrm>
              <a:off x="4008361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pg427"/>
            <p:cNvSpPr/>
            <p:nvPr/>
          </p:nvSpPr>
          <p:spPr>
            <a:xfrm>
              <a:off x="4089798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pg428"/>
            <p:cNvSpPr/>
            <p:nvPr/>
          </p:nvSpPr>
          <p:spPr>
            <a:xfrm>
              <a:off x="417123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pg429"/>
            <p:cNvSpPr/>
            <p:nvPr/>
          </p:nvSpPr>
          <p:spPr>
            <a:xfrm>
              <a:off x="425267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pg430"/>
            <p:cNvSpPr/>
            <p:nvPr/>
          </p:nvSpPr>
          <p:spPr>
            <a:xfrm>
              <a:off x="433411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pg431"/>
            <p:cNvSpPr/>
            <p:nvPr/>
          </p:nvSpPr>
          <p:spPr>
            <a:xfrm>
              <a:off x="441554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pg432"/>
            <p:cNvSpPr/>
            <p:nvPr/>
          </p:nvSpPr>
          <p:spPr>
            <a:xfrm>
              <a:off x="311255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pg433"/>
            <p:cNvSpPr/>
            <p:nvPr/>
          </p:nvSpPr>
          <p:spPr>
            <a:xfrm>
              <a:off x="319399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pg434"/>
            <p:cNvSpPr/>
            <p:nvPr/>
          </p:nvSpPr>
          <p:spPr>
            <a:xfrm>
              <a:off x="3275427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pg435"/>
            <p:cNvSpPr/>
            <p:nvPr/>
          </p:nvSpPr>
          <p:spPr>
            <a:xfrm>
              <a:off x="3356864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pg436"/>
            <p:cNvSpPr/>
            <p:nvPr/>
          </p:nvSpPr>
          <p:spPr>
            <a:xfrm>
              <a:off x="3438301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pg437"/>
            <p:cNvSpPr/>
            <p:nvPr/>
          </p:nvSpPr>
          <p:spPr>
            <a:xfrm>
              <a:off x="3519738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pg438"/>
            <p:cNvSpPr/>
            <p:nvPr/>
          </p:nvSpPr>
          <p:spPr>
            <a:xfrm>
              <a:off x="3601176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pg439"/>
            <p:cNvSpPr/>
            <p:nvPr/>
          </p:nvSpPr>
          <p:spPr>
            <a:xfrm>
              <a:off x="368261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pg440"/>
            <p:cNvSpPr/>
            <p:nvPr/>
          </p:nvSpPr>
          <p:spPr>
            <a:xfrm>
              <a:off x="376405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pg441"/>
            <p:cNvSpPr/>
            <p:nvPr/>
          </p:nvSpPr>
          <p:spPr>
            <a:xfrm>
              <a:off x="3845487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pg442"/>
            <p:cNvSpPr/>
            <p:nvPr/>
          </p:nvSpPr>
          <p:spPr>
            <a:xfrm>
              <a:off x="3926924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pg443"/>
            <p:cNvSpPr/>
            <p:nvPr/>
          </p:nvSpPr>
          <p:spPr>
            <a:xfrm>
              <a:off x="4008361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pg444"/>
            <p:cNvSpPr/>
            <p:nvPr/>
          </p:nvSpPr>
          <p:spPr>
            <a:xfrm>
              <a:off x="4089798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pg445"/>
            <p:cNvSpPr/>
            <p:nvPr/>
          </p:nvSpPr>
          <p:spPr>
            <a:xfrm>
              <a:off x="4171236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pg446"/>
            <p:cNvSpPr/>
            <p:nvPr/>
          </p:nvSpPr>
          <p:spPr>
            <a:xfrm>
              <a:off x="425267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pg447"/>
            <p:cNvSpPr/>
            <p:nvPr/>
          </p:nvSpPr>
          <p:spPr>
            <a:xfrm>
              <a:off x="433411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pg448"/>
            <p:cNvSpPr/>
            <p:nvPr/>
          </p:nvSpPr>
          <p:spPr>
            <a:xfrm>
              <a:off x="319399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2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pg449"/>
            <p:cNvSpPr/>
            <p:nvPr/>
          </p:nvSpPr>
          <p:spPr>
            <a:xfrm>
              <a:off x="3275427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pg450"/>
            <p:cNvSpPr/>
            <p:nvPr/>
          </p:nvSpPr>
          <p:spPr>
            <a:xfrm>
              <a:off x="3356864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pg451"/>
            <p:cNvSpPr/>
            <p:nvPr/>
          </p:nvSpPr>
          <p:spPr>
            <a:xfrm>
              <a:off x="3438301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pg452"/>
            <p:cNvSpPr/>
            <p:nvPr/>
          </p:nvSpPr>
          <p:spPr>
            <a:xfrm>
              <a:off x="3519738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pg453"/>
            <p:cNvSpPr/>
            <p:nvPr/>
          </p:nvSpPr>
          <p:spPr>
            <a:xfrm>
              <a:off x="3601176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pg454"/>
            <p:cNvSpPr/>
            <p:nvPr/>
          </p:nvSpPr>
          <p:spPr>
            <a:xfrm>
              <a:off x="3682613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pg455"/>
            <p:cNvSpPr/>
            <p:nvPr/>
          </p:nvSpPr>
          <p:spPr>
            <a:xfrm>
              <a:off x="376405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pg456"/>
            <p:cNvSpPr/>
            <p:nvPr/>
          </p:nvSpPr>
          <p:spPr>
            <a:xfrm>
              <a:off x="3845487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pg457"/>
            <p:cNvSpPr/>
            <p:nvPr/>
          </p:nvSpPr>
          <p:spPr>
            <a:xfrm>
              <a:off x="3926924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pg458"/>
            <p:cNvSpPr/>
            <p:nvPr/>
          </p:nvSpPr>
          <p:spPr>
            <a:xfrm>
              <a:off x="4008361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pg459"/>
            <p:cNvSpPr/>
            <p:nvPr/>
          </p:nvSpPr>
          <p:spPr>
            <a:xfrm>
              <a:off x="4089798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pg460"/>
            <p:cNvSpPr/>
            <p:nvPr/>
          </p:nvSpPr>
          <p:spPr>
            <a:xfrm>
              <a:off x="4171236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pg461"/>
            <p:cNvSpPr/>
            <p:nvPr/>
          </p:nvSpPr>
          <p:spPr>
            <a:xfrm>
              <a:off x="4252673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pg462"/>
            <p:cNvSpPr/>
            <p:nvPr/>
          </p:nvSpPr>
          <p:spPr>
            <a:xfrm>
              <a:off x="433411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pg463"/>
            <p:cNvSpPr/>
            <p:nvPr/>
          </p:nvSpPr>
          <p:spPr>
            <a:xfrm>
              <a:off x="286824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pg464"/>
            <p:cNvSpPr/>
            <p:nvPr/>
          </p:nvSpPr>
          <p:spPr>
            <a:xfrm>
              <a:off x="294967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pg465"/>
            <p:cNvSpPr/>
            <p:nvPr/>
          </p:nvSpPr>
          <p:spPr>
            <a:xfrm>
              <a:off x="303111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pg466"/>
            <p:cNvSpPr/>
            <p:nvPr/>
          </p:nvSpPr>
          <p:spPr>
            <a:xfrm>
              <a:off x="311255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pg467"/>
            <p:cNvSpPr/>
            <p:nvPr/>
          </p:nvSpPr>
          <p:spPr>
            <a:xfrm>
              <a:off x="3193990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CD6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pg468"/>
            <p:cNvSpPr/>
            <p:nvPr/>
          </p:nvSpPr>
          <p:spPr>
            <a:xfrm>
              <a:off x="3275427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pg469"/>
            <p:cNvSpPr/>
            <p:nvPr/>
          </p:nvSpPr>
          <p:spPr>
            <a:xfrm>
              <a:off x="3356864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pg470"/>
            <p:cNvSpPr/>
            <p:nvPr/>
          </p:nvSpPr>
          <p:spPr>
            <a:xfrm>
              <a:off x="343830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pg471"/>
            <p:cNvSpPr/>
            <p:nvPr/>
          </p:nvSpPr>
          <p:spPr>
            <a:xfrm>
              <a:off x="351973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pg472"/>
            <p:cNvSpPr/>
            <p:nvPr/>
          </p:nvSpPr>
          <p:spPr>
            <a:xfrm>
              <a:off x="360117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pg473"/>
            <p:cNvSpPr/>
            <p:nvPr/>
          </p:nvSpPr>
          <p:spPr>
            <a:xfrm>
              <a:off x="368261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pg474"/>
            <p:cNvSpPr/>
            <p:nvPr/>
          </p:nvSpPr>
          <p:spPr>
            <a:xfrm>
              <a:off x="3764050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pg475"/>
            <p:cNvSpPr/>
            <p:nvPr/>
          </p:nvSpPr>
          <p:spPr>
            <a:xfrm>
              <a:off x="3845487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6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pg476"/>
            <p:cNvSpPr/>
            <p:nvPr/>
          </p:nvSpPr>
          <p:spPr>
            <a:xfrm>
              <a:off x="3926924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pg477"/>
            <p:cNvSpPr/>
            <p:nvPr/>
          </p:nvSpPr>
          <p:spPr>
            <a:xfrm>
              <a:off x="400836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pg478"/>
            <p:cNvSpPr/>
            <p:nvPr/>
          </p:nvSpPr>
          <p:spPr>
            <a:xfrm>
              <a:off x="408979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pg479"/>
            <p:cNvSpPr/>
            <p:nvPr/>
          </p:nvSpPr>
          <p:spPr>
            <a:xfrm>
              <a:off x="417123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pg480"/>
            <p:cNvSpPr/>
            <p:nvPr/>
          </p:nvSpPr>
          <p:spPr>
            <a:xfrm>
              <a:off x="425267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pg481"/>
            <p:cNvSpPr/>
            <p:nvPr/>
          </p:nvSpPr>
          <p:spPr>
            <a:xfrm>
              <a:off x="278680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pg482"/>
            <p:cNvSpPr/>
            <p:nvPr/>
          </p:nvSpPr>
          <p:spPr>
            <a:xfrm>
              <a:off x="286824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pg483"/>
            <p:cNvSpPr/>
            <p:nvPr/>
          </p:nvSpPr>
          <p:spPr>
            <a:xfrm>
              <a:off x="294967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pg484"/>
            <p:cNvSpPr/>
            <p:nvPr/>
          </p:nvSpPr>
          <p:spPr>
            <a:xfrm>
              <a:off x="303111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pg485"/>
            <p:cNvSpPr/>
            <p:nvPr/>
          </p:nvSpPr>
          <p:spPr>
            <a:xfrm>
              <a:off x="311255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pg486"/>
            <p:cNvSpPr/>
            <p:nvPr/>
          </p:nvSpPr>
          <p:spPr>
            <a:xfrm>
              <a:off x="3193990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pg487"/>
            <p:cNvSpPr/>
            <p:nvPr/>
          </p:nvSpPr>
          <p:spPr>
            <a:xfrm>
              <a:off x="3275427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pg488"/>
            <p:cNvSpPr/>
            <p:nvPr/>
          </p:nvSpPr>
          <p:spPr>
            <a:xfrm>
              <a:off x="335686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ED9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pg489"/>
            <p:cNvSpPr/>
            <p:nvPr/>
          </p:nvSpPr>
          <p:spPr>
            <a:xfrm>
              <a:off x="343830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pg490"/>
            <p:cNvSpPr/>
            <p:nvPr/>
          </p:nvSpPr>
          <p:spPr>
            <a:xfrm>
              <a:off x="351973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pg491"/>
            <p:cNvSpPr/>
            <p:nvPr/>
          </p:nvSpPr>
          <p:spPr>
            <a:xfrm>
              <a:off x="360117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5E8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pg492"/>
            <p:cNvSpPr/>
            <p:nvPr/>
          </p:nvSpPr>
          <p:spPr>
            <a:xfrm>
              <a:off x="368261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pg493"/>
            <p:cNvSpPr/>
            <p:nvPr/>
          </p:nvSpPr>
          <p:spPr>
            <a:xfrm>
              <a:off x="3764050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pg494"/>
            <p:cNvSpPr/>
            <p:nvPr/>
          </p:nvSpPr>
          <p:spPr>
            <a:xfrm>
              <a:off x="3845487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pg495"/>
            <p:cNvSpPr/>
            <p:nvPr/>
          </p:nvSpPr>
          <p:spPr>
            <a:xfrm>
              <a:off x="392692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pg496"/>
            <p:cNvSpPr/>
            <p:nvPr/>
          </p:nvSpPr>
          <p:spPr>
            <a:xfrm>
              <a:off x="400836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pg497"/>
            <p:cNvSpPr/>
            <p:nvPr/>
          </p:nvSpPr>
          <p:spPr>
            <a:xfrm>
              <a:off x="408979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pg498"/>
            <p:cNvSpPr/>
            <p:nvPr/>
          </p:nvSpPr>
          <p:spPr>
            <a:xfrm>
              <a:off x="417123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pg499"/>
            <p:cNvSpPr/>
            <p:nvPr/>
          </p:nvSpPr>
          <p:spPr>
            <a:xfrm>
              <a:off x="425267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pg500"/>
            <p:cNvSpPr/>
            <p:nvPr/>
          </p:nvSpPr>
          <p:spPr>
            <a:xfrm>
              <a:off x="278680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pg501"/>
            <p:cNvSpPr/>
            <p:nvPr/>
          </p:nvSpPr>
          <p:spPr>
            <a:xfrm>
              <a:off x="286824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pg502"/>
            <p:cNvSpPr/>
            <p:nvPr/>
          </p:nvSpPr>
          <p:spPr>
            <a:xfrm>
              <a:off x="294967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BD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pg503"/>
            <p:cNvSpPr/>
            <p:nvPr/>
          </p:nvSpPr>
          <p:spPr>
            <a:xfrm>
              <a:off x="303111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1EC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pg504"/>
            <p:cNvSpPr/>
            <p:nvPr/>
          </p:nvSpPr>
          <p:spPr>
            <a:xfrm>
              <a:off x="3112553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BEFDC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pg505"/>
            <p:cNvSpPr/>
            <p:nvPr/>
          </p:nvSpPr>
          <p:spPr>
            <a:xfrm>
              <a:off x="3193990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pg506"/>
            <p:cNvSpPr/>
            <p:nvPr/>
          </p:nvSpPr>
          <p:spPr>
            <a:xfrm>
              <a:off x="3275427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0F0DE">
                <a:alpha val="100000"/>
              </a:srgbClr>
            </a:solidFill>
            <a:ln w="5420" cap="flat">
              <a:solidFill>
                <a:srgbClr val="CB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pg507"/>
            <p:cNvSpPr/>
            <p:nvPr/>
          </p:nvSpPr>
          <p:spPr>
            <a:xfrm>
              <a:off x="335686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1F1DE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pg508"/>
            <p:cNvSpPr/>
            <p:nvPr/>
          </p:nvSpPr>
          <p:spPr>
            <a:xfrm>
              <a:off x="343830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0F1DE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pg509"/>
            <p:cNvSpPr/>
            <p:nvPr/>
          </p:nvSpPr>
          <p:spPr>
            <a:xfrm>
              <a:off x="351973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pg510"/>
            <p:cNvSpPr/>
            <p:nvPr/>
          </p:nvSpPr>
          <p:spPr>
            <a:xfrm>
              <a:off x="360117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pg511"/>
            <p:cNvSpPr/>
            <p:nvPr/>
          </p:nvSpPr>
          <p:spPr>
            <a:xfrm>
              <a:off x="3682613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pg512"/>
            <p:cNvSpPr/>
            <p:nvPr/>
          </p:nvSpPr>
          <p:spPr>
            <a:xfrm>
              <a:off x="3764050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pg513"/>
            <p:cNvSpPr/>
            <p:nvPr/>
          </p:nvSpPr>
          <p:spPr>
            <a:xfrm>
              <a:off x="3845487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pg514"/>
            <p:cNvSpPr/>
            <p:nvPr/>
          </p:nvSpPr>
          <p:spPr>
            <a:xfrm>
              <a:off x="392692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B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pg515"/>
            <p:cNvSpPr/>
            <p:nvPr/>
          </p:nvSpPr>
          <p:spPr>
            <a:xfrm>
              <a:off x="400836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pg516"/>
            <p:cNvSpPr/>
            <p:nvPr/>
          </p:nvSpPr>
          <p:spPr>
            <a:xfrm>
              <a:off x="408979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pg517"/>
            <p:cNvSpPr/>
            <p:nvPr/>
          </p:nvSpPr>
          <p:spPr>
            <a:xfrm>
              <a:off x="417123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pg518"/>
            <p:cNvSpPr/>
            <p:nvPr/>
          </p:nvSpPr>
          <p:spPr>
            <a:xfrm>
              <a:off x="278680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CD7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pg519"/>
            <p:cNvSpPr/>
            <p:nvPr/>
          </p:nvSpPr>
          <p:spPr>
            <a:xfrm>
              <a:off x="286824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pg520"/>
            <p:cNvSpPr/>
            <p:nvPr/>
          </p:nvSpPr>
          <p:spPr>
            <a:xfrm>
              <a:off x="294967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pg521"/>
            <p:cNvSpPr/>
            <p:nvPr/>
          </p:nvSpPr>
          <p:spPr>
            <a:xfrm>
              <a:off x="3031116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3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pg522"/>
            <p:cNvSpPr/>
            <p:nvPr/>
          </p:nvSpPr>
          <p:spPr>
            <a:xfrm>
              <a:off x="3112553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DEFDC">
                <a:alpha val="100000"/>
              </a:srgbClr>
            </a:solidFill>
            <a:ln w="5420" cap="flat">
              <a:solidFill>
                <a:srgbClr val="C7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pg523"/>
            <p:cNvSpPr/>
            <p:nvPr/>
          </p:nvSpPr>
          <p:spPr>
            <a:xfrm>
              <a:off x="3193990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0F0DE">
                <a:alpha val="100000"/>
              </a:srgbClr>
            </a:solidFill>
            <a:ln w="5420" cap="flat">
              <a:solidFill>
                <a:srgbClr val="CB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pg524"/>
            <p:cNvSpPr/>
            <p:nvPr/>
          </p:nvSpPr>
          <p:spPr>
            <a:xfrm>
              <a:off x="3275427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2F1DF">
                <a:alpha val="100000"/>
              </a:srgbClr>
            </a:solidFill>
            <a:ln w="5420" cap="flat">
              <a:solidFill>
                <a:srgbClr val="CE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pg525"/>
            <p:cNvSpPr/>
            <p:nvPr/>
          </p:nvSpPr>
          <p:spPr>
            <a:xfrm>
              <a:off x="335686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3F1DF">
                <a:alpha val="100000"/>
              </a:srgbClr>
            </a:solidFill>
            <a:ln w="5420" cap="flat">
              <a:solidFill>
                <a:srgbClr val="CFF0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pg526"/>
            <p:cNvSpPr/>
            <p:nvPr/>
          </p:nvSpPr>
          <p:spPr>
            <a:xfrm>
              <a:off x="343830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3F1DF">
                <a:alpha val="100000"/>
              </a:srgbClr>
            </a:solidFill>
            <a:ln w="5420" cap="flat">
              <a:solidFill>
                <a:srgbClr val="CF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pg527"/>
            <p:cNvSpPr/>
            <p:nvPr/>
          </p:nvSpPr>
          <p:spPr>
            <a:xfrm>
              <a:off x="351973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pg528"/>
            <p:cNvSpPr/>
            <p:nvPr/>
          </p:nvSpPr>
          <p:spPr>
            <a:xfrm>
              <a:off x="3601176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B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pg529"/>
            <p:cNvSpPr/>
            <p:nvPr/>
          </p:nvSpPr>
          <p:spPr>
            <a:xfrm>
              <a:off x="3682613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pg530"/>
            <p:cNvSpPr/>
            <p:nvPr/>
          </p:nvSpPr>
          <p:spPr>
            <a:xfrm>
              <a:off x="3764050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pg531"/>
            <p:cNvSpPr/>
            <p:nvPr/>
          </p:nvSpPr>
          <p:spPr>
            <a:xfrm>
              <a:off x="3845487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pg532"/>
            <p:cNvSpPr/>
            <p:nvPr/>
          </p:nvSpPr>
          <p:spPr>
            <a:xfrm>
              <a:off x="392692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pg533"/>
            <p:cNvSpPr/>
            <p:nvPr/>
          </p:nvSpPr>
          <p:spPr>
            <a:xfrm>
              <a:off x="400836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pg534"/>
            <p:cNvSpPr/>
            <p:nvPr/>
          </p:nvSpPr>
          <p:spPr>
            <a:xfrm>
              <a:off x="408979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pg535"/>
            <p:cNvSpPr/>
            <p:nvPr/>
          </p:nvSpPr>
          <p:spPr>
            <a:xfrm>
              <a:off x="286824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pg536"/>
            <p:cNvSpPr/>
            <p:nvPr/>
          </p:nvSpPr>
          <p:spPr>
            <a:xfrm>
              <a:off x="2949678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EDA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pg537"/>
            <p:cNvSpPr/>
            <p:nvPr/>
          </p:nvSpPr>
          <p:spPr>
            <a:xfrm>
              <a:off x="3031116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FDB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pg538"/>
            <p:cNvSpPr/>
            <p:nvPr/>
          </p:nvSpPr>
          <p:spPr>
            <a:xfrm>
              <a:off x="3112553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DF0DD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pg539"/>
            <p:cNvSpPr/>
            <p:nvPr/>
          </p:nvSpPr>
          <p:spPr>
            <a:xfrm>
              <a:off x="3193990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0F0DE">
                <a:alpha val="100000"/>
              </a:srgbClr>
            </a:solidFill>
            <a:ln w="5420" cap="flat">
              <a:solidFill>
                <a:srgbClr val="CB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pg540"/>
            <p:cNvSpPr/>
            <p:nvPr/>
          </p:nvSpPr>
          <p:spPr>
            <a:xfrm>
              <a:off x="3275427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2F1DF">
                <a:alpha val="100000"/>
              </a:srgbClr>
            </a:solidFill>
            <a:ln w="5420" cap="flat">
              <a:solidFill>
                <a:srgbClr val="CE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pg541"/>
            <p:cNvSpPr/>
            <p:nvPr/>
          </p:nvSpPr>
          <p:spPr>
            <a:xfrm>
              <a:off x="3356864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3F1DF">
                <a:alpha val="100000"/>
              </a:srgbClr>
            </a:solidFill>
            <a:ln w="5420" cap="flat">
              <a:solidFill>
                <a:srgbClr val="CFF0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pg542"/>
            <p:cNvSpPr/>
            <p:nvPr/>
          </p:nvSpPr>
          <p:spPr>
            <a:xfrm>
              <a:off x="343830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3F1DF">
                <a:alpha val="100000"/>
              </a:srgbClr>
            </a:solidFill>
            <a:ln w="5420" cap="flat">
              <a:solidFill>
                <a:srgbClr val="CF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pg543"/>
            <p:cNvSpPr/>
            <p:nvPr/>
          </p:nvSpPr>
          <p:spPr>
            <a:xfrm>
              <a:off x="3519738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pg544"/>
            <p:cNvSpPr/>
            <p:nvPr/>
          </p:nvSpPr>
          <p:spPr>
            <a:xfrm>
              <a:off x="3601176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FDB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pg545"/>
            <p:cNvSpPr/>
            <p:nvPr/>
          </p:nvSpPr>
          <p:spPr>
            <a:xfrm>
              <a:off x="3682613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pg546"/>
            <p:cNvSpPr/>
            <p:nvPr/>
          </p:nvSpPr>
          <p:spPr>
            <a:xfrm>
              <a:off x="3764050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pg547"/>
            <p:cNvSpPr/>
            <p:nvPr/>
          </p:nvSpPr>
          <p:spPr>
            <a:xfrm>
              <a:off x="3845487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pg548"/>
            <p:cNvSpPr/>
            <p:nvPr/>
          </p:nvSpPr>
          <p:spPr>
            <a:xfrm>
              <a:off x="3926924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pg549"/>
            <p:cNvSpPr/>
            <p:nvPr/>
          </p:nvSpPr>
          <p:spPr>
            <a:xfrm>
              <a:off x="400836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AD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pg550"/>
            <p:cNvSpPr/>
            <p:nvPr/>
          </p:nvSpPr>
          <p:spPr>
            <a:xfrm>
              <a:off x="3112553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DEFDC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pg551"/>
            <p:cNvSpPr/>
            <p:nvPr/>
          </p:nvSpPr>
          <p:spPr>
            <a:xfrm>
              <a:off x="3193990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FF0DD">
                <a:alpha val="100000"/>
              </a:srgbClr>
            </a:solidFill>
            <a:ln w="5420" cap="flat">
              <a:solidFill>
                <a:srgbClr val="CAEE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pg552"/>
            <p:cNvSpPr/>
            <p:nvPr/>
          </p:nvSpPr>
          <p:spPr>
            <a:xfrm>
              <a:off x="3275427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0F1DE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pg553"/>
            <p:cNvSpPr/>
            <p:nvPr/>
          </p:nvSpPr>
          <p:spPr>
            <a:xfrm>
              <a:off x="3356864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1F1DE">
                <a:alpha val="100000"/>
              </a:srgbClr>
            </a:solidFill>
            <a:ln w="5420" cap="flat">
              <a:solidFill>
                <a:srgbClr val="CD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pg554"/>
            <p:cNvSpPr/>
            <p:nvPr/>
          </p:nvSpPr>
          <p:spPr>
            <a:xfrm>
              <a:off x="3438301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1F1DE">
                <a:alpha val="100000"/>
              </a:srgbClr>
            </a:solidFill>
            <a:ln w="5420" cap="flat">
              <a:solidFill>
                <a:srgbClr val="CD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pg555"/>
            <p:cNvSpPr/>
            <p:nvPr/>
          </p:nvSpPr>
          <p:spPr>
            <a:xfrm>
              <a:off x="3519738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DEFDC">
                <a:alpha val="100000"/>
              </a:srgbClr>
            </a:solidFill>
            <a:ln w="5420" cap="flat">
              <a:solidFill>
                <a:srgbClr val="C7EE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pg556"/>
            <p:cNvSpPr/>
            <p:nvPr/>
          </p:nvSpPr>
          <p:spPr>
            <a:xfrm>
              <a:off x="3601176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pg557"/>
            <p:cNvSpPr/>
            <p:nvPr/>
          </p:nvSpPr>
          <p:spPr>
            <a:xfrm>
              <a:off x="3682613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pg558"/>
            <p:cNvSpPr/>
            <p:nvPr/>
          </p:nvSpPr>
          <p:spPr>
            <a:xfrm>
              <a:off x="3764050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pg559"/>
            <p:cNvSpPr/>
            <p:nvPr/>
          </p:nvSpPr>
          <p:spPr>
            <a:xfrm>
              <a:off x="3845487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5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pg560"/>
            <p:cNvSpPr/>
            <p:nvPr/>
          </p:nvSpPr>
          <p:spPr>
            <a:xfrm>
              <a:off x="3926924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pg561"/>
            <p:cNvSpPr/>
            <p:nvPr/>
          </p:nvSpPr>
          <p:spPr>
            <a:xfrm>
              <a:off x="4008361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pg562"/>
            <p:cNvSpPr/>
            <p:nvPr/>
          </p:nvSpPr>
          <p:spPr>
            <a:xfrm>
              <a:off x="3275427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pg563"/>
            <p:cNvSpPr/>
            <p:nvPr/>
          </p:nvSpPr>
          <p:spPr>
            <a:xfrm>
              <a:off x="3356864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pg564"/>
            <p:cNvSpPr/>
            <p:nvPr/>
          </p:nvSpPr>
          <p:spPr>
            <a:xfrm>
              <a:off x="3438301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pg565"/>
            <p:cNvSpPr/>
            <p:nvPr/>
          </p:nvSpPr>
          <p:spPr>
            <a:xfrm>
              <a:off x="3519738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4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pg566"/>
            <p:cNvSpPr/>
            <p:nvPr/>
          </p:nvSpPr>
          <p:spPr>
            <a:xfrm>
              <a:off x="3601176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pg567"/>
            <p:cNvSpPr/>
            <p:nvPr/>
          </p:nvSpPr>
          <p:spPr>
            <a:xfrm>
              <a:off x="3682613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pg568"/>
            <p:cNvSpPr/>
            <p:nvPr/>
          </p:nvSpPr>
          <p:spPr>
            <a:xfrm>
              <a:off x="3764050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pg569"/>
            <p:cNvSpPr/>
            <p:nvPr/>
          </p:nvSpPr>
          <p:spPr>
            <a:xfrm>
              <a:off x="3845487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5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pg570"/>
            <p:cNvSpPr/>
            <p:nvPr/>
          </p:nvSpPr>
          <p:spPr>
            <a:xfrm>
              <a:off x="3926924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pg571"/>
            <p:cNvSpPr/>
            <p:nvPr/>
          </p:nvSpPr>
          <p:spPr>
            <a:xfrm>
              <a:off x="4008361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pg572"/>
            <p:cNvSpPr/>
            <p:nvPr/>
          </p:nvSpPr>
          <p:spPr>
            <a:xfrm>
              <a:off x="3356864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4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pg573"/>
            <p:cNvSpPr/>
            <p:nvPr/>
          </p:nvSpPr>
          <p:spPr>
            <a:xfrm>
              <a:off x="3438301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FDB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pg574"/>
            <p:cNvSpPr/>
            <p:nvPr/>
          </p:nvSpPr>
          <p:spPr>
            <a:xfrm>
              <a:off x="3519738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pg575"/>
            <p:cNvSpPr/>
            <p:nvPr/>
          </p:nvSpPr>
          <p:spPr>
            <a:xfrm>
              <a:off x="3601176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BD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pg576"/>
            <p:cNvSpPr/>
            <p:nvPr/>
          </p:nvSpPr>
          <p:spPr>
            <a:xfrm>
              <a:off x="3682613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8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pg577"/>
            <p:cNvSpPr/>
            <p:nvPr/>
          </p:nvSpPr>
          <p:spPr>
            <a:xfrm>
              <a:off x="3764050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pg578"/>
            <p:cNvSpPr/>
            <p:nvPr/>
          </p:nvSpPr>
          <p:spPr>
            <a:xfrm>
              <a:off x="3845487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pg579"/>
            <p:cNvSpPr/>
            <p:nvPr/>
          </p:nvSpPr>
          <p:spPr>
            <a:xfrm>
              <a:off x="3926924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pg580"/>
            <p:cNvSpPr/>
            <p:nvPr/>
          </p:nvSpPr>
          <p:spPr>
            <a:xfrm>
              <a:off x="4008361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pg581"/>
            <p:cNvSpPr/>
            <p:nvPr/>
          </p:nvSpPr>
          <p:spPr>
            <a:xfrm>
              <a:off x="3438301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pg582"/>
            <p:cNvSpPr/>
            <p:nvPr/>
          </p:nvSpPr>
          <p:spPr>
            <a:xfrm>
              <a:off x="3519738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pg583"/>
            <p:cNvSpPr/>
            <p:nvPr/>
          </p:nvSpPr>
          <p:spPr>
            <a:xfrm>
              <a:off x="3601176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pg584"/>
            <p:cNvSpPr/>
            <p:nvPr/>
          </p:nvSpPr>
          <p:spPr>
            <a:xfrm>
              <a:off x="3682613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CD6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pg585"/>
            <p:cNvSpPr/>
            <p:nvPr/>
          </p:nvSpPr>
          <p:spPr>
            <a:xfrm>
              <a:off x="3764050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5E8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pg586"/>
            <p:cNvSpPr/>
            <p:nvPr/>
          </p:nvSpPr>
          <p:spPr>
            <a:xfrm>
              <a:off x="3845487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pg587"/>
            <p:cNvSpPr/>
            <p:nvPr/>
          </p:nvSpPr>
          <p:spPr>
            <a:xfrm>
              <a:off x="3926924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pg588"/>
            <p:cNvSpPr/>
            <p:nvPr/>
          </p:nvSpPr>
          <p:spPr>
            <a:xfrm>
              <a:off x="4008361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pg589"/>
            <p:cNvSpPr/>
            <p:nvPr/>
          </p:nvSpPr>
          <p:spPr>
            <a:xfrm>
              <a:off x="4089798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pg590"/>
            <p:cNvSpPr/>
            <p:nvPr/>
          </p:nvSpPr>
          <p:spPr>
            <a:xfrm>
              <a:off x="3682613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5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pg591"/>
            <p:cNvSpPr/>
            <p:nvPr/>
          </p:nvSpPr>
          <p:spPr>
            <a:xfrm>
              <a:off x="3764050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pg592"/>
            <p:cNvSpPr/>
            <p:nvPr/>
          </p:nvSpPr>
          <p:spPr>
            <a:xfrm>
              <a:off x="3845487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pg593"/>
            <p:cNvSpPr/>
            <p:nvPr/>
          </p:nvSpPr>
          <p:spPr>
            <a:xfrm>
              <a:off x="3926924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pg594"/>
            <p:cNvSpPr/>
            <p:nvPr/>
          </p:nvSpPr>
          <p:spPr>
            <a:xfrm>
              <a:off x="4008361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pg595"/>
            <p:cNvSpPr/>
            <p:nvPr/>
          </p:nvSpPr>
          <p:spPr>
            <a:xfrm>
              <a:off x="4089798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pg596"/>
            <p:cNvSpPr/>
            <p:nvPr/>
          </p:nvSpPr>
          <p:spPr>
            <a:xfrm>
              <a:off x="3275427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pg597"/>
            <p:cNvSpPr/>
            <p:nvPr/>
          </p:nvSpPr>
          <p:spPr>
            <a:xfrm>
              <a:off x="3601176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pg598"/>
            <p:cNvSpPr/>
            <p:nvPr/>
          </p:nvSpPr>
          <p:spPr>
            <a:xfrm>
              <a:off x="3682613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2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pg599"/>
            <p:cNvSpPr/>
            <p:nvPr/>
          </p:nvSpPr>
          <p:spPr>
            <a:xfrm>
              <a:off x="3764050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pg600"/>
            <p:cNvSpPr/>
            <p:nvPr/>
          </p:nvSpPr>
          <p:spPr>
            <a:xfrm>
              <a:off x="3845487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pg601"/>
            <p:cNvSpPr/>
            <p:nvPr/>
          </p:nvSpPr>
          <p:spPr>
            <a:xfrm>
              <a:off x="3926924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pg602"/>
            <p:cNvSpPr/>
            <p:nvPr/>
          </p:nvSpPr>
          <p:spPr>
            <a:xfrm>
              <a:off x="4008361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pg603"/>
            <p:cNvSpPr/>
            <p:nvPr/>
          </p:nvSpPr>
          <p:spPr>
            <a:xfrm>
              <a:off x="4089798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pg604"/>
            <p:cNvSpPr/>
            <p:nvPr/>
          </p:nvSpPr>
          <p:spPr>
            <a:xfrm>
              <a:off x="3193990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pg605"/>
            <p:cNvSpPr/>
            <p:nvPr/>
          </p:nvSpPr>
          <p:spPr>
            <a:xfrm>
              <a:off x="3275427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pg606"/>
            <p:cNvSpPr/>
            <p:nvPr/>
          </p:nvSpPr>
          <p:spPr>
            <a:xfrm>
              <a:off x="3356864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pg607"/>
            <p:cNvSpPr/>
            <p:nvPr/>
          </p:nvSpPr>
          <p:spPr>
            <a:xfrm>
              <a:off x="3438301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pg608"/>
            <p:cNvSpPr/>
            <p:nvPr/>
          </p:nvSpPr>
          <p:spPr>
            <a:xfrm>
              <a:off x="3519738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pg609"/>
            <p:cNvSpPr/>
            <p:nvPr/>
          </p:nvSpPr>
          <p:spPr>
            <a:xfrm>
              <a:off x="3601176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pg610"/>
            <p:cNvSpPr/>
            <p:nvPr/>
          </p:nvSpPr>
          <p:spPr>
            <a:xfrm>
              <a:off x="3682613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AF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pg611"/>
            <p:cNvSpPr/>
            <p:nvPr/>
          </p:nvSpPr>
          <p:spPr>
            <a:xfrm>
              <a:off x="3764050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pg612"/>
            <p:cNvSpPr/>
            <p:nvPr/>
          </p:nvSpPr>
          <p:spPr>
            <a:xfrm>
              <a:off x="3845487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pg613"/>
            <p:cNvSpPr/>
            <p:nvPr/>
          </p:nvSpPr>
          <p:spPr>
            <a:xfrm>
              <a:off x="3926924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pg614"/>
            <p:cNvSpPr/>
            <p:nvPr/>
          </p:nvSpPr>
          <p:spPr>
            <a:xfrm>
              <a:off x="4008361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pg615"/>
            <p:cNvSpPr/>
            <p:nvPr/>
          </p:nvSpPr>
          <p:spPr>
            <a:xfrm>
              <a:off x="4089798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pg616"/>
            <p:cNvSpPr/>
            <p:nvPr/>
          </p:nvSpPr>
          <p:spPr>
            <a:xfrm>
              <a:off x="3112553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pg617"/>
            <p:cNvSpPr/>
            <p:nvPr/>
          </p:nvSpPr>
          <p:spPr>
            <a:xfrm>
              <a:off x="3193990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pg618"/>
            <p:cNvSpPr/>
            <p:nvPr/>
          </p:nvSpPr>
          <p:spPr>
            <a:xfrm>
              <a:off x="3275427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pg619"/>
            <p:cNvSpPr/>
            <p:nvPr/>
          </p:nvSpPr>
          <p:spPr>
            <a:xfrm>
              <a:off x="3356864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pg620"/>
            <p:cNvSpPr/>
            <p:nvPr/>
          </p:nvSpPr>
          <p:spPr>
            <a:xfrm>
              <a:off x="3438301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pg621"/>
            <p:cNvSpPr/>
            <p:nvPr/>
          </p:nvSpPr>
          <p:spPr>
            <a:xfrm>
              <a:off x="3519738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pg622"/>
            <p:cNvSpPr/>
            <p:nvPr/>
          </p:nvSpPr>
          <p:spPr>
            <a:xfrm>
              <a:off x="3601176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pg623"/>
            <p:cNvSpPr/>
            <p:nvPr/>
          </p:nvSpPr>
          <p:spPr>
            <a:xfrm>
              <a:off x="3682613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pg624"/>
            <p:cNvSpPr/>
            <p:nvPr/>
          </p:nvSpPr>
          <p:spPr>
            <a:xfrm>
              <a:off x="3764050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pg625"/>
            <p:cNvSpPr/>
            <p:nvPr/>
          </p:nvSpPr>
          <p:spPr>
            <a:xfrm>
              <a:off x="3845487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pg626"/>
            <p:cNvSpPr/>
            <p:nvPr/>
          </p:nvSpPr>
          <p:spPr>
            <a:xfrm>
              <a:off x="3926924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pg627"/>
            <p:cNvSpPr/>
            <p:nvPr/>
          </p:nvSpPr>
          <p:spPr>
            <a:xfrm>
              <a:off x="4008361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pg628"/>
            <p:cNvSpPr/>
            <p:nvPr/>
          </p:nvSpPr>
          <p:spPr>
            <a:xfrm>
              <a:off x="4089798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pg629"/>
            <p:cNvSpPr/>
            <p:nvPr/>
          </p:nvSpPr>
          <p:spPr>
            <a:xfrm>
              <a:off x="4171236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pg630"/>
            <p:cNvSpPr/>
            <p:nvPr/>
          </p:nvSpPr>
          <p:spPr>
            <a:xfrm>
              <a:off x="311255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6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pg631"/>
            <p:cNvSpPr/>
            <p:nvPr/>
          </p:nvSpPr>
          <p:spPr>
            <a:xfrm>
              <a:off x="3193990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pg632"/>
            <p:cNvSpPr/>
            <p:nvPr/>
          </p:nvSpPr>
          <p:spPr>
            <a:xfrm>
              <a:off x="3275427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pg633"/>
            <p:cNvSpPr/>
            <p:nvPr/>
          </p:nvSpPr>
          <p:spPr>
            <a:xfrm>
              <a:off x="3356864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pg634"/>
            <p:cNvSpPr/>
            <p:nvPr/>
          </p:nvSpPr>
          <p:spPr>
            <a:xfrm>
              <a:off x="3438301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pg635"/>
            <p:cNvSpPr/>
            <p:nvPr/>
          </p:nvSpPr>
          <p:spPr>
            <a:xfrm>
              <a:off x="3519738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pg636"/>
            <p:cNvSpPr/>
            <p:nvPr/>
          </p:nvSpPr>
          <p:spPr>
            <a:xfrm>
              <a:off x="3601176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pg637"/>
            <p:cNvSpPr/>
            <p:nvPr/>
          </p:nvSpPr>
          <p:spPr>
            <a:xfrm>
              <a:off x="368261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pg638"/>
            <p:cNvSpPr/>
            <p:nvPr/>
          </p:nvSpPr>
          <p:spPr>
            <a:xfrm>
              <a:off x="3764050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pg639"/>
            <p:cNvSpPr/>
            <p:nvPr/>
          </p:nvSpPr>
          <p:spPr>
            <a:xfrm>
              <a:off x="3845487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pg640"/>
            <p:cNvSpPr/>
            <p:nvPr/>
          </p:nvSpPr>
          <p:spPr>
            <a:xfrm>
              <a:off x="3926924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pg641"/>
            <p:cNvSpPr/>
            <p:nvPr/>
          </p:nvSpPr>
          <p:spPr>
            <a:xfrm>
              <a:off x="4008361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pg642"/>
            <p:cNvSpPr/>
            <p:nvPr/>
          </p:nvSpPr>
          <p:spPr>
            <a:xfrm>
              <a:off x="4089798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pg643"/>
            <p:cNvSpPr/>
            <p:nvPr/>
          </p:nvSpPr>
          <p:spPr>
            <a:xfrm>
              <a:off x="4171236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pg644"/>
            <p:cNvSpPr/>
            <p:nvPr/>
          </p:nvSpPr>
          <p:spPr>
            <a:xfrm>
              <a:off x="425267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pg645"/>
            <p:cNvSpPr/>
            <p:nvPr/>
          </p:nvSpPr>
          <p:spPr>
            <a:xfrm>
              <a:off x="3112553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pg646"/>
            <p:cNvSpPr/>
            <p:nvPr/>
          </p:nvSpPr>
          <p:spPr>
            <a:xfrm>
              <a:off x="3193990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pg647"/>
            <p:cNvSpPr/>
            <p:nvPr/>
          </p:nvSpPr>
          <p:spPr>
            <a:xfrm>
              <a:off x="3275427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pg648"/>
            <p:cNvSpPr/>
            <p:nvPr/>
          </p:nvSpPr>
          <p:spPr>
            <a:xfrm>
              <a:off x="3356864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pg649"/>
            <p:cNvSpPr/>
            <p:nvPr/>
          </p:nvSpPr>
          <p:spPr>
            <a:xfrm>
              <a:off x="3438301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pg650"/>
            <p:cNvSpPr/>
            <p:nvPr/>
          </p:nvSpPr>
          <p:spPr>
            <a:xfrm>
              <a:off x="3519738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pg651"/>
            <p:cNvSpPr/>
            <p:nvPr/>
          </p:nvSpPr>
          <p:spPr>
            <a:xfrm>
              <a:off x="3601176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pg652"/>
            <p:cNvSpPr/>
            <p:nvPr/>
          </p:nvSpPr>
          <p:spPr>
            <a:xfrm>
              <a:off x="3682613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pg653"/>
            <p:cNvSpPr/>
            <p:nvPr/>
          </p:nvSpPr>
          <p:spPr>
            <a:xfrm>
              <a:off x="3764050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pg654"/>
            <p:cNvSpPr/>
            <p:nvPr/>
          </p:nvSpPr>
          <p:spPr>
            <a:xfrm>
              <a:off x="3845487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pg655"/>
            <p:cNvSpPr/>
            <p:nvPr/>
          </p:nvSpPr>
          <p:spPr>
            <a:xfrm>
              <a:off x="3926924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pg656"/>
            <p:cNvSpPr/>
            <p:nvPr/>
          </p:nvSpPr>
          <p:spPr>
            <a:xfrm>
              <a:off x="4008361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pg657"/>
            <p:cNvSpPr/>
            <p:nvPr/>
          </p:nvSpPr>
          <p:spPr>
            <a:xfrm>
              <a:off x="4089798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pg658"/>
            <p:cNvSpPr/>
            <p:nvPr/>
          </p:nvSpPr>
          <p:spPr>
            <a:xfrm>
              <a:off x="4171236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pg659"/>
            <p:cNvSpPr/>
            <p:nvPr/>
          </p:nvSpPr>
          <p:spPr>
            <a:xfrm>
              <a:off x="4252673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pg660"/>
            <p:cNvSpPr/>
            <p:nvPr/>
          </p:nvSpPr>
          <p:spPr>
            <a:xfrm>
              <a:off x="5284534" y="1853932"/>
              <a:ext cx="27605" cy="141906"/>
            </a:xfrm>
            <a:custGeom>
              <a:avLst/>
              <a:gdLst/>
              <a:ahLst/>
              <a:cxnLst/>
              <a:rect l="0" t="0" r="0" b="0"/>
              <a:pathLst>
                <a:path w="27605" h="141906">
                  <a:moveTo>
                    <a:pt x="25965" y="15142"/>
                  </a:moveTo>
                  <a:lnTo>
                    <a:pt x="3001" y="141906"/>
                  </a:lnTo>
                  <a:lnTo>
                    <a:pt x="0" y="103414"/>
                  </a:lnTo>
                  <a:lnTo>
                    <a:pt x="9634" y="0"/>
                  </a:lnTo>
                  <a:lnTo>
                    <a:pt x="2760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pg661"/>
            <p:cNvSpPr/>
            <p:nvPr/>
          </p:nvSpPr>
          <p:spPr>
            <a:xfrm>
              <a:off x="4217860" y="1853932"/>
              <a:ext cx="1042192" cy="937770"/>
            </a:xfrm>
            <a:custGeom>
              <a:avLst/>
              <a:gdLst/>
              <a:ahLst/>
              <a:cxnLst/>
              <a:rect l="0" t="0" r="0" b="0"/>
              <a:pathLst>
                <a:path w="1042192" h="937770">
                  <a:moveTo>
                    <a:pt x="1041757" y="966"/>
                  </a:moveTo>
                  <a:lnTo>
                    <a:pt x="998433" y="199714"/>
                  </a:lnTo>
                  <a:lnTo>
                    <a:pt x="938872" y="305648"/>
                  </a:lnTo>
                  <a:lnTo>
                    <a:pt x="884012" y="378917"/>
                  </a:lnTo>
                  <a:lnTo>
                    <a:pt x="827417" y="366805"/>
                  </a:lnTo>
                  <a:lnTo>
                    <a:pt x="840146" y="425026"/>
                  </a:lnTo>
                  <a:lnTo>
                    <a:pt x="824596" y="455352"/>
                  </a:lnTo>
                  <a:lnTo>
                    <a:pt x="811288" y="518619"/>
                  </a:lnTo>
                  <a:lnTo>
                    <a:pt x="777548" y="560552"/>
                  </a:lnTo>
                  <a:lnTo>
                    <a:pt x="745832" y="556515"/>
                  </a:lnTo>
                  <a:lnTo>
                    <a:pt x="700266" y="585419"/>
                  </a:lnTo>
                  <a:lnTo>
                    <a:pt x="682293" y="607532"/>
                  </a:lnTo>
                  <a:lnTo>
                    <a:pt x="680955" y="649879"/>
                  </a:lnTo>
                  <a:lnTo>
                    <a:pt x="650470" y="687132"/>
                  </a:lnTo>
                  <a:lnTo>
                    <a:pt x="540461" y="880650"/>
                  </a:lnTo>
                  <a:lnTo>
                    <a:pt x="444953" y="937770"/>
                  </a:lnTo>
                  <a:lnTo>
                    <a:pt x="422098" y="929465"/>
                  </a:lnTo>
                  <a:lnTo>
                    <a:pt x="447268" y="838120"/>
                  </a:lnTo>
                  <a:lnTo>
                    <a:pt x="464518" y="745766"/>
                  </a:lnTo>
                  <a:lnTo>
                    <a:pt x="406548" y="705576"/>
                  </a:lnTo>
                  <a:lnTo>
                    <a:pt x="351073" y="684334"/>
                  </a:lnTo>
                  <a:lnTo>
                    <a:pt x="287426" y="687132"/>
                  </a:lnTo>
                  <a:lnTo>
                    <a:pt x="217124" y="615332"/>
                  </a:lnTo>
                  <a:lnTo>
                    <a:pt x="126499" y="563121"/>
                  </a:lnTo>
                  <a:lnTo>
                    <a:pt x="0" y="421860"/>
                  </a:lnTo>
                  <a:lnTo>
                    <a:pt x="3688" y="382679"/>
                  </a:lnTo>
                  <a:lnTo>
                    <a:pt x="506" y="316935"/>
                  </a:lnTo>
                  <a:lnTo>
                    <a:pt x="38947" y="213064"/>
                  </a:lnTo>
                  <a:lnTo>
                    <a:pt x="75798" y="140438"/>
                  </a:lnTo>
                  <a:lnTo>
                    <a:pt x="126680" y="102817"/>
                  </a:lnTo>
                  <a:lnTo>
                    <a:pt x="274335" y="64508"/>
                  </a:lnTo>
                  <a:lnTo>
                    <a:pt x="311366" y="6884"/>
                  </a:lnTo>
                  <a:lnTo>
                    <a:pt x="314479" y="0"/>
                  </a:lnTo>
                  <a:lnTo>
                    <a:pt x="1042192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pg662"/>
            <p:cNvSpPr/>
            <p:nvPr/>
          </p:nvSpPr>
          <p:spPr>
            <a:xfrm>
              <a:off x="2490532" y="1853932"/>
              <a:ext cx="2088998" cy="3682871"/>
            </a:xfrm>
            <a:custGeom>
              <a:avLst/>
              <a:gdLst/>
              <a:ahLst/>
              <a:cxnLst/>
              <a:rect l="0" t="0" r="0" b="0"/>
              <a:pathLst>
                <a:path w="2088998" h="3682871">
                  <a:moveTo>
                    <a:pt x="1987487" y="41706"/>
                  </a:moveTo>
                  <a:lnTo>
                    <a:pt x="1877912" y="69968"/>
                  </a:lnTo>
                  <a:lnTo>
                    <a:pt x="1818858" y="101074"/>
                  </a:lnTo>
                  <a:lnTo>
                    <a:pt x="1771628" y="148650"/>
                  </a:lnTo>
                  <a:lnTo>
                    <a:pt x="1743674" y="208385"/>
                  </a:lnTo>
                  <a:lnTo>
                    <a:pt x="1680388" y="280369"/>
                  </a:lnTo>
                  <a:lnTo>
                    <a:pt x="1684836" y="328588"/>
                  </a:lnTo>
                  <a:lnTo>
                    <a:pt x="1695432" y="362859"/>
                  </a:lnTo>
                  <a:lnTo>
                    <a:pt x="1690550" y="434293"/>
                  </a:lnTo>
                  <a:lnTo>
                    <a:pt x="1730583" y="503937"/>
                  </a:lnTo>
                  <a:lnTo>
                    <a:pt x="1809961" y="618039"/>
                  </a:lnTo>
                  <a:lnTo>
                    <a:pt x="1825114" y="795269"/>
                  </a:lnTo>
                  <a:lnTo>
                    <a:pt x="1885687" y="913867"/>
                  </a:lnTo>
                  <a:lnTo>
                    <a:pt x="1978519" y="1052146"/>
                  </a:lnTo>
                  <a:lnTo>
                    <a:pt x="2049905" y="1091464"/>
                  </a:lnTo>
                  <a:lnTo>
                    <a:pt x="2053377" y="1142895"/>
                  </a:lnTo>
                  <a:lnTo>
                    <a:pt x="2020432" y="1227817"/>
                  </a:lnTo>
                  <a:lnTo>
                    <a:pt x="1977000" y="1266630"/>
                  </a:lnTo>
                  <a:lnTo>
                    <a:pt x="2033487" y="1258877"/>
                  </a:lnTo>
                  <a:lnTo>
                    <a:pt x="2061622" y="1278284"/>
                  </a:lnTo>
                  <a:lnTo>
                    <a:pt x="2088998" y="1349121"/>
                  </a:lnTo>
                  <a:lnTo>
                    <a:pt x="2086864" y="1421426"/>
                  </a:lnTo>
                  <a:lnTo>
                    <a:pt x="2077606" y="1462167"/>
                  </a:lnTo>
                  <a:lnTo>
                    <a:pt x="2060501" y="1478408"/>
                  </a:lnTo>
                  <a:lnTo>
                    <a:pt x="2061224" y="1436796"/>
                  </a:lnTo>
                  <a:lnTo>
                    <a:pt x="2049110" y="1422344"/>
                  </a:lnTo>
                  <a:lnTo>
                    <a:pt x="2029111" y="1440374"/>
                  </a:lnTo>
                  <a:lnTo>
                    <a:pt x="2016165" y="1460928"/>
                  </a:lnTo>
                  <a:lnTo>
                    <a:pt x="2010776" y="1541905"/>
                  </a:lnTo>
                  <a:lnTo>
                    <a:pt x="1997071" y="1582370"/>
                  </a:lnTo>
                  <a:lnTo>
                    <a:pt x="1948612" y="1594390"/>
                  </a:lnTo>
                  <a:lnTo>
                    <a:pt x="1899466" y="1700646"/>
                  </a:lnTo>
                  <a:lnTo>
                    <a:pt x="1853755" y="1760931"/>
                  </a:lnTo>
                  <a:lnTo>
                    <a:pt x="1673879" y="2168566"/>
                  </a:lnTo>
                  <a:lnTo>
                    <a:pt x="1680750" y="2236697"/>
                  </a:lnTo>
                  <a:lnTo>
                    <a:pt x="1647841" y="2258627"/>
                  </a:lnTo>
                  <a:lnTo>
                    <a:pt x="1598008" y="2276474"/>
                  </a:lnTo>
                  <a:lnTo>
                    <a:pt x="1547596" y="2317214"/>
                  </a:lnTo>
                  <a:lnTo>
                    <a:pt x="1514145" y="2362130"/>
                  </a:lnTo>
                  <a:lnTo>
                    <a:pt x="1483081" y="2482929"/>
                  </a:lnTo>
                  <a:lnTo>
                    <a:pt x="1423556" y="2618915"/>
                  </a:lnTo>
                  <a:lnTo>
                    <a:pt x="1386416" y="2562254"/>
                  </a:lnTo>
                  <a:lnTo>
                    <a:pt x="1376905" y="2513760"/>
                  </a:lnTo>
                  <a:lnTo>
                    <a:pt x="1393432" y="2387272"/>
                  </a:lnTo>
                  <a:lnTo>
                    <a:pt x="1457803" y="2179898"/>
                  </a:lnTo>
                  <a:lnTo>
                    <a:pt x="1528719" y="2050978"/>
                  </a:lnTo>
                  <a:lnTo>
                    <a:pt x="1582819" y="1989868"/>
                  </a:lnTo>
                  <a:lnTo>
                    <a:pt x="1627300" y="1865306"/>
                  </a:lnTo>
                  <a:lnTo>
                    <a:pt x="1571103" y="1846725"/>
                  </a:lnTo>
                  <a:lnTo>
                    <a:pt x="1485432" y="1848744"/>
                  </a:lnTo>
                  <a:lnTo>
                    <a:pt x="1501560" y="1791257"/>
                  </a:lnTo>
                  <a:lnTo>
                    <a:pt x="1526549" y="1740607"/>
                  </a:lnTo>
                  <a:lnTo>
                    <a:pt x="1481888" y="1690140"/>
                  </a:lnTo>
                  <a:lnTo>
                    <a:pt x="1455452" y="1683717"/>
                  </a:lnTo>
                  <a:lnTo>
                    <a:pt x="1428221" y="1663025"/>
                  </a:lnTo>
                  <a:lnTo>
                    <a:pt x="1460153" y="1621000"/>
                  </a:lnTo>
                  <a:lnTo>
                    <a:pt x="1475740" y="1576589"/>
                  </a:lnTo>
                  <a:lnTo>
                    <a:pt x="1466229" y="1522544"/>
                  </a:lnTo>
                  <a:lnTo>
                    <a:pt x="1479609" y="1481849"/>
                  </a:lnTo>
                  <a:lnTo>
                    <a:pt x="1457296" y="1487997"/>
                  </a:lnTo>
                  <a:lnTo>
                    <a:pt x="1421422" y="1531077"/>
                  </a:lnTo>
                  <a:lnTo>
                    <a:pt x="1399110" y="1548282"/>
                  </a:lnTo>
                  <a:lnTo>
                    <a:pt x="1385512" y="1510156"/>
                  </a:lnTo>
                  <a:lnTo>
                    <a:pt x="1369998" y="1518782"/>
                  </a:lnTo>
                  <a:lnTo>
                    <a:pt x="1359909" y="1544979"/>
                  </a:lnTo>
                  <a:lnTo>
                    <a:pt x="1337017" y="1559385"/>
                  </a:lnTo>
                  <a:lnTo>
                    <a:pt x="1288667" y="1523553"/>
                  </a:lnTo>
                  <a:lnTo>
                    <a:pt x="1218184" y="1482537"/>
                  </a:lnTo>
                  <a:lnTo>
                    <a:pt x="1178947" y="1411975"/>
                  </a:lnTo>
                  <a:lnTo>
                    <a:pt x="1156562" y="1357287"/>
                  </a:lnTo>
                  <a:lnTo>
                    <a:pt x="1179309" y="1258326"/>
                  </a:lnTo>
                  <a:lnTo>
                    <a:pt x="1228021" y="1240755"/>
                  </a:lnTo>
                  <a:lnTo>
                    <a:pt x="1291307" y="1256812"/>
                  </a:lnTo>
                  <a:lnTo>
                    <a:pt x="1374265" y="1256675"/>
                  </a:lnTo>
                  <a:lnTo>
                    <a:pt x="1362404" y="1234699"/>
                  </a:lnTo>
                  <a:lnTo>
                    <a:pt x="1332786" y="1238323"/>
                  </a:lnTo>
                  <a:lnTo>
                    <a:pt x="1245343" y="1158035"/>
                  </a:lnTo>
                  <a:lnTo>
                    <a:pt x="1217208" y="1109541"/>
                  </a:lnTo>
                  <a:lnTo>
                    <a:pt x="1168821" y="1096236"/>
                  </a:lnTo>
                  <a:lnTo>
                    <a:pt x="1146762" y="1142849"/>
                  </a:lnTo>
                  <a:lnTo>
                    <a:pt x="1122279" y="1155236"/>
                  </a:lnTo>
                  <a:lnTo>
                    <a:pt x="1152512" y="1053247"/>
                  </a:lnTo>
                  <a:lnTo>
                    <a:pt x="1192038" y="1049072"/>
                  </a:lnTo>
                  <a:lnTo>
                    <a:pt x="1250406" y="1020811"/>
                  </a:lnTo>
                  <a:lnTo>
                    <a:pt x="1233445" y="961764"/>
                  </a:lnTo>
                  <a:lnTo>
                    <a:pt x="1196595" y="935934"/>
                  </a:lnTo>
                  <a:lnTo>
                    <a:pt x="1130054" y="968325"/>
                  </a:lnTo>
                  <a:lnTo>
                    <a:pt x="1130850" y="926804"/>
                  </a:lnTo>
                  <a:lnTo>
                    <a:pt x="1143326" y="873631"/>
                  </a:lnTo>
                  <a:lnTo>
                    <a:pt x="1193485" y="873814"/>
                  </a:lnTo>
                  <a:lnTo>
                    <a:pt x="1237423" y="891156"/>
                  </a:lnTo>
                  <a:lnTo>
                    <a:pt x="1274816" y="805271"/>
                  </a:lnTo>
                  <a:lnTo>
                    <a:pt x="1276480" y="766916"/>
                  </a:lnTo>
                  <a:lnTo>
                    <a:pt x="1214351" y="822659"/>
                  </a:lnTo>
                  <a:lnTo>
                    <a:pt x="1200392" y="702410"/>
                  </a:lnTo>
                  <a:lnTo>
                    <a:pt x="1261544" y="586428"/>
                  </a:lnTo>
                  <a:lnTo>
                    <a:pt x="1319876" y="535869"/>
                  </a:lnTo>
                  <a:lnTo>
                    <a:pt x="1392745" y="537337"/>
                  </a:lnTo>
                  <a:lnTo>
                    <a:pt x="1466807" y="529171"/>
                  </a:lnTo>
                  <a:lnTo>
                    <a:pt x="1420338" y="507929"/>
                  </a:lnTo>
                  <a:lnTo>
                    <a:pt x="1372638" y="496413"/>
                  </a:lnTo>
                  <a:lnTo>
                    <a:pt x="1408476" y="450580"/>
                  </a:lnTo>
                  <a:lnTo>
                    <a:pt x="1439034" y="442368"/>
                  </a:lnTo>
                  <a:lnTo>
                    <a:pt x="1469050" y="402407"/>
                  </a:lnTo>
                  <a:lnTo>
                    <a:pt x="1396868" y="408326"/>
                  </a:lnTo>
                  <a:lnTo>
                    <a:pt x="1405366" y="332717"/>
                  </a:lnTo>
                  <a:lnTo>
                    <a:pt x="1370287" y="348086"/>
                  </a:lnTo>
                  <a:lnTo>
                    <a:pt x="1328302" y="355198"/>
                  </a:lnTo>
                  <a:lnTo>
                    <a:pt x="1311956" y="387267"/>
                  </a:lnTo>
                  <a:lnTo>
                    <a:pt x="1315175" y="440533"/>
                  </a:lnTo>
                  <a:lnTo>
                    <a:pt x="1302915" y="475492"/>
                  </a:lnTo>
                  <a:lnTo>
                    <a:pt x="1270260" y="503570"/>
                  </a:lnTo>
                  <a:lnTo>
                    <a:pt x="1215111" y="525455"/>
                  </a:lnTo>
                  <a:lnTo>
                    <a:pt x="1209758" y="487513"/>
                  </a:lnTo>
                  <a:lnTo>
                    <a:pt x="1191532" y="470308"/>
                  </a:lnTo>
                  <a:lnTo>
                    <a:pt x="1184733" y="551560"/>
                  </a:lnTo>
                  <a:lnTo>
                    <a:pt x="1170268" y="579179"/>
                  </a:lnTo>
                  <a:lnTo>
                    <a:pt x="1129946" y="502928"/>
                  </a:lnTo>
                  <a:lnTo>
                    <a:pt x="1117831" y="518298"/>
                  </a:lnTo>
                  <a:lnTo>
                    <a:pt x="1119386" y="539952"/>
                  </a:lnTo>
                  <a:lnTo>
                    <a:pt x="1109080" y="577390"/>
                  </a:lnTo>
                  <a:lnTo>
                    <a:pt x="1074507" y="596888"/>
                  </a:lnTo>
                  <a:lnTo>
                    <a:pt x="1076641" y="644878"/>
                  </a:lnTo>
                  <a:lnTo>
                    <a:pt x="1063225" y="671029"/>
                  </a:lnTo>
                  <a:lnTo>
                    <a:pt x="952492" y="629371"/>
                  </a:lnTo>
                  <a:lnTo>
                    <a:pt x="949889" y="643501"/>
                  </a:lnTo>
                  <a:lnTo>
                    <a:pt x="1012524" y="733333"/>
                  </a:lnTo>
                  <a:lnTo>
                    <a:pt x="1058270" y="764026"/>
                  </a:lnTo>
                  <a:lnTo>
                    <a:pt x="1063839" y="813024"/>
                  </a:lnTo>
                  <a:lnTo>
                    <a:pt x="1024566" y="853673"/>
                  </a:lnTo>
                  <a:lnTo>
                    <a:pt x="970393" y="818576"/>
                  </a:lnTo>
                  <a:lnTo>
                    <a:pt x="961280" y="821145"/>
                  </a:lnTo>
                  <a:lnTo>
                    <a:pt x="990717" y="881338"/>
                  </a:lnTo>
                  <a:lnTo>
                    <a:pt x="1009269" y="933916"/>
                  </a:lnTo>
                  <a:lnTo>
                    <a:pt x="990175" y="977960"/>
                  </a:lnTo>
                  <a:lnTo>
                    <a:pt x="993140" y="1032189"/>
                  </a:lnTo>
                  <a:lnTo>
                    <a:pt x="989017" y="1081371"/>
                  </a:lnTo>
                  <a:lnTo>
                    <a:pt x="977337" y="1124268"/>
                  </a:lnTo>
                  <a:lnTo>
                    <a:pt x="1003663" y="1322006"/>
                  </a:lnTo>
                  <a:lnTo>
                    <a:pt x="1035379" y="1375777"/>
                  </a:lnTo>
                  <a:lnTo>
                    <a:pt x="1066552" y="1427207"/>
                  </a:lnTo>
                  <a:lnTo>
                    <a:pt x="1083078" y="1475334"/>
                  </a:lnTo>
                  <a:lnTo>
                    <a:pt x="1049989" y="1482354"/>
                  </a:lnTo>
                  <a:lnTo>
                    <a:pt x="997299" y="1442760"/>
                  </a:lnTo>
                  <a:lnTo>
                    <a:pt x="951010" y="1412572"/>
                  </a:lnTo>
                  <a:lnTo>
                    <a:pt x="895861" y="1316042"/>
                  </a:lnTo>
                  <a:lnTo>
                    <a:pt x="886747" y="1277504"/>
                  </a:lnTo>
                  <a:lnTo>
                    <a:pt x="873295" y="1247040"/>
                  </a:lnTo>
                  <a:lnTo>
                    <a:pt x="879804" y="1317006"/>
                  </a:lnTo>
                  <a:lnTo>
                    <a:pt x="899477" y="1395138"/>
                  </a:lnTo>
                  <a:lnTo>
                    <a:pt x="1072193" y="1569983"/>
                  </a:lnTo>
                  <a:lnTo>
                    <a:pt x="1104089" y="1637058"/>
                  </a:lnTo>
                  <a:lnTo>
                    <a:pt x="1128391" y="1689773"/>
                  </a:lnTo>
                  <a:lnTo>
                    <a:pt x="1122279" y="1740286"/>
                  </a:lnTo>
                  <a:lnTo>
                    <a:pt x="1077256" y="1704546"/>
                  </a:lnTo>
                  <a:lnTo>
                    <a:pt x="1038416" y="1658988"/>
                  </a:lnTo>
                  <a:lnTo>
                    <a:pt x="935315" y="1607512"/>
                  </a:lnTo>
                  <a:lnTo>
                    <a:pt x="805308" y="1574983"/>
                  </a:lnTo>
                  <a:lnTo>
                    <a:pt x="732004" y="1455331"/>
                  </a:lnTo>
                  <a:lnTo>
                    <a:pt x="732258" y="1505247"/>
                  </a:lnTo>
                  <a:lnTo>
                    <a:pt x="715984" y="1547594"/>
                  </a:lnTo>
                  <a:lnTo>
                    <a:pt x="671178" y="1495980"/>
                  </a:lnTo>
                  <a:lnTo>
                    <a:pt x="642934" y="1451936"/>
                  </a:lnTo>
                  <a:lnTo>
                    <a:pt x="633459" y="1403671"/>
                  </a:lnTo>
                  <a:lnTo>
                    <a:pt x="577515" y="1406974"/>
                  </a:lnTo>
                  <a:lnTo>
                    <a:pt x="518858" y="1448908"/>
                  </a:lnTo>
                  <a:lnTo>
                    <a:pt x="462117" y="1438952"/>
                  </a:lnTo>
                  <a:lnTo>
                    <a:pt x="455391" y="1357104"/>
                  </a:lnTo>
                  <a:lnTo>
                    <a:pt x="470724" y="1313748"/>
                  </a:lnTo>
                  <a:lnTo>
                    <a:pt x="534408" y="1211209"/>
                  </a:lnTo>
                  <a:lnTo>
                    <a:pt x="594403" y="1158861"/>
                  </a:lnTo>
                  <a:lnTo>
                    <a:pt x="620875" y="1091281"/>
                  </a:lnTo>
                  <a:lnTo>
                    <a:pt x="611834" y="986493"/>
                  </a:lnTo>
                  <a:lnTo>
                    <a:pt x="600551" y="1093116"/>
                  </a:lnTo>
                  <a:lnTo>
                    <a:pt x="566268" y="1145969"/>
                  </a:lnTo>
                  <a:lnTo>
                    <a:pt x="512384" y="1186342"/>
                  </a:lnTo>
                  <a:lnTo>
                    <a:pt x="441468" y="1258280"/>
                  </a:lnTo>
                  <a:lnTo>
                    <a:pt x="424146" y="1324805"/>
                  </a:lnTo>
                  <a:lnTo>
                    <a:pt x="402014" y="1449367"/>
                  </a:lnTo>
                  <a:lnTo>
                    <a:pt x="431957" y="1491529"/>
                  </a:lnTo>
                  <a:lnTo>
                    <a:pt x="462551" y="1502540"/>
                  </a:lnTo>
                  <a:lnTo>
                    <a:pt x="552924" y="1474279"/>
                  </a:lnTo>
                  <a:lnTo>
                    <a:pt x="599683" y="1486896"/>
                  </a:lnTo>
                  <a:lnTo>
                    <a:pt x="703689" y="1636874"/>
                  </a:lnTo>
                  <a:lnTo>
                    <a:pt x="897343" y="1696196"/>
                  </a:lnTo>
                  <a:lnTo>
                    <a:pt x="967970" y="1733266"/>
                  </a:lnTo>
                  <a:lnTo>
                    <a:pt x="1025542" y="1811536"/>
                  </a:lnTo>
                  <a:lnTo>
                    <a:pt x="1112081" y="1856589"/>
                  </a:lnTo>
                  <a:lnTo>
                    <a:pt x="1179237" y="1922058"/>
                  </a:lnTo>
                  <a:lnTo>
                    <a:pt x="1181045" y="1964772"/>
                  </a:lnTo>
                  <a:lnTo>
                    <a:pt x="1157792" y="2015285"/>
                  </a:lnTo>
                  <a:lnTo>
                    <a:pt x="1148606" y="2083644"/>
                  </a:lnTo>
                  <a:lnTo>
                    <a:pt x="1120073" y="2126771"/>
                  </a:lnTo>
                  <a:lnTo>
                    <a:pt x="1051580" y="2131726"/>
                  </a:lnTo>
                  <a:lnTo>
                    <a:pt x="1010209" y="2120623"/>
                  </a:lnTo>
                  <a:lnTo>
                    <a:pt x="787804" y="1880308"/>
                  </a:lnTo>
                  <a:lnTo>
                    <a:pt x="761261" y="1858195"/>
                  </a:lnTo>
                  <a:lnTo>
                    <a:pt x="678772" y="1732349"/>
                  </a:lnTo>
                  <a:lnTo>
                    <a:pt x="581999" y="1664952"/>
                  </a:lnTo>
                  <a:lnTo>
                    <a:pt x="552056" y="1666374"/>
                  </a:lnTo>
                  <a:lnTo>
                    <a:pt x="689802" y="1791028"/>
                  </a:lnTo>
                  <a:lnTo>
                    <a:pt x="746036" y="1878198"/>
                  </a:lnTo>
                  <a:lnTo>
                    <a:pt x="845087" y="2000420"/>
                  </a:lnTo>
                  <a:lnTo>
                    <a:pt x="915895" y="2052171"/>
                  </a:lnTo>
                  <a:lnTo>
                    <a:pt x="968006" y="2132918"/>
                  </a:lnTo>
                  <a:lnTo>
                    <a:pt x="1016429" y="2170769"/>
                  </a:lnTo>
                  <a:lnTo>
                    <a:pt x="1148642" y="2224676"/>
                  </a:lnTo>
                  <a:lnTo>
                    <a:pt x="1102679" y="2263398"/>
                  </a:lnTo>
                  <a:lnTo>
                    <a:pt x="1176054" y="2296385"/>
                  </a:lnTo>
                  <a:lnTo>
                    <a:pt x="1186542" y="2357037"/>
                  </a:lnTo>
                  <a:lnTo>
                    <a:pt x="1179815" y="2426177"/>
                  </a:lnTo>
                  <a:lnTo>
                    <a:pt x="1077979" y="2398833"/>
                  </a:lnTo>
                  <a:lnTo>
                    <a:pt x="1074652" y="2449759"/>
                  </a:lnTo>
                  <a:lnTo>
                    <a:pt x="1083765" y="2479810"/>
                  </a:lnTo>
                  <a:lnTo>
                    <a:pt x="1038778" y="2504630"/>
                  </a:lnTo>
                  <a:lnTo>
                    <a:pt x="976216" y="2470955"/>
                  </a:lnTo>
                  <a:lnTo>
                    <a:pt x="813770" y="2286751"/>
                  </a:lnTo>
                  <a:lnTo>
                    <a:pt x="815144" y="2311388"/>
                  </a:lnTo>
                  <a:lnTo>
                    <a:pt x="828307" y="2339970"/>
                  </a:lnTo>
                  <a:lnTo>
                    <a:pt x="922513" y="2458568"/>
                  </a:lnTo>
                  <a:lnTo>
                    <a:pt x="1006593" y="2529680"/>
                  </a:lnTo>
                  <a:lnTo>
                    <a:pt x="1077871" y="2561796"/>
                  </a:lnTo>
                  <a:lnTo>
                    <a:pt x="1132803" y="2621392"/>
                  </a:lnTo>
                  <a:lnTo>
                    <a:pt x="1152186" y="2657453"/>
                  </a:lnTo>
                  <a:lnTo>
                    <a:pt x="1165133" y="2712141"/>
                  </a:lnTo>
                  <a:lnTo>
                    <a:pt x="1124413" y="2749303"/>
                  </a:lnTo>
                  <a:lnTo>
                    <a:pt x="1078051" y="2769811"/>
                  </a:lnTo>
                  <a:lnTo>
                    <a:pt x="1032775" y="2732741"/>
                  </a:lnTo>
                  <a:lnTo>
                    <a:pt x="999577" y="2693698"/>
                  </a:lnTo>
                  <a:lnTo>
                    <a:pt x="928878" y="2627403"/>
                  </a:lnTo>
                  <a:lnTo>
                    <a:pt x="907686" y="2553308"/>
                  </a:lnTo>
                  <a:lnTo>
                    <a:pt x="853911" y="2557116"/>
                  </a:lnTo>
                  <a:lnTo>
                    <a:pt x="629156" y="2463156"/>
                  </a:lnTo>
                  <a:lnTo>
                    <a:pt x="448520" y="2452328"/>
                  </a:lnTo>
                  <a:lnTo>
                    <a:pt x="466168" y="2471230"/>
                  </a:lnTo>
                  <a:lnTo>
                    <a:pt x="489023" y="2483801"/>
                  </a:lnTo>
                  <a:lnTo>
                    <a:pt x="632881" y="2506970"/>
                  </a:lnTo>
                  <a:lnTo>
                    <a:pt x="689730" y="2550234"/>
                  </a:lnTo>
                  <a:lnTo>
                    <a:pt x="808056" y="2588635"/>
                  </a:lnTo>
                  <a:lnTo>
                    <a:pt x="877345" y="2599141"/>
                  </a:lnTo>
                  <a:lnTo>
                    <a:pt x="905444" y="2717096"/>
                  </a:lnTo>
                  <a:lnTo>
                    <a:pt x="1001204" y="2798256"/>
                  </a:lnTo>
                  <a:lnTo>
                    <a:pt x="1013645" y="2858403"/>
                  </a:lnTo>
                  <a:lnTo>
                    <a:pt x="1079028" y="2865148"/>
                  </a:lnTo>
                  <a:lnTo>
                    <a:pt x="1194063" y="2806147"/>
                  </a:lnTo>
                  <a:lnTo>
                    <a:pt x="1268307" y="2826839"/>
                  </a:lnTo>
                  <a:lnTo>
                    <a:pt x="1375386" y="2843722"/>
                  </a:lnTo>
                  <a:lnTo>
                    <a:pt x="1399869" y="2891345"/>
                  </a:lnTo>
                  <a:lnTo>
                    <a:pt x="1418240" y="2981956"/>
                  </a:lnTo>
                  <a:lnTo>
                    <a:pt x="1456103" y="3083899"/>
                  </a:lnTo>
                  <a:lnTo>
                    <a:pt x="1554287" y="3485845"/>
                  </a:lnTo>
                  <a:lnTo>
                    <a:pt x="1642687" y="3682871"/>
                  </a:lnTo>
                  <a:lnTo>
                    <a:pt x="1615976" y="3682871"/>
                  </a:lnTo>
                  <a:lnTo>
                    <a:pt x="1576238" y="3603800"/>
                  </a:lnTo>
                  <a:lnTo>
                    <a:pt x="1515845" y="3446573"/>
                  </a:lnTo>
                  <a:lnTo>
                    <a:pt x="1453789" y="3168959"/>
                  </a:lnTo>
                  <a:lnTo>
                    <a:pt x="1435779" y="3106793"/>
                  </a:lnTo>
                  <a:lnTo>
                    <a:pt x="1414588" y="3081972"/>
                  </a:lnTo>
                  <a:lnTo>
                    <a:pt x="1400629" y="3102159"/>
                  </a:lnTo>
                  <a:lnTo>
                    <a:pt x="1394625" y="3137532"/>
                  </a:lnTo>
                  <a:lnTo>
                    <a:pt x="1404751" y="3164692"/>
                  </a:lnTo>
                  <a:lnTo>
                    <a:pt x="1380305" y="3256083"/>
                  </a:lnTo>
                  <a:lnTo>
                    <a:pt x="1390901" y="3298016"/>
                  </a:lnTo>
                  <a:lnTo>
                    <a:pt x="1430608" y="3341372"/>
                  </a:lnTo>
                  <a:lnTo>
                    <a:pt x="1473751" y="3449555"/>
                  </a:lnTo>
                  <a:lnTo>
                    <a:pt x="1508214" y="3595221"/>
                  </a:lnTo>
                  <a:lnTo>
                    <a:pt x="1461600" y="3536174"/>
                  </a:lnTo>
                  <a:lnTo>
                    <a:pt x="1411839" y="3504885"/>
                  </a:lnTo>
                  <a:lnTo>
                    <a:pt x="1334413" y="3480890"/>
                  </a:lnTo>
                  <a:lnTo>
                    <a:pt x="1265450" y="3438819"/>
                  </a:lnTo>
                  <a:lnTo>
                    <a:pt x="1270477" y="3499150"/>
                  </a:lnTo>
                  <a:lnTo>
                    <a:pt x="1263859" y="3564298"/>
                  </a:lnTo>
                  <a:lnTo>
                    <a:pt x="1210699" y="3544433"/>
                  </a:lnTo>
                  <a:lnTo>
                    <a:pt x="1174535" y="3522824"/>
                  </a:lnTo>
                  <a:lnTo>
                    <a:pt x="1206540" y="3592239"/>
                  </a:lnTo>
                  <a:lnTo>
                    <a:pt x="1137070" y="3571410"/>
                  </a:lnTo>
                  <a:lnTo>
                    <a:pt x="1090781" y="3575768"/>
                  </a:lnTo>
                  <a:lnTo>
                    <a:pt x="1060693" y="3637384"/>
                  </a:lnTo>
                  <a:lnTo>
                    <a:pt x="1020335" y="3674775"/>
                  </a:lnTo>
                  <a:lnTo>
                    <a:pt x="980297" y="3682871"/>
                  </a:lnTo>
                  <a:lnTo>
                    <a:pt x="954427" y="3682871"/>
                  </a:lnTo>
                  <a:lnTo>
                    <a:pt x="872137" y="3630502"/>
                  </a:lnTo>
                  <a:lnTo>
                    <a:pt x="843460" y="3562096"/>
                  </a:lnTo>
                  <a:lnTo>
                    <a:pt x="831598" y="3485937"/>
                  </a:lnTo>
                  <a:lnTo>
                    <a:pt x="826861" y="3575997"/>
                  </a:lnTo>
                  <a:lnTo>
                    <a:pt x="842628" y="3669774"/>
                  </a:lnTo>
                  <a:lnTo>
                    <a:pt x="841612" y="3682871"/>
                  </a:lnTo>
                  <a:lnTo>
                    <a:pt x="0" y="3682871"/>
                  </a:lnTo>
                  <a:lnTo>
                    <a:pt x="0" y="0"/>
                  </a:lnTo>
                  <a:lnTo>
                    <a:pt x="2024089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pg663"/>
            <p:cNvSpPr/>
            <p:nvPr/>
          </p:nvSpPr>
          <p:spPr>
            <a:xfrm>
              <a:off x="5159228" y="2035019"/>
              <a:ext cx="108453" cy="203932"/>
            </a:xfrm>
            <a:custGeom>
              <a:avLst/>
              <a:gdLst/>
              <a:ahLst/>
              <a:cxnLst/>
              <a:rect l="0" t="0" r="0" b="0"/>
              <a:pathLst>
                <a:path w="108453" h="203932">
                  <a:moveTo>
                    <a:pt x="1988" y="203932"/>
                  </a:moveTo>
                  <a:lnTo>
                    <a:pt x="0" y="176588"/>
                  </a:lnTo>
                  <a:lnTo>
                    <a:pt x="108453" y="0"/>
                  </a:lnTo>
                  <a:lnTo>
                    <a:pt x="88853" y="617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pg664"/>
            <p:cNvSpPr/>
            <p:nvPr/>
          </p:nvSpPr>
          <p:spPr>
            <a:xfrm>
              <a:off x="4325772" y="3395883"/>
              <a:ext cx="207830" cy="400294"/>
            </a:xfrm>
            <a:custGeom>
              <a:avLst/>
              <a:gdLst/>
              <a:ahLst/>
              <a:cxnLst/>
              <a:rect l="0" t="0" r="0" b="0"/>
              <a:pathLst>
                <a:path w="207830" h="400294">
                  <a:moveTo>
                    <a:pt x="0" y="400294"/>
                  </a:moveTo>
                  <a:lnTo>
                    <a:pt x="112974" y="212144"/>
                  </a:lnTo>
                  <a:lnTo>
                    <a:pt x="178574" y="54504"/>
                  </a:lnTo>
                  <a:lnTo>
                    <a:pt x="207830" y="0"/>
                  </a:lnTo>
                  <a:lnTo>
                    <a:pt x="179442" y="110476"/>
                  </a:lnTo>
                  <a:lnTo>
                    <a:pt x="129826" y="212052"/>
                  </a:lnTo>
                  <a:lnTo>
                    <a:pt x="33668" y="38506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pt665"/>
            <p:cNvSpPr/>
            <p:nvPr/>
          </p:nvSpPr>
          <p:spPr>
            <a:xfrm>
              <a:off x="4042131" y="3963949"/>
              <a:ext cx="144506" cy="144506"/>
            </a:xfrm>
            <a:prstGeom prst="ellipse">
              <a:avLst/>
            </a:prstGeom>
            <a:solidFill>
              <a:srgbClr val="B5E8D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pt666"/>
            <p:cNvSpPr/>
            <p:nvPr/>
          </p:nvSpPr>
          <p:spPr>
            <a:xfrm>
              <a:off x="4598279" y="2594972"/>
              <a:ext cx="144506" cy="144506"/>
            </a:xfrm>
            <a:prstGeom prst="ellipse">
              <a:avLst/>
            </a:prstGeom>
            <a:solidFill>
              <a:srgbClr val="C7EDD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pt667"/>
            <p:cNvSpPr/>
            <p:nvPr/>
          </p:nvSpPr>
          <p:spPr>
            <a:xfrm>
              <a:off x="4150995" y="2255653"/>
              <a:ext cx="144506" cy="144506"/>
            </a:xfrm>
            <a:prstGeom prst="ellipse">
              <a:avLst/>
            </a:prstGeom>
            <a:solidFill>
              <a:srgbClr val="ACE5C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pt668"/>
            <p:cNvSpPr/>
            <p:nvPr/>
          </p:nvSpPr>
          <p:spPr>
            <a:xfrm>
              <a:off x="3069870" y="3287113"/>
              <a:ext cx="144506" cy="144506"/>
            </a:xfrm>
            <a:prstGeom prst="ellipse">
              <a:avLst/>
            </a:prstGeom>
            <a:solidFill>
              <a:srgbClr val="B3E7D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pt669"/>
            <p:cNvSpPr/>
            <p:nvPr/>
          </p:nvSpPr>
          <p:spPr>
            <a:xfrm>
              <a:off x="3322535" y="4403436"/>
              <a:ext cx="144506" cy="144506"/>
            </a:xfrm>
            <a:prstGeom prst="ellipse">
              <a:avLst/>
            </a:prstGeom>
            <a:solidFill>
              <a:srgbClr val="D6F2E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pt670"/>
            <p:cNvSpPr/>
            <p:nvPr/>
          </p:nvSpPr>
          <p:spPr>
            <a:xfrm>
              <a:off x="3268332" y="4349234"/>
              <a:ext cx="252911" cy="252911"/>
            </a:xfrm>
            <a:prstGeom prst="ellipse">
              <a:avLst/>
            </a:prstGeom>
            <a:solidFill>
              <a:srgbClr val="BAE9D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pt671"/>
            <p:cNvSpPr/>
            <p:nvPr/>
          </p:nvSpPr>
          <p:spPr>
            <a:xfrm>
              <a:off x="3396934" y="3568029"/>
              <a:ext cx="252911" cy="252911"/>
            </a:xfrm>
            <a:prstGeom prst="ellipse">
              <a:avLst/>
            </a:prstGeom>
            <a:solidFill>
              <a:srgbClr val="94DDC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pt672"/>
            <p:cNvSpPr/>
            <p:nvPr/>
          </p:nvSpPr>
          <p:spPr>
            <a:xfrm>
              <a:off x="3369183" y="4256777"/>
              <a:ext cx="252911" cy="252911"/>
            </a:xfrm>
            <a:prstGeom prst="ellipse">
              <a:avLst/>
            </a:prstGeom>
            <a:solidFill>
              <a:srgbClr val="D7F3E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pg673"/>
            <p:cNvSpPr/>
            <p:nvPr/>
          </p:nvSpPr>
          <p:spPr>
            <a:xfrm>
              <a:off x="3287769" y="4134760"/>
              <a:ext cx="267615" cy="231762"/>
            </a:xfrm>
            <a:custGeom>
              <a:avLst/>
              <a:gdLst/>
              <a:ahLst/>
              <a:cxnLst/>
              <a:rect l="0" t="0" r="0" b="0"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pl674"/>
            <p:cNvSpPr/>
            <p:nvPr/>
          </p:nvSpPr>
          <p:spPr>
            <a:xfrm>
              <a:off x="3408529" y="4145248"/>
              <a:ext cx="1103242" cy="326376"/>
            </a:xfrm>
            <a:custGeom>
              <a:avLst/>
              <a:gdLst/>
              <a:ahLst/>
              <a:cxnLst/>
              <a:rect l="0" t="0" r="0" b="0"/>
              <a:pathLst>
                <a:path w="1103242" h="326376">
                  <a:moveTo>
                    <a:pt x="1103242" y="0"/>
                  </a:moveTo>
                  <a:lnTo>
                    <a:pt x="0" y="32637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pl675"/>
            <p:cNvSpPr/>
            <p:nvPr/>
          </p:nvSpPr>
          <p:spPr>
            <a:xfrm>
              <a:off x="3536580" y="3232309"/>
              <a:ext cx="1087872" cy="456639"/>
            </a:xfrm>
            <a:custGeom>
              <a:avLst/>
              <a:gdLst/>
              <a:ahLst/>
              <a:cxnLst/>
              <a:rect l="0" t="0" r="0" b="0"/>
              <a:pathLst>
                <a:path w="1087872" h="456639">
                  <a:moveTo>
                    <a:pt x="1087872" y="0"/>
                  </a:moveTo>
                  <a:lnTo>
                    <a:pt x="0" y="45663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pl676"/>
            <p:cNvSpPr/>
            <p:nvPr/>
          </p:nvSpPr>
          <p:spPr>
            <a:xfrm>
              <a:off x="3508332" y="3732129"/>
              <a:ext cx="1248681" cy="644551"/>
            </a:xfrm>
            <a:custGeom>
              <a:avLst/>
              <a:gdLst/>
              <a:ahLst/>
              <a:cxnLst/>
              <a:rect l="0" t="0" r="0" b="0"/>
              <a:pathLst>
                <a:path w="1248681" h="644551">
                  <a:moveTo>
                    <a:pt x="1248681" y="0"/>
                  </a:moveTo>
                  <a:lnTo>
                    <a:pt x="0" y="64455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pg677"/>
            <p:cNvSpPr/>
            <p:nvPr/>
          </p:nvSpPr>
          <p:spPr>
            <a:xfrm>
              <a:off x="4511771" y="3977707"/>
              <a:ext cx="1193383" cy="324611"/>
            </a:xfrm>
            <a:custGeom>
              <a:avLst/>
              <a:gdLst/>
              <a:ahLst/>
              <a:cxnLst/>
              <a:rect l="0" t="0" r="0" b="0"/>
              <a:pathLst>
                <a:path w="1193383" h="324611">
                  <a:moveTo>
                    <a:pt x="27431" y="324611"/>
                  </a:moveTo>
                  <a:lnTo>
                    <a:pt x="1165951" y="324611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79"/>
                  </a:lnTo>
                  <a:lnTo>
                    <a:pt x="1193383" y="27431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tx678"/>
            <p:cNvSpPr/>
            <p:nvPr/>
          </p:nvSpPr>
          <p:spPr>
            <a:xfrm>
              <a:off x="4557491" y="4023427"/>
              <a:ext cx="1101943" cy="23317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679" name="pg679"/>
            <p:cNvSpPr/>
            <p:nvPr/>
          </p:nvSpPr>
          <p:spPr>
            <a:xfrm>
              <a:off x="4624453" y="3062384"/>
              <a:ext cx="1500987" cy="324612"/>
            </a:xfrm>
            <a:custGeom>
              <a:avLst/>
              <a:gdLst/>
              <a:ahLst/>
              <a:cxnLst/>
              <a:rect l="0" t="0" r="0" b="0"/>
              <a:pathLst>
                <a:path w="1500987" h="324612">
                  <a:moveTo>
                    <a:pt x="27432" y="324612"/>
                  </a:moveTo>
                  <a:lnTo>
                    <a:pt x="1473555" y="324612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tx680"/>
            <p:cNvSpPr/>
            <p:nvPr/>
          </p:nvSpPr>
          <p:spPr>
            <a:xfrm>
              <a:off x="4670173" y="3108104"/>
              <a:ext cx="1409547" cy="23317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681" name="pg681"/>
            <p:cNvSpPr/>
            <p:nvPr/>
          </p:nvSpPr>
          <p:spPr>
            <a:xfrm>
              <a:off x="4757014" y="3561821"/>
              <a:ext cx="1554937" cy="324612"/>
            </a:xfrm>
            <a:custGeom>
              <a:avLst/>
              <a:gdLst/>
              <a:ahLst/>
              <a:cxnLst/>
              <a:rect l="0" t="0" r="0" b="0"/>
              <a:pathLst>
                <a:path w="1554937" h="324612">
                  <a:moveTo>
                    <a:pt x="27432" y="324612"/>
                  </a:moveTo>
                  <a:lnTo>
                    <a:pt x="1527505" y="324612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80"/>
                  </a:lnTo>
                  <a:lnTo>
                    <a:pt x="1554937" y="27432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tx682"/>
            <p:cNvSpPr/>
            <p:nvPr/>
          </p:nvSpPr>
          <p:spPr>
            <a:xfrm>
              <a:off x="4802734" y="3607541"/>
              <a:ext cx="1463497" cy="23317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683" name="rc683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99159-D65C-FEB9-ABAB-634F3CA81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>
            <a:extLst>
              <a:ext uri="{FF2B5EF4-FFF2-40B4-BE49-F238E27FC236}">
                <a16:creationId xmlns:a16="http://schemas.microsoft.com/office/drawing/2014/main" id="{5006DE62-FCEF-67D7-A38B-C6AA3D45DBBC}"/>
              </a:ext>
            </a:extLst>
          </p:cNvPr>
          <p:cNvGrpSpPr/>
          <p:nvPr/>
        </p:nvGrpSpPr>
        <p:grpSpPr>
          <a:xfrm>
            <a:off x="1654055" y="1166018"/>
            <a:ext cx="5835888" cy="4525962"/>
            <a:chOff x="1654055" y="1600200"/>
            <a:chExt cx="5835888" cy="4525962"/>
          </a:xfrm>
        </p:grpSpPr>
        <p:sp>
          <p:nvSpPr>
            <p:cNvPr id="4" name="rc4">
              <a:extLst>
                <a:ext uri="{FF2B5EF4-FFF2-40B4-BE49-F238E27FC236}">
                  <a16:creationId xmlns:a16="http://schemas.microsoft.com/office/drawing/2014/main" id="{7024F473-50A1-9DDD-9579-EA683C16739D}"/>
                </a:ext>
              </a:extLst>
            </p:cNvPr>
            <p:cNvSpPr/>
            <p:nvPr/>
          </p:nvSpPr>
          <p:spPr>
            <a:xfrm>
              <a:off x="1654055" y="1600200"/>
              <a:ext cx="5835888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>
              <a:extLst>
                <a:ext uri="{FF2B5EF4-FFF2-40B4-BE49-F238E27FC236}">
                  <a16:creationId xmlns:a16="http://schemas.microsoft.com/office/drawing/2014/main" id="{B081145B-65F7-E2AD-6C1A-18BD557CC42E}"/>
                </a:ext>
              </a:extLst>
            </p:cNvPr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l6">
              <a:extLst>
                <a:ext uri="{FF2B5EF4-FFF2-40B4-BE49-F238E27FC236}">
                  <a16:creationId xmlns:a16="http://schemas.microsoft.com/office/drawing/2014/main" id="{CF70F6BF-0E46-F223-EBF5-385B66A38DA3}"/>
                </a:ext>
              </a:extLst>
            </p:cNvPr>
            <p:cNvSpPr/>
            <p:nvPr/>
          </p:nvSpPr>
          <p:spPr>
            <a:xfrm>
              <a:off x="2610961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l7">
              <a:extLst>
                <a:ext uri="{FF2B5EF4-FFF2-40B4-BE49-F238E27FC236}">
                  <a16:creationId xmlns:a16="http://schemas.microsoft.com/office/drawing/2014/main" id="{A38EDF83-36ED-2C13-E8E2-DB17F1E3F7A2}"/>
                </a:ext>
              </a:extLst>
            </p:cNvPr>
            <p:cNvSpPr/>
            <p:nvPr/>
          </p:nvSpPr>
          <p:spPr>
            <a:xfrm>
              <a:off x="314013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l8">
              <a:extLst>
                <a:ext uri="{FF2B5EF4-FFF2-40B4-BE49-F238E27FC236}">
                  <a16:creationId xmlns:a16="http://schemas.microsoft.com/office/drawing/2014/main" id="{B64DCF77-E655-CDFC-D3FA-0CFD28372C27}"/>
                </a:ext>
              </a:extLst>
            </p:cNvPr>
            <p:cNvSpPr/>
            <p:nvPr/>
          </p:nvSpPr>
          <p:spPr>
            <a:xfrm>
              <a:off x="366931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l9">
              <a:extLst>
                <a:ext uri="{FF2B5EF4-FFF2-40B4-BE49-F238E27FC236}">
                  <a16:creationId xmlns:a16="http://schemas.microsoft.com/office/drawing/2014/main" id="{10419C9D-D70A-6877-DE7B-85694207B1FF}"/>
                </a:ext>
              </a:extLst>
            </p:cNvPr>
            <p:cNvSpPr/>
            <p:nvPr/>
          </p:nvSpPr>
          <p:spPr>
            <a:xfrm>
              <a:off x="419848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l10">
              <a:extLst>
                <a:ext uri="{FF2B5EF4-FFF2-40B4-BE49-F238E27FC236}">
                  <a16:creationId xmlns:a16="http://schemas.microsoft.com/office/drawing/2014/main" id="{A525792C-533D-18E4-9958-53A3F45C8942}"/>
                </a:ext>
              </a:extLst>
            </p:cNvPr>
            <p:cNvSpPr/>
            <p:nvPr/>
          </p:nvSpPr>
          <p:spPr>
            <a:xfrm>
              <a:off x="472766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l11">
              <a:extLst>
                <a:ext uri="{FF2B5EF4-FFF2-40B4-BE49-F238E27FC236}">
                  <a16:creationId xmlns:a16="http://schemas.microsoft.com/office/drawing/2014/main" id="{F32610DB-9B46-5FC9-92AA-4FAB6289253C}"/>
                </a:ext>
              </a:extLst>
            </p:cNvPr>
            <p:cNvSpPr/>
            <p:nvPr/>
          </p:nvSpPr>
          <p:spPr>
            <a:xfrm>
              <a:off x="525683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l12">
              <a:extLst>
                <a:ext uri="{FF2B5EF4-FFF2-40B4-BE49-F238E27FC236}">
                  <a16:creationId xmlns:a16="http://schemas.microsoft.com/office/drawing/2014/main" id="{8CAC0EB8-7E5E-45BF-D994-93D85A55F0D7}"/>
                </a:ext>
              </a:extLst>
            </p:cNvPr>
            <p:cNvSpPr/>
            <p:nvPr/>
          </p:nvSpPr>
          <p:spPr>
            <a:xfrm>
              <a:off x="578601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l13">
              <a:extLst>
                <a:ext uri="{FF2B5EF4-FFF2-40B4-BE49-F238E27FC236}">
                  <a16:creationId xmlns:a16="http://schemas.microsoft.com/office/drawing/2014/main" id="{32620B74-46D5-4C69-2BAA-3490B057419A}"/>
                </a:ext>
              </a:extLst>
            </p:cNvPr>
            <p:cNvSpPr/>
            <p:nvPr/>
          </p:nvSpPr>
          <p:spPr>
            <a:xfrm>
              <a:off x="631518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l14">
              <a:extLst>
                <a:ext uri="{FF2B5EF4-FFF2-40B4-BE49-F238E27FC236}">
                  <a16:creationId xmlns:a16="http://schemas.microsoft.com/office/drawing/2014/main" id="{1D833A0F-95A9-A48C-07BE-21FE92DEBF7C}"/>
                </a:ext>
              </a:extLst>
            </p:cNvPr>
            <p:cNvSpPr/>
            <p:nvPr/>
          </p:nvSpPr>
          <p:spPr>
            <a:xfrm>
              <a:off x="2201917" y="5407850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5">
              <a:extLst>
                <a:ext uri="{FF2B5EF4-FFF2-40B4-BE49-F238E27FC236}">
                  <a16:creationId xmlns:a16="http://schemas.microsoft.com/office/drawing/2014/main" id="{D6DB9B60-769B-1FFD-1C20-00CCD83C6668}"/>
                </a:ext>
              </a:extLst>
            </p:cNvPr>
            <p:cNvSpPr/>
            <p:nvPr/>
          </p:nvSpPr>
          <p:spPr>
            <a:xfrm>
              <a:off x="2201917" y="4757570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l16">
              <a:extLst>
                <a:ext uri="{FF2B5EF4-FFF2-40B4-BE49-F238E27FC236}">
                  <a16:creationId xmlns:a16="http://schemas.microsoft.com/office/drawing/2014/main" id="{91E23093-A067-39E9-F125-1A3EE8856A9A}"/>
                </a:ext>
              </a:extLst>
            </p:cNvPr>
            <p:cNvSpPr/>
            <p:nvPr/>
          </p:nvSpPr>
          <p:spPr>
            <a:xfrm>
              <a:off x="2201917" y="410729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l17">
              <a:extLst>
                <a:ext uri="{FF2B5EF4-FFF2-40B4-BE49-F238E27FC236}">
                  <a16:creationId xmlns:a16="http://schemas.microsoft.com/office/drawing/2014/main" id="{2618A1F3-CF70-D633-6CE8-746A77E77CF6}"/>
                </a:ext>
              </a:extLst>
            </p:cNvPr>
            <p:cNvSpPr/>
            <p:nvPr/>
          </p:nvSpPr>
          <p:spPr>
            <a:xfrm>
              <a:off x="2201917" y="345701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l18">
              <a:extLst>
                <a:ext uri="{FF2B5EF4-FFF2-40B4-BE49-F238E27FC236}">
                  <a16:creationId xmlns:a16="http://schemas.microsoft.com/office/drawing/2014/main" id="{F75165E5-FCE0-9C50-19EE-BB04315B0281}"/>
                </a:ext>
              </a:extLst>
            </p:cNvPr>
            <p:cNvSpPr/>
            <p:nvPr/>
          </p:nvSpPr>
          <p:spPr>
            <a:xfrm>
              <a:off x="2201917" y="280673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g19">
              <a:extLst>
                <a:ext uri="{FF2B5EF4-FFF2-40B4-BE49-F238E27FC236}">
                  <a16:creationId xmlns:a16="http://schemas.microsoft.com/office/drawing/2014/main" id="{A93D702B-149C-4182-4416-7C9CC4CB5355}"/>
                </a:ext>
              </a:extLst>
            </p:cNvPr>
            <p:cNvSpPr/>
            <p:nvPr/>
          </p:nvSpPr>
          <p:spPr>
            <a:xfrm>
              <a:off x="5671824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g20">
              <a:extLst>
                <a:ext uri="{FF2B5EF4-FFF2-40B4-BE49-F238E27FC236}">
                  <a16:creationId xmlns:a16="http://schemas.microsoft.com/office/drawing/2014/main" id="{2C882822-5768-F2E9-D082-B2A02327EB8F}"/>
                </a:ext>
              </a:extLst>
            </p:cNvPr>
            <p:cNvSpPr/>
            <p:nvPr/>
          </p:nvSpPr>
          <p:spPr>
            <a:xfrm>
              <a:off x="5683461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g21">
              <a:extLst>
                <a:ext uri="{FF2B5EF4-FFF2-40B4-BE49-F238E27FC236}">
                  <a16:creationId xmlns:a16="http://schemas.microsoft.com/office/drawing/2014/main" id="{D36ABC8D-5763-5AF8-853C-7383EE25E29D}"/>
                </a:ext>
              </a:extLst>
            </p:cNvPr>
            <p:cNvSpPr/>
            <p:nvPr/>
          </p:nvSpPr>
          <p:spPr>
            <a:xfrm>
              <a:off x="5695098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g22">
              <a:extLst>
                <a:ext uri="{FF2B5EF4-FFF2-40B4-BE49-F238E27FC236}">
                  <a16:creationId xmlns:a16="http://schemas.microsoft.com/office/drawing/2014/main" id="{F47FB9E2-FF65-D2C6-C661-4D8EAAD707C3}"/>
                </a:ext>
              </a:extLst>
            </p:cNvPr>
            <p:cNvSpPr/>
            <p:nvPr/>
          </p:nvSpPr>
          <p:spPr>
            <a:xfrm>
              <a:off x="5718373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g23">
              <a:extLst>
                <a:ext uri="{FF2B5EF4-FFF2-40B4-BE49-F238E27FC236}">
                  <a16:creationId xmlns:a16="http://schemas.microsoft.com/office/drawing/2014/main" id="{6D0B1ABC-08EE-37FC-115E-88AACBFE7554}"/>
                </a:ext>
              </a:extLst>
            </p:cNvPr>
            <p:cNvSpPr/>
            <p:nvPr/>
          </p:nvSpPr>
          <p:spPr>
            <a:xfrm>
              <a:off x="5730010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g24">
              <a:extLst>
                <a:ext uri="{FF2B5EF4-FFF2-40B4-BE49-F238E27FC236}">
                  <a16:creationId xmlns:a16="http://schemas.microsoft.com/office/drawing/2014/main" id="{A9EA6FD9-B6C9-9DA7-D310-34BB9BF9F891}"/>
                </a:ext>
              </a:extLst>
            </p:cNvPr>
            <p:cNvSpPr/>
            <p:nvPr/>
          </p:nvSpPr>
          <p:spPr>
            <a:xfrm>
              <a:off x="5741648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g25">
              <a:extLst>
                <a:ext uri="{FF2B5EF4-FFF2-40B4-BE49-F238E27FC236}">
                  <a16:creationId xmlns:a16="http://schemas.microsoft.com/office/drawing/2014/main" id="{A81C92B8-1002-135E-405E-51F34F8E1579}"/>
                </a:ext>
              </a:extLst>
            </p:cNvPr>
            <p:cNvSpPr/>
            <p:nvPr/>
          </p:nvSpPr>
          <p:spPr>
            <a:xfrm>
              <a:off x="6276965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g26">
              <a:extLst>
                <a:ext uri="{FF2B5EF4-FFF2-40B4-BE49-F238E27FC236}">
                  <a16:creationId xmlns:a16="http://schemas.microsoft.com/office/drawing/2014/main" id="{A179116D-0FC6-5C9F-0773-8F323A8DA4E9}"/>
                </a:ext>
              </a:extLst>
            </p:cNvPr>
            <p:cNvSpPr/>
            <p:nvPr/>
          </p:nvSpPr>
          <p:spPr>
            <a:xfrm>
              <a:off x="6288602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g27">
              <a:extLst>
                <a:ext uri="{FF2B5EF4-FFF2-40B4-BE49-F238E27FC236}">
                  <a16:creationId xmlns:a16="http://schemas.microsoft.com/office/drawing/2014/main" id="{B5365839-8080-3A20-CFC8-F908F0919F6F}"/>
                </a:ext>
              </a:extLst>
            </p:cNvPr>
            <p:cNvSpPr/>
            <p:nvPr/>
          </p:nvSpPr>
          <p:spPr>
            <a:xfrm>
              <a:off x="6300240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g28">
              <a:extLst>
                <a:ext uri="{FF2B5EF4-FFF2-40B4-BE49-F238E27FC236}">
                  <a16:creationId xmlns:a16="http://schemas.microsoft.com/office/drawing/2014/main" id="{F2C0DED1-5858-363D-9A43-F3262A73573B}"/>
                </a:ext>
              </a:extLst>
            </p:cNvPr>
            <p:cNvSpPr/>
            <p:nvPr/>
          </p:nvSpPr>
          <p:spPr>
            <a:xfrm>
              <a:off x="5648549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g29">
              <a:extLst>
                <a:ext uri="{FF2B5EF4-FFF2-40B4-BE49-F238E27FC236}">
                  <a16:creationId xmlns:a16="http://schemas.microsoft.com/office/drawing/2014/main" id="{FD8A5310-4156-46CF-6161-DF1BA16A6896}"/>
                </a:ext>
              </a:extLst>
            </p:cNvPr>
            <p:cNvSpPr/>
            <p:nvPr/>
          </p:nvSpPr>
          <p:spPr>
            <a:xfrm>
              <a:off x="5660186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>
              <a:extLst>
                <a:ext uri="{FF2B5EF4-FFF2-40B4-BE49-F238E27FC236}">
                  <a16:creationId xmlns:a16="http://schemas.microsoft.com/office/drawing/2014/main" id="{1B5A81F0-338E-C148-5F41-E5146FE9D287}"/>
                </a:ext>
              </a:extLst>
            </p:cNvPr>
            <p:cNvSpPr/>
            <p:nvPr/>
          </p:nvSpPr>
          <p:spPr>
            <a:xfrm>
              <a:off x="5671824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g31">
              <a:extLst>
                <a:ext uri="{FF2B5EF4-FFF2-40B4-BE49-F238E27FC236}">
                  <a16:creationId xmlns:a16="http://schemas.microsoft.com/office/drawing/2014/main" id="{0A445764-3154-886E-4664-FEDE3872CDD1}"/>
                </a:ext>
              </a:extLst>
            </p:cNvPr>
            <p:cNvSpPr/>
            <p:nvPr/>
          </p:nvSpPr>
          <p:spPr>
            <a:xfrm>
              <a:off x="5683461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g32">
              <a:extLst>
                <a:ext uri="{FF2B5EF4-FFF2-40B4-BE49-F238E27FC236}">
                  <a16:creationId xmlns:a16="http://schemas.microsoft.com/office/drawing/2014/main" id="{9405891A-2FF8-2E9F-29C9-266E61E1C942}"/>
                </a:ext>
              </a:extLst>
            </p:cNvPr>
            <p:cNvSpPr/>
            <p:nvPr/>
          </p:nvSpPr>
          <p:spPr>
            <a:xfrm>
              <a:off x="569509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g33">
              <a:extLst>
                <a:ext uri="{FF2B5EF4-FFF2-40B4-BE49-F238E27FC236}">
                  <a16:creationId xmlns:a16="http://schemas.microsoft.com/office/drawing/2014/main" id="{07B64F0D-8F50-4F93-587A-07750B5CF5BD}"/>
                </a:ext>
              </a:extLst>
            </p:cNvPr>
            <p:cNvSpPr/>
            <p:nvPr/>
          </p:nvSpPr>
          <p:spPr>
            <a:xfrm>
              <a:off x="5706736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g34">
              <a:extLst>
                <a:ext uri="{FF2B5EF4-FFF2-40B4-BE49-F238E27FC236}">
                  <a16:creationId xmlns:a16="http://schemas.microsoft.com/office/drawing/2014/main" id="{8E3A285E-21FC-D46D-43E2-8EE7C4CE52A5}"/>
                </a:ext>
              </a:extLst>
            </p:cNvPr>
            <p:cNvSpPr/>
            <p:nvPr/>
          </p:nvSpPr>
          <p:spPr>
            <a:xfrm>
              <a:off x="5718373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g35">
              <a:extLst>
                <a:ext uri="{FF2B5EF4-FFF2-40B4-BE49-F238E27FC236}">
                  <a16:creationId xmlns:a16="http://schemas.microsoft.com/office/drawing/2014/main" id="{9396F8E7-FD66-2429-8CCB-5DC365F10252}"/>
                </a:ext>
              </a:extLst>
            </p:cNvPr>
            <p:cNvSpPr/>
            <p:nvPr/>
          </p:nvSpPr>
          <p:spPr>
            <a:xfrm>
              <a:off x="5730010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g36">
              <a:extLst>
                <a:ext uri="{FF2B5EF4-FFF2-40B4-BE49-F238E27FC236}">
                  <a16:creationId xmlns:a16="http://schemas.microsoft.com/office/drawing/2014/main" id="{19873310-F072-28E2-DA8D-17151121CA8E}"/>
                </a:ext>
              </a:extLst>
            </p:cNvPr>
            <p:cNvSpPr/>
            <p:nvPr/>
          </p:nvSpPr>
          <p:spPr>
            <a:xfrm>
              <a:off x="574164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g37">
              <a:extLst>
                <a:ext uri="{FF2B5EF4-FFF2-40B4-BE49-F238E27FC236}">
                  <a16:creationId xmlns:a16="http://schemas.microsoft.com/office/drawing/2014/main" id="{AC547DC1-F322-9D8D-389E-28673B2F737A}"/>
                </a:ext>
              </a:extLst>
            </p:cNvPr>
            <p:cNvSpPr/>
            <p:nvPr/>
          </p:nvSpPr>
          <p:spPr>
            <a:xfrm>
              <a:off x="626532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g38">
              <a:extLst>
                <a:ext uri="{FF2B5EF4-FFF2-40B4-BE49-F238E27FC236}">
                  <a16:creationId xmlns:a16="http://schemas.microsoft.com/office/drawing/2014/main" id="{00678265-CD6F-54E8-7DC4-55DBD7B7A190}"/>
                </a:ext>
              </a:extLst>
            </p:cNvPr>
            <p:cNvSpPr/>
            <p:nvPr/>
          </p:nvSpPr>
          <p:spPr>
            <a:xfrm>
              <a:off x="6276965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g39">
              <a:extLst>
                <a:ext uri="{FF2B5EF4-FFF2-40B4-BE49-F238E27FC236}">
                  <a16:creationId xmlns:a16="http://schemas.microsoft.com/office/drawing/2014/main" id="{04744E0E-AD6B-7CEF-1EB4-2AF2D8BFEC4F}"/>
                </a:ext>
              </a:extLst>
            </p:cNvPr>
            <p:cNvSpPr/>
            <p:nvPr/>
          </p:nvSpPr>
          <p:spPr>
            <a:xfrm>
              <a:off x="6288602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g40">
              <a:extLst>
                <a:ext uri="{FF2B5EF4-FFF2-40B4-BE49-F238E27FC236}">
                  <a16:creationId xmlns:a16="http://schemas.microsoft.com/office/drawing/2014/main" id="{82AC3F4A-3015-FD6C-17D0-EB8C69571700}"/>
                </a:ext>
              </a:extLst>
            </p:cNvPr>
            <p:cNvSpPr/>
            <p:nvPr/>
          </p:nvSpPr>
          <p:spPr>
            <a:xfrm>
              <a:off x="6300240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g41">
              <a:extLst>
                <a:ext uri="{FF2B5EF4-FFF2-40B4-BE49-F238E27FC236}">
                  <a16:creationId xmlns:a16="http://schemas.microsoft.com/office/drawing/2014/main" id="{79EE8516-E73D-13A6-F50C-F7C4DD746C6D}"/>
                </a:ext>
              </a:extLst>
            </p:cNvPr>
            <p:cNvSpPr/>
            <p:nvPr/>
          </p:nvSpPr>
          <p:spPr>
            <a:xfrm>
              <a:off x="6311877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g42">
              <a:extLst>
                <a:ext uri="{FF2B5EF4-FFF2-40B4-BE49-F238E27FC236}">
                  <a16:creationId xmlns:a16="http://schemas.microsoft.com/office/drawing/2014/main" id="{3E9D745C-C1FA-F146-3FCE-DAFFB368D777}"/>
                </a:ext>
              </a:extLst>
            </p:cNvPr>
            <p:cNvSpPr/>
            <p:nvPr/>
          </p:nvSpPr>
          <p:spPr>
            <a:xfrm>
              <a:off x="5636912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g43">
              <a:extLst>
                <a:ext uri="{FF2B5EF4-FFF2-40B4-BE49-F238E27FC236}">
                  <a16:creationId xmlns:a16="http://schemas.microsoft.com/office/drawing/2014/main" id="{3620EFF6-9737-E114-B3B4-A407D3680A0B}"/>
                </a:ext>
              </a:extLst>
            </p:cNvPr>
            <p:cNvSpPr/>
            <p:nvPr/>
          </p:nvSpPr>
          <p:spPr>
            <a:xfrm>
              <a:off x="5648549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g44">
              <a:extLst>
                <a:ext uri="{FF2B5EF4-FFF2-40B4-BE49-F238E27FC236}">
                  <a16:creationId xmlns:a16="http://schemas.microsoft.com/office/drawing/2014/main" id="{1087B5FE-6570-AC0D-2597-2C3F9DA2332A}"/>
                </a:ext>
              </a:extLst>
            </p:cNvPr>
            <p:cNvSpPr/>
            <p:nvPr/>
          </p:nvSpPr>
          <p:spPr>
            <a:xfrm>
              <a:off x="5660186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g45">
              <a:extLst>
                <a:ext uri="{FF2B5EF4-FFF2-40B4-BE49-F238E27FC236}">
                  <a16:creationId xmlns:a16="http://schemas.microsoft.com/office/drawing/2014/main" id="{34755F85-AD94-CC63-E094-88719FCF2EC0}"/>
                </a:ext>
              </a:extLst>
            </p:cNvPr>
            <p:cNvSpPr/>
            <p:nvPr/>
          </p:nvSpPr>
          <p:spPr>
            <a:xfrm>
              <a:off x="5671824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g46">
              <a:extLst>
                <a:ext uri="{FF2B5EF4-FFF2-40B4-BE49-F238E27FC236}">
                  <a16:creationId xmlns:a16="http://schemas.microsoft.com/office/drawing/2014/main" id="{597E27C2-FC79-042A-26B7-363BC005683A}"/>
                </a:ext>
              </a:extLst>
            </p:cNvPr>
            <p:cNvSpPr/>
            <p:nvPr/>
          </p:nvSpPr>
          <p:spPr>
            <a:xfrm>
              <a:off x="5683461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g47">
              <a:extLst>
                <a:ext uri="{FF2B5EF4-FFF2-40B4-BE49-F238E27FC236}">
                  <a16:creationId xmlns:a16="http://schemas.microsoft.com/office/drawing/2014/main" id="{846858AD-D631-DE20-18ED-B76B525650F1}"/>
                </a:ext>
              </a:extLst>
            </p:cNvPr>
            <p:cNvSpPr/>
            <p:nvPr/>
          </p:nvSpPr>
          <p:spPr>
            <a:xfrm>
              <a:off x="569509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g48">
              <a:extLst>
                <a:ext uri="{FF2B5EF4-FFF2-40B4-BE49-F238E27FC236}">
                  <a16:creationId xmlns:a16="http://schemas.microsoft.com/office/drawing/2014/main" id="{60081586-DFB7-EBE5-4227-FA23F4B862C2}"/>
                </a:ext>
              </a:extLst>
            </p:cNvPr>
            <p:cNvSpPr/>
            <p:nvPr/>
          </p:nvSpPr>
          <p:spPr>
            <a:xfrm>
              <a:off x="5706736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g49">
              <a:extLst>
                <a:ext uri="{FF2B5EF4-FFF2-40B4-BE49-F238E27FC236}">
                  <a16:creationId xmlns:a16="http://schemas.microsoft.com/office/drawing/2014/main" id="{762CCEDD-32C1-430B-69C3-A3E843F75A8C}"/>
                </a:ext>
              </a:extLst>
            </p:cNvPr>
            <p:cNvSpPr/>
            <p:nvPr/>
          </p:nvSpPr>
          <p:spPr>
            <a:xfrm>
              <a:off x="5718373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g50">
              <a:extLst>
                <a:ext uri="{FF2B5EF4-FFF2-40B4-BE49-F238E27FC236}">
                  <a16:creationId xmlns:a16="http://schemas.microsoft.com/office/drawing/2014/main" id="{15CE3275-86B2-DC74-8692-D57FC209F79D}"/>
                </a:ext>
              </a:extLst>
            </p:cNvPr>
            <p:cNvSpPr/>
            <p:nvPr/>
          </p:nvSpPr>
          <p:spPr>
            <a:xfrm>
              <a:off x="5730010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g51">
              <a:extLst>
                <a:ext uri="{FF2B5EF4-FFF2-40B4-BE49-F238E27FC236}">
                  <a16:creationId xmlns:a16="http://schemas.microsoft.com/office/drawing/2014/main" id="{763D0C8F-4436-08DA-EDEC-FBFC226C29D3}"/>
                </a:ext>
              </a:extLst>
            </p:cNvPr>
            <p:cNvSpPr/>
            <p:nvPr/>
          </p:nvSpPr>
          <p:spPr>
            <a:xfrm>
              <a:off x="574164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g52">
              <a:extLst>
                <a:ext uri="{FF2B5EF4-FFF2-40B4-BE49-F238E27FC236}">
                  <a16:creationId xmlns:a16="http://schemas.microsoft.com/office/drawing/2014/main" id="{2DCB6143-D54F-8DAE-690F-C2B4CA169BB3}"/>
                </a:ext>
              </a:extLst>
            </p:cNvPr>
            <p:cNvSpPr/>
            <p:nvPr/>
          </p:nvSpPr>
          <p:spPr>
            <a:xfrm>
              <a:off x="5753285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g53">
              <a:extLst>
                <a:ext uri="{FF2B5EF4-FFF2-40B4-BE49-F238E27FC236}">
                  <a16:creationId xmlns:a16="http://schemas.microsoft.com/office/drawing/2014/main" id="{E2EAD0D3-7DE7-7926-D041-C2318BCCB298}"/>
                </a:ext>
              </a:extLst>
            </p:cNvPr>
            <p:cNvSpPr/>
            <p:nvPr/>
          </p:nvSpPr>
          <p:spPr>
            <a:xfrm>
              <a:off x="626532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g54">
              <a:extLst>
                <a:ext uri="{FF2B5EF4-FFF2-40B4-BE49-F238E27FC236}">
                  <a16:creationId xmlns:a16="http://schemas.microsoft.com/office/drawing/2014/main" id="{BD4FBFCA-5DE5-D75E-A296-37966DED42B7}"/>
                </a:ext>
              </a:extLst>
            </p:cNvPr>
            <p:cNvSpPr/>
            <p:nvPr/>
          </p:nvSpPr>
          <p:spPr>
            <a:xfrm>
              <a:off x="6276965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g55">
              <a:extLst>
                <a:ext uri="{FF2B5EF4-FFF2-40B4-BE49-F238E27FC236}">
                  <a16:creationId xmlns:a16="http://schemas.microsoft.com/office/drawing/2014/main" id="{5BE2AE43-4FB8-F966-ECE9-0923EAFFEF88}"/>
                </a:ext>
              </a:extLst>
            </p:cNvPr>
            <p:cNvSpPr/>
            <p:nvPr/>
          </p:nvSpPr>
          <p:spPr>
            <a:xfrm>
              <a:off x="6288602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>
              <a:extLst>
                <a:ext uri="{FF2B5EF4-FFF2-40B4-BE49-F238E27FC236}">
                  <a16:creationId xmlns:a16="http://schemas.microsoft.com/office/drawing/2014/main" id="{5CF4881B-7976-C4D4-7121-A520913D6AE4}"/>
                </a:ext>
              </a:extLst>
            </p:cNvPr>
            <p:cNvSpPr/>
            <p:nvPr/>
          </p:nvSpPr>
          <p:spPr>
            <a:xfrm>
              <a:off x="6300240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g57">
              <a:extLst>
                <a:ext uri="{FF2B5EF4-FFF2-40B4-BE49-F238E27FC236}">
                  <a16:creationId xmlns:a16="http://schemas.microsoft.com/office/drawing/2014/main" id="{05244200-1D49-E355-90BA-6C7493155B3F}"/>
                </a:ext>
              </a:extLst>
            </p:cNvPr>
            <p:cNvSpPr/>
            <p:nvPr/>
          </p:nvSpPr>
          <p:spPr>
            <a:xfrm>
              <a:off x="6311877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>
              <a:extLst>
                <a:ext uri="{FF2B5EF4-FFF2-40B4-BE49-F238E27FC236}">
                  <a16:creationId xmlns:a16="http://schemas.microsoft.com/office/drawing/2014/main" id="{3C549BC3-7FA6-B20F-FC34-5937756AB883}"/>
                </a:ext>
              </a:extLst>
            </p:cNvPr>
            <p:cNvSpPr/>
            <p:nvPr/>
          </p:nvSpPr>
          <p:spPr>
            <a:xfrm>
              <a:off x="557872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g59">
              <a:extLst>
                <a:ext uri="{FF2B5EF4-FFF2-40B4-BE49-F238E27FC236}">
                  <a16:creationId xmlns:a16="http://schemas.microsoft.com/office/drawing/2014/main" id="{22212890-B11B-F392-F3D1-2550F71E1582}"/>
                </a:ext>
              </a:extLst>
            </p:cNvPr>
            <p:cNvSpPr/>
            <p:nvPr/>
          </p:nvSpPr>
          <p:spPr>
            <a:xfrm>
              <a:off x="5590363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g60">
              <a:extLst>
                <a:ext uri="{FF2B5EF4-FFF2-40B4-BE49-F238E27FC236}">
                  <a16:creationId xmlns:a16="http://schemas.microsoft.com/office/drawing/2014/main" id="{4D803E17-37F7-490D-E737-77CA4CD34677}"/>
                </a:ext>
              </a:extLst>
            </p:cNvPr>
            <p:cNvSpPr/>
            <p:nvPr/>
          </p:nvSpPr>
          <p:spPr>
            <a:xfrm>
              <a:off x="560200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pg61">
              <a:extLst>
                <a:ext uri="{FF2B5EF4-FFF2-40B4-BE49-F238E27FC236}">
                  <a16:creationId xmlns:a16="http://schemas.microsoft.com/office/drawing/2014/main" id="{BEFCC2B4-8B7C-5C43-CDF5-1164C64267B2}"/>
                </a:ext>
              </a:extLst>
            </p:cNvPr>
            <p:cNvSpPr/>
            <p:nvPr/>
          </p:nvSpPr>
          <p:spPr>
            <a:xfrm>
              <a:off x="5613637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g62">
              <a:extLst>
                <a:ext uri="{FF2B5EF4-FFF2-40B4-BE49-F238E27FC236}">
                  <a16:creationId xmlns:a16="http://schemas.microsoft.com/office/drawing/2014/main" id="{63A86C36-5E05-1258-C407-936AB74D85FC}"/>
                </a:ext>
              </a:extLst>
            </p:cNvPr>
            <p:cNvSpPr/>
            <p:nvPr/>
          </p:nvSpPr>
          <p:spPr>
            <a:xfrm>
              <a:off x="562527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g63">
              <a:extLst>
                <a:ext uri="{FF2B5EF4-FFF2-40B4-BE49-F238E27FC236}">
                  <a16:creationId xmlns:a16="http://schemas.microsoft.com/office/drawing/2014/main" id="{E808BBF1-4E3B-5F0B-E420-AE1C93874D36}"/>
                </a:ext>
              </a:extLst>
            </p:cNvPr>
            <p:cNvSpPr/>
            <p:nvPr/>
          </p:nvSpPr>
          <p:spPr>
            <a:xfrm>
              <a:off x="5636912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8" name="pg64">
              <a:extLst>
                <a:ext uri="{FF2B5EF4-FFF2-40B4-BE49-F238E27FC236}">
                  <a16:creationId xmlns:a16="http://schemas.microsoft.com/office/drawing/2014/main" id="{C13D5C88-CB0A-1F1A-F6D4-0D4480683F87}"/>
                </a:ext>
              </a:extLst>
            </p:cNvPr>
            <p:cNvSpPr/>
            <p:nvPr/>
          </p:nvSpPr>
          <p:spPr>
            <a:xfrm>
              <a:off x="5648549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9" name="pg65">
              <a:extLst>
                <a:ext uri="{FF2B5EF4-FFF2-40B4-BE49-F238E27FC236}">
                  <a16:creationId xmlns:a16="http://schemas.microsoft.com/office/drawing/2014/main" id="{B94C6649-F446-DDF4-B2D6-D368880D9A2A}"/>
                </a:ext>
              </a:extLst>
            </p:cNvPr>
            <p:cNvSpPr/>
            <p:nvPr/>
          </p:nvSpPr>
          <p:spPr>
            <a:xfrm>
              <a:off x="5660186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0" name="pg66">
              <a:extLst>
                <a:ext uri="{FF2B5EF4-FFF2-40B4-BE49-F238E27FC236}">
                  <a16:creationId xmlns:a16="http://schemas.microsoft.com/office/drawing/2014/main" id="{43BC0C99-4796-203A-82BE-C16C26D81E26}"/>
                </a:ext>
              </a:extLst>
            </p:cNvPr>
            <p:cNvSpPr/>
            <p:nvPr/>
          </p:nvSpPr>
          <p:spPr>
            <a:xfrm>
              <a:off x="5671824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1" name="pg67">
              <a:extLst>
                <a:ext uri="{FF2B5EF4-FFF2-40B4-BE49-F238E27FC236}">
                  <a16:creationId xmlns:a16="http://schemas.microsoft.com/office/drawing/2014/main" id="{6A74E4A7-0D98-F7F9-7CC5-7F53B7720E58}"/>
                </a:ext>
              </a:extLst>
            </p:cNvPr>
            <p:cNvSpPr/>
            <p:nvPr/>
          </p:nvSpPr>
          <p:spPr>
            <a:xfrm>
              <a:off x="5683461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2" name="pg68">
              <a:extLst>
                <a:ext uri="{FF2B5EF4-FFF2-40B4-BE49-F238E27FC236}">
                  <a16:creationId xmlns:a16="http://schemas.microsoft.com/office/drawing/2014/main" id="{771BB9E7-BEA8-B637-AAB6-C5ADCE554BA4}"/>
                </a:ext>
              </a:extLst>
            </p:cNvPr>
            <p:cNvSpPr/>
            <p:nvPr/>
          </p:nvSpPr>
          <p:spPr>
            <a:xfrm>
              <a:off x="5695098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3" name="pg69">
              <a:extLst>
                <a:ext uri="{FF2B5EF4-FFF2-40B4-BE49-F238E27FC236}">
                  <a16:creationId xmlns:a16="http://schemas.microsoft.com/office/drawing/2014/main" id="{47CCA449-3C35-4A16-A543-D8860E3F195F}"/>
                </a:ext>
              </a:extLst>
            </p:cNvPr>
            <p:cNvSpPr/>
            <p:nvPr/>
          </p:nvSpPr>
          <p:spPr>
            <a:xfrm>
              <a:off x="5706736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4" name="pg70">
              <a:extLst>
                <a:ext uri="{FF2B5EF4-FFF2-40B4-BE49-F238E27FC236}">
                  <a16:creationId xmlns:a16="http://schemas.microsoft.com/office/drawing/2014/main" id="{0DFA179C-957E-75F0-BFCD-3E39520B9C5A}"/>
                </a:ext>
              </a:extLst>
            </p:cNvPr>
            <p:cNvSpPr/>
            <p:nvPr/>
          </p:nvSpPr>
          <p:spPr>
            <a:xfrm>
              <a:off x="5718373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5" name="pg71">
              <a:extLst>
                <a:ext uri="{FF2B5EF4-FFF2-40B4-BE49-F238E27FC236}">
                  <a16:creationId xmlns:a16="http://schemas.microsoft.com/office/drawing/2014/main" id="{6DD4DAA8-5D9B-1CDA-E9A0-53223FBFAE7B}"/>
                </a:ext>
              </a:extLst>
            </p:cNvPr>
            <p:cNvSpPr/>
            <p:nvPr/>
          </p:nvSpPr>
          <p:spPr>
            <a:xfrm>
              <a:off x="573001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6" name="pg72">
              <a:extLst>
                <a:ext uri="{FF2B5EF4-FFF2-40B4-BE49-F238E27FC236}">
                  <a16:creationId xmlns:a16="http://schemas.microsoft.com/office/drawing/2014/main" id="{72B315BE-E355-B0AC-127A-A7A87E42405B}"/>
                </a:ext>
              </a:extLst>
            </p:cNvPr>
            <p:cNvSpPr/>
            <p:nvPr/>
          </p:nvSpPr>
          <p:spPr>
            <a:xfrm>
              <a:off x="5741648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7" name="pg73">
              <a:extLst>
                <a:ext uri="{FF2B5EF4-FFF2-40B4-BE49-F238E27FC236}">
                  <a16:creationId xmlns:a16="http://schemas.microsoft.com/office/drawing/2014/main" id="{FD5AEF3A-69EB-FEA2-A0C0-9F85A5724669}"/>
                </a:ext>
              </a:extLst>
            </p:cNvPr>
            <p:cNvSpPr/>
            <p:nvPr/>
          </p:nvSpPr>
          <p:spPr>
            <a:xfrm>
              <a:off x="627696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8" name="pg74">
              <a:extLst>
                <a:ext uri="{FF2B5EF4-FFF2-40B4-BE49-F238E27FC236}">
                  <a16:creationId xmlns:a16="http://schemas.microsoft.com/office/drawing/2014/main" id="{1D7F309F-DE68-858E-0BCA-42EC7C8ED829}"/>
                </a:ext>
              </a:extLst>
            </p:cNvPr>
            <p:cNvSpPr/>
            <p:nvPr/>
          </p:nvSpPr>
          <p:spPr>
            <a:xfrm>
              <a:off x="6288602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9" name="pg75">
              <a:extLst>
                <a:ext uri="{FF2B5EF4-FFF2-40B4-BE49-F238E27FC236}">
                  <a16:creationId xmlns:a16="http://schemas.microsoft.com/office/drawing/2014/main" id="{878FA244-4337-4D47-C689-B59F9D743F78}"/>
                </a:ext>
              </a:extLst>
            </p:cNvPr>
            <p:cNvSpPr/>
            <p:nvPr/>
          </p:nvSpPr>
          <p:spPr>
            <a:xfrm>
              <a:off x="630024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0" name="pg76">
              <a:extLst>
                <a:ext uri="{FF2B5EF4-FFF2-40B4-BE49-F238E27FC236}">
                  <a16:creationId xmlns:a16="http://schemas.microsoft.com/office/drawing/2014/main" id="{60A8B37B-04F7-1DA2-FAE7-41A026266675}"/>
                </a:ext>
              </a:extLst>
            </p:cNvPr>
            <p:cNvSpPr/>
            <p:nvPr/>
          </p:nvSpPr>
          <p:spPr>
            <a:xfrm>
              <a:off x="554381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1" name="pg77">
              <a:extLst>
                <a:ext uri="{FF2B5EF4-FFF2-40B4-BE49-F238E27FC236}">
                  <a16:creationId xmlns:a16="http://schemas.microsoft.com/office/drawing/2014/main" id="{50DBECBE-6F6C-36FC-79C3-CFC55B6FE1DA}"/>
                </a:ext>
              </a:extLst>
            </p:cNvPr>
            <p:cNvSpPr/>
            <p:nvPr/>
          </p:nvSpPr>
          <p:spPr>
            <a:xfrm>
              <a:off x="5555451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2" name="pg78">
              <a:extLst>
                <a:ext uri="{FF2B5EF4-FFF2-40B4-BE49-F238E27FC236}">
                  <a16:creationId xmlns:a16="http://schemas.microsoft.com/office/drawing/2014/main" id="{3B97DA09-A942-C636-9269-DEA094DEC541}"/>
                </a:ext>
              </a:extLst>
            </p:cNvPr>
            <p:cNvSpPr/>
            <p:nvPr/>
          </p:nvSpPr>
          <p:spPr>
            <a:xfrm>
              <a:off x="5567088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3" name="pg79">
              <a:extLst>
                <a:ext uri="{FF2B5EF4-FFF2-40B4-BE49-F238E27FC236}">
                  <a16:creationId xmlns:a16="http://schemas.microsoft.com/office/drawing/2014/main" id="{E9423E46-240E-AD9D-DD4F-422B70289036}"/>
                </a:ext>
              </a:extLst>
            </p:cNvPr>
            <p:cNvSpPr/>
            <p:nvPr/>
          </p:nvSpPr>
          <p:spPr>
            <a:xfrm>
              <a:off x="5578725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4" name="pg80">
              <a:extLst>
                <a:ext uri="{FF2B5EF4-FFF2-40B4-BE49-F238E27FC236}">
                  <a16:creationId xmlns:a16="http://schemas.microsoft.com/office/drawing/2014/main" id="{4B455862-1D55-5213-F95D-6B05D973056B}"/>
                </a:ext>
              </a:extLst>
            </p:cNvPr>
            <p:cNvSpPr/>
            <p:nvPr/>
          </p:nvSpPr>
          <p:spPr>
            <a:xfrm>
              <a:off x="559036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5" name="pg81">
              <a:extLst>
                <a:ext uri="{FF2B5EF4-FFF2-40B4-BE49-F238E27FC236}">
                  <a16:creationId xmlns:a16="http://schemas.microsoft.com/office/drawing/2014/main" id="{654E272F-D842-9624-F8BC-A522708A4342}"/>
                </a:ext>
              </a:extLst>
            </p:cNvPr>
            <p:cNvSpPr/>
            <p:nvPr/>
          </p:nvSpPr>
          <p:spPr>
            <a:xfrm>
              <a:off x="5602000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6" name="pg82">
              <a:extLst>
                <a:ext uri="{FF2B5EF4-FFF2-40B4-BE49-F238E27FC236}">
                  <a16:creationId xmlns:a16="http://schemas.microsoft.com/office/drawing/2014/main" id="{BD183375-36E7-6217-5DA0-18F5790E68C0}"/>
                </a:ext>
              </a:extLst>
            </p:cNvPr>
            <p:cNvSpPr/>
            <p:nvPr/>
          </p:nvSpPr>
          <p:spPr>
            <a:xfrm>
              <a:off x="5613637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7" name="pg83">
              <a:extLst>
                <a:ext uri="{FF2B5EF4-FFF2-40B4-BE49-F238E27FC236}">
                  <a16:creationId xmlns:a16="http://schemas.microsoft.com/office/drawing/2014/main" id="{E9DF2CC9-F1E8-091C-2D93-D1835212C329}"/>
                </a:ext>
              </a:extLst>
            </p:cNvPr>
            <p:cNvSpPr/>
            <p:nvPr/>
          </p:nvSpPr>
          <p:spPr>
            <a:xfrm>
              <a:off x="5625275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8" name="pg84">
              <a:extLst>
                <a:ext uri="{FF2B5EF4-FFF2-40B4-BE49-F238E27FC236}">
                  <a16:creationId xmlns:a16="http://schemas.microsoft.com/office/drawing/2014/main" id="{7FDB6BE3-5E23-51FA-E39D-A9D99B171F6F}"/>
                </a:ext>
              </a:extLst>
            </p:cNvPr>
            <p:cNvSpPr/>
            <p:nvPr/>
          </p:nvSpPr>
          <p:spPr>
            <a:xfrm>
              <a:off x="5636912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9" name="pg85">
              <a:extLst>
                <a:ext uri="{FF2B5EF4-FFF2-40B4-BE49-F238E27FC236}">
                  <a16:creationId xmlns:a16="http://schemas.microsoft.com/office/drawing/2014/main" id="{72707235-438A-6AEF-9FDD-D4A11BFB9038}"/>
                </a:ext>
              </a:extLst>
            </p:cNvPr>
            <p:cNvSpPr/>
            <p:nvPr/>
          </p:nvSpPr>
          <p:spPr>
            <a:xfrm>
              <a:off x="5648549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0" name="pg86">
              <a:extLst>
                <a:ext uri="{FF2B5EF4-FFF2-40B4-BE49-F238E27FC236}">
                  <a16:creationId xmlns:a16="http://schemas.microsoft.com/office/drawing/2014/main" id="{CE14DD9B-6557-BA55-B23C-883747395FD0}"/>
                </a:ext>
              </a:extLst>
            </p:cNvPr>
            <p:cNvSpPr/>
            <p:nvPr/>
          </p:nvSpPr>
          <p:spPr>
            <a:xfrm>
              <a:off x="5660186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1" name="pg87">
              <a:extLst>
                <a:ext uri="{FF2B5EF4-FFF2-40B4-BE49-F238E27FC236}">
                  <a16:creationId xmlns:a16="http://schemas.microsoft.com/office/drawing/2014/main" id="{36698621-996F-D497-5595-81767C389A46}"/>
                </a:ext>
              </a:extLst>
            </p:cNvPr>
            <p:cNvSpPr/>
            <p:nvPr/>
          </p:nvSpPr>
          <p:spPr>
            <a:xfrm>
              <a:off x="5671824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2" name="pg88">
              <a:extLst>
                <a:ext uri="{FF2B5EF4-FFF2-40B4-BE49-F238E27FC236}">
                  <a16:creationId xmlns:a16="http://schemas.microsoft.com/office/drawing/2014/main" id="{256E0D44-BB8F-8F5C-1F1E-865043AF7524}"/>
                </a:ext>
              </a:extLst>
            </p:cNvPr>
            <p:cNvSpPr/>
            <p:nvPr/>
          </p:nvSpPr>
          <p:spPr>
            <a:xfrm>
              <a:off x="5683461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3" name="pg89">
              <a:extLst>
                <a:ext uri="{FF2B5EF4-FFF2-40B4-BE49-F238E27FC236}">
                  <a16:creationId xmlns:a16="http://schemas.microsoft.com/office/drawing/2014/main" id="{381574AE-B4B8-6BC0-6070-DF579BE87FD1}"/>
                </a:ext>
              </a:extLst>
            </p:cNvPr>
            <p:cNvSpPr/>
            <p:nvPr/>
          </p:nvSpPr>
          <p:spPr>
            <a:xfrm>
              <a:off x="5695098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4" name="pg90">
              <a:extLst>
                <a:ext uri="{FF2B5EF4-FFF2-40B4-BE49-F238E27FC236}">
                  <a16:creationId xmlns:a16="http://schemas.microsoft.com/office/drawing/2014/main" id="{B93BC64C-C634-0649-CACC-26BEF4716BE5}"/>
                </a:ext>
              </a:extLst>
            </p:cNvPr>
            <p:cNvSpPr/>
            <p:nvPr/>
          </p:nvSpPr>
          <p:spPr>
            <a:xfrm>
              <a:off x="5706736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5" name="pg91">
              <a:extLst>
                <a:ext uri="{FF2B5EF4-FFF2-40B4-BE49-F238E27FC236}">
                  <a16:creationId xmlns:a16="http://schemas.microsoft.com/office/drawing/2014/main" id="{76C26220-3D70-E6B4-AA85-3E772AFF3F36}"/>
                </a:ext>
              </a:extLst>
            </p:cNvPr>
            <p:cNvSpPr/>
            <p:nvPr/>
          </p:nvSpPr>
          <p:spPr>
            <a:xfrm>
              <a:off x="571837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6" name="pg92">
              <a:extLst>
                <a:ext uri="{FF2B5EF4-FFF2-40B4-BE49-F238E27FC236}">
                  <a16:creationId xmlns:a16="http://schemas.microsoft.com/office/drawing/2014/main" id="{38F81D58-2E2B-703E-7582-FA5635C26FC2}"/>
                </a:ext>
              </a:extLst>
            </p:cNvPr>
            <p:cNvSpPr/>
            <p:nvPr/>
          </p:nvSpPr>
          <p:spPr>
            <a:xfrm>
              <a:off x="5730010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7" name="pg93">
              <a:extLst>
                <a:ext uri="{FF2B5EF4-FFF2-40B4-BE49-F238E27FC236}">
                  <a16:creationId xmlns:a16="http://schemas.microsoft.com/office/drawing/2014/main" id="{F13979BF-6FEB-63FE-E568-684F6788A2CB}"/>
                </a:ext>
              </a:extLst>
            </p:cNvPr>
            <p:cNvSpPr/>
            <p:nvPr/>
          </p:nvSpPr>
          <p:spPr>
            <a:xfrm>
              <a:off x="6288602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8" name="pg94">
              <a:extLst>
                <a:ext uri="{FF2B5EF4-FFF2-40B4-BE49-F238E27FC236}">
                  <a16:creationId xmlns:a16="http://schemas.microsoft.com/office/drawing/2014/main" id="{5D240EDD-1E9F-DFE3-57FB-62EDDA83075E}"/>
                </a:ext>
              </a:extLst>
            </p:cNvPr>
            <p:cNvSpPr/>
            <p:nvPr/>
          </p:nvSpPr>
          <p:spPr>
            <a:xfrm>
              <a:off x="5532176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9" name="pg95">
              <a:extLst>
                <a:ext uri="{FF2B5EF4-FFF2-40B4-BE49-F238E27FC236}">
                  <a16:creationId xmlns:a16="http://schemas.microsoft.com/office/drawing/2014/main" id="{65878C31-75FC-A7D6-FFC6-C593EB205744}"/>
                </a:ext>
              </a:extLst>
            </p:cNvPr>
            <p:cNvSpPr/>
            <p:nvPr/>
          </p:nvSpPr>
          <p:spPr>
            <a:xfrm>
              <a:off x="5543813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0" name="pg96">
              <a:extLst>
                <a:ext uri="{FF2B5EF4-FFF2-40B4-BE49-F238E27FC236}">
                  <a16:creationId xmlns:a16="http://schemas.microsoft.com/office/drawing/2014/main" id="{2960C886-34B7-DD76-6337-1DC70A0983E5}"/>
                </a:ext>
              </a:extLst>
            </p:cNvPr>
            <p:cNvSpPr/>
            <p:nvPr/>
          </p:nvSpPr>
          <p:spPr>
            <a:xfrm>
              <a:off x="5555451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1" name="pg97">
              <a:extLst>
                <a:ext uri="{FF2B5EF4-FFF2-40B4-BE49-F238E27FC236}">
                  <a16:creationId xmlns:a16="http://schemas.microsoft.com/office/drawing/2014/main" id="{B27EADB1-A301-32C3-CADF-15A61EA81434}"/>
                </a:ext>
              </a:extLst>
            </p:cNvPr>
            <p:cNvSpPr/>
            <p:nvPr/>
          </p:nvSpPr>
          <p:spPr>
            <a:xfrm>
              <a:off x="5567088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2" name="pg98">
              <a:extLst>
                <a:ext uri="{FF2B5EF4-FFF2-40B4-BE49-F238E27FC236}">
                  <a16:creationId xmlns:a16="http://schemas.microsoft.com/office/drawing/2014/main" id="{EA391F19-F710-FDED-389B-A9F40953C9F7}"/>
                </a:ext>
              </a:extLst>
            </p:cNvPr>
            <p:cNvSpPr/>
            <p:nvPr/>
          </p:nvSpPr>
          <p:spPr>
            <a:xfrm>
              <a:off x="5578725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3" name="pg99">
              <a:extLst>
                <a:ext uri="{FF2B5EF4-FFF2-40B4-BE49-F238E27FC236}">
                  <a16:creationId xmlns:a16="http://schemas.microsoft.com/office/drawing/2014/main" id="{C18357EA-44A4-4912-7616-B5F881EE68FE}"/>
                </a:ext>
              </a:extLst>
            </p:cNvPr>
            <p:cNvSpPr/>
            <p:nvPr/>
          </p:nvSpPr>
          <p:spPr>
            <a:xfrm>
              <a:off x="5590363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4" name="pg100">
              <a:extLst>
                <a:ext uri="{FF2B5EF4-FFF2-40B4-BE49-F238E27FC236}">
                  <a16:creationId xmlns:a16="http://schemas.microsoft.com/office/drawing/2014/main" id="{4BE28F47-8925-DFB9-7655-0F171042087B}"/>
                </a:ext>
              </a:extLst>
            </p:cNvPr>
            <p:cNvSpPr/>
            <p:nvPr/>
          </p:nvSpPr>
          <p:spPr>
            <a:xfrm>
              <a:off x="5602000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5" name="pg101">
              <a:extLst>
                <a:ext uri="{FF2B5EF4-FFF2-40B4-BE49-F238E27FC236}">
                  <a16:creationId xmlns:a16="http://schemas.microsoft.com/office/drawing/2014/main" id="{A5C30699-CD3B-4441-5993-36BFB9A7E637}"/>
                </a:ext>
              </a:extLst>
            </p:cNvPr>
            <p:cNvSpPr/>
            <p:nvPr/>
          </p:nvSpPr>
          <p:spPr>
            <a:xfrm>
              <a:off x="5613637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6" name="pg102">
              <a:extLst>
                <a:ext uri="{FF2B5EF4-FFF2-40B4-BE49-F238E27FC236}">
                  <a16:creationId xmlns:a16="http://schemas.microsoft.com/office/drawing/2014/main" id="{2C0F6BE2-50B3-18BD-FD8E-9637C486FB4C}"/>
                </a:ext>
              </a:extLst>
            </p:cNvPr>
            <p:cNvSpPr/>
            <p:nvPr/>
          </p:nvSpPr>
          <p:spPr>
            <a:xfrm>
              <a:off x="5625275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7" name="pg103">
              <a:extLst>
                <a:ext uri="{FF2B5EF4-FFF2-40B4-BE49-F238E27FC236}">
                  <a16:creationId xmlns:a16="http://schemas.microsoft.com/office/drawing/2014/main" id="{0DF84769-FF70-D4F5-3F0F-CC341396FD82}"/>
                </a:ext>
              </a:extLst>
            </p:cNvPr>
            <p:cNvSpPr/>
            <p:nvPr/>
          </p:nvSpPr>
          <p:spPr>
            <a:xfrm>
              <a:off x="5636912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8" name="pg104">
              <a:extLst>
                <a:ext uri="{FF2B5EF4-FFF2-40B4-BE49-F238E27FC236}">
                  <a16:creationId xmlns:a16="http://schemas.microsoft.com/office/drawing/2014/main" id="{81301FA6-6256-7326-8E8A-820CBE393665}"/>
                </a:ext>
              </a:extLst>
            </p:cNvPr>
            <p:cNvSpPr/>
            <p:nvPr/>
          </p:nvSpPr>
          <p:spPr>
            <a:xfrm>
              <a:off x="5648549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9" name="pg105">
              <a:extLst>
                <a:ext uri="{FF2B5EF4-FFF2-40B4-BE49-F238E27FC236}">
                  <a16:creationId xmlns:a16="http://schemas.microsoft.com/office/drawing/2014/main" id="{54CB742F-B69E-5A60-2DD4-1A4C091F88F6}"/>
                </a:ext>
              </a:extLst>
            </p:cNvPr>
            <p:cNvSpPr/>
            <p:nvPr/>
          </p:nvSpPr>
          <p:spPr>
            <a:xfrm>
              <a:off x="5660186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0" name="pg106">
              <a:extLst>
                <a:ext uri="{FF2B5EF4-FFF2-40B4-BE49-F238E27FC236}">
                  <a16:creationId xmlns:a16="http://schemas.microsoft.com/office/drawing/2014/main" id="{91D3677F-8E27-175D-01B6-66CD6EE1D1F2}"/>
                </a:ext>
              </a:extLst>
            </p:cNvPr>
            <p:cNvSpPr/>
            <p:nvPr/>
          </p:nvSpPr>
          <p:spPr>
            <a:xfrm>
              <a:off x="5671824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1" name="pg107">
              <a:extLst>
                <a:ext uri="{FF2B5EF4-FFF2-40B4-BE49-F238E27FC236}">
                  <a16:creationId xmlns:a16="http://schemas.microsoft.com/office/drawing/2014/main" id="{4BBD3AB1-96A5-CCF2-52F1-20657EDF46BF}"/>
                </a:ext>
              </a:extLst>
            </p:cNvPr>
            <p:cNvSpPr/>
            <p:nvPr/>
          </p:nvSpPr>
          <p:spPr>
            <a:xfrm>
              <a:off x="5683461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2" name="pg108">
              <a:extLst>
                <a:ext uri="{FF2B5EF4-FFF2-40B4-BE49-F238E27FC236}">
                  <a16:creationId xmlns:a16="http://schemas.microsoft.com/office/drawing/2014/main" id="{B4DE636D-D879-D408-7812-170AD858C677}"/>
                </a:ext>
              </a:extLst>
            </p:cNvPr>
            <p:cNvSpPr/>
            <p:nvPr/>
          </p:nvSpPr>
          <p:spPr>
            <a:xfrm>
              <a:off x="5695098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3" name="pg109">
              <a:extLst>
                <a:ext uri="{FF2B5EF4-FFF2-40B4-BE49-F238E27FC236}">
                  <a16:creationId xmlns:a16="http://schemas.microsoft.com/office/drawing/2014/main" id="{48BB36AA-75F8-3D61-574B-0C5F17F4D391}"/>
                </a:ext>
              </a:extLst>
            </p:cNvPr>
            <p:cNvSpPr/>
            <p:nvPr/>
          </p:nvSpPr>
          <p:spPr>
            <a:xfrm>
              <a:off x="5508901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4" name="pg110">
              <a:extLst>
                <a:ext uri="{FF2B5EF4-FFF2-40B4-BE49-F238E27FC236}">
                  <a16:creationId xmlns:a16="http://schemas.microsoft.com/office/drawing/2014/main" id="{104DD393-8270-E4FC-00C7-5D6E47253F84}"/>
                </a:ext>
              </a:extLst>
            </p:cNvPr>
            <p:cNvSpPr/>
            <p:nvPr/>
          </p:nvSpPr>
          <p:spPr>
            <a:xfrm>
              <a:off x="5520539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5" name="pg111">
              <a:extLst>
                <a:ext uri="{FF2B5EF4-FFF2-40B4-BE49-F238E27FC236}">
                  <a16:creationId xmlns:a16="http://schemas.microsoft.com/office/drawing/2014/main" id="{5AAA58AA-755A-FC84-FCF2-6C319AA65DB5}"/>
                </a:ext>
              </a:extLst>
            </p:cNvPr>
            <p:cNvSpPr/>
            <p:nvPr/>
          </p:nvSpPr>
          <p:spPr>
            <a:xfrm>
              <a:off x="5532176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6" name="pg112">
              <a:extLst>
                <a:ext uri="{FF2B5EF4-FFF2-40B4-BE49-F238E27FC236}">
                  <a16:creationId xmlns:a16="http://schemas.microsoft.com/office/drawing/2014/main" id="{ACB27F8A-5522-C262-C4B9-A9327A86D611}"/>
                </a:ext>
              </a:extLst>
            </p:cNvPr>
            <p:cNvSpPr/>
            <p:nvPr/>
          </p:nvSpPr>
          <p:spPr>
            <a:xfrm>
              <a:off x="5543813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7" name="pg113">
              <a:extLst>
                <a:ext uri="{FF2B5EF4-FFF2-40B4-BE49-F238E27FC236}">
                  <a16:creationId xmlns:a16="http://schemas.microsoft.com/office/drawing/2014/main" id="{2E612273-18B3-6A9F-32D9-552009E6FC07}"/>
                </a:ext>
              </a:extLst>
            </p:cNvPr>
            <p:cNvSpPr/>
            <p:nvPr/>
          </p:nvSpPr>
          <p:spPr>
            <a:xfrm>
              <a:off x="5555451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6" name="pg114">
              <a:extLst>
                <a:ext uri="{FF2B5EF4-FFF2-40B4-BE49-F238E27FC236}">
                  <a16:creationId xmlns:a16="http://schemas.microsoft.com/office/drawing/2014/main" id="{32DF12FC-6698-AB0E-EA4C-6EE5BB74FE85}"/>
                </a:ext>
              </a:extLst>
            </p:cNvPr>
            <p:cNvSpPr/>
            <p:nvPr/>
          </p:nvSpPr>
          <p:spPr>
            <a:xfrm>
              <a:off x="5567088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7" name="pg115">
              <a:extLst>
                <a:ext uri="{FF2B5EF4-FFF2-40B4-BE49-F238E27FC236}">
                  <a16:creationId xmlns:a16="http://schemas.microsoft.com/office/drawing/2014/main" id="{D7217366-7EFF-0525-0571-93ECDC2F5789}"/>
                </a:ext>
              </a:extLst>
            </p:cNvPr>
            <p:cNvSpPr/>
            <p:nvPr/>
          </p:nvSpPr>
          <p:spPr>
            <a:xfrm>
              <a:off x="5578725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8" name="pg116">
              <a:extLst>
                <a:ext uri="{FF2B5EF4-FFF2-40B4-BE49-F238E27FC236}">
                  <a16:creationId xmlns:a16="http://schemas.microsoft.com/office/drawing/2014/main" id="{205E5396-7090-8319-81B9-68CC2C326A9B}"/>
                </a:ext>
              </a:extLst>
            </p:cNvPr>
            <p:cNvSpPr/>
            <p:nvPr/>
          </p:nvSpPr>
          <p:spPr>
            <a:xfrm>
              <a:off x="5590363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9" name="pg117">
              <a:extLst>
                <a:ext uri="{FF2B5EF4-FFF2-40B4-BE49-F238E27FC236}">
                  <a16:creationId xmlns:a16="http://schemas.microsoft.com/office/drawing/2014/main" id="{EA5AFB96-731C-4EA8-8F7A-0106B2937B89}"/>
                </a:ext>
              </a:extLst>
            </p:cNvPr>
            <p:cNvSpPr/>
            <p:nvPr/>
          </p:nvSpPr>
          <p:spPr>
            <a:xfrm>
              <a:off x="5602000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0" name="pg118">
              <a:extLst>
                <a:ext uri="{FF2B5EF4-FFF2-40B4-BE49-F238E27FC236}">
                  <a16:creationId xmlns:a16="http://schemas.microsoft.com/office/drawing/2014/main" id="{43B42D2E-09DA-43D4-1A48-863294CBE3C9}"/>
                </a:ext>
              </a:extLst>
            </p:cNvPr>
            <p:cNvSpPr/>
            <p:nvPr/>
          </p:nvSpPr>
          <p:spPr>
            <a:xfrm>
              <a:off x="5613637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1" name="pg119">
              <a:extLst>
                <a:ext uri="{FF2B5EF4-FFF2-40B4-BE49-F238E27FC236}">
                  <a16:creationId xmlns:a16="http://schemas.microsoft.com/office/drawing/2014/main" id="{CC7AEC55-49BE-582E-A8A5-CFEEBA6DAC79}"/>
                </a:ext>
              </a:extLst>
            </p:cNvPr>
            <p:cNvSpPr/>
            <p:nvPr/>
          </p:nvSpPr>
          <p:spPr>
            <a:xfrm>
              <a:off x="5625275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2" name="pg120">
              <a:extLst>
                <a:ext uri="{FF2B5EF4-FFF2-40B4-BE49-F238E27FC236}">
                  <a16:creationId xmlns:a16="http://schemas.microsoft.com/office/drawing/2014/main" id="{52460013-45CD-EDB4-AD22-D4DB0CB32602}"/>
                </a:ext>
              </a:extLst>
            </p:cNvPr>
            <p:cNvSpPr/>
            <p:nvPr/>
          </p:nvSpPr>
          <p:spPr>
            <a:xfrm>
              <a:off x="5636912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3" name="pg121">
              <a:extLst>
                <a:ext uri="{FF2B5EF4-FFF2-40B4-BE49-F238E27FC236}">
                  <a16:creationId xmlns:a16="http://schemas.microsoft.com/office/drawing/2014/main" id="{4185EB6F-5A85-3F2D-6520-9BE11C3083F4}"/>
                </a:ext>
              </a:extLst>
            </p:cNvPr>
            <p:cNvSpPr/>
            <p:nvPr/>
          </p:nvSpPr>
          <p:spPr>
            <a:xfrm>
              <a:off x="5648549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4" name="pg122">
              <a:extLst>
                <a:ext uri="{FF2B5EF4-FFF2-40B4-BE49-F238E27FC236}">
                  <a16:creationId xmlns:a16="http://schemas.microsoft.com/office/drawing/2014/main" id="{8826071D-E21A-767C-0FEE-F5F23C81B434}"/>
                </a:ext>
              </a:extLst>
            </p:cNvPr>
            <p:cNvSpPr/>
            <p:nvPr/>
          </p:nvSpPr>
          <p:spPr>
            <a:xfrm>
              <a:off x="5660186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5" name="pg123">
              <a:extLst>
                <a:ext uri="{FF2B5EF4-FFF2-40B4-BE49-F238E27FC236}">
                  <a16:creationId xmlns:a16="http://schemas.microsoft.com/office/drawing/2014/main" id="{998D2317-2AAB-FF98-4972-A3A16EEF17D9}"/>
                </a:ext>
              </a:extLst>
            </p:cNvPr>
            <p:cNvSpPr/>
            <p:nvPr/>
          </p:nvSpPr>
          <p:spPr>
            <a:xfrm>
              <a:off x="5473989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1" name="pg124">
              <a:extLst>
                <a:ext uri="{FF2B5EF4-FFF2-40B4-BE49-F238E27FC236}">
                  <a16:creationId xmlns:a16="http://schemas.microsoft.com/office/drawing/2014/main" id="{4541B13F-91AC-E66D-9D72-AAFF7CA8114D}"/>
                </a:ext>
              </a:extLst>
            </p:cNvPr>
            <p:cNvSpPr/>
            <p:nvPr/>
          </p:nvSpPr>
          <p:spPr>
            <a:xfrm>
              <a:off x="5485627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2" name="pg125">
              <a:extLst>
                <a:ext uri="{FF2B5EF4-FFF2-40B4-BE49-F238E27FC236}">
                  <a16:creationId xmlns:a16="http://schemas.microsoft.com/office/drawing/2014/main" id="{8C3359A2-E2A6-AAD2-BEA1-4C9E813AA802}"/>
                </a:ext>
              </a:extLst>
            </p:cNvPr>
            <p:cNvSpPr/>
            <p:nvPr/>
          </p:nvSpPr>
          <p:spPr>
            <a:xfrm>
              <a:off x="5497264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3" name="pg126">
              <a:extLst>
                <a:ext uri="{FF2B5EF4-FFF2-40B4-BE49-F238E27FC236}">
                  <a16:creationId xmlns:a16="http://schemas.microsoft.com/office/drawing/2014/main" id="{E17129EA-7AC6-4912-FC55-3B89FF89AF3D}"/>
                </a:ext>
              </a:extLst>
            </p:cNvPr>
            <p:cNvSpPr/>
            <p:nvPr/>
          </p:nvSpPr>
          <p:spPr>
            <a:xfrm>
              <a:off x="5508901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5" name="pg127">
              <a:extLst>
                <a:ext uri="{FF2B5EF4-FFF2-40B4-BE49-F238E27FC236}">
                  <a16:creationId xmlns:a16="http://schemas.microsoft.com/office/drawing/2014/main" id="{27202B0B-82F2-CA7C-52AE-248CB5D972CE}"/>
                </a:ext>
              </a:extLst>
            </p:cNvPr>
            <p:cNvSpPr/>
            <p:nvPr/>
          </p:nvSpPr>
          <p:spPr>
            <a:xfrm>
              <a:off x="5520539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6" name="pg128">
              <a:extLst>
                <a:ext uri="{FF2B5EF4-FFF2-40B4-BE49-F238E27FC236}">
                  <a16:creationId xmlns:a16="http://schemas.microsoft.com/office/drawing/2014/main" id="{E1B459F3-0937-FC08-2584-9E8C34B133E6}"/>
                </a:ext>
              </a:extLst>
            </p:cNvPr>
            <p:cNvSpPr/>
            <p:nvPr/>
          </p:nvSpPr>
          <p:spPr>
            <a:xfrm>
              <a:off x="5532176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7" name="pg129">
              <a:extLst>
                <a:ext uri="{FF2B5EF4-FFF2-40B4-BE49-F238E27FC236}">
                  <a16:creationId xmlns:a16="http://schemas.microsoft.com/office/drawing/2014/main" id="{102C66A3-FF21-79D1-2D51-D12E8BFC3AED}"/>
                </a:ext>
              </a:extLst>
            </p:cNvPr>
            <p:cNvSpPr/>
            <p:nvPr/>
          </p:nvSpPr>
          <p:spPr>
            <a:xfrm>
              <a:off x="5543813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8" name="pg130">
              <a:extLst>
                <a:ext uri="{FF2B5EF4-FFF2-40B4-BE49-F238E27FC236}">
                  <a16:creationId xmlns:a16="http://schemas.microsoft.com/office/drawing/2014/main" id="{5F46719F-ED3E-8A69-DA16-BC1F964DA32A}"/>
                </a:ext>
              </a:extLst>
            </p:cNvPr>
            <p:cNvSpPr/>
            <p:nvPr/>
          </p:nvSpPr>
          <p:spPr>
            <a:xfrm>
              <a:off x="5555451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27" name="pg131">
              <a:extLst>
                <a:ext uri="{FF2B5EF4-FFF2-40B4-BE49-F238E27FC236}">
                  <a16:creationId xmlns:a16="http://schemas.microsoft.com/office/drawing/2014/main" id="{3EFDC44A-BA41-A111-B4B7-EFBF1E838B94}"/>
                </a:ext>
              </a:extLst>
            </p:cNvPr>
            <p:cNvSpPr/>
            <p:nvPr/>
          </p:nvSpPr>
          <p:spPr>
            <a:xfrm>
              <a:off x="5567088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31" name="pg132">
              <a:extLst>
                <a:ext uri="{FF2B5EF4-FFF2-40B4-BE49-F238E27FC236}">
                  <a16:creationId xmlns:a16="http://schemas.microsoft.com/office/drawing/2014/main" id="{F2B06DB8-51C8-0219-B18A-AFB79B3AECC3}"/>
                </a:ext>
              </a:extLst>
            </p:cNvPr>
            <p:cNvSpPr/>
            <p:nvPr/>
          </p:nvSpPr>
          <p:spPr>
            <a:xfrm>
              <a:off x="5578725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32" name="pg133">
              <a:extLst>
                <a:ext uri="{FF2B5EF4-FFF2-40B4-BE49-F238E27FC236}">
                  <a16:creationId xmlns:a16="http://schemas.microsoft.com/office/drawing/2014/main" id="{D2E39D2A-A8D5-2A30-6E1B-52B510956F14}"/>
                </a:ext>
              </a:extLst>
            </p:cNvPr>
            <p:cNvSpPr/>
            <p:nvPr/>
          </p:nvSpPr>
          <p:spPr>
            <a:xfrm>
              <a:off x="5590363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33" name="pg134">
              <a:extLst>
                <a:ext uri="{FF2B5EF4-FFF2-40B4-BE49-F238E27FC236}">
                  <a16:creationId xmlns:a16="http://schemas.microsoft.com/office/drawing/2014/main" id="{B8CAD551-E3F2-39EF-8E59-9814523A8F95}"/>
                </a:ext>
              </a:extLst>
            </p:cNvPr>
            <p:cNvSpPr/>
            <p:nvPr/>
          </p:nvSpPr>
          <p:spPr>
            <a:xfrm>
              <a:off x="5602000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34" name="pg135">
              <a:extLst>
                <a:ext uri="{FF2B5EF4-FFF2-40B4-BE49-F238E27FC236}">
                  <a16:creationId xmlns:a16="http://schemas.microsoft.com/office/drawing/2014/main" id="{61DFFDC4-07DC-77DD-DA05-D25DF751CB8C}"/>
                </a:ext>
              </a:extLst>
            </p:cNvPr>
            <p:cNvSpPr/>
            <p:nvPr/>
          </p:nvSpPr>
          <p:spPr>
            <a:xfrm>
              <a:off x="5613637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35" name="pg136">
              <a:extLst>
                <a:ext uri="{FF2B5EF4-FFF2-40B4-BE49-F238E27FC236}">
                  <a16:creationId xmlns:a16="http://schemas.microsoft.com/office/drawing/2014/main" id="{6A59C0EA-F451-1BD5-147F-7AD565E60382}"/>
                </a:ext>
              </a:extLst>
            </p:cNvPr>
            <p:cNvSpPr/>
            <p:nvPr/>
          </p:nvSpPr>
          <p:spPr>
            <a:xfrm>
              <a:off x="5625275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36" name="pg137">
              <a:extLst>
                <a:ext uri="{FF2B5EF4-FFF2-40B4-BE49-F238E27FC236}">
                  <a16:creationId xmlns:a16="http://schemas.microsoft.com/office/drawing/2014/main" id="{3361037A-1AB9-7B8A-636E-0EFF6A8DE965}"/>
                </a:ext>
              </a:extLst>
            </p:cNvPr>
            <p:cNvSpPr/>
            <p:nvPr/>
          </p:nvSpPr>
          <p:spPr>
            <a:xfrm>
              <a:off x="5450715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59" name="pg138">
              <a:extLst>
                <a:ext uri="{FF2B5EF4-FFF2-40B4-BE49-F238E27FC236}">
                  <a16:creationId xmlns:a16="http://schemas.microsoft.com/office/drawing/2014/main" id="{230E2095-120B-08A7-C254-E75EE45A79A6}"/>
                </a:ext>
              </a:extLst>
            </p:cNvPr>
            <p:cNvSpPr/>
            <p:nvPr/>
          </p:nvSpPr>
          <p:spPr>
            <a:xfrm>
              <a:off x="5462352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62" name="pg139">
              <a:extLst>
                <a:ext uri="{FF2B5EF4-FFF2-40B4-BE49-F238E27FC236}">
                  <a16:creationId xmlns:a16="http://schemas.microsoft.com/office/drawing/2014/main" id="{3CF86B15-BE66-82AA-9287-C871B95EE4C0}"/>
                </a:ext>
              </a:extLst>
            </p:cNvPr>
            <p:cNvSpPr/>
            <p:nvPr/>
          </p:nvSpPr>
          <p:spPr>
            <a:xfrm>
              <a:off x="5473989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64" name="pg140">
              <a:extLst>
                <a:ext uri="{FF2B5EF4-FFF2-40B4-BE49-F238E27FC236}">
                  <a16:creationId xmlns:a16="http://schemas.microsoft.com/office/drawing/2014/main" id="{94D7B85C-A2B8-E689-D1B6-01DD72B0F5F3}"/>
                </a:ext>
              </a:extLst>
            </p:cNvPr>
            <p:cNvSpPr/>
            <p:nvPr/>
          </p:nvSpPr>
          <p:spPr>
            <a:xfrm>
              <a:off x="5485627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65" name="pg141">
              <a:extLst>
                <a:ext uri="{FF2B5EF4-FFF2-40B4-BE49-F238E27FC236}">
                  <a16:creationId xmlns:a16="http://schemas.microsoft.com/office/drawing/2014/main" id="{4C851C70-443D-3C11-D13D-32DCBDCA0925}"/>
                </a:ext>
              </a:extLst>
            </p:cNvPr>
            <p:cNvSpPr/>
            <p:nvPr/>
          </p:nvSpPr>
          <p:spPr>
            <a:xfrm>
              <a:off x="5497264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66" name="pg142">
              <a:extLst>
                <a:ext uri="{FF2B5EF4-FFF2-40B4-BE49-F238E27FC236}">
                  <a16:creationId xmlns:a16="http://schemas.microsoft.com/office/drawing/2014/main" id="{CEF24017-B18E-0E3B-D426-EC2B421AC4AA}"/>
                </a:ext>
              </a:extLst>
            </p:cNvPr>
            <p:cNvSpPr/>
            <p:nvPr/>
          </p:nvSpPr>
          <p:spPr>
            <a:xfrm>
              <a:off x="5508901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67" name="pg143">
              <a:extLst>
                <a:ext uri="{FF2B5EF4-FFF2-40B4-BE49-F238E27FC236}">
                  <a16:creationId xmlns:a16="http://schemas.microsoft.com/office/drawing/2014/main" id="{406B39D8-15E6-0DF7-396F-B9F5A3905CFC}"/>
                </a:ext>
              </a:extLst>
            </p:cNvPr>
            <p:cNvSpPr/>
            <p:nvPr/>
          </p:nvSpPr>
          <p:spPr>
            <a:xfrm>
              <a:off x="5520539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68" name="pg144">
              <a:extLst>
                <a:ext uri="{FF2B5EF4-FFF2-40B4-BE49-F238E27FC236}">
                  <a16:creationId xmlns:a16="http://schemas.microsoft.com/office/drawing/2014/main" id="{CF4F41ED-C0BF-883A-5CF8-9F7DFCAC9F3C}"/>
                </a:ext>
              </a:extLst>
            </p:cNvPr>
            <p:cNvSpPr/>
            <p:nvPr/>
          </p:nvSpPr>
          <p:spPr>
            <a:xfrm>
              <a:off x="5532176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69" name="pg145">
              <a:extLst>
                <a:ext uri="{FF2B5EF4-FFF2-40B4-BE49-F238E27FC236}">
                  <a16:creationId xmlns:a16="http://schemas.microsoft.com/office/drawing/2014/main" id="{63290B5D-7A63-424E-3741-A08F3262BB56}"/>
                </a:ext>
              </a:extLst>
            </p:cNvPr>
            <p:cNvSpPr/>
            <p:nvPr/>
          </p:nvSpPr>
          <p:spPr>
            <a:xfrm>
              <a:off x="5543813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70" name="pg146">
              <a:extLst>
                <a:ext uri="{FF2B5EF4-FFF2-40B4-BE49-F238E27FC236}">
                  <a16:creationId xmlns:a16="http://schemas.microsoft.com/office/drawing/2014/main" id="{8DEC59C1-1A40-70A7-8FD8-AF6336211B88}"/>
                </a:ext>
              </a:extLst>
            </p:cNvPr>
            <p:cNvSpPr/>
            <p:nvPr/>
          </p:nvSpPr>
          <p:spPr>
            <a:xfrm>
              <a:off x="5555451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71" name="pg147">
              <a:extLst>
                <a:ext uri="{FF2B5EF4-FFF2-40B4-BE49-F238E27FC236}">
                  <a16:creationId xmlns:a16="http://schemas.microsoft.com/office/drawing/2014/main" id="{D38356A9-31E8-0745-F185-B9E56D977F60}"/>
                </a:ext>
              </a:extLst>
            </p:cNvPr>
            <p:cNvSpPr/>
            <p:nvPr/>
          </p:nvSpPr>
          <p:spPr>
            <a:xfrm>
              <a:off x="5567088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72" name="pg148">
              <a:extLst>
                <a:ext uri="{FF2B5EF4-FFF2-40B4-BE49-F238E27FC236}">
                  <a16:creationId xmlns:a16="http://schemas.microsoft.com/office/drawing/2014/main" id="{2FFB44AB-802A-B619-CE10-C5296B7F5829}"/>
                </a:ext>
              </a:extLst>
            </p:cNvPr>
            <p:cNvSpPr/>
            <p:nvPr/>
          </p:nvSpPr>
          <p:spPr>
            <a:xfrm>
              <a:off x="5578725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73" name="pg149">
              <a:extLst>
                <a:ext uri="{FF2B5EF4-FFF2-40B4-BE49-F238E27FC236}">
                  <a16:creationId xmlns:a16="http://schemas.microsoft.com/office/drawing/2014/main" id="{D3D75EE1-E429-26BD-FDBB-A19EBE345BA3}"/>
                </a:ext>
              </a:extLst>
            </p:cNvPr>
            <p:cNvSpPr/>
            <p:nvPr/>
          </p:nvSpPr>
          <p:spPr>
            <a:xfrm>
              <a:off x="5439077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74" name="pg150">
              <a:extLst>
                <a:ext uri="{FF2B5EF4-FFF2-40B4-BE49-F238E27FC236}">
                  <a16:creationId xmlns:a16="http://schemas.microsoft.com/office/drawing/2014/main" id="{1D41B2CB-8478-03A0-1D75-9B64B7B2DBF5}"/>
                </a:ext>
              </a:extLst>
            </p:cNvPr>
            <p:cNvSpPr/>
            <p:nvPr/>
          </p:nvSpPr>
          <p:spPr>
            <a:xfrm>
              <a:off x="5450715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75" name="pg151">
              <a:extLst>
                <a:ext uri="{FF2B5EF4-FFF2-40B4-BE49-F238E27FC236}">
                  <a16:creationId xmlns:a16="http://schemas.microsoft.com/office/drawing/2014/main" id="{26B65B8C-43FA-6047-75D2-C4CBD64CE7AD}"/>
                </a:ext>
              </a:extLst>
            </p:cNvPr>
            <p:cNvSpPr/>
            <p:nvPr/>
          </p:nvSpPr>
          <p:spPr>
            <a:xfrm>
              <a:off x="5462352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76" name="pg152">
              <a:extLst>
                <a:ext uri="{FF2B5EF4-FFF2-40B4-BE49-F238E27FC236}">
                  <a16:creationId xmlns:a16="http://schemas.microsoft.com/office/drawing/2014/main" id="{DA5D64CC-5F92-8E8C-2D1E-A5FBB383A712}"/>
                </a:ext>
              </a:extLst>
            </p:cNvPr>
            <p:cNvSpPr/>
            <p:nvPr/>
          </p:nvSpPr>
          <p:spPr>
            <a:xfrm>
              <a:off x="5473989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77" name="pg153">
              <a:extLst>
                <a:ext uri="{FF2B5EF4-FFF2-40B4-BE49-F238E27FC236}">
                  <a16:creationId xmlns:a16="http://schemas.microsoft.com/office/drawing/2014/main" id="{3073CF0C-CF61-E8DE-41D0-12E4D5E96B39}"/>
                </a:ext>
              </a:extLst>
            </p:cNvPr>
            <p:cNvSpPr/>
            <p:nvPr/>
          </p:nvSpPr>
          <p:spPr>
            <a:xfrm>
              <a:off x="5485627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78" name="pg154">
              <a:extLst>
                <a:ext uri="{FF2B5EF4-FFF2-40B4-BE49-F238E27FC236}">
                  <a16:creationId xmlns:a16="http://schemas.microsoft.com/office/drawing/2014/main" id="{E9F5A51C-9B1A-B072-8014-A5E240531924}"/>
                </a:ext>
              </a:extLst>
            </p:cNvPr>
            <p:cNvSpPr/>
            <p:nvPr/>
          </p:nvSpPr>
          <p:spPr>
            <a:xfrm>
              <a:off x="5497264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79" name="pg155">
              <a:extLst>
                <a:ext uri="{FF2B5EF4-FFF2-40B4-BE49-F238E27FC236}">
                  <a16:creationId xmlns:a16="http://schemas.microsoft.com/office/drawing/2014/main" id="{D3A15DE4-FB9E-6700-07E7-E3E45022C0F2}"/>
                </a:ext>
              </a:extLst>
            </p:cNvPr>
            <p:cNvSpPr/>
            <p:nvPr/>
          </p:nvSpPr>
          <p:spPr>
            <a:xfrm>
              <a:off x="5508901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80" name="pg156">
              <a:extLst>
                <a:ext uri="{FF2B5EF4-FFF2-40B4-BE49-F238E27FC236}">
                  <a16:creationId xmlns:a16="http://schemas.microsoft.com/office/drawing/2014/main" id="{9CB1A0CB-0A1A-4AC8-DE02-449F87EDA310}"/>
                </a:ext>
              </a:extLst>
            </p:cNvPr>
            <p:cNvSpPr/>
            <p:nvPr/>
          </p:nvSpPr>
          <p:spPr>
            <a:xfrm>
              <a:off x="5520539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81" name="pg157">
              <a:extLst>
                <a:ext uri="{FF2B5EF4-FFF2-40B4-BE49-F238E27FC236}">
                  <a16:creationId xmlns:a16="http://schemas.microsoft.com/office/drawing/2014/main" id="{97BA968B-249C-1575-A46F-7B557927B4BE}"/>
                </a:ext>
              </a:extLst>
            </p:cNvPr>
            <p:cNvSpPr/>
            <p:nvPr/>
          </p:nvSpPr>
          <p:spPr>
            <a:xfrm>
              <a:off x="5532176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82" name="pg158">
              <a:extLst>
                <a:ext uri="{FF2B5EF4-FFF2-40B4-BE49-F238E27FC236}">
                  <a16:creationId xmlns:a16="http://schemas.microsoft.com/office/drawing/2014/main" id="{6C1E3818-5F34-CB5F-47C2-1A6C7277CC6F}"/>
                </a:ext>
              </a:extLst>
            </p:cNvPr>
            <p:cNvSpPr/>
            <p:nvPr/>
          </p:nvSpPr>
          <p:spPr>
            <a:xfrm>
              <a:off x="5543813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83" name="pg159">
              <a:extLst>
                <a:ext uri="{FF2B5EF4-FFF2-40B4-BE49-F238E27FC236}">
                  <a16:creationId xmlns:a16="http://schemas.microsoft.com/office/drawing/2014/main" id="{D3E3202F-F741-708B-0CFE-8B632DDBF03F}"/>
                </a:ext>
              </a:extLst>
            </p:cNvPr>
            <p:cNvSpPr/>
            <p:nvPr/>
          </p:nvSpPr>
          <p:spPr>
            <a:xfrm>
              <a:off x="5555451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84" name="pg160">
              <a:extLst>
                <a:ext uri="{FF2B5EF4-FFF2-40B4-BE49-F238E27FC236}">
                  <a16:creationId xmlns:a16="http://schemas.microsoft.com/office/drawing/2014/main" id="{D914FAD2-3396-04F4-8078-209004A6094F}"/>
                </a:ext>
              </a:extLst>
            </p:cNvPr>
            <p:cNvSpPr/>
            <p:nvPr/>
          </p:nvSpPr>
          <p:spPr>
            <a:xfrm>
              <a:off x="5427440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85" name="pg161">
              <a:extLst>
                <a:ext uri="{FF2B5EF4-FFF2-40B4-BE49-F238E27FC236}">
                  <a16:creationId xmlns:a16="http://schemas.microsoft.com/office/drawing/2014/main" id="{A9591BB7-01A5-6212-E9EE-1A49BAD9C057}"/>
                </a:ext>
              </a:extLst>
            </p:cNvPr>
            <p:cNvSpPr/>
            <p:nvPr/>
          </p:nvSpPr>
          <p:spPr>
            <a:xfrm>
              <a:off x="5439077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86" name="pg162">
              <a:extLst>
                <a:ext uri="{FF2B5EF4-FFF2-40B4-BE49-F238E27FC236}">
                  <a16:creationId xmlns:a16="http://schemas.microsoft.com/office/drawing/2014/main" id="{0772827F-E7B5-E299-F486-E732E713758B}"/>
                </a:ext>
              </a:extLst>
            </p:cNvPr>
            <p:cNvSpPr/>
            <p:nvPr/>
          </p:nvSpPr>
          <p:spPr>
            <a:xfrm>
              <a:off x="5450715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87" name="pg163">
              <a:extLst>
                <a:ext uri="{FF2B5EF4-FFF2-40B4-BE49-F238E27FC236}">
                  <a16:creationId xmlns:a16="http://schemas.microsoft.com/office/drawing/2014/main" id="{5C8DDF53-0756-9CEE-3DE2-6D9105AE6D8B}"/>
                </a:ext>
              </a:extLst>
            </p:cNvPr>
            <p:cNvSpPr/>
            <p:nvPr/>
          </p:nvSpPr>
          <p:spPr>
            <a:xfrm>
              <a:off x="5462352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88" name="pg164">
              <a:extLst>
                <a:ext uri="{FF2B5EF4-FFF2-40B4-BE49-F238E27FC236}">
                  <a16:creationId xmlns:a16="http://schemas.microsoft.com/office/drawing/2014/main" id="{F65BF495-5937-2026-99B3-9C4FB108BDF4}"/>
                </a:ext>
              </a:extLst>
            </p:cNvPr>
            <p:cNvSpPr/>
            <p:nvPr/>
          </p:nvSpPr>
          <p:spPr>
            <a:xfrm>
              <a:off x="5473989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89" name="pg165">
              <a:extLst>
                <a:ext uri="{FF2B5EF4-FFF2-40B4-BE49-F238E27FC236}">
                  <a16:creationId xmlns:a16="http://schemas.microsoft.com/office/drawing/2014/main" id="{ECD1BACA-72E5-E3C3-D985-D360294B9F7C}"/>
                </a:ext>
              </a:extLst>
            </p:cNvPr>
            <p:cNvSpPr/>
            <p:nvPr/>
          </p:nvSpPr>
          <p:spPr>
            <a:xfrm>
              <a:off x="5485627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90" name="pg166">
              <a:extLst>
                <a:ext uri="{FF2B5EF4-FFF2-40B4-BE49-F238E27FC236}">
                  <a16:creationId xmlns:a16="http://schemas.microsoft.com/office/drawing/2014/main" id="{7B3285FA-4553-7D98-2D60-785ACB2B03C6}"/>
                </a:ext>
              </a:extLst>
            </p:cNvPr>
            <p:cNvSpPr/>
            <p:nvPr/>
          </p:nvSpPr>
          <p:spPr>
            <a:xfrm>
              <a:off x="5497264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91" name="pg167">
              <a:extLst>
                <a:ext uri="{FF2B5EF4-FFF2-40B4-BE49-F238E27FC236}">
                  <a16:creationId xmlns:a16="http://schemas.microsoft.com/office/drawing/2014/main" id="{EC6236CA-3BCE-1E11-796A-ADB901FE4715}"/>
                </a:ext>
              </a:extLst>
            </p:cNvPr>
            <p:cNvSpPr/>
            <p:nvPr/>
          </p:nvSpPr>
          <p:spPr>
            <a:xfrm>
              <a:off x="5508901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92" name="pg168">
              <a:extLst>
                <a:ext uri="{FF2B5EF4-FFF2-40B4-BE49-F238E27FC236}">
                  <a16:creationId xmlns:a16="http://schemas.microsoft.com/office/drawing/2014/main" id="{17996678-8DF8-B3FD-3C6D-88500DE304D1}"/>
                </a:ext>
              </a:extLst>
            </p:cNvPr>
            <p:cNvSpPr/>
            <p:nvPr/>
          </p:nvSpPr>
          <p:spPr>
            <a:xfrm>
              <a:off x="5520539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93" name="pg169">
              <a:extLst>
                <a:ext uri="{FF2B5EF4-FFF2-40B4-BE49-F238E27FC236}">
                  <a16:creationId xmlns:a16="http://schemas.microsoft.com/office/drawing/2014/main" id="{EA3E1EBB-3460-5C3A-3AD3-BF6E24AB1FF6}"/>
                </a:ext>
              </a:extLst>
            </p:cNvPr>
            <p:cNvSpPr/>
            <p:nvPr/>
          </p:nvSpPr>
          <p:spPr>
            <a:xfrm>
              <a:off x="5532176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94" name="pg170">
              <a:extLst>
                <a:ext uri="{FF2B5EF4-FFF2-40B4-BE49-F238E27FC236}">
                  <a16:creationId xmlns:a16="http://schemas.microsoft.com/office/drawing/2014/main" id="{C9906D33-0263-8CB5-FD08-7AB394B64A54}"/>
                </a:ext>
              </a:extLst>
            </p:cNvPr>
            <p:cNvSpPr/>
            <p:nvPr/>
          </p:nvSpPr>
          <p:spPr>
            <a:xfrm>
              <a:off x="5415803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95" name="pg171">
              <a:extLst>
                <a:ext uri="{FF2B5EF4-FFF2-40B4-BE49-F238E27FC236}">
                  <a16:creationId xmlns:a16="http://schemas.microsoft.com/office/drawing/2014/main" id="{DDF2AB65-B522-8AC6-6C58-FD2830461D13}"/>
                </a:ext>
              </a:extLst>
            </p:cNvPr>
            <p:cNvSpPr/>
            <p:nvPr/>
          </p:nvSpPr>
          <p:spPr>
            <a:xfrm>
              <a:off x="5427440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96" name="pg172">
              <a:extLst>
                <a:ext uri="{FF2B5EF4-FFF2-40B4-BE49-F238E27FC236}">
                  <a16:creationId xmlns:a16="http://schemas.microsoft.com/office/drawing/2014/main" id="{2894935D-882A-7FB7-EBBE-3FA3C0480AA8}"/>
                </a:ext>
              </a:extLst>
            </p:cNvPr>
            <p:cNvSpPr/>
            <p:nvPr/>
          </p:nvSpPr>
          <p:spPr>
            <a:xfrm>
              <a:off x="5439077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97" name="pg173">
              <a:extLst>
                <a:ext uri="{FF2B5EF4-FFF2-40B4-BE49-F238E27FC236}">
                  <a16:creationId xmlns:a16="http://schemas.microsoft.com/office/drawing/2014/main" id="{B4D4CE8A-32AC-2667-7882-5EB84E270466}"/>
                </a:ext>
              </a:extLst>
            </p:cNvPr>
            <p:cNvSpPr/>
            <p:nvPr/>
          </p:nvSpPr>
          <p:spPr>
            <a:xfrm>
              <a:off x="5450715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98" name="pg174">
              <a:extLst>
                <a:ext uri="{FF2B5EF4-FFF2-40B4-BE49-F238E27FC236}">
                  <a16:creationId xmlns:a16="http://schemas.microsoft.com/office/drawing/2014/main" id="{EF5AE3DC-CAD5-A19F-86CB-E0295A044465}"/>
                </a:ext>
              </a:extLst>
            </p:cNvPr>
            <p:cNvSpPr/>
            <p:nvPr/>
          </p:nvSpPr>
          <p:spPr>
            <a:xfrm>
              <a:off x="5462352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99" name="pg175">
              <a:extLst>
                <a:ext uri="{FF2B5EF4-FFF2-40B4-BE49-F238E27FC236}">
                  <a16:creationId xmlns:a16="http://schemas.microsoft.com/office/drawing/2014/main" id="{F4DBC758-3635-7239-61A2-55D2E606C56D}"/>
                </a:ext>
              </a:extLst>
            </p:cNvPr>
            <p:cNvSpPr/>
            <p:nvPr/>
          </p:nvSpPr>
          <p:spPr>
            <a:xfrm>
              <a:off x="5473989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00" name="pg176">
              <a:extLst>
                <a:ext uri="{FF2B5EF4-FFF2-40B4-BE49-F238E27FC236}">
                  <a16:creationId xmlns:a16="http://schemas.microsoft.com/office/drawing/2014/main" id="{98C5F0FA-60C3-DD32-9794-A81EEFD6BA66}"/>
                </a:ext>
              </a:extLst>
            </p:cNvPr>
            <p:cNvSpPr/>
            <p:nvPr/>
          </p:nvSpPr>
          <p:spPr>
            <a:xfrm>
              <a:off x="5485627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01" name="pg177">
              <a:extLst>
                <a:ext uri="{FF2B5EF4-FFF2-40B4-BE49-F238E27FC236}">
                  <a16:creationId xmlns:a16="http://schemas.microsoft.com/office/drawing/2014/main" id="{44A9FE57-C03E-90F3-3B3F-4C5881EA62EB}"/>
                </a:ext>
              </a:extLst>
            </p:cNvPr>
            <p:cNvSpPr/>
            <p:nvPr/>
          </p:nvSpPr>
          <p:spPr>
            <a:xfrm>
              <a:off x="5497264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02" name="pg178">
              <a:extLst>
                <a:ext uri="{FF2B5EF4-FFF2-40B4-BE49-F238E27FC236}">
                  <a16:creationId xmlns:a16="http://schemas.microsoft.com/office/drawing/2014/main" id="{A379462D-9406-D7AB-20E6-1AA8C1EE57EF}"/>
                </a:ext>
              </a:extLst>
            </p:cNvPr>
            <p:cNvSpPr/>
            <p:nvPr/>
          </p:nvSpPr>
          <p:spPr>
            <a:xfrm>
              <a:off x="5508901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03" name="pg179">
              <a:extLst>
                <a:ext uri="{FF2B5EF4-FFF2-40B4-BE49-F238E27FC236}">
                  <a16:creationId xmlns:a16="http://schemas.microsoft.com/office/drawing/2014/main" id="{95165220-77FE-C83A-DD2F-6F831FE52DD0}"/>
                </a:ext>
              </a:extLst>
            </p:cNvPr>
            <p:cNvSpPr/>
            <p:nvPr/>
          </p:nvSpPr>
          <p:spPr>
            <a:xfrm>
              <a:off x="5380891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04" name="pg180">
              <a:extLst>
                <a:ext uri="{FF2B5EF4-FFF2-40B4-BE49-F238E27FC236}">
                  <a16:creationId xmlns:a16="http://schemas.microsoft.com/office/drawing/2014/main" id="{52B66CBD-A64C-EB79-9AE7-E90B2836D1E6}"/>
                </a:ext>
              </a:extLst>
            </p:cNvPr>
            <p:cNvSpPr/>
            <p:nvPr/>
          </p:nvSpPr>
          <p:spPr>
            <a:xfrm>
              <a:off x="5392528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05" name="pg181">
              <a:extLst>
                <a:ext uri="{FF2B5EF4-FFF2-40B4-BE49-F238E27FC236}">
                  <a16:creationId xmlns:a16="http://schemas.microsoft.com/office/drawing/2014/main" id="{B53B0328-15A4-ACCE-936E-634CD651746A}"/>
                </a:ext>
              </a:extLst>
            </p:cNvPr>
            <p:cNvSpPr/>
            <p:nvPr/>
          </p:nvSpPr>
          <p:spPr>
            <a:xfrm>
              <a:off x="5404165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06" name="pg182">
              <a:extLst>
                <a:ext uri="{FF2B5EF4-FFF2-40B4-BE49-F238E27FC236}">
                  <a16:creationId xmlns:a16="http://schemas.microsoft.com/office/drawing/2014/main" id="{40CEBD7E-80BF-7D7D-37EF-D68DCDBD4326}"/>
                </a:ext>
              </a:extLst>
            </p:cNvPr>
            <p:cNvSpPr/>
            <p:nvPr/>
          </p:nvSpPr>
          <p:spPr>
            <a:xfrm>
              <a:off x="5415803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07" name="pg183">
              <a:extLst>
                <a:ext uri="{FF2B5EF4-FFF2-40B4-BE49-F238E27FC236}">
                  <a16:creationId xmlns:a16="http://schemas.microsoft.com/office/drawing/2014/main" id="{B4D1E5AF-2660-F5A5-B676-B26EAF2119C3}"/>
                </a:ext>
              </a:extLst>
            </p:cNvPr>
            <p:cNvSpPr/>
            <p:nvPr/>
          </p:nvSpPr>
          <p:spPr>
            <a:xfrm>
              <a:off x="5427440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2" name="pg184">
              <a:extLst>
                <a:ext uri="{FF2B5EF4-FFF2-40B4-BE49-F238E27FC236}">
                  <a16:creationId xmlns:a16="http://schemas.microsoft.com/office/drawing/2014/main" id="{639D2EF7-EB41-1413-F79B-065DDCEE76ED}"/>
                </a:ext>
              </a:extLst>
            </p:cNvPr>
            <p:cNvSpPr/>
            <p:nvPr/>
          </p:nvSpPr>
          <p:spPr>
            <a:xfrm>
              <a:off x="5439077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3" name="pg185">
              <a:extLst>
                <a:ext uri="{FF2B5EF4-FFF2-40B4-BE49-F238E27FC236}">
                  <a16:creationId xmlns:a16="http://schemas.microsoft.com/office/drawing/2014/main" id="{F5CAAF37-F8A2-2514-223F-A55D25BBD16E}"/>
                </a:ext>
              </a:extLst>
            </p:cNvPr>
            <p:cNvSpPr/>
            <p:nvPr/>
          </p:nvSpPr>
          <p:spPr>
            <a:xfrm>
              <a:off x="5450715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4" name="pg186">
              <a:extLst>
                <a:ext uri="{FF2B5EF4-FFF2-40B4-BE49-F238E27FC236}">
                  <a16:creationId xmlns:a16="http://schemas.microsoft.com/office/drawing/2014/main" id="{B7B9A359-88D7-BD28-0289-8C6FF8C34176}"/>
                </a:ext>
              </a:extLst>
            </p:cNvPr>
            <p:cNvSpPr/>
            <p:nvPr/>
          </p:nvSpPr>
          <p:spPr>
            <a:xfrm>
              <a:off x="5462352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5" name="pg187">
              <a:extLst>
                <a:ext uri="{FF2B5EF4-FFF2-40B4-BE49-F238E27FC236}">
                  <a16:creationId xmlns:a16="http://schemas.microsoft.com/office/drawing/2014/main" id="{B9814AA9-F763-D664-7AE5-6C44E96DB6BF}"/>
                </a:ext>
              </a:extLst>
            </p:cNvPr>
            <p:cNvSpPr/>
            <p:nvPr/>
          </p:nvSpPr>
          <p:spPr>
            <a:xfrm>
              <a:off x="5473989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6" name="pg188">
              <a:extLst>
                <a:ext uri="{FF2B5EF4-FFF2-40B4-BE49-F238E27FC236}">
                  <a16:creationId xmlns:a16="http://schemas.microsoft.com/office/drawing/2014/main" id="{3C20BB98-DE55-CD60-BF04-695CC5268AF4}"/>
                </a:ext>
              </a:extLst>
            </p:cNvPr>
            <p:cNvSpPr/>
            <p:nvPr/>
          </p:nvSpPr>
          <p:spPr>
            <a:xfrm>
              <a:off x="5485627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7" name="pg189">
              <a:extLst>
                <a:ext uri="{FF2B5EF4-FFF2-40B4-BE49-F238E27FC236}">
                  <a16:creationId xmlns:a16="http://schemas.microsoft.com/office/drawing/2014/main" id="{97B455BD-C44A-873D-E5FD-C55F57B280E3}"/>
                </a:ext>
              </a:extLst>
            </p:cNvPr>
            <p:cNvSpPr/>
            <p:nvPr/>
          </p:nvSpPr>
          <p:spPr>
            <a:xfrm>
              <a:off x="5369253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8" name="pg190">
              <a:extLst>
                <a:ext uri="{FF2B5EF4-FFF2-40B4-BE49-F238E27FC236}">
                  <a16:creationId xmlns:a16="http://schemas.microsoft.com/office/drawing/2014/main" id="{D09822B6-147C-CA46-6D9A-F36ED1DE436E}"/>
                </a:ext>
              </a:extLst>
            </p:cNvPr>
            <p:cNvSpPr/>
            <p:nvPr/>
          </p:nvSpPr>
          <p:spPr>
            <a:xfrm>
              <a:off x="5380891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9" name="pg191">
              <a:extLst>
                <a:ext uri="{FF2B5EF4-FFF2-40B4-BE49-F238E27FC236}">
                  <a16:creationId xmlns:a16="http://schemas.microsoft.com/office/drawing/2014/main" id="{9D65D318-F281-24F3-67DE-9BA2CA2C3A9D}"/>
                </a:ext>
              </a:extLst>
            </p:cNvPr>
            <p:cNvSpPr/>
            <p:nvPr/>
          </p:nvSpPr>
          <p:spPr>
            <a:xfrm>
              <a:off x="5392528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0" name="pg192">
              <a:extLst>
                <a:ext uri="{FF2B5EF4-FFF2-40B4-BE49-F238E27FC236}">
                  <a16:creationId xmlns:a16="http://schemas.microsoft.com/office/drawing/2014/main" id="{A1FC0A86-AFC4-37FA-2654-82F07BDBAB4C}"/>
                </a:ext>
              </a:extLst>
            </p:cNvPr>
            <p:cNvSpPr/>
            <p:nvPr/>
          </p:nvSpPr>
          <p:spPr>
            <a:xfrm>
              <a:off x="5404165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1" name="pg193">
              <a:extLst>
                <a:ext uri="{FF2B5EF4-FFF2-40B4-BE49-F238E27FC236}">
                  <a16:creationId xmlns:a16="http://schemas.microsoft.com/office/drawing/2014/main" id="{02E4E162-3BB2-DDFE-D224-3ABAAE8B02EB}"/>
                </a:ext>
              </a:extLst>
            </p:cNvPr>
            <p:cNvSpPr/>
            <p:nvPr/>
          </p:nvSpPr>
          <p:spPr>
            <a:xfrm>
              <a:off x="5415803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2" name="pg194">
              <a:extLst>
                <a:ext uri="{FF2B5EF4-FFF2-40B4-BE49-F238E27FC236}">
                  <a16:creationId xmlns:a16="http://schemas.microsoft.com/office/drawing/2014/main" id="{51565C47-A2AD-29E9-CF17-D64D9367D738}"/>
                </a:ext>
              </a:extLst>
            </p:cNvPr>
            <p:cNvSpPr/>
            <p:nvPr/>
          </p:nvSpPr>
          <p:spPr>
            <a:xfrm>
              <a:off x="5427440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3" name="pg195">
              <a:extLst>
                <a:ext uri="{FF2B5EF4-FFF2-40B4-BE49-F238E27FC236}">
                  <a16:creationId xmlns:a16="http://schemas.microsoft.com/office/drawing/2014/main" id="{9A08F0B3-5D0A-966B-7DD5-6A904EE4D432}"/>
                </a:ext>
              </a:extLst>
            </p:cNvPr>
            <p:cNvSpPr/>
            <p:nvPr/>
          </p:nvSpPr>
          <p:spPr>
            <a:xfrm>
              <a:off x="5439077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4" name="pg196">
              <a:extLst>
                <a:ext uri="{FF2B5EF4-FFF2-40B4-BE49-F238E27FC236}">
                  <a16:creationId xmlns:a16="http://schemas.microsoft.com/office/drawing/2014/main" id="{0541A2CA-7CC8-13F0-87B7-ABB0894CD8A9}"/>
                </a:ext>
              </a:extLst>
            </p:cNvPr>
            <p:cNvSpPr/>
            <p:nvPr/>
          </p:nvSpPr>
          <p:spPr>
            <a:xfrm>
              <a:off x="5450715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5" name="pg197">
              <a:extLst>
                <a:ext uri="{FF2B5EF4-FFF2-40B4-BE49-F238E27FC236}">
                  <a16:creationId xmlns:a16="http://schemas.microsoft.com/office/drawing/2014/main" id="{2479A931-7094-B8BA-8C1D-86F18598D03A}"/>
                </a:ext>
              </a:extLst>
            </p:cNvPr>
            <p:cNvSpPr/>
            <p:nvPr/>
          </p:nvSpPr>
          <p:spPr>
            <a:xfrm>
              <a:off x="5462352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6" name="pg198">
              <a:extLst>
                <a:ext uri="{FF2B5EF4-FFF2-40B4-BE49-F238E27FC236}">
                  <a16:creationId xmlns:a16="http://schemas.microsoft.com/office/drawing/2014/main" id="{692ADD9B-14CB-A8F3-271B-C36988CD12B4}"/>
                </a:ext>
              </a:extLst>
            </p:cNvPr>
            <p:cNvSpPr/>
            <p:nvPr/>
          </p:nvSpPr>
          <p:spPr>
            <a:xfrm>
              <a:off x="6311877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7" name="pg199">
              <a:extLst>
                <a:ext uri="{FF2B5EF4-FFF2-40B4-BE49-F238E27FC236}">
                  <a16:creationId xmlns:a16="http://schemas.microsoft.com/office/drawing/2014/main" id="{404C49B4-E1EB-D8BF-4AF5-AD8ECCE0C5BF}"/>
                </a:ext>
              </a:extLst>
            </p:cNvPr>
            <p:cNvSpPr/>
            <p:nvPr/>
          </p:nvSpPr>
          <p:spPr>
            <a:xfrm>
              <a:off x="531106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8" name="pg200">
              <a:extLst>
                <a:ext uri="{FF2B5EF4-FFF2-40B4-BE49-F238E27FC236}">
                  <a16:creationId xmlns:a16="http://schemas.microsoft.com/office/drawing/2014/main" id="{AABDF98D-BAB8-4077-7341-ABEE16F74F49}"/>
                </a:ext>
              </a:extLst>
            </p:cNvPr>
            <p:cNvSpPr/>
            <p:nvPr/>
          </p:nvSpPr>
          <p:spPr>
            <a:xfrm>
              <a:off x="5322704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9" name="pg201">
              <a:extLst>
                <a:ext uri="{FF2B5EF4-FFF2-40B4-BE49-F238E27FC236}">
                  <a16:creationId xmlns:a16="http://schemas.microsoft.com/office/drawing/2014/main" id="{26B180DD-C2E1-0542-F7CA-C490902936ED}"/>
                </a:ext>
              </a:extLst>
            </p:cNvPr>
            <p:cNvSpPr/>
            <p:nvPr/>
          </p:nvSpPr>
          <p:spPr>
            <a:xfrm>
              <a:off x="5334341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0" name="pg202">
              <a:extLst>
                <a:ext uri="{FF2B5EF4-FFF2-40B4-BE49-F238E27FC236}">
                  <a16:creationId xmlns:a16="http://schemas.microsoft.com/office/drawing/2014/main" id="{4196E6AE-74B3-725F-E289-3B8845C01A17}"/>
                </a:ext>
              </a:extLst>
            </p:cNvPr>
            <p:cNvSpPr/>
            <p:nvPr/>
          </p:nvSpPr>
          <p:spPr>
            <a:xfrm>
              <a:off x="5345979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1" name="pg203">
              <a:extLst>
                <a:ext uri="{FF2B5EF4-FFF2-40B4-BE49-F238E27FC236}">
                  <a16:creationId xmlns:a16="http://schemas.microsoft.com/office/drawing/2014/main" id="{87D413EE-D2F8-712D-59A8-0ED5FD006B4D}"/>
                </a:ext>
              </a:extLst>
            </p:cNvPr>
            <p:cNvSpPr/>
            <p:nvPr/>
          </p:nvSpPr>
          <p:spPr>
            <a:xfrm>
              <a:off x="5357616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2" name="pg204">
              <a:extLst>
                <a:ext uri="{FF2B5EF4-FFF2-40B4-BE49-F238E27FC236}">
                  <a16:creationId xmlns:a16="http://schemas.microsoft.com/office/drawing/2014/main" id="{608933DD-8901-1E2C-7374-0E42DA5CD643}"/>
                </a:ext>
              </a:extLst>
            </p:cNvPr>
            <p:cNvSpPr/>
            <p:nvPr/>
          </p:nvSpPr>
          <p:spPr>
            <a:xfrm>
              <a:off x="5369253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3" name="pg205">
              <a:extLst>
                <a:ext uri="{FF2B5EF4-FFF2-40B4-BE49-F238E27FC236}">
                  <a16:creationId xmlns:a16="http://schemas.microsoft.com/office/drawing/2014/main" id="{1090278C-1992-F756-6478-E283FAA35D66}"/>
                </a:ext>
              </a:extLst>
            </p:cNvPr>
            <p:cNvSpPr/>
            <p:nvPr/>
          </p:nvSpPr>
          <p:spPr>
            <a:xfrm>
              <a:off x="5380891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4" name="pg206">
              <a:extLst>
                <a:ext uri="{FF2B5EF4-FFF2-40B4-BE49-F238E27FC236}">
                  <a16:creationId xmlns:a16="http://schemas.microsoft.com/office/drawing/2014/main" id="{1F12B657-9E96-A705-48CD-F86403F8DE87}"/>
                </a:ext>
              </a:extLst>
            </p:cNvPr>
            <p:cNvSpPr/>
            <p:nvPr/>
          </p:nvSpPr>
          <p:spPr>
            <a:xfrm>
              <a:off x="5392528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3" name="pg207">
              <a:extLst>
                <a:ext uri="{FF2B5EF4-FFF2-40B4-BE49-F238E27FC236}">
                  <a16:creationId xmlns:a16="http://schemas.microsoft.com/office/drawing/2014/main" id="{6E894D1C-DE4A-7687-5296-9BF3BC3963EA}"/>
                </a:ext>
              </a:extLst>
            </p:cNvPr>
            <p:cNvSpPr/>
            <p:nvPr/>
          </p:nvSpPr>
          <p:spPr>
            <a:xfrm>
              <a:off x="540416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6" name="pg208">
              <a:extLst>
                <a:ext uri="{FF2B5EF4-FFF2-40B4-BE49-F238E27FC236}">
                  <a16:creationId xmlns:a16="http://schemas.microsoft.com/office/drawing/2014/main" id="{C1C03E03-628B-DA1E-EA7D-71D06ACE0F3D}"/>
                </a:ext>
              </a:extLst>
            </p:cNvPr>
            <p:cNvSpPr/>
            <p:nvPr/>
          </p:nvSpPr>
          <p:spPr>
            <a:xfrm>
              <a:off x="5415803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0" name="pg209">
              <a:extLst>
                <a:ext uri="{FF2B5EF4-FFF2-40B4-BE49-F238E27FC236}">
                  <a16:creationId xmlns:a16="http://schemas.microsoft.com/office/drawing/2014/main" id="{ED5DBE3D-E8A0-DBFA-96EB-959958DD077A}"/>
                </a:ext>
              </a:extLst>
            </p:cNvPr>
            <p:cNvSpPr/>
            <p:nvPr/>
          </p:nvSpPr>
          <p:spPr>
            <a:xfrm>
              <a:off x="5427440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1" name="pg210">
              <a:extLst>
                <a:ext uri="{FF2B5EF4-FFF2-40B4-BE49-F238E27FC236}">
                  <a16:creationId xmlns:a16="http://schemas.microsoft.com/office/drawing/2014/main" id="{7752860B-AC66-4D6A-4275-8E002BD5CDA1}"/>
                </a:ext>
              </a:extLst>
            </p:cNvPr>
            <p:cNvSpPr/>
            <p:nvPr/>
          </p:nvSpPr>
          <p:spPr>
            <a:xfrm>
              <a:off x="543907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2" name="pg211">
              <a:extLst>
                <a:ext uri="{FF2B5EF4-FFF2-40B4-BE49-F238E27FC236}">
                  <a16:creationId xmlns:a16="http://schemas.microsoft.com/office/drawing/2014/main" id="{1CF11462-3770-1769-D5B7-D420BA658E4C}"/>
                </a:ext>
              </a:extLst>
            </p:cNvPr>
            <p:cNvSpPr/>
            <p:nvPr/>
          </p:nvSpPr>
          <p:spPr>
            <a:xfrm>
              <a:off x="545071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3" name="pg212">
              <a:extLst>
                <a:ext uri="{FF2B5EF4-FFF2-40B4-BE49-F238E27FC236}">
                  <a16:creationId xmlns:a16="http://schemas.microsoft.com/office/drawing/2014/main" id="{70119473-2603-A8DA-31DB-326A20803896}"/>
                </a:ext>
              </a:extLst>
            </p:cNvPr>
            <p:cNvSpPr/>
            <p:nvPr/>
          </p:nvSpPr>
          <p:spPr>
            <a:xfrm>
              <a:off x="627696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4" name="pg213">
              <a:extLst>
                <a:ext uri="{FF2B5EF4-FFF2-40B4-BE49-F238E27FC236}">
                  <a16:creationId xmlns:a16="http://schemas.microsoft.com/office/drawing/2014/main" id="{5F52F5D9-22F7-F760-C803-A92FEC3FF9E7}"/>
                </a:ext>
              </a:extLst>
            </p:cNvPr>
            <p:cNvSpPr/>
            <p:nvPr/>
          </p:nvSpPr>
          <p:spPr>
            <a:xfrm>
              <a:off x="6288602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5" name="pg214">
              <a:extLst>
                <a:ext uri="{FF2B5EF4-FFF2-40B4-BE49-F238E27FC236}">
                  <a16:creationId xmlns:a16="http://schemas.microsoft.com/office/drawing/2014/main" id="{1B038788-4197-F523-A8F1-C62C9395B25E}"/>
                </a:ext>
              </a:extLst>
            </p:cNvPr>
            <p:cNvSpPr/>
            <p:nvPr/>
          </p:nvSpPr>
          <p:spPr>
            <a:xfrm>
              <a:off x="6300240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6" name="pg215">
              <a:extLst>
                <a:ext uri="{FF2B5EF4-FFF2-40B4-BE49-F238E27FC236}">
                  <a16:creationId xmlns:a16="http://schemas.microsoft.com/office/drawing/2014/main" id="{BFD6B80C-ECF7-925B-8C80-3D4459598C70}"/>
                </a:ext>
              </a:extLst>
            </p:cNvPr>
            <p:cNvSpPr/>
            <p:nvPr/>
          </p:nvSpPr>
          <p:spPr>
            <a:xfrm>
              <a:off x="631187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7" name="pg216">
              <a:extLst>
                <a:ext uri="{FF2B5EF4-FFF2-40B4-BE49-F238E27FC236}">
                  <a16:creationId xmlns:a16="http://schemas.microsoft.com/office/drawing/2014/main" id="{A2254CE2-BE92-25B7-F967-085188D3DEE3}"/>
                </a:ext>
              </a:extLst>
            </p:cNvPr>
            <p:cNvSpPr/>
            <p:nvPr/>
          </p:nvSpPr>
          <p:spPr>
            <a:xfrm>
              <a:off x="6323514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8" name="pg217">
              <a:extLst>
                <a:ext uri="{FF2B5EF4-FFF2-40B4-BE49-F238E27FC236}">
                  <a16:creationId xmlns:a16="http://schemas.microsoft.com/office/drawing/2014/main" id="{8B23D5DF-90E4-505A-9172-7CC06D885A03}"/>
                </a:ext>
              </a:extLst>
            </p:cNvPr>
            <p:cNvSpPr/>
            <p:nvPr/>
          </p:nvSpPr>
          <p:spPr>
            <a:xfrm>
              <a:off x="5299429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9" name="pg218">
              <a:extLst>
                <a:ext uri="{FF2B5EF4-FFF2-40B4-BE49-F238E27FC236}">
                  <a16:creationId xmlns:a16="http://schemas.microsoft.com/office/drawing/2014/main" id="{7696157F-5B32-90BA-24D1-B38C4489B216}"/>
                </a:ext>
              </a:extLst>
            </p:cNvPr>
            <p:cNvSpPr/>
            <p:nvPr/>
          </p:nvSpPr>
          <p:spPr>
            <a:xfrm>
              <a:off x="531106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0" name="pg219">
              <a:extLst>
                <a:ext uri="{FF2B5EF4-FFF2-40B4-BE49-F238E27FC236}">
                  <a16:creationId xmlns:a16="http://schemas.microsoft.com/office/drawing/2014/main" id="{47E54E75-A39C-0253-85D7-3A8A84741581}"/>
                </a:ext>
              </a:extLst>
            </p:cNvPr>
            <p:cNvSpPr/>
            <p:nvPr/>
          </p:nvSpPr>
          <p:spPr>
            <a:xfrm>
              <a:off x="532270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1" name="pg220">
              <a:extLst>
                <a:ext uri="{FF2B5EF4-FFF2-40B4-BE49-F238E27FC236}">
                  <a16:creationId xmlns:a16="http://schemas.microsoft.com/office/drawing/2014/main" id="{D676E603-A80E-5D4B-0856-E95C1A28E642}"/>
                </a:ext>
              </a:extLst>
            </p:cNvPr>
            <p:cNvSpPr/>
            <p:nvPr/>
          </p:nvSpPr>
          <p:spPr>
            <a:xfrm>
              <a:off x="533434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2" name="pg221">
              <a:extLst>
                <a:ext uri="{FF2B5EF4-FFF2-40B4-BE49-F238E27FC236}">
                  <a16:creationId xmlns:a16="http://schemas.microsoft.com/office/drawing/2014/main" id="{73621978-E4A1-E975-4A5A-5362D9F04444}"/>
                </a:ext>
              </a:extLst>
            </p:cNvPr>
            <p:cNvSpPr/>
            <p:nvPr/>
          </p:nvSpPr>
          <p:spPr>
            <a:xfrm>
              <a:off x="5345979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3" name="pg222">
              <a:extLst>
                <a:ext uri="{FF2B5EF4-FFF2-40B4-BE49-F238E27FC236}">
                  <a16:creationId xmlns:a16="http://schemas.microsoft.com/office/drawing/2014/main" id="{86FB1549-2331-371B-7587-CA774CC35B07}"/>
                </a:ext>
              </a:extLst>
            </p:cNvPr>
            <p:cNvSpPr/>
            <p:nvPr/>
          </p:nvSpPr>
          <p:spPr>
            <a:xfrm>
              <a:off x="5357616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4" name="pg223">
              <a:extLst>
                <a:ext uri="{FF2B5EF4-FFF2-40B4-BE49-F238E27FC236}">
                  <a16:creationId xmlns:a16="http://schemas.microsoft.com/office/drawing/2014/main" id="{9AE6C4D0-AF3C-55EA-4D40-586E1E5891C6}"/>
                </a:ext>
              </a:extLst>
            </p:cNvPr>
            <p:cNvSpPr/>
            <p:nvPr/>
          </p:nvSpPr>
          <p:spPr>
            <a:xfrm>
              <a:off x="5369253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5" name="pg224">
              <a:extLst>
                <a:ext uri="{FF2B5EF4-FFF2-40B4-BE49-F238E27FC236}">
                  <a16:creationId xmlns:a16="http://schemas.microsoft.com/office/drawing/2014/main" id="{CD8F7896-19D4-3844-3843-F926FE8EE365}"/>
                </a:ext>
              </a:extLst>
            </p:cNvPr>
            <p:cNvSpPr/>
            <p:nvPr/>
          </p:nvSpPr>
          <p:spPr>
            <a:xfrm>
              <a:off x="538089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6" name="pg225">
              <a:extLst>
                <a:ext uri="{FF2B5EF4-FFF2-40B4-BE49-F238E27FC236}">
                  <a16:creationId xmlns:a16="http://schemas.microsoft.com/office/drawing/2014/main" id="{E1956AE7-C95F-2043-3194-36E355CF0665}"/>
                </a:ext>
              </a:extLst>
            </p:cNvPr>
            <p:cNvSpPr/>
            <p:nvPr/>
          </p:nvSpPr>
          <p:spPr>
            <a:xfrm>
              <a:off x="539252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7" name="pg226">
              <a:extLst>
                <a:ext uri="{FF2B5EF4-FFF2-40B4-BE49-F238E27FC236}">
                  <a16:creationId xmlns:a16="http://schemas.microsoft.com/office/drawing/2014/main" id="{0C1F83F8-5A13-79BF-5CAF-3645B917DE66}"/>
                </a:ext>
              </a:extLst>
            </p:cNvPr>
            <p:cNvSpPr/>
            <p:nvPr/>
          </p:nvSpPr>
          <p:spPr>
            <a:xfrm>
              <a:off x="5404165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8" name="pg227">
              <a:extLst>
                <a:ext uri="{FF2B5EF4-FFF2-40B4-BE49-F238E27FC236}">
                  <a16:creationId xmlns:a16="http://schemas.microsoft.com/office/drawing/2014/main" id="{0353794B-7EE2-7036-3CD7-2DA5CAE8D7A5}"/>
                </a:ext>
              </a:extLst>
            </p:cNvPr>
            <p:cNvSpPr/>
            <p:nvPr/>
          </p:nvSpPr>
          <p:spPr>
            <a:xfrm>
              <a:off x="5415803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9" name="pg228">
              <a:extLst>
                <a:ext uri="{FF2B5EF4-FFF2-40B4-BE49-F238E27FC236}">
                  <a16:creationId xmlns:a16="http://schemas.microsoft.com/office/drawing/2014/main" id="{9ADFCEE0-4157-2737-13FF-F5349A3B19D9}"/>
                </a:ext>
              </a:extLst>
            </p:cNvPr>
            <p:cNvSpPr/>
            <p:nvPr/>
          </p:nvSpPr>
          <p:spPr>
            <a:xfrm>
              <a:off x="542744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0" name="pg229">
              <a:extLst>
                <a:ext uri="{FF2B5EF4-FFF2-40B4-BE49-F238E27FC236}">
                  <a16:creationId xmlns:a16="http://schemas.microsoft.com/office/drawing/2014/main" id="{61E81FB7-D5FC-657C-C0A1-DFE4BD2C85C4}"/>
                </a:ext>
              </a:extLst>
            </p:cNvPr>
            <p:cNvSpPr/>
            <p:nvPr/>
          </p:nvSpPr>
          <p:spPr>
            <a:xfrm>
              <a:off x="543907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1" name="pg230">
              <a:extLst>
                <a:ext uri="{FF2B5EF4-FFF2-40B4-BE49-F238E27FC236}">
                  <a16:creationId xmlns:a16="http://schemas.microsoft.com/office/drawing/2014/main" id="{9437770D-538C-5416-88FA-4023321AB27C}"/>
                </a:ext>
              </a:extLst>
            </p:cNvPr>
            <p:cNvSpPr/>
            <p:nvPr/>
          </p:nvSpPr>
          <p:spPr>
            <a:xfrm>
              <a:off x="6183866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2" name="pg231">
              <a:extLst>
                <a:ext uri="{FF2B5EF4-FFF2-40B4-BE49-F238E27FC236}">
                  <a16:creationId xmlns:a16="http://schemas.microsoft.com/office/drawing/2014/main" id="{C72C8729-6A94-4B2B-FE44-C136D11759D9}"/>
                </a:ext>
              </a:extLst>
            </p:cNvPr>
            <p:cNvSpPr/>
            <p:nvPr/>
          </p:nvSpPr>
          <p:spPr>
            <a:xfrm>
              <a:off x="619550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3" name="pg232">
              <a:extLst>
                <a:ext uri="{FF2B5EF4-FFF2-40B4-BE49-F238E27FC236}">
                  <a16:creationId xmlns:a16="http://schemas.microsoft.com/office/drawing/2014/main" id="{8C0596D7-A298-40D3-8DB1-59CE93EFD242}"/>
                </a:ext>
              </a:extLst>
            </p:cNvPr>
            <p:cNvSpPr/>
            <p:nvPr/>
          </p:nvSpPr>
          <p:spPr>
            <a:xfrm>
              <a:off x="620714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4" name="pg233">
              <a:extLst>
                <a:ext uri="{FF2B5EF4-FFF2-40B4-BE49-F238E27FC236}">
                  <a16:creationId xmlns:a16="http://schemas.microsoft.com/office/drawing/2014/main" id="{C696A906-3175-68E4-6EEE-2DE78ACC698E}"/>
                </a:ext>
              </a:extLst>
            </p:cNvPr>
            <p:cNvSpPr/>
            <p:nvPr/>
          </p:nvSpPr>
          <p:spPr>
            <a:xfrm>
              <a:off x="621877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5" name="pg234">
              <a:extLst>
                <a:ext uri="{FF2B5EF4-FFF2-40B4-BE49-F238E27FC236}">
                  <a16:creationId xmlns:a16="http://schemas.microsoft.com/office/drawing/2014/main" id="{5D394C51-7CB4-2A18-3483-891308C6EEC7}"/>
                </a:ext>
              </a:extLst>
            </p:cNvPr>
            <p:cNvSpPr/>
            <p:nvPr/>
          </p:nvSpPr>
          <p:spPr>
            <a:xfrm>
              <a:off x="625369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6" name="pg235">
              <a:extLst>
                <a:ext uri="{FF2B5EF4-FFF2-40B4-BE49-F238E27FC236}">
                  <a16:creationId xmlns:a16="http://schemas.microsoft.com/office/drawing/2014/main" id="{753634AD-DB65-8D6A-0E54-AB88CB174BA9}"/>
                </a:ext>
              </a:extLst>
            </p:cNvPr>
            <p:cNvSpPr/>
            <p:nvPr/>
          </p:nvSpPr>
          <p:spPr>
            <a:xfrm>
              <a:off x="626532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7" name="pg236">
              <a:extLst>
                <a:ext uri="{FF2B5EF4-FFF2-40B4-BE49-F238E27FC236}">
                  <a16:creationId xmlns:a16="http://schemas.microsoft.com/office/drawing/2014/main" id="{095803F8-12F4-8424-BB33-8223234994F0}"/>
                </a:ext>
              </a:extLst>
            </p:cNvPr>
            <p:cNvSpPr/>
            <p:nvPr/>
          </p:nvSpPr>
          <p:spPr>
            <a:xfrm>
              <a:off x="6276965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8" name="pg237">
              <a:extLst>
                <a:ext uri="{FF2B5EF4-FFF2-40B4-BE49-F238E27FC236}">
                  <a16:creationId xmlns:a16="http://schemas.microsoft.com/office/drawing/2014/main" id="{701D4E7C-9428-9A14-6692-734DE7FDA299}"/>
                </a:ext>
              </a:extLst>
            </p:cNvPr>
            <p:cNvSpPr/>
            <p:nvPr/>
          </p:nvSpPr>
          <p:spPr>
            <a:xfrm>
              <a:off x="6288602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9" name="pg238">
              <a:extLst>
                <a:ext uri="{FF2B5EF4-FFF2-40B4-BE49-F238E27FC236}">
                  <a16:creationId xmlns:a16="http://schemas.microsoft.com/office/drawing/2014/main" id="{FD93EC82-A4BB-81C9-8EC5-558726982A36}"/>
                </a:ext>
              </a:extLst>
            </p:cNvPr>
            <p:cNvSpPr/>
            <p:nvPr/>
          </p:nvSpPr>
          <p:spPr>
            <a:xfrm>
              <a:off x="630024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0" name="pg239">
              <a:extLst>
                <a:ext uri="{FF2B5EF4-FFF2-40B4-BE49-F238E27FC236}">
                  <a16:creationId xmlns:a16="http://schemas.microsoft.com/office/drawing/2014/main" id="{56A82FE9-FF41-CEE1-B8BE-0BC1816F88AD}"/>
                </a:ext>
              </a:extLst>
            </p:cNvPr>
            <p:cNvSpPr/>
            <p:nvPr/>
          </p:nvSpPr>
          <p:spPr>
            <a:xfrm>
              <a:off x="631187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1" name="pg240">
              <a:extLst>
                <a:ext uri="{FF2B5EF4-FFF2-40B4-BE49-F238E27FC236}">
                  <a16:creationId xmlns:a16="http://schemas.microsoft.com/office/drawing/2014/main" id="{2D71D8BF-8F8C-C5C1-3702-63B373460AAA}"/>
                </a:ext>
              </a:extLst>
            </p:cNvPr>
            <p:cNvSpPr/>
            <p:nvPr/>
          </p:nvSpPr>
          <p:spPr>
            <a:xfrm>
              <a:off x="632351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59" name="pg241">
              <a:extLst>
                <a:ext uri="{FF2B5EF4-FFF2-40B4-BE49-F238E27FC236}">
                  <a16:creationId xmlns:a16="http://schemas.microsoft.com/office/drawing/2014/main" id="{5E6806F3-BBB0-1B14-4FB8-A28847AE3C8D}"/>
                </a:ext>
              </a:extLst>
            </p:cNvPr>
            <p:cNvSpPr/>
            <p:nvPr/>
          </p:nvSpPr>
          <p:spPr>
            <a:xfrm>
              <a:off x="6335152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61" name="pg242">
              <a:extLst>
                <a:ext uri="{FF2B5EF4-FFF2-40B4-BE49-F238E27FC236}">
                  <a16:creationId xmlns:a16="http://schemas.microsoft.com/office/drawing/2014/main" id="{6AA0FFFF-9CF0-9657-26D3-EBCF8F9F7662}"/>
                </a:ext>
              </a:extLst>
            </p:cNvPr>
            <p:cNvSpPr/>
            <p:nvPr/>
          </p:nvSpPr>
          <p:spPr>
            <a:xfrm>
              <a:off x="529942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62" name="pg243">
              <a:extLst>
                <a:ext uri="{FF2B5EF4-FFF2-40B4-BE49-F238E27FC236}">
                  <a16:creationId xmlns:a16="http://schemas.microsoft.com/office/drawing/2014/main" id="{B5C81D27-6A6C-1B14-DA9B-BC37F15D2E31}"/>
                </a:ext>
              </a:extLst>
            </p:cNvPr>
            <p:cNvSpPr/>
            <p:nvPr/>
          </p:nvSpPr>
          <p:spPr>
            <a:xfrm>
              <a:off x="5311067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63" name="pg244">
              <a:extLst>
                <a:ext uri="{FF2B5EF4-FFF2-40B4-BE49-F238E27FC236}">
                  <a16:creationId xmlns:a16="http://schemas.microsoft.com/office/drawing/2014/main" id="{16499A1C-ADCB-2333-7456-3F5BF28799F3}"/>
                </a:ext>
              </a:extLst>
            </p:cNvPr>
            <p:cNvSpPr/>
            <p:nvPr/>
          </p:nvSpPr>
          <p:spPr>
            <a:xfrm>
              <a:off x="532270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64" name="pg245">
              <a:extLst>
                <a:ext uri="{FF2B5EF4-FFF2-40B4-BE49-F238E27FC236}">
                  <a16:creationId xmlns:a16="http://schemas.microsoft.com/office/drawing/2014/main" id="{A87E566B-85C8-E82B-D79E-EEB20F2B2CBC}"/>
                </a:ext>
              </a:extLst>
            </p:cNvPr>
            <p:cNvSpPr/>
            <p:nvPr/>
          </p:nvSpPr>
          <p:spPr>
            <a:xfrm>
              <a:off x="533434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65" name="pg246">
              <a:extLst>
                <a:ext uri="{FF2B5EF4-FFF2-40B4-BE49-F238E27FC236}">
                  <a16:creationId xmlns:a16="http://schemas.microsoft.com/office/drawing/2014/main" id="{3F3C1BCF-09EC-8557-2980-E72D9B0BFD9C}"/>
                </a:ext>
              </a:extLst>
            </p:cNvPr>
            <p:cNvSpPr/>
            <p:nvPr/>
          </p:nvSpPr>
          <p:spPr>
            <a:xfrm>
              <a:off x="534597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67" name="pg247">
              <a:extLst>
                <a:ext uri="{FF2B5EF4-FFF2-40B4-BE49-F238E27FC236}">
                  <a16:creationId xmlns:a16="http://schemas.microsoft.com/office/drawing/2014/main" id="{461ADA30-200E-7589-439A-8F35E1D9CC50}"/>
                </a:ext>
              </a:extLst>
            </p:cNvPr>
            <p:cNvSpPr/>
            <p:nvPr/>
          </p:nvSpPr>
          <p:spPr>
            <a:xfrm>
              <a:off x="535761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68" name="pg248">
              <a:extLst>
                <a:ext uri="{FF2B5EF4-FFF2-40B4-BE49-F238E27FC236}">
                  <a16:creationId xmlns:a16="http://schemas.microsoft.com/office/drawing/2014/main" id="{2BB5B29C-70BA-8C2D-C526-1CF981A766E7}"/>
                </a:ext>
              </a:extLst>
            </p:cNvPr>
            <p:cNvSpPr/>
            <p:nvPr/>
          </p:nvSpPr>
          <p:spPr>
            <a:xfrm>
              <a:off x="536925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69" name="pg249">
              <a:extLst>
                <a:ext uri="{FF2B5EF4-FFF2-40B4-BE49-F238E27FC236}">
                  <a16:creationId xmlns:a16="http://schemas.microsoft.com/office/drawing/2014/main" id="{5FA3710A-ADB0-09AF-0211-A750106D7B8B}"/>
                </a:ext>
              </a:extLst>
            </p:cNvPr>
            <p:cNvSpPr/>
            <p:nvPr/>
          </p:nvSpPr>
          <p:spPr>
            <a:xfrm>
              <a:off x="538089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70" name="pg250">
              <a:extLst>
                <a:ext uri="{FF2B5EF4-FFF2-40B4-BE49-F238E27FC236}">
                  <a16:creationId xmlns:a16="http://schemas.microsoft.com/office/drawing/2014/main" id="{D1A53E53-F459-C96F-B188-F222759EE84C}"/>
                </a:ext>
              </a:extLst>
            </p:cNvPr>
            <p:cNvSpPr/>
            <p:nvPr/>
          </p:nvSpPr>
          <p:spPr>
            <a:xfrm>
              <a:off x="539252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71" name="pg251">
              <a:extLst>
                <a:ext uri="{FF2B5EF4-FFF2-40B4-BE49-F238E27FC236}">
                  <a16:creationId xmlns:a16="http://schemas.microsoft.com/office/drawing/2014/main" id="{F221E171-0B23-4072-D495-B7C48E0B08E6}"/>
                </a:ext>
              </a:extLst>
            </p:cNvPr>
            <p:cNvSpPr/>
            <p:nvPr/>
          </p:nvSpPr>
          <p:spPr>
            <a:xfrm>
              <a:off x="5404165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72" name="pg252">
              <a:extLst>
                <a:ext uri="{FF2B5EF4-FFF2-40B4-BE49-F238E27FC236}">
                  <a16:creationId xmlns:a16="http://schemas.microsoft.com/office/drawing/2014/main" id="{2915B527-1C31-2949-7781-F82E70A2576C}"/>
                </a:ext>
              </a:extLst>
            </p:cNvPr>
            <p:cNvSpPr/>
            <p:nvPr/>
          </p:nvSpPr>
          <p:spPr>
            <a:xfrm>
              <a:off x="541580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73" name="pg253">
              <a:extLst>
                <a:ext uri="{FF2B5EF4-FFF2-40B4-BE49-F238E27FC236}">
                  <a16:creationId xmlns:a16="http://schemas.microsoft.com/office/drawing/2014/main" id="{5C76925F-CD13-8BF8-8D36-DFAF06444833}"/>
                </a:ext>
              </a:extLst>
            </p:cNvPr>
            <p:cNvSpPr/>
            <p:nvPr/>
          </p:nvSpPr>
          <p:spPr>
            <a:xfrm>
              <a:off x="542744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74" name="pg254">
              <a:extLst>
                <a:ext uri="{FF2B5EF4-FFF2-40B4-BE49-F238E27FC236}">
                  <a16:creationId xmlns:a16="http://schemas.microsoft.com/office/drawing/2014/main" id="{678766C6-E14D-3A16-9EC1-5B7BA414A46B}"/>
                </a:ext>
              </a:extLst>
            </p:cNvPr>
            <p:cNvSpPr/>
            <p:nvPr/>
          </p:nvSpPr>
          <p:spPr>
            <a:xfrm>
              <a:off x="617222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75" name="pg255">
              <a:extLst>
                <a:ext uri="{FF2B5EF4-FFF2-40B4-BE49-F238E27FC236}">
                  <a16:creationId xmlns:a16="http://schemas.microsoft.com/office/drawing/2014/main" id="{370B96AB-51B7-5F06-B9FC-F1B0EB765AF6}"/>
                </a:ext>
              </a:extLst>
            </p:cNvPr>
            <p:cNvSpPr/>
            <p:nvPr/>
          </p:nvSpPr>
          <p:spPr>
            <a:xfrm>
              <a:off x="618386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76" name="pg256">
              <a:extLst>
                <a:ext uri="{FF2B5EF4-FFF2-40B4-BE49-F238E27FC236}">
                  <a16:creationId xmlns:a16="http://schemas.microsoft.com/office/drawing/2014/main" id="{2F4DAE98-A4DC-EF9B-B7A9-1DA34A4A998E}"/>
                </a:ext>
              </a:extLst>
            </p:cNvPr>
            <p:cNvSpPr/>
            <p:nvPr/>
          </p:nvSpPr>
          <p:spPr>
            <a:xfrm>
              <a:off x="619550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77" name="pg257">
              <a:extLst>
                <a:ext uri="{FF2B5EF4-FFF2-40B4-BE49-F238E27FC236}">
                  <a16:creationId xmlns:a16="http://schemas.microsoft.com/office/drawing/2014/main" id="{22A37CC6-03D8-6BCA-A37C-F1CAE23BAF8C}"/>
                </a:ext>
              </a:extLst>
            </p:cNvPr>
            <p:cNvSpPr/>
            <p:nvPr/>
          </p:nvSpPr>
          <p:spPr>
            <a:xfrm>
              <a:off x="620714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78" name="pg258">
              <a:extLst>
                <a:ext uri="{FF2B5EF4-FFF2-40B4-BE49-F238E27FC236}">
                  <a16:creationId xmlns:a16="http://schemas.microsoft.com/office/drawing/2014/main" id="{1249DA5A-8456-ADA9-B6B1-959CA181E4C7}"/>
                </a:ext>
              </a:extLst>
            </p:cNvPr>
            <p:cNvSpPr/>
            <p:nvPr/>
          </p:nvSpPr>
          <p:spPr>
            <a:xfrm>
              <a:off x="621877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79" name="pg259">
              <a:extLst>
                <a:ext uri="{FF2B5EF4-FFF2-40B4-BE49-F238E27FC236}">
                  <a16:creationId xmlns:a16="http://schemas.microsoft.com/office/drawing/2014/main" id="{40B1B8B3-9D10-5B3B-79AA-4E6251F0D1A1}"/>
                </a:ext>
              </a:extLst>
            </p:cNvPr>
            <p:cNvSpPr/>
            <p:nvPr/>
          </p:nvSpPr>
          <p:spPr>
            <a:xfrm>
              <a:off x="623041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80" name="pg260">
              <a:extLst>
                <a:ext uri="{FF2B5EF4-FFF2-40B4-BE49-F238E27FC236}">
                  <a16:creationId xmlns:a16="http://schemas.microsoft.com/office/drawing/2014/main" id="{9B8CF08A-C205-B0AE-9DF4-9A926355DD92}"/>
                </a:ext>
              </a:extLst>
            </p:cNvPr>
            <p:cNvSpPr/>
            <p:nvPr/>
          </p:nvSpPr>
          <p:spPr>
            <a:xfrm>
              <a:off x="624205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81" name="pg261">
              <a:extLst>
                <a:ext uri="{FF2B5EF4-FFF2-40B4-BE49-F238E27FC236}">
                  <a16:creationId xmlns:a16="http://schemas.microsoft.com/office/drawing/2014/main" id="{E4C7A8F9-99CE-266F-5AB0-F564331EEEF1}"/>
                </a:ext>
              </a:extLst>
            </p:cNvPr>
            <p:cNvSpPr/>
            <p:nvPr/>
          </p:nvSpPr>
          <p:spPr>
            <a:xfrm>
              <a:off x="625369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82" name="pg262">
              <a:extLst>
                <a:ext uri="{FF2B5EF4-FFF2-40B4-BE49-F238E27FC236}">
                  <a16:creationId xmlns:a16="http://schemas.microsoft.com/office/drawing/2014/main" id="{F3E8B8DA-74D9-5C2D-3834-823CCBD8203E}"/>
                </a:ext>
              </a:extLst>
            </p:cNvPr>
            <p:cNvSpPr/>
            <p:nvPr/>
          </p:nvSpPr>
          <p:spPr>
            <a:xfrm>
              <a:off x="626532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08" name="pg263">
              <a:extLst>
                <a:ext uri="{FF2B5EF4-FFF2-40B4-BE49-F238E27FC236}">
                  <a16:creationId xmlns:a16="http://schemas.microsoft.com/office/drawing/2014/main" id="{806EFEB4-18D1-3A18-21FB-4D46F7EC94FB}"/>
                </a:ext>
              </a:extLst>
            </p:cNvPr>
            <p:cNvSpPr/>
            <p:nvPr/>
          </p:nvSpPr>
          <p:spPr>
            <a:xfrm>
              <a:off x="6276965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09" name="pg264">
              <a:extLst>
                <a:ext uri="{FF2B5EF4-FFF2-40B4-BE49-F238E27FC236}">
                  <a16:creationId xmlns:a16="http://schemas.microsoft.com/office/drawing/2014/main" id="{04929DDD-9AAB-65CE-0AD4-F3804E5FE3E9}"/>
                </a:ext>
              </a:extLst>
            </p:cNvPr>
            <p:cNvSpPr/>
            <p:nvPr/>
          </p:nvSpPr>
          <p:spPr>
            <a:xfrm>
              <a:off x="6288602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10" name="pg265">
              <a:extLst>
                <a:ext uri="{FF2B5EF4-FFF2-40B4-BE49-F238E27FC236}">
                  <a16:creationId xmlns:a16="http://schemas.microsoft.com/office/drawing/2014/main" id="{3E9F1422-1D6E-1A75-BC21-3543D4E065A3}"/>
                </a:ext>
              </a:extLst>
            </p:cNvPr>
            <p:cNvSpPr/>
            <p:nvPr/>
          </p:nvSpPr>
          <p:spPr>
            <a:xfrm>
              <a:off x="630024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11" name="pg266">
              <a:extLst>
                <a:ext uri="{FF2B5EF4-FFF2-40B4-BE49-F238E27FC236}">
                  <a16:creationId xmlns:a16="http://schemas.microsoft.com/office/drawing/2014/main" id="{A5064AC5-9898-B235-02E9-1FD6D2F5B349}"/>
                </a:ext>
              </a:extLst>
            </p:cNvPr>
            <p:cNvSpPr/>
            <p:nvPr/>
          </p:nvSpPr>
          <p:spPr>
            <a:xfrm>
              <a:off x="6311877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12" name="pg267">
              <a:extLst>
                <a:ext uri="{FF2B5EF4-FFF2-40B4-BE49-F238E27FC236}">
                  <a16:creationId xmlns:a16="http://schemas.microsoft.com/office/drawing/2014/main" id="{48D02654-DABA-10C8-6FFB-AC7BC06CF729}"/>
                </a:ext>
              </a:extLst>
            </p:cNvPr>
            <p:cNvSpPr/>
            <p:nvPr/>
          </p:nvSpPr>
          <p:spPr>
            <a:xfrm>
              <a:off x="632351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13" name="pg268">
              <a:extLst>
                <a:ext uri="{FF2B5EF4-FFF2-40B4-BE49-F238E27FC236}">
                  <a16:creationId xmlns:a16="http://schemas.microsoft.com/office/drawing/2014/main" id="{DA1DE3B7-4150-4A15-4E2F-CDDB7E136F54}"/>
                </a:ext>
              </a:extLst>
            </p:cNvPr>
            <p:cNvSpPr/>
            <p:nvPr/>
          </p:nvSpPr>
          <p:spPr>
            <a:xfrm>
              <a:off x="529942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14" name="pg269">
              <a:extLst>
                <a:ext uri="{FF2B5EF4-FFF2-40B4-BE49-F238E27FC236}">
                  <a16:creationId xmlns:a16="http://schemas.microsoft.com/office/drawing/2014/main" id="{92D829F0-E0F2-CC98-B187-090167DCE05A}"/>
                </a:ext>
              </a:extLst>
            </p:cNvPr>
            <p:cNvSpPr/>
            <p:nvPr/>
          </p:nvSpPr>
          <p:spPr>
            <a:xfrm>
              <a:off x="5311067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15" name="pg270">
              <a:extLst>
                <a:ext uri="{FF2B5EF4-FFF2-40B4-BE49-F238E27FC236}">
                  <a16:creationId xmlns:a16="http://schemas.microsoft.com/office/drawing/2014/main" id="{072B7465-BD77-CB9C-2E28-EDE5E4935C59}"/>
                </a:ext>
              </a:extLst>
            </p:cNvPr>
            <p:cNvSpPr/>
            <p:nvPr/>
          </p:nvSpPr>
          <p:spPr>
            <a:xfrm>
              <a:off x="532270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16" name="pg271">
              <a:extLst>
                <a:ext uri="{FF2B5EF4-FFF2-40B4-BE49-F238E27FC236}">
                  <a16:creationId xmlns:a16="http://schemas.microsoft.com/office/drawing/2014/main" id="{410826FB-54B7-BFD1-5E27-FC04B622F59C}"/>
                </a:ext>
              </a:extLst>
            </p:cNvPr>
            <p:cNvSpPr/>
            <p:nvPr/>
          </p:nvSpPr>
          <p:spPr>
            <a:xfrm>
              <a:off x="533434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17" name="pg272">
              <a:extLst>
                <a:ext uri="{FF2B5EF4-FFF2-40B4-BE49-F238E27FC236}">
                  <a16:creationId xmlns:a16="http://schemas.microsoft.com/office/drawing/2014/main" id="{0D4A4963-92CB-C0B0-AAA3-B05B6BB8633B}"/>
                </a:ext>
              </a:extLst>
            </p:cNvPr>
            <p:cNvSpPr/>
            <p:nvPr/>
          </p:nvSpPr>
          <p:spPr>
            <a:xfrm>
              <a:off x="534597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18" name="pg273">
              <a:extLst>
                <a:ext uri="{FF2B5EF4-FFF2-40B4-BE49-F238E27FC236}">
                  <a16:creationId xmlns:a16="http://schemas.microsoft.com/office/drawing/2014/main" id="{A8359057-BBFF-E28F-71DD-A764DEB4080D}"/>
                </a:ext>
              </a:extLst>
            </p:cNvPr>
            <p:cNvSpPr/>
            <p:nvPr/>
          </p:nvSpPr>
          <p:spPr>
            <a:xfrm>
              <a:off x="535761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19" name="pg274">
              <a:extLst>
                <a:ext uri="{FF2B5EF4-FFF2-40B4-BE49-F238E27FC236}">
                  <a16:creationId xmlns:a16="http://schemas.microsoft.com/office/drawing/2014/main" id="{920816D4-E573-7E94-FE0E-9F75C433CDD7}"/>
                </a:ext>
              </a:extLst>
            </p:cNvPr>
            <p:cNvSpPr/>
            <p:nvPr/>
          </p:nvSpPr>
          <p:spPr>
            <a:xfrm>
              <a:off x="536925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20" name="pg275">
              <a:extLst>
                <a:ext uri="{FF2B5EF4-FFF2-40B4-BE49-F238E27FC236}">
                  <a16:creationId xmlns:a16="http://schemas.microsoft.com/office/drawing/2014/main" id="{65897876-6D3D-DB69-A916-A3A00EDA4D73}"/>
                </a:ext>
              </a:extLst>
            </p:cNvPr>
            <p:cNvSpPr/>
            <p:nvPr/>
          </p:nvSpPr>
          <p:spPr>
            <a:xfrm>
              <a:off x="538089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21" name="pg276">
              <a:extLst>
                <a:ext uri="{FF2B5EF4-FFF2-40B4-BE49-F238E27FC236}">
                  <a16:creationId xmlns:a16="http://schemas.microsoft.com/office/drawing/2014/main" id="{5AB5871C-CE00-A40A-D9F7-E6706CCB85F6}"/>
                </a:ext>
              </a:extLst>
            </p:cNvPr>
            <p:cNvSpPr/>
            <p:nvPr/>
          </p:nvSpPr>
          <p:spPr>
            <a:xfrm>
              <a:off x="539252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22" name="pg277">
              <a:extLst>
                <a:ext uri="{FF2B5EF4-FFF2-40B4-BE49-F238E27FC236}">
                  <a16:creationId xmlns:a16="http://schemas.microsoft.com/office/drawing/2014/main" id="{F7E454CC-7B61-58C3-1BC1-0F9E3418C803}"/>
                </a:ext>
              </a:extLst>
            </p:cNvPr>
            <p:cNvSpPr/>
            <p:nvPr/>
          </p:nvSpPr>
          <p:spPr>
            <a:xfrm>
              <a:off x="540416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23" name="pg278">
              <a:extLst>
                <a:ext uri="{FF2B5EF4-FFF2-40B4-BE49-F238E27FC236}">
                  <a16:creationId xmlns:a16="http://schemas.microsoft.com/office/drawing/2014/main" id="{6FC90CC6-DABF-880B-6734-5F7E90D72CB1}"/>
                </a:ext>
              </a:extLst>
            </p:cNvPr>
            <p:cNvSpPr/>
            <p:nvPr/>
          </p:nvSpPr>
          <p:spPr>
            <a:xfrm>
              <a:off x="541580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24" name="pg279">
              <a:extLst>
                <a:ext uri="{FF2B5EF4-FFF2-40B4-BE49-F238E27FC236}">
                  <a16:creationId xmlns:a16="http://schemas.microsoft.com/office/drawing/2014/main" id="{8AD70266-C57D-F3B4-8C4F-8F19E5CF9712}"/>
                </a:ext>
              </a:extLst>
            </p:cNvPr>
            <p:cNvSpPr/>
            <p:nvPr/>
          </p:nvSpPr>
          <p:spPr>
            <a:xfrm>
              <a:off x="542744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25" name="pg280">
              <a:extLst>
                <a:ext uri="{FF2B5EF4-FFF2-40B4-BE49-F238E27FC236}">
                  <a16:creationId xmlns:a16="http://schemas.microsoft.com/office/drawing/2014/main" id="{C2A745B6-DFDD-50C4-62CF-CCC50FA5A77A}"/>
                </a:ext>
              </a:extLst>
            </p:cNvPr>
            <p:cNvSpPr/>
            <p:nvPr/>
          </p:nvSpPr>
          <p:spPr>
            <a:xfrm>
              <a:off x="607913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26" name="pg281">
              <a:extLst>
                <a:ext uri="{FF2B5EF4-FFF2-40B4-BE49-F238E27FC236}">
                  <a16:creationId xmlns:a16="http://schemas.microsoft.com/office/drawing/2014/main" id="{30A118CD-092C-A4EA-D482-5BBFAAE69C18}"/>
                </a:ext>
              </a:extLst>
            </p:cNvPr>
            <p:cNvSpPr/>
            <p:nvPr/>
          </p:nvSpPr>
          <p:spPr>
            <a:xfrm>
              <a:off x="609076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27" name="pg282">
              <a:extLst>
                <a:ext uri="{FF2B5EF4-FFF2-40B4-BE49-F238E27FC236}">
                  <a16:creationId xmlns:a16="http://schemas.microsoft.com/office/drawing/2014/main" id="{89BE32B5-AAF7-302A-ACEA-6AB7EEA9D1CA}"/>
                </a:ext>
              </a:extLst>
            </p:cNvPr>
            <p:cNvSpPr/>
            <p:nvPr/>
          </p:nvSpPr>
          <p:spPr>
            <a:xfrm>
              <a:off x="610240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28" name="pg283">
              <a:extLst>
                <a:ext uri="{FF2B5EF4-FFF2-40B4-BE49-F238E27FC236}">
                  <a16:creationId xmlns:a16="http://schemas.microsoft.com/office/drawing/2014/main" id="{59C1BBE0-7FC5-B82B-62A7-3894EF8863B9}"/>
                </a:ext>
              </a:extLst>
            </p:cNvPr>
            <p:cNvSpPr/>
            <p:nvPr/>
          </p:nvSpPr>
          <p:spPr>
            <a:xfrm>
              <a:off x="611404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29" name="pg284">
              <a:extLst>
                <a:ext uri="{FF2B5EF4-FFF2-40B4-BE49-F238E27FC236}">
                  <a16:creationId xmlns:a16="http://schemas.microsoft.com/office/drawing/2014/main" id="{AF05EE24-7024-FFF0-4544-68AB0FE7D021}"/>
                </a:ext>
              </a:extLst>
            </p:cNvPr>
            <p:cNvSpPr/>
            <p:nvPr/>
          </p:nvSpPr>
          <p:spPr>
            <a:xfrm>
              <a:off x="614895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30" name="pg285">
              <a:extLst>
                <a:ext uri="{FF2B5EF4-FFF2-40B4-BE49-F238E27FC236}">
                  <a16:creationId xmlns:a16="http://schemas.microsoft.com/office/drawing/2014/main" id="{DF57923F-DC50-7F35-12E0-446AE50D14A1}"/>
                </a:ext>
              </a:extLst>
            </p:cNvPr>
            <p:cNvSpPr/>
            <p:nvPr/>
          </p:nvSpPr>
          <p:spPr>
            <a:xfrm>
              <a:off x="616059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4AA">
                <a:alpha val="100000"/>
              </a:srgbClr>
            </a:solidFill>
            <a:ln w="5420" cap="flat">
              <a:solidFill>
                <a:srgbClr val="42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31" name="pg286">
              <a:extLst>
                <a:ext uri="{FF2B5EF4-FFF2-40B4-BE49-F238E27FC236}">
                  <a16:creationId xmlns:a16="http://schemas.microsoft.com/office/drawing/2014/main" id="{B0BACD0E-EA72-35B4-C822-C3353CD8867E}"/>
                </a:ext>
              </a:extLst>
            </p:cNvPr>
            <p:cNvSpPr/>
            <p:nvPr/>
          </p:nvSpPr>
          <p:spPr>
            <a:xfrm>
              <a:off x="617222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4AA">
                <a:alpha val="100000"/>
              </a:srgbClr>
            </a:solidFill>
            <a:ln w="5420" cap="flat">
              <a:solidFill>
                <a:srgbClr val="42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32" name="pg287">
              <a:extLst>
                <a:ext uri="{FF2B5EF4-FFF2-40B4-BE49-F238E27FC236}">
                  <a16:creationId xmlns:a16="http://schemas.microsoft.com/office/drawing/2014/main" id="{72C17C5C-0F73-1E05-949A-FFF8F150CCFE}"/>
                </a:ext>
              </a:extLst>
            </p:cNvPr>
            <p:cNvSpPr/>
            <p:nvPr/>
          </p:nvSpPr>
          <p:spPr>
            <a:xfrm>
              <a:off x="618386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33" name="pg288">
              <a:extLst>
                <a:ext uri="{FF2B5EF4-FFF2-40B4-BE49-F238E27FC236}">
                  <a16:creationId xmlns:a16="http://schemas.microsoft.com/office/drawing/2014/main" id="{5714D1EE-A5F4-AE09-154A-BD5BA012809B}"/>
                </a:ext>
              </a:extLst>
            </p:cNvPr>
            <p:cNvSpPr/>
            <p:nvPr/>
          </p:nvSpPr>
          <p:spPr>
            <a:xfrm>
              <a:off x="619550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34" name="pg289">
              <a:extLst>
                <a:ext uri="{FF2B5EF4-FFF2-40B4-BE49-F238E27FC236}">
                  <a16:creationId xmlns:a16="http://schemas.microsoft.com/office/drawing/2014/main" id="{BEAC7CE2-8A1B-F008-399D-DFE395700144}"/>
                </a:ext>
              </a:extLst>
            </p:cNvPr>
            <p:cNvSpPr/>
            <p:nvPr/>
          </p:nvSpPr>
          <p:spPr>
            <a:xfrm>
              <a:off x="620714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35" name="pg290">
              <a:extLst>
                <a:ext uri="{FF2B5EF4-FFF2-40B4-BE49-F238E27FC236}">
                  <a16:creationId xmlns:a16="http://schemas.microsoft.com/office/drawing/2014/main" id="{992EF9CC-8243-4B1D-1D90-A1330AFD3767}"/>
                </a:ext>
              </a:extLst>
            </p:cNvPr>
            <p:cNvSpPr/>
            <p:nvPr/>
          </p:nvSpPr>
          <p:spPr>
            <a:xfrm>
              <a:off x="621877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36" name="pg291">
              <a:extLst>
                <a:ext uri="{FF2B5EF4-FFF2-40B4-BE49-F238E27FC236}">
                  <a16:creationId xmlns:a16="http://schemas.microsoft.com/office/drawing/2014/main" id="{7559225B-8C5F-6FF3-24CB-3A3B581AAB69}"/>
                </a:ext>
              </a:extLst>
            </p:cNvPr>
            <p:cNvSpPr/>
            <p:nvPr/>
          </p:nvSpPr>
          <p:spPr>
            <a:xfrm>
              <a:off x="623041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37" name="pg292">
              <a:extLst>
                <a:ext uri="{FF2B5EF4-FFF2-40B4-BE49-F238E27FC236}">
                  <a16:creationId xmlns:a16="http://schemas.microsoft.com/office/drawing/2014/main" id="{2C2F55D5-3E5D-2AB8-4CD8-30B54B7E9CF6}"/>
                </a:ext>
              </a:extLst>
            </p:cNvPr>
            <p:cNvSpPr/>
            <p:nvPr/>
          </p:nvSpPr>
          <p:spPr>
            <a:xfrm>
              <a:off x="624205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38" name="pg293">
              <a:extLst>
                <a:ext uri="{FF2B5EF4-FFF2-40B4-BE49-F238E27FC236}">
                  <a16:creationId xmlns:a16="http://schemas.microsoft.com/office/drawing/2014/main" id="{1A21EDF6-42BC-9724-2A08-6C79DD513FF0}"/>
                </a:ext>
              </a:extLst>
            </p:cNvPr>
            <p:cNvSpPr/>
            <p:nvPr/>
          </p:nvSpPr>
          <p:spPr>
            <a:xfrm>
              <a:off x="625369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39" name="pg294">
              <a:extLst>
                <a:ext uri="{FF2B5EF4-FFF2-40B4-BE49-F238E27FC236}">
                  <a16:creationId xmlns:a16="http://schemas.microsoft.com/office/drawing/2014/main" id="{DCDC42F2-9BDF-C7DB-6C67-814623969B24}"/>
                </a:ext>
              </a:extLst>
            </p:cNvPr>
            <p:cNvSpPr/>
            <p:nvPr/>
          </p:nvSpPr>
          <p:spPr>
            <a:xfrm>
              <a:off x="626532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40" name="pg295">
              <a:extLst>
                <a:ext uri="{FF2B5EF4-FFF2-40B4-BE49-F238E27FC236}">
                  <a16:creationId xmlns:a16="http://schemas.microsoft.com/office/drawing/2014/main" id="{D973CDB8-FFE6-D71B-C862-A3D8C49392DA}"/>
                </a:ext>
              </a:extLst>
            </p:cNvPr>
            <p:cNvSpPr/>
            <p:nvPr/>
          </p:nvSpPr>
          <p:spPr>
            <a:xfrm>
              <a:off x="627696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41" name="pg296">
              <a:extLst>
                <a:ext uri="{FF2B5EF4-FFF2-40B4-BE49-F238E27FC236}">
                  <a16:creationId xmlns:a16="http://schemas.microsoft.com/office/drawing/2014/main" id="{0A24119F-DDF6-B54F-DBF6-FC3F693B622B}"/>
                </a:ext>
              </a:extLst>
            </p:cNvPr>
            <p:cNvSpPr/>
            <p:nvPr/>
          </p:nvSpPr>
          <p:spPr>
            <a:xfrm>
              <a:off x="628860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42" name="pg297">
              <a:extLst>
                <a:ext uri="{FF2B5EF4-FFF2-40B4-BE49-F238E27FC236}">
                  <a16:creationId xmlns:a16="http://schemas.microsoft.com/office/drawing/2014/main" id="{802FFF37-2AF9-55A8-E3D2-AEE2B20A6F84}"/>
                </a:ext>
              </a:extLst>
            </p:cNvPr>
            <p:cNvSpPr/>
            <p:nvPr/>
          </p:nvSpPr>
          <p:spPr>
            <a:xfrm>
              <a:off x="630024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43" name="pg298">
              <a:extLst>
                <a:ext uri="{FF2B5EF4-FFF2-40B4-BE49-F238E27FC236}">
                  <a16:creationId xmlns:a16="http://schemas.microsoft.com/office/drawing/2014/main" id="{63E988B7-9B9D-F4CD-FFB6-EBEA4F313E14}"/>
                </a:ext>
              </a:extLst>
            </p:cNvPr>
            <p:cNvSpPr/>
            <p:nvPr/>
          </p:nvSpPr>
          <p:spPr>
            <a:xfrm>
              <a:off x="6311877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44" name="pg299">
              <a:extLst>
                <a:ext uri="{FF2B5EF4-FFF2-40B4-BE49-F238E27FC236}">
                  <a16:creationId xmlns:a16="http://schemas.microsoft.com/office/drawing/2014/main" id="{D8C30435-C9F3-A002-652E-13F40D03B571}"/>
                </a:ext>
              </a:extLst>
            </p:cNvPr>
            <p:cNvSpPr/>
            <p:nvPr/>
          </p:nvSpPr>
          <p:spPr>
            <a:xfrm>
              <a:off x="632351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45" name="pg300">
              <a:extLst>
                <a:ext uri="{FF2B5EF4-FFF2-40B4-BE49-F238E27FC236}">
                  <a16:creationId xmlns:a16="http://schemas.microsoft.com/office/drawing/2014/main" id="{3054838B-DD6D-8922-8A50-BC8586F735B6}"/>
                </a:ext>
              </a:extLst>
            </p:cNvPr>
            <p:cNvSpPr/>
            <p:nvPr/>
          </p:nvSpPr>
          <p:spPr>
            <a:xfrm>
              <a:off x="528779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46" name="pg301">
              <a:extLst>
                <a:ext uri="{FF2B5EF4-FFF2-40B4-BE49-F238E27FC236}">
                  <a16:creationId xmlns:a16="http://schemas.microsoft.com/office/drawing/2014/main" id="{46A3DC28-0664-7584-B42C-DE08B08A50B1}"/>
                </a:ext>
              </a:extLst>
            </p:cNvPr>
            <p:cNvSpPr/>
            <p:nvPr/>
          </p:nvSpPr>
          <p:spPr>
            <a:xfrm>
              <a:off x="529942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47" name="pg302">
              <a:extLst>
                <a:ext uri="{FF2B5EF4-FFF2-40B4-BE49-F238E27FC236}">
                  <a16:creationId xmlns:a16="http://schemas.microsoft.com/office/drawing/2014/main" id="{10510049-1F58-A272-5BD6-48CE9CABCF00}"/>
                </a:ext>
              </a:extLst>
            </p:cNvPr>
            <p:cNvSpPr/>
            <p:nvPr/>
          </p:nvSpPr>
          <p:spPr>
            <a:xfrm>
              <a:off x="531106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48" name="pg303">
              <a:extLst>
                <a:ext uri="{FF2B5EF4-FFF2-40B4-BE49-F238E27FC236}">
                  <a16:creationId xmlns:a16="http://schemas.microsoft.com/office/drawing/2014/main" id="{493C75CC-1779-4B95-A8F2-F16E365C9B45}"/>
                </a:ext>
              </a:extLst>
            </p:cNvPr>
            <p:cNvSpPr/>
            <p:nvPr/>
          </p:nvSpPr>
          <p:spPr>
            <a:xfrm>
              <a:off x="532270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49" name="pg304">
              <a:extLst>
                <a:ext uri="{FF2B5EF4-FFF2-40B4-BE49-F238E27FC236}">
                  <a16:creationId xmlns:a16="http://schemas.microsoft.com/office/drawing/2014/main" id="{FAB2B4A7-752C-2F10-43B5-65E548F88EC7}"/>
                </a:ext>
              </a:extLst>
            </p:cNvPr>
            <p:cNvSpPr/>
            <p:nvPr/>
          </p:nvSpPr>
          <p:spPr>
            <a:xfrm>
              <a:off x="533434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50" name="pg305">
              <a:extLst>
                <a:ext uri="{FF2B5EF4-FFF2-40B4-BE49-F238E27FC236}">
                  <a16:creationId xmlns:a16="http://schemas.microsoft.com/office/drawing/2014/main" id="{6EC83040-3D9E-7F50-DFE3-AE7CDF907526}"/>
                </a:ext>
              </a:extLst>
            </p:cNvPr>
            <p:cNvSpPr/>
            <p:nvPr/>
          </p:nvSpPr>
          <p:spPr>
            <a:xfrm>
              <a:off x="534597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51" name="pg306">
              <a:extLst>
                <a:ext uri="{FF2B5EF4-FFF2-40B4-BE49-F238E27FC236}">
                  <a16:creationId xmlns:a16="http://schemas.microsoft.com/office/drawing/2014/main" id="{20366CAC-22F7-669E-2D50-90DDE68F3A82}"/>
                </a:ext>
              </a:extLst>
            </p:cNvPr>
            <p:cNvSpPr/>
            <p:nvPr/>
          </p:nvSpPr>
          <p:spPr>
            <a:xfrm>
              <a:off x="535761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52" name="pg307">
              <a:extLst>
                <a:ext uri="{FF2B5EF4-FFF2-40B4-BE49-F238E27FC236}">
                  <a16:creationId xmlns:a16="http://schemas.microsoft.com/office/drawing/2014/main" id="{15C12393-B874-C4BF-270F-35C6C1CFFE96}"/>
                </a:ext>
              </a:extLst>
            </p:cNvPr>
            <p:cNvSpPr/>
            <p:nvPr/>
          </p:nvSpPr>
          <p:spPr>
            <a:xfrm>
              <a:off x="536925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53" name="pg308">
              <a:extLst>
                <a:ext uri="{FF2B5EF4-FFF2-40B4-BE49-F238E27FC236}">
                  <a16:creationId xmlns:a16="http://schemas.microsoft.com/office/drawing/2014/main" id="{BB98D16C-9F89-179F-C95D-558717160E26}"/>
                </a:ext>
              </a:extLst>
            </p:cNvPr>
            <p:cNvSpPr/>
            <p:nvPr/>
          </p:nvSpPr>
          <p:spPr>
            <a:xfrm>
              <a:off x="538089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54" name="pg309">
              <a:extLst>
                <a:ext uri="{FF2B5EF4-FFF2-40B4-BE49-F238E27FC236}">
                  <a16:creationId xmlns:a16="http://schemas.microsoft.com/office/drawing/2014/main" id="{1CC8B070-90BB-B598-03B1-BEEE4E03A79D}"/>
                </a:ext>
              </a:extLst>
            </p:cNvPr>
            <p:cNvSpPr/>
            <p:nvPr/>
          </p:nvSpPr>
          <p:spPr>
            <a:xfrm>
              <a:off x="539252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55" name="pg310">
              <a:extLst>
                <a:ext uri="{FF2B5EF4-FFF2-40B4-BE49-F238E27FC236}">
                  <a16:creationId xmlns:a16="http://schemas.microsoft.com/office/drawing/2014/main" id="{71C9D941-5845-2C2D-7487-71C4C33B0799}"/>
                </a:ext>
              </a:extLst>
            </p:cNvPr>
            <p:cNvSpPr/>
            <p:nvPr/>
          </p:nvSpPr>
          <p:spPr>
            <a:xfrm>
              <a:off x="540416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56" name="pg311">
              <a:extLst>
                <a:ext uri="{FF2B5EF4-FFF2-40B4-BE49-F238E27FC236}">
                  <a16:creationId xmlns:a16="http://schemas.microsoft.com/office/drawing/2014/main" id="{64DBAD1F-0B62-3C52-1A3F-37A49581701D}"/>
                </a:ext>
              </a:extLst>
            </p:cNvPr>
            <p:cNvSpPr/>
            <p:nvPr/>
          </p:nvSpPr>
          <p:spPr>
            <a:xfrm>
              <a:off x="541580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57" name="pg312">
              <a:extLst>
                <a:ext uri="{FF2B5EF4-FFF2-40B4-BE49-F238E27FC236}">
                  <a16:creationId xmlns:a16="http://schemas.microsoft.com/office/drawing/2014/main" id="{568BE398-0605-DF15-F336-A46BFB687D6A}"/>
                </a:ext>
              </a:extLst>
            </p:cNvPr>
            <p:cNvSpPr/>
            <p:nvPr/>
          </p:nvSpPr>
          <p:spPr>
            <a:xfrm>
              <a:off x="606749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58" name="pg313">
              <a:extLst>
                <a:ext uri="{FF2B5EF4-FFF2-40B4-BE49-F238E27FC236}">
                  <a16:creationId xmlns:a16="http://schemas.microsoft.com/office/drawing/2014/main" id="{B450A586-68E9-174C-858E-B1ABBD698F4A}"/>
                </a:ext>
              </a:extLst>
            </p:cNvPr>
            <p:cNvSpPr/>
            <p:nvPr/>
          </p:nvSpPr>
          <p:spPr>
            <a:xfrm>
              <a:off x="607913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59" name="pg314">
              <a:extLst>
                <a:ext uri="{FF2B5EF4-FFF2-40B4-BE49-F238E27FC236}">
                  <a16:creationId xmlns:a16="http://schemas.microsoft.com/office/drawing/2014/main" id="{B7676A53-BB6B-1606-8BCE-3C90AF52012C}"/>
                </a:ext>
              </a:extLst>
            </p:cNvPr>
            <p:cNvSpPr/>
            <p:nvPr/>
          </p:nvSpPr>
          <p:spPr>
            <a:xfrm>
              <a:off x="609076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60" name="pg315">
              <a:extLst>
                <a:ext uri="{FF2B5EF4-FFF2-40B4-BE49-F238E27FC236}">
                  <a16:creationId xmlns:a16="http://schemas.microsoft.com/office/drawing/2014/main" id="{DA0DD3FA-0ACB-DA0B-DA82-44C74C6B4ECE}"/>
                </a:ext>
              </a:extLst>
            </p:cNvPr>
            <p:cNvSpPr/>
            <p:nvPr/>
          </p:nvSpPr>
          <p:spPr>
            <a:xfrm>
              <a:off x="610240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61" name="pg316">
              <a:extLst>
                <a:ext uri="{FF2B5EF4-FFF2-40B4-BE49-F238E27FC236}">
                  <a16:creationId xmlns:a16="http://schemas.microsoft.com/office/drawing/2014/main" id="{26814C00-0EB3-37FD-67F8-5A6512E4804A}"/>
                </a:ext>
              </a:extLst>
            </p:cNvPr>
            <p:cNvSpPr/>
            <p:nvPr/>
          </p:nvSpPr>
          <p:spPr>
            <a:xfrm>
              <a:off x="611404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62" name="pg317">
              <a:extLst>
                <a:ext uri="{FF2B5EF4-FFF2-40B4-BE49-F238E27FC236}">
                  <a16:creationId xmlns:a16="http://schemas.microsoft.com/office/drawing/2014/main" id="{B7356018-6AFB-622C-5811-BAFE45D69357}"/>
                </a:ext>
              </a:extLst>
            </p:cNvPr>
            <p:cNvSpPr/>
            <p:nvPr/>
          </p:nvSpPr>
          <p:spPr>
            <a:xfrm>
              <a:off x="612568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63" name="pg318">
              <a:extLst>
                <a:ext uri="{FF2B5EF4-FFF2-40B4-BE49-F238E27FC236}">
                  <a16:creationId xmlns:a16="http://schemas.microsoft.com/office/drawing/2014/main" id="{2474ED95-DFF4-0426-C851-89C5CA6FA128}"/>
                </a:ext>
              </a:extLst>
            </p:cNvPr>
            <p:cNvSpPr/>
            <p:nvPr/>
          </p:nvSpPr>
          <p:spPr>
            <a:xfrm>
              <a:off x="613731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64" name="pg319">
              <a:extLst>
                <a:ext uri="{FF2B5EF4-FFF2-40B4-BE49-F238E27FC236}">
                  <a16:creationId xmlns:a16="http://schemas.microsoft.com/office/drawing/2014/main" id="{28056025-2DFD-65C9-2EFE-4719D66A6E6D}"/>
                </a:ext>
              </a:extLst>
            </p:cNvPr>
            <p:cNvSpPr/>
            <p:nvPr/>
          </p:nvSpPr>
          <p:spPr>
            <a:xfrm>
              <a:off x="614895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65" name="pg320">
              <a:extLst>
                <a:ext uri="{FF2B5EF4-FFF2-40B4-BE49-F238E27FC236}">
                  <a16:creationId xmlns:a16="http://schemas.microsoft.com/office/drawing/2014/main" id="{DA927762-C09F-98D0-1352-0E7FE30F52B3}"/>
                </a:ext>
              </a:extLst>
            </p:cNvPr>
            <p:cNvSpPr/>
            <p:nvPr/>
          </p:nvSpPr>
          <p:spPr>
            <a:xfrm>
              <a:off x="616059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66" name="pg321">
              <a:extLst>
                <a:ext uri="{FF2B5EF4-FFF2-40B4-BE49-F238E27FC236}">
                  <a16:creationId xmlns:a16="http://schemas.microsoft.com/office/drawing/2014/main" id="{92718A03-BDAD-913A-6ECD-9DF46FD0A124}"/>
                </a:ext>
              </a:extLst>
            </p:cNvPr>
            <p:cNvSpPr/>
            <p:nvPr/>
          </p:nvSpPr>
          <p:spPr>
            <a:xfrm>
              <a:off x="617222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67" name="pg322">
              <a:extLst>
                <a:ext uri="{FF2B5EF4-FFF2-40B4-BE49-F238E27FC236}">
                  <a16:creationId xmlns:a16="http://schemas.microsoft.com/office/drawing/2014/main" id="{019DB5B5-E981-4FC1-5BE5-AEB48D89E3D0}"/>
                </a:ext>
              </a:extLst>
            </p:cNvPr>
            <p:cNvSpPr/>
            <p:nvPr/>
          </p:nvSpPr>
          <p:spPr>
            <a:xfrm>
              <a:off x="618386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68" name="pg323">
              <a:extLst>
                <a:ext uri="{FF2B5EF4-FFF2-40B4-BE49-F238E27FC236}">
                  <a16:creationId xmlns:a16="http://schemas.microsoft.com/office/drawing/2014/main" id="{C8953714-DC07-5870-B09C-AF41E7E549A7}"/>
                </a:ext>
              </a:extLst>
            </p:cNvPr>
            <p:cNvSpPr/>
            <p:nvPr/>
          </p:nvSpPr>
          <p:spPr>
            <a:xfrm>
              <a:off x="619550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69" name="pg324">
              <a:extLst>
                <a:ext uri="{FF2B5EF4-FFF2-40B4-BE49-F238E27FC236}">
                  <a16:creationId xmlns:a16="http://schemas.microsoft.com/office/drawing/2014/main" id="{F5259D11-6F1E-568D-B29A-2C66665DEEE1}"/>
                </a:ext>
              </a:extLst>
            </p:cNvPr>
            <p:cNvSpPr/>
            <p:nvPr/>
          </p:nvSpPr>
          <p:spPr>
            <a:xfrm>
              <a:off x="620714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70" name="pg325">
              <a:extLst>
                <a:ext uri="{FF2B5EF4-FFF2-40B4-BE49-F238E27FC236}">
                  <a16:creationId xmlns:a16="http://schemas.microsoft.com/office/drawing/2014/main" id="{F419E35C-EF6E-3028-7745-D12D57A62817}"/>
                </a:ext>
              </a:extLst>
            </p:cNvPr>
            <p:cNvSpPr/>
            <p:nvPr/>
          </p:nvSpPr>
          <p:spPr>
            <a:xfrm>
              <a:off x="621877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71" name="pg326">
              <a:extLst>
                <a:ext uri="{FF2B5EF4-FFF2-40B4-BE49-F238E27FC236}">
                  <a16:creationId xmlns:a16="http://schemas.microsoft.com/office/drawing/2014/main" id="{F79282B4-ED85-D256-21E8-BF296D2DA1B5}"/>
                </a:ext>
              </a:extLst>
            </p:cNvPr>
            <p:cNvSpPr/>
            <p:nvPr/>
          </p:nvSpPr>
          <p:spPr>
            <a:xfrm>
              <a:off x="623041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72" name="pg327">
              <a:extLst>
                <a:ext uri="{FF2B5EF4-FFF2-40B4-BE49-F238E27FC236}">
                  <a16:creationId xmlns:a16="http://schemas.microsoft.com/office/drawing/2014/main" id="{2BF84DE1-7E23-1040-845F-1F1C9E3D3A79}"/>
                </a:ext>
              </a:extLst>
            </p:cNvPr>
            <p:cNvSpPr/>
            <p:nvPr/>
          </p:nvSpPr>
          <p:spPr>
            <a:xfrm>
              <a:off x="624205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73" name="pg328">
              <a:extLst>
                <a:ext uri="{FF2B5EF4-FFF2-40B4-BE49-F238E27FC236}">
                  <a16:creationId xmlns:a16="http://schemas.microsoft.com/office/drawing/2014/main" id="{98FA990D-B69A-449F-97F6-6739A9DF3A3C}"/>
                </a:ext>
              </a:extLst>
            </p:cNvPr>
            <p:cNvSpPr/>
            <p:nvPr/>
          </p:nvSpPr>
          <p:spPr>
            <a:xfrm>
              <a:off x="625369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74" name="pg329">
              <a:extLst>
                <a:ext uri="{FF2B5EF4-FFF2-40B4-BE49-F238E27FC236}">
                  <a16:creationId xmlns:a16="http://schemas.microsoft.com/office/drawing/2014/main" id="{6B0DBB28-254B-7763-A229-F8D577E5D304}"/>
                </a:ext>
              </a:extLst>
            </p:cNvPr>
            <p:cNvSpPr/>
            <p:nvPr/>
          </p:nvSpPr>
          <p:spPr>
            <a:xfrm>
              <a:off x="626532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75" name="pg330">
              <a:extLst>
                <a:ext uri="{FF2B5EF4-FFF2-40B4-BE49-F238E27FC236}">
                  <a16:creationId xmlns:a16="http://schemas.microsoft.com/office/drawing/2014/main" id="{97D40FC9-B7A4-CEF8-7047-CCA67E798B64}"/>
                </a:ext>
              </a:extLst>
            </p:cNvPr>
            <p:cNvSpPr/>
            <p:nvPr/>
          </p:nvSpPr>
          <p:spPr>
            <a:xfrm>
              <a:off x="627696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76" name="pg331">
              <a:extLst>
                <a:ext uri="{FF2B5EF4-FFF2-40B4-BE49-F238E27FC236}">
                  <a16:creationId xmlns:a16="http://schemas.microsoft.com/office/drawing/2014/main" id="{8D18A52F-699E-45CB-A939-DD26BD7EA18F}"/>
                </a:ext>
              </a:extLst>
            </p:cNvPr>
            <p:cNvSpPr/>
            <p:nvPr/>
          </p:nvSpPr>
          <p:spPr>
            <a:xfrm>
              <a:off x="628860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77" name="pg332">
              <a:extLst>
                <a:ext uri="{FF2B5EF4-FFF2-40B4-BE49-F238E27FC236}">
                  <a16:creationId xmlns:a16="http://schemas.microsoft.com/office/drawing/2014/main" id="{204202C3-BB57-E7ED-0CA7-C02A2E2678ED}"/>
                </a:ext>
              </a:extLst>
            </p:cNvPr>
            <p:cNvSpPr/>
            <p:nvPr/>
          </p:nvSpPr>
          <p:spPr>
            <a:xfrm>
              <a:off x="630024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78" name="pg333">
              <a:extLst>
                <a:ext uri="{FF2B5EF4-FFF2-40B4-BE49-F238E27FC236}">
                  <a16:creationId xmlns:a16="http://schemas.microsoft.com/office/drawing/2014/main" id="{D1ABBC14-8D6D-D390-DF35-FFC36BD0E498}"/>
                </a:ext>
              </a:extLst>
            </p:cNvPr>
            <p:cNvSpPr/>
            <p:nvPr/>
          </p:nvSpPr>
          <p:spPr>
            <a:xfrm>
              <a:off x="631187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79" name="pg334">
              <a:extLst>
                <a:ext uri="{FF2B5EF4-FFF2-40B4-BE49-F238E27FC236}">
                  <a16:creationId xmlns:a16="http://schemas.microsoft.com/office/drawing/2014/main" id="{02A26805-2621-F35A-1296-82BB2964E1B4}"/>
                </a:ext>
              </a:extLst>
            </p:cNvPr>
            <p:cNvSpPr/>
            <p:nvPr/>
          </p:nvSpPr>
          <p:spPr>
            <a:xfrm>
              <a:off x="632351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80" name="pg335">
              <a:extLst>
                <a:ext uri="{FF2B5EF4-FFF2-40B4-BE49-F238E27FC236}">
                  <a16:creationId xmlns:a16="http://schemas.microsoft.com/office/drawing/2014/main" id="{83093623-5312-6BAB-49E3-99B289BF7EB5}"/>
                </a:ext>
              </a:extLst>
            </p:cNvPr>
            <p:cNvSpPr/>
            <p:nvPr/>
          </p:nvSpPr>
          <p:spPr>
            <a:xfrm>
              <a:off x="526451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81" name="pg336">
              <a:extLst>
                <a:ext uri="{FF2B5EF4-FFF2-40B4-BE49-F238E27FC236}">
                  <a16:creationId xmlns:a16="http://schemas.microsoft.com/office/drawing/2014/main" id="{FABB584A-87E2-9C8E-8D51-6ED2CBF74459}"/>
                </a:ext>
              </a:extLst>
            </p:cNvPr>
            <p:cNvSpPr/>
            <p:nvPr/>
          </p:nvSpPr>
          <p:spPr>
            <a:xfrm>
              <a:off x="527615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82" name="pg337">
              <a:extLst>
                <a:ext uri="{FF2B5EF4-FFF2-40B4-BE49-F238E27FC236}">
                  <a16:creationId xmlns:a16="http://schemas.microsoft.com/office/drawing/2014/main" id="{59E7B23B-D6FA-7B93-125C-9F4868315683}"/>
                </a:ext>
              </a:extLst>
            </p:cNvPr>
            <p:cNvSpPr/>
            <p:nvPr/>
          </p:nvSpPr>
          <p:spPr>
            <a:xfrm>
              <a:off x="528779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83" name="pg338">
              <a:extLst>
                <a:ext uri="{FF2B5EF4-FFF2-40B4-BE49-F238E27FC236}">
                  <a16:creationId xmlns:a16="http://schemas.microsoft.com/office/drawing/2014/main" id="{7C0245DD-D2E6-3570-36D4-D27C8C563220}"/>
                </a:ext>
              </a:extLst>
            </p:cNvPr>
            <p:cNvSpPr/>
            <p:nvPr/>
          </p:nvSpPr>
          <p:spPr>
            <a:xfrm>
              <a:off x="529942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84" name="pg339">
              <a:extLst>
                <a:ext uri="{FF2B5EF4-FFF2-40B4-BE49-F238E27FC236}">
                  <a16:creationId xmlns:a16="http://schemas.microsoft.com/office/drawing/2014/main" id="{E53354BB-DE94-FD76-853A-BF1D16E1F258}"/>
                </a:ext>
              </a:extLst>
            </p:cNvPr>
            <p:cNvSpPr/>
            <p:nvPr/>
          </p:nvSpPr>
          <p:spPr>
            <a:xfrm>
              <a:off x="531106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85" name="pg340">
              <a:extLst>
                <a:ext uri="{FF2B5EF4-FFF2-40B4-BE49-F238E27FC236}">
                  <a16:creationId xmlns:a16="http://schemas.microsoft.com/office/drawing/2014/main" id="{D146E346-CFB3-5044-2CF5-F4C9B8F741AA}"/>
                </a:ext>
              </a:extLst>
            </p:cNvPr>
            <p:cNvSpPr/>
            <p:nvPr/>
          </p:nvSpPr>
          <p:spPr>
            <a:xfrm>
              <a:off x="532270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86" name="pg341">
              <a:extLst>
                <a:ext uri="{FF2B5EF4-FFF2-40B4-BE49-F238E27FC236}">
                  <a16:creationId xmlns:a16="http://schemas.microsoft.com/office/drawing/2014/main" id="{FF680CA8-1DA2-1C26-60BD-393023B5CC30}"/>
                </a:ext>
              </a:extLst>
            </p:cNvPr>
            <p:cNvSpPr/>
            <p:nvPr/>
          </p:nvSpPr>
          <p:spPr>
            <a:xfrm>
              <a:off x="533434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87" name="pg342">
              <a:extLst>
                <a:ext uri="{FF2B5EF4-FFF2-40B4-BE49-F238E27FC236}">
                  <a16:creationId xmlns:a16="http://schemas.microsoft.com/office/drawing/2014/main" id="{A207567C-770F-A5A6-9356-3AD93BE3E53E}"/>
                </a:ext>
              </a:extLst>
            </p:cNvPr>
            <p:cNvSpPr/>
            <p:nvPr/>
          </p:nvSpPr>
          <p:spPr>
            <a:xfrm>
              <a:off x="534597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88" name="pg343">
              <a:extLst>
                <a:ext uri="{FF2B5EF4-FFF2-40B4-BE49-F238E27FC236}">
                  <a16:creationId xmlns:a16="http://schemas.microsoft.com/office/drawing/2014/main" id="{E39DF014-E814-7B71-D5C1-304B257448D9}"/>
                </a:ext>
              </a:extLst>
            </p:cNvPr>
            <p:cNvSpPr/>
            <p:nvPr/>
          </p:nvSpPr>
          <p:spPr>
            <a:xfrm>
              <a:off x="535761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89" name="pg344">
              <a:extLst>
                <a:ext uri="{FF2B5EF4-FFF2-40B4-BE49-F238E27FC236}">
                  <a16:creationId xmlns:a16="http://schemas.microsoft.com/office/drawing/2014/main" id="{362E2D14-5D51-2970-69AA-544C424CED68}"/>
                </a:ext>
              </a:extLst>
            </p:cNvPr>
            <p:cNvSpPr/>
            <p:nvPr/>
          </p:nvSpPr>
          <p:spPr>
            <a:xfrm>
              <a:off x="536925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90" name="pg345">
              <a:extLst>
                <a:ext uri="{FF2B5EF4-FFF2-40B4-BE49-F238E27FC236}">
                  <a16:creationId xmlns:a16="http://schemas.microsoft.com/office/drawing/2014/main" id="{C73E91CC-3185-2454-B3BF-FB36844CAE79}"/>
                </a:ext>
              </a:extLst>
            </p:cNvPr>
            <p:cNvSpPr/>
            <p:nvPr/>
          </p:nvSpPr>
          <p:spPr>
            <a:xfrm>
              <a:off x="538089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91" name="pg346">
              <a:extLst>
                <a:ext uri="{FF2B5EF4-FFF2-40B4-BE49-F238E27FC236}">
                  <a16:creationId xmlns:a16="http://schemas.microsoft.com/office/drawing/2014/main" id="{0CCD2E88-C06B-ACD6-2179-3E1D9957E0D2}"/>
                </a:ext>
              </a:extLst>
            </p:cNvPr>
            <p:cNvSpPr/>
            <p:nvPr/>
          </p:nvSpPr>
          <p:spPr>
            <a:xfrm>
              <a:off x="606749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92" name="pg347">
              <a:extLst>
                <a:ext uri="{FF2B5EF4-FFF2-40B4-BE49-F238E27FC236}">
                  <a16:creationId xmlns:a16="http://schemas.microsoft.com/office/drawing/2014/main" id="{E74A0D0F-49FE-C54A-1637-2A33A27C3573}"/>
                </a:ext>
              </a:extLst>
            </p:cNvPr>
            <p:cNvSpPr/>
            <p:nvPr/>
          </p:nvSpPr>
          <p:spPr>
            <a:xfrm>
              <a:off x="607913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93" name="pg348">
              <a:extLst>
                <a:ext uri="{FF2B5EF4-FFF2-40B4-BE49-F238E27FC236}">
                  <a16:creationId xmlns:a16="http://schemas.microsoft.com/office/drawing/2014/main" id="{D9CD0E97-D10A-B4BB-8B90-764BABB4D2FB}"/>
                </a:ext>
              </a:extLst>
            </p:cNvPr>
            <p:cNvSpPr/>
            <p:nvPr/>
          </p:nvSpPr>
          <p:spPr>
            <a:xfrm>
              <a:off x="609076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94" name="pg349">
              <a:extLst>
                <a:ext uri="{FF2B5EF4-FFF2-40B4-BE49-F238E27FC236}">
                  <a16:creationId xmlns:a16="http://schemas.microsoft.com/office/drawing/2014/main" id="{36EC6D96-58C7-44DC-4AFB-C82BF39F9FA7}"/>
                </a:ext>
              </a:extLst>
            </p:cNvPr>
            <p:cNvSpPr/>
            <p:nvPr/>
          </p:nvSpPr>
          <p:spPr>
            <a:xfrm>
              <a:off x="610240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95" name="pg350">
              <a:extLst>
                <a:ext uri="{FF2B5EF4-FFF2-40B4-BE49-F238E27FC236}">
                  <a16:creationId xmlns:a16="http://schemas.microsoft.com/office/drawing/2014/main" id="{C18E790E-1313-228B-F646-3732D50E38B2}"/>
                </a:ext>
              </a:extLst>
            </p:cNvPr>
            <p:cNvSpPr/>
            <p:nvPr/>
          </p:nvSpPr>
          <p:spPr>
            <a:xfrm>
              <a:off x="611404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96" name="pg351">
              <a:extLst>
                <a:ext uri="{FF2B5EF4-FFF2-40B4-BE49-F238E27FC236}">
                  <a16:creationId xmlns:a16="http://schemas.microsoft.com/office/drawing/2014/main" id="{B3668A73-B04A-8DA0-F63C-E29429E1001D}"/>
                </a:ext>
              </a:extLst>
            </p:cNvPr>
            <p:cNvSpPr/>
            <p:nvPr/>
          </p:nvSpPr>
          <p:spPr>
            <a:xfrm>
              <a:off x="612568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97" name="pg352">
              <a:extLst>
                <a:ext uri="{FF2B5EF4-FFF2-40B4-BE49-F238E27FC236}">
                  <a16:creationId xmlns:a16="http://schemas.microsoft.com/office/drawing/2014/main" id="{1EEFF538-3D9C-4C7C-2D2A-98E10975232E}"/>
                </a:ext>
              </a:extLst>
            </p:cNvPr>
            <p:cNvSpPr/>
            <p:nvPr/>
          </p:nvSpPr>
          <p:spPr>
            <a:xfrm>
              <a:off x="613731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98" name="pg353">
              <a:extLst>
                <a:ext uri="{FF2B5EF4-FFF2-40B4-BE49-F238E27FC236}">
                  <a16:creationId xmlns:a16="http://schemas.microsoft.com/office/drawing/2014/main" id="{64F96D3F-C120-18D7-0DD9-726D8B95721F}"/>
                </a:ext>
              </a:extLst>
            </p:cNvPr>
            <p:cNvSpPr/>
            <p:nvPr/>
          </p:nvSpPr>
          <p:spPr>
            <a:xfrm>
              <a:off x="614895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99" name="pg354">
              <a:extLst>
                <a:ext uri="{FF2B5EF4-FFF2-40B4-BE49-F238E27FC236}">
                  <a16:creationId xmlns:a16="http://schemas.microsoft.com/office/drawing/2014/main" id="{0CF77E2B-7142-BCFA-5A6C-8C5A8834CA95}"/>
                </a:ext>
              </a:extLst>
            </p:cNvPr>
            <p:cNvSpPr/>
            <p:nvPr/>
          </p:nvSpPr>
          <p:spPr>
            <a:xfrm>
              <a:off x="616059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00" name="pg355">
              <a:extLst>
                <a:ext uri="{FF2B5EF4-FFF2-40B4-BE49-F238E27FC236}">
                  <a16:creationId xmlns:a16="http://schemas.microsoft.com/office/drawing/2014/main" id="{65B7FC3C-4AFF-989B-79CE-E9D7568A831B}"/>
                </a:ext>
              </a:extLst>
            </p:cNvPr>
            <p:cNvSpPr/>
            <p:nvPr/>
          </p:nvSpPr>
          <p:spPr>
            <a:xfrm>
              <a:off x="617222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01" name="pg356">
              <a:extLst>
                <a:ext uri="{FF2B5EF4-FFF2-40B4-BE49-F238E27FC236}">
                  <a16:creationId xmlns:a16="http://schemas.microsoft.com/office/drawing/2014/main" id="{B867AD37-B0D6-6ED1-A58C-92A291031656}"/>
                </a:ext>
              </a:extLst>
            </p:cNvPr>
            <p:cNvSpPr/>
            <p:nvPr/>
          </p:nvSpPr>
          <p:spPr>
            <a:xfrm>
              <a:off x="618386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02" name="pg357">
              <a:extLst>
                <a:ext uri="{FF2B5EF4-FFF2-40B4-BE49-F238E27FC236}">
                  <a16:creationId xmlns:a16="http://schemas.microsoft.com/office/drawing/2014/main" id="{30A54313-E4D5-5338-3441-E33D38C3F087}"/>
                </a:ext>
              </a:extLst>
            </p:cNvPr>
            <p:cNvSpPr/>
            <p:nvPr/>
          </p:nvSpPr>
          <p:spPr>
            <a:xfrm>
              <a:off x="619550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03" name="pg358">
              <a:extLst>
                <a:ext uri="{FF2B5EF4-FFF2-40B4-BE49-F238E27FC236}">
                  <a16:creationId xmlns:a16="http://schemas.microsoft.com/office/drawing/2014/main" id="{FDADFA87-FE51-3089-B48E-B955758F75A3}"/>
                </a:ext>
              </a:extLst>
            </p:cNvPr>
            <p:cNvSpPr/>
            <p:nvPr/>
          </p:nvSpPr>
          <p:spPr>
            <a:xfrm>
              <a:off x="620714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04" name="pg359">
              <a:extLst>
                <a:ext uri="{FF2B5EF4-FFF2-40B4-BE49-F238E27FC236}">
                  <a16:creationId xmlns:a16="http://schemas.microsoft.com/office/drawing/2014/main" id="{4EFDDAF2-27EE-B5E3-1D92-125910A558CF}"/>
                </a:ext>
              </a:extLst>
            </p:cNvPr>
            <p:cNvSpPr/>
            <p:nvPr/>
          </p:nvSpPr>
          <p:spPr>
            <a:xfrm>
              <a:off x="621877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05" name="pg360">
              <a:extLst>
                <a:ext uri="{FF2B5EF4-FFF2-40B4-BE49-F238E27FC236}">
                  <a16:creationId xmlns:a16="http://schemas.microsoft.com/office/drawing/2014/main" id="{BDF2CCAE-0D9F-DA14-BC8F-A3373022965E}"/>
                </a:ext>
              </a:extLst>
            </p:cNvPr>
            <p:cNvSpPr/>
            <p:nvPr/>
          </p:nvSpPr>
          <p:spPr>
            <a:xfrm>
              <a:off x="623041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06" name="pg361">
              <a:extLst>
                <a:ext uri="{FF2B5EF4-FFF2-40B4-BE49-F238E27FC236}">
                  <a16:creationId xmlns:a16="http://schemas.microsoft.com/office/drawing/2014/main" id="{05FDCAE2-4365-9A94-AEA0-665FD5792132}"/>
                </a:ext>
              </a:extLst>
            </p:cNvPr>
            <p:cNvSpPr/>
            <p:nvPr/>
          </p:nvSpPr>
          <p:spPr>
            <a:xfrm>
              <a:off x="624205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07" name="pg362">
              <a:extLst>
                <a:ext uri="{FF2B5EF4-FFF2-40B4-BE49-F238E27FC236}">
                  <a16:creationId xmlns:a16="http://schemas.microsoft.com/office/drawing/2014/main" id="{63DB70D7-C193-55B2-962E-91F56592CAFB}"/>
                </a:ext>
              </a:extLst>
            </p:cNvPr>
            <p:cNvSpPr/>
            <p:nvPr/>
          </p:nvSpPr>
          <p:spPr>
            <a:xfrm>
              <a:off x="625369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08" name="pg363">
              <a:extLst>
                <a:ext uri="{FF2B5EF4-FFF2-40B4-BE49-F238E27FC236}">
                  <a16:creationId xmlns:a16="http://schemas.microsoft.com/office/drawing/2014/main" id="{6201CD25-E5B8-CB2D-35FE-C2477903B2EE}"/>
                </a:ext>
              </a:extLst>
            </p:cNvPr>
            <p:cNvSpPr/>
            <p:nvPr/>
          </p:nvSpPr>
          <p:spPr>
            <a:xfrm>
              <a:off x="626532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09" name="pg364">
              <a:extLst>
                <a:ext uri="{FF2B5EF4-FFF2-40B4-BE49-F238E27FC236}">
                  <a16:creationId xmlns:a16="http://schemas.microsoft.com/office/drawing/2014/main" id="{3CDBE260-0CDF-7F7E-05E0-DF155376B7E2}"/>
                </a:ext>
              </a:extLst>
            </p:cNvPr>
            <p:cNvSpPr/>
            <p:nvPr/>
          </p:nvSpPr>
          <p:spPr>
            <a:xfrm>
              <a:off x="627696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10" name="pg365">
              <a:extLst>
                <a:ext uri="{FF2B5EF4-FFF2-40B4-BE49-F238E27FC236}">
                  <a16:creationId xmlns:a16="http://schemas.microsoft.com/office/drawing/2014/main" id="{B7ED0045-DFC8-D9DE-5498-F0D26EA0E9A3}"/>
                </a:ext>
              </a:extLst>
            </p:cNvPr>
            <p:cNvSpPr/>
            <p:nvPr/>
          </p:nvSpPr>
          <p:spPr>
            <a:xfrm>
              <a:off x="628860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11" name="pg366">
              <a:extLst>
                <a:ext uri="{FF2B5EF4-FFF2-40B4-BE49-F238E27FC236}">
                  <a16:creationId xmlns:a16="http://schemas.microsoft.com/office/drawing/2014/main" id="{BCC4AD5E-B792-B340-358C-1504C15D7E74}"/>
                </a:ext>
              </a:extLst>
            </p:cNvPr>
            <p:cNvSpPr/>
            <p:nvPr/>
          </p:nvSpPr>
          <p:spPr>
            <a:xfrm>
              <a:off x="630024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12" name="pg367">
              <a:extLst>
                <a:ext uri="{FF2B5EF4-FFF2-40B4-BE49-F238E27FC236}">
                  <a16:creationId xmlns:a16="http://schemas.microsoft.com/office/drawing/2014/main" id="{B75B927A-9267-105D-95D3-1FAE922654DE}"/>
                </a:ext>
              </a:extLst>
            </p:cNvPr>
            <p:cNvSpPr/>
            <p:nvPr/>
          </p:nvSpPr>
          <p:spPr>
            <a:xfrm>
              <a:off x="631187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13" name="pg368">
              <a:extLst>
                <a:ext uri="{FF2B5EF4-FFF2-40B4-BE49-F238E27FC236}">
                  <a16:creationId xmlns:a16="http://schemas.microsoft.com/office/drawing/2014/main" id="{2749701D-A79B-E19A-DB34-DD55BF709878}"/>
                </a:ext>
              </a:extLst>
            </p:cNvPr>
            <p:cNvSpPr/>
            <p:nvPr/>
          </p:nvSpPr>
          <p:spPr>
            <a:xfrm>
              <a:off x="632351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14" name="pg369">
              <a:extLst>
                <a:ext uri="{FF2B5EF4-FFF2-40B4-BE49-F238E27FC236}">
                  <a16:creationId xmlns:a16="http://schemas.microsoft.com/office/drawing/2014/main" id="{383E1959-0CCA-E431-BA87-8300ACD3D90C}"/>
                </a:ext>
              </a:extLst>
            </p:cNvPr>
            <p:cNvSpPr/>
            <p:nvPr/>
          </p:nvSpPr>
          <p:spPr>
            <a:xfrm>
              <a:off x="526451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15" name="pg370">
              <a:extLst>
                <a:ext uri="{FF2B5EF4-FFF2-40B4-BE49-F238E27FC236}">
                  <a16:creationId xmlns:a16="http://schemas.microsoft.com/office/drawing/2014/main" id="{9FA597D1-0A1C-1F27-8AED-BB8D62349EB5}"/>
                </a:ext>
              </a:extLst>
            </p:cNvPr>
            <p:cNvSpPr/>
            <p:nvPr/>
          </p:nvSpPr>
          <p:spPr>
            <a:xfrm>
              <a:off x="527615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16" name="pg371">
              <a:extLst>
                <a:ext uri="{FF2B5EF4-FFF2-40B4-BE49-F238E27FC236}">
                  <a16:creationId xmlns:a16="http://schemas.microsoft.com/office/drawing/2014/main" id="{6B7CAC1D-21E5-9F21-61D2-3D06452F555A}"/>
                </a:ext>
              </a:extLst>
            </p:cNvPr>
            <p:cNvSpPr/>
            <p:nvPr/>
          </p:nvSpPr>
          <p:spPr>
            <a:xfrm>
              <a:off x="528779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17" name="pg372">
              <a:extLst>
                <a:ext uri="{FF2B5EF4-FFF2-40B4-BE49-F238E27FC236}">
                  <a16:creationId xmlns:a16="http://schemas.microsoft.com/office/drawing/2014/main" id="{C149E4C6-8249-2F2B-02A8-474685FA9E7F}"/>
                </a:ext>
              </a:extLst>
            </p:cNvPr>
            <p:cNvSpPr/>
            <p:nvPr/>
          </p:nvSpPr>
          <p:spPr>
            <a:xfrm>
              <a:off x="529942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18" name="pg373">
              <a:extLst>
                <a:ext uri="{FF2B5EF4-FFF2-40B4-BE49-F238E27FC236}">
                  <a16:creationId xmlns:a16="http://schemas.microsoft.com/office/drawing/2014/main" id="{06D8B361-5704-2404-AA3F-1290AA75547C}"/>
                </a:ext>
              </a:extLst>
            </p:cNvPr>
            <p:cNvSpPr/>
            <p:nvPr/>
          </p:nvSpPr>
          <p:spPr>
            <a:xfrm>
              <a:off x="531106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19" name="pg374">
              <a:extLst>
                <a:ext uri="{FF2B5EF4-FFF2-40B4-BE49-F238E27FC236}">
                  <a16:creationId xmlns:a16="http://schemas.microsoft.com/office/drawing/2014/main" id="{6916C902-3365-1002-406B-9608CB34245B}"/>
                </a:ext>
              </a:extLst>
            </p:cNvPr>
            <p:cNvSpPr/>
            <p:nvPr/>
          </p:nvSpPr>
          <p:spPr>
            <a:xfrm>
              <a:off x="532270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20" name="pg375">
              <a:extLst>
                <a:ext uri="{FF2B5EF4-FFF2-40B4-BE49-F238E27FC236}">
                  <a16:creationId xmlns:a16="http://schemas.microsoft.com/office/drawing/2014/main" id="{ECF8067E-68B3-7C7F-BCDF-2C00DCA872F5}"/>
                </a:ext>
              </a:extLst>
            </p:cNvPr>
            <p:cNvSpPr/>
            <p:nvPr/>
          </p:nvSpPr>
          <p:spPr>
            <a:xfrm>
              <a:off x="5334341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21" name="pg376">
              <a:extLst>
                <a:ext uri="{FF2B5EF4-FFF2-40B4-BE49-F238E27FC236}">
                  <a16:creationId xmlns:a16="http://schemas.microsoft.com/office/drawing/2014/main" id="{6587207F-A446-9DD6-252A-236C95ABAACA}"/>
                </a:ext>
              </a:extLst>
            </p:cNvPr>
            <p:cNvSpPr/>
            <p:nvPr/>
          </p:nvSpPr>
          <p:spPr>
            <a:xfrm>
              <a:off x="534597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22" name="pg377">
              <a:extLst>
                <a:ext uri="{FF2B5EF4-FFF2-40B4-BE49-F238E27FC236}">
                  <a16:creationId xmlns:a16="http://schemas.microsoft.com/office/drawing/2014/main" id="{FB1051A5-4055-92F8-BADD-1BDC214B011D}"/>
                </a:ext>
              </a:extLst>
            </p:cNvPr>
            <p:cNvSpPr/>
            <p:nvPr/>
          </p:nvSpPr>
          <p:spPr>
            <a:xfrm>
              <a:off x="535761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23" name="pg378">
              <a:extLst>
                <a:ext uri="{FF2B5EF4-FFF2-40B4-BE49-F238E27FC236}">
                  <a16:creationId xmlns:a16="http://schemas.microsoft.com/office/drawing/2014/main" id="{F9DBED09-4D49-99C3-B0CA-81CAA6F70155}"/>
                </a:ext>
              </a:extLst>
            </p:cNvPr>
            <p:cNvSpPr/>
            <p:nvPr/>
          </p:nvSpPr>
          <p:spPr>
            <a:xfrm>
              <a:off x="6067493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24" name="pg379">
              <a:extLst>
                <a:ext uri="{FF2B5EF4-FFF2-40B4-BE49-F238E27FC236}">
                  <a16:creationId xmlns:a16="http://schemas.microsoft.com/office/drawing/2014/main" id="{E5AC76E9-B5B5-DE9D-D2FC-F1CF2C4AB81B}"/>
                </a:ext>
              </a:extLst>
            </p:cNvPr>
            <p:cNvSpPr/>
            <p:nvPr/>
          </p:nvSpPr>
          <p:spPr>
            <a:xfrm>
              <a:off x="607913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25" name="pg380">
              <a:extLst>
                <a:ext uri="{FF2B5EF4-FFF2-40B4-BE49-F238E27FC236}">
                  <a16:creationId xmlns:a16="http://schemas.microsoft.com/office/drawing/2014/main" id="{543388E6-05E6-82EC-5233-6968BD408B15}"/>
                </a:ext>
              </a:extLst>
            </p:cNvPr>
            <p:cNvSpPr/>
            <p:nvPr/>
          </p:nvSpPr>
          <p:spPr>
            <a:xfrm>
              <a:off x="609076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26" name="pg381">
              <a:extLst>
                <a:ext uri="{FF2B5EF4-FFF2-40B4-BE49-F238E27FC236}">
                  <a16:creationId xmlns:a16="http://schemas.microsoft.com/office/drawing/2014/main" id="{772ADC08-93B8-002E-1449-F3A944E8815F}"/>
                </a:ext>
              </a:extLst>
            </p:cNvPr>
            <p:cNvSpPr/>
            <p:nvPr/>
          </p:nvSpPr>
          <p:spPr>
            <a:xfrm>
              <a:off x="610240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27" name="pg382">
              <a:extLst>
                <a:ext uri="{FF2B5EF4-FFF2-40B4-BE49-F238E27FC236}">
                  <a16:creationId xmlns:a16="http://schemas.microsoft.com/office/drawing/2014/main" id="{DEA2427D-9611-8E9C-1488-46126A4F954F}"/>
                </a:ext>
              </a:extLst>
            </p:cNvPr>
            <p:cNvSpPr/>
            <p:nvPr/>
          </p:nvSpPr>
          <p:spPr>
            <a:xfrm>
              <a:off x="611404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28" name="pg383">
              <a:extLst>
                <a:ext uri="{FF2B5EF4-FFF2-40B4-BE49-F238E27FC236}">
                  <a16:creationId xmlns:a16="http://schemas.microsoft.com/office/drawing/2014/main" id="{A584179A-CE80-7D9F-6F3A-FB1772D62C53}"/>
                </a:ext>
              </a:extLst>
            </p:cNvPr>
            <p:cNvSpPr/>
            <p:nvPr/>
          </p:nvSpPr>
          <p:spPr>
            <a:xfrm>
              <a:off x="612568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29" name="pg384">
              <a:extLst>
                <a:ext uri="{FF2B5EF4-FFF2-40B4-BE49-F238E27FC236}">
                  <a16:creationId xmlns:a16="http://schemas.microsoft.com/office/drawing/2014/main" id="{DA00F7A1-0E1A-9027-17E1-C36862B62861}"/>
                </a:ext>
              </a:extLst>
            </p:cNvPr>
            <p:cNvSpPr/>
            <p:nvPr/>
          </p:nvSpPr>
          <p:spPr>
            <a:xfrm>
              <a:off x="613731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30" name="pg385">
              <a:extLst>
                <a:ext uri="{FF2B5EF4-FFF2-40B4-BE49-F238E27FC236}">
                  <a16:creationId xmlns:a16="http://schemas.microsoft.com/office/drawing/2014/main" id="{1329A31B-3BB6-B8D5-F164-D4948124A862}"/>
                </a:ext>
              </a:extLst>
            </p:cNvPr>
            <p:cNvSpPr/>
            <p:nvPr/>
          </p:nvSpPr>
          <p:spPr>
            <a:xfrm>
              <a:off x="614895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31" name="pg386">
              <a:extLst>
                <a:ext uri="{FF2B5EF4-FFF2-40B4-BE49-F238E27FC236}">
                  <a16:creationId xmlns:a16="http://schemas.microsoft.com/office/drawing/2014/main" id="{8203C97F-3DD8-0008-9743-ABC3990B50D6}"/>
                </a:ext>
              </a:extLst>
            </p:cNvPr>
            <p:cNvSpPr/>
            <p:nvPr/>
          </p:nvSpPr>
          <p:spPr>
            <a:xfrm>
              <a:off x="616059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32" name="pg387">
              <a:extLst>
                <a:ext uri="{FF2B5EF4-FFF2-40B4-BE49-F238E27FC236}">
                  <a16:creationId xmlns:a16="http://schemas.microsoft.com/office/drawing/2014/main" id="{E15EBD8B-5D4C-207E-0DB9-2BF599314BDB}"/>
                </a:ext>
              </a:extLst>
            </p:cNvPr>
            <p:cNvSpPr/>
            <p:nvPr/>
          </p:nvSpPr>
          <p:spPr>
            <a:xfrm>
              <a:off x="617222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33" name="pg388">
              <a:extLst>
                <a:ext uri="{FF2B5EF4-FFF2-40B4-BE49-F238E27FC236}">
                  <a16:creationId xmlns:a16="http://schemas.microsoft.com/office/drawing/2014/main" id="{0BD07BEB-217A-939B-2C35-40B28B41F89B}"/>
                </a:ext>
              </a:extLst>
            </p:cNvPr>
            <p:cNvSpPr/>
            <p:nvPr/>
          </p:nvSpPr>
          <p:spPr>
            <a:xfrm>
              <a:off x="618386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34" name="pg389">
              <a:extLst>
                <a:ext uri="{FF2B5EF4-FFF2-40B4-BE49-F238E27FC236}">
                  <a16:creationId xmlns:a16="http://schemas.microsoft.com/office/drawing/2014/main" id="{803A83F1-3C70-7D99-F16E-CA7E3490009C}"/>
                </a:ext>
              </a:extLst>
            </p:cNvPr>
            <p:cNvSpPr/>
            <p:nvPr/>
          </p:nvSpPr>
          <p:spPr>
            <a:xfrm>
              <a:off x="619550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35" name="pg390">
              <a:extLst>
                <a:ext uri="{FF2B5EF4-FFF2-40B4-BE49-F238E27FC236}">
                  <a16:creationId xmlns:a16="http://schemas.microsoft.com/office/drawing/2014/main" id="{DBA523A9-0557-44DC-4F8B-E3EB41CA285E}"/>
                </a:ext>
              </a:extLst>
            </p:cNvPr>
            <p:cNvSpPr/>
            <p:nvPr/>
          </p:nvSpPr>
          <p:spPr>
            <a:xfrm>
              <a:off x="6207141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36" name="pg391">
              <a:extLst>
                <a:ext uri="{FF2B5EF4-FFF2-40B4-BE49-F238E27FC236}">
                  <a16:creationId xmlns:a16="http://schemas.microsoft.com/office/drawing/2014/main" id="{1C558306-2F7B-6777-8388-FB7673C1EA03}"/>
                </a:ext>
              </a:extLst>
            </p:cNvPr>
            <p:cNvSpPr/>
            <p:nvPr/>
          </p:nvSpPr>
          <p:spPr>
            <a:xfrm>
              <a:off x="621877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37" name="pg392">
              <a:extLst>
                <a:ext uri="{FF2B5EF4-FFF2-40B4-BE49-F238E27FC236}">
                  <a16:creationId xmlns:a16="http://schemas.microsoft.com/office/drawing/2014/main" id="{92C66EA6-1306-F8B1-360A-0486B98AA748}"/>
                </a:ext>
              </a:extLst>
            </p:cNvPr>
            <p:cNvSpPr/>
            <p:nvPr/>
          </p:nvSpPr>
          <p:spPr>
            <a:xfrm>
              <a:off x="623041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38" name="pg393">
              <a:extLst>
                <a:ext uri="{FF2B5EF4-FFF2-40B4-BE49-F238E27FC236}">
                  <a16:creationId xmlns:a16="http://schemas.microsoft.com/office/drawing/2014/main" id="{F984D6E7-AA7E-6A94-DE97-C1236E7ACBD1}"/>
                </a:ext>
              </a:extLst>
            </p:cNvPr>
            <p:cNvSpPr/>
            <p:nvPr/>
          </p:nvSpPr>
          <p:spPr>
            <a:xfrm>
              <a:off x="6242053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39" name="pg394">
              <a:extLst>
                <a:ext uri="{FF2B5EF4-FFF2-40B4-BE49-F238E27FC236}">
                  <a16:creationId xmlns:a16="http://schemas.microsoft.com/office/drawing/2014/main" id="{1E776035-45AD-429E-76F8-26F28240A5EB}"/>
                </a:ext>
              </a:extLst>
            </p:cNvPr>
            <p:cNvSpPr/>
            <p:nvPr/>
          </p:nvSpPr>
          <p:spPr>
            <a:xfrm>
              <a:off x="625369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40" name="pg395">
              <a:extLst>
                <a:ext uri="{FF2B5EF4-FFF2-40B4-BE49-F238E27FC236}">
                  <a16:creationId xmlns:a16="http://schemas.microsoft.com/office/drawing/2014/main" id="{90C27993-2E06-B5A1-866A-24AFFDF5ED2D}"/>
                </a:ext>
              </a:extLst>
            </p:cNvPr>
            <p:cNvSpPr/>
            <p:nvPr/>
          </p:nvSpPr>
          <p:spPr>
            <a:xfrm>
              <a:off x="626532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41" name="pg396">
              <a:extLst>
                <a:ext uri="{FF2B5EF4-FFF2-40B4-BE49-F238E27FC236}">
                  <a16:creationId xmlns:a16="http://schemas.microsoft.com/office/drawing/2014/main" id="{4DE4B5A5-D4BA-BF6E-D9B6-9868E3F67976}"/>
                </a:ext>
              </a:extLst>
            </p:cNvPr>
            <p:cNvSpPr/>
            <p:nvPr/>
          </p:nvSpPr>
          <p:spPr>
            <a:xfrm>
              <a:off x="627696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42" name="pg397">
              <a:extLst>
                <a:ext uri="{FF2B5EF4-FFF2-40B4-BE49-F238E27FC236}">
                  <a16:creationId xmlns:a16="http://schemas.microsoft.com/office/drawing/2014/main" id="{7EC9CA59-27AD-2660-1661-862758D47A60}"/>
                </a:ext>
              </a:extLst>
            </p:cNvPr>
            <p:cNvSpPr/>
            <p:nvPr/>
          </p:nvSpPr>
          <p:spPr>
            <a:xfrm>
              <a:off x="628860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43" name="pg398">
              <a:extLst>
                <a:ext uri="{FF2B5EF4-FFF2-40B4-BE49-F238E27FC236}">
                  <a16:creationId xmlns:a16="http://schemas.microsoft.com/office/drawing/2014/main" id="{3412A451-F3B5-1FCF-8B6D-051838B8BE40}"/>
                </a:ext>
              </a:extLst>
            </p:cNvPr>
            <p:cNvSpPr/>
            <p:nvPr/>
          </p:nvSpPr>
          <p:spPr>
            <a:xfrm>
              <a:off x="630024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44" name="pg399">
              <a:extLst>
                <a:ext uri="{FF2B5EF4-FFF2-40B4-BE49-F238E27FC236}">
                  <a16:creationId xmlns:a16="http://schemas.microsoft.com/office/drawing/2014/main" id="{E24815A5-5E72-6427-EFEC-F89EB76D96AF}"/>
                </a:ext>
              </a:extLst>
            </p:cNvPr>
            <p:cNvSpPr/>
            <p:nvPr/>
          </p:nvSpPr>
          <p:spPr>
            <a:xfrm>
              <a:off x="631187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45" name="pg400">
              <a:extLst>
                <a:ext uri="{FF2B5EF4-FFF2-40B4-BE49-F238E27FC236}">
                  <a16:creationId xmlns:a16="http://schemas.microsoft.com/office/drawing/2014/main" id="{334EA032-05CD-F24B-36D3-1A434B7BEF9C}"/>
                </a:ext>
              </a:extLst>
            </p:cNvPr>
            <p:cNvSpPr/>
            <p:nvPr/>
          </p:nvSpPr>
          <p:spPr>
            <a:xfrm>
              <a:off x="632351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46" name="pg401">
              <a:extLst>
                <a:ext uri="{FF2B5EF4-FFF2-40B4-BE49-F238E27FC236}">
                  <a16:creationId xmlns:a16="http://schemas.microsoft.com/office/drawing/2014/main" id="{B5A84236-A7DB-0BF7-19C0-8889BD57982B}"/>
                </a:ext>
              </a:extLst>
            </p:cNvPr>
            <p:cNvSpPr/>
            <p:nvPr/>
          </p:nvSpPr>
          <p:spPr>
            <a:xfrm>
              <a:off x="633515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47" name="pg402">
              <a:extLst>
                <a:ext uri="{FF2B5EF4-FFF2-40B4-BE49-F238E27FC236}">
                  <a16:creationId xmlns:a16="http://schemas.microsoft.com/office/drawing/2014/main" id="{5B32F741-19E1-85F6-299B-518437618A3F}"/>
                </a:ext>
              </a:extLst>
            </p:cNvPr>
            <p:cNvSpPr/>
            <p:nvPr/>
          </p:nvSpPr>
          <p:spPr>
            <a:xfrm>
              <a:off x="526451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48" name="pg403">
              <a:extLst>
                <a:ext uri="{FF2B5EF4-FFF2-40B4-BE49-F238E27FC236}">
                  <a16:creationId xmlns:a16="http://schemas.microsoft.com/office/drawing/2014/main" id="{A7B1B89F-A1E2-440D-2926-B8CCBC002F79}"/>
                </a:ext>
              </a:extLst>
            </p:cNvPr>
            <p:cNvSpPr/>
            <p:nvPr/>
          </p:nvSpPr>
          <p:spPr>
            <a:xfrm>
              <a:off x="527615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49" name="pg404">
              <a:extLst>
                <a:ext uri="{FF2B5EF4-FFF2-40B4-BE49-F238E27FC236}">
                  <a16:creationId xmlns:a16="http://schemas.microsoft.com/office/drawing/2014/main" id="{3541B8FC-A49A-F34D-DE4C-86719FE439B9}"/>
                </a:ext>
              </a:extLst>
            </p:cNvPr>
            <p:cNvSpPr/>
            <p:nvPr/>
          </p:nvSpPr>
          <p:spPr>
            <a:xfrm>
              <a:off x="528779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50" name="pg405">
              <a:extLst>
                <a:ext uri="{FF2B5EF4-FFF2-40B4-BE49-F238E27FC236}">
                  <a16:creationId xmlns:a16="http://schemas.microsoft.com/office/drawing/2014/main" id="{6B63E77C-A230-29CE-40C2-824B15BF046D}"/>
                </a:ext>
              </a:extLst>
            </p:cNvPr>
            <p:cNvSpPr/>
            <p:nvPr/>
          </p:nvSpPr>
          <p:spPr>
            <a:xfrm>
              <a:off x="5299429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51" name="pg406">
              <a:extLst>
                <a:ext uri="{FF2B5EF4-FFF2-40B4-BE49-F238E27FC236}">
                  <a16:creationId xmlns:a16="http://schemas.microsoft.com/office/drawing/2014/main" id="{1B2AB0A1-5314-95B7-79C2-A08F91757282}"/>
                </a:ext>
              </a:extLst>
            </p:cNvPr>
            <p:cNvSpPr/>
            <p:nvPr/>
          </p:nvSpPr>
          <p:spPr>
            <a:xfrm>
              <a:off x="531106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52" name="pg407">
              <a:extLst>
                <a:ext uri="{FF2B5EF4-FFF2-40B4-BE49-F238E27FC236}">
                  <a16:creationId xmlns:a16="http://schemas.microsoft.com/office/drawing/2014/main" id="{253E90F3-849D-20FF-0571-9F3539CF008F}"/>
                </a:ext>
              </a:extLst>
            </p:cNvPr>
            <p:cNvSpPr/>
            <p:nvPr/>
          </p:nvSpPr>
          <p:spPr>
            <a:xfrm>
              <a:off x="532270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53" name="pg408">
              <a:extLst>
                <a:ext uri="{FF2B5EF4-FFF2-40B4-BE49-F238E27FC236}">
                  <a16:creationId xmlns:a16="http://schemas.microsoft.com/office/drawing/2014/main" id="{3B6EB729-B3EA-7746-2BA1-CE0824E5BF54}"/>
                </a:ext>
              </a:extLst>
            </p:cNvPr>
            <p:cNvSpPr/>
            <p:nvPr/>
          </p:nvSpPr>
          <p:spPr>
            <a:xfrm>
              <a:off x="6055856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54" name="pg409">
              <a:extLst>
                <a:ext uri="{FF2B5EF4-FFF2-40B4-BE49-F238E27FC236}">
                  <a16:creationId xmlns:a16="http://schemas.microsoft.com/office/drawing/2014/main" id="{CB9002FB-154F-050E-6290-DC076AA7C28A}"/>
                </a:ext>
              </a:extLst>
            </p:cNvPr>
            <p:cNvSpPr/>
            <p:nvPr/>
          </p:nvSpPr>
          <p:spPr>
            <a:xfrm>
              <a:off x="6067493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55" name="pg410">
              <a:extLst>
                <a:ext uri="{FF2B5EF4-FFF2-40B4-BE49-F238E27FC236}">
                  <a16:creationId xmlns:a16="http://schemas.microsoft.com/office/drawing/2014/main" id="{5B59D8FD-C4F4-D9FD-B5CB-77CEAB80777F}"/>
                </a:ext>
              </a:extLst>
            </p:cNvPr>
            <p:cNvSpPr/>
            <p:nvPr/>
          </p:nvSpPr>
          <p:spPr>
            <a:xfrm>
              <a:off x="607913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56" name="pg411">
              <a:extLst>
                <a:ext uri="{FF2B5EF4-FFF2-40B4-BE49-F238E27FC236}">
                  <a16:creationId xmlns:a16="http://schemas.microsoft.com/office/drawing/2014/main" id="{44EF5AB4-0107-4C9A-A37B-7527F0F95578}"/>
                </a:ext>
              </a:extLst>
            </p:cNvPr>
            <p:cNvSpPr/>
            <p:nvPr/>
          </p:nvSpPr>
          <p:spPr>
            <a:xfrm>
              <a:off x="6090768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57" name="pg412">
              <a:extLst>
                <a:ext uri="{FF2B5EF4-FFF2-40B4-BE49-F238E27FC236}">
                  <a16:creationId xmlns:a16="http://schemas.microsoft.com/office/drawing/2014/main" id="{E53394D5-9705-EEB3-8ACB-3AEF890D82D2}"/>
                </a:ext>
              </a:extLst>
            </p:cNvPr>
            <p:cNvSpPr/>
            <p:nvPr/>
          </p:nvSpPr>
          <p:spPr>
            <a:xfrm>
              <a:off x="610240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58" name="pg413">
              <a:extLst>
                <a:ext uri="{FF2B5EF4-FFF2-40B4-BE49-F238E27FC236}">
                  <a16:creationId xmlns:a16="http://schemas.microsoft.com/office/drawing/2014/main" id="{BC8796C4-3632-6096-62EE-16A7823977FA}"/>
                </a:ext>
              </a:extLst>
            </p:cNvPr>
            <p:cNvSpPr/>
            <p:nvPr/>
          </p:nvSpPr>
          <p:spPr>
            <a:xfrm>
              <a:off x="611404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59" name="pg414">
              <a:extLst>
                <a:ext uri="{FF2B5EF4-FFF2-40B4-BE49-F238E27FC236}">
                  <a16:creationId xmlns:a16="http://schemas.microsoft.com/office/drawing/2014/main" id="{454CA5DD-43CF-C02B-C191-205C80305A14}"/>
                </a:ext>
              </a:extLst>
            </p:cNvPr>
            <p:cNvSpPr/>
            <p:nvPr/>
          </p:nvSpPr>
          <p:spPr>
            <a:xfrm>
              <a:off x="612568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60" name="pg415">
              <a:extLst>
                <a:ext uri="{FF2B5EF4-FFF2-40B4-BE49-F238E27FC236}">
                  <a16:creationId xmlns:a16="http://schemas.microsoft.com/office/drawing/2014/main" id="{A89AA57C-9AB7-6357-145E-997D5E7DD7CD}"/>
                </a:ext>
              </a:extLst>
            </p:cNvPr>
            <p:cNvSpPr/>
            <p:nvPr/>
          </p:nvSpPr>
          <p:spPr>
            <a:xfrm>
              <a:off x="613731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61" name="pg416">
              <a:extLst>
                <a:ext uri="{FF2B5EF4-FFF2-40B4-BE49-F238E27FC236}">
                  <a16:creationId xmlns:a16="http://schemas.microsoft.com/office/drawing/2014/main" id="{A1EA7DE6-B0FD-FC53-8FC2-EB1184675BFA}"/>
                </a:ext>
              </a:extLst>
            </p:cNvPr>
            <p:cNvSpPr/>
            <p:nvPr/>
          </p:nvSpPr>
          <p:spPr>
            <a:xfrm>
              <a:off x="614895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62" name="pg417">
              <a:extLst>
                <a:ext uri="{FF2B5EF4-FFF2-40B4-BE49-F238E27FC236}">
                  <a16:creationId xmlns:a16="http://schemas.microsoft.com/office/drawing/2014/main" id="{99031CBB-1381-732A-3EDE-F00876D5424C}"/>
                </a:ext>
              </a:extLst>
            </p:cNvPr>
            <p:cNvSpPr/>
            <p:nvPr/>
          </p:nvSpPr>
          <p:spPr>
            <a:xfrm>
              <a:off x="616059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63" name="pg418">
              <a:extLst>
                <a:ext uri="{FF2B5EF4-FFF2-40B4-BE49-F238E27FC236}">
                  <a16:creationId xmlns:a16="http://schemas.microsoft.com/office/drawing/2014/main" id="{7AB64991-8353-E717-A111-38CD763A7ED7}"/>
                </a:ext>
              </a:extLst>
            </p:cNvPr>
            <p:cNvSpPr/>
            <p:nvPr/>
          </p:nvSpPr>
          <p:spPr>
            <a:xfrm>
              <a:off x="6172229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64" name="pg419">
              <a:extLst>
                <a:ext uri="{FF2B5EF4-FFF2-40B4-BE49-F238E27FC236}">
                  <a16:creationId xmlns:a16="http://schemas.microsoft.com/office/drawing/2014/main" id="{6CDC3A6E-C4D8-970F-2834-DD1977CB691E}"/>
                </a:ext>
              </a:extLst>
            </p:cNvPr>
            <p:cNvSpPr/>
            <p:nvPr/>
          </p:nvSpPr>
          <p:spPr>
            <a:xfrm>
              <a:off x="6230416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65" name="pg420">
              <a:extLst>
                <a:ext uri="{FF2B5EF4-FFF2-40B4-BE49-F238E27FC236}">
                  <a16:creationId xmlns:a16="http://schemas.microsoft.com/office/drawing/2014/main" id="{83986550-519D-E102-6859-5F4696B59650}"/>
                </a:ext>
              </a:extLst>
            </p:cNvPr>
            <p:cNvSpPr/>
            <p:nvPr/>
          </p:nvSpPr>
          <p:spPr>
            <a:xfrm>
              <a:off x="6242053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66" name="pg421">
              <a:extLst>
                <a:ext uri="{FF2B5EF4-FFF2-40B4-BE49-F238E27FC236}">
                  <a16:creationId xmlns:a16="http://schemas.microsoft.com/office/drawing/2014/main" id="{A70E7B76-9A54-8DCD-2820-D0141BD70222}"/>
                </a:ext>
              </a:extLst>
            </p:cNvPr>
            <p:cNvSpPr/>
            <p:nvPr/>
          </p:nvSpPr>
          <p:spPr>
            <a:xfrm>
              <a:off x="625369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67" name="pg422">
              <a:extLst>
                <a:ext uri="{FF2B5EF4-FFF2-40B4-BE49-F238E27FC236}">
                  <a16:creationId xmlns:a16="http://schemas.microsoft.com/office/drawing/2014/main" id="{CEB27ACF-807E-17A9-8249-A54E546B8789}"/>
                </a:ext>
              </a:extLst>
            </p:cNvPr>
            <p:cNvSpPr/>
            <p:nvPr/>
          </p:nvSpPr>
          <p:spPr>
            <a:xfrm>
              <a:off x="6265328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68" name="pg423">
              <a:extLst>
                <a:ext uri="{FF2B5EF4-FFF2-40B4-BE49-F238E27FC236}">
                  <a16:creationId xmlns:a16="http://schemas.microsoft.com/office/drawing/2014/main" id="{6618A766-5A5F-715B-0DD0-8AAC489084DB}"/>
                </a:ext>
              </a:extLst>
            </p:cNvPr>
            <p:cNvSpPr/>
            <p:nvPr/>
          </p:nvSpPr>
          <p:spPr>
            <a:xfrm>
              <a:off x="627696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69" name="pg424">
              <a:extLst>
                <a:ext uri="{FF2B5EF4-FFF2-40B4-BE49-F238E27FC236}">
                  <a16:creationId xmlns:a16="http://schemas.microsoft.com/office/drawing/2014/main" id="{409D11A9-A266-7A3D-8CD3-4C452101FF32}"/>
                </a:ext>
              </a:extLst>
            </p:cNvPr>
            <p:cNvSpPr/>
            <p:nvPr/>
          </p:nvSpPr>
          <p:spPr>
            <a:xfrm>
              <a:off x="628860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70" name="pg425">
              <a:extLst>
                <a:ext uri="{FF2B5EF4-FFF2-40B4-BE49-F238E27FC236}">
                  <a16:creationId xmlns:a16="http://schemas.microsoft.com/office/drawing/2014/main" id="{5C7B1C21-0D3C-81A2-7E1C-4BC437494C19}"/>
                </a:ext>
              </a:extLst>
            </p:cNvPr>
            <p:cNvSpPr/>
            <p:nvPr/>
          </p:nvSpPr>
          <p:spPr>
            <a:xfrm>
              <a:off x="630024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71" name="pg426">
              <a:extLst>
                <a:ext uri="{FF2B5EF4-FFF2-40B4-BE49-F238E27FC236}">
                  <a16:creationId xmlns:a16="http://schemas.microsoft.com/office/drawing/2014/main" id="{3659AF89-630E-8656-0C0E-77F67576FE06}"/>
                </a:ext>
              </a:extLst>
            </p:cNvPr>
            <p:cNvSpPr/>
            <p:nvPr/>
          </p:nvSpPr>
          <p:spPr>
            <a:xfrm>
              <a:off x="631187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72" name="pg427">
              <a:extLst>
                <a:ext uri="{FF2B5EF4-FFF2-40B4-BE49-F238E27FC236}">
                  <a16:creationId xmlns:a16="http://schemas.microsoft.com/office/drawing/2014/main" id="{7DBF39DE-68AC-E9DC-FD3E-90479099DA69}"/>
                </a:ext>
              </a:extLst>
            </p:cNvPr>
            <p:cNvSpPr/>
            <p:nvPr/>
          </p:nvSpPr>
          <p:spPr>
            <a:xfrm>
              <a:off x="632351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73" name="pg428">
              <a:extLst>
                <a:ext uri="{FF2B5EF4-FFF2-40B4-BE49-F238E27FC236}">
                  <a16:creationId xmlns:a16="http://schemas.microsoft.com/office/drawing/2014/main" id="{C6EB0D58-9D08-A9BE-B420-6680C2DE0C32}"/>
                </a:ext>
              </a:extLst>
            </p:cNvPr>
            <p:cNvSpPr/>
            <p:nvPr/>
          </p:nvSpPr>
          <p:spPr>
            <a:xfrm>
              <a:off x="5264517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74" name="pg429">
              <a:extLst>
                <a:ext uri="{FF2B5EF4-FFF2-40B4-BE49-F238E27FC236}">
                  <a16:creationId xmlns:a16="http://schemas.microsoft.com/office/drawing/2014/main" id="{99FD4E80-4AAB-58D3-E037-A77600518687}"/>
                </a:ext>
              </a:extLst>
            </p:cNvPr>
            <p:cNvSpPr/>
            <p:nvPr/>
          </p:nvSpPr>
          <p:spPr>
            <a:xfrm>
              <a:off x="527615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75" name="pg430">
              <a:extLst>
                <a:ext uri="{FF2B5EF4-FFF2-40B4-BE49-F238E27FC236}">
                  <a16:creationId xmlns:a16="http://schemas.microsoft.com/office/drawing/2014/main" id="{CB493CDE-16EE-D498-45BB-92D38BA9CBE2}"/>
                </a:ext>
              </a:extLst>
            </p:cNvPr>
            <p:cNvSpPr/>
            <p:nvPr/>
          </p:nvSpPr>
          <p:spPr>
            <a:xfrm>
              <a:off x="528779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76" name="pg431">
              <a:extLst>
                <a:ext uri="{FF2B5EF4-FFF2-40B4-BE49-F238E27FC236}">
                  <a16:creationId xmlns:a16="http://schemas.microsoft.com/office/drawing/2014/main" id="{2BE82EA4-E174-1C24-D19A-02B6F6654C1F}"/>
                </a:ext>
              </a:extLst>
            </p:cNvPr>
            <p:cNvSpPr/>
            <p:nvPr/>
          </p:nvSpPr>
          <p:spPr>
            <a:xfrm>
              <a:off x="5299429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77" name="pg432">
              <a:extLst>
                <a:ext uri="{FF2B5EF4-FFF2-40B4-BE49-F238E27FC236}">
                  <a16:creationId xmlns:a16="http://schemas.microsoft.com/office/drawing/2014/main" id="{C3713554-BEAB-3639-51E1-1F4EEA97274E}"/>
                </a:ext>
              </a:extLst>
            </p:cNvPr>
            <p:cNvSpPr/>
            <p:nvPr/>
          </p:nvSpPr>
          <p:spPr>
            <a:xfrm>
              <a:off x="600930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78" name="pg433">
              <a:extLst>
                <a:ext uri="{FF2B5EF4-FFF2-40B4-BE49-F238E27FC236}">
                  <a16:creationId xmlns:a16="http://schemas.microsoft.com/office/drawing/2014/main" id="{811CD2E1-7DB8-5C7A-5CF2-883B0F6ABD2D}"/>
                </a:ext>
              </a:extLst>
            </p:cNvPr>
            <p:cNvSpPr/>
            <p:nvPr/>
          </p:nvSpPr>
          <p:spPr>
            <a:xfrm>
              <a:off x="6020944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79" name="pg434">
              <a:extLst>
                <a:ext uri="{FF2B5EF4-FFF2-40B4-BE49-F238E27FC236}">
                  <a16:creationId xmlns:a16="http://schemas.microsoft.com/office/drawing/2014/main" id="{19FF1673-0E30-71E7-DFFD-9F0F984E73F3}"/>
                </a:ext>
              </a:extLst>
            </p:cNvPr>
            <p:cNvSpPr/>
            <p:nvPr/>
          </p:nvSpPr>
          <p:spPr>
            <a:xfrm>
              <a:off x="6032581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80" name="pg435">
              <a:extLst>
                <a:ext uri="{FF2B5EF4-FFF2-40B4-BE49-F238E27FC236}">
                  <a16:creationId xmlns:a16="http://schemas.microsoft.com/office/drawing/2014/main" id="{62324BD1-D24F-70EB-5586-722C282DEFFE}"/>
                </a:ext>
              </a:extLst>
            </p:cNvPr>
            <p:cNvSpPr/>
            <p:nvPr/>
          </p:nvSpPr>
          <p:spPr>
            <a:xfrm>
              <a:off x="604421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81" name="pg436">
              <a:extLst>
                <a:ext uri="{FF2B5EF4-FFF2-40B4-BE49-F238E27FC236}">
                  <a16:creationId xmlns:a16="http://schemas.microsoft.com/office/drawing/2014/main" id="{B8FAB958-68A4-3B8C-EAE0-8366D179D63B}"/>
                </a:ext>
              </a:extLst>
            </p:cNvPr>
            <p:cNvSpPr/>
            <p:nvPr/>
          </p:nvSpPr>
          <p:spPr>
            <a:xfrm>
              <a:off x="605585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82" name="pg437">
              <a:extLst>
                <a:ext uri="{FF2B5EF4-FFF2-40B4-BE49-F238E27FC236}">
                  <a16:creationId xmlns:a16="http://schemas.microsoft.com/office/drawing/2014/main" id="{22CEB831-BE19-59C6-DC55-E5BE226815D8}"/>
                </a:ext>
              </a:extLst>
            </p:cNvPr>
            <p:cNvSpPr/>
            <p:nvPr/>
          </p:nvSpPr>
          <p:spPr>
            <a:xfrm>
              <a:off x="6067493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83" name="pg438">
              <a:extLst>
                <a:ext uri="{FF2B5EF4-FFF2-40B4-BE49-F238E27FC236}">
                  <a16:creationId xmlns:a16="http://schemas.microsoft.com/office/drawing/2014/main" id="{04546871-1E15-D761-A083-829620994ACA}"/>
                </a:ext>
              </a:extLst>
            </p:cNvPr>
            <p:cNvSpPr/>
            <p:nvPr/>
          </p:nvSpPr>
          <p:spPr>
            <a:xfrm>
              <a:off x="607913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84" name="pg439">
              <a:extLst>
                <a:ext uri="{FF2B5EF4-FFF2-40B4-BE49-F238E27FC236}">
                  <a16:creationId xmlns:a16="http://schemas.microsoft.com/office/drawing/2014/main" id="{C89D17B7-81A8-AA0D-96A5-30F6393E09B8}"/>
                </a:ext>
              </a:extLst>
            </p:cNvPr>
            <p:cNvSpPr/>
            <p:nvPr/>
          </p:nvSpPr>
          <p:spPr>
            <a:xfrm>
              <a:off x="609076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85" name="pg440">
              <a:extLst>
                <a:ext uri="{FF2B5EF4-FFF2-40B4-BE49-F238E27FC236}">
                  <a16:creationId xmlns:a16="http://schemas.microsoft.com/office/drawing/2014/main" id="{2A25ADA6-1485-AC06-D724-04B1361BBE99}"/>
                </a:ext>
              </a:extLst>
            </p:cNvPr>
            <p:cNvSpPr/>
            <p:nvPr/>
          </p:nvSpPr>
          <p:spPr>
            <a:xfrm>
              <a:off x="610240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86" name="pg441">
              <a:extLst>
                <a:ext uri="{FF2B5EF4-FFF2-40B4-BE49-F238E27FC236}">
                  <a16:creationId xmlns:a16="http://schemas.microsoft.com/office/drawing/2014/main" id="{DEC358B3-BF41-EC7D-4475-D593933BBC9B}"/>
                </a:ext>
              </a:extLst>
            </p:cNvPr>
            <p:cNvSpPr/>
            <p:nvPr/>
          </p:nvSpPr>
          <p:spPr>
            <a:xfrm>
              <a:off x="611404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87" name="pg442">
              <a:extLst>
                <a:ext uri="{FF2B5EF4-FFF2-40B4-BE49-F238E27FC236}">
                  <a16:creationId xmlns:a16="http://schemas.microsoft.com/office/drawing/2014/main" id="{A156C448-5463-804D-E2E7-E2B404E8B167}"/>
                </a:ext>
              </a:extLst>
            </p:cNvPr>
            <p:cNvSpPr/>
            <p:nvPr/>
          </p:nvSpPr>
          <p:spPr>
            <a:xfrm>
              <a:off x="6207141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88" name="pg443">
              <a:extLst>
                <a:ext uri="{FF2B5EF4-FFF2-40B4-BE49-F238E27FC236}">
                  <a16:creationId xmlns:a16="http://schemas.microsoft.com/office/drawing/2014/main" id="{78303B90-6B04-50B4-8D64-B2F2821E6563}"/>
                </a:ext>
              </a:extLst>
            </p:cNvPr>
            <p:cNvSpPr/>
            <p:nvPr/>
          </p:nvSpPr>
          <p:spPr>
            <a:xfrm>
              <a:off x="621877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89" name="pg444">
              <a:extLst>
                <a:ext uri="{FF2B5EF4-FFF2-40B4-BE49-F238E27FC236}">
                  <a16:creationId xmlns:a16="http://schemas.microsoft.com/office/drawing/2014/main" id="{EAE7E6A5-5672-66AA-FA2B-D3C48FBD0E28}"/>
                </a:ext>
              </a:extLst>
            </p:cNvPr>
            <p:cNvSpPr/>
            <p:nvPr/>
          </p:nvSpPr>
          <p:spPr>
            <a:xfrm>
              <a:off x="623041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90" name="pg445">
              <a:extLst>
                <a:ext uri="{FF2B5EF4-FFF2-40B4-BE49-F238E27FC236}">
                  <a16:creationId xmlns:a16="http://schemas.microsoft.com/office/drawing/2014/main" id="{33869DE8-1F56-6562-1F69-97F33777751B}"/>
                </a:ext>
              </a:extLst>
            </p:cNvPr>
            <p:cNvSpPr/>
            <p:nvPr/>
          </p:nvSpPr>
          <p:spPr>
            <a:xfrm>
              <a:off x="6242053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91" name="pg446">
              <a:extLst>
                <a:ext uri="{FF2B5EF4-FFF2-40B4-BE49-F238E27FC236}">
                  <a16:creationId xmlns:a16="http://schemas.microsoft.com/office/drawing/2014/main" id="{A01D95C9-3616-8A37-D6C9-F4CB226FE9AF}"/>
                </a:ext>
              </a:extLst>
            </p:cNvPr>
            <p:cNvSpPr/>
            <p:nvPr/>
          </p:nvSpPr>
          <p:spPr>
            <a:xfrm>
              <a:off x="625369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92" name="pg447">
              <a:extLst>
                <a:ext uri="{FF2B5EF4-FFF2-40B4-BE49-F238E27FC236}">
                  <a16:creationId xmlns:a16="http://schemas.microsoft.com/office/drawing/2014/main" id="{9B4D0DC2-70F1-84EB-1942-4F2B5D84C3A4}"/>
                </a:ext>
              </a:extLst>
            </p:cNvPr>
            <p:cNvSpPr/>
            <p:nvPr/>
          </p:nvSpPr>
          <p:spPr>
            <a:xfrm>
              <a:off x="626532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93" name="pg448">
              <a:extLst>
                <a:ext uri="{FF2B5EF4-FFF2-40B4-BE49-F238E27FC236}">
                  <a16:creationId xmlns:a16="http://schemas.microsoft.com/office/drawing/2014/main" id="{428ACFBF-9768-673D-BCE3-55F276C58090}"/>
                </a:ext>
              </a:extLst>
            </p:cNvPr>
            <p:cNvSpPr/>
            <p:nvPr/>
          </p:nvSpPr>
          <p:spPr>
            <a:xfrm>
              <a:off x="627696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94" name="pg449">
              <a:extLst>
                <a:ext uri="{FF2B5EF4-FFF2-40B4-BE49-F238E27FC236}">
                  <a16:creationId xmlns:a16="http://schemas.microsoft.com/office/drawing/2014/main" id="{8DDBFFD9-C269-741A-B051-0F2C78BA40B0}"/>
                </a:ext>
              </a:extLst>
            </p:cNvPr>
            <p:cNvSpPr/>
            <p:nvPr/>
          </p:nvSpPr>
          <p:spPr>
            <a:xfrm>
              <a:off x="628860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95" name="pg450">
              <a:extLst>
                <a:ext uri="{FF2B5EF4-FFF2-40B4-BE49-F238E27FC236}">
                  <a16:creationId xmlns:a16="http://schemas.microsoft.com/office/drawing/2014/main" id="{9F05579C-BC8D-23DE-37D8-4129FAC9EC90}"/>
                </a:ext>
              </a:extLst>
            </p:cNvPr>
            <p:cNvSpPr/>
            <p:nvPr/>
          </p:nvSpPr>
          <p:spPr>
            <a:xfrm>
              <a:off x="630024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96" name="pg451">
              <a:extLst>
                <a:ext uri="{FF2B5EF4-FFF2-40B4-BE49-F238E27FC236}">
                  <a16:creationId xmlns:a16="http://schemas.microsoft.com/office/drawing/2014/main" id="{48CA6A1B-16E8-CA4B-AE25-C6C3D3B8EDC5}"/>
                </a:ext>
              </a:extLst>
            </p:cNvPr>
            <p:cNvSpPr/>
            <p:nvPr/>
          </p:nvSpPr>
          <p:spPr>
            <a:xfrm>
              <a:off x="6311877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97" name="pg452">
              <a:extLst>
                <a:ext uri="{FF2B5EF4-FFF2-40B4-BE49-F238E27FC236}">
                  <a16:creationId xmlns:a16="http://schemas.microsoft.com/office/drawing/2014/main" id="{D9ABA0FF-7937-9463-7153-CED6E7E76A5C}"/>
                </a:ext>
              </a:extLst>
            </p:cNvPr>
            <p:cNvSpPr/>
            <p:nvPr/>
          </p:nvSpPr>
          <p:spPr>
            <a:xfrm>
              <a:off x="589293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98" name="pg453">
              <a:extLst>
                <a:ext uri="{FF2B5EF4-FFF2-40B4-BE49-F238E27FC236}">
                  <a16:creationId xmlns:a16="http://schemas.microsoft.com/office/drawing/2014/main" id="{3C72FB6A-6584-E547-5D01-8A1CB8012BA4}"/>
                </a:ext>
              </a:extLst>
            </p:cNvPr>
            <p:cNvSpPr/>
            <p:nvPr/>
          </p:nvSpPr>
          <p:spPr>
            <a:xfrm>
              <a:off x="590457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99" name="pg454">
              <a:extLst>
                <a:ext uri="{FF2B5EF4-FFF2-40B4-BE49-F238E27FC236}">
                  <a16:creationId xmlns:a16="http://schemas.microsoft.com/office/drawing/2014/main" id="{CFBCD8E2-D960-FD0A-3589-CAC683388061}"/>
                </a:ext>
              </a:extLst>
            </p:cNvPr>
            <p:cNvSpPr/>
            <p:nvPr/>
          </p:nvSpPr>
          <p:spPr>
            <a:xfrm>
              <a:off x="591620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00" name="pg455">
              <a:extLst>
                <a:ext uri="{FF2B5EF4-FFF2-40B4-BE49-F238E27FC236}">
                  <a16:creationId xmlns:a16="http://schemas.microsoft.com/office/drawing/2014/main" id="{95685011-520A-A44D-F0DB-1D2168B1A034}"/>
                </a:ext>
              </a:extLst>
            </p:cNvPr>
            <p:cNvSpPr/>
            <p:nvPr/>
          </p:nvSpPr>
          <p:spPr>
            <a:xfrm>
              <a:off x="592784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01" name="pg456">
              <a:extLst>
                <a:ext uri="{FF2B5EF4-FFF2-40B4-BE49-F238E27FC236}">
                  <a16:creationId xmlns:a16="http://schemas.microsoft.com/office/drawing/2014/main" id="{97B61C99-937B-0A49-DDE2-697137CF1B05}"/>
                </a:ext>
              </a:extLst>
            </p:cNvPr>
            <p:cNvSpPr/>
            <p:nvPr/>
          </p:nvSpPr>
          <p:spPr>
            <a:xfrm>
              <a:off x="593948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02" name="pg457">
              <a:extLst>
                <a:ext uri="{FF2B5EF4-FFF2-40B4-BE49-F238E27FC236}">
                  <a16:creationId xmlns:a16="http://schemas.microsoft.com/office/drawing/2014/main" id="{06BA81A9-769E-B916-CA64-294BA29BFD56}"/>
                </a:ext>
              </a:extLst>
            </p:cNvPr>
            <p:cNvSpPr/>
            <p:nvPr/>
          </p:nvSpPr>
          <p:spPr>
            <a:xfrm>
              <a:off x="595112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03" name="pg458">
              <a:extLst>
                <a:ext uri="{FF2B5EF4-FFF2-40B4-BE49-F238E27FC236}">
                  <a16:creationId xmlns:a16="http://schemas.microsoft.com/office/drawing/2014/main" id="{FE89B79F-0D61-FF46-08A5-FBB5255C4619}"/>
                </a:ext>
              </a:extLst>
            </p:cNvPr>
            <p:cNvSpPr/>
            <p:nvPr/>
          </p:nvSpPr>
          <p:spPr>
            <a:xfrm>
              <a:off x="5962757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04" name="pg459">
              <a:extLst>
                <a:ext uri="{FF2B5EF4-FFF2-40B4-BE49-F238E27FC236}">
                  <a16:creationId xmlns:a16="http://schemas.microsoft.com/office/drawing/2014/main" id="{9F3DA434-43AA-758A-89DA-7C20A677E9EC}"/>
                </a:ext>
              </a:extLst>
            </p:cNvPr>
            <p:cNvSpPr/>
            <p:nvPr/>
          </p:nvSpPr>
          <p:spPr>
            <a:xfrm>
              <a:off x="597439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05" name="pg460">
              <a:extLst>
                <a:ext uri="{FF2B5EF4-FFF2-40B4-BE49-F238E27FC236}">
                  <a16:creationId xmlns:a16="http://schemas.microsoft.com/office/drawing/2014/main" id="{73682074-1B24-C2B0-30D5-E4B05F18D573}"/>
                </a:ext>
              </a:extLst>
            </p:cNvPr>
            <p:cNvSpPr/>
            <p:nvPr/>
          </p:nvSpPr>
          <p:spPr>
            <a:xfrm>
              <a:off x="598603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06" name="pg461">
              <a:extLst>
                <a:ext uri="{FF2B5EF4-FFF2-40B4-BE49-F238E27FC236}">
                  <a16:creationId xmlns:a16="http://schemas.microsoft.com/office/drawing/2014/main" id="{E947DF4D-5D25-5663-DD9F-EC20B905ADBE}"/>
                </a:ext>
              </a:extLst>
            </p:cNvPr>
            <p:cNvSpPr/>
            <p:nvPr/>
          </p:nvSpPr>
          <p:spPr>
            <a:xfrm>
              <a:off x="5997669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07" name="pg462">
              <a:extLst>
                <a:ext uri="{FF2B5EF4-FFF2-40B4-BE49-F238E27FC236}">
                  <a16:creationId xmlns:a16="http://schemas.microsoft.com/office/drawing/2014/main" id="{93B69115-F88E-F730-273A-EED404E0D1BD}"/>
                </a:ext>
              </a:extLst>
            </p:cNvPr>
            <p:cNvSpPr/>
            <p:nvPr/>
          </p:nvSpPr>
          <p:spPr>
            <a:xfrm>
              <a:off x="600930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08" name="pg463">
              <a:extLst>
                <a:ext uri="{FF2B5EF4-FFF2-40B4-BE49-F238E27FC236}">
                  <a16:creationId xmlns:a16="http://schemas.microsoft.com/office/drawing/2014/main" id="{3609994A-5226-1D42-DD40-A75B45BFC02C}"/>
                </a:ext>
              </a:extLst>
            </p:cNvPr>
            <p:cNvSpPr/>
            <p:nvPr/>
          </p:nvSpPr>
          <p:spPr>
            <a:xfrm>
              <a:off x="602094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09" name="pg464">
              <a:extLst>
                <a:ext uri="{FF2B5EF4-FFF2-40B4-BE49-F238E27FC236}">
                  <a16:creationId xmlns:a16="http://schemas.microsoft.com/office/drawing/2014/main" id="{26266B42-2486-8F48-1E9B-15E6AB042DEF}"/>
                </a:ext>
              </a:extLst>
            </p:cNvPr>
            <p:cNvSpPr/>
            <p:nvPr/>
          </p:nvSpPr>
          <p:spPr>
            <a:xfrm>
              <a:off x="6032581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10" name="pg465">
              <a:extLst>
                <a:ext uri="{FF2B5EF4-FFF2-40B4-BE49-F238E27FC236}">
                  <a16:creationId xmlns:a16="http://schemas.microsoft.com/office/drawing/2014/main" id="{63478389-F465-EEC1-AF04-5B642D3E2B79}"/>
                </a:ext>
              </a:extLst>
            </p:cNvPr>
            <p:cNvSpPr/>
            <p:nvPr/>
          </p:nvSpPr>
          <p:spPr>
            <a:xfrm>
              <a:off x="604421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11" name="pg466">
              <a:extLst>
                <a:ext uri="{FF2B5EF4-FFF2-40B4-BE49-F238E27FC236}">
                  <a16:creationId xmlns:a16="http://schemas.microsoft.com/office/drawing/2014/main" id="{334858E1-D5CA-B113-E7E8-466A9BDEE3CE}"/>
                </a:ext>
              </a:extLst>
            </p:cNvPr>
            <p:cNvSpPr/>
            <p:nvPr/>
          </p:nvSpPr>
          <p:spPr>
            <a:xfrm>
              <a:off x="605585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12" name="pg467">
              <a:extLst>
                <a:ext uri="{FF2B5EF4-FFF2-40B4-BE49-F238E27FC236}">
                  <a16:creationId xmlns:a16="http://schemas.microsoft.com/office/drawing/2014/main" id="{1827EC00-5A63-0F24-03DA-79727D6461BF}"/>
                </a:ext>
              </a:extLst>
            </p:cNvPr>
            <p:cNvSpPr/>
            <p:nvPr/>
          </p:nvSpPr>
          <p:spPr>
            <a:xfrm>
              <a:off x="606749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13" name="pg468">
              <a:extLst>
                <a:ext uri="{FF2B5EF4-FFF2-40B4-BE49-F238E27FC236}">
                  <a16:creationId xmlns:a16="http://schemas.microsoft.com/office/drawing/2014/main" id="{41EF516E-33ED-A83D-8C49-BD239C7455BF}"/>
                </a:ext>
              </a:extLst>
            </p:cNvPr>
            <p:cNvSpPr/>
            <p:nvPr/>
          </p:nvSpPr>
          <p:spPr>
            <a:xfrm>
              <a:off x="607913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14" name="pg469">
              <a:extLst>
                <a:ext uri="{FF2B5EF4-FFF2-40B4-BE49-F238E27FC236}">
                  <a16:creationId xmlns:a16="http://schemas.microsoft.com/office/drawing/2014/main" id="{38E27898-3DBF-EE98-1FAE-7E8C3B8C2BB0}"/>
                </a:ext>
              </a:extLst>
            </p:cNvPr>
            <p:cNvSpPr/>
            <p:nvPr/>
          </p:nvSpPr>
          <p:spPr>
            <a:xfrm>
              <a:off x="609076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15" name="pg470">
              <a:extLst>
                <a:ext uri="{FF2B5EF4-FFF2-40B4-BE49-F238E27FC236}">
                  <a16:creationId xmlns:a16="http://schemas.microsoft.com/office/drawing/2014/main" id="{9D539C23-D21A-435B-DEFD-95DF3C85E05E}"/>
                </a:ext>
              </a:extLst>
            </p:cNvPr>
            <p:cNvSpPr/>
            <p:nvPr/>
          </p:nvSpPr>
          <p:spPr>
            <a:xfrm>
              <a:off x="610240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16" name="pg471">
              <a:extLst>
                <a:ext uri="{FF2B5EF4-FFF2-40B4-BE49-F238E27FC236}">
                  <a16:creationId xmlns:a16="http://schemas.microsoft.com/office/drawing/2014/main" id="{31B9C1A9-D9F2-2624-0D1D-D1AC87994296}"/>
                </a:ext>
              </a:extLst>
            </p:cNvPr>
            <p:cNvSpPr/>
            <p:nvPr/>
          </p:nvSpPr>
          <p:spPr>
            <a:xfrm>
              <a:off x="611404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17" name="pg472">
              <a:extLst>
                <a:ext uri="{FF2B5EF4-FFF2-40B4-BE49-F238E27FC236}">
                  <a16:creationId xmlns:a16="http://schemas.microsoft.com/office/drawing/2014/main" id="{44F32D9D-106F-AE5E-03AC-BA9E13C69D5B}"/>
                </a:ext>
              </a:extLst>
            </p:cNvPr>
            <p:cNvSpPr/>
            <p:nvPr/>
          </p:nvSpPr>
          <p:spPr>
            <a:xfrm>
              <a:off x="618386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18" name="pg473">
              <a:extLst>
                <a:ext uri="{FF2B5EF4-FFF2-40B4-BE49-F238E27FC236}">
                  <a16:creationId xmlns:a16="http://schemas.microsoft.com/office/drawing/2014/main" id="{0211568D-CA33-9448-C6B7-328493D0DBBD}"/>
                </a:ext>
              </a:extLst>
            </p:cNvPr>
            <p:cNvSpPr/>
            <p:nvPr/>
          </p:nvSpPr>
          <p:spPr>
            <a:xfrm>
              <a:off x="619550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19" name="pg474">
              <a:extLst>
                <a:ext uri="{FF2B5EF4-FFF2-40B4-BE49-F238E27FC236}">
                  <a16:creationId xmlns:a16="http://schemas.microsoft.com/office/drawing/2014/main" id="{42C2FBBB-7C65-D0FD-0443-2321E9537BD5}"/>
                </a:ext>
              </a:extLst>
            </p:cNvPr>
            <p:cNvSpPr/>
            <p:nvPr/>
          </p:nvSpPr>
          <p:spPr>
            <a:xfrm>
              <a:off x="6207141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20" name="pg475">
              <a:extLst>
                <a:ext uri="{FF2B5EF4-FFF2-40B4-BE49-F238E27FC236}">
                  <a16:creationId xmlns:a16="http://schemas.microsoft.com/office/drawing/2014/main" id="{28217325-7630-F7C7-FA58-F6AD7E9C205B}"/>
                </a:ext>
              </a:extLst>
            </p:cNvPr>
            <p:cNvSpPr/>
            <p:nvPr/>
          </p:nvSpPr>
          <p:spPr>
            <a:xfrm>
              <a:off x="621877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21" name="pg476">
              <a:extLst>
                <a:ext uri="{FF2B5EF4-FFF2-40B4-BE49-F238E27FC236}">
                  <a16:creationId xmlns:a16="http://schemas.microsoft.com/office/drawing/2014/main" id="{1DAEB975-349C-8738-7416-115E5BCC8A31}"/>
                </a:ext>
              </a:extLst>
            </p:cNvPr>
            <p:cNvSpPr/>
            <p:nvPr/>
          </p:nvSpPr>
          <p:spPr>
            <a:xfrm>
              <a:off x="623041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22" name="pg477">
              <a:extLst>
                <a:ext uri="{FF2B5EF4-FFF2-40B4-BE49-F238E27FC236}">
                  <a16:creationId xmlns:a16="http://schemas.microsoft.com/office/drawing/2014/main" id="{C7738E4F-52AE-16FC-FBF5-9D985695F779}"/>
                </a:ext>
              </a:extLst>
            </p:cNvPr>
            <p:cNvSpPr/>
            <p:nvPr/>
          </p:nvSpPr>
          <p:spPr>
            <a:xfrm>
              <a:off x="624205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23" name="pg478">
              <a:extLst>
                <a:ext uri="{FF2B5EF4-FFF2-40B4-BE49-F238E27FC236}">
                  <a16:creationId xmlns:a16="http://schemas.microsoft.com/office/drawing/2014/main" id="{0D1862B7-5889-1389-2A8F-221B8E3BD532}"/>
                </a:ext>
              </a:extLst>
            </p:cNvPr>
            <p:cNvSpPr/>
            <p:nvPr/>
          </p:nvSpPr>
          <p:spPr>
            <a:xfrm>
              <a:off x="625369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24" name="pg479">
              <a:extLst>
                <a:ext uri="{FF2B5EF4-FFF2-40B4-BE49-F238E27FC236}">
                  <a16:creationId xmlns:a16="http://schemas.microsoft.com/office/drawing/2014/main" id="{1AB1D8E9-2F01-7310-CC68-F36590E520CA}"/>
                </a:ext>
              </a:extLst>
            </p:cNvPr>
            <p:cNvSpPr/>
            <p:nvPr/>
          </p:nvSpPr>
          <p:spPr>
            <a:xfrm>
              <a:off x="626532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25" name="pg480">
              <a:extLst>
                <a:ext uri="{FF2B5EF4-FFF2-40B4-BE49-F238E27FC236}">
                  <a16:creationId xmlns:a16="http://schemas.microsoft.com/office/drawing/2014/main" id="{21AB7A17-7FB7-AF2E-5478-099C6D902E87}"/>
                </a:ext>
              </a:extLst>
            </p:cNvPr>
            <p:cNvSpPr/>
            <p:nvPr/>
          </p:nvSpPr>
          <p:spPr>
            <a:xfrm>
              <a:off x="627696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26" name="pg481">
              <a:extLst>
                <a:ext uri="{FF2B5EF4-FFF2-40B4-BE49-F238E27FC236}">
                  <a16:creationId xmlns:a16="http://schemas.microsoft.com/office/drawing/2014/main" id="{4AD8CEC8-0E6E-AA10-3C8A-DA7891A5032D}"/>
                </a:ext>
              </a:extLst>
            </p:cNvPr>
            <p:cNvSpPr/>
            <p:nvPr/>
          </p:nvSpPr>
          <p:spPr>
            <a:xfrm>
              <a:off x="628860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27" name="pg482">
              <a:extLst>
                <a:ext uri="{FF2B5EF4-FFF2-40B4-BE49-F238E27FC236}">
                  <a16:creationId xmlns:a16="http://schemas.microsoft.com/office/drawing/2014/main" id="{034EAB35-5CA2-519C-FB1B-2E593AA2BBFA}"/>
                </a:ext>
              </a:extLst>
            </p:cNvPr>
            <p:cNvSpPr/>
            <p:nvPr/>
          </p:nvSpPr>
          <p:spPr>
            <a:xfrm>
              <a:off x="588129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28" name="pg483">
              <a:extLst>
                <a:ext uri="{FF2B5EF4-FFF2-40B4-BE49-F238E27FC236}">
                  <a16:creationId xmlns:a16="http://schemas.microsoft.com/office/drawing/2014/main" id="{7B2AC898-D19F-483B-3074-33BF856DC88B}"/>
                </a:ext>
              </a:extLst>
            </p:cNvPr>
            <p:cNvSpPr/>
            <p:nvPr/>
          </p:nvSpPr>
          <p:spPr>
            <a:xfrm>
              <a:off x="589293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29" name="pg484">
              <a:extLst>
                <a:ext uri="{FF2B5EF4-FFF2-40B4-BE49-F238E27FC236}">
                  <a16:creationId xmlns:a16="http://schemas.microsoft.com/office/drawing/2014/main" id="{1F1CD49A-4DC4-F567-C1E5-73052E07A3F7}"/>
                </a:ext>
              </a:extLst>
            </p:cNvPr>
            <p:cNvSpPr/>
            <p:nvPr/>
          </p:nvSpPr>
          <p:spPr>
            <a:xfrm>
              <a:off x="590457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30" name="pg485">
              <a:extLst>
                <a:ext uri="{FF2B5EF4-FFF2-40B4-BE49-F238E27FC236}">
                  <a16:creationId xmlns:a16="http://schemas.microsoft.com/office/drawing/2014/main" id="{117B80FA-A8EB-B7B0-A840-30F2B7B88AF2}"/>
                </a:ext>
              </a:extLst>
            </p:cNvPr>
            <p:cNvSpPr/>
            <p:nvPr/>
          </p:nvSpPr>
          <p:spPr>
            <a:xfrm>
              <a:off x="591620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31" name="pg486">
              <a:extLst>
                <a:ext uri="{FF2B5EF4-FFF2-40B4-BE49-F238E27FC236}">
                  <a16:creationId xmlns:a16="http://schemas.microsoft.com/office/drawing/2014/main" id="{FA9874E8-2021-A31C-FB9F-583831E9147E}"/>
                </a:ext>
              </a:extLst>
            </p:cNvPr>
            <p:cNvSpPr/>
            <p:nvPr/>
          </p:nvSpPr>
          <p:spPr>
            <a:xfrm>
              <a:off x="592784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32" name="pg487">
              <a:extLst>
                <a:ext uri="{FF2B5EF4-FFF2-40B4-BE49-F238E27FC236}">
                  <a16:creationId xmlns:a16="http://schemas.microsoft.com/office/drawing/2014/main" id="{79B2D8CF-9590-02F8-C6D2-FE0C08C5AE95}"/>
                </a:ext>
              </a:extLst>
            </p:cNvPr>
            <p:cNvSpPr/>
            <p:nvPr/>
          </p:nvSpPr>
          <p:spPr>
            <a:xfrm>
              <a:off x="5939482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33" name="pg488">
              <a:extLst>
                <a:ext uri="{FF2B5EF4-FFF2-40B4-BE49-F238E27FC236}">
                  <a16:creationId xmlns:a16="http://schemas.microsoft.com/office/drawing/2014/main" id="{9946002F-F476-24F5-47CE-D8BAB894B736}"/>
                </a:ext>
              </a:extLst>
            </p:cNvPr>
            <p:cNvSpPr/>
            <p:nvPr/>
          </p:nvSpPr>
          <p:spPr>
            <a:xfrm>
              <a:off x="595112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34" name="pg489">
              <a:extLst>
                <a:ext uri="{FF2B5EF4-FFF2-40B4-BE49-F238E27FC236}">
                  <a16:creationId xmlns:a16="http://schemas.microsoft.com/office/drawing/2014/main" id="{0E88F8C4-81D5-E230-9A9F-1F768D238680}"/>
                </a:ext>
              </a:extLst>
            </p:cNvPr>
            <p:cNvSpPr/>
            <p:nvPr/>
          </p:nvSpPr>
          <p:spPr>
            <a:xfrm>
              <a:off x="5962757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35" name="pg490">
              <a:extLst>
                <a:ext uri="{FF2B5EF4-FFF2-40B4-BE49-F238E27FC236}">
                  <a16:creationId xmlns:a16="http://schemas.microsoft.com/office/drawing/2014/main" id="{A32EEE30-40E3-2D36-6450-2051E1B71A3B}"/>
                </a:ext>
              </a:extLst>
            </p:cNvPr>
            <p:cNvSpPr/>
            <p:nvPr/>
          </p:nvSpPr>
          <p:spPr>
            <a:xfrm>
              <a:off x="597439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36" name="pg491">
              <a:extLst>
                <a:ext uri="{FF2B5EF4-FFF2-40B4-BE49-F238E27FC236}">
                  <a16:creationId xmlns:a16="http://schemas.microsoft.com/office/drawing/2014/main" id="{70C7AC96-F1D2-5CAA-1700-EC16FC9E9A17}"/>
                </a:ext>
              </a:extLst>
            </p:cNvPr>
            <p:cNvSpPr/>
            <p:nvPr/>
          </p:nvSpPr>
          <p:spPr>
            <a:xfrm>
              <a:off x="5986032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37" name="pg492">
              <a:extLst>
                <a:ext uri="{FF2B5EF4-FFF2-40B4-BE49-F238E27FC236}">
                  <a16:creationId xmlns:a16="http://schemas.microsoft.com/office/drawing/2014/main" id="{09DF527F-19EB-41E4-900F-09A9056BA2D4}"/>
                </a:ext>
              </a:extLst>
            </p:cNvPr>
            <p:cNvSpPr/>
            <p:nvPr/>
          </p:nvSpPr>
          <p:spPr>
            <a:xfrm>
              <a:off x="5997669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38" name="pg493">
              <a:extLst>
                <a:ext uri="{FF2B5EF4-FFF2-40B4-BE49-F238E27FC236}">
                  <a16:creationId xmlns:a16="http://schemas.microsoft.com/office/drawing/2014/main" id="{D4E0D480-3388-0E88-2E1C-97A9CEAFAF20}"/>
                </a:ext>
              </a:extLst>
            </p:cNvPr>
            <p:cNvSpPr/>
            <p:nvPr/>
          </p:nvSpPr>
          <p:spPr>
            <a:xfrm>
              <a:off x="600930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39" name="pg494">
              <a:extLst>
                <a:ext uri="{FF2B5EF4-FFF2-40B4-BE49-F238E27FC236}">
                  <a16:creationId xmlns:a16="http://schemas.microsoft.com/office/drawing/2014/main" id="{E4A83EE7-6464-483B-450B-3DF3A1C6B3CE}"/>
                </a:ext>
              </a:extLst>
            </p:cNvPr>
            <p:cNvSpPr/>
            <p:nvPr/>
          </p:nvSpPr>
          <p:spPr>
            <a:xfrm>
              <a:off x="602094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40" name="pg495">
              <a:extLst>
                <a:ext uri="{FF2B5EF4-FFF2-40B4-BE49-F238E27FC236}">
                  <a16:creationId xmlns:a16="http://schemas.microsoft.com/office/drawing/2014/main" id="{1481A20D-E165-0586-25C6-5227EAC30DFD}"/>
                </a:ext>
              </a:extLst>
            </p:cNvPr>
            <p:cNvSpPr/>
            <p:nvPr/>
          </p:nvSpPr>
          <p:spPr>
            <a:xfrm>
              <a:off x="6032581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41" name="pg496">
              <a:extLst>
                <a:ext uri="{FF2B5EF4-FFF2-40B4-BE49-F238E27FC236}">
                  <a16:creationId xmlns:a16="http://schemas.microsoft.com/office/drawing/2014/main" id="{47D3B35A-74CC-695B-632C-723FC8EDF5E7}"/>
                </a:ext>
              </a:extLst>
            </p:cNvPr>
            <p:cNvSpPr/>
            <p:nvPr/>
          </p:nvSpPr>
          <p:spPr>
            <a:xfrm>
              <a:off x="604421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42" name="pg497">
              <a:extLst>
                <a:ext uri="{FF2B5EF4-FFF2-40B4-BE49-F238E27FC236}">
                  <a16:creationId xmlns:a16="http://schemas.microsoft.com/office/drawing/2014/main" id="{0BFC1994-2501-ED0F-8B3B-9AE7294C15A7}"/>
                </a:ext>
              </a:extLst>
            </p:cNvPr>
            <p:cNvSpPr/>
            <p:nvPr/>
          </p:nvSpPr>
          <p:spPr>
            <a:xfrm>
              <a:off x="605585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43" name="pg498">
              <a:extLst>
                <a:ext uri="{FF2B5EF4-FFF2-40B4-BE49-F238E27FC236}">
                  <a16:creationId xmlns:a16="http://schemas.microsoft.com/office/drawing/2014/main" id="{059AAF98-D581-4E74-3FA7-9F2BD44A60CB}"/>
                </a:ext>
              </a:extLst>
            </p:cNvPr>
            <p:cNvSpPr/>
            <p:nvPr/>
          </p:nvSpPr>
          <p:spPr>
            <a:xfrm>
              <a:off x="606749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44" name="pg499">
              <a:extLst>
                <a:ext uri="{FF2B5EF4-FFF2-40B4-BE49-F238E27FC236}">
                  <a16:creationId xmlns:a16="http://schemas.microsoft.com/office/drawing/2014/main" id="{682ADA1E-C295-296D-5EDF-BF27B1F3ADE2}"/>
                </a:ext>
              </a:extLst>
            </p:cNvPr>
            <p:cNvSpPr/>
            <p:nvPr/>
          </p:nvSpPr>
          <p:spPr>
            <a:xfrm>
              <a:off x="607913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45" name="pg500">
              <a:extLst>
                <a:ext uri="{FF2B5EF4-FFF2-40B4-BE49-F238E27FC236}">
                  <a16:creationId xmlns:a16="http://schemas.microsoft.com/office/drawing/2014/main" id="{77D075E0-5FEA-331D-9F15-67B110DA620D}"/>
                </a:ext>
              </a:extLst>
            </p:cNvPr>
            <p:cNvSpPr/>
            <p:nvPr/>
          </p:nvSpPr>
          <p:spPr>
            <a:xfrm>
              <a:off x="609076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46" name="pg501">
              <a:extLst>
                <a:ext uri="{FF2B5EF4-FFF2-40B4-BE49-F238E27FC236}">
                  <a16:creationId xmlns:a16="http://schemas.microsoft.com/office/drawing/2014/main" id="{6025DA69-B656-A168-2566-E78A2A0EFDB4}"/>
                </a:ext>
              </a:extLst>
            </p:cNvPr>
            <p:cNvSpPr/>
            <p:nvPr/>
          </p:nvSpPr>
          <p:spPr>
            <a:xfrm>
              <a:off x="610240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47" name="pg502">
              <a:extLst>
                <a:ext uri="{FF2B5EF4-FFF2-40B4-BE49-F238E27FC236}">
                  <a16:creationId xmlns:a16="http://schemas.microsoft.com/office/drawing/2014/main" id="{36A2E987-0BC2-C176-9D2E-DB1B2C3E38C8}"/>
                </a:ext>
              </a:extLst>
            </p:cNvPr>
            <p:cNvSpPr/>
            <p:nvPr/>
          </p:nvSpPr>
          <p:spPr>
            <a:xfrm>
              <a:off x="6172229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48" name="pg503">
              <a:extLst>
                <a:ext uri="{FF2B5EF4-FFF2-40B4-BE49-F238E27FC236}">
                  <a16:creationId xmlns:a16="http://schemas.microsoft.com/office/drawing/2014/main" id="{B0C20702-A526-00FC-7212-ED8E7F730D32}"/>
                </a:ext>
              </a:extLst>
            </p:cNvPr>
            <p:cNvSpPr/>
            <p:nvPr/>
          </p:nvSpPr>
          <p:spPr>
            <a:xfrm>
              <a:off x="618386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49" name="pg504">
              <a:extLst>
                <a:ext uri="{FF2B5EF4-FFF2-40B4-BE49-F238E27FC236}">
                  <a16:creationId xmlns:a16="http://schemas.microsoft.com/office/drawing/2014/main" id="{807E6EE8-A9CB-147C-53F9-77E4F7BBD4CD}"/>
                </a:ext>
              </a:extLst>
            </p:cNvPr>
            <p:cNvSpPr/>
            <p:nvPr/>
          </p:nvSpPr>
          <p:spPr>
            <a:xfrm>
              <a:off x="619550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50" name="pg505">
              <a:extLst>
                <a:ext uri="{FF2B5EF4-FFF2-40B4-BE49-F238E27FC236}">
                  <a16:creationId xmlns:a16="http://schemas.microsoft.com/office/drawing/2014/main" id="{1B934F42-2C29-0891-0B98-987473F63855}"/>
                </a:ext>
              </a:extLst>
            </p:cNvPr>
            <p:cNvSpPr/>
            <p:nvPr/>
          </p:nvSpPr>
          <p:spPr>
            <a:xfrm>
              <a:off x="6207141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51" name="pg506">
              <a:extLst>
                <a:ext uri="{FF2B5EF4-FFF2-40B4-BE49-F238E27FC236}">
                  <a16:creationId xmlns:a16="http://schemas.microsoft.com/office/drawing/2014/main" id="{B9A7561D-0BF4-97B6-C5A7-ADE7DC52475E}"/>
                </a:ext>
              </a:extLst>
            </p:cNvPr>
            <p:cNvSpPr/>
            <p:nvPr/>
          </p:nvSpPr>
          <p:spPr>
            <a:xfrm>
              <a:off x="621877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52" name="pg507">
              <a:extLst>
                <a:ext uri="{FF2B5EF4-FFF2-40B4-BE49-F238E27FC236}">
                  <a16:creationId xmlns:a16="http://schemas.microsoft.com/office/drawing/2014/main" id="{7A9C07A7-AAD1-594F-4274-8D048AD71769}"/>
                </a:ext>
              </a:extLst>
            </p:cNvPr>
            <p:cNvSpPr/>
            <p:nvPr/>
          </p:nvSpPr>
          <p:spPr>
            <a:xfrm>
              <a:off x="623041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53" name="pg508">
              <a:extLst>
                <a:ext uri="{FF2B5EF4-FFF2-40B4-BE49-F238E27FC236}">
                  <a16:creationId xmlns:a16="http://schemas.microsoft.com/office/drawing/2014/main" id="{FBF66D3D-E2A2-D403-F66C-78E880D2AA68}"/>
                </a:ext>
              </a:extLst>
            </p:cNvPr>
            <p:cNvSpPr/>
            <p:nvPr/>
          </p:nvSpPr>
          <p:spPr>
            <a:xfrm>
              <a:off x="624205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54" name="pg509">
              <a:extLst>
                <a:ext uri="{FF2B5EF4-FFF2-40B4-BE49-F238E27FC236}">
                  <a16:creationId xmlns:a16="http://schemas.microsoft.com/office/drawing/2014/main" id="{20651361-0BAC-03E3-CDB7-43A3ABADCF93}"/>
                </a:ext>
              </a:extLst>
            </p:cNvPr>
            <p:cNvSpPr/>
            <p:nvPr/>
          </p:nvSpPr>
          <p:spPr>
            <a:xfrm>
              <a:off x="625369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55" name="pg510">
              <a:extLst>
                <a:ext uri="{FF2B5EF4-FFF2-40B4-BE49-F238E27FC236}">
                  <a16:creationId xmlns:a16="http://schemas.microsoft.com/office/drawing/2014/main" id="{64C8FABF-C756-5867-9B77-175B37EE9D07}"/>
                </a:ext>
              </a:extLst>
            </p:cNvPr>
            <p:cNvSpPr/>
            <p:nvPr/>
          </p:nvSpPr>
          <p:spPr>
            <a:xfrm>
              <a:off x="626532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56" name="pg511">
              <a:extLst>
                <a:ext uri="{FF2B5EF4-FFF2-40B4-BE49-F238E27FC236}">
                  <a16:creationId xmlns:a16="http://schemas.microsoft.com/office/drawing/2014/main" id="{1EDD9C47-848E-4F0E-BA8A-380BAC53EF22}"/>
                </a:ext>
              </a:extLst>
            </p:cNvPr>
            <p:cNvSpPr/>
            <p:nvPr/>
          </p:nvSpPr>
          <p:spPr>
            <a:xfrm>
              <a:off x="627696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57" name="pg512">
              <a:extLst>
                <a:ext uri="{FF2B5EF4-FFF2-40B4-BE49-F238E27FC236}">
                  <a16:creationId xmlns:a16="http://schemas.microsoft.com/office/drawing/2014/main" id="{19CA9BFB-5878-DDD1-B110-43E3A08C2FE0}"/>
                </a:ext>
              </a:extLst>
            </p:cNvPr>
            <p:cNvSpPr/>
            <p:nvPr/>
          </p:nvSpPr>
          <p:spPr>
            <a:xfrm>
              <a:off x="586965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58" name="pg513">
              <a:extLst>
                <a:ext uri="{FF2B5EF4-FFF2-40B4-BE49-F238E27FC236}">
                  <a16:creationId xmlns:a16="http://schemas.microsoft.com/office/drawing/2014/main" id="{E9C9CB3C-F9AD-63BF-6113-C543E8610A21}"/>
                </a:ext>
              </a:extLst>
            </p:cNvPr>
            <p:cNvSpPr/>
            <p:nvPr/>
          </p:nvSpPr>
          <p:spPr>
            <a:xfrm>
              <a:off x="588129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59" name="pg514">
              <a:extLst>
                <a:ext uri="{FF2B5EF4-FFF2-40B4-BE49-F238E27FC236}">
                  <a16:creationId xmlns:a16="http://schemas.microsoft.com/office/drawing/2014/main" id="{FB3DA624-68B0-2ADB-52E7-43CC26A2F132}"/>
                </a:ext>
              </a:extLst>
            </p:cNvPr>
            <p:cNvSpPr/>
            <p:nvPr/>
          </p:nvSpPr>
          <p:spPr>
            <a:xfrm>
              <a:off x="589293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60" name="pg515">
              <a:extLst>
                <a:ext uri="{FF2B5EF4-FFF2-40B4-BE49-F238E27FC236}">
                  <a16:creationId xmlns:a16="http://schemas.microsoft.com/office/drawing/2014/main" id="{4C38A0D3-509C-EB66-C8C0-B3B92CDA0F82}"/>
                </a:ext>
              </a:extLst>
            </p:cNvPr>
            <p:cNvSpPr/>
            <p:nvPr/>
          </p:nvSpPr>
          <p:spPr>
            <a:xfrm>
              <a:off x="590457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61" name="pg516">
              <a:extLst>
                <a:ext uri="{FF2B5EF4-FFF2-40B4-BE49-F238E27FC236}">
                  <a16:creationId xmlns:a16="http://schemas.microsoft.com/office/drawing/2014/main" id="{43923F21-6138-57E6-EF04-C70898439739}"/>
                </a:ext>
              </a:extLst>
            </p:cNvPr>
            <p:cNvSpPr/>
            <p:nvPr/>
          </p:nvSpPr>
          <p:spPr>
            <a:xfrm>
              <a:off x="591620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62" name="pg517">
              <a:extLst>
                <a:ext uri="{FF2B5EF4-FFF2-40B4-BE49-F238E27FC236}">
                  <a16:creationId xmlns:a16="http://schemas.microsoft.com/office/drawing/2014/main" id="{535644B2-139A-CB9B-9B21-F8F5104A221F}"/>
                </a:ext>
              </a:extLst>
            </p:cNvPr>
            <p:cNvSpPr/>
            <p:nvPr/>
          </p:nvSpPr>
          <p:spPr>
            <a:xfrm>
              <a:off x="5927845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63" name="pg518">
              <a:extLst>
                <a:ext uri="{FF2B5EF4-FFF2-40B4-BE49-F238E27FC236}">
                  <a16:creationId xmlns:a16="http://schemas.microsoft.com/office/drawing/2014/main" id="{65178D1C-62C6-262F-4896-3601B989B928}"/>
                </a:ext>
              </a:extLst>
            </p:cNvPr>
            <p:cNvSpPr/>
            <p:nvPr/>
          </p:nvSpPr>
          <p:spPr>
            <a:xfrm>
              <a:off x="5939482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64" name="pg519">
              <a:extLst>
                <a:ext uri="{FF2B5EF4-FFF2-40B4-BE49-F238E27FC236}">
                  <a16:creationId xmlns:a16="http://schemas.microsoft.com/office/drawing/2014/main" id="{B2FCF7C1-5FA8-A1BF-8497-4E66E07E7897}"/>
                </a:ext>
              </a:extLst>
            </p:cNvPr>
            <p:cNvSpPr/>
            <p:nvPr/>
          </p:nvSpPr>
          <p:spPr>
            <a:xfrm>
              <a:off x="595112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65" name="pg520">
              <a:extLst>
                <a:ext uri="{FF2B5EF4-FFF2-40B4-BE49-F238E27FC236}">
                  <a16:creationId xmlns:a16="http://schemas.microsoft.com/office/drawing/2014/main" id="{33A50C62-46AB-8199-865E-65D7EF0CE45D}"/>
                </a:ext>
              </a:extLst>
            </p:cNvPr>
            <p:cNvSpPr/>
            <p:nvPr/>
          </p:nvSpPr>
          <p:spPr>
            <a:xfrm>
              <a:off x="5962757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66" name="pg521">
              <a:extLst>
                <a:ext uri="{FF2B5EF4-FFF2-40B4-BE49-F238E27FC236}">
                  <a16:creationId xmlns:a16="http://schemas.microsoft.com/office/drawing/2014/main" id="{0AD73DEA-159B-FE86-A651-C747C4A6FE00}"/>
                </a:ext>
              </a:extLst>
            </p:cNvPr>
            <p:cNvSpPr/>
            <p:nvPr/>
          </p:nvSpPr>
          <p:spPr>
            <a:xfrm>
              <a:off x="597439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67" name="pg522">
              <a:extLst>
                <a:ext uri="{FF2B5EF4-FFF2-40B4-BE49-F238E27FC236}">
                  <a16:creationId xmlns:a16="http://schemas.microsoft.com/office/drawing/2014/main" id="{5F9A5679-1EAA-341A-A08A-CD4F5DF55EAA}"/>
                </a:ext>
              </a:extLst>
            </p:cNvPr>
            <p:cNvSpPr/>
            <p:nvPr/>
          </p:nvSpPr>
          <p:spPr>
            <a:xfrm>
              <a:off x="5986032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68" name="pg523">
              <a:extLst>
                <a:ext uri="{FF2B5EF4-FFF2-40B4-BE49-F238E27FC236}">
                  <a16:creationId xmlns:a16="http://schemas.microsoft.com/office/drawing/2014/main" id="{FEA7BCB8-4FE9-5082-0899-D1EBE2036815}"/>
                </a:ext>
              </a:extLst>
            </p:cNvPr>
            <p:cNvSpPr/>
            <p:nvPr/>
          </p:nvSpPr>
          <p:spPr>
            <a:xfrm>
              <a:off x="5997669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69" name="pg524">
              <a:extLst>
                <a:ext uri="{FF2B5EF4-FFF2-40B4-BE49-F238E27FC236}">
                  <a16:creationId xmlns:a16="http://schemas.microsoft.com/office/drawing/2014/main" id="{B407441B-3BF9-94EE-F9D2-C8EE7F6F4DD5}"/>
                </a:ext>
              </a:extLst>
            </p:cNvPr>
            <p:cNvSpPr/>
            <p:nvPr/>
          </p:nvSpPr>
          <p:spPr>
            <a:xfrm>
              <a:off x="600930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70" name="pg525">
              <a:extLst>
                <a:ext uri="{FF2B5EF4-FFF2-40B4-BE49-F238E27FC236}">
                  <a16:creationId xmlns:a16="http://schemas.microsoft.com/office/drawing/2014/main" id="{B0526C4D-6006-3ECA-FE5B-2A6ACF5FA008}"/>
                </a:ext>
              </a:extLst>
            </p:cNvPr>
            <p:cNvSpPr/>
            <p:nvPr/>
          </p:nvSpPr>
          <p:spPr>
            <a:xfrm>
              <a:off x="602094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71" name="pg526">
              <a:extLst>
                <a:ext uri="{FF2B5EF4-FFF2-40B4-BE49-F238E27FC236}">
                  <a16:creationId xmlns:a16="http://schemas.microsoft.com/office/drawing/2014/main" id="{C24F4106-45E4-3B9A-D5A1-84AD09E6C7BD}"/>
                </a:ext>
              </a:extLst>
            </p:cNvPr>
            <p:cNvSpPr/>
            <p:nvPr/>
          </p:nvSpPr>
          <p:spPr>
            <a:xfrm>
              <a:off x="6032581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72" name="pg527">
              <a:extLst>
                <a:ext uri="{FF2B5EF4-FFF2-40B4-BE49-F238E27FC236}">
                  <a16:creationId xmlns:a16="http://schemas.microsoft.com/office/drawing/2014/main" id="{2DD767B8-AB50-2C5F-86A2-2E7AFE302200}"/>
                </a:ext>
              </a:extLst>
            </p:cNvPr>
            <p:cNvSpPr/>
            <p:nvPr/>
          </p:nvSpPr>
          <p:spPr>
            <a:xfrm>
              <a:off x="604421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73" name="pg528">
              <a:extLst>
                <a:ext uri="{FF2B5EF4-FFF2-40B4-BE49-F238E27FC236}">
                  <a16:creationId xmlns:a16="http://schemas.microsoft.com/office/drawing/2014/main" id="{B56B1E71-6443-2A86-53CA-E703B7277C4E}"/>
                </a:ext>
              </a:extLst>
            </p:cNvPr>
            <p:cNvSpPr/>
            <p:nvPr/>
          </p:nvSpPr>
          <p:spPr>
            <a:xfrm>
              <a:off x="605585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74" name="pg529">
              <a:extLst>
                <a:ext uri="{FF2B5EF4-FFF2-40B4-BE49-F238E27FC236}">
                  <a16:creationId xmlns:a16="http://schemas.microsoft.com/office/drawing/2014/main" id="{452341D7-8D0E-C9C4-1C5F-4C0A071E1C4C}"/>
                </a:ext>
              </a:extLst>
            </p:cNvPr>
            <p:cNvSpPr/>
            <p:nvPr/>
          </p:nvSpPr>
          <p:spPr>
            <a:xfrm>
              <a:off x="606749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75" name="pg530">
              <a:extLst>
                <a:ext uri="{FF2B5EF4-FFF2-40B4-BE49-F238E27FC236}">
                  <a16:creationId xmlns:a16="http://schemas.microsoft.com/office/drawing/2014/main" id="{F4962BAD-E67E-F391-9C42-B70D34768B7D}"/>
                </a:ext>
              </a:extLst>
            </p:cNvPr>
            <p:cNvSpPr/>
            <p:nvPr/>
          </p:nvSpPr>
          <p:spPr>
            <a:xfrm>
              <a:off x="607913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76" name="pg531">
              <a:extLst>
                <a:ext uri="{FF2B5EF4-FFF2-40B4-BE49-F238E27FC236}">
                  <a16:creationId xmlns:a16="http://schemas.microsoft.com/office/drawing/2014/main" id="{AA4E3B0E-7C32-E5DA-2C54-8BAA1416F967}"/>
                </a:ext>
              </a:extLst>
            </p:cNvPr>
            <p:cNvSpPr/>
            <p:nvPr/>
          </p:nvSpPr>
          <p:spPr>
            <a:xfrm>
              <a:off x="609076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77" name="pg532">
              <a:extLst>
                <a:ext uri="{FF2B5EF4-FFF2-40B4-BE49-F238E27FC236}">
                  <a16:creationId xmlns:a16="http://schemas.microsoft.com/office/drawing/2014/main" id="{9DB59951-AF71-75C5-AA29-0C27C6C753B3}"/>
                </a:ext>
              </a:extLst>
            </p:cNvPr>
            <p:cNvSpPr/>
            <p:nvPr/>
          </p:nvSpPr>
          <p:spPr>
            <a:xfrm>
              <a:off x="6172229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78" name="pg533">
              <a:extLst>
                <a:ext uri="{FF2B5EF4-FFF2-40B4-BE49-F238E27FC236}">
                  <a16:creationId xmlns:a16="http://schemas.microsoft.com/office/drawing/2014/main" id="{F0592AB6-8EF8-C448-BF89-93525F8F3357}"/>
                </a:ext>
              </a:extLst>
            </p:cNvPr>
            <p:cNvSpPr/>
            <p:nvPr/>
          </p:nvSpPr>
          <p:spPr>
            <a:xfrm>
              <a:off x="618386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79" name="pg534">
              <a:extLst>
                <a:ext uri="{FF2B5EF4-FFF2-40B4-BE49-F238E27FC236}">
                  <a16:creationId xmlns:a16="http://schemas.microsoft.com/office/drawing/2014/main" id="{CCDC4E10-23DC-ECA5-35D7-A5AF94A5AD65}"/>
                </a:ext>
              </a:extLst>
            </p:cNvPr>
            <p:cNvSpPr/>
            <p:nvPr/>
          </p:nvSpPr>
          <p:spPr>
            <a:xfrm>
              <a:off x="619550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80" name="pg535">
              <a:extLst>
                <a:ext uri="{FF2B5EF4-FFF2-40B4-BE49-F238E27FC236}">
                  <a16:creationId xmlns:a16="http://schemas.microsoft.com/office/drawing/2014/main" id="{B0F28059-7B72-A881-7C5D-C4A8DF9B8389}"/>
                </a:ext>
              </a:extLst>
            </p:cNvPr>
            <p:cNvSpPr/>
            <p:nvPr/>
          </p:nvSpPr>
          <p:spPr>
            <a:xfrm>
              <a:off x="6207141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81" name="pg536">
              <a:extLst>
                <a:ext uri="{FF2B5EF4-FFF2-40B4-BE49-F238E27FC236}">
                  <a16:creationId xmlns:a16="http://schemas.microsoft.com/office/drawing/2014/main" id="{E55FA406-55A9-8123-BD3C-2162F65AF151}"/>
                </a:ext>
              </a:extLst>
            </p:cNvPr>
            <p:cNvSpPr/>
            <p:nvPr/>
          </p:nvSpPr>
          <p:spPr>
            <a:xfrm>
              <a:off x="621877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82" name="pg537">
              <a:extLst>
                <a:ext uri="{FF2B5EF4-FFF2-40B4-BE49-F238E27FC236}">
                  <a16:creationId xmlns:a16="http://schemas.microsoft.com/office/drawing/2014/main" id="{D1F821DF-ACE5-6DEB-5A90-674F6B5380B3}"/>
                </a:ext>
              </a:extLst>
            </p:cNvPr>
            <p:cNvSpPr/>
            <p:nvPr/>
          </p:nvSpPr>
          <p:spPr>
            <a:xfrm>
              <a:off x="623041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83" name="pg538">
              <a:extLst>
                <a:ext uri="{FF2B5EF4-FFF2-40B4-BE49-F238E27FC236}">
                  <a16:creationId xmlns:a16="http://schemas.microsoft.com/office/drawing/2014/main" id="{948DCBA0-2A7D-872C-16B9-F5B2116BBED1}"/>
                </a:ext>
              </a:extLst>
            </p:cNvPr>
            <p:cNvSpPr/>
            <p:nvPr/>
          </p:nvSpPr>
          <p:spPr>
            <a:xfrm>
              <a:off x="624205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84" name="pg539">
              <a:extLst>
                <a:ext uri="{FF2B5EF4-FFF2-40B4-BE49-F238E27FC236}">
                  <a16:creationId xmlns:a16="http://schemas.microsoft.com/office/drawing/2014/main" id="{2A2AFB89-7032-8B85-AA3B-62DF7EFB1165}"/>
                </a:ext>
              </a:extLst>
            </p:cNvPr>
            <p:cNvSpPr/>
            <p:nvPr/>
          </p:nvSpPr>
          <p:spPr>
            <a:xfrm>
              <a:off x="625369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85" name="pg540">
              <a:extLst>
                <a:ext uri="{FF2B5EF4-FFF2-40B4-BE49-F238E27FC236}">
                  <a16:creationId xmlns:a16="http://schemas.microsoft.com/office/drawing/2014/main" id="{5DC9FC01-1DE1-6700-A6AF-EE8F8677997F}"/>
                </a:ext>
              </a:extLst>
            </p:cNvPr>
            <p:cNvSpPr/>
            <p:nvPr/>
          </p:nvSpPr>
          <p:spPr>
            <a:xfrm>
              <a:off x="586965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86" name="pg541">
              <a:extLst>
                <a:ext uri="{FF2B5EF4-FFF2-40B4-BE49-F238E27FC236}">
                  <a16:creationId xmlns:a16="http://schemas.microsoft.com/office/drawing/2014/main" id="{8EF4F2DE-A4CD-4FE4-BF52-EA04B588F62D}"/>
                </a:ext>
              </a:extLst>
            </p:cNvPr>
            <p:cNvSpPr/>
            <p:nvPr/>
          </p:nvSpPr>
          <p:spPr>
            <a:xfrm>
              <a:off x="588129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87" name="pg542">
              <a:extLst>
                <a:ext uri="{FF2B5EF4-FFF2-40B4-BE49-F238E27FC236}">
                  <a16:creationId xmlns:a16="http://schemas.microsoft.com/office/drawing/2014/main" id="{581B4E9D-3551-DDA4-C3E7-90AD48B92761}"/>
                </a:ext>
              </a:extLst>
            </p:cNvPr>
            <p:cNvSpPr/>
            <p:nvPr/>
          </p:nvSpPr>
          <p:spPr>
            <a:xfrm>
              <a:off x="5892933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88" name="pg543">
              <a:extLst>
                <a:ext uri="{FF2B5EF4-FFF2-40B4-BE49-F238E27FC236}">
                  <a16:creationId xmlns:a16="http://schemas.microsoft.com/office/drawing/2014/main" id="{3BFA2A63-99E6-44C5-AF2B-A4711A4AFA51}"/>
                </a:ext>
              </a:extLst>
            </p:cNvPr>
            <p:cNvSpPr/>
            <p:nvPr/>
          </p:nvSpPr>
          <p:spPr>
            <a:xfrm>
              <a:off x="5904570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89" name="pg544">
              <a:extLst>
                <a:ext uri="{FF2B5EF4-FFF2-40B4-BE49-F238E27FC236}">
                  <a16:creationId xmlns:a16="http://schemas.microsoft.com/office/drawing/2014/main" id="{C2FBB495-C317-E8CE-F8A6-DD430300A719}"/>
                </a:ext>
              </a:extLst>
            </p:cNvPr>
            <p:cNvSpPr/>
            <p:nvPr/>
          </p:nvSpPr>
          <p:spPr>
            <a:xfrm>
              <a:off x="591620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90" name="pg545">
              <a:extLst>
                <a:ext uri="{FF2B5EF4-FFF2-40B4-BE49-F238E27FC236}">
                  <a16:creationId xmlns:a16="http://schemas.microsoft.com/office/drawing/2014/main" id="{331E72A7-620F-3640-D173-B3062C7F7801}"/>
                </a:ext>
              </a:extLst>
            </p:cNvPr>
            <p:cNvSpPr/>
            <p:nvPr/>
          </p:nvSpPr>
          <p:spPr>
            <a:xfrm>
              <a:off x="5927845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91" name="pg546">
              <a:extLst>
                <a:ext uri="{FF2B5EF4-FFF2-40B4-BE49-F238E27FC236}">
                  <a16:creationId xmlns:a16="http://schemas.microsoft.com/office/drawing/2014/main" id="{B428DE95-6A40-F665-832C-21BA9CFEBB04}"/>
                </a:ext>
              </a:extLst>
            </p:cNvPr>
            <p:cNvSpPr/>
            <p:nvPr/>
          </p:nvSpPr>
          <p:spPr>
            <a:xfrm>
              <a:off x="5939482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92" name="pg547">
              <a:extLst>
                <a:ext uri="{FF2B5EF4-FFF2-40B4-BE49-F238E27FC236}">
                  <a16:creationId xmlns:a16="http://schemas.microsoft.com/office/drawing/2014/main" id="{9393BB8F-03FE-D279-1357-A7EEE7AAADA8}"/>
                </a:ext>
              </a:extLst>
            </p:cNvPr>
            <p:cNvSpPr/>
            <p:nvPr/>
          </p:nvSpPr>
          <p:spPr>
            <a:xfrm>
              <a:off x="5951120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93" name="pg548">
              <a:extLst>
                <a:ext uri="{FF2B5EF4-FFF2-40B4-BE49-F238E27FC236}">
                  <a16:creationId xmlns:a16="http://schemas.microsoft.com/office/drawing/2014/main" id="{19EB305D-6768-E0B0-3754-D4E0E1ABA2B6}"/>
                </a:ext>
              </a:extLst>
            </p:cNvPr>
            <p:cNvSpPr/>
            <p:nvPr/>
          </p:nvSpPr>
          <p:spPr>
            <a:xfrm>
              <a:off x="5962757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94" name="pg549">
              <a:extLst>
                <a:ext uri="{FF2B5EF4-FFF2-40B4-BE49-F238E27FC236}">
                  <a16:creationId xmlns:a16="http://schemas.microsoft.com/office/drawing/2014/main" id="{F861630A-5EC2-CDC4-696D-FA0B205893D3}"/>
                </a:ext>
              </a:extLst>
            </p:cNvPr>
            <p:cNvSpPr/>
            <p:nvPr/>
          </p:nvSpPr>
          <p:spPr>
            <a:xfrm>
              <a:off x="597439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95" name="pg550">
              <a:extLst>
                <a:ext uri="{FF2B5EF4-FFF2-40B4-BE49-F238E27FC236}">
                  <a16:creationId xmlns:a16="http://schemas.microsoft.com/office/drawing/2014/main" id="{C3F22264-FE7E-D5CD-1F94-7190BF51E967}"/>
                </a:ext>
              </a:extLst>
            </p:cNvPr>
            <p:cNvSpPr/>
            <p:nvPr/>
          </p:nvSpPr>
          <p:spPr>
            <a:xfrm>
              <a:off x="5986032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96" name="pg551">
              <a:extLst>
                <a:ext uri="{FF2B5EF4-FFF2-40B4-BE49-F238E27FC236}">
                  <a16:creationId xmlns:a16="http://schemas.microsoft.com/office/drawing/2014/main" id="{D5AEE3A8-F9B8-1FBA-2C84-E4AEDDC4B000}"/>
                </a:ext>
              </a:extLst>
            </p:cNvPr>
            <p:cNvSpPr/>
            <p:nvPr/>
          </p:nvSpPr>
          <p:spPr>
            <a:xfrm>
              <a:off x="5997669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97" name="pg552">
              <a:extLst>
                <a:ext uri="{FF2B5EF4-FFF2-40B4-BE49-F238E27FC236}">
                  <a16:creationId xmlns:a16="http://schemas.microsoft.com/office/drawing/2014/main" id="{A29550AB-E2D3-63D1-F68E-69DFF5A149E4}"/>
                </a:ext>
              </a:extLst>
            </p:cNvPr>
            <p:cNvSpPr/>
            <p:nvPr/>
          </p:nvSpPr>
          <p:spPr>
            <a:xfrm>
              <a:off x="600930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98" name="pg553">
              <a:extLst>
                <a:ext uri="{FF2B5EF4-FFF2-40B4-BE49-F238E27FC236}">
                  <a16:creationId xmlns:a16="http://schemas.microsoft.com/office/drawing/2014/main" id="{81C777AB-322B-A293-44CD-DE7A9A3054F8}"/>
                </a:ext>
              </a:extLst>
            </p:cNvPr>
            <p:cNvSpPr/>
            <p:nvPr/>
          </p:nvSpPr>
          <p:spPr>
            <a:xfrm>
              <a:off x="602094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99" name="pg554">
              <a:extLst>
                <a:ext uri="{FF2B5EF4-FFF2-40B4-BE49-F238E27FC236}">
                  <a16:creationId xmlns:a16="http://schemas.microsoft.com/office/drawing/2014/main" id="{EA1D0040-5E2D-299C-516D-D6F0F10B25A7}"/>
                </a:ext>
              </a:extLst>
            </p:cNvPr>
            <p:cNvSpPr/>
            <p:nvPr/>
          </p:nvSpPr>
          <p:spPr>
            <a:xfrm>
              <a:off x="6032581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00" name="pg555">
              <a:extLst>
                <a:ext uri="{FF2B5EF4-FFF2-40B4-BE49-F238E27FC236}">
                  <a16:creationId xmlns:a16="http://schemas.microsoft.com/office/drawing/2014/main" id="{A79DDF19-DAB1-9DC8-96A3-ED2BFEF152F6}"/>
                </a:ext>
              </a:extLst>
            </p:cNvPr>
            <p:cNvSpPr/>
            <p:nvPr/>
          </p:nvSpPr>
          <p:spPr>
            <a:xfrm>
              <a:off x="604421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01" name="pg556">
              <a:extLst>
                <a:ext uri="{FF2B5EF4-FFF2-40B4-BE49-F238E27FC236}">
                  <a16:creationId xmlns:a16="http://schemas.microsoft.com/office/drawing/2014/main" id="{E4EAD18C-C08E-EE91-9E67-672E13303386}"/>
                </a:ext>
              </a:extLst>
            </p:cNvPr>
            <p:cNvSpPr/>
            <p:nvPr/>
          </p:nvSpPr>
          <p:spPr>
            <a:xfrm>
              <a:off x="6172229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02" name="pg557">
              <a:extLst>
                <a:ext uri="{FF2B5EF4-FFF2-40B4-BE49-F238E27FC236}">
                  <a16:creationId xmlns:a16="http://schemas.microsoft.com/office/drawing/2014/main" id="{841812A9-4F9F-1B4F-75F5-B89E71273145}"/>
                </a:ext>
              </a:extLst>
            </p:cNvPr>
            <p:cNvSpPr/>
            <p:nvPr/>
          </p:nvSpPr>
          <p:spPr>
            <a:xfrm>
              <a:off x="618386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03" name="pg558">
              <a:extLst>
                <a:ext uri="{FF2B5EF4-FFF2-40B4-BE49-F238E27FC236}">
                  <a16:creationId xmlns:a16="http://schemas.microsoft.com/office/drawing/2014/main" id="{3BA281B3-2159-C58B-090F-2150C968D1F6}"/>
                </a:ext>
              </a:extLst>
            </p:cNvPr>
            <p:cNvSpPr/>
            <p:nvPr/>
          </p:nvSpPr>
          <p:spPr>
            <a:xfrm>
              <a:off x="619550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04" name="pg559">
              <a:extLst>
                <a:ext uri="{FF2B5EF4-FFF2-40B4-BE49-F238E27FC236}">
                  <a16:creationId xmlns:a16="http://schemas.microsoft.com/office/drawing/2014/main" id="{59A5D8B7-9FD2-3BD2-0990-A119F155A90A}"/>
                </a:ext>
              </a:extLst>
            </p:cNvPr>
            <p:cNvSpPr/>
            <p:nvPr/>
          </p:nvSpPr>
          <p:spPr>
            <a:xfrm>
              <a:off x="6207141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05" name="pg560">
              <a:extLst>
                <a:ext uri="{FF2B5EF4-FFF2-40B4-BE49-F238E27FC236}">
                  <a16:creationId xmlns:a16="http://schemas.microsoft.com/office/drawing/2014/main" id="{9F439E72-78FC-F1C3-06A4-27823C28D193}"/>
                </a:ext>
              </a:extLst>
            </p:cNvPr>
            <p:cNvSpPr/>
            <p:nvPr/>
          </p:nvSpPr>
          <p:spPr>
            <a:xfrm>
              <a:off x="621877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06" name="pg561">
              <a:extLst>
                <a:ext uri="{FF2B5EF4-FFF2-40B4-BE49-F238E27FC236}">
                  <a16:creationId xmlns:a16="http://schemas.microsoft.com/office/drawing/2014/main" id="{2AE93ED5-51A4-9021-18C2-A7235D009982}"/>
                </a:ext>
              </a:extLst>
            </p:cNvPr>
            <p:cNvSpPr/>
            <p:nvPr/>
          </p:nvSpPr>
          <p:spPr>
            <a:xfrm>
              <a:off x="623041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07" name="pg562">
              <a:extLst>
                <a:ext uri="{FF2B5EF4-FFF2-40B4-BE49-F238E27FC236}">
                  <a16:creationId xmlns:a16="http://schemas.microsoft.com/office/drawing/2014/main" id="{8D76AA46-C4B4-3520-AC6D-D8232C627B47}"/>
                </a:ext>
              </a:extLst>
            </p:cNvPr>
            <p:cNvSpPr/>
            <p:nvPr/>
          </p:nvSpPr>
          <p:spPr>
            <a:xfrm>
              <a:off x="5858021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08" name="pg563">
              <a:extLst>
                <a:ext uri="{FF2B5EF4-FFF2-40B4-BE49-F238E27FC236}">
                  <a16:creationId xmlns:a16="http://schemas.microsoft.com/office/drawing/2014/main" id="{307C3CF9-F344-5180-B4C4-1A8AE9C2FE78}"/>
                </a:ext>
              </a:extLst>
            </p:cNvPr>
            <p:cNvSpPr/>
            <p:nvPr/>
          </p:nvSpPr>
          <p:spPr>
            <a:xfrm>
              <a:off x="586965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09" name="pg564">
              <a:extLst>
                <a:ext uri="{FF2B5EF4-FFF2-40B4-BE49-F238E27FC236}">
                  <a16:creationId xmlns:a16="http://schemas.microsoft.com/office/drawing/2014/main" id="{50C213EC-F803-9CD1-130E-228E47AD53AB}"/>
                </a:ext>
              </a:extLst>
            </p:cNvPr>
            <p:cNvSpPr/>
            <p:nvPr/>
          </p:nvSpPr>
          <p:spPr>
            <a:xfrm>
              <a:off x="588129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10" name="pg565">
              <a:extLst>
                <a:ext uri="{FF2B5EF4-FFF2-40B4-BE49-F238E27FC236}">
                  <a16:creationId xmlns:a16="http://schemas.microsoft.com/office/drawing/2014/main" id="{5EC9C0E1-B3C1-6CAD-EFE2-E42446F6ACA9}"/>
                </a:ext>
              </a:extLst>
            </p:cNvPr>
            <p:cNvSpPr/>
            <p:nvPr/>
          </p:nvSpPr>
          <p:spPr>
            <a:xfrm>
              <a:off x="5892933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11" name="pg566">
              <a:extLst>
                <a:ext uri="{FF2B5EF4-FFF2-40B4-BE49-F238E27FC236}">
                  <a16:creationId xmlns:a16="http://schemas.microsoft.com/office/drawing/2014/main" id="{7380A0C6-869E-A0EF-6DE2-E7BBC83502EA}"/>
                </a:ext>
              </a:extLst>
            </p:cNvPr>
            <p:cNvSpPr/>
            <p:nvPr/>
          </p:nvSpPr>
          <p:spPr>
            <a:xfrm>
              <a:off x="5904570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12" name="pg567">
              <a:extLst>
                <a:ext uri="{FF2B5EF4-FFF2-40B4-BE49-F238E27FC236}">
                  <a16:creationId xmlns:a16="http://schemas.microsoft.com/office/drawing/2014/main" id="{C263617C-39C0-6628-551F-23AE578A6A60}"/>
                </a:ext>
              </a:extLst>
            </p:cNvPr>
            <p:cNvSpPr/>
            <p:nvPr/>
          </p:nvSpPr>
          <p:spPr>
            <a:xfrm>
              <a:off x="591620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13" name="pg568">
              <a:extLst>
                <a:ext uri="{FF2B5EF4-FFF2-40B4-BE49-F238E27FC236}">
                  <a16:creationId xmlns:a16="http://schemas.microsoft.com/office/drawing/2014/main" id="{7D5017D4-BADE-675C-FE4A-1E2324600DB2}"/>
                </a:ext>
              </a:extLst>
            </p:cNvPr>
            <p:cNvSpPr/>
            <p:nvPr/>
          </p:nvSpPr>
          <p:spPr>
            <a:xfrm>
              <a:off x="5927845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14" name="pg569">
              <a:extLst>
                <a:ext uri="{FF2B5EF4-FFF2-40B4-BE49-F238E27FC236}">
                  <a16:creationId xmlns:a16="http://schemas.microsoft.com/office/drawing/2014/main" id="{E46AE5B0-8FBD-F56B-57F5-D2095F590613}"/>
                </a:ext>
              </a:extLst>
            </p:cNvPr>
            <p:cNvSpPr/>
            <p:nvPr/>
          </p:nvSpPr>
          <p:spPr>
            <a:xfrm>
              <a:off x="593948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15" name="pg570">
              <a:extLst>
                <a:ext uri="{FF2B5EF4-FFF2-40B4-BE49-F238E27FC236}">
                  <a16:creationId xmlns:a16="http://schemas.microsoft.com/office/drawing/2014/main" id="{ACF78630-1215-112E-9FED-9F76F1B2B4F6}"/>
                </a:ext>
              </a:extLst>
            </p:cNvPr>
            <p:cNvSpPr/>
            <p:nvPr/>
          </p:nvSpPr>
          <p:spPr>
            <a:xfrm>
              <a:off x="5951120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16" name="pg571">
              <a:extLst>
                <a:ext uri="{FF2B5EF4-FFF2-40B4-BE49-F238E27FC236}">
                  <a16:creationId xmlns:a16="http://schemas.microsoft.com/office/drawing/2014/main" id="{707D4B80-3D69-DA5A-8B63-7D3EDCE90146}"/>
                </a:ext>
              </a:extLst>
            </p:cNvPr>
            <p:cNvSpPr/>
            <p:nvPr/>
          </p:nvSpPr>
          <p:spPr>
            <a:xfrm>
              <a:off x="5962757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17" name="pg572">
              <a:extLst>
                <a:ext uri="{FF2B5EF4-FFF2-40B4-BE49-F238E27FC236}">
                  <a16:creationId xmlns:a16="http://schemas.microsoft.com/office/drawing/2014/main" id="{BB903907-58F6-1FBD-E850-01FDBFE90541}"/>
                </a:ext>
              </a:extLst>
            </p:cNvPr>
            <p:cNvSpPr/>
            <p:nvPr/>
          </p:nvSpPr>
          <p:spPr>
            <a:xfrm>
              <a:off x="5974394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18" name="pg573">
              <a:extLst>
                <a:ext uri="{FF2B5EF4-FFF2-40B4-BE49-F238E27FC236}">
                  <a16:creationId xmlns:a16="http://schemas.microsoft.com/office/drawing/2014/main" id="{18101FD2-7D1D-5367-667B-70D2C586A209}"/>
                </a:ext>
              </a:extLst>
            </p:cNvPr>
            <p:cNvSpPr/>
            <p:nvPr/>
          </p:nvSpPr>
          <p:spPr>
            <a:xfrm>
              <a:off x="598603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19" name="pg574">
              <a:extLst>
                <a:ext uri="{FF2B5EF4-FFF2-40B4-BE49-F238E27FC236}">
                  <a16:creationId xmlns:a16="http://schemas.microsoft.com/office/drawing/2014/main" id="{F361A2ED-C35E-9612-063F-645D942C70BE}"/>
                </a:ext>
              </a:extLst>
            </p:cNvPr>
            <p:cNvSpPr/>
            <p:nvPr/>
          </p:nvSpPr>
          <p:spPr>
            <a:xfrm>
              <a:off x="5997669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20" name="pg575">
              <a:extLst>
                <a:ext uri="{FF2B5EF4-FFF2-40B4-BE49-F238E27FC236}">
                  <a16:creationId xmlns:a16="http://schemas.microsoft.com/office/drawing/2014/main" id="{51B474CD-C9EA-88BC-4A66-F51C3BF1FE27}"/>
                </a:ext>
              </a:extLst>
            </p:cNvPr>
            <p:cNvSpPr/>
            <p:nvPr/>
          </p:nvSpPr>
          <p:spPr>
            <a:xfrm>
              <a:off x="600930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21" name="pg576">
              <a:extLst>
                <a:ext uri="{FF2B5EF4-FFF2-40B4-BE49-F238E27FC236}">
                  <a16:creationId xmlns:a16="http://schemas.microsoft.com/office/drawing/2014/main" id="{46AC67E9-9B9E-D289-0260-F19ABA539E1B}"/>
                </a:ext>
              </a:extLst>
            </p:cNvPr>
            <p:cNvSpPr/>
            <p:nvPr/>
          </p:nvSpPr>
          <p:spPr>
            <a:xfrm>
              <a:off x="616059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22" name="pg577">
              <a:extLst>
                <a:ext uri="{FF2B5EF4-FFF2-40B4-BE49-F238E27FC236}">
                  <a16:creationId xmlns:a16="http://schemas.microsoft.com/office/drawing/2014/main" id="{C1217738-B7E3-CA84-7E63-39C63B9B3387}"/>
                </a:ext>
              </a:extLst>
            </p:cNvPr>
            <p:cNvSpPr/>
            <p:nvPr/>
          </p:nvSpPr>
          <p:spPr>
            <a:xfrm>
              <a:off x="6172229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23" name="pg578">
              <a:extLst>
                <a:ext uri="{FF2B5EF4-FFF2-40B4-BE49-F238E27FC236}">
                  <a16:creationId xmlns:a16="http://schemas.microsoft.com/office/drawing/2014/main" id="{44406429-7229-96E4-C9CB-0B11E57CC614}"/>
                </a:ext>
              </a:extLst>
            </p:cNvPr>
            <p:cNvSpPr/>
            <p:nvPr/>
          </p:nvSpPr>
          <p:spPr>
            <a:xfrm>
              <a:off x="618386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24" name="pg579">
              <a:extLst>
                <a:ext uri="{FF2B5EF4-FFF2-40B4-BE49-F238E27FC236}">
                  <a16:creationId xmlns:a16="http://schemas.microsoft.com/office/drawing/2014/main" id="{FCC606AE-A378-992D-8B9D-859FBED60963}"/>
                </a:ext>
              </a:extLst>
            </p:cNvPr>
            <p:cNvSpPr/>
            <p:nvPr/>
          </p:nvSpPr>
          <p:spPr>
            <a:xfrm>
              <a:off x="6195504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25" name="pg580">
              <a:extLst>
                <a:ext uri="{FF2B5EF4-FFF2-40B4-BE49-F238E27FC236}">
                  <a16:creationId xmlns:a16="http://schemas.microsoft.com/office/drawing/2014/main" id="{B0587328-12D0-8C81-0444-FEDD76D1A86F}"/>
                </a:ext>
              </a:extLst>
            </p:cNvPr>
            <p:cNvSpPr/>
            <p:nvPr/>
          </p:nvSpPr>
          <p:spPr>
            <a:xfrm>
              <a:off x="6207141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26" name="pg581">
              <a:extLst>
                <a:ext uri="{FF2B5EF4-FFF2-40B4-BE49-F238E27FC236}">
                  <a16:creationId xmlns:a16="http://schemas.microsoft.com/office/drawing/2014/main" id="{31CFB367-DADE-7630-19CD-959826065799}"/>
                </a:ext>
              </a:extLst>
            </p:cNvPr>
            <p:cNvSpPr/>
            <p:nvPr/>
          </p:nvSpPr>
          <p:spPr>
            <a:xfrm>
              <a:off x="621877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27" name="pg582">
              <a:extLst>
                <a:ext uri="{FF2B5EF4-FFF2-40B4-BE49-F238E27FC236}">
                  <a16:creationId xmlns:a16="http://schemas.microsoft.com/office/drawing/2014/main" id="{F95160CC-2488-F6A0-1F25-7359F5FE0F65}"/>
                </a:ext>
              </a:extLst>
            </p:cNvPr>
            <p:cNvSpPr/>
            <p:nvPr/>
          </p:nvSpPr>
          <p:spPr>
            <a:xfrm>
              <a:off x="579983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28" name="pg583">
              <a:extLst>
                <a:ext uri="{FF2B5EF4-FFF2-40B4-BE49-F238E27FC236}">
                  <a16:creationId xmlns:a16="http://schemas.microsoft.com/office/drawing/2014/main" id="{BEC60E1C-925E-86EE-03AB-36BC541F6375}"/>
                </a:ext>
              </a:extLst>
            </p:cNvPr>
            <p:cNvSpPr/>
            <p:nvPr/>
          </p:nvSpPr>
          <p:spPr>
            <a:xfrm>
              <a:off x="581147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29" name="pg584">
              <a:extLst>
                <a:ext uri="{FF2B5EF4-FFF2-40B4-BE49-F238E27FC236}">
                  <a16:creationId xmlns:a16="http://schemas.microsoft.com/office/drawing/2014/main" id="{3F5F82D1-5ED1-5A66-1E8B-62331ED440FA}"/>
                </a:ext>
              </a:extLst>
            </p:cNvPr>
            <p:cNvSpPr/>
            <p:nvPr/>
          </p:nvSpPr>
          <p:spPr>
            <a:xfrm>
              <a:off x="582310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30" name="pg585">
              <a:extLst>
                <a:ext uri="{FF2B5EF4-FFF2-40B4-BE49-F238E27FC236}">
                  <a16:creationId xmlns:a16="http://schemas.microsoft.com/office/drawing/2014/main" id="{A1E3A9EC-044D-2BC2-D637-F44DF5146AFA}"/>
                </a:ext>
              </a:extLst>
            </p:cNvPr>
            <p:cNvSpPr/>
            <p:nvPr/>
          </p:nvSpPr>
          <p:spPr>
            <a:xfrm>
              <a:off x="583474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31" name="pg586">
              <a:extLst>
                <a:ext uri="{FF2B5EF4-FFF2-40B4-BE49-F238E27FC236}">
                  <a16:creationId xmlns:a16="http://schemas.microsoft.com/office/drawing/2014/main" id="{0E63510C-7C52-AA39-0A70-C878BD25040E}"/>
                </a:ext>
              </a:extLst>
            </p:cNvPr>
            <p:cNvSpPr/>
            <p:nvPr/>
          </p:nvSpPr>
          <p:spPr>
            <a:xfrm>
              <a:off x="584638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32" name="pg587">
              <a:extLst>
                <a:ext uri="{FF2B5EF4-FFF2-40B4-BE49-F238E27FC236}">
                  <a16:creationId xmlns:a16="http://schemas.microsoft.com/office/drawing/2014/main" id="{24FF0FC5-3F34-7DAA-A7F8-A01FDE7E8AD3}"/>
                </a:ext>
              </a:extLst>
            </p:cNvPr>
            <p:cNvSpPr/>
            <p:nvPr/>
          </p:nvSpPr>
          <p:spPr>
            <a:xfrm>
              <a:off x="5858021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33" name="pg588">
              <a:extLst>
                <a:ext uri="{FF2B5EF4-FFF2-40B4-BE49-F238E27FC236}">
                  <a16:creationId xmlns:a16="http://schemas.microsoft.com/office/drawing/2014/main" id="{3A363301-66C2-7326-11BB-0B863BE30902}"/>
                </a:ext>
              </a:extLst>
            </p:cNvPr>
            <p:cNvSpPr/>
            <p:nvPr/>
          </p:nvSpPr>
          <p:spPr>
            <a:xfrm>
              <a:off x="5869658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34" name="pg589">
              <a:extLst>
                <a:ext uri="{FF2B5EF4-FFF2-40B4-BE49-F238E27FC236}">
                  <a16:creationId xmlns:a16="http://schemas.microsoft.com/office/drawing/2014/main" id="{FD86C4F3-A0EB-9118-430D-4E0B6885FE97}"/>
                </a:ext>
              </a:extLst>
            </p:cNvPr>
            <p:cNvSpPr/>
            <p:nvPr/>
          </p:nvSpPr>
          <p:spPr>
            <a:xfrm>
              <a:off x="588129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35" name="pg590">
              <a:extLst>
                <a:ext uri="{FF2B5EF4-FFF2-40B4-BE49-F238E27FC236}">
                  <a16:creationId xmlns:a16="http://schemas.microsoft.com/office/drawing/2014/main" id="{C8EFB865-87D5-F5FB-7454-A7CAF845A70A}"/>
                </a:ext>
              </a:extLst>
            </p:cNvPr>
            <p:cNvSpPr/>
            <p:nvPr/>
          </p:nvSpPr>
          <p:spPr>
            <a:xfrm>
              <a:off x="5892933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36" name="pg591">
              <a:extLst>
                <a:ext uri="{FF2B5EF4-FFF2-40B4-BE49-F238E27FC236}">
                  <a16:creationId xmlns:a16="http://schemas.microsoft.com/office/drawing/2014/main" id="{F27EA478-F739-D6AD-5FAD-556664440AD3}"/>
                </a:ext>
              </a:extLst>
            </p:cNvPr>
            <p:cNvSpPr/>
            <p:nvPr/>
          </p:nvSpPr>
          <p:spPr>
            <a:xfrm>
              <a:off x="5904570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37" name="pg592">
              <a:extLst>
                <a:ext uri="{FF2B5EF4-FFF2-40B4-BE49-F238E27FC236}">
                  <a16:creationId xmlns:a16="http://schemas.microsoft.com/office/drawing/2014/main" id="{461C0251-6D6A-C235-8660-A30E66D52E14}"/>
                </a:ext>
              </a:extLst>
            </p:cNvPr>
            <p:cNvSpPr/>
            <p:nvPr/>
          </p:nvSpPr>
          <p:spPr>
            <a:xfrm>
              <a:off x="5916208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38" name="pg593">
              <a:extLst>
                <a:ext uri="{FF2B5EF4-FFF2-40B4-BE49-F238E27FC236}">
                  <a16:creationId xmlns:a16="http://schemas.microsoft.com/office/drawing/2014/main" id="{3F540154-E241-E0F4-8857-10AC63951137}"/>
                </a:ext>
              </a:extLst>
            </p:cNvPr>
            <p:cNvSpPr/>
            <p:nvPr/>
          </p:nvSpPr>
          <p:spPr>
            <a:xfrm>
              <a:off x="5927845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39" name="pg594">
              <a:extLst>
                <a:ext uri="{FF2B5EF4-FFF2-40B4-BE49-F238E27FC236}">
                  <a16:creationId xmlns:a16="http://schemas.microsoft.com/office/drawing/2014/main" id="{AF9E0808-6903-57F9-1079-552AC378154E}"/>
                </a:ext>
              </a:extLst>
            </p:cNvPr>
            <p:cNvSpPr/>
            <p:nvPr/>
          </p:nvSpPr>
          <p:spPr>
            <a:xfrm>
              <a:off x="593948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40" name="pg595">
              <a:extLst>
                <a:ext uri="{FF2B5EF4-FFF2-40B4-BE49-F238E27FC236}">
                  <a16:creationId xmlns:a16="http://schemas.microsoft.com/office/drawing/2014/main" id="{6FDEBA77-A4D8-7352-CED4-C2AB120421FE}"/>
                </a:ext>
              </a:extLst>
            </p:cNvPr>
            <p:cNvSpPr/>
            <p:nvPr/>
          </p:nvSpPr>
          <p:spPr>
            <a:xfrm>
              <a:off x="5951120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41" name="pg596">
              <a:extLst>
                <a:ext uri="{FF2B5EF4-FFF2-40B4-BE49-F238E27FC236}">
                  <a16:creationId xmlns:a16="http://schemas.microsoft.com/office/drawing/2014/main" id="{E6265730-49B3-0177-8807-95B5ECDB6EAD}"/>
                </a:ext>
              </a:extLst>
            </p:cNvPr>
            <p:cNvSpPr/>
            <p:nvPr/>
          </p:nvSpPr>
          <p:spPr>
            <a:xfrm>
              <a:off x="597439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42" name="pg597">
              <a:extLst>
                <a:ext uri="{FF2B5EF4-FFF2-40B4-BE49-F238E27FC236}">
                  <a16:creationId xmlns:a16="http://schemas.microsoft.com/office/drawing/2014/main" id="{F74EA668-78E5-4AD9-23F4-556A26AFB625}"/>
                </a:ext>
              </a:extLst>
            </p:cNvPr>
            <p:cNvSpPr/>
            <p:nvPr/>
          </p:nvSpPr>
          <p:spPr>
            <a:xfrm>
              <a:off x="598603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43" name="pg598">
              <a:extLst>
                <a:ext uri="{FF2B5EF4-FFF2-40B4-BE49-F238E27FC236}">
                  <a16:creationId xmlns:a16="http://schemas.microsoft.com/office/drawing/2014/main" id="{57849D65-98DB-9B6A-D03F-C848E22A681A}"/>
                </a:ext>
              </a:extLst>
            </p:cNvPr>
            <p:cNvSpPr/>
            <p:nvPr/>
          </p:nvSpPr>
          <p:spPr>
            <a:xfrm>
              <a:off x="599766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44" name="pg599">
              <a:extLst>
                <a:ext uri="{FF2B5EF4-FFF2-40B4-BE49-F238E27FC236}">
                  <a16:creationId xmlns:a16="http://schemas.microsoft.com/office/drawing/2014/main" id="{E2E8B272-BB53-A580-88FF-ED4D833D42EE}"/>
                </a:ext>
              </a:extLst>
            </p:cNvPr>
            <p:cNvSpPr/>
            <p:nvPr/>
          </p:nvSpPr>
          <p:spPr>
            <a:xfrm>
              <a:off x="616059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45" name="pg600">
              <a:extLst>
                <a:ext uri="{FF2B5EF4-FFF2-40B4-BE49-F238E27FC236}">
                  <a16:creationId xmlns:a16="http://schemas.microsoft.com/office/drawing/2014/main" id="{C45A707C-8F47-DFAE-F4B8-0217AC48D8CE}"/>
                </a:ext>
              </a:extLst>
            </p:cNvPr>
            <p:cNvSpPr/>
            <p:nvPr/>
          </p:nvSpPr>
          <p:spPr>
            <a:xfrm>
              <a:off x="617222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46" name="pg601">
              <a:extLst>
                <a:ext uri="{FF2B5EF4-FFF2-40B4-BE49-F238E27FC236}">
                  <a16:creationId xmlns:a16="http://schemas.microsoft.com/office/drawing/2014/main" id="{8917B068-CFC5-8F05-0F5D-129D69548C0E}"/>
                </a:ext>
              </a:extLst>
            </p:cNvPr>
            <p:cNvSpPr/>
            <p:nvPr/>
          </p:nvSpPr>
          <p:spPr>
            <a:xfrm>
              <a:off x="618386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47" name="pg602">
              <a:extLst>
                <a:ext uri="{FF2B5EF4-FFF2-40B4-BE49-F238E27FC236}">
                  <a16:creationId xmlns:a16="http://schemas.microsoft.com/office/drawing/2014/main" id="{154954E2-8C59-5287-529C-FF73B0DD534B}"/>
                </a:ext>
              </a:extLst>
            </p:cNvPr>
            <p:cNvSpPr/>
            <p:nvPr/>
          </p:nvSpPr>
          <p:spPr>
            <a:xfrm>
              <a:off x="619550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48" name="pg603">
              <a:extLst>
                <a:ext uri="{FF2B5EF4-FFF2-40B4-BE49-F238E27FC236}">
                  <a16:creationId xmlns:a16="http://schemas.microsoft.com/office/drawing/2014/main" id="{92EF7390-D431-3AED-9131-28D6392E39BF}"/>
                </a:ext>
              </a:extLst>
            </p:cNvPr>
            <p:cNvSpPr/>
            <p:nvPr/>
          </p:nvSpPr>
          <p:spPr>
            <a:xfrm>
              <a:off x="6207141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49" name="pg604">
              <a:extLst>
                <a:ext uri="{FF2B5EF4-FFF2-40B4-BE49-F238E27FC236}">
                  <a16:creationId xmlns:a16="http://schemas.microsoft.com/office/drawing/2014/main" id="{B00E3B64-8DE4-C011-0690-67E5787D03A9}"/>
                </a:ext>
              </a:extLst>
            </p:cNvPr>
            <p:cNvSpPr/>
            <p:nvPr/>
          </p:nvSpPr>
          <p:spPr>
            <a:xfrm>
              <a:off x="576492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50" name="pg605">
              <a:extLst>
                <a:ext uri="{FF2B5EF4-FFF2-40B4-BE49-F238E27FC236}">
                  <a16:creationId xmlns:a16="http://schemas.microsoft.com/office/drawing/2014/main" id="{99F57094-BE0F-CAD8-95C9-83C6065FFC74}"/>
                </a:ext>
              </a:extLst>
            </p:cNvPr>
            <p:cNvSpPr/>
            <p:nvPr/>
          </p:nvSpPr>
          <p:spPr>
            <a:xfrm>
              <a:off x="5776560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51" name="pg606">
              <a:extLst>
                <a:ext uri="{FF2B5EF4-FFF2-40B4-BE49-F238E27FC236}">
                  <a16:creationId xmlns:a16="http://schemas.microsoft.com/office/drawing/2014/main" id="{383547AA-D0C1-382F-E620-83D9B77623F0}"/>
                </a:ext>
              </a:extLst>
            </p:cNvPr>
            <p:cNvSpPr/>
            <p:nvPr/>
          </p:nvSpPr>
          <p:spPr>
            <a:xfrm>
              <a:off x="5788197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52" name="pg607">
              <a:extLst>
                <a:ext uri="{FF2B5EF4-FFF2-40B4-BE49-F238E27FC236}">
                  <a16:creationId xmlns:a16="http://schemas.microsoft.com/office/drawing/2014/main" id="{DAC43C86-0E76-4AF6-141E-94C74482850A}"/>
                </a:ext>
              </a:extLst>
            </p:cNvPr>
            <p:cNvSpPr/>
            <p:nvPr/>
          </p:nvSpPr>
          <p:spPr>
            <a:xfrm>
              <a:off x="579983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53" name="pg608">
              <a:extLst>
                <a:ext uri="{FF2B5EF4-FFF2-40B4-BE49-F238E27FC236}">
                  <a16:creationId xmlns:a16="http://schemas.microsoft.com/office/drawing/2014/main" id="{C58703C6-E3D9-19DD-8C57-49F67A6A06C6}"/>
                </a:ext>
              </a:extLst>
            </p:cNvPr>
            <p:cNvSpPr/>
            <p:nvPr/>
          </p:nvSpPr>
          <p:spPr>
            <a:xfrm>
              <a:off x="581147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54" name="pg609">
              <a:extLst>
                <a:ext uri="{FF2B5EF4-FFF2-40B4-BE49-F238E27FC236}">
                  <a16:creationId xmlns:a16="http://schemas.microsoft.com/office/drawing/2014/main" id="{AFD0EEAF-75A1-6126-9840-06AAD1E7CCCB}"/>
                </a:ext>
              </a:extLst>
            </p:cNvPr>
            <p:cNvSpPr/>
            <p:nvPr/>
          </p:nvSpPr>
          <p:spPr>
            <a:xfrm>
              <a:off x="5823109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55" name="pg610">
              <a:extLst>
                <a:ext uri="{FF2B5EF4-FFF2-40B4-BE49-F238E27FC236}">
                  <a16:creationId xmlns:a16="http://schemas.microsoft.com/office/drawing/2014/main" id="{1CC464F0-61A2-2853-2B88-D4099BCB92D0}"/>
                </a:ext>
              </a:extLst>
            </p:cNvPr>
            <p:cNvSpPr/>
            <p:nvPr/>
          </p:nvSpPr>
          <p:spPr>
            <a:xfrm>
              <a:off x="583474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56" name="pg611">
              <a:extLst>
                <a:ext uri="{FF2B5EF4-FFF2-40B4-BE49-F238E27FC236}">
                  <a16:creationId xmlns:a16="http://schemas.microsoft.com/office/drawing/2014/main" id="{7FA23688-2E25-76D9-A723-45A9BF5437CF}"/>
                </a:ext>
              </a:extLst>
            </p:cNvPr>
            <p:cNvSpPr/>
            <p:nvPr/>
          </p:nvSpPr>
          <p:spPr>
            <a:xfrm>
              <a:off x="584638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57" name="pg612">
              <a:extLst>
                <a:ext uri="{FF2B5EF4-FFF2-40B4-BE49-F238E27FC236}">
                  <a16:creationId xmlns:a16="http://schemas.microsoft.com/office/drawing/2014/main" id="{FFDE0B65-1828-0FA9-17AF-A29EA1432365}"/>
                </a:ext>
              </a:extLst>
            </p:cNvPr>
            <p:cNvSpPr/>
            <p:nvPr/>
          </p:nvSpPr>
          <p:spPr>
            <a:xfrm>
              <a:off x="5858021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58" name="pg613">
              <a:extLst>
                <a:ext uri="{FF2B5EF4-FFF2-40B4-BE49-F238E27FC236}">
                  <a16:creationId xmlns:a16="http://schemas.microsoft.com/office/drawing/2014/main" id="{2D5DEEC5-D7E2-2453-B1AE-94431D5F5143}"/>
                </a:ext>
              </a:extLst>
            </p:cNvPr>
            <p:cNvSpPr/>
            <p:nvPr/>
          </p:nvSpPr>
          <p:spPr>
            <a:xfrm>
              <a:off x="5869658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59" name="pg614">
              <a:extLst>
                <a:ext uri="{FF2B5EF4-FFF2-40B4-BE49-F238E27FC236}">
                  <a16:creationId xmlns:a16="http://schemas.microsoft.com/office/drawing/2014/main" id="{E5F85CF1-3167-625D-DB16-225F15F45D5E}"/>
                </a:ext>
              </a:extLst>
            </p:cNvPr>
            <p:cNvSpPr/>
            <p:nvPr/>
          </p:nvSpPr>
          <p:spPr>
            <a:xfrm>
              <a:off x="588129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60" name="pg615">
              <a:extLst>
                <a:ext uri="{FF2B5EF4-FFF2-40B4-BE49-F238E27FC236}">
                  <a16:creationId xmlns:a16="http://schemas.microsoft.com/office/drawing/2014/main" id="{74752F5C-EC25-B2EC-1873-D90FC98560AF}"/>
                </a:ext>
              </a:extLst>
            </p:cNvPr>
            <p:cNvSpPr/>
            <p:nvPr/>
          </p:nvSpPr>
          <p:spPr>
            <a:xfrm>
              <a:off x="5892933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61" name="pg616">
              <a:extLst>
                <a:ext uri="{FF2B5EF4-FFF2-40B4-BE49-F238E27FC236}">
                  <a16:creationId xmlns:a16="http://schemas.microsoft.com/office/drawing/2014/main" id="{239791D9-8FF7-BF5F-F771-75470DEDF531}"/>
                </a:ext>
              </a:extLst>
            </p:cNvPr>
            <p:cNvSpPr/>
            <p:nvPr/>
          </p:nvSpPr>
          <p:spPr>
            <a:xfrm>
              <a:off x="5904570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62" name="pg617">
              <a:extLst>
                <a:ext uri="{FF2B5EF4-FFF2-40B4-BE49-F238E27FC236}">
                  <a16:creationId xmlns:a16="http://schemas.microsoft.com/office/drawing/2014/main" id="{EAE8B422-98E5-6641-7CDC-B437EF53B997}"/>
                </a:ext>
              </a:extLst>
            </p:cNvPr>
            <p:cNvSpPr/>
            <p:nvPr/>
          </p:nvSpPr>
          <p:spPr>
            <a:xfrm>
              <a:off x="5927845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63" name="pg618">
              <a:extLst>
                <a:ext uri="{FF2B5EF4-FFF2-40B4-BE49-F238E27FC236}">
                  <a16:creationId xmlns:a16="http://schemas.microsoft.com/office/drawing/2014/main" id="{8ABADA58-72A5-BF25-ABC0-B822B2198FFB}"/>
                </a:ext>
              </a:extLst>
            </p:cNvPr>
            <p:cNvSpPr/>
            <p:nvPr/>
          </p:nvSpPr>
          <p:spPr>
            <a:xfrm>
              <a:off x="593948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64" name="pg619">
              <a:extLst>
                <a:ext uri="{FF2B5EF4-FFF2-40B4-BE49-F238E27FC236}">
                  <a16:creationId xmlns:a16="http://schemas.microsoft.com/office/drawing/2014/main" id="{CC9D506F-14FE-F332-30BF-4C9B4BACEFF4}"/>
                </a:ext>
              </a:extLst>
            </p:cNvPr>
            <p:cNvSpPr/>
            <p:nvPr/>
          </p:nvSpPr>
          <p:spPr>
            <a:xfrm>
              <a:off x="616059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65" name="pg620">
              <a:extLst>
                <a:ext uri="{FF2B5EF4-FFF2-40B4-BE49-F238E27FC236}">
                  <a16:creationId xmlns:a16="http://schemas.microsoft.com/office/drawing/2014/main" id="{1C14E94B-214A-5A8F-CA3E-AAC181FBD948}"/>
                </a:ext>
              </a:extLst>
            </p:cNvPr>
            <p:cNvSpPr/>
            <p:nvPr/>
          </p:nvSpPr>
          <p:spPr>
            <a:xfrm>
              <a:off x="6172229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66" name="pg621">
              <a:extLst>
                <a:ext uri="{FF2B5EF4-FFF2-40B4-BE49-F238E27FC236}">
                  <a16:creationId xmlns:a16="http://schemas.microsoft.com/office/drawing/2014/main" id="{DFAF47E9-01D3-7B5A-D07E-3E57E091EAE9}"/>
                </a:ext>
              </a:extLst>
            </p:cNvPr>
            <p:cNvSpPr/>
            <p:nvPr/>
          </p:nvSpPr>
          <p:spPr>
            <a:xfrm>
              <a:off x="618386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67" name="pg622">
              <a:extLst>
                <a:ext uri="{FF2B5EF4-FFF2-40B4-BE49-F238E27FC236}">
                  <a16:creationId xmlns:a16="http://schemas.microsoft.com/office/drawing/2014/main" id="{D8A04931-68B1-624E-5922-44B40390F964}"/>
                </a:ext>
              </a:extLst>
            </p:cNvPr>
            <p:cNvSpPr/>
            <p:nvPr/>
          </p:nvSpPr>
          <p:spPr>
            <a:xfrm>
              <a:off x="619550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68" name="pg623">
              <a:extLst>
                <a:ext uri="{FF2B5EF4-FFF2-40B4-BE49-F238E27FC236}">
                  <a16:creationId xmlns:a16="http://schemas.microsoft.com/office/drawing/2014/main" id="{236013E5-0DE4-7FF9-39CF-956F17640211}"/>
                </a:ext>
              </a:extLst>
            </p:cNvPr>
            <p:cNvSpPr/>
            <p:nvPr/>
          </p:nvSpPr>
          <p:spPr>
            <a:xfrm>
              <a:off x="6207141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69" name="pg624">
              <a:extLst>
                <a:ext uri="{FF2B5EF4-FFF2-40B4-BE49-F238E27FC236}">
                  <a16:creationId xmlns:a16="http://schemas.microsoft.com/office/drawing/2014/main" id="{68D038C9-93C7-890F-65AA-FD41315D62D3}"/>
                </a:ext>
              </a:extLst>
            </p:cNvPr>
            <p:cNvSpPr/>
            <p:nvPr/>
          </p:nvSpPr>
          <p:spPr>
            <a:xfrm>
              <a:off x="5753285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70" name="pg625">
              <a:extLst>
                <a:ext uri="{FF2B5EF4-FFF2-40B4-BE49-F238E27FC236}">
                  <a16:creationId xmlns:a16="http://schemas.microsoft.com/office/drawing/2014/main" id="{4F4C6A90-078D-C017-2E3E-873E45E7A4C4}"/>
                </a:ext>
              </a:extLst>
            </p:cNvPr>
            <p:cNvSpPr/>
            <p:nvPr/>
          </p:nvSpPr>
          <p:spPr>
            <a:xfrm>
              <a:off x="576492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71" name="pg626">
              <a:extLst>
                <a:ext uri="{FF2B5EF4-FFF2-40B4-BE49-F238E27FC236}">
                  <a16:creationId xmlns:a16="http://schemas.microsoft.com/office/drawing/2014/main" id="{1408C814-B16B-C238-A312-0DD903291F2F}"/>
                </a:ext>
              </a:extLst>
            </p:cNvPr>
            <p:cNvSpPr/>
            <p:nvPr/>
          </p:nvSpPr>
          <p:spPr>
            <a:xfrm>
              <a:off x="5776560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72" name="pg627">
              <a:extLst>
                <a:ext uri="{FF2B5EF4-FFF2-40B4-BE49-F238E27FC236}">
                  <a16:creationId xmlns:a16="http://schemas.microsoft.com/office/drawing/2014/main" id="{C5FE1973-41CF-E433-F240-66C74D57828C}"/>
                </a:ext>
              </a:extLst>
            </p:cNvPr>
            <p:cNvSpPr/>
            <p:nvPr/>
          </p:nvSpPr>
          <p:spPr>
            <a:xfrm>
              <a:off x="5788197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73" name="pg628">
              <a:extLst>
                <a:ext uri="{FF2B5EF4-FFF2-40B4-BE49-F238E27FC236}">
                  <a16:creationId xmlns:a16="http://schemas.microsoft.com/office/drawing/2014/main" id="{89F30C0E-1207-47B1-E034-491EE38556F0}"/>
                </a:ext>
              </a:extLst>
            </p:cNvPr>
            <p:cNvSpPr/>
            <p:nvPr/>
          </p:nvSpPr>
          <p:spPr>
            <a:xfrm>
              <a:off x="579983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74" name="pg629">
              <a:extLst>
                <a:ext uri="{FF2B5EF4-FFF2-40B4-BE49-F238E27FC236}">
                  <a16:creationId xmlns:a16="http://schemas.microsoft.com/office/drawing/2014/main" id="{A0C7D397-9102-2A24-B3C3-221C1F554D90}"/>
                </a:ext>
              </a:extLst>
            </p:cNvPr>
            <p:cNvSpPr/>
            <p:nvPr/>
          </p:nvSpPr>
          <p:spPr>
            <a:xfrm>
              <a:off x="581147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75" name="pg630">
              <a:extLst>
                <a:ext uri="{FF2B5EF4-FFF2-40B4-BE49-F238E27FC236}">
                  <a16:creationId xmlns:a16="http://schemas.microsoft.com/office/drawing/2014/main" id="{2EDB6094-3C58-C3E3-AF98-2C07EFF09D53}"/>
                </a:ext>
              </a:extLst>
            </p:cNvPr>
            <p:cNvSpPr/>
            <p:nvPr/>
          </p:nvSpPr>
          <p:spPr>
            <a:xfrm>
              <a:off x="5823109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76" name="pg631">
              <a:extLst>
                <a:ext uri="{FF2B5EF4-FFF2-40B4-BE49-F238E27FC236}">
                  <a16:creationId xmlns:a16="http://schemas.microsoft.com/office/drawing/2014/main" id="{24754BD0-F429-FEAB-E85F-370A7787DB83}"/>
                </a:ext>
              </a:extLst>
            </p:cNvPr>
            <p:cNvSpPr/>
            <p:nvPr/>
          </p:nvSpPr>
          <p:spPr>
            <a:xfrm>
              <a:off x="583474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77" name="pg632">
              <a:extLst>
                <a:ext uri="{FF2B5EF4-FFF2-40B4-BE49-F238E27FC236}">
                  <a16:creationId xmlns:a16="http://schemas.microsoft.com/office/drawing/2014/main" id="{F59A8E72-A802-0599-1000-E9B7F8FBF687}"/>
                </a:ext>
              </a:extLst>
            </p:cNvPr>
            <p:cNvSpPr/>
            <p:nvPr/>
          </p:nvSpPr>
          <p:spPr>
            <a:xfrm>
              <a:off x="584638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78" name="pg633">
              <a:extLst>
                <a:ext uri="{FF2B5EF4-FFF2-40B4-BE49-F238E27FC236}">
                  <a16:creationId xmlns:a16="http://schemas.microsoft.com/office/drawing/2014/main" id="{AC5BE328-601B-B1A5-E3F0-97895FBAB490}"/>
                </a:ext>
              </a:extLst>
            </p:cNvPr>
            <p:cNvSpPr/>
            <p:nvPr/>
          </p:nvSpPr>
          <p:spPr>
            <a:xfrm>
              <a:off x="5858021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79" name="pg634">
              <a:extLst>
                <a:ext uri="{FF2B5EF4-FFF2-40B4-BE49-F238E27FC236}">
                  <a16:creationId xmlns:a16="http://schemas.microsoft.com/office/drawing/2014/main" id="{E1633BBC-ECB7-070C-3075-9551D50B60C7}"/>
                </a:ext>
              </a:extLst>
            </p:cNvPr>
            <p:cNvSpPr/>
            <p:nvPr/>
          </p:nvSpPr>
          <p:spPr>
            <a:xfrm>
              <a:off x="5869658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80" name="pg635">
              <a:extLst>
                <a:ext uri="{FF2B5EF4-FFF2-40B4-BE49-F238E27FC236}">
                  <a16:creationId xmlns:a16="http://schemas.microsoft.com/office/drawing/2014/main" id="{8B0E486C-A0AC-919E-3179-97570D565F32}"/>
                </a:ext>
              </a:extLst>
            </p:cNvPr>
            <p:cNvSpPr/>
            <p:nvPr/>
          </p:nvSpPr>
          <p:spPr>
            <a:xfrm>
              <a:off x="588129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81" name="pg636">
              <a:extLst>
                <a:ext uri="{FF2B5EF4-FFF2-40B4-BE49-F238E27FC236}">
                  <a16:creationId xmlns:a16="http://schemas.microsoft.com/office/drawing/2014/main" id="{F603C52B-1373-6365-E8B9-1A29766D9A25}"/>
                </a:ext>
              </a:extLst>
            </p:cNvPr>
            <p:cNvSpPr/>
            <p:nvPr/>
          </p:nvSpPr>
          <p:spPr>
            <a:xfrm>
              <a:off x="5892933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82" name="pg637">
              <a:extLst>
                <a:ext uri="{FF2B5EF4-FFF2-40B4-BE49-F238E27FC236}">
                  <a16:creationId xmlns:a16="http://schemas.microsoft.com/office/drawing/2014/main" id="{A30D14F8-325B-E93B-CA05-BB0A92FED578}"/>
                </a:ext>
              </a:extLst>
            </p:cNvPr>
            <p:cNvSpPr/>
            <p:nvPr/>
          </p:nvSpPr>
          <p:spPr>
            <a:xfrm>
              <a:off x="616059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83" name="pg638">
              <a:extLst>
                <a:ext uri="{FF2B5EF4-FFF2-40B4-BE49-F238E27FC236}">
                  <a16:creationId xmlns:a16="http://schemas.microsoft.com/office/drawing/2014/main" id="{FE726E34-5159-63BA-B164-E899CA4CE2E3}"/>
                </a:ext>
              </a:extLst>
            </p:cNvPr>
            <p:cNvSpPr/>
            <p:nvPr/>
          </p:nvSpPr>
          <p:spPr>
            <a:xfrm>
              <a:off x="6172229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84" name="pg639">
              <a:extLst>
                <a:ext uri="{FF2B5EF4-FFF2-40B4-BE49-F238E27FC236}">
                  <a16:creationId xmlns:a16="http://schemas.microsoft.com/office/drawing/2014/main" id="{6325EFBD-80FD-144D-8A65-0D5A605334D7}"/>
                </a:ext>
              </a:extLst>
            </p:cNvPr>
            <p:cNvSpPr/>
            <p:nvPr/>
          </p:nvSpPr>
          <p:spPr>
            <a:xfrm>
              <a:off x="618386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85" name="pg640">
              <a:extLst>
                <a:ext uri="{FF2B5EF4-FFF2-40B4-BE49-F238E27FC236}">
                  <a16:creationId xmlns:a16="http://schemas.microsoft.com/office/drawing/2014/main" id="{6CAFF867-5420-DE81-C13A-4CA373EEBFA5}"/>
                </a:ext>
              </a:extLst>
            </p:cNvPr>
            <p:cNvSpPr/>
            <p:nvPr/>
          </p:nvSpPr>
          <p:spPr>
            <a:xfrm>
              <a:off x="619550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86" name="pg641">
              <a:extLst>
                <a:ext uri="{FF2B5EF4-FFF2-40B4-BE49-F238E27FC236}">
                  <a16:creationId xmlns:a16="http://schemas.microsoft.com/office/drawing/2014/main" id="{4C9BBCE3-ED1C-2929-7937-E647587536AA}"/>
                </a:ext>
              </a:extLst>
            </p:cNvPr>
            <p:cNvSpPr/>
            <p:nvPr/>
          </p:nvSpPr>
          <p:spPr>
            <a:xfrm>
              <a:off x="6207141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87" name="pg642">
              <a:extLst>
                <a:ext uri="{FF2B5EF4-FFF2-40B4-BE49-F238E27FC236}">
                  <a16:creationId xmlns:a16="http://schemas.microsoft.com/office/drawing/2014/main" id="{7BD7DB5A-77E0-B581-27A6-C34DD7F147F4}"/>
                </a:ext>
              </a:extLst>
            </p:cNvPr>
            <p:cNvSpPr/>
            <p:nvPr/>
          </p:nvSpPr>
          <p:spPr>
            <a:xfrm>
              <a:off x="6218778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88" name="pg643">
              <a:extLst>
                <a:ext uri="{FF2B5EF4-FFF2-40B4-BE49-F238E27FC236}">
                  <a16:creationId xmlns:a16="http://schemas.microsoft.com/office/drawing/2014/main" id="{8EFBB503-D7CE-5DD2-4429-C19E781E1D02}"/>
                </a:ext>
              </a:extLst>
            </p:cNvPr>
            <p:cNvSpPr/>
            <p:nvPr/>
          </p:nvSpPr>
          <p:spPr>
            <a:xfrm>
              <a:off x="623041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89" name="pg644">
              <a:extLst>
                <a:ext uri="{FF2B5EF4-FFF2-40B4-BE49-F238E27FC236}">
                  <a16:creationId xmlns:a16="http://schemas.microsoft.com/office/drawing/2014/main" id="{EEE60573-65E1-2114-8AA7-BB2C44957E00}"/>
                </a:ext>
              </a:extLst>
            </p:cNvPr>
            <p:cNvSpPr/>
            <p:nvPr/>
          </p:nvSpPr>
          <p:spPr>
            <a:xfrm>
              <a:off x="6276965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90" name="pg645">
              <a:extLst>
                <a:ext uri="{FF2B5EF4-FFF2-40B4-BE49-F238E27FC236}">
                  <a16:creationId xmlns:a16="http://schemas.microsoft.com/office/drawing/2014/main" id="{759E44F5-69B2-53EB-5E3B-8F36B7B2BFE7}"/>
                </a:ext>
              </a:extLst>
            </p:cNvPr>
            <p:cNvSpPr/>
            <p:nvPr/>
          </p:nvSpPr>
          <p:spPr>
            <a:xfrm>
              <a:off x="628860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91" name="pg646">
              <a:extLst>
                <a:ext uri="{FF2B5EF4-FFF2-40B4-BE49-F238E27FC236}">
                  <a16:creationId xmlns:a16="http://schemas.microsoft.com/office/drawing/2014/main" id="{E3E527AB-FDB4-3B16-3257-2B7DA9E2792D}"/>
                </a:ext>
              </a:extLst>
            </p:cNvPr>
            <p:cNvSpPr/>
            <p:nvPr/>
          </p:nvSpPr>
          <p:spPr>
            <a:xfrm>
              <a:off x="6300240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92" name="pg647">
              <a:extLst>
                <a:ext uri="{FF2B5EF4-FFF2-40B4-BE49-F238E27FC236}">
                  <a16:creationId xmlns:a16="http://schemas.microsoft.com/office/drawing/2014/main" id="{C6FB58A6-C8AB-0CB2-ECBD-9FC69BCFC9D4}"/>
                </a:ext>
              </a:extLst>
            </p:cNvPr>
            <p:cNvSpPr/>
            <p:nvPr/>
          </p:nvSpPr>
          <p:spPr>
            <a:xfrm>
              <a:off x="6311877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93" name="pg648">
              <a:extLst>
                <a:ext uri="{FF2B5EF4-FFF2-40B4-BE49-F238E27FC236}">
                  <a16:creationId xmlns:a16="http://schemas.microsoft.com/office/drawing/2014/main" id="{FA435056-79BE-52FC-B1A0-1635E64058D9}"/>
                </a:ext>
              </a:extLst>
            </p:cNvPr>
            <p:cNvSpPr/>
            <p:nvPr/>
          </p:nvSpPr>
          <p:spPr>
            <a:xfrm>
              <a:off x="632351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94" name="pg649">
              <a:extLst>
                <a:ext uri="{FF2B5EF4-FFF2-40B4-BE49-F238E27FC236}">
                  <a16:creationId xmlns:a16="http://schemas.microsoft.com/office/drawing/2014/main" id="{87FB31F8-0E86-DFA2-066C-F97ED7772C91}"/>
                </a:ext>
              </a:extLst>
            </p:cNvPr>
            <p:cNvSpPr/>
            <p:nvPr/>
          </p:nvSpPr>
          <p:spPr>
            <a:xfrm>
              <a:off x="574164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95" name="pg650">
              <a:extLst>
                <a:ext uri="{FF2B5EF4-FFF2-40B4-BE49-F238E27FC236}">
                  <a16:creationId xmlns:a16="http://schemas.microsoft.com/office/drawing/2014/main" id="{1655ECB7-7E2C-DC24-89E2-7193D5F886A6}"/>
                </a:ext>
              </a:extLst>
            </p:cNvPr>
            <p:cNvSpPr/>
            <p:nvPr/>
          </p:nvSpPr>
          <p:spPr>
            <a:xfrm>
              <a:off x="5753285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96" name="pg651">
              <a:extLst>
                <a:ext uri="{FF2B5EF4-FFF2-40B4-BE49-F238E27FC236}">
                  <a16:creationId xmlns:a16="http://schemas.microsoft.com/office/drawing/2014/main" id="{FA0DC314-85FF-2CCB-7FF9-E57A81E76395}"/>
                </a:ext>
              </a:extLst>
            </p:cNvPr>
            <p:cNvSpPr/>
            <p:nvPr/>
          </p:nvSpPr>
          <p:spPr>
            <a:xfrm>
              <a:off x="576492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97" name="pg652">
              <a:extLst>
                <a:ext uri="{FF2B5EF4-FFF2-40B4-BE49-F238E27FC236}">
                  <a16:creationId xmlns:a16="http://schemas.microsoft.com/office/drawing/2014/main" id="{B83BFE99-DD81-9B6F-C164-DA7097CCBC37}"/>
                </a:ext>
              </a:extLst>
            </p:cNvPr>
            <p:cNvSpPr/>
            <p:nvPr/>
          </p:nvSpPr>
          <p:spPr>
            <a:xfrm>
              <a:off x="5776560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98" name="pg653">
              <a:extLst>
                <a:ext uri="{FF2B5EF4-FFF2-40B4-BE49-F238E27FC236}">
                  <a16:creationId xmlns:a16="http://schemas.microsoft.com/office/drawing/2014/main" id="{19A3C1BA-6E93-D220-4CB4-6EA9E4E618EC}"/>
                </a:ext>
              </a:extLst>
            </p:cNvPr>
            <p:cNvSpPr/>
            <p:nvPr/>
          </p:nvSpPr>
          <p:spPr>
            <a:xfrm>
              <a:off x="5788197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99" name="pg654">
              <a:extLst>
                <a:ext uri="{FF2B5EF4-FFF2-40B4-BE49-F238E27FC236}">
                  <a16:creationId xmlns:a16="http://schemas.microsoft.com/office/drawing/2014/main" id="{E46BC069-4E75-7B92-18F2-C36134AF42D8}"/>
                </a:ext>
              </a:extLst>
            </p:cNvPr>
            <p:cNvSpPr/>
            <p:nvPr/>
          </p:nvSpPr>
          <p:spPr>
            <a:xfrm>
              <a:off x="579983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00" name="pg655">
              <a:extLst>
                <a:ext uri="{FF2B5EF4-FFF2-40B4-BE49-F238E27FC236}">
                  <a16:creationId xmlns:a16="http://schemas.microsoft.com/office/drawing/2014/main" id="{2B17DA0F-17A0-82C4-BEF1-A61D9B939D12}"/>
                </a:ext>
              </a:extLst>
            </p:cNvPr>
            <p:cNvSpPr/>
            <p:nvPr/>
          </p:nvSpPr>
          <p:spPr>
            <a:xfrm>
              <a:off x="581147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01" name="pg656">
              <a:extLst>
                <a:ext uri="{FF2B5EF4-FFF2-40B4-BE49-F238E27FC236}">
                  <a16:creationId xmlns:a16="http://schemas.microsoft.com/office/drawing/2014/main" id="{13333C89-C27E-A9D6-89BC-B306A01AD44B}"/>
                </a:ext>
              </a:extLst>
            </p:cNvPr>
            <p:cNvSpPr/>
            <p:nvPr/>
          </p:nvSpPr>
          <p:spPr>
            <a:xfrm>
              <a:off x="5823109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02" name="pg657">
              <a:extLst>
                <a:ext uri="{FF2B5EF4-FFF2-40B4-BE49-F238E27FC236}">
                  <a16:creationId xmlns:a16="http://schemas.microsoft.com/office/drawing/2014/main" id="{87927A69-FE3C-7598-2114-9E6BC8E47663}"/>
                </a:ext>
              </a:extLst>
            </p:cNvPr>
            <p:cNvSpPr/>
            <p:nvPr/>
          </p:nvSpPr>
          <p:spPr>
            <a:xfrm>
              <a:off x="583474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03" name="pg658">
              <a:extLst>
                <a:ext uri="{FF2B5EF4-FFF2-40B4-BE49-F238E27FC236}">
                  <a16:creationId xmlns:a16="http://schemas.microsoft.com/office/drawing/2014/main" id="{D6E95DA8-BA70-5B1B-0482-A7D69AD6BA7F}"/>
                </a:ext>
              </a:extLst>
            </p:cNvPr>
            <p:cNvSpPr/>
            <p:nvPr/>
          </p:nvSpPr>
          <p:spPr>
            <a:xfrm>
              <a:off x="584638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04" name="pg659">
              <a:extLst>
                <a:ext uri="{FF2B5EF4-FFF2-40B4-BE49-F238E27FC236}">
                  <a16:creationId xmlns:a16="http://schemas.microsoft.com/office/drawing/2014/main" id="{C95C2CF3-DE15-9F9A-6742-12441617A5E7}"/>
                </a:ext>
              </a:extLst>
            </p:cNvPr>
            <p:cNvSpPr/>
            <p:nvPr/>
          </p:nvSpPr>
          <p:spPr>
            <a:xfrm>
              <a:off x="5858021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05" name="pg660">
              <a:extLst>
                <a:ext uri="{FF2B5EF4-FFF2-40B4-BE49-F238E27FC236}">
                  <a16:creationId xmlns:a16="http://schemas.microsoft.com/office/drawing/2014/main" id="{E2A34E72-EA4A-4792-3078-E7334FF62679}"/>
                </a:ext>
              </a:extLst>
            </p:cNvPr>
            <p:cNvSpPr/>
            <p:nvPr/>
          </p:nvSpPr>
          <p:spPr>
            <a:xfrm>
              <a:off x="586965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06" name="pg661">
              <a:extLst>
                <a:ext uri="{FF2B5EF4-FFF2-40B4-BE49-F238E27FC236}">
                  <a16:creationId xmlns:a16="http://schemas.microsoft.com/office/drawing/2014/main" id="{95D84431-E005-880D-9052-1F91A798E74D}"/>
                </a:ext>
              </a:extLst>
            </p:cNvPr>
            <p:cNvSpPr/>
            <p:nvPr/>
          </p:nvSpPr>
          <p:spPr>
            <a:xfrm>
              <a:off x="588129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07" name="pg662">
              <a:extLst>
                <a:ext uri="{FF2B5EF4-FFF2-40B4-BE49-F238E27FC236}">
                  <a16:creationId xmlns:a16="http://schemas.microsoft.com/office/drawing/2014/main" id="{59A7D493-9891-EB2F-01A8-5E1C14102B73}"/>
                </a:ext>
              </a:extLst>
            </p:cNvPr>
            <p:cNvSpPr/>
            <p:nvPr/>
          </p:nvSpPr>
          <p:spPr>
            <a:xfrm>
              <a:off x="6172229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08" name="pg663">
              <a:extLst>
                <a:ext uri="{FF2B5EF4-FFF2-40B4-BE49-F238E27FC236}">
                  <a16:creationId xmlns:a16="http://schemas.microsoft.com/office/drawing/2014/main" id="{46B85B5C-E924-E8FE-52E6-EF8C95F6093A}"/>
                </a:ext>
              </a:extLst>
            </p:cNvPr>
            <p:cNvSpPr/>
            <p:nvPr/>
          </p:nvSpPr>
          <p:spPr>
            <a:xfrm>
              <a:off x="618386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09" name="pg664">
              <a:extLst>
                <a:ext uri="{FF2B5EF4-FFF2-40B4-BE49-F238E27FC236}">
                  <a16:creationId xmlns:a16="http://schemas.microsoft.com/office/drawing/2014/main" id="{55649657-3A8D-D835-99F0-145483E6D3E8}"/>
                </a:ext>
              </a:extLst>
            </p:cNvPr>
            <p:cNvSpPr/>
            <p:nvPr/>
          </p:nvSpPr>
          <p:spPr>
            <a:xfrm>
              <a:off x="619550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10" name="pg665">
              <a:extLst>
                <a:ext uri="{FF2B5EF4-FFF2-40B4-BE49-F238E27FC236}">
                  <a16:creationId xmlns:a16="http://schemas.microsoft.com/office/drawing/2014/main" id="{5528E045-66CB-2DD6-DB56-EB8B2547AB66}"/>
                </a:ext>
              </a:extLst>
            </p:cNvPr>
            <p:cNvSpPr/>
            <p:nvPr/>
          </p:nvSpPr>
          <p:spPr>
            <a:xfrm>
              <a:off x="6207141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11" name="pg666">
              <a:extLst>
                <a:ext uri="{FF2B5EF4-FFF2-40B4-BE49-F238E27FC236}">
                  <a16:creationId xmlns:a16="http://schemas.microsoft.com/office/drawing/2014/main" id="{B11E1B37-6C73-6604-CCD1-5515FD91249E}"/>
                </a:ext>
              </a:extLst>
            </p:cNvPr>
            <p:cNvSpPr/>
            <p:nvPr/>
          </p:nvSpPr>
          <p:spPr>
            <a:xfrm>
              <a:off x="621877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12" name="pg667">
              <a:extLst>
                <a:ext uri="{FF2B5EF4-FFF2-40B4-BE49-F238E27FC236}">
                  <a16:creationId xmlns:a16="http://schemas.microsoft.com/office/drawing/2014/main" id="{4F8D4634-848F-AE0D-A065-2392B7FEF559}"/>
                </a:ext>
              </a:extLst>
            </p:cNvPr>
            <p:cNvSpPr/>
            <p:nvPr/>
          </p:nvSpPr>
          <p:spPr>
            <a:xfrm>
              <a:off x="623041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13" name="pg668">
              <a:extLst>
                <a:ext uri="{FF2B5EF4-FFF2-40B4-BE49-F238E27FC236}">
                  <a16:creationId xmlns:a16="http://schemas.microsoft.com/office/drawing/2014/main" id="{0EEA7C21-C950-052B-EC90-142E35E50684}"/>
                </a:ext>
              </a:extLst>
            </p:cNvPr>
            <p:cNvSpPr/>
            <p:nvPr/>
          </p:nvSpPr>
          <p:spPr>
            <a:xfrm>
              <a:off x="6242053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14" name="pg669">
              <a:extLst>
                <a:ext uri="{FF2B5EF4-FFF2-40B4-BE49-F238E27FC236}">
                  <a16:creationId xmlns:a16="http://schemas.microsoft.com/office/drawing/2014/main" id="{148F9E12-E166-70BE-5991-7F7AD6A47DB4}"/>
                </a:ext>
              </a:extLst>
            </p:cNvPr>
            <p:cNvSpPr/>
            <p:nvPr/>
          </p:nvSpPr>
          <p:spPr>
            <a:xfrm>
              <a:off x="626532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15" name="pg670">
              <a:extLst>
                <a:ext uri="{FF2B5EF4-FFF2-40B4-BE49-F238E27FC236}">
                  <a16:creationId xmlns:a16="http://schemas.microsoft.com/office/drawing/2014/main" id="{9B132F47-34E0-A2EF-806B-3BF034DFB47C}"/>
                </a:ext>
              </a:extLst>
            </p:cNvPr>
            <p:cNvSpPr/>
            <p:nvPr/>
          </p:nvSpPr>
          <p:spPr>
            <a:xfrm>
              <a:off x="6276965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16" name="pg671">
              <a:extLst>
                <a:ext uri="{FF2B5EF4-FFF2-40B4-BE49-F238E27FC236}">
                  <a16:creationId xmlns:a16="http://schemas.microsoft.com/office/drawing/2014/main" id="{A7C6EB8E-334A-C6E3-7D5D-F88C4EA8ACD5}"/>
                </a:ext>
              </a:extLst>
            </p:cNvPr>
            <p:cNvSpPr/>
            <p:nvPr/>
          </p:nvSpPr>
          <p:spPr>
            <a:xfrm>
              <a:off x="628860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17" name="pg672">
              <a:extLst>
                <a:ext uri="{FF2B5EF4-FFF2-40B4-BE49-F238E27FC236}">
                  <a16:creationId xmlns:a16="http://schemas.microsoft.com/office/drawing/2014/main" id="{8B500D7F-FC2D-8A62-4CAB-8AB46A8690FE}"/>
                </a:ext>
              </a:extLst>
            </p:cNvPr>
            <p:cNvSpPr/>
            <p:nvPr/>
          </p:nvSpPr>
          <p:spPr>
            <a:xfrm>
              <a:off x="6300240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18" name="pg673">
              <a:extLst>
                <a:ext uri="{FF2B5EF4-FFF2-40B4-BE49-F238E27FC236}">
                  <a16:creationId xmlns:a16="http://schemas.microsoft.com/office/drawing/2014/main" id="{006217CF-7ABA-2B01-67F2-3F00AFEBC0CA}"/>
                </a:ext>
              </a:extLst>
            </p:cNvPr>
            <p:cNvSpPr/>
            <p:nvPr/>
          </p:nvSpPr>
          <p:spPr>
            <a:xfrm>
              <a:off x="6311877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19" name="pg674">
              <a:extLst>
                <a:ext uri="{FF2B5EF4-FFF2-40B4-BE49-F238E27FC236}">
                  <a16:creationId xmlns:a16="http://schemas.microsoft.com/office/drawing/2014/main" id="{518CDC3E-708C-B164-0072-D0E8D7337097}"/>
                </a:ext>
              </a:extLst>
            </p:cNvPr>
            <p:cNvSpPr/>
            <p:nvPr/>
          </p:nvSpPr>
          <p:spPr>
            <a:xfrm>
              <a:off x="632351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20" name="pg675">
              <a:extLst>
                <a:ext uri="{FF2B5EF4-FFF2-40B4-BE49-F238E27FC236}">
                  <a16:creationId xmlns:a16="http://schemas.microsoft.com/office/drawing/2014/main" id="{14E12B29-2435-A7FB-95B4-99AA15954F4A}"/>
                </a:ext>
              </a:extLst>
            </p:cNvPr>
            <p:cNvSpPr/>
            <p:nvPr/>
          </p:nvSpPr>
          <p:spPr>
            <a:xfrm>
              <a:off x="633515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21" name="pg676">
              <a:extLst>
                <a:ext uri="{FF2B5EF4-FFF2-40B4-BE49-F238E27FC236}">
                  <a16:creationId xmlns:a16="http://schemas.microsoft.com/office/drawing/2014/main" id="{E3859D9C-3C4B-5010-4C64-110A449FC693}"/>
                </a:ext>
              </a:extLst>
            </p:cNvPr>
            <p:cNvSpPr/>
            <p:nvPr/>
          </p:nvSpPr>
          <p:spPr>
            <a:xfrm>
              <a:off x="573001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22" name="pg677">
              <a:extLst>
                <a:ext uri="{FF2B5EF4-FFF2-40B4-BE49-F238E27FC236}">
                  <a16:creationId xmlns:a16="http://schemas.microsoft.com/office/drawing/2014/main" id="{4256EC4E-C1C1-5E72-5648-699198D005D2}"/>
                </a:ext>
              </a:extLst>
            </p:cNvPr>
            <p:cNvSpPr/>
            <p:nvPr/>
          </p:nvSpPr>
          <p:spPr>
            <a:xfrm>
              <a:off x="574164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23" name="pg678">
              <a:extLst>
                <a:ext uri="{FF2B5EF4-FFF2-40B4-BE49-F238E27FC236}">
                  <a16:creationId xmlns:a16="http://schemas.microsoft.com/office/drawing/2014/main" id="{D6552CB0-C553-53A3-64FF-BD43FE2C41B4}"/>
                </a:ext>
              </a:extLst>
            </p:cNvPr>
            <p:cNvSpPr/>
            <p:nvPr/>
          </p:nvSpPr>
          <p:spPr>
            <a:xfrm>
              <a:off x="5753285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24" name="pg679">
              <a:extLst>
                <a:ext uri="{FF2B5EF4-FFF2-40B4-BE49-F238E27FC236}">
                  <a16:creationId xmlns:a16="http://schemas.microsoft.com/office/drawing/2014/main" id="{3D62AF66-D8D5-B179-CC44-17694585AA85}"/>
                </a:ext>
              </a:extLst>
            </p:cNvPr>
            <p:cNvSpPr/>
            <p:nvPr/>
          </p:nvSpPr>
          <p:spPr>
            <a:xfrm>
              <a:off x="576492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25" name="pg680">
              <a:extLst>
                <a:ext uri="{FF2B5EF4-FFF2-40B4-BE49-F238E27FC236}">
                  <a16:creationId xmlns:a16="http://schemas.microsoft.com/office/drawing/2014/main" id="{8D89FF99-4632-4486-9730-F7EA714AF629}"/>
                </a:ext>
              </a:extLst>
            </p:cNvPr>
            <p:cNvSpPr/>
            <p:nvPr/>
          </p:nvSpPr>
          <p:spPr>
            <a:xfrm>
              <a:off x="577656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26" name="pg681">
              <a:extLst>
                <a:ext uri="{FF2B5EF4-FFF2-40B4-BE49-F238E27FC236}">
                  <a16:creationId xmlns:a16="http://schemas.microsoft.com/office/drawing/2014/main" id="{58EE04F3-F444-3A5E-3152-D3D6F135DEAB}"/>
                </a:ext>
              </a:extLst>
            </p:cNvPr>
            <p:cNvSpPr/>
            <p:nvPr/>
          </p:nvSpPr>
          <p:spPr>
            <a:xfrm>
              <a:off x="5788197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27" name="pg682">
              <a:extLst>
                <a:ext uri="{FF2B5EF4-FFF2-40B4-BE49-F238E27FC236}">
                  <a16:creationId xmlns:a16="http://schemas.microsoft.com/office/drawing/2014/main" id="{33BE77F7-1058-FA22-D233-7657589E1024}"/>
                </a:ext>
              </a:extLst>
            </p:cNvPr>
            <p:cNvSpPr/>
            <p:nvPr/>
          </p:nvSpPr>
          <p:spPr>
            <a:xfrm>
              <a:off x="579983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28" name="pg683">
              <a:extLst>
                <a:ext uri="{FF2B5EF4-FFF2-40B4-BE49-F238E27FC236}">
                  <a16:creationId xmlns:a16="http://schemas.microsoft.com/office/drawing/2014/main" id="{A5C339E4-CB59-34A2-BA20-14139255E29B}"/>
                </a:ext>
              </a:extLst>
            </p:cNvPr>
            <p:cNvSpPr/>
            <p:nvPr/>
          </p:nvSpPr>
          <p:spPr>
            <a:xfrm>
              <a:off x="581147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29" name="pg684">
              <a:extLst>
                <a:ext uri="{FF2B5EF4-FFF2-40B4-BE49-F238E27FC236}">
                  <a16:creationId xmlns:a16="http://schemas.microsoft.com/office/drawing/2014/main" id="{B1FE19E0-67CC-42B2-77C1-24387B06583D}"/>
                </a:ext>
              </a:extLst>
            </p:cNvPr>
            <p:cNvSpPr/>
            <p:nvPr/>
          </p:nvSpPr>
          <p:spPr>
            <a:xfrm>
              <a:off x="5823109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30" name="pg685">
              <a:extLst>
                <a:ext uri="{FF2B5EF4-FFF2-40B4-BE49-F238E27FC236}">
                  <a16:creationId xmlns:a16="http://schemas.microsoft.com/office/drawing/2014/main" id="{B6DA6F47-82F8-F492-82D3-5136A4724731}"/>
                </a:ext>
              </a:extLst>
            </p:cNvPr>
            <p:cNvSpPr/>
            <p:nvPr/>
          </p:nvSpPr>
          <p:spPr>
            <a:xfrm>
              <a:off x="583474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31" name="pg686">
              <a:extLst>
                <a:ext uri="{FF2B5EF4-FFF2-40B4-BE49-F238E27FC236}">
                  <a16:creationId xmlns:a16="http://schemas.microsoft.com/office/drawing/2014/main" id="{168E91CF-06C7-2539-0622-2ED5AF066330}"/>
                </a:ext>
              </a:extLst>
            </p:cNvPr>
            <p:cNvSpPr/>
            <p:nvPr/>
          </p:nvSpPr>
          <p:spPr>
            <a:xfrm>
              <a:off x="584638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32" name="pg687">
              <a:extLst>
                <a:ext uri="{FF2B5EF4-FFF2-40B4-BE49-F238E27FC236}">
                  <a16:creationId xmlns:a16="http://schemas.microsoft.com/office/drawing/2014/main" id="{F27675B6-60D9-E45D-BF4D-C34DBDB00A61}"/>
                </a:ext>
              </a:extLst>
            </p:cNvPr>
            <p:cNvSpPr/>
            <p:nvPr/>
          </p:nvSpPr>
          <p:spPr>
            <a:xfrm>
              <a:off x="6172229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33" name="pg688">
              <a:extLst>
                <a:ext uri="{FF2B5EF4-FFF2-40B4-BE49-F238E27FC236}">
                  <a16:creationId xmlns:a16="http://schemas.microsoft.com/office/drawing/2014/main" id="{3489AF46-4282-2AAA-F082-0344B6E375D9}"/>
                </a:ext>
              </a:extLst>
            </p:cNvPr>
            <p:cNvSpPr/>
            <p:nvPr/>
          </p:nvSpPr>
          <p:spPr>
            <a:xfrm>
              <a:off x="618386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34" name="pg689">
              <a:extLst>
                <a:ext uri="{FF2B5EF4-FFF2-40B4-BE49-F238E27FC236}">
                  <a16:creationId xmlns:a16="http://schemas.microsoft.com/office/drawing/2014/main" id="{22F766EE-88C1-09B6-E265-FD70944EEDA4}"/>
                </a:ext>
              </a:extLst>
            </p:cNvPr>
            <p:cNvSpPr/>
            <p:nvPr/>
          </p:nvSpPr>
          <p:spPr>
            <a:xfrm>
              <a:off x="619550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35" name="pg690">
              <a:extLst>
                <a:ext uri="{FF2B5EF4-FFF2-40B4-BE49-F238E27FC236}">
                  <a16:creationId xmlns:a16="http://schemas.microsoft.com/office/drawing/2014/main" id="{4E6BD14C-5F67-7F3E-DB8A-67E390CA62A8}"/>
                </a:ext>
              </a:extLst>
            </p:cNvPr>
            <p:cNvSpPr/>
            <p:nvPr/>
          </p:nvSpPr>
          <p:spPr>
            <a:xfrm>
              <a:off x="6207141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36" name="pg691">
              <a:extLst>
                <a:ext uri="{FF2B5EF4-FFF2-40B4-BE49-F238E27FC236}">
                  <a16:creationId xmlns:a16="http://schemas.microsoft.com/office/drawing/2014/main" id="{70031D8A-0AAF-9A81-919E-BFA2F209DE63}"/>
                </a:ext>
              </a:extLst>
            </p:cNvPr>
            <p:cNvSpPr/>
            <p:nvPr/>
          </p:nvSpPr>
          <p:spPr>
            <a:xfrm>
              <a:off x="621877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37" name="pg692">
              <a:extLst>
                <a:ext uri="{FF2B5EF4-FFF2-40B4-BE49-F238E27FC236}">
                  <a16:creationId xmlns:a16="http://schemas.microsoft.com/office/drawing/2014/main" id="{1C198B1B-F9BB-F6F3-B358-40EFC8A9E344}"/>
                </a:ext>
              </a:extLst>
            </p:cNvPr>
            <p:cNvSpPr/>
            <p:nvPr/>
          </p:nvSpPr>
          <p:spPr>
            <a:xfrm>
              <a:off x="623041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38" name="pg693">
              <a:extLst>
                <a:ext uri="{FF2B5EF4-FFF2-40B4-BE49-F238E27FC236}">
                  <a16:creationId xmlns:a16="http://schemas.microsoft.com/office/drawing/2014/main" id="{55F6BD72-4C2F-D113-049A-623C4D5FC71B}"/>
                </a:ext>
              </a:extLst>
            </p:cNvPr>
            <p:cNvSpPr/>
            <p:nvPr/>
          </p:nvSpPr>
          <p:spPr>
            <a:xfrm>
              <a:off x="6242053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39" name="pg694">
              <a:extLst>
                <a:ext uri="{FF2B5EF4-FFF2-40B4-BE49-F238E27FC236}">
                  <a16:creationId xmlns:a16="http://schemas.microsoft.com/office/drawing/2014/main" id="{9CB0C8DD-365D-BD57-786D-BE32238DA840}"/>
                </a:ext>
              </a:extLst>
            </p:cNvPr>
            <p:cNvSpPr/>
            <p:nvPr/>
          </p:nvSpPr>
          <p:spPr>
            <a:xfrm>
              <a:off x="625369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40" name="pg695">
              <a:extLst>
                <a:ext uri="{FF2B5EF4-FFF2-40B4-BE49-F238E27FC236}">
                  <a16:creationId xmlns:a16="http://schemas.microsoft.com/office/drawing/2014/main" id="{9214D908-4DBC-EE68-75B7-E6BB7A4918D0}"/>
                </a:ext>
              </a:extLst>
            </p:cNvPr>
            <p:cNvSpPr/>
            <p:nvPr/>
          </p:nvSpPr>
          <p:spPr>
            <a:xfrm>
              <a:off x="626532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41" name="pg696">
              <a:extLst>
                <a:ext uri="{FF2B5EF4-FFF2-40B4-BE49-F238E27FC236}">
                  <a16:creationId xmlns:a16="http://schemas.microsoft.com/office/drawing/2014/main" id="{D9975F4E-D5BA-6BC8-73BC-5E352007B20F}"/>
                </a:ext>
              </a:extLst>
            </p:cNvPr>
            <p:cNvSpPr/>
            <p:nvPr/>
          </p:nvSpPr>
          <p:spPr>
            <a:xfrm>
              <a:off x="6276965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42" name="pg697">
              <a:extLst>
                <a:ext uri="{FF2B5EF4-FFF2-40B4-BE49-F238E27FC236}">
                  <a16:creationId xmlns:a16="http://schemas.microsoft.com/office/drawing/2014/main" id="{B05290F1-4374-51EC-9025-0999824F1465}"/>
                </a:ext>
              </a:extLst>
            </p:cNvPr>
            <p:cNvSpPr/>
            <p:nvPr/>
          </p:nvSpPr>
          <p:spPr>
            <a:xfrm>
              <a:off x="628860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43" name="pg698">
              <a:extLst>
                <a:ext uri="{FF2B5EF4-FFF2-40B4-BE49-F238E27FC236}">
                  <a16:creationId xmlns:a16="http://schemas.microsoft.com/office/drawing/2014/main" id="{B7583E31-87DC-AA1A-41A5-3C0427AB2B75}"/>
                </a:ext>
              </a:extLst>
            </p:cNvPr>
            <p:cNvSpPr/>
            <p:nvPr/>
          </p:nvSpPr>
          <p:spPr>
            <a:xfrm>
              <a:off x="630024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44" name="pg699">
              <a:extLst>
                <a:ext uri="{FF2B5EF4-FFF2-40B4-BE49-F238E27FC236}">
                  <a16:creationId xmlns:a16="http://schemas.microsoft.com/office/drawing/2014/main" id="{CCA9942A-C85F-6164-1D96-ED7FDA65509F}"/>
                </a:ext>
              </a:extLst>
            </p:cNvPr>
            <p:cNvSpPr/>
            <p:nvPr/>
          </p:nvSpPr>
          <p:spPr>
            <a:xfrm>
              <a:off x="6311877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45" name="pg700">
              <a:extLst>
                <a:ext uri="{FF2B5EF4-FFF2-40B4-BE49-F238E27FC236}">
                  <a16:creationId xmlns:a16="http://schemas.microsoft.com/office/drawing/2014/main" id="{B27817E4-AF0C-D082-8037-3FA3E8E1623D}"/>
                </a:ext>
              </a:extLst>
            </p:cNvPr>
            <p:cNvSpPr/>
            <p:nvPr/>
          </p:nvSpPr>
          <p:spPr>
            <a:xfrm>
              <a:off x="632351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46" name="pg701">
              <a:extLst>
                <a:ext uri="{FF2B5EF4-FFF2-40B4-BE49-F238E27FC236}">
                  <a16:creationId xmlns:a16="http://schemas.microsoft.com/office/drawing/2014/main" id="{CFC1553F-19DE-88FB-7E3B-6C6484BC5D4F}"/>
                </a:ext>
              </a:extLst>
            </p:cNvPr>
            <p:cNvSpPr/>
            <p:nvPr/>
          </p:nvSpPr>
          <p:spPr>
            <a:xfrm>
              <a:off x="633515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47" name="pg702">
              <a:extLst>
                <a:ext uri="{FF2B5EF4-FFF2-40B4-BE49-F238E27FC236}">
                  <a16:creationId xmlns:a16="http://schemas.microsoft.com/office/drawing/2014/main" id="{5DAEE5FF-BC8B-75E8-D537-625D8C811875}"/>
                </a:ext>
              </a:extLst>
            </p:cNvPr>
            <p:cNvSpPr/>
            <p:nvPr/>
          </p:nvSpPr>
          <p:spPr>
            <a:xfrm>
              <a:off x="5718373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48" name="pg703">
              <a:extLst>
                <a:ext uri="{FF2B5EF4-FFF2-40B4-BE49-F238E27FC236}">
                  <a16:creationId xmlns:a16="http://schemas.microsoft.com/office/drawing/2014/main" id="{C2153B94-E215-2249-A50C-0F2A118F4CDF}"/>
                </a:ext>
              </a:extLst>
            </p:cNvPr>
            <p:cNvSpPr/>
            <p:nvPr/>
          </p:nvSpPr>
          <p:spPr>
            <a:xfrm>
              <a:off x="573001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49" name="pg704">
              <a:extLst>
                <a:ext uri="{FF2B5EF4-FFF2-40B4-BE49-F238E27FC236}">
                  <a16:creationId xmlns:a16="http://schemas.microsoft.com/office/drawing/2014/main" id="{8C33F387-ECBD-B726-794A-8FCFE6E5FD10}"/>
                </a:ext>
              </a:extLst>
            </p:cNvPr>
            <p:cNvSpPr/>
            <p:nvPr/>
          </p:nvSpPr>
          <p:spPr>
            <a:xfrm>
              <a:off x="574164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50" name="pg705">
              <a:extLst>
                <a:ext uri="{FF2B5EF4-FFF2-40B4-BE49-F238E27FC236}">
                  <a16:creationId xmlns:a16="http://schemas.microsoft.com/office/drawing/2014/main" id="{CDE76FBB-42D9-E56D-A3BE-2109C67FE6B1}"/>
                </a:ext>
              </a:extLst>
            </p:cNvPr>
            <p:cNvSpPr/>
            <p:nvPr/>
          </p:nvSpPr>
          <p:spPr>
            <a:xfrm>
              <a:off x="5753285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51" name="pg706">
              <a:extLst>
                <a:ext uri="{FF2B5EF4-FFF2-40B4-BE49-F238E27FC236}">
                  <a16:creationId xmlns:a16="http://schemas.microsoft.com/office/drawing/2014/main" id="{CD710A0B-13A7-F4D3-014A-B3E8A73796AC}"/>
                </a:ext>
              </a:extLst>
            </p:cNvPr>
            <p:cNvSpPr/>
            <p:nvPr/>
          </p:nvSpPr>
          <p:spPr>
            <a:xfrm>
              <a:off x="576492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52" name="pg707">
              <a:extLst>
                <a:ext uri="{FF2B5EF4-FFF2-40B4-BE49-F238E27FC236}">
                  <a16:creationId xmlns:a16="http://schemas.microsoft.com/office/drawing/2014/main" id="{0FEE217B-F8CC-D1B2-FD4B-182597B60D2D}"/>
                </a:ext>
              </a:extLst>
            </p:cNvPr>
            <p:cNvSpPr/>
            <p:nvPr/>
          </p:nvSpPr>
          <p:spPr>
            <a:xfrm>
              <a:off x="577656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53" name="pg708">
              <a:extLst>
                <a:ext uri="{FF2B5EF4-FFF2-40B4-BE49-F238E27FC236}">
                  <a16:creationId xmlns:a16="http://schemas.microsoft.com/office/drawing/2014/main" id="{67FF33E9-61F2-F54C-8407-12AAD0AB1B69}"/>
                </a:ext>
              </a:extLst>
            </p:cNvPr>
            <p:cNvSpPr/>
            <p:nvPr/>
          </p:nvSpPr>
          <p:spPr>
            <a:xfrm>
              <a:off x="5788197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54" name="pg709">
              <a:extLst>
                <a:ext uri="{FF2B5EF4-FFF2-40B4-BE49-F238E27FC236}">
                  <a16:creationId xmlns:a16="http://schemas.microsoft.com/office/drawing/2014/main" id="{67FE9498-4A40-E95B-33A6-BA1953F2A743}"/>
                </a:ext>
              </a:extLst>
            </p:cNvPr>
            <p:cNvSpPr/>
            <p:nvPr/>
          </p:nvSpPr>
          <p:spPr>
            <a:xfrm>
              <a:off x="579983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55" name="pg710">
              <a:extLst>
                <a:ext uri="{FF2B5EF4-FFF2-40B4-BE49-F238E27FC236}">
                  <a16:creationId xmlns:a16="http://schemas.microsoft.com/office/drawing/2014/main" id="{E11376A5-E1C1-F052-5A65-24DCB2044635}"/>
                </a:ext>
              </a:extLst>
            </p:cNvPr>
            <p:cNvSpPr/>
            <p:nvPr/>
          </p:nvSpPr>
          <p:spPr>
            <a:xfrm>
              <a:off x="581147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56" name="pg711">
              <a:extLst>
                <a:ext uri="{FF2B5EF4-FFF2-40B4-BE49-F238E27FC236}">
                  <a16:creationId xmlns:a16="http://schemas.microsoft.com/office/drawing/2014/main" id="{73DDF77F-3DC3-E163-3DAA-B8C4B883C3AF}"/>
                </a:ext>
              </a:extLst>
            </p:cNvPr>
            <p:cNvSpPr/>
            <p:nvPr/>
          </p:nvSpPr>
          <p:spPr>
            <a:xfrm>
              <a:off x="6183866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57" name="pg712">
              <a:extLst>
                <a:ext uri="{FF2B5EF4-FFF2-40B4-BE49-F238E27FC236}">
                  <a16:creationId xmlns:a16="http://schemas.microsoft.com/office/drawing/2014/main" id="{3AD84650-CF84-CC83-8680-230A36C58DD6}"/>
                </a:ext>
              </a:extLst>
            </p:cNvPr>
            <p:cNvSpPr/>
            <p:nvPr/>
          </p:nvSpPr>
          <p:spPr>
            <a:xfrm>
              <a:off x="619550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58" name="pg713">
              <a:extLst>
                <a:ext uri="{FF2B5EF4-FFF2-40B4-BE49-F238E27FC236}">
                  <a16:creationId xmlns:a16="http://schemas.microsoft.com/office/drawing/2014/main" id="{193C038F-78B7-41E4-54F8-13A243918816}"/>
                </a:ext>
              </a:extLst>
            </p:cNvPr>
            <p:cNvSpPr/>
            <p:nvPr/>
          </p:nvSpPr>
          <p:spPr>
            <a:xfrm>
              <a:off x="6207141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59" name="pg714">
              <a:extLst>
                <a:ext uri="{FF2B5EF4-FFF2-40B4-BE49-F238E27FC236}">
                  <a16:creationId xmlns:a16="http://schemas.microsoft.com/office/drawing/2014/main" id="{1B8F8539-1B18-A1B0-4047-ED01F129815B}"/>
                </a:ext>
              </a:extLst>
            </p:cNvPr>
            <p:cNvSpPr/>
            <p:nvPr/>
          </p:nvSpPr>
          <p:spPr>
            <a:xfrm>
              <a:off x="621877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60" name="pg715">
              <a:extLst>
                <a:ext uri="{FF2B5EF4-FFF2-40B4-BE49-F238E27FC236}">
                  <a16:creationId xmlns:a16="http://schemas.microsoft.com/office/drawing/2014/main" id="{B6665B4D-B690-35B8-0FB4-CF71687F2465}"/>
                </a:ext>
              </a:extLst>
            </p:cNvPr>
            <p:cNvSpPr/>
            <p:nvPr/>
          </p:nvSpPr>
          <p:spPr>
            <a:xfrm>
              <a:off x="6230416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61" name="pg716">
              <a:extLst>
                <a:ext uri="{FF2B5EF4-FFF2-40B4-BE49-F238E27FC236}">
                  <a16:creationId xmlns:a16="http://schemas.microsoft.com/office/drawing/2014/main" id="{E2DA561F-9674-E540-56E2-2E5B725EBC46}"/>
                </a:ext>
              </a:extLst>
            </p:cNvPr>
            <p:cNvSpPr/>
            <p:nvPr/>
          </p:nvSpPr>
          <p:spPr>
            <a:xfrm>
              <a:off x="6242053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62" name="pg717">
              <a:extLst>
                <a:ext uri="{FF2B5EF4-FFF2-40B4-BE49-F238E27FC236}">
                  <a16:creationId xmlns:a16="http://schemas.microsoft.com/office/drawing/2014/main" id="{78916396-D442-D561-251C-7FDE840B2ED6}"/>
                </a:ext>
              </a:extLst>
            </p:cNvPr>
            <p:cNvSpPr/>
            <p:nvPr/>
          </p:nvSpPr>
          <p:spPr>
            <a:xfrm>
              <a:off x="625369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63" name="pg718">
              <a:extLst>
                <a:ext uri="{FF2B5EF4-FFF2-40B4-BE49-F238E27FC236}">
                  <a16:creationId xmlns:a16="http://schemas.microsoft.com/office/drawing/2014/main" id="{3496B456-CC1F-7476-EE67-98BB2AD8F3BE}"/>
                </a:ext>
              </a:extLst>
            </p:cNvPr>
            <p:cNvSpPr/>
            <p:nvPr/>
          </p:nvSpPr>
          <p:spPr>
            <a:xfrm>
              <a:off x="626532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64" name="pg719">
              <a:extLst>
                <a:ext uri="{FF2B5EF4-FFF2-40B4-BE49-F238E27FC236}">
                  <a16:creationId xmlns:a16="http://schemas.microsoft.com/office/drawing/2014/main" id="{C0626065-84FA-518B-4AC4-6AB2BADF3273}"/>
                </a:ext>
              </a:extLst>
            </p:cNvPr>
            <p:cNvSpPr/>
            <p:nvPr/>
          </p:nvSpPr>
          <p:spPr>
            <a:xfrm>
              <a:off x="6276965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65" name="pg720">
              <a:extLst>
                <a:ext uri="{FF2B5EF4-FFF2-40B4-BE49-F238E27FC236}">
                  <a16:creationId xmlns:a16="http://schemas.microsoft.com/office/drawing/2014/main" id="{F0D8F454-4C7E-5FA4-9121-8DC012761736}"/>
                </a:ext>
              </a:extLst>
            </p:cNvPr>
            <p:cNvSpPr/>
            <p:nvPr/>
          </p:nvSpPr>
          <p:spPr>
            <a:xfrm>
              <a:off x="628860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66" name="pg721">
              <a:extLst>
                <a:ext uri="{FF2B5EF4-FFF2-40B4-BE49-F238E27FC236}">
                  <a16:creationId xmlns:a16="http://schemas.microsoft.com/office/drawing/2014/main" id="{DDBB0B11-E06B-F109-DA71-931AAD3DFBB7}"/>
                </a:ext>
              </a:extLst>
            </p:cNvPr>
            <p:cNvSpPr/>
            <p:nvPr/>
          </p:nvSpPr>
          <p:spPr>
            <a:xfrm>
              <a:off x="630024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67" name="pg722">
              <a:extLst>
                <a:ext uri="{FF2B5EF4-FFF2-40B4-BE49-F238E27FC236}">
                  <a16:creationId xmlns:a16="http://schemas.microsoft.com/office/drawing/2014/main" id="{FBE2E23E-03D8-DEAF-0461-1135F00EBE1B}"/>
                </a:ext>
              </a:extLst>
            </p:cNvPr>
            <p:cNvSpPr/>
            <p:nvPr/>
          </p:nvSpPr>
          <p:spPr>
            <a:xfrm>
              <a:off x="6311877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68" name="pg723">
              <a:extLst>
                <a:ext uri="{FF2B5EF4-FFF2-40B4-BE49-F238E27FC236}">
                  <a16:creationId xmlns:a16="http://schemas.microsoft.com/office/drawing/2014/main" id="{6872F9A2-CDA8-36CC-DE43-769BE7F7838C}"/>
                </a:ext>
              </a:extLst>
            </p:cNvPr>
            <p:cNvSpPr/>
            <p:nvPr/>
          </p:nvSpPr>
          <p:spPr>
            <a:xfrm>
              <a:off x="632351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69" name="pg724">
              <a:extLst>
                <a:ext uri="{FF2B5EF4-FFF2-40B4-BE49-F238E27FC236}">
                  <a16:creationId xmlns:a16="http://schemas.microsoft.com/office/drawing/2014/main" id="{D38D0712-575C-A4A1-9AA4-A014ACAE4CE2}"/>
                </a:ext>
              </a:extLst>
            </p:cNvPr>
            <p:cNvSpPr/>
            <p:nvPr/>
          </p:nvSpPr>
          <p:spPr>
            <a:xfrm>
              <a:off x="5706736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70" name="pg725">
              <a:extLst>
                <a:ext uri="{FF2B5EF4-FFF2-40B4-BE49-F238E27FC236}">
                  <a16:creationId xmlns:a16="http://schemas.microsoft.com/office/drawing/2014/main" id="{5DF710ED-D0F1-1955-D812-F95B439ECF8F}"/>
                </a:ext>
              </a:extLst>
            </p:cNvPr>
            <p:cNvSpPr/>
            <p:nvPr/>
          </p:nvSpPr>
          <p:spPr>
            <a:xfrm>
              <a:off x="5718373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71" name="pg726">
              <a:extLst>
                <a:ext uri="{FF2B5EF4-FFF2-40B4-BE49-F238E27FC236}">
                  <a16:creationId xmlns:a16="http://schemas.microsoft.com/office/drawing/2014/main" id="{9B13CDD2-C568-9555-3F88-FBA72CF944A3}"/>
                </a:ext>
              </a:extLst>
            </p:cNvPr>
            <p:cNvSpPr/>
            <p:nvPr/>
          </p:nvSpPr>
          <p:spPr>
            <a:xfrm>
              <a:off x="573001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72" name="pg727">
              <a:extLst>
                <a:ext uri="{FF2B5EF4-FFF2-40B4-BE49-F238E27FC236}">
                  <a16:creationId xmlns:a16="http://schemas.microsoft.com/office/drawing/2014/main" id="{99C254D4-E797-7B3F-9F41-46E7439BC008}"/>
                </a:ext>
              </a:extLst>
            </p:cNvPr>
            <p:cNvSpPr/>
            <p:nvPr/>
          </p:nvSpPr>
          <p:spPr>
            <a:xfrm>
              <a:off x="574164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73" name="pg728">
              <a:extLst>
                <a:ext uri="{FF2B5EF4-FFF2-40B4-BE49-F238E27FC236}">
                  <a16:creationId xmlns:a16="http://schemas.microsoft.com/office/drawing/2014/main" id="{39A3B210-1CF6-7CA3-3DFD-A74442EC7671}"/>
                </a:ext>
              </a:extLst>
            </p:cNvPr>
            <p:cNvSpPr/>
            <p:nvPr/>
          </p:nvSpPr>
          <p:spPr>
            <a:xfrm>
              <a:off x="5753285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74" name="pg729">
              <a:extLst>
                <a:ext uri="{FF2B5EF4-FFF2-40B4-BE49-F238E27FC236}">
                  <a16:creationId xmlns:a16="http://schemas.microsoft.com/office/drawing/2014/main" id="{8810C226-46AB-6B26-E53F-82CC280308FB}"/>
                </a:ext>
              </a:extLst>
            </p:cNvPr>
            <p:cNvSpPr/>
            <p:nvPr/>
          </p:nvSpPr>
          <p:spPr>
            <a:xfrm>
              <a:off x="5764922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75" name="pg730">
              <a:extLst>
                <a:ext uri="{FF2B5EF4-FFF2-40B4-BE49-F238E27FC236}">
                  <a16:creationId xmlns:a16="http://schemas.microsoft.com/office/drawing/2014/main" id="{028AF725-76B1-94F6-0060-8AB546ECE5DD}"/>
                </a:ext>
              </a:extLst>
            </p:cNvPr>
            <p:cNvSpPr/>
            <p:nvPr/>
          </p:nvSpPr>
          <p:spPr>
            <a:xfrm>
              <a:off x="577656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76" name="pg731">
              <a:extLst>
                <a:ext uri="{FF2B5EF4-FFF2-40B4-BE49-F238E27FC236}">
                  <a16:creationId xmlns:a16="http://schemas.microsoft.com/office/drawing/2014/main" id="{D7FAB455-E575-1205-5E50-C2AB8D6BA14C}"/>
                </a:ext>
              </a:extLst>
            </p:cNvPr>
            <p:cNvSpPr/>
            <p:nvPr/>
          </p:nvSpPr>
          <p:spPr>
            <a:xfrm>
              <a:off x="6195504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77" name="pg732">
              <a:extLst>
                <a:ext uri="{FF2B5EF4-FFF2-40B4-BE49-F238E27FC236}">
                  <a16:creationId xmlns:a16="http://schemas.microsoft.com/office/drawing/2014/main" id="{A45C0A80-5EE3-B956-960D-7396C177C3D2}"/>
                </a:ext>
              </a:extLst>
            </p:cNvPr>
            <p:cNvSpPr/>
            <p:nvPr/>
          </p:nvSpPr>
          <p:spPr>
            <a:xfrm>
              <a:off x="6207141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78" name="pg733">
              <a:extLst>
                <a:ext uri="{FF2B5EF4-FFF2-40B4-BE49-F238E27FC236}">
                  <a16:creationId xmlns:a16="http://schemas.microsoft.com/office/drawing/2014/main" id="{097C5B3B-80E8-CCF8-DEEE-C509BE64929D}"/>
                </a:ext>
              </a:extLst>
            </p:cNvPr>
            <p:cNvSpPr/>
            <p:nvPr/>
          </p:nvSpPr>
          <p:spPr>
            <a:xfrm>
              <a:off x="621877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79" name="pg734">
              <a:extLst>
                <a:ext uri="{FF2B5EF4-FFF2-40B4-BE49-F238E27FC236}">
                  <a16:creationId xmlns:a16="http://schemas.microsoft.com/office/drawing/2014/main" id="{667F5AFC-0FBB-5FD4-21E2-FF6999EA002E}"/>
                </a:ext>
              </a:extLst>
            </p:cNvPr>
            <p:cNvSpPr/>
            <p:nvPr/>
          </p:nvSpPr>
          <p:spPr>
            <a:xfrm>
              <a:off x="6230416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80" name="pg735">
              <a:extLst>
                <a:ext uri="{FF2B5EF4-FFF2-40B4-BE49-F238E27FC236}">
                  <a16:creationId xmlns:a16="http://schemas.microsoft.com/office/drawing/2014/main" id="{3A37C0A2-39A6-FF0E-6D46-F6F2540BE40B}"/>
                </a:ext>
              </a:extLst>
            </p:cNvPr>
            <p:cNvSpPr/>
            <p:nvPr/>
          </p:nvSpPr>
          <p:spPr>
            <a:xfrm>
              <a:off x="6242053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81" name="pg736">
              <a:extLst>
                <a:ext uri="{FF2B5EF4-FFF2-40B4-BE49-F238E27FC236}">
                  <a16:creationId xmlns:a16="http://schemas.microsoft.com/office/drawing/2014/main" id="{9A977B12-54B4-A0B0-EBB0-9828D1E4E13E}"/>
                </a:ext>
              </a:extLst>
            </p:cNvPr>
            <p:cNvSpPr/>
            <p:nvPr/>
          </p:nvSpPr>
          <p:spPr>
            <a:xfrm>
              <a:off x="625369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82" name="pg737">
              <a:extLst>
                <a:ext uri="{FF2B5EF4-FFF2-40B4-BE49-F238E27FC236}">
                  <a16:creationId xmlns:a16="http://schemas.microsoft.com/office/drawing/2014/main" id="{0A91A0E9-F341-FEDB-1B6B-56CBFAACC685}"/>
                </a:ext>
              </a:extLst>
            </p:cNvPr>
            <p:cNvSpPr/>
            <p:nvPr/>
          </p:nvSpPr>
          <p:spPr>
            <a:xfrm>
              <a:off x="626532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83" name="pg738">
              <a:extLst>
                <a:ext uri="{FF2B5EF4-FFF2-40B4-BE49-F238E27FC236}">
                  <a16:creationId xmlns:a16="http://schemas.microsoft.com/office/drawing/2014/main" id="{9837AD48-F89F-6ED4-A7BF-55E030158AFF}"/>
                </a:ext>
              </a:extLst>
            </p:cNvPr>
            <p:cNvSpPr/>
            <p:nvPr/>
          </p:nvSpPr>
          <p:spPr>
            <a:xfrm>
              <a:off x="6276965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84" name="pg739">
              <a:extLst>
                <a:ext uri="{FF2B5EF4-FFF2-40B4-BE49-F238E27FC236}">
                  <a16:creationId xmlns:a16="http://schemas.microsoft.com/office/drawing/2014/main" id="{C58D34CD-C4D4-8296-875C-91EAF1354DED}"/>
                </a:ext>
              </a:extLst>
            </p:cNvPr>
            <p:cNvSpPr/>
            <p:nvPr/>
          </p:nvSpPr>
          <p:spPr>
            <a:xfrm>
              <a:off x="6288602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85" name="pg740">
              <a:extLst>
                <a:ext uri="{FF2B5EF4-FFF2-40B4-BE49-F238E27FC236}">
                  <a16:creationId xmlns:a16="http://schemas.microsoft.com/office/drawing/2014/main" id="{FC4FB5A3-BCB5-FDDD-9175-A0BB19263AB0}"/>
                </a:ext>
              </a:extLst>
            </p:cNvPr>
            <p:cNvSpPr/>
            <p:nvPr/>
          </p:nvSpPr>
          <p:spPr>
            <a:xfrm>
              <a:off x="630024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86" name="pg741">
              <a:extLst>
                <a:ext uri="{FF2B5EF4-FFF2-40B4-BE49-F238E27FC236}">
                  <a16:creationId xmlns:a16="http://schemas.microsoft.com/office/drawing/2014/main" id="{FE536732-2780-526D-D314-CCAED970E771}"/>
                </a:ext>
              </a:extLst>
            </p:cNvPr>
            <p:cNvSpPr/>
            <p:nvPr/>
          </p:nvSpPr>
          <p:spPr>
            <a:xfrm>
              <a:off x="6311877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87" name="pg742">
              <a:extLst>
                <a:ext uri="{FF2B5EF4-FFF2-40B4-BE49-F238E27FC236}">
                  <a16:creationId xmlns:a16="http://schemas.microsoft.com/office/drawing/2014/main" id="{ABEA37C8-08AF-D8CE-E0ED-0DE369730A7E}"/>
                </a:ext>
              </a:extLst>
            </p:cNvPr>
            <p:cNvSpPr/>
            <p:nvPr/>
          </p:nvSpPr>
          <p:spPr>
            <a:xfrm>
              <a:off x="5706736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88" name="pg743">
              <a:extLst>
                <a:ext uri="{FF2B5EF4-FFF2-40B4-BE49-F238E27FC236}">
                  <a16:creationId xmlns:a16="http://schemas.microsoft.com/office/drawing/2014/main" id="{AEC04C9A-08BC-204E-48BE-9E28521F4050}"/>
                </a:ext>
              </a:extLst>
            </p:cNvPr>
            <p:cNvSpPr/>
            <p:nvPr/>
          </p:nvSpPr>
          <p:spPr>
            <a:xfrm>
              <a:off x="5718373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89" name="pg744">
              <a:extLst>
                <a:ext uri="{FF2B5EF4-FFF2-40B4-BE49-F238E27FC236}">
                  <a16:creationId xmlns:a16="http://schemas.microsoft.com/office/drawing/2014/main" id="{873929C5-17D4-7D65-298D-5D8EBB387135}"/>
                </a:ext>
              </a:extLst>
            </p:cNvPr>
            <p:cNvSpPr/>
            <p:nvPr/>
          </p:nvSpPr>
          <p:spPr>
            <a:xfrm>
              <a:off x="5730010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90" name="pg745">
              <a:extLst>
                <a:ext uri="{FF2B5EF4-FFF2-40B4-BE49-F238E27FC236}">
                  <a16:creationId xmlns:a16="http://schemas.microsoft.com/office/drawing/2014/main" id="{3F3B84E2-A37A-8BE9-B30C-A9E10DC9AC20}"/>
                </a:ext>
              </a:extLst>
            </p:cNvPr>
            <p:cNvSpPr/>
            <p:nvPr/>
          </p:nvSpPr>
          <p:spPr>
            <a:xfrm>
              <a:off x="574164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91" name="pg746">
              <a:extLst>
                <a:ext uri="{FF2B5EF4-FFF2-40B4-BE49-F238E27FC236}">
                  <a16:creationId xmlns:a16="http://schemas.microsoft.com/office/drawing/2014/main" id="{93AB2840-FC95-C8DD-DCC9-6E2629DD9EC2}"/>
                </a:ext>
              </a:extLst>
            </p:cNvPr>
            <p:cNvSpPr/>
            <p:nvPr/>
          </p:nvSpPr>
          <p:spPr>
            <a:xfrm>
              <a:off x="5753285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92" name="pg747">
              <a:extLst>
                <a:ext uri="{FF2B5EF4-FFF2-40B4-BE49-F238E27FC236}">
                  <a16:creationId xmlns:a16="http://schemas.microsoft.com/office/drawing/2014/main" id="{5732C0E9-CD2E-4507-8C06-94E8056AA371}"/>
                </a:ext>
              </a:extLst>
            </p:cNvPr>
            <p:cNvSpPr/>
            <p:nvPr/>
          </p:nvSpPr>
          <p:spPr>
            <a:xfrm>
              <a:off x="5764922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93" name="pg748">
              <a:extLst>
                <a:ext uri="{FF2B5EF4-FFF2-40B4-BE49-F238E27FC236}">
                  <a16:creationId xmlns:a16="http://schemas.microsoft.com/office/drawing/2014/main" id="{2414832F-AA67-1902-D295-11EB0B126E85}"/>
                </a:ext>
              </a:extLst>
            </p:cNvPr>
            <p:cNvSpPr/>
            <p:nvPr/>
          </p:nvSpPr>
          <p:spPr>
            <a:xfrm>
              <a:off x="621877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94" name="pg749">
              <a:extLst>
                <a:ext uri="{FF2B5EF4-FFF2-40B4-BE49-F238E27FC236}">
                  <a16:creationId xmlns:a16="http://schemas.microsoft.com/office/drawing/2014/main" id="{F66972BC-2E81-1843-BD1F-D803644741B0}"/>
                </a:ext>
              </a:extLst>
            </p:cNvPr>
            <p:cNvSpPr/>
            <p:nvPr/>
          </p:nvSpPr>
          <p:spPr>
            <a:xfrm>
              <a:off x="6230416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95" name="pg750">
              <a:extLst>
                <a:ext uri="{FF2B5EF4-FFF2-40B4-BE49-F238E27FC236}">
                  <a16:creationId xmlns:a16="http://schemas.microsoft.com/office/drawing/2014/main" id="{F57BD6BF-4C63-A5FE-734F-981BF1166DF7}"/>
                </a:ext>
              </a:extLst>
            </p:cNvPr>
            <p:cNvSpPr/>
            <p:nvPr/>
          </p:nvSpPr>
          <p:spPr>
            <a:xfrm>
              <a:off x="6242053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96" name="pg751">
              <a:extLst>
                <a:ext uri="{FF2B5EF4-FFF2-40B4-BE49-F238E27FC236}">
                  <a16:creationId xmlns:a16="http://schemas.microsoft.com/office/drawing/2014/main" id="{FFC3CB64-6F75-0311-4F5C-557C4CF0974F}"/>
                </a:ext>
              </a:extLst>
            </p:cNvPr>
            <p:cNvSpPr/>
            <p:nvPr/>
          </p:nvSpPr>
          <p:spPr>
            <a:xfrm>
              <a:off x="6253690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97" name="pg752">
              <a:extLst>
                <a:ext uri="{FF2B5EF4-FFF2-40B4-BE49-F238E27FC236}">
                  <a16:creationId xmlns:a16="http://schemas.microsoft.com/office/drawing/2014/main" id="{A4CC93F0-0A9F-473A-64D5-641614C94FD6}"/>
                </a:ext>
              </a:extLst>
            </p:cNvPr>
            <p:cNvSpPr/>
            <p:nvPr/>
          </p:nvSpPr>
          <p:spPr>
            <a:xfrm>
              <a:off x="626532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98" name="pg753">
              <a:extLst>
                <a:ext uri="{FF2B5EF4-FFF2-40B4-BE49-F238E27FC236}">
                  <a16:creationId xmlns:a16="http://schemas.microsoft.com/office/drawing/2014/main" id="{305D164B-9136-4D24-DD8D-2CCE811B9128}"/>
                </a:ext>
              </a:extLst>
            </p:cNvPr>
            <p:cNvSpPr/>
            <p:nvPr/>
          </p:nvSpPr>
          <p:spPr>
            <a:xfrm>
              <a:off x="6276965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99" name="pg754">
              <a:extLst>
                <a:ext uri="{FF2B5EF4-FFF2-40B4-BE49-F238E27FC236}">
                  <a16:creationId xmlns:a16="http://schemas.microsoft.com/office/drawing/2014/main" id="{AB127EE1-B0FD-26B0-35C6-F3B898E9E5D5}"/>
                </a:ext>
              </a:extLst>
            </p:cNvPr>
            <p:cNvSpPr/>
            <p:nvPr/>
          </p:nvSpPr>
          <p:spPr>
            <a:xfrm>
              <a:off x="6288602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00" name="pg755">
              <a:extLst>
                <a:ext uri="{FF2B5EF4-FFF2-40B4-BE49-F238E27FC236}">
                  <a16:creationId xmlns:a16="http://schemas.microsoft.com/office/drawing/2014/main" id="{4E96AE70-E527-91A0-13CC-AFBD2C95707B}"/>
                </a:ext>
              </a:extLst>
            </p:cNvPr>
            <p:cNvSpPr/>
            <p:nvPr/>
          </p:nvSpPr>
          <p:spPr>
            <a:xfrm>
              <a:off x="569509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01" name="pg756">
              <a:extLst>
                <a:ext uri="{FF2B5EF4-FFF2-40B4-BE49-F238E27FC236}">
                  <a16:creationId xmlns:a16="http://schemas.microsoft.com/office/drawing/2014/main" id="{0EC2675F-A64B-D74D-AED9-D22DDC8FD832}"/>
                </a:ext>
              </a:extLst>
            </p:cNvPr>
            <p:cNvSpPr/>
            <p:nvPr/>
          </p:nvSpPr>
          <p:spPr>
            <a:xfrm>
              <a:off x="5706736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02" name="pg757">
              <a:extLst>
                <a:ext uri="{FF2B5EF4-FFF2-40B4-BE49-F238E27FC236}">
                  <a16:creationId xmlns:a16="http://schemas.microsoft.com/office/drawing/2014/main" id="{EAC657CC-7F96-ABC2-1CF1-5681B5805F0F}"/>
                </a:ext>
              </a:extLst>
            </p:cNvPr>
            <p:cNvSpPr/>
            <p:nvPr/>
          </p:nvSpPr>
          <p:spPr>
            <a:xfrm>
              <a:off x="5718373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03" name="pg758">
              <a:extLst>
                <a:ext uri="{FF2B5EF4-FFF2-40B4-BE49-F238E27FC236}">
                  <a16:creationId xmlns:a16="http://schemas.microsoft.com/office/drawing/2014/main" id="{B266FF93-D242-A5F2-8E4E-C4F1477DDD54}"/>
                </a:ext>
              </a:extLst>
            </p:cNvPr>
            <p:cNvSpPr/>
            <p:nvPr/>
          </p:nvSpPr>
          <p:spPr>
            <a:xfrm>
              <a:off x="5730010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04" name="pg759">
              <a:extLst>
                <a:ext uri="{FF2B5EF4-FFF2-40B4-BE49-F238E27FC236}">
                  <a16:creationId xmlns:a16="http://schemas.microsoft.com/office/drawing/2014/main" id="{F150BD7F-A44A-B3F2-52F5-A2F057D0CFF5}"/>
                </a:ext>
              </a:extLst>
            </p:cNvPr>
            <p:cNvSpPr/>
            <p:nvPr/>
          </p:nvSpPr>
          <p:spPr>
            <a:xfrm>
              <a:off x="574164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05" name="pg760">
              <a:extLst>
                <a:ext uri="{FF2B5EF4-FFF2-40B4-BE49-F238E27FC236}">
                  <a16:creationId xmlns:a16="http://schemas.microsoft.com/office/drawing/2014/main" id="{84602D78-B854-EAFC-634F-F9B74E7215D1}"/>
                </a:ext>
              </a:extLst>
            </p:cNvPr>
            <p:cNvSpPr/>
            <p:nvPr/>
          </p:nvSpPr>
          <p:spPr>
            <a:xfrm>
              <a:off x="5753285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06" name="pg761">
              <a:extLst>
                <a:ext uri="{FF2B5EF4-FFF2-40B4-BE49-F238E27FC236}">
                  <a16:creationId xmlns:a16="http://schemas.microsoft.com/office/drawing/2014/main" id="{0057413C-97F7-8CDD-5B6D-C1CB61CEAD7F}"/>
                </a:ext>
              </a:extLst>
            </p:cNvPr>
            <p:cNvSpPr/>
            <p:nvPr/>
          </p:nvSpPr>
          <p:spPr>
            <a:xfrm>
              <a:off x="6242053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07" name="pg762">
              <a:extLst>
                <a:ext uri="{FF2B5EF4-FFF2-40B4-BE49-F238E27FC236}">
                  <a16:creationId xmlns:a16="http://schemas.microsoft.com/office/drawing/2014/main" id="{F8CB3177-78B3-2BFD-39D0-9B3119F53AA1}"/>
                </a:ext>
              </a:extLst>
            </p:cNvPr>
            <p:cNvSpPr/>
            <p:nvPr/>
          </p:nvSpPr>
          <p:spPr>
            <a:xfrm>
              <a:off x="6253690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08" name="pg763">
              <a:extLst>
                <a:ext uri="{FF2B5EF4-FFF2-40B4-BE49-F238E27FC236}">
                  <a16:creationId xmlns:a16="http://schemas.microsoft.com/office/drawing/2014/main" id="{68418701-337E-97B2-0F50-331F3A8374D7}"/>
                </a:ext>
              </a:extLst>
            </p:cNvPr>
            <p:cNvSpPr/>
            <p:nvPr/>
          </p:nvSpPr>
          <p:spPr>
            <a:xfrm>
              <a:off x="626532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09" name="pg764">
              <a:extLst>
                <a:ext uri="{FF2B5EF4-FFF2-40B4-BE49-F238E27FC236}">
                  <a16:creationId xmlns:a16="http://schemas.microsoft.com/office/drawing/2014/main" id="{302B0F3F-7869-F832-44B0-B4981774B018}"/>
                </a:ext>
              </a:extLst>
            </p:cNvPr>
            <p:cNvSpPr/>
            <p:nvPr/>
          </p:nvSpPr>
          <p:spPr>
            <a:xfrm>
              <a:off x="5683461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10" name="pg765">
              <a:extLst>
                <a:ext uri="{FF2B5EF4-FFF2-40B4-BE49-F238E27FC236}">
                  <a16:creationId xmlns:a16="http://schemas.microsoft.com/office/drawing/2014/main" id="{ADDE117A-C044-99EB-F2A0-E764D16E8EA5}"/>
                </a:ext>
              </a:extLst>
            </p:cNvPr>
            <p:cNvSpPr/>
            <p:nvPr/>
          </p:nvSpPr>
          <p:spPr>
            <a:xfrm>
              <a:off x="5695098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11" name="pg766">
              <a:extLst>
                <a:ext uri="{FF2B5EF4-FFF2-40B4-BE49-F238E27FC236}">
                  <a16:creationId xmlns:a16="http://schemas.microsoft.com/office/drawing/2014/main" id="{E60DEC19-6954-29F0-BAB1-D71E48331A01}"/>
                </a:ext>
              </a:extLst>
            </p:cNvPr>
            <p:cNvSpPr/>
            <p:nvPr/>
          </p:nvSpPr>
          <p:spPr>
            <a:xfrm>
              <a:off x="5706736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12" name="pg767">
              <a:extLst>
                <a:ext uri="{FF2B5EF4-FFF2-40B4-BE49-F238E27FC236}">
                  <a16:creationId xmlns:a16="http://schemas.microsoft.com/office/drawing/2014/main" id="{2ADD6B17-94B9-141A-3FC7-FA6560A86773}"/>
                </a:ext>
              </a:extLst>
            </p:cNvPr>
            <p:cNvSpPr/>
            <p:nvPr/>
          </p:nvSpPr>
          <p:spPr>
            <a:xfrm>
              <a:off x="5718373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13" name="pg768">
              <a:extLst>
                <a:ext uri="{FF2B5EF4-FFF2-40B4-BE49-F238E27FC236}">
                  <a16:creationId xmlns:a16="http://schemas.microsoft.com/office/drawing/2014/main" id="{25436AAB-8558-30A9-D0CB-1DBF67D1AFF7}"/>
                </a:ext>
              </a:extLst>
            </p:cNvPr>
            <p:cNvSpPr/>
            <p:nvPr/>
          </p:nvSpPr>
          <p:spPr>
            <a:xfrm>
              <a:off x="5730010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14" name="pg769">
              <a:extLst>
                <a:ext uri="{FF2B5EF4-FFF2-40B4-BE49-F238E27FC236}">
                  <a16:creationId xmlns:a16="http://schemas.microsoft.com/office/drawing/2014/main" id="{1DB83733-CB2A-151D-A974-0548A9746CBA}"/>
                </a:ext>
              </a:extLst>
            </p:cNvPr>
            <p:cNvSpPr/>
            <p:nvPr/>
          </p:nvSpPr>
          <p:spPr>
            <a:xfrm>
              <a:off x="5741648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15" name="pg770">
              <a:extLst>
                <a:ext uri="{FF2B5EF4-FFF2-40B4-BE49-F238E27FC236}">
                  <a16:creationId xmlns:a16="http://schemas.microsoft.com/office/drawing/2014/main" id="{B9A6F050-74E3-879D-35CE-67B857C6F856}"/>
                </a:ext>
              </a:extLst>
            </p:cNvPr>
            <p:cNvSpPr/>
            <p:nvPr/>
          </p:nvSpPr>
          <p:spPr>
            <a:xfrm>
              <a:off x="5683461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16" name="pg771">
              <a:extLst>
                <a:ext uri="{FF2B5EF4-FFF2-40B4-BE49-F238E27FC236}">
                  <a16:creationId xmlns:a16="http://schemas.microsoft.com/office/drawing/2014/main" id="{7EF1D4E7-E97B-7EE0-24E0-46CD97C468DC}"/>
                </a:ext>
              </a:extLst>
            </p:cNvPr>
            <p:cNvSpPr/>
            <p:nvPr/>
          </p:nvSpPr>
          <p:spPr>
            <a:xfrm>
              <a:off x="5695098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17" name="pg772">
              <a:extLst>
                <a:ext uri="{FF2B5EF4-FFF2-40B4-BE49-F238E27FC236}">
                  <a16:creationId xmlns:a16="http://schemas.microsoft.com/office/drawing/2014/main" id="{EC202C81-26FE-C753-70D9-95131F9C0192}"/>
                </a:ext>
              </a:extLst>
            </p:cNvPr>
            <p:cNvSpPr/>
            <p:nvPr/>
          </p:nvSpPr>
          <p:spPr>
            <a:xfrm>
              <a:off x="5706736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18" name="pg773">
              <a:extLst>
                <a:ext uri="{FF2B5EF4-FFF2-40B4-BE49-F238E27FC236}">
                  <a16:creationId xmlns:a16="http://schemas.microsoft.com/office/drawing/2014/main" id="{7422393B-0849-6CE2-BCA8-CA25F1B94526}"/>
                </a:ext>
              </a:extLst>
            </p:cNvPr>
            <p:cNvSpPr/>
            <p:nvPr/>
          </p:nvSpPr>
          <p:spPr>
            <a:xfrm>
              <a:off x="5718373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19" name="pg774">
              <a:extLst>
                <a:ext uri="{FF2B5EF4-FFF2-40B4-BE49-F238E27FC236}">
                  <a16:creationId xmlns:a16="http://schemas.microsoft.com/office/drawing/2014/main" id="{355361D8-A41E-B9FD-3E6D-353E0F07CCE0}"/>
                </a:ext>
              </a:extLst>
            </p:cNvPr>
            <p:cNvSpPr/>
            <p:nvPr/>
          </p:nvSpPr>
          <p:spPr>
            <a:xfrm>
              <a:off x="5730010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20" name="pg775">
              <a:extLst>
                <a:ext uri="{FF2B5EF4-FFF2-40B4-BE49-F238E27FC236}">
                  <a16:creationId xmlns:a16="http://schemas.microsoft.com/office/drawing/2014/main" id="{2443ED3A-6F6A-378A-DA86-CDD815B98D32}"/>
                </a:ext>
              </a:extLst>
            </p:cNvPr>
            <p:cNvSpPr/>
            <p:nvPr/>
          </p:nvSpPr>
          <p:spPr>
            <a:xfrm>
              <a:off x="5671824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21" name="pg776">
              <a:extLst>
                <a:ext uri="{FF2B5EF4-FFF2-40B4-BE49-F238E27FC236}">
                  <a16:creationId xmlns:a16="http://schemas.microsoft.com/office/drawing/2014/main" id="{09609474-7DFF-D03A-8D4C-940AD6734107}"/>
                </a:ext>
              </a:extLst>
            </p:cNvPr>
            <p:cNvSpPr/>
            <p:nvPr/>
          </p:nvSpPr>
          <p:spPr>
            <a:xfrm>
              <a:off x="5683461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22" name="pg777">
              <a:extLst>
                <a:ext uri="{FF2B5EF4-FFF2-40B4-BE49-F238E27FC236}">
                  <a16:creationId xmlns:a16="http://schemas.microsoft.com/office/drawing/2014/main" id="{D6395AB7-205E-80BB-20A2-FC5D457A58E7}"/>
                </a:ext>
              </a:extLst>
            </p:cNvPr>
            <p:cNvSpPr/>
            <p:nvPr/>
          </p:nvSpPr>
          <p:spPr>
            <a:xfrm>
              <a:off x="5695098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23" name="pg778">
              <a:extLst>
                <a:ext uri="{FF2B5EF4-FFF2-40B4-BE49-F238E27FC236}">
                  <a16:creationId xmlns:a16="http://schemas.microsoft.com/office/drawing/2014/main" id="{827A0DAC-0B4C-8038-2BA0-F12CAECB318A}"/>
                </a:ext>
              </a:extLst>
            </p:cNvPr>
            <p:cNvSpPr/>
            <p:nvPr/>
          </p:nvSpPr>
          <p:spPr>
            <a:xfrm>
              <a:off x="5706736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24" name="pg779">
              <a:extLst>
                <a:ext uri="{FF2B5EF4-FFF2-40B4-BE49-F238E27FC236}">
                  <a16:creationId xmlns:a16="http://schemas.microsoft.com/office/drawing/2014/main" id="{AE01E6EA-32BB-F2B2-7748-7569265D3980}"/>
                </a:ext>
              </a:extLst>
            </p:cNvPr>
            <p:cNvSpPr/>
            <p:nvPr/>
          </p:nvSpPr>
          <p:spPr>
            <a:xfrm>
              <a:off x="5718373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25" name="pg780">
              <a:extLst>
                <a:ext uri="{FF2B5EF4-FFF2-40B4-BE49-F238E27FC236}">
                  <a16:creationId xmlns:a16="http://schemas.microsoft.com/office/drawing/2014/main" id="{943ABB69-C030-B10E-F92B-3FA767ABF8C7}"/>
                </a:ext>
              </a:extLst>
            </p:cNvPr>
            <p:cNvSpPr/>
            <p:nvPr/>
          </p:nvSpPr>
          <p:spPr>
            <a:xfrm>
              <a:off x="5730010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26" name="pg781">
              <a:extLst>
                <a:ext uri="{FF2B5EF4-FFF2-40B4-BE49-F238E27FC236}">
                  <a16:creationId xmlns:a16="http://schemas.microsoft.com/office/drawing/2014/main" id="{B79E12B5-5C1C-899E-CE07-8683911762B6}"/>
                </a:ext>
              </a:extLst>
            </p:cNvPr>
            <p:cNvSpPr/>
            <p:nvPr/>
          </p:nvSpPr>
          <p:spPr>
            <a:xfrm>
              <a:off x="5671824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27" name="pg782">
              <a:extLst>
                <a:ext uri="{FF2B5EF4-FFF2-40B4-BE49-F238E27FC236}">
                  <a16:creationId xmlns:a16="http://schemas.microsoft.com/office/drawing/2014/main" id="{4D156734-ED9C-6A7D-8FFC-D3005EE20C59}"/>
                </a:ext>
              </a:extLst>
            </p:cNvPr>
            <p:cNvSpPr/>
            <p:nvPr/>
          </p:nvSpPr>
          <p:spPr>
            <a:xfrm>
              <a:off x="5683461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28" name="pg783">
              <a:extLst>
                <a:ext uri="{FF2B5EF4-FFF2-40B4-BE49-F238E27FC236}">
                  <a16:creationId xmlns:a16="http://schemas.microsoft.com/office/drawing/2014/main" id="{A1925D19-C93B-B5B4-1A45-7AA4D3924925}"/>
                </a:ext>
              </a:extLst>
            </p:cNvPr>
            <p:cNvSpPr/>
            <p:nvPr/>
          </p:nvSpPr>
          <p:spPr>
            <a:xfrm>
              <a:off x="5695098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29" name="pg784">
              <a:extLst>
                <a:ext uri="{FF2B5EF4-FFF2-40B4-BE49-F238E27FC236}">
                  <a16:creationId xmlns:a16="http://schemas.microsoft.com/office/drawing/2014/main" id="{6B528671-1242-A12F-1DC4-B5BCDAA80FDA}"/>
                </a:ext>
              </a:extLst>
            </p:cNvPr>
            <p:cNvSpPr/>
            <p:nvPr/>
          </p:nvSpPr>
          <p:spPr>
            <a:xfrm>
              <a:off x="5706736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30" name="pg785">
              <a:extLst>
                <a:ext uri="{FF2B5EF4-FFF2-40B4-BE49-F238E27FC236}">
                  <a16:creationId xmlns:a16="http://schemas.microsoft.com/office/drawing/2014/main" id="{8275C02A-68F4-1E0E-D245-AED8B45325B9}"/>
                </a:ext>
              </a:extLst>
            </p:cNvPr>
            <p:cNvSpPr/>
            <p:nvPr/>
          </p:nvSpPr>
          <p:spPr>
            <a:xfrm>
              <a:off x="5718373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31" name="pg786">
              <a:extLst>
                <a:ext uri="{FF2B5EF4-FFF2-40B4-BE49-F238E27FC236}">
                  <a16:creationId xmlns:a16="http://schemas.microsoft.com/office/drawing/2014/main" id="{985D4BE0-2B53-04C1-1D30-46820B5E8E06}"/>
                </a:ext>
              </a:extLst>
            </p:cNvPr>
            <p:cNvSpPr/>
            <p:nvPr/>
          </p:nvSpPr>
          <p:spPr>
            <a:xfrm>
              <a:off x="5730010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32" name="pg787">
              <a:extLst>
                <a:ext uri="{FF2B5EF4-FFF2-40B4-BE49-F238E27FC236}">
                  <a16:creationId xmlns:a16="http://schemas.microsoft.com/office/drawing/2014/main" id="{52E66A1C-F950-9BDC-58F1-5FDA46DB6D96}"/>
                </a:ext>
              </a:extLst>
            </p:cNvPr>
            <p:cNvSpPr/>
            <p:nvPr/>
          </p:nvSpPr>
          <p:spPr>
            <a:xfrm>
              <a:off x="5671824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33" name="pg788">
              <a:extLst>
                <a:ext uri="{FF2B5EF4-FFF2-40B4-BE49-F238E27FC236}">
                  <a16:creationId xmlns:a16="http://schemas.microsoft.com/office/drawing/2014/main" id="{C025A515-0A45-6C6C-EFB2-8E2EB0DD1512}"/>
                </a:ext>
              </a:extLst>
            </p:cNvPr>
            <p:cNvSpPr/>
            <p:nvPr/>
          </p:nvSpPr>
          <p:spPr>
            <a:xfrm>
              <a:off x="5683461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34" name="pg789">
              <a:extLst>
                <a:ext uri="{FF2B5EF4-FFF2-40B4-BE49-F238E27FC236}">
                  <a16:creationId xmlns:a16="http://schemas.microsoft.com/office/drawing/2014/main" id="{8F2A82E3-9CA5-4042-89E7-284AB6A54924}"/>
                </a:ext>
              </a:extLst>
            </p:cNvPr>
            <p:cNvSpPr/>
            <p:nvPr/>
          </p:nvSpPr>
          <p:spPr>
            <a:xfrm>
              <a:off x="5695098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35" name="pg790">
              <a:extLst>
                <a:ext uri="{FF2B5EF4-FFF2-40B4-BE49-F238E27FC236}">
                  <a16:creationId xmlns:a16="http://schemas.microsoft.com/office/drawing/2014/main" id="{FD6D71F5-994D-F682-81DF-CD135522CE73}"/>
                </a:ext>
              </a:extLst>
            </p:cNvPr>
            <p:cNvSpPr/>
            <p:nvPr/>
          </p:nvSpPr>
          <p:spPr>
            <a:xfrm>
              <a:off x="5706736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36" name="pg791">
              <a:extLst>
                <a:ext uri="{FF2B5EF4-FFF2-40B4-BE49-F238E27FC236}">
                  <a16:creationId xmlns:a16="http://schemas.microsoft.com/office/drawing/2014/main" id="{07CA08BB-4237-4822-E6C0-27E794C99CA3}"/>
                </a:ext>
              </a:extLst>
            </p:cNvPr>
            <p:cNvSpPr/>
            <p:nvPr/>
          </p:nvSpPr>
          <p:spPr>
            <a:xfrm>
              <a:off x="5718373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37" name="pg792">
              <a:extLst>
                <a:ext uri="{FF2B5EF4-FFF2-40B4-BE49-F238E27FC236}">
                  <a16:creationId xmlns:a16="http://schemas.microsoft.com/office/drawing/2014/main" id="{535B2E0A-2D47-7E73-C70D-76E0104966D3}"/>
                </a:ext>
              </a:extLst>
            </p:cNvPr>
            <p:cNvSpPr/>
            <p:nvPr/>
          </p:nvSpPr>
          <p:spPr>
            <a:xfrm>
              <a:off x="5730010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38" name="pg793">
              <a:extLst>
                <a:ext uri="{FF2B5EF4-FFF2-40B4-BE49-F238E27FC236}">
                  <a16:creationId xmlns:a16="http://schemas.microsoft.com/office/drawing/2014/main" id="{B5C0E5D1-7153-149F-CB6B-8C1EA1C29C8C}"/>
                </a:ext>
              </a:extLst>
            </p:cNvPr>
            <p:cNvSpPr/>
            <p:nvPr/>
          </p:nvSpPr>
          <p:spPr>
            <a:xfrm>
              <a:off x="5671824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39" name="pg794">
              <a:extLst>
                <a:ext uri="{FF2B5EF4-FFF2-40B4-BE49-F238E27FC236}">
                  <a16:creationId xmlns:a16="http://schemas.microsoft.com/office/drawing/2014/main" id="{22EA66CF-B9FD-B93A-DFAA-0539376F26CD}"/>
                </a:ext>
              </a:extLst>
            </p:cNvPr>
            <p:cNvSpPr/>
            <p:nvPr/>
          </p:nvSpPr>
          <p:spPr>
            <a:xfrm>
              <a:off x="5683461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40" name="pg795">
              <a:extLst>
                <a:ext uri="{FF2B5EF4-FFF2-40B4-BE49-F238E27FC236}">
                  <a16:creationId xmlns:a16="http://schemas.microsoft.com/office/drawing/2014/main" id="{46F8E7E0-F5B1-CBB3-E9C3-9CE414EA7587}"/>
                </a:ext>
              </a:extLst>
            </p:cNvPr>
            <p:cNvSpPr/>
            <p:nvPr/>
          </p:nvSpPr>
          <p:spPr>
            <a:xfrm>
              <a:off x="5695098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41" name="pg796">
              <a:extLst>
                <a:ext uri="{FF2B5EF4-FFF2-40B4-BE49-F238E27FC236}">
                  <a16:creationId xmlns:a16="http://schemas.microsoft.com/office/drawing/2014/main" id="{CA8EB94F-3F93-CC5B-D0FB-96D1EB68140F}"/>
                </a:ext>
              </a:extLst>
            </p:cNvPr>
            <p:cNvSpPr/>
            <p:nvPr/>
          </p:nvSpPr>
          <p:spPr>
            <a:xfrm>
              <a:off x="5706736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42" name="pg797">
              <a:extLst>
                <a:ext uri="{FF2B5EF4-FFF2-40B4-BE49-F238E27FC236}">
                  <a16:creationId xmlns:a16="http://schemas.microsoft.com/office/drawing/2014/main" id="{6A33E7D9-133B-17EA-D21F-C4D145085C71}"/>
                </a:ext>
              </a:extLst>
            </p:cNvPr>
            <p:cNvSpPr/>
            <p:nvPr/>
          </p:nvSpPr>
          <p:spPr>
            <a:xfrm>
              <a:off x="5718373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43" name="pg798">
              <a:extLst>
                <a:ext uri="{FF2B5EF4-FFF2-40B4-BE49-F238E27FC236}">
                  <a16:creationId xmlns:a16="http://schemas.microsoft.com/office/drawing/2014/main" id="{06959C94-7EA1-9A61-7AAF-391A0DA45164}"/>
                </a:ext>
              </a:extLst>
            </p:cNvPr>
            <p:cNvSpPr/>
            <p:nvPr/>
          </p:nvSpPr>
          <p:spPr>
            <a:xfrm>
              <a:off x="5730010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44" name="pg799">
              <a:extLst>
                <a:ext uri="{FF2B5EF4-FFF2-40B4-BE49-F238E27FC236}">
                  <a16:creationId xmlns:a16="http://schemas.microsoft.com/office/drawing/2014/main" id="{F80358B0-D373-1459-C1C9-6311F6D99037}"/>
                </a:ext>
              </a:extLst>
            </p:cNvPr>
            <p:cNvSpPr/>
            <p:nvPr/>
          </p:nvSpPr>
          <p:spPr>
            <a:xfrm>
              <a:off x="5741648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45" name="pg800">
              <a:extLst>
                <a:ext uri="{FF2B5EF4-FFF2-40B4-BE49-F238E27FC236}">
                  <a16:creationId xmlns:a16="http://schemas.microsoft.com/office/drawing/2014/main" id="{7045D3F7-4DC4-2C67-9492-194FFBEC564D}"/>
                </a:ext>
              </a:extLst>
            </p:cNvPr>
            <p:cNvSpPr/>
            <p:nvPr/>
          </p:nvSpPr>
          <p:spPr>
            <a:xfrm>
              <a:off x="5660186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46" name="pg801">
              <a:extLst>
                <a:ext uri="{FF2B5EF4-FFF2-40B4-BE49-F238E27FC236}">
                  <a16:creationId xmlns:a16="http://schemas.microsoft.com/office/drawing/2014/main" id="{89DAD77D-57F8-4E9F-F2A6-756C0E34C2ED}"/>
                </a:ext>
              </a:extLst>
            </p:cNvPr>
            <p:cNvSpPr/>
            <p:nvPr/>
          </p:nvSpPr>
          <p:spPr>
            <a:xfrm>
              <a:off x="5671824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47" name="pg802">
              <a:extLst>
                <a:ext uri="{FF2B5EF4-FFF2-40B4-BE49-F238E27FC236}">
                  <a16:creationId xmlns:a16="http://schemas.microsoft.com/office/drawing/2014/main" id="{62C4E0F9-B9F7-8690-B63C-F40BAA1D1057}"/>
                </a:ext>
              </a:extLst>
            </p:cNvPr>
            <p:cNvSpPr/>
            <p:nvPr/>
          </p:nvSpPr>
          <p:spPr>
            <a:xfrm>
              <a:off x="5683461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48" name="pg803">
              <a:extLst>
                <a:ext uri="{FF2B5EF4-FFF2-40B4-BE49-F238E27FC236}">
                  <a16:creationId xmlns:a16="http://schemas.microsoft.com/office/drawing/2014/main" id="{160EB49F-F3F9-76B3-EFDC-F7707C499361}"/>
                </a:ext>
              </a:extLst>
            </p:cNvPr>
            <p:cNvSpPr/>
            <p:nvPr/>
          </p:nvSpPr>
          <p:spPr>
            <a:xfrm>
              <a:off x="5695098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49" name="pg804">
              <a:extLst>
                <a:ext uri="{FF2B5EF4-FFF2-40B4-BE49-F238E27FC236}">
                  <a16:creationId xmlns:a16="http://schemas.microsoft.com/office/drawing/2014/main" id="{FFF21D26-7402-188A-F9EC-7BA929333233}"/>
                </a:ext>
              </a:extLst>
            </p:cNvPr>
            <p:cNvSpPr/>
            <p:nvPr/>
          </p:nvSpPr>
          <p:spPr>
            <a:xfrm>
              <a:off x="5706736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50" name="pg805">
              <a:extLst>
                <a:ext uri="{FF2B5EF4-FFF2-40B4-BE49-F238E27FC236}">
                  <a16:creationId xmlns:a16="http://schemas.microsoft.com/office/drawing/2014/main" id="{0AFA4750-2E3A-F081-F561-87764D63ABE1}"/>
                </a:ext>
              </a:extLst>
            </p:cNvPr>
            <p:cNvSpPr/>
            <p:nvPr/>
          </p:nvSpPr>
          <p:spPr>
            <a:xfrm>
              <a:off x="5718373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51" name="pg806">
              <a:extLst>
                <a:ext uri="{FF2B5EF4-FFF2-40B4-BE49-F238E27FC236}">
                  <a16:creationId xmlns:a16="http://schemas.microsoft.com/office/drawing/2014/main" id="{506369DE-7561-9C20-FB9A-51DF16D60857}"/>
                </a:ext>
              </a:extLst>
            </p:cNvPr>
            <p:cNvSpPr/>
            <p:nvPr/>
          </p:nvSpPr>
          <p:spPr>
            <a:xfrm>
              <a:off x="5730010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52" name="pg807">
              <a:extLst>
                <a:ext uri="{FF2B5EF4-FFF2-40B4-BE49-F238E27FC236}">
                  <a16:creationId xmlns:a16="http://schemas.microsoft.com/office/drawing/2014/main" id="{627BE761-40BC-749C-FD19-4C0D49076B5A}"/>
                </a:ext>
              </a:extLst>
            </p:cNvPr>
            <p:cNvSpPr/>
            <p:nvPr/>
          </p:nvSpPr>
          <p:spPr>
            <a:xfrm>
              <a:off x="5648549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53" name="pg808">
              <a:extLst>
                <a:ext uri="{FF2B5EF4-FFF2-40B4-BE49-F238E27FC236}">
                  <a16:creationId xmlns:a16="http://schemas.microsoft.com/office/drawing/2014/main" id="{2F3DBBBC-111C-C8DE-ED08-FEA7E53F5490}"/>
                </a:ext>
              </a:extLst>
            </p:cNvPr>
            <p:cNvSpPr/>
            <p:nvPr/>
          </p:nvSpPr>
          <p:spPr>
            <a:xfrm>
              <a:off x="5660186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54" name="pg809">
              <a:extLst>
                <a:ext uri="{FF2B5EF4-FFF2-40B4-BE49-F238E27FC236}">
                  <a16:creationId xmlns:a16="http://schemas.microsoft.com/office/drawing/2014/main" id="{4CE16270-5C34-2CB1-E3E1-10526E464E87}"/>
                </a:ext>
              </a:extLst>
            </p:cNvPr>
            <p:cNvSpPr/>
            <p:nvPr/>
          </p:nvSpPr>
          <p:spPr>
            <a:xfrm>
              <a:off x="5671824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55" name="pg810">
              <a:extLst>
                <a:ext uri="{FF2B5EF4-FFF2-40B4-BE49-F238E27FC236}">
                  <a16:creationId xmlns:a16="http://schemas.microsoft.com/office/drawing/2014/main" id="{32E2547A-625B-7468-2420-9DCE171B5629}"/>
                </a:ext>
              </a:extLst>
            </p:cNvPr>
            <p:cNvSpPr/>
            <p:nvPr/>
          </p:nvSpPr>
          <p:spPr>
            <a:xfrm>
              <a:off x="5683461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56" name="pg811">
              <a:extLst>
                <a:ext uri="{FF2B5EF4-FFF2-40B4-BE49-F238E27FC236}">
                  <a16:creationId xmlns:a16="http://schemas.microsoft.com/office/drawing/2014/main" id="{DF72FC5E-97BD-CD4E-2AB6-073ABA784FD6}"/>
                </a:ext>
              </a:extLst>
            </p:cNvPr>
            <p:cNvSpPr/>
            <p:nvPr/>
          </p:nvSpPr>
          <p:spPr>
            <a:xfrm>
              <a:off x="5695098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57" name="pg812">
              <a:extLst>
                <a:ext uri="{FF2B5EF4-FFF2-40B4-BE49-F238E27FC236}">
                  <a16:creationId xmlns:a16="http://schemas.microsoft.com/office/drawing/2014/main" id="{6CC8576A-4CE5-D7D5-1FA4-0F4EC00E7D60}"/>
                </a:ext>
              </a:extLst>
            </p:cNvPr>
            <p:cNvSpPr/>
            <p:nvPr/>
          </p:nvSpPr>
          <p:spPr>
            <a:xfrm>
              <a:off x="5706736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58" name="pg813">
              <a:extLst>
                <a:ext uri="{FF2B5EF4-FFF2-40B4-BE49-F238E27FC236}">
                  <a16:creationId xmlns:a16="http://schemas.microsoft.com/office/drawing/2014/main" id="{AB1A2636-6B08-FBB5-62FF-D1C255110CB9}"/>
                </a:ext>
              </a:extLst>
            </p:cNvPr>
            <p:cNvSpPr/>
            <p:nvPr/>
          </p:nvSpPr>
          <p:spPr>
            <a:xfrm>
              <a:off x="5718373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59" name="pg814">
              <a:extLst>
                <a:ext uri="{FF2B5EF4-FFF2-40B4-BE49-F238E27FC236}">
                  <a16:creationId xmlns:a16="http://schemas.microsoft.com/office/drawing/2014/main" id="{0C4AE1CF-E8ED-28FA-8167-03391B6960F6}"/>
                </a:ext>
              </a:extLst>
            </p:cNvPr>
            <p:cNvSpPr/>
            <p:nvPr/>
          </p:nvSpPr>
          <p:spPr>
            <a:xfrm>
              <a:off x="5648549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60" name="pg815">
              <a:extLst>
                <a:ext uri="{FF2B5EF4-FFF2-40B4-BE49-F238E27FC236}">
                  <a16:creationId xmlns:a16="http://schemas.microsoft.com/office/drawing/2014/main" id="{963777B9-0A7B-E2B2-1813-2324A2B241BD}"/>
                </a:ext>
              </a:extLst>
            </p:cNvPr>
            <p:cNvSpPr/>
            <p:nvPr/>
          </p:nvSpPr>
          <p:spPr>
            <a:xfrm>
              <a:off x="5660186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61" name="pg816">
              <a:extLst>
                <a:ext uri="{FF2B5EF4-FFF2-40B4-BE49-F238E27FC236}">
                  <a16:creationId xmlns:a16="http://schemas.microsoft.com/office/drawing/2014/main" id="{1FE19DEC-38EA-1160-999F-ED649623448A}"/>
                </a:ext>
              </a:extLst>
            </p:cNvPr>
            <p:cNvSpPr/>
            <p:nvPr/>
          </p:nvSpPr>
          <p:spPr>
            <a:xfrm>
              <a:off x="5671824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62" name="pg817">
              <a:extLst>
                <a:ext uri="{FF2B5EF4-FFF2-40B4-BE49-F238E27FC236}">
                  <a16:creationId xmlns:a16="http://schemas.microsoft.com/office/drawing/2014/main" id="{D81C6F78-3426-FE09-D1AC-B81A9A767358}"/>
                </a:ext>
              </a:extLst>
            </p:cNvPr>
            <p:cNvSpPr/>
            <p:nvPr/>
          </p:nvSpPr>
          <p:spPr>
            <a:xfrm>
              <a:off x="5683461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63" name="pg818">
              <a:extLst>
                <a:ext uri="{FF2B5EF4-FFF2-40B4-BE49-F238E27FC236}">
                  <a16:creationId xmlns:a16="http://schemas.microsoft.com/office/drawing/2014/main" id="{4F5A361B-261D-CB02-F343-9609C4C09A72}"/>
                </a:ext>
              </a:extLst>
            </p:cNvPr>
            <p:cNvSpPr/>
            <p:nvPr/>
          </p:nvSpPr>
          <p:spPr>
            <a:xfrm>
              <a:off x="5695098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64" name="pg819">
              <a:extLst>
                <a:ext uri="{FF2B5EF4-FFF2-40B4-BE49-F238E27FC236}">
                  <a16:creationId xmlns:a16="http://schemas.microsoft.com/office/drawing/2014/main" id="{7DEFA281-166B-7532-3616-4424EA3C2468}"/>
                </a:ext>
              </a:extLst>
            </p:cNvPr>
            <p:cNvSpPr/>
            <p:nvPr/>
          </p:nvSpPr>
          <p:spPr>
            <a:xfrm>
              <a:off x="5706736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65" name="pg820">
              <a:extLst>
                <a:ext uri="{FF2B5EF4-FFF2-40B4-BE49-F238E27FC236}">
                  <a16:creationId xmlns:a16="http://schemas.microsoft.com/office/drawing/2014/main" id="{DE7B65C9-F0F5-8AEC-B2D6-542FAA41C51F}"/>
                </a:ext>
              </a:extLst>
            </p:cNvPr>
            <p:cNvSpPr/>
            <p:nvPr/>
          </p:nvSpPr>
          <p:spPr>
            <a:xfrm>
              <a:off x="5718373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66" name="pg821">
              <a:extLst>
                <a:ext uri="{FF2B5EF4-FFF2-40B4-BE49-F238E27FC236}">
                  <a16:creationId xmlns:a16="http://schemas.microsoft.com/office/drawing/2014/main" id="{79EA43EF-B481-0733-AEB3-CB04FB61DACF}"/>
                </a:ext>
              </a:extLst>
            </p:cNvPr>
            <p:cNvSpPr/>
            <p:nvPr/>
          </p:nvSpPr>
          <p:spPr>
            <a:xfrm>
              <a:off x="5741648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67" name="pg822">
              <a:extLst>
                <a:ext uri="{FF2B5EF4-FFF2-40B4-BE49-F238E27FC236}">
                  <a16:creationId xmlns:a16="http://schemas.microsoft.com/office/drawing/2014/main" id="{CBA45F60-7194-2268-AB31-17E149F74636}"/>
                </a:ext>
              </a:extLst>
            </p:cNvPr>
            <p:cNvSpPr/>
            <p:nvPr/>
          </p:nvSpPr>
          <p:spPr>
            <a:xfrm>
              <a:off x="5753285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68" name="pg823">
              <a:extLst>
                <a:ext uri="{FF2B5EF4-FFF2-40B4-BE49-F238E27FC236}">
                  <a16:creationId xmlns:a16="http://schemas.microsoft.com/office/drawing/2014/main" id="{E4D6FB90-79B8-2D0E-B03F-E68C1C3614A7}"/>
                </a:ext>
              </a:extLst>
            </p:cNvPr>
            <p:cNvSpPr/>
            <p:nvPr/>
          </p:nvSpPr>
          <p:spPr>
            <a:xfrm>
              <a:off x="5764922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69" name="pg824">
              <a:extLst>
                <a:ext uri="{FF2B5EF4-FFF2-40B4-BE49-F238E27FC236}">
                  <a16:creationId xmlns:a16="http://schemas.microsoft.com/office/drawing/2014/main" id="{F20A8804-FEA5-B82B-E9D8-EFC4C3DCB6AF}"/>
                </a:ext>
              </a:extLst>
            </p:cNvPr>
            <p:cNvSpPr/>
            <p:nvPr/>
          </p:nvSpPr>
          <p:spPr>
            <a:xfrm>
              <a:off x="5776560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70" name="pg825">
              <a:extLst>
                <a:ext uri="{FF2B5EF4-FFF2-40B4-BE49-F238E27FC236}">
                  <a16:creationId xmlns:a16="http://schemas.microsoft.com/office/drawing/2014/main" id="{D5E7B9DE-31E1-C167-7021-B3047200B48C}"/>
                </a:ext>
              </a:extLst>
            </p:cNvPr>
            <p:cNvSpPr/>
            <p:nvPr/>
          </p:nvSpPr>
          <p:spPr>
            <a:xfrm>
              <a:off x="5648549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71" name="pg826">
              <a:extLst>
                <a:ext uri="{FF2B5EF4-FFF2-40B4-BE49-F238E27FC236}">
                  <a16:creationId xmlns:a16="http://schemas.microsoft.com/office/drawing/2014/main" id="{904C8316-6600-D1C0-D1FF-F5B7773EA571}"/>
                </a:ext>
              </a:extLst>
            </p:cNvPr>
            <p:cNvSpPr/>
            <p:nvPr/>
          </p:nvSpPr>
          <p:spPr>
            <a:xfrm>
              <a:off x="5660186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72" name="pg827">
              <a:extLst>
                <a:ext uri="{FF2B5EF4-FFF2-40B4-BE49-F238E27FC236}">
                  <a16:creationId xmlns:a16="http://schemas.microsoft.com/office/drawing/2014/main" id="{3AF6E110-F009-AE44-EA2A-40B6C305AFB1}"/>
                </a:ext>
              </a:extLst>
            </p:cNvPr>
            <p:cNvSpPr/>
            <p:nvPr/>
          </p:nvSpPr>
          <p:spPr>
            <a:xfrm>
              <a:off x="5671824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73" name="pg828">
              <a:extLst>
                <a:ext uri="{FF2B5EF4-FFF2-40B4-BE49-F238E27FC236}">
                  <a16:creationId xmlns:a16="http://schemas.microsoft.com/office/drawing/2014/main" id="{EC18A4EF-D0BD-9DAD-5306-23960DA02B69}"/>
                </a:ext>
              </a:extLst>
            </p:cNvPr>
            <p:cNvSpPr/>
            <p:nvPr/>
          </p:nvSpPr>
          <p:spPr>
            <a:xfrm>
              <a:off x="5683461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74" name="pg829">
              <a:extLst>
                <a:ext uri="{FF2B5EF4-FFF2-40B4-BE49-F238E27FC236}">
                  <a16:creationId xmlns:a16="http://schemas.microsoft.com/office/drawing/2014/main" id="{F0494367-EC6F-9051-C39F-47B5107CDFCC}"/>
                </a:ext>
              </a:extLst>
            </p:cNvPr>
            <p:cNvSpPr/>
            <p:nvPr/>
          </p:nvSpPr>
          <p:spPr>
            <a:xfrm>
              <a:off x="5695098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75" name="pg830">
              <a:extLst>
                <a:ext uri="{FF2B5EF4-FFF2-40B4-BE49-F238E27FC236}">
                  <a16:creationId xmlns:a16="http://schemas.microsoft.com/office/drawing/2014/main" id="{027C6DF6-7259-7FFB-194E-CC3F08C6BB90}"/>
                </a:ext>
              </a:extLst>
            </p:cNvPr>
            <p:cNvSpPr/>
            <p:nvPr/>
          </p:nvSpPr>
          <p:spPr>
            <a:xfrm>
              <a:off x="5706736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76" name="pg831">
              <a:extLst>
                <a:ext uri="{FF2B5EF4-FFF2-40B4-BE49-F238E27FC236}">
                  <a16:creationId xmlns:a16="http://schemas.microsoft.com/office/drawing/2014/main" id="{4069C7E6-00E2-EF08-0058-F11F6CAA176B}"/>
                </a:ext>
              </a:extLst>
            </p:cNvPr>
            <p:cNvSpPr/>
            <p:nvPr/>
          </p:nvSpPr>
          <p:spPr>
            <a:xfrm>
              <a:off x="5718373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77" name="pg832">
              <a:extLst>
                <a:ext uri="{FF2B5EF4-FFF2-40B4-BE49-F238E27FC236}">
                  <a16:creationId xmlns:a16="http://schemas.microsoft.com/office/drawing/2014/main" id="{2F907DAC-487A-4B5B-3851-C415BEEA49E1}"/>
                </a:ext>
              </a:extLst>
            </p:cNvPr>
            <p:cNvSpPr/>
            <p:nvPr/>
          </p:nvSpPr>
          <p:spPr>
            <a:xfrm>
              <a:off x="5730010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78" name="pg833">
              <a:extLst>
                <a:ext uri="{FF2B5EF4-FFF2-40B4-BE49-F238E27FC236}">
                  <a16:creationId xmlns:a16="http://schemas.microsoft.com/office/drawing/2014/main" id="{FE30348A-527A-97B6-BAC8-C2502004920D}"/>
                </a:ext>
              </a:extLst>
            </p:cNvPr>
            <p:cNvSpPr/>
            <p:nvPr/>
          </p:nvSpPr>
          <p:spPr>
            <a:xfrm>
              <a:off x="5741648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79" name="pg834">
              <a:extLst>
                <a:ext uri="{FF2B5EF4-FFF2-40B4-BE49-F238E27FC236}">
                  <a16:creationId xmlns:a16="http://schemas.microsoft.com/office/drawing/2014/main" id="{FCA945A5-79E0-D7E1-00AA-F6C7E349A93E}"/>
                </a:ext>
              </a:extLst>
            </p:cNvPr>
            <p:cNvSpPr/>
            <p:nvPr/>
          </p:nvSpPr>
          <p:spPr>
            <a:xfrm>
              <a:off x="5753285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80" name="pg835">
              <a:extLst>
                <a:ext uri="{FF2B5EF4-FFF2-40B4-BE49-F238E27FC236}">
                  <a16:creationId xmlns:a16="http://schemas.microsoft.com/office/drawing/2014/main" id="{1DD29555-E595-0EC1-6EF4-50122CFB89A2}"/>
                </a:ext>
              </a:extLst>
            </p:cNvPr>
            <p:cNvSpPr/>
            <p:nvPr/>
          </p:nvSpPr>
          <p:spPr>
            <a:xfrm>
              <a:off x="5764922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81" name="pg836">
              <a:extLst>
                <a:ext uri="{FF2B5EF4-FFF2-40B4-BE49-F238E27FC236}">
                  <a16:creationId xmlns:a16="http://schemas.microsoft.com/office/drawing/2014/main" id="{2258D2EF-B47B-D45E-3AEF-DA729924B009}"/>
                </a:ext>
              </a:extLst>
            </p:cNvPr>
            <p:cNvSpPr/>
            <p:nvPr/>
          </p:nvSpPr>
          <p:spPr>
            <a:xfrm>
              <a:off x="5776560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82" name="pg837">
              <a:extLst>
                <a:ext uri="{FF2B5EF4-FFF2-40B4-BE49-F238E27FC236}">
                  <a16:creationId xmlns:a16="http://schemas.microsoft.com/office/drawing/2014/main" id="{65985B8B-3920-0818-7100-A5F7FD1AA556}"/>
                </a:ext>
              </a:extLst>
            </p:cNvPr>
            <p:cNvSpPr/>
            <p:nvPr/>
          </p:nvSpPr>
          <p:spPr>
            <a:xfrm>
              <a:off x="5788197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83" name="pg838">
              <a:extLst>
                <a:ext uri="{FF2B5EF4-FFF2-40B4-BE49-F238E27FC236}">
                  <a16:creationId xmlns:a16="http://schemas.microsoft.com/office/drawing/2014/main" id="{1C57AD22-B833-223F-DC4D-4FE9B8EFA5D6}"/>
                </a:ext>
              </a:extLst>
            </p:cNvPr>
            <p:cNvSpPr/>
            <p:nvPr/>
          </p:nvSpPr>
          <p:spPr>
            <a:xfrm>
              <a:off x="5671824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84" name="pg839">
              <a:extLst>
                <a:ext uri="{FF2B5EF4-FFF2-40B4-BE49-F238E27FC236}">
                  <a16:creationId xmlns:a16="http://schemas.microsoft.com/office/drawing/2014/main" id="{CCCD630F-0230-0261-515C-0B6A2CEC7359}"/>
                </a:ext>
              </a:extLst>
            </p:cNvPr>
            <p:cNvSpPr/>
            <p:nvPr/>
          </p:nvSpPr>
          <p:spPr>
            <a:xfrm>
              <a:off x="5683461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85" name="pg840">
              <a:extLst>
                <a:ext uri="{FF2B5EF4-FFF2-40B4-BE49-F238E27FC236}">
                  <a16:creationId xmlns:a16="http://schemas.microsoft.com/office/drawing/2014/main" id="{5B45BEE6-DDF5-29B8-F576-9F942DD72FDE}"/>
                </a:ext>
              </a:extLst>
            </p:cNvPr>
            <p:cNvSpPr/>
            <p:nvPr/>
          </p:nvSpPr>
          <p:spPr>
            <a:xfrm>
              <a:off x="5695098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86" name="pg841">
              <a:extLst>
                <a:ext uri="{FF2B5EF4-FFF2-40B4-BE49-F238E27FC236}">
                  <a16:creationId xmlns:a16="http://schemas.microsoft.com/office/drawing/2014/main" id="{4C6BCB7E-1CE0-61A7-7DA8-E528193FC810}"/>
                </a:ext>
              </a:extLst>
            </p:cNvPr>
            <p:cNvSpPr/>
            <p:nvPr/>
          </p:nvSpPr>
          <p:spPr>
            <a:xfrm>
              <a:off x="5706736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87" name="pg842">
              <a:extLst>
                <a:ext uri="{FF2B5EF4-FFF2-40B4-BE49-F238E27FC236}">
                  <a16:creationId xmlns:a16="http://schemas.microsoft.com/office/drawing/2014/main" id="{C217C770-908F-B1C4-E38A-4AFD1E15D46A}"/>
                </a:ext>
              </a:extLst>
            </p:cNvPr>
            <p:cNvSpPr/>
            <p:nvPr/>
          </p:nvSpPr>
          <p:spPr>
            <a:xfrm>
              <a:off x="5718373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88" name="pg843">
              <a:extLst>
                <a:ext uri="{FF2B5EF4-FFF2-40B4-BE49-F238E27FC236}">
                  <a16:creationId xmlns:a16="http://schemas.microsoft.com/office/drawing/2014/main" id="{BD50D280-D179-FC89-4D5B-A29DC13A20A6}"/>
                </a:ext>
              </a:extLst>
            </p:cNvPr>
            <p:cNvSpPr/>
            <p:nvPr/>
          </p:nvSpPr>
          <p:spPr>
            <a:xfrm>
              <a:off x="5730010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89" name="pg844">
              <a:extLst>
                <a:ext uri="{FF2B5EF4-FFF2-40B4-BE49-F238E27FC236}">
                  <a16:creationId xmlns:a16="http://schemas.microsoft.com/office/drawing/2014/main" id="{F15456C0-0C04-E4C8-02EB-883A8BC1C445}"/>
                </a:ext>
              </a:extLst>
            </p:cNvPr>
            <p:cNvSpPr/>
            <p:nvPr/>
          </p:nvSpPr>
          <p:spPr>
            <a:xfrm>
              <a:off x="5741648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90" name="pg845">
              <a:extLst>
                <a:ext uri="{FF2B5EF4-FFF2-40B4-BE49-F238E27FC236}">
                  <a16:creationId xmlns:a16="http://schemas.microsoft.com/office/drawing/2014/main" id="{28A6588A-9314-E1E9-C799-76D34BBE9502}"/>
                </a:ext>
              </a:extLst>
            </p:cNvPr>
            <p:cNvSpPr/>
            <p:nvPr/>
          </p:nvSpPr>
          <p:spPr>
            <a:xfrm>
              <a:off x="5753285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91" name="pg846">
              <a:extLst>
                <a:ext uri="{FF2B5EF4-FFF2-40B4-BE49-F238E27FC236}">
                  <a16:creationId xmlns:a16="http://schemas.microsoft.com/office/drawing/2014/main" id="{67108411-97E6-D1C3-7E57-6BA1B41DBFB2}"/>
                </a:ext>
              </a:extLst>
            </p:cNvPr>
            <p:cNvSpPr/>
            <p:nvPr/>
          </p:nvSpPr>
          <p:spPr>
            <a:xfrm>
              <a:off x="5764922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92" name="pg847">
              <a:extLst>
                <a:ext uri="{FF2B5EF4-FFF2-40B4-BE49-F238E27FC236}">
                  <a16:creationId xmlns:a16="http://schemas.microsoft.com/office/drawing/2014/main" id="{80E2561B-F216-A1B0-407E-65B7D3614D76}"/>
                </a:ext>
              </a:extLst>
            </p:cNvPr>
            <p:cNvSpPr/>
            <p:nvPr/>
          </p:nvSpPr>
          <p:spPr>
            <a:xfrm>
              <a:off x="5776560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93" name="pg848">
              <a:extLst>
                <a:ext uri="{FF2B5EF4-FFF2-40B4-BE49-F238E27FC236}">
                  <a16:creationId xmlns:a16="http://schemas.microsoft.com/office/drawing/2014/main" id="{1DB73316-30B5-C759-BCEF-C50C0F4C28C7}"/>
                </a:ext>
              </a:extLst>
            </p:cNvPr>
            <p:cNvSpPr/>
            <p:nvPr/>
          </p:nvSpPr>
          <p:spPr>
            <a:xfrm>
              <a:off x="5788197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94" name="pg849">
              <a:extLst>
                <a:ext uri="{FF2B5EF4-FFF2-40B4-BE49-F238E27FC236}">
                  <a16:creationId xmlns:a16="http://schemas.microsoft.com/office/drawing/2014/main" id="{92DA3E4A-970E-740D-49B4-8BCF57E37DB4}"/>
                </a:ext>
              </a:extLst>
            </p:cNvPr>
            <p:cNvSpPr/>
            <p:nvPr/>
          </p:nvSpPr>
          <p:spPr>
            <a:xfrm>
              <a:off x="5799834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95" name="pg850">
              <a:extLst>
                <a:ext uri="{FF2B5EF4-FFF2-40B4-BE49-F238E27FC236}">
                  <a16:creationId xmlns:a16="http://schemas.microsoft.com/office/drawing/2014/main" id="{FFE452A4-3812-DBBD-CBB7-665A4DEB5AE6}"/>
                </a:ext>
              </a:extLst>
            </p:cNvPr>
            <p:cNvSpPr/>
            <p:nvPr/>
          </p:nvSpPr>
          <p:spPr>
            <a:xfrm>
              <a:off x="5625275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96" name="pg851">
              <a:extLst>
                <a:ext uri="{FF2B5EF4-FFF2-40B4-BE49-F238E27FC236}">
                  <a16:creationId xmlns:a16="http://schemas.microsoft.com/office/drawing/2014/main" id="{FB235BDE-438B-C91B-E49D-C0F7206492CB}"/>
                </a:ext>
              </a:extLst>
            </p:cNvPr>
            <p:cNvSpPr/>
            <p:nvPr/>
          </p:nvSpPr>
          <p:spPr>
            <a:xfrm>
              <a:off x="5636912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97" name="pg852">
              <a:extLst>
                <a:ext uri="{FF2B5EF4-FFF2-40B4-BE49-F238E27FC236}">
                  <a16:creationId xmlns:a16="http://schemas.microsoft.com/office/drawing/2014/main" id="{D4D7B1EE-99D7-8617-5F1A-BFAC15057B73}"/>
                </a:ext>
              </a:extLst>
            </p:cNvPr>
            <p:cNvSpPr/>
            <p:nvPr/>
          </p:nvSpPr>
          <p:spPr>
            <a:xfrm>
              <a:off x="5648549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98" name="pg853">
              <a:extLst>
                <a:ext uri="{FF2B5EF4-FFF2-40B4-BE49-F238E27FC236}">
                  <a16:creationId xmlns:a16="http://schemas.microsoft.com/office/drawing/2014/main" id="{2A099548-C0D0-56B8-3DA8-CA7AEEF32A08}"/>
                </a:ext>
              </a:extLst>
            </p:cNvPr>
            <p:cNvSpPr/>
            <p:nvPr/>
          </p:nvSpPr>
          <p:spPr>
            <a:xfrm>
              <a:off x="5660186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99" name="pg854">
              <a:extLst>
                <a:ext uri="{FF2B5EF4-FFF2-40B4-BE49-F238E27FC236}">
                  <a16:creationId xmlns:a16="http://schemas.microsoft.com/office/drawing/2014/main" id="{A3F7A567-7558-C13C-73FD-1DB645C4F07C}"/>
                </a:ext>
              </a:extLst>
            </p:cNvPr>
            <p:cNvSpPr/>
            <p:nvPr/>
          </p:nvSpPr>
          <p:spPr>
            <a:xfrm>
              <a:off x="5695098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00" name="pg855">
              <a:extLst>
                <a:ext uri="{FF2B5EF4-FFF2-40B4-BE49-F238E27FC236}">
                  <a16:creationId xmlns:a16="http://schemas.microsoft.com/office/drawing/2014/main" id="{56C72451-C31C-B54B-F91D-B64820CA24FA}"/>
                </a:ext>
              </a:extLst>
            </p:cNvPr>
            <p:cNvSpPr/>
            <p:nvPr/>
          </p:nvSpPr>
          <p:spPr>
            <a:xfrm>
              <a:off x="5706736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01" name="pg856">
              <a:extLst>
                <a:ext uri="{FF2B5EF4-FFF2-40B4-BE49-F238E27FC236}">
                  <a16:creationId xmlns:a16="http://schemas.microsoft.com/office/drawing/2014/main" id="{17CB0E04-243B-9833-3FA4-1FB903D23DBC}"/>
                </a:ext>
              </a:extLst>
            </p:cNvPr>
            <p:cNvSpPr/>
            <p:nvPr/>
          </p:nvSpPr>
          <p:spPr>
            <a:xfrm>
              <a:off x="5718373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02" name="pg857">
              <a:extLst>
                <a:ext uri="{FF2B5EF4-FFF2-40B4-BE49-F238E27FC236}">
                  <a16:creationId xmlns:a16="http://schemas.microsoft.com/office/drawing/2014/main" id="{A130FE09-92FE-4A19-71B2-08A123DAD689}"/>
                </a:ext>
              </a:extLst>
            </p:cNvPr>
            <p:cNvSpPr/>
            <p:nvPr/>
          </p:nvSpPr>
          <p:spPr>
            <a:xfrm>
              <a:off x="5730010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03" name="pg858">
              <a:extLst>
                <a:ext uri="{FF2B5EF4-FFF2-40B4-BE49-F238E27FC236}">
                  <a16:creationId xmlns:a16="http://schemas.microsoft.com/office/drawing/2014/main" id="{BC4EAFF6-E61C-0DC5-E3D7-C488F63569EF}"/>
                </a:ext>
              </a:extLst>
            </p:cNvPr>
            <p:cNvSpPr/>
            <p:nvPr/>
          </p:nvSpPr>
          <p:spPr>
            <a:xfrm>
              <a:off x="5741648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04" name="pg859">
              <a:extLst>
                <a:ext uri="{FF2B5EF4-FFF2-40B4-BE49-F238E27FC236}">
                  <a16:creationId xmlns:a16="http://schemas.microsoft.com/office/drawing/2014/main" id="{0B506BA3-157E-CC1D-B7FC-92B015E18DB3}"/>
                </a:ext>
              </a:extLst>
            </p:cNvPr>
            <p:cNvSpPr/>
            <p:nvPr/>
          </p:nvSpPr>
          <p:spPr>
            <a:xfrm>
              <a:off x="5753285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05" name="pg860">
              <a:extLst>
                <a:ext uri="{FF2B5EF4-FFF2-40B4-BE49-F238E27FC236}">
                  <a16:creationId xmlns:a16="http://schemas.microsoft.com/office/drawing/2014/main" id="{CF9E1A0F-45A0-0FC3-7C16-4B279DC6BDC6}"/>
                </a:ext>
              </a:extLst>
            </p:cNvPr>
            <p:cNvSpPr/>
            <p:nvPr/>
          </p:nvSpPr>
          <p:spPr>
            <a:xfrm>
              <a:off x="5764922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06" name="pg861">
              <a:extLst>
                <a:ext uri="{FF2B5EF4-FFF2-40B4-BE49-F238E27FC236}">
                  <a16:creationId xmlns:a16="http://schemas.microsoft.com/office/drawing/2014/main" id="{4F1CEB42-3B1E-F959-9D4C-7348035147CA}"/>
                </a:ext>
              </a:extLst>
            </p:cNvPr>
            <p:cNvSpPr/>
            <p:nvPr/>
          </p:nvSpPr>
          <p:spPr>
            <a:xfrm>
              <a:off x="5776560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07" name="pg862">
              <a:extLst>
                <a:ext uri="{FF2B5EF4-FFF2-40B4-BE49-F238E27FC236}">
                  <a16:creationId xmlns:a16="http://schemas.microsoft.com/office/drawing/2014/main" id="{4EA9F32F-1157-F6B3-1590-A918B59DB3C2}"/>
                </a:ext>
              </a:extLst>
            </p:cNvPr>
            <p:cNvSpPr/>
            <p:nvPr/>
          </p:nvSpPr>
          <p:spPr>
            <a:xfrm>
              <a:off x="5788197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08" name="pg863">
              <a:extLst>
                <a:ext uri="{FF2B5EF4-FFF2-40B4-BE49-F238E27FC236}">
                  <a16:creationId xmlns:a16="http://schemas.microsoft.com/office/drawing/2014/main" id="{B3AE8245-DF50-802A-3090-3931E317DF56}"/>
                </a:ext>
              </a:extLst>
            </p:cNvPr>
            <p:cNvSpPr/>
            <p:nvPr/>
          </p:nvSpPr>
          <p:spPr>
            <a:xfrm>
              <a:off x="5799834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09" name="pg864">
              <a:extLst>
                <a:ext uri="{FF2B5EF4-FFF2-40B4-BE49-F238E27FC236}">
                  <a16:creationId xmlns:a16="http://schemas.microsoft.com/office/drawing/2014/main" id="{CE911C19-58B3-60D4-691B-4BC2972E9C38}"/>
                </a:ext>
              </a:extLst>
            </p:cNvPr>
            <p:cNvSpPr/>
            <p:nvPr/>
          </p:nvSpPr>
          <p:spPr>
            <a:xfrm>
              <a:off x="5613637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10" name="pg865">
              <a:extLst>
                <a:ext uri="{FF2B5EF4-FFF2-40B4-BE49-F238E27FC236}">
                  <a16:creationId xmlns:a16="http://schemas.microsoft.com/office/drawing/2014/main" id="{E1A72ACF-0F6F-0683-17F2-9663F1CF1F6B}"/>
                </a:ext>
              </a:extLst>
            </p:cNvPr>
            <p:cNvSpPr/>
            <p:nvPr/>
          </p:nvSpPr>
          <p:spPr>
            <a:xfrm>
              <a:off x="5625275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11" name="pg866">
              <a:extLst>
                <a:ext uri="{FF2B5EF4-FFF2-40B4-BE49-F238E27FC236}">
                  <a16:creationId xmlns:a16="http://schemas.microsoft.com/office/drawing/2014/main" id="{535ABBA2-3A70-E070-A3E3-A7987A15FAB4}"/>
                </a:ext>
              </a:extLst>
            </p:cNvPr>
            <p:cNvSpPr/>
            <p:nvPr/>
          </p:nvSpPr>
          <p:spPr>
            <a:xfrm>
              <a:off x="563691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12" name="pg867">
              <a:extLst>
                <a:ext uri="{FF2B5EF4-FFF2-40B4-BE49-F238E27FC236}">
                  <a16:creationId xmlns:a16="http://schemas.microsoft.com/office/drawing/2014/main" id="{6BED63F2-A0E5-5752-516A-3D9DD9733E31}"/>
                </a:ext>
              </a:extLst>
            </p:cNvPr>
            <p:cNvSpPr/>
            <p:nvPr/>
          </p:nvSpPr>
          <p:spPr>
            <a:xfrm>
              <a:off x="5648549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13" name="pg868">
              <a:extLst>
                <a:ext uri="{FF2B5EF4-FFF2-40B4-BE49-F238E27FC236}">
                  <a16:creationId xmlns:a16="http://schemas.microsoft.com/office/drawing/2014/main" id="{96B2F3E3-DBC3-E625-A1DF-67F7BAAE25CA}"/>
                </a:ext>
              </a:extLst>
            </p:cNvPr>
            <p:cNvSpPr/>
            <p:nvPr/>
          </p:nvSpPr>
          <p:spPr>
            <a:xfrm>
              <a:off x="5660186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14" name="pg869">
              <a:extLst>
                <a:ext uri="{FF2B5EF4-FFF2-40B4-BE49-F238E27FC236}">
                  <a16:creationId xmlns:a16="http://schemas.microsoft.com/office/drawing/2014/main" id="{0FDBEAB5-DEEB-9197-470C-3EBF22BB8865}"/>
                </a:ext>
              </a:extLst>
            </p:cNvPr>
            <p:cNvSpPr/>
            <p:nvPr/>
          </p:nvSpPr>
          <p:spPr>
            <a:xfrm>
              <a:off x="5671824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15" name="pg870">
              <a:extLst>
                <a:ext uri="{FF2B5EF4-FFF2-40B4-BE49-F238E27FC236}">
                  <a16:creationId xmlns:a16="http://schemas.microsoft.com/office/drawing/2014/main" id="{BF76AE11-FCDA-22CD-400B-861C8EBAE8FB}"/>
                </a:ext>
              </a:extLst>
            </p:cNvPr>
            <p:cNvSpPr/>
            <p:nvPr/>
          </p:nvSpPr>
          <p:spPr>
            <a:xfrm>
              <a:off x="5683461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16" name="pg871">
              <a:extLst>
                <a:ext uri="{FF2B5EF4-FFF2-40B4-BE49-F238E27FC236}">
                  <a16:creationId xmlns:a16="http://schemas.microsoft.com/office/drawing/2014/main" id="{267EA123-A533-049E-EAD4-C0DEBC5B9F0B}"/>
                </a:ext>
              </a:extLst>
            </p:cNvPr>
            <p:cNvSpPr/>
            <p:nvPr/>
          </p:nvSpPr>
          <p:spPr>
            <a:xfrm>
              <a:off x="5695098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17" name="pg872">
              <a:extLst>
                <a:ext uri="{FF2B5EF4-FFF2-40B4-BE49-F238E27FC236}">
                  <a16:creationId xmlns:a16="http://schemas.microsoft.com/office/drawing/2014/main" id="{B2C6C508-3D6E-7ED5-D0B9-DC981CA5938D}"/>
                </a:ext>
              </a:extLst>
            </p:cNvPr>
            <p:cNvSpPr/>
            <p:nvPr/>
          </p:nvSpPr>
          <p:spPr>
            <a:xfrm>
              <a:off x="5706736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18" name="pg873">
              <a:extLst>
                <a:ext uri="{FF2B5EF4-FFF2-40B4-BE49-F238E27FC236}">
                  <a16:creationId xmlns:a16="http://schemas.microsoft.com/office/drawing/2014/main" id="{CA4D7812-0816-C8BD-A740-C3C9CCDA5097}"/>
                </a:ext>
              </a:extLst>
            </p:cNvPr>
            <p:cNvSpPr/>
            <p:nvPr/>
          </p:nvSpPr>
          <p:spPr>
            <a:xfrm>
              <a:off x="5718373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19" name="pg874">
              <a:extLst>
                <a:ext uri="{FF2B5EF4-FFF2-40B4-BE49-F238E27FC236}">
                  <a16:creationId xmlns:a16="http://schemas.microsoft.com/office/drawing/2014/main" id="{AE98D6CC-105C-DBA6-A292-D57E5281C8B7}"/>
                </a:ext>
              </a:extLst>
            </p:cNvPr>
            <p:cNvSpPr/>
            <p:nvPr/>
          </p:nvSpPr>
          <p:spPr>
            <a:xfrm>
              <a:off x="5730010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20" name="pg875">
              <a:extLst>
                <a:ext uri="{FF2B5EF4-FFF2-40B4-BE49-F238E27FC236}">
                  <a16:creationId xmlns:a16="http://schemas.microsoft.com/office/drawing/2014/main" id="{DD60C7DD-C8E8-48B5-CB98-206FECEE1B5C}"/>
                </a:ext>
              </a:extLst>
            </p:cNvPr>
            <p:cNvSpPr/>
            <p:nvPr/>
          </p:nvSpPr>
          <p:spPr>
            <a:xfrm>
              <a:off x="5741648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21" name="pg876">
              <a:extLst>
                <a:ext uri="{FF2B5EF4-FFF2-40B4-BE49-F238E27FC236}">
                  <a16:creationId xmlns:a16="http://schemas.microsoft.com/office/drawing/2014/main" id="{34F4095D-41DF-C597-A888-027B0D3CBC58}"/>
                </a:ext>
              </a:extLst>
            </p:cNvPr>
            <p:cNvSpPr/>
            <p:nvPr/>
          </p:nvSpPr>
          <p:spPr>
            <a:xfrm>
              <a:off x="5753285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22" name="pg877">
              <a:extLst>
                <a:ext uri="{FF2B5EF4-FFF2-40B4-BE49-F238E27FC236}">
                  <a16:creationId xmlns:a16="http://schemas.microsoft.com/office/drawing/2014/main" id="{38C436D7-42DF-C853-E8C8-7D9175A9B315}"/>
                </a:ext>
              </a:extLst>
            </p:cNvPr>
            <p:cNvSpPr/>
            <p:nvPr/>
          </p:nvSpPr>
          <p:spPr>
            <a:xfrm>
              <a:off x="576492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23" name="pg878">
              <a:extLst>
                <a:ext uri="{FF2B5EF4-FFF2-40B4-BE49-F238E27FC236}">
                  <a16:creationId xmlns:a16="http://schemas.microsoft.com/office/drawing/2014/main" id="{A40AD854-E6DF-CDCC-9E15-9C1F93EB3183}"/>
                </a:ext>
              </a:extLst>
            </p:cNvPr>
            <p:cNvSpPr/>
            <p:nvPr/>
          </p:nvSpPr>
          <p:spPr>
            <a:xfrm>
              <a:off x="5776560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24" name="pg879">
              <a:extLst>
                <a:ext uri="{FF2B5EF4-FFF2-40B4-BE49-F238E27FC236}">
                  <a16:creationId xmlns:a16="http://schemas.microsoft.com/office/drawing/2014/main" id="{ECF095EB-676A-A7DE-870B-432315703C19}"/>
                </a:ext>
              </a:extLst>
            </p:cNvPr>
            <p:cNvSpPr/>
            <p:nvPr/>
          </p:nvSpPr>
          <p:spPr>
            <a:xfrm>
              <a:off x="5788197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25" name="pg880">
              <a:extLst>
                <a:ext uri="{FF2B5EF4-FFF2-40B4-BE49-F238E27FC236}">
                  <a16:creationId xmlns:a16="http://schemas.microsoft.com/office/drawing/2014/main" id="{1ADB5DBA-0C0F-953D-BAB5-66D8D141C4A9}"/>
                </a:ext>
              </a:extLst>
            </p:cNvPr>
            <p:cNvSpPr/>
            <p:nvPr/>
          </p:nvSpPr>
          <p:spPr>
            <a:xfrm>
              <a:off x="5799834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26" name="pg881">
              <a:extLst>
                <a:ext uri="{FF2B5EF4-FFF2-40B4-BE49-F238E27FC236}">
                  <a16:creationId xmlns:a16="http://schemas.microsoft.com/office/drawing/2014/main" id="{44355E45-0A14-E421-CAF1-D46FADB49DB7}"/>
                </a:ext>
              </a:extLst>
            </p:cNvPr>
            <p:cNvSpPr/>
            <p:nvPr/>
          </p:nvSpPr>
          <p:spPr>
            <a:xfrm>
              <a:off x="581147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27" name="pg882">
              <a:extLst>
                <a:ext uri="{FF2B5EF4-FFF2-40B4-BE49-F238E27FC236}">
                  <a16:creationId xmlns:a16="http://schemas.microsoft.com/office/drawing/2014/main" id="{A9CBE070-6BA9-F32E-D343-FDC65FFCAB60}"/>
                </a:ext>
              </a:extLst>
            </p:cNvPr>
            <p:cNvSpPr/>
            <p:nvPr/>
          </p:nvSpPr>
          <p:spPr>
            <a:xfrm>
              <a:off x="5613637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28" name="pg883">
              <a:extLst>
                <a:ext uri="{FF2B5EF4-FFF2-40B4-BE49-F238E27FC236}">
                  <a16:creationId xmlns:a16="http://schemas.microsoft.com/office/drawing/2014/main" id="{9444E3AB-96DC-FA2D-4BB7-2B41C1D1AAC8}"/>
                </a:ext>
              </a:extLst>
            </p:cNvPr>
            <p:cNvSpPr/>
            <p:nvPr/>
          </p:nvSpPr>
          <p:spPr>
            <a:xfrm>
              <a:off x="5625275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29" name="pg884">
              <a:extLst>
                <a:ext uri="{FF2B5EF4-FFF2-40B4-BE49-F238E27FC236}">
                  <a16:creationId xmlns:a16="http://schemas.microsoft.com/office/drawing/2014/main" id="{E5E12090-0367-68AF-1CE9-F433B8831BBE}"/>
                </a:ext>
              </a:extLst>
            </p:cNvPr>
            <p:cNvSpPr/>
            <p:nvPr/>
          </p:nvSpPr>
          <p:spPr>
            <a:xfrm>
              <a:off x="563691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30" name="pg885">
              <a:extLst>
                <a:ext uri="{FF2B5EF4-FFF2-40B4-BE49-F238E27FC236}">
                  <a16:creationId xmlns:a16="http://schemas.microsoft.com/office/drawing/2014/main" id="{B06692BE-6101-2777-28EE-3ADF9284E784}"/>
                </a:ext>
              </a:extLst>
            </p:cNvPr>
            <p:cNvSpPr/>
            <p:nvPr/>
          </p:nvSpPr>
          <p:spPr>
            <a:xfrm>
              <a:off x="5648549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31" name="pg886">
              <a:extLst>
                <a:ext uri="{FF2B5EF4-FFF2-40B4-BE49-F238E27FC236}">
                  <a16:creationId xmlns:a16="http://schemas.microsoft.com/office/drawing/2014/main" id="{A3C8630E-316D-85C5-CCB9-1D24F2CED14E}"/>
                </a:ext>
              </a:extLst>
            </p:cNvPr>
            <p:cNvSpPr/>
            <p:nvPr/>
          </p:nvSpPr>
          <p:spPr>
            <a:xfrm>
              <a:off x="5660186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32" name="pg887">
              <a:extLst>
                <a:ext uri="{FF2B5EF4-FFF2-40B4-BE49-F238E27FC236}">
                  <a16:creationId xmlns:a16="http://schemas.microsoft.com/office/drawing/2014/main" id="{787274EA-E7B0-6C14-8AD2-8AD3B0E8AE81}"/>
                </a:ext>
              </a:extLst>
            </p:cNvPr>
            <p:cNvSpPr/>
            <p:nvPr/>
          </p:nvSpPr>
          <p:spPr>
            <a:xfrm>
              <a:off x="5671824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33" name="pg888">
              <a:extLst>
                <a:ext uri="{FF2B5EF4-FFF2-40B4-BE49-F238E27FC236}">
                  <a16:creationId xmlns:a16="http://schemas.microsoft.com/office/drawing/2014/main" id="{B0EE6D88-C33A-1807-1C55-54335394C512}"/>
                </a:ext>
              </a:extLst>
            </p:cNvPr>
            <p:cNvSpPr/>
            <p:nvPr/>
          </p:nvSpPr>
          <p:spPr>
            <a:xfrm>
              <a:off x="5683461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34" name="pg889">
              <a:extLst>
                <a:ext uri="{FF2B5EF4-FFF2-40B4-BE49-F238E27FC236}">
                  <a16:creationId xmlns:a16="http://schemas.microsoft.com/office/drawing/2014/main" id="{B366C99B-78F2-F66B-70DB-77D14033010C}"/>
                </a:ext>
              </a:extLst>
            </p:cNvPr>
            <p:cNvSpPr/>
            <p:nvPr/>
          </p:nvSpPr>
          <p:spPr>
            <a:xfrm>
              <a:off x="5695098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35" name="pg890">
              <a:extLst>
                <a:ext uri="{FF2B5EF4-FFF2-40B4-BE49-F238E27FC236}">
                  <a16:creationId xmlns:a16="http://schemas.microsoft.com/office/drawing/2014/main" id="{0D46DA14-C2C9-E5CA-0847-43B0791A913A}"/>
                </a:ext>
              </a:extLst>
            </p:cNvPr>
            <p:cNvSpPr/>
            <p:nvPr/>
          </p:nvSpPr>
          <p:spPr>
            <a:xfrm>
              <a:off x="5706736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36" name="pg891">
              <a:extLst>
                <a:ext uri="{FF2B5EF4-FFF2-40B4-BE49-F238E27FC236}">
                  <a16:creationId xmlns:a16="http://schemas.microsoft.com/office/drawing/2014/main" id="{EC6494B0-E6E5-3F51-0917-8F36AC96BDC5}"/>
                </a:ext>
              </a:extLst>
            </p:cNvPr>
            <p:cNvSpPr/>
            <p:nvPr/>
          </p:nvSpPr>
          <p:spPr>
            <a:xfrm>
              <a:off x="5718373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37" name="pg892">
              <a:extLst>
                <a:ext uri="{FF2B5EF4-FFF2-40B4-BE49-F238E27FC236}">
                  <a16:creationId xmlns:a16="http://schemas.microsoft.com/office/drawing/2014/main" id="{52C85137-EB07-6672-2A7D-6BF36166F6B3}"/>
                </a:ext>
              </a:extLst>
            </p:cNvPr>
            <p:cNvSpPr/>
            <p:nvPr/>
          </p:nvSpPr>
          <p:spPr>
            <a:xfrm>
              <a:off x="5730010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38" name="pg893">
              <a:extLst>
                <a:ext uri="{FF2B5EF4-FFF2-40B4-BE49-F238E27FC236}">
                  <a16:creationId xmlns:a16="http://schemas.microsoft.com/office/drawing/2014/main" id="{F7C54A29-4D49-32C0-410E-9B383EF47D3D}"/>
                </a:ext>
              </a:extLst>
            </p:cNvPr>
            <p:cNvSpPr/>
            <p:nvPr/>
          </p:nvSpPr>
          <p:spPr>
            <a:xfrm>
              <a:off x="5741648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39" name="pg894">
              <a:extLst>
                <a:ext uri="{FF2B5EF4-FFF2-40B4-BE49-F238E27FC236}">
                  <a16:creationId xmlns:a16="http://schemas.microsoft.com/office/drawing/2014/main" id="{AB923A08-A024-8EFC-DB08-7B8081A92A6A}"/>
                </a:ext>
              </a:extLst>
            </p:cNvPr>
            <p:cNvSpPr/>
            <p:nvPr/>
          </p:nvSpPr>
          <p:spPr>
            <a:xfrm>
              <a:off x="5753285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40" name="pg895">
              <a:extLst>
                <a:ext uri="{FF2B5EF4-FFF2-40B4-BE49-F238E27FC236}">
                  <a16:creationId xmlns:a16="http://schemas.microsoft.com/office/drawing/2014/main" id="{11220563-22BD-D543-C7BC-E0899C175137}"/>
                </a:ext>
              </a:extLst>
            </p:cNvPr>
            <p:cNvSpPr/>
            <p:nvPr/>
          </p:nvSpPr>
          <p:spPr>
            <a:xfrm>
              <a:off x="576492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41" name="pg896">
              <a:extLst>
                <a:ext uri="{FF2B5EF4-FFF2-40B4-BE49-F238E27FC236}">
                  <a16:creationId xmlns:a16="http://schemas.microsoft.com/office/drawing/2014/main" id="{E1877EA4-EE1A-0A43-9AA8-D5EBA6C2B1BD}"/>
                </a:ext>
              </a:extLst>
            </p:cNvPr>
            <p:cNvSpPr/>
            <p:nvPr/>
          </p:nvSpPr>
          <p:spPr>
            <a:xfrm>
              <a:off x="5776560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42" name="pg897">
              <a:extLst>
                <a:ext uri="{FF2B5EF4-FFF2-40B4-BE49-F238E27FC236}">
                  <a16:creationId xmlns:a16="http://schemas.microsoft.com/office/drawing/2014/main" id="{E2945026-59AE-0942-7F40-72E009BC0A2E}"/>
                </a:ext>
              </a:extLst>
            </p:cNvPr>
            <p:cNvSpPr/>
            <p:nvPr/>
          </p:nvSpPr>
          <p:spPr>
            <a:xfrm>
              <a:off x="5788197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43" name="pg898">
              <a:extLst>
                <a:ext uri="{FF2B5EF4-FFF2-40B4-BE49-F238E27FC236}">
                  <a16:creationId xmlns:a16="http://schemas.microsoft.com/office/drawing/2014/main" id="{B09F21F1-C2A1-5748-A4A1-E95718E167F2}"/>
                </a:ext>
              </a:extLst>
            </p:cNvPr>
            <p:cNvSpPr/>
            <p:nvPr/>
          </p:nvSpPr>
          <p:spPr>
            <a:xfrm>
              <a:off x="5799834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44" name="pg899">
              <a:extLst>
                <a:ext uri="{FF2B5EF4-FFF2-40B4-BE49-F238E27FC236}">
                  <a16:creationId xmlns:a16="http://schemas.microsoft.com/office/drawing/2014/main" id="{251859CD-CDA4-1572-3B2B-D29CC9EB54EC}"/>
                </a:ext>
              </a:extLst>
            </p:cNvPr>
            <p:cNvSpPr/>
            <p:nvPr/>
          </p:nvSpPr>
          <p:spPr>
            <a:xfrm>
              <a:off x="581147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45" name="pg900">
              <a:extLst>
                <a:ext uri="{FF2B5EF4-FFF2-40B4-BE49-F238E27FC236}">
                  <a16:creationId xmlns:a16="http://schemas.microsoft.com/office/drawing/2014/main" id="{3300C272-E2C3-AA65-F854-D77A084D2B3F}"/>
                </a:ext>
              </a:extLst>
            </p:cNvPr>
            <p:cNvSpPr/>
            <p:nvPr/>
          </p:nvSpPr>
          <p:spPr>
            <a:xfrm>
              <a:off x="5613637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46" name="pg901">
              <a:extLst>
                <a:ext uri="{FF2B5EF4-FFF2-40B4-BE49-F238E27FC236}">
                  <a16:creationId xmlns:a16="http://schemas.microsoft.com/office/drawing/2014/main" id="{E7B1D810-2344-F39F-7FF3-DC3FE7C00614}"/>
                </a:ext>
              </a:extLst>
            </p:cNvPr>
            <p:cNvSpPr/>
            <p:nvPr/>
          </p:nvSpPr>
          <p:spPr>
            <a:xfrm>
              <a:off x="5625275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47" name="pg902">
              <a:extLst>
                <a:ext uri="{FF2B5EF4-FFF2-40B4-BE49-F238E27FC236}">
                  <a16:creationId xmlns:a16="http://schemas.microsoft.com/office/drawing/2014/main" id="{0054B554-6094-0657-22C8-0D660408BCED}"/>
                </a:ext>
              </a:extLst>
            </p:cNvPr>
            <p:cNvSpPr/>
            <p:nvPr/>
          </p:nvSpPr>
          <p:spPr>
            <a:xfrm>
              <a:off x="563691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48" name="pg903">
              <a:extLst>
                <a:ext uri="{FF2B5EF4-FFF2-40B4-BE49-F238E27FC236}">
                  <a16:creationId xmlns:a16="http://schemas.microsoft.com/office/drawing/2014/main" id="{CFF31C13-D3FA-76FB-3B68-98BB980CBC27}"/>
                </a:ext>
              </a:extLst>
            </p:cNvPr>
            <p:cNvSpPr/>
            <p:nvPr/>
          </p:nvSpPr>
          <p:spPr>
            <a:xfrm>
              <a:off x="5648549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49" name="pg904">
              <a:extLst>
                <a:ext uri="{FF2B5EF4-FFF2-40B4-BE49-F238E27FC236}">
                  <a16:creationId xmlns:a16="http://schemas.microsoft.com/office/drawing/2014/main" id="{060D0475-02F4-17C7-E949-EADBE7AF53FD}"/>
                </a:ext>
              </a:extLst>
            </p:cNvPr>
            <p:cNvSpPr/>
            <p:nvPr/>
          </p:nvSpPr>
          <p:spPr>
            <a:xfrm>
              <a:off x="5660186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50" name="pg905">
              <a:extLst>
                <a:ext uri="{FF2B5EF4-FFF2-40B4-BE49-F238E27FC236}">
                  <a16:creationId xmlns:a16="http://schemas.microsoft.com/office/drawing/2014/main" id="{52CA5B9E-CF3A-CDF0-20AE-DE40CDA1A89A}"/>
                </a:ext>
              </a:extLst>
            </p:cNvPr>
            <p:cNvSpPr/>
            <p:nvPr/>
          </p:nvSpPr>
          <p:spPr>
            <a:xfrm>
              <a:off x="5671824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51" name="pg906">
              <a:extLst>
                <a:ext uri="{FF2B5EF4-FFF2-40B4-BE49-F238E27FC236}">
                  <a16:creationId xmlns:a16="http://schemas.microsoft.com/office/drawing/2014/main" id="{C34268EC-6A4B-0DB2-A558-AC7D58C026C7}"/>
                </a:ext>
              </a:extLst>
            </p:cNvPr>
            <p:cNvSpPr/>
            <p:nvPr/>
          </p:nvSpPr>
          <p:spPr>
            <a:xfrm>
              <a:off x="5683461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52" name="pg907">
              <a:extLst>
                <a:ext uri="{FF2B5EF4-FFF2-40B4-BE49-F238E27FC236}">
                  <a16:creationId xmlns:a16="http://schemas.microsoft.com/office/drawing/2014/main" id="{F1197F68-9868-0991-C416-48950F07C31E}"/>
                </a:ext>
              </a:extLst>
            </p:cNvPr>
            <p:cNvSpPr/>
            <p:nvPr/>
          </p:nvSpPr>
          <p:spPr>
            <a:xfrm>
              <a:off x="5695098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53" name="pg908">
              <a:extLst>
                <a:ext uri="{FF2B5EF4-FFF2-40B4-BE49-F238E27FC236}">
                  <a16:creationId xmlns:a16="http://schemas.microsoft.com/office/drawing/2014/main" id="{4C6B509D-82FD-D34B-74E4-EC3E0BE4A1C8}"/>
                </a:ext>
              </a:extLst>
            </p:cNvPr>
            <p:cNvSpPr/>
            <p:nvPr/>
          </p:nvSpPr>
          <p:spPr>
            <a:xfrm>
              <a:off x="5706736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54" name="pg909">
              <a:extLst>
                <a:ext uri="{FF2B5EF4-FFF2-40B4-BE49-F238E27FC236}">
                  <a16:creationId xmlns:a16="http://schemas.microsoft.com/office/drawing/2014/main" id="{DF67A781-D649-6A09-0ACD-AB4C49131A6C}"/>
                </a:ext>
              </a:extLst>
            </p:cNvPr>
            <p:cNvSpPr/>
            <p:nvPr/>
          </p:nvSpPr>
          <p:spPr>
            <a:xfrm>
              <a:off x="5718373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55" name="pg910">
              <a:extLst>
                <a:ext uri="{FF2B5EF4-FFF2-40B4-BE49-F238E27FC236}">
                  <a16:creationId xmlns:a16="http://schemas.microsoft.com/office/drawing/2014/main" id="{20C34884-6456-3B52-255E-8315C2D47C0A}"/>
                </a:ext>
              </a:extLst>
            </p:cNvPr>
            <p:cNvSpPr/>
            <p:nvPr/>
          </p:nvSpPr>
          <p:spPr>
            <a:xfrm>
              <a:off x="5730010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56" name="pg911">
              <a:extLst>
                <a:ext uri="{FF2B5EF4-FFF2-40B4-BE49-F238E27FC236}">
                  <a16:creationId xmlns:a16="http://schemas.microsoft.com/office/drawing/2014/main" id="{CED78C93-18FF-7380-4C88-C7E474E2DC96}"/>
                </a:ext>
              </a:extLst>
            </p:cNvPr>
            <p:cNvSpPr/>
            <p:nvPr/>
          </p:nvSpPr>
          <p:spPr>
            <a:xfrm>
              <a:off x="5741648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57" name="pg912">
              <a:extLst>
                <a:ext uri="{FF2B5EF4-FFF2-40B4-BE49-F238E27FC236}">
                  <a16:creationId xmlns:a16="http://schemas.microsoft.com/office/drawing/2014/main" id="{0EDB1CB3-972E-6381-BB89-59D1BBBA262F}"/>
                </a:ext>
              </a:extLst>
            </p:cNvPr>
            <p:cNvSpPr/>
            <p:nvPr/>
          </p:nvSpPr>
          <p:spPr>
            <a:xfrm>
              <a:off x="5753285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58" name="pg913">
              <a:extLst>
                <a:ext uri="{FF2B5EF4-FFF2-40B4-BE49-F238E27FC236}">
                  <a16:creationId xmlns:a16="http://schemas.microsoft.com/office/drawing/2014/main" id="{AA6EDA15-8A83-B6B6-E202-6BEBA6508E0D}"/>
                </a:ext>
              </a:extLst>
            </p:cNvPr>
            <p:cNvSpPr/>
            <p:nvPr/>
          </p:nvSpPr>
          <p:spPr>
            <a:xfrm>
              <a:off x="576492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59" name="pg914">
              <a:extLst>
                <a:ext uri="{FF2B5EF4-FFF2-40B4-BE49-F238E27FC236}">
                  <a16:creationId xmlns:a16="http://schemas.microsoft.com/office/drawing/2014/main" id="{F708EB81-FEC7-8CCA-88E7-7CF434FC2AF0}"/>
                </a:ext>
              </a:extLst>
            </p:cNvPr>
            <p:cNvSpPr/>
            <p:nvPr/>
          </p:nvSpPr>
          <p:spPr>
            <a:xfrm>
              <a:off x="5776560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60" name="pg915">
              <a:extLst>
                <a:ext uri="{FF2B5EF4-FFF2-40B4-BE49-F238E27FC236}">
                  <a16:creationId xmlns:a16="http://schemas.microsoft.com/office/drawing/2014/main" id="{D5C19A4E-488B-0289-677B-201FF9648D77}"/>
                </a:ext>
              </a:extLst>
            </p:cNvPr>
            <p:cNvSpPr/>
            <p:nvPr/>
          </p:nvSpPr>
          <p:spPr>
            <a:xfrm>
              <a:off x="5788197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61" name="pg916">
              <a:extLst>
                <a:ext uri="{FF2B5EF4-FFF2-40B4-BE49-F238E27FC236}">
                  <a16:creationId xmlns:a16="http://schemas.microsoft.com/office/drawing/2014/main" id="{BA512151-D611-2153-F1A7-936A172BA443}"/>
                </a:ext>
              </a:extLst>
            </p:cNvPr>
            <p:cNvSpPr/>
            <p:nvPr/>
          </p:nvSpPr>
          <p:spPr>
            <a:xfrm>
              <a:off x="5799834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62" name="pg917">
              <a:extLst>
                <a:ext uri="{FF2B5EF4-FFF2-40B4-BE49-F238E27FC236}">
                  <a16:creationId xmlns:a16="http://schemas.microsoft.com/office/drawing/2014/main" id="{74573A6D-81A3-A0AE-E673-6193798D05D0}"/>
                </a:ext>
              </a:extLst>
            </p:cNvPr>
            <p:cNvSpPr/>
            <p:nvPr/>
          </p:nvSpPr>
          <p:spPr>
            <a:xfrm>
              <a:off x="581147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63" name="pg918">
              <a:extLst>
                <a:ext uri="{FF2B5EF4-FFF2-40B4-BE49-F238E27FC236}">
                  <a16:creationId xmlns:a16="http://schemas.microsoft.com/office/drawing/2014/main" id="{EB43C550-EFDB-D95C-4156-0BCF4411055A}"/>
                </a:ext>
              </a:extLst>
            </p:cNvPr>
            <p:cNvSpPr/>
            <p:nvPr/>
          </p:nvSpPr>
          <p:spPr>
            <a:xfrm>
              <a:off x="547398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64" name="pg919">
              <a:extLst>
                <a:ext uri="{FF2B5EF4-FFF2-40B4-BE49-F238E27FC236}">
                  <a16:creationId xmlns:a16="http://schemas.microsoft.com/office/drawing/2014/main" id="{4BB7DDF8-29BA-64D0-9EB6-F896DE8C2E1F}"/>
                </a:ext>
              </a:extLst>
            </p:cNvPr>
            <p:cNvSpPr/>
            <p:nvPr/>
          </p:nvSpPr>
          <p:spPr>
            <a:xfrm>
              <a:off x="552053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65" name="pg920">
              <a:extLst>
                <a:ext uri="{FF2B5EF4-FFF2-40B4-BE49-F238E27FC236}">
                  <a16:creationId xmlns:a16="http://schemas.microsoft.com/office/drawing/2014/main" id="{93420B49-1EC3-9A01-7320-9D0E79EB8DF6}"/>
                </a:ext>
              </a:extLst>
            </p:cNvPr>
            <p:cNvSpPr/>
            <p:nvPr/>
          </p:nvSpPr>
          <p:spPr>
            <a:xfrm>
              <a:off x="553217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66" name="pg921">
              <a:extLst>
                <a:ext uri="{FF2B5EF4-FFF2-40B4-BE49-F238E27FC236}">
                  <a16:creationId xmlns:a16="http://schemas.microsoft.com/office/drawing/2014/main" id="{9A951363-15F4-D14D-45CB-000553958B60}"/>
                </a:ext>
              </a:extLst>
            </p:cNvPr>
            <p:cNvSpPr/>
            <p:nvPr/>
          </p:nvSpPr>
          <p:spPr>
            <a:xfrm>
              <a:off x="554381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67" name="pg922">
              <a:extLst>
                <a:ext uri="{FF2B5EF4-FFF2-40B4-BE49-F238E27FC236}">
                  <a16:creationId xmlns:a16="http://schemas.microsoft.com/office/drawing/2014/main" id="{3DDDECAE-8D02-E93F-0D5B-555693E19D58}"/>
                </a:ext>
              </a:extLst>
            </p:cNvPr>
            <p:cNvSpPr/>
            <p:nvPr/>
          </p:nvSpPr>
          <p:spPr>
            <a:xfrm>
              <a:off x="5555451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68" name="pg923">
              <a:extLst>
                <a:ext uri="{FF2B5EF4-FFF2-40B4-BE49-F238E27FC236}">
                  <a16:creationId xmlns:a16="http://schemas.microsoft.com/office/drawing/2014/main" id="{3975C641-6F0A-61B2-E846-46A9D2085714}"/>
                </a:ext>
              </a:extLst>
            </p:cNvPr>
            <p:cNvSpPr/>
            <p:nvPr/>
          </p:nvSpPr>
          <p:spPr>
            <a:xfrm>
              <a:off x="556708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69" name="pg924">
              <a:extLst>
                <a:ext uri="{FF2B5EF4-FFF2-40B4-BE49-F238E27FC236}">
                  <a16:creationId xmlns:a16="http://schemas.microsoft.com/office/drawing/2014/main" id="{AB51E7E5-9C01-C430-06EE-F82BAB971C31}"/>
                </a:ext>
              </a:extLst>
            </p:cNvPr>
            <p:cNvSpPr/>
            <p:nvPr/>
          </p:nvSpPr>
          <p:spPr>
            <a:xfrm>
              <a:off x="557872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70" name="pg925">
              <a:extLst>
                <a:ext uri="{FF2B5EF4-FFF2-40B4-BE49-F238E27FC236}">
                  <a16:creationId xmlns:a16="http://schemas.microsoft.com/office/drawing/2014/main" id="{9A5FE9E3-2C3D-5577-82FC-5856DCFB3896}"/>
                </a:ext>
              </a:extLst>
            </p:cNvPr>
            <p:cNvSpPr/>
            <p:nvPr/>
          </p:nvSpPr>
          <p:spPr>
            <a:xfrm>
              <a:off x="559036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71" name="pg926">
              <a:extLst>
                <a:ext uri="{FF2B5EF4-FFF2-40B4-BE49-F238E27FC236}">
                  <a16:creationId xmlns:a16="http://schemas.microsoft.com/office/drawing/2014/main" id="{B15F6048-565A-0D67-A3C8-3C7184678D9D}"/>
                </a:ext>
              </a:extLst>
            </p:cNvPr>
            <p:cNvSpPr/>
            <p:nvPr/>
          </p:nvSpPr>
          <p:spPr>
            <a:xfrm>
              <a:off x="560200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72" name="pg927">
              <a:extLst>
                <a:ext uri="{FF2B5EF4-FFF2-40B4-BE49-F238E27FC236}">
                  <a16:creationId xmlns:a16="http://schemas.microsoft.com/office/drawing/2014/main" id="{52C30DBC-F46A-80C0-2FC9-5D02D8BD6972}"/>
                </a:ext>
              </a:extLst>
            </p:cNvPr>
            <p:cNvSpPr/>
            <p:nvPr/>
          </p:nvSpPr>
          <p:spPr>
            <a:xfrm>
              <a:off x="5613637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73" name="pg928">
              <a:extLst>
                <a:ext uri="{FF2B5EF4-FFF2-40B4-BE49-F238E27FC236}">
                  <a16:creationId xmlns:a16="http://schemas.microsoft.com/office/drawing/2014/main" id="{2903E0D8-9074-7DD3-DDFA-495EFBAEE702}"/>
                </a:ext>
              </a:extLst>
            </p:cNvPr>
            <p:cNvSpPr/>
            <p:nvPr/>
          </p:nvSpPr>
          <p:spPr>
            <a:xfrm>
              <a:off x="562527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74" name="pg929">
              <a:extLst>
                <a:ext uri="{FF2B5EF4-FFF2-40B4-BE49-F238E27FC236}">
                  <a16:creationId xmlns:a16="http://schemas.microsoft.com/office/drawing/2014/main" id="{D64FC132-BB95-AAEA-1DA8-0A771B109DEB}"/>
                </a:ext>
              </a:extLst>
            </p:cNvPr>
            <p:cNvSpPr/>
            <p:nvPr/>
          </p:nvSpPr>
          <p:spPr>
            <a:xfrm>
              <a:off x="5636912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75" name="pg930">
              <a:extLst>
                <a:ext uri="{FF2B5EF4-FFF2-40B4-BE49-F238E27FC236}">
                  <a16:creationId xmlns:a16="http://schemas.microsoft.com/office/drawing/2014/main" id="{0AD76D0C-3A86-E0B8-9246-9841CED874DC}"/>
                </a:ext>
              </a:extLst>
            </p:cNvPr>
            <p:cNvSpPr/>
            <p:nvPr/>
          </p:nvSpPr>
          <p:spPr>
            <a:xfrm>
              <a:off x="564854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76" name="pg931">
              <a:extLst>
                <a:ext uri="{FF2B5EF4-FFF2-40B4-BE49-F238E27FC236}">
                  <a16:creationId xmlns:a16="http://schemas.microsoft.com/office/drawing/2014/main" id="{7341F7A7-C613-7D89-AAFD-079AE47A819D}"/>
                </a:ext>
              </a:extLst>
            </p:cNvPr>
            <p:cNvSpPr/>
            <p:nvPr/>
          </p:nvSpPr>
          <p:spPr>
            <a:xfrm>
              <a:off x="566018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77" name="pg932">
              <a:extLst>
                <a:ext uri="{FF2B5EF4-FFF2-40B4-BE49-F238E27FC236}">
                  <a16:creationId xmlns:a16="http://schemas.microsoft.com/office/drawing/2014/main" id="{8781D228-1C2B-67C2-207E-461DDBBAB12F}"/>
                </a:ext>
              </a:extLst>
            </p:cNvPr>
            <p:cNvSpPr/>
            <p:nvPr/>
          </p:nvSpPr>
          <p:spPr>
            <a:xfrm>
              <a:off x="5671824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78" name="pg933">
              <a:extLst>
                <a:ext uri="{FF2B5EF4-FFF2-40B4-BE49-F238E27FC236}">
                  <a16:creationId xmlns:a16="http://schemas.microsoft.com/office/drawing/2014/main" id="{CD951D53-ADFE-C5F9-25B7-E81E6F166111}"/>
                </a:ext>
              </a:extLst>
            </p:cNvPr>
            <p:cNvSpPr/>
            <p:nvPr/>
          </p:nvSpPr>
          <p:spPr>
            <a:xfrm>
              <a:off x="5683461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79" name="pg934">
              <a:extLst>
                <a:ext uri="{FF2B5EF4-FFF2-40B4-BE49-F238E27FC236}">
                  <a16:creationId xmlns:a16="http://schemas.microsoft.com/office/drawing/2014/main" id="{C06DDD2C-2BD9-804B-41CE-B2B7AE3383C0}"/>
                </a:ext>
              </a:extLst>
            </p:cNvPr>
            <p:cNvSpPr/>
            <p:nvPr/>
          </p:nvSpPr>
          <p:spPr>
            <a:xfrm>
              <a:off x="569509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80" name="pg935">
              <a:extLst>
                <a:ext uri="{FF2B5EF4-FFF2-40B4-BE49-F238E27FC236}">
                  <a16:creationId xmlns:a16="http://schemas.microsoft.com/office/drawing/2014/main" id="{0DAFC8D9-CE37-1A31-65A5-FDC5944C4444}"/>
                </a:ext>
              </a:extLst>
            </p:cNvPr>
            <p:cNvSpPr/>
            <p:nvPr/>
          </p:nvSpPr>
          <p:spPr>
            <a:xfrm>
              <a:off x="570673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81" name="pg936">
              <a:extLst>
                <a:ext uri="{FF2B5EF4-FFF2-40B4-BE49-F238E27FC236}">
                  <a16:creationId xmlns:a16="http://schemas.microsoft.com/office/drawing/2014/main" id="{27E5208F-E5ED-D708-9472-9FAAFB098E26}"/>
                </a:ext>
              </a:extLst>
            </p:cNvPr>
            <p:cNvSpPr/>
            <p:nvPr/>
          </p:nvSpPr>
          <p:spPr>
            <a:xfrm>
              <a:off x="571837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82" name="pg937">
              <a:extLst>
                <a:ext uri="{FF2B5EF4-FFF2-40B4-BE49-F238E27FC236}">
                  <a16:creationId xmlns:a16="http://schemas.microsoft.com/office/drawing/2014/main" id="{F80C2EA7-FA11-E677-57A4-F140D67B2A75}"/>
                </a:ext>
              </a:extLst>
            </p:cNvPr>
            <p:cNvSpPr/>
            <p:nvPr/>
          </p:nvSpPr>
          <p:spPr>
            <a:xfrm>
              <a:off x="573001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83" name="pg938">
              <a:extLst>
                <a:ext uri="{FF2B5EF4-FFF2-40B4-BE49-F238E27FC236}">
                  <a16:creationId xmlns:a16="http://schemas.microsoft.com/office/drawing/2014/main" id="{4B6AE02B-5451-38B4-FF8D-CBC57A50BC18}"/>
                </a:ext>
              </a:extLst>
            </p:cNvPr>
            <p:cNvSpPr/>
            <p:nvPr/>
          </p:nvSpPr>
          <p:spPr>
            <a:xfrm>
              <a:off x="574164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84" name="pg939">
              <a:extLst>
                <a:ext uri="{FF2B5EF4-FFF2-40B4-BE49-F238E27FC236}">
                  <a16:creationId xmlns:a16="http://schemas.microsoft.com/office/drawing/2014/main" id="{85BC9C9C-B50A-F359-91B5-72C98CEEF64A}"/>
                </a:ext>
              </a:extLst>
            </p:cNvPr>
            <p:cNvSpPr/>
            <p:nvPr/>
          </p:nvSpPr>
          <p:spPr>
            <a:xfrm>
              <a:off x="575328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85" name="pg940">
              <a:extLst>
                <a:ext uri="{FF2B5EF4-FFF2-40B4-BE49-F238E27FC236}">
                  <a16:creationId xmlns:a16="http://schemas.microsoft.com/office/drawing/2014/main" id="{05568D4B-931E-0B15-BBF1-061C5E61CD02}"/>
                </a:ext>
              </a:extLst>
            </p:cNvPr>
            <p:cNvSpPr/>
            <p:nvPr/>
          </p:nvSpPr>
          <p:spPr>
            <a:xfrm>
              <a:off x="5764922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86" name="pg941">
              <a:extLst>
                <a:ext uri="{FF2B5EF4-FFF2-40B4-BE49-F238E27FC236}">
                  <a16:creationId xmlns:a16="http://schemas.microsoft.com/office/drawing/2014/main" id="{BD2191A4-7364-603D-EDEC-948F358F3E85}"/>
                </a:ext>
              </a:extLst>
            </p:cNvPr>
            <p:cNvSpPr/>
            <p:nvPr/>
          </p:nvSpPr>
          <p:spPr>
            <a:xfrm>
              <a:off x="577656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87" name="pg942">
              <a:extLst>
                <a:ext uri="{FF2B5EF4-FFF2-40B4-BE49-F238E27FC236}">
                  <a16:creationId xmlns:a16="http://schemas.microsoft.com/office/drawing/2014/main" id="{A703860B-59C3-9F66-CABA-ED2E78575413}"/>
                </a:ext>
              </a:extLst>
            </p:cNvPr>
            <p:cNvSpPr/>
            <p:nvPr/>
          </p:nvSpPr>
          <p:spPr>
            <a:xfrm>
              <a:off x="5788197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88" name="pg943">
              <a:extLst>
                <a:ext uri="{FF2B5EF4-FFF2-40B4-BE49-F238E27FC236}">
                  <a16:creationId xmlns:a16="http://schemas.microsoft.com/office/drawing/2014/main" id="{E2318146-A19E-5EC8-77BE-6F1F12FD4A62}"/>
                </a:ext>
              </a:extLst>
            </p:cNvPr>
            <p:cNvSpPr/>
            <p:nvPr/>
          </p:nvSpPr>
          <p:spPr>
            <a:xfrm>
              <a:off x="5799834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89" name="pg944">
              <a:extLst>
                <a:ext uri="{FF2B5EF4-FFF2-40B4-BE49-F238E27FC236}">
                  <a16:creationId xmlns:a16="http://schemas.microsoft.com/office/drawing/2014/main" id="{F849025D-DE1E-7E1C-779D-6F5F1CB2E6DD}"/>
                </a:ext>
              </a:extLst>
            </p:cNvPr>
            <p:cNvSpPr/>
            <p:nvPr/>
          </p:nvSpPr>
          <p:spPr>
            <a:xfrm>
              <a:off x="534597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90" name="pg945">
              <a:extLst>
                <a:ext uri="{FF2B5EF4-FFF2-40B4-BE49-F238E27FC236}">
                  <a16:creationId xmlns:a16="http://schemas.microsoft.com/office/drawing/2014/main" id="{910FDB83-0181-105F-0754-B9D985DCF93B}"/>
                </a:ext>
              </a:extLst>
            </p:cNvPr>
            <p:cNvSpPr/>
            <p:nvPr/>
          </p:nvSpPr>
          <p:spPr>
            <a:xfrm>
              <a:off x="535761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91" name="pg946">
              <a:extLst>
                <a:ext uri="{FF2B5EF4-FFF2-40B4-BE49-F238E27FC236}">
                  <a16:creationId xmlns:a16="http://schemas.microsoft.com/office/drawing/2014/main" id="{3C38609F-6492-E377-7DFA-17A62FC5C003}"/>
                </a:ext>
              </a:extLst>
            </p:cNvPr>
            <p:cNvSpPr/>
            <p:nvPr/>
          </p:nvSpPr>
          <p:spPr>
            <a:xfrm>
              <a:off x="536925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92" name="pg947">
              <a:extLst>
                <a:ext uri="{FF2B5EF4-FFF2-40B4-BE49-F238E27FC236}">
                  <a16:creationId xmlns:a16="http://schemas.microsoft.com/office/drawing/2014/main" id="{EA30D75E-0900-AA2C-1D0B-1B9BF0D55D8C}"/>
                </a:ext>
              </a:extLst>
            </p:cNvPr>
            <p:cNvSpPr/>
            <p:nvPr/>
          </p:nvSpPr>
          <p:spPr>
            <a:xfrm>
              <a:off x="543907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93" name="pg948">
              <a:extLst>
                <a:ext uri="{FF2B5EF4-FFF2-40B4-BE49-F238E27FC236}">
                  <a16:creationId xmlns:a16="http://schemas.microsoft.com/office/drawing/2014/main" id="{F932EEA2-90CB-246E-C248-BE0CDF380613}"/>
                </a:ext>
              </a:extLst>
            </p:cNvPr>
            <p:cNvSpPr/>
            <p:nvPr/>
          </p:nvSpPr>
          <p:spPr>
            <a:xfrm>
              <a:off x="545071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94" name="pg949">
              <a:extLst>
                <a:ext uri="{FF2B5EF4-FFF2-40B4-BE49-F238E27FC236}">
                  <a16:creationId xmlns:a16="http://schemas.microsoft.com/office/drawing/2014/main" id="{BA6CD285-B7A0-812F-00A1-B42D014D8187}"/>
                </a:ext>
              </a:extLst>
            </p:cNvPr>
            <p:cNvSpPr/>
            <p:nvPr/>
          </p:nvSpPr>
          <p:spPr>
            <a:xfrm>
              <a:off x="546235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95" name="pg950">
              <a:extLst>
                <a:ext uri="{FF2B5EF4-FFF2-40B4-BE49-F238E27FC236}">
                  <a16:creationId xmlns:a16="http://schemas.microsoft.com/office/drawing/2014/main" id="{024791C3-A744-55FE-2751-76D558C36154}"/>
                </a:ext>
              </a:extLst>
            </p:cNvPr>
            <p:cNvSpPr/>
            <p:nvPr/>
          </p:nvSpPr>
          <p:spPr>
            <a:xfrm>
              <a:off x="547398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96" name="pg951">
              <a:extLst>
                <a:ext uri="{FF2B5EF4-FFF2-40B4-BE49-F238E27FC236}">
                  <a16:creationId xmlns:a16="http://schemas.microsoft.com/office/drawing/2014/main" id="{E842E822-EFF1-2454-7FE8-959D9216D83C}"/>
                </a:ext>
              </a:extLst>
            </p:cNvPr>
            <p:cNvSpPr/>
            <p:nvPr/>
          </p:nvSpPr>
          <p:spPr>
            <a:xfrm>
              <a:off x="548562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97" name="pg952">
              <a:extLst>
                <a:ext uri="{FF2B5EF4-FFF2-40B4-BE49-F238E27FC236}">
                  <a16:creationId xmlns:a16="http://schemas.microsoft.com/office/drawing/2014/main" id="{DC2FA059-BAFC-D298-BC16-2161C5F14E17}"/>
                </a:ext>
              </a:extLst>
            </p:cNvPr>
            <p:cNvSpPr/>
            <p:nvPr/>
          </p:nvSpPr>
          <p:spPr>
            <a:xfrm>
              <a:off x="5497264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98" name="pg953">
              <a:extLst>
                <a:ext uri="{FF2B5EF4-FFF2-40B4-BE49-F238E27FC236}">
                  <a16:creationId xmlns:a16="http://schemas.microsoft.com/office/drawing/2014/main" id="{B26F59B8-1924-C647-3BFE-E19762636887}"/>
                </a:ext>
              </a:extLst>
            </p:cNvPr>
            <p:cNvSpPr/>
            <p:nvPr/>
          </p:nvSpPr>
          <p:spPr>
            <a:xfrm>
              <a:off x="550890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99" name="pg954">
              <a:extLst>
                <a:ext uri="{FF2B5EF4-FFF2-40B4-BE49-F238E27FC236}">
                  <a16:creationId xmlns:a16="http://schemas.microsoft.com/office/drawing/2014/main" id="{BE62406D-D8B0-EF35-22CD-FB93A9B3D67B}"/>
                </a:ext>
              </a:extLst>
            </p:cNvPr>
            <p:cNvSpPr/>
            <p:nvPr/>
          </p:nvSpPr>
          <p:spPr>
            <a:xfrm>
              <a:off x="552053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00" name="pg955">
              <a:extLst>
                <a:ext uri="{FF2B5EF4-FFF2-40B4-BE49-F238E27FC236}">
                  <a16:creationId xmlns:a16="http://schemas.microsoft.com/office/drawing/2014/main" id="{6B61C804-AB4F-AF65-EE4E-7C210E0CE64C}"/>
                </a:ext>
              </a:extLst>
            </p:cNvPr>
            <p:cNvSpPr/>
            <p:nvPr/>
          </p:nvSpPr>
          <p:spPr>
            <a:xfrm>
              <a:off x="553217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01" name="pg956">
              <a:extLst>
                <a:ext uri="{FF2B5EF4-FFF2-40B4-BE49-F238E27FC236}">
                  <a16:creationId xmlns:a16="http://schemas.microsoft.com/office/drawing/2014/main" id="{AF24A9AD-1059-E1A9-50F0-D393BA261370}"/>
                </a:ext>
              </a:extLst>
            </p:cNvPr>
            <p:cNvSpPr/>
            <p:nvPr/>
          </p:nvSpPr>
          <p:spPr>
            <a:xfrm>
              <a:off x="554381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02" name="pg957">
              <a:extLst>
                <a:ext uri="{FF2B5EF4-FFF2-40B4-BE49-F238E27FC236}">
                  <a16:creationId xmlns:a16="http://schemas.microsoft.com/office/drawing/2014/main" id="{799E94FA-DA62-1911-B69C-D4446F963D41}"/>
                </a:ext>
              </a:extLst>
            </p:cNvPr>
            <p:cNvSpPr/>
            <p:nvPr/>
          </p:nvSpPr>
          <p:spPr>
            <a:xfrm>
              <a:off x="555545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03" name="pg958">
              <a:extLst>
                <a:ext uri="{FF2B5EF4-FFF2-40B4-BE49-F238E27FC236}">
                  <a16:creationId xmlns:a16="http://schemas.microsoft.com/office/drawing/2014/main" id="{B8452072-66CC-1C48-883E-4C3328B34C3B}"/>
                </a:ext>
              </a:extLst>
            </p:cNvPr>
            <p:cNvSpPr/>
            <p:nvPr/>
          </p:nvSpPr>
          <p:spPr>
            <a:xfrm>
              <a:off x="556708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04" name="pg959">
              <a:extLst>
                <a:ext uri="{FF2B5EF4-FFF2-40B4-BE49-F238E27FC236}">
                  <a16:creationId xmlns:a16="http://schemas.microsoft.com/office/drawing/2014/main" id="{6038BE11-380B-73C0-667C-315EEB07D262}"/>
                </a:ext>
              </a:extLst>
            </p:cNvPr>
            <p:cNvSpPr/>
            <p:nvPr/>
          </p:nvSpPr>
          <p:spPr>
            <a:xfrm>
              <a:off x="557872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05" name="pg960">
              <a:extLst>
                <a:ext uri="{FF2B5EF4-FFF2-40B4-BE49-F238E27FC236}">
                  <a16:creationId xmlns:a16="http://schemas.microsoft.com/office/drawing/2014/main" id="{DE3F77A7-AD94-56B4-E162-CACF5E156B39}"/>
                </a:ext>
              </a:extLst>
            </p:cNvPr>
            <p:cNvSpPr/>
            <p:nvPr/>
          </p:nvSpPr>
          <p:spPr>
            <a:xfrm>
              <a:off x="559036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06" name="pg961">
              <a:extLst>
                <a:ext uri="{FF2B5EF4-FFF2-40B4-BE49-F238E27FC236}">
                  <a16:creationId xmlns:a16="http://schemas.microsoft.com/office/drawing/2014/main" id="{83D6573D-68FD-8B46-8965-272F2933D86F}"/>
                </a:ext>
              </a:extLst>
            </p:cNvPr>
            <p:cNvSpPr/>
            <p:nvPr/>
          </p:nvSpPr>
          <p:spPr>
            <a:xfrm>
              <a:off x="5602000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07" name="pg962">
              <a:extLst>
                <a:ext uri="{FF2B5EF4-FFF2-40B4-BE49-F238E27FC236}">
                  <a16:creationId xmlns:a16="http://schemas.microsoft.com/office/drawing/2014/main" id="{63111EAC-2C14-CC43-D72E-FF585D53C854}"/>
                </a:ext>
              </a:extLst>
            </p:cNvPr>
            <p:cNvSpPr/>
            <p:nvPr/>
          </p:nvSpPr>
          <p:spPr>
            <a:xfrm>
              <a:off x="561363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08" name="pg963">
              <a:extLst>
                <a:ext uri="{FF2B5EF4-FFF2-40B4-BE49-F238E27FC236}">
                  <a16:creationId xmlns:a16="http://schemas.microsoft.com/office/drawing/2014/main" id="{DC8FA8C6-DED7-06FC-F460-08A667BDFD62}"/>
                </a:ext>
              </a:extLst>
            </p:cNvPr>
            <p:cNvSpPr/>
            <p:nvPr/>
          </p:nvSpPr>
          <p:spPr>
            <a:xfrm>
              <a:off x="562527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09" name="pg964">
              <a:extLst>
                <a:ext uri="{FF2B5EF4-FFF2-40B4-BE49-F238E27FC236}">
                  <a16:creationId xmlns:a16="http://schemas.microsoft.com/office/drawing/2014/main" id="{1AF53416-914A-62F1-029A-4BD926F3D811}"/>
                </a:ext>
              </a:extLst>
            </p:cNvPr>
            <p:cNvSpPr/>
            <p:nvPr/>
          </p:nvSpPr>
          <p:spPr>
            <a:xfrm>
              <a:off x="563691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10" name="pg965">
              <a:extLst>
                <a:ext uri="{FF2B5EF4-FFF2-40B4-BE49-F238E27FC236}">
                  <a16:creationId xmlns:a16="http://schemas.microsoft.com/office/drawing/2014/main" id="{44DDB82B-C263-E141-74B7-0E33513B53B0}"/>
                </a:ext>
              </a:extLst>
            </p:cNvPr>
            <p:cNvSpPr/>
            <p:nvPr/>
          </p:nvSpPr>
          <p:spPr>
            <a:xfrm>
              <a:off x="564854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11" name="pg966">
              <a:extLst>
                <a:ext uri="{FF2B5EF4-FFF2-40B4-BE49-F238E27FC236}">
                  <a16:creationId xmlns:a16="http://schemas.microsoft.com/office/drawing/2014/main" id="{390838B0-4557-4CE9-AAA2-F2DEAB20DE52}"/>
                </a:ext>
              </a:extLst>
            </p:cNvPr>
            <p:cNvSpPr/>
            <p:nvPr/>
          </p:nvSpPr>
          <p:spPr>
            <a:xfrm>
              <a:off x="566018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12" name="pg967">
              <a:extLst>
                <a:ext uri="{FF2B5EF4-FFF2-40B4-BE49-F238E27FC236}">
                  <a16:creationId xmlns:a16="http://schemas.microsoft.com/office/drawing/2014/main" id="{1EEEA9D0-859C-02BD-E44A-E1862491BFA1}"/>
                </a:ext>
              </a:extLst>
            </p:cNvPr>
            <p:cNvSpPr/>
            <p:nvPr/>
          </p:nvSpPr>
          <p:spPr>
            <a:xfrm>
              <a:off x="5671824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13" name="pg968">
              <a:extLst>
                <a:ext uri="{FF2B5EF4-FFF2-40B4-BE49-F238E27FC236}">
                  <a16:creationId xmlns:a16="http://schemas.microsoft.com/office/drawing/2014/main" id="{4029A0B6-A4F2-1CA0-4CF4-D3B143A7D89B}"/>
                </a:ext>
              </a:extLst>
            </p:cNvPr>
            <p:cNvSpPr/>
            <p:nvPr/>
          </p:nvSpPr>
          <p:spPr>
            <a:xfrm>
              <a:off x="568346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14" name="pg969">
              <a:extLst>
                <a:ext uri="{FF2B5EF4-FFF2-40B4-BE49-F238E27FC236}">
                  <a16:creationId xmlns:a16="http://schemas.microsoft.com/office/drawing/2014/main" id="{14FF1519-EDC8-4106-1AE5-C3B7EF9514BF}"/>
                </a:ext>
              </a:extLst>
            </p:cNvPr>
            <p:cNvSpPr/>
            <p:nvPr/>
          </p:nvSpPr>
          <p:spPr>
            <a:xfrm>
              <a:off x="569509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15" name="pg970">
              <a:extLst>
                <a:ext uri="{FF2B5EF4-FFF2-40B4-BE49-F238E27FC236}">
                  <a16:creationId xmlns:a16="http://schemas.microsoft.com/office/drawing/2014/main" id="{4FB0201E-38D9-5810-B038-822A6B519367}"/>
                </a:ext>
              </a:extLst>
            </p:cNvPr>
            <p:cNvSpPr/>
            <p:nvPr/>
          </p:nvSpPr>
          <p:spPr>
            <a:xfrm>
              <a:off x="570673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16" name="pg971">
              <a:extLst>
                <a:ext uri="{FF2B5EF4-FFF2-40B4-BE49-F238E27FC236}">
                  <a16:creationId xmlns:a16="http://schemas.microsoft.com/office/drawing/2014/main" id="{29820E85-F546-1237-0FBB-4EB1AF3A8FCD}"/>
                </a:ext>
              </a:extLst>
            </p:cNvPr>
            <p:cNvSpPr/>
            <p:nvPr/>
          </p:nvSpPr>
          <p:spPr>
            <a:xfrm>
              <a:off x="571837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17" name="pg972">
              <a:extLst>
                <a:ext uri="{FF2B5EF4-FFF2-40B4-BE49-F238E27FC236}">
                  <a16:creationId xmlns:a16="http://schemas.microsoft.com/office/drawing/2014/main" id="{2A0943DA-B01B-7ED3-514A-725D330B9407}"/>
                </a:ext>
              </a:extLst>
            </p:cNvPr>
            <p:cNvSpPr/>
            <p:nvPr/>
          </p:nvSpPr>
          <p:spPr>
            <a:xfrm>
              <a:off x="5730010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18" name="pg973">
              <a:extLst>
                <a:ext uri="{FF2B5EF4-FFF2-40B4-BE49-F238E27FC236}">
                  <a16:creationId xmlns:a16="http://schemas.microsoft.com/office/drawing/2014/main" id="{B013A2F9-C176-1765-5102-798A13E73738}"/>
                </a:ext>
              </a:extLst>
            </p:cNvPr>
            <p:cNvSpPr/>
            <p:nvPr/>
          </p:nvSpPr>
          <p:spPr>
            <a:xfrm>
              <a:off x="574164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19" name="pg974">
              <a:extLst>
                <a:ext uri="{FF2B5EF4-FFF2-40B4-BE49-F238E27FC236}">
                  <a16:creationId xmlns:a16="http://schemas.microsoft.com/office/drawing/2014/main" id="{4E547277-3A0F-9686-1DAE-F933C2D8FC45}"/>
                </a:ext>
              </a:extLst>
            </p:cNvPr>
            <p:cNvSpPr/>
            <p:nvPr/>
          </p:nvSpPr>
          <p:spPr>
            <a:xfrm>
              <a:off x="575328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20" name="pg975">
              <a:extLst>
                <a:ext uri="{FF2B5EF4-FFF2-40B4-BE49-F238E27FC236}">
                  <a16:creationId xmlns:a16="http://schemas.microsoft.com/office/drawing/2014/main" id="{7183E2BE-3652-67A0-5096-810D88676799}"/>
                </a:ext>
              </a:extLst>
            </p:cNvPr>
            <p:cNvSpPr/>
            <p:nvPr/>
          </p:nvSpPr>
          <p:spPr>
            <a:xfrm>
              <a:off x="576492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21" name="pg976">
              <a:extLst>
                <a:ext uri="{FF2B5EF4-FFF2-40B4-BE49-F238E27FC236}">
                  <a16:creationId xmlns:a16="http://schemas.microsoft.com/office/drawing/2014/main" id="{914A242F-896E-0C89-5F41-64C4DA6D6E98}"/>
                </a:ext>
              </a:extLst>
            </p:cNvPr>
            <p:cNvSpPr/>
            <p:nvPr/>
          </p:nvSpPr>
          <p:spPr>
            <a:xfrm>
              <a:off x="533434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22" name="pg977">
              <a:extLst>
                <a:ext uri="{FF2B5EF4-FFF2-40B4-BE49-F238E27FC236}">
                  <a16:creationId xmlns:a16="http://schemas.microsoft.com/office/drawing/2014/main" id="{F7273FE3-1FD2-C865-0365-395BD8446C05}"/>
                </a:ext>
              </a:extLst>
            </p:cNvPr>
            <p:cNvSpPr/>
            <p:nvPr/>
          </p:nvSpPr>
          <p:spPr>
            <a:xfrm>
              <a:off x="534597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23" name="pg978">
              <a:extLst>
                <a:ext uri="{FF2B5EF4-FFF2-40B4-BE49-F238E27FC236}">
                  <a16:creationId xmlns:a16="http://schemas.microsoft.com/office/drawing/2014/main" id="{3D011E12-B328-2969-60F6-504960932DFE}"/>
                </a:ext>
              </a:extLst>
            </p:cNvPr>
            <p:cNvSpPr/>
            <p:nvPr/>
          </p:nvSpPr>
          <p:spPr>
            <a:xfrm>
              <a:off x="535761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24" name="pg979">
              <a:extLst>
                <a:ext uri="{FF2B5EF4-FFF2-40B4-BE49-F238E27FC236}">
                  <a16:creationId xmlns:a16="http://schemas.microsoft.com/office/drawing/2014/main" id="{9163EA74-18AA-B952-BFBC-978319ADA836}"/>
                </a:ext>
              </a:extLst>
            </p:cNvPr>
            <p:cNvSpPr/>
            <p:nvPr/>
          </p:nvSpPr>
          <p:spPr>
            <a:xfrm>
              <a:off x="536925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25" name="pg980">
              <a:extLst>
                <a:ext uri="{FF2B5EF4-FFF2-40B4-BE49-F238E27FC236}">
                  <a16:creationId xmlns:a16="http://schemas.microsoft.com/office/drawing/2014/main" id="{6A47865B-0802-4E58-4FAA-0DF1499FD382}"/>
                </a:ext>
              </a:extLst>
            </p:cNvPr>
            <p:cNvSpPr/>
            <p:nvPr/>
          </p:nvSpPr>
          <p:spPr>
            <a:xfrm>
              <a:off x="538089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26" name="pg981">
              <a:extLst>
                <a:ext uri="{FF2B5EF4-FFF2-40B4-BE49-F238E27FC236}">
                  <a16:creationId xmlns:a16="http://schemas.microsoft.com/office/drawing/2014/main" id="{9E1F97FB-7E2F-CCDE-C91D-B1C76EF660AE}"/>
                </a:ext>
              </a:extLst>
            </p:cNvPr>
            <p:cNvSpPr/>
            <p:nvPr/>
          </p:nvSpPr>
          <p:spPr>
            <a:xfrm>
              <a:off x="541580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27" name="pg982">
              <a:extLst>
                <a:ext uri="{FF2B5EF4-FFF2-40B4-BE49-F238E27FC236}">
                  <a16:creationId xmlns:a16="http://schemas.microsoft.com/office/drawing/2014/main" id="{5611B890-6C44-261C-77DC-56B678FDB7A1}"/>
                </a:ext>
              </a:extLst>
            </p:cNvPr>
            <p:cNvSpPr/>
            <p:nvPr/>
          </p:nvSpPr>
          <p:spPr>
            <a:xfrm>
              <a:off x="5427440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28" name="pg983">
              <a:extLst>
                <a:ext uri="{FF2B5EF4-FFF2-40B4-BE49-F238E27FC236}">
                  <a16:creationId xmlns:a16="http://schemas.microsoft.com/office/drawing/2014/main" id="{6FCE48FD-C3E2-03CC-0FDA-EC4459E01445}"/>
                </a:ext>
              </a:extLst>
            </p:cNvPr>
            <p:cNvSpPr/>
            <p:nvPr/>
          </p:nvSpPr>
          <p:spPr>
            <a:xfrm>
              <a:off x="543907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29" name="pg984">
              <a:extLst>
                <a:ext uri="{FF2B5EF4-FFF2-40B4-BE49-F238E27FC236}">
                  <a16:creationId xmlns:a16="http://schemas.microsoft.com/office/drawing/2014/main" id="{0F39967D-00AB-0EC3-B73F-D6B2AC7AD8F6}"/>
                </a:ext>
              </a:extLst>
            </p:cNvPr>
            <p:cNvSpPr/>
            <p:nvPr/>
          </p:nvSpPr>
          <p:spPr>
            <a:xfrm>
              <a:off x="545071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30" name="pg985">
              <a:extLst>
                <a:ext uri="{FF2B5EF4-FFF2-40B4-BE49-F238E27FC236}">
                  <a16:creationId xmlns:a16="http://schemas.microsoft.com/office/drawing/2014/main" id="{804B0549-EF8C-EECA-4620-FE6CDF06B271}"/>
                </a:ext>
              </a:extLst>
            </p:cNvPr>
            <p:cNvSpPr/>
            <p:nvPr/>
          </p:nvSpPr>
          <p:spPr>
            <a:xfrm>
              <a:off x="5462352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31" name="pg986">
              <a:extLst>
                <a:ext uri="{FF2B5EF4-FFF2-40B4-BE49-F238E27FC236}">
                  <a16:creationId xmlns:a16="http://schemas.microsoft.com/office/drawing/2014/main" id="{1F4C4AB8-40BC-4E76-97E0-E96F6AB93C6A}"/>
                </a:ext>
              </a:extLst>
            </p:cNvPr>
            <p:cNvSpPr/>
            <p:nvPr/>
          </p:nvSpPr>
          <p:spPr>
            <a:xfrm>
              <a:off x="547398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32" name="pg987">
              <a:extLst>
                <a:ext uri="{FF2B5EF4-FFF2-40B4-BE49-F238E27FC236}">
                  <a16:creationId xmlns:a16="http://schemas.microsoft.com/office/drawing/2014/main" id="{9165AF65-C5F7-DE43-D863-CD92C47476D8}"/>
                </a:ext>
              </a:extLst>
            </p:cNvPr>
            <p:cNvSpPr/>
            <p:nvPr/>
          </p:nvSpPr>
          <p:spPr>
            <a:xfrm>
              <a:off x="548562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33" name="pg988">
              <a:extLst>
                <a:ext uri="{FF2B5EF4-FFF2-40B4-BE49-F238E27FC236}">
                  <a16:creationId xmlns:a16="http://schemas.microsoft.com/office/drawing/2014/main" id="{EDBCE22D-FC2E-2257-51C6-5021C9159AF3}"/>
                </a:ext>
              </a:extLst>
            </p:cNvPr>
            <p:cNvSpPr/>
            <p:nvPr/>
          </p:nvSpPr>
          <p:spPr>
            <a:xfrm>
              <a:off x="5497264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34" name="pg989">
              <a:extLst>
                <a:ext uri="{FF2B5EF4-FFF2-40B4-BE49-F238E27FC236}">
                  <a16:creationId xmlns:a16="http://schemas.microsoft.com/office/drawing/2014/main" id="{92DAF6B8-762F-54E9-0C16-4B8E18019CB9}"/>
                </a:ext>
              </a:extLst>
            </p:cNvPr>
            <p:cNvSpPr/>
            <p:nvPr/>
          </p:nvSpPr>
          <p:spPr>
            <a:xfrm>
              <a:off x="550890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35" name="pg990">
              <a:extLst>
                <a:ext uri="{FF2B5EF4-FFF2-40B4-BE49-F238E27FC236}">
                  <a16:creationId xmlns:a16="http://schemas.microsoft.com/office/drawing/2014/main" id="{22F97AA4-7EF5-A403-805B-2D2493C631BB}"/>
                </a:ext>
              </a:extLst>
            </p:cNvPr>
            <p:cNvSpPr/>
            <p:nvPr/>
          </p:nvSpPr>
          <p:spPr>
            <a:xfrm>
              <a:off x="552053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36" name="pg991">
              <a:extLst>
                <a:ext uri="{FF2B5EF4-FFF2-40B4-BE49-F238E27FC236}">
                  <a16:creationId xmlns:a16="http://schemas.microsoft.com/office/drawing/2014/main" id="{89EEA093-CC25-9ED9-8CD0-349D7DBB7C56}"/>
                </a:ext>
              </a:extLst>
            </p:cNvPr>
            <p:cNvSpPr/>
            <p:nvPr/>
          </p:nvSpPr>
          <p:spPr>
            <a:xfrm>
              <a:off x="553217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37" name="pg992">
              <a:extLst>
                <a:ext uri="{FF2B5EF4-FFF2-40B4-BE49-F238E27FC236}">
                  <a16:creationId xmlns:a16="http://schemas.microsoft.com/office/drawing/2014/main" id="{59013B3B-1425-F163-A666-5755D3CDF9A0}"/>
                </a:ext>
              </a:extLst>
            </p:cNvPr>
            <p:cNvSpPr/>
            <p:nvPr/>
          </p:nvSpPr>
          <p:spPr>
            <a:xfrm>
              <a:off x="554381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38" name="pg993">
              <a:extLst>
                <a:ext uri="{FF2B5EF4-FFF2-40B4-BE49-F238E27FC236}">
                  <a16:creationId xmlns:a16="http://schemas.microsoft.com/office/drawing/2014/main" id="{32D8748D-CB61-2701-DF05-ABA7D7B32B99}"/>
                </a:ext>
              </a:extLst>
            </p:cNvPr>
            <p:cNvSpPr/>
            <p:nvPr/>
          </p:nvSpPr>
          <p:spPr>
            <a:xfrm>
              <a:off x="555545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39" name="pg994">
              <a:extLst>
                <a:ext uri="{FF2B5EF4-FFF2-40B4-BE49-F238E27FC236}">
                  <a16:creationId xmlns:a16="http://schemas.microsoft.com/office/drawing/2014/main" id="{121F3837-1E0F-21DB-FB05-34ED284CE886}"/>
                </a:ext>
              </a:extLst>
            </p:cNvPr>
            <p:cNvSpPr/>
            <p:nvPr/>
          </p:nvSpPr>
          <p:spPr>
            <a:xfrm>
              <a:off x="5567088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40" name="pg995">
              <a:extLst>
                <a:ext uri="{FF2B5EF4-FFF2-40B4-BE49-F238E27FC236}">
                  <a16:creationId xmlns:a16="http://schemas.microsoft.com/office/drawing/2014/main" id="{39EE4E78-39C3-8B4A-2B83-7B065785E457}"/>
                </a:ext>
              </a:extLst>
            </p:cNvPr>
            <p:cNvSpPr/>
            <p:nvPr/>
          </p:nvSpPr>
          <p:spPr>
            <a:xfrm>
              <a:off x="557872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41" name="pg996">
              <a:extLst>
                <a:ext uri="{FF2B5EF4-FFF2-40B4-BE49-F238E27FC236}">
                  <a16:creationId xmlns:a16="http://schemas.microsoft.com/office/drawing/2014/main" id="{FB1A0040-86EB-157E-3AD6-D8B1538E5852}"/>
                </a:ext>
              </a:extLst>
            </p:cNvPr>
            <p:cNvSpPr/>
            <p:nvPr/>
          </p:nvSpPr>
          <p:spPr>
            <a:xfrm>
              <a:off x="559036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42" name="pg997">
              <a:extLst>
                <a:ext uri="{FF2B5EF4-FFF2-40B4-BE49-F238E27FC236}">
                  <a16:creationId xmlns:a16="http://schemas.microsoft.com/office/drawing/2014/main" id="{45DF165C-4374-E34F-0470-E030A5292359}"/>
                </a:ext>
              </a:extLst>
            </p:cNvPr>
            <p:cNvSpPr/>
            <p:nvPr/>
          </p:nvSpPr>
          <p:spPr>
            <a:xfrm>
              <a:off x="5602000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43" name="pg998">
              <a:extLst>
                <a:ext uri="{FF2B5EF4-FFF2-40B4-BE49-F238E27FC236}">
                  <a16:creationId xmlns:a16="http://schemas.microsoft.com/office/drawing/2014/main" id="{3EB15996-57E0-1F7A-9213-64066E098027}"/>
                </a:ext>
              </a:extLst>
            </p:cNvPr>
            <p:cNvSpPr/>
            <p:nvPr/>
          </p:nvSpPr>
          <p:spPr>
            <a:xfrm>
              <a:off x="561363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44" name="pg999">
              <a:extLst>
                <a:ext uri="{FF2B5EF4-FFF2-40B4-BE49-F238E27FC236}">
                  <a16:creationId xmlns:a16="http://schemas.microsoft.com/office/drawing/2014/main" id="{7F893DEF-CD4D-A5CD-0062-060F5EE6B217}"/>
                </a:ext>
              </a:extLst>
            </p:cNvPr>
            <p:cNvSpPr/>
            <p:nvPr/>
          </p:nvSpPr>
          <p:spPr>
            <a:xfrm>
              <a:off x="562527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45" name="pg1000">
              <a:extLst>
                <a:ext uri="{FF2B5EF4-FFF2-40B4-BE49-F238E27FC236}">
                  <a16:creationId xmlns:a16="http://schemas.microsoft.com/office/drawing/2014/main" id="{BFB9B320-DF02-80AF-EF22-7A467C78DFBB}"/>
                </a:ext>
              </a:extLst>
            </p:cNvPr>
            <p:cNvSpPr/>
            <p:nvPr/>
          </p:nvSpPr>
          <p:spPr>
            <a:xfrm>
              <a:off x="5636912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46" name="pg1001">
              <a:extLst>
                <a:ext uri="{FF2B5EF4-FFF2-40B4-BE49-F238E27FC236}">
                  <a16:creationId xmlns:a16="http://schemas.microsoft.com/office/drawing/2014/main" id="{C07EBFDC-5966-1A24-C832-238B732EE066}"/>
                </a:ext>
              </a:extLst>
            </p:cNvPr>
            <p:cNvSpPr/>
            <p:nvPr/>
          </p:nvSpPr>
          <p:spPr>
            <a:xfrm>
              <a:off x="564854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47" name="pg1002">
              <a:extLst>
                <a:ext uri="{FF2B5EF4-FFF2-40B4-BE49-F238E27FC236}">
                  <a16:creationId xmlns:a16="http://schemas.microsoft.com/office/drawing/2014/main" id="{35DA1622-6BA4-3A29-0D33-C8AEA7C29767}"/>
                </a:ext>
              </a:extLst>
            </p:cNvPr>
            <p:cNvSpPr/>
            <p:nvPr/>
          </p:nvSpPr>
          <p:spPr>
            <a:xfrm>
              <a:off x="566018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48" name="pg1003">
              <a:extLst>
                <a:ext uri="{FF2B5EF4-FFF2-40B4-BE49-F238E27FC236}">
                  <a16:creationId xmlns:a16="http://schemas.microsoft.com/office/drawing/2014/main" id="{F8CCBAC5-83B5-E6C3-A45E-DA555A1E3B52}"/>
                </a:ext>
              </a:extLst>
            </p:cNvPr>
            <p:cNvSpPr/>
            <p:nvPr/>
          </p:nvSpPr>
          <p:spPr>
            <a:xfrm>
              <a:off x="5671824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49" name="pg1004">
              <a:extLst>
                <a:ext uri="{FF2B5EF4-FFF2-40B4-BE49-F238E27FC236}">
                  <a16:creationId xmlns:a16="http://schemas.microsoft.com/office/drawing/2014/main" id="{DDF7C639-2C2A-5652-0163-7108B1A6177A}"/>
                </a:ext>
              </a:extLst>
            </p:cNvPr>
            <p:cNvSpPr/>
            <p:nvPr/>
          </p:nvSpPr>
          <p:spPr>
            <a:xfrm>
              <a:off x="568346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50" name="pg1005">
              <a:extLst>
                <a:ext uri="{FF2B5EF4-FFF2-40B4-BE49-F238E27FC236}">
                  <a16:creationId xmlns:a16="http://schemas.microsoft.com/office/drawing/2014/main" id="{95D569E4-F9F4-B9C3-2ACA-56954B575FC4}"/>
                </a:ext>
              </a:extLst>
            </p:cNvPr>
            <p:cNvSpPr/>
            <p:nvPr/>
          </p:nvSpPr>
          <p:spPr>
            <a:xfrm>
              <a:off x="570673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51" name="pg1006">
              <a:extLst>
                <a:ext uri="{FF2B5EF4-FFF2-40B4-BE49-F238E27FC236}">
                  <a16:creationId xmlns:a16="http://schemas.microsoft.com/office/drawing/2014/main" id="{E09135B8-CB23-ECE6-36EE-C86ED2BBBC1A}"/>
                </a:ext>
              </a:extLst>
            </p:cNvPr>
            <p:cNvSpPr/>
            <p:nvPr/>
          </p:nvSpPr>
          <p:spPr>
            <a:xfrm>
              <a:off x="571837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52" name="pg1007">
              <a:extLst>
                <a:ext uri="{FF2B5EF4-FFF2-40B4-BE49-F238E27FC236}">
                  <a16:creationId xmlns:a16="http://schemas.microsoft.com/office/drawing/2014/main" id="{15FDB547-E885-E8DB-FA92-57A90D6121E7}"/>
                </a:ext>
              </a:extLst>
            </p:cNvPr>
            <p:cNvSpPr/>
            <p:nvPr/>
          </p:nvSpPr>
          <p:spPr>
            <a:xfrm>
              <a:off x="533434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53" name="pg1008">
              <a:extLst>
                <a:ext uri="{FF2B5EF4-FFF2-40B4-BE49-F238E27FC236}">
                  <a16:creationId xmlns:a16="http://schemas.microsoft.com/office/drawing/2014/main" id="{DF1BB8EF-8AB8-4ADF-B5DC-1964E54F5539}"/>
                </a:ext>
              </a:extLst>
            </p:cNvPr>
            <p:cNvSpPr/>
            <p:nvPr/>
          </p:nvSpPr>
          <p:spPr>
            <a:xfrm>
              <a:off x="534597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54" name="pg1009">
              <a:extLst>
                <a:ext uri="{FF2B5EF4-FFF2-40B4-BE49-F238E27FC236}">
                  <a16:creationId xmlns:a16="http://schemas.microsoft.com/office/drawing/2014/main" id="{30A6410D-A1AE-B277-7ADA-C820D0E5CB02}"/>
                </a:ext>
              </a:extLst>
            </p:cNvPr>
            <p:cNvSpPr/>
            <p:nvPr/>
          </p:nvSpPr>
          <p:spPr>
            <a:xfrm>
              <a:off x="5357616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55" name="pg1010">
              <a:extLst>
                <a:ext uri="{FF2B5EF4-FFF2-40B4-BE49-F238E27FC236}">
                  <a16:creationId xmlns:a16="http://schemas.microsoft.com/office/drawing/2014/main" id="{BAF3C766-ECA5-FCEC-40FB-ED835D0B1CFA}"/>
                </a:ext>
              </a:extLst>
            </p:cNvPr>
            <p:cNvSpPr/>
            <p:nvPr/>
          </p:nvSpPr>
          <p:spPr>
            <a:xfrm>
              <a:off x="536925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56" name="pg1011">
              <a:extLst>
                <a:ext uri="{FF2B5EF4-FFF2-40B4-BE49-F238E27FC236}">
                  <a16:creationId xmlns:a16="http://schemas.microsoft.com/office/drawing/2014/main" id="{F761AE0A-301D-100D-3C4E-E2754D8D494A}"/>
                </a:ext>
              </a:extLst>
            </p:cNvPr>
            <p:cNvSpPr/>
            <p:nvPr/>
          </p:nvSpPr>
          <p:spPr>
            <a:xfrm>
              <a:off x="538089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57" name="pg1012">
              <a:extLst>
                <a:ext uri="{FF2B5EF4-FFF2-40B4-BE49-F238E27FC236}">
                  <a16:creationId xmlns:a16="http://schemas.microsoft.com/office/drawing/2014/main" id="{21BA0F17-A9D3-B23E-6A94-6F9F58FC02AC}"/>
                </a:ext>
              </a:extLst>
            </p:cNvPr>
            <p:cNvSpPr/>
            <p:nvPr/>
          </p:nvSpPr>
          <p:spPr>
            <a:xfrm>
              <a:off x="5392528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58" name="pg1013">
              <a:extLst>
                <a:ext uri="{FF2B5EF4-FFF2-40B4-BE49-F238E27FC236}">
                  <a16:creationId xmlns:a16="http://schemas.microsoft.com/office/drawing/2014/main" id="{03D44D61-6675-8CBA-2950-4E8B5C58158D}"/>
                </a:ext>
              </a:extLst>
            </p:cNvPr>
            <p:cNvSpPr/>
            <p:nvPr/>
          </p:nvSpPr>
          <p:spPr>
            <a:xfrm>
              <a:off x="540416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59" name="pg1014">
              <a:extLst>
                <a:ext uri="{FF2B5EF4-FFF2-40B4-BE49-F238E27FC236}">
                  <a16:creationId xmlns:a16="http://schemas.microsoft.com/office/drawing/2014/main" id="{8B25C2C9-FF6C-4A21-7885-E904DE8739D4}"/>
                </a:ext>
              </a:extLst>
            </p:cNvPr>
            <p:cNvSpPr/>
            <p:nvPr/>
          </p:nvSpPr>
          <p:spPr>
            <a:xfrm>
              <a:off x="541580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60" name="pg1015">
              <a:extLst>
                <a:ext uri="{FF2B5EF4-FFF2-40B4-BE49-F238E27FC236}">
                  <a16:creationId xmlns:a16="http://schemas.microsoft.com/office/drawing/2014/main" id="{DBF4F528-8E12-A619-85DF-513549132251}"/>
                </a:ext>
              </a:extLst>
            </p:cNvPr>
            <p:cNvSpPr/>
            <p:nvPr/>
          </p:nvSpPr>
          <p:spPr>
            <a:xfrm>
              <a:off x="5427440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61" name="pg1016">
              <a:extLst>
                <a:ext uri="{FF2B5EF4-FFF2-40B4-BE49-F238E27FC236}">
                  <a16:creationId xmlns:a16="http://schemas.microsoft.com/office/drawing/2014/main" id="{3C77D317-C252-5BDC-D59D-7B03A594233C}"/>
                </a:ext>
              </a:extLst>
            </p:cNvPr>
            <p:cNvSpPr/>
            <p:nvPr/>
          </p:nvSpPr>
          <p:spPr>
            <a:xfrm>
              <a:off x="543907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62" name="pg1017">
              <a:extLst>
                <a:ext uri="{FF2B5EF4-FFF2-40B4-BE49-F238E27FC236}">
                  <a16:creationId xmlns:a16="http://schemas.microsoft.com/office/drawing/2014/main" id="{204F3122-4B77-FA7D-2AA3-26BA3E0C8175}"/>
                </a:ext>
              </a:extLst>
            </p:cNvPr>
            <p:cNvSpPr/>
            <p:nvPr/>
          </p:nvSpPr>
          <p:spPr>
            <a:xfrm>
              <a:off x="545071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63" name="pg1018">
              <a:extLst>
                <a:ext uri="{FF2B5EF4-FFF2-40B4-BE49-F238E27FC236}">
                  <a16:creationId xmlns:a16="http://schemas.microsoft.com/office/drawing/2014/main" id="{3984D828-CC2E-9012-EF5A-95F5CB2EE41D}"/>
                </a:ext>
              </a:extLst>
            </p:cNvPr>
            <p:cNvSpPr/>
            <p:nvPr/>
          </p:nvSpPr>
          <p:spPr>
            <a:xfrm>
              <a:off x="5462352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64" name="pg1019">
              <a:extLst>
                <a:ext uri="{FF2B5EF4-FFF2-40B4-BE49-F238E27FC236}">
                  <a16:creationId xmlns:a16="http://schemas.microsoft.com/office/drawing/2014/main" id="{B37222D6-947E-FD32-6C1B-C3A9B17CA766}"/>
                </a:ext>
              </a:extLst>
            </p:cNvPr>
            <p:cNvSpPr/>
            <p:nvPr/>
          </p:nvSpPr>
          <p:spPr>
            <a:xfrm>
              <a:off x="547398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65" name="pg1020">
              <a:extLst>
                <a:ext uri="{FF2B5EF4-FFF2-40B4-BE49-F238E27FC236}">
                  <a16:creationId xmlns:a16="http://schemas.microsoft.com/office/drawing/2014/main" id="{ACD76133-27FD-3A3B-58B1-5A6D0853BA22}"/>
                </a:ext>
              </a:extLst>
            </p:cNvPr>
            <p:cNvSpPr/>
            <p:nvPr/>
          </p:nvSpPr>
          <p:spPr>
            <a:xfrm>
              <a:off x="548562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66" name="pg1021">
              <a:extLst>
                <a:ext uri="{FF2B5EF4-FFF2-40B4-BE49-F238E27FC236}">
                  <a16:creationId xmlns:a16="http://schemas.microsoft.com/office/drawing/2014/main" id="{954191D0-513F-86BA-78C2-88E1C2917013}"/>
                </a:ext>
              </a:extLst>
            </p:cNvPr>
            <p:cNvSpPr/>
            <p:nvPr/>
          </p:nvSpPr>
          <p:spPr>
            <a:xfrm>
              <a:off x="5497264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67" name="pg1022">
              <a:extLst>
                <a:ext uri="{FF2B5EF4-FFF2-40B4-BE49-F238E27FC236}">
                  <a16:creationId xmlns:a16="http://schemas.microsoft.com/office/drawing/2014/main" id="{06AE8C58-EE9F-D727-3056-DBD6D95B5811}"/>
                </a:ext>
              </a:extLst>
            </p:cNvPr>
            <p:cNvSpPr/>
            <p:nvPr/>
          </p:nvSpPr>
          <p:spPr>
            <a:xfrm>
              <a:off x="550890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68" name="pg1023">
              <a:extLst>
                <a:ext uri="{FF2B5EF4-FFF2-40B4-BE49-F238E27FC236}">
                  <a16:creationId xmlns:a16="http://schemas.microsoft.com/office/drawing/2014/main" id="{8F906437-454E-CC3F-0744-164F2592E576}"/>
                </a:ext>
              </a:extLst>
            </p:cNvPr>
            <p:cNvSpPr/>
            <p:nvPr/>
          </p:nvSpPr>
          <p:spPr>
            <a:xfrm>
              <a:off x="552053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69" name="pg1024">
              <a:extLst>
                <a:ext uri="{FF2B5EF4-FFF2-40B4-BE49-F238E27FC236}">
                  <a16:creationId xmlns:a16="http://schemas.microsoft.com/office/drawing/2014/main" id="{7D539F4A-7FA4-4E16-F836-18F05A90124F}"/>
                </a:ext>
              </a:extLst>
            </p:cNvPr>
            <p:cNvSpPr/>
            <p:nvPr/>
          </p:nvSpPr>
          <p:spPr>
            <a:xfrm>
              <a:off x="5532176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70" name="pg1025">
              <a:extLst>
                <a:ext uri="{FF2B5EF4-FFF2-40B4-BE49-F238E27FC236}">
                  <a16:creationId xmlns:a16="http://schemas.microsoft.com/office/drawing/2014/main" id="{CA7B890D-24D3-E937-6C34-62DCEC88A2FF}"/>
                </a:ext>
              </a:extLst>
            </p:cNvPr>
            <p:cNvSpPr/>
            <p:nvPr/>
          </p:nvSpPr>
          <p:spPr>
            <a:xfrm>
              <a:off x="554381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71" name="pg1026">
              <a:extLst>
                <a:ext uri="{FF2B5EF4-FFF2-40B4-BE49-F238E27FC236}">
                  <a16:creationId xmlns:a16="http://schemas.microsoft.com/office/drawing/2014/main" id="{DE43C92D-7C8B-BDE8-67AF-2CEA9CD2E19F}"/>
                </a:ext>
              </a:extLst>
            </p:cNvPr>
            <p:cNvSpPr/>
            <p:nvPr/>
          </p:nvSpPr>
          <p:spPr>
            <a:xfrm>
              <a:off x="555545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72" name="pg1027">
              <a:extLst>
                <a:ext uri="{FF2B5EF4-FFF2-40B4-BE49-F238E27FC236}">
                  <a16:creationId xmlns:a16="http://schemas.microsoft.com/office/drawing/2014/main" id="{CF756BE8-99EB-956A-1A31-C00CE0BF5F2A}"/>
                </a:ext>
              </a:extLst>
            </p:cNvPr>
            <p:cNvSpPr/>
            <p:nvPr/>
          </p:nvSpPr>
          <p:spPr>
            <a:xfrm>
              <a:off x="5567088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73" name="pg1028">
              <a:extLst>
                <a:ext uri="{FF2B5EF4-FFF2-40B4-BE49-F238E27FC236}">
                  <a16:creationId xmlns:a16="http://schemas.microsoft.com/office/drawing/2014/main" id="{A0886E08-854D-6FCF-2850-7A11B7883A32}"/>
                </a:ext>
              </a:extLst>
            </p:cNvPr>
            <p:cNvSpPr/>
            <p:nvPr/>
          </p:nvSpPr>
          <p:spPr>
            <a:xfrm>
              <a:off x="557872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74" name="pg1029">
              <a:extLst>
                <a:ext uri="{FF2B5EF4-FFF2-40B4-BE49-F238E27FC236}">
                  <a16:creationId xmlns:a16="http://schemas.microsoft.com/office/drawing/2014/main" id="{BE2529E8-E330-C9B0-0E19-DFDE3B9EF7E2}"/>
                </a:ext>
              </a:extLst>
            </p:cNvPr>
            <p:cNvSpPr/>
            <p:nvPr/>
          </p:nvSpPr>
          <p:spPr>
            <a:xfrm>
              <a:off x="559036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75" name="pg1030">
              <a:extLst>
                <a:ext uri="{FF2B5EF4-FFF2-40B4-BE49-F238E27FC236}">
                  <a16:creationId xmlns:a16="http://schemas.microsoft.com/office/drawing/2014/main" id="{93915497-11F2-AA59-613E-AE150946E597}"/>
                </a:ext>
              </a:extLst>
            </p:cNvPr>
            <p:cNvSpPr/>
            <p:nvPr/>
          </p:nvSpPr>
          <p:spPr>
            <a:xfrm>
              <a:off x="5602000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76" name="pg1031">
              <a:extLst>
                <a:ext uri="{FF2B5EF4-FFF2-40B4-BE49-F238E27FC236}">
                  <a16:creationId xmlns:a16="http://schemas.microsoft.com/office/drawing/2014/main" id="{8E0E3793-3604-169D-0691-EB0B50A69467}"/>
                </a:ext>
              </a:extLst>
            </p:cNvPr>
            <p:cNvSpPr/>
            <p:nvPr/>
          </p:nvSpPr>
          <p:spPr>
            <a:xfrm>
              <a:off x="561363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77" name="pg1032">
              <a:extLst>
                <a:ext uri="{FF2B5EF4-FFF2-40B4-BE49-F238E27FC236}">
                  <a16:creationId xmlns:a16="http://schemas.microsoft.com/office/drawing/2014/main" id="{2202C2A4-8170-01FF-9627-82709AEF43B7}"/>
                </a:ext>
              </a:extLst>
            </p:cNvPr>
            <p:cNvSpPr/>
            <p:nvPr/>
          </p:nvSpPr>
          <p:spPr>
            <a:xfrm>
              <a:off x="562527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78" name="pg1033">
              <a:extLst>
                <a:ext uri="{FF2B5EF4-FFF2-40B4-BE49-F238E27FC236}">
                  <a16:creationId xmlns:a16="http://schemas.microsoft.com/office/drawing/2014/main" id="{E03628EC-68BC-2565-6FCB-EFE8008C3593}"/>
                </a:ext>
              </a:extLst>
            </p:cNvPr>
            <p:cNvSpPr/>
            <p:nvPr/>
          </p:nvSpPr>
          <p:spPr>
            <a:xfrm>
              <a:off x="5636912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79" name="pg1034">
              <a:extLst>
                <a:ext uri="{FF2B5EF4-FFF2-40B4-BE49-F238E27FC236}">
                  <a16:creationId xmlns:a16="http://schemas.microsoft.com/office/drawing/2014/main" id="{2BB53E59-442D-DF54-0FDD-CB16835F7AB4}"/>
                </a:ext>
              </a:extLst>
            </p:cNvPr>
            <p:cNvSpPr/>
            <p:nvPr/>
          </p:nvSpPr>
          <p:spPr>
            <a:xfrm>
              <a:off x="534597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80" name="pg1035">
              <a:extLst>
                <a:ext uri="{FF2B5EF4-FFF2-40B4-BE49-F238E27FC236}">
                  <a16:creationId xmlns:a16="http://schemas.microsoft.com/office/drawing/2014/main" id="{D569700F-EC85-B5E2-EA19-3D1A7DE678FB}"/>
                </a:ext>
              </a:extLst>
            </p:cNvPr>
            <p:cNvSpPr/>
            <p:nvPr/>
          </p:nvSpPr>
          <p:spPr>
            <a:xfrm>
              <a:off x="5357616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81" name="pg1036">
              <a:extLst>
                <a:ext uri="{FF2B5EF4-FFF2-40B4-BE49-F238E27FC236}">
                  <a16:creationId xmlns:a16="http://schemas.microsoft.com/office/drawing/2014/main" id="{8E12A560-C27A-4CF6-7498-939DDF5B0B13}"/>
                </a:ext>
              </a:extLst>
            </p:cNvPr>
            <p:cNvSpPr/>
            <p:nvPr/>
          </p:nvSpPr>
          <p:spPr>
            <a:xfrm>
              <a:off x="536925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82" name="pg1037">
              <a:extLst>
                <a:ext uri="{FF2B5EF4-FFF2-40B4-BE49-F238E27FC236}">
                  <a16:creationId xmlns:a16="http://schemas.microsoft.com/office/drawing/2014/main" id="{3366E65A-7E84-B137-A4FF-8E6453B9ED72}"/>
                </a:ext>
              </a:extLst>
            </p:cNvPr>
            <p:cNvSpPr/>
            <p:nvPr/>
          </p:nvSpPr>
          <p:spPr>
            <a:xfrm>
              <a:off x="538089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83" name="pg1038">
              <a:extLst>
                <a:ext uri="{FF2B5EF4-FFF2-40B4-BE49-F238E27FC236}">
                  <a16:creationId xmlns:a16="http://schemas.microsoft.com/office/drawing/2014/main" id="{FD354197-8D35-4596-F1CC-A4BFC3E084C7}"/>
                </a:ext>
              </a:extLst>
            </p:cNvPr>
            <p:cNvSpPr/>
            <p:nvPr/>
          </p:nvSpPr>
          <p:spPr>
            <a:xfrm>
              <a:off x="5392528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84" name="pg1039">
              <a:extLst>
                <a:ext uri="{FF2B5EF4-FFF2-40B4-BE49-F238E27FC236}">
                  <a16:creationId xmlns:a16="http://schemas.microsoft.com/office/drawing/2014/main" id="{B8969E22-26BA-BF93-3810-2D62BB4A8877}"/>
                </a:ext>
              </a:extLst>
            </p:cNvPr>
            <p:cNvSpPr/>
            <p:nvPr/>
          </p:nvSpPr>
          <p:spPr>
            <a:xfrm>
              <a:off x="5404165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85" name="pg1040">
              <a:extLst>
                <a:ext uri="{FF2B5EF4-FFF2-40B4-BE49-F238E27FC236}">
                  <a16:creationId xmlns:a16="http://schemas.microsoft.com/office/drawing/2014/main" id="{8AF4E76A-3535-7F73-3AB5-B65ABCCEDC33}"/>
                </a:ext>
              </a:extLst>
            </p:cNvPr>
            <p:cNvSpPr/>
            <p:nvPr/>
          </p:nvSpPr>
          <p:spPr>
            <a:xfrm>
              <a:off x="541580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86" name="pg1041">
              <a:extLst>
                <a:ext uri="{FF2B5EF4-FFF2-40B4-BE49-F238E27FC236}">
                  <a16:creationId xmlns:a16="http://schemas.microsoft.com/office/drawing/2014/main" id="{504F3D1C-93B0-D72E-A630-D519F0667C37}"/>
                </a:ext>
              </a:extLst>
            </p:cNvPr>
            <p:cNvSpPr/>
            <p:nvPr/>
          </p:nvSpPr>
          <p:spPr>
            <a:xfrm>
              <a:off x="5427440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87" name="pg1042">
              <a:extLst>
                <a:ext uri="{FF2B5EF4-FFF2-40B4-BE49-F238E27FC236}">
                  <a16:creationId xmlns:a16="http://schemas.microsoft.com/office/drawing/2014/main" id="{961CA9EB-5698-FE66-A5DF-0614B3DF87F9}"/>
                </a:ext>
              </a:extLst>
            </p:cNvPr>
            <p:cNvSpPr/>
            <p:nvPr/>
          </p:nvSpPr>
          <p:spPr>
            <a:xfrm>
              <a:off x="5439077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88" name="pg1043">
              <a:extLst>
                <a:ext uri="{FF2B5EF4-FFF2-40B4-BE49-F238E27FC236}">
                  <a16:creationId xmlns:a16="http://schemas.microsoft.com/office/drawing/2014/main" id="{CF879D68-AF90-697E-42E3-529FF580F210}"/>
                </a:ext>
              </a:extLst>
            </p:cNvPr>
            <p:cNvSpPr/>
            <p:nvPr/>
          </p:nvSpPr>
          <p:spPr>
            <a:xfrm>
              <a:off x="5450715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89" name="pg1044">
              <a:extLst>
                <a:ext uri="{FF2B5EF4-FFF2-40B4-BE49-F238E27FC236}">
                  <a16:creationId xmlns:a16="http://schemas.microsoft.com/office/drawing/2014/main" id="{B26F43DA-CE19-4A4A-9DE0-2DBF5AADFD5C}"/>
                </a:ext>
              </a:extLst>
            </p:cNvPr>
            <p:cNvSpPr/>
            <p:nvPr/>
          </p:nvSpPr>
          <p:spPr>
            <a:xfrm>
              <a:off x="5462352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90" name="pg1045">
              <a:extLst>
                <a:ext uri="{FF2B5EF4-FFF2-40B4-BE49-F238E27FC236}">
                  <a16:creationId xmlns:a16="http://schemas.microsoft.com/office/drawing/2014/main" id="{F0D6E4A7-BB68-BF77-B5E8-C39F5E86EF01}"/>
                </a:ext>
              </a:extLst>
            </p:cNvPr>
            <p:cNvSpPr/>
            <p:nvPr/>
          </p:nvSpPr>
          <p:spPr>
            <a:xfrm>
              <a:off x="547398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91" name="pg1046">
              <a:extLst>
                <a:ext uri="{FF2B5EF4-FFF2-40B4-BE49-F238E27FC236}">
                  <a16:creationId xmlns:a16="http://schemas.microsoft.com/office/drawing/2014/main" id="{D0FC738B-15B7-CB76-C3E1-ED055A9021F8}"/>
                </a:ext>
              </a:extLst>
            </p:cNvPr>
            <p:cNvSpPr/>
            <p:nvPr/>
          </p:nvSpPr>
          <p:spPr>
            <a:xfrm>
              <a:off x="5485627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92" name="pg1047">
              <a:extLst>
                <a:ext uri="{FF2B5EF4-FFF2-40B4-BE49-F238E27FC236}">
                  <a16:creationId xmlns:a16="http://schemas.microsoft.com/office/drawing/2014/main" id="{56C05B56-CA6C-C329-8D84-69F583977F93}"/>
                </a:ext>
              </a:extLst>
            </p:cNvPr>
            <p:cNvSpPr/>
            <p:nvPr/>
          </p:nvSpPr>
          <p:spPr>
            <a:xfrm>
              <a:off x="5497264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93" name="pg1048">
              <a:extLst>
                <a:ext uri="{FF2B5EF4-FFF2-40B4-BE49-F238E27FC236}">
                  <a16:creationId xmlns:a16="http://schemas.microsoft.com/office/drawing/2014/main" id="{58390691-8F59-4311-3795-F447E76BE12B}"/>
                </a:ext>
              </a:extLst>
            </p:cNvPr>
            <p:cNvSpPr/>
            <p:nvPr/>
          </p:nvSpPr>
          <p:spPr>
            <a:xfrm>
              <a:off x="550890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94" name="pg1049">
              <a:extLst>
                <a:ext uri="{FF2B5EF4-FFF2-40B4-BE49-F238E27FC236}">
                  <a16:creationId xmlns:a16="http://schemas.microsoft.com/office/drawing/2014/main" id="{B6DDCC2E-F89B-3004-CC09-3DE4CCF2863C}"/>
                </a:ext>
              </a:extLst>
            </p:cNvPr>
            <p:cNvSpPr/>
            <p:nvPr/>
          </p:nvSpPr>
          <p:spPr>
            <a:xfrm>
              <a:off x="552053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95" name="pg1050">
              <a:extLst>
                <a:ext uri="{FF2B5EF4-FFF2-40B4-BE49-F238E27FC236}">
                  <a16:creationId xmlns:a16="http://schemas.microsoft.com/office/drawing/2014/main" id="{1B8C7F95-926C-20B1-93EC-4B73397394CC}"/>
                </a:ext>
              </a:extLst>
            </p:cNvPr>
            <p:cNvSpPr/>
            <p:nvPr/>
          </p:nvSpPr>
          <p:spPr>
            <a:xfrm>
              <a:off x="5532176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96" name="pg1051">
              <a:extLst>
                <a:ext uri="{FF2B5EF4-FFF2-40B4-BE49-F238E27FC236}">
                  <a16:creationId xmlns:a16="http://schemas.microsoft.com/office/drawing/2014/main" id="{73ABCCFE-7CDA-8F47-F437-BB0081611BC3}"/>
                </a:ext>
              </a:extLst>
            </p:cNvPr>
            <p:cNvSpPr/>
            <p:nvPr/>
          </p:nvSpPr>
          <p:spPr>
            <a:xfrm>
              <a:off x="554381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97" name="pg1052">
              <a:extLst>
                <a:ext uri="{FF2B5EF4-FFF2-40B4-BE49-F238E27FC236}">
                  <a16:creationId xmlns:a16="http://schemas.microsoft.com/office/drawing/2014/main" id="{23F38CE0-FA53-E292-EB67-65B658E1BEBE}"/>
                </a:ext>
              </a:extLst>
            </p:cNvPr>
            <p:cNvSpPr/>
            <p:nvPr/>
          </p:nvSpPr>
          <p:spPr>
            <a:xfrm>
              <a:off x="555545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98" name="pg1053">
              <a:extLst>
                <a:ext uri="{FF2B5EF4-FFF2-40B4-BE49-F238E27FC236}">
                  <a16:creationId xmlns:a16="http://schemas.microsoft.com/office/drawing/2014/main" id="{357E8EE2-B8DC-76C0-2318-6FFE6FBB2B0A}"/>
                </a:ext>
              </a:extLst>
            </p:cNvPr>
            <p:cNvSpPr/>
            <p:nvPr/>
          </p:nvSpPr>
          <p:spPr>
            <a:xfrm>
              <a:off x="5567088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99" name="pg1054">
              <a:extLst>
                <a:ext uri="{FF2B5EF4-FFF2-40B4-BE49-F238E27FC236}">
                  <a16:creationId xmlns:a16="http://schemas.microsoft.com/office/drawing/2014/main" id="{D79000B3-B94C-3D56-9269-DFC1CB509714}"/>
                </a:ext>
              </a:extLst>
            </p:cNvPr>
            <p:cNvSpPr/>
            <p:nvPr/>
          </p:nvSpPr>
          <p:spPr>
            <a:xfrm>
              <a:off x="559036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00" name="pg1055">
              <a:extLst>
                <a:ext uri="{FF2B5EF4-FFF2-40B4-BE49-F238E27FC236}">
                  <a16:creationId xmlns:a16="http://schemas.microsoft.com/office/drawing/2014/main" id="{5AEC2796-EE21-E4CD-10E6-0962DD1FA3BD}"/>
                </a:ext>
              </a:extLst>
            </p:cNvPr>
            <p:cNvSpPr/>
            <p:nvPr/>
          </p:nvSpPr>
          <p:spPr>
            <a:xfrm>
              <a:off x="5345979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01" name="pg1056">
              <a:extLst>
                <a:ext uri="{FF2B5EF4-FFF2-40B4-BE49-F238E27FC236}">
                  <a16:creationId xmlns:a16="http://schemas.microsoft.com/office/drawing/2014/main" id="{7E0FD7D2-DCFB-9563-D758-8E35B4F932DD}"/>
                </a:ext>
              </a:extLst>
            </p:cNvPr>
            <p:cNvSpPr/>
            <p:nvPr/>
          </p:nvSpPr>
          <p:spPr>
            <a:xfrm>
              <a:off x="5357616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02" name="pg1057">
              <a:extLst>
                <a:ext uri="{FF2B5EF4-FFF2-40B4-BE49-F238E27FC236}">
                  <a16:creationId xmlns:a16="http://schemas.microsoft.com/office/drawing/2014/main" id="{627782B7-A717-1144-3512-51B486B02E76}"/>
                </a:ext>
              </a:extLst>
            </p:cNvPr>
            <p:cNvSpPr/>
            <p:nvPr/>
          </p:nvSpPr>
          <p:spPr>
            <a:xfrm>
              <a:off x="5369253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03" name="pg1058">
              <a:extLst>
                <a:ext uri="{FF2B5EF4-FFF2-40B4-BE49-F238E27FC236}">
                  <a16:creationId xmlns:a16="http://schemas.microsoft.com/office/drawing/2014/main" id="{1560E70D-8E87-224D-D774-E97042EF67AE}"/>
                </a:ext>
              </a:extLst>
            </p:cNvPr>
            <p:cNvSpPr/>
            <p:nvPr/>
          </p:nvSpPr>
          <p:spPr>
            <a:xfrm>
              <a:off x="5380891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04" name="pg1059">
              <a:extLst>
                <a:ext uri="{FF2B5EF4-FFF2-40B4-BE49-F238E27FC236}">
                  <a16:creationId xmlns:a16="http://schemas.microsoft.com/office/drawing/2014/main" id="{A9C98DA5-5A35-E280-63BC-8A0C447B2E10}"/>
                </a:ext>
              </a:extLst>
            </p:cNvPr>
            <p:cNvSpPr/>
            <p:nvPr/>
          </p:nvSpPr>
          <p:spPr>
            <a:xfrm>
              <a:off x="5392528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05" name="pg1060">
              <a:extLst>
                <a:ext uri="{FF2B5EF4-FFF2-40B4-BE49-F238E27FC236}">
                  <a16:creationId xmlns:a16="http://schemas.microsoft.com/office/drawing/2014/main" id="{E02F0A1A-96E0-89A2-B66F-42AECBDB626F}"/>
                </a:ext>
              </a:extLst>
            </p:cNvPr>
            <p:cNvSpPr/>
            <p:nvPr/>
          </p:nvSpPr>
          <p:spPr>
            <a:xfrm>
              <a:off x="5404165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06" name="pg1061">
              <a:extLst>
                <a:ext uri="{FF2B5EF4-FFF2-40B4-BE49-F238E27FC236}">
                  <a16:creationId xmlns:a16="http://schemas.microsoft.com/office/drawing/2014/main" id="{7BA57B25-8ED7-3B00-DB37-7E8FFE1FA034}"/>
                </a:ext>
              </a:extLst>
            </p:cNvPr>
            <p:cNvSpPr/>
            <p:nvPr/>
          </p:nvSpPr>
          <p:spPr>
            <a:xfrm>
              <a:off x="5415803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07" name="pg1062">
              <a:extLst>
                <a:ext uri="{FF2B5EF4-FFF2-40B4-BE49-F238E27FC236}">
                  <a16:creationId xmlns:a16="http://schemas.microsoft.com/office/drawing/2014/main" id="{8CF34917-615E-562A-ACA3-87940518E7DB}"/>
                </a:ext>
              </a:extLst>
            </p:cNvPr>
            <p:cNvSpPr/>
            <p:nvPr/>
          </p:nvSpPr>
          <p:spPr>
            <a:xfrm>
              <a:off x="5427440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08" name="pg1063">
              <a:extLst>
                <a:ext uri="{FF2B5EF4-FFF2-40B4-BE49-F238E27FC236}">
                  <a16:creationId xmlns:a16="http://schemas.microsoft.com/office/drawing/2014/main" id="{2C2497BE-9C72-A26A-CB54-F6D6200616B4}"/>
                </a:ext>
              </a:extLst>
            </p:cNvPr>
            <p:cNvSpPr/>
            <p:nvPr/>
          </p:nvSpPr>
          <p:spPr>
            <a:xfrm>
              <a:off x="5439077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09" name="pg1064">
              <a:extLst>
                <a:ext uri="{FF2B5EF4-FFF2-40B4-BE49-F238E27FC236}">
                  <a16:creationId xmlns:a16="http://schemas.microsoft.com/office/drawing/2014/main" id="{D50D1A4D-FC39-00FA-2473-2749C1B57911}"/>
                </a:ext>
              </a:extLst>
            </p:cNvPr>
            <p:cNvSpPr/>
            <p:nvPr/>
          </p:nvSpPr>
          <p:spPr>
            <a:xfrm>
              <a:off x="5450715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10" name="pg1065">
              <a:extLst>
                <a:ext uri="{FF2B5EF4-FFF2-40B4-BE49-F238E27FC236}">
                  <a16:creationId xmlns:a16="http://schemas.microsoft.com/office/drawing/2014/main" id="{2FC37880-D011-83E5-E801-56C5E91F2466}"/>
                </a:ext>
              </a:extLst>
            </p:cNvPr>
            <p:cNvSpPr/>
            <p:nvPr/>
          </p:nvSpPr>
          <p:spPr>
            <a:xfrm>
              <a:off x="5462352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11" name="pg1066">
              <a:extLst>
                <a:ext uri="{FF2B5EF4-FFF2-40B4-BE49-F238E27FC236}">
                  <a16:creationId xmlns:a16="http://schemas.microsoft.com/office/drawing/2014/main" id="{D51DDD5B-C799-E6CB-CAA5-169FDBF3F5B7}"/>
                </a:ext>
              </a:extLst>
            </p:cNvPr>
            <p:cNvSpPr/>
            <p:nvPr/>
          </p:nvSpPr>
          <p:spPr>
            <a:xfrm>
              <a:off x="5334341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12" name="pg1067">
              <a:extLst>
                <a:ext uri="{FF2B5EF4-FFF2-40B4-BE49-F238E27FC236}">
                  <a16:creationId xmlns:a16="http://schemas.microsoft.com/office/drawing/2014/main" id="{1A5CD7F3-B4E3-3049-C208-88AF7F062070}"/>
                </a:ext>
              </a:extLst>
            </p:cNvPr>
            <p:cNvSpPr/>
            <p:nvPr/>
          </p:nvSpPr>
          <p:spPr>
            <a:xfrm>
              <a:off x="5345979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13" name="pg1068">
              <a:extLst>
                <a:ext uri="{FF2B5EF4-FFF2-40B4-BE49-F238E27FC236}">
                  <a16:creationId xmlns:a16="http://schemas.microsoft.com/office/drawing/2014/main" id="{25943394-0CB5-158D-22E8-1852B5FCD0C4}"/>
                </a:ext>
              </a:extLst>
            </p:cNvPr>
            <p:cNvSpPr/>
            <p:nvPr/>
          </p:nvSpPr>
          <p:spPr>
            <a:xfrm>
              <a:off x="5357616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14" name="pg1069">
              <a:extLst>
                <a:ext uri="{FF2B5EF4-FFF2-40B4-BE49-F238E27FC236}">
                  <a16:creationId xmlns:a16="http://schemas.microsoft.com/office/drawing/2014/main" id="{B290DAFA-2A7E-2503-BC62-D3A75751E112}"/>
                </a:ext>
              </a:extLst>
            </p:cNvPr>
            <p:cNvSpPr/>
            <p:nvPr/>
          </p:nvSpPr>
          <p:spPr>
            <a:xfrm>
              <a:off x="5369253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15" name="pg1070">
              <a:extLst>
                <a:ext uri="{FF2B5EF4-FFF2-40B4-BE49-F238E27FC236}">
                  <a16:creationId xmlns:a16="http://schemas.microsoft.com/office/drawing/2014/main" id="{9CB61BA7-E9BC-C7B5-38FE-5AF3FA33D97F}"/>
                </a:ext>
              </a:extLst>
            </p:cNvPr>
            <p:cNvSpPr/>
            <p:nvPr/>
          </p:nvSpPr>
          <p:spPr>
            <a:xfrm>
              <a:off x="5380891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16" name="pg1071">
              <a:extLst>
                <a:ext uri="{FF2B5EF4-FFF2-40B4-BE49-F238E27FC236}">
                  <a16:creationId xmlns:a16="http://schemas.microsoft.com/office/drawing/2014/main" id="{8CF5B294-6D6E-EDE5-C0E0-BB48B5987337}"/>
                </a:ext>
              </a:extLst>
            </p:cNvPr>
            <p:cNvSpPr/>
            <p:nvPr/>
          </p:nvSpPr>
          <p:spPr>
            <a:xfrm>
              <a:off x="5392528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17" name="pg1072">
              <a:extLst>
                <a:ext uri="{FF2B5EF4-FFF2-40B4-BE49-F238E27FC236}">
                  <a16:creationId xmlns:a16="http://schemas.microsoft.com/office/drawing/2014/main" id="{4A457D85-AB26-1D01-4195-7D45A8399CA0}"/>
                </a:ext>
              </a:extLst>
            </p:cNvPr>
            <p:cNvSpPr/>
            <p:nvPr/>
          </p:nvSpPr>
          <p:spPr>
            <a:xfrm>
              <a:off x="5404165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18" name="pg1073">
              <a:extLst>
                <a:ext uri="{FF2B5EF4-FFF2-40B4-BE49-F238E27FC236}">
                  <a16:creationId xmlns:a16="http://schemas.microsoft.com/office/drawing/2014/main" id="{0E0296D0-4BD4-256D-1DF2-749F752A816C}"/>
                </a:ext>
              </a:extLst>
            </p:cNvPr>
            <p:cNvSpPr/>
            <p:nvPr/>
          </p:nvSpPr>
          <p:spPr>
            <a:xfrm>
              <a:off x="5415803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19" name="pg1074">
              <a:extLst>
                <a:ext uri="{FF2B5EF4-FFF2-40B4-BE49-F238E27FC236}">
                  <a16:creationId xmlns:a16="http://schemas.microsoft.com/office/drawing/2014/main" id="{59505874-E210-EC7C-FDD1-656EBBDA575F}"/>
                </a:ext>
              </a:extLst>
            </p:cNvPr>
            <p:cNvSpPr/>
            <p:nvPr/>
          </p:nvSpPr>
          <p:spPr>
            <a:xfrm>
              <a:off x="5427440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20" name="pg1075">
              <a:extLst>
                <a:ext uri="{FF2B5EF4-FFF2-40B4-BE49-F238E27FC236}">
                  <a16:creationId xmlns:a16="http://schemas.microsoft.com/office/drawing/2014/main" id="{AC3EC5DD-6F9B-F60F-3617-871F3FBD9BFF}"/>
                </a:ext>
              </a:extLst>
            </p:cNvPr>
            <p:cNvSpPr/>
            <p:nvPr/>
          </p:nvSpPr>
          <p:spPr>
            <a:xfrm>
              <a:off x="5322704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21" name="pg1076">
              <a:extLst>
                <a:ext uri="{FF2B5EF4-FFF2-40B4-BE49-F238E27FC236}">
                  <a16:creationId xmlns:a16="http://schemas.microsoft.com/office/drawing/2014/main" id="{57DE989D-C8AB-EFC5-061C-27289AB97C88}"/>
                </a:ext>
              </a:extLst>
            </p:cNvPr>
            <p:cNvSpPr/>
            <p:nvPr/>
          </p:nvSpPr>
          <p:spPr>
            <a:xfrm>
              <a:off x="5334341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22" name="pg1077">
              <a:extLst>
                <a:ext uri="{FF2B5EF4-FFF2-40B4-BE49-F238E27FC236}">
                  <a16:creationId xmlns:a16="http://schemas.microsoft.com/office/drawing/2014/main" id="{1B7CC10D-0B53-3187-D245-52EFC240C962}"/>
                </a:ext>
              </a:extLst>
            </p:cNvPr>
            <p:cNvSpPr/>
            <p:nvPr/>
          </p:nvSpPr>
          <p:spPr>
            <a:xfrm>
              <a:off x="5345979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23" name="pg1078">
              <a:extLst>
                <a:ext uri="{FF2B5EF4-FFF2-40B4-BE49-F238E27FC236}">
                  <a16:creationId xmlns:a16="http://schemas.microsoft.com/office/drawing/2014/main" id="{A6E2256E-A35C-77B6-09C1-7EBFF870FC61}"/>
                </a:ext>
              </a:extLst>
            </p:cNvPr>
            <p:cNvSpPr/>
            <p:nvPr/>
          </p:nvSpPr>
          <p:spPr>
            <a:xfrm>
              <a:off x="5357616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24" name="pg1079">
              <a:extLst>
                <a:ext uri="{FF2B5EF4-FFF2-40B4-BE49-F238E27FC236}">
                  <a16:creationId xmlns:a16="http://schemas.microsoft.com/office/drawing/2014/main" id="{0DC6AA05-0FE2-2DAB-DBF3-53D20BACBDC5}"/>
                </a:ext>
              </a:extLst>
            </p:cNvPr>
            <p:cNvSpPr/>
            <p:nvPr/>
          </p:nvSpPr>
          <p:spPr>
            <a:xfrm>
              <a:off x="5369253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25" name="pg1080">
              <a:extLst>
                <a:ext uri="{FF2B5EF4-FFF2-40B4-BE49-F238E27FC236}">
                  <a16:creationId xmlns:a16="http://schemas.microsoft.com/office/drawing/2014/main" id="{01C11452-4686-3973-CA6A-1E2850B6E665}"/>
                </a:ext>
              </a:extLst>
            </p:cNvPr>
            <p:cNvSpPr/>
            <p:nvPr/>
          </p:nvSpPr>
          <p:spPr>
            <a:xfrm>
              <a:off x="5380891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26" name="pg1081">
              <a:extLst>
                <a:ext uri="{FF2B5EF4-FFF2-40B4-BE49-F238E27FC236}">
                  <a16:creationId xmlns:a16="http://schemas.microsoft.com/office/drawing/2014/main" id="{BC2D1E39-45AA-F9A4-7D46-CFE919529789}"/>
                </a:ext>
              </a:extLst>
            </p:cNvPr>
            <p:cNvSpPr/>
            <p:nvPr/>
          </p:nvSpPr>
          <p:spPr>
            <a:xfrm>
              <a:off x="5392528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27" name="pg1082">
              <a:extLst>
                <a:ext uri="{FF2B5EF4-FFF2-40B4-BE49-F238E27FC236}">
                  <a16:creationId xmlns:a16="http://schemas.microsoft.com/office/drawing/2014/main" id="{1863A058-553C-C0F2-CBA4-593C00B62B5E}"/>
                </a:ext>
              </a:extLst>
            </p:cNvPr>
            <p:cNvSpPr/>
            <p:nvPr/>
          </p:nvSpPr>
          <p:spPr>
            <a:xfrm>
              <a:off x="5404165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28" name="pg1083">
              <a:extLst>
                <a:ext uri="{FF2B5EF4-FFF2-40B4-BE49-F238E27FC236}">
                  <a16:creationId xmlns:a16="http://schemas.microsoft.com/office/drawing/2014/main" id="{FF4B71F8-B831-4F28-02D7-0D14E3BCB3E4}"/>
                </a:ext>
              </a:extLst>
            </p:cNvPr>
            <p:cNvSpPr/>
            <p:nvPr/>
          </p:nvSpPr>
          <p:spPr>
            <a:xfrm>
              <a:off x="5311067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29" name="pg1084">
              <a:extLst>
                <a:ext uri="{FF2B5EF4-FFF2-40B4-BE49-F238E27FC236}">
                  <a16:creationId xmlns:a16="http://schemas.microsoft.com/office/drawing/2014/main" id="{99822A91-E6F6-11E7-BBD4-4D74686409A3}"/>
                </a:ext>
              </a:extLst>
            </p:cNvPr>
            <p:cNvSpPr/>
            <p:nvPr/>
          </p:nvSpPr>
          <p:spPr>
            <a:xfrm>
              <a:off x="5322704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30" name="pg1085">
              <a:extLst>
                <a:ext uri="{FF2B5EF4-FFF2-40B4-BE49-F238E27FC236}">
                  <a16:creationId xmlns:a16="http://schemas.microsoft.com/office/drawing/2014/main" id="{5A0BFD49-F55B-E95C-C088-04ACB1576E79}"/>
                </a:ext>
              </a:extLst>
            </p:cNvPr>
            <p:cNvSpPr/>
            <p:nvPr/>
          </p:nvSpPr>
          <p:spPr>
            <a:xfrm>
              <a:off x="5334341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31" name="pg1086">
              <a:extLst>
                <a:ext uri="{FF2B5EF4-FFF2-40B4-BE49-F238E27FC236}">
                  <a16:creationId xmlns:a16="http://schemas.microsoft.com/office/drawing/2014/main" id="{CEE8D043-12BF-9775-2314-409D5A6F80F2}"/>
                </a:ext>
              </a:extLst>
            </p:cNvPr>
            <p:cNvSpPr/>
            <p:nvPr/>
          </p:nvSpPr>
          <p:spPr>
            <a:xfrm>
              <a:off x="5345979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32" name="pg1087">
              <a:extLst>
                <a:ext uri="{FF2B5EF4-FFF2-40B4-BE49-F238E27FC236}">
                  <a16:creationId xmlns:a16="http://schemas.microsoft.com/office/drawing/2014/main" id="{2C4FF180-9AA9-8783-BE37-675B5263B530}"/>
                </a:ext>
              </a:extLst>
            </p:cNvPr>
            <p:cNvSpPr/>
            <p:nvPr/>
          </p:nvSpPr>
          <p:spPr>
            <a:xfrm>
              <a:off x="5357616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33" name="pg1088">
              <a:extLst>
                <a:ext uri="{FF2B5EF4-FFF2-40B4-BE49-F238E27FC236}">
                  <a16:creationId xmlns:a16="http://schemas.microsoft.com/office/drawing/2014/main" id="{2F65034B-31CC-90CB-CAE2-1A279D54C9AB}"/>
                </a:ext>
              </a:extLst>
            </p:cNvPr>
            <p:cNvSpPr/>
            <p:nvPr/>
          </p:nvSpPr>
          <p:spPr>
            <a:xfrm>
              <a:off x="5369253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34" name="pg1089">
              <a:extLst>
                <a:ext uri="{FF2B5EF4-FFF2-40B4-BE49-F238E27FC236}">
                  <a16:creationId xmlns:a16="http://schemas.microsoft.com/office/drawing/2014/main" id="{373E106C-E04A-DB21-EB96-E44BC8D15F9B}"/>
                </a:ext>
              </a:extLst>
            </p:cNvPr>
            <p:cNvSpPr/>
            <p:nvPr/>
          </p:nvSpPr>
          <p:spPr>
            <a:xfrm>
              <a:off x="5380891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35" name="pg1090">
              <a:extLst>
                <a:ext uri="{FF2B5EF4-FFF2-40B4-BE49-F238E27FC236}">
                  <a16:creationId xmlns:a16="http://schemas.microsoft.com/office/drawing/2014/main" id="{2C5D1F60-DCAC-60D3-566F-F71CC365F01E}"/>
                </a:ext>
              </a:extLst>
            </p:cNvPr>
            <p:cNvSpPr/>
            <p:nvPr/>
          </p:nvSpPr>
          <p:spPr>
            <a:xfrm>
              <a:off x="5311067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36" name="pg1091">
              <a:extLst>
                <a:ext uri="{FF2B5EF4-FFF2-40B4-BE49-F238E27FC236}">
                  <a16:creationId xmlns:a16="http://schemas.microsoft.com/office/drawing/2014/main" id="{17C6BBE8-0CD9-D4D9-0822-FDAC4A12EBD7}"/>
                </a:ext>
              </a:extLst>
            </p:cNvPr>
            <p:cNvSpPr/>
            <p:nvPr/>
          </p:nvSpPr>
          <p:spPr>
            <a:xfrm>
              <a:off x="5322704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37" name="pg1092">
              <a:extLst>
                <a:ext uri="{FF2B5EF4-FFF2-40B4-BE49-F238E27FC236}">
                  <a16:creationId xmlns:a16="http://schemas.microsoft.com/office/drawing/2014/main" id="{879D8621-9029-DFB9-B3A6-74A40DDB6CA7}"/>
                </a:ext>
              </a:extLst>
            </p:cNvPr>
            <p:cNvSpPr/>
            <p:nvPr/>
          </p:nvSpPr>
          <p:spPr>
            <a:xfrm>
              <a:off x="5334341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38" name="pg1093">
              <a:extLst>
                <a:ext uri="{FF2B5EF4-FFF2-40B4-BE49-F238E27FC236}">
                  <a16:creationId xmlns:a16="http://schemas.microsoft.com/office/drawing/2014/main" id="{CE4C6972-DDC6-58A6-4CFB-FA9210CEF4F4}"/>
                </a:ext>
              </a:extLst>
            </p:cNvPr>
            <p:cNvSpPr/>
            <p:nvPr/>
          </p:nvSpPr>
          <p:spPr>
            <a:xfrm>
              <a:off x="5345979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39" name="pg1094">
              <a:extLst>
                <a:ext uri="{FF2B5EF4-FFF2-40B4-BE49-F238E27FC236}">
                  <a16:creationId xmlns:a16="http://schemas.microsoft.com/office/drawing/2014/main" id="{DD8A65B1-524B-7BE8-05FE-C336FDC69915}"/>
                </a:ext>
              </a:extLst>
            </p:cNvPr>
            <p:cNvSpPr/>
            <p:nvPr/>
          </p:nvSpPr>
          <p:spPr>
            <a:xfrm>
              <a:off x="5357616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40" name="pg1095">
              <a:extLst>
                <a:ext uri="{FF2B5EF4-FFF2-40B4-BE49-F238E27FC236}">
                  <a16:creationId xmlns:a16="http://schemas.microsoft.com/office/drawing/2014/main" id="{F3D02FAE-436D-6351-7670-1B26FDC8169D}"/>
                </a:ext>
              </a:extLst>
            </p:cNvPr>
            <p:cNvSpPr/>
            <p:nvPr/>
          </p:nvSpPr>
          <p:spPr>
            <a:xfrm>
              <a:off x="5369253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41" name="pg1096">
              <a:extLst>
                <a:ext uri="{FF2B5EF4-FFF2-40B4-BE49-F238E27FC236}">
                  <a16:creationId xmlns:a16="http://schemas.microsoft.com/office/drawing/2014/main" id="{2BED24CD-C343-ECC7-F397-C00B9743DE1D}"/>
                </a:ext>
              </a:extLst>
            </p:cNvPr>
            <p:cNvSpPr/>
            <p:nvPr/>
          </p:nvSpPr>
          <p:spPr>
            <a:xfrm>
              <a:off x="5380891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42" name="pg1097">
              <a:extLst>
                <a:ext uri="{FF2B5EF4-FFF2-40B4-BE49-F238E27FC236}">
                  <a16:creationId xmlns:a16="http://schemas.microsoft.com/office/drawing/2014/main" id="{6F655FCB-1B15-FBEC-D8C1-80BD2E0D7B92}"/>
                </a:ext>
              </a:extLst>
            </p:cNvPr>
            <p:cNvSpPr/>
            <p:nvPr/>
          </p:nvSpPr>
          <p:spPr>
            <a:xfrm>
              <a:off x="5311067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43" name="pg1098">
              <a:extLst>
                <a:ext uri="{FF2B5EF4-FFF2-40B4-BE49-F238E27FC236}">
                  <a16:creationId xmlns:a16="http://schemas.microsoft.com/office/drawing/2014/main" id="{047C8CF2-2953-D09E-D0FF-723EDB8DF71C}"/>
                </a:ext>
              </a:extLst>
            </p:cNvPr>
            <p:cNvSpPr/>
            <p:nvPr/>
          </p:nvSpPr>
          <p:spPr>
            <a:xfrm>
              <a:off x="5322704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44" name="pg1099">
              <a:extLst>
                <a:ext uri="{FF2B5EF4-FFF2-40B4-BE49-F238E27FC236}">
                  <a16:creationId xmlns:a16="http://schemas.microsoft.com/office/drawing/2014/main" id="{D499EBF7-1423-FB8C-0329-D6624FF342B8}"/>
                </a:ext>
              </a:extLst>
            </p:cNvPr>
            <p:cNvSpPr/>
            <p:nvPr/>
          </p:nvSpPr>
          <p:spPr>
            <a:xfrm>
              <a:off x="5334341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45" name="pg1100">
              <a:extLst>
                <a:ext uri="{FF2B5EF4-FFF2-40B4-BE49-F238E27FC236}">
                  <a16:creationId xmlns:a16="http://schemas.microsoft.com/office/drawing/2014/main" id="{559B3C83-7C6A-20E9-C1BB-F7C8E4DA294F}"/>
                </a:ext>
              </a:extLst>
            </p:cNvPr>
            <p:cNvSpPr/>
            <p:nvPr/>
          </p:nvSpPr>
          <p:spPr>
            <a:xfrm>
              <a:off x="5345979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46" name="pg1101">
              <a:extLst>
                <a:ext uri="{FF2B5EF4-FFF2-40B4-BE49-F238E27FC236}">
                  <a16:creationId xmlns:a16="http://schemas.microsoft.com/office/drawing/2014/main" id="{9577C20D-14E3-9AD9-0AAC-938D20AEB6A9}"/>
                </a:ext>
              </a:extLst>
            </p:cNvPr>
            <p:cNvSpPr/>
            <p:nvPr/>
          </p:nvSpPr>
          <p:spPr>
            <a:xfrm>
              <a:off x="5357616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47" name="pg1102">
              <a:extLst>
                <a:ext uri="{FF2B5EF4-FFF2-40B4-BE49-F238E27FC236}">
                  <a16:creationId xmlns:a16="http://schemas.microsoft.com/office/drawing/2014/main" id="{F5267B84-F328-BCF7-C77C-73E7DE449CD4}"/>
                </a:ext>
              </a:extLst>
            </p:cNvPr>
            <p:cNvSpPr/>
            <p:nvPr/>
          </p:nvSpPr>
          <p:spPr>
            <a:xfrm>
              <a:off x="5369253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48" name="pg1103">
              <a:extLst>
                <a:ext uri="{FF2B5EF4-FFF2-40B4-BE49-F238E27FC236}">
                  <a16:creationId xmlns:a16="http://schemas.microsoft.com/office/drawing/2014/main" id="{515C3746-021F-1610-C64F-DEE9AC1789AA}"/>
                </a:ext>
              </a:extLst>
            </p:cNvPr>
            <p:cNvSpPr/>
            <p:nvPr/>
          </p:nvSpPr>
          <p:spPr>
            <a:xfrm>
              <a:off x="5380891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49" name="pg1104">
              <a:extLst>
                <a:ext uri="{FF2B5EF4-FFF2-40B4-BE49-F238E27FC236}">
                  <a16:creationId xmlns:a16="http://schemas.microsoft.com/office/drawing/2014/main" id="{2AF44EB3-E072-9E68-7F36-E8B7E1594E0F}"/>
                </a:ext>
              </a:extLst>
            </p:cNvPr>
            <p:cNvSpPr/>
            <p:nvPr/>
          </p:nvSpPr>
          <p:spPr>
            <a:xfrm>
              <a:off x="5311067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50" name="pg1105">
              <a:extLst>
                <a:ext uri="{FF2B5EF4-FFF2-40B4-BE49-F238E27FC236}">
                  <a16:creationId xmlns:a16="http://schemas.microsoft.com/office/drawing/2014/main" id="{8C590D8B-EA70-1DFB-0449-570B662A864C}"/>
                </a:ext>
              </a:extLst>
            </p:cNvPr>
            <p:cNvSpPr/>
            <p:nvPr/>
          </p:nvSpPr>
          <p:spPr>
            <a:xfrm>
              <a:off x="5322704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51" name="pg1106">
              <a:extLst>
                <a:ext uri="{FF2B5EF4-FFF2-40B4-BE49-F238E27FC236}">
                  <a16:creationId xmlns:a16="http://schemas.microsoft.com/office/drawing/2014/main" id="{14907F3E-FB8C-209C-579F-3EA91342F21D}"/>
                </a:ext>
              </a:extLst>
            </p:cNvPr>
            <p:cNvSpPr/>
            <p:nvPr/>
          </p:nvSpPr>
          <p:spPr>
            <a:xfrm>
              <a:off x="5334341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52" name="pg1107">
              <a:extLst>
                <a:ext uri="{FF2B5EF4-FFF2-40B4-BE49-F238E27FC236}">
                  <a16:creationId xmlns:a16="http://schemas.microsoft.com/office/drawing/2014/main" id="{66807774-CCFA-C486-929F-6465332CB537}"/>
                </a:ext>
              </a:extLst>
            </p:cNvPr>
            <p:cNvSpPr/>
            <p:nvPr/>
          </p:nvSpPr>
          <p:spPr>
            <a:xfrm>
              <a:off x="5345979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53" name="pg1108">
              <a:extLst>
                <a:ext uri="{FF2B5EF4-FFF2-40B4-BE49-F238E27FC236}">
                  <a16:creationId xmlns:a16="http://schemas.microsoft.com/office/drawing/2014/main" id="{2D0F19BC-3C15-91D6-39FF-11D4042EBEFF}"/>
                </a:ext>
              </a:extLst>
            </p:cNvPr>
            <p:cNvSpPr/>
            <p:nvPr/>
          </p:nvSpPr>
          <p:spPr>
            <a:xfrm>
              <a:off x="5357616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54" name="pg1109">
              <a:extLst>
                <a:ext uri="{FF2B5EF4-FFF2-40B4-BE49-F238E27FC236}">
                  <a16:creationId xmlns:a16="http://schemas.microsoft.com/office/drawing/2014/main" id="{AFD2612C-ADB7-FCD4-0B55-EA549023EF3D}"/>
                </a:ext>
              </a:extLst>
            </p:cNvPr>
            <p:cNvSpPr/>
            <p:nvPr/>
          </p:nvSpPr>
          <p:spPr>
            <a:xfrm>
              <a:off x="5369253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55" name="pg1110">
              <a:extLst>
                <a:ext uri="{FF2B5EF4-FFF2-40B4-BE49-F238E27FC236}">
                  <a16:creationId xmlns:a16="http://schemas.microsoft.com/office/drawing/2014/main" id="{7E325FB2-3B6B-D940-F6DF-631F71F8D6D0}"/>
                </a:ext>
              </a:extLst>
            </p:cNvPr>
            <p:cNvSpPr/>
            <p:nvPr/>
          </p:nvSpPr>
          <p:spPr>
            <a:xfrm>
              <a:off x="5380891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56" name="pg1111">
              <a:extLst>
                <a:ext uri="{FF2B5EF4-FFF2-40B4-BE49-F238E27FC236}">
                  <a16:creationId xmlns:a16="http://schemas.microsoft.com/office/drawing/2014/main" id="{49FFABDC-B6B4-EE7D-2C20-32F7E5F4C6FB}"/>
                </a:ext>
              </a:extLst>
            </p:cNvPr>
            <p:cNvSpPr/>
            <p:nvPr/>
          </p:nvSpPr>
          <p:spPr>
            <a:xfrm>
              <a:off x="5241243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57" name="pg1112">
              <a:extLst>
                <a:ext uri="{FF2B5EF4-FFF2-40B4-BE49-F238E27FC236}">
                  <a16:creationId xmlns:a16="http://schemas.microsoft.com/office/drawing/2014/main" id="{7001A950-45DB-E629-BD45-B7826987C0DB}"/>
                </a:ext>
              </a:extLst>
            </p:cNvPr>
            <p:cNvSpPr/>
            <p:nvPr/>
          </p:nvSpPr>
          <p:spPr>
            <a:xfrm>
              <a:off x="5252880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58" name="pg1113">
              <a:extLst>
                <a:ext uri="{FF2B5EF4-FFF2-40B4-BE49-F238E27FC236}">
                  <a16:creationId xmlns:a16="http://schemas.microsoft.com/office/drawing/2014/main" id="{A74C573D-68EF-1B48-086A-BF9CF4F7E5BD}"/>
                </a:ext>
              </a:extLst>
            </p:cNvPr>
            <p:cNvSpPr/>
            <p:nvPr/>
          </p:nvSpPr>
          <p:spPr>
            <a:xfrm>
              <a:off x="5334341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59" name="pg1114">
              <a:extLst>
                <a:ext uri="{FF2B5EF4-FFF2-40B4-BE49-F238E27FC236}">
                  <a16:creationId xmlns:a16="http://schemas.microsoft.com/office/drawing/2014/main" id="{63EB0CC0-71BC-3AEA-2F6E-3D41426D1641}"/>
                </a:ext>
              </a:extLst>
            </p:cNvPr>
            <p:cNvSpPr/>
            <p:nvPr/>
          </p:nvSpPr>
          <p:spPr>
            <a:xfrm>
              <a:off x="5345979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60" name="pg1115">
              <a:extLst>
                <a:ext uri="{FF2B5EF4-FFF2-40B4-BE49-F238E27FC236}">
                  <a16:creationId xmlns:a16="http://schemas.microsoft.com/office/drawing/2014/main" id="{1137C61F-8ED8-8E2E-C8F2-B3A32BA27973}"/>
                </a:ext>
              </a:extLst>
            </p:cNvPr>
            <p:cNvSpPr/>
            <p:nvPr/>
          </p:nvSpPr>
          <p:spPr>
            <a:xfrm>
              <a:off x="5357616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61" name="pg1116">
              <a:extLst>
                <a:ext uri="{FF2B5EF4-FFF2-40B4-BE49-F238E27FC236}">
                  <a16:creationId xmlns:a16="http://schemas.microsoft.com/office/drawing/2014/main" id="{F3E3DA45-71BC-0CC5-24F8-9F397517A79A}"/>
                </a:ext>
              </a:extLst>
            </p:cNvPr>
            <p:cNvSpPr/>
            <p:nvPr/>
          </p:nvSpPr>
          <p:spPr>
            <a:xfrm>
              <a:off x="5369253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62" name="pg1117">
              <a:extLst>
                <a:ext uri="{FF2B5EF4-FFF2-40B4-BE49-F238E27FC236}">
                  <a16:creationId xmlns:a16="http://schemas.microsoft.com/office/drawing/2014/main" id="{8246EB04-022C-7546-8A31-2E2CAF677F48}"/>
                </a:ext>
              </a:extLst>
            </p:cNvPr>
            <p:cNvSpPr/>
            <p:nvPr/>
          </p:nvSpPr>
          <p:spPr>
            <a:xfrm>
              <a:off x="5380891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63" name="pg1118">
              <a:extLst>
                <a:ext uri="{FF2B5EF4-FFF2-40B4-BE49-F238E27FC236}">
                  <a16:creationId xmlns:a16="http://schemas.microsoft.com/office/drawing/2014/main" id="{852E7B0F-0DBB-ED7D-3E5B-992EEDC0E420}"/>
                </a:ext>
              </a:extLst>
            </p:cNvPr>
            <p:cNvSpPr/>
            <p:nvPr/>
          </p:nvSpPr>
          <p:spPr>
            <a:xfrm>
              <a:off x="5217968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64" name="pg1119">
              <a:extLst>
                <a:ext uri="{FF2B5EF4-FFF2-40B4-BE49-F238E27FC236}">
                  <a16:creationId xmlns:a16="http://schemas.microsoft.com/office/drawing/2014/main" id="{92A0455C-E544-EBA6-92E1-5D10CC5A1720}"/>
                </a:ext>
              </a:extLst>
            </p:cNvPr>
            <p:cNvSpPr/>
            <p:nvPr/>
          </p:nvSpPr>
          <p:spPr>
            <a:xfrm>
              <a:off x="5229605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65" name="pg1120">
              <a:extLst>
                <a:ext uri="{FF2B5EF4-FFF2-40B4-BE49-F238E27FC236}">
                  <a16:creationId xmlns:a16="http://schemas.microsoft.com/office/drawing/2014/main" id="{80329616-9AEC-5685-240D-1030E358A1CB}"/>
                </a:ext>
              </a:extLst>
            </p:cNvPr>
            <p:cNvSpPr/>
            <p:nvPr/>
          </p:nvSpPr>
          <p:spPr>
            <a:xfrm>
              <a:off x="5241243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66" name="pg1121">
              <a:extLst>
                <a:ext uri="{FF2B5EF4-FFF2-40B4-BE49-F238E27FC236}">
                  <a16:creationId xmlns:a16="http://schemas.microsoft.com/office/drawing/2014/main" id="{9B8ECA40-7F81-A48B-CE3E-3B595703B14A}"/>
                </a:ext>
              </a:extLst>
            </p:cNvPr>
            <p:cNvSpPr/>
            <p:nvPr/>
          </p:nvSpPr>
          <p:spPr>
            <a:xfrm>
              <a:off x="5252880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67" name="pg1122">
              <a:extLst>
                <a:ext uri="{FF2B5EF4-FFF2-40B4-BE49-F238E27FC236}">
                  <a16:creationId xmlns:a16="http://schemas.microsoft.com/office/drawing/2014/main" id="{41F40A47-3BCC-8237-A8F0-958A65A7D468}"/>
                </a:ext>
              </a:extLst>
            </p:cNvPr>
            <p:cNvSpPr/>
            <p:nvPr/>
          </p:nvSpPr>
          <p:spPr>
            <a:xfrm>
              <a:off x="5264517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68" name="pg1123">
              <a:extLst>
                <a:ext uri="{FF2B5EF4-FFF2-40B4-BE49-F238E27FC236}">
                  <a16:creationId xmlns:a16="http://schemas.microsoft.com/office/drawing/2014/main" id="{9B876660-4EDF-BF37-4260-D2EB540FD225}"/>
                </a:ext>
              </a:extLst>
            </p:cNvPr>
            <p:cNvSpPr/>
            <p:nvPr/>
          </p:nvSpPr>
          <p:spPr>
            <a:xfrm>
              <a:off x="5334341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69" name="pg1124">
              <a:extLst>
                <a:ext uri="{FF2B5EF4-FFF2-40B4-BE49-F238E27FC236}">
                  <a16:creationId xmlns:a16="http://schemas.microsoft.com/office/drawing/2014/main" id="{ECF0A579-D640-56F4-F905-726E38970D79}"/>
                </a:ext>
              </a:extLst>
            </p:cNvPr>
            <p:cNvSpPr/>
            <p:nvPr/>
          </p:nvSpPr>
          <p:spPr>
            <a:xfrm>
              <a:off x="5345979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70" name="pg1125">
              <a:extLst>
                <a:ext uri="{FF2B5EF4-FFF2-40B4-BE49-F238E27FC236}">
                  <a16:creationId xmlns:a16="http://schemas.microsoft.com/office/drawing/2014/main" id="{95DC44DC-2FC7-DEB0-8B96-2EF950D0299D}"/>
                </a:ext>
              </a:extLst>
            </p:cNvPr>
            <p:cNvSpPr/>
            <p:nvPr/>
          </p:nvSpPr>
          <p:spPr>
            <a:xfrm>
              <a:off x="5357616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71" name="pg1126">
              <a:extLst>
                <a:ext uri="{FF2B5EF4-FFF2-40B4-BE49-F238E27FC236}">
                  <a16:creationId xmlns:a16="http://schemas.microsoft.com/office/drawing/2014/main" id="{313DBCEB-83AE-0112-61BA-4F1D56F2CEED}"/>
                </a:ext>
              </a:extLst>
            </p:cNvPr>
            <p:cNvSpPr/>
            <p:nvPr/>
          </p:nvSpPr>
          <p:spPr>
            <a:xfrm>
              <a:off x="5369253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72" name="pg1127">
              <a:extLst>
                <a:ext uri="{FF2B5EF4-FFF2-40B4-BE49-F238E27FC236}">
                  <a16:creationId xmlns:a16="http://schemas.microsoft.com/office/drawing/2014/main" id="{2D2B95D1-CBBD-BF9D-1D4F-839BB642AB22}"/>
                </a:ext>
              </a:extLst>
            </p:cNvPr>
            <p:cNvSpPr/>
            <p:nvPr/>
          </p:nvSpPr>
          <p:spPr>
            <a:xfrm>
              <a:off x="5380891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73" name="pg1128">
              <a:extLst>
                <a:ext uri="{FF2B5EF4-FFF2-40B4-BE49-F238E27FC236}">
                  <a16:creationId xmlns:a16="http://schemas.microsoft.com/office/drawing/2014/main" id="{CC3F6EA8-86BB-C8F2-CBE4-EDF9750A3BDB}"/>
                </a:ext>
              </a:extLst>
            </p:cNvPr>
            <p:cNvSpPr/>
            <p:nvPr/>
          </p:nvSpPr>
          <p:spPr>
            <a:xfrm>
              <a:off x="519469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74" name="pg1129">
              <a:extLst>
                <a:ext uri="{FF2B5EF4-FFF2-40B4-BE49-F238E27FC236}">
                  <a16:creationId xmlns:a16="http://schemas.microsoft.com/office/drawing/2014/main" id="{0BC1C36F-D367-CBF0-1D1D-62CFC0867124}"/>
                </a:ext>
              </a:extLst>
            </p:cNvPr>
            <p:cNvSpPr/>
            <p:nvPr/>
          </p:nvSpPr>
          <p:spPr>
            <a:xfrm>
              <a:off x="5206331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75" name="pg1130">
              <a:extLst>
                <a:ext uri="{FF2B5EF4-FFF2-40B4-BE49-F238E27FC236}">
                  <a16:creationId xmlns:a16="http://schemas.microsoft.com/office/drawing/2014/main" id="{136CCDB6-1D20-6D89-DE19-B9C349388D1E}"/>
                </a:ext>
              </a:extLst>
            </p:cNvPr>
            <p:cNvSpPr/>
            <p:nvPr/>
          </p:nvSpPr>
          <p:spPr>
            <a:xfrm>
              <a:off x="5217968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76" name="pg1131">
              <a:extLst>
                <a:ext uri="{FF2B5EF4-FFF2-40B4-BE49-F238E27FC236}">
                  <a16:creationId xmlns:a16="http://schemas.microsoft.com/office/drawing/2014/main" id="{F867C3FA-A529-7679-B951-83FB2C4C7CAA}"/>
                </a:ext>
              </a:extLst>
            </p:cNvPr>
            <p:cNvSpPr/>
            <p:nvPr/>
          </p:nvSpPr>
          <p:spPr>
            <a:xfrm>
              <a:off x="5229605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77" name="pg1132">
              <a:extLst>
                <a:ext uri="{FF2B5EF4-FFF2-40B4-BE49-F238E27FC236}">
                  <a16:creationId xmlns:a16="http://schemas.microsoft.com/office/drawing/2014/main" id="{C8A4B676-0E96-938F-6BF7-3D447E80ED5F}"/>
                </a:ext>
              </a:extLst>
            </p:cNvPr>
            <p:cNvSpPr/>
            <p:nvPr/>
          </p:nvSpPr>
          <p:spPr>
            <a:xfrm>
              <a:off x="524124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78" name="pg1133">
              <a:extLst>
                <a:ext uri="{FF2B5EF4-FFF2-40B4-BE49-F238E27FC236}">
                  <a16:creationId xmlns:a16="http://schemas.microsoft.com/office/drawing/2014/main" id="{FD7DA249-A60E-09EE-B7A7-4A3CF809E333}"/>
                </a:ext>
              </a:extLst>
            </p:cNvPr>
            <p:cNvSpPr/>
            <p:nvPr/>
          </p:nvSpPr>
          <p:spPr>
            <a:xfrm>
              <a:off x="5252880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79" name="pg1134">
              <a:extLst>
                <a:ext uri="{FF2B5EF4-FFF2-40B4-BE49-F238E27FC236}">
                  <a16:creationId xmlns:a16="http://schemas.microsoft.com/office/drawing/2014/main" id="{DDCA2B3E-5FB4-AFAC-979E-C7E14D25D9AB}"/>
                </a:ext>
              </a:extLst>
            </p:cNvPr>
            <p:cNvSpPr/>
            <p:nvPr/>
          </p:nvSpPr>
          <p:spPr>
            <a:xfrm>
              <a:off x="5264517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80" name="pg1135">
              <a:extLst>
                <a:ext uri="{FF2B5EF4-FFF2-40B4-BE49-F238E27FC236}">
                  <a16:creationId xmlns:a16="http://schemas.microsoft.com/office/drawing/2014/main" id="{EF7001E1-A2F3-81C2-0DDC-7EA531FC8551}"/>
                </a:ext>
              </a:extLst>
            </p:cNvPr>
            <p:cNvSpPr/>
            <p:nvPr/>
          </p:nvSpPr>
          <p:spPr>
            <a:xfrm>
              <a:off x="5322704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81" name="pg1136">
              <a:extLst>
                <a:ext uri="{FF2B5EF4-FFF2-40B4-BE49-F238E27FC236}">
                  <a16:creationId xmlns:a16="http://schemas.microsoft.com/office/drawing/2014/main" id="{50301A20-8983-0D1A-760B-7651CCFD9F92}"/>
                </a:ext>
              </a:extLst>
            </p:cNvPr>
            <p:cNvSpPr/>
            <p:nvPr/>
          </p:nvSpPr>
          <p:spPr>
            <a:xfrm>
              <a:off x="5334341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82" name="pg1137">
              <a:extLst>
                <a:ext uri="{FF2B5EF4-FFF2-40B4-BE49-F238E27FC236}">
                  <a16:creationId xmlns:a16="http://schemas.microsoft.com/office/drawing/2014/main" id="{CCA252EC-B5DF-2130-1F6D-4C011866075E}"/>
                </a:ext>
              </a:extLst>
            </p:cNvPr>
            <p:cNvSpPr/>
            <p:nvPr/>
          </p:nvSpPr>
          <p:spPr>
            <a:xfrm>
              <a:off x="5345979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83" name="pg1138">
              <a:extLst>
                <a:ext uri="{FF2B5EF4-FFF2-40B4-BE49-F238E27FC236}">
                  <a16:creationId xmlns:a16="http://schemas.microsoft.com/office/drawing/2014/main" id="{8CD5ED14-5870-E5F6-D709-400F574162E9}"/>
                </a:ext>
              </a:extLst>
            </p:cNvPr>
            <p:cNvSpPr/>
            <p:nvPr/>
          </p:nvSpPr>
          <p:spPr>
            <a:xfrm>
              <a:off x="5357616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84" name="pg1139">
              <a:extLst>
                <a:ext uri="{FF2B5EF4-FFF2-40B4-BE49-F238E27FC236}">
                  <a16:creationId xmlns:a16="http://schemas.microsoft.com/office/drawing/2014/main" id="{230C40C8-82F1-D011-533F-E8AA90822D7D}"/>
                </a:ext>
              </a:extLst>
            </p:cNvPr>
            <p:cNvSpPr/>
            <p:nvPr/>
          </p:nvSpPr>
          <p:spPr>
            <a:xfrm>
              <a:off x="536925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85" name="pg1140">
              <a:extLst>
                <a:ext uri="{FF2B5EF4-FFF2-40B4-BE49-F238E27FC236}">
                  <a16:creationId xmlns:a16="http://schemas.microsoft.com/office/drawing/2014/main" id="{41C4E051-BD9C-6D23-EACB-78C6C34227E2}"/>
                </a:ext>
              </a:extLst>
            </p:cNvPr>
            <p:cNvSpPr/>
            <p:nvPr/>
          </p:nvSpPr>
          <p:spPr>
            <a:xfrm>
              <a:off x="5183056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86" name="pg1141">
              <a:extLst>
                <a:ext uri="{FF2B5EF4-FFF2-40B4-BE49-F238E27FC236}">
                  <a16:creationId xmlns:a16="http://schemas.microsoft.com/office/drawing/2014/main" id="{993AF4CC-2691-993F-2B62-390C4B44F3DE}"/>
                </a:ext>
              </a:extLst>
            </p:cNvPr>
            <p:cNvSpPr/>
            <p:nvPr/>
          </p:nvSpPr>
          <p:spPr>
            <a:xfrm>
              <a:off x="519469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87" name="pg1142">
              <a:extLst>
                <a:ext uri="{FF2B5EF4-FFF2-40B4-BE49-F238E27FC236}">
                  <a16:creationId xmlns:a16="http://schemas.microsoft.com/office/drawing/2014/main" id="{69C2C24C-0E37-4DAC-72B6-423D67929575}"/>
                </a:ext>
              </a:extLst>
            </p:cNvPr>
            <p:cNvSpPr/>
            <p:nvPr/>
          </p:nvSpPr>
          <p:spPr>
            <a:xfrm>
              <a:off x="5206331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88" name="pg1143">
              <a:extLst>
                <a:ext uri="{FF2B5EF4-FFF2-40B4-BE49-F238E27FC236}">
                  <a16:creationId xmlns:a16="http://schemas.microsoft.com/office/drawing/2014/main" id="{366052C4-9651-BD0D-39D2-61B5F0334170}"/>
                </a:ext>
              </a:extLst>
            </p:cNvPr>
            <p:cNvSpPr/>
            <p:nvPr/>
          </p:nvSpPr>
          <p:spPr>
            <a:xfrm>
              <a:off x="5217968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89" name="pg1144">
              <a:extLst>
                <a:ext uri="{FF2B5EF4-FFF2-40B4-BE49-F238E27FC236}">
                  <a16:creationId xmlns:a16="http://schemas.microsoft.com/office/drawing/2014/main" id="{36063139-D1CD-F3C2-B432-4153A69EED80}"/>
                </a:ext>
              </a:extLst>
            </p:cNvPr>
            <p:cNvSpPr/>
            <p:nvPr/>
          </p:nvSpPr>
          <p:spPr>
            <a:xfrm>
              <a:off x="5229605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90" name="pg1145">
              <a:extLst>
                <a:ext uri="{FF2B5EF4-FFF2-40B4-BE49-F238E27FC236}">
                  <a16:creationId xmlns:a16="http://schemas.microsoft.com/office/drawing/2014/main" id="{D4FB431A-9814-8184-1625-1593FB754855}"/>
                </a:ext>
              </a:extLst>
            </p:cNvPr>
            <p:cNvSpPr/>
            <p:nvPr/>
          </p:nvSpPr>
          <p:spPr>
            <a:xfrm>
              <a:off x="524124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91" name="pg1146">
              <a:extLst>
                <a:ext uri="{FF2B5EF4-FFF2-40B4-BE49-F238E27FC236}">
                  <a16:creationId xmlns:a16="http://schemas.microsoft.com/office/drawing/2014/main" id="{AB924A88-ADE8-13E0-3B60-37D2DADCE541}"/>
                </a:ext>
              </a:extLst>
            </p:cNvPr>
            <p:cNvSpPr/>
            <p:nvPr/>
          </p:nvSpPr>
          <p:spPr>
            <a:xfrm>
              <a:off x="5252880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92" name="pg1147">
              <a:extLst>
                <a:ext uri="{FF2B5EF4-FFF2-40B4-BE49-F238E27FC236}">
                  <a16:creationId xmlns:a16="http://schemas.microsoft.com/office/drawing/2014/main" id="{40937F2C-188F-874A-B0A1-95AFD1B5DA8E}"/>
                </a:ext>
              </a:extLst>
            </p:cNvPr>
            <p:cNvSpPr/>
            <p:nvPr/>
          </p:nvSpPr>
          <p:spPr>
            <a:xfrm>
              <a:off x="5264517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93" name="pg1148">
              <a:extLst>
                <a:ext uri="{FF2B5EF4-FFF2-40B4-BE49-F238E27FC236}">
                  <a16:creationId xmlns:a16="http://schemas.microsoft.com/office/drawing/2014/main" id="{F7EA3448-914D-0615-752F-4404D2849E9B}"/>
                </a:ext>
              </a:extLst>
            </p:cNvPr>
            <p:cNvSpPr/>
            <p:nvPr/>
          </p:nvSpPr>
          <p:spPr>
            <a:xfrm>
              <a:off x="5322704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94" name="pg1149">
              <a:extLst>
                <a:ext uri="{FF2B5EF4-FFF2-40B4-BE49-F238E27FC236}">
                  <a16:creationId xmlns:a16="http://schemas.microsoft.com/office/drawing/2014/main" id="{5C8113D8-51E0-C1BD-6ECA-E9D64C5CC872}"/>
                </a:ext>
              </a:extLst>
            </p:cNvPr>
            <p:cNvSpPr/>
            <p:nvPr/>
          </p:nvSpPr>
          <p:spPr>
            <a:xfrm>
              <a:off x="5334341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95" name="pg1150">
              <a:extLst>
                <a:ext uri="{FF2B5EF4-FFF2-40B4-BE49-F238E27FC236}">
                  <a16:creationId xmlns:a16="http://schemas.microsoft.com/office/drawing/2014/main" id="{5EFE0519-F338-85C0-458E-0D940E91847B}"/>
                </a:ext>
              </a:extLst>
            </p:cNvPr>
            <p:cNvSpPr/>
            <p:nvPr/>
          </p:nvSpPr>
          <p:spPr>
            <a:xfrm>
              <a:off x="5345979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96" name="pg1151">
              <a:extLst>
                <a:ext uri="{FF2B5EF4-FFF2-40B4-BE49-F238E27FC236}">
                  <a16:creationId xmlns:a16="http://schemas.microsoft.com/office/drawing/2014/main" id="{E6E555A2-4AE2-FD93-2742-AF6E57C4BC28}"/>
                </a:ext>
              </a:extLst>
            </p:cNvPr>
            <p:cNvSpPr/>
            <p:nvPr/>
          </p:nvSpPr>
          <p:spPr>
            <a:xfrm>
              <a:off x="5357616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97" name="pg1152">
              <a:extLst>
                <a:ext uri="{FF2B5EF4-FFF2-40B4-BE49-F238E27FC236}">
                  <a16:creationId xmlns:a16="http://schemas.microsoft.com/office/drawing/2014/main" id="{8296C85C-DACA-7C8F-EB7F-0601F31627D2}"/>
                </a:ext>
              </a:extLst>
            </p:cNvPr>
            <p:cNvSpPr/>
            <p:nvPr/>
          </p:nvSpPr>
          <p:spPr>
            <a:xfrm>
              <a:off x="536925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98" name="pg1153">
              <a:extLst>
                <a:ext uri="{FF2B5EF4-FFF2-40B4-BE49-F238E27FC236}">
                  <a16:creationId xmlns:a16="http://schemas.microsoft.com/office/drawing/2014/main" id="{6288FAA4-2CB1-0D87-35A8-A2B8E82774C1}"/>
                </a:ext>
              </a:extLst>
            </p:cNvPr>
            <p:cNvSpPr/>
            <p:nvPr/>
          </p:nvSpPr>
          <p:spPr>
            <a:xfrm>
              <a:off x="512486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99" name="pg1154">
              <a:extLst>
                <a:ext uri="{FF2B5EF4-FFF2-40B4-BE49-F238E27FC236}">
                  <a16:creationId xmlns:a16="http://schemas.microsoft.com/office/drawing/2014/main" id="{7E047455-7D95-5817-F767-F3C6BB967548}"/>
                </a:ext>
              </a:extLst>
            </p:cNvPr>
            <p:cNvSpPr/>
            <p:nvPr/>
          </p:nvSpPr>
          <p:spPr>
            <a:xfrm>
              <a:off x="5136507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00" name="pg1155">
              <a:extLst>
                <a:ext uri="{FF2B5EF4-FFF2-40B4-BE49-F238E27FC236}">
                  <a16:creationId xmlns:a16="http://schemas.microsoft.com/office/drawing/2014/main" id="{6499D9C5-B6C7-C6CF-1586-D2B9F76A2BE1}"/>
                </a:ext>
              </a:extLst>
            </p:cNvPr>
            <p:cNvSpPr/>
            <p:nvPr/>
          </p:nvSpPr>
          <p:spPr>
            <a:xfrm>
              <a:off x="5148144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01" name="pg1156">
              <a:extLst>
                <a:ext uri="{FF2B5EF4-FFF2-40B4-BE49-F238E27FC236}">
                  <a16:creationId xmlns:a16="http://schemas.microsoft.com/office/drawing/2014/main" id="{D36BB185-496E-2EF5-E945-8CA905C6FB1B}"/>
                </a:ext>
              </a:extLst>
            </p:cNvPr>
            <p:cNvSpPr/>
            <p:nvPr/>
          </p:nvSpPr>
          <p:spPr>
            <a:xfrm>
              <a:off x="515978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02" name="pg1157">
              <a:extLst>
                <a:ext uri="{FF2B5EF4-FFF2-40B4-BE49-F238E27FC236}">
                  <a16:creationId xmlns:a16="http://schemas.microsoft.com/office/drawing/2014/main" id="{18714B90-3F37-00B2-D048-ADC417757683}"/>
                </a:ext>
              </a:extLst>
            </p:cNvPr>
            <p:cNvSpPr/>
            <p:nvPr/>
          </p:nvSpPr>
          <p:spPr>
            <a:xfrm>
              <a:off x="517141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03" name="pg1158">
              <a:extLst>
                <a:ext uri="{FF2B5EF4-FFF2-40B4-BE49-F238E27FC236}">
                  <a16:creationId xmlns:a16="http://schemas.microsoft.com/office/drawing/2014/main" id="{70FAC028-4FA6-DF98-D153-E0F7801333BA}"/>
                </a:ext>
              </a:extLst>
            </p:cNvPr>
            <p:cNvSpPr/>
            <p:nvPr/>
          </p:nvSpPr>
          <p:spPr>
            <a:xfrm>
              <a:off x="5183056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04" name="pg1159">
              <a:extLst>
                <a:ext uri="{FF2B5EF4-FFF2-40B4-BE49-F238E27FC236}">
                  <a16:creationId xmlns:a16="http://schemas.microsoft.com/office/drawing/2014/main" id="{FEA12159-C008-6963-A7E9-FFC9272AC8F1}"/>
                </a:ext>
              </a:extLst>
            </p:cNvPr>
            <p:cNvSpPr/>
            <p:nvPr/>
          </p:nvSpPr>
          <p:spPr>
            <a:xfrm>
              <a:off x="519469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05" name="pg1160">
              <a:extLst>
                <a:ext uri="{FF2B5EF4-FFF2-40B4-BE49-F238E27FC236}">
                  <a16:creationId xmlns:a16="http://schemas.microsoft.com/office/drawing/2014/main" id="{D0A5BFC4-302D-EDF4-FDB9-A129F5264E79}"/>
                </a:ext>
              </a:extLst>
            </p:cNvPr>
            <p:cNvSpPr/>
            <p:nvPr/>
          </p:nvSpPr>
          <p:spPr>
            <a:xfrm>
              <a:off x="520633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06" name="pg1161">
              <a:extLst>
                <a:ext uri="{FF2B5EF4-FFF2-40B4-BE49-F238E27FC236}">
                  <a16:creationId xmlns:a16="http://schemas.microsoft.com/office/drawing/2014/main" id="{C0826A4A-85CD-BCE2-404D-E2125C1FA48B}"/>
                </a:ext>
              </a:extLst>
            </p:cNvPr>
            <p:cNvSpPr/>
            <p:nvPr/>
          </p:nvSpPr>
          <p:spPr>
            <a:xfrm>
              <a:off x="5217968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07" name="pg1162">
              <a:extLst>
                <a:ext uri="{FF2B5EF4-FFF2-40B4-BE49-F238E27FC236}">
                  <a16:creationId xmlns:a16="http://schemas.microsoft.com/office/drawing/2014/main" id="{F52663C2-D67F-1BE8-E974-3149F472C861}"/>
                </a:ext>
              </a:extLst>
            </p:cNvPr>
            <p:cNvSpPr/>
            <p:nvPr/>
          </p:nvSpPr>
          <p:spPr>
            <a:xfrm>
              <a:off x="5229605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08" name="pg1163">
              <a:extLst>
                <a:ext uri="{FF2B5EF4-FFF2-40B4-BE49-F238E27FC236}">
                  <a16:creationId xmlns:a16="http://schemas.microsoft.com/office/drawing/2014/main" id="{3C5EEFD0-A1FD-A798-DCC0-7B71526EE868}"/>
                </a:ext>
              </a:extLst>
            </p:cNvPr>
            <p:cNvSpPr/>
            <p:nvPr/>
          </p:nvSpPr>
          <p:spPr>
            <a:xfrm>
              <a:off x="524124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09" name="pg1164">
              <a:extLst>
                <a:ext uri="{FF2B5EF4-FFF2-40B4-BE49-F238E27FC236}">
                  <a16:creationId xmlns:a16="http://schemas.microsoft.com/office/drawing/2014/main" id="{9CD87398-4352-7CF7-9D21-EFC8BE41E402}"/>
                </a:ext>
              </a:extLst>
            </p:cNvPr>
            <p:cNvSpPr/>
            <p:nvPr/>
          </p:nvSpPr>
          <p:spPr>
            <a:xfrm>
              <a:off x="5252880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10" name="pg1165">
              <a:extLst>
                <a:ext uri="{FF2B5EF4-FFF2-40B4-BE49-F238E27FC236}">
                  <a16:creationId xmlns:a16="http://schemas.microsoft.com/office/drawing/2014/main" id="{D0E8D915-FA9D-A532-2493-5EBBD79FEA46}"/>
                </a:ext>
              </a:extLst>
            </p:cNvPr>
            <p:cNvSpPr/>
            <p:nvPr/>
          </p:nvSpPr>
          <p:spPr>
            <a:xfrm>
              <a:off x="5311067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11" name="pg1166">
              <a:extLst>
                <a:ext uri="{FF2B5EF4-FFF2-40B4-BE49-F238E27FC236}">
                  <a16:creationId xmlns:a16="http://schemas.microsoft.com/office/drawing/2014/main" id="{F635EC50-8F6D-7749-20AD-6FC34B4CFD46}"/>
                </a:ext>
              </a:extLst>
            </p:cNvPr>
            <p:cNvSpPr/>
            <p:nvPr/>
          </p:nvSpPr>
          <p:spPr>
            <a:xfrm>
              <a:off x="5322704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12" name="pg1167">
              <a:extLst>
                <a:ext uri="{FF2B5EF4-FFF2-40B4-BE49-F238E27FC236}">
                  <a16:creationId xmlns:a16="http://schemas.microsoft.com/office/drawing/2014/main" id="{DEBFAA15-E486-647E-898F-79266F8837B0}"/>
                </a:ext>
              </a:extLst>
            </p:cNvPr>
            <p:cNvSpPr/>
            <p:nvPr/>
          </p:nvSpPr>
          <p:spPr>
            <a:xfrm>
              <a:off x="533434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13" name="pg1168">
              <a:extLst>
                <a:ext uri="{FF2B5EF4-FFF2-40B4-BE49-F238E27FC236}">
                  <a16:creationId xmlns:a16="http://schemas.microsoft.com/office/drawing/2014/main" id="{A0F4711D-DBE3-220B-3C42-12EDC5B13DD8}"/>
                </a:ext>
              </a:extLst>
            </p:cNvPr>
            <p:cNvSpPr/>
            <p:nvPr/>
          </p:nvSpPr>
          <p:spPr>
            <a:xfrm>
              <a:off x="534597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9BC">
                <a:alpha val="100000"/>
              </a:srgbClr>
            </a:solidFill>
            <a:ln w="5420" cap="flat">
              <a:solidFill>
                <a:srgbClr val="89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14" name="pg1169">
              <a:extLst>
                <a:ext uri="{FF2B5EF4-FFF2-40B4-BE49-F238E27FC236}">
                  <a16:creationId xmlns:a16="http://schemas.microsoft.com/office/drawing/2014/main" id="{B7E630CF-B683-99C0-7B35-6E1F6601970D}"/>
                </a:ext>
              </a:extLst>
            </p:cNvPr>
            <p:cNvSpPr/>
            <p:nvPr/>
          </p:nvSpPr>
          <p:spPr>
            <a:xfrm>
              <a:off x="5357616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15" name="pg1170">
              <a:extLst>
                <a:ext uri="{FF2B5EF4-FFF2-40B4-BE49-F238E27FC236}">
                  <a16:creationId xmlns:a16="http://schemas.microsoft.com/office/drawing/2014/main" id="{92C787CD-71DB-423D-93F9-083E13D47EBB}"/>
                </a:ext>
              </a:extLst>
            </p:cNvPr>
            <p:cNvSpPr/>
            <p:nvPr/>
          </p:nvSpPr>
          <p:spPr>
            <a:xfrm>
              <a:off x="536925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16" name="pg1171">
              <a:extLst>
                <a:ext uri="{FF2B5EF4-FFF2-40B4-BE49-F238E27FC236}">
                  <a16:creationId xmlns:a16="http://schemas.microsoft.com/office/drawing/2014/main" id="{A5C3A573-E8F9-DD23-EDD1-03D53CCF6EF1}"/>
                </a:ext>
              </a:extLst>
            </p:cNvPr>
            <p:cNvSpPr/>
            <p:nvPr/>
          </p:nvSpPr>
          <p:spPr>
            <a:xfrm>
              <a:off x="5113232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17" name="pg1172">
              <a:extLst>
                <a:ext uri="{FF2B5EF4-FFF2-40B4-BE49-F238E27FC236}">
                  <a16:creationId xmlns:a16="http://schemas.microsoft.com/office/drawing/2014/main" id="{772ADC86-E04B-39BD-98DC-A50E710B81C9}"/>
                </a:ext>
              </a:extLst>
            </p:cNvPr>
            <p:cNvSpPr/>
            <p:nvPr/>
          </p:nvSpPr>
          <p:spPr>
            <a:xfrm>
              <a:off x="512486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18" name="pg1173">
              <a:extLst>
                <a:ext uri="{FF2B5EF4-FFF2-40B4-BE49-F238E27FC236}">
                  <a16:creationId xmlns:a16="http://schemas.microsoft.com/office/drawing/2014/main" id="{3F6B0B6E-A589-424B-C33A-1C32F04020AA}"/>
                </a:ext>
              </a:extLst>
            </p:cNvPr>
            <p:cNvSpPr/>
            <p:nvPr/>
          </p:nvSpPr>
          <p:spPr>
            <a:xfrm>
              <a:off x="5136507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19" name="pg1174">
              <a:extLst>
                <a:ext uri="{FF2B5EF4-FFF2-40B4-BE49-F238E27FC236}">
                  <a16:creationId xmlns:a16="http://schemas.microsoft.com/office/drawing/2014/main" id="{C9D4670F-3E68-20F8-5235-2C589EE2D313}"/>
                </a:ext>
              </a:extLst>
            </p:cNvPr>
            <p:cNvSpPr/>
            <p:nvPr/>
          </p:nvSpPr>
          <p:spPr>
            <a:xfrm>
              <a:off x="5148144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20" name="pg1175">
              <a:extLst>
                <a:ext uri="{FF2B5EF4-FFF2-40B4-BE49-F238E27FC236}">
                  <a16:creationId xmlns:a16="http://schemas.microsoft.com/office/drawing/2014/main" id="{A48C80FC-A7E5-1A91-8911-84FA50006ABC}"/>
                </a:ext>
              </a:extLst>
            </p:cNvPr>
            <p:cNvSpPr/>
            <p:nvPr/>
          </p:nvSpPr>
          <p:spPr>
            <a:xfrm>
              <a:off x="515978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21" name="pg1176">
              <a:extLst>
                <a:ext uri="{FF2B5EF4-FFF2-40B4-BE49-F238E27FC236}">
                  <a16:creationId xmlns:a16="http://schemas.microsoft.com/office/drawing/2014/main" id="{DB2D6A7D-BC5B-F639-5D62-67A29197A990}"/>
                </a:ext>
              </a:extLst>
            </p:cNvPr>
            <p:cNvSpPr/>
            <p:nvPr/>
          </p:nvSpPr>
          <p:spPr>
            <a:xfrm>
              <a:off x="517141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22" name="pg1177">
              <a:extLst>
                <a:ext uri="{FF2B5EF4-FFF2-40B4-BE49-F238E27FC236}">
                  <a16:creationId xmlns:a16="http://schemas.microsoft.com/office/drawing/2014/main" id="{A3EE85CE-AC12-E7D8-2904-9B12ED717FE7}"/>
                </a:ext>
              </a:extLst>
            </p:cNvPr>
            <p:cNvSpPr/>
            <p:nvPr/>
          </p:nvSpPr>
          <p:spPr>
            <a:xfrm>
              <a:off x="5183056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23" name="pg1178">
              <a:extLst>
                <a:ext uri="{FF2B5EF4-FFF2-40B4-BE49-F238E27FC236}">
                  <a16:creationId xmlns:a16="http://schemas.microsoft.com/office/drawing/2014/main" id="{CCC30662-96D9-8533-750B-E8C860B0203C}"/>
                </a:ext>
              </a:extLst>
            </p:cNvPr>
            <p:cNvSpPr/>
            <p:nvPr/>
          </p:nvSpPr>
          <p:spPr>
            <a:xfrm>
              <a:off x="519469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24" name="pg1179">
              <a:extLst>
                <a:ext uri="{FF2B5EF4-FFF2-40B4-BE49-F238E27FC236}">
                  <a16:creationId xmlns:a16="http://schemas.microsoft.com/office/drawing/2014/main" id="{3F850454-07A0-840A-A71E-014ABEFBC9C4}"/>
                </a:ext>
              </a:extLst>
            </p:cNvPr>
            <p:cNvSpPr/>
            <p:nvPr/>
          </p:nvSpPr>
          <p:spPr>
            <a:xfrm>
              <a:off x="520633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25" name="pg1180">
              <a:extLst>
                <a:ext uri="{FF2B5EF4-FFF2-40B4-BE49-F238E27FC236}">
                  <a16:creationId xmlns:a16="http://schemas.microsoft.com/office/drawing/2014/main" id="{00422975-46AF-A0AB-40BB-62BE77D0E58C}"/>
                </a:ext>
              </a:extLst>
            </p:cNvPr>
            <p:cNvSpPr/>
            <p:nvPr/>
          </p:nvSpPr>
          <p:spPr>
            <a:xfrm>
              <a:off x="5217968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26" name="pg1181">
              <a:extLst>
                <a:ext uri="{FF2B5EF4-FFF2-40B4-BE49-F238E27FC236}">
                  <a16:creationId xmlns:a16="http://schemas.microsoft.com/office/drawing/2014/main" id="{451A9392-F0FF-D87F-3878-660400FDF935}"/>
                </a:ext>
              </a:extLst>
            </p:cNvPr>
            <p:cNvSpPr/>
            <p:nvPr/>
          </p:nvSpPr>
          <p:spPr>
            <a:xfrm>
              <a:off x="5229605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27" name="pg1182">
              <a:extLst>
                <a:ext uri="{FF2B5EF4-FFF2-40B4-BE49-F238E27FC236}">
                  <a16:creationId xmlns:a16="http://schemas.microsoft.com/office/drawing/2014/main" id="{65640971-FB18-FB5C-0330-8B174F21E6D6}"/>
                </a:ext>
              </a:extLst>
            </p:cNvPr>
            <p:cNvSpPr/>
            <p:nvPr/>
          </p:nvSpPr>
          <p:spPr>
            <a:xfrm>
              <a:off x="524124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28" name="pg1183">
              <a:extLst>
                <a:ext uri="{FF2B5EF4-FFF2-40B4-BE49-F238E27FC236}">
                  <a16:creationId xmlns:a16="http://schemas.microsoft.com/office/drawing/2014/main" id="{536AD2C0-4EB4-FB4F-1E9A-29BDDC812F2B}"/>
                </a:ext>
              </a:extLst>
            </p:cNvPr>
            <p:cNvSpPr/>
            <p:nvPr/>
          </p:nvSpPr>
          <p:spPr>
            <a:xfrm>
              <a:off x="529942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29" name="pg1184">
              <a:extLst>
                <a:ext uri="{FF2B5EF4-FFF2-40B4-BE49-F238E27FC236}">
                  <a16:creationId xmlns:a16="http://schemas.microsoft.com/office/drawing/2014/main" id="{6D8027EB-FEBD-BA9C-21E2-36D74DF289EF}"/>
                </a:ext>
              </a:extLst>
            </p:cNvPr>
            <p:cNvSpPr/>
            <p:nvPr/>
          </p:nvSpPr>
          <p:spPr>
            <a:xfrm>
              <a:off x="5311067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30" name="pg1185">
              <a:extLst>
                <a:ext uri="{FF2B5EF4-FFF2-40B4-BE49-F238E27FC236}">
                  <a16:creationId xmlns:a16="http://schemas.microsoft.com/office/drawing/2014/main" id="{65E71105-812E-E7C9-92EB-882E1903BD33}"/>
                </a:ext>
              </a:extLst>
            </p:cNvPr>
            <p:cNvSpPr/>
            <p:nvPr/>
          </p:nvSpPr>
          <p:spPr>
            <a:xfrm>
              <a:off x="5322704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31" name="pg1186">
              <a:extLst>
                <a:ext uri="{FF2B5EF4-FFF2-40B4-BE49-F238E27FC236}">
                  <a16:creationId xmlns:a16="http://schemas.microsoft.com/office/drawing/2014/main" id="{24357920-7466-5ED0-3628-8BB53AF836CF}"/>
                </a:ext>
              </a:extLst>
            </p:cNvPr>
            <p:cNvSpPr/>
            <p:nvPr/>
          </p:nvSpPr>
          <p:spPr>
            <a:xfrm>
              <a:off x="533434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32" name="pg1187">
              <a:extLst>
                <a:ext uri="{FF2B5EF4-FFF2-40B4-BE49-F238E27FC236}">
                  <a16:creationId xmlns:a16="http://schemas.microsoft.com/office/drawing/2014/main" id="{DEEDFAE2-A263-14AE-E20A-A981F591CE97}"/>
                </a:ext>
              </a:extLst>
            </p:cNvPr>
            <p:cNvSpPr/>
            <p:nvPr/>
          </p:nvSpPr>
          <p:spPr>
            <a:xfrm>
              <a:off x="534597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33" name="pg1188">
              <a:extLst>
                <a:ext uri="{FF2B5EF4-FFF2-40B4-BE49-F238E27FC236}">
                  <a16:creationId xmlns:a16="http://schemas.microsoft.com/office/drawing/2014/main" id="{47F38DB9-825B-E9F7-E36A-B7DC696F8A10}"/>
                </a:ext>
              </a:extLst>
            </p:cNvPr>
            <p:cNvSpPr/>
            <p:nvPr/>
          </p:nvSpPr>
          <p:spPr>
            <a:xfrm>
              <a:off x="5357616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34" name="pg1189">
              <a:extLst>
                <a:ext uri="{FF2B5EF4-FFF2-40B4-BE49-F238E27FC236}">
                  <a16:creationId xmlns:a16="http://schemas.microsoft.com/office/drawing/2014/main" id="{EFD37E3E-F7C9-86B1-BF9A-456B7E8B0211}"/>
                </a:ext>
              </a:extLst>
            </p:cNvPr>
            <p:cNvSpPr/>
            <p:nvPr/>
          </p:nvSpPr>
          <p:spPr>
            <a:xfrm>
              <a:off x="536925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35" name="pg1190">
              <a:extLst>
                <a:ext uri="{FF2B5EF4-FFF2-40B4-BE49-F238E27FC236}">
                  <a16:creationId xmlns:a16="http://schemas.microsoft.com/office/drawing/2014/main" id="{E156244E-B5F6-00A8-3052-3D18C84DB41C}"/>
                </a:ext>
              </a:extLst>
            </p:cNvPr>
            <p:cNvSpPr/>
            <p:nvPr/>
          </p:nvSpPr>
          <p:spPr>
            <a:xfrm>
              <a:off x="508995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36" name="pg1191">
              <a:extLst>
                <a:ext uri="{FF2B5EF4-FFF2-40B4-BE49-F238E27FC236}">
                  <a16:creationId xmlns:a16="http://schemas.microsoft.com/office/drawing/2014/main" id="{A8FDD957-F338-6620-B384-9258502F9F3C}"/>
                </a:ext>
              </a:extLst>
            </p:cNvPr>
            <p:cNvSpPr/>
            <p:nvPr/>
          </p:nvSpPr>
          <p:spPr>
            <a:xfrm>
              <a:off x="5101595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37" name="pg1192">
              <a:extLst>
                <a:ext uri="{FF2B5EF4-FFF2-40B4-BE49-F238E27FC236}">
                  <a16:creationId xmlns:a16="http://schemas.microsoft.com/office/drawing/2014/main" id="{F819E196-193C-FDB5-CECD-11F2170724CA}"/>
                </a:ext>
              </a:extLst>
            </p:cNvPr>
            <p:cNvSpPr/>
            <p:nvPr/>
          </p:nvSpPr>
          <p:spPr>
            <a:xfrm>
              <a:off x="5113232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38" name="pg1193">
              <a:extLst>
                <a:ext uri="{FF2B5EF4-FFF2-40B4-BE49-F238E27FC236}">
                  <a16:creationId xmlns:a16="http://schemas.microsoft.com/office/drawing/2014/main" id="{FDEF7C99-FC38-9739-0BF3-AED722B802ED}"/>
                </a:ext>
              </a:extLst>
            </p:cNvPr>
            <p:cNvSpPr/>
            <p:nvPr/>
          </p:nvSpPr>
          <p:spPr>
            <a:xfrm>
              <a:off x="512486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39" name="pg1194">
              <a:extLst>
                <a:ext uri="{FF2B5EF4-FFF2-40B4-BE49-F238E27FC236}">
                  <a16:creationId xmlns:a16="http://schemas.microsoft.com/office/drawing/2014/main" id="{254417C0-D151-3611-BCB8-7B5CE648910D}"/>
                </a:ext>
              </a:extLst>
            </p:cNvPr>
            <p:cNvSpPr/>
            <p:nvPr/>
          </p:nvSpPr>
          <p:spPr>
            <a:xfrm>
              <a:off x="513650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40" name="pg1195">
              <a:extLst>
                <a:ext uri="{FF2B5EF4-FFF2-40B4-BE49-F238E27FC236}">
                  <a16:creationId xmlns:a16="http://schemas.microsoft.com/office/drawing/2014/main" id="{FFB643AC-D81A-B5CB-C448-E8139B45D26D}"/>
                </a:ext>
              </a:extLst>
            </p:cNvPr>
            <p:cNvSpPr/>
            <p:nvPr/>
          </p:nvSpPr>
          <p:spPr>
            <a:xfrm>
              <a:off x="5148144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41" name="pg1196">
              <a:extLst>
                <a:ext uri="{FF2B5EF4-FFF2-40B4-BE49-F238E27FC236}">
                  <a16:creationId xmlns:a16="http://schemas.microsoft.com/office/drawing/2014/main" id="{0990C629-B2BE-18C5-D5F9-6F5BA0042C2C}"/>
                </a:ext>
              </a:extLst>
            </p:cNvPr>
            <p:cNvSpPr/>
            <p:nvPr/>
          </p:nvSpPr>
          <p:spPr>
            <a:xfrm>
              <a:off x="515978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42" name="pg1197">
              <a:extLst>
                <a:ext uri="{FF2B5EF4-FFF2-40B4-BE49-F238E27FC236}">
                  <a16:creationId xmlns:a16="http://schemas.microsoft.com/office/drawing/2014/main" id="{E6C99436-9480-3B87-630A-AA76D94004D6}"/>
                </a:ext>
              </a:extLst>
            </p:cNvPr>
            <p:cNvSpPr/>
            <p:nvPr/>
          </p:nvSpPr>
          <p:spPr>
            <a:xfrm>
              <a:off x="517141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43" name="pg1198">
              <a:extLst>
                <a:ext uri="{FF2B5EF4-FFF2-40B4-BE49-F238E27FC236}">
                  <a16:creationId xmlns:a16="http://schemas.microsoft.com/office/drawing/2014/main" id="{FE29941E-2085-A3AA-E3AD-65DFEFB73A1D}"/>
                </a:ext>
              </a:extLst>
            </p:cNvPr>
            <p:cNvSpPr/>
            <p:nvPr/>
          </p:nvSpPr>
          <p:spPr>
            <a:xfrm>
              <a:off x="5183056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44" name="pg1199">
              <a:extLst>
                <a:ext uri="{FF2B5EF4-FFF2-40B4-BE49-F238E27FC236}">
                  <a16:creationId xmlns:a16="http://schemas.microsoft.com/office/drawing/2014/main" id="{46877F4C-8106-28DE-C2A3-90415888BB04}"/>
                </a:ext>
              </a:extLst>
            </p:cNvPr>
            <p:cNvSpPr/>
            <p:nvPr/>
          </p:nvSpPr>
          <p:spPr>
            <a:xfrm>
              <a:off x="5194693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45" name="pg1200">
              <a:extLst>
                <a:ext uri="{FF2B5EF4-FFF2-40B4-BE49-F238E27FC236}">
                  <a16:creationId xmlns:a16="http://schemas.microsoft.com/office/drawing/2014/main" id="{202EDE84-CC7F-F440-9FFD-5263FD61E348}"/>
                </a:ext>
              </a:extLst>
            </p:cNvPr>
            <p:cNvSpPr/>
            <p:nvPr/>
          </p:nvSpPr>
          <p:spPr>
            <a:xfrm>
              <a:off x="520633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46" name="pg1201">
              <a:extLst>
                <a:ext uri="{FF2B5EF4-FFF2-40B4-BE49-F238E27FC236}">
                  <a16:creationId xmlns:a16="http://schemas.microsoft.com/office/drawing/2014/main" id="{BBFF538D-5F8D-C17D-3AB6-0E805E3491DB}"/>
                </a:ext>
              </a:extLst>
            </p:cNvPr>
            <p:cNvSpPr/>
            <p:nvPr/>
          </p:nvSpPr>
          <p:spPr>
            <a:xfrm>
              <a:off x="5217968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47" name="pg1202">
              <a:extLst>
                <a:ext uri="{FF2B5EF4-FFF2-40B4-BE49-F238E27FC236}">
                  <a16:creationId xmlns:a16="http://schemas.microsoft.com/office/drawing/2014/main" id="{38376F75-489E-11A5-1684-87FA16264F5E}"/>
                </a:ext>
              </a:extLst>
            </p:cNvPr>
            <p:cNvSpPr/>
            <p:nvPr/>
          </p:nvSpPr>
          <p:spPr>
            <a:xfrm>
              <a:off x="5287792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48" name="pg1203">
              <a:extLst>
                <a:ext uri="{FF2B5EF4-FFF2-40B4-BE49-F238E27FC236}">
                  <a16:creationId xmlns:a16="http://schemas.microsoft.com/office/drawing/2014/main" id="{03339CAC-5B3D-574C-D208-E7C41C423C32}"/>
                </a:ext>
              </a:extLst>
            </p:cNvPr>
            <p:cNvSpPr/>
            <p:nvPr/>
          </p:nvSpPr>
          <p:spPr>
            <a:xfrm>
              <a:off x="529942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49" name="pg1204">
              <a:extLst>
                <a:ext uri="{FF2B5EF4-FFF2-40B4-BE49-F238E27FC236}">
                  <a16:creationId xmlns:a16="http://schemas.microsoft.com/office/drawing/2014/main" id="{BD33299B-6166-5B3B-4A22-CA5B500D364E}"/>
                </a:ext>
              </a:extLst>
            </p:cNvPr>
            <p:cNvSpPr/>
            <p:nvPr/>
          </p:nvSpPr>
          <p:spPr>
            <a:xfrm>
              <a:off x="531106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50" name="pg1205">
              <a:extLst>
                <a:ext uri="{FF2B5EF4-FFF2-40B4-BE49-F238E27FC236}">
                  <a16:creationId xmlns:a16="http://schemas.microsoft.com/office/drawing/2014/main" id="{283E49D1-3CA2-FD98-63BD-AFD7FF799828}"/>
                </a:ext>
              </a:extLst>
            </p:cNvPr>
            <p:cNvSpPr/>
            <p:nvPr/>
          </p:nvSpPr>
          <p:spPr>
            <a:xfrm>
              <a:off x="5322704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51" name="pg1206">
              <a:extLst>
                <a:ext uri="{FF2B5EF4-FFF2-40B4-BE49-F238E27FC236}">
                  <a16:creationId xmlns:a16="http://schemas.microsoft.com/office/drawing/2014/main" id="{7084E866-61F9-642A-560D-3DC49813EDCD}"/>
                </a:ext>
              </a:extLst>
            </p:cNvPr>
            <p:cNvSpPr/>
            <p:nvPr/>
          </p:nvSpPr>
          <p:spPr>
            <a:xfrm>
              <a:off x="533434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52" name="pg1207">
              <a:extLst>
                <a:ext uri="{FF2B5EF4-FFF2-40B4-BE49-F238E27FC236}">
                  <a16:creationId xmlns:a16="http://schemas.microsoft.com/office/drawing/2014/main" id="{60450CA8-983D-FB1D-3897-D439FF6DA026}"/>
                </a:ext>
              </a:extLst>
            </p:cNvPr>
            <p:cNvSpPr/>
            <p:nvPr/>
          </p:nvSpPr>
          <p:spPr>
            <a:xfrm>
              <a:off x="534597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53" name="pg1208">
              <a:extLst>
                <a:ext uri="{FF2B5EF4-FFF2-40B4-BE49-F238E27FC236}">
                  <a16:creationId xmlns:a16="http://schemas.microsoft.com/office/drawing/2014/main" id="{CCA88592-D464-9DF4-8E22-852C994388A9}"/>
                </a:ext>
              </a:extLst>
            </p:cNvPr>
            <p:cNvSpPr/>
            <p:nvPr/>
          </p:nvSpPr>
          <p:spPr>
            <a:xfrm>
              <a:off x="506668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54" name="pg1209">
              <a:extLst>
                <a:ext uri="{FF2B5EF4-FFF2-40B4-BE49-F238E27FC236}">
                  <a16:creationId xmlns:a16="http://schemas.microsoft.com/office/drawing/2014/main" id="{E8EEF547-2919-2283-9274-94410E7440E5}"/>
                </a:ext>
              </a:extLst>
            </p:cNvPr>
            <p:cNvSpPr/>
            <p:nvPr/>
          </p:nvSpPr>
          <p:spPr>
            <a:xfrm>
              <a:off x="5078320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55" name="pg1210">
              <a:extLst>
                <a:ext uri="{FF2B5EF4-FFF2-40B4-BE49-F238E27FC236}">
                  <a16:creationId xmlns:a16="http://schemas.microsoft.com/office/drawing/2014/main" id="{374F4E27-ADCA-101B-E363-C08DB68AEE8F}"/>
                </a:ext>
              </a:extLst>
            </p:cNvPr>
            <p:cNvSpPr/>
            <p:nvPr/>
          </p:nvSpPr>
          <p:spPr>
            <a:xfrm>
              <a:off x="508995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56" name="pg1211">
              <a:extLst>
                <a:ext uri="{FF2B5EF4-FFF2-40B4-BE49-F238E27FC236}">
                  <a16:creationId xmlns:a16="http://schemas.microsoft.com/office/drawing/2014/main" id="{E304D692-CC5E-52BD-17CD-AB7456064DFA}"/>
                </a:ext>
              </a:extLst>
            </p:cNvPr>
            <p:cNvSpPr/>
            <p:nvPr/>
          </p:nvSpPr>
          <p:spPr>
            <a:xfrm>
              <a:off x="510159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57" name="pg1212">
              <a:extLst>
                <a:ext uri="{FF2B5EF4-FFF2-40B4-BE49-F238E27FC236}">
                  <a16:creationId xmlns:a16="http://schemas.microsoft.com/office/drawing/2014/main" id="{08814B52-9E85-E963-908F-554E267F6B9B}"/>
                </a:ext>
              </a:extLst>
            </p:cNvPr>
            <p:cNvSpPr/>
            <p:nvPr/>
          </p:nvSpPr>
          <p:spPr>
            <a:xfrm>
              <a:off x="5113232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58" name="pg1213">
              <a:extLst>
                <a:ext uri="{FF2B5EF4-FFF2-40B4-BE49-F238E27FC236}">
                  <a16:creationId xmlns:a16="http://schemas.microsoft.com/office/drawing/2014/main" id="{7DE6D6FC-B9F7-7B2B-228A-EFB01717E4FD}"/>
                </a:ext>
              </a:extLst>
            </p:cNvPr>
            <p:cNvSpPr/>
            <p:nvPr/>
          </p:nvSpPr>
          <p:spPr>
            <a:xfrm>
              <a:off x="512486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59" name="pg1214">
              <a:extLst>
                <a:ext uri="{FF2B5EF4-FFF2-40B4-BE49-F238E27FC236}">
                  <a16:creationId xmlns:a16="http://schemas.microsoft.com/office/drawing/2014/main" id="{6B575A41-4BD0-C193-7959-FEE0AF7033BC}"/>
                </a:ext>
              </a:extLst>
            </p:cNvPr>
            <p:cNvSpPr/>
            <p:nvPr/>
          </p:nvSpPr>
          <p:spPr>
            <a:xfrm>
              <a:off x="513650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60" name="pg1215">
              <a:extLst>
                <a:ext uri="{FF2B5EF4-FFF2-40B4-BE49-F238E27FC236}">
                  <a16:creationId xmlns:a16="http://schemas.microsoft.com/office/drawing/2014/main" id="{31483F51-1872-DD00-FC74-597421B446F6}"/>
                </a:ext>
              </a:extLst>
            </p:cNvPr>
            <p:cNvSpPr/>
            <p:nvPr/>
          </p:nvSpPr>
          <p:spPr>
            <a:xfrm>
              <a:off x="5148144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61" name="pg1216">
              <a:extLst>
                <a:ext uri="{FF2B5EF4-FFF2-40B4-BE49-F238E27FC236}">
                  <a16:creationId xmlns:a16="http://schemas.microsoft.com/office/drawing/2014/main" id="{F3C2CAE1-92D3-2D50-FFF2-93089F73C52F}"/>
                </a:ext>
              </a:extLst>
            </p:cNvPr>
            <p:cNvSpPr/>
            <p:nvPr/>
          </p:nvSpPr>
          <p:spPr>
            <a:xfrm>
              <a:off x="515978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62" name="pg1217">
              <a:extLst>
                <a:ext uri="{FF2B5EF4-FFF2-40B4-BE49-F238E27FC236}">
                  <a16:creationId xmlns:a16="http://schemas.microsoft.com/office/drawing/2014/main" id="{F936E2AD-E087-BD97-2D1E-C76207698FA8}"/>
                </a:ext>
              </a:extLst>
            </p:cNvPr>
            <p:cNvSpPr/>
            <p:nvPr/>
          </p:nvSpPr>
          <p:spPr>
            <a:xfrm>
              <a:off x="517141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63" name="pg1218">
              <a:extLst>
                <a:ext uri="{FF2B5EF4-FFF2-40B4-BE49-F238E27FC236}">
                  <a16:creationId xmlns:a16="http://schemas.microsoft.com/office/drawing/2014/main" id="{EDB4DC7C-4B56-9780-9E83-F24FB4D92CD9}"/>
                </a:ext>
              </a:extLst>
            </p:cNvPr>
            <p:cNvSpPr/>
            <p:nvPr/>
          </p:nvSpPr>
          <p:spPr>
            <a:xfrm>
              <a:off x="5183056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64" name="pg1219">
              <a:extLst>
                <a:ext uri="{FF2B5EF4-FFF2-40B4-BE49-F238E27FC236}">
                  <a16:creationId xmlns:a16="http://schemas.microsoft.com/office/drawing/2014/main" id="{239650FB-6ABA-89BE-E59D-F748A57B03C9}"/>
                </a:ext>
              </a:extLst>
            </p:cNvPr>
            <p:cNvSpPr/>
            <p:nvPr/>
          </p:nvSpPr>
          <p:spPr>
            <a:xfrm>
              <a:off x="519469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65" name="pg1220">
              <a:extLst>
                <a:ext uri="{FF2B5EF4-FFF2-40B4-BE49-F238E27FC236}">
                  <a16:creationId xmlns:a16="http://schemas.microsoft.com/office/drawing/2014/main" id="{FA405729-16C6-97A7-8066-E5700E725E01}"/>
                </a:ext>
              </a:extLst>
            </p:cNvPr>
            <p:cNvSpPr/>
            <p:nvPr/>
          </p:nvSpPr>
          <p:spPr>
            <a:xfrm>
              <a:off x="520633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66" name="pg1221">
              <a:extLst>
                <a:ext uri="{FF2B5EF4-FFF2-40B4-BE49-F238E27FC236}">
                  <a16:creationId xmlns:a16="http://schemas.microsoft.com/office/drawing/2014/main" id="{0805B09D-0CC3-DFF2-2727-B71000126345}"/>
                </a:ext>
              </a:extLst>
            </p:cNvPr>
            <p:cNvSpPr/>
            <p:nvPr/>
          </p:nvSpPr>
          <p:spPr>
            <a:xfrm>
              <a:off x="5217968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67" name="pg1222">
              <a:extLst>
                <a:ext uri="{FF2B5EF4-FFF2-40B4-BE49-F238E27FC236}">
                  <a16:creationId xmlns:a16="http://schemas.microsoft.com/office/drawing/2014/main" id="{965BCD01-8AF0-1769-B1BD-25348F8A9238}"/>
                </a:ext>
              </a:extLst>
            </p:cNvPr>
            <p:cNvSpPr/>
            <p:nvPr/>
          </p:nvSpPr>
          <p:spPr>
            <a:xfrm>
              <a:off x="522960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68" name="pg1223">
              <a:extLst>
                <a:ext uri="{FF2B5EF4-FFF2-40B4-BE49-F238E27FC236}">
                  <a16:creationId xmlns:a16="http://schemas.microsoft.com/office/drawing/2014/main" id="{9160F29F-2CBD-C0CE-358B-12C7250F8912}"/>
                </a:ext>
              </a:extLst>
            </p:cNvPr>
            <p:cNvSpPr/>
            <p:nvPr/>
          </p:nvSpPr>
          <p:spPr>
            <a:xfrm>
              <a:off x="524124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69" name="pg1224">
              <a:extLst>
                <a:ext uri="{FF2B5EF4-FFF2-40B4-BE49-F238E27FC236}">
                  <a16:creationId xmlns:a16="http://schemas.microsoft.com/office/drawing/2014/main" id="{E4F1403F-B251-8D55-62B9-71D3D5347C68}"/>
                </a:ext>
              </a:extLst>
            </p:cNvPr>
            <p:cNvSpPr/>
            <p:nvPr/>
          </p:nvSpPr>
          <p:spPr>
            <a:xfrm>
              <a:off x="5252880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70" name="pg1225">
              <a:extLst>
                <a:ext uri="{FF2B5EF4-FFF2-40B4-BE49-F238E27FC236}">
                  <a16:creationId xmlns:a16="http://schemas.microsoft.com/office/drawing/2014/main" id="{18FDAFBB-1624-7A53-8787-177D1EE09EF1}"/>
                </a:ext>
              </a:extLst>
            </p:cNvPr>
            <p:cNvSpPr/>
            <p:nvPr/>
          </p:nvSpPr>
          <p:spPr>
            <a:xfrm>
              <a:off x="527615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71" name="pg1226">
              <a:extLst>
                <a:ext uri="{FF2B5EF4-FFF2-40B4-BE49-F238E27FC236}">
                  <a16:creationId xmlns:a16="http://schemas.microsoft.com/office/drawing/2014/main" id="{4BE734E3-CACF-29B1-D269-A8DFEB73A476}"/>
                </a:ext>
              </a:extLst>
            </p:cNvPr>
            <p:cNvSpPr/>
            <p:nvPr/>
          </p:nvSpPr>
          <p:spPr>
            <a:xfrm>
              <a:off x="5287792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72" name="pg1227">
              <a:extLst>
                <a:ext uri="{FF2B5EF4-FFF2-40B4-BE49-F238E27FC236}">
                  <a16:creationId xmlns:a16="http://schemas.microsoft.com/office/drawing/2014/main" id="{988C6420-1A73-9C15-DD7B-94D77EC327F2}"/>
                </a:ext>
              </a:extLst>
            </p:cNvPr>
            <p:cNvSpPr/>
            <p:nvPr/>
          </p:nvSpPr>
          <p:spPr>
            <a:xfrm>
              <a:off x="529942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73" name="pg1228">
              <a:extLst>
                <a:ext uri="{FF2B5EF4-FFF2-40B4-BE49-F238E27FC236}">
                  <a16:creationId xmlns:a16="http://schemas.microsoft.com/office/drawing/2014/main" id="{B185E996-23D9-1D0F-ADB1-02F948AF2C68}"/>
                </a:ext>
              </a:extLst>
            </p:cNvPr>
            <p:cNvSpPr/>
            <p:nvPr/>
          </p:nvSpPr>
          <p:spPr>
            <a:xfrm>
              <a:off x="531106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74" name="pg1229">
              <a:extLst>
                <a:ext uri="{FF2B5EF4-FFF2-40B4-BE49-F238E27FC236}">
                  <a16:creationId xmlns:a16="http://schemas.microsoft.com/office/drawing/2014/main" id="{1281C00C-8FFE-4BF2-389E-2D7F33A3CB23}"/>
                </a:ext>
              </a:extLst>
            </p:cNvPr>
            <p:cNvSpPr/>
            <p:nvPr/>
          </p:nvSpPr>
          <p:spPr>
            <a:xfrm>
              <a:off x="5322704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75" name="pg1230">
              <a:extLst>
                <a:ext uri="{FF2B5EF4-FFF2-40B4-BE49-F238E27FC236}">
                  <a16:creationId xmlns:a16="http://schemas.microsoft.com/office/drawing/2014/main" id="{27FD88AA-7475-2A72-F566-1296CF36389D}"/>
                </a:ext>
              </a:extLst>
            </p:cNvPr>
            <p:cNvSpPr/>
            <p:nvPr/>
          </p:nvSpPr>
          <p:spPr>
            <a:xfrm>
              <a:off x="533434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76" name="pg1231">
              <a:extLst>
                <a:ext uri="{FF2B5EF4-FFF2-40B4-BE49-F238E27FC236}">
                  <a16:creationId xmlns:a16="http://schemas.microsoft.com/office/drawing/2014/main" id="{109AA129-AA86-D3F1-25F4-44FA11EA706A}"/>
                </a:ext>
              </a:extLst>
            </p:cNvPr>
            <p:cNvSpPr/>
            <p:nvPr/>
          </p:nvSpPr>
          <p:spPr>
            <a:xfrm>
              <a:off x="534597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77" name="pg1232">
              <a:extLst>
                <a:ext uri="{FF2B5EF4-FFF2-40B4-BE49-F238E27FC236}">
                  <a16:creationId xmlns:a16="http://schemas.microsoft.com/office/drawing/2014/main" id="{0EFD2445-394D-24D3-6DCD-0D1A790E3996}"/>
                </a:ext>
              </a:extLst>
            </p:cNvPr>
            <p:cNvSpPr/>
            <p:nvPr/>
          </p:nvSpPr>
          <p:spPr>
            <a:xfrm>
              <a:off x="506668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78" name="pg1233">
              <a:extLst>
                <a:ext uri="{FF2B5EF4-FFF2-40B4-BE49-F238E27FC236}">
                  <a16:creationId xmlns:a16="http://schemas.microsoft.com/office/drawing/2014/main" id="{86347C89-2CAB-3F12-294B-64493E061440}"/>
                </a:ext>
              </a:extLst>
            </p:cNvPr>
            <p:cNvSpPr/>
            <p:nvPr/>
          </p:nvSpPr>
          <p:spPr>
            <a:xfrm>
              <a:off x="5078320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79" name="pg1234">
              <a:extLst>
                <a:ext uri="{FF2B5EF4-FFF2-40B4-BE49-F238E27FC236}">
                  <a16:creationId xmlns:a16="http://schemas.microsoft.com/office/drawing/2014/main" id="{7B9007D3-4023-FCD5-06D6-0220E223A744}"/>
                </a:ext>
              </a:extLst>
            </p:cNvPr>
            <p:cNvSpPr/>
            <p:nvPr/>
          </p:nvSpPr>
          <p:spPr>
            <a:xfrm>
              <a:off x="508995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80" name="pg1235">
              <a:extLst>
                <a:ext uri="{FF2B5EF4-FFF2-40B4-BE49-F238E27FC236}">
                  <a16:creationId xmlns:a16="http://schemas.microsoft.com/office/drawing/2014/main" id="{D8A04538-4177-BC63-2B75-BD705B1430FB}"/>
                </a:ext>
              </a:extLst>
            </p:cNvPr>
            <p:cNvSpPr/>
            <p:nvPr/>
          </p:nvSpPr>
          <p:spPr>
            <a:xfrm>
              <a:off x="510159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81" name="pg1236">
              <a:extLst>
                <a:ext uri="{FF2B5EF4-FFF2-40B4-BE49-F238E27FC236}">
                  <a16:creationId xmlns:a16="http://schemas.microsoft.com/office/drawing/2014/main" id="{08A3DD9A-735F-7E6A-32D5-1E5901BF0D1A}"/>
                </a:ext>
              </a:extLst>
            </p:cNvPr>
            <p:cNvSpPr/>
            <p:nvPr/>
          </p:nvSpPr>
          <p:spPr>
            <a:xfrm>
              <a:off x="5113232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82" name="pg1237">
              <a:extLst>
                <a:ext uri="{FF2B5EF4-FFF2-40B4-BE49-F238E27FC236}">
                  <a16:creationId xmlns:a16="http://schemas.microsoft.com/office/drawing/2014/main" id="{3A30C209-1AC3-D19C-E54D-C68CA488D9D3}"/>
                </a:ext>
              </a:extLst>
            </p:cNvPr>
            <p:cNvSpPr/>
            <p:nvPr/>
          </p:nvSpPr>
          <p:spPr>
            <a:xfrm>
              <a:off x="512486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83" name="pg1238">
              <a:extLst>
                <a:ext uri="{FF2B5EF4-FFF2-40B4-BE49-F238E27FC236}">
                  <a16:creationId xmlns:a16="http://schemas.microsoft.com/office/drawing/2014/main" id="{1C972C14-21ED-F332-9E65-338268C98C42}"/>
                </a:ext>
              </a:extLst>
            </p:cNvPr>
            <p:cNvSpPr/>
            <p:nvPr/>
          </p:nvSpPr>
          <p:spPr>
            <a:xfrm>
              <a:off x="513650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84" name="pg1239">
              <a:extLst>
                <a:ext uri="{FF2B5EF4-FFF2-40B4-BE49-F238E27FC236}">
                  <a16:creationId xmlns:a16="http://schemas.microsoft.com/office/drawing/2014/main" id="{DFC1EEE8-ED8D-E1AC-0084-EAD0B466454D}"/>
                </a:ext>
              </a:extLst>
            </p:cNvPr>
            <p:cNvSpPr/>
            <p:nvPr/>
          </p:nvSpPr>
          <p:spPr>
            <a:xfrm>
              <a:off x="5148144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85" name="pg1240">
              <a:extLst>
                <a:ext uri="{FF2B5EF4-FFF2-40B4-BE49-F238E27FC236}">
                  <a16:creationId xmlns:a16="http://schemas.microsoft.com/office/drawing/2014/main" id="{2E75BEF5-DEFC-6191-D9DF-6506B29C575A}"/>
                </a:ext>
              </a:extLst>
            </p:cNvPr>
            <p:cNvSpPr/>
            <p:nvPr/>
          </p:nvSpPr>
          <p:spPr>
            <a:xfrm>
              <a:off x="515978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86" name="pg1241">
              <a:extLst>
                <a:ext uri="{FF2B5EF4-FFF2-40B4-BE49-F238E27FC236}">
                  <a16:creationId xmlns:a16="http://schemas.microsoft.com/office/drawing/2014/main" id="{69F7959A-709A-FD90-7A7C-C06D32B7968D}"/>
                </a:ext>
              </a:extLst>
            </p:cNvPr>
            <p:cNvSpPr/>
            <p:nvPr/>
          </p:nvSpPr>
          <p:spPr>
            <a:xfrm>
              <a:off x="517141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87" name="pg1242">
              <a:extLst>
                <a:ext uri="{FF2B5EF4-FFF2-40B4-BE49-F238E27FC236}">
                  <a16:creationId xmlns:a16="http://schemas.microsoft.com/office/drawing/2014/main" id="{6355132A-83CF-1124-0770-43687F3BDF8D}"/>
                </a:ext>
              </a:extLst>
            </p:cNvPr>
            <p:cNvSpPr/>
            <p:nvPr/>
          </p:nvSpPr>
          <p:spPr>
            <a:xfrm>
              <a:off x="5183056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88" name="pg1243">
              <a:extLst>
                <a:ext uri="{FF2B5EF4-FFF2-40B4-BE49-F238E27FC236}">
                  <a16:creationId xmlns:a16="http://schemas.microsoft.com/office/drawing/2014/main" id="{67883878-CC47-292F-621A-0A2EB5C06472}"/>
                </a:ext>
              </a:extLst>
            </p:cNvPr>
            <p:cNvSpPr/>
            <p:nvPr/>
          </p:nvSpPr>
          <p:spPr>
            <a:xfrm>
              <a:off x="519469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89" name="pg1244">
              <a:extLst>
                <a:ext uri="{FF2B5EF4-FFF2-40B4-BE49-F238E27FC236}">
                  <a16:creationId xmlns:a16="http://schemas.microsoft.com/office/drawing/2014/main" id="{295F386A-C9CE-2240-1BB2-65891A70A73E}"/>
                </a:ext>
              </a:extLst>
            </p:cNvPr>
            <p:cNvSpPr/>
            <p:nvPr/>
          </p:nvSpPr>
          <p:spPr>
            <a:xfrm>
              <a:off x="520633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90" name="pg1245">
              <a:extLst>
                <a:ext uri="{FF2B5EF4-FFF2-40B4-BE49-F238E27FC236}">
                  <a16:creationId xmlns:a16="http://schemas.microsoft.com/office/drawing/2014/main" id="{664F2B65-7564-6E5E-9174-84B665791E6D}"/>
                </a:ext>
              </a:extLst>
            </p:cNvPr>
            <p:cNvSpPr/>
            <p:nvPr/>
          </p:nvSpPr>
          <p:spPr>
            <a:xfrm>
              <a:off x="5217968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91" name="pg1246">
              <a:extLst>
                <a:ext uri="{FF2B5EF4-FFF2-40B4-BE49-F238E27FC236}">
                  <a16:creationId xmlns:a16="http://schemas.microsoft.com/office/drawing/2014/main" id="{3DDB71D5-0288-1C52-151E-E3BFE3F3A87D}"/>
                </a:ext>
              </a:extLst>
            </p:cNvPr>
            <p:cNvSpPr/>
            <p:nvPr/>
          </p:nvSpPr>
          <p:spPr>
            <a:xfrm>
              <a:off x="522960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92" name="pg1247">
              <a:extLst>
                <a:ext uri="{FF2B5EF4-FFF2-40B4-BE49-F238E27FC236}">
                  <a16:creationId xmlns:a16="http://schemas.microsoft.com/office/drawing/2014/main" id="{E8D4BE73-52C4-7D4D-94CE-4341A4A53314}"/>
                </a:ext>
              </a:extLst>
            </p:cNvPr>
            <p:cNvSpPr/>
            <p:nvPr/>
          </p:nvSpPr>
          <p:spPr>
            <a:xfrm>
              <a:off x="524124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93" name="pg1248">
              <a:extLst>
                <a:ext uri="{FF2B5EF4-FFF2-40B4-BE49-F238E27FC236}">
                  <a16:creationId xmlns:a16="http://schemas.microsoft.com/office/drawing/2014/main" id="{33CFE69B-C981-722C-1AA0-02A2E996D65F}"/>
                </a:ext>
              </a:extLst>
            </p:cNvPr>
            <p:cNvSpPr/>
            <p:nvPr/>
          </p:nvSpPr>
          <p:spPr>
            <a:xfrm>
              <a:off x="5252880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94" name="pg1249">
              <a:extLst>
                <a:ext uri="{FF2B5EF4-FFF2-40B4-BE49-F238E27FC236}">
                  <a16:creationId xmlns:a16="http://schemas.microsoft.com/office/drawing/2014/main" id="{D8991EAF-F2EB-AED4-F92B-10B88B054990}"/>
                </a:ext>
              </a:extLst>
            </p:cNvPr>
            <p:cNvSpPr/>
            <p:nvPr/>
          </p:nvSpPr>
          <p:spPr>
            <a:xfrm>
              <a:off x="526451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95" name="pg1250">
              <a:extLst>
                <a:ext uri="{FF2B5EF4-FFF2-40B4-BE49-F238E27FC236}">
                  <a16:creationId xmlns:a16="http://schemas.microsoft.com/office/drawing/2014/main" id="{4ECD1A73-9785-2AB4-7626-AC4467B9730E}"/>
                </a:ext>
              </a:extLst>
            </p:cNvPr>
            <p:cNvSpPr/>
            <p:nvPr/>
          </p:nvSpPr>
          <p:spPr>
            <a:xfrm>
              <a:off x="527615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96" name="pg1251">
              <a:extLst>
                <a:ext uri="{FF2B5EF4-FFF2-40B4-BE49-F238E27FC236}">
                  <a16:creationId xmlns:a16="http://schemas.microsoft.com/office/drawing/2014/main" id="{A67ACEF3-8146-D62B-0727-A5F518DAACB4}"/>
                </a:ext>
              </a:extLst>
            </p:cNvPr>
            <p:cNvSpPr/>
            <p:nvPr/>
          </p:nvSpPr>
          <p:spPr>
            <a:xfrm>
              <a:off x="5287792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97" name="pg1252">
              <a:extLst>
                <a:ext uri="{FF2B5EF4-FFF2-40B4-BE49-F238E27FC236}">
                  <a16:creationId xmlns:a16="http://schemas.microsoft.com/office/drawing/2014/main" id="{89B3C5BA-AE2D-5F05-22B9-B20BA065EE37}"/>
                </a:ext>
              </a:extLst>
            </p:cNvPr>
            <p:cNvSpPr/>
            <p:nvPr/>
          </p:nvSpPr>
          <p:spPr>
            <a:xfrm>
              <a:off x="529942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98" name="pg1253">
              <a:extLst>
                <a:ext uri="{FF2B5EF4-FFF2-40B4-BE49-F238E27FC236}">
                  <a16:creationId xmlns:a16="http://schemas.microsoft.com/office/drawing/2014/main" id="{7C270E6E-DD72-3411-A7CD-A56BEF1E6144}"/>
                </a:ext>
              </a:extLst>
            </p:cNvPr>
            <p:cNvSpPr/>
            <p:nvPr/>
          </p:nvSpPr>
          <p:spPr>
            <a:xfrm>
              <a:off x="531106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99" name="pg1254">
              <a:extLst>
                <a:ext uri="{FF2B5EF4-FFF2-40B4-BE49-F238E27FC236}">
                  <a16:creationId xmlns:a16="http://schemas.microsoft.com/office/drawing/2014/main" id="{76D7F600-3347-DF27-CFD1-97112BF8B08B}"/>
                </a:ext>
              </a:extLst>
            </p:cNvPr>
            <p:cNvSpPr/>
            <p:nvPr/>
          </p:nvSpPr>
          <p:spPr>
            <a:xfrm>
              <a:off x="5322704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00" name="pg1255">
              <a:extLst>
                <a:ext uri="{FF2B5EF4-FFF2-40B4-BE49-F238E27FC236}">
                  <a16:creationId xmlns:a16="http://schemas.microsoft.com/office/drawing/2014/main" id="{DDB88639-77A3-D567-AAF6-FE4440EC1540}"/>
                </a:ext>
              </a:extLst>
            </p:cNvPr>
            <p:cNvSpPr/>
            <p:nvPr/>
          </p:nvSpPr>
          <p:spPr>
            <a:xfrm>
              <a:off x="533434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01" name="pg1256">
              <a:extLst>
                <a:ext uri="{FF2B5EF4-FFF2-40B4-BE49-F238E27FC236}">
                  <a16:creationId xmlns:a16="http://schemas.microsoft.com/office/drawing/2014/main" id="{091EF25F-CBB1-DEF8-0561-9ECEDFE29950}"/>
                </a:ext>
              </a:extLst>
            </p:cNvPr>
            <p:cNvSpPr/>
            <p:nvPr/>
          </p:nvSpPr>
          <p:spPr>
            <a:xfrm>
              <a:off x="506668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02" name="pg1257">
              <a:extLst>
                <a:ext uri="{FF2B5EF4-FFF2-40B4-BE49-F238E27FC236}">
                  <a16:creationId xmlns:a16="http://schemas.microsoft.com/office/drawing/2014/main" id="{46B409A0-8815-3393-09F8-500CC7085F17}"/>
                </a:ext>
              </a:extLst>
            </p:cNvPr>
            <p:cNvSpPr/>
            <p:nvPr/>
          </p:nvSpPr>
          <p:spPr>
            <a:xfrm>
              <a:off x="5078320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03" name="pg1258">
              <a:extLst>
                <a:ext uri="{FF2B5EF4-FFF2-40B4-BE49-F238E27FC236}">
                  <a16:creationId xmlns:a16="http://schemas.microsoft.com/office/drawing/2014/main" id="{F7CFB54B-18ED-1EC6-841A-9D2941FC9624}"/>
                </a:ext>
              </a:extLst>
            </p:cNvPr>
            <p:cNvSpPr/>
            <p:nvPr/>
          </p:nvSpPr>
          <p:spPr>
            <a:xfrm>
              <a:off x="508995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04" name="pg1259">
              <a:extLst>
                <a:ext uri="{FF2B5EF4-FFF2-40B4-BE49-F238E27FC236}">
                  <a16:creationId xmlns:a16="http://schemas.microsoft.com/office/drawing/2014/main" id="{2A007CFE-2FD4-C8DB-EAE6-2F3DD47176DC}"/>
                </a:ext>
              </a:extLst>
            </p:cNvPr>
            <p:cNvSpPr/>
            <p:nvPr/>
          </p:nvSpPr>
          <p:spPr>
            <a:xfrm>
              <a:off x="510159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05" name="pg1260">
              <a:extLst>
                <a:ext uri="{FF2B5EF4-FFF2-40B4-BE49-F238E27FC236}">
                  <a16:creationId xmlns:a16="http://schemas.microsoft.com/office/drawing/2014/main" id="{67876AF1-D836-56E9-55FD-871CE97C0F56}"/>
                </a:ext>
              </a:extLst>
            </p:cNvPr>
            <p:cNvSpPr/>
            <p:nvPr/>
          </p:nvSpPr>
          <p:spPr>
            <a:xfrm>
              <a:off x="5113232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06" name="pg1261">
              <a:extLst>
                <a:ext uri="{FF2B5EF4-FFF2-40B4-BE49-F238E27FC236}">
                  <a16:creationId xmlns:a16="http://schemas.microsoft.com/office/drawing/2014/main" id="{4DD3159A-AC40-211D-F40C-564B6379FC23}"/>
                </a:ext>
              </a:extLst>
            </p:cNvPr>
            <p:cNvSpPr/>
            <p:nvPr/>
          </p:nvSpPr>
          <p:spPr>
            <a:xfrm>
              <a:off x="512486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07" name="pg1262">
              <a:extLst>
                <a:ext uri="{FF2B5EF4-FFF2-40B4-BE49-F238E27FC236}">
                  <a16:creationId xmlns:a16="http://schemas.microsoft.com/office/drawing/2014/main" id="{A9363B2D-2423-9B79-A399-3F7FDC4EAB7E}"/>
                </a:ext>
              </a:extLst>
            </p:cNvPr>
            <p:cNvSpPr/>
            <p:nvPr/>
          </p:nvSpPr>
          <p:spPr>
            <a:xfrm>
              <a:off x="513650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08" name="pg1263">
              <a:extLst>
                <a:ext uri="{FF2B5EF4-FFF2-40B4-BE49-F238E27FC236}">
                  <a16:creationId xmlns:a16="http://schemas.microsoft.com/office/drawing/2014/main" id="{0EF96D04-1F14-BC17-5C36-3A7CF2334A41}"/>
                </a:ext>
              </a:extLst>
            </p:cNvPr>
            <p:cNvSpPr/>
            <p:nvPr/>
          </p:nvSpPr>
          <p:spPr>
            <a:xfrm>
              <a:off x="5148144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09" name="pg1264">
              <a:extLst>
                <a:ext uri="{FF2B5EF4-FFF2-40B4-BE49-F238E27FC236}">
                  <a16:creationId xmlns:a16="http://schemas.microsoft.com/office/drawing/2014/main" id="{5EE99576-2F25-5F8D-2712-4C4227849C47}"/>
                </a:ext>
              </a:extLst>
            </p:cNvPr>
            <p:cNvSpPr/>
            <p:nvPr/>
          </p:nvSpPr>
          <p:spPr>
            <a:xfrm>
              <a:off x="5159781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10" name="pg1265">
              <a:extLst>
                <a:ext uri="{FF2B5EF4-FFF2-40B4-BE49-F238E27FC236}">
                  <a16:creationId xmlns:a16="http://schemas.microsoft.com/office/drawing/2014/main" id="{C5BE468B-BC4B-965C-BE7E-B7D281A7E33A}"/>
                </a:ext>
              </a:extLst>
            </p:cNvPr>
            <p:cNvSpPr/>
            <p:nvPr/>
          </p:nvSpPr>
          <p:spPr>
            <a:xfrm>
              <a:off x="517141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11" name="pg1266">
              <a:extLst>
                <a:ext uri="{FF2B5EF4-FFF2-40B4-BE49-F238E27FC236}">
                  <a16:creationId xmlns:a16="http://schemas.microsoft.com/office/drawing/2014/main" id="{45F75F0F-88C8-ED9F-55FB-AAFD828870F1}"/>
                </a:ext>
              </a:extLst>
            </p:cNvPr>
            <p:cNvSpPr/>
            <p:nvPr/>
          </p:nvSpPr>
          <p:spPr>
            <a:xfrm>
              <a:off x="5183056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12" name="pg1267">
              <a:extLst>
                <a:ext uri="{FF2B5EF4-FFF2-40B4-BE49-F238E27FC236}">
                  <a16:creationId xmlns:a16="http://schemas.microsoft.com/office/drawing/2014/main" id="{A80DB312-8113-CCD4-7284-8AC480234B3F}"/>
                </a:ext>
              </a:extLst>
            </p:cNvPr>
            <p:cNvSpPr/>
            <p:nvPr/>
          </p:nvSpPr>
          <p:spPr>
            <a:xfrm>
              <a:off x="519469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13" name="pg1268">
              <a:extLst>
                <a:ext uri="{FF2B5EF4-FFF2-40B4-BE49-F238E27FC236}">
                  <a16:creationId xmlns:a16="http://schemas.microsoft.com/office/drawing/2014/main" id="{3E49E92F-09B4-3949-449C-AB7C253A1E81}"/>
                </a:ext>
              </a:extLst>
            </p:cNvPr>
            <p:cNvSpPr/>
            <p:nvPr/>
          </p:nvSpPr>
          <p:spPr>
            <a:xfrm>
              <a:off x="5206331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14" name="pg1269">
              <a:extLst>
                <a:ext uri="{FF2B5EF4-FFF2-40B4-BE49-F238E27FC236}">
                  <a16:creationId xmlns:a16="http://schemas.microsoft.com/office/drawing/2014/main" id="{010BD7BB-4BFD-3EC7-91BC-7396ED710391}"/>
                </a:ext>
              </a:extLst>
            </p:cNvPr>
            <p:cNvSpPr/>
            <p:nvPr/>
          </p:nvSpPr>
          <p:spPr>
            <a:xfrm>
              <a:off x="5217968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15" name="pg1270">
              <a:extLst>
                <a:ext uri="{FF2B5EF4-FFF2-40B4-BE49-F238E27FC236}">
                  <a16:creationId xmlns:a16="http://schemas.microsoft.com/office/drawing/2014/main" id="{0C8E26C7-093B-E0E6-5372-3476363B1908}"/>
                </a:ext>
              </a:extLst>
            </p:cNvPr>
            <p:cNvSpPr/>
            <p:nvPr/>
          </p:nvSpPr>
          <p:spPr>
            <a:xfrm>
              <a:off x="522960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16" name="pg1271">
              <a:extLst>
                <a:ext uri="{FF2B5EF4-FFF2-40B4-BE49-F238E27FC236}">
                  <a16:creationId xmlns:a16="http://schemas.microsoft.com/office/drawing/2014/main" id="{87CFFB17-63B5-4394-6130-ED8477F6713D}"/>
                </a:ext>
              </a:extLst>
            </p:cNvPr>
            <p:cNvSpPr/>
            <p:nvPr/>
          </p:nvSpPr>
          <p:spPr>
            <a:xfrm>
              <a:off x="524124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17" name="pg1272">
              <a:extLst>
                <a:ext uri="{FF2B5EF4-FFF2-40B4-BE49-F238E27FC236}">
                  <a16:creationId xmlns:a16="http://schemas.microsoft.com/office/drawing/2014/main" id="{2BBAAB21-1FE5-DB06-1C83-19BDF62FEF79}"/>
                </a:ext>
              </a:extLst>
            </p:cNvPr>
            <p:cNvSpPr/>
            <p:nvPr/>
          </p:nvSpPr>
          <p:spPr>
            <a:xfrm>
              <a:off x="5252880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18" name="pg1273">
              <a:extLst>
                <a:ext uri="{FF2B5EF4-FFF2-40B4-BE49-F238E27FC236}">
                  <a16:creationId xmlns:a16="http://schemas.microsoft.com/office/drawing/2014/main" id="{31F5D378-7200-8C1E-C6C3-AAFF4ED09CF0}"/>
                </a:ext>
              </a:extLst>
            </p:cNvPr>
            <p:cNvSpPr/>
            <p:nvPr/>
          </p:nvSpPr>
          <p:spPr>
            <a:xfrm>
              <a:off x="526451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19" name="pg1274">
              <a:extLst>
                <a:ext uri="{FF2B5EF4-FFF2-40B4-BE49-F238E27FC236}">
                  <a16:creationId xmlns:a16="http://schemas.microsoft.com/office/drawing/2014/main" id="{373FB951-41C3-65B2-24AF-5D89E9252DD8}"/>
                </a:ext>
              </a:extLst>
            </p:cNvPr>
            <p:cNvSpPr/>
            <p:nvPr/>
          </p:nvSpPr>
          <p:spPr>
            <a:xfrm>
              <a:off x="527615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20" name="pg1275">
              <a:extLst>
                <a:ext uri="{FF2B5EF4-FFF2-40B4-BE49-F238E27FC236}">
                  <a16:creationId xmlns:a16="http://schemas.microsoft.com/office/drawing/2014/main" id="{CF5C2DE2-4725-12C9-8D53-6701DBB9CAF7}"/>
                </a:ext>
              </a:extLst>
            </p:cNvPr>
            <p:cNvSpPr/>
            <p:nvPr/>
          </p:nvSpPr>
          <p:spPr>
            <a:xfrm>
              <a:off x="5287792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21" name="pg1276">
              <a:extLst>
                <a:ext uri="{FF2B5EF4-FFF2-40B4-BE49-F238E27FC236}">
                  <a16:creationId xmlns:a16="http://schemas.microsoft.com/office/drawing/2014/main" id="{D0802E15-2076-9B2E-4C12-62F0DE53137E}"/>
                </a:ext>
              </a:extLst>
            </p:cNvPr>
            <p:cNvSpPr/>
            <p:nvPr/>
          </p:nvSpPr>
          <p:spPr>
            <a:xfrm>
              <a:off x="529942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22" name="pg1277">
              <a:extLst>
                <a:ext uri="{FF2B5EF4-FFF2-40B4-BE49-F238E27FC236}">
                  <a16:creationId xmlns:a16="http://schemas.microsoft.com/office/drawing/2014/main" id="{8E62F9B8-0130-807A-CD80-D24706ABBFF7}"/>
                </a:ext>
              </a:extLst>
            </p:cNvPr>
            <p:cNvSpPr/>
            <p:nvPr/>
          </p:nvSpPr>
          <p:spPr>
            <a:xfrm>
              <a:off x="531106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23" name="pg1278">
              <a:extLst>
                <a:ext uri="{FF2B5EF4-FFF2-40B4-BE49-F238E27FC236}">
                  <a16:creationId xmlns:a16="http://schemas.microsoft.com/office/drawing/2014/main" id="{3323D63A-1261-5229-CFDF-B134A1055DF9}"/>
                </a:ext>
              </a:extLst>
            </p:cNvPr>
            <p:cNvSpPr/>
            <p:nvPr/>
          </p:nvSpPr>
          <p:spPr>
            <a:xfrm>
              <a:off x="5322704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24" name="pg1279">
              <a:extLst>
                <a:ext uri="{FF2B5EF4-FFF2-40B4-BE49-F238E27FC236}">
                  <a16:creationId xmlns:a16="http://schemas.microsoft.com/office/drawing/2014/main" id="{25C86158-3B27-AAA6-128B-1C907AE54A13}"/>
                </a:ext>
              </a:extLst>
            </p:cNvPr>
            <p:cNvSpPr/>
            <p:nvPr/>
          </p:nvSpPr>
          <p:spPr>
            <a:xfrm>
              <a:off x="5031771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25" name="pg1280">
              <a:extLst>
                <a:ext uri="{FF2B5EF4-FFF2-40B4-BE49-F238E27FC236}">
                  <a16:creationId xmlns:a16="http://schemas.microsoft.com/office/drawing/2014/main" id="{B0BD3CAA-A512-99FF-604C-6CDF1ED9FF86}"/>
                </a:ext>
              </a:extLst>
            </p:cNvPr>
            <p:cNvSpPr/>
            <p:nvPr/>
          </p:nvSpPr>
          <p:spPr>
            <a:xfrm>
              <a:off x="5043408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26" name="pg1281">
              <a:extLst>
                <a:ext uri="{FF2B5EF4-FFF2-40B4-BE49-F238E27FC236}">
                  <a16:creationId xmlns:a16="http://schemas.microsoft.com/office/drawing/2014/main" id="{9022E8C8-D5E1-4FD5-48B7-71726D8DFB87}"/>
                </a:ext>
              </a:extLst>
            </p:cNvPr>
            <p:cNvSpPr/>
            <p:nvPr/>
          </p:nvSpPr>
          <p:spPr>
            <a:xfrm>
              <a:off x="506668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27" name="pg1282">
              <a:extLst>
                <a:ext uri="{FF2B5EF4-FFF2-40B4-BE49-F238E27FC236}">
                  <a16:creationId xmlns:a16="http://schemas.microsoft.com/office/drawing/2014/main" id="{CC1C24F8-60B8-2AB9-78C5-2452B0CA0C7D}"/>
                </a:ext>
              </a:extLst>
            </p:cNvPr>
            <p:cNvSpPr/>
            <p:nvPr/>
          </p:nvSpPr>
          <p:spPr>
            <a:xfrm>
              <a:off x="5078320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28" name="pg1283">
              <a:extLst>
                <a:ext uri="{FF2B5EF4-FFF2-40B4-BE49-F238E27FC236}">
                  <a16:creationId xmlns:a16="http://schemas.microsoft.com/office/drawing/2014/main" id="{76F64A30-AC11-4B1F-7AF4-2AE25A0E6105}"/>
                </a:ext>
              </a:extLst>
            </p:cNvPr>
            <p:cNvSpPr/>
            <p:nvPr/>
          </p:nvSpPr>
          <p:spPr>
            <a:xfrm>
              <a:off x="508995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29" name="pg1284">
              <a:extLst>
                <a:ext uri="{FF2B5EF4-FFF2-40B4-BE49-F238E27FC236}">
                  <a16:creationId xmlns:a16="http://schemas.microsoft.com/office/drawing/2014/main" id="{DF92229D-D082-6302-C130-46069CA2148D}"/>
                </a:ext>
              </a:extLst>
            </p:cNvPr>
            <p:cNvSpPr/>
            <p:nvPr/>
          </p:nvSpPr>
          <p:spPr>
            <a:xfrm>
              <a:off x="510159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30" name="pg1285">
              <a:extLst>
                <a:ext uri="{FF2B5EF4-FFF2-40B4-BE49-F238E27FC236}">
                  <a16:creationId xmlns:a16="http://schemas.microsoft.com/office/drawing/2014/main" id="{AA6DBBC8-9EA1-CE67-6944-EA4B52364FF5}"/>
                </a:ext>
              </a:extLst>
            </p:cNvPr>
            <p:cNvSpPr/>
            <p:nvPr/>
          </p:nvSpPr>
          <p:spPr>
            <a:xfrm>
              <a:off x="5113232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31" name="pg1286">
              <a:extLst>
                <a:ext uri="{FF2B5EF4-FFF2-40B4-BE49-F238E27FC236}">
                  <a16:creationId xmlns:a16="http://schemas.microsoft.com/office/drawing/2014/main" id="{AD6100A7-9AAB-2E48-31EA-1532EB7D30AE}"/>
                </a:ext>
              </a:extLst>
            </p:cNvPr>
            <p:cNvSpPr/>
            <p:nvPr/>
          </p:nvSpPr>
          <p:spPr>
            <a:xfrm>
              <a:off x="5124869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32" name="pg1287">
              <a:extLst>
                <a:ext uri="{FF2B5EF4-FFF2-40B4-BE49-F238E27FC236}">
                  <a16:creationId xmlns:a16="http://schemas.microsoft.com/office/drawing/2014/main" id="{1F447F53-3DFF-0A61-411A-D2A6653A1DF7}"/>
                </a:ext>
              </a:extLst>
            </p:cNvPr>
            <p:cNvSpPr/>
            <p:nvPr/>
          </p:nvSpPr>
          <p:spPr>
            <a:xfrm>
              <a:off x="513650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33" name="pg1288">
              <a:extLst>
                <a:ext uri="{FF2B5EF4-FFF2-40B4-BE49-F238E27FC236}">
                  <a16:creationId xmlns:a16="http://schemas.microsoft.com/office/drawing/2014/main" id="{52BDD866-69A3-936D-3432-C1E426753B59}"/>
                </a:ext>
              </a:extLst>
            </p:cNvPr>
            <p:cNvSpPr/>
            <p:nvPr/>
          </p:nvSpPr>
          <p:spPr>
            <a:xfrm>
              <a:off x="5148144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34" name="pg1289">
              <a:extLst>
                <a:ext uri="{FF2B5EF4-FFF2-40B4-BE49-F238E27FC236}">
                  <a16:creationId xmlns:a16="http://schemas.microsoft.com/office/drawing/2014/main" id="{B01512C7-51EC-B6DB-540A-F51890823914}"/>
                </a:ext>
              </a:extLst>
            </p:cNvPr>
            <p:cNvSpPr/>
            <p:nvPr/>
          </p:nvSpPr>
          <p:spPr>
            <a:xfrm>
              <a:off x="5183056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35" name="pg1290">
              <a:extLst>
                <a:ext uri="{FF2B5EF4-FFF2-40B4-BE49-F238E27FC236}">
                  <a16:creationId xmlns:a16="http://schemas.microsoft.com/office/drawing/2014/main" id="{BA6CC1EA-2B13-60C4-D71A-413E56814EE2}"/>
                </a:ext>
              </a:extLst>
            </p:cNvPr>
            <p:cNvSpPr/>
            <p:nvPr/>
          </p:nvSpPr>
          <p:spPr>
            <a:xfrm>
              <a:off x="519469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3C9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36" name="pg1291">
              <a:extLst>
                <a:ext uri="{FF2B5EF4-FFF2-40B4-BE49-F238E27FC236}">
                  <a16:creationId xmlns:a16="http://schemas.microsoft.com/office/drawing/2014/main" id="{EDD33E84-AE04-7DB2-6B2E-5CFA954EB060}"/>
                </a:ext>
              </a:extLst>
            </p:cNvPr>
            <p:cNvSpPr/>
            <p:nvPr/>
          </p:nvSpPr>
          <p:spPr>
            <a:xfrm>
              <a:off x="5206331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37" name="pg1292">
              <a:extLst>
                <a:ext uri="{FF2B5EF4-FFF2-40B4-BE49-F238E27FC236}">
                  <a16:creationId xmlns:a16="http://schemas.microsoft.com/office/drawing/2014/main" id="{2AE7DDF1-26FA-2665-DB22-8D02340F9BE0}"/>
                </a:ext>
              </a:extLst>
            </p:cNvPr>
            <p:cNvSpPr/>
            <p:nvPr/>
          </p:nvSpPr>
          <p:spPr>
            <a:xfrm>
              <a:off x="5217968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38" name="pg1293">
              <a:extLst>
                <a:ext uri="{FF2B5EF4-FFF2-40B4-BE49-F238E27FC236}">
                  <a16:creationId xmlns:a16="http://schemas.microsoft.com/office/drawing/2014/main" id="{81D7B57E-7C35-6EF3-6AA2-4E3BCDDA43EA}"/>
                </a:ext>
              </a:extLst>
            </p:cNvPr>
            <p:cNvSpPr/>
            <p:nvPr/>
          </p:nvSpPr>
          <p:spPr>
            <a:xfrm>
              <a:off x="522960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39" name="pg1294">
              <a:extLst>
                <a:ext uri="{FF2B5EF4-FFF2-40B4-BE49-F238E27FC236}">
                  <a16:creationId xmlns:a16="http://schemas.microsoft.com/office/drawing/2014/main" id="{CC44E1D7-B1B7-D291-2469-A8C0C59E4A77}"/>
                </a:ext>
              </a:extLst>
            </p:cNvPr>
            <p:cNvSpPr/>
            <p:nvPr/>
          </p:nvSpPr>
          <p:spPr>
            <a:xfrm>
              <a:off x="524124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40" name="pg1295">
              <a:extLst>
                <a:ext uri="{FF2B5EF4-FFF2-40B4-BE49-F238E27FC236}">
                  <a16:creationId xmlns:a16="http://schemas.microsoft.com/office/drawing/2014/main" id="{ABE23DCF-097B-A6F5-FBB1-EF6F52E1423D}"/>
                </a:ext>
              </a:extLst>
            </p:cNvPr>
            <p:cNvSpPr/>
            <p:nvPr/>
          </p:nvSpPr>
          <p:spPr>
            <a:xfrm>
              <a:off x="5252880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41" name="pg1296">
              <a:extLst>
                <a:ext uri="{FF2B5EF4-FFF2-40B4-BE49-F238E27FC236}">
                  <a16:creationId xmlns:a16="http://schemas.microsoft.com/office/drawing/2014/main" id="{A1E4DD33-25BA-5F50-9E30-70EE94F20E92}"/>
                </a:ext>
              </a:extLst>
            </p:cNvPr>
            <p:cNvSpPr/>
            <p:nvPr/>
          </p:nvSpPr>
          <p:spPr>
            <a:xfrm>
              <a:off x="526451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42" name="pg1297">
              <a:extLst>
                <a:ext uri="{FF2B5EF4-FFF2-40B4-BE49-F238E27FC236}">
                  <a16:creationId xmlns:a16="http://schemas.microsoft.com/office/drawing/2014/main" id="{EBD59712-1DC2-992D-CD48-96A0BEBE1FFC}"/>
                </a:ext>
              </a:extLst>
            </p:cNvPr>
            <p:cNvSpPr/>
            <p:nvPr/>
          </p:nvSpPr>
          <p:spPr>
            <a:xfrm>
              <a:off x="527615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CD7">
                <a:alpha val="100000"/>
              </a:srgbClr>
            </a:solidFill>
            <a:ln w="5420" cap="flat">
              <a:solidFill>
                <a:srgbClr val="C1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43" name="pg1298">
              <a:extLst>
                <a:ext uri="{FF2B5EF4-FFF2-40B4-BE49-F238E27FC236}">
                  <a16:creationId xmlns:a16="http://schemas.microsoft.com/office/drawing/2014/main" id="{27D11B98-737D-E269-5470-6A06F38EC351}"/>
                </a:ext>
              </a:extLst>
            </p:cNvPr>
            <p:cNvSpPr/>
            <p:nvPr/>
          </p:nvSpPr>
          <p:spPr>
            <a:xfrm>
              <a:off x="5287792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44" name="pg1299">
              <a:extLst>
                <a:ext uri="{FF2B5EF4-FFF2-40B4-BE49-F238E27FC236}">
                  <a16:creationId xmlns:a16="http://schemas.microsoft.com/office/drawing/2014/main" id="{8F7E304D-B089-AFED-6C46-578B4B40D4C8}"/>
                </a:ext>
              </a:extLst>
            </p:cNvPr>
            <p:cNvSpPr/>
            <p:nvPr/>
          </p:nvSpPr>
          <p:spPr>
            <a:xfrm>
              <a:off x="5299429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45" name="pg1300">
              <a:extLst>
                <a:ext uri="{FF2B5EF4-FFF2-40B4-BE49-F238E27FC236}">
                  <a16:creationId xmlns:a16="http://schemas.microsoft.com/office/drawing/2014/main" id="{0771B7E7-37AC-6A2A-C9B5-F45B2D3B66D3}"/>
                </a:ext>
              </a:extLst>
            </p:cNvPr>
            <p:cNvSpPr/>
            <p:nvPr/>
          </p:nvSpPr>
          <p:spPr>
            <a:xfrm>
              <a:off x="531106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46" name="pg1301">
              <a:extLst>
                <a:ext uri="{FF2B5EF4-FFF2-40B4-BE49-F238E27FC236}">
                  <a16:creationId xmlns:a16="http://schemas.microsoft.com/office/drawing/2014/main" id="{56376260-614B-6E18-BA4A-8A784A1DD1BE}"/>
                </a:ext>
              </a:extLst>
            </p:cNvPr>
            <p:cNvSpPr/>
            <p:nvPr/>
          </p:nvSpPr>
          <p:spPr>
            <a:xfrm>
              <a:off x="502013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47" name="pg1302">
              <a:extLst>
                <a:ext uri="{FF2B5EF4-FFF2-40B4-BE49-F238E27FC236}">
                  <a16:creationId xmlns:a16="http://schemas.microsoft.com/office/drawing/2014/main" id="{CC8D08D3-4D1C-F78C-B055-9E4CD8AFAC38}"/>
                </a:ext>
              </a:extLst>
            </p:cNvPr>
            <p:cNvSpPr/>
            <p:nvPr/>
          </p:nvSpPr>
          <p:spPr>
            <a:xfrm>
              <a:off x="5031771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48" name="pg1303">
              <a:extLst>
                <a:ext uri="{FF2B5EF4-FFF2-40B4-BE49-F238E27FC236}">
                  <a16:creationId xmlns:a16="http://schemas.microsoft.com/office/drawing/2014/main" id="{ED9E6329-4C0C-75D7-3C75-ECAC7754C07E}"/>
                </a:ext>
              </a:extLst>
            </p:cNvPr>
            <p:cNvSpPr/>
            <p:nvPr/>
          </p:nvSpPr>
          <p:spPr>
            <a:xfrm>
              <a:off x="5043408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49" name="pg1304">
              <a:extLst>
                <a:ext uri="{FF2B5EF4-FFF2-40B4-BE49-F238E27FC236}">
                  <a16:creationId xmlns:a16="http://schemas.microsoft.com/office/drawing/2014/main" id="{004D4F59-E7D3-9412-5EB7-C39A1DA71778}"/>
                </a:ext>
              </a:extLst>
            </p:cNvPr>
            <p:cNvSpPr/>
            <p:nvPr/>
          </p:nvSpPr>
          <p:spPr>
            <a:xfrm>
              <a:off x="505504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50" name="pg1305">
              <a:extLst>
                <a:ext uri="{FF2B5EF4-FFF2-40B4-BE49-F238E27FC236}">
                  <a16:creationId xmlns:a16="http://schemas.microsoft.com/office/drawing/2014/main" id="{D65CC8D5-B332-875C-107C-6DC3C93F2C30}"/>
                </a:ext>
              </a:extLst>
            </p:cNvPr>
            <p:cNvSpPr/>
            <p:nvPr/>
          </p:nvSpPr>
          <p:spPr>
            <a:xfrm>
              <a:off x="506668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51" name="pg1306">
              <a:extLst>
                <a:ext uri="{FF2B5EF4-FFF2-40B4-BE49-F238E27FC236}">
                  <a16:creationId xmlns:a16="http://schemas.microsoft.com/office/drawing/2014/main" id="{F7141715-F4C0-35A6-2DEF-618A34672AE0}"/>
                </a:ext>
              </a:extLst>
            </p:cNvPr>
            <p:cNvSpPr/>
            <p:nvPr/>
          </p:nvSpPr>
          <p:spPr>
            <a:xfrm>
              <a:off x="5078320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52" name="pg1307">
              <a:extLst>
                <a:ext uri="{FF2B5EF4-FFF2-40B4-BE49-F238E27FC236}">
                  <a16:creationId xmlns:a16="http://schemas.microsoft.com/office/drawing/2014/main" id="{CEEFD78F-5E95-31B3-6848-BF742B0DB456}"/>
                </a:ext>
              </a:extLst>
            </p:cNvPr>
            <p:cNvSpPr/>
            <p:nvPr/>
          </p:nvSpPr>
          <p:spPr>
            <a:xfrm>
              <a:off x="508995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53" name="pg1308">
              <a:extLst>
                <a:ext uri="{FF2B5EF4-FFF2-40B4-BE49-F238E27FC236}">
                  <a16:creationId xmlns:a16="http://schemas.microsoft.com/office/drawing/2014/main" id="{C104D4B0-B182-A82C-F579-201051800C1E}"/>
                </a:ext>
              </a:extLst>
            </p:cNvPr>
            <p:cNvSpPr/>
            <p:nvPr/>
          </p:nvSpPr>
          <p:spPr>
            <a:xfrm>
              <a:off x="510159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54" name="pg1309">
              <a:extLst>
                <a:ext uri="{FF2B5EF4-FFF2-40B4-BE49-F238E27FC236}">
                  <a16:creationId xmlns:a16="http://schemas.microsoft.com/office/drawing/2014/main" id="{403B79C5-3154-DCF0-C588-0490FC5854E1}"/>
                </a:ext>
              </a:extLst>
            </p:cNvPr>
            <p:cNvSpPr/>
            <p:nvPr/>
          </p:nvSpPr>
          <p:spPr>
            <a:xfrm>
              <a:off x="5113232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55" name="pg1310">
              <a:extLst>
                <a:ext uri="{FF2B5EF4-FFF2-40B4-BE49-F238E27FC236}">
                  <a16:creationId xmlns:a16="http://schemas.microsoft.com/office/drawing/2014/main" id="{16380D23-2339-2A4D-D441-2F91AB864B1E}"/>
                </a:ext>
              </a:extLst>
            </p:cNvPr>
            <p:cNvSpPr/>
            <p:nvPr/>
          </p:nvSpPr>
          <p:spPr>
            <a:xfrm>
              <a:off x="5124869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56" name="pg1311">
              <a:extLst>
                <a:ext uri="{FF2B5EF4-FFF2-40B4-BE49-F238E27FC236}">
                  <a16:creationId xmlns:a16="http://schemas.microsoft.com/office/drawing/2014/main" id="{2F79F167-AADB-1E9C-C3B9-E856008FBDCC}"/>
                </a:ext>
              </a:extLst>
            </p:cNvPr>
            <p:cNvSpPr/>
            <p:nvPr/>
          </p:nvSpPr>
          <p:spPr>
            <a:xfrm>
              <a:off x="513650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57" name="pg1312">
              <a:extLst>
                <a:ext uri="{FF2B5EF4-FFF2-40B4-BE49-F238E27FC236}">
                  <a16:creationId xmlns:a16="http://schemas.microsoft.com/office/drawing/2014/main" id="{1BA66F93-D89B-355C-BF59-100F0C57DB3A}"/>
                </a:ext>
              </a:extLst>
            </p:cNvPr>
            <p:cNvSpPr/>
            <p:nvPr/>
          </p:nvSpPr>
          <p:spPr>
            <a:xfrm>
              <a:off x="5148144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58" name="pg1313">
              <a:extLst>
                <a:ext uri="{FF2B5EF4-FFF2-40B4-BE49-F238E27FC236}">
                  <a16:creationId xmlns:a16="http://schemas.microsoft.com/office/drawing/2014/main" id="{57C8482D-4001-C1B8-D4CE-590E91F34499}"/>
                </a:ext>
              </a:extLst>
            </p:cNvPr>
            <p:cNvSpPr/>
            <p:nvPr/>
          </p:nvSpPr>
          <p:spPr>
            <a:xfrm>
              <a:off x="519469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59" name="pg1314">
              <a:extLst>
                <a:ext uri="{FF2B5EF4-FFF2-40B4-BE49-F238E27FC236}">
                  <a16:creationId xmlns:a16="http://schemas.microsoft.com/office/drawing/2014/main" id="{10468457-2B9A-5940-95AF-280AF0452BF3}"/>
                </a:ext>
              </a:extLst>
            </p:cNvPr>
            <p:cNvSpPr/>
            <p:nvPr/>
          </p:nvSpPr>
          <p:spPr>
            <a:xfrm>
              <a:off x="5206331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60" name="pg1315">
              <a:extLst>
                <a:ext uri="{FF2B5EF4-FFF2-40B4-BE49-F238E27FC236}">
                  <a16:creationId xmlns:a16="http://schemas.microsoft.com/office/drawing/2014/main" id="{E2B8FA39-EB41-4919-CD55-D76B0BE81128}"/>
                </a:ext>
              </a:extLst>
            </p:cNvPr>
            <p:cNvSpPr/>
            <p:nvPr/>
          </p:nvSpPr>
          <p:spPr>
            <a:xfrm>
              <a:off x="5217968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61" name="pg1316">
              <a:extLst>
                <a:ext uri="{FF2B5EF4-FFF2-40B4-BE49-F238E27FC236}">
                  <a16:creationId xmlns:a16="http://schemas.microsoft.com/office/drawing/2014/main" id="{AB13EA27-C42E-379F-6B0A-24D69853BFF8}"/>
                </a:ext>
              </a:extLst>
            </p:cNvPr>
            <p:cNvSpPr/>
            <p:nvPr/>
          </p:nvSpPr>
          <p:spPr>
            <a:xfrm>
              <a:off x="522960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62" name="pg1317">
              <a:extLst>
                <a:ext uri="{FF2B5EF4-FFF2-40B4-BE49-F238E27FC236}">
                  <a16:creationId xmlns:a16="http://schemas.microsoft.com/office/drawing/2014/main" id="{3A306E43-5204-078B-E89C-4EE4660D31C3}"/>
                </a:ext>
              </a:extLst>
            </p:cNvPr>
            <p:cNvSpPr/>
            <p:nvPr/>
          </p:nvSpPr>
          <p:spPr>
            <a:xfrm>
              <a:off x="524124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63" name="pg1318">
              <a:extLst>
                <a:ext uri="{FF2B5EF4-FFF2-40B4-BE49-F238E27FC236}">
                  <a16:creationId xmlns:a16="http://schemas.microsoft.com/office/drawing/2014/main" id="{6FE43BE7-6E8C-D44D-92CE-3FA0547004E3}"/>
                </a:ext>
              </a:extLst>
            </p:cNvPr>
            <p:cNvSpPr/>
            <p:nvPr/>
          </p:nvSpPr>
          <p:spPr>
            <a:xfrm>
              <a:off x="5252880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64" name="pg1319">
              <a:extLst>
                <a:ext uri="{FF2B5EF4-FFF2-40B4-BE49-F238E27FC236}">
                  <a16:creationId xmlns:a16="http://schemas.microsoft.com/office/drawing/2014/main" id="{549A7D99-2898-A47A-F5F6-C76457064317}"/>
                </a:ext>
              </a:extLst>
            </p:cNvPr>
            <p:cNvSpPr/>
            <p:nvPr/>
          </p:nvSpPr>
          <p:spPr>
            <a:xfrm>
              <a:off x="526451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65" name="pg1320">
              <a:extLst>
                <a:ext uri="{FF2B5EF4-FFF2-40B4-BE49-F238E27FC236}">
                  <a16:creationId xmlns:a16="http://schemas.microsoft.com/office/drawing/2014/main" id="{8FE8E751-E46D-D737-C223-EE135F03D258}"/>
                </a:ext>
              </a:extLst>
            </p:cNvPr>
            <p:cNvSpPr/>
            <p:nvPr/>
          </p:nvSpPr>
          <p:spPr>
            <a:xfrm>
              <a:off x="527615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66" name="pg1321">
              <a:extLst>
                <a:ext uri="{FF2B5EF4-FFF2-40B4-BE49-F238E27FC236}">
                  <a16:creationId xmlns:a16="http://schemas.microsoft.com/office/drawing/2014/main" id="{B88988D0-54CE-A2A7-12E5-A75805E67193}"/>
                </a:ext>
              </a:extLst>
            </p:cNvPr>
            <p:cNvSpPr/>
            <p:nvPr/>
          </p:nvSpPr>
          <p:spPr>
            <a:xfrm>
              <a:off x="5287792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67" name="pg1322">
              <a:extLst>
                <a:ext uri="{FF2B5EF4-FFF2-40B4-BE49-F238E27FC236}">
                  <a16:creationId xmlns:a16="http://schemas.microsoft.com/office/drawing/2014/main" id="{C65B8463-9E4B-F020-076D-F191E9C118E2}"/>
                </a:ext>
              </a:extLst>
            </p:cNvPr>
            <p:cNvSpPr/>
            <p:nvPr/>
          </p:nvSpPr>
          <p:spPr>
            <a:xfrm>
              <a:off x="5299429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68" name="pg1323">
              <a:extLst>
                <a:ext uri="{FF2B5EF4-FFF2-40B4-BE49-F238E27FC236}">
                  <a16:creationId xmlns:a16="http://schemas.microsoft.com/office/drawing/2014/main" id="{14F51803-33FB-D7A4-D986-5EB20F7A761A}"/>
                </a:ext>
              </a:extLst>
            </p:cNvPr>
            <p:cNvSpPr/>
            <p:nvPr/>
          </p:nvSpPr>
          <p:spPr>
            <a:xfrm>
              <a:off x="5008496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69" name="pg1324">
              <a:extLst>
                <a:ext uri="{FF2B5EF4-FFF2-40B4-BE49-F238E27FC236}">
                  <a16:creationId xmlns:a16="http://schemas.microsoft.com/office/drawing/2014/main" id="{CBE07DE4-BC22-AF66-A5F7-9CDEA77B1E14}"/>
                </a:ext>
              </a:extLst>
            </p:cNvPr>
            <p:cNvSpPr/>
            <p:nvPr/>
          </p:nvSpPr>
          <p:spPr>
            <a:xfrm>
              <a:off x="502013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70" name="pg1325">
              <a:extLst>
                <a:ext uri="{FF2B5EF4-FFF2-40B4-BE49-F238E27FC236}">
                  <a16:creationId xmlns:a16="http://schemas.microsoft.com/office/drawing/2014/main" id="{4A25495A-2305-579F-8CB5-1D62097C2515}"/>
                </a:ext>
              </a:extLst>
            </p:cNvPr>
            <p:cNvSpPr/>
            <p:nvPr/>
          </p:nvSpPr>
          <p:spPr>
            <a:xfrm>
              <a:off x="5031771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71" name="pg1326">
              <a:extLst>
                <a:ext uri="{FF2B5EF4-FFF2-40B4-BE49-F238E27FC236}">
                  <a16:creationId xmlns:a16="http://schemas.microsoft.com/office/drawing/2014/main" id="{53100135-122F-051F-9964-FDF5F5A42B69}"/>
                </a:ext>
              </a:extLst>
            </p:cNvPr>
            <p:cNvSpPr/>
            <p:nvPr/>
          </p:nvSpPr>
          <p:spPr>
            <a:xfrm>
              <a:off x="5043408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72" name="pg1327">
              <a:extLst>
                <a:ext uri="{FF2B5EF4-FFF2-40B4-BE49-F238E27FC236}">
                  <a16:creationId xmlns:a16="http://schemas.microsoft.com/office/drawing/2014/main" id="{0A0BA431-299D-25D1-94E7-A8D89AC5273A}"/>
                </a:ext>
              </a:extLst>
            </p:cNvPr>
            <p:cNvSpPr/>
            <p:nvPr/>
          </p:nvSpPr>
          <p:spPr>
            <a:xfrm>
              <a:off x="505504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73" name="pg1328">
              <a:extLst>
                <a:ext uri="{FF2B5EF4-FFF2-40B4-BE49-F238E27FC236}">
                  <a16:creationId xmlns:a16="http://schemas.microsoft.com/office/drawing/2014/main" id="{58A2F697-8F32-F863-7BF5-436C7E79C29D}"/>
                </a:ext>
              </a:extLst>
            </p:cNvPr>
            <p:cNvSpPr/>
            <p:nvPr/>
          </p:nvSpPr>
          <p:spPr>
            <a:xfrm>
              <a:off x="506668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74" name="pg1329">
              <a:extLst>
                <a:ext uri="{FF2B5EF4-FFF2-40B4-BE49-F238E27FC236}">
                  <a16:creationId xmlns:a16="http://schemas.microsoft.com/office/drawing/2014/main" id="{B8BB4854-78AA-23BD-585E-513AFA2BD870}"/>
                </a:ext>
              </a:extLst>
            </p:cNvPr>
            <p:cNvSpPr/>
            <p:nvPr/>
          </p:nvSpPr>
          <p:spPr>
            <a:xfrm>
              <a:off x="5078320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75" name="pg1330">
              <a:extLst>
                <a:ext uri="{FF2B5EF4-FFF2-40B4-BE49-F238E27FC236}">
                  <a16:creationId xmlns:a16="http://schemas.microsoft.com/office/drawing/2014/main" id="{D595342F-BA8A-6CA0-9EC3-0A8F0BF69624}"/>
                </a:ext>
              </a:extLst>
            </p:cNvPr>
            <p:cNvSpPr/>
            <p:nvPr/>
          </p:nvSpPr>
          <p:spPr>
            <a:xfrm>
              <a:off x="508995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76" name="pg1331">
              <a:extLst>
                <a:ext uri="{FF2B5EF4-FFF2-40B4-BE49-F238E27FC236}">
                  <a16:creationId xmlns:a16="http://schemas.microsoft.com/office/drawing/2014/main" id="{A64E5788-A91B-6352-306F-FDA33F60EA75}"/>
                </a:ext>
              </a:extLst>
            </p:cNvPr>
            <p:cNvSpPr/>
            <p:nvPr/>
          </p:nvSpPr>
          <p:spPr>
            <a:xfrm>
              <a:off x="510159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77" name="pg1332">
              <a:extLst>
                <a:ext uri="{FF2B5EF4-FFF2-40B4-BE49-F238E27FC236}">
                  <a16:creationId xmlns:a16="http://schemas.microsoft.com/office/drawing/2014/main" id="{6198ABB9-3C2E-1A78-34AA-686A2886F512}"/>
                </a:ext>
              </a:extLst>
            </p:cNvPr>
            <p:cNvSpPr/>
            <p:nvPr/>
          </p:nvSpPr>
          <p:spPr>
            <a:xfrm>
              <a:off x="5113232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78" name="pg1333">
              <a:extLst>
                <a:ext uri="{FF2B5EF4-FFF2-40B4-BE49-F238E27FC236}">
                  <a16:creationId xmlns:a16="http://schemas.microsoft.com/office/drawing/2014/main" id="{D606D4AE-6AB6-3A3C-72FB-C3AF3CE14428}"/>
                </a:ext>
              </a:extLst>
            </p:cNvPr>
            <p:cNvSpPr/>
            <p:nvPr/>
          </p:nvSpPr>
          <p:spPr>
            <a:xfrm>
              <a:off x="5124869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79" name="pg1334">
              <a:extLst>
                <a:ext uri="{FF2B5EF4-FFF2-40B4-BE49-F238E27FC236}">
                  <a16:creationId xmlns:a16="http://schemas.microsoft.com/office/drawing/2014/main" id="{541C8D9B-56B5-3095-7088-D2C133426798}"/>
                </a:ext>
              </a:extLst>
            </p:cNvPr>
            <p:cNvSpPr/>
            <p:nvPr/>
          </p:nvSpPr>
          <p:spPr>
            <a:xfrm>
              <a:off x="513650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80" name="pg1335">
              <a:extLst>
                <a:ext uri="{FF2B5EF4-FFF2-40B4-BE49-F238E27FC236}">
                  <a16:creationId xmlns:a16="http://schemas.microsoft.com/office/drawing/2014/main" id="{E5C27EFB-40EB-DA1D-7470-3A35135E5BFE}"/>
                </a:ext>
              </a:extLst>
            </p:cNvPr>
            <p:cNvSpPr/>
            <p:nvPr/>
          </p:nvSpPr>
          <p:spPr>
            <a:xfrm>
              <a:off x="5148144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81" name="pg1336">
              <a:extLst>
                <a:ext uri="{FF2B5EF4-FFF2-40B4-BE49-F238E27FC236}">
                  <a16:creationId xmlns:a16="http://schemas.microsoft.com/office/drawing/2014/main" id="{CB49210A-5F78-8BA6-FCE2-608F526FF236}"/>
                </a:ext>
              </a:extLst>
            </p:cNvPr>
            <p:cNvSpPr/>
            <p:nvPr/>
          </p:nvSpPr>
          <p:spPr>
            <a:xfrm>
              <a:off x="519469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82" name="pg1337">
              <a:extLst>
                <a:ext uri="{FF2B5EF4-FFF2-40B4-BE49-F238E27FC236}">
                  <a16:creationId xmlns:a16="http://schemas.microsoft.com/office/drawing/2014/main" id="{D6D649B0-2164-99D4-0F38-BB98F888D0CB}"/>
                </a:ext>
              </a:extLst>
            </p:cNvPr>
            <p:cNvSpPr/>
            <p:nvPr/>
          </p:nvSpPr>
          <p:spPr>
            <a:xfrm>
              <a:off x="5206331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83" name="pg1338">
              <a:extLst>
                <a:ext uri="{FF2B5EF4-FFF2-40B4-BE49-F238E27FC236}">
                  <a16:creationId xmlns:a16="http://schemas.microsoft.com/office/drawing/2014/main" id="{01F72531-F6D4-24F7-364D-09767EB8748D}"/>
                </a:ext>
              </a:extLst>
            </p:cNvPr>
            <p:cNvSpPr/>
            <p:nvPr/>
          </p:nvSpPr>
          <p:spPr>
            <a:xfrm>
              <a:off x="5217968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84" name="pg1339">
              <a:extLst>
                <a:ext uri="{FF2B5EF4-FFF2-40B4-BE49-F238E27FC236}">
                  <a16:creationId xmlns:a16="http://schemas.microsoft.com/office/drawing/2014/main" id="{03015544-2664-8B0C-F624-1D9E7750AF76}"/>
                </a:ext>
              </a:extLst>
            </p:cNvPr>
            <p:cNvSpPr/>
            <p:nvPr/>
          </p:nvSpPr>
          <p:spPr>
            <a:xfrm>
              <a:off x="522960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85" name="pg1340">
              <a:extLst>
                <a:ext uri="{FF2B5EF4-FFF2-40B4-BE49-F238E27FC236}">
                  <a16:creationId xmlns:a16="http://schemas.microsoft.com/office/drawing/2014/main" id="{75F225A6-2D69-8C2C-841B-67AF3242D7E9}"/>
                </a:ext>
              </a:extLst>
            </p:cNvPr>
            <p:cNvSpPr/>
            <p:nvPr/>
          </p:nvSpPr>
          <p:spPr>
            <a:xfrm>
              <a:off x="524124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86" name="pg1341">
              <a:extLst>
                <a:ext uri="{FF2B5EF4-FFF2-40B4-BE49-F238E27FC236}">
                  <a16:creationId xmlns:a16="http://schemas.microsoft.com/office/drawing/2014/main" id="{9DB65D00-C0A2-49BA-7587-EAE1415D5B65}"/>
                </a:ext>
              </a:extLst>
            </p:cNvPr>
            <p:cNvSpPr/>
            <p:nvPr/>
          </p:nvSpPr>
          <p:spPr>
            <a:xfrm>
              <a:off x="5252880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87" name="pg1342">
              <a:extLst>
                <a:ext uri="{FF2B5EF4-FFF2-40B4-BE49-F238E27FC236}">
                  <a16:creationId xmlns:a16="http://schemas.microsoft.com/office/drawing/2014/main" id="{5AB26E81-E9AC-C32D-6AD5-3A2EECD097AF}"/>
                </a:ext>
              </a:extLst>
            </p:cNvPr>
            <p:cNvSpPr/>
            <p:nvPr/>
          </p:nvSpPr>
          <p:spPr>
            <a:xfrm>
              <a:off x="526451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88" name="pg1343">
              <a:extLst>
                <a:ext uri="{FF2B5EF4-FFF2-40B4-BE49-F238E27FC236}">
                  <a16:creationId xmlns:a16="http://schemas.microsoft.com/office/drawing/2014/main" id="{28F90A56-D561-AD3F-16DA-EE25581FC688}"/>
                </a:ext>
              </a:extLst>
            </p:cNvPr>
            <p:cNvSpPr/>
            <p:nvPr/>
          </p:nvSpPr>
          <p:spPr>
            <a:xfrm>
              <a:off x="527615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89" name="pg1344">
              <a:extLst>
                <a:ext uri="{FF2B5EF4-FFF2-40B4-BE49-F238E27FC236}">
                  <a16:creationId xmlns:a16="http://schemas.microsoft.com/office/drawing/2014/main" id="{CD1A41EB-6C9D-F249-15AF-475C0296278B}"/>
                </a:ext>
              </a:extLst>
            </p:cNvPr>
            <p:cNvSpPr/>
            <p:nvPr/>
          </p:nvSpPr>
          <p:spPr>
            <a:xfrm>
              <a:off x="5287792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90" name="pg1345">
              <a:extLst>
                <a:ext uri="{FF2B5EF4-FFF2-40B4-BE49-F238E27FC236}">
                  <a16:creationId xmlns:a16="http://schemas.microsoft.com/office/drawing/2014/main" id="{8EADE64A-3E4B-D008-B3E5-218D3495FBF6}"/>
                </a:ext>
              </a:extLst>
            </p:cNvPr>
            <p:cNvSpPr/>
            <p:nvPr/>
          </p:nvSpPr>
          <p:spPr>
            <a:xfrm>
              <a:off x="4996859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91" name="pg1346">
              <a:extLst>
                <a:ext uri="{FF2B5EF4-FFF2-40B4-BE49-F238E27FC236}">
                  <a16:creationId xmlns:a16="http://schemas.microsoft.com/office/drawing/2014/main" id="{EF6A70E8-BBB0-505B-43FB-C86E19AB589A}"/>
                </a:ext>
              </a:extLst>
            </p:cNvPr>
            <p:cNvSpPr/>
            <p:nvPr/>
          </p:nvSpPr>
          <p:spPr>
            <a:xfrm>
              <a:off x="5008496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92" name="pg1347">
              <a:extLst>
                <a:ext uri="{FF2B5EF4-FFF2-40B4-BE49-F238E27FC236}">
                  <a16:creationId xmlns:a16="http://schemas.microsoft.com/office/drawing/2014/main" id="{D83FB2A3-19A3-04B8-2F10-0189C4BD3012}"/>
                </a:ext>
              </a:extLst>
            </p:cNvPr>
            <p:cNvSpPr/>
            <p:nvPr/>
          </p:nvSpPr>
          <p:spPr>
            <a:xfrm>
              <a:off x="502013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93" name="pg1348">
              <a:extLst>
                <a:ext uri="{FF2B5EF4-FFF2-40B4-BE49-F238E27FC236}">
                  <a16:creationId xmlns:a16="http://schemas.microsoft.com/office/drawing/2014/main" id="{B92D1E58-2C3E-4C53-26D9-9AF3F51E9906}"/>
                </a:ext>
              </a:extLst>
            </p:cNvPr>
            <p:cNvSpPr/>
            <p:nvPr/>
          </p:nvSpPr>
          <p:spPr>
            <a:xfrm>
              <a:off x="503177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94" name="pg1349">
              <a:extLst>
                <a:ext uri="{FF2B5EF4-FFF2-40B4-BE49-F238E27FC236}">
                  <a16:creationId xmlns:a16="http://schemas.microsoft.com/office/drawing/2014/main" id="{90D3417F-CBC6-DA22-6A99-B80AC07DA469}"/>
                </a:ext>
              </a:extLst>
            </p:cNvPr>
            <p:cNvSpPr/>
            <p:nvPr/>
          </p:nvSpPr>
          <p:spPr>
            <a:xfrm>
              <a:off x="5043408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95" name="pg1350">
              <a:extLst>
                <a:ext uri="{FF2B5EF4-FFF2-40B4-BE49-F238E27FC236}">
                  <a16:creationId xmlns:a16="http://schemas.microsoft.com/office/drawing/2014/main" id="{40D6C032-BC98-AAC6-6785-FF91258F0792}"/>
                </a:ext>
              </a:extLst>
            </p:cNvPr>
            <p:cNvSpPr/>
            <p:nvPr/>
          </p:nvSpPr>
          <p:spPr>
            <a:xfrm>
              <a:off x="505504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96" name="pg1351">
              <a:extLst>
                <a:ext uri="{FF2B5EF4-FFF2-40B4-BE49-F238E27FC236}">
                  <a16:creationId xmlns:a16="http://schemas.microsoft.com/office/drawing/2014/main" id="{BABBBAAE-C746-F7AE-9A7F-2CFBB96FE82A}"/>
                </a:ext>
              </a:extLst>
            </p:cNvPr>
            <p:cNvSpPr/>
            <p:nvPr/>
          </p:nvSpPr>
          <p:spPr>
            <a:xfrm>
              <a:off x="506668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97" name="pg1352">
              <a:extLst>
                <a:ext uri="{FF2B5EF4-FFF2-40B4-BE49-F238E27FC236}">
                  <a16:creationId xmlns:a16="http://schemas.microsoft.com/office/drawing/2014/main" id="{082A10E2-EABC-17D5-7763-15C6284F8B4D}"/>
                </a:ext>
              </a:extLst>
            </p:cNvPr>
            <p:cNvSpPr/>
            <p:nvPr/>
          </p:nvSpPr>
          <p:spPr>
            <a:xfrm>
              <a:off x="5078320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98" name="pg1353">
              <a:extLst>
                <a:ext uri="{FF2B5EF4-FFF2-40B4-BE49-F238E27FC236}">
                  <a16:creationId xmlns:a16="http://schemas.microsoft.com/office/drawing/2014/main" id="{3AE9D270-70CF-596F-CBE7-19A1AC760C74}"/>
                </a:ext>
              </a:extLst>
            </p:cNvPr>
            <p:cNvSpPr/>
            <p:nvPr/>
          </p:nvSpPr>
          <p:spPr>
            <a:xfrm>
              <a:off x="508995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99" name="pg1354">
              <a:extLst>
                <a:ext uri="{FF2B5EF4-FFF2-40B4-BE49-F238E27FC236}">
                  <a16:creationId xmlns:a16="http://schemas.microsoft.com/office/drawing/2014/main" id="{4D6E01E2-8040-7D06-E685-F394B3270851}"/>
                </a:ext>
              </a:extLst>
            </p:cNvPr>
            <p:cNvSpPr/>
            <p:nvPr/>
          </p:nvSpPr>
          <p:spPr>
            <a:xfrm>
              <a:off x="510159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00" name="pg1355">
              <a:extLst>
                <a:ext uri="{FF2B5EF4-FFF2-40B4-BE49-F238E27FC236}">
                  <a16:creationId xmlns:a16="http://schemas.microsoft.com/office/drawing/2014/main" id="{50198060-B218-5FF3-3D0E-80B595641A18}"/>
                </a:ext>
              </a:extLst>
            </p:cNvPr>
            <p:cNvSpPr/>
            <p:nvPr/>
          </p:nvSpPr>
          <p:spPr>
            <a:xfrm>
              <a:off x="5113232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01" name="pg1356">
              <a:extLst>
                <a:ext uri="{FF2B5EF4-FFF2-40B4-BE49-F238E27FC236}">
                  <a16:creationId xmlns:a16="http://schemas.microsoft.com/office/drawing/2014/main" id="{5350B812-E9F0-4F44-5FF3-68C2A2759DF4}"/>
                </a:ext>
              </a:extLst>
            </p:cNvPr>
            <p:cNvSpPr/>
            <p:nvPr/>
          </p:nvSpPr>
          <p:spPr>
            <a:xfrm>
              <a:off x="5124869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02" name="pg1357">
              <a:extLst>
                <a:ext uri="{FF2B5EF4-FFF2-40B4-BE49-F238E27FC236}">
                  <a16:creationId xmlns:a16="http://schemas.microsoft.com/office/drawing/2014/main" id="{9A108A13-0CD2-4278-10CA-729799320B0A}"/>
                </a:ext>
              </a:extLst>
            </p:cNvPr>
            <p:cNvSpPr/>
            <p:nvPr/>
          </p:nvSpPr>
          <p:spPr>
            <a:xfrm>
              <a:off x="513650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03" name="pg1358">
              <a:extLst>
                <a:ext uri="{FF2B5EF4-FFF2-40B4-BE49-F238E27FC236}">
                  <a16:creationId xmlns:a16="http://schemas.microsoft.com/office/drawing/2014/main" id="{D1B322CA-1B5B-31BF-6BA4-0825570CAEB9}"/>
                </a:ext>
              </a:extLst>
            </p:cNvPr>
            <p:cNvSpPr/>
            <p:nvPr/>
          </p:nvSpPr>
          <p:spPr>
            <a:xfrm>
              <a:off x="5148144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04" name="pg1359">
              <a:extLst>
                <a:ext uri="{FF2B5EF4-FFF2-40B4-BE49-F238E27FC236}">
                  <a16:creationId xmlns:a16="http://schemas.microsoft.com/office/drawing/2014/main" id="{083515AF-5DC5-F476-88E1-7ABB2B5415E6}"/>
                </a:ext>
              </a:extLst>
            </p:cNvPr>
            <p:cNvSpPr/>
            <p:nvPr/>
          </p:nvSpPr>
          <p:spPr>
            <a:xfrm>
              <a:off x="515978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05" name="pg1360">
              <a:extLst>
                <a:ext uri="{FF2B5EF4-FFF2-40B4-BE49-F238E27FC236}">
                  <a16:creationId xmlns:a16="http://schemas.microsoft.com/office/drawing/2014/main" id="{2304758E-7FED-4B30-384D-620667DA4CD0}"/>
                </a:ext>
              </a:extLst>
            </p:cNvPr>
            <p:cNvSpPr/>
            <p:nvPr/>
          </p:nvSpPr>
          <p:spPr>
            <a:xfrm>
              <a:off x="520633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06" name="pg1361">
              <a:extLst>
                <a:ext uri="{FF2B5EF4-FFF2-40B4-BE49-F238E27FC236}">
                  <a16:creationId xmlns:a16="http://schemas.microsoft.com/office/drawing/2014/main" id="{0AA01D3D-FF72-282E-C0CC-913401B9452C}"/>
                </a:ext>
              </a:extLst>
            </p:cNvPr>
            <p:cNvSpPr/>
            <p:nvPr/>
          </p:nvSpPr>
          <p:spPr>
            <a:xfrm>
              <a:off x="5217968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07" name="pg1362">
              <a:extLst>
                <a:ext uri="{FF2B5EF4-FFF2-40B4-BE49-F238E27FC236}">
                  <a16:creationId xmlns:a16="http://schemas.microsoft.com/office/drawing/2014/main" id="{08437A95-9627-7A34-4F53-6241CA655199}"/>
                </a:ext>
              </a:extLst>
            </p:cNvPr>
            <p:cNvSpPr/>
            <p:nvPr/>
          </p:nvSpPr>
          <p:spPr>
            <a:xfrm>
              <a:off x="522960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08" name="pg1363">
              <a:extLst>
                <a:ext uri="{FF2B5EF4-FFF2-40B4-BE49-F238E27FC236}">
                  <a16:creationId xmlns:a16="http://schemas.microsoft.com/office/drawing/2014/main" id="{1C88BDE9-8A86-9488-ACCD-B0672C1E5628}"/>
                </a:ext>
              </a:extLst>
            </p:cNvPr>
            <p:cNvSpPr/>
            <p:nvPr/>
          </p:nvSpPr>
          <p:spPr>
            <a:xfrm>
              <a:off x="524124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09" name="pg1364">
              <a:extLst>
                <a:ext uri="{FF2B5EF4-FFF2-40B4-BE49-F238E27FC236}">
                  <a16:creationId xmlns:a16="http://schemas.microsoft.com/office/drawing/2014/main" id="{B5E3FB1F-5EE4-8783-2A07-39136D1EC3C7}"/>
                </a:ext>
              </a:extLst>
            </p:cNvPr>
            <p:cNvSpPr/>
            <p:nvPr/>
          </p:nvSpPr>
          <p:spPr>
            <a:xfrm>
              <a:off x="5252880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10" name="pg1365">
              <a:extLst>
                <a:ext uri="{FF2B5EF4-FFF2-40B4-BE49-F238E27FC236}">
                  <a16:creationId xmlns:a16="http://schemas.microsoft.com/office/drawing/2014/main" id="{6AD67D51-0CFB-1AD6-0ADA-4515BECC4D4F}"/>
                </a:ext>
              </a:extLst>
            </p:cNvPr>
            <p:cNvSpPr/>
            <p:nvPr/>
          </p:nvSpPr>
          <p:spPr>
            <a:xfrm>
              <a:off x="526451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11" name="pg1366">
              <a:extLst>
                <a:ext uri="{FF2B5EF4-FFF2-40B4-BE49-F238E27FC236}">
                  <a16:creationId xmlns:a16="http://schemas.microsoft.com/office/drawing/2014/main" id="{705C74D8-C437-C45B-AF1A-5334277FB3BD}"/>
                </a:ext>
              </a:extLst>
            </p:cNvPr>
            <p:cNvSpPr/>
            <p:nvPr/>
          </p:nvSpPr>
          <p:spPr>
            <a:xfrm>
              <a:off x="527615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12" name="pg1367">
              <a:extLst>
                <a:ext uri="{FF2B5EF4-FFF2-40B4-BE49-F238E27FC236}">
                  <a16:creationId xmlns:a16="http://schemas.microsoft.com/office/drawing/2014/main" id="{797EF5CD-115A-6A6B-72C3-EFB4B8F7BE58}"/>
                </a:ext>
              </a:extLst>
            </p:cNvPr>
            <p:cNvSpPr/>
            <p:nvPr/>
          </p:nvSpPr>
          <p:spPr>
            <a:xfrm>
              <a:off x="4996859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13" name="pg1368">
              <a:extLst>
                <a:ext uri="{FF2B5EF4-FFF2-40B4-BE49-F238E27FC236}">
                  <a16:creationId xmlns:a16="http://schemas.microsoft.com/office/drawing/2014/main" id="{D13CA5DF-FB98-CF1D-14B8-164B1873B146}"/>
                </a:ext>
              </a:extLst>
            </p:cNvPr>
            <p:cNvSpPr/>
            <p:nvPr/>
          </p:nvSpPr>
          <p:spPr>
            <a:xfrm>
              <a:off x="5008496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14" name="pg1369">
              <a:extLst>
                <a:ext uri="{FF2B5EF4-FFF2-40B4-BE49-F238E27FC236}">
                  <a16:creationId xmlns:a16="http://schemas.microsoft.com/office/drawing/2014/main" id="{727C4854-51DD-A65F-54B3-C6945DC29BAB}"/>
                </a:ext>
              </a:extLst>
            </p:cNvPr>
            <p:cNvSpPr/>
            <p:nvPr/>
          </p:nvSpPr>
          <p:spPr>
            <a:xfrm>
              <a:off x="502013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15" name="pg1370">
              <a:extLst>
                <a:ext uri="{FF2B5EF4-FFF2-40B4-BE49-F238E27FC236}">
                  <a16:creationId xmlns:a16="http://schemas.microsoft.com/office/drawing/2014/main" id="{60F562E8-0650-738B-66D5-9FD15177FEC7}"/>
                </a:ext>
              </a:extLst>
            </p:cNvPr>
            <p:cNvSpPr/>
            <p:nvPr/>
          </p:nvSpPr>
          <p:spPr>
            <a:xfrm>
              <a:off x="503177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16" name="pg1371">
              <a:extLst>
                <a:ext uri="{FF2B5EF4-FFF2-40B4-BE49-F238E27FC236}">
                  <a16:creationId xmlns:a16="http://schemas.microsoft.com/office/drawing/2014/main" id="{7738A765-2F05-E7E3-70FE-E15AE0536BAC}"/>
                </a:ext>
              </a:extLst>
            </p:cNvPr>
            <p:cNvSpPr/>
            <p:nvPr/>
          </p:nvSpPr>
          <p:spPr>
            <a:xfrm>
              <a:off x="5043408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8">
                <a:alpha val="100000"/>
              </a:srgbClr>
            </a:solidFill>
            <a:ln w="5420" cap="flat">
              <a:solidFill>
                <a:srgbClr val="A2E1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17" name="pg1372">
              <a:extLst>
                <a:ext uri="{FF2B5EF4-FFF2-40B4-BE49-F238E27FC236}">
                  <a16:creationId xmlns:a16="http://schemas.microsoft.com/office/drawing/2014/main" id="{3C13A838-451A-2198-55F7-03BA1A42B87E}"/>
                </a:ext>
              </a:extLst>
            </p:cNvPr>
            <p:cNvSpPr/>
            <p:nvPr/>
          </p:nvSpPr>
          <p:spPr>
            <a:xfrm>
              <a:off x="505504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18" name="pg1373">
              <a:extLst>
                <a:ext uri="{FF2B5EF4-FFF2-40B4-BE49-F238E27FC236}">
                  <a16:creationId xmlns:a16="http://schemas.microsoft.com/office/drawing/2014/main" id="{8C3B1726-FFB3-49FB-B31E-C89D4098D2D0}"/>
                </a:ext>
              </a:extLst>
            </p:cNvPr>
            <p:cNvSpPr/>
            <p:nvPr/>
          </p:nvSpPr>
          <p:spPr>
            <a:xfrm>
              <a:off x="506668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19" name="pg1374">
              <a:extLst>
                <a:ext uri="{FF2B5EF4-FFF2-40B4-BE49-F238E27FC236}">
                  <a16:creationId xmlns:a16="http://schemas.microsoft.com/office/drawing/2014/main" id="{7D46171B-50B6-B423-9740-9C8267B11ACF}"/>
                </a:ext>
              </a:extLst>
            </p:cNvPr>
            <p:cNvSpPr/>
            <p:nvPr/>
          </p:nvSpPr>
          <p:spPr>
            <a:xfrm>
              <a:off x="5078320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20" name="pg1375">
              <a:extLst>
                <a:ext uri="{FF2B5EF4-FFF2-40B4-BE49-F238E27FC236}">
                  <a16:creationId xmlns:a16="http://schemas.microsoft.com/office/drawing/2014/main" id="{250B99E3-6F1B-8448-A244-C2BE50801D44}"/>
                </a:ext>
              </a:extLst>
            </p:cNvPr>
            <p:cNvSpPr/>
            <p:nvPr/>
          </p:nvSpPr>
          <p:spPr>
            <a:xfrm>
              <a:off x="508995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21" name="pg1376">
              <a:extLst>
                <a:ext uri="{FF2B5EF4-FFF2-40B4-BE49-F238E27FC236}">
                  <a16:creationId xmlns:a16="http://schemas.microsoft.com/office/drawing/2014/main" id="{D35B5CEB-7D20-2D6B-7E29-467D52ACB3EA}"/>
                </a:ext>
              </a:extLst>
            </p:cNvPr>
            <p:cNvSpPr/>
            <p:nvPr/>
          </p:nvSpPr>
          <p:spPr>
            <a:xfrm>
              <a:off x="510159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22" name="pg1377">
              <a:extLst>
                <a:ext uri="{FF2B5EF4-FFF2-40B4-BE49-F238E27FC236}">
                  <a16:creationId xmlns:a16="http://schemas.microsoft.com/office/drawing/2014/main" id="{DFC99EDA-C3FE-78BE-0B9C-EB63737F019A}"/>
                </a:ext>
              </a:extLst>
            </p:cNvPr>
            <p:cNvSpPr/>
            <p:nvPr/>
          </p:nvSpPr>
          <p:spPr>
            <a:xfrm>
              <a:off x="5113232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23" name="pg1378">
              <a:extLst>
                <a:ext uri="{FF2B5EF4-FFF2-40B4-BE49-F238E27FC236}">
                  <a16:creationId xmlns:a16="http://schemas.microsoft.com/office/drawing/2014/main" id="{040FC6B1-E773-096B-A152-3B8B926F669F}"/>
                </a:ext>
              </a:extLst>
            </p:cNvPr>
            <p:cNvSpPr/>
            <p:nvPr/>
          </p:nvSpPr>
          <p:spPr>
            <a:xfrm>
              <a:off x="5124869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24" name="pg1379">
              <a:extLst>
                <a:ext uri="{FF2B5EF4-FFF2-40B4-BE49-F238E27FC236}">
                  <a16:creationId xmlns:a16="http://schemas.microsoft.com/office/drawing/2014/main" id="{1FF874CA-B47F-9094-23EF-9C6C3E38D49D}"/>
                </a:ext>
              </a:extLst>
            </p:cNvPr>
            <p:cNvSpPr/>
            <p:nvPr/>
          </p:nvSpPr>
          <p:spPr>
            <a:xfrm>
              <a:off x="513650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25" name="pg1380">
              <a:extLst>
                <a:ext uri="{FF2B5EF4-FFF2-40B4-BE49-F238E27FC236}">
                  <a16:creationId xmlns:a16="http://schemas.microsoft.com/office/drawing/2014/main" id="{8EE968EF-91C7-C330-AA2F-8257DA17AC91}"/>
                </a:ext>
              </a:extLst>
            </p:cNvPr>
            <p:cNvSpPr/>
            <p:nvPr/>
          </p:nvSpPr>
          <p:spPr>
            <a:xfrm>
              <a:off x="5148144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26" name="pg1381">
              <a:extLst>
                <a:ext uri="{FF2B5EF4-FFF2-40B4-BE49-F238E27FC236}">
                  <a16:creationId xmlns:a16="http://schemas.microsoft.com/office/drawing/2014/main" id="{EB08E849-31BA-843D-7279-4E1C3DDA9B24}"/>
                </a:ext>
              </a:extLst>
            </p:cNvPr>
            <p:cNvSpPr/>
            <p:nvPr/>
          </p:nvSpPr>
          <p:spPr>
            <a:xfrm>
              <a:off x="515978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27" name="pg1382">
              <a:extLst>
                <a:ext uri="{FF2B5EF4-FFF2-40B4-BE49-F238E27FC236}">
                  <a16:creationId xmlns:a16="http://schemas.microsoft.com/office/drawing/2014/main" id="{7FC54FE3-2F5A-A6D5-751E-438FD0BA41F2}"/>
                </a:ext>
              </a:extLst>
            </p:cNvPr>
            <p:cNvSpPr/>
            <p:nvPr/>
          </p:nvSpPr>
          <p:spPr>
            <a:xfrm>
              <a:off x="520633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28" name="pg1383">
              <a:extLst>
                <a:ext uri="{FF2B5EF4-FFF2-40B4-BE49-F238E27FC236}">
                  <a16:creationId xmlns:a16="http://schemas.microsoft.com/office/drawing/2014/main" id="{B674144D-5504-5CF2-B11B-45EC771AEAD6}"/>
                </a:ext>
              </a:extLst>
            </p:cNvPr>
            <p:cNvSpPr/>
            <p:nvPr/>
          </p:nvSpPr>
          <p:spPr>
            <a:xfrm>
              <a:off x="5217968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29" name="pg1384">
              <a:extLst>
                <a:ext uri="{FF2B5EF4-FFF2-40B4-BE49-F238E27FC236}">
                  <a16:creationId xmlns:a16="http://schemas.microsoft.com/office/drawing/2014/main" id="{5130FF4E-992E-D8D4-8697-960066785572}"/>
                </a:ext>
              </a:extLst>
            </p:cNvPr>
            <p:cNvSpPr/>
            <p:nvPr/>
          </p:nvSpPr>
          <p:spPr>
            <a:xfrm>
              <a:off x="522960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30" name="pg1385">
              <a:extLst>
                <a:ext uri="{FF2B5EF4-FFF2-40B4-BE49-F238E27FC236}">
                  <a16:creationId xmlns:a16="http://schemas.microsoft.com/office/drawing/2014/main" id="{2771FFCC-356E-64F4-F8EA-84A03D1DD574}"/>
                </a:ext>
              </a:extLst>
            </p:cNvPr>
            <p:cNvSpPr/>
            <p:nvPr/>
          </p:nvSpPr>
          <p:spPr>
            <a:xfrm>
              <a:off x="524124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31" name="pg1386">
              <a:extLst>
                <a:ext uri="{FF2B5EF4-FFF2-40B4-BE49-F238E27FC236}">
                  <a16:creationId xmlns:a16="http://schemas.microsoft.com/office/drawing/2014/main" id="{BE1F0BD5-4C4D-7C7B-205E-E9210A0703D0}"/>
                </a:ext>
              </a:extLst>
            </p:cNvPr>
            <p:cNvSpPr/>
            <p:nvPr/>
          </p:nvSpPr>
          <p:spPr>
            <a:xfrm>
              <a:off x="5252880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B5E8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32" name="pg1387">
              <a:extLst>
                <a:ext uri="{FF2B5EF4-FFF2-40B4-BE49-F238E27FC236}">
                  <a16:creationId xmlns:a16="http://schemas.microsoft.com/office/drawing/2014/main" id="{95D0C41D-4FDB-3997-BC9A-F05233FAAAD6}"/>
                </a:ext>
              </a:extLst>
            </p:cNvPr>
            <p:cNvSpPr/>
            <p:nvPr/>
          </p:nvSpPr>
          <p:spPr>
            <a:xfrm>
              <a:off x="526451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33" name="pg1388">
              <a:extLst>
                <a:ext uri="{FF2B5EF4-FFF2-40B4-BE49-F238E27FC236}">
                  <a16:creationId xmlns:a16="http://schemas.microsoft.com/office/drawing/2014/main" id="{BC3FD770-A5EB-6517-6336-46E994F0E59E}"/>
                </a:ext>
              </a:extLst>
            </p:cNvPr>
            <p:cNvSpPr/>
            <p:nvPr/>
          </p:nvSpPr>
          <p:spPr>
            <a:xfrm>
              <a:off x="498522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34" name="pg1389">
              <a:extLst>
                <a:ext uri="{FF2B5EF4-FFF2-40B4-BE49-F238E27FC236}">
                  <a16:creationId xmlns:a16="http://schemas.microsoft.com/office/drawing/2014/main" id="{670FB484-829F-B6E4-1977-B4CA5953A19E}"/>
                </a:ext>
              </a:extLst>
            </p:cNvPr>
            <p:cNvSpPr/>
            <p:nvPr/>
          </p:nvSpPr>
          <p:spPr>
            <a:xfrm>
              <a:off x="499685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35" name="pg1390">
              <a:extLst>
                <a:ext uri="{FF2B5EF4-FFF2-40B4-BE49-F238E27FC236}">
                  <a16:creationId xmlns:a16="http://schemas.microsoft.com/office/drawing/2014/main" id="{DB0369A9-5E30-E994-93CB-7582BE2751D0}"/>
                </a:ext>
              </a:extLst>
            </p:cNvPr>
            <p:cNvSpPr/>
            <p:nvPr/>
          </p:nvSpPr>
          <p:spPr>
            <a:xfrm>
              <a:off x="5008496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36" name="pg1391">
              <a:extLst>
                <a:ext uri="{FF2B5EF4-FFF2-40B4-BE49-F238E27FC236}">
                  <a16:creationId xmlns:a16="http://schemas.microsoft.com/office/drawing/2014/main" id="{14B1ABEA-D54B-F321-9A81-A8E5E4F7B51B}"/>
                </a:ext>
              </a:extLst>
            </p:cNvPr>
            <p:cNvSpPr/>
            <p:nvPr/>
          </p:nvSpPr>
          <p:spPr>
            <a:xfrm>
              <a:off x="502013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37" name="pg1392">
              <a:extLst>
                <a:ext uri="{FF2B5EF4-FFF2-40B4-BE49-F238E27FC236}">
                  <a16:creationId xmlns:a16="http://schemas.microsoft.com/office/drawing/2014/main" id="{F28C6BF0-BD58-EA65-CDC0-AD3C000AA992}"/>
                </a:ext>
              </a:extLst>
            </p:cNvPr>
            <p:cNvSpPr/>
            <p:nvPr/>
          </p:nvSpPr>
          <p:spPr>
            <a:xfrm>
              <a:off x="503177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38" name="pg1393">
              <a:extLst>
                <a:ext uri="{FF2B5EF4-FFF2-40B4-BE49-F238E27FC236}">
                  <a16:creationId xmlns:a16="http://schemas.microsoft.com/office/drawing/2014/main" id="{A8EEE9C9-6384-603A-FCDE-9A07A6961EA8}"/>
                </a:ext>
              </a:extLst>
            </p:cNvPr>
            <p:cNvSpPr/>
            <p:nvPr/>
          </p:nvSpPr>
          <p:spPr>
            <a:xfrm>
              <a:off x="5043408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39" name="pg1394">
              <a:extLst>
                <a:ext uri="{FF2B5EF4-FFF2-40B4-BE49-F238E27FC236}">
                  <a16:creationId xmlns:a16="http://schemas.microsoft.com/office/drawing/2014/main" id="{B914C5E7-E487-4291-A658-C9BA28FC133A}"/>
                </a:ext>
              </a:extLst>
            </p:cNvPr>
            <p:cNvSpPr/>
            <p:nvPr/>
          </p:nvSpPr>
          <p:spPr>
            <a:xfrm>
              <a:off x="505504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40" name="pg1395">
              <a:extLst>
                <a:ext uri="{FF2B5EF4-FFF2-40B4-BE49-F238E27FC236}">
                  <a16:creationId xmlns:a16="http://schemas.microsoft.com/office/drawing/2014/main" id="{B7338BBA-2804-F17C-FFB0-872047C35948}"/>
                </a:ext>
              </a:extLst>
            </p:cNvPr>
            <p:cNvSpPr/>
            <p:nvPr/>
          </p:nvSpPr>
          <p:spPr>
            <a:xfrm>
              <a:off x="506668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41" name="pg1396">
              <a:extLst>
                <a:ext uri="{FF2B5EF4-FFF2-40B4-BE49-F238E27FC236}">
                  <a16:creationId xmlns:a16="http://schemas.microsoft.com/office/drawing/2014/main" id="{1FDFAD77-AD43-5AFA-2B52-8D775FBE5504}"/>
                </a:ext>
              </a:extLst>
            </p:cNvPr>
            <p:cNvSpPr/>
            <p:nvPr/>
          </p:nvSpPr>
          <p:spPr>
            <a:xfrm>
              <a:off x="5078320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42" name="pg1397">
              <a:extLst>
                <a:ext uri="{FF2B5EF4-FFF2-40B4-BE49-F238E27FC236}">
                  <a16:creationId xmlns:a16="http://schemas.microsoft.com/office/drawing/2014/main" id="{DFF44E63-1AF8-B58C-1082-514F2A84C096}"/>
                </a:ext>
              </a:extLst>
            </p:cNvPr>
            <p:cNvSpPr/>
            <p:nvPr/>
          </p:nvSpPr>
          <p:spPr>
            <a:xfrm>
              <a:off x="508995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43" name="pg1398">
              <a:extLst>
                <a:ext uri="{FF2B5EF4-FFF2-40B4-BE49-F238E27FC236}">
                  <a16:creationId xmlns:a16="http://schemas.microsoft.com/office/drawing/2014/main" id="{B727F7C9-6C97-67FB-0440-418419AA7913}"/>
                </a:ext>
              </a:extLst>
            </p:cNvPr>
            <p:cNvSpPr/>
            <p:nvPr/>
          </p:nvSpPr>
          <p:spPr>
            <a:xfrm>
              <a:off x="510159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44" name="pg1399">
              <a:extLst>
                <a:ext uri="{FF2B5EF4-FFF2-40B4-BE49-F238E27FC236}">
                  <a16:creationId xmlns:a16="http://schemas.microsoft.com/office/drawing/2014/main" id="{136C4E55-57C5-89B4-43DB-EDFBABB339AA}"/>
                </a:ext>
              </a:extLst>
            </p:cNvPr>
            <p:cNvSpPr/>
            <p:nvPr/>
          </p:nvSpPr>
          <p:spPr>
            <a:xfrm>
              <a:off x="5113232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45" name="pg1400">
              <a:extLst>
                <a:ext uri="{FF2B5EF4-FFF2-40B4-BE49-F238E27FC236}">
                  <a16:creationId xmlns:a16="http://schemas.microsoft.com/office/drawing/2014/main" id="{7AA78802-2076-9A95-030B-BCC5415B4CC8}"/>
                </a:ext>
              </a:extLst>
            </p:cNvPr>
            <p:cNvSpPr/>
            <p:nvPr/>
          </p:nvSpPr>
          <p:spPr>
            <a:xfrm>
              <a:off x="512486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46" name="pg1401">
              <a:extLst>
                <a:ext uri="{FF2B5EF4-FFF2-40B4-BE49-F238E27FC236}">
                  <a16:creationId xmlns:a16="http://schemas.microsoft.com/office/drawing/2014/main" id="{4D32216F-4A9E-0E5E-B458-3DEA98BD838C}"/>
                </a:ext>
              </a:extLst>
            </p:cNvPr>
            <p:cNvSpPr/>
            <p:nvPr/>
          </p:nvSpPr>
          <p:spPr>
            <a:xfrm>
              <a:off x="513650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47" name="pg1402">
              <a:extLst>
                <a:ext uri="{FF2B5EF4-FFF2-40B4-BE49-F238E27FC236}">
                  <a16:creationId xmlns:a16="http://schemas.microsoft.com/office/drawing/2014/main" id="{77B45E62-765F-701C-F430-31001C0FA45A}"/>
                </a:ext>
              </a:extLst>
            </p:cNvPr>
            <p:cNvSpPr/>
            <p:nvPr/>
          </p:nvSpPr>
          <p:spPr>
            <a:xfrm>
              <a:off x="5148144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48" name="pg1403">
              <a:extLst>
                <a:ext uri="{FF2B5EF4-FFF2-40B4-BE49-F238E27FC236}">
                  <a16:creationId xmlns:a16="http://schemas.microsoft.com/office/drawing/2014/main" id="{C0E74E11-E68B-BE5E-EAD3-50ACEAB9323F}"/>
                </a:ext>
              </a:extLst>
            </p:cNvPr>
            <p:cNvSpPr/>
            <p:nvPr/>
          </p:nvSpPr>
          <p:spPr>
            <a:xfrm>
              <a:off x="515978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49" name="pg1404">
              <a:extLst>
                <a:ext uri="{FF2B5EF4-FFF2-40B4-BE49-F238E27FC236}">
                  <a16:creationId xmlns:a16="http://schemas.microsoft.com/office/drawing/2014/main" id="{B97B40AB-ABDB-2BE7-260E-D0523FC5F238}"/>
                </a:ext>
              </a:extLst>
            </p:cNvPr>
            <p:cNvSpPr/>
            <p:nvPr/>
          </p:nvSpPr>
          <p:spPr>
            <a:xfrm>
              <a:off x="517141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50" name="pg1405">
              <a:extLst>
                <a:ext uri="{FF2B5EF4-FFF2-40B4-BE49-F238E27FC236}">
                  <a16:creationId xmlns:a16="http://schemas.microsoft.com/office/drawing/2014/main" id="{C0F90FB3-E3F3-DD05-D714-699E3414F2FA}"/>
                </a:ext>
              </a:extLst>
            </p:cNvPr>
            <p:cNvSpPr/>
            <p:nvPr/>
          </p:nvSpPr>
          <p:spPr>
            <a:xfrm>
              <a:off x="520633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51" name="pg1406">
              <a:extLst>
                <a:ext uri="{FF2B5EF4-FFF2-40B4-BE49-F238E27FC236}">
                  <a16:creationId xmlns:a16="http://schemas.microsoft.com/office/drawing/2014/main" id="{ECF328B7-8307-47F6-7745-AE81ED13D5E1}"/>
                </a:ext>
              </a:extLst>
            </p:cNvPr>
            <p:cNvSpPr/>
            <p:nvPr/>
          </p:nvSpPr>
          <p:spPr>
            <a:xfrm>
              <a:off x="5217968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52" name="pg1407">
              <a:extLst>
                <a:ext uri="{FF2B5EF4-FFF2-40B4-BE49-F238E27FC236}">
                  <a16:creationId xmlns:a16="http://schemas.microsoft.com/office/drawing/2014/main" id="{25358F09-C900-98BB-1642-BB0343DF3C92}"/>
                </a:ext>
              </a:extLst>
            </p:cNvPr>
            <p:cNvSpPr/>
            <p:nvPr/>
          </p:nvSpPr>
          <p:spPr>
            <a:xfrm>
              <a:off x="522960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53" name="pg1408">
              <a:extLst>
                <a:ext uri="{FF2B5EF4-FFF2-40B4-BE49-F238E27FC236}">
                  <a16:creationId xmlns:a16="http://schemas.microsoft.com/office/drawing/2014/main" id="{D386560E-23B7-7B98-99B9-CFA7033A5D91}"/>
                </a:ext>
              </a:extLst>
            </p:cNvPr>
            <p:cNvSpPr/>
            <p:nvPr/>
          </p:nvSpPr>
          <p:spPr>
            <a:xfrm>
              <a:off x="524124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54" name="pg1409">
              <a:extLst>
                <a:ext uri="{FF2B5EF4-FFF2-40B4-BE49-F238E27FC236}">
                  <a16:creationId xmlns:a16="http://schemas.microsoft.com/office/drawing/2014/main" id="{9B1F8A21-FA21-3A38-ABEF-38CBA5497904}"/>
                </a:ext>
              </a:extLst>
            </p:cNvPr>
            <p:cNvSpPr/>
            <p:nvPr/>
          </p:nvSpPr>
          <p:spPr>
            <a:xfrm>
              <a:off x="5252880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55" name="pg1410">
              <a:extLst>
                <a:ext uri="{FF2B5EF4-FFF2-40B4-BE49-F238E27FC236}">
                  <a16:creationId xmlns:a16="http://schemas.microsoft.com/office/drawing/2014/main" id="{23AA6F11-BAB7-5EF4-2056-65CF0E96B1C4}"/>
                </a:ext>
              </a:extLst>
            </p:cNvPr>
            <p:cNvSpPr/>
            <p:nvPr/>
          </p:nvSpPr>
          <p:spPr>
            <a:xfrm>
              <a:off x="526451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56" name="pg1411">
              <a:extLst>
                <a:ext uri="{FF2B5EF4-FFF2-40B4-BE49-F238E27FC236}">
                  <a16:creationId xmlns:a16="http://schemas.microsoft.com/office/drawing/2014/main" id="{3CDBFCCD-469B-CD0D-B29A-87D4B50F2A7A}"/>
                </a:ext>
              </a:extLst>
            </p:cNvPr>
            <p:cNvSpPr/>
            <p:nvPr/>
          </p:nvSpPr>
          <p:spPr>
            <a:xfrm>
              <a:off x="498522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57" name="pg1412">
              <a:extLst>
                <a:ext uri="{FF2B5EF4-FFF2-40B4-BE49-F238E27FC236}">
                  <a16:creationId xmlns:a16="http://schemas.microsoft.com/office/drawing/2014/main" id="{90F4B760-AC58-3C6D-684F-BDD4BA49AE35}"/>
                </a:ext>
              </a:extLst>
            </p:cNvPr>
            <p:cNvSpPr/>
            <p:nvPr/>
          </p:nvSpPr>
          <p:spPr>
            <a:xfrm>
              <a:off x="499685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58" name="pg1413">
              <a:extLst>
                <a:ext uri="{FF2B5EF4-FFF2-40B4-BE49-F238E27FC236}">
                  <a16:creationId xmlns:a16="http://schemas.microsoft.com/office/drawing/2014/main" id="{A00D96D0-689C-0CD4-998A-C4C11145F0DD}"/>
                </a:ext>
              </a:extLst>
            </p:cNvPr>
            <p:cNvSpPr/>
            <p:nvPr/>
          </p:nvSpPr>
          <p:spPr>
            <a:xfrm>
              <a:off x="5008496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59" name="pg1414">
              <a:extLst>
                <a:ext uri="{FF2B5EF4-FFF2-40B4-BE49-F238E27FC236}">
                  <a16:creationId xmlns:a16="http://schemas.microsoft.com/office/drawing/2014/main" id="{66F0E3D6-227D-71D3-F488-A624EAB75B5C}"/>
                </a:ext>
              </a:extLst>
            </p:cNvPr>
            <p:cNvSpPr/>
            <p:nvPr/>
          </p:nvSpPr>
          <p:spPr>
            <a:xfrm>
              <a:off x="502013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60" name="pg1415">
              <a:extLst>
                <a:ext uri="{FF2B5EF4-FFF2-40B4-BE49-F238E27FC236}">
                  <a16:creationId xmlns:a16="http://schemas.microsoft.com/office/drawing/2014/main" id="{C7DFF733-3B14-1DE7-B7B2-05175FB5C052}"/>
                </a:ext>
              </a:extLst>
            </p:cNvPr>
            <p:cNvSpPr/>
            <p:nvPr/>
          </p:nvSpPr>
          <p:spPr>
            <a:xfrm>
              <a:off x="503177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61" name="pg1416">
              <a:extLst>
                <a:ext uri="{FF2B5EF4-FFF2-40B4-BE49-F238E27FC236}">
                  <a16:creationId xmlns:a16="http://schemas.microsoft.com/office/drawing/2014/main" id="{3CB2E393-7402-1CEC-8F2F-3E1298D3F809}"/>
                </a:ext>
              </a:extLst>
            </p:cNvPr>
            <p:cNvSpPr/>
            <p:nvPr/>
          </p:nvSpPr>
          <p:spPr>
            <a:xfrm>
              <a:off x="5043408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62" name="pg1417">
              <a:extLst>
                <a:ext uri="{FF2B5EF4-FFF2-40B4-BE49-F238E27FC236}">
                  <a16:creationId xmlns:a16="http://schemas.microsoft.com/office/drawing/2014/main" id="{6B3A204A-094D-FE7E-74D5-61B226D7A081}"/>
                </a:ext>
              </a:extLst>
            </p:cNvPr>
            <p:cNvSpPr/>
            <p:nvPr/>
          </p:nvSpPr>
          <p:spPr>
            <a:xfrm>
              <a:off x="505504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63" name="pg1418">
              <a:extLst>
                <a:ext uri="{FF2B5EF4-FFF2-40B4-BE49-F238E27FC236}">
                  <a16:creationId xmlns:a16="http://schemas.microsoft.com/office/drawing/2014/main" id="{7F794643-FD2F-6152-9CBB-FFF0616BF77B}"/>
                </a:ext>
              </a:extLst>
            </p:cNvPr>
            <p:cNvSpPr/>
            <p:nvPr/>
          </p:nvSpPr>
          <p:spPr>
            <a:xfrm>
              <a:off x="506668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64" name="pg1419">
              <a:extLst>
                <a:ext uri="{FF2B5EF4-FFF2-40B4-BE49-F238E27FC236}">
                  <a16:creationId xmlns:a16="http://schemas.microsoft.com/office/drawing/2014/main" id="{B93ADA5D-17FC-126E-B6BB-167448A3BCDC}"/>
                </a:ext>
              </a:extLst>
            </p:cNvPr>
            <p:cNvSpPr/>
            <p:nvPr/>
          </p:nvSpPr>
          <p:spPr>
            <a:xfrm>
              <a:off x="5078320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65" name="pg1420">
              <a:extLst>
                <a:ext uri="{FF2B5EF4-FFF2-40B4-BE49-F238E27FC236}">
                  <a16:creationId xmlns:a16="http://schemas.microsoft.com/office/drawing/2014/main" id="{CBD116D6-B0DF-CD5E-DE61-56CD0707AA7E}"/>
                </a:ext>
              </a:extLst>
            </p:cNvPr>
            <p:cNvSpPr/>
            <p:nvPr/>
          </p:nvSpPr>
          <p:spPr>
            <a:xfrm>
              <a:off x="508995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66" name="pg1421">
              <a:extLst>
                <a:ext uri="{FF2B5EF4-FFF2-40B4-BE49-F238E27FC236}">
                  <a16:creationId xmlns:a16="http://schemas.microsoft.com/office/drawing/2014/main" id="{5E253E78-F274-2005-EDCC-02DEE62275D6}"/>
                </a:ext>
              </a:extLst>
            </p:cNvPr>
            <p:cNvSpPr/>
            <p:nvPr/>
          </p:nvSpPr>
          <p:spPr>
            <a:xfrm>
              <a:off x="510159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67" name="pg1422">
              <a:extLst>
                <a:ext uri="{FF2B5EF4-FFF2-40B4-BE49-F238E27FC236}">
                  <a16:creationId xmlns:a16="http://schemas.microsoft.com/office/drawing/2014/main" id="{7B5A52D8-753A-99B5-99B8-543D9C39C415}"/>
                </a:ext>
              </a:extLst>
            </p:cNvPr>
            <p:cNvSpPr/>
            <p:nvPr/>
          </p:nvSpPr>
          <p:spPr>
            <a:xfrm>
              <a:off x="5113232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68" name="pg1423">
              <a:extLst>
                <a:ext uri="{FF2B5EF4-FFF2-40B4-BE49-F238E27FC236}">
                  <a16:creationId xmlns:a16="http://schemas.microsoft.com/office/drawing/2014/main" id="{D9346FB6-1CBD-34AF-F190-D3019DE270BC}"/>
                </a:ext>
              </a:extLst>
            </p:cNvPr>
            <p:cNvSpPr/>
            <p:nvPr/>
          </p:nvSpPr>
          <p:spPr>
            <a:xfrm>
              <a:off x="512486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69" name="pg1424">
              <a:extLst>
                <a:ext uri="{FF2B5EF4-FFF2-40B4-BE49-F238E27FC236}">
                  <a16:creationId xmlns:a16="http://schemas.microsoft.com/office/drawing/2014/main" id="{EC2B3902-C65B-BA24-FCD9-809AF4552875}"/>
                </a:ext>
              </a:extLst>
            </p:cNvPr>
            <p:cNvSpPr/>
            <p:nvPr/>
          </p:nvSpPr>
          <p:spPr>
            <a:xfrm>
              <a:off x="513650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70" name="pg1425">
              <a:extLst>
                <a:ext uri="{FF2B5EF4-FFF2-40B4-BE49-F238E27FC236}">
                  <a16:creationId xmlns:a16="http://schemas.microsoft.com/office/drawing/2014/main" id="{234F7CC7-447E-956A-0FDD-D84A5C0144F0}"/>
                </a:ext>
              </a:extLst>
            </p:cNvPr>
            <p:cNvSpPr/>
            <p:nvPr/>
          </p:nvSpPr>
          <p:spPr>
            <a:xfrm>
              <a:off x="5148144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71" name="pg1426">
              <a:extLst>
                <a:ext uri="{FF2B5EF4-FFF2-40B4-BE49-F238E27FC236}">
                  <a16:creationId xmlns:a16="http://schemas.microsoft.com/office/drawing/2014/main" id="{3869615D-FC25-D279-8BA3-E872B3C724F7}"/>
                </a:ext>
              </a:extLst>
            </p:cNvPr>
            <p:cNvSpPr/>
            <p:nvPr/>
          </p:nvSpPr>
          <p:spPr>
            <a:xfrm>
              <a:off x="515978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72" name="pg1427">
              <a:extLst>
                <a:ext uri="{FF2B5EF4-FFF2-40B4-BE49-F238E27FC236}">
                  <a16:creationId xmlns:a16="http://schemas.microsoft.com/office/drawing/2014/main" id="{D94BF9C5-5E5F-5CA3-D217-E6E72AFBD1E3}"/>
                </a:ext>
              </a:extLst>
            </p:cNvPr>
            <p:cNvSpPr/>
            <p:nvPr/>
          </p:nvSpPr>
          <p:spPr>
            <a:xfrm>
              <a:off x="517141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73" name="pg1428">
              <a:extLst>
                <a:ext uri="{FF2B5EF4-FFF2-40B4-BE49-F238E27FC236}">
                  <a16:creationId xmlns:a16="http://schemas.microsoft.com/office/drawing/2014/main" id="{E25EF243-1D5E-043E-31FE-092A7B7B3687}"/>
                </a:ext>
              </a:extLst>
            </p:cNvPr>
            <p:cNvSpPr/>
            <p:nvPr/>
          </p:nvSpPr>
          <p:spPr>
            <a:xfrm>
              <a:off x="5183056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74" name="pg1429">
              <a:extLst>
                <a:ext uri="{FF2B5EF4-FFF2-40B4-BE49-F238E27FC236}">
                  <a16:creationId xmlns:a16="http://schemas.microsoft.com/office/drawing/2014/main" id="{FD09E1E5-9472-DA0F-9639-A4D47E531856}"/>
                </a:ext>
              </a:extLst>
            </p:cNvPr>
            <p:cNvSpPr/>
            <p:nvPr/>
          </p:nvSpPr>
          <p:spPr>
            <a:xfrm>
              <a:off x="5217968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75" name="pg1430">
              <a:extLst>
                <a:ext uri="{FF2B5EF4-FFF2-40B4-BE49-F238E27FC236}">
                  <a16:creationId xmlns:a16="http://schemas.microsoft.com/office/drawing/2014/main" id="{3063244F-2E70-779B-EB53-DA390B51C770}"/>
                </a:ext>
              </a:extLst>
            </p:cNvPr>
            <p:cNvSpPr/>
            <p:nvPr/>
          </p:nvSpPr>
          <p:spPr>
            <a:xfrm>
              <a:off x="522960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76" name="pg1431">
              <a:extLst>
                <a:ext uri="{FF2B5EF4-FFF2-40B4-BE49-F238E27FC236}">
                  <a16:creationId xmlns:a16="http://schemas.microsoft.com/office/drawing/2014/main" id="{F6E16FE7-9D1C-697E-72D4-D75ECA011A50}"/>
                </a:ext>
              </a:extLst>
            </p:cNvPr>
            <p:cNvSpPr/>
            <p:nvPr/>
          </p:nvSpPr>
          <p:spPr>
            <a:xfrm>
              <a:off x="524124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77" name="pg1432">
              <a:extLst>
                <a:ext uri="{FF2B5EF4-FFF2-40B4-BE49-F238E27FC236}">
                  <a16:creationId xmlns:a16="http://schemas.microsoft.com/office/drawing/2014/main" id="{48110847-BF81-F6DF-3E37-5E6AF679A321}"/>
                </a:ext>
              </a:extLst>
            </p:cNvPr>
            <p:cNvSpPr/>
            <p:nvPr/>
          </p:nvSpPr>
          <p:spPr>
            <a:xfrm>
              <a:off x="5252880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78" name="pg1433">
              <a:extLst>
                <a:ext uri="{FF2B5EF4-FFF2-40B4-BE49-F238E27FC236}">
                  <a16:creationId xmlns:a16="http://schemas.microsoft.com/office/drawing/2014/main" id="{5E26362A-631F-8E7F-9C33-CE3DB9E64DA0}"/>
                </a:ext>
              </a:extLst>
            </p:cNvPr>
            <p:cNvSpPr/>
            <p:nvPr/>
          </p:nvSpPr>
          <p:spPr>
            <a:xfrm>
              <a:off x="526451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79" name="pg1434">
              <a:extLst>
                <a:ext uri="{FF2B5EF4-FFF2-40B4-BE49-F238E27FC236}">
                  <a16:creationId xmlns:a16="http://schemas.microsoft.com/office/drawing/2014/main" id="{8E2487C6-33A9-661F-3880-857E31E19628}"/>
                </a:ext>
              </a:extLst>
            </p:cNvPr>
            <p:cNvSpPr/>
            <p:nvPr/>
          </p:nvSpPr>
          <p:spPr>
            <a:xfrm>
              <a:off x="498522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80" name="pg1435">
              <a:extLst>
                <a:ext uri="{FF2B5EF4-FFF2-40B4-BE49-F238E27FC236}">
                  <a16:creationId xmlns:a16="http://schemas.microsoft.com/office/drawing/2014/main" id="{5486D1CA-F359-DCFC-E241-0DAFB0D88E76}"/>
                </a:ext>
              </a:extLst>
            </p:cNvPr>
            <p:cNvSpPr/>
            <p:nvPr/>
          </p:nvSpPr>
          <p:spPr>
            <a:xfrm>
              <a:off x="499685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81" name="pg1436">
              <a:extLst>
                <a:ext uri="{FF2B5EF4-FFF2-40B4-BE49-F238E27FC236}">
                  <a16:creationId xmlns:a16="http://schemas.microsoft.com/office/drawing/2014/main" id="{53667617-E392-C7C7-91F3-C765D2C18182}"/>
                </a:ext>
              </a:extLst>
            </p:cNvPr>
            <p:cNvSpPr/>
            <p:nvPr/>
          </p:nvSpPr>
          <p:spPr>
            <a:xfrm>
              <a:off x="5008496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82" name="pg1437">
              <a:extLst>
                <a:ext uri="{FF2B5EF4-FFF2-40B4-BE49-F238E27FC236}">
                  <a16:creationId xmlns:a16="http://schemas.microsoft.com/office/drawing/2014/main" id="{4B6F1CD2-29FA-A39F-1B85-EA3F08013B43}"/>
                </a:ext>
              </a:extLst>
            </p:cNvPr>
            <p:cNvSpPr/>
            <p:nvPr/>
          </p:nvSpPr>
          <p:spPr>
            <a:xfrm>
              <a:off x="502013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83" name="pg1438">
              <a:extLst>
                <a:ext uri="{FF2B5EF4-FFF2-40B4-BE49-F238E27FC236}">
                  <a16:creationId xmlns:a16="http://schemas.microsoft.com/office/drawing/2014/main" id="{87C2ACBE-E8FD-ACF9-D0BC-0B265757F073}"/>
                </a:ext>
              </a:extLst>
            </p:cNvPr>
            <p:cNvSpPr/>
            <p:nvPr/>
          </p:nvSpPr>
          <p:spPr>
            <a:xfrm>
              <a:off x="503177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84" name="pg1439">
              <a:extLst>
                <a:ext uri="{FF2B5EF4-FFF2-40B4-BE49-F238E27FC236}">
                  <a16:creationId xmlns:a16="http://schemas.microsoft.com/office/drawing/2014/main" id="{FE9FD7DC-77FC-3F3F-28A5-9AB22C267A7F}"/>
                </a:ext>
              </a:extLst>
            </p:cNvPr>
            <p:cNvSpPr/>
            <p:nvPr/>
          </p:nvSpPr>
          <p:spPr>
            <a:xfrm>
              <a:off x="5043408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85" name="pg1440">
              <a:extLst>
                <a:ext uri="{FF2B5EF4-FFF2-40B4-BE49-F238E27FC236}">
                  <a16:creationId xmlns:a16="http://schemas.microsoft.com/office/drawing/2014/main" id="{A29E6760-642C-2B02-84AA-97B108B4C473}"/>
                </a:ext>
              </a:extLst>
            </p:cNvPr>
            <p:cNvSpPr/>
            <p:nvPr/>
          </p:nvSpPr>
          <p:spPr>
            <a:xfrm>
              <a:off x="505504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86" name="pg1441">
              <a:extLst>
                <a:ext uri="{FF2B5EF4-FFF2-40B4-BE49-F238E27FC236}">
                  <a16:creationId xmlns:a16="http://schemas.microsoft.com/office/drawing/2014/main" id="{486854AF-0F55-31C0-774E-3485CC094DD2}"/>
                </a:ext>
              </a:extLst>
            </p:cNvPr>
            <p:cNvSpPr/>
            <p:nvPr/>
          </p:nvSpPr>
          <p:spPr>
            <a:xfrm>
              <a:off x="506668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87" name="pg1442">
              <a:extLst>
                <a:ext uri="{FF2B5EF4-FFF2-40B4-BE49-F238E27FC236}">
                  <a16:creationId xmlns:a16="http://schemas.microsoft.com/office/drawing/2014/main" id="{251DCEDD-032A-B718-4694-154876058B95}"/>
                </a:ext>
              </a:extLst>
            </p:cNvPr>
            <p:cNvSpPr/>
            <p:nvPr/>
          </p:nvSpPr>
          <p:spPr>
            <a:xfrm>
              <a:off x="5078320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88" name="pg1443">
              <a:extLst>
                <a:ext uri="{FF2B5EF4-FFF2-40B4-BE49-F238E27FC236}">
                  <a16:creationId xmlns:a16="http://schemas.microsoft.com/office/drawing/2014/main" id="{34E3E391-A898-8A6A-ED3E-F04EB10211FE}"/>
                </a:ext>
              </a:extLst>
            </p:cNvPr>
            <p:cNvSpPr/>
            <p:nvPr/>
          </p:nvSpPr>
          <p:spPr>
            <a:xfrm>
              <a:off x="508995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89" name="pg1444">
              <a:extLst>
                <a:ext uri="{FF2B5EF4-FFF2-40B4-BE49-F238E27FC236}">
                  <a16:creationId xmlns:a16="http://schemas.microsoft.com/office/drawing/2014/main" id="{0614B436-B62A-A443-74DB-CC151A699EA2}"/>
                </a:ext>
              </a:extLst>
            </p:cNvPr>
            <p:cNvSpPr/>
            <p:nvPr/>
          </p:nvSpPr>
          <p:spPr>
            <a:xfrm>
              <a:off x="510159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90" name="pg1445">
              <a:extLst>
                <a:ext uri="{FF2B5EF4-FFF2-40B4-BE49-F238E27FC236}">
                  <a16:creationId xmlns:a16="http://schemas.microsoft.com/office/drawing/2014/main" id="{69CEE16F-C781-94B3-64F6-2215B484AE58}"/>
                </a:ext>
              </a:extLst>
            </p:cNvPr>
            <p:cNvSpPr/>
            <p:nvPr/>
          </p:nvSpPr>
          <p:spPr>
            <a:xfrm>
              <a:off x="5113232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91" name="pg1446">
              <a:extLst>
                <a:ext uri="{FF2B5EF4-FFF2-40B4-BE49-F238E27FC236}">
                  <a16:creationId xmlns:a16="http://schemas.microsoft.com/office/drawing/2014/main" id="{DCACEE21-D147-74DE-069E-AE84211FF429}"/>
                </a:ext>
              </a:extLst>
            </p:cNvPr>
            <p:cNvSpPr/>
            <p:nvPr/>
          </p:nvSpPr>
          <p:spPr>
            <a:xfrm>
              <a:off x="512486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92" name="pg1447">
              <a:extLst>
                <a:ext uri="{FF2B5EF4-FFF2-40B4-BE49-F238E27FC236}">
                  <a16:creationId xmlns:a16="http://schemas.microsoft.com/office/drawing/2014/main" id="{5B3E9A25-1B0B-715E-8F1F-24A3CCDCAEA0}"/>
                </a:ext>
              </a:extLst>
            </p:cNvPr>
            <p:cNvSpPr/>
            <p:nvPr/>
          </p:nvSpPr>
          <p:spPr>
            <a:xfrm>
              <a:off x="513650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93" name="pg1448">
              <a:extLst>
                <a:ext uri="{FF2B5EF4-FFF2-40B4-BE49-F238E27FC236}">
                  <a16:creationId xmlns:a16="http://schemas.microsoft.com/office/drawing/2014/main" id="{7279A06A-14CC-6080-7FA6-656D5315A6B1}"/>
                </a:ext>
              </a:extLst>
            </p:cNvPr>
            <p:cNvSpPr/>
            <p:nvPr/>
          </p:nvSpPr>
          <p:spPr>
            <a:xfrm>
              <a:off x="5148144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94" name="pg1449">
              <a:extLst>
                <a:ext uri="{FF2B5EF4-FFF2-40B4-BE49-F238E27FC236}">
                  <a16:creationId xmlns:a16="http://schemas.microsoft.com/office/drawing/2014/main" id="{D9584629-034F-97DA-77E5-11AB43780BC0}"/>
                </a:ext>
              </a:extLst>
            </p:cNvPr>
            <p:cNvSpPr/>
            <p:nvPr/>
          </p:nvSpPr>
          <p:spPr>
            <a:xfrm>
              <a:off x="515978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95" name="pg1450">
              <a:extLst>
                <a:ext uri="{FF2B5EF4-FFF2-40B4-BE49-F238E27FC236}">
                  <a16:creationId xmlns:a16="http://schemas.microsoft.com/office/drawing/2014/main" id="{72041020-45C7-F50C-3DA4-776962C6D146}"/>
                </a:ext>
              </a:extLst>
            </p:cNvPr>
            <p:cNvSpPr/>
            <p:nvPr/>
          </p:nvSpPr>
          <p:spPr>
            <a:xfrm>
              <a:off x="517141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96" name="pg1451">
              <a:extLst>
                <a:ext uri="{FF2B5EF4-FFF2-40B4-BE49-F238E27FC236}">
                  <a16:creationId xmlns:a16="http://schemas.microsoft.com/office/drawing/2014/main" id="{10F76C94-DBFB-525B-809D-C2FD61220AB2}"/>
                </a:ext>
              </a:extLst>
            </p:cNvPr>
            <p:cNvSpPr/>
            <p:nvPr/>
          </p:nvSpPr>
          <p:spPr>
            <a:xfrm>
              <a:off x="5183056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3C9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97" name="pg1452">
              <a:extLst>
                <a:ext uri="{FF2B5EF4-FFF2-40B4-BE49-F238E27FC236}">
                  <a16:creationId xmlns:a16="http://schemas.microsoft.com/office/drawing/2014/main" id="{606E2D59-190D-9876-246A-5D761C302765}"/>
                </a:ext>
              </a:extLst>
            </p:cNvPr>
            <p:cNvSpPr/>
            <p:nvPr/>
          </p:nvSpPr>
          <p:spPr>
            <a:xfrm>
              <a:off x="520633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98" name="pg1453">
              <a:extLst>
                <a:ext uri="{FF2B5EF4-FFF2-40B4-BE49-F238E27FC236}">
                  <a16:creationId xmlns:a16="http://schemas.microsoft.com/office/drawing/2014/main" id="{AB9CD9E4-3757-0F90-FF4C-CA95698953E7}"/>
                </a:ext>
              </a:extLst>
            </p:cNvPr>
            <p:cNvSpPr/>
            <p:nvPr/>
          </p:nvSpPr>
          <p:spPr>
            <a:xfrm>
              <a:off x="5217968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99" name="pg1454">
              <a:extLst>
                <a:ext uri="{FF2B5EF4-FFF2-40B4-BE49-F238E27FC236}">
                  <a16:creationId xmlns:a16="http://schemas.microsoft.com/office/drawing/2014/main" id="{731446EF-2D42-5291-58F8-35D7BE209BC6}"/>
                </a:ext>
              </a:extLst>
            </p:cNvPr>
            <p:cNvSpPr/>
            <p:nvPr/>
          </p:nvSpPr>
          <p:spPr>
            <a:xfrm>
              <a:off x="522960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00" name="pg1455">
              <a:extLst>
                <a:ext uri="{FF2B5EF4-FFF2-40B4-BE49-F238E27FC236}">
                  <a16:creationId xmlns:a16="http://schemas.microsoft.com/office/drawing/2014/main" id="{EB216F00-AB72-1FC1-838C-0D6058A1934A}"/>
                </a:ext>
              </a:extLst>
            </p:cNvPr>
            <p:cNvSpPr/>
            <p:nvPr/>
          </p:nvSpPr>
          <p:spPr>
            <a:xfrm>
              <a:off x="524124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01" name="pg1456">
              <a:extLst>
                <a:ext uri="{FF2B5EF4-FFF2-40B4-BE49-F238E27FC236}">
                  <a16:creationId xmlns:a16="http://schemas.microsoft.com/office/drawing/2014/main" id="{1BD22F0A-2873-03F6-54F5-926839F59973}"/>
                </a:ext>
              </a:extLst>
            </p:cNvPr>
            <p:cNvSpPr/>
            <p:nvPr/>
          </p:nvSpPr>
          <p:spPr>
            <a:xfrm>
              <a:off x="5252880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02" name="pg1457">
              <a:extLst>
                <a:ext uri="{FF2B5EF4-FFF2-40B4-BE49-F238E27FC236}">
                  <a16:creationId xmlns:a16="http://schemas.microsoft.com/office/drawing/2014/main" id="{93100CBC-DBCB-4F4F-A6DE-5C2F5E04AFB3}"/>
                </a:ext>
              </a:extLst>
            </p:cNvPr>
            <p:cNvSpPr/>
            <p:nvPr/>
          </p:nvSpPr>
          <p:spPr>
            <a:xfrm>
              <a:off x="526451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03" name="pg1458">
              <a:extLst>
                <a:ext uri="{FF2B5EF4-FFF2-40B4-BE49-F238E27FC236}">
                  <a16:creationId xmlns:a16="http://schemas.microsoft.com/office/drawing/2014/main" id="{69EC7A28-B8D1-C1E8-95C6-31DA2F47BD27}"/>
                </a:ext>
              </a:extLst>
            </p:cNvPr>
            <p:cNvSpPr/>
            <p:nvPr/>
          </p:nvSpPr>
          <p:spPr>
            <a:xfrm>
              <a:off x="499685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04" name="pg1459">
              <a:extLst>
                <a:ext uri="{FF2B5EF4-FFF2-40B4-BE49-F238E27FC236}">
                  <a16:creationId xmlns:a16="http://schemas.microsoft.com/office/drawing/2014/main" id="{D709953A-3344-30FD-1164-061E71D8D50C}"/>
                </a:ext>
              </a:extLst>
            </p:cNvPr>
            <p:cNvSpPr/>
            <p:nvPr/>
          </p:nvSpPr>
          <p:spPr>
            <a:xfrm>
              <a:off x="5008496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05" name="pg1460">
              <a:extLst>
                <a:ext uri="{FF2B5EF4-FFF2-40B4-BE49-F238E27FC236}">
                  <a16:creationId xmlns:a16="http://schemas.microsoft.com/office/drawing/2014/main" id="{84887132-A8A5-DC64-7634-9CC7A5A943C0}"/>
                </a:ext>
              </a:extLst>
            </p:cNvPr>
            <p:cNvSpPr/>
            <p:nvPr/>
          </p:nvSpPr>
          <p:spPr>
            <a:xfrm>
              <a:off x="502013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06" name="pg1461">
              <a:extLst>
                <a:ext uri="{FF2B5EF4-FFF2-40B4-BE49-F238E27FC236}">
                  <a16:creationId xmlns:a16="http://schemas.microsoft.com/office/drawing/2014/main" id="{E4C77424-C3DD-EBE3-8860-5618195EACFF}"/>
                </a:ext>
              </a:extLst>
            </p:cNvPr>
            <p:cNvSpPr/>
            <p:nvPr/>
          </p:nvSpPr>
          <p:spPr>
            <a:xfrm>
              <a:off x="503177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07" name="pg1462">
              <a:extLst>
                <a:ext uri="{FF2B5EF4-FFF2-40B4-BE49-F238E27FC236}">
                  <a16:creationId xmlns:a16="http://schemas.microsoft.com/office/drawing/2014/main" id="{7D8FD775-C496-1AD8-F0E5-BF936733AAA9}"/>
                </a:ext>
              </a:extLst>
            </p:cNvPr>
            <p:cNvSpPr/>
            <p:nvPr/>
          </p:nvSpPr>
          <p:spPr>
            <a:xfrm>
              <a:off x="5043408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08" name="pg1463">
              <a:extLst>
                <a:ext uri="{FF2B5EF4-FFF2-40B4-BE49-F238E27FC236}">
                  <a16:creationId xmlns:a16="http://schemas.microsoft.com/office/drawing/2014/main" id="{5C7476A8-7ADA-0AFF-0E50-3B79145B92DF}"/>
                </a:ext>
              </a:extLst>
            </p:cNvPr>
            <p:cNvSpPr/>
            <p:nvPr/>
          </p:nvSpPr>
          <p:spPr>
            <a:xfrm>
              <a:off x="505504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09" name="pg1464">
              <a:extLst>
                <a:ext uri="{FF2B5EF4-FFF2-40B4-BE49-F238E27FC236}">
                  <a16:creationId xmlns:a16="http://schemas.microsoft.com/office/drawing/2014/main" id="{46643166-6469-3057-3BCD-E3EEE5ADA888}"/>
                </a:ext>
              </a:extLst>
            </p:cNvPr>
            <p:cNvSpPr/>
            <p:nvPr/>
          </p:nvSpPr>
          <p:spPr>
            <a:xfrm>
              <a:off x="506668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10" name="pg1465">
              <a:extLst>
                <a:ext uri="{FF2B5EF4-FFF2-40B4-BE49-F238E27FC236}">
                  <a16:creationId xmlns:a16="http://schemas.microsoft.com/office/drawing/2014/main" id="{8DC879BC-857D-E938-422E-349488B4EBCB}"/>
                </a:ext>
              </a:extLst>
            </p:cNvPr>
            <p:cNvSpPr/>
            <p:nvPr/>
          </p:nvSpPr>
          <p:spPr>
            <a:xfrm>
              <a:off x="5078320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11" name="pg1466">
              <a:extLst>
                <a:ext uri="{FF2B5EF4-FFF2-40B4-BE49-F238E27FC236}">
                  <a16:creationId xmlns:a16="http://schemas.microsoft.com/office/drawing/2014/main" id="{CDDC2ABD-73EA-C79D-2459-E91D542E2749}"/>
                </a:ext>
              </a:extLst>
            </p:cNvPr>
            <p:cNvSpPr/>
            <p:nvPr/>
          </p:nvSpPr>
          <p:spPr>
            <a:xfrm>
              <a:off x="508995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12" name="pg1467">
              <a:extLst>
                <a:ext uri="{FF2B5EF4-FFF2-40B4-BE49-F238E27FC236}">
                  <a16:creationId xmlns:a16="http://schemas.microsoft.com/office/drawing/2014/main" id="{B7E777B9-E543-7F97-5954-2C7E2A3A8914}"/>
                </a:ext>
              </a:extLst>
            </p:cNvPr>
            <p:cNvSpPr/>
            <p:nvPr/>
          </p:nvSpPr>
          <p:spPr>
            <a:xfrm>
              <a:off x="510159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13" name="pg1468">
              <a:extLst>
                <a:ext uri="{FF2B5EF4-FFF2-40B4-BE49-F238E27FC236}">
                  <a16:creationId xmlns:a16="http://schemas.microsoft.com/office/drawing/2014/main" id="{0DDEE39E-BBE5-D74D-D292-5915697E3A23}"/>
                </a:ext>
              </a:extLst>
            </p:cNvPr>
            <p:cNvSpPr/>
            <p:nvPr/>
          </p:nvSpPr>
          <p:spPr>
            <a:xfrm>
              <a:off x="5113232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14" name="pg1469">
              <a:extLst>
                <a:ext uri="{FF2B5EF4-FFF2-40B4-BE49-F238E27FC236}">
                  <a16:creationId xmlns:a16="http://schemas.microsoft.com/office/drawing/2014/main" id="{ED1765BB-D17D-C1D6-2334-650834417A2C}"/>
                </a:ext>
              </a:extLst>
            </p:cNvPr>
            <p:cNvSpPr/>
            <p:nvPr/>
          </p:nvSpPr>
          <p:spPr>
            <a:xfrm>
              <a:off x="512486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3C9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15" name="pg1470">
              <a:extLst>
                <a:ext uri="{FF2B5EF4-FFF2-40B4-BE49-F238E27FC236}">
                  <a16:creationId xmlns:a16="http://schemas.microsoft.com/office/drawing/2014/main" id="{486627F6-0CD1-414E-A53E-484E1D787DF4}"/>
                </a:ext>
              </a:extLst>
            </p:cNvPr>
            <p:cNvSpPr/>
            <p:nvPr/>
          </p:nvSpPr>
          <p:spPr>
            <a:xfrm>
              <a:off x="513650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16" name="pg1471">
              <a:extLst>
                <a:ext uri="{FF2B5EF4-FFF2-40B4-BE49-F238E27FC236}">
                  <a16:creationId xmlns:a16="http://schemas.microsoft.com/office/drawing/2014/main" id="{53030D60-A115-830B-3074-30947ABBA3D0}"/>
                </a:ext>
              </a:extLst>
            </p:cNvPr>
            <p:cNvSpPr/>
            <p:nvPr/>
          </p:nvSpPr>
          <p:spPr>
            <a:xfrm>
              <a:off x="5148144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17" name="pg1472">
              <a:extLst>
                <a:ext uri="{FF2B5EF4-FFF2-40B4-BE49-F238E27FC236}">
                  <a16:creationId xmlns:a16="http://schemas.microsoft.com/office/drawing/2014/main" id="{74B8332A-80D3-0D2F-265F-5A670DC17D24}"/>
                </a:ext>
              </a:extLst>
            </p:cNvPr>
            <p:cNvSpPr/>
            <p:nvPr/>
          </p:nvSpPr>
          <p:spPr>
            <a:xfrm>
              <a:off x="515978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18" name="pg1473">
              <a:extLst>
                <a:ext uri="{FF2B5EF4-FFF2-40B4-BE49-F238E27FC236}">
                  <a16:creationId xmlns:a16="http://schemas.microsoft.com/office/drawing/2014/main" id="{43285B4C-D251-F40F-E9F6-02D4A46874EE}"/>
                </a:ext>
              </a:extLst>
            </p:cNvPr>
            <p:cNvSpPr/>
            <p:nvPr/>
          </p:nvSpPr>
          <p:spPr>
            <a:xfrm>
              <a:off x="517141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19" name="pg1474">
              <a:extLst>
                <a:ext uri="{FF2B5EF4-FFF2-40B4-BE49-F238E27FC236}">
                  <a16:creationId xmlns:a16="http://schemas.microsoft.com/office/drawing/2014/main" id="{B888468D-0F1A-17F5-E344-70E2C498C8EC}"/>
                </a:ext>
              </a:extLst>
            </p:cNvPr>
            <p:cNvSpPr/>
            <p:nvPr/>
          </p:nvSpPr>
          <p:spPr>
            <a:xfrm>
              <a:off x="5183056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20" name="pg1475">
              <a:extLst>
                <a:ext uri="{FF2B5EF4-FFF2-40B4-BE49-F238E27FC236}">
                  <a16:creationId xmlns:a16="http://schemas.microsoft.com/office/drawing/2014/main" id="{6517D0F4-FC8B-1C7C-F2EC-56BA872A8F45}"/>
                </a:ext>
              </a:extLst>
            </p:cNvPr>
            <p:cNvSpPr/>
            <p:nvPr/>
          </p:nvSpPr>
          <p:spPr>
            <a:xfrm>
              <a:off x="519469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21" name="pg1476">
              <a:extLst>
                <a:ext uri="{FF2B5EF4-FFF2-40B4-BE49-F238E27FC236}">
                  <a16:creationId xmlns:a16="http://schemas.microsoft.com/office/drawing/2014/main" id="{E315B5AF-C0D1-A16F-403C-ABED08E3DE1E}"/>
                </a:ext>
              </a:extLst>
            </p:cNvPr>
            <p:cNvSpPr/>
            <p:nvPr/>
          </p:nvSpPr>
          <p:spPr>
            <a:xfrm>
              <a:off x="520633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22" name="pg1477">
              <a:extLst>
                <a:ext uri="{FF2B5EF4-FFF2-40B4-BE49-F238E27FC236}">
                  <a16:creationId xmlns:a16="http://schemas.microsoft.com/office/drawing/2014/main" id="{5D2C1094-F5B5-AD0C-A06F-ABE913B0FF35}"/>
                </a:ext>
              </a:extLst>
            </p:cNvPr>
            <p:cNvSpPr/>
            <p:nvPr/>
          </p:nvSpPr>
          <p:spPr>
            <a:xfrm>
              <a:off x="5217968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23" name="pg1478">
              <a:extLst>
                <a:ext uri="{FF2B5EF4-FFF2-40B4-BE49-F238E27FC236}">
                  <a16:creationId xmlns:a16="http://schemas.microsoft.com/office/drawing/2014/main" id="{4AA935E9-0004-1066-296F-DFAC5ADD7D21}"/>
                </a:ext>
              </a:extLst>
            </p:cNvPr>
            <p:cNvSpPr/>
            <p:nvPr/>
          </p:nvSpPr>
          <p:spPr>
            <a:xfrm>
              <a:off x="522960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24" name="pg1479">
              <a:extLst>
                <a:ext uri="{FF2B5EF4-FFF2-40B4-BE49-F238E27FC236}">
                  <a16:creationId xmlns:a16="http://schemas.microsoft.com/office/drawing/2014/main" id="{9DFDE9B8-A6BD-4B7D-4E25-A53B123C6882}"/>
                </a:ext>
              </a:extLst>
            </p:cNvPr>
            <p:cNvSpPr/>
            <p:nvPr/>
          </p:nvSpPr>
          <p:spPr>
            <a:xfrm>
              <a:off x="524124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25" name="pg1480">
              <a:extLst>
                <a:ext uri="{FF2B5EF4-FFF2-40B4-BE49-F238E27FC236}">
                  <a16:creationId xmlns:a16="http://schemas.microsoft.com/office/drawing/2014/main" id="{454B4D12-142C-13F2-789E-1709FBD838EC}"/>
                </a:ext>
              </a:extLst>
            </p:cNvPr>
            <p:cNvSpPr/>
            <p:nvPr/>
          </p:nvSpPr>
          <p:spPr>
            <a:xfrm>
              <a:off x="5252880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26" name="pg1481">
              <a:extLst>
                <a:ext uri="{FF2B5EF4-FFF2-40B4-BE49-F238E27FC236}">
                  <a16:creationId xmlns:a16="http://schemas.microsoft.com/office/drawing/2014/main" id="{0F23D965-4173-46FF-0F65-08ABC2AC5A3A}"/>
                </a:ext>
              </a:extLst>
            </p:cNvPr>
            <p:cNvSpPr/>
            <p:nvPr/>
          </p:nvSpPr>
          <p:spPr>
            <a:xfrm>
              <a:off x="526451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27" name="pg1482">
              <a:extLst>
                <a:ext uri="{FF2B5EF4-FFF2-40B4-BE49-F238E27FC236}">
                  <a16:creationId xmlns:a16="http://schemas.microsoft.com/office/drawing/2014/main" id="{0238F289-F7BC-B313-20A2-51DE768D3E74}"/>
                </a:ext>
              </a:extLst>
            </p:cNvPr>
            <p:cNvSpPr/>
            <p:nvPr/>
          </p:nvSpPr>
          <p:spPr>
            <a:xfrm>
              <a:off x="5008496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28" name="pg1483">
              <a:extLst>
                <a:ext uri="{FF2B5EF4-FFF2-40B4-BE49-F238E27FC236}">
                  <a16:creationId xmlns:a16="http://schemas.microsoft.com/office/drawing/2014/main" id="{CF0EB4E3-87EF-8F7D-7840-FB1446954870}"/>
                </a:ext>
              </a:extLst>
            </p:cNvPr>
            <p:cNvSpPr/>
            <p:nvPr/>
          </p:nvSpPr>
          <p:spPr>
            <a:xfrm>
              <a:off x="502013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29" name="pg1484">
              <a:extLst>
                <a:ext uri="{FF2B5EF4-FFF2-40B4-BE49-F238E27FC236}">
                  <a16:creationId xmlns:a16="http://schemas.microsoft.com/office/drawing/2014/main" id="{55A12821-C58E-0476-B3C0-C5552F9B032F}"/>
                </a:ext>
              </a:extLst>
            </p:cNvPr>
            <p:cNvSpPr/>
            <p:nvPr/>
          </p:nvSpPr>
          <p:spPr>
            <a:xfrm>
              <a:off x="503177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30" name="pg1485">
              <a:extLst>
                <a:ext uri="{FF2B5EF4-FFF2-40B4-BE49-F238E27FC236}">
                  <a16:creationId xmlns:a16="http://schemas.microsoft.com/office/drawing/2014/main" id="{F7C5C2CD-9308-2F39-EF90-7DC6B2DA249F}"/>
                </a:ext>
              </a:extLst>
            </p:cNvPr>
            <p:cNvSpPr/>
            <p:nvPr/>
          </p:nvSpPr>
          <p:spPr>
            <a:xfrm>
              <a:off x="5043408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31" name="pg1486">
              <a:extLst>
                <a:ext uri="{FF2B5EF4-FFF2-40B4-BE49-F238E27FC236}">
                  <a16:creationId xmlns:a16="http://schemas.microsoft.com/office/drawing/2014/main" id="{5DF202BA-4883-9A6C-83CC-870DBABAD856}"/>
                </a:ext>
              </a:extLst>
            </p:cNvPr>
            <p:cNvSpPr/>
            <p:nvPr/>
          </p:nvSpPr>
          <p:spPr>
            <a:xfrm>
              <a:off x="505504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32" name="pg1487">
              <a:extLst>
                <a:ext uri="{FF2B5EF4-FFF2-40B4-BE49-F238E27FC236}">
                  <a16:creationId xmlns:a16="http://schemas.microsoft.com/office/drawing/2014/main" id="{625B871C-ED61-AFB0-88F9-9EFB830AC82F}"/>
                </a:ext>
              </a:extLst>
            </p:cNvPr>
            <p:cNvSpPr/>
            <p:nvPr/>
          </p:nvSpPr>
          <p:spPr>
            <a:xfrm>
              <a:off x="506668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33" name="pg1488">
              <a:extLst>
                <a:ext uri="{FF2B5EF4-FFF2-40B4-BE49-F238E27FC236}">
                  <a16:creationId xmlns:a16="http://schemas.microsoft.com/office/drawing/2014/main" id="{9F0D8194-5C6E-3914-4050-3E2743461A0A}"/>
                </a:ext>
              </a:extLst>
            </p:cNvPr>
            <p:cNvSpPr/>
            <p:nvPr/>
          </p:nvSpPr>
          <p:spPr>
            <a:xfrm>
              <a:off x="5078320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34" name="pg1489">
              <a:extLst>
                <a:ext uri="{FF2B5EF4-FFF2-40B4-BE49-F238E27FC236}">
                  <a16:creationId xmlns:a16="http://schemas.microsoft.com/office/drawing/2014/main" id="{0C85807D-32DC-BCA0-F291-EACE50939AA2}"/>
                </a:ext>
              </a:extLst>
            </p:cNvPr>
            <p:cNvSpPr/>
            <p:nvPr/>
          </p:nvSpPr>
          <p:spPr>
            <a:xfrm>
              <a:off x="5089957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35" name="pg1490">
              <a:extLst>
                <a:ext uri="{FF2B5EF4-FFF2-40B4-BE49-F238E27FC236}">
                  <a16:creationId xmlns:a16="http://schemas.microsoft.com/office/drawing/2014/main" id="{49C2EE41-BD02-2843-E78F-6894C7225515}"/>
                </a:ext>
              </a:extLst>
            </p:cNvPr>
            <p:cNvSpPr/>
            <p:nvPr/>
          </p:nvSpPr>
          <p:spPr>
            <a:xfrm>
              <a:off x="510159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36" name="pg1491">
              <a:extLst>
                <a:ext uri="{FF2B5EF4-FFF2-40B4-BE49-F238E27FC236}">
                  <a16:creationId xmlns:a16="http://schemas.microsoft.com/office/drawing/2014/main" id="{F4620FB0-BFA0-277E-37CB-710595731559}"/>
                </a:ext>
              </a:extLst>
            </p:cNvPr>
            <p:cNvSpPr/>
            <p:nvPr/>
          </p:nvSpPr>
          <p:spPr>
            <a:xfrm>
              <a:off x="5113232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37" name="pg1492">
              <a:extLst>
                <a:ext uri="{FF2B5EF4-FFF2-40B4-BE49-F238E27FC236}">
                  <a16:creationId xmlns:a16="http://schemas.microsoft.com/office/drawing/2014/main" id="{77D7A6DC-C575-29A7-20EB-600D999C08B4}"/>
                </a:ext>
              </a:extLst>
            </p:cNvPr>
            <p:cNvSpPr/>
            <p:nvPr/>
          </p:nvSpPr>
          <p:spPr>
            <a:xfrm>
              <a:off x="5124869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38" name="pg1493">
              <a:extLst>
                <a:ext uri="{FF2B5EF4-FFF2-40B4-BE49-F238E27FC236}">
                  <a16:creationId xmlns:a16="http://schemas.microsoft.com/office/drawing/2014/main" id="{9AB2E045-B36A-8625-E9FE-38061DACF7FB}"/>
                </a:ext>
              </a:extLst>
            </p:cNvPr>
            <p:cNvSpPr/>
            <p:nvPr/>
          </p:nvSpPr>
          <p:spPr>
            <a:xfrm>
              <a:off x="5136507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39" name="pg1494">
              <a:extLst>
                <a:ext uri="{FF2B5EF4-FFF2-40B4-BE49-F238E27FC236}">
                  <a16:creationId xmlns:a16="http://schemas.microsoft.com/office/drawing/2014/main" id="{11C1A4BA-600B-9938-5634-778F6881066D}"/>
                </a:ext>
              </a:extLst>
            </p:cNvPr>
            <p:cNvSpPr/>
            <p:nvPr/>
          </p:nvSpPr>
          <p:spPr>
            <a:xfrm>
              <a:off x="5148144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3C9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40" name="pg1495">
              <a:extLst>
                <a:ext uri="{FF2B5EF4-FFF2-40B4-BE49-F238E27FC236}">
                  <a16:creationId xmlns:a16="http://schemas.microsoft.com/office/drawing/2014/main" id="{F72CBD32-2E7F-61EE-1034-A928E636E4F3}"/>
                </a:ext>
              </a:extLst>
            </p:cNvPr>
            <p:cNvSpPr/>
            <p:nvPr/>
          </p:nvSpPr>
          <p:spPr>
            <a:xfrm>
              <a:off x="515978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41" name="pg1496">
              <a:extLst>
                <a:ext uri="{FF2B5EF4-FFF2-40B4-BE49-F238E27FC236}">
                  <a16:creationId xmlns:a16="http://schemas.microsoft.com/office/drawing/2014/main" id="{A6DB01A2-6DB0-C773-AF8D-FA84B9CCBF6F}"/>
                </a:ext>
              </a:extLst>
            </p:cNvPr>
            <p:cNvSpPr/>
            <p:nvPr/>
          </p:nvSpPr>
          <p:spPr>
            <a:xfrm>
              <a:off x="5171419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42" name="pg1497">
              <a:extLst>
                <a:ext uri="{FF2B5EF4-FFF2-40B4-BE49-F238E27FC236}">
                  <a16:creationId xmlns:a16="http://schemas.microsoft.com/office/drawing/2014/main" id="{8F69ADA2-4400-E7B7-AF89-31974DFD8548}"/>
                </a:ext>
              </a:extLst>
            </p:cNvPr>
            <p:cNvSpPr/>
            <p:nvPr/>
          </p:nvSpPr>
          <p:spPr>
            <a:xfrm>
              <a:off x="5183056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43" name="pg1498">
              <a:extLst>
                <a:ext uri="{FF2B5EF4-FFF2-40B4-BE49-F238E27FC236}">
                  <a16:creationId xmlns:a16="http://schemas.microsoft.com/office/drawing/2014/main" id="{683C8D6E-6781-06B0-5FE7-CB4052561C18}"/>
                </a:ext>
              </a:extLst>
            </p:cNvPr>
            <p:cNvSpPr/>
            <p:nvPr/>
          </p:nvSpPr>
          <p:spPr>
            <a:xfrm>
              <a:off x="519469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44" name="pg1499">
              <a:extLst>
                <a:ext uri="{FF2B5EF4-FFF2-40B4-BE49-F238E27FC236}">
                  <a16:creationId xmlns:a16="http://schemas.microsoft.com/office/drawing/2014/main" id="{CFBA2F86-F6D2-1872-4486-D6890EA72C52}"/>
                </a:ext>
              </a:extLst>
            </p:cNvPr>
            <p:cNvSpPr/>
            <p:nvPr/>
          </p:nvSpPr>
          <p:spPr>
            <a:xfrm>
              <a:off x="520633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45" name="pg1500">
              <a:extLst>
                <a:ext uri="{FF2B5EF4-FFF2-40B4-BE49-F238E27FC236}">
                  <a16:creationId xmlns:a16="http://schemas.microsoft.com/office/drawing/2014/main" id="{D866992A-D786-2D87-EF86-D14B5CEB0A09}"/>
                </a:ext>
              </a:extLst>
            </p:cNvPr>
            <p:cNvSpPr/>
            <p:nvPr/>
          </p:nvSpPr>
          <p:spPr>
            <a:xfrm>
              <a:off x="5217968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46" name="pg1501">
              <a:extLst>
                <a:ext uri="{FF2B5EF4-FFF2-40B4-BE49-F238E27FC236}">
                  <a16:creationId xmlns:a16="http://schemas.microsoft.com/office/drawing/2014/main" id="{4D04D637-06B2-1DFA-73CA-08A1D2CEA464}"/>
                </a:ext>
              </a:extLst>
            </p:cNvPr>
            <p:cNvSpPr/>
            <p:nvPr/>
          </p:nvSpPr>
          <p:spPr>
            <a:xfrm>
              <a:off x="522960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47" name="pg1502">
              <a:extLst>
                <a:ext uri="{FF2B5EF4-FFF2-40B4-BE49-F238E27FC236}">
                  <a16:creationId xmlns:a16="http://schemas.microsoft.com/office/drawing/2014/main" id="{EFA58020-FC02-6EFC-8043-5A4953EE0E1E}"/>
                </a:ext>
              </a:extLst>
            </p:cNvPr>
            <p:cNvSpPr/>
            <p:nvPr/>
          </p:nvSpPr>
          <p:spPr>
            <a:xfrm>
              <a:off x="524124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48" name="pg1503">
              <a:extLst>
                <a:ext uri="{FF2B5EF4-FFF2-40B4-BE49-F238E27FC236}">
                  <a16:creationId xmlns:a16="http://schemas.microsoft.com/office/drawing/2014/main" id="{844F744F-1D79-C2E7-2917-708AA62593F9}"/>
                </a:ext>
              </a:extLst>
            </p:cNvPr>
            <p:cNvSpPr/>
            <p:nvPr/>
          </p:nvSpPr>
          <p:spPr>
            <a:xfrm>
              <a:off x="5252880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49" name="pg1504">
              <a:extLst>
                <a:ext uri="{FF2B5EF4-FFF2-40B4-BE49-F238E27FC236}">
                  <a16:creationId xmlns:a16="http://schemas.microsoft.com/office/drawing/2014/main" id="{44B6EDFE-1640-F7C4-DF62-D7ADECDB9FD7}"/>
                </a:ext>
              </a:extLst>
            </p:cNvPr>
            <p:cNvSpPr/>
            <p:nvPr/>
          </p:nvSpPr>
          <p:spPr>
            <a:xfrm>
              <a:off x="5008496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3C9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50" name="pg1505">
              <a:extLst>
                <a:ext uri="{FF2B5EF4-FFF2-40B4-BE49-F238E27FC236}">
                  <a16:creationId xmlns:a16="http://schemas.microsoft.com/office/drawing/2014/main" id="{8DA85661-7883-ED40-5FDC-31DF88E4E2AA}"/>
                </a:ext>
              </a:extLst>
            </p:cNvPr>
            <p:cNvSpPr/>
            <p:nvPr/>
          </p:nvSpPr>
          <p:spPr>
            <a:xfrm>
              <a:off x="502013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3C9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51" name="pg1506">
              <a:extLst>
                <a:ext uri="{FF2B5EF4-FFF2-40B4-BE49-F238E27FC236}">
                  <a16:creationId xmlns:a16="http://schemas.microsoft.com/office/drawing/2014/main" id="{10699764-CB42-D070-3010-93A4D57ADF29}"/>
                </a:ext>
              </a:extLst>
            </p:cNvPr>
            <p:cNvSpPr/>
            <p:nvPr/>
          </p:nvSpPr>
          <p:spPr>
            <a:xfrm>
              <a:off x="503177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52" name="pg1507">
              <a:extLst>
                <a:ext uri="{FF2B5EF4-FFF2-40B4-BE49-F238E27FC236}">
                  <a16:creationId xmlns:a16="http://schemas.microsoft.com/office/drawing/2014/main" id="{6F13FCF5-FE58-D09B-731E-260987856C9C}"/>
                </a:ext>
              </a:extLst>
            </p:cNvPr>
            <p:cNvSpPr/>
            <p:nvPr/>
          </p:nvSpPr>
          <p:spPr>
            <a:xfrm>
              <a:off x="5043408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53" name="pg1508">
              <a:extLst>
                <a:ext uri="{FF2B5EF4-FFF2-40B4-BE49-F238E27FC236}">
                  <a16:creationId xmlns:a16="http://schemas.microsoft.com/office/drawing/2014/main" id="{FC1A5B65-A3DE-4767-1F05-C1FEF2DB0CE3}"/>
                </a:ext>
              </a:extLst>
            </p:cNvPr>
            <p:cNvSpPr/>
            <p:nvPr/>
          </p:nvSpPr>
          <p:spPr>
            <a:xfrm>
              <a:off x="505504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54" name="pg1509">
              <a:extLst>
                <a:ext uri="{FF2B5EF4-FFF2-40B4-BE49-F238E27FC236}">
                  <a16:creationId xmlns:a16="http://schemas.microsoft.com/office/drawing/2014/main" id="{8194D19A-2837-69C9-87BF-98C339F3A141}"/>
                </a:ext>
              </a:extLst>
            </p:cNvPr>
            <p:cNvSpPr/>
            <p:nvPr/>
          </p:nvSpPr>
          <p:spPr>
            <a:xfrm>
              <a:off x="506668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55" name="pg1510">
              <a:extLst>
                <a:ext uri="{FF2B5EF4-FFF2-40B4-BE49-F238E27FC236}">
                  <a16:creationId xmlns:a16="http://schemas.microsoft.com/office/drawing/2014/main" id="{771FD8D3-E7F4-A366-8FF7-4AD060E2A851}"/>
                </a:ext>
              </a:extLst>
            </p:cNvPr>
            <p:cNvSpPr/>
            <p:nvPr/>
          </p:nvSpPr>
          <p:spPr>
            <a:xfrm>
              <a:off x="5078320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56" name="pg1511">
              <a:extLst>
                <a:ext uri="{FF2B5EF4-FFF2-40B4-BE49-F238E27FC236}">
                  <a16:creationId xmlns:a16="http://schemas.microsoft.com/office/drawing/2014/main" id="{645F90E0-ED67-46E3-3D9E-5FAA847B6AA1}"/>
                </a:ext>
              </a:extLst>
            </p:cNvPr>
            <p:cNvSpPr/>
            <p:nvPr/>
          </p:nvSpPr>
          <p:spPr>
            <a:xfrm>
              <a:off x="5089957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57" name="pg1512">
              <a:extLst>
                <a:ext uri="{FF2B5EF4-FFF2-40B4-BE49-F238E27FC236}">
                  <a16:creationId xmlns:a16="http://schemas.microsoft.com/office/drawing/2014/main" id="{683393F9-5EEF-5505-21CC-CADECB791C62}"/>
                </a:ext>
              </a:extLst>
            </p:cNvPr>
            <p:cNvSpPr/>
            <p:nvPr/>
          </p:nvSpPr>
          <p:spPr>
            <a:xfrm>
              <a:off x="510159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58" name="pg1513">
              <a:extLst>
                <a:ext uri="{FF2B5EF4-FFF2-40B4-BE49-F238E27FC236}">
                  <a16:creationId xmlns:a16="http://schemas.microsoft.com/office/drawing/2014/main" id="{4CA6CE73-79A6-C75A-A812-2B9A37B5A9A0}"/>
                </a:ext>
              </a:extLst>
            </p:cNvPr>
            <p:cNvSpPr/>
            <p:nvPr/>
          </p:nvSpPr>
          <p:spPr>
            <a:xfrm>
              <a:off x="5113232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59" name="pg1514">
              <a:extLst>
                <a:ext uri="{FF2B5EF4-FFF2-40B4-BE49-F238E27FC236}">
                  <a16:creationId xmlns:a16="http://schemas.microsoft.com/office/drawing/2014/main" id="{3438FF2A-4994-2BC9-11BC-43CA66BA1E2A}"/>
                </a:ext>
              </a:extLst>
            </p:cNvPr>
            <p:cNvSpPr/>
            <p:nvPr/>
          </p:nvSpPr>
          <p:spPr>
            <a:xfrm>
              <a:off x="5124869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60" name="pg1515">
              <a:extLst>
                <a:ext uri="{FF2B5EF4-FFF2-40B4-BE49-F238E27FC236}">
                  <a16:creationId xmlns:a16="http://schemas.microsoft.com/office/drawing/2014/main" id="{1B1578B1-3769-87EA-D26E-D6D6177F5C9B}"/>
                </a:ext>
              </a:extLst>
            </p:cNvPr>
            <p:cNvSpPr/>
            <p:nvPr/>
          </p:nvSpPr>
          <p:spPr>
            <a:xfrm>
              <a:off x="5136507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61" name="pg1516">
              <a:extLst>
                <a:ext uri="{FF2B5EF4-FFF2-40B4-BE49-F238E27FC236}">
                  <a16:creationId xmlns:a16="http://schemas.microsoft.com/office/drawing/2014/main" id="{D4831F29-7400-4636-555D-A73550C2E521}"/>
                </a:ext>
              </a:extLst>
            </p:cNvPr>
            <p:cNvSpPr/>
            <p:nvPr/>
          </p:nvSpPr>
          <p:spPr>
            <a:xfrm>
              <a:off x="5148144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62" name="pg1517">
              <a:extLst>
                <a:ext uri="{FF2B5EF4-FFF2-40B4-BE49-F238E27FC236}">
                  <a16:creationId xmlns:a16="http://schemas.microsoft.com/office/drawing/2014/main" id="{FB229C8E-42E8-6FB6-4B9D-91619221823B}"/>
                </a:ext>
              </a:extLst>
            </p:cNvPr>
            <p:cNvSpPr/>
            <p:nvPr/>
          </p:nvSpPr>
          <p:spPr>
            <a:xfrm>
              <a:off x="515978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63" name="pg1518">
              <a:extLst>
                <a:ext uri="{FF2B5EF4-FFF2-40B4-BE49-F238E27FC236}">
                  <a16:creationId xmlns:a16="http://schemas.microsoft.com/office/drawing/2014/main" id="{EADD5281-2567-6434-CB31-2D2FE30101FB}"/>
                </a:ext>
              </a:extLst>
            </p:cNvPr>
            <p:cNvSpPr/>
            <p:nvPr/>
          </p:nvSpPr>
          <p:spPr>
            <a:xfrm>
              <a:off x="5171419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64" name="pg1519">
              <a:extLst>
                <a:ext uri="{FF2B5EF4-FFF2-40B4-BE49-F238E27FC236}">
                  <a16:creationId xmlns:a16="http://schemas.microsoft.com/office/drawing/2014/main" id="{96ADA5F6-D13D-C492-8B1C-BE272AAE3FE3}"/>
                </a:ext>
              </a:extLst>
            </p:cNvPr>
            <p:cNvSpPr/>
            <p:nvPr/>
          </p:nvSpPr>
          <p:spPr>
            <a:xfrm>
              <a:off x="5183056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65" name="pg1520">
              <a:extLst>
                <a:ext uri="{FF2B5EF4-FFF2-40B4-BE49-F238E27FC236}">
                  <a16:creationId xmlns:a16="http://schemas.microsoft.com/office/drawing/2014/main" id="{D6A77835-5281-FFB2-78DA-390103023965}"/>
                </a:ext>
              </a:extLst>
            </p:cNvPr>
            <p:cNvSpPr/>
            <p:nvPr/>
          </p:nvSpPr>
          <p:spPr>
            <a:xfrm>
              <a:off x="519469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66" name="pg1521">
              <a:extLst>
                <a:ext uri="{FF2B5EF4-FFF2-40B4-BE49-F238E27FC236}">
                  <a16:creationId xmlns:a16="http://schemas.microsoft.com/office/drawing/2014/main" id="{51E229DC-0E38-9F24-9235-C8839276931B}"/>
                </a:ext>
              </a:extLst>
            </p:cNvPr>
            <p:cNvSpPr/>
            <p:nvPr/>
          </p:nvSpPr>
          <p:spPr>
            <a:xfrm>
              <a:off x="520633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67" name="pg1522">
              <a:extLst>
                <a:ext uri="{FF2B5EF4-FFF2-40B4-BE49-F238E27FC236}">
                  <a16:creationId xmlns:a16="http://schemas.microsoft.com/office/drawing/2014/main" id="{20F052A5-D420-A0FA-DF4F-E92F99C8EEF2}"/>
                </a:ext>
              </a:extLst>
            </p:cNvPr>
            <p:cNvSpPr/>
            <p:nvPr/>
          </p:nvSpPr>
          <p:spPr>
            <a:xfrm>
              <a:off x="5217968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68" name="pg1523">
              <a:extLst>
                <a:ext uri="{FF2B5EF4-FFF2-40B4-BE49-F238E27FC236}">
                  <a16:creationId xmlns:a16="http://schemas.microsoft.com/office/drawing/2014/main" id="{A0377F45-A56E-D6E7-9A49-E290862DC661}"/>
                </a:ext>
              </a:extLst>
            </p:cNvPr>
            <p:cNvSpPr/>
            <p:nvPr/>
          </p:nvSpPr>
          <p:spPr>
            <a:xfrm>
              <a:off x="522960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69" name="pg1524">
              <a:extLst>
                <a:ext uri="{FF2B5EF4-FFF2-40B4-BE49-F238E27FC236}">
                  <a16:creationId xmlns:a16="http://schemas.microsoft.com/office/drawing/2014/main" id="{7C96E917-9C2D-5662-4E32-9759AD44641E}"/>
                </a:ext>
              </a:extLst>
            </p:cNvPr>
            <p:cNvSpPr/>
            <p:nvPr/>
          </p:nvSpPr>
          <p:spPr>
            <a:xfrm>
              <a:off x="524124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70" name="pg1525">
              <a:extLst>
                <a:ext uri="{FF2B5EF4-FFF2-40B4-BE49-F238E27FC236}">
                  <a16:creationId xmlns:a16="http://schemas.microsoft.com/office/drawing/2014/main" id="{22B735C1-5A5B-528A-9439-53795AF0643F}"/>
                </a:ext>
              </a:extLst>
            </p:cNvPr>
            <p:cNvSpPr/>
            <p:nvPr/>
          </p:nvSpPr>
          <p:spPr>
            <a:xfrm>
              <a:off x="503177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71" name="pg1526">
              <a:extLst>
                <a:ext uri="{FF2B5EF4-FFF2-40B4-BE49-F238E27FC236}">
                  <a16:creationId xmlns:a16="http://schemas.microsoft.com/office/drawing/2014/main" id="{0109B237-9EFB-CEA2-7B70-35E5C4DDB11E}"/>
                </a:ext>
              </a:extLst>
            </p:cNvPr>
            <p:cNvSpPr/>
            <p:nvPr/>
          </p:nvSpPr>
          <p:spPr>
            <a:xfrm>
              <a:off x="5043408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72" name="pg1527">
              <a:extLst>
                <a:ext uri="{FF2B5EF4-FFF2-40B4-BE49-F238E27FC236}">
                  <a16:creationId xmlns:a16="http://schemas.microsoft.com/office/drawing/2014/main" id="{0E747C9B-CFE7-3F71-156A-28E9DB3C62D5}"/>
                </a:ext>
              </a:extLst>
            </p:cNvPr>
            <p:cNvSpPr/>
            <p:nvPr/>
          </p:nvSpPr>
          <p:spPr>
            <a:xfrm>
              <a:off x="505504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73" name="pg1528">
              <a:extLst>
                <a:ext uri="{FF2B5EF4-FFF2-40B4-BE49-F238E27FC236}">
                  <a16:creationId xmlns:a16="http://schemas.microsoft.com/office/drawing/2014/main" id="{5A41FCE5-4E84-4796-F8A8-37AA251BC94F}"/>
                </a:ext>
              </a:extLst>
            </p:cNvPr>
            <p:cNvSpPr/>
            <p:nvPr/>
          </p:nvSpPr>
          <p:spPr>
            <a:xfrm>
              <a:off x="5066683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74" name="pg1529">
              <a:extLst>
                <a:ext uri="{FF2B5EF4-FFF2-40B4-BE49-F238E27FC236}">
                  <a16:creationId xmlns:a16="http://schemas.microsoft.com/office/drawing/2014/main" id="{CFF5508B-D923-D329-6924-1F75102F7462}"/>
                </a:ext>
              </a:extLst>
            </p:cNvPr>
            <p:cNvSpPr/>
            <p:nvPr/>
          </p:nvSpPr>
          <p:spPr>
            <a:xfrm>
              <a:off x="5078320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75" name="pg1530">
              <a:extLst>
                <a:ext uri="{FF2B5EF4-FFF2-40B4-BE49-F238E27FC236}">
                  <a16:creationId xmlns:a16="http://schemas.microsoft.com/office/drawing/2014/main" id="{03C927AD-3818-2EB5-23D3-AB7918078298}"/>
                </a:ext>
              </a:extLst>
            </p:cNvPr>
            <p:cNvSpPr/>
            <p:nvPr/>
          </p:nvSpPr>
          <p:spPr>
            <a:xfrm>
              <a:off x="5089957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76" name="pg1531">
              <a:extLst>
                <a:ext uri="{FF2B5EF4-FFF2-40B4-BE49-F238E27FC236}">
                  <a16:creationId xmlns:a16="http://schemas.microsoft.com/office/drawing/2014/main" id="{81F2862B-5B16-A617-D577-A2D4FECD32B9}"/>
                </a:ext>
              </a:extLst>
            </p:cNvPr>
            <p:cNvSpPr/>
            <p:nvPr/>
          </p:nvSpPr>
          <p:spPr>
            <a:xfrm>
              <a:off x="510159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77" name="pg1532">
              <a:extLst>
                <a:ext uri="{FF2B5EF4-FFF2-40B4-BE49-F238E27FC236}">
                  <a16:creationId xmlns:a16="http://schemas.microsoft.com/office/drawing/2014/main" id="{91D884A9-520D-0679-8C3E-7242228AE396}"/>
                </a:ext>
              </a:extLst>
            </p:cNvPr>
            <p:cNvSpPr/>
            <p:nvPr/>
          </p:nvSpPr>
          <p:spPr>
            <a:xfrm>
              <a:off x="5113232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78" name="pg1533">
              <a:extLst>
                <a:ext uri="{FF2B5EF4-FFF2-40B4-BE49-F238E27FC236}">
                  <a16:creationId xmlns:a16="http://schemas.microsoft.com/office/drawing/2014/main" id="{40020FF5-3371-0200-D97F-689827394AEE}"/>
                </a:ext>
              </a:extLst>
            </p:cNvPr>
            <p:cNvSpPr/>
            <p:nvPr/>
          </p:nvSpPr>
          <p:spPr>
            <a:xfrm>
              <a:off x="5124869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79" name="pg1534">
              <a:extLst>
                <a:ext uri="{FF2B5EF4-FFF2-40B4-BE49-F238E27FC236}">
                  <a16:creationId xmlns:a16="http://schemas.microsoft.com/office/drawing/2014/main" id="{C3B82A94-E615-A42A-23FA-D518655698A6}"/>
                </a:ext>
              </a:extLst>
            </p:cNvPr>
            <p:cNvSpPr/>
            <p:nvPr/>
          </p:nvSpPr>
          <p:spPr>
            <a:xfrm>
              <a:off x="5136507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80" name="pg1535">
              <a:extLst>
                <a:ext uri="{FF2B5EF4-FFF2-40B4-BE49-F238E27FC236}">
                  <a16:creationId xmlns:a16="http://schemas.microsoft.com/office/drawing/2014/main" id="{ED8EB062-3699-7E66-2A0C-42587DB560A9}"/>
                </a:ext>
              </a:extLst>
            </p:cNvPr>
            <p:cNvSpPr/>
            <p:nvPr/>
          </p:nvSpPr>
          <p:spPr>
            <a:xfrm>
              <a:off x="5148144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81" name="pg1536">
              <a:extLst>
                <a:ext uri="{FF2B5EF4-FFF2-40B4-BE49-F238E27FC236}">
                  <a16:creationId xmlns:a16="http://schemas.microsoft.com/office/drawing/2014/main" id="{D45CE122-E548-A76A-F060-43E5B3B9B89F}"/>
                </a:ext>
              </a:extLst>
            </p:cNvPr>
            <p:cNvSpPr/>
            <p:nvPr/>
          </p:nvSpPr>
          <p:spPr>
            <a:xfrm>
              <a:off x="515978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82" name="pg1537">
              <a:extLst>
                <a:ext uri="{FF2B5EF4-FFF2-40B4-BE49-F238E27FC236}">
                  <a16:creationId xmlns:a16="http://schemas.microsoft.com/office/drawing/2014/main" id="{7B01D42F-3529-D37B-48F5-79D463A4F5A7}"/>
                </a:ext>
              </a:extLst>
            </p:cNvPr>
            <p:cNvSpPr/>
            <p:nvPr/>
          </p:nvSpPr>
          <p:spPr>
            <a:xfrm>
              <a:off x="5171419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83" name="pg1538">
              <a:extLst>
                <a:ext uri="{FF2B5EF4-FFF2-40B4-BE49-F238E27FC236}">
                  <a16:creationId xmlns:a16="http://schemas.microsoft.com/office/drawing/2014/main" id="{75B08589-1B52-9AD1-1644-D1CE67338F79}"/>
                </a:ext>
              </a:extLst>
            </p:cNvPr>
            <p:cNvSpPr/>
            <p:nvPr/>
          </p:nvSpPr>
          <p:spPr>
            <a:xfrm>
              <a:off x="5183056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84" name="pg1539">
              <a:extLst>
                <a:ext uri="{FF2B5EF4-FFF2-40B4-BE49-F238E27FC236}">
                  <a16:creationId xmlns:a16="http://schemas.microsoft.com/office/drawing/2014/main" id="{5850ED95-1228-1DCB-85E9-09443C51F561}"/>
                </a:ext>
              </a:extLst>
            </p:cNvPr>
            <p:cNvSpPr/>
            <p:nvPr/>
          </p:nvSpPr>
          <p:spPr>
            <a:xfrm>
              <a:off x="5194693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85" name="pg1540">
              <a:extLst>
                <a:ext uri="{FF2B5EF4-FFF2-40B4-BE49-F238E27FC236}">
                  <a16:creationId xmlns:a16="http://schemas.microsoft.com/office/drawing/2014/main" id="{EBAD9BCF-5C26-0710-F6F9-80746A78574D}"/>
                </a:ext>
              </a:extLst>
            </p:cNvPr>
            <p:cNvSpPr/>
            <p:nvPr/>
          </p:nvSpPr>
          <p:spPr>
            <a:xfrm>
              <a:off x="520633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86" name="pg1541">
              <a:extLst>
                <a:ext uri="{FF2B5EF4-FFF2-40B4-BE49-F238E27FC236}">
                  <a16:creationId xmlns:a16="http://schemas.microsoft.com/office/drawing/2014/main" id="{3974F1A6-B8DB-94E3-6B21-8DF413495F44}"/>
                </a:ext>
              </a:extLst>
            </p:cNvPr>
            <p:cNvSpPr/>
            <p:nvPr/>
          </p:nvSpPr>
          <p:spPr>
            <a:xfrm>
              <a:off x="5217968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87" name="pg1542">
              <a:extLst>
                <a:ext uri="{FF2B5EF4-FFF2-40B4-BE49-F238E27FC236}">
                  <a16:creationId xmlns:a16="http://schemas.microsoft.com/office/drawing/2014/main" id="{B29D3FC8-EE43-002D-2D30-D8263EB03E75}"/>
                </a:ext>
              </a:extLst>
            </p:cNvPr>
            <p:cNvSpPr/>
            <p:nvPr/>
          </p:nvSpPr>
          <p:spPr>
            <a:xfrm>
              <a:off x="522960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88" name="pg1543">
              <a:extLst>
                <a:ext uri="{FF2B5EF4-FFF2-40B4-BE49-F238E27FC236}">
                  <a16:creationId xmlns:a16="http://schemas.microsoft.com/office/drawing/2014/main" id="{C96C08DA-6305-1A78-2EA3-AABC5822DB6E}"/>
                </a:ext>
              </a:extLst>
            </p:cNvPr>
            <p:cNvSpPr/>
            <p:nvPr/>
          </p:nvSpPr>
          <p:spPr>
            <a:xfrm>
              <a:off x="5043408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89" name="pg1544">
              <a:extLst>
                <a:ext uri="{FF2B5EF4-FFF2-40B4-BE49-F238E27FC236}">
                  <a16:creationId xmlns:a16="http://schemas.microsoft.com/office/drawing/2014/main" id="{3AC35FFF-03FA-A6A3-002D-9B2CE25C2447}"/>
                </a:ext>
              </a:extLst>
            </p:cNvPr>
            <p:cNvSpPr/>
            <p:nvPr/>
          </p:nvSpPr>
          <p:spPr>
            <a:xfrm>
              <a:off x="5055045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90" name="pg1545">
              <a:extLst>
                <a:ext uri="{FF2B5EF4-FFF2-40B4-BE49-F238E27FC236}">
                  <a16:creationId xmlns:a16="http://schemas.microsoft.com/office/drawing/2014/main" id="{F11EFC23-50F9-34CA-346A-6AF2228A6DA4}"/>
                </a:ext>
              </a:extLst>
            </p:cNvPr>
            <p:cNvSpPr/>
            <p:nvPr/>
          </p:nvSpPr>
          <p:spPr>
            <a:xfrm>
              <a:off x="5066683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91" name="pg1546">
              <a:extLst>
                <a:ext uri="{FF2B5EF4-FFF2-40B4-BE49-F238E27FC236}">
                  <a16:creationId xmlns:a16="http://schemas.microsoft.com/office/drawing/2014/main" id="{49740B16-E4CA-E9D9-D579-6F4F60DB5C1B}"/>
                </a:ext>
              </a:extLst>
            </p:cNvPr>
            <p:cNvSpPr/>
            <p:nvPr/>
          </p:nvSpPr>
          <p:spPr>
            <a:xfrm>
              <a:off x="5078320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92" name="pg1547">
              <a:extLst>
                <a:ext uri="{FF2B5EF4-FFF2-40B4-BE49-F238E27FC236}">
                  <a16:creationId xmlns:a16="http://schemas.microsoft.com/office/drawing/2014/main" id="{2ECF3C51-6AFF-9091-B5A9-0CC65C80AE39}"/>
                </a:ext>
              </a:extLst>
            </p:cNvPr>
            <p:cNvSpPr/>
            <p:nvPr/>
          </p:nvSpPr>
          <p:spPr>
            <a:xfrm>
              <a:off x="5089957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93" name="pg1548">
              <a:extLst>
                <a:ext uri="{FF2B5EF4-FFF2-40B4-BE49-F238E27FC236}">
                  <a16:creationId xmlns:a16="http://schemas.microsoft.com/office/drawing/2014/main" id="{5EB68DEF-905C-1886-F05D-25BF4B0824C4}"/>
                </a:ext>
              </a:extLst>
            </p:cNvPr>
            <p:cNvSpPr/>
            <p:nvPr/>
          </p:nvSpPr>
          <p:spPr>
            <a:xfrm>
              <a:off x="5101595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94" name="pg1549">
              <a:extLst>
                <a:ext uri="{FF2B5EF4-FFF2-40B4-BE49-F238E27FC236}">
                  <a16:creationId xmlns:a16="http://schemas.microsoft.com/office/drawing/2014/main" id="{BCE30E83-48EA-B774-D8ED-36FF3DE1E742}"/>
                </a:ext>
              </a:extLst>
            </p:cNvPr>
            <p:cNvSpPr/>
            <p:nvPr/>
          </p:nvSpPr>
          <p:spPr>
            <a:xfrm>
              <a:off x="5113232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95" name="pg1550">
              <a:extLst>
                <a:ext uri="{FF2B5EF4-FFF2-40B4-BE49-F238E27FC236}">
                  <a16:creationId xmlns:a16="http://schemas.microsoft.com/office/drawing/2014/main" id="{130C09CA-1488-A696-FD04-E4F084BBCE8C}"/>
                </a:ext>
              </a:extLst>
            </p:cNvPr>
            <p:cNvSpPr/>
            <p:nvPr/>
          </p:nvSpPr>
          <p:spPr>
            <a:xfrm>
              <a:off x="5124869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96" name="pg1551">
              <a:extLst>
                <a:ext uri="{FF2B5EF4-FFF2-40B4-BE49-F238E27FC236}">
                  <a16:creationId xmlns:a16="http://schemas.microsoft.com/office/drawing/2014/main" id="{9B889FD1-E545-C3EB-AB27-C48CCB39E1C8}"/>
                </a:ext>
              </a:extLst>
            </p:cNvPr>
            <p:cNvSpPr/>
            <p:nvPr/>
          </p:nvSpPr>
          <p:spPr>
            <a:xfrm>
              <a:off x="5136507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97" name="pg1552">
              <a:extLst>
                <a:ext uri="{FF2B5EF4-FFF2-40B4-BE49-F238E27FC236}">
                  <a16:creationId xmlns:a16="http://schemas.microsoft.com/office/drawing/2014/main" id="{5E32779E-D03E-F220-E432-4481F9D570EC}"/>
                </a:ext>
              </a:extLst>
            </p:cNvPr>
            <p:cNvSpPr/>
            <p:nvPr/>
          </p:nvSpPr>
          <p:spPr>
            <a:xfrm>
              <a:off x="5148144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98" name="pg1553">
              <a:extLst>
                <a:ext uri="{FF2B5EF4-FFF2-40B4-BE49-F238E27FC236}">
                  <a16:creationId xmlns:a16="http://schemas.microsoft.com/office/drawing/2014/main" id="{EFA162C6-4487-0965-73B5-AD4A199A5EE8}"/>
                </a:ext>
              </a:extLst>
            </p:cNvPr>
            <p:cNvSpPr/>
            <p:nvPr/>
          </p:nvSpPr>
          <p:spPr>
            <a:xfrm>
              <a:off x="5159781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99" name="pg1554">
              <a:extLst>
                <a:ext uri="{FF2B5EF4-FFF2-40B4-BE49-F238E27FC236}">
                  <a16:creationId xmlns:a16="http://schemas.microsoft.com/office/drawing/2014/main" id="{A9548E00-52EB-05E3-25E9-B82677ABE7D7}"/>
                </a:ext>
              </a:extLst>
            </p:cNvPr>
            <p:cNvSpPr/>
            <p:nvPr/>
          </p:nvSpPr>
          <p:spPr>
            <a:xfrm>
              <a:off x="5171419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00" name="pg1555">
              <a:extLst>
                <a:ext uri="{FF2B5EF4-FFF2-40B4-BE49-F238E27FC236}">
                  <a16:creationId xmlns:a16="http://schemas.microsoft.com/office/drawing/2014/main" id="{562D16E5-615A-B10D-1911-A668C74AE87D}"/>
                </a:ext>
              </a:extLst>
            </p:cNvPr>
            <p:cNvSpPr/>
            <p:nvPr/>
          </p:nvSpPr>
          <p:spPr>
            <a:xfrm>
              <a:off x="5183056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01" name="pg1556">
              <a:extLst>
                <a:ext uri="{FF2B5EF4-FFF2-40B4-BE49-F238E27FC236}">
                  <a16:creationId xmlns:a16="http://schemas.microsoft.com/office/drawing/2014/main" id="{F696CD23-4088-B364-4CE1-744CE9F7CE30}"/>
                </a:ext>
              </a:extLst>
            </p:cNvPr>
            <p:cNvSpPr/>
            <p:nvPr/>
          </p:nvSpPr>
          <p:spPr>
            <a:xfrm>
              <a:off x="5194693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02" name="pg1557">
              <a:extLst>
                <a:ext uri="{FF2B5EF4-FFF2-40B4-BE49-F238E27FC236}">
                  <a16:creationId xmlns:a16="http://schemas.microsoft.com/office/drawing/2014/main" id="{8703BE46-6D8E-D853-64FA-F91E6C35E323}"/>
                </a:ext>
              </a:extLst>
            </p:cNvPr>
            <p:cNvSpPr/>
            <p:nvPr/>
          </p:nvSpPr>
          <p:spPr>
            <a:xfrm>
              <a:off x="5206331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03" name="pg1558">
              <a:extLst>
                <a:ext uri="{FF2B5EF4-FFF2-40B4-BE49-F238E27FC236}">
                  <a16:creationId xmlns:a16="http://schemas.microsoft.com/office/drawing/2014/main" id="{443B88F6-4ABE-04E6-D7ED-D340C5D936E5}"/>
                </a:ext>
              </a:extLst>
            </p:cNvPr>
            <p:cNvSpPr/>
            <p:nvPr/>
          </p:nvSpPr>
          <p:spPr>
            <a:xfrm>
              <a:off x="5217968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04" name="pg1559">
              <a:extLst>
                <a:ext uri="{FF2B5EF4-FFF2-40B4-BE49-F238E27FC236}">
                  <a16:creationId xmlns:a16="http://schemas.microsoft.com/office/drawing/2014/main" id="{1417041B-8E69-DE90-C084-E000B35CE383}"/>
                </a:ext>
              </a:extLst>
            </p:cNvPr>
            <p:cNvSpPr/>
            <p:nvPr/>
          </p:nvSpPr>
          <p:spPr>
            <a:xfrm>
              <a:off x="5055045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B2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05" name="pg1560">
              <a:extLst>
                <a:ext uri="{FF2B5EF4-FFF2-40B4-BE49-F238E27FC236}">
                  <a16:creationId xmlns:a16="http://schemas.microsoft.com/office/drawing/2014/main" id="{A3763CAA-FBDD-64F0-D47E-690672E48017}"/>
                </a:ext>
              </a:extLst>
            </p:cNvPr>
            <p:cNvSpPr/>
            <p:nvPr/>
          </p:nvSpPr>
          <p:spPr>
            <a:xfrm>
              <a:off x="5066683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06" name="pg1561">
              <a:extLst>
                <a:ext uri="{FF2B5EF4-FFF2-40B4-BE49-F238E27FC236}">
                  <a16:creationId xmlns:a16="http://schemas.microsoft.com/office/drawing/2014/main" id="{170194D6-4330-DF20-8855-12C090713EAB}"/>
                </a:ext>
              </a:extLst>
            </p:cNvPr>
            <p:cNvSpPr/>
            <p:nvPr/>
          </p:nvSpPr>
          <p:spPr>
            <a:xfrm>
              <a:off x="5078320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07" name="pg1562">
              <a:extLst>
                <a:ext uri="{FF2B5EF4-FFF2-40B4-BE49-F238E27FC236}">
                  <a16:creationId xmlns:a16="http://schemas.microsoft.com/office/drawing/2014/main" id="{EFA174C9-E4DC-7406-25B2-71BFA4118449}"/>
                </a:ext>
              </a:extLst>
            </p:cNvPr>
            <p:cNvSpPr/>
            <p:nvPr/>
          </p:nvSpPr>
          <p:spPr>
            <a:xfrm>
              <a:off x="5089957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08" name="pg1563">
              <a:extLst>
                <a:ext uri="{FF2B5EF4-FFF2-40B4-BE49-F238E27FC236}">
                  <a16:creationId xmlns:a16="http://schemas.microsoft.com/office/drawing/2014/main" id="{8528DDEB-A010-C4F4-C438-B0F0DF1A8097}"/>
                </a:ext>
              </a:extLst>
            </p:cNvPr>
            <p:cNvSpPr/>
            <p:nvPr/>
          </p:nvSpPr>
          <p:spPr>
            <a:xfrm>
              <a:off x="5101595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09" name="pg1564">
              <a:extLst>
                <a:ext uri="{FF2B5EF4-FFF2-40B4-BE49-F238E27FC236}">
                  <a16:creationId xmlns:a16="http://schemas.microsoft.com/office/drawing/2014/main" id="{2D27E965-2916-2DCE-592C-A3B00EFCA609}"/>
                </a:ext>
              </a:extLst>
            </p:cNvPr>
            <p:cNvSpPr/>
            <p:nvPr/>
          </p:nvSpPr>
          <p:spPr>
            <a:xfrm>
              <a:off x="5113232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10" name="pg1565">
              <a:extLst>
                <a:ext uri="{FF2B5EF4-FFF2-40B4-BE49-F238E27FC236}">
                  <a16:creationId xmlns:a16="http://schemas.microsoft.com/office/drawing/2014/main" id="{AD432657-18E2-E03E-1EC4-D13AD3FC2A5A}"/>
                </a:ext>
              </a:extLst>
            </p:cNvPr>
            <p:cNvSpPr/>
            <p:nvPr/>
          </p:nvSpPr>
          <p:spPr>
            <a:xfrm>
              <a:off x="5124869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11" name="pg1566">
              <a:extLst>
                <a:ext uri="{FF2B5EF4-FFF2-40B4-BE49-F238E27FC236}">
                  <a16:creationId xmlns:a16="http://schemas.microsoft.com/office/drawing/2014/main" id="{60FF59E6-049F-61F7-E224-F6AD75DFC0D5}"/>
                </a:ext>
              </a:extLst>
            </p:cNvPr>
            <p:cNvSpPr/>
            <p:nvPr/>
          </p:nvSpPr>
          <p:spPr>
            <a:xfrm>
              <a:off x="5136507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12" name="pg1567">
              <a:extLst>
                <a:ext uri="{FF2B5EF4-FFF2-40B4-BE49-F238E27FC236}">
                  <a16:creationId xmlns:a16="http://schemas.microsoft.com/office/drawing/2014/main" id="{FD734987-15C1-B50F-4F64-13FE4937802B}"/>
                </a:ext>
              </a:extLst>
            </p:cNvPr>
            <p:cNvSpPr/>
            <p:nvPr/>
          </p:nvSpPr>
          <p:spPr>
            <a:xfrm>
              <a:off x="5148144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13" name="pg1568">
              <a:extLst>
                <a:ext uri="{FF2B5EF4-FFF2-40B4-BE49-F238E27FC236}">
                  <a16:creationId xmlns:a16="http://schemas.microsoft.com/office/drawing/2014/main" id="{86425F68-5296-5B25-075C-F412A87BABBE}"/>
                </a:ext>
              </a:extLst>
            </p:cNvPr>
            <p:cNvSpPr/>
            <p:nvPr/>
          </p:nvSpPr>
          <p:spPr>
            <a:xfrm>
              <a:off x="5159781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14" name="pg1569">
              <a:extLst>
                <a:ext uri="{FF2B5EF4-FFF2-40B4-BE49-F238E27FC236}">
                  <a16:creationId xmlns:a16="http://schemas.microsoft.com/office/drawing/2014/main" id="{796F88D7-D2DC-C645-4CB9-E60D154C784F}"/>
                </a:ext>
              </a:extLst>
            </p:cNvPr>
            <p:cNvSpPr/>
            <p:nvPr/>
          </p:nvSpPr>
          <p:spPr>
            <a:xfrm>
              <a:off x="5171419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15" name="pg1570">
              <a:extLst>
                <a:ext uri="{FF2B5EF4-FFF2-40B4-BE49-F238E27FC236}">
                  <a16:creationId xmlns:a16="http://schemas.microsoft.com/office/drawing/2014/main" id="{9D1ED740-CF61-AC46-F2EA-A8FA76A8D5CE}"/>
                </a:ext>
              </a:extLst>
            </p:cNvPr>
            <p:cNvSpPr/>
            <p:nvPr/>
          </p:nvSpPr>
          <p:spPr>
            <a:xfrm>
              <a:off x="5183056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16" name="pg1571">
              <a:extLst>
                <a:ext uri="{FF2B5EF4-FFF2-40B4-BE49-F238E27FC236}">
                  <a16:creationId xmlns:a16="http://schemas.microsoft.com/office/drawing/2014/main" id="{9BD8FC2E-DFD1-6467-10F9-5D80D43F0D36}"/>
                </a:ext>
              </a:extLst>
            </p:cNvPr>
            <p:cNvSpPr/>
            <p:nvPr/>
          </p:nvSpPr>
          <p:spPr>
            <a:xfrm>
              <a:off x="5194693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17" name="pg1572">
              <a:extLst>
                <a:ext uri="{FF2B5EF4-FFF2-40B4-BE49-F238E27FC236}">
                  <a16:creationId xmlns:a16="http://schemas.microsoft.com/office/drawing/2014/main" id="{8E3FDC16-D201-E17F-3DBE-0650598EA670}"/>
                </a:ext>
              </a:extLst>
            </p:cNvPr>
            <p:cNvSpPr/>
            <p:nvPr/>
          </p:nvSpPr>
          <p:spPr>
            <a:xfrm>
              <a:off x="5206331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18" name="pg1573">
              <a:extLst>
                <a:ext uri="{FF2B5EF4-FFF2-40B4-BE49-F238E27FC236}">
                  <a16:creationId xmlns:a16="http://schemas.microsoft.com/office/drawing/2014/main" id="{C8491B8C-9C20-D0D9-02CD-C426787F0607}"/>
                </a:ext>
              </a:extLst>
            </p:cNvPr>
            <p:cNvSpPr/>
            <p:nvPr/>
          </p:nvSpPr>
          <p:spPr>
            <a:xfrm>
              <a:off x="5217968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19" name="pg1574">
              <a:extLst>
                <a:ext uri="{FF2B5EF4-FFF2-40B4-BE49-F238E27FC236}">
                  <a16:creationId xmlns:a16="http://schemas.microsoft.com/office/drawing/2014/main" id="{2CDB7069-3F1D-E39D-DF7E-75C14EBD223E}"/>
                </a:ext>
              </a:extLst>
            </p:cNvPr>
            <p:cNvSpPr/>
            <p:nvPr/>
          </p:nvSpPr>
          <p:spPr>
            <a:xfrm>
              <a:off x="5008496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20" name="pg1575">
              <a:extLst>
                <a:ext uri="{FF2B5EF4-FFF2-40B4-BE49-F238E27FC236}">
                  <a16:creationId xmlns:a16="http://schemas.microsoft.com/office/drawing/2014/main" id="{6BCC90F8-DEEF-845C-33E0-E6F72C6827BF}"/>
                </a:ext>
              </a:extLst>
            </p:cNvPr>
            <p:cNvSpPr/>
            <p:nvPr/>
          </p:nvSpPr>
          <p:spPr>
            <a:xfrm>
              <a:off x="502013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21" name="pg1576">
              <a:extLst>
                <a:ext uri="{FF2B5EF4-FFF2-40B4-BE49-F238E27FC236}">
                  <a16:creationId xmlns:a16="http://schemas.microsoft.com/office/drawing/2014/main" id="{73B21FFD-1910-7ADC-543A-C06B57463547}"/>
                </a:ext>
              </a:extLst>
            </p:cNvPr>
            <p:cNvSpPr/>
            <p:nvPr/>
          </p:nvSpPr>
          <p:spPr>
            <a:xfrm>
              <a:off x="503177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22" name="pg1577">
              <a:extLst>
                <a:ext uri="{FF2B5EF4-FFF2-40B4-BE49-F238E27FC236}">
                  <a16:creationId xmlns:a16="http://schemas.microsoft.com/office/drawing/2014/main" id="{2860BD49-4C70-605A-8F56-A664EE616582}"/>
                </a:ext>
              </a:extLst>
            </p:cNvPr>
            <p:cNvSpPr/>
            <p:nvPr/>
          </p:nvSpPr>
          <p:spPr>
            <a:xfrm>
              <a:off x="5043408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23" name="pg1578">
              <a:extLst>
                <a:ext uri="{FF2B5EF4-FFF2-40B4-BE49-F238E27FC236}">
                  <a16:creationId xmlns:a16="http://schemas.microsoft.com/office/drawing/2014/main" id="{A7D8508C-A156-DBCF-AD16-E1373EE615E4}"/>
                </a:ext>
              </a:extLst>
            </p:cNvPr>
            <p:cNvSpPr/>
            <p:nvPr/>
          </p:nvSpPr>
          <p:spPr>
            <a:xfrm>
              <a:off x="5055045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24" name="pg1579">
              <a:extLst>
                <a:ext uri="{FF2B5EF4-FFF2-40B4-BE49-F238E27FC236}">
                  <a16:creationId xmlns:a16="http://schemas.microsoft.com/office/drawing/2014/main" id="{13867A20-D534-A6B2-91BF-0DE78D454840}"/>
                </a:ext>
              </a:extLst>
            </p:cNvPr>
            <p:cNvSpPr/>
            <p:nvPr/>
          </p:nvSpPr>
          <p:spPr>
            <a:xfrm>
              <a:off x="506668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25" name="pg1580">
              <a:extLst>
                <a:ext uri="{FF2B5EF4-FFF2-40B4-BE49-F238E27FC236}">
                  <a16:creationId xmlns:a16="http://schemas.microsoft.com/office/drawing/2014/main" id="{462FDE09-BC39-4510-4E1B-16F8503DBC13}"/>
                </a:ext>
              </a:extLst>
            </p:cNvPr>
            <p:cNvSpPr/>
            <p:nvPr/>
          </p:nvSpPr>
          <p:spPr>
            <a:xfrm>
              <a:off x="5078320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26" name="pg1581">
              <a:extLst>
                <a:ext uri="{FF2B5EF4-FFF2-40B4-BE49-F238E27FC236}">
                  <a16:creationId xmlns:a16="http://schemas.microsoft.com/office/drawing/2014/main" id="{73AAF9D8-5129-091D-4F77-2DAC6CD601F2}"/>
                </a:ext>
              </a:extLst>
            </p:cNvPr>
            <p:cNvSpPr/>
            <p:nvPr/>
          </p:nvSpPr>
          <p:spPr>
            <a:xfrm>
              <a:off x="5089957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27" name="pg1582">
              <a:extLst>
                <a:ext uri="{FF2B5EF4-FFF2-40B4-BE49-F238E27FC236}">
                  <a16:creationId xmlns:a16="http://schemas.microsoft.com/office/drawing/2014/main" id="{2E910604-9C6C-5238-17BC-758B3BC8BF1F}"/>
                </a:ext>
              </a:extLst>
            </p:cNvPr>
            <p:cNvSpPr/>
            <p:nvPr/>
          </p:nvSpPr>
          <p:spPr>
            <a:xfrm>
              <a:off x="5101595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28" name="pg1583">
              <a:extLst>
                <a:ext uri="{FF2B5EF4-FFF2-40B4-BE49-F238E27FC236}">
                  <a16:creationId xmlns:a16="http://schemas.microsoft.com/office/drawing/2014/main" id="{5207CE94-50A9-E0EA-F818-F4365BFA1E36}"/>
                </a:ext>
              </a:extLst>
            </p:cNvPr>
            <p:cNvSpPr/>
            <p:nvPr/>
          </p:nvSpPr>
          <p:spPr>
            <a:xfrm>
              <a:off x="5113232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29" name="pg1584">
              <a:extLst>
                <a:ext uri="{FF2B5EF4-FFF2-40B4-BE49-F238E27FC236}">
                  <a16:creationId xmlns:a16="http://schemas.microsoft.com/office/drawing/2014/main" id="{A7DB0399-1D57-107D-C056-D326C7F2939B}"/>
                </a:ext>
              </a:extLst>
            </p:cNvPr>
            <p:cNvSpPr/>
            <p:nvPr/>
          </p:nvSpPr>
          <p:spPr>
            <a:xfrm>
              <a:off x="5124869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30" name="pg1585">
              <a:extLst>
                <a:ext uri="{FF2B5EF4-FFF2-40B4-BE49-F238E27FC236}">
                  <a16:creationId xmlns:a16="http://schemas.microsoft.com/office/drawing/2014/main" id="{F1F59531-E2DA-F093-BEB6-9F059F0FA0C6}"/>
                </a:ext>
              </a:extLst>
            </p:cNvPr>
            <p:cNvSpPr/>
            <p:nvPr/>
          </p:nvSpPr>
          <p:spPr>
            <a:xfrm>
              <a:off x="5136507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31" name="pg1586">
              <a:extLst>
                <a:ext uri="{FF2B5EF4-FFF2-40B4-BE49-F238E27FC236}">
                  <a16:creationId xmlns:a16="http://schemas.microsoft.com/office/drawing/2014/main" id="{C8D45042-90EB-45B8-5813-580A92BCD30F}"/>
                </a:ext>
              </a:extLst>
            </p:cNvPr>
            <p:cNvSpPr/>
            <p:nvPr/>
          </p:nvSpPr>
          <p:spPr>
            <a:xfrm>
              <a:off x="5148144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A">
                <a:alpha val="100000"/>
              </a:srgbClr>
            </a:solidFill>
            <a:ln w="5420" cap="flat">
              <a:solidFill>
                <a:srgbClr val="A6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32" name="pg1587">
              <a:extLst>
                <a:ext uri="{FF2B5EF4-FFF2-40B4-BE49-F238E27FC236}">
                  <a16:creationId xmlns:a16="http://schemas.microsoft.com/office/drawing/2014/main" id="{426745D6-2DC6-0CE8-9160-8F164A1D7704}"/>
                </a:ext>
              </a:extLst>
            </p:cNvPr>
            <p:cNvSpPr/>
            <p:nvPr/>
          </p:nvSpPr>
          <p:spPr>
            <a:xfrm>
              <a:off x="515978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33" name="pg1588">
              <a:extLst>
                <a:ext uri="{FF2B5EF4-FFF2-40B4-BE49-F238E27FC236}">
                  <a16:creationId xmlns:a16="http://schemas.microsoft.com/office/drawing/2014/main" id="{4697AE01-DB21-42EB-3D3E-9226767E9700}"/>
                </a:ext>
              </a:extLst>
            </p:cNvPr>
            <p:cNvSpPr/>
            <p:nvPr/>
          </p:nvSpPr>
          <p:spPr>
            <a:xfrm>
              <a:off x="5171419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34" name="pg1589">
              <a:extLst>
                <a:ext uri="{FF2B5EF4-FFF2-40B4-BE49-F238E27FC236}">
                  <a16:creationId xmlns:a16="http://schemas.microsoft.com/office/drawing/2014/main" id="{9690A569-2D20-6398-ECA8-CB50018E5E14}"/>
                </a:ext>
              </a:extLst>
            </p:cNvPr>
            <p:cNvSpPr/>
            <p:nvPr/>
          </p:nvSpPr>
          <p:spPr>
            <a:xfrm>
              <a:off x="5183056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35" name="pg1590">
              <a:extLst>
                <a:ext uri="{FF2B5EF4-FFF2-40B4-BE49-F238E27FC236}">
                  <a16:creationId xmlns:a16="http://schemas.microsoft.com/office/drawing/2014/main" id="{6C3ECFEE-E214-CC36-F32B-FAD16EB23860}"/>
                </a:ext>
              </a:extLst>
            </p:cNvPr>
            <p:cNvSpPr/>
            <p:nvPr/>
          </p:nvSpPr>
          <p:spPr>
            <a:xfrm>
              <a:off x="519469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36" name="pg1591">
              <a:extLst>
                <a:ext uri="{FF2B5EF4-FFF2-40B4-BE49-F238E27FC236}">
                  <a16:creationId xmlns:a16="http://schemas.microsoft.com/office/drawing/2014/main" id="{C1AAD5A1-F4CA-6435-2CD4-B4AAB3A870C4}"/>
                </a:ext>
              </a:extLst>
            </p:cNvPr>
            <p:cNvSpPr/>
            <p:nvPr/>
          </p:nvSpPr>
          <p:spPr>
            <a:xfrm>
              <a:off x="520633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37" name="pg1592">
              <a:extLst>
                <a:ext uri="{FF2B5EF4-FFF2-40B4-BE49-F238E27FC236}">
                  <a16:creationId xmlns:a16="http://schemas.microsoft.com/office/drawing/2014/main" id="{072BE2CB-D387-07A6-A619-9383B9BE5312}"/>
                </a:ext>
              </a:extLst>
            </p:cNvPr>
            <p:cNvSpPr/>
            <p:nvPr/>
          </p:nvSpPr>
          <p:spPr>
            <a:xfrm>
              <a:off x="499685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38" name="pg1593">
              <a:extLst>
                <a:ext uri="{FF2B5EF4-FFF2-40B4-BE49-F238E27FC236}">
                  <a16:creationId xmlns:a16="http://schemas.microsoft.com/office/drawing/2014/main" id="{E0145D3F-F8BE-28C3-3692-F66CF4DB4DAE}"/>
                </a:ext>
              </a:extLst>
            </p:cNvPr>
            <p:cNvSpPr/>
            <p:nvPr/>
          </p:nvSpPr>
          <p:spPr>
            <a:xfrm>
              <a:off x="5008496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39" name="pg1594">
              <a:extLst>
                <a:ext uri="{FF2B5EF4-FFF2-40B4-BE49-F238E27FC236}">
                  <a16:creationId xmlns:a16="http://schemas.microsoft.com/office/drawing/2014/main" id="{C81068F4-785B-837B-AF14-8157D0D32328}"/>
                </a:ext>
              </a:extLst>
            </p:cNvPr>
            <p:cNvSpPr/>
            <p:nvPr/>
          </p:nvSpPr>
          <p:spPr>
            <a:xfrm>
              <a:off x="502013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40" name="pg1595">
              <a:extLst>
                <a:ext uri="{FF2B5EF4-FFF2-40B4-BE49-F238E27FC236}">
                  <a16:creationId xmlns:a16="http://schemas.microsoft.com/office/drawing/2014/main" id="{05B90C47-C4E8-9F05-C935-460BF4D9DA30}"/>
                </a:ext>
              </a:extLst>
            </p:cNvPr>
            <p:cNvSpPr/>
            <p:nvPr/>
          </p:nvSpPr>
          <p:spPr>
            <a:xfrm>
              <a:off x="503177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41" name="pg1596">
              <a:extLst>
                <a:ext uri="{FF2B5EF4-FFF2-40B4-BE49-F238E27FC236}">
                  <a16:creationId xmlns:a16="http://schemas.microsoft.com/office/drawing/2014/main" id="{54A2214A-0753-FE4E-6DA2-A8A8D1D1CC5B}"/>
                </a:ext>
              </a:extLst>
            </p:cNvPr>
            <p:cNvSpPr/>
            <p:nvPr/>
          </p:nvSpPr>
          <p:spPr>
            <a:xfrm>
              <a:off x="5043408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42" name="pg1597">
              <a:extLst>
                <a:ext uri="{FF2B5EF4-FFF2-40B4-BE49-F238E27FC236}">
                  <a16:creationId xmlns:a16="http://schemas.microsoft.com/office/drawing/2014/main" id="{709DE79B-CA71-E8DE-A82B-8AC679AFEC1F}"/>
                </a:ext>
              </a:extLst>
            </p:cNvPr>
            <p:cNvSpPr/>
            <p:nvPr/>
          </p:nvSpPr>
          <p:spPr>
            <a:xfrm>
              <a:off x="5055045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43" name="pg1598">
              <a:extLst>
                <a:ext uri="{FF2B5EF4-FFF2-40B4-BE49-F238E27FC236}">
                  <a16:creationId xmlns:a16="http://schemas.microsoft.com/office/drawing/2014/main" id="{43F4A43C-F6F9-EC43-8D83-A5E09A68D989}"/>
                </a:ext>
              </a:extLst>
            </p:cNvPr>
            <p:cNvSpPr/>
            <p:nvPr/>
          </p:nvSpPr>
          <p:spPr>
            <a:xfrm>
              <a:off x="506668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44" name="pg1599">
              <a:extLst>
                <a:ext uri="{FF2B5EF4-FFF2-40B4-BE49-F238E27FC236}">
                  <a16:creationId xmlns:a16="http://schemas.microsoft.com/office/drawing/2014/main" id="{DEC4EB50-3D1C-0D48-B199-CB10373E0083}"/>
                </a:ext>
              </a:extLst>
            </p:cNvPr>
            <p:cNvSpPr/>
            <p:nvPr/>
          </p:nvSpPr>
          <p:spPr>
            <a:xfrm>
              <a:off x="5078320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45" name="pg1600">
              <a:extLst>
                <a:ext uri="{FF2B5EF4-FFF2-40B4-BE49-F238E27FC236}">
                  <a16:creationId xmlns:a16="http://schemas.microsoft.com/office/drawing/2014/main" id="{11D6B8B3-BB2A-7CA5-CAE4-0CD5835DBB3E}"/>
                </a:ext>
              </a:extLst>
            </p:cNvPr>
            <p:cNvSpPr/>
            <p:nvPr/>
          </p:nvSpPr>
          <p:spPr>
            <a:xfrm>
              <a:off x="5089957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46" name="pg1601">
              <a:extLst>
                <a:ext uri="{FF2B5EF4-FFF2-40B4-BE49-F238E27FC236}">
                  <a16:creationId xmlns:a16="http://schemas.microsoft.com/office/drawing/2014/main" id="{C34ACD3D-0060-6DBA-8ABF-99B683BAF422}"/>
                </a:ext>
              </a:extLst>
            </p:cNvPr>
            <p:cNvSpPr/>
            <p:nvPr/>
          </p:nvSpPr>
          <p:spPr>
            <a:xfrm>
              <a:off x="5101595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47" name="pg1602">
              <a:extLst>
                <a:ext uri="{FF2B5EF4-FFF2-40B4-BE49-F238E27FC236}">
                  <a16:creationId xmlns:a16="http://schemas.microsoft.com/office/drawing/2014/main" id="{CF87E544-3204-2CBB-857E-BE9417109033}"/>
                </a:ext>
              </a:extLst>
            </p:cNvPr>
            <p:cNvSpPr/>
            <p:nvPr/>
          </p:nvSpPr>
          <p:spPr>
            <a:xfrm>
              <a:off x="5113232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B5E8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48" name="pg1603">
              <a:extLst>
                <a:ext uri="{FF2B5EF4-FFF2-40B4-BE49-F238E27FC236}">
                  <a16:creationId xmlns:a16="http://schemas.microsoft.com/office/drawing/2014/main" id="{71D7006B-51B7-CDA0-4C77-18AC0831E388}"/>
                </a:ext>
              </a:extLst>
            </p:cNvPr>
            <p:cNvSpPr/>
            <p:nvPr/>
          </p:nvSpPr>
          <p:spPr>
            <a:xfrm>
              <a:off x="512486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49" name="pg1604">
              <a:extLst>
                <a:ext uri="{FF2B5EF4-FFF2-40B4-BE49-F238E27FC236}">
                  <a16:creationId xmlns:a16="http://schemas.microsoft.com/office/drawing/2014/main" id="{4757F2E6-6D09-9805-AE5F-2641BDE3CDE4}"/>
                </a:ext>
              </a:extLst>
            </p:cNvPr>
            <p:cNvSpPr/>
            <p:nvPr/>
          </p:nvSpPr>
          <p:spPr>
            <a:xfrm>
              <a:off x="5136507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50" name="pg1605">
              <a:extLst>
                <a:ext uri="{FF2B5EF4-FFF2-40B4-BE49-F238E27FC236}">
                  <a16:creationId xmlns:a16="http://schemas.microsoft.com/office/drawing/2014/main" id="{3FC72083-0D6F-6F89-9F04-B88A91936881}"/>
                </a:ext>
              </a:extLst>
            </p:cNvPr>
            <p:cNvSpPr/>
            <p:nvPr/>
          </p:nvSpPr>
          <p:spPr>
            <a:xfrm>
              <a:off x="5148144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51" name="pg1606">
              <a:extLst>
                <a:ext uri="{FF2B5EF4-FFF2-40B4-BE49-F238E27FC236}">
                  <a16:creationId xmlns:a16="http://schemas.microsoft.com/office/drawing/2014/main" id="{DA2C096F-694B-16B1-7929-BED52C20CD8D}"/>
                </a:ext>
              </a:extLst>
            </p:cNvPr>
            <p:cNvSpPr/>
            <p:nvPr/>
          </p:nvSpPr>
          <p:spPr>
            <a:xfrm>
              <a:off x="515978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3C9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52" name="pg1607">
              <a:extLst>
                <a:ext uri="{FF2B5EF4-FFF2-40B4-BE49-F238E27FC236}">
                  <a16:creationId xmlns:a16="http://schemas.microsoft.com/office/drawing/2014/main" id="{F3962903-7E77-2E9F-F606-4DF92579FD9E}"/>
                </a:ext>
              </a:extLst>
            </p:cNvPr>
            <p:cNvSpPr/>
            <p:nvPr/>
          </p:nvSpPr>
          <p:spPr>
            <a:xfrm>
              <a:off x="517141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53" name="pg1608">
              <a:extLst>
                <a:ext uri="{FF2B5EF4-FFF2-40B4-BE49-F238E27FC236}">
                  <a16:creationId xmlns:a16="http://schemas.microsoft.com/office/drawing/2014/main" id="{121DF13E-0E9A-1B15-BF89-EE67FB70E32C}"/>
                </a:ext>
              </a:extLst>
            </p:cNvPr>
            <p:cNvSpPr/>
            <p:nvPr/>
          </p:nvSpPr>
          <p:spPr>
            <a:xfrm>
              <a:off x="5183056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54" name="pg1609">
              <a:extLst>
                <a:ext uri="{FF2B5EF4-FFF2-40B4-BE49-F238E27FC236}">
                  <a16:creationId xmlns:a16="http://schemas.microsoft.com/office/drawing/2014/main" id="{2D36121B-F010-1AD0-E674-E87247CCF2DF}"/>
                </a:ext>
              </a:extLst>
            </p:cNvPr>
            <p:cNvSpPr/>
            <p:nvPr/>
          </p:nvSpPr>
          <p:spPr>
            <a:xfrm>
              <a:off x="519469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55" name="pg1610">
              <a:extLst>
                <a:ext uri="{FF2B5EF4-FFF2-40B4-BE49-F238E27FC236}">
                  <a16:creationId xmlns:a16="http://schemas.microsoft.com/office/drawing/2014/main" id="{A01100CE-2E5F-295B-FFB3-8E81A666392E}"/>
                </a:ext>
              </a:extLst>
            </p:cNvPr>
            <p:cNvSpPr/>
            <p:nvPr/>
          </p:nvSpPr>
          <p:spPr>
            <a:xfrm>
              <a:off x="520633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56" name="pg1611">
              <a:extLst>
                <a:ext uri="{FF2B5EF4-FFF2-40B4-BE49-F238E27FC236}">
                  <a16:creationId xmlns:a16="http://schemas.microsoft.com/office/drawing/2014/main" id="{78B0036E-45F7-D6AB-1E28-366C7DECECF7}"/>
                </a:ext>
              </a:extLst>
            </p:cNvPr>
            <p:cNvSpPr/>
            <p:nvPr/>
          </p:nvSpPr>
          <p:spPr>
            <a:xfrm>
              <a:off x="499685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57" name="pg1612">
              <a:extLst>
                <a:ext uri="{FF2B5EF4-FFF2-40B4-BE49-F238E27FC236}">
                  <a16:creationId xmlns:a16="http://schemas.microsoft.com/office/drawing/2014/main" id="{161683DB-CED9-14B6-7789-1089E597A4C3}"/>
                </a:ext>
              </a:extLst>
            </p:cNvPr>
            <p:cNvSpPr/>
            <p:nvPr/>
          </p:nvSpPr>
          <p:spPr>
            <a:xfrm>
              <a:off x="5008496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58" name="pg1613">
              <a:extLst>
                <a:ext uri="{FF2B5EF4-FFF2-40B4-BE49-F238E27FC236}">
                  <a16:creationId xmlns:a16="http://schemas.microsoft.com/office/drawing/2014/main" id="{D6FE82BC-91F3-7B01-B977-6D36E250315A}"/>
                </a:ext>
              </a:extLst>
            </p:cNvPr>
            <p:cNvSpPr/>
            <p:nvPr/>
          </p:nvSpPr>
          <p:spPr>
            <a:xfrm>
              <a:off x="502013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D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59" name="pg1614">
              <a:extLst>
                <a:ext uri="{FF2B5EF4-FFF2-40B4-BE49-F238E27FC236}">
                  <a16:creationId xmlns:a16="http://schemas.microsoft.com/office/drawing/2014/main" id="{54E5955C-2BCD-217F-5B24-BA1860FC6ACC}"/>
                </a:ext>
              </a:extLst>
            </p:cNvPr>
            <p:cNvSpPr/>
            <p:nvPr/>
          </p:nvSpPr>
          <p:spPr>
            <a:xfrm>
              <a:off x="5031771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CD6">
                <a:alpha val="100000"/>
              </a:srgbClr>
            </a:solidFill>
            <a:ln w="5420" cap="flat">
              <a:solidFill>
                <a:srgbClr val="C1EC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60" name="pg1615">
              <a:extLst>
                <a:ext uri="{FF2B5EF4-FFF2-40B4-BE49-F238E27FC236}">
                  <a16:creationId xmlns:a16="http://schemas.microsoft.com/office/drawing/2014/main" id="{B71AB453-95AC-BD36-0A36-EDAF10A50E38}"/>
                </a:ext>
              </a:extLst>
            </p:cNvPr>
            <p:cNvSpPr/>
            <p:nvPr/>
          </p:nvSpPr>
          <p:spPr>
            <a:xfrm>
              <a:off x="5043408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61" name="pg1616">
              <a:extLst>
                <a:ext uri="{FF2B5EF4-FFF2-40B4-BE49-F238E27FC236}">
                  <a16:creationId xmlns:a16="http://schemas.microsoft.com/office/drawing/2014/main" id="{79FBB369-9BA5-535F-272E-686A0626E305}"/>
                </a:ext>
              </a:extLst>
            </p:cNvPr>
            <p:cNvSpPr/>
            <p:nvPr/>
          </p:nvSpPr>
          <p:spPr>
            <a:xfrm>
              <a:off x="5055045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62" name="pg1617">
              <a:extLst>
                <a:ext uri="{FF2B5EF4-FFF2-40B4-BE49-F238E27FC236}">
                  <a16:creationId xmlns:a16="http://schemas.microsoft.com/office/drawing/2014/main" id="{71612A38-885F-FBF7-B08A-30BD83061B77}"/>
                </a:ext>
              </a:extLst>
            </p:cNvPr>
            <p:cNvSpPr/>
            <p:nvPr/>
          </p:nvSpPr>
          <p:spPr>
            <a:xfrm>
              <a:off x="506668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B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63" name="pg1618">
              <a:extLst>
                <a:ext uri="{FF2B5EF4-FFF2-40B4-BE49-F238E27FC236}">
                  <a16:creationId xmlns:a16="http://schemas.microsoft.com/office/drawing/2014/main" id="{E7F68570-A598-387F-34DD-AC17EB5F32D0}"/>
                </a:ext>
              </a:extLst>
            </p:cNvPr>
            <p:cNvSpPr/>
            <p:nvPr/>
          </p:nvSpPr>
          <p:spPr>
            <a:xfrm>
              <a:off x="5078320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64" name="pg1619">
              <a:extLst>
                <a:ext uri="{FF2B5EF4-FFF2-40B4-BE49-F238E27FC236}">
                  <a16:creationId xmlns:a16="http://schemas.microsoft.com/office/drawing/2014/main" id="{A0971E82-B260-D1AB-BE40-E850129622D8}"/>
                </a:ext>
              </a:extLst>
            </p:cNvPr>
            <p:cNvSpPr/>
            <p:nvPr/>
          </p:nvSpPr>
          <p:spPr>
            <a:xfrm>
              <a:off x="5089957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65" name="pg1620">
              <a:extLst>
                <a:ext uri="{FF2B5EF4-FFF2-40B4-BE49-F238E27FC236}">
                  <a16:creationId xmlns:a16="http://schemas.microsoft.com/office/drawing/2014/main" id="{C6436094-04E3-1162-A586-2E4E437C7043}"/>
                </a:ext>
              </a:extLst>
            </p:cNvPr>
            <p:cNvSpPr/>
            <p:nvPr/>
          </p:nvSpPr>
          <p:spPr>
            <a:xfrm>
              <a:off x="5101595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66" name="pg1621">
              <a:extLst>
                <a:ext uri="{FF2B5EF4-FFF2-40B4-BE49-F238E27FC236}">
                  <a16:creationId xmlns:a16="http://schemas.microsoft.com/office/drawing/2014/main" id="{0AAB9FFD-4D14-33E4-EE37-F638F11917E7}"/>
                </a:ext>
              </a:extLst>
            </p:cNvPr>
            <p:cNvSpPr/>
            <p:nvPr/>
          </p:nvSpPr>
          <p:spPr>
            <a:xfrm>
              <a:off x="5113232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67" name="pg1622">
              <a:extLst>
                <a:ext uri="{FF2B5EF4-FFF2-40B4-BE49-F238E27FC236}">
                  <a16:creationId xmlns:a16="http://schemas.microsoft.com/office/drawing/2014/main" id="{787B47B3-2789-905B-7743-31467772B419}"/>
                </a:ext>
              </a:extLst>
            </p:cNvPr>
            <p:cNvSpPr/>
            <p:nvPr/>
          </p:nvSpPr>
          <p:spPr>
            <a:xfrm>
              <a:off x="512486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68" name="pg1623">
              <a:extLst>
                <a:ext uri="{FF2B5EF4-FFF2-40B4-BE49-F238E27FC236}">
                  <a16:creationId xmlns:a16="http://schemas.microsoft.com/office/drawing/2014/main" id="{3E16441B-58E7-DA6B-FCAF-19DA7198240F}"/>
                </a:ext>
              </a:extLst>
            </p:cNvPr>
            <p:cNvSpPr/>
            <p:nvPr/>
          </p:nvSpPr>
          <p:spPr>
            <a:xfrm>
              <a:off x="5136507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69" name="pg1624">
              <a:extLst>
                <a:ext uri="{FF2B5EF4-FFF2-40B4-BE49-F238E27FC236}">
                  <a16:creationId xmlns:a16="http://schemas.microsoft.com/office/drawing/2014/main" id="{7412665B-B1CF-7013-770A-EA1704574F1A}"/>
                </a:ext>
              </a:extLst>
            </p:cNvPr>
            <p:cNvSpPr/>
            <p:nvPr/>
          </p:nvSpPr>
          <p:spPr>
            <a:xfrm>
              <a:off x="5148144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70" name="pg1625">
              <a:extLst>
                <a:ext uri="{FF2B5EF4-FFF2-40B4-BE49-F238E27FC236}">
                  <a16:creationId xmlns:a16="http://schemas.microsoft.com/office/drawing/2014/main" id="{822D50A5-354C-793E-3925-5DFDD7034490}"/>
                </a:ext>
              </a:extLst>
            </p:cNvPr>
            <p:cNvSpPr/>
            <p:nvPr/>
          </p:nvSpPr>
          <p:spPr>
            <a:xfrm>
              <a:off x="5159781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B">
                <a:alpha val="100000"/>
              </a:srgbClr>
            </a:solidFill>
            <a:ln w="5420" cap="flat">
              <a:solidFill>
                <a:srgbClr val="AB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71" name="pg1626">
              <a:extLst>
                <a:ext uri="{FF2B5EF4-FFF2-40B4-BE49-F238E27FC236}">
                  <a16:creationId xmlns:a16="http://schemas.microsoft.com/office/drawing/2014/main" id="{0A2FD64A-6498-842A-6A34-83398463297B}"/>
                </a:ext>
              </a:extLst>
            </p:cNvPr>
            <p:cNvSpPr/>
            <p:nvPr/>
          </p:nvSpPr>
          <p:spPr>
            <a:xfrm>
              <a:off x="517141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72" name="pg1627">
              <a:extLst>
                <a:ext uri="{FF2B5EF4-FFF2-40B4-BE49-F238E27FC236}">
                  <a16:creationId xmlns:a16="http://schemas.microsoft.com/office/drawing/2014/main" id="{6AC64F85-E7C2-9291-9B24-33C80689148D}"/>
                </a:ext>
              </a:extLst>
            </p:cNvPr>
            <p:cNvSpPr/>
            <p:nvPr/>
          </p:nvSpPr>
          <p:spPr>
            <a:xfrm>
              <a:off x="5183056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73" name="pg1628">
              <a:extLst>
                <a:ext uri="{FF2B5EF4-FFF2-40B4-BE49-F238E27FC236}">
                  <a16:creationId xmlns:a16="http://schemas.microsoft.com/office/drawing/2014/main" id="{3ACEE16C-E363-976D-4572-A38B626F31E1}"/>
                </a:ext>
              </a:extLst>
            </p:cNvPr>
            <p:cNvSpPr/>
            <p:nvPr/>
          </p:nvSpPr>
          <p:spPr>
            <a:xfrm>
              <a:off x="519469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74" name="pg1629">
              <a:extLst>
                <a:ext uri="{FF2B5EF4-FFF2-40B4-BE49-F238E27FC236}">
                  <a16:creationId xmlns:a16="http://schemas.microsoft.com/office/drawing/2014/main" id="{33D4B039-8845-0A18-B1FC-BA907DDD6920}"/>
                </a:ext>
              </a:extLst>
            </p:cNvPr>
            <p:cNvSpPr/>
            <p:nvPr/>
          </p:nvSpPr>
          <p:spPr>
            <a:xfrm>
              <a:off x="499685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75" name="pg1630">
              <a:extLst>
                <a:ext uri="{FF2B5EF4-FFF2-40B4-BE49-F238E27FC236}">
                  <a16:creationId xmlns:a16="http://schemas.microsoft.com/office/drawing/2014/main" id="{BAC519C8-B9D8-D8F3-688F-3180919CCA37}"/>
                </a:ext>
              </a:extLst>
            </p:cNvPr>
            <p:cNvSpPr/>
            <p:nvPr/>
          </p:nvSpPr>
          <p:spPr>
            <a:xfrm>
              <a:off x="5008496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76" name="pg1631">
              <a:extLst>
                <a:ext uri="{FF2B5EF4-FFF2-40B4-BE49-F238E27FC236}">
                  <a16:creationId xmlns:a16="http://schemas.microsoft.com/office/drawing/2014/main" id="{92D42ADD-D119-CC65-76AB-8D6A9DBBDBBB}"/>
                </a:ext>
              </a:extLst>
            </p:cNvPr>
            <p:cNvSpPr/>
            <p:nvPr/>
          </p:nvSpPr>
          <p:spPr>
            <a:xfrm>
              <a:off x="5020133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77" name="pg1632">
              <a:extLst>
                <a:ext uri="{FF2B5EF4-FFF2-40B4-BE49-F238E27FC236}">
                  <a16:creationId xmlns:a16="http://schemas.microsoft.com/office/drawing/2014/main" id="{3DDBC7EB-6485-1A8B-C4EC-03A6DAB9A409}"/>
                </a:ext>
              </a:extLst>
            </p:cNvPr>
            <p:cNvSpPr/>
            <p:nvPr/>
          </p:nvSpPr>
          <p:spPr>
            <a:xfrm>
              <a:off x="5031771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8">
                <a:alpha val="100000"/>
              </a:srgbClr>
            </a:solidFill>
            <a:ln w="5420" cap="flat">
              <a:solidFill>
                <a:srgbClr val="C3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78" name="pg1633">
              <a:extLst>
                <a:ext uri="{FF2B5EF4-FFF2-40B4-BE49-F238E27FC236}">
                  <a16:creationId xmlns:a16="http://schemas.microsoft.com/office/drawing/2014/main" id="{7DFA8168-0A13-0E8E-DFF8-217A6842DE0F}"/>
                </a:ext>
              </a:extLst>
            </p:cNvPr>
            <p:cNvSpPr/>
            <p:nvPr/>
          </p:nvSpPr>
          <p:spPr>
            <a:xfrm>
              <a:off x="5043408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7EEDA">
                <a:alpha val="100000"/>
              </a:srgbClr>
            </a:solidFill>
            <a:ln w="5420" cap="flat">
              <a:solidFill>
                <a:srgbClr val="C7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79" name="pg1634">
              <a:extLst>
                <a:ext uri="{FF2B5EF4-FFF2-40B4-BE49-F238E27FC236}">
                  <a16:creationId xmlns:a16="http://schemas.microsoft.com/office/drawing/2014/main" id="{00C0F8E8-078C-9C7D-9E52-01118A85459E}"/>
                </a:ext>
              </a:extLst>
            </p:cNvPr>
            <p:cNvSpPr/>
            <p:nvPr/>
          </p:nvSpPr>
          <p:spPr>
            <a:xfrm>
              <a:off x="5055045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B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80" name="pg1635">
              <a:extLst>
                <a:ext uri="{FF2B5EF4-FFF2-40B4-BE49-F238E27FC236}">
                  <a16:creationId xmlns:a16="http://schemas.microsoft.com/office/drawing/2014/main" id="{AD75447B-973B-3F69-2A67-D63B1309495A}"/>
                </a:ext>
              </a:extLst>
            </p:cNvPr>
            <p:cNvSpPr/>
            <p:nvPr/>
          </p:nvSpPr>
          <p:spPr>
            <a:xfrm>
              <a:off x="5066683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E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81" name="pg1636">
              <a:extLst>
                <a:ext uri="{FF2B5EF4-FFF2-40B4-BE49-F238E27FC236}">
                  <a16:creationId xmlns:a16="http://schemas.microsoft.com/office/drawing/2014/main" id="{4ADB8C30-52EF-36A5-122E-0D4D2CB38DD6}"/>
                </a:ext>
              </a:extLst>
            </p:cNvPr>
            <p:cNvSpPr/>
            <p:nvPr/>
          </p:nvSpPr>
          <p:spPr>
            <a:xfrm>
              <a:off x="5078320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FF0DE">
                <a:alpha val="100000"/>
              </a:srgbClr>
            </a:solidFill>
            <a:ln w="5420" cap="flat">
              <a:solidFill>
                <a:srgbClr val="CFF0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82" name="pg1637">
              <a:extLst>
                <a:ext uri="{FF2B5EF4-FFF2-40B4-BE49-F238E27FC236}">
                  <a16:creationId xmlns:a16="http://schemas.microsoft.com/office/drawing/2014/main" id="{28C11860-AA30-2F90-65B0-028FBFEC2B4C}"/>
                </a:ext>
              </a:extLst>
            </p:cNvPr>
            <p:cNvSpPr/>
            <p:nvPr/>
          </p:nvSpPr>
          <p:spPr>
            <a:xfrm>
              <a:off x="5089957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FF0DD">
                <a:alpha val="100000"/>
              </a:srgbClr>
            </a:solidFill>
            <a:ln w="5420" cap="flat">
              <a:solidFill>
                <a:srgbClr val="CF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83" name="pg1638">
              <a:extLst>
                <a:ext uri="{FF2B5EF4-FFF2-40B4-BE49-F238E27FC236}">
                  <a16:creationId xmlns:a16="http://schemas.microsoft.com/office/drawing/2014/main" id="{22AD26B3-1919-7E71-B6E9-AAA22718CCD0}"/>
                </a:ext>
              </a:extLst>
            </p:cNvPr>
            <p:cNvSpPr/>
            <p:nvPr/>
          </p:nvSpPr>
          <p:spPr>
            <a:xfrm>
              <a:off x="5101595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84" name="pg1639">
              <a:extLst>
                <a:ext uri="{FF2B5EF4-FFF2-40B4-BE49-F238E27FC236}">
                  <a16:creationId xmlns:a16="http://schemas.microsoft.com/office/drawing/2014/main" id="{BAF61EAC-7C6B-BF1F-4A06-E123117D5A09}"/>
                </a:ext>
              </a:extLst>
            </p:cNvPr>
            <p:cNvSpPr/>
            <p:nvPr/>
          </p:nvSpPr>
          <p:spPr>
            <a:xfrm>
              <a:off x="5113232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85" name="pg1640">
              <a:extLst>
                <a:ext uri="{FF2B5EF4-FFF2-40B4-BE49-F238E27FC236}">
                  <a16:creationId xmlns:a16="http://schemas.microsoft.com/office/drawing/2014/main" id="{C084AB63-53BF-7FC3-9033-4BB9149B0BDB}"/>
                </a:ext>
              </a:extLst>
            </p:cNvPr>
            <p:cNvSpPr/>
            <p:nvPr/>
          </p:nvSpPr>
          <p:spPr>
            <a:xfrm>
              <a:off x="512486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86" name="pg1641">
              <a:extLst>
                <a:ext uri="{FF2B5EF4-FFF2-40B4-BE49-F238E27FC236}">
                  <a16:creationId xmlns:a16="http://schemas.microsoft.com/office/drawing/2014/main" id="{080630B3-3689-581D-A211-439624A36F23}"/>
                </a:ext>
              </a:extLst>
            </p:cNvPr>
            <p:cNvSpPr/>
            <p:nvPr/>
          </p:nvSpPr>
          <p:spPr>
            <a:xfrm>
              <a:off x="5136507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87" name="pg1642">
              <a:extLst>
                <a:ext uri="{FF2B5EF4-FFF2-40B4-BE49-F238E27FC236}">
                  <a16:creationId xmlns:a16="http://schemas.microsoft.com/office/drawing/2014/main" id="{DB1CA2B3-1645-9692-B4F9-D30D6C6F833B}"/>
                </a:ext>
              </a:extLst>
            </p:cNvPr>
            <p:cNvSpPr/>
            <p:nvPr/>
          </p:nvSpPr>
          <p:spPr>
            <a:xfrm>
              <a:off x="5148144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88" name="pg1643">
              <a:extLst>
                <a:ext uri="{FF2B5EF4-FFF2-40B4-BE49-F238E27FC236}">
                  <a16:creationId xmlns:a16="http://schemas.microsoft.com/office/drawing/2014/main" id="{4FD6E6D6-D9A7-D8F8-54F0-2B8E660A9341}"/>
                </a:ext>
              </a:extLst>
            </p:cNvPr>
            <p:cNvSpPr/>
            <p:nvPr/>
          </p:nvSpPr>
          <p:spPr>
            <a:xfrm>
              <a:off x="5159781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89" name="pg1644">
              <a:extLst>
                <a:ext uri="{FF2B5EF4-FFF2-40B4-BE49-F238E27FC236}">
                  <a16:creationId xmlns:a16="http://schemas.microsoft.com/office/drawing/2014/main" id="{ED73AFCC-B4B1-F534-82BC-1205EE01FD53}"/>
                </a:ext>
              </a:extLst>
            </p:cNvPr>
            <p:cNvSpPr/>
            <p:nvPr/>
          </p:nvSpPr>
          <p:spPr>
            <a:xfrm>
              <a:off x="517141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90" name="pg1645">
              <a:extLst>
                <a:ext uri="{FF2B5EF4-FFF2-40B4-BE49-F238E27FC236}">
                  <a16:creationId xmlns:a16="http://schemas.microsoft.com/office/drawing/2014/main" id="{C2664835-506A-3B62-BD81-471F118A6815}"/>
                </a:ext>
              </a:extLst>
            </p:cNvPr>
            <p:cNvSpPr/>
            <p:nvPr/>
          </p:nvSpPr>
          <p:spPr>
            <a:xfrm>
              <a:off x="5183056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91" name="pg1646">
              <a:extLst>
                <a:ext uri="{FF2B5EF4-FFF2-40B4-BE49-F238E27FC236}">
                  <a16:creationId xmlns:a16="http://schemas.microsoft.com/office/drawing/2014/main" id="{EECD34EB-2A1D-5156-C809-0F1358080898}"/>
                </a:ext>
              </a:extLst>
            </p:cNvPr>
            <p:cNvSpPr/>
            <p:nvPr/>
          </p:nvSpPr>
          <p:spPr>
            <a:xfrm>
              <a:off x="5008496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92" name="pg1647">
              <a:extLst>
                <a:ext uri="{FF2B5EF4-FFF2-40B4-BE49-F238E27FC236}">
                  <a16:creationId xmlns:a16="http://schemas.microsoft.com/office/drawing/2014/main" id="{7A113FA0-E28D-7389-8004-2D5414497A65}"/>
                </a:ext>
              </a:extLst>
            </p:cNvPr>
            <p:cNvSpPr/>
            <p:nvPr/>
          </p:nvSpPr>
          <p:spPr>
            <a:xfrm>
              <a:off x="5020133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93" name="pg1648">
              <a:extLst>
                <a:ext uri="{FF2B5EF4-FFF2-40B4-BE49-F238E27FC236}">
                  <a16:creationId xmlns:a16="http://schemas.microsoft.com/office/drawing/2014/main" id="{59BA17DF-7668-5BFA-D140-64DE5B13FFB9}"/>
                </a:ext>
              </a:extLst>
            </p:cNvPr>
            <p:cNvSpPr/>
            <p:nvPr/>
          </p:nvSpPr>
          <p:spPr>
            <a:xfrm>
              <a:off x="5031771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94" name="pg1649">
              <a:extLst>
                <a:ext uri="{FF2B5EF4-FFF2-40B4-BE49-F238E27FC236}">
                  <a16:creationId xmlns:a16="http://schemas.microsoft.com/office/drawing/2014/main" id="{46C9EBB3-6B14-47A0-EA1C-F2232B83C141}"/>
                </a:ext>
              </a:extLst>
            </p:cNvPr>
            <p:cNvSpPr/>
            <p:nvPr/>
          </p:nvSpPr>
          <p:spPr>
            <a:xfrm>
              <a:off x="5043408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95" name="pg1650">
              <a:extLst>
                <a:ext uri="{FF2B5EF4-FFF2-40B4-BE49-F238E27FC236}">
                  <a16:creationId xmlns:a16="http://schemas.microsoft.com/office/drawing/2014/main" id="{1843BA5E-0E1D-1CF8-4638-2C4C14F40C5E}"/>
                </a:ext>
              </a:extLst>
            </p:cNvPr>
            <p:cNvSpPr/>
            <p:nvPr/>
          </p:nvSpPr>
          <p:spPr>
            <a:xfrm>
              <a:off x="5055045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BEFDC">
                <a:alpha val="100000"/>
              </a:srgbClr>
            </a:solidFill>
            <a:ln w="5420" cap="flat">
              <a:solidFill>
                <a:srgbClr val="CB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96" name="pg1651">
              <a:extLst>
                <a:ext uri="{FF2B5EF4-FFF2-40B4-BE49-F238E27FC236}">
                  <a16:creationId xmlns:a16="http://schemas.microsoft.com/office/drawing/2014/main" id="{3041E244-92D8-64AA-1743-84B5621EA888}"/>
                </a:ext>
              </a:extLst>
            </p:cNvPr>
            <p:cNvSpPr/>
            <p:nvPr/>
          </p:nvSpPr>
          <p:spPr>
            <a:xfrm>
              <a:off x="5066683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E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97" name="pg1652">
              <a:extLst>
                <a:ext uri="{FF2B5EF4-FFF2-40B4-BE49-F238E27FC236}">
                  <a16:creationId xmlns:a16="http://schemas.microsoft.com/office/drawing/2014/main" id="{AC65CE6A-E3AF-A75E-D4CA-015A3E804A26}"/>
                </a:ext>
              </a:extLst>
            </p:cNvPr>
            <p:cNvSpPr/>
            <p:nvPr/>
          </p:nvSpPr>
          <p:spPr>
            <a:xfrm>
              <a:off x="5078320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FF0DE">
                <a:alpha val="100000"/>
              </a:srgbClr>
            </a:solidFill>
            <a:ln w="5420" cap="flat">
              <a:solidFill>
                <a:srgbClr val="CFF0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98" name="pg1653">
              <a:extLst>
                <a:ext uri="{FF2B5EF4-FFF2-40B4-BE49-F238E27FC236}">
                  <a16:creationId xmlns:a16="http://schemas.microsoft.com/office/drawing/2014/main" id="{BEE97FA5-809E-4FF9-751B-CA74BA8FCC79}"/>
                </a:ext>
              </a:extLst>
            </p:cNvPr>
            <p:cNvSpPr/>
            <p:nvPr/>
          </p:nvSpPr>
          <p:spPr>
            <a:xfrm>
              <a:off x="5089957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FF0DD">
                <a:alpha val="100000"/>
              </a:srgbClr>
            </a:solidFill>
            <a:ln w="5420" cap="flat">
              <a:solidFill>
                <a:srgbClr val="CF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99" name="pg1654">
              <a:extLst>
                <a:ext uri="{FF2B5EF4-FFF2-40B4-BE49-F238E27FC236}">
                  <a16:creationId xmlns:a16="http://schemas.microsoft.com/office/drawing/2014/main" id="{E87CDB28-3C41-8654-6F0F-F28DE0C1C292}"/>
                </a:ext>
              </a:extLst>
            </p:cNvPr>
            <p:cNvSpPr/>
            <p:nvPr/>
          </p:nvSpPr>
          <p:spPr>
            <a:xfrm>
              <a:off x="5101595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00" name="pg1655">
              <a:extLst>
                <a:ext uri="{FF2B5EF4-FFF2-40B4-BE49-F238E27FC236}">
                  <a16:creationId xmlns:a16="http://schemas.microsoft.com/office/drawing/2014/main" id="{B6DACF2F-B313-B8F1-9B16-24613D1C1F7A}"/>
                </a:ext>
              </a:extLst>
            </p:cNvPr>
            <p:cNvSpPr/>
            <p:nvPr/>
          </p:nvSpPr>
          <p:spPr>
            <a:xfrm>
              <a:off x="5113232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01" name="pg1656">
              <a:extLst>
                <a:ext uri="{FF2B5EF4-FFF2-40B4-BE49-F238E27FC236}">
                  <a16:creationId xmlns:a16="http://schemas.microsoft.com/office/drawing/2014/main" id="{7B16888D-2565-A534-62B9-029DB19E9EAE}"/>
                </a:ext>
              </a:extLst>
            </p:cNvPr>
            <p:cNvSpPr/>
            <p:nvPr/>
          </p:nvSpPr>
          <p:spPr>
            <a:xfrm>
              <a:off x="5124869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02" name="pg1657">
              <a:extLst>
                <a:ext uri="{FF2B5EF4-FFF2-40B4-BE49-F238E27FC236}">
                  <a16:creationId xmlns:a16="http://schemas.microsoft.com/office/drawing/2014/main" id="{8767C6EB-2CA1-7537-91CE-54C0976E1542}"/>
                </a:ext>
              </a:extLst>
            </p:cNvPr>
            <p:cNvSpPr/>
            <p:nvPr/>
          </p:nvSpPr>
          <p:spPr>
            <a:xfrm>
              <a:off x="5136507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03" name="pg1658">
              <a:extLst>
                <a:ext uri="{FF2B5EF4-FFF2-40B4-BE49-F238E27FC236}">
                  <a16:creationId xmlns:a16="http://schemas.microsoft.com/office/drawing/2014/main" id="{11106F21-DC2D-B794-EC9C-0A043CEC65DB}"/>
                </a:ext>
              </a:extLst>
            </p:cNvPr>
            <p:cNvSpPr/>
            <p:nvPr/>
          </p:nvSpPr>
          <p:spPr>
            <a:xfrm>
              <a:off x="5148144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04" name="pg1659">
              <a:extLst>
                <a:ext uri="{FF2B5EF4-FFF2-40B4-BE49-F238E27FC236}">
                  <a16:creationId xmlns:a16="http://schemas.microsoft.com/office/drawing/2014/main" id="{2248CCD3-C551-77B1-A543-D10B910C0727}"/>
                </a:ext>
              </a:extLst>
            </p:cNvPr>
            <p:cNvSpPr/>
            <p:nvPr/>
          </p:nvSpPr>
          <p:spPr>
            <a:xfrm>
              <a:off x="5159781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05" name="pg1660">
              <a:extLst>
                <a:ext uri="{FF2B5EF4-FFF2-40B4-BE49-F238E27FC236}">
                  <a16:creationId xmlns:a16="http://schemas.microsoft.com/office/drawing/2014/main" id="{41F3B23A-5128-DCAD-37FF-AF62A639C7EA}"/>
                </a:ext>
              </a:extLst>
            </p:cNvPr>
            <p:cNvSpPr/>
            <p:nvPr/>
          </p:nvSpPr>
          <p:spPr>
            <a:xfrm>
              <a:off x="5171419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C">
                <a:alpha val="100000"/>
              </a:srgbClr>
            </a:solidFill>
            <a:ln w="5420" cap="flat">
              <a:solidFill>
                <a:srgbClr val="AD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06" name="pg1661">
              <a:extLst>
                <a:ext uri="{FF2B5EF4-FFF2-40B4-BE49-F238E27FC236}">
                  <a16:creationId xmlns:a16="http://schemas.microsoft.com/office/drawing/2014/main" id="{86CC68E7-E859-A0D5-B7BD-CC3FFB5D369D}"/>
                </a:ext>
              </a:extLst>
            </p:cNvPr>
            <p:cNvSpPr/>
            <p:nvPr/>
          </p:nvSpPr>
          <p:spPr>
            <a:xfrm>
              <a:off x="5043408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07" name="pg1662">
              <a:extLst>
                <a:ext uri="{FF2B5EF4-FFF2-40B4-BE49-F238E27FC236}">
                  <a16:creationId xmlns:a16="http://schemas.microsoft.com/office/drawing/2014/main" id="{785253A0-E1BE-0F60-E627-854E31A0028B}"/>
                </a:ext>
              </a:extLst>
            </p:cNvPr>
            <p:cNvSpPr/>
            <p:nvPr/>
          </p:nvSpPr>
          <p:spPr>
            <a:xfrm>
              <a:off x="5055045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AEE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08" name="pg1663">
              <a:extLst>
                <a:ext uri="{FF2B5EF4-FFF2-40B4-BE49-F238E27FC236}">
                  <a16:creationId xmlns:a16="http://schemas.microsoft.com/office/drawing/2014/main" id="{ED862D0B-E566-7863-25BB-D4B7C88D4D73}"/>
                </a:ext>
              </a:extLst>
            </p:cNvPr>
            <p:cNvSpPr/>
            <p:nvPr/>
          </p:nvSpPr>
          <p:spPr>
            <a:xfrm>
              <a:off x="5066683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CEFDC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09" name="pg1664">
              <a:extLst>
                <a:ext uri="{FF2B5EF4-FFF2-40B4-BE49-F238E27FC236}">
                  <a16:creationId xmlns:a16="http://schemas.microsoft.com/office/drawing/2014/main" id="{6888CEE7-EACD-E29D-D526-0BD24B7547CA}"/>
                </a:ext>
              </a:extLst>
            </p:cNvPr>
            <p:cNvSpPr/>
            <p:nvPr/>
          </p:nvSpPr>
          <p:spPr>
            <a:xfrm>
              <a:off x="5078320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DEFDC">
                <a:alpha val="100000"/>
              </a:srgbClr>
            </a:solidFill>
            <a:ln w="5420" cap="flat">
              <a:solidFill>
                <a:srgbClr val="CD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10" name="pg1665">
              <a:extLst>
                <a:ext uri="{FF2B5EF4-FFF2-40B4-BE49-F238E27FC236}">
                  <a16:creationId xmlns:a16="http://schemas.microsoft.com/office/drawing/2014/main" id="{4D1DE239-3E43-9443-4339-45FE3B1982E7}"/>
                </a:ext>
              </a:extLst>
            </p:cNvPr>
            <p:cNvSpPr/>
            <p:nvPr/>
          </p:nvSpPr>
          <p:spPr>
            <a:xfrm>
              <a:off x="5089957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DEFDC">
                <a:alpha val="100000"/>
              </a:srgbClr>
            </a:solidFill>
            <a:ln w="5420" cap="flat">
              <a:solidFill>
                <a:srgbClr val="CD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11" name="pg1666">
              <a:extLst>
                <a:ext uri="{FF2B5EF4-FFF2-40B4-BE49-F238E27FC236}">
                  <a16:creationId xmlns:a16="http://schemas.microsoft.com/office/drawing/2014/main" id="{B0F386E9-88B4-5EB2-BAE7-CD5AF7A7A8B5}"/>
                </a:ext>
              </a:extLst>
            </p:cNvPr>
            <p:cNvSpPr/>
            <p:nvPr/>
          </p:nvSpPr>
          <p:spPr>
            <a:xfrm>
              <a:off x="5101595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7EED9">
                <a:alpha val="100000"/>
              </a:srgbClr>
            </a:solidFill>
            <a:ln w="5420" cap="flat">
              <a:solidFill>
                <a:srgbClr val="C7EE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12" name="pg1667">
              <a:extLst>
                <a:ext uri="{FF2B5EF4-FFF2-40B4-BE49-F238E27FC236}">
                  <a16:creationId xmlns:a16="http://schemas.microsoft.com/office/drawing/2014/main" id="{E82D01B8-3C89-BEEF-C625-B40D8B0A70C6}"/>
                </a:ext>
              </a:extLst>
            </p:cNvPr>
            <p:cNvSpPr/>
            <p:nvPr/>
          </p:nvSpPr>
          <p:spPr>
            <a:xfrm>
              <a:off x="5113232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13" name="pg1668">
              <a:extLst>
                <a:ext uri="{FF2B5EF4-FFF2-40B4-BE49-F238E27FC236}">
                  <a16:creationId xmlns:a16="http://schemas.microsoft.com/office/drawing/2014/main" id="{FB12455C-E4C4-70A0-06A8-73CB81225E09}"/>
                </a:ext>
              </a:extLst>
            </p:cNvPr>
            <p:cNvSpPr/>
            <p:nvPr/>
          </p:nvSpPr>
          <p:spPr>
            <a:xfrm>
              <a:off x="5124869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14" name="pg1669">
              <a:extLst>
                <a:ext uri="{FF2B5EF4-FFF2-40B4-BE49-F238E27FC236}">
                  <a16:creationId xmlns:a16="http://schemas.microsoft.com/office/drawing/2014/main" id="{1631DAA8-2933-8F88-43A9-57B0F0E61A55}"/>
                </a:ext>
              </a:extLst>
            </p:cNvPr>
            <p:cNvSpPr/>
            <p:nvPr/>
          </p:nvSpPr>
          <p:spPr>
            <a:xfrm>
              <a:off x="5136507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15" name="pg1670">
              <a:extLst>
                <a:ext uri="{FF2B5EF4-FFF2-40B4-BE49-F238E27FC236}">
                  <a16:creationId xmlns:a16="http://schemas.microsoft.com/office/drawing/2014/main" id="{D399CB5F-4598-13FD-693C-5AA5D8FA4598}"/>
                </a:ext>
              </a:extLst>
            </p:cNvPr>
            <p:cNvSpPr/>
            <p:nvPr/>
          </p:nvSpPr>
          <p:spPr>
            <a:xfrm>
              <a:off x="5148144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B5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16" name="pg1671">
              <a:extLst>
                <a:ext uri="{FF2B5EF4-FFF2-40B4-BE49-F238E27FC236}">
                  <a16:creationId xmlns:a16="http://schemas.microsoft.com/office/drawing/2014/main" id="{D448F4A6-0612-1D50-1E9C-7B98636B70D0}"/>
                </a:ext>
              </a:extLst>
            </p:cNvPr>
            <p:cNvSpPr/>
            <p:nvPr/>
          </p:nvSpPr>
          <p:spPr>
            <a:xfrm>
              <a:off x="5159781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17" name="pg1672">
              <a:extLst>
                <a:ext uri="{FF2B5EF4-FFF2-40B4-BE49-F238E27FC236}">
                  <a16:creationId xmlns:a16="http://schemas.microsoft.com/office/drawing/2014/main" id="{5E596E7F-4B47-D298-6606-24F7CC695B15}"/>
                </a:ext>
              </a:extLst>
            </p:cNvPr>
            <p:cNvSpPr/>
            <p:nvPr/>
          </p:nvSpPr>
          <p:spPr>
            <a:xfrm>
              <a:off x="5171419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18" name="pg1673">
              <a:extLst>
                <a:ext uri="{FF2B5EF4-FFF2-40B4-BE49-F238E27FC236}">
                  <a16:creationId xmlns:a16="http://schemas.microsoft.com/office/drawing/2014/main" id="{68758926-34D6-ED2E-0D4A-A0FDEA56AA81}"/>
                </a:ext>
              </a:extLst>
            </p:cNvPr>
            <p:cNvSpPr/>
            <p:nvPr/>
          </p:nvSpPr>
          <p:spPr>
            <a:xfrm>
              <a:off x="5066683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19" name="pg1674">
              <a:extLst>
                <a:ext uri="{FF2B5EF4-FFF2-40B4-BE49-F238E27FC236}">
                  <a16:creationId xmlns:a16="http://schemas.microsoft.com/office/drawing/2014/main" id="{1730F666-1044-B2A8-1961-23AD8B36C4A6}"/>
                </a:ext>
              </a:extLst>
            </p:cNvPr>
            <p:cNvSpPr/>
            <p:nvPr/>
          </p:nvSpPr>
          <p:spPr>
            <a:xfrm>
              <a:off x="5078320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20" name="pg1675">
              <a:extLst>
                <a:ext uri="{FF2B5EF4-FFF2-40B4-BE49-F238E27FC236}">
                  <a16:creationId xmlns:a16="http://schemas.microsoft.com/office/drawing/2014/main" id="{813C779B-A505-5007-AA22-7645F63B2A90}"/>
                </a:ext>
              </a:extLst>
            </p:cNvPr>
            <p:cNvSpPr/>
            <p:nvPr/>
          </p:nvSpPr>
          <p:spPr>
            <a:xfrm>
              <a:off x="5089957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21" name="pg1676">
              <a:extLst>
                <a:ext uri="{FF2B5EF4-FFF2-40B4-BE49-F238E27FC236}">
                  <a16:creationId xmlns:a16="http://schemas.microsoft.com/office/drawing/2014/main" id="{051DF817-BE22-8BC0-F352-BD4F3F076984}"/>
                </a:ext>
              </a:extLst>
            </p:cNvPr>
            <p:cNvSpPr/>
            <p:nvPr/>
          </p:nvSpPr>
          <p:spPr>
            <a:xfrm>
              <a:off x="5101595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C4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22" name="pg1677">
              <a:extLst>
                <a:ext uri="{FF2B5EF4-FFF2-40B4-BE49-F238E27FC236}">
                  <a16:creationId xmlns:a16="http://schemas.microsoft.com/office/drawing/2014/main" id="{4442CD93-00D6-1AB7-5C1F-A6D93606610E}"/>
                </a:ext>
              </a:extLst>
            </p:cNvPr>
            <p:cNvSpPr/>
            <p:nvPr/>
          </p:nvSpPr>
          <p:spPr>
            <a:xfrm>
              <a:off x="5113232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23" name="pg1678">
              <a:extLst>
                <a:ext uri="{FF2B5EF4-FFF2-40B4-BE49-F238E27FC236}">
                  <a16:creationId xmlns:a16="http://schemas.microsoft.com/office/drawing/2014/main" id="{6073DE84-1AA7-B198-08EF-E2C162180F4E}"/>
                </a:ext>
              </a:extLst>
            </p:cNvPr>
            <p:cNvSpPr/>
            <p:nvPr/>
          </p:nvSpPr>
          <p:spPr>
            <a:xfrm>
              <a:off x="5124869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24" name="pg1679">
              <a:extLst>
                <a:ext uri="{FF2B5EF4-FFF2-40B4-BE49-F238E27FC236}">
                  <a16:creationId xmlns:a16="http://schemas.microsoft.com/office/drawing/2014/main" id="{D5F9FA54-BA38-97E6-934D-524155EDB814}"/>
                </a:ext>
              </a:extLst>
            </p:cNvPr>
            <p:cNvSpPr/>
            <p:nvPr/>
          </p:nvSpPr>
          <p:spPr>
            <a:xfrm>
              <a:off x="5136507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25" name="pg1680">
              <a:extLst>
                <a:ext uri="{FF2B5EF4-FFF2-40B4-BE49-F238E27FC236}">
                  <a16:creationId xmlns:a16="http://schemas.microsoft.com/office/drawing/2014/main" id="{E0DAA496-3A24-B47A-F53B-C669BA03AC4C}"/>
                </a:ext>
              </a:extLst>
            </p:cNvPr>
            <p:cNvSpPr/>
            <p:nvPr/>
          </p:nvSpPr>
          <p:spPr>
            <a:xfrm>
              <a:off x="5148144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B5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26" name="pg1681">
              <a:extLst>
                <a:ext uri="{FF2B5EF4-FFF2-40B4-BE49-F238E27FC236}">
                  <a16:creationId xmlns:a16="http://schemas.microsoft.com/office/drawing/2014/main" id="{3D8ED061-A326-B81D-82CE-C187C8A8420A}"/>
                </a:ext>
              </a:extLst>
            </p:cNvPr>
            <p:cNvSpPr/>
            <p:nvPr/>
          </p:nvSpPr>
          <p:spPr>
            <a:xfrm>
              <a:off x="5159781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27" name="pg1682">
              <a:extLst>
                <a:ext uri="{FF2B5EF4-FFF2-40B4-BE49-F238E27FC236}">
                  <a16:creationId xmlns:a16="http://schemas.microsoft.com/office/drawing/2014/main" id="{2E46EF32-078B-834F-2B1B-DA2A773FCB3C}"/>
                </a:ext>
              </a:extLst>
            </p:cNvPr>
            <p:cNvSpPr/>
            <p:nvPr/>
          </p:nvSpPr>
          <p:spPr>
            <a:xfrm>
              <a:off x="5171419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28" name="pg1683">
              <a:extLst>
                <a:ext uri="{FF2B5EF4-FFF2-40B4-BE49-F238E27FC236}">
                  <a16:creationId xmlns:a16="http://schemas.microsoft.com/office/drawing/2014/main" id="{9D9916A3-2932-36FC-D7BC-0DA5DD5C3441}"/>
                </a:ext>
              </a:extLst>
            </p:cNvPr>
            <p:cNvSpPr/>
            <p:nvPr/>
          </p:nvSpPr>
          <p:spPr>
            <a:xfrm>
              <a:off x="5078320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C4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29" name="pg1684">
              <a:extLst>
                <a:ext uri="{FF2B5EF4-FFF2-40B4-BE49-F238E27FC236}">
                  <a16:creationId xmlns:a16="http://schemas.microsoft.com/office/drawing/2014/main" id="{03AD98C4-3796-0301-2BAA-5F45E2A02E6F}"/>
                </a:ext>
              </a:extLst>
            </p:cNvPr>
            <p:cNvSpPr/>
            <p:nvPr/>
          </p:nvSpPr>
          <p:spPr>
            <a:xfrm>
              <a:off x="5089957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30" name="pg1685">
              <a:extLst>
                <a:ext uri="{FF2B5EF4-FFF2-40B4-BE49-F238E27FC236}">
                  <a16:creationId xmlns:a16="http://schemas.microsoft.com/office/drawing/2014/main" id="{B173B992-B5D7-EFA1-68C7-95508213B865}"/>
                </a:ext>
              </a:extLst>
            </p:cNvPr>
            <p:cNvSpPr/>
            <p:nvPr/>
          </p:nvSpPr>
          <p:spPr>
            <a:xfrm>
              <a:off x="5101595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31" name="pg1686">
              <a:extLst>
                <a:ext uri="{FF2B5EF4-FFF2-40B4-BE49-F238E27FC236}">
                  <a16:creationId xmlns:a16="http://schemas.microsoft.com/office/drawing/2014/main" id="{E1D4FE3D-D08A-12E2-A4E8-DA07F5EA1A43}"/>
                </a:ext>
              </a:extLst>
            </p:cNvPr>
            <p:cNvSpPr/>
            <p:nvPr/>
          </p:nvSpPr>
          <p:spPr>
            <a:xfrm>
              <a:off x="5113232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D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32" name="pg1687">
              <a:extLst>
                <a:ext uri="{FF2B5EF4-FFF2-40B4-BE49-F238E27FC236}">
                  <a16:creationId xmlns:a16="http://schemas.microsoft.com/office/drawing/2014/main" id="{DABFF82D-1898-2021-F053-D4AFBAC401EC}"/>
                </a:ext>
              </a:extLst>
            </p:cNvPr>
            <p:cNvSpPr/>
            <p:nvPr/>
          </p:nvSpPr>
          <p:spPr>
            <a:xfrm>
              <a:off x="5124869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33" name="pg1688">
              <a:extLst>
                <a:ext uri="{FF2B5EF4-FFF2-40B4-BE49-F238E27FC236}">
                  <a16:creationId xmlns:a16="http://schemas.microsoft.com/office/drawing/2014/main" id="{73FDD7C3-A312-13AF-6B86-4E443F71CDB7}"/>
                </a:ext>
              </a:extLst>
            </p:cNvPr>
            <p:cNvSpPr/>
            <p:nvPr/>
          </p:nvSpPr>
          <p:spPr>
            <a:xfrm>
              <a:off x="5136507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34" name="pg1689">
              <a:extLst>
                <a:ext uri="{FF2B5EF4-FFF2-40B4-BE49-F238E27FC236}">
                  <a16:creationId xmlns:a16="http://schemas.microsoft.com/office/drawing/2014/main" id="{03DC62D4-44A6-607A-C33B-B0F20F3BACD7}"/>
                </a:ext>
              </a:extLst>
            </p:cNvPr>
            <p:cNvSpPr/>
            <p:nvPr/>
          </p:nvSpPr>
          <p:spPr>
            <a:xfrm>
              <a:off x="5148144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35" name="pg1690">
              <a:extLst>
                <a:ext uri="{FF2B5EF4-FFF2-40B4-BE49-F238E27FC236}">
                  <a16:creationId xmlns:a16="http://schemas.microsoft.com/office/drawing/2014/main" id="{BF9DFDB0-6021-40AD-E2AD-043499AC7A4E}"/>
                </a:ext>
              </a:extLst>
            </p:cNvPr>
            <p:cNvSpPr/>
            <p:nvPr/>
          </p:nvSpPr>
          <p:spPr>
            <a:xfrm>
              <a:off x="5159781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36" name="pg1691">
              <a:extLst>
                <a:ext uri="{FF2B5EF4-FFF2-40B4-BE49-F238E27FC236}">
                  <a16:creationId xmlns:a16="http://schemas.microsoft.com/office/drawing/2014/main" id="{5324CD72-CDFD-5901-C551-677E7E2C07B9}"/>
                </a:ext>
              </a:extLst>
            </p:cNvPr>
            <p:cNvSpPr/>
            <p:nvPr/>
          </p:nvSpPr>
          <p:spPr>
            <a:xfrm>
              <a:off x="5171419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37" name="pg1692">
              <a:extLst>
                <a:ext uri="{FF2B5EF4-FFF2-40B4-BE49-F238E27FC236}">
                  <a16:creationId xmlns:a16="http://schemas.microsoft.com/office/drawing/2014/main" id="{A24916BB-2935-F34D-0CBE-39DAD4788AFC}"/>
                </a:ext>
              </a:extLst>
            </p:cNvPr>
            <p:cNvSpPr/>
            <p:nvPr/>
          </p:nvSpPr>
          <p:spPr>
            <a:xfrm>
              <a:off x="5089957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38" name="pg1693">
              <a:extLst>
                <a:ext uri="{FF2B5EF4-FFF2-40B4-BE49-F238E27FC236}">
                  <a16:creationId xmlns:a16="http://schemas.microsoft.com/office/drawing/2014/main" id="{FA1096B8-1F07-2E2A-C09A-4150AD5EBFEC}"/>
                </a:ext>
              </a:extLst>
            </p:cNvPr>
            <p:cNvSpPr/>
            <p:nvPr/>
          </p:nvSpPr>
          <p:spPr>
            <a:xfrm>
              <a:off x="5101595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39" name="pg1694">
              <a:extLst>
                <a:ext uri="{FF2B5EF4-FFF2-40B4-BE49-F238E27FC236}">
                  <a16:creationId xmlns:a16="http://schemas.microsoft.com/office/drawing/2014/main" id="{BE86D6F0-035E-5644-C7D7-515674C0F3F8}"/>
                </a:ext>
              </a:extLst>
            </p:cNvPr>
            <p:cNvSpPr/>
            <p:nvPr/>
          </p:nvSpPr>
          <p:spPr>
            <a:xfrm>
              <a:off x="5113232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40" name="pg1695">
              <a:extLst>
                <a:ext uri="{FF2B5EF4-FFF2-40B4-BE49-F238E27FC236}">
                  <a16:creationId xmlns:a16="http://schemas.microsoft.com/office/drawing/2014/main" id="{B42A322A-33B6-C8DE-36E5-9D7BAAE837E4}"/>
                </a:ext>
              </a:extLst>
            </p:cNvPr>
            <p:cNvSpPr/>
            <p:nvPr/>
          </p:nvSpPr>
          <p:spPr>
            <a:xfrm>
              <a:off x="5124869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41" name="pg1696">
              <a:extLst>
                <a:ext uri="{FF2B5EF4-FFF2-40B4-BE49-F238E27FC236}">
                  <a16:creationId xmlns:a16="http://schemas.microsoft.com/office/drawing/2014/main" id="{D76AE729-D074-6D06-08F7-502D6A316224}"/>
                </a:ext>
              </a:extLst>
            </p:cNvPr>
            <p:cNvSpPr/>
            <p:nvPr/>
          </p:nvSpPr>
          <p:spPr>
            <a:xfrm>
              <a:off x="5136507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B5E8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42" name="pg1697">
              <a:extLst>
                <a:ext uri="{FF2B5EF4-FFF2-40B4-BE49-F238E27FC236}">
                  <a16:creationId xmlns:a16="http://schemas.microsoft.com/office/drawing/2014/main" id="{17305EAE-D76E-00E6-0130-07FE1B975BA5}"/>
                </a:ext>
              </a:extLst>
            </p:cNvPr>
            <p:cNvSpPr/>
            <p:nvPr/>
          </p:nvSpPr>
          <p:spPr>
            <a:xfrm>
              <a:off x="5148144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43" name="pg1698">
              <a:extLst>
                <a:ext uri="{FF2B5EF4-FFF2-40B4-BE49-F238E27FC236}">
                  <a16:creationId xmlns:a16="http://schemas.microsoft.com/office/drawing/2014/main" id="{D64E73A9-3A22-1C30-254C-9464FD049B04}"/>
                </a:ext>
              </a:extLst>
            </p:cNvPr>
            <p:cNvSpPr/>
            <p:nvPr/>
          </p:nvSpPr>
          <p:spPr>
            <a:xfrm>
              <a:off x="5159781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44" name="pg1699">
              <a:extLst>
                <a:ext uri="{FF2B5EF4-FFF2-40B4-BE49-F238E27FC236}">
                  <a16:creationId xmlns:a16="http://schemas.microsoft.com/office/drawing/2014/main" id="{0DFC8361-78FC-5311-07D6-ECC67EE7186A}"/>
                </a:ext>
              </a:extLst>
            </p:cNvPr>
            <p:cNvSpPr/>
            <p:nvPr/>
          </p:nvSpPr>
          <p:spPr>
            <a:xfrm>
              <a:off x="5171419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45" name="pg1700">
              <a:extLst>
                <a:ext uri="{FF2B5EF4-FFF2-40B4-BE49-F238E27FC236}">
                  <a16:creationId xmlns:a16="http://schemas.microsoft.com/office/drawing/2014/main" id="{DA1DC1B2-BA4B-949C-DE9D-9803654DCFC2}"/>
                </a:ext>
              </a:extLst>
            </p:cNvPr>
            <p:cNvSpPr/>
            <p:nvPr/>
          </p:nvSpPr>
          <p:spPr>
            <a:xfrm>
              <a:off x="5183056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46" name="pg1701">
              <a:extLst>
                <a:ext uri="{FF2B5EF4-FFF2-40B4-BE49-F238E27FC236}">
                  <a16:creationId xmlns:a16="http://schemas.microsoft.com/office/drawing/2014/main" id="{7AEE119B-ECB1-D313-9EA5-9A7239CB1059}"/>
                </a:ext>
              </a:extLst>
            </p:cNvPr>
            <p:cNvSpPr/>
            <p:nvPr/>
          </p:nvSpPr>
          <p:spPr>
            <a:xfrm>
              <a:off x="5124869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B5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47" name="pg1702">
              <a:extLst>
                <a:ext uri="{FF2B5EF4-FFF2-40B4-BE49-F238E27FC236}">
                  <a16:creationId xmlns:a16="http://schemas.microsoft.com/office/drawing/2014/main" id="{E52CF543-07BC-C2F7-B314-1AA2DD98C773}"/>
                </a:ext>
              </a:extLst>
            </p:cNvPr>
            <p:cNvSpPr/>
            <p:nvPr/>
          </p:nvSpPr>
          <p:spPr>
            <a:xfrm>
              <a:off x="5136507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48" name="pg1703">
              <a:extLst>
                <a:ext uri="{FF2B5EF4-FFF2-40B4-BE49-F238E27FC236}">
                  <a16:creationId xmlns:a16="http://schemas.microsoft.com/office/drawing/2014/main" id="{D2CB7760-87CD-13F4-0866-B88A26B99474}"/>
                </a:ext>
              </a:extLst>
            </p:cNvPr>
            <p:cNvSpPr/>
            <p:nvPr/>
          </p:nvSpPr>
          <p:spPr>
            <a:xfrm>
              <a:off x="5148144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49" name="pg1704">
              <a:extLst>
                <a:ext uri="{FF2B5EF4-FFF2-40B4-BE49-F238E27FC236}">
                  <a16:creationId xmlns:a16="http://schemas.microsoft.com/office/drawing/2014/main" id="{8CC89BF1-9977-734E-40AE-CDE15D0FD471}"/>
                </a:ext>
              </a:extLst>
            </p:cNvPr>
            <p:cNvSpPr/>
            <p:nvPr/>
          </p:nvSpPr>
          <p:spPr>
            <a:xfrm>
              <a:off x="5159781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50" name="pg1705">
              <a:extLst>
                <a:ext uri="{FF2B5EF4-FFF2-40B4-BE49-F238E27FC236}">
                  <a16:creationId xmlns:a16="http://schemas.microsoft.com/office/drawing/2014/main" id="{4AF40063-6BDC-00C7-C588-B09F289909D2}"/>
                </a:ext>
              </a:extLst>
            </p:cNvPr>
            <p:cNvSpPr/>
            <p:nvPr/>
          </p:nvSpPr>
          <p:spPr>
            <a:xfrm>
              <a:off x="5171419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51" name="pg1706">
              <a:extLst>
                <a:ext uri="{FF2B5EF4-FFF2-40B4-BE49-F238E27FC236}">
                  <a16:creationId xmlns:a16="http://schemas.microsoft.com/office/drawing/2014/main" id="{280378AD-ED6F-07CC-6A15-090393B54BB9}"/>
                </a:ext>
              </a:extLst>
            </p:cNvPr>
            <p:cNvSpPr/>
            <p:nvPr/>
          </p:nvSpPr>
          <p:spPr>
            <a:xfrm>
              <a:off x="5183056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52" name="pg1707">
              <a:extLst>
                <a:ext uri="{FF2B5EF4-FFF2-40B4-BE49-F238E27FC236}">
                  <a16:creationId xmlns:a16="http://schemas.microsoft.com/office/drawing/2014/main" id="{B84A04D5-7927-A167-7A43-D0308F0207FB}"/>
                </a:ext>
              </a:extLst>
            </p:cNvPr>
            <p:cNvSpPr/>
            <p:nvPr/>
          </p:nvSpPr>
          <p:spPr>
            <a:xfrm>
              <a:off x="5066683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53" name="pg1708">
              <a:extLst>
                <a:ext uri="{FF2B5EF4-FFF2-40B4-BE49-F238E27FC236}">
                  <a16:creationId xmlns:a16="http://schemas.microsoft.com/office/drawing/2014/main" id="{4371A42E-5C1D-7A31-D5A7-7F91202F028A}"/>
                </a:ext>
              </a:extLst>
            </p:cNvPr>
            <p:cNvSpPr/>
            <p:nvPr/>
          </p:nvSpPr>
          <p:spPr>
            <a:xfrm>
              <a:off x="5113232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54" name="pg1709">
              <a:extLst>
                <a:ext uri="{FF2B5EF4-FFF2-40B4-BE49-F238E27FC236}">
                  <a16:creationId xmlns:a16="http://schemas.microsoft.com/office/drawing/2014/main" id="{D7C61296-A3DB-8117-D755-46263455BA5F}"/>
                </a:ext>
              </a:extLst>
            </p:cNvPr>
            <p:cNvSpPr/>
            <p:nvPr/>
          </p:nvSpPr>
          <p:spPr>
            <a:xfrm>
              <a:off x="5124869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B2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55" name="pg1710">
              <a:extLst>
                <a:ext uri="{FF2B5EF4-FFF2-40B4-BE49-F238E27FC236}">
                  <a16:creationId xmlns:a16="http://schemas.microsoft.com/office/drawing/2014/main" id="{A72DF9A2-80E0-9946-5D1C-BEA51C7CC97E}"/>
                </a:ext>
              </a:extLst>
            </p:cNvPr>
            <p:cNvSpPr/>
            <p:nvPr/>
          </p:nvSpPr>
          <p:spPr>
            <a:xfrm>
              <a:off x="5136507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56" name="pg1711">
              <a:extLst>
                <a:ext uri="{FF2B5EF4-FFF2-40B4-BE49-F238E27FC236}">
                  <a16:creationId xmlns:a16="http://schemas.microsoft.com/office/drawing/2014/main" id="{DCBEF62E-5F0B-089E-6376-16177689A169}"/>
                </a:ext>
              </a:extLst>
            </p:cNvPr>
            <p:cNvSpPr/>
            <p:nvPr/>
          </p:nvSpPr>
          <p:spPr>
            <a:xfrm>
              <a:off x="5148144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57" name="pg1712">
              <a:extLst>
                <a:ext uri="{FF2B5EF4-FFF2-40B4-BE49-F238E27FC236}">
                  <a16:creationId xmlns:a16="http://schemas.microsoft.com/office/drawing/2014/main" id="{9D709B5A-9D16-FC37-4B1F-C526B62A9B81}"/>
                </a:ext>
              </a:extLst>
            </p:cNvPr>
            <p:cNvSpPr/>
            <p:nvPr/>
          </p:nvSpPr>
          <p:spPr>
            <a:xfrm>
              <a:off x="5159781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58" name="pg1713">
              <a:extLst>
                <a:ext uri="{FF2B5EF4-FFF2-40B4-BE49-F238E27FC236}">
                  <a16:creationId xmlns:a16="http://schemas.microsoft.com/office/drawing/2014/main" id="{67435FE1-058B-AB9F-DEFB-B5DE2B9B9E8E}"/>
                </a:ext>
              </a:extLst>
            </p:cNvPr>
            <p:cNvSpPr/>
            <p:nvPr/>
          </p:nvSpPr>
          <p:spPr>
            <a:xfrm>
              <a:off x="5171419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59" name="pg1714">
              <a:extLst>
                <a:ext uri="{FF2B5EF4-FFF2-40B4-BE49-F238E27FC236}">
                  <a16:creationId xmlns:a16="http://schemas.microsoft.com/office/drawing/2014/main" id="{253A69D6-A1D6-8184-248A-36BD026E1213}"/>
                </a:ext>
              </a:extLst>
            </p:cNvPr>
            <p:cNvSpPr/>
            <p:nvPr/>
          </p:nvSpPr>
          <p:spPr>
            <a:xfrm>
              <a:off x="5183056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60" name="pg1715">
              <a:extLst>
                <a:ext uri="{FF2B5EF4-FFF2-40B4-BE49-F238E27FC236}">
                  <a16:creationId xmlns:a16="http://schemas.microsoft.com/office/drawing/2014/main" id="{F56294A9-5F2C-ABC6-49DC-771516989187}"/>
                </a:ext>
              </a:extLst>
            </p:cNvPr>
            <p:cNvSpPr/>
            <p:nvPr/>
          </p:nvSpPr>
          <p:spPr>
            <a:xfrm>
              <a:off x="5055045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61" name="pg1716">
              <a:extLst>
                <a:ext uri="{FF2B5EF4-FFF2-40B4-BE49-F238E27FC236}">
                  <a16:creationId xmlns:a16="http://schemas.microsoft.com/office/drawing/2014/main" id="{E340F751-C3F1-5BBB-CC8B-F5C175707F5A}"/>
                </a:ext>
              </a:extLst>
            </p:cNvPr>
            <p:cNvSpPr/>
            <p:nvPr/>
          </p:nvSpPr>
          <p:spPr>
            <a:xfrm>
              <a:off x="5066683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62" name="pg1717">
              <a:extLst>
                <a:ext uri="{FF2B5EF4-FFF2-40B4-BE49-F238E27FC236}">
                  <a16:creationId xmlns:a16="http://schemas.microsoft.com/office/drawing/2014/main" id="{4F332339-2ECC-CBEF-4019-4439C2CE7C2F}"/>
                </a:ext>
              </a:extLst>
            </p:cNvPr>
            <p:cNvSpPr/>
            <p:nvPr/>
          </p:nvSpPr>
          <p:spPr>
            <a:xfrm>
              <a:off x="5078320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63" name="pg1718">
              <a:extLst>
                <a:ext uri="{FF2B5EF4-FFF2-40B4-BE49-F238E27FC236}">
                  <a16:creationId xmlns:a16="http://schemas.microsoft.com/office/drawing/2014/main" id="{C646B1CF-1886-DCCD-C336-A8873D91A84F}"/>
                </a:ext>
              </a:extLst>
            </p:cNvPr>
            <p:cNvSpPr/>
            <p:nvPr/>
          </p:nvSpPr>
          <p:spPr>
            <a:xfrm>
              <a:off x="5089957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64" name="pg1719">
              <a:extLst>
                <a:ext uri="{FF2B5EF4-FFF2-40B4-BE49-F238E27FC236}">
                  <a16:creationId xmlns:a16="http://schemas.microsoft.com/office/drawing/2014/main" id="{C3250AA5-6D53-0F33-555A-9829AB26E071}"/>
                </a:ext>
              </a:extLst>
            </p:cNvPr>
            <p:cNvSpPr/>
            <p:nvPr/>
          </p:nvSpPr>
          <p:spPr>
            <a:xfrm>
              <a:off x="5101595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65" name="pg1720">
              <a:extLst>
                <a:ext uri="{FF2B5EF4-FFF2-40B4-BE49-F238E27FC236}">
                  <a16:creationId xmlns:a16="http://schemas.microsoft.com/office/drawing/2014/main" id="{4DCFBC75-D0C4-BF10-3DBB-B2D0A778C380}"/>
                </a:ext>
              </a:extLst>
            </p:cNvPr>
            <p:cNvSpPr/>
            <p:nvPr/>
          </p:nvSpPr>
          <p:spPr>
            <a:xfrm>
              <a:off x="5113232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66" name="pg1721">
              <a:extLst>
                <a:ext uri="{FF2B5EF4-FFF2-40B4-BE49-F238E27FC236}">
                  <a16:creationId xmlns:a16="http://schemas.microsoft.com/office/drawing/2014/main" id="{8B94FEFB-66A5-389A-8A35-EE7B2F9D24A8}"/>
                </a:ext>
              </a:extLst>
            </p:cNvPr>
            <p:cNvSpPr/>
            <p:nvPr/>
          </p:nvSpPr>
          <p:spPr>
            <a:xfrm>
              <a:off x="5124869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5CD">
                <a:alpha val="100000"/>
              </a:srgbClr>
            </a:solidFill>
            <a:ln w="5420" cap="flat">
              <a:solidFill>
                <a:srgbClr val="AF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67" name="pg1722">
              <a:extLst>
                <a:ext uri="{FF2B5EF4-FFF2-40B4-BE49-F238E27FC236}">
                  <a16:creationId xmlns:a16="http://schemas.microsoft.com/office/drawing/2014/main" id="{6A09BCCD-8AE8-5A40-130C-62E7FEE52B5F}"/>
                </a:ext>
              </a:extLst>
            </p:cNvPr>
            <p:cNvSpPr/>
            <p:nvPr/>
          </p:nvSpPr>
          <p:spPr>
            <a:xfrm>
              <a:off x="5136507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68" name="pg1723">
              <a:extLst>
                <a:ext uri="{FF2B5EF4-FFF2-40B4-BE49-F238E27FC236}">
                  <a16:creationId xmlns:a16="http://schemas.microsoft.com/office/drawing/2014/main" id="{5F26E0C9-761B-13F1-D2BD-FBF38A50FFA7}"/>
                </a:ext>
              </a:extLst>
            </p:cNvPr>
            <p:cNvSpPr/>
            <p:nvPr/>
          </p:nvSpPr>
          <p:spPr>
            <a:xfrm>
              <a:off x="5148144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69" name="pg1724">
              <a:extLst>
                <a:ext uri="{FF2B5EF4-FFF2-40B4-BE49-F238E27FC236}">
                  <a16:creationId xmlns:a16="http://schemas.microsoft.com/office/drawing/2014/main" id="{BA5C29C8-8A94-79A6-4182-8E28C4174B32}"/>
                </a:ext>
              </a:extLst>
            </p:cNvPr>
            <p:cNvSpPr/>
            <p:nvPr/>
          </p:nvSpPr>
          <p:spPr>
            <a:xfrm>
              <a:off x="5159781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70" name="pg1725">
              <a:extLst>
                <a:ext uri="{FF2B5EF4-FFF2-40B4-BE49-F238E27FC236}">
                  <a16:creationId xmlns:a16="http://schemas.microsoft.com/office/drawing/2014/main" id="{CA1FD96B-342B-8897-6CA1-6944D99461FB}"/>
                </a:ext>
              </a:extLst>
            </p:cNvPr>
            <p:cNvSpPr/>
            <p:nvPr/>
          </p:nvSpPr>
          <p:spPr>
            <a:xfrm>
              <a:off x="5171419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71" name="pg1726">
              <a:extLst>
                <a:ext uri="{FF2B5EF4-FFF2-40B4-BE49-F238E27FC236}">
                  <a16:creationId xmlns:a16="http://schemas.microsoft.com/office/drawing/2014/main" id="{E2732EDE-4EA7-4295-38A8-5B95CAF96587}"/>
                </a:ext>
              </a:extLst>
            </p:cNvPr>
            <p:cNvSpPr/>
            <p:nvPr/>
          </p:nvSpPr>
          <p:spPr>
            <a:xfrm>
              <a:off x="5183056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72" name="pg1727">
              <a:extLst>
                <a:ext uri="{FF2B5EF4-FFF2-40B4-BE49-F238E27FC236}">
                  <a16:creationId xmlns:a16="http://schemas.microsoft.com/office/drawing/2014/main" id="{26E8C563-B896-45B1-AC6F-B6D69B69E014}"/>
                </a:ext>
              </a:extLst>
            </p:cNvPr>
            <p:cNvSpPr/>
            <p:nvPr/>
          </p:nvSpPr>
          <p:spPr>
            <a:xfrm>
              <a:off x="5043408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73" name="pg1728">
              <a:extLst>
                <a:ext uri="{FF2B5EF4-FFF2-40B4-BE49-F238E27FC236}">
                  <a16:creationId xmlns:a16="http://schemas.microsoft.com/office/drawing/2014/main" id="{088C9EB8-1FFB-D142-D71D-B832E1166A39}"/>
                </a:ext>
              </a:extLst>
            </p:cNvPr>
            <p:cNvSpPr/>
            <p:nvPr/>
          </p:nvSpPr>
          <p:spPr>
            <a:xfrm>
              <a:off x="5055045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74" name="pg1729">
              <a:extLst>
                <a:ext uri="{FF2B5EF4-FFF2-40B4-BE49-F238E27FC236}">
                  <a16:creationId xmlns:a16="http://schemas.microsoft.com/office/drawing/2014/main" id="{60D18A34-2D04-DA4B-7AB1-E73736069084}"/>
                </a:ext>
              </a:extLst>
            </p:cNvPr>
            <p:cNvSpPr/>
            <p:nvPr/>
          </p:nvSpPr>
          <p:spPr>
            <a:xfrm>
              <a:off x="5066683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75" name="pg1730">
              <a:extLst>
                <a:ext uri="{FF2B5EF4-FFF2-40B4-BE49-F238E27FC236}">
                  <a16:creationId xmlns:a16="http://schemas.microsoft.com/office/drawing/2014/main" id="{6FDD2D5B-A31E-B4AE-6AA2-8D61D56DDE16}"/>
                </a:ext>
              </a:extLst>
            </p:cNvPr>
            <p:cNvSpPr/>
            <p:nvPr/>
          </p:nvSpPr>
          <p:spPr>
            <a:xfrm>
              <a:off x="5078320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76" name="pg1731">
              <a:extLst>
                <a:ext uri="{FF2B5EF4-FFF2-40B4-BE49-F238E27FC236}">
                  <a16:creationId xmlns:a16="http://schemas.microsoft.com/office/drawing/2014/main" id="{F3DD5F4C-3F0B-4F5E-5778-7CA97720179E}"/>
                </a:ext>
              </a:extLst>
            </p:cNvPr>
            <p:cNvSpPr/>
            <p:nvPr/>
          </p:nvSpPr>
          <p:spPr>
            <a:xfrm>
              <a:off x="5089957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77" name="pg1732">
              <a:extLst>
                <a:ext uri="{FF2B5EF4-FFF2-40B4-BE49-F238E27FC236}">
                  <a16:creationId xmlns:a16="http://schemas.microsoft.com/office/drawing/2014/main" id="{015C1E02-2379-3F95-F2A6-D7F115BE9927}"/>
                </a:ext>
              </a:extLst>
            </p:cNvPr>
            <p:cNvSpPr/>
            <p:nvPr/>
          </p:nvSpPr>
          <p:spPr>
            <a:xfrm>
              <a:off x="5101595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78" name="pg1733">
              <a:extLst>
                <a:ext uri="{FF2B5EF4-FFF2-40B4-BE49-F238E27FC236}">
                  <a16:creationId xmlns:a16="http://schemas.microsoft.com/office/drawing/2014/main" id="{204391C0-7DA7-650A-C354-32E04F1A4477}"/>
                </a:ext>
              </a:extLst>
            </p:cNvPr>
            <p:cNvSpPr/>
            <p:nvPr/>
          </p:nvSpPr>
          <p:spPr>
            <a:xfrm>
              <a:off x="5113232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79" name="pg1734">
              <a:extLst>
                <a:ext uri="{FF2B5EF4-FFF2-40B4-BE49-F238E27FC236}">
                  <a16:creationId xmlns:a16="http://schemas.microsoft.com/office/drawing/2014/main" id="{16706DDF-8B2D-675A-EE7C-F07FB9F5765F}"/>
                </a:ext>
              </a:extLst>
            </p:cNvPr>
            <p:cNvSpPr/>
            <p:nvPr/>
          </p:nvSpPr>
          <p:spPr>
            <a:xfrm>
              <a:off x="5124869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80" name="pg1735">
              <a:extLst>
                <a:ext uri="{FF2B5EF4-FFF2-40B4-BE49-F238E27FC236}">
                  <a16:creationId xmlns:a16="http://schemas.microsoft.com/office/drawing/2014/main" id="{276A815B-5828-BA7A-BC80-099B953B13DB}"/>
                </a:ext>
              </a:extLst>
            </p:cNvPr>
            <p:cNvSpPr/>
            <p:nvPr/>
          </p:nvSpPr>
          <p:spPr>
            <a:xfrm>
              <a:off x="5136507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81" name="pg1736">
              <a:extLst>
                <a:ext uri="{FF2B5EF4-FFF2-40B4-BE49-F238E27FC236}">
                  <a16:creationId xmlns:a16="http://schemas.microsoft.com/office/drawing/2014/main" id="{F233B605-F4FD-334F-5DA0-E81F1ED1466D}"/>
                </a:ext>
              </a:extLst>
            </p:cNvPr>
            <p:cNvSpPr/>
            <p:nvPr/>
          </p:nvSpPr>
          <p:spPr>
            <a:xfrm>
              <a:off x="5148144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82" name="pg1737">
              <a:extLst>
                <a:ext uri="{FF2B5EF4-FFF2-40B4-BE49-F238E27FC236}">
                  <a16:creationId xmlns:a16="http://schemas.microsoft.com/office/drawing/2014/main" id="{F447D4B6-94DB-FCD1-2A95-B1711878CD86}"/>
                </a:ext>
              </a:extLst>
            </p:cNvPr>
            <p:cNvSpPr/>
            <p:nvPr/>
          </p:nvSpPr>
          <p:spPr>
            <a:xfrm>
              <a:off x="5159781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83" name="pg1738">
              <a:extLst>
                <a:ext uri="{FF2B5EF4-FFF2-40B4-BE49-F238E27FC236}">
                  <a16:creationId xmlns:a16="http://schemas.microsoft.com/office/drawing/2014/main" id="{AF00F536-A612-ACD1-9292-872909054886}"/>
                </a:ext>
              </a:extLst>
            </p:cNvPr>
            <p:cNvSpPr/>
            <p:nvPr/>
          </p:nvSpPr>
          <p:spPr>
            <a:xfrm>
              <a:off x="5171419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84" name="pg1739">
              <a:extLst>
                <a:ext uri="{FF2B5EF4-FFF2-40B4-BE49-F238E27FC236}">
                  <a16:creationId xmlns:a16="http://schemas.microsoft.com/office/drawing/2014/main" id="{23F19693-4E52-E26D-F853-DA3CAEFD5E29}"/>
                </a:ext>
              </a:extLst>
            </p:cNvPr>
            <p:cNvSpPr/>
            <p:nvPr/>
          </p:nvSpPr>
          <p:spPr>
            <a:xfrm>
              <a:off x="5183056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85" name="pg1740">
              <a:extLst>
                <a:ext uri="{FF2B5EF4-FFF2-40B4-BE49-F238E27FC236}">
                  <a16:creationId xmlns:a16="http://schemas.microsoft.com/office/drawing/2014/main" id="{011BF6A2-74C3-6A5F-5089-F956C69644BD}"/>
                </a:ext>
              </a:extLst>
            </p:cNvPr>
            <p:cNvSpPr/>
            <p:nvPr/>
          </p:nvSpPr>
          <p:spPr>
            <a:xfrm>
              <a:off x="5194693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86" name="pg1741">
              <a:extLst>
                <a:ext uri="{FF2B5EF4-FFF2-40B4-BE49-F238E27FC236}">
                  <a16:creationId xmlns:a16="http://schemas.microsoft.com/office/drawing/2014/main" id="{A9371FAF-AC26-06CE-F181-078AB5C77F7F}"/>
                </a:ext>
              </a:extLst>
            </p:cNvPr>
            <p:cNvSpPr/>
            <p:nvPr/>
          </p:nvSpPr>
          <p:spPr>
            <a:xfrm>
              <a:off x="5043408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A">
                <a:alpha val="100000"/>
              </a:srgbClr>
            </a:solidFill>
            <a:ln w="5420" cap="flat">
              <a:solidFill>
                <a:srgbClr val="A6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87" name="pg1742">
              <a:extLst>
                <a:ext uri="{FF2B5EF4-FFF2-40B4-BE49-F238E27FC236}">
                  <a16:creationId xmlns:a16="http://schemas.microsoft.com/office/drawing/2014/main" id="{BDC0B210-FFC3-FBF5-2FA6-E1A7EF7FE59C}"/>
                </a:ext>
              </a:extLst>
            </p:cNvPr>
            <p:cNvSpPr/>
            <p:nvPr/>
          </p:nvSpPr>
          <p:spPr>
            <a:xfrm>
              <a:off x="5055045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88" name="pg1743">
              <a:extLst>
                <a:ext uri="{FF2B5EF4-FFF2-40B4-BE49-F238E27FC236}">
                  <a16:creationId xmlns:a16="http://schemas.microsoft.com/office/drawing/2014/main" id="{6323CBE3-DCEB-0DBB-001A-10CC79F2768B}"/>
                </a:ext>
              </a:extLst>
            </p:cNvPr>
            <p:cNvSpPr/>
            <p:nvPr/>
          </p:nvSpPr>
          <p:spPr>
            <a:xfrm>
              <a:off x="5066683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89" name="pg1744">
              <a:extLst>
                <a:ext uri="{FF2B5EF4-FFF2-40B4-BE49-F238E27FC236}">
                  <a16:creationId xmlns:a16="http://schemas.microsoft.com/office/drawing/2014/main" id="{2C0B9AC6-D218-BDD5-10E1-09370C11D732}"/>
                </a:ext>
              </a:extLst>
            </p:cNvPr>
            <p:cNvSpPr/>
            <p:nvPr/>
          </p:nvSpPr>
          <p:spPr>
            <a:xfrm>
              <a:off x="5078320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90" name="pg1745">
              <a:extLst>
                <a:ext uri="{FF2B5EF4-FFF2-40B4-BE49-F238E27FC236}">
                  <a16:creationId xmlns:a16="http://schemas.microsoft.com/office/drawing/2014/main" id="{1E05F12D-E1F0-9FFB-CB1C-D747718081AF}"/>
                </a:ext>
              </a:extLst>
            </p:cNvPr>
            <p:cNvSpPr/>
            <p:nvPr/>
          </p:nvSpPr>
          <p:spPr>
            <a:xfrm>
              <a:off x="5089957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91" name="pg1746">
              <a:extLst>
                <a:ext uri="{FF2B5EF4-FFF2-40B4-BE49-F238E27FC236}">
                  <a16:creationId xmlns:a16="http://schemas.microsoft.com/office/drawing/2014/main" id="{BC33941F-0B06-7176-246D-7634D0AFB8BA}"/>
                </a:ext>
              </a:extLst>
            </p:cNvPr>
            <p:cNvSpPr/>
            <p:nvPr/>
          </p:nvSpPr>
          <p:spPr>
            <a:xfrm>
              <a:off x="5101595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92" name="pg1747">
              <a:extLst>
                <a:ext uri="{FF2B5EF4-FFF2-40B4-BE49-F238E27FC236}">
                  <a16:creationId xmlns:a16="http://schemas.microsoft.com/office/drawing/2014/main" id="{D83D7A42-6346-8506-8433-CB60FA05BD61}"/>
                </a:ext>
              </a:extLst>
            </p:cNvPr>
            <p:cNvSpPr/>
            <p:nvPr/>
          </p:nvSpPr>
          <p:spPr>
            <a:xfrm>
              <a:off x="5113232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93" name="pg1748">
              <a:extLst>
                <a:ext uri="{FF2B5EF4-FFF2-40B4-BE49-F238E27FC236}">
                  <a16:creationId xmlns:a16="http://schemas.microsoft.com/office/drawing/2014/main" id="{93BA967F-AAD5-39A5-5A6D-B06968EE0519}"/>
                </a:ext>
              </a:extLst>
            </p:cNvPr>
            <p:cNvSpPr/>
            <p:nvPr/>
          </p:nvSpPr>
          <p:spPr>
            <a:xfrm>
              <a:off x="5124869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94" name="pg1749">
              <a:extLst>
                <a:ext uri="{FF2B5EF4-FFF2-40B4-BE49-F238E27FC236}">
                  <a16:creationId xmlns:a16="http://schemas.microsoft.com/office/drawing/2014/main" id="{72DFCA03-CFB0-DD4F-25B1-C7B805730F7A}"/>
                </a:ext>
              </a:extLst>
            </p:cNvPr>
            <p:cNvSpPr/>
            <p:nvPr/>
          </p:nvSpPr>
          <p:spPr>
            <a:xfrm>
              <a:off x="5136507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95" name="pg1750">
              <a:extLst>
                <a:ext uri="{FF2B5EF4-FFF2-40B4-BE49-F238E27FC236}">
                  <a16:creationId xmlns:a16="http://schemas.microsoft.com/office/drawing/2014/main" id="{148B504B-6DDC-C5E5-8728-D3B177E293D8}"/>
                </a:ext>
              </a:extLst>
            </p:cNvPr>
            <p:cNvSpPr/>
            <p:nvPr/>
          </p:nvSpPr>
          <p:spPr>
            <a:xfrm>
              <a:off x="5148144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96" name="pg1751">
              <a:extLst>
                <a:ext uri="{FF2B5EF4-FFF2-40B4-BE49-F238E27FC236}">
                  <a16:creationId xmlns:a16="http://schemas.microsoft.com/office/drawing/2014/main" id="{BA64E1CF-1805-74E7-80AB-5016FCDCDF51}"/>
                </a:ext>
              </a:extLst>
            </p:cNvPr>
            <p:cNvSpPr/>
            <p:nvPr/>
          </p:nvSpPr>
          <p:spPr>
            <a:xfrm>
              <a:off x="5159781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97" name="pg1752">
              <a:extLst>
                <a:ext uri="{FF2B5EF4-FFF2-40B4-BE49-F238E27FC236}">
                  <a16:creationId xmlns:a16="http://schemas.microsoft.com/office/drawing/2014/main" id="{DE060210-8498-7C89-22A0-BAA23A68A802}"/>
                </a:ext>
              </a:extLst>
            </p:cNvPr>
            <p:cNvSpPr/>
            <p:nvPr/>
          </p:nvSpPr>
          <p:spPr>
            <a:xfrm>
              <a:off x="5171419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98" name="pg1753">
              <a:extLst>
                <a:ext uri="{FF2B5EF4-FFF2-40B4-BE49-F238E27FC236}">
                  <a16:creationId xmlns:a16="http://schemas.microsoft.com/office/drawing/2014/main" id="{2C4391A4-E066-2FB6-2053-E8A9864F954A}"/>
                </a:ext>
              </a:extLst>
            </p:cNvPr>
            <p:cNvSpPr/>
            <p:nvPr/>
          </p:nvSpPr>
          <p:spPr>
            <a:xfrm>
              <a:off x="5183056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99" name="pg1754">
              <a:extLst>
                <a:ext uri="{FF2B5EF4-FFF2-40B4-BE49-F238E27FC236}">
                  <a16:creationId xmlns:a16="http://schemas.microsoft.com/office/drawing/2014/main" id="{2EFB5B53-9E9B-20C0-2B4D-E093AF5EDF9C}"/>
                </a:ext>
              </a:extLst>
            </p:cNvPr>
            <p:cNvSpPr/>
            <p:nvPr/>
          </p:nvSpPr>
          <p:spPr>
            <a:xfrm>
              <a:off x="5194693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00" name="pg1755">
              <a:extLst>
                <a:ext uri="{FF2B5EF4-FFF2-40B4-BE49-F238E27FC236}">
                  <a16:creationId xmlns:a16="http://schemas.microsoft.com/office/drawing/2014/main" id="{CFE235F6-9A7B-318F-6D10-EB634DFE04BF}"/>
                </a:ext>
              </a:extLst>
            </p:cNvPr>
            <p:cNvSpPr/>
            <p:nvPr/>
          </p:nvSpPr>
          <p:spPr>
            <a:xfrm>
              <a:off x="5206331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01" name="pg1756">
              <a:extLst>
                <a:ext uri="{FF2B5EF4-FFF2-40B4-BE49-F238E27FC236}">
                  <a16:creationId xmlns:a16="http://schemas.microsoft.com/office/drawing/2014/main" id="{AAB4F4A0-BC70-FC60-5D62-4D30CC3F0DCA}"/>
                </a:ext>
              </a:extLst>
            </p:cNvPr>
            <p:cNvSpPr/>
            <p:nvPr/>
          </p:nvSpPr>
          <p:spPr>
            <a:xfrm>
              <a:off x="5043408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02" name="pg1757">
              <a:extLst>
                <a:ext uri="{FF2B5EF4-FFF2-40B4-BE49-F238E27FC236}">
                  <a16:creationId xmlns:a16="http://schemas.microsoft.com/office/drawing/2014/main" id="{4C1B67C5-9257-D5F6-92F8-D527792DBA96}"/>
                </a:ext>
              </a:extLst>
            </p:cNvPr>
            <p:cNvSpPr/>
            <p:nvPr/>
          </p:nvSpPr>
          <p:spPr>
            <a:xfrm>
              <a:off x="5055045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03" name="pg1758">
              <a:extLst>
                <a:ext uri="{FF2B5EF4-FFF2-40B4-BE49-F238E27FC236}">
                  <a16:creationId xmlns:a16="http://schemas.microsoft.com/office/drawing/2014/main" id="{300807F9-4113-F772-5F5B-E7EB8405D0B6}"/>
                </a:ext>
              </a:extLst>
            </p:cNvPr>
            <p:cNvSpPr/>
            <p:nvPr/>
          </p:nvSpPr>
          <p:spPr>
            <a:xfrm>
              <a:off x="5066683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04" name="pg1759">
              <a:extLst>
                <a:ext uri="{FF2B5EF4-FFF2-40B4-BE49-F238E27FC236}">
                  <a16:creationId xmlns:a16="http://schemas.microsoft.com/office/drawing/2014/main" id="{53B987B4-2FFC-C98A-9258-39F6CF97D47A}"/>
                </a:ext>
              </a:extLst>
            </p:cNvPr>
            <p:cNvSpPr/>
            <p:nvPr/>
          </p:nvSpPr>
          <p:spPr>
            <a:xfrm>
              <a:off x="5078320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05" name="pg1760">
              <a:extLst>
                <a:ext uri="{FF2B5EF4-FFF2-40B4-BE49-F238E27FC236}">
                  <a16:creationId xmlns:a16="http://schemas.microsoft.com/office/drawing/2014/main" id="{D683656D-7CAE-E65E-B1AA-5F0BED435128}"/>
                </a:ext>
              </a:extLst>
            </p:cNvPr>
            <p:cNvSpPr/>
            <p:nvPr/>
          </p:nvSpPr>
          <p:spPr>
            <a:xfrm>
              <a:off x="5089957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06" name="pg1761">
              <a:extLst>
                <a:ext uri="{FF2B5EF4-FFF2-40B4-BE49-F238E27FC236}">
                  <a16:creationId xmlns:a16="http://schemas.microsoft.com/office/drawing/2014/main" id="{6194A316-AAFC-252D-AFB2-2FBF0DEA644F}"/>
                </a:ext>
              </a:extLst>
            </p:cNvPr>
            <p:cNvSpPr/>
            <p:nvPr/>
          </p:nvSpPr>
          <p:spPr>
            <a:xfrm>
              <a:off x="5101595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07" name="pg1762">
              <a:extLst>
                <a:ext uri="{FF2B5EF4-FFF2-40B4-BE49-F238E27FC236}">
                  <a16:creationId xmlns:a16="http://schemas.microsoft.com/office/drawing/2014/main" id="{707C6122-4BAF-0F03-8C26-AB9FA0BC1350}"/>
                </a:ext>
              </a:extLst>
            </p:cNvPr>
            <p:cNvSpPr/>
            <p:nvPr/>
          </p:nvSpPr>
          <p:spPr>
            <a:xfrm>
              <a:off x="5113232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08" name="pg1763">
              <a:extLst>
                <a:ext uri="{FF2B5EF4-FFF2-40B4-BE49-F238E27FC236}">
                  <a16:creationId xmlns:a16="http://schemas.microsoft.com/office/drawing/2014/main" id="{DEA1CEE6-BD5D-59E6-AA9F-DC1A7ADCB344}"/>
                </a:ext>
              </a:extLst>
            </p:cNvPr>
            <p:cNvSpPr/>
            <p:nvPr/>
          </p:nvSpPr>
          <p:spPr>
            <a:xfrm>
              <a:off x="5124869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09" name="pg1764">
              <a:extLst>
                <a:ext uri="{FF2B5EF4-FFF2-40B4-BE49-F238E27FC236}">
                  <a16:creationId xmlns:a16="http://schemas.microsoft.com/office/drawing/2014/main" id="{BCF08D30-CC38-26CE-7AD0-EA9B6B749471}"/>
                </a:ext>
              </a:extLst>
            </p:cNvPr>
            <p:cNvSpPr/>
            <p:nvPr/>
          </p:nvSpPr>
          <p:spPr>
            <a:xfrm>
              <a:off x="5136507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10" name="pg1765">
              <a:extLst>
                <a:ext uri="{FF2B5EF4-FFF2-40B4-BE49-F238E27FC236}">
                  <a16:creationId xmlns:a16="http://schemas.microsoft.com/office/drawing/2014/main" id="{B8140D1B-3919-528D-C5C2-BD80E7D74BF6}"/>
                </a:ext>
              </a:extLst>
            </p:cNvPr>
            <p:cNvSpPr/>
            <p:nvPr/>
          </p:nvSpPr>
          <p:spPr>
            <a:xfrm>
              <a:off x="5148144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11" name="pg1766">
              <a:extLst>
                <a:ext uri="{FF2B5EF4-FFF2-40B4-BE49-F238E27FC236}">
                  <a16:creationId xmlns:a16="http://schemas.microsoft.com/office/drawing/2014/main" id="{4FAE12AD-A24C-9173-62F0-24FCC6463514}"/>
                </a:ext>
              </a:extLst>
            </p:cNvPr>
            <p:cNvSpPr/>
            <p:nvPr/>
          </p:nvSpPr>
          <p:spPr>
            <a:xfrm>
              <a:off x="5159781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12" name="pg1767">
              <a:extLst>
                <a:ext uri="{FF2B5EF4-FFF2-40B4-BE49-F238E27FC236}">
                  <a16:creationId xmlns:a16="http://schemas.microsoft.com/office/drawing/2014/main" id="{84C8C7C5-096B-A91D-06BE-6622F351E02F}"/>
                </a:ext>
              </a:extLst>
            </p:cNvPr>
            <p:cNvSpPr/>
            <p:nvPr/>
          </p:nvSpPr>
          <p:spPr>
            <a:xfrm>
              <a:off x="5171419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13" name="pg1768">
              <a:extLst>
                <a:ext uri="{FF2B5EF4-FFF2-40B4-BE49-F238E27FC236}">
                  <a16:creationId xmlns:a16="http://schemas.microsoft.com/office/drawing/2014/main" id="{AFE4875A-B343-3F75-6889-2FA852192668}"/>
                </a:ext>
              </a:extLst>
            </p:cNvPr>
            <p:cNvSpPr/>
            <p:nvPr/>
          </p:nvSpPr>
          <p:spPr>
            <a:xfrm>
              <a:off x="5183056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14" name="pg1769">
              <a:extLst>
                <a:ext uri="{FF2B5EF4-FFF2-40B4-BE49-F238E27FC236}">
                  <a16:creationId xmlns:a16="http://schemas.microsoft.com/office/drawing/2014/main" id="{85425130-6782-D3A2-8F32-6507E654681D}"/>
                </a:ext>
              </a:extLst>
            </p:cNvPr>
            <p:cNvSpPr/>
            <p:nvPr/>
          </p:nvSpPr>
          <p:spPr>
            <a:xfrm>
              <a:off x="5194693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15" name="pg1770">
              <a:extLst>
                <a:ext uri="{FF2B5EF4-FFF2-40B4-BE49-F238E27FC236}">
                  <a16:creationId xmlns:a16="http://schemas.microsoft.com/office/drawing/2014/main" id="{3E587204-D4F6-2C2E-B7EF-A28B2FD38445}"/>
                </a:ext>
              </a:extLst>
            </p:cNvPr>
            <p:cNvSpPr/>
            <p:nvPr/>
          </p:nvSpPr>
          <p:spPr>
            <a:xfrm>
              <a:off x="5206331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16" name="pg1771">
              <a:extLst>
                <a:ext uri="{FF2B5EF4-FFF2-40B4-BE49-F238E27FC236}">
                  <a16:creationId xmlns:a16="http://schemas.microsoft.com/office/drawing/2014/main" id="{29564250-05E4-46B4-1141-83C2BC35076A}"/>
                </a:ext>
              </a:extLst>
            </p:cNvPr>
            <p:cNvSpPr/>
            <p:nvPr/>
          </p:nvSpPr>
          <p:spPr>
            <a:xfrm>
              <a:off x="5043408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17" name="pg1772">
              <a:extLst>
                <a:ext uri="{FF2B5EF4-FFF2-40B4-BE49-F238E27FC236}">
                  <a16:creationId xmlns:a16="http://schemas.microsoft.com/office/drawing/2014/main" id="{A7B3BD0E-E350-E84B-E594-13B839612C43}"/>
                </a:ext>
              </a:extLst>
            </p:cNvPr>
            <p:cNvSpPr/>
            <p:nvPr/>
          </p:nvSpPr>
          <p:spPr>
            <a:xfrm>
              <a:off x="5055045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18" name="pg1773">
              <a:extLst>
                <a:ext uri="{FF2B5EF4-FFF2-40B4-BE49-F238E27FC236}">
                  <a16:creationId xmlns:a16="http://schemas.microsoft.com/office/drawing/2014/main" id="{D70081CE-E7A2-59B3-37BB-5387199CEA65}"/>
                </a:ext>
              </a:extLst>
            </p:cNvPr>
            <p:cNvSpPr/>
            <p:nvPr/>
          </p:nvSpPr>
          <p:spPr>
            <a:xfrm>
              <a:off x="5066683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19" name="pg1774">
              <a:extLst>
                <a:ext uri="{FF2B5EF4-FFF2-40B4-BE49-F238E27FC236}">
                  <a16:creationId xmlns:a16="http://schemas.microsoft.com/office/drawing/2014/main" id="{595360F6-9C19-F2C2-EDBF-276B9DDDB591}"/>
                </a:ext>
              </a:extLst>
            </p:cNvPr>
            <p:cNvSpPr/>
            <p:nvPr/>
          </p:nvSpPr>
          <p:spPr>
            <a:xfrm>
              <a:off x="5078320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20" name="pg1775">
              <a:extLst>
                <a:ext uri="{FF2B5EF4-FFF2-40B4-BE49-F238E27FC236}">
                  <a16:creationId xmlns:a16="http://schemas.microsoft.com/office/drawing/2014/main" id="{D047FA33-CEEE-A9BE-BBF0-494B8AFFF8CD}"/>
                </a:ext>
              </a:extLst>
            </p:cNvPr>
            <p:cNvSpPr/>
            <p:nvPr/>
          </p:nvSpPr>
          <p:spPr>
            <a:xfrm>
              <a:off x="5089957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21" name="pg1776">
              <a:extLst>
                <a:ext uri="{FF2B5EF4-FFF2-40B4-BE49-F238E27FC236}">
                  <a16:creationId xmlns:a16="http://schemas.microsoft.com/office/drawing/2014/main" id="{749B81AD-3BB9-1BF5-3BE5-74DDE39F05C2}"/>
                </a:ext>
              </a:extLst>
            </p:cNvPr>
            <p:cNvSpPr/>
            <p:nvPr/>
          </p:nvSpPr>
          <p:spPr>
            <a:xfrm>
              <a:off x="5101595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22" name="pg1777">
              <a:extLst>
                <a:ext uri="{FF2B5EF4-FFF2-40B4-BE49-F238E27FC236}">
                  <a16:creationId xmlns:a16="http://schemas.microsoft.com/office/drawing/2014/main" id="{07603E62-2329-E5AE-FC64-01BE37748009}"/>
                </a:ext>
              </a:extLst>
            </p:cNvPr>
            <p:cNvSpPr/>
            <p:nvPr/>
          </p:nvSpPr>
          <p:spPr>
            <a:xfrm>
              <a:off x="5113232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23" name="pg1778">
              <a:extLst>
                <a:ext uri="{FF2B5EF4-FFF2-40B4-BE49-F238E27FC236}">
                  <a16:creationId xmlns:a16="http://schemas.microsoft.com/office/drawing/2014/main" id="{A6B8AFE5-0FDE-E4AB-B834-BFD3075FDD65}"/>
                </a:ext>
              </a:extLst>
            </p:cNvPr>
            <p:cNvSpPr/>
            <p:nvPr/>
          </p:nvSpPr>
          <p:spPr>
            <a:xfrm>
              <a:off x="5124869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24" name="pg1779">
              <a:extLst>
                <a:ext uri="{FF2B5EF4-FFF2-40B4-BE49-F238E27FC236}">
                  <a16:creationId xmlns:a16="http://schemas.microsoft.com/office/drawing/2014/main" id="{74845978-CC8E-A58E-F21B-D5D5DF519272}"/>
                </a:ext>
              </a:extLst>
            </p:cNvPr>
            <p:cNvSpPr/>
            <p:nvPr/>
          </p:nvSpPr>
          <p:spPr>
            <a:xfrm>
              <a:off x="5136507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25" name="pg1780">
              <a:extLst>
                <a:ext uri="{FF2B5EF4-FFF2-40B4-BE49-F238E27FC236}">
                  <a16:creationId xmlns:a16="http://schemas.microsoft.com/office/drawing/2014/main" id="{A2236964-1566-6705-2311-FE490A88FEB1}"/>
                </a:ext>
              </a:extLst>
            </p:cNvPr>
            <p:cNvSpPr/>
            <p:nvPr/>
          </p:nvSpPr>
          <p:spPr>
            <a:xfrm>
              <a:off x="5148144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26" name="pg1781">
              <a:extLst>
                <a:ext uri="{FF2B5EF4-FFF2-40B4-BE49-F238E27FC236}">
                  <a16:creationId xmlns:a16="http://schemas.microsoft.com/office/drawing/2014/main" id="{90BBD18B-EED0-7F97-861C-BEB0760689DB}"/>
                </a:ext>
              </a:extLst>
            </p:cNvPr>
            <p:cNvSpPr/>
            <p:nvPr/>
          </p:nvSpPr>
          <p:spPr>
            <a:xfrm>
              <a:off x="5159781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27" name="pg1782">
              <a:extLst>
                <a:ext uri="{FF2B5EF4-FFF2-40B4-BE49-F238E27FC236}">
                  <a16:creationId xmlns:a16="http://schemas.microsoft.com/office/drawing/2014/main" id="{DEBDB5C8-D64F-A773-F6DE-058DB542DAC6}"/>
                </a:ext>
              </a:extLst>
            </p:cNvPr>
            <p:cNvSpPr/>
            <p:nvPr/>
          </p:nvSpPr>
          <p:spPr>
            <a:xfrm>
              <a:off x="5171419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28" name="pg1783">
              <a:extLst>
                <a:ext uri="{FF2B5EF4-FFF2-40B4-BE49-F238E27FC236}">
                  <a16:creationId xmlns:a16="http://schemas.microsoft.com/office/drawing/2014/main" id="{AEC5C30E-034F-1DDB-33D3-DD3B5AE05B21}"/>
                </a:ext>
              </a:extLst>
            </p:cNvPr>
            <p:cNvSpPr/>
            <p:nvPr/>
          </p:nvSpPr>
          <p:spPr>
            <a:xfrm>
              <a:off x="5183056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29" name="pg1784">
              <a:extLst>
                <a:ext uri="{FF2B5EF4-FFF2-40B4-BE49-F238E27FC236}">
                  <a16:creationId xmlns:a16="http://schemas.microsoft.com/office/drawing/2014/main" id="{71F11873-D8A2-894E-946D-803E88982221}"/>
                </a:ext>
              </a:extLst>
            </p:cNvPr>
            <p:cNvSpPr/>
            <p:nvPr/>
          </p:nvSpPr>
          <p:spPr>
            <a:xfrm>
              <a:off x="5194693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30" name="pg1785">
              <a:extLst>
                <a:ext uri="{FF2B5EF4-FFF2-40B4-BE49-F238E27FC236}">
                  <a16:creationId xmlns:a16="http://schemas.microsoft.com/office/drawing/2014/main" id="{A120F21C-795B-E10D-DE11-430909DB6506}"/>
                </a:ext>
              </a:extLst>
            </p:cNvPr>
            <p:cNvSpPr/>
            <p:nvPr/>
          </p:nvSpPr>
          <p:spPr>
            <a:xfrm>
              <a:off x="5206331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31" name="pg1786">
              <a:extLst>
                <a:ext uri="{FF2B5EF4-FFF2-40B4-BE49-F238E27FC236}">
                  <a16:creationId xmlns:a16="http://schemas.microsoft.com/office/drawing/2014/main" id="{95CF8A38-94EB-E7E0-CE0D-711F5E4743FA}"/>
                </a:ext>
              </a:extLst>
            </p:cNvPr>
            <p:cNvSpPr/>
            <p:nvPr/>
          </p:nvSpPr>
          <p:spPr>
            <a:xfrm>
              <a:off x="5217968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32" name="pg1787">
              <a:extLst>
                <a:ext uri="{FF2B5EF4-FFF2-40B4-BE49-F238E27FC236}">
                  <a16:creationId xmlns:a16="http://schemas.microsoft.com/office/drawing/2014/main" id="{B0E72B56-B05D-5800-2D14-46C88EC9EEC1}"/>
                </a:ext>
              </a:extLst>
            </p:cNvPr>
            <p:cNvSpPr/>
            <p:nvPr/>
          </p:nvSpPr>
          <p:spPr>
            <a:xfrm>
              <a:off x="5055045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33" name="pg1788">
              <a:extLst>
                <a:ext uri="{FF2B5EF4-FFF2-40B4-BE49-F238E27FC236}">
                  <a16:creationId xmlns:a16="http://schemas.microsoft.com/office/drawing/2014/main" id="{BA5CE753-3DB1-C0A0-2445-A7709FCC05C1}"/>
                </a:ext>
              </a:extLst>
            </p:cNvPr>
            <p:cNvSpPr/>
            <p:nvPr/>
          </p:nvSpPr>
          <p:spPr>
            <a:xfrm>
              <a:off x="5066683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34" name="pg1789">
              <a:extLst>
                <a:ext uri="{FF2B5EF4-FFF2-40B4-BE49-F238E27FC236}">
                  <a16:creationId xmlns:a16="http://schemas.microsoft.com/office/drawing/2014/main" id="{2735283F-5CF6-EED3-FC01-51185C7B09D5}"/>
                </a:ext>
              </a:extLst>
            </p:cNvPr>
            <p:cNvSpPr/>
            <p:nvPr/>
          </p:nvSpPr>
          <p:spPr>
            <a:xfrm>
              <a:off x="5078320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35" name="pg1790">
              <a:extLst>
                <a:ext uri="{FF2B5EF4-FFF2-40B4-BE49-F238E27FC236}">
                  <a16:creationId xmlns:a16="http://schemas.microsoft.com/office/drawing/2014/main" id="{006DB1FF-D06C-679C-BE42-C5B6A6F5FE4E}"/>
                </a:ext>
              </a:extLst>
            </p:cNvPr>
            <p:cNvSpPr/>
            <p:nvPr/>
          </p:nvSpPr>
          <p:spPr>
            <a:xfrm>
              <a:off x="5089957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36" name="pg1791">
              <a:extLst>
                <a:ext uri="{FF2B5EF4-FFF2-40B4-BE49-F238E27FC236}">
                  <a16:creationId xmlns:a16="http://schemas.microsoft.com/office/drawing/2014/main" id="{3DE0BFEE-3942-6F23-0574-684CD950E643}"/>
                </a:ext>
              </a:extLst>
            </p:cNvPr>
            <p:cNvSpPr/>
            <p:nvPr/>
          </p:nvSpPr>
          <p:spPr>
            <a:xfrm>
              <a:off x="5101595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37" name="pg1792">
              <a:extLst>
                <a:ext uri="{FF2B5EF4-FFF2-40B4-BE49-F238E27FC236}">
                  <a16:creationId xmlns:a16="http://schemas.microsoft.com/office/drawing/2014/main" id="{AE2D6DE4-D222-EC76-28B8-623FBFFD7ED5}"/>
                </a:ext>
              </a:extLst>
            </p:cNvPr>
            <p:cNvSpPr/>
            <p:nvPr/>
          </p:nvSpPr>
          <p:spPr>
            <a:xfrm>
              <a:off x="5113232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38" name="pg1793">
              <a:extLst>
                <a:ext uri="{FF2B5EF4-FFF2-40B4-BE49-F238E27FC236}">
                  <a16:creationId xmlns:a16="http://schemas.microsoft.com/office/drawing/2014/main" id="{EC606186-777F-71E3-D748-242906DC551B}"/>
                </a:ext>
              </a:extLst>
            </p:cNvPr>
            <p:cNvSpPr/>
            <p:nvPr/>
          </p:nvSpPr>
          <p:spPr>
            <a:xfrm>
              <a:off x="5124869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39" name="pg1794">
              <a:extLst>
                <a:ext uri="{FF2B5EF4-FFF2-40B4-BE49-F238E27FC236}">
                  <a16:creationId xmlns:a16="http://schemas.microsoft.com/office/drawing/2014/main" id="{DF4BBABE-3845-44F7-F768-A2EA003ACD56}"/>
                </a:ext>
              </a:extLst>
            </p:cNvPr>
            <p:cNvSpPr/>
            <p:nvPr/>
          </p:nvSpPr>
          <p:spPr>
            <a:xfrm>
              <a:off x="5136507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40" name="pg1795">
              <a:extLst>
                <a:ext uri="{FF2B5EF4-FFF2-40B4-BE49-F238E27FC236}">
                  <a16:creationId xmlns:a16="http://schemas.microsoft.com/office/drawing/2014/main" id="{8D6FEDE3-D7BE-F4C5-635A-23E74D07B797}"/>
                </a:ext>
              </a:extLst>
            </p:cNvPr>
            <p:cNvSpPr/>
            <p:nvPr/>
          </p:nvSpPr>
          <p:spPr>
            <a:xfrm>
              <a:off x="5148144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41" name="pg1796">
              <a:extLst>
                <a:ext uri="{FF2B5EF4-FFF2-40B4-BE49-F238E27FC236}">
                  <a16:creationId xmlns:a16="http://schemas.microsoft.com/office/drawing/2014/main" id="{4C2F3928-6C5D-0939-6F52-BCFBA3C4762C}"/>
                </a:ext>
              </a:extLst>
            </p:cNvPr>
            <p:cNvSpPr/>
            <p:nvPr/>
          </p:nvSpPr>
          <p:spPr>
            <a:xfrm>
              <a:off x="5159781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42" name="pg1797">
              <a:extLst>
                <a:ext uri="{FF2B5EF4-FFF2-40B4-BE49-F238E27FC236}">
                  <a16:creationId xmlns:a16="http://schemas.microsoft.com/office/drawing/2014/main" id="{5D700BB3-AAE3-0EA9-A6D0-92C29DA1BE12}"/>
                </a:ext>
              </a:extLst>
            </p:cNvPr>
            <p:cNvSpPr/>
            <p:nvPr/>
          </p:nvSpPr>
          <p:spPr>
            <a:xfrm>
              <a:off x="5171419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43" name="pg1798">
              <a:extLst>
                <a:ext uri="{FF2B5EF4-FFF2-40B4-BE49-F238E27FC236}">
                  <a16:creationId xmlns:a16="http://schemas.microsoft.com/office/drawing/2014/main" id="{3F9208F2-7EC9-ABD9-25C8-047A1597E621}"/>
                </a:ext>
              </a:extLst>
            </p:cNvPr>
            <p:cNvSpPr/>
            <p:nvPr/>
          </p:nvSpPr>
          <p:spPr>
            <a:xfrm>
              <a:off x="5183056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44" name="pg1799">
              <a:extLst>
                <a:ext uri="{FF2B5EF4-FFF2-40B4-BE49-F238E27FC236}">
                  <a16:creationId xmlns:a16="http://schemas.microsoft.com/office/drawing/2014/main" id="{467879A1-8F44-C084-5A3C-18418519554D}"/>
                </a:ext>
              </a:extLst>
            </p:cNvPr>
            <p:cNvSpPr/>
            <p:nvPr/>
          </p:nvSpPr>
          <p:spPr>
            <a:xfrm>
              <a:off x="5194693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45" name="pg1800">
              <a:extLst>
                <a:ext uri="{FF2B5EF4-FFF2-40B4-BE49-F238E27FC236}">
                  <a16:creationId xmlns:a16="http://schemas.microsoft.com/office/drawing/2014/main" id="{D65F1E19-EF81-D811-070C-FBC0B04A5181}"/>
                </a:ext>
              </a:extLst>
            </p:cNvPr>
            <p:cNvSpPr/>
            <p:nvPr/>
          </p:nvSpPr>
          <p:spPr>
            <a:xfrm>
              <a:off x="5206331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46" name="pg1801">
              <a:extLst>
                <a:ext uri="{FF2B5EF4-FFF2-40B4-BE49-F238E27FC236}">
                  <a16:creationId xmlns:a16="http://schemas.microsoft.com/office/drawing/2014/main" id="{E7B39150-5F15-3E0C-FE10-01976D16727F}"/>
                </a:ext>
              </a:extLst>
            </p:cNvPr>
            <p:cNvSpPr/>
            <p:nvPr/>
          </p:nvSpPr>
          <p:spPr>
            <a:xfrm>
              <a:off x="5217968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47" name="pg1802">
              <a:extLst>
                <a:ext uri="{FF2B5EF4-FFF2-40B4-BE49-F238E27FC236}">
                  <a16:creationId xmlns:a16="http://schemas.microsoft.com/office/drawing/2014/main" id="{E169EA95-7B5F-3B6D-D737-DB0B7C74A2F9}"/>
                </a:ext>
              </a:extLst>
            </p:cNvPr>
            <p:cNvSpPr/>
            <p:nvPr/>
          </p:nvSpPr>
          <p:spPr>
            <a:xfrm>
              <a:off x="502013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48" name="pg1803">
              <a:extLst>
                <a:ext uri="{FF2B5EF4-FFF2-40B4-BE49-F238E27FC236}">
                  <a16:creationId xmlns:a16="http://schemas.microsoft.com/office/drawing/2014/main" id="{A48732B5-99C3-6606-4E90-B0E5B7BDAE2A}"/>
                </a:ext>
              </a:extLst>
            </p:cNvPr>
            <p:cNvSpPr/>
            <p:nvPr/>
          </p:nvSpPr>
          <p:spPr>
            <a:xfrm>
              <a:off x="503177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49" name="pg1804">
              <a:extLst>
                <a:ext uri="{FF2B5EF4-FFF2-40B4-BE49-F238E27FC236}">
                  <a16:creationId xmlns:a16="http://schemas.microsoft.com/office/drawing/2014/main" id="{A5CF345D-244E-21E6-4CD6-AA6F047B5DF2}"/>
                </a:ext>
              </a:extLst>
            </p:cNvPr>
            <p:cNvSpPr/>
            <p:nvPr/>
          </p:nvSpPr>
          <p:spPr>
            <a:xfrm>
              <a:off x="5043408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50" name="pg1805">
              <a:extLst>
                <a:ext uri="{FF2B5EF4-FFF2-40B4-BE49-F238E27FC236}">
                  <a16:creationId xmlns:a16="http://schemas.microsoft.com/office/drawing/2014/main" id="{AF5B7275-64C5-DFBD-853F-8A8ECE7D9F8D}"/>
                </a:ext>
              </a:extLst>
            </p:cNvPr>
            <p:cNvSpPr/>
            <p:nvPr/>
          </p:nvSpPr>
          <p:spPr>
            <a:xfrm>
              <a:off x="5055045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51" name="pg1806">
              <a:extLst>
                <a:ext uri="{FF2B5EF4-FFF2-40B4-BE49-F238E27FC236}">
                  <a16:creationId xmlns:a16="http://schemas.microsoft.com/office/drawing/2014/main" id="{6DFA21D6-8F0D-6705-B18D-BEF8CB492AB7}"/>
                </a:ext>
              </a:extLst>
            </p:cNvPr>
            <p:cNvSpPr/>
            <p:nvPr/>
          </p:nvSpPr>
          <p:spPr>
            <a:xfrm>
              <a:off x="506668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52" name="pg1807">
              <a:extLst>
                <a:ext uri="{FF2B5EF4-FFF2-40B4-BE49-F238E27FC236}">
                  <a16:creationId xmlns:a16="http://schemas.microsoft.com/office/drawing/2014/main" id="{48CB8A6C-A452-6C12-88AD-62E20A9C6606}"/>
                </a:ext>
              </a:extLst>
            </p:cNvPr>
            <p:cNvSpPr/>
            <p:nvPr/>
          </p:nvSpPr>
          <p:spPr>
            <a:xfrm>
              <a:off x="5078320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53" name="pg1808">
              <a:extLst>
                <a:ext uri="{FF2B5EF4-FFF2-40B4-BE49-F238E27FC236}">
                  <a16:creationId xmlns:a16="http://schemas.microsoft.com/office/drawing/2014/main" id="{22276E4B-4438-6A5D-A802-85BB897CCE7E}"/>
                </a:ext>
              </a:extLst>
            </p:cNvPr>
            <p:cNvSpPr/>
            <p:nvPr/>
          </p:nvSpPr>
          <p:spPr>
            <a:xfrm>
              <a:off x="5089957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54" name="pg1809">
              <a:extLst>
                <a:ext uri="{FF2B5EF4-FFF2-40B4-BE49-F238E27FC236}">
                  <a16:creationId xmlns:a16="http://schemas.microsoft.com/office/drawing/2014/main" id="{852B7526-5A86-E9EB-B9FF-6BC8CE1EB134}"/>
                </a:ext>
              </a:extLst>
            </p:cNvPr>
            <p:cNvSpPr/>
            <p:nvPr/>
          </p:nvSpPr>
          <p:spPr>
            <a:xfrm>
              <a:off x="5101595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55" name="pg1810">
              <a:extLst>
                <a:ext uri="{FF2B5EF4-FFF2-40B4-BE49-F238E27FC236}">
                  <a16:creationId xmlns:a16="http://schemas.microsoft.com/office/drawing/2014/main" id="{E5310D27-3B60-5147-F6D6-F3DBCD77C1BB}"/>
                </a:ext>
              </a:extLst>
            </p:cNvPr>
            <p:cNvSpPr/>
            <p:nvPr/>
          </p:nvSpPr>
          <p:spPr>
            <a:xfrm>
              <a:off x="5113232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56" name="pg1811">
              <a:extLst>
                <a:ext uri="{FF2B5EF4-FFF2-40B4-BE49-F238E27FC236}">
                  <a16:creationId xmlns:a16="http://schemas.microsoft.com/office/drawing/2014/main" id="{C6184FD0-23B8-0B2A-3528-DA6ABBB10C99}"/>
                </a:ext>
              </a:extLst>
            </p:cNvPr>
            <p:cNvSpPr/>
            <p:nvPr/>
          </p:nvSpPr>
          <p:spPr>
            <a:xfrm>
              <a:off x="5124869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57" name="pg1812">
              <a:extLst>
                <a:ext uri="{FF2B5EF4-FFF2-40B4-BE49-F238E27FC236}">
                  <a16:creationId xmlns:a16="http://schemas.microsoft.com/office/drawing/2014/main" id="{621DAB23-A1F8-B101-B279-0D65B1922F9E}"/>
                </a:ext>
              </a:extLst>
            </p:cNvPr>
            <p:cNvSpPr/>
            <p:nvPr/>
          </p:nvSpPr>
          <p:spPr>
            <a:xfrm>
              <a:off x="5136507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58" name="pg1813">
              <a:extLst>
                <a:ext uri="{FF2B5EF4-FFF2-40B4-BE49-F238E27FC236}">
                  <a16:creationId xmlns:a16="http://schemas.microsoft.com/office/drawing/2014/main" id="{BBF37F42-AABE-0973-3E67-613DDC4065E4}"/>
                </a:ext>
              </a:extLst>
            </p:cNvPr>
            <p:cNvSpPr/>
            <p:nvPr/>
          </p:nvSpPr>
          <p:spPr>
            <a:xfrm>
              <a:off x="5148144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59" name="pg1814">
              <a:extLst>
                <a:ext uri="{FF2B5EF4-FFF2-40B4-BE49-F238E27FC236}">
                  <a16:creationId xmlns:a16="http://schemas.microsoft.com/office/drawing/2014/main" id="{F900E57E-C830-8320-FC48-152E6ADC1D19}"/>
                </a:ext>
              </a:extLst>
            </p:cNvPr>
            <p:cNvSpPr/>
            <p:nvPr/>
          </p:nvSpPr>
          <p:spPr>
            <a:xfrm>
              <a:off x="515978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60" name="pg1815">
              <a:extLst>
                <a:ext uri="{FF2B5EF4-FFF2-40B4-BE49-F238E27FC236}">
                  <a16:creationId xmlns:a16="http://schemas.microsoft.com/office/drawing/2014/main" id="{818034D5-912F-FAF5-1770-37C5299F75E9}"/>
                </a:ext>
              </a:extLst>
            </p:cNvPr>
            <p:cNvSpPr/>
            <p:nvPr/>
          </p:nvSpPr>
          <p:spPr>
            <a:xfrm>
              <a:off x="5171419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61" name="pg1816">
              <a:extLst>
                <a:ext uri="{FF2B5EF4-FFF2-40B4-BE49-F238E27FC236}">
                  <a16:creationId xmlns:a16="http://schemas.microsoft.com/office/drawing/2014/main" id="{A05312AA-C79F-649C-DB7E-064C7F6B06F0}"/>
                </a:ext>
              </a:extLst>
            </p:cNvPr>
            <p:cNvSpPr/>
            <p:nvPr/>
          </p:nvSpPr>
          <p:spPr>
            <a:xfrm>
              <a:off x="5183056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62" name="pg1817">
              <a:extLst>
                <a:ext uri="{FF2B5EF4-FFF2-40B4-BE49-F238E27FC236}">
                  <a16:creationId xmlns:a16="http://schemas.microsoft.com/office/drawing/2014/main" id="{6BA30A48-9E4D-C6EC-48CE-B36B2AC4AD65}"/>
                </a:ext>
              </a:extLst>
            </p:cNvPr>
            <p:cNvSpPr/>
            <p:nvPr/>
          </p:nvSpPr>
          <p:spPr>
            <a:xfrm>
              <a:off x="519469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63" name="pg1818">
              <a:extLst>
                <a:ext uri="{FF2B5EF4-FFF2-40B4-BE49-F238E27FC236}">
                  <a16:creationId xmlns:a16="http://schemas.microsoft.com/office/drawing/2014/main" id="{F47091A7-6EDD-4BDB-9FD2-D94BF31761D1}"/>
                </a:ext>
              </a:extLst>
            </p:cNvPr>
            <p:cNvSpPr/>
            <p:nvPr/>
          </p:nvSpPr>
          <p:spPr>
            <a:xfrm>
              <a:off x="520633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64" name="pg1819">
              <a:extLst>
                <a:ext uri="{FF2B5EF4-FFF2-40B4-BE49-F238E27FC236}">
                  <a16:creationId xmlns:a16="http://schemas.microsoft.com/office/drawing/2014/main" id="{F8FE28D6-31F5-2782-FD5D-221376566456}"/>
                </a:ext>
              </a:extLst>
            </p:cNvPr>
            <p:cNvSpPr/>
            <p:nvPr/>
          </p:nvSpPr>
          <p:spPr>
            <a:xfrm>
              <a:off x="502013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65" name="pg1820">
              <a:extLst>
                <a:ext uri="{FF2B5EF4-FFF2-40B4-BE49-F238E27FC236}">
                  <a16:creationId xmlns:a16="http://schemas.microsoft.com/office/drawing/2014/main" id="{8343D060-1E57-89E3-E7F1-E793FD1C65AF}"/>
                </a:ext>
              </a:extLst>
            </p:cNvPr>
            <p:cNvSpPr/>
            <p:nvPr/>
          </p:nvSpPr>
          <p:spPr>
            <a:xfrm>
              <a:off x="5031771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66" name="pg1821">
              <a:extLst>
                <a:ext uri="{FF2B5EF4-FFF2-40B4-BE49-F238E27FC236}">
                  <a16:creationId xmlns:a16="http://schemas.microsoft.com/office/drawing/2014/main" id="{2BAC18C1-F762-D2C3-0F1A-63D2F1EB399B}"/>
                </a:ext>
              </a:extLst>
            </p:cNvPr>
            <p:cNvSpPr/>
            <p:nvPr/>
          </p:nvSpPr>
          <p:spPr>
            <a:xfrm>
              <a:off x="5043408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67" name="pg1822">
              <a:extLst>
                <a:ext uri="{FF2B5EF4-FFF2-40B4-BE49-F238E27FC236}">
                  <a16:creationId xmlns:a16="http://schemas.microsoft.com/office/drawing/2014/main" id="{D88BC8C9-A4BC-CF06-17F1-9D081ED6EC38}"/>
                </a:ext>
              </a:extLst>
            </p:cNvPr>
            <p:cNvSpPr/>
            <p:nvPr/>
          </p:nvSpPr>
          <p:spPr>
            <a:xfrm>
              <a:off x="5055045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68" name="pg1823">
              <a:extLst>
                <a:ext uri="{FF2B5EF4-FFF2-40B4-BE49-F238E27FC236}">
                  <a16:creationId xmlns:a16="http://schemas.microsoft.com/office/drawing/2014/main" id="{A728128F-A134-4A8E-FA6A-D86F135656A9}"/>
                </a:ext>
              </a:extLst>
            </p:cNvPr>
            <p:cNvSpPr/>
            <p:nvPr/>
          </p:nvSpPr>
          <p:spPr>
            <a:xfrm>
              <a:off x="506668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69" name="pg1824">
              <a:extLst>
                <a:ext uri="{FF2B5EF4-FFF2-40B4-BE49-F238E27FC236}">
                  <a16:creationId xmlns:a16="http://schemas.microsoft.com/office/drawing/2014/main" id="{C9259784-E85F-A64B-1DC4-6B4B4BD3914A}"/>
                </a:ext>
              </a:extLst>
            </p:cNvPr>
            <p:cNvSpPr/>
            <p:nvPr/>
          </p:nvSpPr>
          <p:spPr>
            <a:xfrm>
              <a:off x="5078320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70" name="pg1825">
              <a:extLst>
                <a:ext uri="{FF2B5EF4-FFF2-40B4-BE49-F238E27FC236}">
                  <a16:creationId xmlns:a16="http://schemas.microsoft.com/office/drawing/2014/main" id="{70983DB9-095C-26F3-2E91-BA22E0392565}"/>
                </a:ext>
              </a:extLst>
            </p:cNvPr>
            <p:cNvSpPr/>
            <p:nvPr/>
          </p:nvSpPr>
          <p:spPr>
            <a:xfrm>
              <a:off x="5089957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71" name="pg1826">
              <a:extLst>
                <a:ext uri="{FF2B5EF4-FFF2-40B4-BE49-F238E27FC236}">
                  <a16:creationId xmlns:a16="http://schemas.microsoft.com/office/drawing/2014/main" id="{22B20B70-DC59-EA3D-324A-28AAE8C85C9B}"/>
                </a:ext>
              </a:extLst>
            </p:cNvPr>
            <p:cNvSpPr/>
            <p:nvPr/>
          </p:nvSpPr>
          <p:spPr>
            <a:xfrm>
              <a:off x="5101595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72" name="pg1827">
              <a:extLst>
                <a:ext uri="{FF2B5EF4-FFF2-40B4-BE49-F238E27FC236}">
                  <a16:creationId xmlns:a16="http://schemas.microsoft.com/office/drawing/2014/main" id="{DAFFF0F1-F871-31B4-28DD-D7E194AED39F}"/>
                </a:ext>
              </a:extLst>
            </p:cNvPr>
            <p:cNvSpPr/>
            <p:nvPr/>
          </p:nvSpPr>
          <p:spPr>
            <a:xfrm>
              <a:off x="5113232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73" name="pg1828">
              <a:extLst>
                <a:ext uri="{FF2B5EF4-FFF2-40B4-BE49-F238E27FC236}">
                  <a16:creationId xmlns:a16="http://schemas.microsoft.com/office/drawing/2014/main" id="{B78F66DA-E31D-D748-7152-399A163773AB}"/>
                </a:ext>
              </a:extLst>
            </p:cNvPr>
            <p:cNvSpPr/>
            <p:nvPr/>
          </p:nvSpPr>
          <p:spPr>
            <a:xfrm>
              <a:off x="5124869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74" name="pg1829">
              <a:extLst>
                <a:ext uri="{FF2B5EF4-FFF2-40B4-BE49-F238E27FC236}">
                  <a16:creationId xmlns:a16="http://schemas.microsoft.com/office/drawing/2014/main" id="{F70B7A92-F26D-81A3-D0A4-2333F620F308}"/>
                </a:ext>
              </a:extLst>
            </p:cNvPr>
            <p:cNvSpPr/>
            <p:nvPr/>
          </p:nvSpPr>
          <p:spPr>
            <a:xfrm>
              <a:off x="5136507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75" name="pg1830">
              <a:extLst>
                <a:ext uri="{FF2B5EF4-FFF2-40B4-BE49-F238E27FC236}">
                  <a16:creationId xmlns:a16="http://schemas.microsoft.com/office/drawing/2014/main" id="{36453299-F592-5372-DB89-8B35349CDAD5}"/>
                </a:ext>
              </a:extLst>
            </p:cNvPr>
            <p:cNvSpPr/>
            <p:nvPr/>
          </p:nvSpPr>
          <p:spPr>
            <a:xfrm>
              <a:off x="5148144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4">
                <a:alpha val="100000"/>
              </a:srgbClr>
            </a:solidFill>
            <a:ln w="5420" cap="flat">
              <a:solidFill>
                <a:srgbClr val="9C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76" name="pg1831">
              <a:extLst>
                <a:ext uri="{FF2B5EF4-FFF2-40B4-BE49-F238E27FC236}">
                  <a16:creationId xmlns:a16="http://schemas.microsoft.com/office/drawing/2014/main" id="{BB1CBDC4-DE20-50FC-9338-C1C06CB5055F}"/>
                </a:ext>
              </a:extLst>
            </p:cNvPr>
            <p:cNvSpPr/>
            <p:nvPr/>
          </p:nvSpPr>
          <p:spPr>
            <a:xfrm>
              <a:off x="5159781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77" name="pg1832">
              <a:extLst>
                <a:ext uri="{FF2B5EF4-FFF2-40B4-BE49-F238E27FC236}">
                  <a16:creationId xmlns:a16="http://schemas.microsoft.com/office/drawing/2014/main" id="{9000282F-4772-B6E6-2C7D-1F1378DCE238}"/>
                </a:ext>
              </a:extLst>
            </p:cNvPr>
            <p:cNvSpPr/>
            <p:nvPr/>
          </p:nvSpPr>
          <p:spPr>
            <a:xfrm>
              <a:off x="5171419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78" name="pg1833">
              <a:extLst>
                <a:ext uri="{FF2B5EF4-FFF2-40B4-BE49-F238E27FC236}">
                  <a16:creationId xmlns:a16="http://schemas.microsoft.com/office/drawing/2014/main" id="{00EB9CF8-4E8B-71FE-24D1-9B150DE67639}"/>
                </a:ext>
              </a:extLst>
            </p:cNvPr>
            <p:cNvSpPr/>
            <p:nvPr/>
          </p:nvSpPr>
          <p:spPr>
            <a:xfrm>
              <a:off x="5183056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79" name="pg1834">
              <a:extLst>
                <a:ext uri="{FF2B5EF4-FFF2-40B4-BE49-F238E27FC236}">
                  <a16:creationId xmlns:a16="http://schemas.microsoft.com/office/drawing/2014/main" id="{0FD016DB-1E3A-6083-5168-E12DDE425AE0}"/>
                </a:ext>
              </a:extLst>
            </p:cNvPr>
            <p:cNvSpPr/>
            <p:nvPr/>
          </p:nvSpPr>
          <p:spPr>
            <a:xfrm>
              <a:off x="519469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80" name="pg1835">
              <a:extLst>
                <a:ext uri="{FF2B5EF4-FFF2-40B4-BE49-F238E27FC236}">
                  <a16:creationId xmlns:a16="http://schemas.microsoft.com/office/drawing/2014/main" id="{79076E78-F904-DAE7-3B2C-7F977AB838A2}"/>
                </a:ext>
              </a:extLst>
            </p:cNvPr>
            <p:cNvSpPr/>
            <p:nvPr/>
          </p:nvSpPr>
          <p:spPr>
            <a:xfrm>
              <a:off x="5020133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81" name="pg1836">
              <a:extLst>
                <a:ext uri="{FF2B5EF4-FFF2-40B4-BE49-F238E27FC236}">
                  <a16:creationId xmlns:a16="http://schemas.microsoft.com/office/drawing/2014/main" id="{4ADCFB55-63EB-1080-8DD7-C7BA75DEA796}"/>
                </a:ext>
              </a:extLst>
            </p:cNvPr>
            <p:cNvSpPr/>
            <p:nvPr/>
          </p:nvSpPr>
          <p:spPr>
            <a:xfrm>
              <a:off x="5031771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82" name="pg1837">
              <a:extLst>
                <a:ext uri="{FF2B5EF4-FFF2-40B4-BE49-F238E27FC236}">
                  <a16:creationId xmlns:a16="http://schemas.microsoft.com/office/drawing/2014/main" id="{82CF697C-B47C-917F-BF2E-661C2E49EFB5}"/>
                </a:ext>
              </a:extLst>
            </p:cNvPr>
            <p:cNvSpPr/>
            <p:nvPr/>
          </p:nvSpPr>
          <p:spPr>
            <a:xfrm>
              <a:off x="5043408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83" name="pg1838">
              <a:extLst>
                <a:ext uri="{FF2B5EF4-FFF2-40B4-BE49-F238E27FC236}">
                  <a16:creationId xmlns:a16="http://schemas.microsoft.com/office/drawing/2014/main" id="{7BE00521-72B3-281C-9AD1-204F44D4603B}"/>
                </a:ext>
              </a:extLst>
            </p:cNvPr>
            <p:cNvSpPr/>
            <p:nvPr/>
          </p:nvSpPr>
          <p:spPr>
            <a:xfrm>
              <a:off x="5055045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84" name="pg1839">
              <a:extLst>
                <a:ext uri="{FF2B5EF4-FFF2-40B4-BE49-F238E27FC236}">
                  <a16:creationId xmlns:a16="http://schemas.microsoft.com/office/drawing/2014/main" id="{767C7679-077F-8EBC-E27A-1530CBB37555}"/>
                </a:ext>
              </a:extLst>
            </p:cNvPr>
            <p:cNvSpPr/>
            <p:nvPr/>
          </p:nvSpPr>
          <p:spPr>
            <a:xfrm>
              <a:off x="5066683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85" name="pg1840">
              <a:extLst>
                <a:ext uri="{FF2B5EF4-FFF2-40B4-BE49-F238E27FC236}">
                  <a16:creationId xmlns:a16="http://schemas.microsoft.com/office/drawing/2014/main" id="{035D2217-1666-050E-C0CB-E9F706E40A17}"/>
                </a:ext>
              </a:extLst>
            </p:cNvPr>
            <p:cNvSpPr/>
            <p:nvPr/>
          </p:nvSpPr>
          <p:spPr>
            <a:xfrm>
              <a:off x="5078320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86" name="pg1841">
              <a:extLst>
                <a:ext uri="{FF2B5EF4-FFF2-40B4-BE49-F238E27FC236}">
                  <a16:creationId xmlns:a16="http://schemas.microsoft.com/office/drawing/2014/main" id="{BD0D2780-E9D5-EA41-D29F-B833E6B1BF97}"/>
                </a:ext>
              </a:extLst>
            </p:cNvPr>
            <p:cNvSpPr/>
            <p:nvPr/>
          </p:nvSpPr>
          <p:spPr>
            <a:xfrm>
              <a:off x="5089957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87" name="pg1842">
              <a:extLst>
                <a:ext uri="{FF2B5EF4-FFF2-40B4-BE49-F238E27FC236}">
                  <a16:creationId xmlns:a16="http://schemas.microsoft.com/office/drawing/2014/main" id="{96B00A4E-F122-D15B-E5CD-A7139B35A598}"/>
                </a:ext>
              </a:extLst>
            </p:cNvPr>
            <p:cNvSpPr/>
            <p:nvPr/>
          </p:nvSpPr>
          <p:spPr>
            <a:xfrm>
              <a:off x="5101595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88" name="pg1843">
              <a:extLst>
                <a:ext uri="{FF2B5EF4-FFF2-40B4-BE49-F238E27FC236}">
                  <a16:creationId xmlns:a16="http://schemas.microsoft.com/office/drawing/2014/main" id="{BB8703B9-BB03-DDAA-7CF6-043C8737BAF9}"/>
                </a:ext>
              </a:extLst>
            </p:cNvPr>
            <p:cNvSpPr/>
            <p:nvPr/>
          </p:nvSpPr>
          <p:spPr>
            <a:xfrm>
              <a:off x="5113232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89" name="pg1844">
              <a:extLst>
                <a:ext uri="{FF2B5EF4-FFF2-40B4-BE49-F238E27FC236}">
                  <a16:creationId xmlns:a16="http://schemas.microsoft.com/office/drawing/2014/main" id="{30133557-E951-48AF-CDE4-36F30B99DD4B}"/>
                </a:ext>
              </a:extLst>
            </p:cNvPr>
            <p:cNvSpPr/>
            <p:nvPr/>
          </p:nvSpPr>
          <p:spPr>
            <a:xfrm>
              <a:off x="5124869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90" name="pg1845">
              <a:extLst>
                <a:ext uri="{FF2B5EF4-FFF2-40B4-BE49-F238E27FC236}">
                  <a16:creationId xmlns:a16="http://schemas.microsoft.com/office/drawing/2014/main" id="{B715377F-9988-A99E-A4F0-7D589040361D}"/>
                </a:ext>
              </a:extLst>
            </p:cNvPr>
            <p:cNvSpPr/>
            <p:nvPr/>
          </p:nvSpPr>
          <p:spPr>
            <a:xfrm>
              <a:off x="5136507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91" name="pg1846">
              <a:extLst>
                <a:ext uri="{FF2B5EF4-FFF2-40B4-BE49-F238E27FC236}">
                  <a16:creationId xmlns:a16="http://schemas.microsoft.com/office/drawing/2014/main" id="{93AE0B35-7580-5636-38BB-A01EF9E1BCA8}"/>
                </a:ext>
              </a:extLst>
            </p:cNvPr>
            <p:cNvSpPr/>
            <p:nvPr/>
          </p:nvSpPr>
          <p:spPr>
            <a:xfrm>
              <a:off x="5148144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92" name="pg1847">
              <a:extLst>
                <a:ext uri="{FF2B5EF4-FFF2-40B4-BE49-F238E27FC236}">
                  <a16:creationId xmlns:a16="http://schemas.microsoft.com/office/drawing/2014/main" id="{D04B77B7-B48E-AC07-7643-09225018630B}"/>
                </a:ext>
              </a:extLst>
            </p:cNvPr>
            <p:cNvSpPr/>
            <p:nvPr/>
          </p:nvSpPr>
          <p:spPr>
            <a:xfrm>
              <a:off x="5159781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93" name="pg1848">
              <a:extLst>
                <a:ext uri="{FF2B5EF4-FFF2-40B4-BE49-F238E27FC236}">
                  <a16:creationId xmlns:a16="http://schemas.microsoft.com/office/drawing/2014/main" id="{3482860A-A3DC-64D1-B5A4-B36928F82B41}"/>
                </a:ext>
              </a:extLst>
            </p:cNvPr>
            <p:cNvSpPr/>
            <p:nvPr/>
          </p:nvSpPr>
          <p:spPr>
            <a:xfrm>
              <a:off x="5171419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94" name="pg1849">
              <a:extLst>
                <a:ext uri="{FF2B5EF4-FFF2-40B4-BE49-F238E27FC236}">
                  <a16:creationId xmlns:a16="http://schemas.microsoft.com/office/drawing/2014/main" id="{32908924-884F-FC6B-25AD-F3C99DA98FCB}"/>
                </a:ext>
              </a:extLst>
            </p:cNvPr>
            <p:cNvSpPr/>
            <p:nvPr/>
          </p:nvSpPr>
          <p:spPr>
            <a:xfrm>
              <a:off x="5183056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95" name="pg1850">
              <a:extLst>
                <a:ext uri="{FF2B5EF4-FFF2-40B4-BE49-F238E27FC236}">
                  <a16:creationId xmlns:a16="http://schemas.microsoft.com/office/drawing/2014/main" id="{B4C2D461-9782-263E-8335-143E55F71B25}"/>
                </a:ext>
              </a:extLst>
            </p:cNvPr>
            <p:cNvSpPr/>
            <p:nvPr/>
          </p:nvSpPr>
          <p:spPr>
            <a:xfrm>
              <a:off x="5020133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96" name="pg1851">
              <a:extLst>
                <a:ext uri="{FF2B5EF4-FFF2-40B4-BE49-F238E27FC236}">
                  <a16:creationId xmlns:a16="http://schemas.microsoft.com/office/drawing/2014/main" id="{49794884-879C-13C3-AF0B-8CA54401E9A4}"/>
                </a:ext>
              </a:extLst>
            </p:cNvPr>
            <p:cNvSpPr/>
            <p:nvPr/>
          </p:nvSpPr>
          <p:spPr>
            <a:xfrm>
              <a:off x="5031771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97" name="pg1852">
              <a:extLst>
                <a:ext uri="{FF2B5EF4-FFF2-40B4-BE49-F238E27FC236}">
                  <a16:creationId xmlns:a16="http://schemas.microsoft.com/office/drawing/2014/main" id="{37FD8554-E546-D53D-B880-5E7B5336309C}"/>
                </a:ext>
              </a:extLst>
            </p:cNvPr>
            <p:cNvSpPr/>
            <p:nvPr/>
          </p:nvSpPr>
          <p:spPr>
            <a:xfrm>
              <a:off x="5043408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98" name="pg1853">
              <a:extLst>
                <a:ext uri="{FF2B5EF4-FFF2-40B4-BE49-F238E27FC236}">
                  <a16:creationId xmlns:a16="http://schemas.microsoft.com/office/drawing/2014/main" id="{E60C1C27-6F86-286A-3C58-75BF462423C5}"/>
                </a:ext>
              </a:extLst>
            </p:cNvPr>
            <p:cNvSpPr/>
            <p:nvPr/>
          </p:nvSpPr>
          <p:spPr>
            <a:xfrm>
              <a:off x="5055045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99" name="pg1854">
              <a:extLst>
                <a:ext uri="{FF2B5EF4-FFF2-40B4-BE49-F238E27FC236}">
                  <a16:creationId xmlns:a16="http://schemas.microsoft.com/office/drawing/2014/main" id="{859B1462-EE8A-18BC-CC92-8F412A3B2C16}"/>
                </a:ext>
              </a:extLst>
            </p:cNvPr>
            <p:cNvSpPr/>
            <p:nvPr/>
          </p:nvSpPr>
          <p:spPr>
            <a:xfrm>
              <a:off x="5066683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00" name="pg1855">
              <a:extLst>
                <a:ext uri="{FF2B5EF4-FFF2-40B4-BE49-F238E27FC236}">
                  <a16:creationId xmlns:a16="http://schemas.microsoft.com/office/drawing/2014/main" id="{4C5D6C3B-2A00-FF79-6FAF-BDCA7BE8657A}"/>
                </a:ext>
              </a:extLst>
            </p:cNvPr>
            <p:cNvSpPr/>
            <p:nvPr/>
          </p:nvSpPr>
          <p:spPr>
            <a:xfrm>
              <a:off x="5078320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01" name="pg1856">
              <a:extLst>
                <a:ext uri="{FF2B5EF4-FFF2-40B4-BE49-F238E27FC236}">
                  <a16:creationId xmlns:a16="http://schemas.microsoft.com/office/drawing/2014/main" id="{17E3C7C6-BB32-3902-C539-E7397D8AD209}"/>
                </a:ext>
              </a:extLst>
            </p:cNvPr>
            <p:cNvSpPr/>
            <p:nvPr/>
          </p:nvSpPr>
          <p:spPr>
            <a:xfrm>
              <a:off x="5089957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4">
                <a:alpha val="100000"/>
              </a:srgbClr>
            </a:solidFill>
            <a:ln w="5420" cap="flat">
              <a:solidFill>
                <a:srgbClr val="99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02" name="pg1857">
              <a:extLst>
                <a:ext uri="{FF2B5EF4-FFF2-40B4-BE49-F238E27FC236}">
                  <a16:creationId xmlns:a16="http://schemas.microsoft.com/office/drawing/2014/main" id="{77BB1171-2DD6-AAFA-727B-EE2F4FC47AA4}"/>
                </a:ext>
              </a:extLst>
            </p:cNvPr>
            <p:cNvSpPr/>
            <p:nvPr/>
          </p:nvSpPr>
          <p:spPr>
            <a:xfrm>
              <a:off x="5101595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4">
                <a:alpha val="100000"/>
              </a:srgbClr>
            </a:solidFill>
            <a:ln w="5420" cap="flat">
              <a:solidFill>
                <a:srgbClr val="99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03" name="pg1858">
              <a:extLst>
                <a:ext uri="{FF2B5EF4-FFF2-40B4-BE49-F238E27FC236}">
                  <a16:creationId xmlns:a16="http://schemas.microsoft.com/office/drawing/2014/main" id="{F521F38D-D284-4108-714F-247C0B826CC7}"/>
                </a:ext>
              </a:extLst>
            </p:cNvPr>
            <p:cNvSpPr/>
            <p:nvPr/>
          </p:nvSpPr>
          <p:spPr>
            <a:xfrm>
              <a:off x="5113232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04" name="pg1859">
              <a:extLst>
                <a:ext uri="{FF2B5EF4-FFF2-40B4-BE49-F238E27FC236}">
                  <a16:creationId xmlns:a16="http://schemas.microsoft.com/office/drawing/2014/main" id="{9371F49A-551A-8873-6167-8A17AF020881}"/>
                </a:ext>
              </a:extLst>
            </p:cNvPr>
            <p:cNvSpPr/>
            <p:nvPr/>
          </p:nvSpPr>
          <p:spPr>
            <a:xfrm>
              <a:off x="5124869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05" name="pg1860">
              <a:extLst>
                <a:ext uri="{FF2B5EF4-FFF2-40B4-BE49-F238E27FC236}">
                  <a16:creationId xmlns:a16="http://schemas.microsoft.com/office/drawing/2014/main" id="{CD402613-589D-4AA5-F3F9-CFA3EE799DA8}"/>
                </a:ext>
              </a:extLst>
            </p:cNvPr>
            <p:cNvSpPr/>
            <p:nvPr/>
          </p:nvSpPr>
          <p:spPr>
            <a:xfrm>
              <a:off x="5136507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06" name="pg1861">
              <a:extLst>
                <a:ext uri="{FF2B5EF4-FFF2-40B4-BE49-F238E27FC236}">
                  <a16:creationId xmlns:a16="http://schemas.microsoft.com/office/drawing/2014/main" id="{E367C897-98B4-D891-07F2-71A5E3A50FC2}"/>
                </a:ext>
              </a:extLst>
            </p:cNvPr>
            <p:cNvSpPr/>
            <p:nvPr/>
          </p:nvSpPr>
          <p:spPr>
            <a:xfrm>
              <a:off x="5148144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07" name="pg1862">
              <a:extLst>
                <a:ext uri="{FF2B5EF4-FFF2-40B4-BE49-F238E27FC236}">
                  <a16:creationId xmlns:a16="http://schemas.microsoft.com/office/drawing/2014/main" id="{02E96CD9-EE5E-8B6C-EC7F-59221A187C09}"/>
                </a:ext>
              </a:extLst>
            </p:cNvPr>
            <p:cNvSpPr/>
            <p:nvPr/>
          </p:nvSpPr>
          <p:spPr>
            <a:xfrm>
              <a:off x="5159781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08" name="pg1863">
              <a:extLst>
                <a:ext uri="{FF2B5EF4-FFF2-40B4-BE49-F238E27FC236}">
                  <a16:creationId xmlns:a16="http://schemas.microsoft.com/office/drawing/2014/main" id="{D8986A00-D5EF-BB27-0CB6-C7F1ED78422F}"/>
                </a:ext>
              </a:extLst>
            </p:cNvPr>
            <p:cNvSpPr/>
            <p:nvPr/>
          </p:nvSpPr>
          <p:spPr>
            <a:xfrm>
              <a:off x="5171419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09" name="pg1864">
              <a:extLst>
                <a:ext uri="{FF2B5EF4-FFF2-40B4-BE49-F238E27FC236}">
                  <a16:creationId xmlns:a16="http://schemas.microsoft.com/office/drawing/2014/main" id="{0833E25A-502C-2BAE-04B0-F387922D3131}"/>
                </a:ext>
              </a:extLst>
            </p:cNvPr>
            <p:cNvSpPr/>
            <p:nvPr/>
          </p:nvSpPr>
          <p:spPr>
            <a:xfrm>
              <a:off x="5008496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10" name="pg1865">
              <a:extLst>
                <a:ext uri="{FF2B5EF4-FFF2-40B4-BE49-F238E27FC236}">
                  <a16:creationId xmlns:a16="http://schemas.microsoft.com/office/drawing/2014/main" id="{A2115E39-83D7-3F0F-E784-1AEA8A9EC6E5}"/>
                </a:ext>
              </a:extLst>
            </p:cNvPr>
            <p:cNvSpPr/>
            <p:nvPr/>
          </p:nvSpPr>
          <p:spPr>
            <a:xfrm>
              <a:off x="5020133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11" name="pg1866">
              <a:extLst>
                <a:ext uri="{FF2B5EF4-FFF2-40B4-BE49-F238E27FC236}">
                  <a16:creationId xmlns:a16="http://schemas.microsoft.com/office/drawing/2014/main" id="{F8ED17A7-DE2D-5AA6-E24C-D2B9DB1BE5F7}"/>
                </a:ext>
              </a:extLst>
            </p:cNvPr>
            <p:cNvSpPr/>
            <p:nvPr/>
          </p:nvSpPr>
          <p:spPr>
            <a:xfrm>
              <a:off x="5031771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12" name="pg1867">
              <a:extLst>
                <a:ext uri="{FF2B5EF4-FFF2-40B4-BE49-F238E27FC236}">
                  <a16:creationId xmlns:a16="http://schemas.microsoft.com/office/drawing/2014/main" id="{B3717E49-9E7F-E328-3A90-39F95A7A951B}"/>
                </a:ext>
              </a:extLst>
            </p:cNvPr>
            <p:cNvSpPr/>
            <p:nvPr/>
          </p:nvSpPr>
          <p:spPr>
            <a:xfrm>
              <a:off x="5043408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13" name="pg1868">
              <a:extLst>
                <a:ext uri="{FF2B5EF4-FFF2-40B4-BE49-F238E27FC236}">
                  <a16:creationId xmlns:a16="http://schemas.microsoft.com/office/drawing/2014/main" id="{54BA6F10-985A-1C38-5D1C-DC9F72290241}"/>
                </a:ext>
              </a:extLst>
            </p:cNvPr>
            <p:cNvSpPr/>
            <p:nvPr/>
          </p:nvSpPr>
          <p:spPr>
            <a:xfrm>
              <a:off x="5055045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14" name="pg1869">
              <a:extLst>
                <a:ext uri="{FF2B5EF4-FFF2-40B4-BE49-F238E27FC236}">
                  <a16:creationId xmlns:a16="http://schemas.microsoft.com/office/drawing/2014/main" id="{B240D30D-CCE0-650C-A281-FB3C01A09E6D}"/>
                </a:ext>
              </a:extLst>
            </p:cNvPr>
            <p:cNvSpPr/>
            <p:nvPr/>
          </p:nvSpPr>
          <p:spPr>
            <a:xfrm>
              <a:off x="5066683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15" name="pg1870">
              <a:extLst>
                <a:ext uri="{FF2B5EF4-FFF2-40B4-BE49-F238E27FC236}">
                  <a16:creationId xmlns:a16="http://schemas.microsoft.com/office/drawing/2014/main" id="{AAC8CDEC-A46D-216A-E167-A4FC7587FB87}"/>
                </a:ext>
              </a:extLst>
            </p:cNvPr>
            <p:cNvSpPr/>
            <p:nvPr/>
          </p:nvSpPr>
          <p:spPr>
            <a:xfrm>
              <a:off x="5078320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16" name="pg1871">
              <a:extLst>
                <a:ext uri="{FF2B5EF4-FFF2-40B4-BE49-F238E27FC236}">
                  <a16:creationId xmlns:a16="http://schemas.microsoft.com/office/drawing/2014/main" id="{2135B4C5-076D-CF2F-E712-4E52042C2170}"/>
                </a:ext>
              </a:extLst>
            </p:cNvPr>
            <p:cNvSpPr/>
            <p:nvPr/>
          </p:nvSpPr>
          <p:spPr>
            <a:xfrm>
              <a:off x="5089957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17" name="pg1872">
              <a:extLst>
                <a:ext uri="{FF2B5EF4-FFF2-40B4-BE49-F238E27FC236}">
                  <a16:creationId xmlns:a16="http://schemas.microsoft.com/office/drawing/2014/main" id="{BCC67442-BE19-840F-1A37-C41E4FE9AAE6}"/>
                </a:ext>
              </a:extLst>
            </p:cNvPr>
            <p:cNvSpPr/>
            <p:nvPr/>
          </p:nvSpPr>
          <p:spPr>
            <a:xfrm>
              <a:off x="5101595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18" name="pg1873">
              <a:extLst>
                <a:ext uri="{FF2B5EF4-FFF2-40B4-BE49-F238E27FC236}">
                  <a16:creationId xmlns:a16="http://schemas.microsoft.com/office/drawing/2014/main" id="{80B17A7E-6C9C-3393-8C04-79711F70C625}"/>
                </a:ext>
              </a:extLst>
            </p:cNvPr>
            <p:cNvSpPr/>
            <p:nvPr/>
          </p:nvSpPr>
          <p:spPr>
            <a:xfrm>
              <a:off x="5113232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19" name="pg1874">
              <a:extLst>
                <a:ext uri="{FF2B5EF4-FFF2-40B4-BE49-F238E27FC236}">
                  <a16:creationId xmlns:a16="http://schemas.microsoft.com/office/drawing/2014/main" id="{85058BD7-E3A5-B4A0-B896-A60C55B3B7F1}"/>
                </a:ext>
              </a:extLst>
            </p:cNvPr>
            <p:cNvSpPr/>
            <p:nvPr/>
          </p:nvSpPr>
          <p:spPr>
            <a:xfrm>
              <a:off x="5124869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20" name="pg1875">
              <a:extLst>
                <a:ext uri="{FF2B5EF4-FFF2-40B4-BE49-F238E27FC236}">
                  <a16:creationId xmlns:a16="http://schemas.microsoft.com/office/drawing/2014/main" id="{8A72F1B5-C637-EE00-C559-EA1C617776A4}"/>
                </a:ext>
              </a:extLst>
            </p:cNvPr>
            <p:cNvSpPr/>
            <p:nvPr/>
          </p:nvSpPr>
          <p:spPr>
            <a:xfrm>
              <a:off x="5136507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21" name="pg1876">
              <a:extLst>
                <a:ext uri="{FF2B5EF4-FFF2-40B4-BE49-F238E27FC236}">
                  <a16:creationId xmlns:a16="http://schemas.microsoft.com/office/drawing/2014/main" id="{5B52B8BC-B694-84FA-A922-91AB2C9158F4}"/>
                </a:ext>
              </a:extLst>
            </p:cNvPr>
            <p:cNvSpPr/>
            <p:nvPr/>
          </p:nvSpPr>
          <p:spPr>
            <a:xfrm>
              <a:off x="5148144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22" name="pg1877">
              <a:extLst>
                <a:ext uri="{FF2B5EF4-FFF2-40B4-BE49-F238E27FC236}">
                  <a16:creationId xmlns:a16="http://schemas.microsoft.com/office/drawing/2014/main" id="{D88F90EE-BDDC-200C-E904-7967069A3107}"/>
                </a:ext>
              </a:extLst>
            </p:cNvPr>
            <p:cNvSpPr/>
            <p:nvPr/>
          </p:nvSpPr>
          <p:spPr>
            <a:xfrm>
              <a:off x="5008496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23" name="pg1878">
              <a:extLst>
                <a:ext uri="{FF2B5EF4-FFF2-40B4-BE49-F238E27FC236}">
                  <a16:creationId xmlns:a16="http://schemas.microsoft.com/office/drawing/2014/main" id="{B675354C-C00C-3DAD-CBE9-0A9A6DA43B83}"/>
                </a:ext>
              </a:extLst>
            </p:cNvPr>
            <p:cNvSpPr/>
            <p:nvPr/>
          </p:nvSpPr>
          <p:spPr>
            <a:xfrm>
              <a:off x="5020133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24" name="pg1879">
              <a:extLst>
                <a:ext uri="{FF2B5EF4-FFF2-40B4-BE49-F238E27FC236}">
                  <a16:creationId xmlns:a16="http://schemas.microsoft.com/office/drawing/2014/main" id="{A10CD5C4-7AB8-53F3-79FA-162948D26144}"/>
                </a:ext>
              </a:extLst>
            </p:cNvPr>
            <p:cNvSpPr/>
            <p:nvPr/>
          </p:nvSpPr>
          <p:spPr>
            <a:xfrm>
              <a:off x="5031771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25" name="pg1880">
              <a:extLst>
                <a:ext uri="{FF2B5EF4-FFF2-40B4-BE49-F238E27FC236}">
                  <a16:creationId xmlns:a16="http://schemas.microsoft.com/office/drawing/2014/main" id="{07DA9266-F7D0-3900-C056-3C65271C5218}"/>
                </a:ext>
              </a:extLst>
            </p:cNvPr>
            <p:cNvSpPr/>
            <p:nvPr/>
          </p:nvSpPr>
          <p:spPr>
            <a:xfrm>
              <a:off x="5043408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26" name="pg1881">
              <a:extLst>
                <a:ext uri="{FF2B5EF4-FFF2-40B4-BE49-F238E27FC236}">
                  <a16:creationId xmlns:a16="http://schemas.microsoft.com/office/drawing/2014/main" id="{A25289E4-4D6B-C59C-5351-3ED1274FC4C8}"/>
                </a:ext>
              </a:extLst>
            </p:cNvPr>
            <p:cNvSpPr/>
            <p:nvPr/>
          </p:nvSpPr>
          <p:spPr>
            <a:xfrm>
              <a:off x="5055045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27" name="pg1882">
              <a:extLst>
                <a:ext uri="{FF2B5EF4-FFF2-40B4-BE49-F238E27FC236}">
                  <a16:creationId xmlns:a16="http://schemas.microsoft.com/office/drawing/2014/main" id="{BE166418-FAC7-72CD-1C86-6721B31BEE8B}"/>
                </a:ext>
              </a:extLst>
            </p:cNvPr>
            <p:cNvSpPr/>
            <p:nvPr/>
          </p:nvSpPr>
          <p:spPr>
            <a:xfrm>
              <a:off x="5066683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28" name="pg1883">
              <a:extLst>
                <a:ext uri="{FF2B5EF4-FFF2-40B4-BE49-F238E27FC236}">
                  <a16:creationId xmlns:a16="http://schemas.microsoft.com/office/drawing/2014/main" id="{C66F8A6E-56F2-A53E-D81F-3C23D6BF63E4}"/>
                </a:ext>
              </a:extLst>
            </p:cNvPr>
            <p:cNvSpPr/>
            <p:nvPr/>
          </p:nvSpPr>
          <p:spPr>
            <a:xfrm>
              <a:off x="5078320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29" name="pg1884">
              <a:extLst>
                <a:ext uri="{FF2B5EF4-FFF2-40B4-BE49-F238E27FC236}">
                  <a16:creationId xmlns:a16="http://schemas.microsoft.com/office/drawing/2014/main" id="{4A7AB46D-C2E6-F93A-C4A7-03A17B8F42C2}"/>
                </a:ext>
              </a:extLst>
            </p:cNvPr>
            <p:cNvSpPr/>
            <p:nvPr/>
          </p:nvSpPr>
          <p:spPr>
            <a:xfrm>
              <a:off x="5089957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30" name="pg1885">
              <a:extLst>
                <a:ext uri="{FF2B5EF4-FFF2-40B4-BE49-F238E27FC236}">
                  <a16:creationId xmlns:a16="http://schemas.microsoft.com/office/drawing/2014/main" id="{CE4EBED9-EFA1-9794-FF7C-E394CB37D1FE}"/>
                </a:ext>
              </a:extLst>
            </p:cNvPr>
            <p:cNvSpPr/>
            <p:nvPr/>
          </p:nvSpPr>
          <p:spPr>
            <a:xfrm>
              <a:off x="5101595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31" name="pg1886">
              <a:extLst>
                <a:ext uri="{FF2B5EF4-FFF2-40B4-BE49-F238E27FC236}">
                  <a16:creationId xmlns:a16="http://schemas.microsoft.com/office/drawing/2014/main" id="{AE13088C-EE7D-F716-94EB-9886ACACA987}"/>
                </a:ext>
              </a:extLst>
            </p:cNvPr>
            <p:cNvSpPr/>
            <p:nvPr/>
          </p:nvSpPr>
          <p:spPr>
            <a:xfrm>
              <a:off x="5113232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32" name="pg1887">
              <a:extLst>
                <a:ext uri="{FF2B5EF4-FFF2-40B4-BE49-F238E27FC236}">
                  <a16:creationId xmlns:a16="http://schemas.microsoft.com/office/drawing/2014/main" id="{CC266AD1-87A9-4C1D-3244-16C81F0FDB96}"/>
                </a:ext>
              </a:extLst>
            </p:cNvPr>
            <p:cNvSpPr/>
            <p:nvPr/>
          </p:nvSpPr>
          <p:spPr>
            <a:xfrm>
              <a:off x="5124869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33" name="pg1888">
              <a:extLst>
                <a:ext uri="{FF2B5EF4-FFF2-40B4-BE49-F238E27FC236}">
                  <a16:creationId xmlns:a16="http://schemas.microsoft.com/office/drawing/2014/main" id="{AAE65A0B-3AF4-BDD3-4333-2F7433DE5BFC}"/>
                </a:ext>
              </a:extLst>
            </p:cNvPr>
            <p:cNvSpPr/>
            <p:nvPr/>
          </p:nvSpPr>
          <p:spPr>
            <a:xfrm>
              <a:off x="5136507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34" name="pg1889">
              <a:extLst>
                <a:ext uri="{FF2B5EF4-FFF2-40B4-BE49-F238E27FC236}">
                  <a16:creationId xmlns:a16="http://schemas.microsoft.com/office/drawing/2014/main" id="{87AF6D8A-6506-E9BA-3968-AD871EE85D74}"/>
                </a:ext>
              </a:extLst>
            </p:cNvPr>
            <p:cNvSpPr/>
            <p:nvPr/>
          </p:nvSpPr>
          <p:spPr>
            <a:xfrm>
              <a:off x="5008496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35" name="pg1890">
              <a:extLst>
                <a:ext uri="{FF2B5EF4-FFF2-40B4-BE49-F238E27FC236}">
                  <a16:creationId xmlns:a16="http://schemas.microsoft.com/office/drawing/2014/main" id="{E2333B32-659B-53E6-746F-BCC538205845}"/>
                </a:ext>
              </a:extLst>
            </p:cNvPr>
            <p:cNvSpPr/>
            <p:nvPr/>
          </p:nvSpPr>
          <p:spPr>
            <a:xfrm>
              <a:off x="5020133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36" name="pg1891">
              <a:extLst>
                <a:ext uri="{FF2B5EF4-FFF2-40B4-BE49-F238E27FC236}">
                  <a16:creationId xmlns:a16="http://schemas.microsoft.com/office/drawing/2014/main" id="{7B5F09BA-08B5-8238-72BF-CC3DC9981795}"/>
                </a:ext>
              </a:extLst>
            </p:cNvPr>
            <p:cNvSpPr/>
            <p:nvPr/>
          </p:nvSpPr>
          <p:spPr>
            <a:xfrm>
              <a:off x="5031771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37" name="pg1892">
              <a:extLst>
                <a:ext uri="{FF2B5EF4-FFF2-40B4-BE49-F238E27FC236}">
                  <a16:creationId xmlns:a16="http://schemas.microsoft.com/office/drawing/2014/main" id="{4C76E3F1-1213-D1E4-2CF4-C1A351C45859}"/>
                </a:ext>
              </a:extLst>
            </p:cNvPr>
            <p:cNvSpPr/>
            <p:nvPr/>
          </p:nvSpPr>
          <p:spPr>
            <a:xfrm>
              <a:off x="5043408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38" name="pg1893">
              <a:extLst>
                <a:ext uri="{FF2B5EF4-FFF2-40B4-BE49-F238E27FC236}">
                  <a16:creationId xmlns:a16="http://schemas.microsoft.com/office/drawing/2014/main" id="{25275727-6498-669A-617B-9AD0F68B47AE}"/>
                </a:ext>
              </a:extLst>
            </p:cNvPr>
            <p:cNvSpPr/>
            <p:nvPr/>
          </p:nvSpPr>
          <p:spPr>
            <a:xfrm>
              <a:off x="5055045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39" name="pg1894">
              <a:extLst>
                <a:ext uri="{FF2B5EF4-FFF2-40B4-BE49-F238E27FC236}">
                  <a16:creationId xmlns:a16="http://schemas.microsoft.com/office/drawing/2014/main" id="{91C6337A-47B5-EBDD-340B-972F13143A39}"/>
                </a:ext>
              </a:extLst>
            </p:cNvPr>
            <p:cNvSpPr/>
            <p:nvPr/>
          </p:nvSpPr>
          <p:spPr>
            <a:xfrm>
              <a:off x="5066683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40" name="pg1895">
              <a:extLst>
                <a:ext uri="{FF2B5EF4-FFF2-40B4-BE49-F238E27FC236}">
                  <a16:creationId xmlns:a16="http://schemas.microsoft.com/office/drawing/2014/main" id="{5E0483C4-346C-CA9D-430C-009D97A6EAA2}"/>
                </a:ext>
              </a:extLst>
            </p:cNvPr>
            <p:cNvSpPr/>
            <p:nvPr/>
          </p:nvSpPr>
          <p:spPr>
            <a:xfrm>
              <a:off x="5078320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41" name="pg1896">
              <a:extLst>
                <a:ext uri="{FF2B5EF4-FFF2-40B4-BE49-F238E27FC236}">
                  <a16:creationId xmlns:a16="http://schemas.microsoft.com/office/drawing/2014/main" id="{431FD281-4F06-D161-1D18-58069E57EE23}"/>
                </a:ext>
              </a:extLst>
            </p:cNvPr>
            <p:cNvSpPr/>
            <p:nvPr/>
          </p:nvSpPr>
          <p:spPr>
            <a:xfrm>
              <a:off x="5089957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42" name="pg1897">
              <a:extLst>
                <a:ext uri="{FF2B5EF4-FFF2-40B4-BE49-F238E27FC236}">
                  <a16:creationId xmlns:a16="http://schemas.microsoft.com/office/drawing/2014/main" id="{74F0FE8D-F897-A995-3CA5-8D72BACA5378}"/>
                </a:ext>
              </a:extLst>
            </p:cNvPr>
            <p:cNvSpPr/>
            <p:nvPr/>
          </p:nvSpPr>
          <p:spPr>
            <a:xfrm>
              <a:off x="5101595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43" name="pg1898">
              <a:extLst>
                <a:ext uri="{FF2B5EF4-FFF2-40B4-BE49-F238E27FC236}">
                  <a16:creationId xmlns:a16="http://schemas.microsoft.com/office/drawing/2014/main" id="{BE3FC6FC-A6AF-58E3-06AB-965CB14DDB38}"/>
                </a:ext>
              </a:extLst>
            </p:cNvPr>
            <p:cNvSpPr/>
            <p:nvPr/>
          </p:nvSpPr>
          <p:spPr>
            <a:xfrm>
              <a:off x="5113232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44" name="pg1899">
              <a:extLst>
                <a:ext uri="{FF2B5EF4-FFF2-40B4-BE49-F238E27FC236}">
                  <a16:creationId xmlns:a16="http://schemas.microsoft.com/office/drawing/2014/main" id="{80A035C0-5BC0-2FC7-73EF-3699CCFA8501}"/>
                </a:ext>
              </a:extLst>
            </p:cNvPr>
            <p:cNvSpPr/>
            <p:nvPr/>
          </p:nvSpPr>
          <p:spPr>
            <a:xfrm>
              <a:off x="5124869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45" name="pg1900">
              <a:extLst>
                <a:ext uri="{FF2B5EF4-FFF2-40B4-BE49-F238E27FC236}">
                  <a16:creationId xmlns:a16="http://schemas.microsoft.com/office/drawing/2014/main" id="{60858A76-B547-C37B-7973-21A8834F3BB6}"/>
                </a:ext>
              </a:extLst>
            </p:cNvPr>
            <p:cNvSpPr/>
            <p:nvPr/>
          </p:nvSpPr>
          <p:spPr>
            <a:xfrm>
              <a:off x="4985221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46" name="pg1901">
              <a:extLst>
                <a:ext uri="{FF2B5EF4-FFF2-40B4-BE49-F238E27FC236}">
                  <a16:creationId xmlns:a16="http://schemas.microsoft.com/office/drawing/2014/main" id="{8D988D5A-B001-DA1E-C436-06980FDD51B5}"/>
                </a:ext>
              </a:extLst>
            </p:cNvPr>
            <p:cNvSpPr/>
            <p:nvPr/>
          </p:nvSpPr>
          <p:spPr>
            <a:xfrm>
              <a:off x="4996859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47" name="pg1902">
              <a:extLst>
                <a:ext uri="{FF2B5EF4-FFF2-40B4-BE49-F238E27FC236}">
                  <a16:creationId xmlns:a16="http://schemas.microsoft.com/office/drawing/2014/main" id="{D1C3E927-C699-C0D0-CDE0-E010E8374F1C}"/>
                </a:ext>
              </a:extLst>
            </p:cNvPr>
            <p:cNvSpPr/>
            <p:nvPr/>
          </p:nvSpPr>
          <p:spPr>
            <a:xfrm>
              <a:off x="5008496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48" name="pg1903">
              <a:extLst>
                <a:ext uri="{FF2B5EF4-FFF2-40B4-BE49-F238E27FC236}">
                  <a16:creationId xmlns:a16="http://schemas.microsoft.com/office/drawing/2014/main" id="{350BAD49-EC98-86A7-03EF-5261C87EF5C5}"/>
                </a:ext>
              </a:extLst>
            </p:cNvPr>
            <p:cNvSpPr/>
            <p:nvPr/>
          </p:nvSpPr>
          <p:spPr>
            <a:xfrm>
              <a:off x="5020133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49" name="pg1904">
              <a:extLst>
                <a:ext uri="{FF2B5EF4-FFF2-40B4-BE49-F238E27FC236}">
                  <a16:creationId xmlns:a16="http://schemas.microsoft.com/office/drawing/2014/main" id="{9DEC6F44-31BA-31A3-0C7C-9F1EB0C49C5C}"/>
                </a:ext>
              </a:extLst>
            </p:cNvPr>
            <p:cNvSpPr/>
            <p:nvPr/>
          </p:nvSpPr>
          <p:spPr>
            <a:xfrm>
              <a:off x="5031771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50" name="pg1905">
              <a:extLst>
                <a:ext uri="{FF2B5EF4-FFF2-40B4-BE49-F238E27FC236}">
                  <a16:creationId xmlns:a16="http://schemas.microsoft.com/office/drawing/2014/main" id="{B20DB04A-343F-E24C-1982-5A4E8520A2A5}"/>
                </a:ext>
              </a:extLst>
            </p:cNvPr>
            <p:cNvSpPr/>
            <p:nvPr/>
          </p:nvSpPr>
          <p:spPr>
            <a:xfrm>
              <a:off x="5043408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51" name="pg1906">
              <a:extLst>
                <a:ext uri="{FF2B5EF4-FFF2-40B4-BE49-F238E27FC236}">
                  <a16:creationId xmlns:a16="http://schemas.microsoft.com/office/drawing/2014/main" id="{4141838F-0EC3-5ACD-E6A2-410CBEE01446}"/>
                </a:ext>
              </a:extLst>
            </p:cNvPr>
            <p:cNvSpPr/>
            <p:nvPr/>
          </p:nvSpPr>
          <p:spPr>
            <a:xfrm>
              <a:off x="5055045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52" name="pg1907">
              <a:extLst>
                <a:ext uri="{FF2B5EF4-FFF2-40B4-BE49-F238E27FC236}">
                  <a16:creationId xmlns:a16="http://schemas.microsoft.com/office/drawing/2014/main" id="{94458CC1-88B6-F0BC-DA17-F42DA4C57FEA}"/>
                </a:ext>
              </a:extLst>
            </p:cNvPr>
            <p:cNvSpPr/>
            <p:nvPr/>
          </p:nvSpPr>
          <p:spPr>
            <a:xfrm>
              <a:off x="5066683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53" name="pg1908">
              <a:extLst>
                <a:ext uri="{FF2B5EF4-FFF2-40B4-BE49-F238E27FC236}">
                  <a16:creationId xmlns:a16="http://schemas.microsoft.com/office/drawing/2014/main" id="{EF6485BA-BC54-4D84-D98A-DEF89E1DBE15}"/>
                </a:ext>
              </a:extLst>
            </p:cNvPr>
            <p:cNvSpPr/>
            <p:nvPr/>
          </p:nvSpPr>
          <p:spPr>
            <a:xfrm>
              <a:off x="5078320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54" name="pg1909">
              <a:extLst>
                <a:ext uri="{FF2B5EF4-FFF2-40B4-BE49-F238E27FC236}">
                  <a16:creationId xmlns:a16="http://schemas.microsoft.com/office/drawing/2014/main" id="{AC77B70F-1BEB-B9BA-4914-865D5845D975}"/>
                </a:ext>
              </a:extLst>
            </p:cNvPr>
            <p:cNvSpPr/>
            <p:nvPr/>
          </p:nvSpPr>
          <p:spPr>
            <a:xfrm>
              <a:off x="5089957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55" name="pg1910">
              <a:extLst>
                <a:ext uri="{FF2B5EF4-FFF2-40B4-BE49-F238E27FC236}">
                  <a16:creationId xmlns:a16="http://schemas.microsoft.com/office/drawing/2014/main" id="{69649FD3-5FA3-2D4C-0D11-7434AA603483}"/>
                </a:ext>
              </a:extLst>
            </p:cNvPr>
            <p:cNvSpPr/>
            <p:nvPr/>
          </p:nvSpPr>
          <p:spPr>
            <a:xfrm>
              <a:off x="5101595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56" name="pg1911">
              <a:extLst>
                <a:ext uri="{FF2B5EF4-FFF2-40B4-BE49-F238E27FC236}">
                  <a16:creationId xmlns:a16="http://schemas.microsoft.com/office/drawing/2014/main" id="{A07D2931-B4B1-8ABD-9522-9C3F0DF271BE}"/>
                </a:ext>
              </a:extLst>
            </p:cNvPr>
            <p:cNvSpPr/>
            <p:nvPr/>
          </p:nvSpPr>
          <p:spPr>
            <a:xfrm>
              <a:off x="5113232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57" name="pg1912">
              <a:extLst>
                <a:ext uri="{FF2B5EF4-FFF2-40B4-BE49-F238E27FC236}">
                  <a16:creationId xmlns:a16="http://schemas.microsoft.com/office/drawing/2014/main" id="{E8465050-4E21-E9FD-A70A-86C6FA68CD20}"/>
                </a:ext>
              </a:extLst>
            </p:cNvPr>
            <p:cNvSpPr/>
            <p:nvPr/>
          </p:nvSpPr>
          <p:spPr>
            <a:xfrm>
              <a:off x="5124869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58" name="pg1913">
              <a:extLst>
                <a:ext uri="{FF2B5EF4-FFF2-40B4-BE49-F238E27FC236}">
                  <a16:creationId xmlns:a16="http://schemas.microsoft.com/office/drawing/2014/main" id="{A0DCD723-8697-63FE-BCAD-75EE74912C74}"/>
                </a:ext>
              </a:extLst>
            </p:cNvPr>
            <p:cNvSpPr/>
            <p:nvPr/>
          </p:nvSpPr>
          <p:spPr>
            <a:xfrm>
              <a:off x="4973584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59" name="pg1914">
              <a:extLst>
                <a:ext uri="{FF2B5EF4-FFF2-40B4-BE49-F238E27FC236}">
                  <a16:creationId xmlns:a16="http://schemas.microsoft.com/office/drawing/2014/main" id="{60B2E084-CAB1-20F8-91D6-0141D2579DD7}"/>
                </a:ext>
              </a:extLst>
            </p:cNvPr>
            <p:cNvSpPr/>
            <p:nvPr/>
          </p:nvSpPr>
          <p:spPr>
            <a:xfrm>
              <a:off x="4985221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60" name="pg1915">
              <a:extLst>
                <a:ext uri="{FF2B5EF4-FFF2-40B4-BE49-F238E27FC236}">
                  <a16:creationId xmlns:a16="http://schemas.microsoft.com/office/drawing/2014/main" id="{EA4AC3B9-91C3-2B82-C334-FEE1C3242610}"/>
                </a:ext>
              </a:extLst>
            </p:cNvPr>
            <p:cNvSpPr/>
            <p:nvPr/>
          </p:nvSpPr>
          <p:spPr>
            <a:xfrm>
              <a:off x="4996859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61" name="pg1916">
              <a:extLst>
                <a:ext uri="{FF2B5EF4-FFF2-40B4-BE49-F238E27FC236}">
                  <a16:creationId xmlns:a16="http://schemas.microsoft.com/office/drawing/2014/main" id="{884CA321-E098-10BA-1655-8FC590478F8E}"/>
                </a:ext>
              </a:extLst>
            </p:cNvPr>
            <p:cNvSpPr/>
            <p:nvPr/>
          </p:nvSpPr>
          <p:spPr>
            <a:xfrm>
              <a:off x="5008496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62" name="pg1917">
              <a:extLst>
                <a:ext uri="{FF2B5EF4-FFF2-40B4-BE49-F238E27FC236}">
                  <a16:creationId xmlns:a16="http://schemas.microsoft.com/office/drawing/2014/main" id="{050FF04A-9A4F-DFA1-BB25-136F3DAACD3D}"/>
                </a:ext>
              </a:extLst>
            </p:cNvPr>
            <p:cNvSpPr/>
            <p:nvPr/>
          </p:nvSpPr>
          <p:spPr>
            <a:xfrm>
              <a:off x="5020133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63" name="pg1918">
              <a:extLst>
                <a:ext uri="{FF2B5EF4-FFF2-40B4-BE49-F238E27FC236}">
                  <a16:creationId xmlns:a16="http://schemas.microsoft.com/office/drawing/2014/main" id="{C407DA30-4BC3-F481-8922-9C77F702C8CC}"/>
                </a:ext>
              </a:extLst>
            </p:cNvPr>
            <p:cNvSpPr/>
            <p:nvPr/>
          </p:nvSpPr>
          <p:spPr>
            <a:xfrm>
              <a:off x="5031771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64" name="pg1919">
              <a:extLst>
                <a:ext uri="{FF2B5EF4-FFF2-40B4-BE49-F238E27FC236}">
                  <a16:creationId xmlns:a16="http://schemas.microsoft.com/office/drawing/2014/main" id="{E8A91BE7-22B8-CD9E-8602-0B139726F8CB}"/>
                </a:ext>
              </a:extLst>
            </p:cNvPr>
            <p:cNvSpPr/>
            <p:nvPr/>
          </p:nvSpPr>
          <p:spPr>
            <a:xfrm>
              <a:off x="5043408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65" name="pg1920">
              <a:extLst>
                <a:ext uri="{FF2B5EF4-FFF2-40B4-BE49-F238E27FC236}">
                  <a16:creationId xmlns:a16="http://schemas.microsoft.com/office/drawing/2014/main" id="{7AE692E6-C9CB-3685-13F9-FD7DB8F5EED1}"/>
                </a:ext>
              </a:extLst>
            </p:cNvPr>
            <p:cNvSpPr/>
            <p:nvPr/>
          </p:nvSpPr>
          <p:spPr>
            <a:xfrm>
              <a:off x="5055045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66" name="pg1921">
              <a:extLst>
                <a:ext uri="{FF2B5EF4-FFF2-40B4-BE49-F238E27FC236}">
                  <a16:creationId xmlns:a16="http://schemas.microsoft.com/office/drawing/2014/main" id="{DA56BBF4-5319-4AE5-92D9-DBE6E772E97B}"/>
                </a:ext>
              </a:extLst>
            </p:cNvPr>
            <p:cNvSpPr/>
            <p:nvPr/>
          </p:nvSpPr>
          <p:spPr>
            <a:xfrm>
              <a:off x="5066683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67" name="pg1922">
              <a:extLst>
                <a:ext uri="{FF2B5EF4-FFF2-40B4-BE49-F238E27FC236}">
                  <a16:creationId xmlns:a16="http://schemas.microsoft.com/office/drawing/2014/main" id="{CD3AC6F7-863F-0C3C-9A05-EC5EA31C82E4}"/>
                </a:ext>
              </a:extLst>
            </p:cNvPr>
            <p:cNvSpPr/>
            <p:nvPr/>
          </p:nvSpPr>
          <p:spPr>
            <a:xfrm>
              <a:off x="5078320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68" name="pg1923">
              <a:extLst>
                <a:ext uri="{FF2B5EF4-FFF2-40B4-BE49-F238E27FC236}">
                  <a16:creationId xmlns:a16="http://schemas.microsoft.com/office/drawing/2014/main" id="{384CFEB1-A800-649C-82BE-D3970F09A7FD}"/>
                </a:ext>
              </a:extLst>
            </p:cNvPr>
            <p:cNvSpPr/>
            <p:nvPr/>
          </p:nvSpPr>
          <p:spPr>
            <a:xfrm>
              <a:off x="5089957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69" name="pg1924">
              <a:extLst>
                <a:ext uri="{FF2B5EF4-FFF2-40B4-BE49-F238E27FC236}">
                  <a16:creationId xmlns:a16="http://schemas.microsoft.com/office/drawing/2014/main" id="{36D01CED-6A81-2B51-9935-5B482275C442}"/>
                </a:ext>
              </a:extLst>
            </p:cNvPr>
            <p:cNvSpPr/>
            <p:nvPr/>
          </p:nvSpPr>
          <p:spPr>
            <a:xfrm>
              <a:off x="5101595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70" name="pg1925">
              <a:extLst>
                <a:ext uri="{FF2B5EF4-FFF2-40B4-BE49-F238E27FC236}">
                  <a16:creationId xmlns:a16="http://schemas.microsoft.com/office/drawing/2014/main" id="{AFAB58A3-7CD4-8D5D-C42C-21A9C2C0138C}"/>
                </a:ext>
              </a:extLst>
            </p:cNvPr>
            <p:cNvSpPr/>
            <p:nvPr/>
          </p:nvSpPr>
          <p:spPr>
            <a:xfrm>
              <a:off x="5113232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71" name="pg1926">
              <a:extLst>
                <a:ext uri="{FF2B5EF4-FFF2-40B4-BE49-F238E27FC236}">
                  <a16:creationId xmlns:a16="http://schemas.microsoft.com/office/drawing/2014/main" id="{9FC2562C-92FC-7690-4245-817456A02F0A}"/>
                </a:ext>
              </a:extLst>
            </p:cNvPr>
            <p:cNvSpPr/>
            <p:nvPr/>
          </p:nvSpPr>
          <p:spPr>
            <a:xfrm>
              <a:off x="5124869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72" name="pg1927">
              <a:extLst>
                <a:ext uri="{FF2B5EF4-FFF2-40B4-BE49-F238E27FC236}">
                  <a16:creationId xmlns:a16="http://schemas.microsoft.com/office/drawing/2014/main" id="{14BC2A39-9533-7A23-2738-30513E1F5052}"/>
                </a:ext>
              </a:extLst>
            </p:cNvPr>
            <p:cNvSpPr/>
            <p:nvPr/>
          </p:nvSpPr>
          <p:spPr>
            <a:xfrm>
              <a:off x="4973584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73" name="pg1928">
              <a:extLst>
                <a:ext uri="{FF2B5EF4-FFF2-40B4-BE49-F238E27FC236}">
                  <a16:creationId xmlns:a16="http://schemas.microsoft.com/office/drawing/2014/main" id="{88C16AF2-558B-461E-A88D-448B5DF81E37}"/>
                </a:ext>
              </a:extLst>
            </p:cNvPr>
            <p:cNvSpPr/>
            <p:nvPr/>
          </p:nvSpPr>
          <p:spPr>
            <a:xfrm>
              <a:off x="4985221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74" name="pg1929">
              <a:extLst>
                <a:ext uri="{FF2B5EF4-FFF2-40B4-BE49-F238E27FC236}">
                  <a16:creationId xmlns:a16="http://schemas.microsoft.com/office/drawing/2014/main" id="{D74F0479-F962-64BC-3BF6-F7DF0D1FC8EC}"/>
                </a:ext>
              </a:extLst>
            </p:cNvPr>
            <p:cNvSpPr/>
            <p:nvPr/>
          </p:nvSpPr>
          <p:spPr>
            <a:xfrm>
              <a:off x="4996859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75" name="pg1930">
              <a:extLst>
                <a:ext uri="{FF2B5EF4-FFF2-40B4-BE49-F238E27FC236}">
                  <a16:creationId xmlns:a16="http://schemas.microsoft.com/office/drawing/2014/main" id="{4751FBC3-5840-6A08-C76D-2756DFFE959D}"/>
                </a:ext>
              </a:extLst>
            </p:cNvPr>
            <p:cNvSpPr/>
            <p:nvPr/>
          </p:nvSpPr>
          <p:spPr>
            <a:xfrm>
              <a:off x="5008496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76" name="pg1931">
              <a:extLst>
                <a:ext uri="{FF2B5EF4-FFF2-40B4-BE49-F238E27FC236}">
                  <a16:creationId xmlns:a16="http://schemas.microsoft.com/office/drawing/2014/main" id="{C281B69F-6248-B28A-230F-AC3D51448874}"/>
                </a:ext>
              </a:extLst>
            </p:cNvPr>
            <p:cNvSpPr/>
            <p:nvPr/>
          </p:nvSpPr>
          <p:spPr>
            <a:xfrm>
              <a:off x="5020133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77" name="pg1932">
              <a:extLst>
                <a:ext uri="{FF2B5EF4-FFF2-40B4-BE49-F238E27FC236}">
                  <a16:creationId xmlns:a16="http://schemas.microsoft.com/office/drawing/2014/main" id="{B01E864F-BD11-1BFC-6992-4413D8327C0D}"/>
                </a:ext>
              </a:extLst>
            </p:cNvPr>
            <p:cNvSpPr/>
            <p:nvPr/>
          </p:nvSpPr>
          <p:spPr>
            <a:xfrm>
              <a:off x="5031771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78" name="pg1933">
              <a:extLst>
                <a:ext uri="{FF2B5EF4-FFF2-40B4-BE49-F238E27FC236}">
                  <a16:creationId xmlns:a16="http://schemas.microsoft.com/office/drawing/2014/main" id="{F8BF6E51-73F3-6FF2-55C6-6314C5F6A942}"/>
                </a:ext>
              </a:extLst>
            </p:cNvPr>
            <p:cNvSpPr/>
            <p:nvPr/>
          </p:nvSpPr>
          <p:spPr>
            <a:xfrm>
              <a:off x="5043408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79" name="pg1934">
              <a:extLst>
                <a:ext uri="{FF2B5EF4-FFF2-40B4-BE49-F238E27FC236}">
                  <a16:creationId xmlns:a16="http://schemas.microsoft.com/office/drawing/2014/main" id="{04BD56A0-9759-8E63-E517-A36F552B6C79}"/>
                </a:ext>
              </a:extLst>
            </p:cNvPr>
            <p:cNvSpPr/>
            <p:nvPr/>
          </p:nvSpPr>
          <p:spPr>
            <a:xfrm>
              <a:off x="5055045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80" name="pg1935">
              <a:extLst>
                <a:ext uri="{FF2B5EF4-FFF2-40B4-BE49-F238E27FC236}">
                  <a16:creationId xmlns:a16="http://schemas.microsoft.com/office/drawing/2014/main" id="{5313A49F-92CD-E9C4-6C07-AA6054DA139B}"/>
                </a:ext>
              </a:extLst>
            </p:cNvPr>
            <p:cNvSpPr/>
            <p:nvPr/>
          </p:nvSpPr>
          <p:spPr>
            <a:xfrm>
              <a:off x="5066683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81" name="pg1936">
              <a:extLst>
                <a:ext uri="{FF2B5EF4-FFF2-40B4-BE49-F238E27FC236}">
                  <a16:creationId xmlns:a16="http://schemas.microsoft.com/office/drawing/2014/main" id="{1674FD23-2766-3782-4A29-A03591DBA086}"/>
                </a:ext>
              </a:extLst>
            </p:cNvPr>
            <p:cNvSpPr/>
            <p:nvPr/>
          </p:nvSpPr>
          <p:spPr>
            <a:xfrm>
              <a:off x="5078320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82" name="pg1937">
              <a:extLst>
                <a:ext uri="{FF2B5EF4-FFF2-40B4-BE49-F238E27FC236}">
                  <a16:creationId xmlns:a16="http://schemas.microsoft.com/office/drawing/2014/main" id="{AA09DC48-029C-3A7C-1E6B-9FE15C32F8C1}"/>
                </a:ext>
              </a:extLst>
            </p:cNvPr>
            <p:cNvSpPr/>
            <p:nvPr/>
          </p:nvSpPr>
          <p:spPr>
            <a:xfrm>
              <a:off x="5089957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83" name="pg1938">
              <a:extLst>
                <a:ext uri="{FF2B5EF4-FFF2-40B4-BE49-F238E27FC236}">
                  <a16:creationId xmlns:a16="http://schemas.microsoft.com/office/drawing/2014/main" id="{21C2E339-767C-EEC9-4A5A-57AEE274B8DD}"/>
                </a:ext>
              </a:extLst>
            </p:cNvPr>
            <p:cNvSpPr/>
            <p:nvPr/>
          </p:nvSpPr>
          <p:spPr>
            <a:xfrm>
              <a:off x="5101595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84" name="pg1939">
              <a:extLst>
                <a:ext uri="{FF2B5EF4-FFF2-40B4-BE49-F238E27FC236}">
                  <a16:creationId xmlns:a16="http://schemas.microsoft.com/office/drawing/2014/main" id="{EC29B225-A6F5-9A28-EEDB-4035533ADEA9}"/>
                </a:ext>
              </a:extLst>
            </p:cNvPr>
            <p:cNvSpPr/>
            <p:nvPr/>
          </p:nvSpPr>
          <p:spPr>
            <a:xfrm>
              <a:off x="5113232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85" name="pg1940">
              <a:extLst>
                <a:ext uri="{FF2B5EF4-FFF2-40B4-BE49-F238E27FC236}">
                  <a16:creationId xmlns:a16="http://schemas.microsoft.com/office/drawing/2014/main" id="{65019104-A43B-D741-8974-A83CB9DC9773}"/>
                </a:ext>
              </a:extLst>
            </p:cNvPr>
            <p:cNvSpPr/>
            <p:nvPr/>
          </p:nvSpPr>
          <p:spPr>
            <a:xfrm>
              <a:off x="4961947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86" name="pg1941">
              <a:extLst>
                <a:ext uri="{FF2B5EF4-FFF2-40B4-BE49-F238E27FC236}">
                  <a16:creationId xmlns:a16="http://schemas.microsoft.com/office/drawing/2014/main" id="{8B0F6147-FACE-4DA3-C7F0-7DC61B8F9C0E}"/>
                </a:ext>
              </a:extLst>
            </p:cNvPr>
            <p:cNvSpPr/>
            <p:nvPr/>
          </p:nvSpPr>
          <p:spPr>
            <a:xfrm>
              <a:off x="4973584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87" name="pg1942">
              <a:extLst>
                <a:ext uri="{FF2B5EF4-FFF2-40B4-BE49-F238E27FC236}">
                  <a16:creationId xmlns:a16="http://schemas.microsoft.com/office/drawing/2014/main" id="{24EAB832-7CF0-89E1-92E0-FC3B2333EE8F}"/>
                </a:ext>
              </a:extLst>
            </p:cNvPr>
            <p:cNvSpPr/>
            <p:nvPr/>
          </p:nvSpPr>
          <p:spPr>
            <a:xfrm>
              <a:off x="4985221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88" name="pg1943">
              <a:extLst>
                <a:ext uri="{FF2B5EF4-FFF2-40B4-BE49-F238E27FC236}">
                  <a16:creationId xmlns:a16="http://schemas.microsoft.com/office/drawing/2014/main" id="{2CDBC006-1C31-30AA-E91D-EBB7842B0D85}"/>
                </a:ext>
              </a:extLst>
            </p:cNvPr>
            <p:cNvSpPr/>
            <p:nvPr/>
          </p:nvSpPr>
          <p:spPr>
            <a:xfrm>
              <a:off x="4996859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89" name="pg1944">
              <a:extLst>
                <a:ext uri="{FF2B5EF4-FFF2-40B4-BE49-F238E27FC236}">
                  <a16:creationId xmlns:a16="http://schemas.microsoft.com/office/drawing/2014/main" id="{BC36C992-8F8B-A695-D361-F034D9E22E30}"/>
                </a:ext>
              </a:extLst>
            </p:cNvPr>
            <p:cNvSpPr/>
            <p:nvPr/>
          </p:nvSpPr>
          <p:spPr>
            <a:xfrm>
              <a:off x="5008496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90" name="pg1945">
              <a:extLst>
                <a:ext uri="{FF2B5EF4-FFF2-40B4-BE49-F238E27FC236}">
                  <a16:creationId xmlns:a16="http://schemas.microsoft.com/office/drawing/2014/main" id="{051385CD-90C0-4F49-DB25-D9663934DCC2}"/>
                </a:ext>
              </a:extLst>
            </p:cNvPr>
            <p:cNvSpPr/>
            <p:nvPr/>
          </p:nvSpPr>
          <p:spPr>
            <a:xfrm>
              <a:off x="5020133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91" name="pg1946">
              <a:extLst>
                <a:ext uri="{FF2B5EF4-FFF2-40B4-BE49-F238E27FC236}">
                  <a16:creationId xmlns:a16="http://schemas.microsoft.com/office/drawing/2014/main" id="{3D768FBC-6113-9849-A5E1-3B6AD5A3473B}"/>
                </a:ext>
              </a:extLst>
            </p:cNvPr>
            <p:cNvSpPr/>
            <p:nvPr/>
          </p:nvSpPr>
          <p:spPr>
            <a:xfrm>
              <a:off x="5031771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92" name="pg1947">
              <a:extLst>
                <a:ext uri="{FF2B5EF4-FFF2-40B4-BE49-F238E27FC236}">
                  <a16:creationId xmlns:a16="http://schemas.microsoft.com/office/drawing/2014/main" id="{4917A870-AFD5-D18C-DE00-57D4EB59D4B9}"/>
                </a:ext>
              </a:extLst>
            </p:cNvPr>
            <p:cNvSpPr/>
            <p:nvPr/>
          </p:nvSpPr>
          <p:spPr>
            <a:xfrm>
              <a:off x="5043408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93" name="pg1948">
              <a:extLst>
                <a:ext uri="{FF2B5EF4-FFF2-40B4-BE49-F238E27FC236}">
                  <a16:creationId xmlns:a16="http://schemas.microsoft.com/office/drawing/2014/main" id="{B1590703-3234-2DC6-BBE6-120D4A7FC5E2}"/>
                </a:ext>
              </a:extLst>
            </p:cNvPr>
            <p:cNvSpPr/>
            <p:nvPr/>
          </p:nvSpPr>
          <p:spPr>
            <a:xfrm>
              <a:off x="5055045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94" name="pg1949">
              <a:extLst>
                <a:ext uri="{FF2B5EF4-FFF2-40B4-BE49-F238E27FC236}">
                  <a16:creationId xmlns:a16="http://schemas.microsoft.com/office/drawing/2014/main" id="{756D0780-7373-975E-DDEA-A19E24DC2F7D}"/>
                </a:ext>
              </a:extLst>
            </p:cNvPr>
            <p:cNvSpPr/>
            <p:nvPr/>
          </p:nvSpPr>
          <p:spPr>
            <a:xfrm>
              <a:off x="5066683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95" name="pg1950">
              <a:extLst>
                <a:ext uri="{FF2B5EF4-FFF2-40B4-BE49-F238E27FC236}">
                  <a16:creationId xmlns:a16="http://schemas.microsoft.com/office/drawing/2014/main" id="{CA0B0043-F01B-9D05-907C-D9AE8430139F}"/>
                </a:ext>
              </a:extLst>
            </p:cNvPr>
            <p:cNvSpPr/>
            <p:nvPr/>
          </p:nvSpPr>
          <p:spPr>
            <a:xfrm>
              <a:off x="5078320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96" name="pg1951">
              <a:extLst>
                <a:ext uri="{FF2B5EF4-FFF2-40B4-BE49-F238E27FC236}">
                  <a16:creationId xmlns:a16="http://schemas.microsoft.com/office/drawing/2014/main" id="{B8B5C1E8-F187-F6E4-2B87-051E3A376956}"/>
                </a:ext>
              </a:extLst>
            </p:cNvPr>
            <p:cNvSpPr/>
            <p:nvPr/>
          </p:nvSpPr>
          <p:spPr>
            <a:xfrm>
              <a:off x="5089957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97" name="pg1952">
              <a:extLst>
                <a:ext uri="{FF2B5EF4-FFF2-40B4-BE49-F238E27FC236}">
                  <a16:creationId xmlns:a16="http://schemas.microsoft.com/office/drawing/2014/main" id="{CCB16835-0E14-97A0-C54F-13629BAF9934}"/>
                </a:ext>
              </a:extLst>
            </p:cNvPr>
            <p:cNvSpPr/>
            <p:nvPr/>
          </p:nvSpPr>
          <p:spPr>
            <a:xfrm>
              <a:off x="5101595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98" name="pg1953">
              <a:extLst>
                <a:ext uri="{FF2B5EF4-FFF2-40B4-BE49-F238E27FC236}">
                  <a16:creationId xmlns:a16="http://schemas.microsoft.com/office/drawing/2014/main" id="{BCB05BF2-C592-B529-3229-D705A63ABE84}"/>
                </a:ext>
              </a:extLst>
            </p:cNvPr>
            <p:cNvSpPr/>
            <p:nvPr/>
          </p:nvSpPr>
          <p:spPr>
            <a:xfrm>
              <a:off x="4950309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99" name="pg1954">
              <a:extLst>
                <a:ext uri="{FF2B5EF4-FFF2-40B4-BE49-F238E27FC236}">
                  <a16:creationId xmlns:a16="http://schemas.microsoft.com/office/drawing/2014/main" id="{AF2AA651-8E48-1D60-20BE-F4658BCA7D78}"/>
                </a:ext>
              </a:extLst>
            </p:cNvPr>
            <p:cNvSpPr/>
            <p:nvPr/>
          </p:nvSpPr>
          <p:spPr>
            <a:xfrm>
              <a:off x="4961947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00" name="pg1955">
              <a:extLst>
                <a:ext uri="{FF2B5EF4-FFF2-40B4-BE49-F238E27FC236}">
                  <a16:creationId xmlns:a16="http://schemas.microsoft.com/office/drawing/2014/main" id="{318343C3-0418-24E2-5290-FBF5D5420112}"/>
                </a:ext>
              </a:extLst>
            </p:cNvPr>
            <p:cNvSpPr/>
            <p:nvPr/>
          </p:nvSpPr>
          <p:spPr>
            <a:xfrm>
              <a:off x="4973584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4">
                <a:alpha val="100000"/>
              </a:srgbClr>
            </a:solidFill>
            <a:ln w="5420" cap="flat">
              <a:solidFill>
                <a:srgbClr val="9C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01" name="pg1956">
              <a:extLst>
                <a:ext uri="{FF2B5EF4-FFF2-40B4-BE49-F238E27FC236}">
                  <a16:creationId xmlns:a16="http://schemas.microsoft.com/office/drawing/2014/main" id="{6E788004-3118-1760-4286-55940A93F401}"/>
                </a:ext>
              </a:extLst>
            </p:cNvPr>
            <p:cNvSpPr/>
            <p:nvPr/>
          </p:nvSpPr>
          <p:spPr>
            <a:xfrm>
              <a:off x="4985221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02" name="pg1957">
              <a:extLst>
                <a:ext uri="{FF2B5EF4-FFF2-40B4-BE49-F238E27FC236}">
                  <a16:creationId xmlns:a16="http://schemas.microsoft.com/office/drawing/2014/main" id="{1C3D06C4-683D-1C8B-DC61-786C599E1C5B}"/>
                </a:ext>
              </a:extLst>
            </p:cNvPr>
            <p:cNvSpPr/>
            <p:nvPr/>
          </p:nvSpPr>
          <p:spPr>
            <a:xfrm>
              <a:off x="4996859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03" name="pg1958">
              <a:extLst>
                <a:ext uri="{FF2B5EF4-FFF2-40B4-BE49-F238E27FC236}">
                  <a16:creationId xmlns:a16="http://schemas.microsoft.com/office/drawing/2014/main" id="{32DF0C66-8BD1-E819-AF54-E36F91580CFB}"/>
                </a:ext>
              </a:extLst>
            </p:cNvPr>
            <p:cNvSpPr/>
            <p:nvPr/>
          </p:nvSpPr>
          <p:spPr>
            <a:xfrm>
              <a:off x="5008496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04" name="pg1959">
              <a:extLst>
                <a:ext uri="{FF2B5EF4-FFF2-40B4-BE49-F238E27FC236}">
                  <a16:creationId xmlns:a16="http://schemas.microsoft.com/office/drawing/2014/main" id="{8F5508CC-605A-AD50-74F3-E65269CE03D2}"/>
                </a:ext>
              </a:extLst>
            </p:cNvPr>
            <p:cNvSpPr/>
            <p:nvPr/>
          </p:nvSpPr>
          <p:spPr>
            <a:xfrm>
              <a:off x="5020133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4">
                <a:alpha val="100000"/>
              </a:srgbClr>
            </a:solidFill>
            <a:ln w="5420" cap="flat">
              <a:solidFill>
                <a:srgbClr val="99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05" name="pg1960">
              <a:extLst>
                <a:ext uri="{FF2B5EF4-FFF2-40B4-BE49-F238E27FC236}">
                  <a16:creationId xmlns:a16="http://schemas.microsoft.com/office/drawing/2014/main" id="{0AA0A63D-6418-38E5-EAC5-3E3822CAD415}"/>
                </a:ext>
              </a:extLst>
            </p:cNvPr>
            <p:cNvSpPr/>
            <p:nvPr/>
          </p:nvSpPr>
          <p:spPr>
            <a:xfrm>
              <a:off x="5031771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06" name="pg1961">
              <a:extLst>
                <a:ext uri="{FF2B5EF4-FFF2-40B4-BE49-F238E27FC236}">
                  <a16:creationId xmlns:a16="http://schemas.microsoft.com/office/drawing/2014/main" id="{DF5C26C8-98F7-E436-98F0-1B1C63E86929}"/>
                </a:ext>
              </a:extLst>
            </p:cNvPr>
            <p:cNvSpPr/>
            <p:nvPr/>
          </p:nvSpPr>
          <p:spPr>
            <a:xfrm>
              <a:off x="5043408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07" name="pg1962">
              <a:extLst>
                <a:ext uri="{FF2B5EF4-FFF2-40B4-BE49-F238E27FC236}">
                  <a16:creationId xmlns:a16="http://schemas.microsoft.com/office/drawing/2014/main" id="{9343596F-111D-5746-6D5D-6ADCE082E79F}"/>
                </a:ext>
              </a:extLst>
            </p:cNvPr>
            <p:cNvSpPr/>
            <p:nvPr/>
          </p:nvSpPr>
          <p:spPr>
            <a:xfrm>
              <a:off x="5055045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08" name="pg1963">
              <a:extLst>
                <a:ext uri="{FF2B5EF4-FFF2-40B4-BE49-F238E27FC236}">
                  <a16:creationId xmlns:a16="http://schemas.microsoft.com/office/drawing/2014/main" id="{DE67A809-9716-4F68-94F2-AAE43E071801}"/>
                </a:ext>
              </a:extLst>
            </p:cNvPr>
            <p:cNvSpPr/>
            <p:nvPr/>
          </p:nvSpPr>
          <p:spPr>
            <a:xfrm>
              <a:off x="5066683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09" name="pg1964">
              <a:extLst>
                <a:ext uri="{FF2B5EF4-FFF2-40B4-BE49-F238E27FC236}">
                  <a16:creationId xmlns:a16="http://schemas.microsoft.com/office/drawing/2014/main" id="{0B15FC59-6D01-2D3F-FA2D-1498B344E007}"/>
                </a:ext>
              </a:extLst>
            </p:cNvPr>
            <p:cNvSpPr/>
            <p:nvPr/>
          </p:nvSpPr>
          <p:spPr>
            <a:xfrm>
              <a:off x="5078320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10" name="pg1965">
              <a:extLst>
                <a:ext uri="{FF2B5EF4-FFF2-40B4-BE49-F238E27FC236}">
                  <a16:creationId xmlns:a16="http://schemas.microsoft.com/office/drawing/2014/main" id="{1B9A0512-A881-F5E2-1CC3-0F432FAAF49A}"/>
                </a:ext>
              </a:extLst>
            </p:cNvPr>
            <p:cNvSpPr/>
            <p:nvPr/>
          </p:nvSpPr>
          <p:spPr>
            <a:xfrm>
              <a:off x="4927035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11" name="pg1966">
              <a:extLst>
                <a:ext uri="{FF2B5EF4-FFF2-40B4-BE49-F238E27FC236}">
                  <a16:creationId xmlns:a16="http://schemas.microsoft.com/office/drawing/2014/main" id="{0FE91E7F-7072-18E7-C972-7A64FEBD8916}"/>
                </a:ext>
              </a:extLst>
            </p:cNvPr>
            <p:cNvSpPr/>
            <p:nvPr/>
          </p:nvSpPr>
          <p:spPr>
            <a:xfrm>
              <a:off x="4938672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12" name="pg1967">
              <a:extLst>
                <a:ext uri="{FF2B5EF4-FFF2-40B4-BE49-F238E27FC236}">
                  <a16:creationId xmlns:a16="http://schemas.microsoft.com/office/drawing/2014/main" id="{60D25F99-7BDD-6122-7DB8-02A57CC78C45}"/>
                </a:ext>
              </a:extLst>
            </p:cNvPr>
            <p:cNvSpPr/>
            <p:nvPr/>
          </p:nvSpPr>
          <p:spPr>
            <a:xfrm>
              <a:off x="4950309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13" name="pg1968">
              <a:extLst>
                <a:ext uri="{FF2B5EF4-FFF2-40B4-BE49-F238E27FC236}">
                  <a16:creationId xmlns:a16="http://schemas.microsoft.com/office/drawing/2014/main" id="{9233ADA4-835D-4A1E-3AC9-152807735C21}"/>
                </a:ext>
              </a:extLst>
            </p:cNvPr>
            <p:cNvSpPr/>
            <p:nvPr/>
          </p:nvSpPr>
          <p:spPr>
            <a:xfrm>
              <a:off x="4961947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14" name="pg1969">
              <a:extLst>
                <a:ext uri="{FF2B5EF4-FFF2-40B4-BE49-F238E27FC236}">
                  <a16:creationId xmlns:a16="http://schemas.microsoft.com/office/drawing/2014/main" id="{17DC94E9-1EAD-4713-BC26-B93BFED2C20F}"/>
                </a:ext>
              </a:extLst>
            </p:cNvPr>
            <p:cNvSpPr/>
            <p:nvPr/>
          </p:nvSpPr>
          <p:spPr>
            <a:xfrm>
              <a:off x="4973584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15" name="pg1970">
              <a:extLst>
                <a:ext uri="{FF2B5EF4-FFF2-40B4-BE49-F238E27FC236}">
                  <a16:creationId xmlns:a16="http://schemas.microsoft.com/office/drawing/2014/main" id="{FEA858B2-F4C3-392D-9999-EE49EE871D31}"/>
                </a:ext>
              </a:extLst>
            </p:cNvPr>
            <p:cNvSpPr/>
            <p:nvPr/>
          </p:nvSpPr>
          <p:spPr>
            <a:xfrm>
              <a:off x="4985221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16" name="pg1971">
              <a:extLst>
                <a:ext uri="{FF2B5EF4-FFF2-40B4-BE49-F238E27FC236}">
                  <a16:creationId xmlns:a16="http://schemas.microsoft.com/office/drawing/2014/main" id="{91D115BD-1CA0-69C7-A39F-B4285CC403EF}"/>
                </a:ext>
              </a:extLst>
            </p:cNvPr>
            <p:cNvSpPr/>
            <p:nvPr/>
          </p:nvSpPr>
          <p:spPr>
            <a:xfrm>
              <a:off x="4996859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17" name="pg1972">
              <a:extLst>
                <a:ext uri="{FF2B5EF4-FFF2-40B4-BE49-F238E27FC236}">
                  <a16:creationId xmlns:a16="http://schemas.microsoft.com/office/drawing/2014/main" id="{A70D06F1-07F7-D3F4-D3EE-F10801F3ABF7}"/>
                </a:ext>
              </a:extLst>
            </p:cNvPr>
            <p:cNvSpPr/>
            <p:nvPr/>
          </p:nvSpPr>
          <p:spPr>
            <a:xfrm>
              <a:off x="5008496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18" name="pg1973">
              <a:extLst>
                <a:ext uri="{FF2B5EF4-FFF2-40B4-BE49-F238E27FC236}">
                  <a16:creationId xmlns:a16="http://schemas.microsoft.com/office/drawing/2014/main" id="{B021B503-1182-7445-F27D-0D843C08361C}"/>
                </a:ext>
              </a:extLst>
            </p:cNvPr>
            <p:cNvSpPr/>
            <p:nvPr/>
          </p:nvSpPr>
          <p:spPr>
            <a:xfrm>
              <a:off x="5020133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19" name="pg1974">
              <a:extLst>
                <a:ext uri="{FF2B5EF4-FFF2-40B4-BE49-F238E27FC236}">
                  <a16:creationId xmlns:a16="http://schemas.microsoft.com/office/drawing/2014/main" id="{24A71262-DD57-92D8-D7C5-EFF2C655B8AC}"/>
                </a:ext>
              </a:extLst>
            </p:cNvPr>
            <p:cNvSpPr/>
            <p:nvPr/>
          </p:nvSpPr>
          <p:spPr>
            <a:xfrm>
              <a:off x="4915397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20" name="pg1975">
              <a:extLst>
                <a:ext uri="{FF2B5EF4-FFF2-40B4-BE49-F238E27FC236}">
                  <a16:creationId xmlns:a16="http://schemas.microsoft.com/office/drawing/2014/main" id="{BA9ECEDF-B7A9-FE3D-5392-DAFD01E67A02}"/>
                </a:ext>
              </a:extLst>
            </p:cNvPr>
            <p:cNvSpPr/>
            <p:nvPr/>
          </p:nvSpPr>
          <p:spPr>
            <a:xfrm>
              <a:off x="4927035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21" name="pg1976">
              <a:extLst>
                <a:ext uri="{FF2B5EF4-FFF2-40B4-BE49-F238E27FC236}">
                  <a16:creationId xmlns:a16="http://schemas.microsoft.com/office/drawing/2014/main" id="{D453DD48-735F-5885-1B14-E3C01E4CBB3B}"/>
                </a:ext>
              </a:extLst>
            </p:cNvPr>
            <p:cNvSpPr/>
            <p:nvPr/>
          </p:nvSpPr>
          <p:spPr>
            <a:xfrm>
              <a:off x="4938672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22" name="pg1977">
              <a:extLst>
                <a:ext uri="{FF2B5EF4-FFF2-40B4-BE49-F238E27FC236}">
                  <a16:creationId xmlns:a16="http://schemas.microsoft.com/office/drawing/2014/main" id="{B38BBB86-98CF-9173-27C1-CA0AAE6344EC}"/>
                </a:ext>
              </a:extLst>
            </p:cNvPr>
            <p:cNvSpPr/>
            <p:nvPr/>
          </p:nvSpPr>
          <p:spPr>
            <a:xfrm>
              <a:off x="4950309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23" name="pg1978">
              <a:extLst>
                <a:ext uri="{FF2B5EF4-FFF2-40B4-BE49-F238E27FC236}">
                  <a16:creationId xmlns:a16="http://schemas.microsoft.com/office/drawing/2014/main" id="{A502103D-7F33-1A91-25E7-F7A906433F17}"/>
                </a:ext>
              </a:extLst>
            </p:cNvPr>
            <p:cNvSpPr/>
            <p:nvPr/>
          </p:nvSpPr>
          <p:spPr>
            <a:xfrm>
              <a:off x="4961947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24" name="pg1979">
              <a:extLst>
                <a:ext uri="{FF2B5EF4-FFF2-40B4-BE49-F238E27FC236}">
                  <a16:creationId xmlns:a16="http://schemas.microsoft.com/office/drawing/2014/main" id="{DD4A773B-2793-E8DE-013F-5E5443DD238C}"/>
                </a:ext>
              </a:extLst>
            </p:cNvPr>
            <p:cNvSpPr/>
            <p:nvPr/>
          </p:nvSpPr>
          <p:spPr>
            <a:xfrm>
              <a:off x="4973584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25" name="pg1980">
              <a:extLst>
                <a:ext uri="{FF2B5EF4-FFF2-40B4-BE49-F238E27FC236}">
                  <a16:creationId xmlns:a16="http://schemas.microsoft.com/office/drawing/2014/main" id="{5759D58D-BDA6-B6AE-C7FF-39BCF8DF6963}"/>
                </a:ext>
              </a:extLst>
            </p:cNvPr>
            <p:cNvSpPr/>
            <p:nvPr/>
          </p:nvSpPr>
          <p:spPr>
            <a:xfrm>
              <a:off x="4985221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26" name="pg1981">
              <a:extLst>
                <a:ext uri="{FF2B5EF4-FFF2-40B4-BE49-F238E27FC236}">
                  <a16:creationId xmlns:a16="http://schemas.microsoft.com/office/drawing/2014/main" id="{C2CBBEBC-478D-24EC-3ACD-A97579A2D758}"/>
                </a:ext>
              </a:extLst>
            </p:cNvPr>
            <p:cNvSpPr/>
            <p:nvPr/>
          </p:nvSpPr>
          <p:spPr>
            <a:xfrm>
              <a:off x="4996859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27" name="pg1982">
              <a:extLst>
                <a:ext uri="{FF2B5EF4-FFF2-40B4-BE49-F238E27FC236}">
                  <a16:creationId xmlns:a16="http://schemas.microsoft.com/office/drawing/2014/main" id="{DE2CDB7A-33A9-D492-C103-E89864532AAD}"/>
                </a:ext>
              </a:extLst>
            </p:cNvPr>
            <p:cNvSpPr/>
            <p:nvPr/>
          </p:nvSpPr>
          <p:spPr>
            <a:xfrm>
              <a:off x="4892123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28" name="pg1983">
              <a:extLst>
                <a:ext uri="{FF2B5EF4-FFF2-40B4-BE49-F238E27FC236}">
                  <a16:creationId xmlns:a16="http://schemas.microsoft.com/office/drawing/2014/main" id="{1D1FF1DB-41FD-E838-F192-3E1978699C58}"/>
                </a:ext>
              </a:extLst>
            </p:cNvPr>
            <p:cNvSpPr/>
            <p:nvPr/>
          </p:nvSpPr>
          <p:spPr>
            <a:xfrm>
              <a:off x="4903760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29" name="pg1984">
              <a:extLst>
                <a:ext uri="{FF2B5EF4-FFF2-40B4-BE49-F238E27FC236}">
                  <a16:creationId xmlns:a16="http://schemas.microsoft.com/office/drawing/2014/main" id="{5F92247D-04A3-4386-F3EF-A8AF1C82575B}"/>
                </a:ext>
              </a:extLst>
            </p:cNvPr>
            <p:cNvSpPr/>
            <p:nvPr/>
          </p:nvSpPr>
          <p:spPr>
            <a:xfrm>
              <a:off x="4915397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30" name="pg1985">
              <a:extLst>
                <a:ext uri="{FF2B5EF4-FFF2-40B4-BE49-F238E27FC236}">
                  <a16:creationId xmlns:a16="http://schemas.microsoft.com/office/drawing/2014/main" id="{B7C37E2C-2989-7586-E2A0-5AFFAD477D51}"/>
                </a:ext>
              </a:extLst>
            </p:cNvPr>
            <p:cNvSpPr/>
            <p:nvPr/>
          </p:nvSpPr>
          <p:spPr>
            <a:xfrm>
              <a:off x="4927035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31" name="pg1986">
              <a:extLst>
                <a:ext uri="{FF2B5EF4-FFF2-40B4-BE49-F238E27FC236}">
                  <a16:creationId xmlns:a16="http://schemas.microsoft.com/office/drawing/2014/main" id="{0245372E-6199-51FC-72CF-ED65545E231C}"/>
                </a:ext>
              </a:extLst>
            </p:cNvPr>
            <p:cNvSpPr/>
            <p:nvPr/>
          </p:nvSpPr>
          <p:spPr>
            <a:xfrm>
              <a:off x="4938672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32" name="pg1987">
              <a:extLst>
                <a:ext uri="{FF2B5EF4-FFF2-40B4-BE49-F238E27FC236}">
                  <a16:creationId xmlns:a16="http://schemas.microsoft.com/office/drawing/2014/main" id="{45041A2B-BC6B-F1F3-81F7-876AE46F0C23}"/>
                </a:ext>
              </a:extLst>
            </p:cNvPr>
            <p:cNvSpPr/>
            <p:nvPr/>
          </p:nvSpPr>
          <p:spPr>
            <a:xfrm>
              <a:off x="4950309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33" name="pg1988">
              <a:extLst>
                <a:ext uri="{FF2B5EF4-FFF2-40B4-BE49-F238E27FC236}">
                  <a16:creationId xmlns:a16="http://schemas.microsoft.com/office/drawing/2014/main" id="{876E7652-4BCC-74D2-9210-1DCAC5E5C4E5}"/>
                </a:ext>
              </a:extLst>
            </p:cNvPr>
            <p:cNvSpPr/>
            <p:nvPr/>
          </p:nvSpPr>
          <p:spPr>
            <a:xfrm>
              <a:off x="4961947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34" name="pg1989">
              <a:extLst>
                <a:ext uri="{FF2B5EF4-FFF2-40B4-BE49-F238E27FC236}">
                  <a16:creationId xmlns:a16="http://schemas.microsoft.com/office/drawing/2014/main" id="{38BE3498-7B9F-056C-6D2F-8F0D07852C87}"/>
                </a:ext>
              </a:extLst>
            </p:cNvPr>
            <p:cNvSpPr/>
            <p:nvPr/>
          </p:nvSpPr>
          <p:spPr>
            <a:xfrm>
              <a:off x="4973584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35" name="pg1990">
              <a:extLst>
                <a:ext uri="{FF2B5EF4-FFF2-40B4-BE49-F238E27FC236}">
                  <a16:creationId xmlns:a16="http://schemas.microsoft.com/office/drawing/2014/main" id="{56FD78F6-9B3D-CE19-09B3-98759F4F3797}"/>
                </a:ext>
              </a:extLst>
            </p:cNvPr>
            <p:cNvSpPr/>
            <p:nvPr/>
          </p:nvSpPr>
          <p:spPr>
            <a:xfrm>
              <a:off x="4985221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36" name="pg1991">
              <a:extLst>
                <a:ext uri="{FF2B5EF4-FFF2-40B4-BE49-F238E27FC236}">
                  <a16:creationId xmlns:a16="http://schemas.microsoft.com/office/drawing/2014/main" id="{71EF33FF-94A9-22F8-AA45-9D18A5D15FB4}"/>
                </a:ext>
              </a:extLst>
            </p:cNvPr>
            <p:cNvSpPr/>
            <p:nvPr/>
          </p:nvSpPr>
          <p:spPr>
            <a:xfrm>
              <a:off x="4857211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37" name="pg1992">
              <a:extLst>
                <a:ext uri="{FF2B5EF4-FFF2-40B4-BE49-F238E27FC236}">
                  <a16:creationId xmlns:a16="http://schemas.microsoft.com/office/drawing/2014/main" id="{004BF172-C86E-EBFC-38EC-8DAFA0E70578}"/>
                </a:ext>
              </a:extLst>
            </p:cNvPr>
            <p:cNvSpPr/>
            <p:nvPr/>
          </p:nvSpPr>
          <p:spPr>
            <a:xfrm>
              <a:off x="4868848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DC0">
                <a:alpha val="100000"/>
              </a:srgbClr>
            </a:solidFill>
            <a:ln w="5420" cap="flat">
              <a:solidFill>
                <a:srgbClr val="92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38" name="pg1993">
              <a:extLst>
                <a:ext uri="{FF2B5EF4-FFF2-40B4-BE49-F238E27FC236}">
                  <a16:creationId xmlns:a16="http://schemas.microsoft.com/office/drawing/2014/main" id="{5E0D4A4D-1782-F080-7589-DD4C3C7D45B7}"/>
                </a:ext>
              </a:extLst>
            </p:cNvPr>
            <p:cNvSpPr/>
            <p:nvPr/>
          </p:nvSpPr>
          <p:spPr>
            <a:xfrm>
              <a:off x="4880485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39" name="pg1994">
              <a:extLst>
                <a:ext uri="{FF2B5EF4-FFF2-40B4-BE49-F238E27FC236}">
                  <a16:creationId xmlns:a16="http://schemas.microsoft.com/office/drawing/2014/main" id="{F92FE16E-E115-B610-A422-69B59ED9FB5C}"/>
                </a:ext>
              </a:extLst>
            </p:cNvPr>
            <p:cNvSpPr/>
            <p:nvPr/>
          </p:nvSpPr>
          <p:spPr>
            <a:xfrm>
              <a:off x="4892123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40" name="pg1995">
              <a:extLst>
                <a:ext uri="{FF2B5EF4-FFF2-40B4-BE49-F238E27FC236}">
                  <a16:creationId xmlns:a16="http://schemas.microsoft.com/office/drawing/2014/main" id="{96E607A3-C607-5BF3-59B3-93EBE936578F}"/>
                </a:ext>
              </a:extLst>
            </p:cNvPr>
            <p:cNvSpPr/>
            <p:nvPr/>
          </p:nvSpPr>
          <p:spPr>
            <a:xfrm>
              <a:off x="4903760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41" name="pg1996">
              <a:extLst>
                <a:ext uri="{FF2B5EF4-FFF2-40B4-BE49-F238E27FC236}">
                  <a16:creationId xmlns:a16="http://schemas.microsoft.com/office/drawing/2014/main" id="{15AA5724-372E-3BE2-1E18-880D539D8523}"/>
                </a:ext>
              </a:extLst>
            </p:cNvPr>
            <p:cNvSpPr/>
            <p:nvPr/>
          </p:nvSpPr>
          <p:spPr>
            <a:xfrm>
              <a:off x="4915397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42" name="pg1997">
              <a:extLst>
                <a:ext uri="{FF2B5EF4-FFF2-40B4-BE49-F238E27FC236}">
                  <a16:creationId xmlns:a16="http://schemas.microsoft.com/office/drawing/2014/main" id="{589F303C-F4CA-605F-356B-F82F33BBCBE8}"/>
                </a:ext>
              </a:extLst>
            </p:cNvPr>
            <p:cNvSpPr/>
            <p:nvPr/>
          </p:nvSpPr>
          <p:spPr>
            <a:xfrm>
              <a:off x="4927035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43" name="pg1998">
              <a:extLst>
                <a:ext uri="{FF2B5EF4-FFF2-40B4-BE49-F238E27FC236}">
                  <a16:creationId xmlns:a16="http://schemas.microsoft.com/office/drawing/2014/main" id="{7169739C-C308-D568-76EC-E033032E212E}"/>
                </a:ext>
              </a:extLst>
            </p:cNvPr>
            <p:cNvSpPr/>
            <p:nvPr/>
          </p:nvSpPr>
          <p:spPr>
            <a:xfrm>
              <a:off x="4938672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44" name="pg1999">
              <a:extLst>
                <a:ext uri="{FF2B5EF4-FFF2-40B4-BE49-F238E27FC236}">
                  <a16:creationId xmlns:a16="http://schemas.microsoft.com/office/drawing/2014/main" id="{6C2C8275-2A0D-A3D9-BB69-C8761C87C16C}"/>
                </a:ext>
              </a:extLst>
            </p:cNvPr>
            <p:cNvSpPr/>
            <p:nvPr/>
          </p:nvSpPr>
          <p:spPr>
            <a:xfrm>
              <a:off x="4950309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45" name="pg2000">
              <a:extLst>
                <a:ext uri="{FF2B5EF4-FFF2-40B4-BE49-F238E27FC236}">
                  <a16:creationId xmlns:a16="http://schemas.microsoft.com/office/drawing/2014/main" id="{F7915054-303F-AB9A-7391-F5D1D9D50877}"/>
                </a:ext>
              </a:extLst>
            </p:cNvPr>
            <p:cNvSpPr/>
            <p:nvPr/>
          </p:nvSpPr>
          <p:spPr>
            <a:xfrm>
              <a:off x="4961947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46" name="pg2001">
              <a:extLst>
                <a:ext uri="{FF2B5EF4-FFF2-40B4-BE49-F238E27FC236}">
                  <a16:creationId xmlns:a16="http://schemas.microsoft.com/office/drawing/2014/main" id="{006DAEE8-5266-CBFE-FA2F-72DE62A91E04}"/>
                </a:ext>
              </a:extLst>
            </p:cNvPr>
            <p:cNvSpPr/>
            <p:nvPr/>
          </p:nvSpPr>
          <p:spPr>
            <a:xfrm>
              <a:off x="4973584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47" name="pg2002">
              <a:extLst>
                <a:ext uri="{FF2B5EF4-FFF2-40B4-BE49-F238E27FC236}">
                  <a16:creationId xmlns:a16="http://schemas.microsoft.com/office/drawing/2014/main" id="{D552E7D4-D54A-D56C-CA42-C7E9F75A7C98}"/>
                </a:ext>
              </a:extLst>
            </p:cNvPr>
            <p:cNvSpPr/>
            <p:nvPr/>
          </p:nvSpPr>
          <p:spPr>
            <a:xfrm>
              <a:off x="4833936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48" name="pg2003">
              <a:extLst>
                <a:ext uri="{FF2B5EF4-FFF2-40B4-BE49-F238E27FC236}">
                  <a16:creationId xmlns:a16="http://schemas.microsoft.com/office/drawing/2014/main" id="{0D9BABDE-B008-3570-BACD-4D77569E56AB}"/>
                </a:ext>
              </a:extLst>
            </p:cNvPr>
            <p:cNvSpPr/>
            <p:nvPr/>
          </p:nvSpPr>
          <p:spPr>
            <a:xfrm>
              <a:off x="4845573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49" name="pg2004">
              <a:extLst>
                <a:ext uri="{FF2B5EF4-FFF2-40B4-BE49-F238E27FC236}">
                  <a16:creationId xmlns:a16="http://schemas.microsoft.com/office/drawing/2014/main" id="{3D09A152-D9F7-FF96-35DC-B06573D95322}"/>
                </a:ext>
              </a:extLst>
            </p:cNvPr>
            <p:cNvSpPr/>
            <p:nvPr/>
          </p:nvSpPr>
          <p:spPr>
            <a:xfrm>
              <a:off x="4857211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50" name="pg2005">
              <a:extLst>
                <a:ext uri="{FF2B5EF4-FFF2-40B4-BE49-F238E27FC236}">
                  <a16:creationId xmlns:a16="http://schemas.microsoft.com/office/drawing/2014/main" id="{68F5F099-9555-D390-98D0-70786B0F42F1}"/>
                </a:ext>
              </a:extLst>
            </p:cNvPr>
            <p:cNvSpPr/>
            <p:nvPr/>
          </p:nvSpPr>
          <p:spPr>
            <a:xfrm>
              <a:off x="4868848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51" name="pg2006">
              <a:extLst>
                <a:ext uri="{FF2B5EF4-FFF2-40B4-BE49-F238E27FC236}">
                  <a16:creationId xmlns:a16="http://schemas.microsoft.com/office/drawing/2014/main" id="{3F65E46C-C287-9E3B-D2B5-DCBFAAAF7A59}"/>
                </a:ext>
              </a:extLst>
            </p:cNvPr>
            <p:cNvSpPr/>
            <p:nvPr/>
          </p:nvSpPr>
          <p:spPr>
            <a:xfrm>
              <a:off x="4880485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52" name="pg2007">
              <a:extLst>
                <a:ext uri="{FF2B5EF4-FFF2-40B4-BE49-F238E27FC236}">
                  <a16:creationId xmlns:a16="http://schemas.microsoft.com/office/drawing/2014/main" id="{B598D794-262B-B78A-39DD-48E3A218F1CC}"/>
                </a:ext>
              </a:extLst>
            </p:cNvPr>
            <p:cNvSpPr/>
            <p:nvPr/>
          </p:nvSpPr>
          <p:spPr>
            <a:xfrm>
              <a:off x="4892123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53" name="pg2008">
              <a:extLst>
                <a:ext uri="{FF2B5EF4-FFF2-40B4-BE49-F238E27FC236}">
                  <a16:creationId xmlns:a16="http://schemas.microsoft.com/office/drawing/2014/main" id="{468E7BB2-E274-CDEB-929D-96F726F2387C}"/>
                </a:ext>
              </a:extLst>
            </p:cNvPr>
            <p:cNvSpPr/>
            <p:nvPr/>
          </p:nvSpPr>
          <p:spPr>
            <a:xfrm>
              <a:off x="4903760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54" name="pg2009">
              <a:extLst>
                <a:ext uri="{FF2B5EF4-FFF2-40B4-BE49-F238E27FC236}">
                  <a16:creationId xmlns:a16="http://schemas.microsoft.com/office/drawing/2014/main" id="{7657BC33-C7EE-C90C-EDAE-BBD122DEA188}"/>
                </a:ext>
              </a:extLst>
            </p:cNvPr>
            <p:cNvSpPr/>
            <p:nvPr/>
          </p:nvSpPr>
          <p:spPr>
            <a:xfrm>
              <a:off x="4915397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55" name="pg2010">
              <a:extLst>
                <a:ext uri="{FF2B5EF4-FFF2-40B4-BE49-F238E27FC236}">
                  <a16:creationId xmlns:a16="http://schemas.microsoft.com/office/drawing/2014/main" id="{4C61B511-18D5-3B5D-8E1D-6106B7C35376}"/>
                </a:ext>
              </a:extLst>
            </p:cNvPr>
            <p:cNvSpPr/>
            <p:nvPr/>
          </p:nvSpPr>
          <p:spPr>
            <a:xfrm>
              <a:off x="4927035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56" name="pg2011">
              <a:extLst>
                <a:ext uri="{FF2B5EF4-FFF2-40B4-BE49-F238E27FC236}">
                  <a16:creationId xmlns:a16="http://schemas.microsoft.com/office/drawing/2014/main" id="{5AB0E57C-EC99-1896-9000-F7DAB11FE031}"/>
                </a:ext>
              </a:extLst>
            </p:cNvPr>
            <p:cNvSpPr/>
            <p:nvPr/>
          </p:nvSpPr>
          <p:spPr>
            <a:xfrm>
              <a:off x="4938672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57" name="pg2012">
              <a:extLst>
                <a:ext uri="{FF2B5EF4-FFF2-40B4-BE49-F238E27FC236}">
                  <a16:creationId xmlns:a16="http://schemas.microsoft.com/office/drawing/2014/main" id="{3967CBF1-06D0-7173-8C77-A2CE65C5064C}"/>
                </a:ext>
              </a:extLst>
            </p:cNvPr>
            <p:cNvSpPr/>
            <p:nvPr/>
          </p:nvSpPr>
          <p:spPr>
            <a:xfrm>
              <a:off x="4950309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58" name="pg2013">
              <a:extLst>
                <a:ext uri="{FF2B5EF4-FFF2-40B4-BE49-F238E27FC236}">
                  <a16:creationId xmlns:a16="http://schemas.microsoft.com/office/drawing/2014/main" id="{7B9DEE39-4299-857E-4F6B-5D691F53520A}"/>
                </a:ext>
              </a:extLst>
            </p:cNvPr>
            <p:cNvSpPr/>
            <p:nvPr/>
          </p:nvSpPr>
          <p:spPr>
            <a:xfrm>
              <a:off x="4961947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59" name="pg2014">
              <a:extLst>
                <a:ext uri="{FF2B5EF4-FFF2-40B4-BE49-F238E27FC236}">
                  <a16:creationId xmlns:a16="http://schemas.microsoft.com/office/drawing/2014/main" id="{8AC6BB08-C36E-06D8-1765-C0F3607A8E66}"/>
                </a:ext>
              </a:extLst>
            </p:cNvPr>
            <p:cNvSpPr/>
            <p:nvPr/>
          </p:nvSpPr>
          <p:spPr>
            <a:xfrm>
              <a:off x="4822299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60" name="pg2015">
              <a:extLst>
                <a:ext uri="{FF2B5EF4-FFF2-40B4-BE49-F238E27FC236}">
                  <a16:creationId xmlns:a16="http://schemas.microsoft.com/office/drawing/2014/main" id="{9A04DB6E-B43B-5F42-3819-00F6816B54F3}"/>
                </a:ext>
              </a:extLst>
            </p:cNvPr>
            <p:cNvSpPr/>
            <p:nvPr/>
          </p:nvSpPr>
          <p:spPr>
            <a:xfrm>
              <a:off x="4833936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61" name="pg2016">
              <a:extLst>
                <a:ext uri="{FF2B5EF4-FFF2-40B4-BE49-F238E27FC236}">
                  <a16:creationId xmlns:a16="http://schemas.microsoft.com/office/drawing/2014/main" id="{314724FF-AC92-E321-D1DA-B27FA9977D64}"/>
                </a:ext>
              </a:extLst>
            </p:cNvPr>
            <p:cNvSpPr/>
            <p:nvPr/>
          </p:nvSpPr>
          <p:spPr>
            <a:xfrm>
              <a:off x="4845573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62" name="pg2017">
              <a:extLst>
                <a:ext uri="{FF2B5EF4-FFF2-40B4-BE49-F238E27FC236}">
                  <a16:creationId xmlns:a16="http://schemas.microsoft.com/office/drawing/2014/main" id="{337D62CE-8914-C0AE-1281-3A67CBAB4AF5}"/>
                </a:ext>
              </a:extLst>
            </p:cNvPr>
            <p:cNvSpPr/>
            <p:nvPr/>
          </p:nvSpPr>
          <p:spPr>
            <a:xfrm>
              <a:off x="4857211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63" name="pg2018">
              <a:extLst>
                <a:ext uri="{FF2B5EF4-FFF2-40B4-BE49-F238E27FC236}">
                  <a16:creationId xmlns:a16="http://schemas.microsoft.com/office/drawing/2014/main" id="{1EB15E48-41BB-E579-AA02-96F230464E42}"/>
                </a:ext>
              </a:extLst>
            </p:cNvPr>
            <p:cNvSpPr/>
            <p:nvPr/>
          </p:nvSpPr>
          <p:spPr>
            <a:xfrm>
              <a:off x="4868848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64" name="pg2019">
              <a:extLst>
                <a:ext uri="{FF2B5EF4-FFF2-40B4-BE49-F238E27FC236}">
                  <a16:creationId xmlns:a16="http://schemas.microsoft.com/office/drawing/2014/main" id="{2E242476-F810-9B74-1D0F-997BD8B48511}"/>
                </a:ext>
              </a:extLst>
            </p:cNvPr>
            <p:cNvSpPr/>
            <p:nvPr/>
          </p:nvSpPr>
          <p:spPr>
            <a:xfrm>
              <a:off x="4880485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65" name="pg2020">
              <a:extLst>
                <a:ext uri="{FF2B5EF4-FFF2-40B4-BE49-F238E27FC236}">
                  <a16:creationId xmlns:a16="http://schemas.microsoft.com/office/drawing/2014/main" id="{43D201F7-7E49-85CA-0A39-012814FB9BA0}"/>
                </a:ext>
              </a:extLst>
            </p:cNvPr>
            <p:cNvSpPr/>
            <p:nvPr/>
          </p:nvSpPr>
          <p:spPr>
            <a:xfrm>
              <a:off x="4892123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66" name="pg2021">
              <a:extLst>
                <a:ext uri="{FF2B5EF4-FFF2-40B4-BE49-F238E27FC236}">
                  <a16:creationId xmlns:a16="http://schemas.microsoft.com/office/drawing/2014/main" id="{6F65C936-9583-C538-80C9-C9BC49EC4CE7}"/>
                </a:ext>
              </a:extLst>
            </p:cNvPr>
            <p:cNvSpPr/>
            <p:nvPr/>
          </p:nvSpPr>
          <p:spPr>
            <a:xfrm>
              <a:off x="4903760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67" name="pg2022">
              <a:extLst>
                <a:ext uri="{FF2B5EF4-FFF2-40B4-BE49-F238E27FC236}">
                  <a16:creationId xmlns:a16="http://schemas.microsoft.com/office/drawing/2014/main" id="{FE23C629-E985-53C7-02BD-38104C6EE9A2}"/>
                </a:ext>
              </a:extLst>
            </p:cNvPr>
            <p:cNvSpPr/>
            <p:nvPr/>
          </p:nvSpPr>
          <p:spPr>
            <a:xfrm>
              <a:off x="4915397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68" name="pg2023">
              <a:extLst>
                <a:ext uri="{FF2B5EF4-FFF2-40B4-BE49-F238E27FC236}">
                  <a16:creationId xmlns:a16="http://schemas.microsoft.com/office/drawing/2014/main" id="{3CB13AC0-DF11-87E5-F173-7A171013C236}"/>
                </a:ext>
              </a:extLst>
            </p:cNvPr>
            <p:cNvSpPr/>
            <p:nvPr/>
          </p:nvSpPr>
          <p:spPr>
            <a:xfrm>
              <a:off x="4927035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69" name="pg2024">
              <a:extLst>
                <a:ext uri="{FF2B5EF4-FFF2-40B4-BE49-F238E27FC236}">
                  <a16:creationId xmlns:a16="http://schemas.microsoft.com/office/drawing/2014/main" id="{D2F51393-937F-9E4F-475F-596281864625}"/>
                </a:ext>
              </a:extLst>
            </p:cNvPr>
            <p:cNvSpPr/>
            <p:nvPr/>
          </p:nvSpPr>
          <p:spPr>
            <a:xfrm>
              <a:off x="4938672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70" name="pg2025">
              <a:extLst>
                <a:ext uri="{FF2B5EF4-FFF2-40B4-BE49-F238E27FC236}">
                  <a16:creationId xmlns:a16="http://schemas.microsoft.com/office/drawing/2014/main" id="{38E8401B-1503-F76C-6B94-BB6C2D23CFD8}"/>
                </a:ext>
              </a:extLst>
            </p:cNvPr>
            <p:cNvSpPr/>
            <p:nvPr/>
          </p:nvSpPr>
          <p:spPr>
            <a:xfrm>
              <a:off x="4950309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71" name="pg2026">
              <a:extLst>
                <a:ext uri="{FF2B5EF4-FFF2-40B4-BE49-F238E27FC236}">
                  <a16:creationId xmlns:a16="http://schemas.microsoft.com/office/drawing/2014/main" id="{43B30BC8-2BC6-FB05-34FF-59554D58E353}"/>
                </a:ext>
              </a:extLst>
            </p:cNvPr>
            <p:cNvSpPr/>
            <p:nvPr/>
          </p:nvSpPr>
          <p:spPr>
            <a:xfrm>
              <a:off x="4961947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72" name="pg2027">
              <a:extLst>
                <a:ext uri="{FF2B5EF4-FFF2-40B4-BE49-F238E27FC236}">
                  <a16:creationId xmlns:a16="http://schemas.microsoft.com/office/drawing/2014/main" id="{74699994-4D6D-DD26-0127-AE608633D342}"/>
                </a:ext>
              </a:extLst>
            </p:cNvPr>
            <p:cNvSpPr/>
            <p:nvPr/>
          </p:nvSpPr>
          <p:spPr>
            <a:xfrm>
              <a:off x="4810661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73" name="pg2028">
              <a:extLst>
                <a:ext uri="{FF2B5EF4-FFF2-40B4-BE49-F238E27FC236}">
                  <a16:creationId xmlns:a16="http://schemas.microsoft.com/office/drawing/2014/main" id="{D0FC8131-64E6-3434-19BC-799CD00EBCC7}"/>
                </a:ext>
              </a:extLst>
            </p:cNvPr>
            <p:cNvSpPr/>
            <p:nvPr/>
          </p:nvSpPr>
          <p:spPr>
            <a:xfrm>
              <a:off x="4822299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74" name="pg2029">
              <a:extLst>
                <a:ext uri="{FF2B5EF4-FFF2-40B4-BE49-F238E27FC236}">
                  <a16:creationId xmlns:a16="http://schemas.microsoft.com/office/drawing/2014/main" id="{35C4E4DF-2F53-3C33-26FD-EC294F7C7B6A}"/>
                </a:ext>
              </a:extLst>
            </p:cNvPr>
            <p:cNvSpPr/>
            <p:nvPr/>
          </p:nvSpPr>
          <p:spPr>
            <a:xfrm>
              <a:off x="4833936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75" name="pg2030">
              <a:extLst>
                <a:ext uri="{FF2B5EF4-FFF2-40B4-BE49-F238E27FC236}">
                  <a16:creationId xmlns:a16="http://schemas.microsoft.com/office/drawing/2014/main" id="{565D0A52-3B22-498F-B75C-7D767732B5E6}"/>
                </a:ext>
              </a:extLst>
            </p:cNvPr>
            <p:cNvSpPr/>
            <p:nvPr/>
          </p:nvSpPr>
          <p:spPr>
            <a:xfrm>
              <a:off x="4845573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76" name="pg2031">
              <a:extLst>
                <a:ext uri="{FF2B5EF4-FFF2-40B4-BE49-F238E27FC236}">
                  <a16:creationId xmlns:a16="http://schemas.microsoft.com/office/drawing/2014/main" id="{94ABF512-5BCF-22E9-8F53-CE805AFA2F71}"/>
                </a:ext>
              </a:extLst>
            </p:cNvPr>
            <p:cNvSpPr/>
            <p:nvPr/>
          </p:nvSpPr>
          <p:spPr>
            <a:xfrm>
              <a:off x="4857211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77" name="pg2032">
              <a:extLst>
                <a:ext uri="{FF2B5EF4-FFF2-40B4-BE49-F238E27FC236}">
                  <a16:creationId xmlns:a16="http://schemas.microsoft.com/office/drawing/2014/main" id="{75164181-92C9-CB91-21CD-0637621885B9}"/>
                </a:ext>
              </a:extLst>
            </p:cNvPr>
            <p:cNvSpPr/>
            <p:nvPr/>
          </p:nvSpPr>
          <p:spPr>
            <a:xfrm>
              <a:off x="4868848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78" name="pg2033">
              <a:extLst>
                <a:ext uri="{FF2B5EF4-FFF2-40B4-BE49-F238E27FC236}">
                  <a16:creationId xmlns:a16="http://schemas.microsoft.com/office/drawing/2014/main" id="{B037FB47-1D2A-73EA-5545-2C4CC07EE0AB}"/>
                </a:ext>
              </a:extLst>
            </p:cNvPr>
            <p:cNvSpPr/>
            <p:nvPr/>
          </p:nvSpPr>
          <p:spPr>
            <a:xfrm>
              <a:off x="4880485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79" name="pg2034">
              <a:extLst>
                <a:ext uri="{FF2B5EF4-FFF2-40B4-BE49-F238E27FC236}">
                  <a16:creationId xmlns:a16="http://schemas.microsoft.com/office/drawing/2014/main" id="{4B9643AB-8FDA-9AB1-7E59-6D8BAC2B78E1}"/>
                </a:ext>
              </a:extLst>
            </p:cNvPr>
            <p:cNvSpPr/>
            <p:nvPr/>
          </p:nvSpPr>
          <p:spPr>
            <a:xfrm>
              <a:off x="4892123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80" name="pg2035">
              <a:extLst>
                <a:ext uri="{FF2B5EF4-FFF2-40B4-BE49-F238E27FC236}">
                  <a16:creationId xmlns:a16="http://schemas.microsoft.com/office/drawing/2014/main" id="{18CDE62D-D65B-B1FA-BF97-E674EC0F9AB6}"/>
                </a:ext>
              </a:extLst>
            </p:cNvPr>
            <p:cNvSpPr/>
            <p:nvPr/>
          </p:nvSpPr>
          <p:spPr>
            <a:xfrm>
              <a:off x="4903760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81" name="pg2036">
              <a:extLst>
                <a:ext uri="{FF2B5EF4-FFF2-40B4-BE49-F238E27FC236}">
                  <a16:creationId xmlns:a16="http://schemas.microsoft.com/office/drawing/2014/main" id="{3DD40C59-98E3-8FB6-801F-606697149895}"/>
                </a:ext>
              </a:extLst>
            </p:cNvPr>
            <p:cNvSpPr/>
            <p:nvPr/>
          </p:nvSpPr>
          <p:spPr>
            <a:xfrm>
              <a:off x="4915397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82" name="pg2037">
              <a:extLst>
                <a:ext uri="{FF2B5EF4-FFF2-40B4-BE49-F238E27FC236}">
                  <a16:creationId xmlns:a16="http://schemas.microsoft.com/office/drawing/2014/main" id="{3A33CB7B-BEC1-5A57-0786-C3D07FDC6E81}"/>
                </a:ext>
              </a:extLst>
            </p:cNvPr>
            <p:cNvSpPr/>
            <p:nvPr/>
          </p:nvSpPr>
          <p:spPr>
            <a:xfrm>
              <a:off x="4927035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83" name="pg2038">
              <a:extLst>
                <a:ext uri="{FF2B5EF4-FFF2-40B4-BE49-F238E27FC236}">
                  <a16:creationId xmlns:a16="http://schemas.microsoft.com/office/drawing/2014/main" id="{AA464EC4-D6EA-57AC-2CB7-50744B04F998}"/>
                </a:ext>
              </a:extLst>
            </p:cNvPr>
            <p:cNvSpPr/>
            <p:nvPr/>
          </p:nvSpPr>
          <p:spPr>
            <a:xfrm>
              <a:off x="4938672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84" name="pg2039">
              <a:extLst>
                <a:ext uri="{FF2B5EF4-FFF2-40B4-BE49-F238E27FC236}">
                  <a16:creationId xmlns:a16="http://schemas.microsoft.com/office/drawing/2014/main" id="{CCC26927-2772-3054-0296-B3700D225595}"/>
                </a:ext>
              </a:extLst>
            </p:cNvPr>
            <p:cNvSpPr/>
            <p:nvPr/>
          </p:nvSpPr>
          <p:spPr>
            <a:xfrm>
              <a:off x="4950309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85" name="pg2040">
              <a:extLst>
                <a:ext uri="{FF2B5EF4-FFF2-40B4-BE49-F238E27FC236}">
                  <a16:creationId xmlns:a16="http://schemas.microsoft.com/office/drawing/2014/main" id="{0B64E9A2-03E6-4699-8A9A-61EB3B10461F}"/>
                </a:ext>
              </a:extLst>
            </p:cNvPr>
            <p:cNvSpPr/>
            <p:nvPr/>
          </p:nvSpPr>
          <p:spPr>
            <a:xfrm>
              <a:off x="4799024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86" name="pg2041">
              <a:extLst>
                <a:ext uri="{FF2B5EF4-FFF2-40B4-BE49-F238E27FC236}">
                  <a16:creationId xmlns:a16="http://schemas.microsoft.com/office/drawing/2014/main" id="{552620BF-0824-D438-4522-B5C3A579277E}"/>
                </a:ext>
              </a:extLst>
            </p:cNvPr>
            <p:cNvSpPr/>
            <p:nvPr/>
          </p:nvSpPr>
          <p:spPr>
            <a:xfrm>
              <a:off x="4810661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87" name="pg2042">
              <a:extLst>
                <a:ext uri="{FF2B5EF4-FFF2-40B4-BE49-F238E27FC236}">
                  <a16:creationId xmlns:a16="http://schemas.microsoft.com/office/drawing/2014/main" id="{2ABAAD48-0199-E520-AE90-9811DA928FE4}"/>
                </a:ext>
              </a:extLst>
            </p:cNvPr>
            <p:cNvSpPr/>
            <p:nvPr/>
          </p:nvSpPr>
          <p:spPr>
            <a:xfrm>
              <a:off x="4822299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88" name="pg2043">
              <a:extLst>
                <a:ext uri="{FF2B5EF4-FFF2-40B4-BE49-F238E27FC236}">
                  <a16:creationId xmlns:a16="http://schemas.microsoft.com/office/drawing/2014/main" id="{0D3011C1-397B-5BC6-14D7-8539F5F53AE8}"/>
                </a:ext>
              </a:extLst>
            </p:cNvPr>
            <p:cNvSpPr/>
            <p:nvPr/>
          </p:nvSpPr>
          <p:spPr>
            <a:xfrm>
              <a:off x="4833936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89" name="pg2044">
              <a:extLst>
                <a:ext uri="{FF2B5EF4-FFF2-40B4-BE49-F238E27FC236}">
                  <a16:creationId xmlns:a16="http://schemas.microsoft.com/office/drawing/2014/main" id="{C11EB330-4A03-9B10-F3B8-EB8C66C8B4B9}"/>
                </a:ext>
              </a:extLst>
            </p:cNvPr>
            <p:cNvSpPr/>
            <p:nvPr/>
          </p:nvSpPr>
          <p:spPr>
            <a:xfrm>
              <a:off x="4845573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90" name="pg2045">
              <a:extLst>
                <a:ext uri="{FF2B5EF4-FFF2-40B4-BE49-F238E27FC236}">
                  <a16:creationId xmlns:a16="http://schemas.microsoft.com/office/drawing/2014/main" id="{1587D303-6964-CBD2-51EA-CDB1638BC27A}"/>
                </a:ext>
              </a:extLst>
            </p:cNvPr>
            <p:cNvSpPr/>
            <p:nvPr/>
          </p:nvSpPr>
          <p:spPr>
            <a:xfrm>
              <a:off x="4857211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91" name="pg2046">
              <a:extLst>
                <a:ext uri="{FF2B5EF4-FFF2-40B4-BE49-F238E27FC236}">
                  <a16:creationId xmlns:a16="http://schemas.microsoft.com/office/drawing/2014/main" id="{45770A58-963D-9EA7-58BF-E6D73108F9FC}"/>
                </a:ext>
              </a:extLst>
            </p:cNvPr>
            <p:cNvSpPr/>
            <p:nvPr/>
          </p:nvSpPr>
          <p:spPr>
            <a:xfrm>
              <a:off x="4868848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92" name="pg2047">
              <a:extLst>
                <a:ext uri="{FF2B5EF4-FFF2-40B4-BE49-F238E27FC236}">
                  <a16:creationId xmlns:a16="http://schemas.microsoft.com/office/drawing/2014/main" id="{15BA35B6-DB0B-29B0-20BA-AE736CEBD8E2}"/>
                </a:ext>
              </a:extLst>
            </p:cNvPr>
            <p:cNvSpPr/>
            <p:nvPr/>
          </p:nvSpPr>
          <p:spPr>
            <a:xfrm>
              <a:off x="4787387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93" name="pg2048">
              <a:extLst>
                <a:ext uri="{FF2B5EF4-FFF2-40B4-BE49-F238E27FC236}">
                  <a16:creationId xmlns:a16="http://schemas.microsoft.com/office/drawing/2014/main" id="{9DFD390A-27C2-0340-B3F8-13985DE978A8}"/>
                </a:ext>
              </a:extLst>
            </p:cNvPr>
            <p:cNvSpPr/>
            <p:nvPr/>
          </p:nvSpPr>
          <p:spPr>
            <a:xfrm>
              <a:off x="4799024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94" name="pg2049">
              <a:extLst>
                <a:ext uri="{FF2B5EF4-FFF2-40B4-BE49-F238E27FC236}">
                  <a16:creationId xmlns:a16="http://schemas.microsoft.com/office/drawing/2014/main" id="{5C93FD52-6B0E-AE0A-CEFD-24DCA3C0967C}"/>
                </a:ext>
              </a:extLst>
            </p:cNvPr>
            <p:cNvSpPr/>
            <p:nvPr/>
          </p:nvSpPr>
          <p:spPr>
            <a:xfrm>
              <a:off x="4810661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95" name="pg2050">
              <a:extLst>
                <a:ext uri="{FF2B5EF4-FFF2-40B4-BE49-F238E27FC236}">
                  <a16:creationId xmlns:a16="http://schemas.microsoft.com/office/drawing/2014/main" id="{D2669189-5E72-E407-2222-A8F654B2F122}"/>
                </a:ext>
              </a:extLst>
            </p:cNvPr>
            <p:cNvSpPr/>
            <p:nvPr/>
          </p:nvSpPr>
          <p:spPr>
            <a:xfrm>
              <a:off x="4822299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96" name="pg2051">
              <a:extLst>
                <a:ext uri="{FF2B5EF4-FFF2-40B4-BE49-F238E27FC236}">
                  <a16:creationId xmlns:a16="http://schemas.microsoft.com/office/drawing/2014/main" id="{3DB08AB1-EA36-51AA-2BA2-4C65D21A589D}"/>
                </a:ext>
              </a:extLst>
            </p:cNvPr>
            <p:cNvSpPr/>
            <p:nvPr/>
          </p:nvSpPr>
          <p:spPr>
            <a:xfrm>
              <a:off x="4833936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97" name="pg2052">
              <a:extLst>
                <a:ext uri="{FF2B5EF4-FFF2-40B4-BE49-F238E27FC236}">
                  <a16:creationId xmlns:a16="http://schemas.microsoft.com/office/drawing/2014/main" id="{45EFB8FE-CB40-4D67-293D-2B49DA39D5B2}"/>
                </a:ext>
              </a:extLst>
            </p:cNvPr>
            <p:cNvSpPr/>
            <p:nvPr/>
          </p:nvSpPr>
          <p:spPr>
            <a:xfrm>
              <a:off x="4845573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98" name="pg2053">
              <a:extLst>
                <a:ext uri="{FF2B5EF4-FFF2-40B4-BE49-F238E27FC236}">
                  <a16:creationId xmlns:a16="http://schemas.microsoft.com/office/drawing/2014/main" id="{5F9F34B2-634E-65F3-018D-4930CD22FE4E}"/>
                </a:ext>
              </a:extLst>
            </p:cNvPr>
            <p:cNvSpPr/>
            <p:nvPr/>
          </p:nvSpPr>
          <p:spPr>
            <a:xfrm>
              <a:off x="4857211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99" name="pg2054">
              <a:extLst>
                <a:ext uri="{FF2B5EF4-FFF2-40B4-BE49-F238E27FC236}">
                  <a16:creationId xmlns:a16="http://schemas.microsoft.com/office/drawing/2014/main" id="{C5F83CDC-B47C-E5A7-2822-A8D943750C90}"/>
                </a:ext>
              </a:extLst>
            </p:cNvPr>
            <p:cNvSpPr/>
            <p:nvPr/>
          </p:nvSpPr>
          <p:spPr>
            <a:xfrm>
              <a:off x="4775749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00" name="pg2055">
              <a:extLst>
                <a:ext uri="{FF2B5EF4-FFF2-40B4-BE49-F238E27FC236}">
                  <a16:creationId xmlns:a16="http://schemas.microsoft.com/office/drawing/2014/main" id="{C3A1B138-4296-9D06-5D4D-391BCBA53B11}"/>
                </a:ext>
              </a:extLst>
            </p:cNvPr>
            <p:cNvSpPr/>
            <p:nvPr/>
          </p:nvSpPr>
          <p:spPr>
            <a:xfrm>
              <a:off x="4787387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01" name="pg2056">
              <a:extLst>
                <a:ext uri="{FF2B5EF4-FFF2-40B4-BE49-F238E27FC236}">
                  <a16:creationId xmlns:a16="http://schemas.microsoft.com/office/drawing/2014/main" id="{F56EF932-EE0C-3A33-2D2C-D5B7EE3808FA}"/>
                </a:ext>
              </a:extLst>
            </p:cNvPr>
            <p:cNvSpPr/>
            <p:nvPr/>
          </p:nvSpPr>
          <p:spPr>
            <a:xfrm>
              <a:off x="4799024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02" name="pg2057">
              <a:extLst>
                <a:ext uri="{FF2B5EF4-FFF2-40B4-BE49-F238E27FC236}">
                  <a16:creationId xmlns:a16="http://schemas.microsoft.com/office/drawing/2014/main" id="{67C13882-78A8-C79E-86A9-7FB04BB2D7C4}"/>
                </a:ext>
              </a:extLst>
            </p:cNvPr>
            <p:cNvSpPr/>
            <p:nvPr/>
          </p:nvSpPr>
          <p:spPr>
            <a:xfrm>
              <a:off x="4810661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03" name="pg2058">
              <a:extLst>
                <a:ext uri="{FF2B5EF4-FFF2-40B4-BE49-F238E27FC236}">
                  <a16:creationId xmlns:a16="http://schemas.microsoft.com/office/drawing/2014/main" id="{91016F12-46C7-6ED7-BA46-A1649AE2AA04}"/>
                </a:ext>
              </a:extLst>
            </p:cNvPr>
            <p:cNvSpPr/>
            <p:nvPr/>
          </p:nvSpPr>
          <p:spPr>
            <a:xfrm>
              <a:off x="4822299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04" name="pg2059">
              <a:extLst>
                <a:ext uri="{FF2B5EF4-FFF2-40B4-BE49-F238E27FC236}">
                  <a16:creationId xmlns:a16="http://schemas.microsoft.com/office/drawing/2014/main" id="{5EA596EA-E4EA-C7C3-BC7D-848C33B490ED}"/>
                </a:ext>
              </a:extLst>
            </p:cNvPr>
            <p:cNvSpPr/>
            <p:nvPr/>
          </p:nvSpPr>
          <p:spPr>
            <a:xfrm>
              <a:off x="4833936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05" name="pg2060">
              <a:extLst>
                <a:ext uri="{FF2B5EF4-FFF2-40B4-BE49-F238E27FC236}">
                  <a16:creationId xmlns:a16="http://schemas.microsoft.com/office/drawing/2014/main" id="{3026BBB0-B4DE-0570-81D1-AB9300DF83A7}"/>
                </a:ext>
              </a:extLst>
            </p:cNvPr>
            <p:cNvSpPr/>
            <p:nvPr/>
          </p:nvSpPr>
          <p:spPr>
            <a:xfrm>
              <a:off x="4845573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06" name="pg2061">
              <a:extLst>
                <a:ext uri="{FF2B5EF4-FFF2-40B4-BE49-F238E27FC236}">
                  <a16:creationId xmlns:a16="http://schemas.microsoft.com/office/drawing/2014/main" id="{25B18CEE-511F-D98E-5656-342F183296B4}"/>
                </a:ext>
              </a:extLst>
            </p:cNvPr>
            <p:cNvSpPr/>
            <p:nvPr/>
          </p:nvSpPr>
          <p:spPr>
            <a:xfrm>
              <a:off x="4775749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07" name="pg2062">
              <a:extLst>
                <a:ext uri="{FF2B5EF4-FFF2-40B4-BE49-F238E27FC236}">
                  <a16:creationId xmlns:a16="http://schemas.microsoft.com/office/drawing/2014/main" id="{F98927A2-C0CD-3287-2EC5-F59802467584}"/>
                </a:ext>
              </a:extLst>
            </p:cNvPr>
            <p:cNvSpPr/>
            <p:nvPr/>
          </p:nvSpPr>
          <p:spPr>
            <a:xfrm>
              <a:off x="4787387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08" name="pg2063">
              <a:extLst>
                <a:ext uri="{FF2B5EF4-FFF2-40B4-BE49-F238E27FC236}">
                  <a16:creationId xmlns:a16="http://schemas.microsoft.com/office/drawing/2014/main" id="{1097B0AC-8EF3-3A96-5075-AD811ABC6EFB}"/>
                </a:ext>
              </a:extLst>
            </p:cNvPr>
            <p:cNvSpPr/>
            <p:nvPr/>
          </p:nvSpPr>
          <p:spPr>
            <a:xfrm>
              <a:off x="4799024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09" name="pg2064">
              <a:extLst>
                <a:ext uri="{FF2B5EF4-FFF2-40B4-BE49-F238E27FC236}">
                  <a16:creationId xmlns:a16="http://schemas.microsoft.com/office/drawing/2014/main" id="{44EC5F46-B628-2BE7-D096-782273E267AE}"/>
                </a:ext>
              </a:extLst>
            </p:cNvPr>
            <p:cNvSpPr/>
            <p:nvPr/>
          </p:nvSpPr>
          <p:spPr>
            <a:xfrm>
              <a:off x="4810661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10" name="pg2065">
              <a:extLst>
                <a:ext uri="{FF2B5EF4-FFF2-40B4-BE49-F238E27FC236}">
                  <a16:creationId xmlns:a16="http://schemas.microsoft.com/office/drawing/2014/main" id="{054826EE-EA88-91E1-7B6B-E4233F32FEE8}"/>
                </a:ext>
              </a:extLst>
            </p:cNvPr>
            <p:cNvSpPr/>
            <p:nvPr/>
          </p:nvSpPr>
          <p:spPr>
            <a:xfrm>
              <a:off x="4822299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11" name="pg2066">
              <a:extLst>
                <a:ext uri="{FF2B5EF4-FFF2-40B4-BE49-F238E27FC236}">
                  <a16:creationId xmlns:a16="http://schemas.microsoft.com/office/drawing/2014/main" id="{543F950F-28FD-B4AC-D646-07455423949E}"/>
                </a:ext>
              </a:extLst>
            </p:cNvPr>
            <p:cNvSpPr/>
            <p:nvPr/>
          </p:nvSpPr>
          <p:spPr>
            <a:xfrm>
              <a:off x="4833936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12" name="pg2067">
              <a:extLst>
                <a:ext uri="{FF2B5EF4-FFF2-40B4-BE49-F238E27FC236}">
                  <a16:creationId xmlns:a16="http://schemas.microsoft.com/office/drawing/2014/main" id="{7BEFCCEB-BAF9-4743-C8D9-6E27C75D5ABC}"/>
                </a:ext>
              </a:extLst>
            </p:cNvPr>
            <p:cNvSpPr/>
            <p:nvPr/>
          </p:nvSpPr>
          <p:spPr>
            <a:xfrm>
              <a:off x="4752475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13" name="pg2068">
              <a:extLst>
                <a:ext uri="{FF2B5EF4-FFF2-40B4-BE49-F238E27FC236}">
                  <a16:creationId xmlns:a16="http://schemas.microsoft.com/office/drawing/2014/main" id="{80F073FF-D0C0-BD5F-81D3-9CF58A793BF2}"/>
                </a:ext>
              </a:extLst>
            </p:cNvPr>
            <p:cNvSpPr/>
            <p:nvPr/>
          </p:nvSpPr>
          <p:spPr>
            <a:xfrm>
              <a:off x="4764112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14" name="pg2069">
              <a:extLst>
                <a:ext uri="{FF2B5EF4-FFF2-40B4-BE49-F238E27FC236}">
                  <a16:creationId xmlns:a16="http://schemas.microsoft.com/office/drawing/2014/main" id="{AE3146FE-C13A-592C-194A-0E1B2B1D66E1}"/>
                </a:ext>
              </a:extLst>
            </p:cNvPr>
            <p:cNvSpPr/>
            <p:nvPr/>
          </p:nvSpPr>
          <p:spPr>
            <a:xfrm>
              <a:off x="4775749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15" name="pg2070">
              <a:extLst>
                <a:ext uri="{FF2B5EF4-FFF2-40B4-BE49-F238E27FC236}">
                  <a16:creationId xmlns:a16="http://schemas.microsoft.com/office/drawing/2014/main" id="{B1097D48-7612-A8DB-C5C0-A66997FCFBCC}"/>
                </a:ext>
              </a:extLst>
            </p:cNvPr>
            <p:cNvSpPr/>
            <p:nvPr/>
          </p:nvSpPr>
          <p:spPr>
            <a:xfrm>
              <a:off x="4787387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16" name="pg2071">
              <a:extLst>
                <a:ext uri="{FF2B5EF4-FFF2-40B4-BE49-F238E27FC236}">
                  <a16:creationId xmlns:a16="http://schemas.microsoft.com/office/drawing/2014/main" id="{505D84BA-BEF0-91C8-43CB-BE6CBC14C9D4}"/>
                </a:ext>
              </a:extLst>
            </p:cNvPr>
            <p:cNvSpPr/>
            <p:nvPr/>
          </p:nvSpPr>
          <p:spPr>
            <a:xfrm>
              <a:off x="4799024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17" name="pg2072">
              <a:extLst>
                <a:ext uri="{FF2B5EF4-FFF2-40B4-BE49-F238E27FC236}">
                  <a16:creationId xmlns:a16="http://schemas.microsoft.com/office/drawing/2014/main" id="{38B9A534-59C8-4513-5694-391D24F6461D}"/>
                </a:ext>
              </a:extLst>
            </p:cNvPr>
            <p:cNvSpPr/>
            <p:nvPr/>
          </p:nvSpPr>
          <p:spPr>
            <a:xfrm>
              <a:off x="4810661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18" name="pg2073">
              <a:extLst>
                <a:ext uri="{FF2B5EF4-FFF2-40B4-BE49-F238E27FC236}">
                  <a16:creationId xmlns:a16="http://schemas.microsoft.com/office/drawing/2014/main" id="{1653DBC6-42B3-E366-D48A-58AEA16D8C02}"/>
                </a:ext>
              </a:extLst>
            </p:cNvPr>
            <p:cNvSpPr/>
            <p:nvPr/>
          </p:nvSpPr>
          <p:spPr>
            <a:xfrm>
              <a:off x="4822299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19" name="pg2074">
              <a:extLst>
                <a:ext uri="{FF2B5EF4-FFF2-40B4-BE49-F238E27FC236}">
                  <a16:creationId xmlns:a16="http://schemas.microsoft.com/office/drawing/2014/main" id="{999F533A-674E-9BB7-562C-6B90AB009F3D}"/>
                </a:ext>
              </a:extLst>
            </p:cNvPr>
            <p:cNvSpPr/>
            <p:nvPr/>
          </p:nvSpPr>
          <p:spPr>
            <a:xfrm>
              <a:off x="4740837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20" name="pg2075">
              <a:extLst>
                <a:ext uri="{FF2B5EF4-FFF2-40B4-BE49-F238E27FC236}">
                  <a16:creationId xmlns:a16="http://schemas.microsoft.com/office/drawing/2014/main" id="{CF8CFF3C-4F69-D2BF-A885-6123EB45687B}"/>
                </a:ext>
              </a:extLst>
            </p:cNvPr>
            <p:cNvSpPr/>
            <p:nvPr/>
          </p:nvSpPr>
          <p:spPr>
            <a:xfrm>
              <a:off x="4752475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21" name="pg2076">
              <a:extLst>
                <a:ext uri="{FF2B5EF4-FFF2-40B4-BE49-F238E27FC236}">
                  <a16:creationId xmlns:a16="http://schemas.microsoft.com/office/drawing/2014/main" id="{D5F0C6C7-FC48-1B44-A1AA-0C46BE9E70A9}"/>
                </a:ext>
              </a:extLst>
            </p:cNvPr>
            <p:cNvSpPr/>
            <p:nvPr/>
          </p:nvSpPr>
          <p:spPr>
            <a:xfrm>
              <a:off x="4764112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22" name="pg2077">
              <a:extLst>
                <a:ext uri="{FF2B5EF4-FFF2-40B4-BE49-F238E27FC236}">
                  <a16:creationId xmlns:a16="http://schemas.microsoft.com/office/drawing/2014/main" id="{42F46FBE-28D5-D781-F461-94C92D595B6C}"/>
                </a:ext>
              </a:extLst>
            </p:cNvPr>
            <p:cNvSpPr/>
            <p:nvPr/>
          </p:nvSpPr>
          <p:spPr>
            <a:xfrm>
              <a:off x="4775749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23" name="pg2078">
              <a:extLst>
                <a:ext uri="{FF2B5EF4-FFF2-40B4-BE49-F238E27FC236}">
                  <a16:creationId xmlns:a16="http://schemas.microsoft.com/office/drawing/2014/main" id="{AFAB1F93-34A7-6DF2-1F51-D80805261A99}"/>
                </a:ext>
              </a:extLst>
            </p:cNvPr>
            <p:cNvSpPr/>
            <p:nvPr/>
          </p:nvSpPr>
          <p:spPr>
            <a:xfrm>
              <a:off x="4787387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24" name="pg2079">
              <a:extLst>
                <a:ext uri="{FF2B5EF4-FFF2-40B4-BE49-F238E27FC236}">
                  <a16:creationId xmlns:a16="http://schemas.microsoft.com/office/drawing/2014/main" id="{ADA687C6-92D8-FBA1-EE77-D21522BCAB9B}"/>
                </a:ext>
              </a:extLst>
            </p:cNvPr>
            <p:cNvSpPr/>
            <p:nvPr/>
          </p:nvSpPr>
          <p:spPr>
            <a:xfrm>
              <a:off x="4799024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25" name="pg2080">
              <a:extLst>
                <a:ext uri="{FF2B5EF4-FFF2-40B4-BE49-F238E27FC236}">
                  <a16:creationId xmlns:a16="http://schemas.microsoft.com/office/drawing/2014/main" id="{102CE589-56A8-8CD9-FDAE-020047AF85C2}"/>
                </a:ext>
              </a:extLst>
            </p:cNvPr>
            <p:cNvSpPr/>
            <p:nvPr/>
          </p:nvSpPr>
          <p:spPr>
            <a:xfrm>
              <a:off x="4810661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26" name="pg2081">
              <a:extLst>
                <a:ext uri="{FF2B5EF4-FFF2-40B4-BE49-F238E27FC236}">
                  <a16:creationId xmlns:a16="http://schemas.microsoft.com/office/drawing/2014/main" id="{203C2510-FE18-0A68-7B1F-2BA8270C9312}"/>
                </a:ext>
              </a:extLst>
            </p:cNvPr>
            <p:cNvSpPr/>
            <p:nvPr/>
          </p:nvSpPr>
          <p:spPr>
            <a:xfrm>
              <a:off x="4822299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27" name="pg2082">
              <a:extLst>
                <a:ext uri="{FF2B5EF4-FFF2-40B4-BE49-F238E27FC236}">
                  <a16:creationId xmlns:a16="http://schemas.microsoft.com/office/drawing/2014/main" id="{750CF75D-F3BC-1DFD-31B4-81FC4806C5B9}"/>
                </a:ext>
              </a:extLst>
            </p:cNvPr>
            <p:cNvSpPr/>
            <p:nvPr/>
          </p:nvSpPr>
          <p:spPr>
            <a:xfrm>
              <a:off x="4717563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28" name="pg2083">
              <a:extLst>
                <a:ext uri="{FF2B5EF4-FFF2-40B4-BE49-F238E27FC236}">
                  <a16:creationId xmlns:a16="http://schemas.microsoft.com/office/drawing/2014/main" id="{8C5938B9-9FB3-21BB-FB0E-64476DD12427}"/>
                </a:ext>
              </a:extLst>
            </p:cNvPr>
            <p:cNvSpPr/>
            <p:nvPr/>
          </p:nvSpPr>
          <p:spPr>
            <a:xfrm>
              <a:off x="4729200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29" name="pg2084">
              <a:extLst>
                <a:ext uri="{FF2B5EF4-FFF2-40B4-BE49-F238E27FC236}">
                  <a16:creationId xmlns:a16="http://schemas.microsoft.com/office/drawing/2014/main" id="{B00FFECC-7397-2652-4537-1C375C1D9FB6}"/>
                </a:ext>
              </a:extLst>
            </p:cNvPr>
            <p:cNvSpPr/>
            <p:nvPr/>
          </p:nvSpPr>
          <p:spPr>
            <a:xfrm>
              <a:off x="4740837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30" name="pg2085">
              <a:extLst>
                <a:ext uri="{FF2B5EF4-FFF2-40B4-BE49-F238E27FC236}">
                  <a16:creationId xmlns:a16="http://schemas.microsoft.com/office/drawing/2014/main" id="{76C0FA24-624B-6079-63F6-4D41828BCCBE}"/>
                </a:ext>
              </a:extLst>
            </p:cNvPr>
            <p:cNvSpPr/>
            <p:nvPr/>
          </p:nvSpPr>
          <p:spPr>
            <a:xfrm>
              <a:off x="4752475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31" name="pg2086">
              <a:extLst>
                <a:ext uri="{FF2B5EF4-FFF2-40B4-BE49-F238E27FC236}">
                  <a16:creationId xmlns:a16="http://schemas.microsoft.com/office/drawing/2014/main" id="{978BF5E0-F4E3-539A-CF19-2EE82C7989A6}"/>
                </a:ext>
              </a:extLst>
            </p:cNvPr>
            <p:cNvSpPr/>
            <p:nvPr/>
          </p:nvSpPr>
          <p:spPr>
            <a:xfrm>
              <a:off x="4764112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32" name="pg2087">
              <a:extLst>
                <a:ext uri="{FF2B5EF4-FFF2-40B4-BE49-F238E27FC236}">
                  <a16:creationId xmlns:a16="http://schemas.microsoft.com/office/drawing/2014/main" id="{43AF4D2A-1E57-04FA-6F00-994590591B10}"/>
                </a:ext>
              </a:extLst>
            </p:cNvPr>
            <p:cNvSpPr/>
            <p:nvPr/>
          </p:nvSpPr>
          <p:spPr>
            <a:xfrm>
              <a:off x="4775749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33" name="pg2088">
              <a:extLst>
                <a:ext uri="{FF2B5EF4-FFF2-40B4-BE49-F238E27FC236}">
                  <a16:creationId xmlns:a16="http://schemas.microsoft.com/office/drawing/2014/main" id="{12A8A4FC-5510-5885-66DD-34BB0F116155}"/>
                </a:ext>
              </a:extLst>
            </p:cNvPr>
            <p:cNvSpPr/>
            <p:nvPr/>
          </p:nvSpPr>
          <p:spPr>
            <a:xfrm>
              <a:off x="4787387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34" name="pg2089">
              <a:extLst>
                <a:ext uri="{FF2B5EF4-FFF2-40B4-BE49-F238E27FC236}">
                  <a16:creationId xmlns:a16="http://schemas.microsoft.com/office/drawing/2014/main" id="{AAABBE95-34BB-DA93-E7A3-EF8BAD80A439}"/>
                </a:ext>
              </a:extLst>
            </p:cNvPr>
            <p:cNvSpPr/>
            <p:nvPr/>
          </p:nvSpPr>
          <p:spPr>
            <a:xfrm>
              <a:off x="4799024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35" name="pg2090">
              <a:extLst>
                <a:ext uri="{FF2B5EF4-FFF2-40B4-BE49-F238E27FC236}">
                  <a16:creationId xmlns:a16="http://schemas.microsoft.com/office/drawing/2014/main" id="{E0B528B6-8C73-0047-F4F0-11C7EE18A859}"/>
                </a:ext>
              </a:extLst>
            </p:cNvPr>
            <p:cNvSpPr/>
            <p:nvPr/>
          </p:nvSpPr>
          <p:spPr>
            <a:xfrm>
              <a:off x="4810661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36" name="pg2091">
              <a:extLst>
                <a:ext uri="{FF2B5EF4-FFF2-40B4-BE49-F238E27FC236}">
                  <a16:creationId xmlns:a16="http://schemas.microsoft.com/office/drawing/2014/main" id="{1031A297-83EF-ACD0-D00B-4E7739AF2017}"/>
                </a:ext>
              </a:extLst>
            </p:cNvPr>
            <p:cNvSpPr/>
            <p:nvPr/>
          </p:nvSpPr>
          <p:spPr>
            <a:xfrm>
              <a:off x="4705925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37" name="pg2092">
              <a:extLst>
                <a:ext uri="{FF2B5EF4-FFF2-40B4-BE49-F238E27FC236}">
                  <a16:creationId xmlns:a16="http://schemas.microsoft.com/office/drawing/2014/main" id="{B121A1F4-1E83-F2F9-FB96-67D0AC43100A}"/>
                </a:ext>
              </a:extLst>
            </p:cNvPr>
            <p:cNvSpPr/>
            <p:nvPr/>
          </p:nvSpPr>
          <p:spPr>
            <a:xfrm>
              <a:off x="4717563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38" name="pg2093">
              <a:extLst>
                <a:ext uri="{FF2B5EF4-FFF2-40B4-BE49-F238E27FC236}">
                  <a16:creationId xmlns:a16="http://schemas.microsoft.com/office/drawing/2014/main" id="{B4925A4F-C72D-2D4E-84AE-6512942FE63F}"/>
                </a:ext>
              </a:extLst>
            </p:cNvPr>
            <p:cNvSpPr/>
            <p:nvPr/>
          </p:nvSpPr>
          <p:spPr>
            <a:xfrm>
              <a:off x="4729200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39" name="pg2094">
              <a:extLst>
                <a:ext uri="{FF2B5EF4-FFF2-40B4-BE49-F238E27FC236}">
                  <a16:creationId xmlns:a16="http://schemas.microsoft.com/office/drawing/2014/main" id="{17260EDC-64A2-C9F8-2781-8DF2666ED481}"/>
                </a:ext>
              </a:extLst>
            </p:cNvPr>
            <p:cNvSpPr/>
            <p:nvPr/>
          </p:nvSpPr>
          <p:spPr>
            <a:xfrm>
              <a:off x="4740837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40" name="pg2095">
              <a:extLst>
                <a:ext uri="{FF2B5EF4-FFF2-40B4-BE49-F238E27FC236}">
                  <a16:creationId xmlns:a16="http://schemas.microsoft.com/office/drawing/2014/main" id="{7AE2BC77-8FAA-992D-48AB-254B3233BD22}"/>
                </a:ext>
              </a:extLst>
            </p:cNvPr>
            <p:cNvSpPr/>
            <p:nvPr/>
          </p:nvSpPr>
          <p:spPr>
            <a:xfrm>
              <a:off x="4752475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41" name="pg2096">
              <a:extLst>
                <a:ext uri="{FF2B5EF4-FFF2-40B4-BE49-F238E27FC236}">
                  <a16:creationId xmlns:a16="http://schemas.microsoft.com/office/drawing/2014/main" id="{003E07BC-14BF-C56E-DF1E-4104BF8B2D8A}"/>
                </a:ext>
              </a:extLst>
            </p:cNvPr>
            <p:cNvSpPr/>
            <p:nvPr/>
          </p:nvSpPr>
          <p:spPr>
            <a:xfrm>
              <a:off x="4764112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42" name="pg2097">
              <a:extLst>
                <a:ext uri="{FF2B5EF4-FFF2-40B4-BE49-F238E27FC236}">
                  <a16:creationId xmlns:a16="http://schemas.microsoft.com/office/drawing/2014/main" id="{AE8A855C-CA2B-7394-3C1D-DF8B064468F1}"/>
                </a:ext>
              </a:extLst>
            </p:cNvPr>
            <p:cNvSpPr/>
            <p:nvPr/>
          </p:nvSpPr>
          <p:spPr>
            <a:xfrm>
              <a:off x="4775749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43" name="pg2098">
              <a:extLst>
                <a:ext uri="{FF2B5EF4-FFF2-40B4-BE49-F238E27FC236}">
                  <a16:creationId xmlns:a16="http://schemas.microsoft.com/office/drawing/2014/main" id="{BFD3553D-B24F-FB24-34C5-437DA12DD68E}"/>
                </a:ext>
              </a:extLst>
            </p:cNvPr>
            <p:cNvSpPr/>
            <p:nvPr/>
          </p:nvSpPr>
          <p:spPr>
            <a:xfrm>
              <a:off x="4787387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44" name="pg2099">
              <a:extLst>
                <a:ext uri="{FF2B5EF4-FFF2-40B4-BE49-F238E27FC236}">
                  <a16:creationId xmlns:a16="http://schemas.microsoft.com/office/drawing/2014/main" id="{807D85AE-2F34-D945-00A4-8A44E5698FF9}"/>
                </a:ext>
              </a:extLst>
            </p:cNvPr>
            <p:cNvSpPr/>
            <p:nvPr/>
          </p:nvSpPr>
          <p:spPr>
            <a:xfrm>
              <a:off x="4647739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45" name="pg2100">
              <a:extLst>
                <a:ext uri="{FF2B5EF4-FFF2-40B4-BE49-F238E27FC236}">
                  <a16:creationId xmlns:a16="http://schemas.microsoft.com/office/drawing/2014/main" id="{60DC1799-11D8-C9B3-E63A-9F61CA9C7B87}"/>
                </a:ext>
              </a:extLst>
            </p:cNvPr>
            <p:cNvSpPr/>
            <p:nvPr/>
          </p:nvSpPr>
          <p:spPr>
            <a:xfrm>
              <a:off x="4659376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46" name="pg2101">
              <a:extLst>
                <a:ext uri="{FF2B5EF4-FFF2-40B4-BE49-F238E27FC236}">
                  <a16:creationId xmlns:a16="http://schemas.microsoft.com/office/drawing/2014/main" id="{C91A54AA-C630-5AA7-F834-25E1B9C651E2}"/>
                </a:ext>
              </a:extLst>
            </p:cNvPr>
            <p:cNvSpPr/>
            <p:nvPr/>
          </p:nvSpPr>
          <p:spPr>
            <a:xfrm>
              <a:off x="4671013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47" name="pg2102">
              <a:extLst>
                <a:ext uri="{FF2B5EF4-FFF2-40B4-BE49-F238E27FC236}">
                  <a16:creationId xmlns:a16="http://schemas.microsoft.com/office/drawing/2014/main" id="{E3D75868-4B58-D0E9-927B-114DD883062B}"/>
                </a:ext>
              </a:extLst>
            </p:cNvPr>
            <p:cNvSpPr/>
            <p:nvPr/>
          </p:nvSpPr>
          <p:spPr>
            <a:xfrm>
              <a:off x="4682651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48" name="pg2103">
              <a:extLst>
                <a:ext uri="{FF2B5EF4-FFF2-40B4-BE49-F238E27FC236}">
                  <a16:creationId xmlns:a16="http://schemas.microsoft.com/office/drawing/2014/main" id="{A998AEDC-5AF2-E483-0FFA-B765683F208F}"/>
                </a:ext>
              </a:extLst>
            </p:cNvPr>
            <p:cNvSpPr/>
            <p:nvPr/>
          </p:nvSpPr>
          <p:spPr>
            <a:xfrm>
              <a:off x="4694288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49" name="pg2104">
              <a:extLst>
                <a:ext uri="{FF2B5EF4-FFF2-40B4-BE49-F238E27FC236}">
                  <a16:creationId xmlns:a16="http://schemas.microsoft.com/office/drawing/2014/main" id="{EC494F45-F67A-A167-3FA6-92107AC8571C}"/>
                </a:ext>
              </a:extLst>
            </p:cNvPr>
            <p:cNvSpPr/>
            <p:nvPr/>
          </p:nvSpPr>
          <p:spPr>
            <a:xfrm>
              <a:off x="4705925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50" name="pg2105">
              <a:extLst>
                <a:ext uri="{FF2B5EF4-FFF2-40B4-BE49-F238E27FC236}">
                  <a16:creationId xmlns:a16="http://schemas.microsoft.com/office/drawing/2014/main" id="{789F6C46-13F2-38C4-5F67-3370848018A5}"/>
                </a:ext>
              </a:extLst>
            </p:cNvPr>
            <p:cNvSpPr/>
            <p:nvPr/>
          </p:nvSpPr>
          <p:spPr>
            <a:xfrm>
              <a:off x="4717563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51" name="pg2106">
              <a:extLst>
                <a:ext uri="{FF2B5EF4-FFF2-40B4-BE49-F238E27FC236}">
                  <a16:creationId xmlns:a16="http://schemas.microsoft.com/office/drawing/2014/main" id="{BAAD8286-0BE8-E604-0389-2ACE05E625BE}"/>
                </a:ext>
              </a:extLst>
            </p:cNvPr>
            <p:cNvSpPr/>
            <p:nvPr/>
          </p:nvSpPr>
          <p:spPr>
            <a:xfrm>
              <a:off x="4729200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52" name="pg2107">
              <a:extLst>
                <a:ext uri="{FF2B5EF4-FFF2-40B4-BE49-F238E27FC236}">
                  <a16:creationId xmlns:a16="http://schemas.microsoft.com/office/drawing/2014/main" id="{83363CC6-2B12-4246-4D29-439A6DABF155}"/>
                </a:ext>
              </a:extLst>
            </p:cNvPr>
            <p:cNvSpPr/>
            <p:nvPr/>
          </p:nvSpPr>
          <p:spPr>
            <a:xfrm>
              <a:off x="4740837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53" name="pg2108">
              <a:extLst>
                <a:ext uri="{FF2B5EF4-FFF2-40B4-BE49-F238E27FC236}">
                  <a16:creationId xmlns:a16="http://schemas.microsoft.com/office/drawing/2014/main" id="{5FC29557-6E3A-0C2E-1F83-0C02B7391936}"/>
                </a:ext>
              </a:extLst>
            </p:cNvPr>
            <p:cNvSpPr/>
            <p:nvPr/>
          </p:nvSpPr>
          <p:spPr>
            <a:xfrm>
              <a:off x="4752475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54" name="pg2109">
              <a:extLst>
                <a:ext uri="{FF2B5EF4-FFF2-40B4-BE49-F238E27FC236}">
                  <a16:creationId xmlns:a16="http://schemas.microsoft.com/office/drawing/2014/main" id="{AAA4AA2C-4D04-9BE8-A23F-810BBEF50059}"/>
                </a:ext>
              </a:extLst>
            </p:cNvPr>
            <p:cNvSpPr/>
            <p:nvPr/>
          </p:nvSpPr>
          <p:spPr>
            <a:xfrm>
              <a:off x="4764112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55" name="pg2110">
              <a:extLst>
                <a:ext uri="{FF2B5EF4-FFF2-40B4-BE49-F238E27FC236}">
                  <a16:creationId xmlns:a16="http://schemas.microsoft.com/office/drawing/2014/main" id="{F7DE808D-3218-94ED-D31D-90178588F846}"/>
                </a:ext>
              </a:extLst>
            </p:cNvPr>
            <p:cNvSpPr/>
            <p:nvPr/>
          </p:nvSpPr>
          <p:spPr>
            <a:xfrm>
              <a:off x="4775749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56" name="pg2111">
              <a:extLst>
                <a:ext uri="{FF2B5EF4-FFF2-40B4-BE49-F238E27FC236}">
                  <a16:creationId xmlns:a16="http://schemas.microsoft.com/office/drawing/2014/main" id="{BA78BE99-4B2C-0167-76B4-393C5DC1730F}"/>
                </a:ext>
              </a:extLst>
            </p:cNvPr>
            <p:cNvSpPr/>
            <p:nvPr/>
          </p:nvSpPr>
          <p:spPr>
            <a:xfrm>
              <a:off x="4624464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57" name="pg2112">
              <a:extLst>
                <a:ext uri="{FF2B5EF4-FFF2-40B4-BE49-F238E27FC236}">
                  <a16:creationId xmlns:a16="http://schemas.microsoft.com/office/drawing/2014/main" id="{FB8CF88F-2E78-2B1B-4D1E-5C200395875C}"/>
                </a:ext>
              </a:extLst>
            </p:cNvPr>
            <p:cNvSpPr/>
            <p:nvPr/>
          </p:nvSpPr>
          <p:spPr>
            <a:xfrm>
              <a:off x="4636101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58" name="pg2113">
              <a:extLst>
                <a:ext uri="{FF2B5EF4-FFF2-40B4-BE49-F238E27FC236}">
                  <a16:creationId xmlns:a16="http://schemas.microsoft.com/office/drawing/2014/main" id="{21315B51-5D72-7B9F-7A3F-76A6C19CB396}"/>
                </a:ext>
              </a:extLst>
            </p:cNvPr>
            <p:cNvSpPr/>
            <p:nvPr/>
          </p:nvSpPr>
          <p:spPr>
            <a:xfrm>
              <a:off x="4647739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59" name="pg2114">
              <a:extLst>
                <a:ext uri="{FF2B5EF4-FFF2-40B4-BE49-F238E27FC236}">
                  <a16:creationId xmlns:a16="http://schemas.microsoft.com/office/drawing/2014/main" id="{3E40252D-7A35-7E58-481C-0453A07DF481}"/>
                </a:ext>
              </a:extLst>
            </p:cNvPr>
            <p:cNvSpPr/>
            <p:nvPr/>
          </p:nvSpPr>
          <p:spPr>
            <a:xfrm>
              <a:off x="4659376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60" name="pg2115">
              <a:extLst>
                <a:ext uri="{FF2B5EF4-FFF2-40B4-BE49-F238E27FC236}">
                  <a16:creationId xmlns:a16="http://schemas.microsoft.com/office/drawing/2014/main" id="{5038B85E-CEAD-3B27-CD26-F4A07EB6E791}"/>
                </a:ext>
              </a:extLst>
            </p:cNvPr>
            <p:cNvSpPr/>
            <p:nvPr/>
          </p:nvSpPr>
          <p:spPr>
            <a:xfrm>
              <a:off x="4671013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61" name="pg2116">
              <a:extLst>
                <a:ext uri="{FF2B5EF4-FFF2-40B4-BE49-F238E27FC236}">
                  <a16:creationId xmlns:a16="http://schemas.microsoft.com/office/drawing/2014/main" id="{3DB883D2-351E-9237-B4AC-32E1FC34F067}"/>
                </a:ext>
              </a:extLst>
            </p:cNvPr>
            <p:cNvSpPr/>
            <p:nvPr/>
          </p:nvSpPr>
          <p:spPr>
            <a:xfrm>
              <a:off x="4682651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62" name="pg2117">
              <a:extLst>
                <a:ext uri="{FF2B5EF4-FFF2-40B4-BE49-F238E27FC236}">
                  <a16:creationId xmlns:a16="http://schemas.microsoft.com/office/drawing/2014/main" id="{3E95DB54-6205-89A0-DEEC-613C47225FFD}"/>
                </a:ext>
              </a:extLst>
            </p:cNvPr>
            <p:cNvSpPr/>
            <p:nvPr/>
          </p:nvSpPr>
          <p:spPr>
            <a:xfrm>
              <a:off x="4694288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63" name="pg2118">
              <a:extLst>
                <a:ext uri="{FF2B5EF4-FFF2-40B4-BE49-F238E27FC236}">
                  <a16:creationId xmlns:a16="http://schemas.microsoft.com/office/drawing/2014/main" id="{F9C0F1C6-2A3B-651C-FC81-BE3E994A4194}"/>
                </a:ext>
              </a:extLst>
            </p:cNvPr>
            <p:cNvSpPr/>
            <p:nvPr/>
          </p:nvSpPr>
          <p:spPr>
            <a:xfrm>
              <a:off x="4705925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64" name="pg2119">
              <a:extLst>
                <a:ext uri="{FF2B5EF4-FFF2-40B4-BE49-F238E27FC236}">
                  <a16:creationId xmlns:a16="http://schemas.microsoft.com/office/drawing/2014/main" id="{4209A955-774C-C675-C593-789CCE568169}"/>
                </a:ext>
              </a:extLst>
            </p:cNvPr>
            <p:cNvSpPr/>
            <p:nvPr/>
          </p:nvSpPr>
          <p:spPr>
            <a:xfrm>
              <a:off x="4717563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65" name="pg2120">
              <a:extLst>
                <a:ext uri="{FF2B5EF4-FFF2-40B4-BE49-F238E27FC236}">
                  <a16:creationId xmlns:a16="http://schemas.microsoft.com/office/drawing/2014/main" id="{22C493FE-0CD8-DA74-42C6-1E3018E67539}"/>
                </a:ext>
              </a:extLst>
            </p:cNvPr>
            <p:cNvSpPr/>
            <p:nvPr/>
          </p:nvSpPr>
          <p:spPr>
            <a:xfrm>
              <a:off x="4729200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66" name="pg2121">
              <a:extLst>
                <a:ext uri="{FF2B5EF4-FFF2-40B4-BE49-F238E27FC236}">
                  <a16:creationId xmlns:a16="http://schemas.microsoft.com/office/drawing/2014/main" id="{107AF203-2F3A-8923-DD94-802249EAC030}"/>
                </a:ext>
              </a:extLst>
            </p:cNvPr>
            <p:cNvSpPr/>
            <p:nvPr/>
          </p:nvSpPr>
          <p:spPr>
            <a:xfrm>
              <a:off x="4740837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67" name="pg2122">
              <a:extLst>
                <a:ext uri="{FF2B5EF4-FFF2-40B4-BE49-F238E27FC236}">
                  <a16:creationId xmlns:a16="http://schemas.microsoft.com/office/drawing/2014/main" id="{D509B1A8-F047-E9F5-103D-F0AD84704846}"/>
                </a:ext>
              </a:extLst>
            </p:cNvPr>
            <p:cNvSpPr/>
            <p:nvPr/>
          </p:nvSpPr>
          <p:spPr>
            <a:xfrm>
              <a:off x="4752475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68" name="pg2123">
              <a:extLst>
                <a:ext uri="{FF2B5EF4-FFF2-40B4-BE49-F238E27FC236}">
                  <a16:creationId xmlns:a16="http://schemas.microsoft.com/office/drawing/2014/main" id="{5C2FF7CB-B8AB-2453-A318-62EB88E3B1C5}"/>
                </a:ext>
              </a:extLst>
            </p:cNvPr>
            <p:cNvSpPr/>
            <p:nvPr/>
          </p:nvSpPr>
          <p:spPr>
            <a:xfrm>
              <a:off x="4764112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69" name="pg2124">
              <a:extLst>
                <a:ext uri="{FF2B5EF4-FFF2-40B4-BE49-F238E27FC236}">
                  <a16:creationId xmlns:a16="http://schemas.microsoft.com/office/drawing/2014/main" id="{6250F590-1B66-3ABB-41E1-05F3CFD064D8}"/>
                </a:ext>
              </a:extLst>
            </p:cNvPr>
            <p:cNvSpPr/>
            <p:nvPr/>
          </p:nvSpPr>
          <p:spPr>
            <a:xfrm>
              <a:off x="4612827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70" name="pg2125">
              <a:extLst>
                <a:ext uri="{FF2B5EF4-FFF2-40B4-BE49-F238E27FC236}">
                  <a16:creationId xmlns:a16="http://schemas.microsoft.com/office/drawing/2014/main" id="{1DB5DFCF-CE14-7B1F-C2F5-514B8F5D64E8}"/>
                </a:ext>
              </a:extLst>
            </p:cNvPr>
            <p:cNvSpPr/>
            <p:nvPr/>
          </p:nvSpPr>
          <p:spPr>
            <a:xfrm>
              <a:off x="4624464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71" name="pg2126">
              <a:extLst>
                <a:ext uri="{FF2B5EF4-FFF2-40B4-BE49-F238E27FC236}">
                  <a16:creationId xmlns:a16="http://schemas.microsoft.com/office/drawing/2014/main" id="{0F4CC87E-7EFD-B4BA-896E-0F4FB5C39B7E}"/>
                </a:ext>
              </a:extLst>
            </p:cNvPr>
            <p:cNvSpPr/>
            <p:nvPr/>
          </p:nvSpPr>
          <p:spPr>
            <a:xfrm>
              <a:off x="4636101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72" name="pg2127">
              <a:extLst>
                <a:ext uri="{FF2B5EF4-FFF2-40B4-BE49-F238E27FC236}">
                  <a16:creationId xmlns:a16="http://schemas.microsoft.com/office/drawing/2014/main" id="{42554D9A-488D-FFFE-E494-95C9177AE780}"/>
                </a:ext>
              </a:extLst>
            </p:cNvPr>
            <p:cNvSpPr/>
            <p:nvPr/>
          </p:nvSpPr>
          <p:spPr>
            <a:xfrm>
              <a:off x="4647739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73" name="pg2128">
              <a:extLst>
                <a:ext uri="{FF2B5EF4-FFF2-40B4-BE49-F238E27FC236}">
                  <a16:creationId xmlns:a16="http://schemas.microsoft.com/office/drawing/2014/main" id="{19781358-EE01-980D-1AED-8492732DFD48}"/>
                </a:ext>
              </a:extLst>
            </p:cNvPr>
            <p:cNvSpPr/>
            <p:nvPr/>
          </p:nvSpPr>
          <p:spPr>
            <a:xfrm>
              <a:off x="4659376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74" name="pg2129">
              <a:extLst>
                <a:ext uri="{FF2B5EF4-FFF2-40B4-BE49-F238E27FC236}">
                  <a16:creationId xmlns:a16="http://schemas.microsoft.com/office/drawing/2014/main" id="{07B350FD-5B54-2935-4B4C-948454443F08}"/>
                </a:ext>
              </a:extLst>
            </p:cNvPr>
            <p:cNvSpPr/>
            <p:nvPr/>
          </p:nvSpPr>
          <p:spPr>
            <a:xfrm>
              <a:off x="4671013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75" name="pg2130">
              <a:extLst>
                <a:ext uri="{FF2B5EF4-FFF2-40B4-BE49-F238E27FC236}">
                  <a16:creationId xmlns:a16="http://schemas.microsoft.com/office/drawing/2014/main" id="{643CFF8E-FF2C-F4EA-E870-76EF636AB90D}"/>
                </a:ext>
              </a:extLst>
            </p:cNvPr>
            <p:cNvSpPr/>
            <p:nvPr/>
          </p:nvSpPr>
          <p:spPr>
            <a:xfrm>
              <a:off x="4682651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76" name="pg2131">
              <a:extLst>
                <a:ext uri="{FF2B5EF4-FFF2-40B4-BE49-F238E27FC236}">
                  <a16:creationId xmlns:a16="http://schemas.microsoft.com/office/drawing/2014/main" id="{515EDFB2-53E6-C8EA-DB6B-C882DBEE842E}"/>
                </a:ext>
              </a:extLst>
            </p:cNvPr>
            <p:cNvSpPr/>
            <p:nvPr/>
          </p:nvSpPr>
          <p:spPr>
            <a:xfrm>
              <a:off x="4694288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77" name="pg2132">
              <a:extLst>
                <a:ext uri="{FF2B5EF4-FFF2-40B4-BE49-F238E27FC236}">
                  <a16:creationId xmlns:a16="http://schemas.microsoft.com/office/drawing/2014/main" id="{5DBB9F80-20D5-D480-AD92-8CA194701CB1}"/>
                </a:ext>
              </a:extLst>
            </p:cNvPr>
            <p:cNvSpPr/>
            <p:nvPr/>
          </p:nvSpPr>
          <p:spPr>
            <a:xfrm>
              <a:off x="4705925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78" name="pg2133">
              <a:extLst>
                <a:ext uri="{FF2B5EF4-FFF2-40B4-BE49-F238E27FC236}">
                  <a16:creationId xmlns:a16="http://schemas.microsoft.com/office/drawing/2014/main" id="{2D51C507-EC7C-989C-27E3-2A7A336BBBEF}"/>
                </a:ext>
              </a:extLst>
            </p:cNvPr>
            <p:cNvSpPr/>
            <p:nvPr/>
          </p:nvSpPr>
          <p:spPr>
            <a:xfrm>
              <a:off x="4717563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79" name="pg2134">
              <a:extLst>
                <a:ext uri="{FF2B5EF4-FFF2-40B4-BE49-F238E27FC236}">
                  <a16:creationId xmlns:a16="http://schemas.microsoft.com/office/drawing/2014/main" id="{59B1C373-E5A2-2153-B48A-922D167417BC}"/>
                </a:ext>
              </a:extLst>
            </p:cNvPr>
            <p:cNvSpPr/>
            <p:nvPr/>
          </p:nvSpPr>
          <p:spPr>
            <a:xfrm>
              <a:off x="4729200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80" name="pg2135">
              <a:extLst>
                <a:ext uri="{FF2B5EF4-FFF2-40B4-BE49-F238E27FC236}">
                  <a16:creationId xmlns:a16="http://schemas.microsoft.com/office/drawing/2014/main" id="{2446B12B-13D3-5208-18D2-DC7632FC44F7}"/>
                </a:ext>
              </a:extLst>
            </p:cNvPr>
            <p:cNvSpPr/>
            <p:nvPr/>
          </p:nvSpPr>
          <p:spPr>
            <a:xfrm>
              <a:off x="4740837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81" name="pg2136">
              <a:extLst>
                <a:ext uri="{FF2B5EF4-FFF2-40B4-BE49-F238E27FC236}">
                  <a16:creationId xmlns:a16="http://schemas.microsoft.com/office/drawing/2014/main" id="{7BDB6A77-B783-603E-F85C-BE3717AA64DC}"/>
                </a:ext>
              </a:extLst>
            </p:cNvPr>
            <p:cNvSpPr/>
            <p:nvPr/>
          </p:nvSpPr>
          <p:spPr>
            <a:xfrm>
              <a:off x="4612827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82" name="pg2137">
              <a:extLst>
                <a:ext uri="{FF2B5EF4-FFF2-40B4-BE49-F238E27FC236}">
                  <a16:creationId xmlns:a16="http://schemas.microsoft.com/office/drawing/2014/main" id="{2A54C715-82CA-41D9-711C-8BA58518E599}"/>
                </a:ext>
              </a:extLst>
            </p:cNvPr>
            <p:cNvSpPr/>
            <p:nvPr/>
          </p:nvSpPr>
          <p:spPr>
            <a:xfrm>
              <a:off x="4624464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83" name="pg2138">
              <a:extLst>
                <a:ext uri="{FF2B5EF4-FFF2-40B4-BE49-F238E27FC236}">
                  <a16:creationId xmlns:a16="http://schemas.microsoft.com/office/drawing/2014/main" id="{00279226-DB66-1709-03C6-83591B488FCB}"/>
                </a:ext>
              </a:extLst>
            </p:cNvPr>
            <p:cNvSpPr/>
            <p:nvPr/>
          </p:nvSpPr>
          <p:spPr>
            <a:xfrm>
              <a:off x="4636101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84" name="pg2139">
              <a:extLst>
                <a:ext uri="{FF2B5EF4-FFF2-40B4-BE49-F238E27FC236}">
                  <a16:creationId xmlns:a16="http://schemas.microsoft.com/office/drawing/2014/main" id="{955B5678-39EA-7E0A-87A2-A5667AE79B5B}"/>
                </a:ext>
              </a:extLst>
            </p:cNvPr>
            <p:cNvSpPr/>
            <p:nvPr/>
          </p:nvSpPr>
          <p:spPr>
            <a:xfrm>
              <a:off x="4647739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85" name="pg2140">
              <a:extLst>
                <a:ext uri="{FF2B5EF4-FFF2-40B4-BE49-F238E27FC236}">
                  <a16:creationId xmlns:a16="http://schemas.microsoft.com/office/drawing/2014/main" id="{E487458B-6141-4306-9ACA-0EF137ECC774}"/>
                </a:ext>
              </a:extLst>
            </p:cNvPr>
            <p:cNvSpPr/>
            <p:nvPr/>
          </p:nvSpPr>
          <p:spPr>
            <a:xfrm>
              <a:off x="4659376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86" name="pg2141">
              <a:extLst>
                <a:ext uri="{FF2B5EF4-FFF2-40B4-BE49-F238E27FC236}">
                  <a16:creationId xmlns:a16="http://schemas.microsoft.com/office/drawing/2014/main" id="{DCE1DF68-436D-6B1F-DCC3-84B03866FE36}"/>
                </a:ext>
              </a:extLst>
            </p:cNvPr>
            <p:cNvSpPr/>
            <p:nvPr/>
          </p:nvSpPr>
          <p:spPr>
            <a:xfrm>
              <a:off x="4671013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87" name="pg2142">
              <a:extLst>
                <a:ext uri="{FF2B5EF4-FFF2-40B4-BE49-F238E27FC236}">
                  <a16:creationId xmlns:a16="http://schemas.microsoft.com/office/drawing/2014/main" id="{9684ADD8-3327-557B-4881-0C6FE965BDB9}"/>
                </a:ext>
              </a:extLst>
            </p:cNvPr>
            <p:cNvSpPr/>
            <p:nvPr/>
          </p:nvSpPr>
          <p:spPr>
            <a:xfrm>
              <a:off x="4682651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88" name="pg2143">
              <a:extLst>
                <a:ext uri="{FF2B5EF4-FFF2-40B4-BE49-F238E27FC236}">
                  <a16:creationId xmlns:a16="http://schemas.microsoft.com/office/drawing/2014/main" id="{9588FE8A-BF68-F0D5-F4B8-34E24D9214C6}"/>
                </a:ext>
              </a:extLst>
            </p:cNvPr>
            <p:cNvSpPr/>
            <p:nvPr/>
          </p:nvSpPr>
          <p:spPr>
            <a:xfrm>
              <a:off x="4694288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89" name="pg2144">
              <a:extLst>
                <a:ext uri="{FF2B5EF4-FFF2-40B4-BE49-F238E27FC236}">
                  <a16:creationId xmlns:a16="http://schemas.microsoft.com/office/drawing/2014/main" id="{0BFAF948-EF90-DD3F-0E01-4CB03821F2E0}"/>
                </a:ext>
              </a:extLst>
            </p:cNvPr>
            <p:cNvSpPr/>
            <p:nvPr/>
          </p:nvSpPr>
          <p:spPr>
            <a:xfrm>
              <a:off x="4705925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90" name="pg2145">
              <a:extLst>
                <a:ext uri="{FF2B5EF4-FFF2-40B4-BE49-F238E27FC236}">
                  <a16:creationId xmlns:a16="http://schemas.microsoft.com/office/drawing/2014/main" id="{D9142B3C-6E89-16BA-6103-E26C3CF24B83}"/>
                </a:ext>
              </a:extLst>
            </p:cNvPr>
            <p:cNvSpPr/>
            <p:nvPr/>
          </p:nvSpPr>
          <p:spPr>
            <a:xfrm>
              <a:off x="4717563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91" name="pg2146">
              <a:extLst>
                <a:ext uri="{FF2B5EF4-FFF2-40B4-BE49-F238E27FC236}">
                  <a16:creationId xmlns:a16="http://schemas.microsoft.com/office/drawing/2014/main" id="{3563CCE0-1F44-4B78-4081-F49E5B5244B5}"/>
                </a:ext>
              </a:extLst>
            </p:cNvPr>
            <p:cNvSpPr/>
            <p:nvPr/>
          </p:nvSpPr>
          <p:spPr>
            <a:xfrm>
              <a:off x="4729200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92" name="pg2147">
              <a:extLst>
                <a:ext uri="{FF2B5EF4-FFF2-40B4-BE49-F238E27FC236}">
                  <a16:creationId xmlns:a16="http://schemas.microsoft.com/office/drawing/2014/main" id="{9DD8A31F-AB71-78D0-AD1A-EC543C1667D6}"/>
                </a:ext>
              </a:extLst>
            </p:cNvPr>
            <p:cNvSpPr/>
            <p:nvPr/>
          </p:nvSpPr>
          <p:spPr>
            <a:xfrm>
              <a:off x="4612827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93" name="pg2148">
              <a:extLst>
                <a:ext uri="{FF2B5EF4-FFF2-40B4-BE49-F238E27FC236}">
                  <a16:creationId xmlns:a16="http://schemas.microsoft.com/office/drawing/2014/main" id="{A889B12D-4654-8795-5BAD-D304EE7B1334}"/>
                </a:ext>
              </a:extLst>
            </p:cNvPr>
            <p:cNvSpPr/>
            <p:nvPr/>
          </p:nvSpPr>
          <p:spPr>
            <a:xfrm>
              <a:off x="4624464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94" name="pg2149">
              <a:extLst>
                <a:ext uri="{FF2B5EF4-FFF2-40B4-BE49-F238E27FC236}">
                  <a16:creationId xmlns:a16="http://schemas.microsoft.com/office/drawing/2014/main" id="{43425E43-83AE-0590-D6D1-B251189B3C80}"/>
                </a:ext>
              </a:extLst>
            </p:cNvPr>
            <p:cNvSpPr/>
            <p:nvPr/>
          </p:nvSpPr>
          <p:spPr>
            <a:xfrm>
              <a:off x="4636101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95" name="pg2150">
              <a:extLst>
                <a:ext uri="{FF2B5EF4-FFF2-40B4-BE49-F238E27FC236}">
                  <a16:creationId xmlns:a16="http://schemas.microsoft.com/office/drawing/2014/main" id="{665C6F2C-F90C-CE37-CB72-D954A2BE67B1}"/>
                </a:ext>
              </a:extLst>
            </p:cNvPr>
            <p:cNvSpPr/>
            <p:nvPr/>
          </p:nvSpPr>
          <p:spPr>
            <a:xfrm>
              <a:off x="4647739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96" name="pg2151">
              <a:extLst>
                <a:ext uri="{FF2B5EF4-FFF2-40B4-BE49-F238E27FC236}">
                  <a16:creationId xmlns:a16="http://schemas.microsoft.com/office/drawing/2014/main" id="{C723996C-ABB1-C2DA-7DD0-3EC644CE65A6}"/>
                </a:ext>
              </a:extLst>
            </p:cNvPr>
            <p:cNvSpPr/>
            <p:nvPr/>
          </p:nvSpPr>
          <p:spPr>
            <a:xfrm>
              <a:off x="4659376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97" name="pg2152">
              <a:extLst>
                <a:ext uri="{FF2B5EF4-FFF2-40B4-BE49-F238E27FC236}">
                  <a16:creationId xmlns:a16="http://schemas.microsoft.com/office/drawing/2014/main" id="{8A16BDCA-2337-3F62-2FA1-28342586F049}"/>
                </a:ext>
              </a:extLst>
            </p:cNvPr>
            <p:cNvSpPr/>
            <p:nvPr/>
          </p:nvSpPr>
          <p:spPr>
            <a:xfrm>
              <a:off x="4671013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98" name="pg2153">
              <a:extLst>
                <a:ext uri="{FF2B5EF4-FFF2-40B4-BE49-F238E27FC236}">
                  <a16:creationId xmlns:a16="http://schemas.microsoft.com/office/drawing/2014/main" id="{4CADE7D0-4123-1F7B-17FB-F5EFCF33304E}"/>
                </a:ext>
              </a:extLst>
            </p:cNvPr>
            <p:cNvSpPr/>
            <p:nvPr/>
          </p:nvSpPr>
          <p:spPr>
            <a:xfrm>
              <a:off x="4682651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99" name="pg2154">
              <a:extLst>
                <a:ext uri="{FF2B5EF4-FFF2-40B4-BE49-F238E27FC236}">
                  <a16:creationId xmlns:a16="http://schemas.microsoft.com/office/drawing/2014/main" id="{97F2A94C-AD4A-E324-6311-6925A28526B8}"/>
                </a:ext>
              </a:extLst>
            </p:cNvPr>
            <p:cNvSpPr/>
            <p:nvPr/>
          </p:nvSpPr>
          <p:spPr>
            <a:xfrm>
              <a:off x="4694288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00" name="pg2155">
              <a:extLst>
                <a:ext uri="{FF2B5EF4-FFF2-40B4-BE49-F238E27FC236}">
                  <a16:creationId xmlns:a16="http://schemas.microsoft.com/office/drawing/2014/main" id="{D0629E56-867E-BF6C-B09F-518C29F01F67}"/>
                </a:ext>
              </a:extLst>
            </p:cNvPr>
            <p:cNvSpPr/>
            <p:nvPr/>
          </p:nvSpPr>
          <p:spPr>
            <a:xfrm>
              <a:off x="4612827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9BC">
                <a:alpha val="100000"/>
              </a:srgbClr>
            </a:solidFill>
            <a:ln w="5420" cap="flat">
              <a:solidFill>
                <a:srgbClr val="89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01" name="pg2156">
              <a:extLst>
                <a:ext uri="{FF2B5EF4-FFF2-40B4-BE49-F238E27FC236}">
                  <a16:creationId xmlns:a16="http://schemas.microsoft.com/office/drawing/2014/main" id="{C6624C60-9ABC-5975-F9C8-3543A69F6A77}"/>
                </a:ext>
              </a:extLst>
            </p:cNvPr>
            <p:cNvSpPr/>
            <p:nvPr/>
          </p:nvSpPr>
          <p:spPr>
            <a:xfrm>
              <a:off x="4624464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02" name="pg2157">
              <a:extLst>
                <a:ext uri="{FF2B5EF4-FFF2-40B4-BE49-F238E27FC236}">
                  <a16:creationId xmlns:a16="http://schemas.microsoft.com/office/drawing/2014/main" id="{8280AFFE-2AED-D2E0-76E7-5CCFB095B073}"/>
                </a:ext>
              </a:extLst>
            </p:cNvPr>
            <p:cNvSpPr/>
            <p:nvPr/>
          </p:nvSpPr>
          <p:spPr>
            <a:xfrm>
              <a:off x="4636101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03" name="pg2158">
              <a:extLst>
                <a:ext uri="{FF2B5EF4-FFF2-40B4-BE49-F238E27FC236}">
                  <a16:creationId xmlns:a16="http://schemas.microsoft.com/office/drawing/2014/main" id="{BCE2E75B-DC0D-F4FE-C513-24F1BBCE2346}"/>
                </a:ext>
              </a:extLst>
            </p:cNvPr>
            <p:cNvSpPr/>
            <p:nvPr/>
          </p:nvSpPr>
          <p:spPr>
            <a:xfrm>
              <a:off x="4647739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04" name="pg2159">
              <a:extLst>
                <a:ext uri="{FF2B5EF4-FFF2-40B4-BE49-F238E27FC236}">
                  <a16:creationId xmlns:a16="http://schemas.microsoft.com/office/drawing/2014/main" id="{1EDCA627-076D-4ACA-A309-F5162813FDDC}"/>
                </a:ext>
              </a:extLst>
            </p:cNvPr>
            <p:cNvSpPr/>
            <p:nvPr/>
          </p:nvSpPr>
          <p:spPr>
            <a:xfrm>
              <a:off x="4659376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05" name="pg2160">
              <a:extLst>
                <a:ext uri="{FF2B5EF4-FFF2-40B4-BE49-F238E27FC236}">
                  <a16:creationId xmlns:a16="http://schemas.microsoft.com/office/drawing/2014/main" id="{6D3C912A-E9F5-407D-CE47-90C055303DD4}"/>
                </a:ext>
              </a:extLst>
            </p:cNvPr>
            <p:cNvSpPr/>
            <p:nvPr/>
          </p:nvSpPr>
          <p:spPr>
            <a:xfrm>
              <a:off x="4671013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06" name="pg2161">
              <a:extLst>
                <a:ext uri="{FF2B5EF4-FFF2-40B4-BE49-F238E27FC236}">
                  <a16:creationId xmlns:a16="http://schemas.microsoft.com/office/drawing/2014/main" id="{36B2576B-FD18-1F4B-BA2B-CA51C144D49A}"/>
                </a:ext>
              </a:extLst>
            </p:cNvPr>
            <p:cNvSpPr/>
            <p:nvPr/>
          </p:nvSpPr>
          <p:spPr>
            <a:xfrm>
              <a:off x="4682651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07" name="pg2162">
              <a:extLst>
                <a:ext uri="{FF2B5EF4-FFF2-40B4-BE49-F238E27FC236}">
                  <a16:creationId xmlns:a16="http://schemas.microsoft.com/office/drawing/2014/main" id="{01566295-15F0-B73B-63C4-7217F3BBD3B2}"/>
                </a:ext>
              </a:extLst>
            </p:cNvPr>
            <p:cNvSpPr/>
            <p:nvPr/>
          </p:nvSpPr>
          <p:spPr>
            <a:xfrm>
              <a:off x="4589552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08" name="pg2163">
              <a:extLst>
                <a:ext uri="{FF2B5EF4-FFF2-40B4-BE49-F238E27FC236}">
                  <a16:creationId xmlns:a16="http://schemas.microsoft.com/office/drawing/2014/main" id="{FD4095B0-D28D-3463-1A93-B8B78AC8A45F}"/>
                </a:ext>
              </a:extLst>
            </p:cNvPr>
            <p:cNvSpPr/>
            <p:nvPr/>
          </p:nvSpPr>
          <p:spPr>
            <a:xfrm>
              <a:off x="4601190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09" name="pg2164">
              <a:extLst>
                <a:ext uri="{FF2B5EF4-FFF2-40B4-BE49-F238E27FC236}">
                  <a16:creationId xmlns:a16="http://schemas.microsoft.com/office/drawing/2014/main" id="{0FC7B4EC-488C-C493-E184-970E9596E6E8}"/>
                </a:ext>
              </a:extLst>
            </p:cNvPr>
            <p:cNvSpPr/>
            <p:nvPr/>
          </p:nvSpPr>
          <p:spPr>
            <a:xfrm>
              <a:off x="4612827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10" name="pg2165">
              <a:extLst>
                <a:ext uri="{FF2B5EF4-FFF2-40B4-BE49-F238E27FC236}">
                  <a16:creationId xmlns:a16="http://schemas.microsoft.com/office/drawing/2014/main" id="{ED168628-63C9-0485-187D-249368AD8ED9}"/>
                </a:ext>
              </a:extLst>
            </p:cNvPr>
            <p:cNvSpPr/>
            <p:nvPr/>
          </p:nvSpPr>
          <p:spPr>
            <a:xfrm>
              <a:off x="4624464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11" name="pg2166">
              <a:extLst>
                <a:ext uri="{FF2B5EF4-FFF2-40B4-BE49-F238E27FC236}">
                  <a16:creationId xmlns:a16="http://schemas.microsoft.com/office/drawing/2014/main" id="{C8DE79A4-3254-100B-CD8F-3D5215A27931}"/>
                </a:ext>
              </a:extLst>
            </p:cNvPr>
            <p:cNvSpPr/>
            <p:nvPr/>
          </p:nvSpPr>
          <p:spPr>
            <a:xfrm>
              <a:off x="4636101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12" name="pg2167">
              <a:extLst>
                <a:ext uri="{FF2B5EF4-FFF2-40B4-BE49-F238E27FC236}">
                  <a16:creationId xmlns:a16="http://schemas.microsoft.com/office/drawing/2014/main" id="{52098819-BC1B-1376-9C64-092418E4A69E}"/>
                </a:ext>
              </a:extLst>
            </p:cNvPr>
            <p:cNvSpPr/>
            <p:nvPr/>
          </p:nvSpPr>
          <p:spPr>
            <a:xfrm>
              <a:off x="4647739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13" name="pg2168">
              <a:extLst>
                <a:ext uri="{FF2B5EF4-FFF2-40B4-BE49-F238E27FC236}">
                  <a16:creationId xmlns:a16="http://schemas.microsoft.com/office/drawing/2014/main" id="{BD5E42E6-7AE1-E73E-E22B-D13EF58B8387}"/>
                </a:ext>
              </a:extLst>
            </p:cNvPr>
            <p:cNvSpPr/>
            <p:nvPr/>
          </p:nvSpPr>
          <p:spPr>
            <a:xfrm>
              <a:off x="4659376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14" name="pg2169">
              <a:extLst>
                <a:ext uri="{FF2B5EF4-FFF2-40B4-BE49-F238E27FC236}">
                  <a16:creationId xmlns:a16="http://schemas.microsoft.com/office/drawing/2014/main" id="{5E43DD13-BD34-8DFA-E3D0-DF05E85574F3}"/>
                </a:ext>
              </a:extLst>
            </p:cNvPr>
            <p:cNvSpPr/>
            <p:nvPr/>
          </p:nvSpPr>
          <p:spPr>
            <a:xfrm>
              <a:off x="4671013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15" name="pg2170">
              <a:extLst>
                <a:ext uri="{FF2B5EF4-FFF2-40B4-BE49-F238E27FC236}">
                  <a16:creationId xmlns:a16="http://schemas.microsoft.com/office/drawing/2014/main" id="{AE7F60D3-2C0B-B7AD-3FFE-B51B4E4349AF}"/>
                </a:ext>
              </a:extLst>
            </p:cNvPr>
            <p:cNvSpPr/>
            <p:nvPr/>
          </p:nvSpPr>
          <p:spPr>
            <a:xfrm>
              <a:off x="4589552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16" name="pg2171">
              <a:extLst>
                <a:ext uri="{FF2B5EF4-FFF2-40B4-BE49-F238E27FC236}">
                  <a16:creationId xmlns:a16="http://schemas.microsoft.com/office/drawing/2014/main" id="{F543E605-0A7F-1C6C-F313-0BB55AD8C59D}"/>
                </a:ext>
              </a:extLst>
            </p:cNvPr>
            <p:cNvSpPr/>
            <p:nvPr/>
          </p:nvSpPr>
          <p:spPr>
            <a:xfrm>
              <a:off x="4601190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17" name="pg2172">
              <a:extLst>
                <a:ext uri="{FF2B5EF4-FFF2-40B4-BE49-F238E27FC236}">
                  <a16:creationId xmlns:a16="http://schemas.microsoft.com/office/drawing/2014/main" id="{6E70D93F-A9B0-FD82-BAB3-73DA0BF963FA}"/>
                </a:ext>
              </a:extLst>
            </p:cNvPr>
            <p:cNvSpPr/>
            <p:nvPr/>
          </p:nvSpPr>
          <p:spPr>
            <a:xfrm>
              <a:off x="4612827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18" name="pg2173">
              <a:extLst>
                <a:ext uri="{FF2B5EF4-FFF2-40B4-BE49-F238E27FC236}">
                  <a16:creationId xmlns:a16="http://schemas.microsoft.com/office/drawing/2014/main" id="{24122732-A91F-B823-8442-A483DAC14D1C}"/>
                </a:ext>
              </a:extLst>
            </p:cNvPr>
            <p:cNvSpPr/>
            <p:nvPr/>
          </p:nvSpPr>
          <p:spPr>
            <a:xfrm>
              <a:off x="4624464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19" name="pg2174">
              <a:extLst>
                <a:ext uri="{FF2B5EF4-FFF2-40B4-BE49-F238E27FC236}">
                  <a16:creationId xmlns:a16="http://schemas.microsoft.com/office/drawing/2014/main" id="{3657BF79-9900-3DFF-8D1C-A11023F36C69}"/>
                </a:ext>
              </a:extLst>
            </p:cNvPr>
            <p:cNvSpPr/>
            <p:nvPr/>
          </p:nvSpPr>
          <p:spPr>
            <a:xfrm>
              <a:off x="4636101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20" name="pg2175">
              <a:extLst>
                <a:ext uri="{FF2B5EF4-FFF2-40B4-BE49-F238E27FC236}">
                  <a16:creationId xmlns:a16="http://schemas.microsoft.com/office/drawing/2014/main" id="{DCD62F04-0917-3A9F-D194-CFACCFA304E6}"/>
                </a:ext>
              </a:extLst>
            </p:cNvPr>
            <p:cNvSpPr/>
            <p:nvPr/>
          </p:nvSpPr>
          <p:spPr>
            <a:xfrm>
              <a:off x="4647739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21" name="pg2176">
              <a:extLst>
                <a:ext uri="{FF2B5EF4-FFF2-40B4-BE49-F238E27FC236}">
                  <a16:creationId xmlns:a16="http://schemas.microsoft.com/office/drawing/2014/main" id="{FA07A4F0-048A-B753-8375-EEEC64EBE802}"/>
                </a:ext>
              </a:extLst>
            </p:cNvPr>
            <p:cNvSpPr/>
            <p:nvPr/>
          </p:nvSpPr>
          <p:spPr>
            <a:xfrm>
              <a:off x="4659376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22" name="pg2177">
              <a:extLst>
                <a:ext uri="{FF2B5EF4-FFF2-40B4-BE49-F238E27FC236}">
                  <a16:creationId xmlns:a16="http://schemas.microsoft.com/office/drawing/2014/main" id="{3D279E77-0504-6AE4-3EE9-8E4552142D12}"/>
                </a:ext>
              </a:extLst>
            </p:cNvPr>
            <p:cNvSpPr/>
            <p:nvPr/>
          </p:nvSpPr>
          <p:spPr>
            <a:xfrm>
              <a:off x="4577915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23" name="pg2178">
              <a:extLst>
                <a:ext uri="{FF2B5EF4-FFF2-40B4-BE49-F238E27FC236}">
                  <a16:creationId xmlns:a16="http://schemas.microsoft.com/office/drawing/2014/main" id="{700873E3-DFCD-AE8D-6761-CC5EF023D0DE}"/>
                </a:ext>
              </a:extLst>
            </p:cNvPr>
            <p:cNvSpPr/>
            <p:nvPr/>
          </p:nvSpPr>
          <p:spPr>
            <a:xfrm>
              <a:off x="4589552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24" name="pg2179">
              <a:extLst>
                <a:ext uri="{FF2B5EF4-FFF2-40B4-BE49-F238E27FC236}">
                  <a16:creationId xmlns:a16="http://schemas.microsoft.com/office/drawing/2014/main" id="{F4C9252D-F374-70F6-C95E-93397BC63974}"/>
                </a:ext>
              </a:extLst>
            </p:cNvPr>
            <p:cNvSpPr/>
            <p:nvPr/>
          </p:nvSpPr>
          <p:spPr>
            <a:xfrm>
              <a:off x="4601190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25" name="pg2180">
              <a:extLst>
                <a:ext uri="{FF2B5EF4-FFF2-40B4-BE49-F238E27FC236}">
                  <a16:creationId xmlns:a16="http://schemas.microsoft.com/office/drawing/2014/main" id="{99637E1D-C29A-5B3C-3BAA-7E41F52FA3D5}"/>
                </a:ext>
              </a:extLst>
            </p:cNvPr>
            <p:cNvSpPr/>
            <p:nvPr/>
          </p:nvSpPr>
          <p:spPr>
            <a:xfrm>
              <a:off x="4612827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26" name="pg2181">
              <a:extLst>
                <a:ext uri="{FF2B5EF4-FFF2-40B4-BE49-F238E27FC236}">
                  <a16:creationId xmlns:a16="http://schemas.microsoft.com/office/drawing/2014/main" id="{C85580EF-BFC6-8A25-C3BC-4879B492FA0D}"/>
                </a:ext>
              </a:extLst>
            </p:cNvPr>
            <p:cNvSpPr/>
            <p:nvPr/>
          </p:nvSpPr>
          <p:spPr>
            <a:xfrm>
              <a:off x="4624464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C">
                <a:alpha val="100000"/>
              </a:srgbClr>
            </a:solidFill>
            <a:ln w="5420" cap="flat">
              <a:solidFill>
                <a:srgbClr val="87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27" name="pg2182">
              <a:extLst>
                <a:ext uri="{FF2B5EF4-FFF2-40B4-BE49-F238E27FC236}">
                  <a16:creationId xmlns:a16="http://schemas.microsoft.com/office/drawing/2014/main" id="{CD931944-19F1-25D7-BBFA-99869A0C6D1C}"/>
                </a:ext>
              </a:extLst>
            </p:cNvPr>
            <p:cNvSpPr/>
            <p:nvPr/>
          </p:nvSpPr>
          <p:spPr>
            <a:xfrm>
              <a:off x="4636101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28" name="pg2183">
              <a:extLst>
                <a:ext uri="{FF2B5EF4-FFF2-40B4-BE49-F238E27FC236}">
                  <a16:creationId xmlns:a16="http://schemas.microsoft.com/office/drawing/2014/main" id="{66F8561A-9527-BC40-1034-F9BFF437E0CD}"/>
                </a:ext>
              </a:extLst>
            </p:cNvPr>
            <p:cNvSpPr/>
            <p:nvPr/>
          </p:nvSpPr>
          <p:spPr>
            <a:xfrm>
              <a:off x="4647739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29" name="pg2184">
              <a:extLst>
                <a:ext uri="{FF2B5EF4-FFF2-40B4-BE49-F238E27FC236}">
                  <a16:creationId xmlns:a16="http://schemas.microsoft.com/office/drawing/2014/main" id="{F182F047-9A66-D076-A72B-BB06202CE683}"/>
                </a:ext>
              </a:extLst>
            </p:cNvPr>
            <p:cNvSpPr/>
            <p:nvPr/>
          </p:nvSpPr>
          <p:spPr>
            <a:xfrm>
              <a:off x="4577915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30" name="pg2185">
              <a:extLst>
                <a:ext uri="{FF2B5EF4-FFF2-40B4-BE49-F238E27FC236}">
                  <a16:creationId xmlns:a16="http://schemas.microsoft.com/office/drawing/2014/main" id="{4894E8F2-1D26-F7B6-C8D8-FB9769A24150}"/>
                </a:ext>
              </a:extLst>
            </p:cNvPr>
            <p:cNvSpPr/>
            <p:nvPr/>
          </p:nvSpPr>
          <p:spPr>
            <a:xfrm>
              <a:off x="4589552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31" name="pg2186">
              <a:extLst>
                <a:ext uri="{FF2B5EF4-FFF2-40B4-BE49-F238E27FC236}">
                  <a16:creationId xmlns:a16="http://schemas.microsoft.com/office/drawing/2014/main" id="{A519F282-4329-12E6-1FD5-E7692D15AB1C}"/>
                </a:ext>
              </a:extLst>
            </p:cNvPr>
            <p:cNvSpPr/>
            <p:nvPr/>
          </p:nvSpPr>
          <p:spPr>
            <a:xfrm>
              <a:off x="4601190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32" name="pg2187">
              <a:extLst>
                <a:ext uri="{FF2B5EF4-FFF2-40B4-BE49-F238E27FC236}">
                  <a16:creationId xmlns:a16="http://schemas.microsoft.com/office/drawing/2014/main" id="{0916FCFF-5B37-C9C0-F619-350F4090B9DD}"/>
                </a:ext>
              </a:extLst>
            </p:cNvPr>
            <p:cNvSpPr/>
            <p:nvPr/>
          </p:nvSpPr>
          <p:spPr>
            <a:xfrm>
              <a:off x="4612827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33" name="pg2188">
              <a:extLst>
                <a:ext uri="{FF2B5EF4-FFF2-40B4-BE49-F238E27FC236}">
                  <a16:creationId xmlns:a16="http://schemas.microsoft.com/office/drawing/2014/main" id="{730B6948-4C92-0B67-1F9D-62671FCC5E45}"/>
                </a:ext>
              </a:extLst>
            </p:cNvPr>
            <p:cNvSpPr/>
            <p:nvPr/>
          </p:nvSpPr>
          <p:spPr>
            <a:xfrm>
              <a:off x="4624464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34" name="pg2189">
              <a:extLst>
                <a:ext uri="{FF2B5EF4-FFF2-40B4-BE49-F238E27FC236}">
                  <a16:creationId xmlns:a16="http://schemas.microsoft.com/office/drawing/2014/main" id="{87DE9A6E-0E7E-C494-16E7-4F48698B9C25}"/>
                </a:ext>
              </a:extLst>
            </p:cNvPr>
            <p:cNvSpPr/>
            <p:nvPr/>
          </p:nvSpPr>
          <p:spPr>
            <a:xfrm>
              <a:off x="4636101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35" name="pg2190">
              <a:extLst>
                <a:ext uri="{FF2B5EF4-FFF2-40B4-BE49-F238E27FC236}">
                  <a16:creationId xmlns:a16="http://schemas.microsoft.com/office/drawing/2014/main" id="{C0D9F9A6-1B69-8C6F-95F7-A61C98167EEE}"/>
                </a:ext>
              </a:extLst>
            </p:cNvPr>
            <p:cNvSpPr/>
            <p:nvPr/>
          </p:nvSpPr>
          <p:spPr>
            <a:xfrm>
              <a:off x="4566278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36" name="pg2191">
              <a:extLst>
                <a:ext uri="{FF2B5EF4-FFF2-40B4-BE49-F238E27FC236}">
                  <a16:creationId xmlns:a16="http://schemas.microsoft.com/office/drawing/2014/main" id="{D3CE2371-6EDF-B7A2-AD78-15218671E40C}"/>
                </a:ext>
              </a:extLst>
            </p:cNvPr>
            <p:cNvSpPr/>
            <p:nvPr/>
          </p:nvSpPr>
          <p:spPr>
            <a:xfrm>
              <a:off x="4577915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37" name="pg2192">
              <a:extLst>
                <a:ext uri="{FF2B5EF4-FFF2-40B4-BE49-F238E27FC236}">
                  <a16:creationId xmlns:a16="http://schemas.microsoft.com/office/drawing/2014/main" id="{0E6BA097-391A-210E-060D-ED432BCE2A7A}"/>
                </a:ext>
              </a:extLst>
            </p:cNvPr>
            <p:cNvSpPr/>
            <p:nvPr/>
          </p:nvSpPr>
          <p:spPr>
            <a:xfrm>
              <a:off x="4589552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38" name="pg2193">
              <a:extLst>
                <a:ext uri="{FF2B5EF4-FFF2-40B4-BE49-F238E27FC236}">
                  <a16:creationId xmlns:a16="http://schemas.microsoft.com/office/drawing/2014/main" id="{19967746-AEAE-1B78-D4D9-97D739642871}"/>
                </a:ext>
              </a:extLst>
            </p:cNvPr>
            <p:cNvSpPr/>
            <p:nvPr/>
          </p:nvSpPr>
          <p:spPr>
            <a:xfrm>
              <a:off x="4601190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39" name="pg2194">
              <a:extLst>
                <a:ext uri="{FF2B5EF4-FFF2-40B4-BE49-F238E27FC236}">
                  <a16:creationId xmlns:a16="http://schemas.microsoft.com/office/drawing/2014/main" id="{C693691D-43D9-D27D-7DDD-16771710D042}"/>
                </a:ext>
              </a:extLst>
            </p:cNvPr>
            <p:cNvSpPr/>
            <p:nvPr/>
          </p:nvSpPr>
          <p:spPr>
            <a:xfrm>
              <a:off x="4612827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40" name="pg2195">
              <a:extLst>
                <a:ext uri="{FF2B5EF4-FFF2-40B4-BE49-F238E27FC236}">
                  <a16:creationId xmlns:a16="http://schemas.microsoft.com/office/drawing/2014/main" id="{D412ED35-06F9-EC26-C7AE-0776AAF36B11}"/>
                </a:ext>
              </a:extLst>
            </p:cNvPr>
            <p:cNvSpPr/>
            <p:nvPr/>
          </p:nvSpPr>
          <p:spPr>
            <a:xfrm>
              <a:off x="4624464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41" name="pg2196">
              <a:extLst>
                <a:ext uri="{FF2B5EF4-FFF2-40B4-BE49-F238E27FC236}">
                  <a16:creationId xmlns:a16="http://schemas.microsoft.com/office/drawing/2014/main" id="{873666AD-9339-4F9D-58F9-1DAF0641C039}"/>
                </a:ext>
              </a:extLst>
            </p:cNvPr>
            <p:cNvSpPr/>
            <p:nvPr/>
          </p:nvSpPr>
          <p:spPr>
            <a:xfrm>
              <a:off x="4566278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42" name="pg2197">
              <a:extLst>
                <a:ext uri="{FF2B5EF4-FFF2-40B4-BE49-F238E27FC236}">
                  <a16:creationId xmlns:a16="http://schemas.microsoft.com/office/drawing/2014/main" id="{E11ACCEA-F7FD-CC6D-8E51-F08D76F1C0CA}"/>
                </a:ext>
              </a:extLst>
            </p:cNvPr>
            <p:cNvSpPr/>
            <p:nvPr/>
          </p:nvSpPr>
          <p:spPr>
            <a:xfrm>
              <a:off x="4577915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43" name="pg2198">
              <a:extLst>
                <a:ext uri="{FF2B5EF4-FFF2-40B4-BE49-F238E27FC236}">
                  <a16:creationId xmlns:a16="http://schemas.microsoft.com/office/drawing/2014/main" id="{72B3A90C-9517-DD82-72D0-A6A294A340C0}"/>
                </a:ext>
              </a:extLst>
            </p:cNvPr>
            <p:cNvSpPr/>
            <p:nvPr/>
          </p:nvSpPr>
          <p:spPr>
            <a:xfrm>
              <a:off x="4589552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44" name="pg2199">
              <a:extLst>
                <a:ext uri="{FF2B5EF4-FFF2-40B4-BE49-F238E27FC236}">
                  <a16:creationId xmlns:a16="http://schemas.microsoft.com/office/drawing/2014/main" id="{D504CE53-5696-2EB1-52AD-4005E897F750}"/>
                </a:ext>
              </a:extLst>
            </p:cNvPr>
            <p:cNvSpPr/>
            <p:nvPr/>
          </p:nvSpPr>
          <p:spPr>
            <a:xfrm>
              <a:off x="4601190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45" name="pg2200">
              <a:extLst>
                <a:ext uri="{FF2B5EF4-FFF2-40B4-BE49-F238E27FC236}">
                  <a16:creationId xmlns:a16="http://schemas.microsoft.com/office/drawing/2014/main" id="{A6C96802-EEB1-5769-9A65-F96540C6C81D}"/>
                </a:ext>
              </a:extLst>
            </p:cNvPr>
            <p:cNvSpPr/>
            <p:nvPr/>
          </p:nvSpPr>
          <p:spPr>
            <a:xfrm>
              <a:off x="4612827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46" name="pg2201">
              <a:extLst>
                <a:ext uri="{FF2B5EF4-FFF2-40B4-BE49-F238E27FC236}">
                  <a16:creationId xmlns:a16="http://schemas.microsoft.com/office/drawing/2014/main" id="{FC08DD09-1AEC-1BA1-4D4C-33EDA233F25D}"/>
                </a:ext>
              </a:extLst>
            </p:cNvPr>
            <p:cNvSpPr/>
            <p:nvPr/>
          </p:nvSpPr>
          <p:spPr>
            <a:xfrm>
              <a:off x="4554640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47" name="pg2202">
              <a:extLst>
                <a:ext uri="{FF2B5EF4-FFF2-40B4-BE49-F238E27FC236}">
                  <a16:creationId xmlns:a16="http://schemas.microsoft.com/office/drawing/2014/main" id="{FB993390-AFF5-C93F-07FA-A6E77A3CEE72}"/>
                </a:ext>
              </a:extLst>
            </p:cNvPr>
            <p:cNvSpPr/>
            <p:nvPr/>
          </p:nvSpPr>
          <p:spPr>
            <a:xfrm>
              <a:off x="4566278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48" name="pg2203">
              <a:extLst>
                <a:ext uri="{FF2B5EF4-FFF2-40B4-BE49-F238E27FC236}">
                  <a16:creationId xmlns:a16="http://schemas.microsoft.com/office/drawing/2014/main" id="{468EDB59-1CF1-4045-0286-49CA9DD5DA87}"/>
                </a:ext>
              </a:extLst>
            </p:cNvPr>
            <p:cNvSpPr/>
            <p:nvPr/>
          </p:nvSpPr>
          <p:spPr>
            <a:xfrm>
              <a:off x="4577915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49" name="pg2204">
              <a:extLst>
                <a:ext uri="{FF2B5EF4-FFF2-40B4-BE49-F238E27FC236}">
                  <a16:creationId xmlns:a16="http://schemas.microsoft.com/office/drawing/2014/main" id="{E82644B0-BD12-2675-86FE-137C9A395D0B}"/>
                </a:ext>
              </a:extLst>
            </p:cNvPr>
            <p:cNvSpPr/>
            <p:nvPr/>
          </p:nvSpPr>
          <p:spPr>
            <a:xfrm>
              <a:off x="4589552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50" name="pg2205">
              <a:extLst>
                <a:ext uri="{FF2B5EF4-FFF2-40B4-BE49-F238E27FC236}">
                  <a16:creationId xmlns:a16="http://schemas.microsoft.com/office/drawing/2014/main" id="{66AD1BBA-DD8A-959D-1E33-14FD717E55C9}"/>
                </a:ext>
              </a:extLst>
            </p:cNvPr>
            <p:cNvSpPr/>
            <p:nvPr/>
          </p:nvSpPr>
          <p:spPr>
            <a:xfrm>
              <a:off x="4601190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51" name="pg2206">
              <a:extLst>
                <a:ext uri="{FF2B5EF4-FFF2-40B4-BE49-F238E27FC236}">
                  <a16:creationId xmlns:a16="http://schemas.microsoft.com/office/drawing/2014/main" id="{924A24E5-FD52-2F7B-7612-4E400C2EBBB3}"/>
                </a:ext>
              </a:extLst>
            </p:cNvPr>
            <p:cNvSpPr/>
            <p:nvPr/>
          </p:nvSpPr>
          <p:spPr>
            <a:xfrm>
              <a:off x="4612827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52" name="pg2207">
              <a:extLst>
                <a:ext uri="{FF2B5EF4-FFF2-40B4-BE49-F238E27FC236}">
                  <a16:creationId xmlns:a16="http://schemas.microsoft.com/office/drawing/2014/main" id="{14A93EC7-1BA1-1852-40D6-F9487213297D}"/>
                </a:ext>
              </a:extLst>
            </p:cNvPr>
            <p:cNvSpPr/>
            <p:nvPr/>
          </p:nvSpPr>
          <p:spPr>
            <a:xfrm>
              <a:off x="4554640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53" name="pg2208">
              <a:extLst>
                <a:ext uri="{FF2B5EF4-FFF2-40B4-BE49-F238E27FC236}">
                  <a16:creationId xmlns:a16="http://schemas.microsoft.com/office/drawing/2014/main" id="{2899F045-A39F-2B98-1F52-F4F2DE6191B3}"/>
                </a:ext>
              </a:extLst>
            </p:cNvPr>
            <p:cNvSpPr/>
            <p:nvPr/>
          </p:nvSpPr>
          <p:spPr>
            <a:xfrm>
              <a:off x="4566278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54" name="pg2209">
              <a:extLst>
                <a:ext uri="{FF2B5EF4-FFF2-40B4-BE49-F238E27FC236}">
                  <a16:creationId xmlns:a16="http://schemas.microsoft.com/office/drawing/2014/main" id="{54A16CF5-DEEF-4EA4-90EC-89B89AC74772}"/>
                </a:ext>
              </a:extLst>
            </p:cNvPr>
            <p:cNvSpPr/>
            <p:nvPr/>
          </p:nvSpPr>
          <p:spPr>
            <a:xfrm>
              <a:off x="4577915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55" name="pg2210">
              <a:extLst>
                <a:ext uri="{FF2B5EF4-FFF2-40B4-BE49-F238E27FC236}">
                  <a16:creationId xmlns:a16="http://schemas.microsoft.com/office/drawing/2014/main" id="{4522C69B-12DE-1BC2-A608-1F8797FE0620}"/>
                </a:ext>
              </a:extLst>
            </p:cNvPr>
            <p:cNvSpPr/>
            <p:nvPr/>
          </p:nvSpPr>
          <p:spPr>
            <a:xfrm>
              <a:off x="4589552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56" name="pg2211">
              <a:extLst>
                <a:ext uri="{FF2B5EF4-FFF2-40B4-BE49-F238E27FC236}">
                  <a16:creationId xmlns:a16="http://schemas.microsoft.com/office/drawing/2014/main" id="{F4A8438C-C248-D00E-5E22-98AC15A326DE}"/>
                </a:ext>
              </a:extLst>
            </p:cNvPr>
            <p:cNvSpPr/>
            <p:nvPr/>
          </p:nvSpPr>
          <p:spPr>
            <a:xfrm>
              <a:off x="4601190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57" name="pg2212">
              <a:extLst>
                <a:ext uri="{FF2B5EF4-FFF2-40B4-BE49-F238E27FC236}">
                  <a16:creationId xmlns:a16="http://schemas.microsoft.com/office/drawing/2014/main" id="{CEC32E38-418C-EAB9-5FC1-422A5B0EA62D}"/>
                </a:ext>
              </a:extLst>
            </p:cNvPr>
            <p:cNvSpPr/>
            <p:nvPr/>
          </p:nvSpPr>
          <p:spPr>
            <a:xfrm>
              <a:off x="4543003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58" name="pg2213">
              <a:extLst>
                <a:ext uri="{FF2B5EF4-FFF2-40B4-BE49-F238E27FC236}">
                  <a16:creationId xmlns:a16="http://schemas.microsoft.com/office/drawing/2014/main" id="{7FF9C255-1D46-B641-C3B8-1FB775A44760}"/>
                </a:ext>
              </a:extLst>
            </p:cNvPr>
            <p:cNvSpPr/>
            <p:nvPr/>
          </p:nvSpPr>
          <p:spPr>
            <a:xfrm>
              <a:off x="4554640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59" name="pg2214">
              <a:extLst>
                <a:ext uri="{FF2B5EF4-FFF2-40B4-BE49-F238E27FC236}">
                  <a16:creationId xmlns:a16="http://schemas.microsoft.com/office/drawing/2014/main" id="{DB1C3360-9431-40A5-4B25-B680E0C3521E}"/>
                </a:ext>
              </a:extLst>
            </p:cNvPr>
            <p:cNvSpPr/>
            <p:nvPr/>
          </p:nvSpPr>
          <p:spPr>
            <a:xfrm>
              <a:off x="4566278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60" name="pg2215">
              <a:extLst>
                <a:ext uri="{FF2B5EF4-FFF2-40B4-BE49-F238E27FC236}">
                  <a16:creationId xmlns:a16="http://schemas.microsoft.com/office/drawing/2014/main" id="{FB350FE3-68DB-37B1-7CD9-14064ED3C513}"/>
                </a:ext>
              </a:extLst>
            </p:cNvPr>
            <p:cNvSpPr/>
            <p:nvPr/>
          </p:nvSpPr>
          <p:spPr>
            <a:xfrm>
              <a:off x="4577915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61" name="pg2216">
              <a:extLst>
                <a:ext uri="{FF2B5EF4-FFF2-40B4-BE49-F238E27FC236}">
                  <a16:creationId xmlns:a16="http://schemas.microsoft.com/office/drawing/2014/main" id="{47CE391F-346B-82F8-53A8-4C16B71BB76A}"/>
                </a:ext>
              </a:extLst>
            </p:cNvPr>
            <p:cNvSpPr/>
            <p:nvPr/>
          </p:nvSpPr>
          <p:spPr>
            <a:xfrm>
              <a:off x="4589552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62" name="pg2217">
              <a:extLst>
                <a:ext uri="{FF2B5EF4-FFF2-40B4-BE49-F238E27FC236}">
                  <a16:creationId xmlns:a16="http://schemas.microsoft.com/office/drawing/2014/main" id="{1CEA9180-6482-5B1F-346B-ABA69A8B04D5}"/>
                </a:ext>
              </a:extLst>
            </p:cNvPr>
            <p:cNvSpPr/>
            <p:nvPr/>
          </p:nvSpPr>
          <p:spPr>
            <a:xfrm>
              <a:off x="4601190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63" name="pg2218">
              <a:extLst>
                <a:ext uri="{FF2B5EF4-FFF2-40B4-BE49-F238E27FC236}">
                  <a16:creationId xmlns:a16="http://schemas.microsoft.com/office/drawing/2014/main" id="{BE7C86D5-C86A-EEAC-25DE-25536C308498}"/>
                </a:ext>
              </a:extLst>
            </p:cNvPr>
            <p:cNvSpPr/>
            <p:nvPr/>
          </p:nvSpPr>
          <p:spPr>
            <a:xfrm>
              <a:off x="4543003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64" name="pg2219">
              <a:extLst>
                <a:ext uri="{FF2B5EF4-FFF2-40B4-BE49-F238E27FC236}">
                  <a16:creationId xmlns:a16="http://schemas.microsoft.com/office/drawing/2014/main" id="{D5122282-66E9-355A-EBD6-A8F17D17F591}"/>
                </a:ext>
              </a:extLst>
            </p:cNvPr>
            <p:cNvSpPr/>
            <p:nvPr/>
          </p:nvSpPr>
          <p:spPr>
            <a:xfrm>
              <a:off x="4554640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65" name="pg2220">
              <a:extLst>
                <a:ext uri="{FF2B5EF4-FFF2-40B4-BE49-F238E27FC236}">
                  <a16:creationId xmlns:a16="http://schemas.microsoft.com/office/drawing/2014/main" id="{A713F223-2E70-13D1-5C58-960F8E26E8EF}"/>
                </a:ext>
              </a:extLst>
            </p:cNvPr>
            <p:cNvSpPr/>
            <p:nvPr/>
          </p:nvSpPr>
          <p:spPr>
            <a:xfrm>
              <a:off x="4566278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66" name="pg2221">
              <a:extLst>
                <a:ext uri="{FF2B5EF4-FFF2-40B4-BE49-F238E27FC236}">
                  <a16:creationId xmlns:a16="http://schemas.microsoft.com/office/drawing/2014/main" id="{A84E4D83-9C81-8503-525C-F8FFE608349F}"/>
                </a:ext>
              </a:extLst>
            </p:cNvPr>
            <p:cNvSpPr/>
            <p:nvPr/>
          </p:nvSpPr>
          <p:spPr>
            <a:xfrm>
              <a:off x="4577915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67" name="pg2222">
              <a:extLst>
                <a:ext uri="{FF2B5EF4-FFF2-40B4-BE49-F238E27FC236}">
                  <a16:creationId xmlns:a16="http://schemas.microsoft.com/office/drawing/2014/main" id="{9EC54A56-C376-AE97-334B-758072355FD0}"/>
                </a:ext>
              </a:extLst>
            </p:cNvPr>
            <p:cNvSpPr/>
            <p:nvPr/>
          </p:nvSpPr>
          <p:spPr>
            <a:xfrm>
              <a:off x="4589552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68" name="pg2223">
              <a:extLst>
                <a:ext uri="{FF2B5EF4-FFF2-40B4-BE49-F238E27FC236}">
                  <a16:creationId xmlns:a16="http://schemas.microsoft.com/office/drawing/2014/main" id="{8B61BDF3-19C2-09A5-BFA4-921047EB6895}"/>
                </a:ext>
              </a:extLst>
            </p:cNvPr>
            <p:cNvSpPr/>
            <p:nvPr/>
          </p:nvSpPr>
          <p:spPr>
            <a:xfrm>
              <a:off x="4601190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69" name="pg2224">
              <a:extLst>
                <a:ext uri="{FF2B5EF4-FFF2-40B4-BE49-F238E27FC236}">
                  <a16:creationId xmlns:a16="http://schemas.microsoft.com/office/drawing/2014/main" id="{0DF27487-26B6-6438-A7B4-2F6C22D8D679}"/>
                </a:ext>
              </a:extLst>
            </p:cNvPr>
            <p:cNvSpPr/>
            <p:nvPr/>
          </p:nvSpPr>
          <p:spPr>
            <a:xfrm>
              <a:off x="4543003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70" name="pg2225">
              <a:extLst>
                <a:ext uri="{FF2B5EF4-FFF2-40B4-BE49-F238E27FC236}">
                  <a16:creationId xmlns:a16="http://schemas.microsoft.com/office/drawing/2014/main" id="{DA531156-4C1E-CC2E-431A-9DF7C6EFF542}"/>
                </a:ext>
              </a:extLst>
            </p:cNvPr>
            <p:cNvSpPr/>
            <p:nvPr/>
          </p:nvSpPr>
          <p:spPr>
            <a:xfrm>
              <a:off x="4554640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71" name="pg2226">
              <a:extLst>
                <a:ext uri="{FF2B5EF4-FFF2-40B4-BE49-F238E27FC236}">
                  <a16:creationId xmlns:a16="http://schemas.microsoft.com/office/drawing/2014/main" id="{FFDA3ECC-3165-E8FA-14F1-2F41843F5393}"/>
                </a:ext>
              </a:extLst>
            </p:cNvPr>
            <p:cNvSpPr/>
            <p:nvPr/>
          </p:nvSpPr>
          <p:spPr>
            <a:xfrm>
              <a:off x="4566278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72" name="pg2227">
              <a:extLst>
                <a:ext uri="{FF2B5EF4-FFF2-40B4-BE49-F238E27FC236}">
                  <a16:creationId xmlns:a16="http://schemas.microsoft.com/office/drawing/2014/main" id="{608661D2-6376-52E8-35DA-8FAB5FBA5EB6}"/>
                </a:ext>
              </a:extLst>
            </p:cNvPr>
            <p:cNvSpPr/>
            <p:nvPr/>
          </p:nvSpPr>
          <p:spPr>
            <a:xfrm>
              <a:off x="4577915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73" name="pg2228">
              <a:extLst>
                <a:ext uri="{FF2B5EF4-FFF2-40B4-BE49-F238E27FC236}">
                  <a16:creationId xmlns:a16="http://schemas.microsoft.com/office/drawing/2014/main" id="{95C75F4C-5837-145A-2194-D650D78FCF5A}"/>
                </a:ext>
              </a:extLst>
            </p:cNvPr>
            <p:cNvSpPr/>
            <p:nvPr/>
          </p:nvSpPr>
          <p:spPr>
            <a:xfrm>
              <a:off x="4589552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74" name="pg2229">
              <a:extLst>
                <a:ext uri="{FF2B5EF4-FFF2-40B4-BE49-F238E27FC236}">
                  <a16:creationId xmlns:a16="http://schemas.microsoft.com/office/drawing/2014/main" id="{20E577A4-B0FA-6BF4-706F-9BE535997B36}"/>
                </a:ext>
              </a:extLst>
            </p:cNvPr>
            <p:cNvSpPr/>
            <p:nvPr/>
          </p:nvSpPr>
          <p:spPr>
            <a:xfrm>
              <a:off x="3856400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75" name="pg2230">
              <a:extLst>
                <a:ext uri="{FF2B5EF4-FFF2-40B4-BE49-F238E27FC236}">
                  <a16:creationId xmlns:a16="http://schemas.microsoft.com/office/drawing/2014/main" id="{E01D56D7-1350-158B-05F7-C6A47156D5FC}"/>
                </a:ext>
              </a:extLst>
            </p:cNvPr>
            <p:cNvSpPr/>
            <p:nvPr/>
          </p:nvSpPr>
          <p:spPr>
            <a:xfrm>
              <a:off x="3868038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76" name="pg2231">
              <a:extLst>
                <a:ext uri="{FF2B5EF4-FFF2-40B4-BE49-F238E27FC236}">
                  <a16:creationId xmlns:a16="http://schemas.microsoft.com/office/drawing/2014/main" id="{5C8F8040-7256-DC85-B166-FF8E437ED7DB}"/>
                </a:ext>
              </a:extLst>
            </p:cNvPr>
            <p:cNvSpPr/>
            <p:nvPr/>
          </p:nvSpPr>
          <p:spPr>
            <a:xfrm>
              <a:off x="3879675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77" name="pg2232">
              <a:extLst>
                <a:ext uri="{FF2B5EF4-FFF2-40B4-BE49-F238E27FC236}">
                  <a16:creationId xmlns:a16="http://schemas.microsoft.com/office/drawing/2014/main" id="{3A3E6F5C-E991-2A1B-65A2-F2617666AA3B}"/>
                </a:ext>
              </a:extLst>
            </p:cNvPr>
            <p:cNvSpPr/>
            <p:nvPr/>
          </p:nvSpPr>
          <p:spPr>
            <a:xfrm>
              <a:off x="3891312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78" name="pg2233">
              <a:extLst>
                <a:ext uri="{FF2B5EF4-FFF2-40B4-BE49-F238E27FC236}">
                  <a16:creationId xmlns:a16="http://schemas.microsoft.com/office/drawing/2014/main" id="{0D84BE4D-A77E-5D5F-AA42-764BB25F1CFA}"/>
                </a:ext>
              </a:extLst>
            </p:cNvPr>
            <p:cNvSpPr/>
            <p:nvPr/>
          </p:nvSpPr>
          <p:spPr>
            <a:xfrm>
              <a:off x="4543003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79" name="pg2234">
              <a:extLst>
                <a:ext uri="{FF2B5EF4-FFF2-40B4-BE49-F238E27FC236}">
                  <a16:creationId xmlns:a16="http://schemas.microsoft.com/office/drawing/2014/main" id="{3F10671E-CF7C-C283-8108-2BE5565A7997}"/>
                </a:ext>
              </a:extLst>
            </p:cNvPr>
            <p:cNvSpPr/>
            <p:nvPr/>
          </p:nvSpPr>
          <p:spPr>
            <a:xfrm>
              <a:off x="4554640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80" name="pg2235">
              <a:extLst>
                <a:ext uri="{FF2B5EF4-FFF2-40B4-BE49-F238E27FC236}">
                  <a16:creationId xmlns:a16="http://schemas.microsoft.com/office/drawing/2014/main" id="{4C00369A-5F24-00F0-2D6C-9E924B8A3BA2}"/>
                </a:ext>
              </a:extLst>
            </p:cNvPr>
            <p:cNvSpPr/>
            <p:nvPr/>
          </p:nvSpPr>
          <p:spPr>
            <a:xfrm>
              <a:off x="4566278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81" name="pg2236">
              <a:extLst>
                <a:ext uri="{FF2B5EF4-FFF2-40B4-BE49-F238E27FC236}">
                  <a16:creationId xmlns:a16="http://schemas.microsoft.com/office/drawing/2014/main" id="{34857900-883F-C48E-A255-059DB0C8E9F4}"/>
                </a:ext>
              </a:extLst>
            </p:cNvPr>
            <p:cNvSpPr/>
            <p:nvPr/>
          </p:nvSpPr>
          <p:spPr>
            <a:xfrm>
              <a:off x="4577915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82" name="pg2237">
              <a:extLst>
                <a:ext uri="{FF2B5EF4-FFF2-40B4-BE49-F238E27FC236}">
                  <a16:creationId xmlns:a16="http://schemas.microsoft.com/office/drawing/2014/main" id="{696262A5-8928-EE73-345D-C8E68557413D}"/>
                </a:ext>
              </a:extLst>
            </p:cNvPr>
            <p:cNvSpPr/>
            <p:nvPr/>
          </p:nvSpPr>
          <p:spPr>
            <a:xfrm>
              <a:off x="385640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83" name="pg2238">
              <a:extLst>
                <a:ext uri="{FF2B5EF4-FFF2-40B4-BE49-F238E27FC236}">
                  <a16:creationId xmlns:a16="http://schemas.microsoft.com/office/drawing/2014/main" id="{6910BDFB-56E0-767E-A83B-0460C0794765}"/>
                </a:ext>
              </a:extLst>
            </p:cNvPr>
            <p:cNvSpPr/>
            <p:nvPr/>
          </p:nvSpPr>
          <p:spPr>
            <a:xfrm>
              <a:off x="386803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84" name="pg2239">
              <a:extLst>
                <a:ext uri="{FF2B5EF4-FFF2-40B4-BE49-F238E27FC236}">
                  <a16:creationId xmlns:a16="http://schemas.microsoft.com/office/drawing/2014/main" id="{5A9B27AC-EDE2-4D2A-3F5A-98715E4136B2}"/>
                </a:ext>
              </a:extLst>
            </p:cNvPr>
            <p:cNvSpPr/>
            <p:nvPr/>
          </p:nvSpPr>
          <p:spPr>
            <a:xfrm>
              <a:off x="3879675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85" name="pg2240">
              <a:extLst>
                <a:ext uri="{FF2B5EF4-FFF2-40B4-BE49-F238E27FC236}">
                  <a16:creationId xmlns:a16="http://schemas.microsoft.com/office/drawing/2014/main" id="{AE43B9F2-813A-458E-CBE3-1DEDD7A47E01}"/>
                </a:ext>
              </a:extLst>
            </p:cNvPr>
            <p:cNvSpPr/>
            <p:nvPr/>
          </p:nvSpPr>
          <p:spPr>
            <a:xfrm>
              <a:off x="3891312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86" name="pg2241">
              <a:extLst>
                <a:ext uri="{FF2B5EF4-FFF2-40B4-BE49-F238E27FC236}">
                  <a16:creationId xmlns:a16="http://schemas.microsoft.com/office/drawing/2014/main" id="{4CF7E15F-6338-A769-8727-4C186C9A0233}"/>
                </a:ext>
              </a:extLst>
            </p:cNvPr>
            <p:cNvSpPr/>
            <p:nvPr/>
          </p:nvSpPr>
          <p:spPr>
            <a:xfrm>
              <a:off x="390295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87" name="pg2242">
              <a:extLst>
                <a:ext uri="{FF2B5EF4-FFF2-40B4-BE49-F238E27FC236}">
                  <a16:creationId xmlns:a16="http://schemas.microsoft.com/office/drawing/2014/main" id="{B03385CE-6F32-0A2B-95E0-542C3540A299}"/>
                </a:ext>
              </a:extLst>
            </p:cNvPr>
            <p:cNvSpPr/>
            <p:nvPr/>
          </p:nvSpPr>
          <p:spPr>
            <a:xfrm>
              <a:off x="3949499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88" name="pg2243">
              <a:extLst>
                <a:ext uri="{FF2B5EF4-FFF2-40B4-BE49-F238E27FC236}">
                  <a16:creationId xmlns:a16="http://schemas.microsoft.com/office/drawing/2014/main" id="{BB07C95C-F990-E442-9137-A922250E68EC}"/>
                </a:ext>
              </a:extLst>
            </p:cNvPr>
            <p:cNvSpPr/>
            <p:nvPr/>
          </p:nvSpPr>
          <p:spPr>
            <a:xfrm>
              <a:off x="3961136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89" name="pg2244">
              <a:extLst>
                <a:ext uri="{FF2B5EF4-FFF2-40B4-BE49-F238E27FC236}">
                  <a16:creationId xmlns:a16="http://schemas.microsoft.com/office/drawing/2014/main" id="{B83F7E7E-FF10-D88C-D83F-CEBEB362FF2D}"/>
                </a:ext>
              </a:extLst>
            </p:cNvPr>
            <p:cNvSpPr/>
            <p:nvPr/>
          </p:nvSpPr>
          <p:spPr>
            <a:xfrm>
              <a:off x="3972774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90" name="pg2245">
              <a:extLst>
                <a:ext uri="{FF2B5EF4-FFF2-40B4-BE49-F238E27FC236}">
                  <a16:creationId xmlns:a16="http://schemas.microsoft.com/office/drawing/2014/main" id="{A4E1C0F3-BD94-CDDF-4E2F-525BDF76B8D7}"/>
                </a:ext>
              </a:extLst>
            </p:cNvPr>
            <p:cNvSpPr/>
            <p:nvPr/>
          </p:nvSpPr>
          <p:spPr>
            <a:xfrm>
              <a:off x="3984411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91" name="pg2246">
              <a:extLst>
                <a:ext uri="{FF2B5EF4-FFF2-40B4-BE49-F238E27FC236}">
                  <a16:creationId xmlns:a16="http://schemas.microsoft.com/office/drawing/2014/main" id="{F6C758E9-6F6D-9CED-9A60-BE2243FBE84A}"/>
                </a:ext>
              </a:extLst>
            </p:cNvPr>
            <p:cNvSpPr/>
            <p:nvPr/>
          </p:nvSpPr>
          <p:spPr>
            <a:xfrm>
              <a:off x="399604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92" name="pg2247">
              <a:extLst>
                <a:ext uri="{FF2B5EF4-FFF2-40B4-BE49-F238E27FC236}">
                  <a16:creationId xmlns:a16="http://schemas.microsoft.com/office/drawing/2014/main" id="{6830B0DD-0E04-53D3-506E-D4F34BA9DFAE}"/>
                </a:ext>
              </a:extLst>
            </p:cNvPr>
            <p:cNvSpPr/>
            <p:nvPr/>
          </p:nvSpPr>
          <p:spPr>
            <a:xfrm>
              <a:off x="4543003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93" name="pg2248">
              <a:extLst>
                <a:ext uri="{FF2B5EF4-FFF2-40B4-BE49-F238E27FC236}">
                  <a16:creationId xmlns:a16="http://schemas.microsoft.com/office/drawing/2014/main" id="{F505A63F-4980-3641-C045-556ED9739B9A}"/>
                </a:ext>
              </a:extLst>
            </p:cNvPr>
            <p:cNvSpPr/>
            <p:nvPr/>
          </p:nvSpPr>
          <p:spPr>
            <a:xfrm>
              <a:off x="455464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94" name="pg2249">
              <a:extLst>
                <a:ext uri="{FF2B5EF4-FFF2-40B4-BE49-F238E27FC236}">
                  <a16:creationId xmlns:a16="http://schemas.microsoft.com/office/drawing/2014/main" id="{584C2CF1-583E-BA08-637F-B8A38ECBC998}"/>
                </a:ext>
              </a:extLst>
            </p:cNvPr>
            <p:cNvSpPr/>
            <p:nvPr/>
          </p:nvSpPr>
          <p:spPr>
            <a:xfrm>
              <a:off x="456627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95" name="pg2250">
              <a:extLst>
                <a:ext uri="{FF2B5EF4-FFF2-40B4-BE49-F238E27FC236}">
                  <a16:creationId xmlns:a16="http://schemas.microsoft.com/office/drawing/2014/main" id="{47E4BA7D-FA5A-AB6D-B941-DA87C124DC1F}"/>
                </a:ext>
              </a:extLst>
            </p:cNvPr>
            <p:cNvSpPr/>
            <p:nvPr/>
          </p:nvSpPr>
          <p:spPr>
            <a:xfrm>
              <a:off x="4577915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96" name="pg2251">
              <a:extLst>
                <a:ext uri="{FF2B5EF4-FFF2-40B4-BE49-F238E27FC236}">
                  <a16:creationId xmlns:a16="http://schemas.microsoft.com/office/drawing/2014/main" id="{E103D09B-7AD7-12C9-AFE8-1AF7E3BF11F0}"/>
                </a:ext>
              </a:extLst>
            </p:cNvPr>
            <p:cNvSpPr/>
            <p:nvPr/>
          </p:nvSpPr>
          <p:spPr>
            <a:xfrm>
              <a:off x="4589552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97" name="pg2252">
              <a:extLst>
                <a:ext uri="{FF2B5EF4-FFF2-40B4-BE49-F238E27FC236}">
                  <a16:creationId xmlns:a16="http://schemas.microsoft.com/office/drawing/2014/main" id="{07BF5C2F-5166-5DA0-5D9D-22F64CEFBE70}"/>
                </a:ext>
              </a:extLst>
            </p:cNvPr>
            <p:cNvSpPr/>
            <p:nvPr/>
          </p:nvSpPr>
          <p:spPr>
            <a:xfrm>
              <a:off x="3774939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98" name="pg2253">
              <a:extLst>
                <a:ext uri="{FF2B5EF4-FFF2-40B4-BE49-F238E27FC236}">
                  <a16:creationId xmlns:a16="http://schemas.microsoft.com/office/drawing/2014/main" id="{0F799D48-5696-D5CA-DF97-32F5CEE24B82}"/>
                </a:ext>
              </a:extLst>
            </p:cNvPr>
            <p:cNvSpPr/>
            <p:nvPr/>
          </p:nvSpPr>
          <p:spPr>
            <a:xfrm>
              <a:off x="378657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99" name="pg2254">
              <a:extLst>
                <a:ext uri="{FF2B5EF4-FFF2-40B4-BE49-F238E27FC236}">
                  <a16:creationId xmlns:a16="http://schemas.microsoft.com/office/drawing/2014/main" id="{ACD409AB-9D98-361D-6BD9-EA08C10EB0C1}"/>
                </a:ext>
              </a:extLst>
            </p:cNvPr>
            <p:cNvSpPr/>
            <p:nvPr/>
          </p:nvSpPr>
          <p:spPr>
            <a:xfrm>
              <a:off x="384476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00" name="pg2255">
              <a:extLst>
                <a:ext uri="{FF2B5EF4-FFF2-40B4-BE49-F238E27FC236}">
                  <a16:creationId xmlns:a16="http://schemas.microsoft.com/office/drawing/2014/main" id="{A1E945FF-7CF5-67E1-988B-E91D48944E39}"/>
                </a:ext>
              </a:extLst>
            </p:cNvPr>
            <p:cNvSpPr/>
            <p:nvPr/>
          </p:nvSpPr>
          <p:spPr>
            <a:xfrm>
              <a:off x="385640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01" name="pg2256">
              <a:extLst>
                <a:ext uri="{FF2B5EF4-FFF2-40B4-BE49-F238E27FC236}">
                  <a16:creationId xmlns:a16="http://schemas.microsoft.com/office/drawing/2014/main" id="{0B1C249F-E099-4710-9113-A50220EB8543}"/>
                </a:ext>
              </a:extLst>
            </p:cNvPr>
            <p:cNvSpPr/>
            <p:nvPr/>
          </p:nvSpPr>
          <p:spPr>
            <a:xfrm>
              <a:off x="386803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02" name="pg2257">
              <a:extLst>
                <a:ext uri="{FF2B5EF4-FFF2-40B4-BE49-F238E27FC236}">
                  <a16:creationId xmlns:a16="http://schemas.microsoft.com/office/drawing/2014/main" id="{91D4AD14-8BE7-7992-2D2C-43D8D0775E9B}"/>
                </a:ext>
              </a:extLst>
            </p:cNvPr>
            <p:cNvSpPr/>
            <p:nvPr/>
          </p:nvSpPr>
          <p:spPr>
            <a:xfrm>
              <a:off x="387967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03" name="pg2258">
              <a:extLst>
                <a:ext uri="{FF2B5EF4-FFF2-40B4-BE49-F238E27FC236}">
                  <a16:creationId xmlns:a16="http://schemas.microsoft.com/office/drawing/2014/main" id="{2982AC03-4398-95B8-8638-E69EB54841A2}"/>
                </a:ext>
              </a:extLst>
            </p:cNvPr>
            <p:cNvSpPr/>
            <p:nvPr/>
          </p:nvSpPr>
          <p:spPr>
            <a:xfrm>
              <a:off x="389131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04" name="pg2259">
              <a:extLst>
                <a:ext uri="{FF2B5EF4-FFF2-40B4-BE49-F238E27FC236}">
                  <a16:creationId xmlns:a16="http://schemas.microsoft.com/office/drawing/2014/main" id="{A4F9313A-6247-10AB-3338-23C240735E9A}"/>
                </a:ext>
              </a:extLst>
            </p:cNvPr>
            <p:cNvSpPr/>
            <p:nvPr/>
          </p:nvSpPr>
          <p:spPr>
            <a:xfrm>
              <a:off x="390295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05" name="pg2260">
              <a:extLst>
                <a:ext uri="{FF2B5EF4-FFF2-40B4-BE49-F238E27FC236}">
                  <a16:creationId xmlns:a16="http://schemas.microsoft.com/office/drawing/2014/main" id="{540E6FC5-D33B-B4B2-90E6-2D1E7DB857D7}"/>
                </a:ext>
              </a:extLst>
            </p:cNvPr>
            <p:cNvSpPr/>
            <p:nvPr/>
          </p:nvSpPr>
          <p:spPr>
            <a:xfrm>
              <a:off x="3949499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06" name="pg2261">
              <a:extLst>
                <a:ext uri="{FF2B5EF4-FFF2-40B4-BE49-F238E27FC236}">
                  <a16:creationId xmlns:a16="http://schemas.microsoft.com/office/drawing/2014/main" id="{A3957BBE-EE48-BC8B-A85C-9B01559968A1}"/>
                </a:ext>
              </a:extLst>
            </p:cNvPr>
            <p:cNvSpPr/>
            <p:nvPr/>
          </p:nvSpPr>
          <p:spPr>
            <a:xfrm>
              <a:off x="396113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07" name="pg2262">
              <a:extLst>
                <a:ext uri="{FF2B5EF4-FFF2-40B4-BE49-F238E27FC236}">
                  <a16:creationId xmlns:a16="http://schemas.microsoft.com/office/drawing/2014/main" id="{167A094A-BA68-6E24-CA75-6E4A96FCAFB8}"/>
                </a:ext>
              </a:extLst>
            </p:cNvPr>
            <p:cNvSpPr/>
            <p:nvPr/>
          </p:nvSpPr>
          <p:spPr>
            <a:xfrm>
              <a:off x="3972774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08" name="pg2263">
              <a:extLst>
                <a:ext uri="{FF2B5EF4-FFF2-40B4-BE49-F238E27FC236}">
                  <a16:creationId xmlns:a16="http://schemas.microsoft.com/office/drawing/2014/main" id="{0FA34CC2-D4A2-6422-78EA-B4DF0D0A9257}"/>
                </a:ext>
              </a:extLst>
            </p:cNvPr>
            <p:cNvSpPr/>
            <p:nvPr/>
          </p:nvSpPr>
          <p:spPr>
            <a:xfrm>
              <a:off x="3984411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09" name="pg2264">
              <a:extLst>
                <a:ext uri="{FF2B5EF4-FFF2-40B4-BE49-F238E27FC236}">
                  <a16:creationId xmlns:a16="http://schemas.microsoft.com/office/drawing/2014/main" id="{A2AA29D7-1F39-4D8D-66DF-09C436CE683A}"/>
                </a:ext>
              </a:extLst>
            </p:cNvPr>
            <p:cNvSpPr/>
            <p:nvPr/>
          </p:nvSpPr>
          <p:spPr>
            <a:xfrm>
              <a:off x="399604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10" name="pg2265">
              <a:extLst>
                <a:ext uri="{FF2B5EF4-FFF2-40B4-BE49-F238E27FC236}">
                  <a16:creationId xmlns:a16="http://schemas.microsoft.com/office/drawing/2014/main" id="{A4018AB1-629C-BF99-C6EE-103A9700A5B6}"/>
                </a:ext>
              </a:extLst>
            </p:cNvPr>
            <p:cNvSpPr/>
            <p:nvPr/>
          </p:nvSpPr>
          <p:spPr>
            <a:xfrm>
              <a:off x="400768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11" name="pg2266">
              <a:extLst>
                <a:ext uri="{FF2B5EF4-FFF2-40B4-BE49-F238E27FC236}">
                  <a16:creationId xmlns:a16="http://schemas.microsoft.com/office/drawing/2014/main" id="{DBEFB7EF-5ECA-F9C0-21B1-F32A31661F00}"/>
                </a:ext>
              </a:extLst>
            </p:cNvPr>
            <p:cNvSpPr/>
            <p:nvPr/>
          </p:nvSpPr>
          <p:spPr>
            <a:xfrm>
              <a:off x="401932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12" name="pg2267">
              <a:extLst>
                <a:ext uri="{FF2B5EF4-FFF2-40B4-BE49-F238E27FC236}">
                  <a16:creationId xmlns:a16="http://schemas.microsoft.com/office/drawing/2014/main" id="{705AFA6B-A2C1-8DF6-E0CB-1FB305B272D6}"/>
                </a:ext>
              </a:extLst>
            </p:cNvPr>
            <p:cNvSpPr/>
            <p:nvPr/>
          </p:nvSpPr>
          <p:spPr>
            <a:xfrm>
              <a:off x="403096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13" name="pg2268">
              <a:extLst>
                <a:ext uri="{FF2B5EF4-FFF2-40B4-BE49-F238E27FC236}">
                  <a16:creationId xmlns:a16="http://schemas.microsoft.com/office/drawing/2014/main" id="{32B5B8D5-4EC0-DC36-B182-3AA5D9632606}"/>
                </a:ext>
              </a:extLst>
            </p:cNvPr>
            <p:cNvSpPr/>
            <p:nvPr/>
          </p:nvSpPr>
          <p:spPr>
            <a:xfrm>
              <a:off x="404259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14" name="pg2269">
              <a:extLst>
                <a:ext uri="{FF2B5EF4-FFF2-40B4-BE49-F238E27FC236}">
                  <a16:creationId xmlns:a16="http://schemas.microsoft.com/office/drawing/2014/main" id="{9501318A-47C1-0261-0B02-C468228ED7D3}"/>
                </a:ext>
              </a:extLst>
            </p:cNvPr>
            <p:cNvSpPr/>
            <p:nvPr/>
          </p:nvSpPr>
          <p:spPr>
            <a:xfrm>
              <a:off x="405423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15" name="pg2270">
              <a:extLst>
                <a:ext uri="{FF2B5EF4-FFF2-40B4-BE49-F238E27FC236}">
                  <a16:creationId xmlns:a16="http://schemas.microsoft.com/office/drawing/2014/main" id="{B04C8C04-8F9A-DC3F-7746-3D30721A53DF}"/>
                </a:ext>
              </a:extLst>
            </p:cNvPr>
            <p:cNvSpPr/>
            <p:nvPr/>
          </p:nvSpPr>
          <p:spPr>
            <a:xfrm>
              <a:off x="406587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16" name="pg2271">
              <a:extLst>
                <a:ext uri="{FF2B5EF4-FFF2-40B4-BE49-F238E27FC236}">
                  <a16:creationId xmlns:a16="http://schemas.microsoft.com/office/drawing/2014/main" id="{28B6FC5A-2395-CCD6-621B-9D5C7E4E0BE0}"/>
                </a:ext>
              </a:extLst>
            </p:cNvPr>
            <p:cNvSpPr/>
            <p:nvPr/>
          </p:nvSpPr>
          <p:spPr>
            <a:xfrm>
              <a:off x="407751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17" name="pg2272">
              <a:extLst>
                <a:ext uri="{FF2B5EF4-FFF2-40B4-BE49-F238E27FC236}">
                  <a16:creationId xmlns:a16="http://schemas.microsoft.com/office/drawing/2014/main" id="{63048120-718C-43EF-B35C-445758997052}"/>
                </a:ext>
              </a:extLst>
            </p:cNvPr>
            <p:cNvSpPr/>
            <p:nvPr/>
          </p:nvSpPr>
          <p:spPr>
            <a:xfrm>
              <a:off x="454300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18" name="pg2273">
              <a:extLst>
                <a:ext uri="{FF2B5EF4-FFF2-40B4-BE49-F238E27FC236}">
                  <a16:creationId xmlns:a16="http://schemas.microsoft.com/office/drawing/2014/main" id="{5F75BDC0-F360-44D0-6EC5-21A998D540EA}"/>
                </a:ext>
              </a:extLst>
            </p:cNvPr>
            <p:cNvSpPr/>
            <p:nvPr/>
          </p:nvSpPr>
          <p:spPr>
            <a:xfrm>
              <a:off x="455464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19" name="pg2274">
              <a:extLst>
                <a:ext uri="{FF2B5EF4-FFF2-40B4-BE49-F238E27FC236}">
                  <a16:creationId xmlns:a16="http://schemas.microsoft.com/office/drawing/2014/main" id="{A28A7457-6B67-65C7-9FC5-BE9DFA10815A}"/>
                </a:ext>
              </a:extLst>
            </p:cNvPr>
            <p:cNvSpPr/>
            <p:nvPr/>
          </p:nvSpPr>
          <p:spPr>
            <a:xfrm>
              <a:off x="456627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20" name="pg2275">
              <a:extLst>
                <a:ext uri="{FF2B5EF4-FFF2-40B4-BE49-F238E27FC236}">
                  <a16:creationId xmlns:a16="http://schemas.microsoft.com/office/drawing/2014/main" id="{765C4DAC-5F92-75AD-4DD9-0E86982C8FBB}"/>
                </a:ext>
              </a:extLst>
            </p:cNvPr>
            <p:cNvSpPr/>
            <p:nvPr/>
          </p:nvSpPr>
          <p:spPr>
            <a:xfrm>
              <a:off x="457791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21" name="pg2276">
              <a:extLst>
                <a:ext uri="{FF2B5EF4-FFF2-40B4-BE49-F238E27FC236}">
                  <a16:creationId xmlns:a16="http://schemas.microsoft.com/office/drawing/2014/main" id="{B57891C3-9C9A-72D2-34D3-927312EE276B}"/>
                </a:ext>
              </a:extLst>
            </p:cNvPr>
            <p:cNvSpPr/>
            <p:nvPr/>
          </p:nvSpPr>
          <p:spPr>
            <a:xfrm>
              <a:off x="458955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22" name="pg2277">
              <a:extLst>
                <a:ext uri="{FF2B5EF4-FFF2-40B4-BE49-F238E27FC236}">
                  <a16:creationId xmlns:a16="http://schemas.microsoft.com/office/drawing/2014/main" id="{DE659CA7-427C-F25A-DAAA-52EFEE840D8C}"/>
                </a:ext>
              </a:extLst>
            </p:cNvPr>
            <p:cNvSpPr/>
            <p:nvPr/>
          </p:nvSpPr>
          <p:spPr>
            <a:xfrm>
              <a:off x="362365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23" name="pg2278">
              <a:extLst>
                <a:ext uri="{FF2B5EF4-FFF2-40B4-BE49-F238E27FC236}">
                  <a16:creationId xmlns:a16="http://schemas.microsoft.com/office/drawing/2014/main" id="{45FEA297-2A71-B9DE-6CAF-0E461655DB8D}"/>
                </a:ext>
              </a:extLst>
            </p:cNvPr>
            <p:cNvSpPr/>
            <p:nvPr/>
          </p:nvSpPr>
          <p:spPr>
            <a:xfrm>
              <a:off x="363529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24" name="pg2279">
              <a:extLst>
                <a:ext uri="{FF2B5EF4-FFF2-40B4-BE49-F238E27FC236}">
                  <a16:creationId xmlns:a16="http://schemas.microsoft.com/office/drawing/2014/main" id="{A8550AA2-1CA4-8A3E-3C11-6C91D5A2EB35}"/>
                </a:ext>
              </a:extLst>
            </p:cNvPr>
            <p:cNvSpPr/>
            <p:nvPr/>
          </p:nvSpPr>
          <p:spPr>
            <a:xfrm>
              <a:off x="364692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25" name="pg2280">
              <a:extLst>
                <a:ext uri="{FF2B5EF4-FFF2-40B4-BE49-F238E27FC236}">
                  <a16:creationId xmlns:a16="http://schemas.microsoft.com/office/drawing/2014/main" id="{E5B85E78-7C91-F495-0B18-871CF9DB4EFE}"/>
                </a:ext>
              </a:extLst>
            </p:cNvPr>
            <p:cNvSpPr/>
            <p:nvPr/>
          </p:nvSpPr>
          <p:spPr>
            <a:xfrm>
              <a:off x="365856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26" name="pg2281">
              <a:extLst>
                <a:ext uri="{FF2B5EF4-FFF2-40B4-BE49-F238E27FC236}">
                  <a16:creationId xmlns:a16="http://schemas.microsoft.com/office/drawing/2014/main" id="{2279FEE6-43D1-70E4-7CB3-B56F6C46F1A6}"/>
                </a:ext>
              </a:extLst>
            </p:cNvPr>
            <p:cNvSpPr/>
            <p:nvPr/>
          </p:nvSpPr>
          <p:spPr>
            <a:xfrm>
              <a:off x="367020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27" name="pg2282">
              <a:extLst>
                <a:ext uri="{FF2B5EF4-FFF2-40B4-BE49-F238E27FC236}">
                  <a16:creationId xmlns:a16="http://schemas.microsoft.com/office/drawing/2014/main" id="{855FAE55-8D51-C3EC-8B1C-748B30CC54B2}"/>
                </a:ext>
              </a:extLst>
            </p:cNvPr>
            <p:cNvSpPr/>
            <p:nvPr/>
          </p:nvSpPr>
          <p:spPr>
            <a:xfrm>
              <a:off x="372839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28" name="pg2283">
              <a:extLst>
                <a:ext uri="{FF2B5EF4-FFF2-40B4-BE49-F238E27FC236}">
                  <a16:creationId xmlns:a16="http://schemas.microsoft.com/office/drawing/2014/main" id="{40E5B8F9-46DD-9F9B-EBF7-539D21F07800}"/>
                </a:ext>
              </a:extLst>
            </p:cNvPr>
            <p:cNvSpPr/>
            <p:nvPr/>
          </p:nvSpPr>
          <p:spPr>
            <a:xfrm>
              <a:off x="374002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29" name="pg2284">
              <a:extLst>
                <a:ext uri="{FF2B5EF4-FFF2-40B4-BE49-F238E27FC236}">
                  <a16:creationId xmlns:a16="http://schemas.microsoft.com/office/drawing/2014/main" id="{7CF25786-0DCE-0F7E-C430-4C5640743C38}"/>
                </a:ext>
              </a:extLst>
            </p:cNvPr>
            <p:cNvSpPr/>
            <p:nvPr/>
          </p:nvSpPr>
          <p:spPr>
            <a:xfrm>
              <a:off x="375166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30" name="pg2285">
              <a:extLst>
                <a:ext uri="{FF2B5EF4-FFF2-40B4-BE49-F238E27FC236}">
                  <a16:creationId xmlns:a16="http://schemas.microsoft.com/office/drawing/2014/main" id="{8E5E9AB9-84E9-714F-84E7-20809522971D}"/>
                </a:ext>
              </a:extLst>
            </p:cNvPr>
            <p:cNvSpPr/>
            <p:nvPr/>
          </p:nvSpPr>
          <p:spPr>
            <a:xfrm>
              <a:off x="376330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31" name="pg2286">
              <a:extLst>
                <a:ext uri="{FF2B5EF4-FFF2-40B4-BE49-F238E27FC236}">
                  <a16:creationId xmlns:a16="http://schemas.microsoft.com/office/drawing/2014/main" id="{46EDA30B-ABA8-6787-7237-971167F7467A}"/>
                </a:ext>
              </a:extLst>
            </p:cNvPr>
            <p:cNvSpPr/>
            <p:nvPr/>
          </p:nvSpPr>
          <p:spPr>
            <a:xfrm>
              <a:off x="377493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32" name="pg2287">
              <a:extLst>
                <a:ext uri="{FF2B5EF4-FFF2-40B4-BE49-F238E27FC236}">
                  <a16:creationId xmlns:a16="http://schemas.microsoft.com/office/drawing/2014/main" id="{49019605-784B-7D4A-3937-B726D809CB32}"/>
                </a:ext>
              </a:extLst>
            </p:cNvPr>
            <p:cNvSpPr/>
            <p:nvPr/>
          </p:nvSpPr>
          <p:spPr>
            <a:xfrm>
              <a:off x="378657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33" name="pg2288">
              <a:extLst>
                <a:ext uri="{FF2B5EF4-FFF2-40B4-BE49-F238E27FC236}">
                  <a16:creationId xmlns:a16="http://schemas.microsoft.com/office/drawing/2014/main" id="{D3232F68-DBF8-8119-91B1-03EF79ED1346}"/>
                </a:ext>
              </a:extLst>
            </p:cNvPr>
            <p:cNvSpPr/>
            <p:nvPr/>
          </p:nvSpPr>
          <p:spPr>
            <a:xfrm>
              <a:off x="379821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34" name="pg2289">
              <a:extLst>
                <a:ext uri="{FF2B5EF4-FFF2-40B4-BE49-F238E27FC236}">
                  <a16:creationId xmlns:a16="http://schemas.microsoft.com/office/drawing/2014/main" id="{3D85E58F-9D7F-6C23-D44F-4B73EA150463}"/>
                </a:ext>
              </a:extLst>
            </p:cNvPr>
            <p:cNvSpPr/>
            <p:nvPr/>
          </p:nvSpPr>
          <p:spPr>
            <a:xfrm>
              <a:off x="380985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35" name="pg2290">
              <a:extLst>
                <a:ext uri="{FF2B5EF4-FFF2-40B4-BE49-F238E27FC236}">
                  <a16:creationId xmlns:a16="http://schemas.microsoft.com/office/drawing/2014/main" id="{438EF317-7F54-D288-B12E-8A9037261B1D}"/>
                </a:ext>
              </a:extLst>
            </p:cNvPr>
            <p:cNvSpPr/>
            <p:nvPr/>
          </p:nvSpPr>
          <p:spPr>
            <a:xfrm>
              <a:off x="382148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36" name="pg2291">
              <a:extLst>
                <a:ext uri="{FF2B5EF4-FFF2-40B4-BE49-F238E27FC236}">
                  <a16:creationId xmlns:a16="http://schemas.microsoft.com/office/drawing/2014/main" id="{8EF6F674-1FD2-0619-B7D5-877CF6B7C354}"/>
                </a:ext>
              </a:extLst>
            </p:cNvPr>
            <p:cNvSpPr/>
            <p:nvPr/>
          </p:nvSpPr>
          <p:spPr>
            <a:xfrm>
              <a:off x="383312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37" name="pg2292">
              <a:extLst>
                <a:ext uri="{FF2B5EF4-FFF2-40B4-BE49-F238E27FC236}">
                  <a16:creationId xmlns:a16="http://schemas.microsoft.com/office/drawing/2014/main" id="{813A5A3A-2351-52AB-3045-40FD231DC642}"/>
                </a:ext>
              </a:extLst>
            </p:cNvPr>
            <p:cNvSpPr/>
            <p:nvPr/>
          </p:nvSpPr>
          <p:spPr>
            <a:xfrm>
              <a:off x="384476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38" name="pg2293">
              <a:extLst>
                <a:ext uri="{FF2B5EF4-FFF2-40B4-BE49-F238E27FC236}">
                  <a16:creationId xmlns:a16="http://schemas.microsoft.com/office/drawing/2014/main" id="{E8EB2EEE-90B0-1246-A0A2-66A8224BBC9C}"/>
                </a:ext>
              </a:extLst>
            </p:cNvPr>
            <p:cNvSpPr/>
            <p:nvPr/>
          </p:nvSpPr>
          <p:spPr>
            <a:xfrm>
              <a:off x="385640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39" name="pg2294">
              <a:extLst>
                <a:ext uri="{FF2B5EF4-FFF2-40B4-BE49-F238E27FC236}">
                  <a16:creationId xmlns:a16="http://schemas.microsoft.com/office/drawing/2014/main" id="{3247680D-48D4-5B83-4839-4D325A151A8A}"/>
                </a:ext>
              </a:extLst>
            </p:cNvPr>
            <p:cNvSpPr/>
            <p:nvPr/>
          </p:nvSpPr>
          <p:spPr>
            <a:xfrm>
              <a:off x="386803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40" name="pg2295">
              <a:extLst>
                <a:ext uri="{FF2B5EF4-FFF2-40B4-BE49-F238E27FC236}">
                  <a16:creationId xmlns:a16="http://schemas.microsoft.com/office/drawing/2014/main" id="{3210CD39-6614-4651-03E3-56DA9097D212}"/>
                </a:ext>
              </a:extLst>
            </p:cNvPr>
            <p:cNvSpPr/>
            <p:nvPr/>
          </p:nvSpPr>
          <p:spPr>
            <a:xfrm>
              <a:off x="387967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41" name="pg2296">
              <a:extLst>
                <a:ext uri="{FF2B5EF4-FFF2-40B4-BE49-F238E27FC236}">
                  <a16:creationId xmlns:a16="http://schemas.microsoft.com/office/drawing/2014/main" id="{7A6A7216-FB12-DDD2-C2A6-F6272E8D9755}"/>
                </a:ext>
              </a:extLst>
            </p:cNvPr>
            <p:cNvSpPr/>
            <p:nvPr/>
          </p:nvSpPr>
          <p:spPr>
            <a:xfrm>
              <a:off x="389131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42" name="pg2297">
              <a:extLst>
                <a:ext uri="{FF2B5EF4-FFF2-40B4-BE49-F238E27FC236}">
                  <a16:creationId xmlns:a16="http://schemas.microsoft.com/office/drawing/2014/main" id="{F4DFBF8F-94BA-A307-5B3C-AD136B5871C2}"/>
                </a:ext>
              </a:extLst>
            </p:cNvPr>
            <p:cNvSpPr/>
            <p:nvPr/>
          </p:nvSpPr>
          <p:spPr>
            <a:xfrm>
              <a:off x="390295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43" name="pg2298">
              <a:extLst>
                <a:ext uri="{FF2B5EF4-FFF2-40B4-BE49-F238E27FC236}">
                  <a16:creationId xmlns:a16="http://schemas.microsoft.com/office/drawing/2014/main" id="{B17FB031-7785-5B01-3BAE-38B03BFEC825}"/>
                </a:ext>
              </a:extLst>
            </p:cNvPr>
            <p:cNvSpPr/>
            <p:nvPr/>
          </p:nvSpPr>
          <p:spPr>
            <a:xfrm>
              <a:off x="391458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44" name="pg2299">
              <a:extLst>
                <a:ext uri="{FF2B5EF4-FFF2-40B4-BE49-F238E27FC236}">
                  <a16:creationId xmlns:a16="http://schemas.microsoft.com/office/drawing/2014/main" id="{AA928E07-8A55-A829-8E45-7D4ECFACAF5D}"/>
                </a:ext>
              </a:extLst>
            </p:cNvPr>
            <p:cNvSpPr/>
            <p:nvPr/>
          </p:nvSpPr>
          <p:spPr>
            <a:xfrm>
              <a:off x="392622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45" name="pg2300">
              <a:extLst>
                <a:ext uri="{FF2B5EF4-FFF2-40B4-BE49-F238E27FC236}">
                  <a16:creationId xmlns:a16="http://schemas.microsoft.com/office/drawing/2014/main" id="{6D1A2CB8-B1C4-39CB-FE72-B319D774757C}"/>
                </a:ext>
              </a:extLst>
            </p:cNvPr>
            <p:cNvSpPr/>
            <p:nvPr/>
          </p:nvSpPr>
          <p:spPr>
            <a:xfrm>
              <a:off x="393786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46" name="pg2301">
              <a:extLst>
                <a:ext uri="{FF2B5EF4-FFF2-40B4-BE49-F238E27FC236}">
                  <a16:creationId xmlns:a16="http://schemas.microsoft.com/office/drawing/2014/main" id="{A21CDAB2-A25F-CBA3-DCCA-3D061EC7D929}"/>
                </a:ext>
              </a:extLst>
            </p:cNvPr>
            <p:cNvSpPr/>
            <p:nvPr/>
          </p:nvSpPr>
          <p:spPr>
            <a:xfrm>
              <a:off x="394949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1AF">
                <a:alpha val="100000"/>
              </a:srgbClr>
            </a:solidFill>
            <a:ln w="5420" cap="flat">
              <a:solidFill>
                <a:srgbClr val="69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47" name="pg2302">
              <a:extLst>
                <a:ext uri="{FF2B5EF4-FFF2-40B4-BE49-F238E27FC236}">
                  <a16:creationId xmlns:a16="http://schemas.microsoft.com/office/drawing/2014/main" id="{6DA7AF7F-7F18-5601-B0FE-427DADEDFA10}"/>
                </a:ext>
              </a:extLst>
            </p:cNvPr>
            <p:cNvSpPr/>
            <p:nvPr/>
          </p:nvSpPr>
          <p:spPr>
            <a:xfrm>
              <a:off x="396113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48" name="pg2303">
              <a:extLst>
                <a:ext uri="{FF2B5EF4-FFF2-40B4-BE49-F238E27FC236}">
                  <a16:creationId xmlns:a16="http://schemas.microsoft.com/office/drawing/2014/main" id="{3F0C4FD8-FD08-1596-E3B9-D56275181846}"/>
                </a:ext>
              </a:extLst>
            </p:cNvPr>
            <p:cNvSpPr/>
            <p:nvPr/>
          </p:nvSpPr>
          <p:spPr>
            <a:xfrm>
              <a:off x="397277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49" name="pg2304">
              <a:extLst>
                <a:ext uri="{FF2B5EF4-FFF2-40B4-BE49-F238E27FC236}">
                  <a16:creationId xmlns:a16="http://schemas.microsoft.com/office/drawing/2014/main" id="{4E9053A3-8E47-109B-4E33-3119E5B87DBC}"/>
                </a:ext>
              </a:extLst>
            </p:cNvPr>
            <p:cNvSpPr/>
            <p:nvPr/>
          </p:nvSpPr>
          <p:spPr>
            <a:xfrm>
              <a:off x="398441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50" name="pg2305">
              <a:extLst>
                <a:ext uri="{FF2B5EF4-FFF2-40B4-BE49-F238E27FC236}">
                  <a16:creationId xmlns:a16="http://schemas.microsoft.com/office/drawing/2014/main" id="{11F057E9-19EB-BF59-C112-F58CB505538C}"/>
                </a:ext>
              </a:extLst>
            </p:cNvPr>
            <p:cNvSpPr/>
            <p:nvPr/>
          </p:nvSpPr>
          <p:spPr>
            <a:xfrm>
              <a:off x="399604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51" name="pg2306">
              <a:extLst>
                <a:ext uri="{FF2B5EF4-FFF2-40B4-BE49-F238E27FC236}">
                  <a16:creationId xmlns:a16="http://schemas.microsoft.com/office/drawing/2014/main" id="{55530D25-6273-BF7A-8EB6-FECD042DA158}"/>
                </a:ext>
              </a:extLst>
            </p:cNvPr>
            <p:cNvSpPr/>
            <p:nvPr/>
          </p:nvSpPr>
          <p:spPr>
            <a:xfrm>
              <a:off x="400768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52" name="pg2307">
              <a:extLst>
                <a:ext uri="{FF2B5EF4-FFF2-40B4-BE49-F238E27FC236}">
                  <a16:creationId xmlns:a16="http://schemas.microsoft.com/office/drawing/2014/main" id="{BBA97A25-C266-C2F2-325B-34C796195B6B}"/>
                </a:ext>
              </a:extLst>
            </p:cNvPr>
            <p:cNvSpPr/>
            <p:nvPr/>
          </p:nvSpPr>
          <p:spPr>
            <a:xfrm>
              <a:off x="401932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53" name="pg2308">
              <a:extLst>
                <a:ext uri="{FF2B5EF4-FFF2-40B4-BE49-F238E27FC236}">
                  <a16:creationId xmlns:a16="http://schemas.microsoft.com/office/drawing/2014/main" id="{A18C0E28-2982-52A2-BDDA-498137A90EE4}"/>
                </a:ext>
              </a:extLst>
            </p:cNvPr>
            <p:cNvSpPr/>
            <p:nvPr/>
          </p:nvSpPr>
          <p:spPr>
            <a:xfrm>
              <a:off x="403096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54" name="pg2309">
              <a:extLst>
                <a:ext uri="{FF2B5EF4-FFF2-40B4-BE49-F238E27FC236}">
                  <a16:creationId xmlns:a16="http://schemas.microsoft.com/office/drawing/2014/main" id="{7918600D-2822-7560-702A-B6FAFC77ABF5}"/>
                </a:ext>
              </a:extLst>
            </p:cNvPr>
            <p:cNvSpPr/>
            <p:nvPr/>
          </p:nvSpPr>
          <p:spPr>
            <a:xfrm>
              <a:off x="404259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55" name="pg2310">
              <a:extLst>
                <a:ext uri="{FF2B5EF4-FFF2-40B4-BE49-F238E27FC236}">
                  <a16:creationId xmlns:a16="http://schemas.microsoft.com/office/drawing/2014/main" id="{F5F1DFB1-8DA1-E439-BFD1-1BEC6BD444F5}"/>
                </a:ext>
              </a:extLst>
            </p:cNvPr>
            <p:cNvSpPr/>
            <p:nvPr/>
          </p:nvSpPr>
          <p:spPr>
            <a:xfrm>
              <a:off x="405423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56" name="pg2311">
              <a:extLst>
                <a:ext uri="{FF2B5EF4-FFF2-40B4-BE49-F238E27FC236}">
                  <a16:creationId xmlns:a16="http://schemas.microsoft.com/office/drawing/2014/main" id="{3F76335A-E51B-E2F9-3D7F-093471B0DF2F}"/>
                </a:ext>
              </a:extLst>
            </p:cNvPr>
            <p:cNvSpPr/>
            <p:nvPr/>
          </p:nvSpPr>
          <p:spPr>
            <a:xfrm>
              <a:off x="406587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57" name="pg2312">
              <a:extLst>
                <a:ext uri="{FF2B5EF4-FFF2-40B4-BE49-F238E27FC236}">
                  <a16:creationId xmlns:a16="http://schemas.microsoft.com/office/drawing/2014/main" id="{1CCDE430-0C5D-2DF5-C392-FFE0DE13E776}"/>
                </a:ext>
              </a:extLst>
            </p:cNvPr>
            <p:cNvSpPr/>
            <p:nvPr/>
          </p:nvSpPr>
          <p:spPr>
            <a:xfrm>
              <a:off x="407751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58" name="pg2313">
              <a:extLst>
                <a:ext uri="{FF2B5EF4-FFF2-40B4-BE49-F238E27FC236}">
                  <a16:creationId xmlns:a16="http://schemas.microsoft.com/office/drawing/2014/main" id="{76160828-1C6C-4B18-CCFD-991D1C8F857D}"/>
                </a:ext>
              </a:extLst>
            </p:cNvPr>
            <p:cNvSpPr/>
            <p:nvPr/>
          </p:nvSpPr>
          <p:spPr>
            <a:xfrm>
              <a:off x="408914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59" name="pg2314">
              <a:extLst>
                <a:ext uri="{FF2B5EF4-FFF2-40B4-BE49-F238E27FC236}">
                  <a16:creationId xmlns:a16="http://schemas.microsoft.com/office/drawing/2014/main" id="{4C7E50C7-1D62-4CFE-E301-294A34455588}"/>
                </a:ext>
              </a:extLst>
            </p:cNvPr>
            <p:cNvSpPr/>
            <p:nvPr/>
          </p:nvSpPr>
          <p:spPr>
            <a:xfrm>
              <a:off x="412405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60" name="pg2315">
              <a:extLst>
                <a:ext uri="{FF2B5EF4-FFF2-40B4-BE49-F238E27FC236}">
                  <a16:creationId xmlns:a16="http://schemas.microsoft.com/office/drawing/2014/main" id="{5EDC13E0-9758-D086-4974-A8CF7B06005B}"/>
                </a:ext>
              </a:extLst>
            </p:cNvPr>
            <p:cNvSpPr/>
            <p:nvPr/>
          </p:nvSpPr>
          <p:spPr>
            <a:xfrm>
              <a:off x="454300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61" name="pg2316">
              <a:extLst>
                <a:ext uri="{FF2B5EF4-FFF2-40B4-BE49-F238E27FC236}">
                  <a16:creationId xmlns:a16="http://schemas.microsoft.com/office/drawing/2014/main" id="{996CC0DC-9D3E-C0CB-8ABC-0F956C579F78}"/>
                </a:ext>
              </a:extLst>
            </p:cNvPr>
            <p:cNvSpPr/>
            <p:nvPr/>
          </p:nvSpPr>
          <p:spPr>
            <a:xfrm>
              <a:off x="455464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62" name="pg2317">
              <a:extLst>
                <a:ext uri="{FF2B5EF4-FFF2-40B4-BE49-F238E27FC236}">
                  <a16:creationId xmlns:a16="http://schemas.microsoft.com/office/drawing/2014/main" id="{804C5DF3-C502-43A5-12C4-967A3E983F3D}"/>
                </a:ext>
              </a:extLst>
            </p:cNvPr>
            <p:cNvSpPr/>
            <p:nvPr/>
          </p:nvSpPr>
          <p:spPr>
            <a:xfrm>
              <a:off x="456627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63" name="pg2318">
              <a:extLst>
                <a:ext uri="{FF2B5EF4-FFF2-40B4-BE49-F238E27FC236}">
                  <a16:creationId xmlns:a16="http://schemas.microsoft.com/office/drawing/2014/main" id="{0A154393-4882-DD16-6B8E-A36B412DF36A}"/>
                </a:ext>
              </a:extLst>
            </p:cNvPr>
            <p:cNvSpPr/>
            <p:nvPr/>
          </p:nvSpPr>
          <p:spPr>
            <a:xfrm>
              <a:off x="457791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64" name="pg2319">
              <a:extLst>
                <a:ext uri="{FF2B5EF4-FFF2-40B4-BE49-F238E27FC236}">
                  <a16:creationId xmlns:a16="http://schemas.microsoft.com/office/drawing/2014/main" id="{386DAC45-83A5-5B09-B41B-50D36A1B2717}"/>
                </a:ext>
              </a:extLst>
            </p:cNvPr>
            <p:cNvSpPr/>
            <p:nvPr/>
          </p:nvSpPr>
          <p:spPr>
            <a:xfrm>
              <a:off x="458955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65" name="pg2320">
              <a:extLst>
                <a:ext uri="{FF2B5EF4-FFF2-40B4-BE49-F238E27FC236}">
                  <a16:creationId xmlns:a16="http://schemas.microsoft.com/office/drawing/2014/main" id="{1815F905-A467-ADDB-6D48-60502068E8A6}"/>
                </a:ext>
              </a:extLst>
            </p:cNvPr>
            <p:cNvSpPr/>
            <p:nvPr/>
          </p:nvSpPr>
          <p:spPr>
            <a:xfrm>
              <a:off x="361201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66" name="pg2321">
              <a:extLst>
                <a:ext uri="{FF2B5EF4-FFF2-40B4-BE49-F238E27FC236}">
                  <a16:creationId xmlns:a16="http://schemas.microsoft.com/office/drawing/2014/main" id="{7890A38E-DCFF-CE2D-1868-999642F3FC79}"/>
                </a:ext>
              </a:extLst>
            </p:cNvPr>
            <p:cNvSpPr/>
            <p:nvPr/>
          </p:nvSpPr>
          <p:spPr>
            <a:xfrm>
              <a:off x="362365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67" name="pg2322">
              <a:extLst>
                <a:ext uri="{FF2B5EF4-FFF2-40B4-BE49-F238E27FC236}">
                  <a16:creationId xmlns:a16="http://schemas.microsoft.com/office/drawing/2014/main" id="{ED9FAAEE-1058-A325-6A6D-A39B3F0A9D21}"/>
                </a:ext>
              </a:extLst>
            </p:cNvPr>
            <p:cNvSpPr/>
            <p:nvPr/>
          </p:nvSpPr>
          <p:spPr>
            <a:xfrm>
              <a:off x="363529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68" name="pg2323">
              <a:extLst>
                <a:ext uri="{FF2B5EF4-FFF2-40B4-BE49-F238E27FC236}">
                  <a16:creationId xmlns:a16="http://schemas.microsoft.com/office/drawing/2014/main" id="{FBE2E88C-509F-0F51-2955-71D702CE330B}"/>
                </a:ext>
              </a:extLst>
            </p:cNvPr>
            <p:cNvSpPr/>
            <p:nvPr/>
          </p:nvSpPr>
          <p:spPr>
            <a:xfrm>
              <a:off x="364692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69" name="pg2324">
              <a:extLst>
                <a:ext uri="{FF2B5EF4-FFF2-40B4-BE49-F238E27FC236}">
                  <a16:creationId xmlns:a16="http://schemas.microsoft.com/office/drawing/2014/main" id="{E44435C2-A673-4EA7-9BF6-8DAB19B57B25}"/>
                </a:ext>
              </a:extLst>
            </p:cNvPr>
            <p:cNvSpPr/>
            <p:nvPr/>
          </p:nvSpPr>
          <p:spPr>
            <a:xfrm>
              <a:off x="365856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70" name="pg2325">
              <a:extLst>
                <a:ext uri="{FF2B5EF4-FFF2-40B4-BE49-F238E27FC236}">
                  <a16:creationId xmlns:a16="http://schemas.microsoft.com/office/drawing/2014/main" id="{091089B5-08F3-21E7-7F82-E956F5D8D1AE}"/>
                </a:ext>
              </a:extLst>
            </p:cNvPr>
            <p:cNvSpPr/>
            <p:nvPr/>
          </p:nvSpPr>
          <p:spPr>
            <a:xfrm>
              <a:off x="367020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71" name="pg2326">
              <a:extLst>
                <a:ext uri="{FF2B5EF4-FFF2-40B4-BE49-F238E27FC236}">
                  <a16:creationId xmlns:a16="http://schemas.microsoft.com/office/drawing/2014/main" id="{20183B24-6B42-9F58-A995-7A5452C6C711}"/>
                </a:ext>
              </a:extLst>
            </p:cNvPr>
            <p:cNvSpPr/>
            <p:nvPr/>
          </p:nvSpPr>
          <p:spPr>
            <a:xfrm>
              <a:off x="368184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72" name="pg2327">
              <a:extLst>
                <a:ext uri="{FF2B5EF4-FFF2-40B4-BE49-F238E27FC236}">
                  <a16:creationId xmlns:a16="http://schemas.microsoft.com/office/drawing/2014/main" id="{89538E0A-114D-0C84-B7A1-2774423E3CC9}"/>
                </a:ext>
              </a:extLst>
            </p:cNvPr>
            <p:cNvSpPr/>
            <p:nvPr/>
          </p:nvSpPr>
          <p:spPr>
            <a:xfrm>
              <a:off x="369347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73" name="pg2328">
              <a:extLst>
                <a:ext uri="{FF2B5EF4-FFF2-40B4-BE49-F238E27FC236}">
                  <a16:creationId xmlns:a16="http://schemas.microsoft.com/office/drawing/2014/main" id="{F8E9A7D4-44D9-3AD2-7CE0-5FCF40B13982}"/>
                </a:ext>
              </a:extLst>
            </p:cNvPr>
            <p:cNvSpPr/>
            <p:nvPr/>
          </p:nvSpPr>
          <p:spPr>
            <a:xfrm>
              <a:off x="370511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74" name="pg2329">
              <a:extLst>
                <a:ext uri="{FF2B5EF4-FFF2-40B4-BE49-F238E27FC236}">
                  <a16:creationId xmlns:a16="http://schemas.microsoft.com/office/drawing/2014/main" id="{CF395B3E-4D1B-D113-F860-E132BFF6D4D6}"/>
                </a:ext>
              </a:extLst>
            </p:cNvPr>
            <p:cNvSpPr/>
            <p:nvPr/>
          </p:nvSpPr>
          <p:spPr>
            <a:xfrm>
              <a:off x="371675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75" name="pg2330">
              <a:extLst>
                <a:ext uri="{FF2B5EF4-FFF2-40B4-BE49-F238E27FC236}">
                  <a16:creationId xmlns:a16="http://schemas.microsoft.com/office/drawing/2014/main" id="{6F266CA6-8967-847A-C619-422CF9F8E0FA}"/>
                </a:ext>
              </a:extLst>
            </p:cNvPr>
            <p:cNvSpPr/>
            <p:nvPr/>
          </p:nvSpPr>
          <p:spPr>
            <a:xfrm>
              <a:off x="372839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76" name="pg2331">
              <a:extLst>
                <a:ext uri="{FF2B5EF4-FFF2-40B4-BE49-F238E27FC236}">
                  <a16:creationId xmlns:a16="http://schemas.microsoft.com/office/drawing/2014/main" id="{A533F616-072B-BF46-61BA-1E05C842B3D1}"/>
                </a:ext>
              </a:extLst>
            </p:cNvPr>
            <p:cNvSpPr/>
            <p:nvPr/>
          </p:nvSpPr>
          <p:spPr>
            <a:xfrm>
              <a:off x="374002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77" name="pg2332">
              <a:extLst>
                <a:ext uri="{FF2B5EF4-FFF2-40B4-BE49-F238E27FC236}">
                  <a16:creationId xmlns:a16="http://schemas.microsoft.com/office/drawing/2014/main" id="{8604033B-7F11-A376-B438-B8F500124822}"/>
                </a:ext>
              </a:extLst>
            </p:cNvPr>
            <p:cNvSpPr/>
            <p:nvPr/>
          </p:nvSpPr>
          <p:spPr>
            <a:xfrm>
              <a:off x="375166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78" name="pg2333">
              <a:extLst>
                <a:ext uri="{FF2B5EF4-FFF2-40B4-BE49-F238E27FC236}">
                  <a16:creationId xmlns:a16="http://schemas.microsoft.com/office/drawing/2014/main" id="{748373C6-679B-5456-E3C7-98E328F0B5DD}"/>
                </a:ext>
              </a:extLst>
            </p:cNvPr>
            <p:cNvSpPr/>
            <p:nvPr/>
          </p:nvSpPr>
          <p:spPr>
            <a:xfrm>
              <a:off x="376330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79" name="pg2334">
              <a:extLst>
                <a:ext uri="{FF2B5EF4-FFF2-40B4-BE49-F238E27FC236}">
                  <a16:creationId xmlns:a16="http://schemas.microsoft.com/office/drawing/2014/main" id="{418BED3E-4264-EFF7-CA71-F22B5C683A12}"/>
                </a:ext>
              </a:extLst>
            </p:cNvPr>
            <p:cNvSpPr/>
            <p:nvPr/>
          </p:nvSpPr>
          <p:spPr>
            <a:xfrm>
              <a:off x="377493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80" name="pg2335">
              <a:extLst>
                <a:ext uri="{FF2B5EF4-FFF2-40B4-BE49-F238E27FC236}">
                  <a16:creationId xmlns:a16="http://schemas.microsoft.com/office/drawing/2014/main" id="{C2B1F417-38AA-29B9-8FA8-6E89E28E5A1A}"/>
                </a:ext>
              </a:extLst>
            </p:cNvPr>
            <p:cNvSpPr/>
            <p:nvPr/>
          </p:nvSpPr>
          <p:spPr>
            <a:xfrm>
              <a:off x="378657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81" name="pg2336">
              <a:extLst>
                <a:ext uri="{FF2B5EF4-FFF2-40B4-BE49-F238E27FC236}">
                  <a16:creationId xmlns:a16="http://schemas.microsoft.com/office/drawing/2014/main" id="{A049F8F6-494D-0A70-6B66-B10E2D0A9B33}"/>
                </a:ext>
              </a:extLst>
            </p:cNvPr>
            <p:cNvSpPr/>
            <p:nvPr/>
          </p:nvSpPr>
          <p:spPr>
            <a:xfrm>
              <a:off x="379821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82" name="pg2337">
              <a:extLst>
                <a:ext uri="{FF2B5EF4-FFF2-40B4-BE49-F238E27FC236}">
                  <a16:creationId xmlns:a16="http://schemas.microsoft.com/office/drawing/2014/main" id="{2EA8BD4E-CF74-39D6-58C2-DF2AF5057659}"/>
                </a:ext>
              </a:extLst>
            </p:cNvPr>
            <p:cNvSpPr/>
            <p:nvPr/>
          </p:nvSpPr>
          <p:spPr>
            <a:xfrm>
              <a:off x="380985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83" name="pg2338">
              <a:extLst>
                <a:ext uri="{FF2B5EF4-FFF2-40B4-BE49-F238E27FC236}">
                  <a16:creationId xmlns:a16="http://schemas.microsoft.com/office/drawing/2014/main" id="{1DB03A48-C53F-4FC5-CDF2-7A29956B4A20}"/>
                </a:ext>
              </a:extLst>
            </p:cNvPr>
            <p:cNvSpPr/>
            <p:nvPr/>
          </p:nvSpPr>
          <p:spPr>
            <a:xfrm>
              <a:off x="382148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84" name="pg2339">
              <a:extLst>
                <a:ext uri="{FF2B5EF4-FFF2-40B4-BE49-F238E27FC236}">
                  <a16:creationId xmlns:a16="http://schemas.microsoft.com/office/drawing/2014/main" id="{5E746E34-B20F-12CD-D92D-7D404CF5B1B8}"/>
                </a:ext>
              </a:extLst>
            </p:cNvPr>
            <p:cNvSpPr/>
            <p:nvPr/>
          </p:nvSpPr>
          <p:spPr>
            <a:xfrm>
              <a:off x="383312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85" name="pg2340">
              <a:extLst>
                <a:ext uri="{FF2B5EF4-FFF2-40B4-BE49-F238E27FC236}">
                  <a16:creationId xmlns:a16="http://schemas.microsoft.com/office/drawing/2014/main" id="{299CA471-9EFF-4B6D-B565-30DE6EEFEFCB}"/>
                </a:ext>
              </a:extLst>
            </p:cNvPr>
            <p:cNvSpPr/>
            <p:nvPr/>
          </p:nvSpPr>
          <p:spPr>
            <a:xfrm>
              <a:off x="384476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86" name="pg2341">
              <a:extLst>
                <a:ext uri="{FF2B5EF4-FFF2-40B4-BE49-F238E27FC236}">
                  <a16:creationId xmlns:a16="http://schemas.microsoft.com/office/drawing/2014/main" id="{AE028228-EE60-15CF-F340-824AA8DF0159}"/>
                </a:ext>
              </a:extLst>
            </p:cNvPr>
            <p:cNvSpPr/>
            <p:nvPr/>
          </p:nvSpPr>
          <p:spPr>
            <a:xfrm>
              <a:off x="385640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87" name="pg2342">
              <a:extLst>
                <a:ext uri="{FF2B5EF4-FFF2-40B4-BE49-F238E27FC236}">
                  <a16:creationId xmlns:a16="http://schemas.microsoft.com/office/drawing/2014/main" id="{C3119A01-241D-DCEB-BF16-3042114ABE98}"/>
                </a:ext>
              </a:extLst>
            </p:cNvPr>
            <p:cNvSpPr/>
            <p:nvPr/>
          </p:nvSpPr>
          <p:spPr>
            <a:xfrm>
              <a:off x="386803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88" name="pg2343">
              <a:extLst>
                <a:ext uri="{FF2B5EF4-FFF2-40B4-BE49-F238E27FC236}">
                  <a16:creationId xmlns:a16="http://schemas.microsoft.com/office/drawing/2014/main" id="{824B1412-7E32-EEC0-B251-C0DA56710E83}"/>
                </a:ext>
              </a:extLst>
            </p:cNvPr>
            <p:cNvSpPr/>
            <p:nvPr/>
          </p:nvSpPr>
          <p:spPr>
            <a:xfrm>
              <a:off x="387967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89" name="pg2344">
              <a:extLst>
                <a:ext uri="{FF2B5EF4-FFF2-40B4-BE49-F238E27FC236}">
                  <a16:creationId xmlns:a16="http://schemas.microsoft.com/office/drawing/2014/main" id="{E0A1AA54-C636-25DC-952D-E2DBE200C3C4}"/>
                </a:ext>
              </a:extLst>
            </p:cNvPr>
            <p:cNvSpPr/>
            <p:nvPr/>
          </p:nvSpPr>
          <p:spPr>
            <a:xfrm>
              <a:off x="389131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90" name="pg2345">
              <a:extLst>
                <a:ext uri="{FF2B5EF4-FFF2-40B4-BE49-F238E27FC236}">
                  <a16:creationId xmlns:a16="http://schemas.microsoft.com/office/drawing/2014/main" id="{8098BCDD-6914-95D2-44F5-DC87A2DDEFC9}"/>
                </a:ext>
              </a:extLst>
            </p:cNvPr>
            <p:cNvSpPr/>
            <p:nvPr/>
          </p:nvSpPr>
          <p:spPr>
            <a:xfrm>
              <a:off x="390295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91" name="pg2346">
              <a:extLst>
                <a:ext uri="{FF2B5EF4-FFF2-40B4-BE49-F238E27FC236}">
                  <a16:creationId xmlns:a16="http://schemas.microsoft.com/office/drawing/2014/main" id="{BB35BD33-7966-33D0-57FA-36F67C0695D0}"/>
                </a:ext>
              </a:extLst>
            </p:cNvPr>
            <p:cNvSpPr/>
            <p:nvPr/>
          </p:nvSpPr>
          <p:spPr>
            <a:xfrm>
              <a:off x="391458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92" name="pg2347">
              <a:extLst>
                <a:ext uri="{FF2B5EF4-FFF2-40B4-BE49-F238E27FC236}">
                  <a16:creationId xmlns:a16="http://schemas.microsoft.com/office/drawing/2014/main" id="{D7750D94-2FB9-D6E2-4A26-016C5F89213C}"/>
                </a:ext>
              </a:extLst>
            </p:cNvPr>
            <p:cNvSpPr/>
            <p:nvPr/>
          </p:nvSpPr>
          <p:spPr>
            <a:xfrm>
              <a:off x="392622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93" name="pg2348">
              <a:extLst>
                <a:ext uri="{FF2B5EF4-FFF2-40B4-BE49-F238E27FC236}">
                  <a16:creationId xmlns:a16="http://schemas.microsoft.com/office/drawing/2014/main" id="{EE0EA495-E106-7422-ACAA-7A758AA2A6EE}"/>
                </a:ext>
              </a:extLst>
            </p:cNvPr>
            <p:cNvSpPr/>
            <p:nvPr/>
          </p:nvSpPr>
          <p:spPr>
            <a:xfrm>
              <a:off x="393786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94" name="pg2349">
              <a:extLst>
                <a:ext uri="{FF2B5EF4-FFF2-40B4-BE49-F238E27FC236}">
                  <a16:creationId xmlns:a16="http://schemas.microsoft.com/office/drawing/2014/main" id="{201C293A-37E0-6653-BC87-CD37AFF61489}"/>
                </a:ext>
              </a:extLst>
            </p:cNvPr>
            <p:cNvSpPr/>
            <p:nvPr/>
          </p:nvSpPr>
          <p:spPr>
            <a:xfrm>
              <a:off x="394949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95" name="pg2350">
              <a:extLst>
                <a:ext uri="{FF2B5EF4-FFF2-40B4-BE49-F238E27FC236}">
                  <a16:creationId xmlns:a16="http://schemas.microsoft.com/office/drawing/2014/main" id="{8D0A0FCD-A30B-573B-C01A-62EBFA152A5A}"/>
                </a:ext>
              </a:extLst>
            </p:cNvPr>
            <p:cNvSpPr/>
            <p:nvPr/>
          </p:nvSpPr>
          <p:spPr>
            <a:xfrm>
              <a:off x="396113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96" name="pg2351">
              <a:extLst>
                <a:ext uri="{FF2B5EF4-FFF2-40B4-BE49-F238E27FC236}">
                  <a16:creationId xmlns:a16="http://schemas.microsoft.com/office/drawing/2014/main" id="{4A14A3A4-1E17-85DF-66A2-B8AC5CA1BC76}"/>
                </a:ext>
              </a:extLst>
            </p:cNvPr>
            <p:cNvSpPr/>
            <p:nvPr/>
          </p:nvSpPr>
          <p:spPr>
            <a:xfrm>
              <a:off x="397277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97" name="pg2352">
              <a:extLst>
                <a:ext uri="{FF2B5EF4-FFF2-40B4-BE49-F238E27FC236}">
                  <a16:creationId xmlns:a16="http://schemas.microsoft.com/office/drawing/2014/main" id="{EC3CCDDD-6873-60BD-9270-C42395878D89}"/>
                </a:ext>
              </a:extLst>
            </p:cNvPr>
            <p:cNvSpPr/>
            <p:nvPr/>
          </p:nvSpPr>
          <p:spPr>
            <a:xfrm>
              <a:off x="398441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98" name="pg2353">
              <a:extLst>
                <a:ext uri="{FF2B5EF4-FFF2-40B4-BE49-F238E27FC236}">
                  <a16:creationId xmlns:a16="http://schemas.microsoft.com/office/drawing/2014/main" id="{D90A9427-CD09-D3FA-9CA4-8E00467FD005}"/>
                </a:ext>
              </a:extLst>
            </p:cNvPr>
            <p:cNvSpPr/>
            <p:nvPr/>
          </p:nvSpPr>
          <p:spPr>
            <a:xfrm>
              <a:off x="399604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99" name="pg2354">
              <a:extLst>
                <a:ext uri="{FF2B5EF4-FFF2-40B4-BE49-F238E27FC236}">
                  <a16:creationId xmlns:a16="http://schemas.microsoft.com/office/drawing/2014/main" id="{10FE2468-EAA0-A86F-775B-213637FCD372}"/>
                </a:ext>
              </a:extLst>
            </p:cNvPr>
            <p:cNvSpPr/>
            <p:nvPr/>
          </p:nvSpPr>
          <p:spPr>
            <a:xfrm>
              <a:off x="400768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00" name="pg2355">
              <a:extLst>
                <a:ext uri="{FF2B5EF4-FFF2-40B4-BE49-F238E27FC236}">
                  <a16:creationId xmlns:a16="http://schemas.microsoft.com/office/drawing/2014/main" id="{2C85EAD2-13E0-0AE9-5D7B-F45E3E0F8B5B}"/>
                </a:ext>
              </a:extLst>
            </p:cNvPr>
            <p:cNvSpPr/>
            <p:nvPr/>
          </p:nvSpPr>
          <p:spPr>
            <a:xfrm>
              <a:off x="401932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01" name="pg2356">
              <a:extLst>
                <a:ext uri="{FF2B5EF4-FFF2-40B4-BE49-F238E27FC236}">
                  <a16:creationId xmlns:a16="http://schemas.microsoft.com/office/drawing/2014/main" id="{A4BB7DF9-6DC3-CA8C-0BE1-871E3F202D62}"/>
                </a:ext>
              </a:extLst>
            </p:cNvPr>
            <p:cNvSpPr/>
            <p:nvPr/>
          </p:nvSpPr>
          <p:spPr>
            <a:xfrm>
              <a:off x="403096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02" name="pg2357">
              <a:extLst>
                <a:ext uri="{FF2B5EF4-FFF2-40B4-BE49-F238E27FC236}">
                  <a16:creationId xmlns:a16="http://schemas.microsoft.com/office/drawing/2014/main" id="{9A13C4E9-BCD1-EFF7-15A4-C75C6C7D2215}"/>
                </a:ext>
              </a:extLst>
            </p:cNvPr>
            <p:cNvSpPr/>
            <p:nvPr/>
          </p:nvSpPr>
          <p:spPr>
            <a:xfrm>
              <a:off x="404259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03" name="pg2358">
              <a:extLst>
                <a:ext uri="{FF2B5EF4-FFF2-40B4-BE49-F238E27FC236}">
                  <a16:creationId xmlns:a16="http://schemas.microsoft.com/office/drawing/2014/main" id="{99D97CF9-AFBD-DB85-12A2-A72F1A75C9A1}"/>
                </a:ext>
              </a:extLst>
            </p:cNvPr>
            <p:cNvSpPr/>
            <p:nvPr/>
          </p:nvSpPr>
          <p:spPr>
            <a:xfrm>
              <a:off x="405423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04" name="pg2359">
              <a:extLst>
                <a:ext uri="{FF2B5EF4-FFF2-40B4-BE49-F238E27FC236}">
                  <a16:creationId xmlns:a16="http://schemas.microsoft.com/office/drawing/2014/main" id="{1A64A2BB-0822-5D47-C949-25C4C69A937F}"/>
                </a:ext>
              </a:extLst>
            </p:cNvPr>
            <p:cNvSpPr/>
            <p:nvPr/>
          </p:nvSpPr>
          <p:spPr>
            <a:xfrm>
              <a:off x="406587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05" name="pg2360">
              <a:extLst>
                <a:ext uri="{FF2B5EF4-FFF2-40B4-BE49-F238E27FC236}">
                  <a16:creationId xmlns:a16="http://schemas.microsoft.com/office/drawing/2014/main" id="{0A10F65D-6775-CE0D-C30B-8B6047DB6B59}"/>
                </a:ext>
              </a:extLst>
            </p:cNvPr>
            <p:cNvSpPr/>
            <p:nvPr/>
          </p:nvSpPr>
          <p:spPr>
            <a:xfrm>
              <a:off x="407751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06" name="pg2361">
              <a:extLst>
                <a:ext uri="{FF2B5EF4-FFF2-40B4-BE49-F238E27FC236}">
                  <a16:creationId xmlns:a16="http://schemas.microsoft.com/office/drawing/2014/main" id="{8C62C0A4-5622-09D6-9AE0-3C555E75C30D}"/>
                </a:ext>
              </a:extLst>
            </p:cNvPr>
            <p:cNvSpPr/>
            <p:nvPr/>
          </p:nvSpPr>
          <p:spPr>
            <a:xfrm>
              <a:off x="408914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07" name="pg2362">
              <a:extLst>
                <a:ext uri="{FF2B5EF4-FFF2-40B4-BE49-F238E27FC236}">
                  <a16:creationId xmlns:a16="http://schemas.microsoft.com/office/drawing/2014/main" id="{6B256CCD-40A3-A4CF-5392-028D738A1F54}"/>
                </a:ext>
              </a:extLst>
            </p:cNvPr>
            <p:cNvSpPr/>
            <p:nvPr/>
          </p:nvSpPr>
          <p:spPr>
            <a:xfrm>
              <a:off x="410078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08" name="pg2363">
              <a:extLst>
                <a:ext uri="{FF2B5EF4-FFF2-40B4-BE49-F238E27FC236}">
                  <a16:creationId xmlns:a16="http://schemas.microsoft.com/office/drawing/2014/main" id="{EF85D517-383B-1EF5-74AF-DBBBD19A36F0}"/>
                </a:ext>
              </a:extLst>
            </p:cNvPr>
            <p:cNvSpPr/>
            <p:nvPr/>
          </p:nvSpPr>
          <p:spPr>
            <a:xfrm>
              <a:off x="411242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09" name="pg2364">
              <a:extLst>
                <a:ext uri="{FF2B5EF4-FFF2-40B4-BE49-F238E27FC236}">
                  <a16:creationId xmlns:a16="http://schemas.microsoft.com/office/drawing/2014/main" id="{B380200D-55DE-0145-744E-ACAD2D32BBA4}"/>
                </a:ext>
              </a:extLst>
            </p:cNvPr>
            <p:cNvSpPr/>
            <p:nvPr/>
          </p:nvSpPr>
          <p:spPr>
            <a:xfrm>
              <a:off x="412405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10" name="pg2365">
              <a:extLst>
                <a:ext uri="{FF2B5EF4-FFF2-40B4-BE49-F238E27FC236}">
                  <a16:creationId xmlns:a16="http://schemas.microsoft.com/office/drawing/2014/main" id="{910DFC19-2066-1106-708E-88CE8140C08A}"/>
                </a:ext>
              </a:extLst>
            </p:cNvPr>
            <p:cNvSpPr/>
            <p:nvPr/>
          </p:nvSpPr>
          <p:spPr>
            <a:xfrm>
              <a:off x="413569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11" name="pg2366">
              <a:extLst>
                <a:ext uri="{FF2B5EF4-FFF2-40B4-BE49-F238E27FC236}">
                  <a16:creationId xmlns:a16="http://schemas.microsoft.com/office/drawing/2014/main" id="{491D4C5A-9A8B-A02A-876C-039CD8286633}"/>
                </a:ext>
              </a:extLst>
            </p:cNvPr>
            <p:cNvSpPr/>
            <p:nvPr/>
          </p:nvSpPr>
          <p:spPr>
            <a:xfrm>
              <a:off x="414733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12" name="pg2367">
              <a:extLst>
                <a:ext uri="{FF2B5EF4-FFF2-40B4-BE49-F238E27FC236}">
                  <a16:creationId xmlns:a16="http://schemas.microsoft.com/office/drawing/2014/main" id="{AD2658B4-AB6E-4A7D-70FE-3148D5FAF893}"/>
                </a:ext>
              </a:extLst>
            </p:cNvPr>
            <p:cNvSpPr/>
            <p:nvPr/>
          </p:nvSpPr>
          <p:spPr>
            <a:xfrm>
              <a:off x="455464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13" name="pg2368">
              <a:extLst>
                <a:ext uri="{FF2B5EF4-FFF2-40B4-BE49-F238E27FC236}">
                  <a16:creationId xmlns:a16="http://schemas.microsoft.com/office/drawing/2014/main" id="{D504B351-A4E7-9F9D-3B9D-4CA77B4A5ACA}"/>
                </a:ext>
              </a:extLst>
            </p:cNvPr>
            <p:cNvSpPr/>
            <p:nvPr/>
          </p:nvSpPr>
          <p:spPr>
            <a:xfrm>
              <a:off x="456627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14" name="pg2369">
              <a:extLst>
                <a:ext uri="{FF2B5EF4-FFF2-40B4-BE49-F238E27FC236}">
                  <a16:creationId xmlns:a16="http://schemas.microsoft.com/office/drawing/2014/main" id="{2282154B-C3E5-D196-285E-F782910D738F}"/>
                </a:ext>
              </a:extLst>
            </p:cNvPr>
            <p:cNvSpPr/>
            <p:nvPr/>
          </p:nvSpPr>
          <p:spPr>
            <a:xfrm>
              <a:off x="457791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15" name="pg2370">
              <a:extLst>
                <a:ext uri="{FF2B5EF4-FFF2-40B4-BE49-F238E27FC236}">
                  <a16:creationId xmlns:a16="http://schemas.microsoft.com/office/drawing/2014/main" id="{6B587D5B-9235-55BA-4EFB-EE23C1743170}"/>
                </a:ext>
              </a:extLst>
            </p:cNvPr>
            <p:cNvSpPr/>
            <p:nvPr/>
          </p:nvSpPr>
          <p:spPr>
            <a:xfrm>
              <a:off x="458955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16" name="pg2371">
              <a:extLst>
                <a:ext uri="{FF2B5EF4-FFF2-40B4-BE49-F238E27FC236}">
                  <a16:creationId xmlns:a16="http://schemas.microsoft.com/office/drawing/2014/main" id="{BDCFAC70-67F3-63E3-8BD3-282340038311}"/>
                </a:ext>
              </a:extLst>
            </p:cNvPr>
            <p:cNvSpPr/>
            <p:nvPr/>
          </p:nvSpPr>
          <p:spPr>
            <a:xfrm>
              <a:off x="360037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17" name="pg2372">
              <a:extLst>
                <a:ext uri="{FF2B5EF4-FFF2-40B4-BE49-F238E27FC236}">
                  <a16:creationId xmlns:a16="http://schemas.microsoft.com/office/drawing/2014/main" id="{9F3B1C30-3960-0BAB-7819-B5DECD552E41}"/>
                </a:ext>
              </a:extLst>
            </p:cNvPr>
            <p:cNvSpPr/>
            <p:nvPr/>
          </p:nvSpPr>
          <p:spPr>
            <a:xfrm>
              <a:off x="361201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18" name="pg2373">
              <a:extLst>
                <a:ext uri="{FF2B5EF4-FFF2-40B4-BE49-F238E27FC236}">
                  <a16:creationId xmlns:a16="http://schemas.microsoft.com/office/drawing/2014/main" id="{0590A0ED-5A82-F6A1-5C03-36F55257D8E3}"/>
                </a:ext>
              </a:extLst>
            </p:cNvPr>
            <p:cNvSpPr/>
            <p:nvPr/>
          </p:nvSpPr>
          <p:spPr>
            <a:xfrm>
              <a:off x="362365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19" name="pg2374">
              <a:extLst>
                <a:ext uri="{FF2B5EF4-FFF2-40B4-BE49-F238E27FC236}">
                  <a16:creationId xmlns:a16="http://schemas.microsoft.com/office/drawing/2014/main" id="{09C110E6-B442-D55B-E9F2-23EB325033AB}"/>
                </a:ext>
              </a:extLst>
            </p:cNvPr>
            <p:cNvSpPr/>
            <p:nvPr/>
          </p:nvSpPr>
          <p:spPr>
            <a:xfrm>
              <a:off x="363529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20" name="pg2375">
              <a:extLst>
                <a:ext uri="{FF2B5EF4-FFF2-40B4-BE49-F238E27FC236}">
                  <a16:creationId xmlns:a16="http://schemas.microsoft.com/office/drawing/2014/main" id="{B52D75E0-6FAF-4664-D163-A1D680DB29C1}"/>
                </a:ext>
              </a:extLst>
            </p:cNvPr>
            <p:cNvSpPr/>
            <p:nvPr/>
          </p:nvSpPr>
          <p:spPr>
            <a:xfrm>
              <a:off x="364692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21" name="pg2376">
              <a:extLst>
                <a:ext uri="{FF2B5EF4-FFF2-40B4-BE49-F238E27FC236}">
                  <a16:creationId xmlns:a16="http://schemas.microsoft.com/office/drawing/2014/main" id="{76A465CB-AE6D-20B5-E126-4C9DDB76F753}"/>
                </a:ext>
              </a:extLst>
            </p:cNvPr>
            <p:cNvSpPr/>
            <p:nvPr/>
          </p:nvSpPr>
          <p:spPr>
            <a:xfrm>
              <a:off x="365856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22" name="pg2377">
              <a:extLst>
                <a:ext uri="{FF2B5EF4-FFF2-40B4-BE49-F238E27FC236}">
                  <a16:creationId xmlns:a16="http://schemas.microsoft.com/office/drawing/2014/main" id="{C6991270-D97E-7B55-A2E1-6F09F105BBB6}"/>
                </a:ext>
              </a:extLst>
            </p:cNvPr>
            <p:cNvSpPr/>
            <p:nvPr/>
          </p:nvSpPr>
          <p:spPr>
            <a:xfrm>
              <a:off x="367020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23" name="pg2378">
              <a:extLst>
                <a:ext uri="{FF2B5EF4-FFF2-40B4-BE49-F238E27FC236}">
                  <a16:creationId xmlns:a16="http://schemas.microsoft.com/office/drawing/2014/main" id="{56B12948-C59D-73CB-0A2F-C2544443D54D}"/>
                </a:ext>
              </a:extLst>
            </p:cNvPr>
            <p:cNvSpPr/>
            <p:nvPr/>
          </p:nvSpPr>
          <p:spPr>
            <a:xfrm>
              <a:off x="368184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24" name="pg2379">
              <a:extLst>
                <a:ext uri="{FF2B5EF4-FFF2-40B4-BE49-F238E27FC236}">
                  <a16:creationId xmlns:a16="http://schemas.microsoft.com/office/drawing/2014/main" id="{BF82B501-3AC4-B885-5760-1CB41C0E4AF6}"/>
                </a:ext>
              </a:extLst>
            </p:cNvPr>
            <p:cNvSpPr/>
            <p:nvPr/>
          </p:nvSpPr>
          <p:spPr>
            <a:xfrm>
              <a:off x="369347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25" name="pg2380">
              <a:extLst>
                <a:ext uri="{FF2B5EF4-FFF2-40B4-BE49-F238E27FC236}">
                  <a16:creationId xmlns:a16="http://schemas.microsoft.com/office/drawing/2014/main" id="{38FAC61A-AAF4-4EC5-645C-C25D61BEEC2B}"/>
                </a:ext>
              </a:extLst>
            </p:cNvPr>
            <p:cNvSpPr/>
            <p:nvPr/>
          </p:nvSpPr>
          <p:spPr>
            <a:xfrm>
              <a:off x="370511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26" name="pg2381">
              <a:extLst>
                <a:ext uri="{FF2B5EF4-FFF2-40B4-BE49-F238E27FC236}">
                  <a16:creationId xmlns:a16="http://schemas.microsoft.com/office/drawing/2014/main" id="{ABBD0D9B-DA8E-B774-9CFF-378B9BFCB6AC}"/>
                </a:ext>
              </a:extLst>
            </p:cNvPr>
            <p:cNvSpPr/>
            <p:nvPr/>
          </p:nvSpPr>
          <p:spPr>
            <a:xfrm>
              <a:off x="371675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27" name="pg2382">
              <a:extLst>
                <a:ext uri="{FF2B5EF4-FFF2-40B4-BE49-F238E27FC236}">
                  <a16:creationId xmlns:a16="http://schemas.microsoft.com/office/drawing/2014/main" id="{387AABC7-C921-8A60-0C9F-6A93812D9453}"/>
                </a:ext>
              </a:extLst>
            </p:cNvPr>
            <p:cNvSpPr/>
            <p:nvPr/>
          </p:nvSpPr>
          <p:spPr>
            <a:xfrm>
              <a:off x="372839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28" name="pg2383">
              <a:extLst>
                <a:ext uri="{FF2B5EF4-FFF2-40B4-BE49-F238E27FC236}">
                  <a16:creationId xmlns:a16="http://schemas.microsoft.com/office/drawing/2014/main" id="{DECF5225-72C0-806D-DD7F-692A48B772BD}"/>
                </a:ext>
              </a:extLst>
            </p:cNvPr>
            <p:cNvSpPr/>
            <p:nvPr/>
          </p:nvSpPr>
          <p:spPr>
            <a:xfrm>
              <a:off x="374002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29" name="pg2384">
              <a:extLst>
                <a:ext uri="{FF2B5EF4-FFF2-40B4-BE49-F238E27FC236}">
                  <a16:creationId xmlns:a16="http://schemas.microsoft.com/office/drawing/2014/main" id="{F4C31E32-09C8-009F-2609-FF91D424855C}"/>
                </a:ext>
              </a:extLst>
            </p:cNvPr>
            <p:cNvSpPr/>
            <p:nvPr/>
          </p:nvSpPr>
          <p:spPr>
            <a:xfrm>
              <a:off x="375166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30" name="pg2385">
              <a:extLst>
                <a:ext uri="{FF2B5EF4-FFF2-40B4-BE49-F238E27FC236}">
                  <a16:creationId xmlns:a16="http://schemas.microsoft.com/office/drawing/2014/main" id="{795F1D59-765F-BF2E-73D7-151AD90A71DD}"/>
                </a:ext>
              </a:extLst>
            </p:cNvPr>
            <p:cNvSpPr/>
            <p:nvPr/>
          </p:nvSpPr>
          <p:spPr>
            <a:xfrm>
              <a:off x="376330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31" name="pg2386">
              <a:extLst>
                <a:ext uri="{FF2B5EF4-FFF2-40B4-BE49-F238E27FC236}">
                  <a16:creationId xmlns:a16="http://schemas.microsoft.com/office/drawing/2014/main" id="{7765AB05-793F-AC55-21B5-1144FAC1D571}"/>
                </a:ext>
              </a:extLst>
            </p:cNvPr>
            <p:cNvSpPr/>
            <p:nvPr/>
          </p:nvSpPr>
          <p:spPr>
            <a:xfrm>
              <a:off x="377493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32" name="pg2387">
              <a:extLst>
                <a:ext uri="{FF2B5EF4-FFF2-40B4-BE49-F238E27FC236}">
                  <a16:creationId xmlns:a16="http://schemas.microsoft.com/office/drawing/2014/main" id="{B1427A75-D024-5A74-CCF8-066F18FE744B}"/>
                </a:ext>
              </a:extLst>
            </p:cNvPr>
            <p:cNvSpPr/>
            <p:nvPr/>
          </p:nvSpPr>
          <p:spPr>
            <a:xfrm>
              <a:off x="378657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33" name="pg2388">
              <a:extLst>
                <a:ext uri="{FF2B5EF4-FFF2-40B4-BE49-F238E27FC236}">
                  <a16:creationId xmlns:a16="http://schemas.microsoft.com/office/drawing/2014/main" id="{38DE1D5D-9DC7-9FDE-0F39-45E0DF0BB5BC}"/>
                </a:ext>
              </a:extLst>
            </p:cNvPr>
            <p:cNvSpPr/>
            <p:nvPr/>
          </p:nvSpPr>
          <p:spPr>
            <a:xfrm>
              <a:off x="379821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34" name="pg2389">
              <a:extLst>
                <a:ext uri="{FF2B5EF4-FFF2-40B4-BE49-F238E27FC236}">
                  <a16:creationId xmlns:a16="http://schemas.microsoft.com/office/drawing/2014/main" id="{E570301C-7D5A-8CCE-DCFB-B03D49D63946}"/>
                </a:ext>
              </a:extLst>
            </p:cNvPr>
            <p:cNvSpPr/>
            <p:nvPr/>
          </p:nvSpPr>
          <p:spPr>
            <a:xfrm>
              <a:off x="380985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35" name="pg2390">
              <a:extLst>
                <a:ext uri="{FF2B5EF4-FFF2-40B4-BE49-F238E27FC236}">
                  <a16:creationId xmlns:a16="http://schemas.microsoft.com/office/drawing/2014/main" id="{968D8F2B-C6D8-EC87-F812-4E2E1C8EEB2C}"/>
                </a:ext>
              </a:extLst>
            </p:cNvPr>
            <p:cNvSpPr/>
            <p:nvPr/>
          </p:nvSpPr>
          <p:spPr>
            <a:xfrm>
              <a:off x="382148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36" name="pg2391">
              <a:extLst>
                <a:ext uri="{FF2B5EF4-FFF2-40B4-BE49-F238E27FC236}">
                  <a16:creationId xmlns:a16="http://schemas.microsoft.com/office/drawing/2014/main" id="{A9A266D4-EFE3-CA9D-A010-4033E347EBF0}"/>
                </a:ext>
              </a:extLst>
            </p:cNvPr>
            <p:cNvSpPr/>
            <p:nvPr/>
          </p:nvSpPr>
          <p:spPr>
            <a:xfrm>
              <a:off x="383312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37" name="pg2392">
              <a:extLst>
                <a:ext uri="{FF2B5EF4-FFF2-40B4-BE49-F238E27FC236}">
                  <a16:creationId xmlns:a16="http://schemas.microsoft.com/office/drawing/2014/main" id="{E5792693-69BF-FFC1-22E7-F4BA4771F86C}"/>
                </a:ext>
              </a:extLst>
            </p:cNvPr>
            <p:cNvSpPr/>
            <p:nvPr/>
          </p:nvSpPr>
          <p:spPr>
            <a:xfrm>
              <a:off x="384476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38" name="pg2393">
              <a:extLst>
                <a:ext uri="{FF2B5EF4-FFF2-40B4-BE49-F238E27FC236}">
                  <a16:creationId xmlns:a16="http://schemas.microsoft.com/office/drawing/2014/main" id="{36714150-0563-DB72-C8CA-27C4735298B2}"/>
                </a:ext>
              </a:extLst>
            </p:cNvPr>
            <p:cNvSpPr/>
            <p:nvPr/>
          </p:nvSpPr>
          <p:spPr>
            <a:xfrm>
              <a:off x="385640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39" name="pg2394">
              <a:extLst>
                <a:ext uri="{FF2B5EF4-FFF2-40B4-BE49-F238E27FC236}">
                  <a16:creationId xmlns:a16="http://schemas.microsoft.com/office/drawing/2014/main" id="{66F75C3C-9C69-BD3B-3439-2FD7C916DCF3}"/>
                </a:ext>
              </a:extLst>
            </p:cNvPr>
            <p:cNvSpPr/>
            <p:nvPr/>
          </p:nvSpPr>
          <p:spPr>
            <a:xfrm>
              <a:off x="386803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40" name="pg2395">
              <a:extLst>
                <a:ext uri="{FF2B5EF4-FFF2-40B4-BE49-F238E27FC236}">
                  <a16:creationId xmlns:a16="http://schemas.microsoft.com/office/drawing/2014/main" id="{E1365FC7-BB95-CB8F-637A-448EFE981988}"/>
                </a:ext>
              </a:extLst>
            </p:cNvPr>
            <p:cNvSpPr/>
            <p:nvPr/>
          </p:nvSpPr>
          <p:spPr>
            <a:xfrm>
              <a:off x="387967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41" name="pg2396">
              <a:extLst>
                <a:ext uri="{FF2B5EF4-FFF2-40B4-BE49-F238E27FC236}">
                  <a16:creationId xmlns:a16="http://schemas.microsoft.com/office/drawing/2014/main" id="{842B26F3-E4CE-1E43-5180-337B59741FA9}"/>
                </a:ext>
              </a:extLst>
            </p:cNvPr>
            <p:cNvSpPr/>
            <p:nvPr/>
          </p:nvSpPr>
          <p:spPr>
            <a:xfrm>
              <a:off x="389131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42" name="pg2397">
              <a:extLst>
                <a:ext uri="{FF2B5EF4-FFF2-40B4-BE49-F238E27FC236}">
                  <a16:creationId xmlns:a16="http://schemas.microsoft.com/office/drawing/2014/main" id="{6DB9CE4C-B12D-7B45-3423-6151E8FA8ABE}"/>
                </a:ext>
              </a:extLst>
            </p:cNvPr>
            <p:cNvSpPr/>
            <p:nvPr/>
          </p:nvSpPr>
          <p:spPr>
            <a:xfrm>
              <a:off x="390295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43" name="pg2398">
              <a:extLst>
                <a:ext uri="{FF2B5EF4-FFF2-40B4-BE49-F238E27FC236}">
                  <a16:creationId xmlns:a16="http://schemas.microsoft.com/office/drawing/2014/main" id="{26F0B183-4216-1333-362C-E81A53169ECE}"/>
                </a:ext>
              </a:extLst>
            </p:cNvPr>
            <p:cNvSpPr/>
            <p:nvPr/>
          </p:nvSpPr>
          <p:spPr>
            <a:xfrm>
              <a:off x="391458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44" name="pg2399">
              <a:extLst>
                <a:ext uri="{FF2B5EF4-FFF2-40B4-BE49-F238E27FC236}">
                  <a16:creationId xmlns:a16="http://schemas.microsoft.com/office/drawing/2014/main" id="{EBE1F9F2-0357-3736-7A63-6362D80FE288}"/>
                </a:ext>
              </a:extLst>
            </p:cNvPr>
            <p:cNvSpPr/>
            <p:nvPr/>
          </p:nvSpPr>
          <p:spPr>
            <a:xfrm>
              <a:off x="392622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45" name="pg2400">
              <a:extLst>
                <a:ext uri="{FF2B5EF4-FFF2-40B4-BE49-F238E27FC236}">
                  <a16:creationId xmlns:a16="http://schemas.microsoft.com/office/drawing/2014/main" id="{8473708E-021B-BE7A-66AA-F7965CD3F999}"/>
                </a:ext>
              </a:extLst>
            </p:cNvPr>
            <p:cNvSpPr/>
            <p:nvPr/>
          </p:nvSpPr>
          <p:spPr>
            <a:xfrm>
              <a:off x="393786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46" name="pg2401">
              <a:extLst>
                <a:ext uri="{FF2B5EF4-FFF2-40B4-BE49-F238E27FC236}">
                  <a16:creationId xmlns:a16="http://schemas.microsoft.com/office/drawing/2014/main" id="{B1A317C3-2839-EFA9-E537-EE937027DEF1}"/>
                </a:ext>
              </a:extLst>
            </p:cNvPr>
            <p:cNvSpPr/>
            <p:nvPr/>
          </p:nvSpPr>
          <p:spPr>
            <a:xfrm>
              <a:off x="394949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47" name="pg2402">
              <a:extLst>
                <a:ext uri="{FF2B5EF4-FFF2-40B4-BE49-F238E27FC236}">
                  <a16:creationId xmlns:a16="http://schemas.microsoft.com/office/drawing/2014/main" id="{BCA63393-E440-E4BD-83BC-5DDDFD7F706F}"/>
                </a:ext>
              </a:extLst>
            </p:cNvPr>
            <p:cNvSpPr/>
            <p:nvPr/>
          </p:nvSpPr>
          <p:spPr>
            <a:xfrm>
              <a:off x="396113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48" name="pg2403">
              <a:extLst>
                <a:ext uri="{FF2B5EF4-FFF2-40B4-BE49-F238E27FC236}">
                  <a16:creationId xmlns:a16="http://schemas.microsoft.com/office/drawing/2014/main" id="{05EFB3CD-13FE-9FA1-069B-98224FF51FE2}"/>
                </a:ext>
              </a:extLst>
            </p:cNvPr>
            <p:cNvSpPr/>
            <p:nvPr/>
          </p:nvSpPr>
          <p:spPr>
            <a:xfrm>
              <a:off x="397277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49" name="pg2404">
              <a:extLst>
                <a:ext uri="{FF2B5EF4-FFF2-40B4-BE49-F238E27FC236}">
                  <a16:creationId xmlns:a16="http://schemas.microsoft.com/office/drawing/2014/main" id="{7AE55FED-2996-961E-BC5D-F31A1C9545DE}"/>
                </a:ext>
              </a:extLst>
            </p:cNvPr>
            <p:cNvSpPr/>
            <p:nvPr/>
          </p:nvSpPr>
          <p:spPr>
            <a:xfrm>
              <a:off x="398441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50" name="pg2405">
              <a:extLst>
                <a:ext uri="{FF2B5EF4-FFF2-40B4-BE49-F238E27FC236}">
                  <a16:creationId xmlns:a16="http://schemas.microsoft.com/office/drawing/2014/main" id="{76068D13-4BA5-027E-5892-585E92E9A9B2}"/>
                </a:ext>
              </a:extLst>
            </p:cNvPr>
            <p:cNvSpPr/>
            <p:nvPr/>
          </p:nvSpPr>
          <p:spPr>
            <a:xfrm>
              <a:off x="399604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51" name="pg2406">
              <a:extLst>
                <a:ext uri="{FF2B5EF4-FFF2-40B4-BE49-F238E27FC236}">
                  <a16:creationId xmlns:a16="http://schemas.microsoft.com/office/drawing/2014/main" id="{9E054309-395A-4E9B-8ADC-6CF1C681A298}"/>
                </a:ext>
              </a:extLst>
            </p:cNvPr>
            <p:cNvSpPr/>
            <p:nvPr/>
          </p:nvSpPr>
          <p:spPr>
            <a:xfrm>
              <a:off x="400768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52" name="pg2407">
              <a:extLst>
                <a:ext uri="{FF2B5EF4-FFF2-40B4-BE49-F238E27FC236}">
                  <a16:creationId xmlns:a16="http://schemas.microsoft.com/office/drawing/2014/main" id="{D4325323-1999-5B45-0203-91F340927E03}"/>
                </a:ext>
              </a:extLst>
            </p:cNvPr>
            <p:cNvSpPr/>
            <p:nvPr/>
          </p:nvSpPr>
          <p:spPr>
            <a:xfrm>
              <a:off x="401932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53" name="pg2408">
              <a:extLst>
                <a:ext uri="{FF2B5EF4-FFF2-40B4-BE49-F238E27FC236}">
                  <a16:creationId xmlns:a16="http://schemas.microsoft.com/office/drawing/2014/main" id="{67444A6A-87C7-9469-E594-684CEF036ABC}"/>
                </a:ext>
              </a:extLst>
            </p:cNvPr>
            <p:cNvSpPr/>
            <p:nvPr/>
          </p:nvSpPr>
          <p:spPr>
            <a:xfrm>
              <a:off x="403096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54" name="pg2409">
              <a:extLst>
                <a:ext uri="{FF2B5EF4-FFF2-40B4-BE49-F238E27FC236}">
                  <a16:creationId xmlns:a16="http://schemas.microsoft.com/office/drawing/2014/main" id="{B3614ECE-43A0-5B82-5F86-4695C852C8A2}"/>
                </a:ext>
              </a:extLst>
            </p:cNvPr>
            <p:cNvSpPr/>
            <p:nvPr/>
          </p:nvSpPr>
          <p:spPr>
            <a:xfrm>
              <a:off x="404259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55" name="pg2410">
              <a:extLst>
                <a:ext uri="{FF2B5EF4-FFF2-40B4-BE49-F238E27FC236}">
                  <a16:creationId xmlns:a16="http://schemas.microsoft.com/office/drawing/2014/main" id="{23FECD88-C0A7-1BD6-7328-2E69F7778649}"/>
                </a:ext>
              </a:extLst>
            </p:cNvPr>
            <p:cNvSpPr/>
            <p:nvPr/>
          </p:nvSpPr>
          <p:spPr>
            <a:xfrm>
              <a:off x="405423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56" name="pg2411">
              <a:extLst>
                <a:ext uri="{FF2B5EF4-FFF2-40B4-BE49-F238E27FC236}">
                  <a16:creationId xmlns:a16="http://schemas.microsoft.com/office/drawing/2014/main" id="{6F867CE3-3A1E-9FD7-4AB9-E2E019CA6A46}"/>
                </a:ext>
              </a:extLst>
            </p:cNvPr>
            <p:cNvSpPr/>
            <p:nvPr/>
          </p:nvSpPr>
          <p:spPr>
            <a:xfrm>
              <a:off x="406587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57" name="pg2412">
              <a:extLst>
                <a:ext uri="{FF2B5EF4-FFF2-40B4-BE49-F238E27FC236}">
                  <a16:creationId xmlns:a16="http://schemas.microsoft.com/office/drawing/2014/main" id="{04551FAC-111E-9E0F-7D87-039DF5302805}"/>
                </a:ext>
              </a:extLst>
            </p:cNvPr>
            <p:cNvSpPr/>
            <p:nvPr/>
          </p:nvSpPr>
          <p:spPr>
            <a:xfrm>
              <a:off x="407751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58" name="pg2413">
              <a:extLst>
                <a:ext uri="{FF2B5EF4-FFF2-40B4-BE49-F238E27FC236}">
                  <a16:creationId xmlns:a16="http://schemas.microsoft.com/office/drawing/2014/main" id="{6189754A-4756-8F7D-2888-A08BC0E50977}"/>
                </a:ext>
              </a:extLst>
            </p:cNvPr>
            <p:cNvSpPr/>
            <p:nvPr/>
          </p:nvSpPr>
          <p:spPr>
            <a:xfrm>
              <a:off x="408914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59" name="pg2414">
              <a:extLst>
                <a:ext uri="{FF2B5EF4-FFF2-40B4-BE49-F238E27FC236}">
                  <a16:creationId xmlns:a16="http://schemas.microsoft.com/office/drawing/2014/main" id="{CE09FE15-EB84-53B9-904D-3F25886FC032}"/>
                </a:ext>
              </a:extLst>
            </p:cNvPr>
            <p:cNvSpPr/>
            <p:nvPr/>
          </p:nvSpPr>
          <p:spPr>
            <a:xfrm>
              <a:off x="410078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60" name="pg2415">
              <a:extLst>
                <a:ext uri="{FF2B5EF4-FFF2-40B4-BE49-F238E27FC236}">
                  <a16:creationId xmlns:a16="http://schemas.microsoft.com/office/drawing/2014/main" id="{476BCF5E-7A98-31EB-7AAC-7CB58ACE560D}"/>
                </a:ext>
              </a:extLst>
            </p:cNvPr>
            <p:cNvSpPr/>
            <p:nvPr/>
          </p:nvSpPr>
          <p:spPr>
            <a:xfrm>
              <a:off x="411242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61" name="pg2416">
              <a:extLst>
                <a:ext uri="{FF2B5EF4-FFF2-40B4-BE49-F238E27FC236}">
                  <a16:creationId xmlns:a16="http://schemas.microsoft.com/office/drawing/2014/main" id="{E0C61D2A-F397-6FDE-856D-DA007B9674F7}"/>
                </a:ext>
              </a:extLst>
            </p:cNvPr>
            <p:cNvSpPr/>
            <p:nvPr/>
          </p:nvSpPr>
          <p:spPr>
            <a:xfrm>
              <a:off x="412405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62" name="pg2417">
              <a:extLst>
                <a:ext uri="{FF2B5EF4-FFF2-40B4-BE49-F238E27FC236}">
                  <a16:creationId xmlns:a16="http://schemas.microsoft.com/office/drawing/2014/main" id="{BDFDC098-60E2-D1E7-C19D-F6FE2C81B2B0}"/>
                </a:ext>
              </a:extLst>
            </p:cNvPr>
            <p:cNvSpPr/>
            <p:nvPr/>
          </p:nvSpPr>
          <p:spPr>
            <a:xfrm>
              <a:off x="413569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63" name="pg2418">
              <a:extLst>
                <a:ext uri="{FF2B5EF4-FFF2-40B4-BE49-F238E27FC236}">
                  <a16:creationId xmlns:a16="http://schemas.microsoft.com/office/drawing/2014/main" id="{7FD87EE9-2019-BFAF-E97D-86E1F3FC1CBE}"/>
                </a:ext>
              </a:extLst>
            </p:cNvPr>
            <p:cNvSpPr/>
            <p:nvPr/>
          </p:nvSpPr>
          <p:spPr>
            <a:xfrm>
              <a:off x="414733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64" name="pg2419">
              <a:extLst>
                <a:ext uri="{FF2B5EF4-FFF2-40B4-BE49-F238E27FC236}">
                  <a16:creationId xmlns:a16="http://schemas.microsoft.com/office/drawing/2014/main" id="{FE07F7F6-25C7-4A64-1A04-2978F522244A}"/>
                </a:ext>
              </a:extLst>
            </p:cNvPr>
            <p:cNvSpPr/>
            <p:nvPr/>
          </p:nvSpPr>
          <p:spPr>
            <a:xfrm>
              <a:off x="426370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65" name="pg2420">
              <a:extLst>
                <a:ext uri="{FF2B5EF4-FFF2-40B4-BE49-F238E27FC236}">
                  <a16:creationId xmlns:a16="http://schemas.microsoft.com/office/drawing/2014/main" id="{F6910D4A-A63A-FC77-D52A-BF7AC5F9411E}"/>
                </a:ext>
              </a:extLst>
            </p:cNvPr>
            <p:cNvSpPr/>
            <p:nvPr/>
          </p:nvSpPr>
          <p:spPr>
            <a:xfrm>
              <a:off x="427534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66" name="pg2421">
              <a:extLst>
                <a:ext uri="{FF2B5EF4-FFF2-40B4-BE49-F238E27FC236}">
                  <a16:creationId xmlns:a16="http://schemas.microsoft.com/office/drawing/2014/main" id="{39A5B508-0A69-3561-28CA-8E2FFEF38985}"/>
                </a:ext>
              </a:extLst>
            </p:cNvPr>
            <p:cNvSpPr/>
            <p:nvPr/>
          </p:nvSpPr>
          <p:spPr>
            <a:xfrm>
              <a:off x="428698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67" name="pg2422">
              <a:extLst>
                <a:ext uri="{FF2B5EF4-FFF2-40B4-BE49-F238E27FC236}">
                  <a16:creationId xmlns:a16="http://schemas.microsoft.com/office/drawing/2014/main" id="{909B4D35-05AB-06F4-879F-DDCB2F389E7F}"/>
                </a:ext>
              </a:extLst>
            </p:cNvPr>
            <p:cNvSpPr/>
            <p:nvPr/>
          </p:nvSpPr>
          <p:spPr>
            <a:xfrm>
              <a:off x="429861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68" name="pg2423">
              <a:extLst>
                <a:ext uri="{FF2B5EF4-FFF2-40B4-BE49-F238E27FC236}">
                  <a16:creationId xmlns:a16="http://schemas.microsoft.com/office/drawing/2014/main" id="{F333B9AD-BF12-63D8-8AEE-F504AD5DF2AE}"/>
                </a:ext>
              </a:extLst>
            </p:cNvPr>
            <p:cNvSpPr/>
            <p:nvPr/>
          </p:nvSpPr>
          <p:spPr>
            <a:xfrm>
              <a:off x="455464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69" name="pg2424">
              <a:extLst>
                <a:ext uri="{FF2B5EF4-FFF2-40B4-BE49-F238E27FC236}">
                  <a16:creationId xmlns:a16="http://schemas.microsoft.com/office/drawing/2014/main" id="{82761072-6A19-AE7C-FD13-D27343318D1D}"/>
                </a:ext>
              </a:extLst>
            </p:cNvPr>
            <p:cNvSpPr/>
            <p:nvPr/>
          </p:nvSpPr>
          <p:spPr>
            <a:xfrm>
              <a:off x="456627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70" name="pg2425">
              <a:extLst>
                <a:ext uri="{FF2B5EF4-FFF2-40B4-BE49-F238E27FC236}">
                  <a16:creationId xmlns:a16="http://schemas.microsoft.com/office/drawing/2014/main" id="{848E87DF-965B-8CAD-0494-5090F77CA7FF}"/>
                </a:ext>
              </a:extLst>
            </p:cNvPr>
            <p:cNvSpPr/>
            <p:nvPr/>
          </p:nvSpPr>
          <p:spPr>
            <a:xfrm>
              <a:off x="457791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71" name="pg2426">
              <a:extLst>
                <a:ext uri="{FF2B5EF4-FFF2-40B4-BE49-F238E27FC236}">
                  <a16:creationId xmlns:a16="http://schemas.microsoft.com/office/drawing/2014/main" id="{CA067031-0A21-AC6E-F844-BED799265127}"/>
                </a:ext>
              </a:extLst>
            </p:cNvPr>
            <p:cNvSpPr/>
            <p:nvPr/>
          </p:nvSpPr>
          <p:spPr>
            <a:xfrm>
              <a:off x="458955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72" name="pg2427">
              <a:extLst>
                <a:ext uri="{FF2B5EF4-FFF2-40B4-BE49-F238E27FC236}">
                  <a16:creationId xmlns:a16="http://schemas.microsoft.com/office/drawing/2014/main" id="{726DEF19-9E74-70F2-1467-4F5899F2AA13}"/>
                </a:ext>
              </a:extLst>
            </p:cNvPr>
            <p:cNvSpPr/>
            <p:nvPr/>
          </p:nvSpPr>
          <p:spPr>
            <a:xfrm>
              <a:off x="460119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73" name="pg2428">
              <a:extLst>
                <a:ext uri="{FF2B5EF4-FFF2-40B4-BE49-F238E27FC236}">
                  <a16:creationId xmlns:a16="http://schemas.microsoft.com/office/drawing/2014/main" id="{C15A4EF1-EC96-B697-FE02-AF70F1838B83}"/>
                </a:ext>
              </a:extLst>
            </p:cNvPr>
            <p:cNvSpPr/>
            <p:nvPr/>
          </p:nvSpPr>
          <p:spPr>
            <a:xfrm>
              <a:off x="325125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74" name="pg2429">
              <a:extLst>
                <a:ext uri="{FF2B5EF4-FFF2-40B4-BE49-F238E27FC236}">
                  <a16:creationId xmlns:a16="http://schemas.microsoft.com/office/drawing/2014/main" id="{2ABC0952-28B2-1C92-782C-3094FF7521BD}"/>
                </a:ext>
              </a:extLst>
            </p:cNvPr>
            <p:cNvSpPr/>
            <p:nvPr/>
          </p:nvSpPr>
          <p:spPr>
            <a:xfrm>
              <a:off x="326289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75" name="pg2430">
              <a:extLst>
                <a:ext uri="{FF2B5EF4-FFF2-40B4-BE49-F238E27FC236}">
                  <a16:creationId xmlns:a16="http://schemas.microsoft.com/office/drawing/2014/main" id="{89629336-E385-B562-569B-7A2C9D6BD8DA}"/>
                </a:ext>
              </a:extLst>
            </p:cNvPr>
            <p:cNvSpPr/>
            <p:nvPr/>
          </p:nvSpPr>
          <p:spPr>
            <a:xfrm>
              <a:off x="360037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76" name="pg2431">
              <a:extLst>
                <a:ext uri="{FF2B5EF4-FFF2-40B4-BE49-F238E27FC236}">
                  <a16:creationId xmlns:a16="http://schemas.microsoft.com/office/drawing/2014/main" id="{19E06C6D-50C6-8553-4942-8F205BA3DBAE}"/>
                </a:ext>
              </a:extLst>
            </p:cNvPr>
            <p:cNvSpPr/>
            <p:nvPr/>
          </p:nvSpPr>
          <p:spPr>
            <a:xfrm>
              <a:off x="361201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77" name="pg2432">
              <a:extLst>
                <a:ext uri="{FF2B5EF4-FFF2-40B4-BE49-F238E27FC236}">
                  <a16:creationId xmlns:a16="http://schemas.microsoft.com/office/drawing/2014/main" id="{FC1751B3-7D4E-1C9F-A82C-97AD3BE3E804}"/>
                </a:ext>
              </a:extLst>
            </p:cNvPr>
            <p:cNvSpPr/>
            <p:nvPr/>
          </p:nvSpPr>
          <p:spPr>
            <a:xfrm>
              <a:off x="362365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78" name="pg2433">
              <a:extLst>
                <a:ext uri="{FF2B5EF4-FFF2-40B4-BE49-F238E27FC236}">
                  <a16:creationId xmlns:a16="http://schemas.microsoft.com/office/drawing/2014/main" id="{E2EFC09E-C61D-B5FD-876F-4A0362861B67}"/>
                </a:ext>
              </a:extLst>
            </p:cNvPr>
            <p:cNvSpPr/>
            <p:nvPr/>
          </p:nvSpPr>
          <p:spPr>
            <a:xfrm>
              <a:off x="363529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79" name="pg2434">
              <a:extLst>
                <a:ext uri="{FF2B5EF4-FFF2-40B4-BE49-F238E27FC236}">
                  <a16:creationId xmlns:a16="http://schemas.microsoft.com/office/drawing/2014/main" id="{6DD414F9-B80B-538F-A187-99F5985EFF5F}"/>
                </a:ext>
              </a:extLst>
            </p:cNvPr>
            <p:cNvSpPr/>
            <p:nvPr/>
          </p:nvSpPr>
          <p:spPr>
            <a:xfrm>
              <a:off x="364692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80" name="pg2435">
              <a:extLst>
                <a:ext uri="{FF2B5EF4-FFF2-40B4-BE49-F238E27FC236}">
                  <a16:creationId xmlns:a16="http://schemas.microsoft.com/office/drawing/2014/main" id="{BF27763A-9B59-A154-2C57-38A4B5322E9C}"/>
                </a:ext>
              </a:extLst>
            </p:cNvPr>
            <p:cNvSpPr/>
            <p:nvPr/>
          </p:nvSpPr>
          <p:spPr>
            <a:xfrm>
              <a:off x="365856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81" name="pg2436">
              <a:extLst>
                <a:ext uri="{FF2B5EF4-FFF2-40B4-BE49-F238E27FC236}">
                  <a16:creationId xmlns:a16="http://schemas.microsoft.com/office/drawing/2014/main" id="{FAEEDE91-10CB-2401-93EA-2D909624938A}"/>
                </a:ext>
              </a:extLst>
            </p:cNvPr>
            <p:cNvSpPr/>
            <p:nvPr/>
          </p:nvSpPr>
          <p:spPr>
            <a:xfrm>
              <a:off x="367020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82" name="pg2437">
              <a:extLst>
                <a:ext uri="{FF2B5EF4-FFF2-40B4-BE49-F238E27FC236}">
                  <a16:creationId xmlns:a16="http://schemas.microsoft.com/office/drawing/2014/main" id="{EBE607E8-64B6-9624-B6D4-B5B60BA5859F}"/>
                </a:ext>
              </a:extLst>
            </p:cNvPr>
            <p:cNvSpPr/>
            <p:nvPr/>
          </p:nvSpPr>
          <p:spPr>
            <a:xfrm>
              <a:off x="368184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83" name="pg2438">
              <a:extLst>
                <a:ext uri="{FF2B5EF4-FFF2-40B4-BE49-F238E27FC236}">
                  <a16:creationId xmlns:a16="http://schemas.microsoft.com/office/drawing/2014/main" id="{0FECA947-706D-E9A9-AE39-51627A054266}"/>
                </a:ext>
              </a:extLst>
            </p:cNvPr>
            <p:cNvSpPr/>
            <p:nvPr/>
          </p:nvSpPr>
          <p:spPr>
            <a:xfrm>
              <a:off x="369347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84" name="pg2439">
              <a:extLst>
                <a:ext uri="{FF2B5EF4-FFF2-40B4-BE49-F238E27FC236}">
                  <a16:creationId xmlns:a16="http://schemas.microsoft.com/office/drawing/2014/main" id="{462EE02B-A091-182A-D859-0AF400E76A98}"/>
                </a:ext>
              </a:extLst>
            </p:cNvPr>
            <p:cNvSpPr/>
            <p:nvPr/>
          </p:nvSpPr>
          <p:spPr>
            <a:xfrm>
              <a:off x="370511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85" name="pg2440">
              <a:extLst>
                <a:ext uri="{FF2B5EF4-FFF2-40B4-BE49-F238E27FC236}">
                  <a16:creationId xmlns:a16="http://schemas.microsoft.com/office/drawing/2014/main" id="{CE1B6A30-F8AE-1AF8-49B5-A4C38A798A5A}"/>
                </a:ext>
              </a:extLst>
            </p:cNvPr>
            <p:cNvSpPr/>
            <p:nvPr/>
          </p:nvSpPr>
          <p:spPr>
            <a:xfrm>
              <a:off x="371675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86" name="pg2441">
              <a:extLst>
                <a:ext uri="{FF2B5EF4-FFF2-40B4-BE49-F238E27FC236}">
                  <a16:creationId xmlns:a16="http://schemas.microsoft.com/office/drawing/2014/main" id="{C7A91CA8-B009-5A6D-1F02-EF7E0211F4F0}"/>
                </a:ext>
              </a:extLst>
            </p:cNvPr>
            <p:cNvSpPr/>
            <p:nvPr/>
          </p:nvSpPr>
          <p:spPr>
            <a:xfrm>
              <a:off x="372839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87" name="pg2442">
              <a:extLst>
                <a:ext uri="{FF2B5EF4-FFF2-40B4-BE49-F238E27FC236}">
                  <a16:creationId xmlns:a16="http://schemas.microsoft.com/office/drawing/2014/main" id="{835FC266-14CF-1F0E-5317-BBF39FBB0D97}"/>
                </a:ext>
              </a:extLst>
            </p:cNvPr>
            <p:cNvSpPr/>
            <p:nvPr/>
          </p:nvSpPr>
          <p:spPr>
            <a:xfrm>
              <a:off x="374002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88" name="pg2443">
              <a:extLst>
                <a:ext uri="{FF2B5EF4-FFF2-40B4-BE49-F238E27FC236}">
                  <a16:creationId xmlns:a16="http://schemas.microsoft.com/office/drawing/2014/main" id="{7C81A92A-E6FE-A048-8EB2-1EE763605FA3}"/>
                </a:ext>
              </a:extLst>
            </p:cNvPr>
            <p:cNvSpPr/>
            <p:nvPr/>
          </p:nvSpPr>
          <p:spPr>
            <a:xfrm>
              <a:off x="375166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89" name="pg2444">
              <a:extLst>
                <a:ext uri="{FF2B5EF4-FFF2-40B4-BE49-F238E27FC236}">
                  <a16:creationId xmlns:a16="http://schemas.microsoft.com/office/drawing/2014/main" id="{0571EC84-9241-784C-9634-C7E036986A85}"/>
                </a:ext>
              </a:extLst>
            </p:cNvPr>
            <p:cNvSpPr/>
            <p:nvPr/>
          </p:nvSpPr>
          <p:spPr>
            <a:xfrm>
              <a:off x="376330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90" name="pg2445">
              <a:extLst>
                <a:ext uri="{FF2B5EF4-FFF2-40B4-BE49-F238E27FC236}">
                  <a16:creationId xmlns:a16="http://schemas.microsoft.com/office/drawing/2014/main" id="{C989E8BE-1FDC-7E71-2935-911BED04609D}"/>
                </a:ext>
              </a:extLst>
            </p:cNvPr>
            <p:cNvSpPr/>
            <p:nvPr/>
          </p:nvSpPr>
          <p:spPr>
            <a:xfrm>
              <a:off x="377493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91" name="pg2446">
              <a:extLst>
                <a:ext uri="{FF2B5EF4-FFF2-40B4-BE49-F238E27FC236}">
                  <a16:creationId xmlns:a16="http://schemas.microsoft.com/office/drawing/2014/main" id="{FCAB30B1-CC2E-7EC3-04A3-283B1DB0433E}"/>
                </a:ext>
              </a:extLst>
            </p:cNvPr>
            <p:cNvSpPr/>
            <p:nvPr/>
          </p:nvSpPr>
          <p:spPr>
            <a:xfrm>
              <a:off x="378657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92" name="pg2447">
              <a:extLst>
                <a:ext uri="{FF2B5EF4-FFF2-40B4-BE49-F238E27FC236}">
                  <a16:creationId xmlns:a16="http://schemas.microsoft.com/office/drawing/2014/main" id="{5B99FFB9-5E43-BF47-BA6E-AF7D15B20152}"/>
                </a:ext>
              </a:extLst>
            </p:cNvPr>
            <p:cNvSpPr/>
            <p:nvPr/>
          </p:nvSpPr>
          <p:spPr>
            <a:xfrm>
              <a:off x="379821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93" name="pg2448">
              <a:extLst>
                <a:ext uri="{FF2B5EF4-FFF2-40B4-BE49-F238E27FC236}">
                  <a16:creationId xmlns:a16="http://schemas.microsoft.com/office/drawing/2014/main" id="{46E22EEC-83AC-FCD2-FE67-458C278F9AF9}"/>
                </a:ext>
              </a:extLst>
            </p:cNvPr>
            <p:cNvSpPr/>
            <p:nvPr/>
          </p:nvSpPr>
          <p:spPr>
            <a:xfrm>
              <a:off x="380985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94" name="pg2449">
              <a:extLst>
                <a:ext uri="{FF2B5EF4-FFF2-40B4-BE49-F238E27FC236}">
                  <a16:creationId xmlns:a16="http://schemas.microsoft.com/office/drawing/2014/main" id="{82F40573-9C26-55AC-942B-F8298FD12C2C}"/>
                </a:ext>
              </a:extLst>
            </p:cNvPr>
            <p:cNvSpPr/>
            <p:nvPr/>
          </p:nvSpPr>
          <p:spPr>
            <a:xfrm>
              <a:off x="382148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95" name="pg2450">
              <a:extLst>
                <a:ext uri="{FF2B5EF4-FFF2-40B4-BE49-F238E27FC236}">
                  <a16:creationId xmlns:a16="http://schemas.microsoft.com/office/drawing/2014/main" id="{30B04E67-313C-2536-2626-C05484E0551A}"/>
                </a:ext>
              </a:extLst>
            </p:cNvPr>
            <p:cNvSpPr/>
            <p:nvPr/>
          </p:nvSpPr>
          <p:spPr>
            <a:xfrm>
              <a:off x="383312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96" name="pg2451">
              <a:extLst>
                <a:ext uri="{FF2B5EF4-FFF2-40B4-BE49-F238E27FC236}">
                  <a16:creationId xmlns:a16="http://schemas.microsoft.com/office/drawing/2014/main" id="{7236039B-0F57-6BFC-C83F-391DFCBF4A90}"/>
                </a:ext>
              </a:extLst>
            </p:cNvPr>
            <p:cNvSpPr/>
            <p:nvPr/>
          </p:nvSpPr>
          <p:spPr>
            <a:xfrm>
              <a:off x="384476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97" name="pg2452">
              <a:extLst>
                <a:ext uri="{FF2B5EF4-FFF2-40B4-BE49-F238E27FC236}">
                  <a16:creationId xmlns:a16="http://schemas.microsoft.com/office/drawing/2014/main" id="{96AB1867-467B-252B-46D4-73F70EAEF419}"/>
                </a:ext>
              </a:extLst>
            </p:cNvPr>
            <p:cNvSpPr/>
            <p:nvPr/>
          </p:nvSpPr>
          <p:spPr>
            <a:xfrm>
              <a:off x="385640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98" name="pg2453">
              <a:extLst>
                <a:ext uri="{FF2B5EF4-FFF2-40B4-BE49-F238E27FC236}">
                  <a16:creationId xmlns:a16="http://schemas.microsoft.com/office/drawing/2014/main" id="{4F3C4B99-4A08-0705-C62E-4394A2AF039D}"/>
                </a:ext>
              </a:extLst>
            </p:cNvPr>
            <p:cNvSpPr/>
            <p:nvPr/>
          </p:nvSpPr>
          <p:spPr>
            <a:xfrm>
              <a:off x="386803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99" name="pg2454">
              <a:extLst>
                <a:ext uri="{FF2B5EF4-FFF2-40B4-BE49-F238E27FC236}">
                  <a16:creationId xmlns:a16="http://schemas.microsoft.com/office/drawing/2014/main" id="{78554CD6-4186-6CEA-3D22-089FA7B2074C}"/>
                </a:ext>
              </a:extLst>
            </p:cNvPr>
            <p:cNvSpPr/>
            <p:nvPr/>
          </p:nvSpPr>
          <p:spPr>
            <a:xfrm>
              <a:off x="387967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00" name="pg2455">
              <a:extLst>
                <a:ext uri="{FF2B5EF4-FFF2-40B4-BE49-F238E27FC236}">
                  <a16:creationId xmlns:a16="http://schemas.microsoft.com/office/drawing/2014/main" id="{D09E7A80-A91F-4D41-342C-4A89B202BB22}"/>
                </a:ext>
              </a:extLst>
            </p:cNvPr>
            <p:cNvSpPr/>
            <p:nvPr/>
          </p:nvSpPr>
          <p:spPr>
            <a:xfrm>
              <a:off x="389131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01" name="pg2456">
              <a:extLst>
                <a:ext uri="{FF2B5EF4-FFF2-40B4-BE49-F238E27FC236}">
                  <a16:creationId xmlns:a16="http://schemas.microsoft.com/office/drawing/2014/main" id="{84F75433-D5A4-F773-4D7F-31863028102A}"/>
                </a:ext>
              </a:extLst>
            </p:cNvPr>
            <p:cNvSpPr/>
            <p:nvPr/>
          </p:nvSpPr>
          <p:spPr>
            <a:xfrm>
              <a:off x="390295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02" name="pg2457">
              <a:extLst>
                <a:ext uri="{FF2B5EF4-FFF2-40B4-BE49-F238E27FC236}">
                  <a16:creationId xmlns:a16="http://schemas.microsoft.com/office/drawing/2014/main" id="{A9F3CF7C-4F69-AC96-B308-A5A04C0C80EA}"/>
                </a:ext>
              </a:extLst>
            </p:cNvPr>
            <p:cNvSpPr/>
            <p:nvPr/>
          </p:nvSpPr>
          <p:spPr>
            <a:xfrm>
              <a:off x="391458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03" name="pg2458">
              <a:extLst>
                <a:ext uri="{FF2B5EF4-FFF2-40B4-BE49-F238E27FC236}">
                  <a16:creationId xmlns:a16="http://schemas.microsoft.com/office/drawing/2014/main" id="{CD25F45D-5A1C-B267-2B63-75E0D45906FE}"/>
                </a:ext>
              </a:extLst>
            </p:cNvPr>
            <p:cNvSpPr/>
            <p:nvPr/>
          </p:nvSpPr>
          <p:spPr>
            <a:xfrm>
              <a:off x="392622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04" name="pg2459">
              <a:extLst>
                <a:ext uri="{FF2B5EF4-FFF2-40B4-BE49-F238E27FC236}">
                  <a16:creationId xmlns:a16="http://schemas.microsoft.com/office/drawing/2014/main" id="{AEB80E70-6FDA-8067-4451-BF914393CC9A}"/>
                </a:ext>
              </a:extLst>
            </p:cNvPr>
            <p:cNvSpPr/>
            <p:nvPr/>
          </p:nvSpPr>
          <p:spPr>
            <a:xfrm>
              <a:off x="393786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05" name="pg2460">
              <a:extLst>
                <a:ext uri="{FF2B5EF4-FFF2-40B4-BE49-F238E27FC236}">
                  <a16:creationId xmlns:a16="http://schemas.microsoft.com/office/drawing/2014/main" id="{E5E51AC7-EF8B-8434-BF92-992160CF2D88}"/>
                </a:ext>
              </a:extLst>
            </p:cNvPr>
            <p:cNvSpPr/>
            <p:nvPr/>
          </p:nvSpPr>
          <p:spPr>
            <a:xfrm>
              <a:off x="394949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06" name="pg2461">
              <a:extLst>
                <a:ext uri="{FF2B5EF4-FFF2-40B4-BE49-F238E27FC236}">
                  <a16:creationId xmlns:a16="http://schemas.microsoft.com/office/drawing/2014/main" id="{B74F1350-546C-BD50-00D3-050AAADCABC3}"/>
                </a:ext>
              </a:extLst>
            </p:cNvPr>
            <p:cNvSpPr/>
            <p:nvPr/>
          </p:nvSpPr>
          <p:spPr>
            <a:xfrm>
              <a:off x="396113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07" name="pg2462">
              <a:extLst>
                <a:ext uri="{FF2B5EF4-FFF2-40B4-BE49-F238E27FC236}">
                  <a16:creationId xmlns:a16="http://schemas.microsoft.com/office/drawing/2014/main" id="{7E22200E-BD70-E3BC-8578-4E69719AB77D}"/>
                </a:ext>
              </a:extLst>
            </p:cNvPr>
            <p:cNvSpPr/>
            <p:nvPr/>
          </p:nvSpPr>
          <p:spPr>
            <a:xfrm>
              <a:off x="397277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08" name="pg2463">
              <a:extLst>
                <a:ext uri="{FF2B5EF4-FFF2-40B4-BE49-F238E27FC236}">
                  <a16:creationId xmlns:a16="http://schemas.microsoft.com/office/drawing/2014/main" id="{BF523C1C-FB35-0035-BE82-C2F1E90853C6}"/>
                </a:ext>
              </a:extLst>
            </p:cNvPr>
            <p:cNvSpPr/>
            <p:nvPr/>
          </p:nvSpPr>
          <p:spPr>
            <a:xfrm>
              <a:off x="398441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09" name="pg2464">
              <a:extLst>
                <a:ext uri="{FF2B5EF4-FFF2-40B4-BE49-F238E27FC236}">
                  <a16:creationId xmlns:a16="http://schemas.microsoft.com/office/drawing/2014/main" id="{7FB3B1E8-BFB1-CD3E-9533-3D72A07309A1}"/>
                </a:ext>
              </a:extLst>
            </p:cNvPr>
            <p:cNvSpPr/>
            <p:nvPr/>
          </p:nvSpPr>
          <p:spPr>
            <a:xfrm>
              <a:off x="399604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10" name="pg2465">
              <a:extLst>
                <a:ext uri="{FF2B5EF4-FFF2-40B4-BE49-F238E27FC236}">
                  <a16:creationId xmlns:a16="http://schemas.microsoft.com/office/drawing/2014/main" id="{7E7FBAE3-56B6-2F48-AB3C-2118FD813545}"/>
                </a:ext>
              </a:extLst>
            </p:cNvPr>
            <p:cNvSpPr/>
            <p:nvPr/>
          </p:nvSpPr>
          <p:spPr>
            <a:xfrm>
              <a:off x="400768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11" name="pg2466">
              <a:extLst>
                <a:ext uri="{FF2B5EF4-FFF2-40B4-BE49-F238E27FC236}">
                  <a16:creationId xmlns:a16="http://schemas.microsoft.com/office/drawing/2014/main" id="{E3AA7501-B54F-A98F-CC7F-E0D9A4C0D6B6}"/>
                </a:ext>
              </a:extLst>
            </p:cNvPr>
            <p:cNvSpPr/>
            <p:nvPr/>
          </p:nvSpPr>
          <p:spPr>
            <a:xfrm>
              <a:off x="401932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12" name="pg2467">
              <a:extLst>
                <a:ext uri="{FF2B5EF4-FFF2-40B4-BE49-F238E27FC236}">
                  <a16:creationId xmlns:a16="http://schemas.microsoft.com/office/drawing/2014/main" id="{7A0E9371-0F37-EF02-0E4A-322EC6CDACBF}"/>
                </a:ext>
              </a:extLst>
            </p:cNvPr>
            <p:cNvSpPr/>
            <p:nvPr/>
          </p:nvSpPr>
          <p:spPr>
            <a:xfrm>
              <a:off x="403096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13" name="pg2468">
              <a:extLst>
                <a:ext uri="{FF2B5EF4-FFF2-40B4-BE49-F238E27FC236}">
                  <a16:creationId xmlns:a16="http://schemas.microsoft.com/office/drawing/2014/main" id="{64A22DE0-4081-F946-3F95-220CBE99BD01}"/>
                </a:ext>
              </a:extLst>
            </p:cNvPr>
            <p:cNvSpPr/>
            <p:nvPr/>
          </p:nvSpPr>
          <p:spPr>
            <a:xfrm>
              <a:off x="404259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14" name="pg2469">
              <a:extLst>
                <a:ext uri="{FF2B5EF4-FFF2-40B4-BE49-F238E27FC236}">
                  <a16:creationId xmlns:a16="http://schemas.microsoft.com/office/drawing/2014/main" id="{BCD02987-404A-3F9A-07A3-3F1C2F7D7AD9}"/>
                </a:ext>
              </a:extLst>
            </p:cNvPr>
            <p:cNvSpPr/>
            <p:nvPr/>
          </p:nvSpPr>
          <p:spPr>
            <a:xfrm>
              <a:off x="405423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15" name="pg2470">
              <a:extLst>
                <a:ext uri="{FF2B5EF4-FFF2-40B4-BE49-F238E27FC236}">
                  <a16:creationId xmlns:a16="http://schemas.microsoft.com/office/drawing/2014/main" id="{90974B3E-DAB3-D9DC-4746-A0A8DCA40FDC}"/>
                </a:ext>
              </a:extLst>
            </p:cNvPr>
            <p:cNvSpPr/>
            <p:nvPr/>
          </p:nvSpPr>
          <p:spPr>
            <a:xfrm>
              <a:off x="406587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16" name="pg2471">
              <a:extLst>
                <a:ext uri="{FF2B5EF4-FFF2-40B4-BE49-F238E27FC236}">
                  <a16:creationId xmlns:a16="http://schemas.microsoft.com/office/drawing/2014/main" id="{0E52600E-2AA1-4F59-3DFD-C3C8EFE25B4A}"/>
                </a:ext>
              </a:extLst>
            </p:cNvPr>
            <p:cNvSpPr/>
            <p:nvPr/>
          </p:nvSpPr>
          <p:spPr>
            <a:xfrm>
              <a:off x="407751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17" name="pg2472">
              <a:extLst>
                <a:ext uri="{FF2B5EF4-FFF2-40B4-BE49-F238E27FC236}">
                  <a16:creationId xmlns:a16="http://schemas.microsoft.com/office/drawing/2014/main" id="{61B31C9A-9108-EA19-A027-AB7EE7D04230}"/>
                </a:ext>
              </a:extLst>
            </p:cNvPr>
            <p:cNvSpPr/>
            <p:nvPr/>
          </p:nvSpPr>
          <p:spPr>
            <a:xfrm>
              <a:off x="408914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18" name="pg2473">
              <a:extLst>
                <a:ext uri="{FF2B5EF4-FFF2-40B4-BE49-F238E27FC236}">
                  <a16:creationId xmlns:a16="http://schemas.microsoft.com/office/drawing/2014/main" id="{31895419-8BC6-4E84-AEF7-F70D92E92C67}"/>
                </a:ext>
              </a:extLst>
            </p:cNvPr>
            <p:cNvSpPr/>
            <p:nvPr/>
          </p:nvSpPr>
          <p:spPr>
            <a:xfrm>
              <a:off x="410078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19" name="pg2474">
              <a:extLst>
                <a:ext uri="{FF2B5EF4-FFF2-40B4-BE49-F238E27FC236}">
                  <a16:creationId xmlns:a16="http://schemas.microsoft.com/office/drawing/2014/main" id="{C1B18C0F-E0F5-89AF-335A-20B275023178}"/>
                </a:ext>
              </a:extLst>
            </p:cNvPr>
            <p:cNvSpPr/>
            <p:nvPr/>
          </p:nvSpPr>
          <p:spPr>
            <a:xfrm>
              <a:off x="411242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20" name="pg2475">
              <a:extLst>
                <a:ext uri="{FF2B5EF4-FFF2-40B4-BE49-F238E27FC236}">
                  <a16:creationId xmlns:a16="http://schemas.microsoft.com/office/drawing/2014/main" id="{504B4E68-EFDD-DD89-5938-1FBE639792CA}"/>
                </a:ext>
              </a:extLst>
            </p:cNvPr>
            <p:cNvSpPr/>
            <p:nvPr/>
          </p:nvSpPr>
          <p:spPr>
            <a:xfrm>
              <a:off x="412405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21" name="pg2476">
              <a:extLst>
                <a:ext uri="{FF2B5EF4-FFF2-40B4-BE49-F238E27FC236}">
                  <a16:creationId xmlns:a16="http://schemas.microsoft.com/office/drawing/2014/main" id="{CAE2C561-C4D2-42C9-240D-D6EDFA9B466A}"/>
                </a:ext>
              </a:extLst>
            </p:cNvPr>
            <p:cNvSpPr/>
            <p:nvPr/>
          </p:nvSpPr>
          <p:spPr>
            <a:xfrm>
              <a:off x="413569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22" name="pg2477">
              <a:extLst>
                <a:ext uri="{FF2B5EF4-FFF2-40B4-BE49-F238E27FC236}">
                  <a16:creationId xmlns:a16="http://schemas.microsoft.com/office/drawing/2014/main" id="{346D2361-614A-610B-8066-006ED6C2A74A}"/>
                </a:ext>
              </a:extLst>
            </p:cNvPr>
            <p:cNvSpPr/>
            <p:nvPr/>
          </p:nvSpPr>
          <p:spPr>
            <a:xfrm>
              <a:off x="414733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23" name="pg2478">
              <a:extLst>
                <a:ext uri="{FF2B5EF4-FFF2-40B4-BE49-F238E27FC236}">
                  <a16:creationId xmlns:a16="http://schemas.microsoft.com/office/drawing/2014/main" id="{08221ACE-F576-56FF-9865-F0943038EED8}"/>
                </a:ext>
              </a:extLst>
            </p:cNvPr>
            <p:cNvSpPr/>
            <p:nvPr/>
          </p:nvSpPr>
          <p:spPr>
            <a:xfrm>
              <a:off x="425207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24" name="pg2479">
              <a:extLst>
                <a:ext uri="{FF2B5EF4-FFF2-40B4-BE49-F238E27FC236}">
                  <a16:creationId xmlns:a16="http://schemas.microsoft.com/office/drawing/2014/main" id="{7094BAF7-DA90-2834-DC39-F32C2A2500BB}"/>
                </a:ext>
              </a:extLst>
            </p:cNvPr>
            <p:cNvSpPr/>
            <p:nvPr/>
          </p:nvSpPr>
          <p:spPr>
            <a:xfrm>
              <a:off x="426370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25" name="pg2480">
              <a:extLst>
                <a:ext uri="{FF2B5EF4-FFF2-40B4-BE49-F238E27FC236}">
                  <a16:creationId xmlns:a16="http://schemas.microsoft.com/office/drawing/2014/main" id="{800B6F00-CCD0-904C-14E3-83861B65A99F}"/>
                </a:ext>
              </a:extLst>
            </p:cNvPr>
            <p:cNvSpPr/>
            <p:nvPr/>
          </p:nvSpPr>
          <p:spPr>
            <a:xfrm>
              <a:off x="427534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26" name="pg2481">
              <a:extLst>
                <a:ext uri="{FF2B5EF4-FFF2-40B4-BE49-F238E27FC236}">
                  <a16:creationId xmlns:a16="http://schemas.microsoft.com/office/drawing/2014/main" id="{951DDEC6-0D94-A0E5-5DCF-49D506CCE345}"/>
                </a:ext>
              </a:extLst>
            </p:cNvPr>
            <p:cNvSpPr/>
            <p:nvPr/>
          </p:nvSpPr>
          <p:spPr>
            <a:xfrm>
              <a:off x="428698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27" name="pg2482">
              <a:extLst>
                <a:ext uri="{FF2B5EF4-FFF2-40B4-BE49-F238E27FC236}">
                  <a16:creationId xmlns:a16="http://schemas.microsoft.com/office/drawing/2014/main" id="{EC43DEC7-75AC-08AC-4302-CDE533322AAB}"/>
                </a:ext>
              </a:extLst>
            </p:cNvPr>
            <p:cNvSpPr/>
            <p:nvPr/>
          </p:nvSpPr>
          <p:spPr>
            <a:xfrm>
              <a:off x="429861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28" name="pg2483">
              <a:extLst>
                <a:ext uri="{FF2B5EF4-FFF2-40B4-BE49-F238E27FC236}">
                  <a16:creationId xmlns:a16="http://schemas.microsoft.com/office/drawing/2014/main" id="{E3BBC5DB-FA59-5271-4579-BEF4B45AE119}"/>
                </a:ext>
              </a:extLst>
            </p:cNvPr>
            <p:cNvSpPr/>
            <p:nvPr/>
          </p:nvSpPr>
          <p:spPr>
            <a:xfrm>
              <a:off x="431025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29" name="pg2484">
              <a:extLst>
                <a:ext uri="{FF2B5EF4-FFF2-40B4-BE49-F238E27FC236}">
                  <a16:creationId xmlns:a16="http://schemas.microsoft.com/office/drawing/2014/main" id="{A6A4CFB0-2746-409C-3FBE-BBBB8217A3B0}"/>
                </a:ext>
              </a:extLst>
            </p:cNvPr>
            <p:cNvSpPr/>
            <p:nvPr/>
          </p:nvSpPr>
          <p:spPr>
            <a:xfrm>
              <a:off x="432189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30" name="pg2485">
              <a:extLst>
                <a:ext uri="{FF2B5EF4-FFF2-40B4-BE49-F238E27FC236}">
                  <a16:creationId xmlns:a16="http://schemas.microsoft.com/office/drawing/2014/main" id="{CB659752-8859-BFBC-4B74-761478D883B8}"/>
                </a:ext>
              </a:extLst>
            </p:cNvPr>
            <p:cNvSpPr/>
            <p:nvPr/>
          </p:nvSpPr>
          <p:spPr>
            <a:xfrm>
              <a:off x="455464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31" name="pg2486">
              <a:extLst>
                <a:ext uri="{FF2B5EF4-FFF2-40B4-BE49-F238E27FC236}">
                  <a16:creationId xmlns:a16="http://schemas.microsoft.com/office/drawing/2014/main" id="{00A8CD2F-C177-18F3-4546-D2EA061DD00F}"/>
                </a:ext>
              </a:extLst>
            </p:cNvPr>
            <p:cNvSpPr/>
            <p:nvPr/>
          </p:nvSpPr>
          <p:spPr>
            <a:xfrm>
              <a:off x="456627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32" name="pg2487">
              <a:extLst>
                <a:ext uri="{FF2B5EF4-FFF2-40B4-BE49-F238E27FC236}">
                  <a16:creationId xmlns:a16="http://schemas.microsoft.com/office/drawing/2014/main" id="{FD3F2FD9-0662-38EE-2CA1-56441F0A655B}"/>
                </a:ext>
              </a:extLst>
            </p:cNvPr>
            <p:cNvSpPr/>
            <p:nvPr/>
          </p:nvSpPr>
          <p:spPr>
            <a:xfrm>
              <a:off x="457791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33" name="pg2488">
              <a:extLst>
                <a:ext uri="{FF2B5EF4-FFF2-40B4-BE49-F238E27FC236}">
                  <a16:creationId xmlns:a16="http://schemas.microsoft.com/office/drawing/2014/main" id="{8AA0D51F-D229-D00F-BCE7-1D1DDDA7E985}"/>
                </a:ext>
              </a:extLst>
            </p:cNvPr>
            <p:cNvSpPr/>
            <p:nvPr/>
          </p:nvSpPr>
          <p:spPr>
            <a:xfrm>
              <a:off x="458955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34" name="pg2489">
              <a:extLst>
                <a:ext uri="{FF2B5EF4-FFF2-40B4-BE49-F238E27FC236}">
                  <a16:creationId xmlns:a16="http://schemas.microsoft.com/office/drawing/2014/main" id="{3339E68D-3098-BF3C-D7D2-38A56DAF6D1A}"/>
                </a:ext>
              </a:extLst>
            </p:cNvPr>
            <p:cNvSpPr/>
            <p:nvPr/>
          </p:nvSpPr>
          <p:spPr>
            <a:xfrm>
              <a:off x="460119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35" name="pg2490">
              <a:extLst>
                <a:ext uri="{FF2B5EF4-FFF2-40B4-BE49-F238E27FC236}">
                  <a16:creationId xmlns:a16="http://schemas.microsoft.com/office/drawing/2014/main" id="{5B32DB35-D0B2-1D0C-DEA7-5E50F38450B0}"/>
                </a:ext>
              </a:extLst>
            </p:cNvPr>
            <p:cNvSpPr/>
            <p:nvPr/>
          </p:nvSpPr>
          <p:spPr>
            <a:xfrm>
              <a:off x="323962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36" name="pg2491">
              <a:extLst>
                <a:ext uri="{FF2B5EF4-FFF2-40B4-BE49-F238E27FC236}">
                  <a16:creationId xmlns:a16="http://schemas.microsoft.com/office/drawing/2014/main" id="{AB331242-3D7F-DD66-40A8-AF43F6C3D49E}"/>
                </a:ext>
              </a:extLst>
            </p:cNvPr>
            <p:cNvSpPr/>
            <p:nvPr/>
          </p:nvSpPr>
          <p:spPr>
            <a:xfrm>
              <a:off x="325125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37" name="pg2492">
              <a:extLst>
                <a:ext uri="{FF2B5EF4-FFF2-40B4-BE49-F238E27FC236}">
                  <a16:creationId xmlns:a16="http://schemas.microsoft.com/office/drawing/2014/main" id="{8B4D905F-CA8B-CDDA-6F5A-B17208AF2A46}"/>
                </a:ext>
              </a:extLst>
            </p:cNvPr>
            <p:cNvSpPr/>
            <p:nvPr/>
          </p:nvSpPr>
          <p:spPr>
            <a:xfrm>
              <a:off x="326289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38" name="pg2493">
              <a:extLst>
                <a:ext uri="{FF2B5EF4-FFF2-40B4-BE49-F238E27FC236}">
                  <a16:creationId xmlns:a16="http://schemas.microsoft.com/office/drawing/2014/main" id="{3F375BC3-8606-EF71-3993-C90FFC750E00}"/>
                </a:ext>
              </a:extLst>
            </p:cNvPr>
            <p:cNvSpPr/>
            <p:nvPr/>
          </p:nvSpPr>
          <p:spPr>
            <a:xfrm>
              <a:off x="327453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39" name="pg2494">
              <a:extLst>
                <a:ext uri="{FF2B5EF4-FFF2-40B4-BE49-F238E27FC236}">
                  <a16:creationId xmlns:a16="http://schemas.microsoft.com/office/drawing/2014/main" id="{946CFDEB-54AB-8C5E-F87C-8B1F919409BE}"/>
                </a:ext>
              </a:extLst>
            </p:cNvPr>
            <p:cNvSpPr/>
            <p:nvPr/>
          </p:nvSpPr>
          <p:spPr>
            <a:xfrm>
              <a:off x="328617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40" name="pg2495">
              <a:extLst>
                <a:ext uri="{FF2B5EF4-FFF2-40B4-BE49-F238E27FC236}">
                  <a16:creationId xmlns:a16="http://schemas.microsoft.com/office/drawing/2014/main" id="{7BC49C91-1D62-85D4-6F5F-B846CD276927}"/>
                </a:ext>
              </a:extLst>
            </p:cNvPr>
            <p:cNvSpPr/>
            <p:nvPr/>
          </p:nvSpPr>
          <p:spPr>
            <a:xfrm>
              <a:off x="360037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41" name="pg2496">
              <a:extLst>
                <a:ext uri="{FF2B5EF4-FFF2-40B4-BE49-F238E27FC236}">
                  <a16:creationId xmlns:a16="http://schemas.microsoft.com/office/drawing/2014/main" id="{5FA1F289-74E3-D688-F1D7-4AE4DBDC028A}"/>
                </a:ext>
              </a:extLst>
            </p:cNvPr>
            <p:cNvSpPr/>
            <p:nvPr/>
          </p:nvSpPr>
          <p:spPr>
            <a:xfrm>
              <a:off x="361201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42" name="pg2497">
              <a:extLst>
                <a:ext uri="{FF2B5EF4-FFF2-40B4-BE49-F238E27FC236}">
                  <a16:creationId xmlns:a16="http://schemas.microsoft.com/office/drawing/2014/main" id="{69A9D3A0-A9FC-1600-0B62-54CAE4858818}"/>
                </a:ext>
              </a:extLst>
            </p:cNvPr>
            <p:cNvSpPr/>
            <p:nvPr/>
          </p:nvSpPr>
          <p:spPr>
            <a:xfrm>
              <a:off x="362365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43" name="pg2498">
              <a:extLst>
                <a:ext uri="{FF2B5EF4-FFF2-40B4-BE49-F238E27FC236}">
                  <a16:creationId xmlns:a16="http://schemas.microsoft.com/office/drawing/2014/main" id="{AE2F99B1-A2D8-78A6-53AB-A8687AF6428A}"/>
                </a:ext>
              </a:extLst>
            </p:cNvPr>
            <p:cNvSpPr/>
            <p:nvPr/>
          </p:nvSpPr>
          <p:spPr>
            <a:xfrm>
              <a:off x="363529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44" name="pg2499">
              <a:extLst>
                <a:ext uri="{FF2B5EF4-FFF2-40B4-BE49-F238E27FC236}">
                  <a16:creationId xmlns:a16="http://schemas.microsoft.com/office/drawing/2014/main" id="{8EB28DCC-FE2A-3E23-E81D-6D341B9FD1FF}"/>
                </a:ext>
              </a:extLst>
            </p:cNvPr>
            <p:cNvSpPr/>
            <p:nvPr/>
          </p:nvSpPr>
          <p:spPr>
            <a:xfrm>
              <a:off x="364692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45" name="pg2500">
              <a:extLst>
                <a:ext uri="{FF2B5EF4-FFF2-40B4-BE49-F238E27FC236}">
                  <a16:creationId xmlns:a16="http://schemas.microsoft.com/office/drawing/2014/main" id="{34C5BABC-50BB-9C18-F8CD-82AC8CC1188C}"/>
                </a:ext>
              </a:extLst>
            </p:cNvPr>
            <p:cNvSpPr/>
            <p:nvPr/>
          </p:nvSpPr>
          <p:spPr>
            <a:xfrm>
              <a:off x="365856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46" name="pg2501">
              <a:extLst>
                <a:ext uri="{FF2B5EF4-FFF2-40B4-BE49-F238E27FC236}">
                  <a16:creationId xmlns:a16="http://schemas.microsoft.com/office/drawing/2014/main" id="{CF4693D4-F253-4123-B206-D2210DFAFEA3}"/>
                </a:ext>
              </a:extLst>
            </p:cNvPr>
            <p:cNvSpPr/>
            <p:nvPr/>
          </p:nvSpPr>
          <p:spPr>
            <a:xfrm>
              <a:off x="3670203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47" name="pg2502">
              <a:extLst>
                <a:ext uri="{FF2B5EF4-FFF2-40B4-BE49-F238E27FC236}">
                  <a16:creationId xmlns:a16="http://schemas.microsoft.com/office/drawing/2014/main" id="{D8AF2170-D836-932C-6A2D-8540CC4199DB}"/>
                </a:ext>
              </a:extLst>
            </p:cNvPr>
            <p:cNvSpPr/>
            <p:nvPr/>
          </p:nvSpPr>
          <p:spPr>
            <a:xfrm>
              <a:off x="368184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48" name="pg2503">
              <a:extLst>
                <a:ext uri="{FF2B5EF4-FFF2-40B4-BE49-F238E27FC236}">
                  <a16:creationId xmlns:a16="http://schemas.microsoft.com/office/drawing/2014/main" id="{BF92B7C3-6EE5-4392-3CD2-3750128D2AA7}"/>
                </a:ext>
              </a:extLst>
            </p:cNvPr>
            <p:cNvSpPr/>
            <p:nvPr/>
          </p:nvSpPr>
          <p:spPr>
            <a:xfrm>
              <a:off x="369347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49" name="pg2504">
              <a:extLst>
                <a:ext uri="{FF2B5EF4-FFF2-40B4-BE49-F238E27FC236}">
                  <a16:creationId xmlns:a16="http://schemas.microsoft.com/office/drawing/2014/main" id="{1BE265D5-5236-E2D6-2B39-9B086703F5A2}"/>
                </a:ext>
              </a:extLst>
            </p:cNvPr>
            <p:cNvSpPr/>
            <p:nvPr/>
          </p:nvSpPr>
          <p:spPr>
            <a:xfrm>
              <a:off x="370511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50" name="pg2505">
              <a:extLst>
                <a:ext uri="{FF2B5EF4-FFF2-40B4-BE49-F238E27FC236}">
                  <a16:creationId xmlns:a16="http://schemas.microsoft.com/office/drawing/2014/main" id="{463C282B-C733-E217-E899-534360D98640}"/>
                </a:ext>
              </a:extLst>
            </p:cNvPr>
            <p:cNvSpPr/>
            <p:nvPr/>
          </p:nvSpPr>
          <p:spPr>
            <a:xfrm>
              <a:off x="371675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51" name="pg2506">
              <a:extLst>
                <a:ext uri="{FF2B5EF4-FFF2-40B4-BE49-F238E27FC236}">
                  <a16:creationId xmlns:a16="http://schemas.microsoft.com/office/drawing/2014/main" id="{9108FA47-AB87-DA4F-3F9C-C2800BC16D71}"/>
                </a:ext>
              </a:extLst>
            </p:cNvPr>
            <p:cNvSpPr/>
            <p:nvPr/>
          </p:nvSpPr>
          <p:spPr>
            <a:xfrm>
              <a:off x="372839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52" name="pg2507">
              <a:extLst>
                <a:ext uri="{FF2B5EF4-FFF2-40B4-BE49-F238E27FC236}">
                  <a16:creationId xmlns:a16="http://schemas.microsoft.com/office/drawing/2014/main" id="{410201C8-3424-C15F-257A-D38A8E1A5D8F}"/>
                </a:ext>
              </a:extLst>
            </p:cNvPr>
            <p:cNvSpPr/>
            <p:nvPr/>
          </p:nvSpPr>
          <p:spPr>
            <a:xfrm>
              <a:off x="374002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53" name="pg2508">
              <a:extLst>
                <a:ext uri="{FF2B5EF4-FFF2-40B4-BE49-F238E27FC236}">
                  <a16:creationId xmlns:a16="http://schemas.microsoft.com/office/drawing/2014/main" id="{34F81D42-C31B-CE59-7696-B768EAB56BDD}"/>
                </a:ext>
              </a:extLst>
            </p:cNvPr>
            <p:cNvSpPr/>
            <p:nvPr/>
          </p:nvSpPr>
          <p:spPr>
            <a:xfrm>
              <a:off x="375166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54" name="pg2509">
              <a:extLst>
                <a:ext uri="{FF2B5EF4-FFF2-40B4-BE49-F238E27FC236}">
                  <a16:creationId xmlns:a16="http://schemas.microsoft.com/office/drawing/2014/main" id="{1C3C80CD-851E-70AA-99C7-22B651A13FB7}"/>
                </a:ext>
              </a:extLst>
            </p:cNvPr>
            <p:cNvSpPr/>
            <p:nvPr/>
          </p:nvSpPr>
          <p:spPr>
            <a:xfrm>
              <a:off x="385640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55" name="pg2510">
              <a:extLst>
                <a:ext uri="{FF2B5EF4-FFF2-40B4-BE49-F238E27FC236}">
                  <a16:creationId xmlns:a16="http://schemas.microsoft.com/office/drawing/2014/main" id="{1393BB40-4529-2B45-D84C-F9C6E23C44B1}"/>
                </a:ext>
              </a:extLst>
            </p:cNvPr>
            <p:cNvSpPr/>
            <p:nvPr/>
          </p:nvSpPr>
          <p:spPr>
            <a:xfrm>
              <a:off x="386803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56" name="pg2511">
              <a:extLst>
                <a:ext uri="{FF2B5EF4-FFF2-40B4-BE49-F238E27FC236}">
                  <a16:creationId xmlns:a16="http://schemas.microsoft.com/office/drawing/2014/main" id="{30F89074-0426-EAC6-4BD6-78C915EBCD29}"/>
                </a:ext>
              </a:extLst>
            </p:cNvPr>
            <p:cNvSpPr/>
            <p:nvPr/>
          </p:nvSpPr>
          <p:spPr>
            <a:xfrm>
              <a:off x="387967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57" name="pg2512">
              <a:extLst>
                <a:ext uri="{FF2B5EF4-FFF2-40B4-BE49-F238E27FC236}">
                  <a16:creationId xmlns:a16="http://schemas.microsoft.com/office/drawing/2014/main" id="{4E330AB2-5A5D-8E01-E492-A83BC29DA5B7}"/>
                </a:ext>
              </a:extLst>
            </p:cNvPr>
            <p:cNvSpPr/>
            <p:nvPr/>
          </p:nvSpPr>
          <p:spPr>
            <a:xfrm>
              <a:off x="389131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58" name="pg2513">
              <a:extLst>
                <a:ext uri="{FF2B5EF4-FFF2-40B4-BE49-F238E27FC236}">
                  <a16:creationId xmlns:a16="http://schemas.microsoft.com/office/drawing/2014/main" id="{CEE58A91-9710-6C18-F30D-0D5E32D1D6C9}"/>
                </a:ext>
              </a:extLst>
            </p:cNvPr>
            <p:cNvSpPr/>
            <p:nvPr/>
          </p:nvSpPr>
          <p:spPr>
            <a:xfrm>
              <a:off x="390295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59" name="pg2514">
              <a:extLst>
                <a:ext uri="{FF2B5EF4-FFF2-40B4-BE49-F238E27FC236}">
                  <a16:creationId xmlns:a16="http://schemas.microsoft.com/office/drawing/2014/main" id="{3F32BCAA-E9B1-5B4A-FDF5-3CCDF22F4114}"/>
                </a:ext>
              </a:extLst>
            </p:cNvPr>
            <p:cNvSpPr/>
            <p:nvPr/>
          </p:nvSpPr>
          <p:spPr>
            <a:xfrm>
              <a:off x="391458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60" name="pg2515">
              <a:extLst>
                <a:ext uri="{FF2B5EF4-FFF2-40B4-BE49-F238E27FC236}">
                  <a16:creationId xmlns:a16="http://schemas.microsoft.com/office/drawing/2014/main" id="{7545FCF4-06F4-16DD-4A8D-35FD28D02597}"/>
                </a:ext>
              </a:extLst>
            </p:cNvPr>
            <p:cNvSpPr/>
            <p:nvPr/>
          </p:nvSpPr>
          <p:spPr>
            <a:xfrm>
              <a:off x="392622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61" name="pg2516">
              <a:extLst>
                <a:ext uri="{FF2B5EF4-FFF2-40B4-BE49-F238E27FC236}">
                  <a16:creationId xmlns:a16="http://schemas.microsoft.com/office/drawing/2014/main" id="{B7C131EA-629E-F758-FF18-F43E2BB5C4B7}"/>
                </a:ext>
              </a:extLst>
            </p:cNvPr>
            <p:cNvSpPr/>
            <p:nvPr/>
          </p:nvSpPr>
          <p:spPr>
            <a:xfrm>
              <a:off x="393786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62" name="pg2517">
              <a:extLst>
                <a:ext uri="{FF2B5EF4-FFF2-40B4-BE49-F238E27FC236}">
                  <a16:creationId xmlns:a16="http://schemas.microsoft.com/office/drawing/2014/main" id="{5373DB97-6071-68EE-6D62-3E8BA44DB470}"/>
                </a:ext>
              </a:extLst>
            </p:cNvPr>
            <p:cNvSpPr/>
            <p:nvPr/>
          </p:nvSpPr>
          <p:spPr>
            <a:xfrm>
              <a:off x="394949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63" name="pg2518">
              <a:extLst>
                <a:ext uri="{FF2B5EF4-FFF2-40B4-BE49-F238E27FC236}">
                  <a16:creationId xmlns:a16="http://schemas.microsoft.com/office/drawing/2014/main" id="{364490ED-CB7E-2F9E-C775-E95B45D91348}"/>
                </a:ext>
              </a:extLst>
            </p:cNvPr>
            <p:cNvSpPr/>
            <p:nvPr/>
          </p:nvSpPr>
          <p:spPr>
            <a:xfrm>
              <a:off x="396113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64" name="pg2519">
              <a:extLst>
                <a:ext uri="{FF2B5EF4-FFF2-40B4-BE49-F238E27FC236}">
                  <a16:creationId xmlns:a16="http://schemas.microsoft.com/office/drawing/2014/main" id="{880A096B-CCB9-DB26-1F5E-C9E9AE75FB88}"/>
                </a:ext>
              </a:extLst>
            </p:cNvPr>
            <p:cNvSpPr/>
            <p:nvPr/>
          </p:nvSpPr>
          <p:spPr>
            <a:xfrm>
              <a:off x="406587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65" name="pg2520">
              <a:extLst>
                <a:ext uri="{FF2B5EF4-FFF2-40B4-BE49-F238E27FC236}">
                  <a16:creationId xmlns:a16="http://schemas.microsoft.com/office/drawing/2014/main" id="{7048D890-E290-9ACD-0EFD-C08E5F83E191}"/>
                </a:ext>
              </a:extLst>
            </p:cNvPr>
            <p:cNvSpPr/>
            <p:nvPr/>
          </p:nvSpPr>
          <p:spPr>
            <a:xfrm>
              <a:off x="407751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66" name="pg2521">
              <a:extLst>
                <a:ext uri="{FF2B5EF4-FFF2-40B4-BE49-F238E27FC236}">
                  <a16:creationId xmlns:a16="http://schemas.microsoft.com/office/drawing/2014/main" id="{5FCA2C7C-5EF7-1C2B-7B30-4A2DFF1033D5}"/>
                </a:ext>
              </a:extLst>
            </p:cNvPr>
            <p:cNvSpPr/>
            <p:nvPr/>
          </p:nvSpPr>
          <p:spPr>
            <a:xfrm>
              <a:off x="408914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67" name="pg2522">
              <a:extLst>
                <a:ext uri="{FF2B5EF4-FFF2-40B4-BE49-F238E27FC236}">
                  <a16:creationId xmlns:a16="http://schemas.microsoft.com/office/drawing/2014/main" id="{B6CEF0F2-C8B1-E576-0EA4-98162CD767E5}"/>
                </a:ext>
              </a:extLst>
            </p:cNvPr>
            <p:cNvSpPr/>
            <p:nvPr/>
          </p:nvSpPr>
          <p:spPr>
            <a:xfrm>
              <a:off x="410078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68" name="pg2523">
              <a:extLst>
                <a:ext uri="{FF2B5EF4-FFF2-40B4-BE49-F238E27FC236}">
                  <a16:creationId xmlns:a16="http://schemas.microsoft.com/office/drawing/2014/main" id="{820C4B4C-F281-6055-7243-825BBE2018FE}"/>
                </a:ext>
              </a:extLst>
            </p:cNvPr>
            <p:cNvSpPr/>
            <p:nvPr/>
          </p:nvSpPr>
          <p:spPr>
            <a:xfrm>
              <a:off x="411242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69" name="pg2524">
              <a:extLst>
                <a:ext uri="{FF2B5EF4-FFF2-40B4-BE49-F238E27FC236}">
                  <a16:creationId xmlns:a16="http://schemas.microsoft.com/office/drawing/2014/main" id="{DD1D94BA-FA8A-7FDF-E5B7-1100D7BC0E26}"/>
                </a:ext>
              </a:extLst>
            </p:cNvPr>
            <p:cNvSpPr/>
            <p:nvPr/>
          </p:nvSpPr>
          <p:spPr>
            <a:xfrm>
              <a:off x="412405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70" name="pg2525">
              <a:extLst>
                <a:ext uri="{FF2B5EF4-FFF2-40B4-BE49-F238E27FC236}">
                  <a16:creationId xmlns:a16="http://schemas.microsoft.com/office/drawing/2014/main" id="{A64F4D67-5287-8682-33FE-BDD37B6AEE72}"/>
                </a:ext>
              </a:extLst>
            </p:cNvPr>
            <p:cNvSpPr/>
            <p:nvPr/>
          </p:nvSpPr>
          <p:spPr>
            <a:xfrm>
              <a:off x="413569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71" name="pg2526">
              <a:extLst>
                <a:ext uri="{FF2B5EF4-FFF2-40B4-BE49-F238E27FC236}">
                  <a16:creationId xmlns:a16="http://schemas.microsoft.com/office/drawing/2014/main" id="{D70EDFC1-1020-B320-3EAC-A7DCC9F37367}"/>
                </a:ext>
              </a:extLst>
            </p:cNvPr>
            <p:cNvSpPr/>
            <p:nvPr/>
          </p:nvSpPr>
          <p:spPr>
            <a:xfrm>
              <a:off x="414733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72" name="pg2527">
              <a:extLst>
                <a:ext uri="{FF2B5EF4-FFF2-40B4-BE49-F238E27FC236}">
                  <a16:creationId xmlns:a16="http://schemas.microsoft.com/office/drawing/2014/main" id="{BD85C925-1838-4E7C-2C63-E76C09EFF7F0}"/>
                </a:ext>
              </a:extLst>
            </p:cNvPr>
            <p:cNvSpPr/>
            <p:nvPr/>
          </p:nvSpPr>
          <p:spPr>
            <a:xfrm>
              <a:off x="415897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73" name="pg2528">
              <a:extLst>
                <a:ext uri="{FF2B5EF4-FFF2-40B4-BE49-F238E27FC236}">
                  <a16:creationId xmlns:a16="http://schemas.microsoft.com/office/drawing/2014/main" id="{3DAFE70B-D1DA-A90C-E158-C71E36488622}"/>
                </a:ext>
              </a:extLst>
            </p:cNvPr>
            <p:cNvSpPr/>
            <p:nvPr/>
          </p:nvSpPr>
          <p:spPr>
            <a:xfrm>
              <a:off x="422879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74" name="pg2529">
              <a:extLst>
                <a:ext uri="{FF2B5EF4-FFF2-40B4-BE49-F238E27FC236}">
                  <a16:creationId xmlns:a16="http://schemas.microsoft.com/office/drawing/2014/main" id="{4CE3CE44-1ADF-B21F-2D52-EADC38B1EC34}"/>
                </a:ext>
              </a:extLst>
            </p:cNvPr>
            <p:cNvSpPr/>
            <p:nvPr/>
          </p:nvSpPr>
          <p:spPr>
            <a:xfrm>
              <a:off x="424043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75" name="pg2530">
              <a:extLst>
                <a:ext uri="{FF2B5EF4-FFF2-40B4-BE49-F238E27FC236}">
                  <a16:creationId xmlns:a16="http://schemas.microsoft.com/office/drawing/2014/main" id="{1FA23943-04B5-6E45-FED6-D63E008B4C93}"/>
                </a:ext>
              </a:extLst>
            </p:cNvPr>
            <p:cNvSpPr/>
            <p:nvPr/>
          </p:nvSpPr>
          <p:spPr>
            <a:xfrm>
              <a:off x="425207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76" name="pg2531">
              <a:extLst>
                <a:ext uri="{FF2B5EF4-FFF2-40B4-BE49-F238E27FC236}">
                  <a16:creationId xmlns:a16="http://schemas.microsoft.com/office/drawing/2014/main" id="{7EE8346B-A73E-40A8-3B5C-8AF1ABE4A78A}"/>
                </a:ext>
              </a:extLst>
            </p:cNvPr>
            <p:cNvSpPr/>
            <p:nvPr/>
          </p:nvSpPr>
          <p:spPr>
            <a:xfrm>
              <a:off x="426370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77" name="pg2532">
              <a:extLst>
                <a:ext uri="{FF2B5EF4-FFF2-40B4-BE49-F238E27FC236}">
                  <a16:creationId xmlns:a16="http://schemas.microsoft.com/office/drawing/2014/main" id="{69C45F82-0DF4-FF62-06CA-BE64750BA512}"/>
                </a:ext>
              </a:extLst>
            </p:cNvPr>
            <p:cNvSpPr/>
            <p:nvPr/>
          </p:nvSpPr>
          <p:spPr>
            <a:xfrm>
              <a:off x="427534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78" name="pg2533">
              <a:extLst>
                <a:ext uri="{FF2B5EF4-FFF2-40B4-BE49-F238E27FC236}">
                  <a16:creationId xmlns:a16="http://schemas.microsoft.com/office/drawing/2014/main" id="{C70401D3-0976-E1FF-3CF8-8DC4EBD572D1}"/>
                </a:ext>
              </a:extLst>
            </p:cNvPr>
            <p:cNvSpPr/>
            <p:nvPr/>
          </p:nvSpPr>
          <p:spPr>
            <a:xfrm>
              <a:off x="428698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79" name="pg2534">
              <a:extLst>
                <a:ext uri="{FF2B5EF4-FFF2-40B4-BE49-F238E27FC236}">
                  <a16:creationId xmlns:a16="http://schemas.microsoft.com/office/drawing/2014/main" id="{21DA7C60-D940-147C-CB16-3062FDF85944}"/>
                </a:ext>
              </a:extLst>
            </p:cNvPr>
            <p:cNvSpPr/>
            <p:nvPr/>
          </p:nvSpPr>
          <p:spPr>
            <a:xfrm>
              <a:off x="429861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80" name="pg2535">
              <a:extLst>
                <a:ext uri="{FF2B5EF4-FFF2-40B4-BE49-F238E27FC236}">
                  <a16:creationId xmlns:a16="http://schemas.microsoft.com/office/drawing/2014/main" id="{372949A3-C04F-93E7-18C3-EE34ED0BC4E9}"/>
                </a:ext>
              </a:extLst>
            </p:cNvPr>
            <p:cNvSpPr/>
            <p:nvPr/>
          </p:nvSpPr>
          <p:spPr>
            <a:xfrm>
              <a:off x="431025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81" name="pg2536">
              <a:extLst>
                <a:ext uri="{FF2B5EF4-FFF2-40B4-BE49-F238E27FC236}">
                  <a16:creationId xmlns:a16="http://schemas.microsoft.com/office/drawing/2014/main" id="{5612EC81-8EC8-34C5-2797-A75E0F8836BC}"/>
                </a:ext>
              </a:extLst>
            </p:cNvPr>
            <p:cNvSpPr/>
            <p:nvPr/>
          </p:nvSpPr>
          <p:spPr>
            <a:xfrm>
              <a:off x="432189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82" name="pg2537">
              <a:extLst>
                <a:ext uri="{FF2B5EF4-FFF2-40B4-BE49-F238E27FC236}">
                  <a16:creationId xmlns:a16="http://schemas.microsoft.com/office/drawing/2014/main" id="{C1A89224-A187-00CE-516A-5F960D9111F0}"/>
                </a:ext>
              </a:extLst>
            </p:cNvPr>
            <p:cNvSpPr/>
            <p:nvPr/>
          </p:nvSpPr>
          <p:spPr>
            <a:xfrm>
              <a:off x="433353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83" name="pg2538">
              <a:extLst>
                <a:ext uri="{FF2B5EF4-FFF2-40B4-BE49-F238E27FC236}">
                  <a16:creationId xmlns:a16="http://schemas.microsoft.com/office/drawing/2014/main" id="{59A0D859-1E31-C889-7C64-A2679353CCCE}"/>
                </a:ext>
              </a:extLst>
            </p:cNvPr>
            <p:cNvSpPr/>
            <p:nvPr/>
          </p:nvSpPr>
          <p:spPr>
            <a:xfrm>
              <a:off x="434516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84" name="pg2539">
              <a:extLst>
                <a:ext uri="{FF2B5EF4-FFF2-40B4-BE49-F238E27FC236}">
                  <a16:creationId xmlns:a16="http://schemas.microsoft.com/office/drawing/2014/main" id="{F8DA260B-EEE2-B79F-A128-B16309F56F66}"/>
                </a:ext>
              </a:extLst>
            </p:cNvPr>
            <p:cNvSpPr/>
            <p:nvPr/>
          </p:nvSpPr>
          <p:spPr>
            <a:xfrm>
              <a:off x="455464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85" name="pg2540">
              <a:extLst>
                <a:ext uri="{FF2B5EF4-FFF2-40B4-BE49-F238E27FC236}">
                  <a16:creationId xmlns:a16="http://schemas.microsoft.com/office/drawing/2014/main" id="{1786B989-7A32-DB56-D621-E19AAB7B590C}"/>
                </a:ext>
              </a:extLst>
            </p:cNvPr>
            <p:cNvSpPr/>
            <p:nvPr/>
          </p:nvSpPr>
          <p:spPr>
            <a:xfrm>
              <a:off x="456627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86" name="pg2541">
              <a:extLst>
                <a:ext uri="{FF2B5EF4-FFF2-40B4-BE49-F238E27FC236}">
                  <a16:creationId xmlns:a16="http://schemas.microsoft.com/office/drawing/2014/main" id="{6849EB98-9605-E323-64F0-688C23522009}"/>
                </a:ext>
              </a:extLst>
            </p:cNvPr>
            <p:cNvSpPr/>
            <p:nvPr/>
          </p:nvSpPr>
          <p:spPr>
            <a:xfrm>
              <a:off x="457791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87" name="pg2542">
              <a:extLst>
                <a:ext uri="{FF2B5EF4-FFF2-40B4-BE49-F238E27FC236}">
                  <a16:creationId xmlns:a16="http://schemas.microsoft.com/office/drawing/2014/main" id="{7CABBBB1-54EE-C1B1-B00E-EC67F7D1A1FC}"/>
                </a:ext>
              </a:extLst>
            </p:cNvPr>
            <p:cNvSpPr/>
            <p:nvPr/>
          </p:nvSpPr>
          <p:spPr>
            <a:xfrm>
              <a:off x="458955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88" name="pg2543">
              <a:extLst>
                <a:ext uri="{FF2B5EF4-FFF2-40B4-BE49-F238E27FC236}">
                  <a16:creationId xmlns:a16="http://schemas.microsoft.com/office/drawing/2014/main" id="{421A8DAA-F3D6-67DE-0226-05CF7BEFC66A}"/>
                </a:ext>
              </a:extLst>
            </p:cNvPr>
            <p:cNvSpPr/>
            <p:nvPr/>
          </p:nvSpPr>
          <p:spPr>
            <a:xfrm>
              <a:off x="460119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89" name="pg2544">
              <a:extLst>
                <a:ext uri="{FF2B5EF4-FFF2-40B4-BE49-F238E27FC236}">
                  <a16:creationId xmlns:a16="http://schemas.microsoft.com/office/drawing/2014/main" id="{5DEF1630-7E84-C53D-A5BD-D945DFB65BC9}"/>
                </a:ext>
              </a:extLst>
            </p:cNvPr>
            <p:cNvSpPr/>
            <p:nvPr/>
          </p:nvSpPr>
          <p:spPr>
            <a:xfrm>
              <a:off x="314652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90" name="pg2545">
              <a:extLst>
                <a:ext uri="{FF2B5EF4-FFF2-40B4-BE49-F238E27FC236}">
                  <a16:creationId xmlns:a16="http://schemas.microsoft.com/office/drawing/2014/main" id="{A570BA94-C016-6001-3F54-C56E5531AA98}"/>
                </a:ext>
              </a:extLst>
            </p:cNvPr>
            <p:cNvSpPr/>
            <p:nvPr/>
          </p:nvSpPr>
          <p:spPr>
            <a:xfrm>
              <a:off x="315816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91" name="pg2546">
              <a:extLst>
                <a:ext uri="{FF2B5EF4-FFF2-40B4-BE49-F238E27FC236}">
                  <a16:creationId xmlns:a16="http://schemas.microsoft.com/office/drawing/2014/main" id="{774C9B6D-9785-AD64-EBD3-DD2E74FC0286}"/>
                </a:ext>
              </a:extLst>
            </p:cNvPr>
            <p:cNvSpPr/>
            <p:nvPr/>
          </p:nvSpPr>
          <p:spPr>
            <a:xfrm>
              <a:off x="316979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92" name="pg2547">
              <a:extLst>
                <a:ext uri="{FF2B5EF4-FFF2-40B4-BE49-F238E27FC236}">
                  <a16:creationId xmlns:a16="http://schemas.microsoft.com/office/drawing/2014/main" id="{DF776583-4484-67E0-728B-0A5968A1B3EA}"/>
                </a:ext>
              </a:extLst>
            </p:cNvPr>
            <p:cNvSpPr/>
            <p:nvPr/>
          </p:nvSpPr>
          <p:spPr>
            <a:xfrm>
              <a:off x="322798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93" name="pg2548">
              <a:extLst>
                <a:ext uri="{FF2B5EF4-FFF2-40B4-BE49-F238E27FC236}">
                  <a16:creationId xmlns:a16="http://schemas.microsoft.com/office/drawing/2014/main" id="{0D2096B4-7FC9-ECB5-7091-A32E62D80EB6}"/>
                </a:ext>
              </a:extLst>
            </p:cNvPr>
            <p:cNvSpPr/>
            <p:nvPr/>
          </p:nvSpPr>
          <p:spPr>
            <a:xfrm>
              <a:off x="323962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94" name="pg2549">
              <a:extLst>
                <a:ext uri="{FF2B5EF4-FFF2-40B4-BE49-F238E27FC236}">
                  <a16:creationId xmlns:a16="http://schemas.microsoft.com/office/drawing/2014/main" id="{1522998A-FEDF-F123-44DA-EC52DB8D622A}"/>
                </a:ext>
              </a:extLst>
            </p:cNvPr>
            <p:cNvSpPr/>
            <p:nvPr/>
          </p:nvSpPr>
          <p:spPr>
            <a:xfrm>
              <a:off x="325125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95" name="pg2550">
              <a:extLst>
                <a:ext uri="{FF2B5EF4-FFF2-40B4-BE49-F238E27FC236}">
                  <a16:creationId xmlns:a16="http://schemas.microsoft.com/office/drawing/2014/main" id="{899BAA0A-4051-5319-AA5A-34CA57EA6AE9}"/>
                </a:ext>
              </a:extLst>
            </p:cNvPr>
            <p:cNvSpPr/>
            <p:nvPr/>
          </p:nvSpPr>
          <p:spPr>
            <a:xfrm>
              <a:off x="326289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96" name="pg2551">
              <a:extLst>
                <a:ext uri="{FF2B5EF4-FFF2-40B4-BE49-F238E27FC236}">
                  <a16:creationId xmlns:a16="http://schemas.microsoft.com/office/drawing/2014/main" id="{92A68D44-E61C-D989-ED68-C39B721A2196}"/>
                </a:ext>
              </a:extLst>
            </p:cNvPr>
            <p:cNvSpPr/>
            <p:nvPr/>
          </p:nvSpPr>
          <p:spPr>
            <a:xfrm>
              <a:off x="327453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97" name="pg2552">
              <a:extLst>
                <a:ext uri="{FF2B5EF4-FFF2-40B4-BE49-F238E27FC236}">
                  <a16:creationId xmlns:a16="http://schemas.microsoft.com/office/drawing/2014/main" id="{C2B7C333-BF00-842C-EAD2-8106F382EA16}"/>
                </a:ext>
              </a:extLst>
            </p:cNvPr>
            <p:cNvSpPr/>
            <p:nvPr/>
          </p:nvSpPr>
          <p:spPr>
            <a:xfrm>
              <a:off x="328617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98" name="pg2553">
              <a:extLst>
                <a:ext uri="{FF2B5EF4-FFF2-40B4-BE49-F238E27FC236}">
                  <a16:creationId xmlns:a16="http://schemas.microsoft.com/office/drawing/2014/main" id="{13F8E6E8-34F9-5836-CAA5-44A702F860F1}"/>
                </a:ext>
              </a:extLst>
            </p:cNvPr>
            <p:cNvSpPr/>
            <p:nvPr/>
          </p:nvSpPr>
          <p:spPr>
            <a:xfrm>
              <a:off x="329780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99" name="pg2554">
              <a:extLst>
                <a:ext uri="{FF2B5EF4-FFF2-40B4-BE49-F238E27FC236}">
                  <a16:creationId xmlns:a16="http://schemas.microsoft.com/office/drawing/2014/main" id="{03A557F9-3B4F-4732-9360-EBFD55C64D01}"/>
                </a:ext>
              </a:extLst>
            </p:cNvPr>
            <p:cNvSpPr/>
            <p:nvPr/>
          </p:nvSpPr>
          <p:spPr>
            <a:xfrm>
              <a:off x="330944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00" name="pg2555">
              <a:extLst>
                <a:ext uri="{FF2B5EF4-FFF2-40B4-BE49-F238E27FC236}">
                  <a16:creationId xmlns:a16="http://schemas.microsoft.com/office/drawing/2014/main" id="{4A4FDB69-3BC7-4730-6430-05B06F2A85AE}"/>
                </a:ext>
              </a:extLst>
            </p:cNvPr>
            <p:cNvSpPr/>
            <p:nvPr/>
          </p:nvSpPr>
          <p:spPr>
            <a:xfrm>
              <a:off x="332108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01" name="pg2556">
              <a:extLst>
                <a:ext uri="{FF2B5EF4-FFF2-40B4-BE49-F238E27FC236}">
                  <a16:creationId xmlns:a16="http://schemas.microsoft.com/office/drawing/2014/main" id="{A3643A41-1AE5-EC85-DDAE-82988800B55E}"/>
                </a:ext>
              </a:extLst>
            </p:cNvPr>
            <p:cNvSpPr/>
            <p:nvPr/>
          </p:nvSpPr>
          <p:spPr>
            <a:xfrm>
              <a:off x="333272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02" name="pg2557">
              <a:extLst>
                <a:ext uri="{FF2B5EF4-FFF2-40B4-BE49-F238E27FC236}">
                  <a16:creationId xmlns:a16="http://schemas.microsoft.com/office/drawing/2014/main" id="{150E0BC5-75CB-E2FF-49F1-5470957833E9}"/>
                </a:ext>
              </a:extLst>
            </p:cNvPr>
            <p:cNvSpPr/>
            <p:nvPr/>
          </p:nvSpPr>
          <p:spPr>
            <a:xfrm>
              <a:off x="334435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03" name="pg2558">
              <a:extLst>
                <a:ext uri="{FF2B5EF4-FFF2-40B4-BE49-F238E27FC236}">
                  <a16:creationId xmlns:a16="http://schemas.microsoft.com/office/drawing/2014/main" id="{827D376F-F3E2-B2C0-8BC7-E6A8A0DAF7DE}"/>
                </a:ext>
              </a:extLst>
            </p:cNvPr>
            <p:cNvSpPr/>
            <p:nvPr/>
          </p:nvSpPr>
          <p:spPr>
            <a:xfrm>
              <a:off x="343745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04" name="pg2559">
              <a:extLst>
                <a:ext uri="{FF2B5EF4-FFF2-40B4-BE49-F238E27FC236}">
                  <a16:creationId xmlns:a16="http://schemas.microsoft.com/office/drawing/2014/main" id="{20A4837A-0C7D-33DE-BAF8-2B8C20605EAD}"/>
                </a:ext>
              </a:extLst>
            </p:cNvPr>
            <p:cNvSpPr/>
            <p:nvPr/>
          </p:nvSpPr>
          <p:spPr>
            <a:xfrm>
              <a:off x="344909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05" name="pg2560">
              <a:extLst>
                <a:ext uri="{FF2B5EF4-FFF2-40B4-BE49-F238E27FC236}">
                  <a16:creationId xmlns:a16="http://schemas.microsoft.com/office/drawing/2014/main" id="{996436AA-F205-845C-80FE-9FD65CE8E58A}"/>
                </a:ext>
              </a:extLst>
            </p:cNvPr>
            <p:cNvSpPr/>
            <p:nvPr/>
          </p:nvSpPr>
          <p:spPr>
            <a:xfrm>
              <a:off x="346073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06" name="pg2561">
              <a:extLst>
                <a:ext uri="{FF2B5EF4-FFF2-40B4-BE49-F238E27FC236}">
                  <a16:creationId xmlns:a16="http://schemas.microsoft.com/office/drawing/2014/main" id="{87ECBBE7-D5D3-A8A0-D578-08E3E7FEEE60}"/>
                </a:ext>
              </a:extLst>
            </p:cNvPr>
            <p:cNvSpPr/>
            <p:nvPr/>
          </p:nvSpPr>
          <p:spPr>
            <a:xfrm>
              <a:off x="347236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07" name="pg2562">
              <a:extLst>
                <a:ext uri="{FF2B5EF4-FFF2-40B4-BE49-F238E27FC236}">
                  <a16:creationId xmlns:a16="http://schemas.microsoft.com/office/drawing/2014/main" id="{075017C8-3911-708F-7200-8A2A3A0CE5E1}"/>
                </a:ext>
              </a:extLst>
            </p:cNvPr>
            <p:cNvSpPr/>
            <p:nvPr/>
          </p:nvSpPr>
          <p:spPr>
            <a:xfrm>
              <a:off x="348400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08" name="pg2563">
              <a:extLst>
                <a:ext uri="{FF2B5EF4-FFF2-40B4-BE49-F238E27FC236}">
                  <a16:creationId xmlns:a16="http://schemas.microsoft.com/office/drawing/2014/main" id="{B92B3063-14ED-85FF-CF10-611BD0517053}"/>
                </a:ext>
              </a:extLst>
            </p:cNvPr>
            <p:cNvSpPr/>
            <p:nvPr/>
          </p:nvSpPr>
          <p:spPr>
            <a:xfrm>
              <a:off x="360037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09" name="pg2564">
              <a:extLst>
                <a:ext uri="{FF2B5EF4-FFF2-40B4-BE49-F238E27FC236}">
                  <a16:creationId xmlns:a16="http://schemas.microsoft.com/office/drawing/2014/main" id="{1883652B-161A-DEB4-8B43-31D7B728DB21}"/>
                </a:ext>
              </a:extLst>
            </p:cNvPr>
            <p:cNvSpPr/>
            <p:nvPr/>
          </p:nvSpPr>
          <p:spPr>
            <a:xfrm>
              <a:off x="361201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10" name="pg2565">
              <a:extLst>
                <a:ext uri="{FF2B5EF4-FFF2-40B4-BE49-F238E27FC236}">
                  <a16:creationId xmlns:a16="http://schemas.microsoft.com/office/drawing/2014/main" id="{7B96A8DF-442E-8725-7B7C-9EDB15DAB285}"/>
                </a:ext>
              </a:extLst>
            </p:cNvPr>
            <p:cNvSpPr/>
            <p:nvPr/>
          </p:nvSpPr>
          <p:spPr>
            <a:xfrm>
              <a:off x="362365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11" name="pg2566">
              <a:extLst>
                <a:ext uri="{FF2B5EF4-FFF2-40B4-BE49-F238E27FC236}">
                  <a16:creationId xmlns:a16="http://schemas.microsoft.com/office/drawing/2014/main" id="{09F8FF7A-67D2-A3F0-77DC-AC8987DD41B4}"/>
                </a:ext>
              </a:extLst>
            </p:cNvPr>
            <p:cNvSpPr/>
            <p:nvPr/>
          </p:nvSpPr>
          <p:spPr>
            <a:xfrm>
              <a:off x="363529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12" name="pg2567">
              <a:extLst>
                <a:ext uri="{FF2B5EF4-FFF2-40B4-BE49-F238E27FC236}">
                  <a16:creationId xmlns:a16="http://schemas.microsoft.com/office/drawing/2014/main" id="{A5545C1E-6D58-DFA2-276B-0B42704DD210}"/>
                </a:ext>
              </a:extLst>
            </p:cNvPr>
            <p:cNvSpPr/>
            <p:nvPr/>
          </p:nvSpPr>
          <p:spPr>
            <a:xfrm>
              <a:off x="364692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13" name="pg2568">
              <a:extLst>
                <a:ext uri="{FF2B5EF4-FFF2-40B4-BE49-F238E27FC236}">
                  <a16:creationId xmlns:a16="http://schemas.microsoft.com/office/drawing/2014/main" id="{F489FF6D-AC25-CB87-541D-C1FE13E67038}"/>
                </a:ext>
              </a:extLst>
            </p:cNvPr>
            <p:cNvSpPr/>
            <p:nvPr/>
          </p:nvSpPr>
          <p:spPr>
            <a:xfrm>
              <a:off x="365856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14" name="pg2569">
              <a:extLst>
                <a:ext uri="{FF2B5EF4-FFF2-40B4-BE49-F238E27FC236}">
                  <a16:creationId xmlns:a16="http://schemas.microsoft.com/office/drawing/2014/main" id="{845EFCC9-533C-6AD2-1285-9D486E485018}"/>
                </a:ext>
              </a:extLst>
            </p:cNvPr>
            <p:cNvSpPr/>
            <p:nvPr/>
          </p:nvSpPr>
          <p:spPr>
            <a:xfrm>
              <a:off x="367020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15" name="pg2570">
              <a:extLst>
                <a:ext uri="{FF2B5EF4-FFF2-40B4-BE49-F238E27FC236}">
                  <a16:creationId xmlns:a16="http://schemas.microsoft.com/office/drawing/2014/main" id="{FADEA876-FA56-CC16-9E2B-37453DB15300}"/>
                </a:ext>
              </a:extLst>
            </p:cNvPr>
            <p:cNvSpPr/>
            <p:nvPr/>
          </p:nvSpPr>
          <p:spPr>
            <a:xfrm>
              <a:off x="368184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16" name="pg2571">
              <a:extLst>
                <a:ext uri="{FF2B5EF4-FFF2-40B4-BE49-F238E27FC236}">
                  <a16:creationId xmlns:a16="http://schemas.microsoft.com/office/drawing/2014/main" id="{19EE27DD-FD81-5D1E-1BC1-D6F1602CE4F1}"/>
                </a:ext>
              </a:extLst>
            </p:cNvPr>
            <p:cNvSpPr/>
            <p:nvPr/>
          </p:nvSpPr>
          <p:spPr>
            <a:xfrm>
              <a:off x="369347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17" name="pg2572">
              <a:extLst>
                <a:ext uri="{FF2B5EF4-FFF2-40B4-BE49-F238E27FC236}">
                  <a16:creationId xmlns:a16="http://schemas.microsoft.com/office/drawing/2014/main" id="{99A652D6-BBA5-0688-762C-0F48243EFD5D}"/>
                </a:ext>
              </a:extLst>
            </p:cNvPr>
            <p:cNvSpPr/>
            <p:nvPr/>
          </p:nvSpPr>
          <p:spPr>
            <a:xfrm>
              <a:off x="370511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18" name="pg2573">
              <a:extLst>
                <a:ext uri="{FF2B5EF4-FFF2-40B4-BE49-F238E27FC236}">
                  <a16:creationId xmlns:a16="http://schemas.microsoft.com/office/drawing/2014/main" id="{918CE8C7-DB24-2491-9871-BC3DB2ABE5F3}"/>
                </a:ext>
              </a:extLst>
            </p:cNvPr>
            <p:cNvSpPr/>
            <p:nvPr/>
          </p:nvSpPr>
          <p:spPr>
            <a:xfrm>
              <a:off x="371675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6B8">
                <a:alpha val="100000"/>
              </a:srgbClr>
            </a:solidFill>
            <a:ln w="5420" cap="flat">
              <a:solidFill>
                <a:srgbClr val="7F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19" name="pg2574">
              <a:extLst>
                <a:ext uri="{FF2B5EF4-FFF2-40B4-BE49-F238E27FC236}">
                  <a16:creationId xmlns:a16="http://schemas.microsoft.com/office/drawing/2014/main" id="{BF1BE43E-0393-17E1-02E9-995FCFEED3CA}"/>
                </a:ext>
              </a:extLst>
            </p:cNvPr>
            <p:cNvSpPr/>
            <p:nvPr/>
          </p:nvSpPr>
          <p:spPr>
            <a:xfrm>
              <a:off x="372839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20" name="pg2575">
              <a:extLst>
                <a:ext uri="{FF2B5EF4-FFF2-40B4-BE49-F238E27FC236}">
                  <a16:creationId xmlns:a16="http://schemas.microsoft.com/office/drawing/2014/main" id="{4CB1B515-CBA4-91AC-FEEA-71B5D2D53C60}"/>
                </a:ext>
              </a:extLst>
            </p:cNvPr>
            <p:cNvSpPr/>
            <p:nvPr/>
          </p:nvSpPr>
          <p:spPr>
            <a:xfrm>
              <a:off x="374002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21" name="pg2576">
              <a:extLst>
                <a:ext uri="{FF2B5EF4-FFF2-40B4-BE49-F238E27FC236}">
                  <a16:creationId xmlns:a16="http://schemas.microsoft.com/office/drawing/2014/main" id="{42D326F3-3F4A-41AE-1871-CAF9DAAD8CEA}"/>
                </a:ext>
              </a:extLst>
            </p:cNvPr>
            <p:cNvSpPr/>
            <p:nvPr/>
          </p:nvSpPr>
          <p:spPr>
            <a:xfrm>
              <a:off x="375166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22" name="pg2577">
              <a:extLst>
                <a:ext uri="{FF2B5EF4-FFF2-40B4-BE49-F238E27FC236}">
                  <a16:creationId xmlns:a16="http://schemas.microsoft.com/office/drawing/2014/main" id="{3353FB3D-C7DE-BD6F-5098-58A04DBB74EB}"/>
                </a:ext>
              </a:extLst>
            </p:cNvPr>
            <p:cNvSpPr/>
            <p:nvPr/>
          </p:nvSpPr>
          <p:spPr>
            <a:xfrm>
              <a:off x="410078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23" name="pg2578">
              <a:extLst>
                <a:ext uri="{FF2B5EF4-FFF2-40B4-BE49-F238E27FC236}">
                  <a16:creationId xmlns:a16="http://schemas.microsoft.com/office/drawing/2014/main" id="{7CFBDE13-F405-448F-006B-59973D447B02}"/>
                </a:ext>
              </a:extLst>
            </p:cNvPr>
            <p:cNvSpPr/>
            <p:nvPr/>
          </p:nvSpPr>
          <p:spPr>
            <a:xfrm>
              <a:off x="411242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24" name="pg2579">
              <a:extLst>
                <a:ext uri="{FF2B5EF4-FFF2-40B4-BE49-F238E27FC236}">
                  <a16:creationId xmlns:a16="http://schemas.microsoft.com/office/drawing/2014/main" id="{CF90D99F-5CA1-BC81-35C2-B51180C0F912}"/>
                </a:ext>
              </a:extLst>
            </p:cNvPr>
            <p:cNvSpPr/>
            <p:nvPr/>
          </p:nvSpPr>
          <p:spPr>
            <a:xfrm>
              <a:off x="412405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25" name="pg2580">
              <a:extLst>
                <a:ext uri="{FF2B5EF4-FFF2-40B4-BE49-F238E27FC236}">
                  <a16:creationId xmlns:a16="http://schemas.microsoft.com/office/drawing/2014/main" id="{B456BCCE-A38D-4E4B-597D-2F5B30617A97}"/>
                </a:ext>
              </a:extLst>
            </p:cNvPr>
            <p:cNvSpPr/>
            <p:nvPr/>
          </p:nvSpPr>
          <p:spPr>
            <a:xfrm>
              <a:off x="413569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26" name="pg2581">
              <a:extLst>
                <a:ext uri="{FF2B5EF4-FFF2-40B4-BE49-F238E27FC236}">
                  <a16:creationId xmlns:a16="http://schemas.microsoft.com/office/drawing/2014/main" id="{0A00C5A1-FDC8-D458-20AD-E7A62C64DA58}"/>
                </a:ext>
              </a:extLst>
            </p:cNvPr>
            <p:cNvSpPr/>
            <p:nvPr/>
          </p:nvSpPr>
          <p:spPr>
            <a:xfrm>
              <a:off x="414733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27" name="pg2582">
              <a:extLst>
                <a:ext uri="{FF2B5EF4-FFF2-40B4-BE49-F238E27FC236}">
                  <a16:creationId xmlns:a16="http://schemas.microsoft.com/office/drawing/2014/main" id="{B9EB84A0-647D-A927-C4CF-EE35F9490A5A}"/>
                </a:ext>
              </a:extLst>
            </p:cNvPr>
            <p:cNvSpPr/>
            <p:nvPr/>
          </p:nvSpPr>
          <p:spPr>
            <a:xfrm>
              <a:off x="415897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28" name="pg2583">
              <a:extLst>
                <a:ext uri="{FF2B5EF4-FFF2-40B4-BE49-F238E27FC236}">
                  <a16:creationId xmlns:a16="http://schemas.microsoft.com/office/drawing/2014/main" id="{9D007B00-C40B-3C4D-2AE5-F12BE68D578D}"/>
                </a:ext>
              </a:extLst>
            </p:cNvPr>
            <p:cNvSpPr/>
            <p:nvPr/>
          </p:nvSpPr>
          <p:spPr>
            <a:xfrm>
              <a:off x="417060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29" name="pg2584">
              <a:extLst>
                <a:ext uri="{FF2B5EF4-FFF2-40B4-BE49-F238E27FC236}">
                  <a16:creationId xmlns:a16="http://schemas.microsoft.com/office/drawing/2014/main" id="{BF81FC73-C006-CEAC-369A-476D3F6D6141}"/>
                </a:ext>
              </a:extLst>
            </p:cNvPr>
            <p:cNvSpPr/>
            <p:nvPr/>
          </p:nvSpPr>
          <p:spPr>
            <a:xfrm>
              <a:off x="419388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30" name="pg2585">
              <a:extLst>
                <a:ext uri="{FF2B5EF4-FFF2-40B4-BE49-F238E27FC236}">
                  <a16:creationId xmlns:a16="http://schemas.microsoft.com/office/drawing/2014/main" id="{8352076C-1C03-C9D2-E2BB-E8C2895D304E}"/>
                </a:ext>
              </a:extLst>
            </p:cNvPr>
            <p:cNvSpPr/>
            <p:nvPr/>
          </p:nvSpPr>
          <p:spPr>
            <a:xfrm>
              <a:off x="420552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31" name="pg2586">
              <a:extLst>
                <a:ext uri="{FF2B5EF4-FFF2-40B4-BE49-F238E27FC236}">
                  <a16:creationId xmlns:a16="http://schemas.microsoft.com/office/drawing/2014/main" id="{5C4B124E-1AAE-02C9-160E-70CBFC8034E4}"/>
                </a:ext>
              </a:extLst>
            </p:cNvPr>
            <p:cNvSpPr/>
            <p:nvPr/>
          </p:nvSpPr>
          <p:spPr>
            <a:xfrm>
              <a:off x="421715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32" name="pg2587">
              <a:extLst>
                <a:ext uri="{FF2B5EF4-FFF2-40B4-BE49-F238E27FC236}">
                  <a16:creationId xmlns:a16="http://schemas.microsoft.com/office/drawing/2014/main" id="{F20BA9F7-FD27-39D4-48B9-340EED59B0FE}"/>
                </a:ext>
              </a:extLst>
            </p:cNvPr>
            <p:cNvSpPr/>
            <p:nvPr/>
          </p:nvSpPr>
          <p:spPr>
            <a:xfrm>
              <a:off x="422879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33" name="pg2588">
              <a:extLst>
                <a:ext uri="{FF2B5EF4-FFF2-40B4-BE49-F238E27FC236}">
                  <a16:creationId xmlns:a16="http://schemas.microsoft.com/office/drawing/2014/main" id="{1FFC365D-6D32-3863-8077-4C33D614DF2D}"/>
                </a:ext>
              </a:extLst>
            </p:cNvPr>
            <p:cNvSpPr/>
            <p:nvPr/>
          </p:nvSpPr>
          <p:spPr>
            <a:xfrm>
              <a:off x="424043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34" name="pg2589">
              <a:extLst>
                <a:ext uri="{FF2B5EF4-FFF2-40B4-BE49-F238E27FC236}">
                  <a16:creationId xmlns:a16="http://schemas.microsoft.com/office/drawing/2014/main" id="{459106FB-D28A-95A6-18F1-464C104BCCA3}"/>
                </a:ext>
              </a:extLst>
            </p:cNvPr>
            <p:cNvSpPr/>
            <p:nvPr/>
          </p:nvSpPr>
          <p:spPr>
            <a:xfrm>
              <a:off x="425207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35" name="pg2590">
              <a:extLst>
                <a:ext uri="{FF2B5EF4-FFF2-40B4-BE49-F238E27FC236}">
                  <a16:creationId xmlns:a16="http://schemas.microsoft.com/office/drawing/2014/main" id="{DA15FF62-2D9D-D7F2-5558-6A3A7AC69C23}"/>
                </a:ext>
              </a:extLst>
            </p:cNvPr>
            <p:cNvSpPr/>
            <p:nvPr/>
          </p:nvSpPr>
          <p:spPr>
            <a:xfrm>
              <a:off x="426370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36" name="pg2591">
              <a:extLst>
                <a:ext uri="{FF2B5EF4-FFF2-40B4-BE49-F238E27FC236}">
                  <a16:creationId xmlns:a16="http://schemas.microsoft.com/office/drawing/2014/main" id="{E42E53F6-16E8-5206-0738-C441E4E4AC20}"/>
                </a:ext>
              </a:extLst>
            </p:cNvPr>
            <p:cNvSpPr/>
            <p:nvPr/>
          </p:nvSpPr>
          <p:spPr>
            <a:xfrm>
              <a:off x="427534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37" name="pg2592">
              <a:extLst>
                <a:ext uri="{FF2B5EF4-FFF2-40B4-BE49-F238E27FC236}">
                  <a16:creationId xmlns:a16="http://schemas.microsoft.com/office/drawing/2014/main" id="{9259D74C-9766-7B81-B3B2-6CEA5DBC1CEE}"/>
                </a:ext>
              </a:extLst>
            </p:cNvPr>
            <p:cNvSpPr/>
            <p:nvPr/>
          </p:nvSpPr>
          <p:spPr>
            <a:xfrm>
              <a:off x="428698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38" name="pg2593">
              <a:extLst>
                <a:ext uri="{FF2B5EF4-FFF2-40B4-BE49-F238E27FC236}">
                  <a16:creationId xmlns:a16="http://schemas.microsoft.com/office/drawing/2014/main" id="{80733AC9-F520-B1EC-C3DF-F39B64A07765}"/>
                </a:ext>
              </a:extLst>
            </p:cNvPr>
            <p:cNvSpPr/>
            <p:nvPr/>
          </p:nvSpPr>
          <p:spPr>
            <a:xfrm>
              <a:off x="429861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39" name="pg2594">
              <a:extLst>
                <a:ext uri="{FF2B5EF4-FFF2-40B4-BE49-F238E27FC236}">
                  <a16:creationId xmlns:a16="http://schemas.microsoft.com/office/drawing/2014/main" id="{4CB92403-B787-D420-04D0-B10A31CBFE8D}"/>
                </a:ext>
              </a:extLst>
            </p:cNvPr>
            <p:cNvSpPr/>
            <p:nvPr/>
          </p:nvSpPr>
          <p:spPr>
            <a:xfrm>
              <a:off x="431025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40" name="pg2595">
              <a:extLst>
                <a:ext uri="{FF2B5EF4-FFF2-40B4-BE49-F238E27FC236}">
                  <a16:creationId xmlns:a16="http://schemas.microsoft.com/office/drawing/2014/main" id="{D5522730-4892-1C74-1BB7-9D343F4D3159}"/>
                </a:ext>
              </a:extLst>
            </p:cNvPr>
            <p:cNvSpPr/>
            <p:nvPr/>
          </p:nvSpPr>
          <p:spPr>
            <a:xfrm>
              <a:off x="432189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41" name="pg2596">
              <a:extLst>
                <a:ext uri="{FF2B5EF4-FFF2-40B4-BE49-F238E27FC236}">
                  <a16:creationId xmlns:a16="http://schemas.microsoft.com/office/drawing/2014/main" id="{51031D03-97CC-3A23-28AC-43581460E2C5}"/>
                </a:ext>
              </a:extLst>
            </p:cNvPr>
            <p:cNvSpPr/>
            <p:nvPr/>
          </p:nvSpPr>
          <p:spPr>
            <a:xfrm>
              <a:off x="433353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42" name="pg2597">
              <a:extLst>
                <a:ext uri="{FF2B5EF4-FFF2-40B4-BE49-F238E27FC236}">
                  <a16:creationId xmlns:a16="http://schemas.microsoft.com/office/drawing/2014/main" id="{6BC08E6D-B1B7-36ED-9656-6F5C43E71234}"/>
                </a:ext>
              </a:extLst>
            </p:cNvPr>
            <p:cNvSpPr/>
            <p:nvPr/>
          </p:nvSpPr>
          <p:spPr>
            <a:xfrm>
              <a:off x="434516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43" name="pg2598">
              <a:extLst>
                <a:ext uri="{FF2B5EF4-FFF2-40B4-BE49-F238E27FC236}">
                  <a16:creationId xmlns:a16="http://schemas.microsoft.com/office/drawing/2014/main" id="{702A942D-3018-7B3B-01BB-95FC917CE21B}"/>
                </a:ext>
              </a:extLst>
            </p:cNvPr>
            <p:cNvSpPr/>
            <p:nvPr/>
          </p:nvSpPr>
          <p:spPr>
            <a:xfrm>
              <a:off x="435680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44" name="pg2599">
              <a:extLst>
                <a:ext uri="{FF2B5EF4-FFF2-40B4-BE49-F238E27FC236}">
                  <a16:creationId xmlns:a16="http://schemas.microsoft.com/office/drawing/2014/main" id="{1CFDCA3B-FA7C-F10D-EC08-8BC99201E745}"/>
                </a:ext>
              </a:extLst>
            </p:cNvPr>
            <p:cNvSpPr/>
            <p:nvPr/>
          </p:nvSpPr>
          <p:spPr>
            <a:xfrm>
              <a:off x="456627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45" name="pg2600">
              <a:extLst>
                <a:ext uri="{FF2B5EF4-FFF2-40B4-BE49-F238E27FC236}">
                  <a16:creationId xmlns:a16="http://schemas.microsoft.com/office/drawing/2014/main" id="{2975C7F3-6EF6-7E36-CB86-7E32F8F3254C}"/>
                </a:ext>
              </a:extLst>
            </p:cNvPr>
            <p:cNvSpPr/>
            <p:nvPr/>
          </p:nvSpPr>
          <p:spPr>
            <a:xfrm>
              <a:off x="457791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46" name="pg2601">
              <a:extLst>
                <a:ext uri="{FF2B5EF4-FFF2-40B4-BE49-F238E27FC236}">
                  <a16:creationId xmlns:a16="http://schemas.microsoft.com/office/drawing/2014/main" id="{89D22BC6-6A03-966F-91DF-F0CA949E04AA}"/>
                </a:ext>
              </a:extLst>
            </p:cNvPr>
            <p:cNvSpPr/>
            <p:nvPr/>
          </p:nvSpPr>
          <p:spPr>
            <a:xfrm>
              <a:off x="458955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47" name="pg2602">
              <a:extLst>
                <a:ext uri="{FF2B5EF4-FFF2-40B4-BE49-F238E27FC236}">
                  <a16:creationId xmlns:a16="http://schemas.microsoft.com/office/drawing/2014/main" id="{2945ECC8-93F5-06C1-0B41-7B27EA2B4966}"/>
                </a:ext>
              </a:extLst>
            </p:cNvPr>
            <p:cNvSpPr/>
            <p:nvPr/>
          </p:nvSpPr>
          <p:spPr>
            <a:xfrm>
              <a:off x="460119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48" name="pg2603">
              <a:extLst>
                <a:ext uri="{FF2B5EF4-FFF2-40B4-BE49-F238E27FC236}">
                  <a16:creationId xmlns:a16="http://schemas.microsoft.com/office/drawing/2014/main" id="{A177A7AB-C873-26BD-26CB-333A83AC177A}"/>
                </a:ext>
              </a:extLst>
            </p:cNvPr>
            <p:cNvSpPr/>
            <p:nvPr/>
          </p:nvSpPr>
          <p:spPr>
            <a:xfrm>
              <a:off x="312324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49" name="pg2604">
              <a:extLst>
                <a:ext uri="{FF2B5EF4-FFF2-40B4-BE49-F238E27FC236}">
                  <a16:creationId xmlns:a16="http://schemas.microsoft.com/office/drawing/2014/main" id="{73C888A3-2DF1-2D78-B085-3127A808CCC7}"/>
                </a:ext>
              </a:extLst>
            </p:cNvPr>
            <p:cNvSpPr/>
            <p:nvPr/>
          </p:nvSpPr>
          <p:spPr>
            <a:xfrm>
              <a:off x="313488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50" name="pg2605">
              <a:extLst>
                <a:ext uri="{FF2B5EF4-FFF2-40B4-BE49-F238E27FC236}">
                  <a16:creationId xmlns:a16="http://schemas.microsoft.com/office/drawing/2014/main" id="{2E332DA1-C116-7D17-3985-801D491E96CF}"/>
                </a:ext>
              </a:extLst>
            </p:cNvPr>
            <p:cNvSpPr/>
            <p:nvPr/>
          </p:nvSpPr>
          <p:spPr>
            <a:xfrm>
              <a:off x="314652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51" name="pg2606">
              <a:extLst>
                <a:ext uri="{FF2B5EF4-FFF2-40B4-BE49-F238E27FC236}">
                  <a16:creationId xmlns:a16="http://schemas.microsoft.com/office/drawing/2014/main" id="{2A38644A-76F6-C9C8-07DD-A69EB8EB12A3}"/>
                </a:ext>
              </a:extLst>
            </p:cNvPr>
            <p:cNvSpPr/>
            <p:nvPr/>
          </p:nvSpPr>
          <p:spPr>
            <a:xfrm>
              <a:off x="315816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52" name="pg2607">
              <a:extLst>
                <a:ext uri="{FF2B5EF4-FFF2-40B4-BE49-F238E27FC236}">
                  <a16:creationId xmlns:a16="http://schemas.microsoft.com/office/drawing/2014/main" id="{859E4138-620B-EF3F-5C51-4A09B790F42B}"/>
                </a:ext>
              </a:extLst>
            </p:cNvPr>
            <p:cNvSpPr/>
            <p:nvPr/>
          </p:nvSpPr>
          <p:spPr>
            <a:xfrm>
              <a:off x="316979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53" name="pg2608">
              <a:extLst>
                <a:ext uri="{FF2B5EF4-FFF2-40B4-BE49-F238E27FC236}">
                  <a16:creationId xmlns:a16="http://schemas.microsoft.com/office/drawing/2014/main" id="{827625DC-26C4-4B57-52A6-448EBA513FB6}"/>
                </a:ext>
              </a:extLst>
            </p:cNvPr>
            <p:cNvSpPr/>
            <p:nvPr/>
          </p:nvSpPr>
          <p:spPr>
            <a:xfrm>
              <a:off x="318143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54" name="pg2609">
              <a:extLst>
                <a:ext uri="{FF2B5EF4-FFF2-40B4-BE49-F238E27FC236}">
                  <a16:creationId xmlns:a16="http://schemas.microsoft.com/office/drawing/2014/main" id="{07EB9459-6888-33D5-C777-F2617AF92F58}"/>
                </a:ext>
              </a:extLst>
            </p:cNvPr>
            <p:cNvSpPr/>
            <p:nvPr/>
          </p:nvSpPr>
          <p:spPr>
            <a:xfrm>
              <a:off x="321634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55" name="pg2610">
              <a:extLst>
                <a:ext uri="{FF2B5EF4-FFF2-40B4-BE49-F238E27FC236}">
                  <a16:creationId xmlns:a16="http://schemas.microsoft.com/office/drawing/2014/main" id="{7E5A9059-C5A5-8131-CE18-8B92164EE0DD}"/>
                </a:ext>
              </a:extLst>
            </p:cNvPr>
            <p:cNvSpPr/>
            <p:nvPr/>
          </p:nvSpPr>
          <p:spPr>
            <a:xfrm>
              <a:off x="322798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56" name="pg2611">
              <a:extLst>
                <a:ext uri="{FF2B5EF4-FFF2-40B4-BE49-F238E27FC236}">
                  <a16:creationId xmlns:a16="http://schemas.microsoft.com/office/drawing/2014/main" id="{47187DE5-2CE7-E734-498A-8935E897BF8C}"/>
                </a:ext>
              </a:extLst>
            </p:cNvPr>
            <p:cNvSpPr/>
            <p:nvPr/>
          </p:nvSpPr>
          <p:spPr>
            <a:xfrm>
              <a:off x="323962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57" name="pg2612">
              <a:extLst>
                <a:ext uri="{FF2B5EF4-FFF2-40B4-BE49-F238E27FC236}">
                  <a16:creationId xmlns:a16="http://schemas.microsoft.com/office/drawing/2014/main" id="{8D6A1F8B-A475-1AE9-AEFB-C7D36956B06A}"/>
                </a:ext>
              </a:extLst>
            </p:cNvPr>
            <p:cNvSpPr/>
            <p:nvPr/>
          </p:nvSpPr>
          <p:spPr>
            <a:xfrm>
              <a:off x="325125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58" name="pg2613">
              <a:extLst>
                <a:ext uri="{FF2B5EF4-FFF2-40B4-BE49-F238E27FC236}">
                  <a16:creationId xmlns:a16="http://schemas.microsoft.com/office/drawing/2014/main" id="{28B80896-7D3B-3356-5CE4-F4831B15DE33}"/>
                </a:ext>
              </a:extLst>
            </p:cNvPr>
            <p:cNvSpPr/>
            <p:nvPr/>
          </p:nvSpPr>
          <p:spPr>
            <a:xfrm>
              <a:off x="326289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59" name="pg2614">
              <a:extLst>
                <a:ext uri="{FF2B5EF4-FFF2-40B4-BE49-F238E27FC236}">
                  <a16:creationId xmlns:a16="http://schemas.microsoft.com/office/drawing/2014/main" id="{BB8AAE24-A27C-428D-B71E-23CA07762D93}"/>
                </a:ext>
              </a:extLst>
            </p:cNvPr>
            <p:cNvSpPr/>
            <p:nvPr/>
          </p:nvSpPr>
          <p:spPr>
            <a:xfrm>
              <a:off x="327453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60" name="pg2615">
              <a:extLst>
                <a:ext uri="{FF2B5EF4-FFF2-40B4-BE49-F238E27FC236}">
                  <a16:creationId xmlns:a16="http://schemas.microsoft.com/office/drawing/2014/main" id="{1D749E1E-554B-68DE-19A7-88B8B01B6BF9}"/>
                </a:ext>
              </a:extLst>
            </p:cNvPr>
            <p:cNvSpPr/>
            <p:nvPr/>
          </p:nvSpPr>
          <p:spPr>
            <a:xfrm>
              <a:off x="328617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61" name="pg2616">
              <a:extLst>
                <a:ext uri="{FF2B5EF4-FFF2-40B4-BE49-F238E27FC236}">
                  <a16:creationId xmlns:a16="http://schemas.microsoft.com/office/drawing/2014/main" id="{99ADE1D6-1715-7035-3A3C-0099CA5362A2}"/>
                </a:ext>
              </a:extLst>
            </p:cNvPr>
            <p:cNvSpPr/>
            <p:nvPr/>
          </p:nvSpPr>
          <p:spPr>
            <a:xfrm>
              <a:off x="329780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62" name="pg2617">
              <a:extLst>
                <a:ext uri="{FF2B5EF4-FFF2-40B4-BE49-F238E27FC236}">
                  <a16:creationId xmlns:a16="http://schemas.microsoft.com/office/drawing/2014/main" id="{A0FB1AF7-7FB5-D29F-60AD-E3E021772058}"/>
                </a:ext>
              </a:extLst>
            </p:cNvPr>
            <p:cNvSpPr/>
            <p:nvPr/>
          </p:nvSpPr>
          <p:spPr>
            <a:xfrm>
              <a:off x="330944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63" name="pg2618">
              <a:extLst>
                <a:ext uri="{FF2B5EF4-FFF2-40B4-BE49-F238E27FC236}">
                  <a16:creationId xmlns:a16="http://schemas.microsoft.com/office/drawing/2014/main" id="{B790D003-55D7-F828-9F9B-07F1E51749C3}"/>
                </a:ext>
              </a:extLst>
            </p:cNvPr>
            <p:cNvSpPr/>
            <p:nvPr/>
          </p:nvSpPr>
          <p:spPr>
            <a:xfrm>
              <a:off x="332108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64" name="pg2619">
              <a:extLst>
                <a:ext uri="{FF2B5EF4-FFF2-40B4-BE49-F238E27FC236}">
                  <a16:creationId xmlns:a16="http://schemas.microsoft.com/office/drawing/2014/main" id="{2F0F197A-FADA-44EF-409D-1B1EAE2D31B4}"/>
                </a:ext>
              </a:extLst>
            </p:cNvPr>
            <p:cNvSpPr/>
            <p:nvPr/>
          </p:nvSpPr>
          <p:spPr>
            <a:xfrm>
              <a:off x="333272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65" name="pg2620">
              <a:extLst>
                <a:ext uri="{FF2B5EF4-FFF2-40B4-BE49-F238E27FC236}">
                  <a16:creationId xmlns:a16="http://schemas.microsoft.com/office/drawing/2014/main" id="{1F1EDAEF-2371-916F-6C88-F2C54D968687}"/>
                </a:ext>
              </a:extLst>
            </p:cNvPr>
            <p:cNvSpPr/>
            <p:nvPr/>
          </p:nvSpPr>
          <p:spPr>
            <a:xfrm>
              <a:off x="334435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66" name="pg2621">
              <a:extLst>
                <a:ext uri="{FF2B5EF4-FFF2-40B4-BE49-F238E27FC236}">
                  <a16:creationId xmlns:a16="http://schemas.microsoft.com/office/drawing/2014/main" id="{E18EC662-BA4E-E822-D2E0-148DB2476C98}"/>
                </a:ext>
              </a:extLst>
            </p:cNvPr>
            <p:cNvSpPr/>
            <p:nvPr/>
          </p:nvSpPr>
          <p:spPr>
            <a:xfrm>
              <a:off x="335599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67" name="pg2622">
              <a:extLst>
                <a:ext uri="{FF2B5EF4-FFF2-40B4-BE49-F238E27FC236}">
                  <a16:creationId xmlns:a16="http://schemas.microsoft.com/office/drawing/2014/main" id="{6706C5FB-DF8E-6460-B094-E1EBABCEE669}"/>
                </a:ext>
              </a:extLst>
            </p:cNvPr>
            <p:cNvSpPr/>
            <p:nvPr/>
          </p:nvSpPr>
          <p:spPr>
            <a:xfrm>
              <a:off x="336763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68" name="pg2623">
              <a:extLst>
                <a:ext uri="{FF2B5EF4-FFF2-40B4-BE49-F238E27FC236}">
                  <a16:creationId xmlns:a16="http://schemas.microsoft.com/office/drawing/2014/main" id="{9BA56AF7-B6B6-DFA4-ACA7-CB9FA4CBF972}"/>
                </a:ext>
              </a:extLst>
            </p:cNvPr>
            <p:cNvSpPr/>
            <p:nvPr/>
          </p:nvSpPr>
          <p:spPr>
            <a:xfrm>
              <a:off x="342581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69" name="pg2624">
              <a:extLst>
                <a:ext uri="{FF2B5EF4-FFF2-40B4-BE49-F238E27FC236}">
                  <a16:creationId xmlns:a16="http://schemas.microsoft.com/office/drawing/2014/main" id="{2EB935CD-E90B-EC63-A651-29456A35AD9F}"/>
                </a:ext>
              </a:extLst>
            </p:cNvPr>
            <p:cNvSpPr/>
            <p:nvPr/>
          </p:nvSpPr>
          <p:spPr>
            <a:xfrm>
              <a:off x="343745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70" name="pg2625">
              <a:extLst>
                <a:ext uri="{FF2B5EF4-FFF2-40B4-BE49-F238E27FC236}">
                  <a16:creationId xmlns:a16="http://schemas.microsoft.com/office/drawing/2014/main" id="{3AA0664C-AA06-C1EF-5E64-BE4C7B223752}"/>
                </a:ext>
              </a:extLst>
            </p:cNvPr>
            <p:cNvSpPr/>
            <p:nvPr/>
          </p:nvSpPr>
          <p:spPr>
            <a:xfrm>
              <a:off x="344909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71" name="pg2626">
              <a:extLst>
                <a:ext uri="{FF2B5EF4-FFF2-40B4-BE49-F238E27FC236}">
                  <a16:creationId xmlns:a16="http://schemas.microsoft.com/office/drawing/2014/main" id="{2A7398E5-591E-2833-820F-BD79E4D0510D}"/>
                </a:ext>
              </a:extLst>
            </p:cNvPr>
            <p:cNvSpPr/>
            <p:nvPr/>
          </p:nvSpPr>
          <p:spPr>
            <a:xfrm>
              <a:off x="346073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72" name="pg2627">
              <a:extLst>
                <a:ext uri="{FF2B5EF4-FFF2-40B4-BE49-F238E27FC236}">
                  <a16:creationId xmlns:a16="http://schemas.microsoft.com/office/drawing/2014/main" id="{3A35E309-814C-E65B-FB21-FD17900A8127}"/>
                </a:ext>
              </a:extLst>
            </p:cNvPr>
            <p:cNvSpPr/>
            <p:nvPr/>
          </p:nvSpPr>
          <p:spPr>
            <a:xfrm>
              <a:off x="347236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73" name="pg2628">
              <a:extLst>
                <a:ext uri="{FF2B5EF4-FFF2-40B4-BE49-F238E27FC236}">
                  <a16:creationId xmlns:a16="http://schemas.microsoft.com/office/drawing/2014/main" id="{B1ABE469-E30C-F78E-BA49-F41E75B15A4E}"/>
                </a:ext>
              </a:extLst>
            </p:cNvPr>
            <p:cNvSpPr/>
            <p:nvPr/>
          </p:nvSpPr>
          <p:spPr>
            <a:xfrm>
              <a:off x="348400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74" name="pg2629">
              <a:extLst>
                <a:ext uri="{FF2B5EF4-FFF2-40B4-BE49-F238E27FC236}">
                  <a16:creationId xmlns:a16="http://schemas.microsoft.com/office/drawing/2014/main" id="{37939D0F-920F-1673-622F-F71909EF2A58}"/>
                </a:ext>
              </a:extLst>
            </p:cNvPr>
            <p:cNvSpPr/>
            <p:nvPr/>
          </p:nvSpPr>
          <p:spPr>
            <a:xfrm>
              <a:off x="349564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75" name="pg2630">
              <a:extLst>
                <a:ext uri="{FF2B5EF4-FFF2-40B4-BE49-F238E27FC236}">
                  <a16:creationId xmlns:a16="http://schemas.microsoft.com/office/drawing/2014/main" id="{96C7CD8B-22A9-F04F-CAAB-CDA916F14621}"/>
                </a:ext>
              </a:extLst>
            </p:cNvPr>
            <p:cNvSpPr/>
            <p:nvPr/>
          </p:nvSpPr>
          <p:spPr>
            <a:xfrm>
              <a:off x="350728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76" name="pg2631">
              <a:extLst>
                <a:ext uri="{FF2B5EF4-FFF2-40B4-BE49-F238E27FC236}">
                  <a16:creationId xmlns:a16="http://schemas.microsoft.com/office/drawing/2014/main" id="{052BE27C-E674-5CA4-1778-F183AE54382F}"/>
                </a:ext>
              </a:extLst>
            </p:cNvPr>
            <p:cNvSpPr/>
            <p:nvPr/>
          </p:nvSpPr>
          <p:spPr>
            <a:xfrm>
              <a:off x="362365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77" name="pg2632">
              <a:extLst>
                <a:ext uri="{FF2B5EF4-FFF2-40B4-BE49-F238E27FC236}">
                  <a16:creationId xmlns:a16="http://schemas.microsoft.com/office/drawing/2014/main" id="{67CCD9A9-D2B5-D64E-96EB-E451F6F1104E}"/>
                </a:ext>
              </a:extLst>
            </p:cNvPr>
            <p:cNvSpPr/>
            <p:nvPr/>
          </p:nvSpPr>
          <p:spPr>
            <a:xfrm>
              <a:off x="363529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78" name="pg2633">
              <a:extLst>
                <a:ext uri="{FF2B5EF4-FFF2-40B4-BE49-F238E27FC236}">
                  <a16:creationId xmlns:a16="http://schemas.microsoft.com/office/drawing/2014/main" id="{193D73BF-F222-9964-DA3B-5EEF98AD9603}"/>
                </a:ext>
              </a:extLst>
            </p:cNvPr>
            <p:cNvSpPr/>
            <p:nvPr/>
          </p:nvSpPr>
          <p:spPr>
            <a:xfrm>
              <a:off x="364692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79" name="pg2634">
              <a:extLst>
                <a:ext uri="{FF2B5EF4-FFF2-40B4-BE49-F238E27FC236}">
                  <a16:creationId xmlns:a16="http://schemas.microsoft.com/office/drawing/2014/main" id="{68974D16-9CA9-D9D7-6EBA-C17DBCA34B3B}"/>
                </a:ext>
              </a:extLst>
            </p:cNvPr>
            <p:cNvSpPr/>
            <p:nvPr/>
          </p:nvSpPr>
          <p:spPr>
            <a:xfrm>
              <a:off x="365856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80" name="pg2635">
              <a:extLst>
                <a:ext uri="{FF2B5EF4-FFF2-40B4-BE49-F238E27FC236}">
                  <a16:creationId xmlns:a16="http://schemas.microsoft.com/office/drawing/2014/main" id="{4C18017D-0027-CCD9-7101-F8060F2DF270}"/>
                </a:ext>
              </a:extLst>
            </p:cNvPr>
            <p:cNvSpPr/>
            <p:nvPr/>
          </p:nvSpPr>
          <p:spPr>
            <a:xfrm>
              <a:off x="367020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81" name="pg2636">
              <a:extLst>
                <a:ext uri="{FF2B5EF4-FFF2-40B4-BE49-F238E27FC236}">
                  <a16:creationId xmlns:a16="http://schemas.microsoft.com/office/drawing/2014/main" id="{5D4BFEE7-34E6-8335-62C2-4A870233A440}"/>
                </a:ext>
              </a:extLst>
            </p:cNvPr>
            <p:cNvSpPr/>
            <p:nvPr/>
          </p:nvSpPr>
          <p:spPr>
            <a:xfrm>
              <a:off x="368184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82" name="pg2637">
              <a:extLst>
                <a:ext uri="{FF2B5EF4-FFF2-40B4-BE49-F238E27FC236}">
                  <a16:creationId xmlns:a16="http://schemas.microsoft.com/office/drawing/2014/main" id="{B56316B7-CCC1-51D1-40F7-8B1772E53EEB}"/>
                </a:ext>
              </a:extLst>
            </p:cNvPr>
            <p:cNvSpPr/>
            <p:nvPr/>
          </p:nvSpPr>
          <p:spPr>
            <a:xfrm>
              <a:off x="369347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83" name="pg2638">
              <a:extLst>
                <a:ext uri="{FF2B5EF4-FFF2-40B4-BE49-F238E27FC236}">
                  <a16:creationId xmlns:a16="http://schemas.microsoft.com/office/drawing/2014/main" id="{8C97EE5B-ABB3-849C-7541-8CFCBC816877}"/>
                </a:ext>
              </a:extLst>
            </p:cNvPr>
            <p:cNvSpPr/>
            <p:nvPr/>
          </p:nvSpPr>
          <p:spPr>
            <a:xfrm>
              <a:off x="370511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84" name="pg2639">
              <a:extLst>
                <a:ext uri="{FF2B5EF4-FFF2-40B4-BE49-F238E27FC236}">
                  <a16:creationId xmlns:a16="http://schemas.microsoft.com/office/drawing/2014/main" id="{1FF7555D-BE8C-9B99-AE55-4A0F1E26924B}"/>
                </a:ext>
              </a:extLst>
            </p:cNvPr>
            <p:cNvSpPr/>
            <p:nvPr/>
          </p:nvSpPr>
          <p:spPr>
            <a:xfrm>
              <a:off x="371675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85" name="pg2640">
              <a:extLst>
                <a:ext uri="{FF2B5EF4-FFF2-40B4-BE49-F238E27FC236}">
                  <a16:creationId xmlns:a16="http://schemas.microsoft.com/office/drawing/2014/main" id="{5EF54DFA-3130-EB04-3113-CCB6CE55CBF8}"/>
                </a:ext>
              </a:extLst>
            </p:cNvPr>
            <p:cNvSpPr/>
            <p:nvPr/>
          </p:nvSpPr>
          <p:spPr>
            <a:xfrm>
              <a:off x="372839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86" name="pg2641">
              <a:extLst>
                <a:ext uri="{FF2B5EF4-FFF2-40B4-BE49-F238E27FC236}">
                  <a16:creationId xmlns:a16="http://schemas.microsoft.com/office/drawing/2014/main" id="{DC93D442-8A70-2BB3-45B0-297CF07209DF}"/>
                </a:ext>
              </a:extLst>
            </p:cNvPr>
            <p:cNvSpPr/>
            <p:nvPr/>
          </p:nvSpPr>
          <p:spPr>
            <a:xfrm>
              <a:off x="374002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87" name="pg2642">
              <a:extLst>
                <a:ext uri="{FF2B5EF4-FFF2-40B4-BE49-F238E27FC236}">
                  <a16:creationId xmlns:a16="http://schemas.microsoft.com/office/drawing/2014/main" id="{FCB811A3-49B8-F251-1A98-733D7A47014E}"/>
                </a:ext>
              </a:extLst>
            </p:cNvPr>
            <p:cNvSpPr/>
            <p:nvPr/>
          </p:nvSpPr>
          <p:spPr>
            <a:xfrm>
              <a:off x="375166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88" name="pg2643">
              <a:extLst>
                <a:ext uri="{FF2B5EF4-FFF2-40B4-BE49-F238E27FC236}">
                  <a16:creationId xmlns:a16="http://schemas.microsoft.com/office/drawing/2014/main" id="{FA42C26E-4B70-5AE8-32C8-2BFC2EC09747}"/>
                </a:ext>
              </a:extLst>
            </p:cNvPr>
            <p:cNvSpPr/>
            <p:nvPr/>
          </p:nvSpPr>
          <p:spPr>
            <a:xfrm>
              <a:off x="411242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89" name="pg2644">
              <a:extLst>
                <a:ext uri="{FF2B5EF4-FFF2-40B4-BE49-F238E27FC236}">
                  <a16:creationId xmlns:a16="http://schemas.microsoft.com/office/drawing/2014/main" id="{F5A292F4-BA61-DC50-D490-C48FE478E66F}"/>
                </a:ext>
              </a:extLst>
            </p:cNvPr>
            <p:cNvSpPr/>
            <p:nvPr/>
          </p:nvSpPr>
          <p:spPr>
            <a:xfrm>
              <a:off x="412405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90" name="pg2645">
              <a:extLst>
                <a:ext uri="{FF2B5EF4-FFF2-40B4-BE49-F238E27FC236}">
                  <a16:creationId xmlns:a16="http://schemas.microsoft.com/office/drawing/2014/main" id="{3B1330E7-32CC-230C-D8A9-11071A452C69}"/>
                </a:ext>
              </a:extLst>
            </p:cNvPr>
            <p:cNvSpPr/>
            <p:nvPr/>
          </p:nvSpPr>
          <p:spPr>
            <a:xfrm>
              <a:off x="413569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91" name="pg2646">
              <a:extLst>
                <a:ext uri="{FF2B5EF4-FFF2-40B4-BE49-F238E27FC236}">
                  <a16:creationId xmlns:a16="http://schemas.microsoft.com/office/drawing/2014/main" id="{E787D614-A0E4-04C5-9D17-9A0B4C63523D}"/>
                </a:ext>
              </a:extLst>
            </p:cNvPr>
            <p:cNvSpPr/>
            <p:nvPr/>
          </p:nvSpPr>
          <p:spPr>
            <a:xfrm>
              <a:off x="414733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92" name="pg2647">
              <a:extLst>
                <a:ext uri="{FF2B5EF4-FFF2-40B4-BE49-F238E27FC236}">
                  <a16:creationId xmlns:a16="http://schemas.microsoft.com/office/drawing/2014/main" id="{0D0CE6AB-DFC0-6682-5DE9-3A6060CB2BD2}"/>
                </a:ext>
              </a:extLst>
            </p:cNvPr>
            <p:cNvSpPr/>
            <p:nvPr/>
          </p:nvSpPr>
          <p:spPr>
            <a:xfrm>
              <a:off x="415897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93" name="pg2648">
              <a:extLst>
                <a:ext uri="{FF2B5EF4-FFF2-40B4-BE49-F238E27FC236}">
                  <a16:creationId xmlns:a16="http://schemas.microsoft.com/office/drawing/2014/main" id="{75334EE8-39D9-B601-1759-3B4C06895BF5}"/>
                </a:ext>
              </a:extLst>
            </p:cNvPr>
            <p:cNvSpPr/>
            <p:nvPr/>
          </p:nvSpPr>
          <p:spPr>
            <a:xfrm>
              <a:off x="417060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94" name="pg2649">
              <a:extLst>
                <a:ext uri="{FF2B5EF4-FFF2-40B4-BE49-F238E27FC236}">
                  <a16:creationId xmlns:a16="http://schemas.microsoft.com/office/drawing/2014/main" id="{B818E6A6-7B6D-0921-8EF5-7062EBFF863A}"/>
                </a:ext>
              </a:extLst>
            </p:cNvPr>
            <p:cNvSpPr/>
            <p:nvPr/>
          </p:nvSpPr>
          <p:spPr>
            <a:xfrm>
              <a:off x="418224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95" name="pg2650">
              <a:extLst>
                <a:ext uri="{FF2B5EF4-FFF2-40B4-BE49-F238E27FC236}">
                  <a16:creationId xmlns:a16="http://schemas.microsoft.com/office/drawing/2014/main" id="{682B0DB1-50BB-9753-23C2-84E7CBBD552C}"/>
                </a:ext>
              </a:extLst>
            </p:cNvPr>
            <p:cNvSpPr/>
            <p:nvPr/>
          </p:nvSpPr>
          <p:spPr>
            <a:xfrm>
              <a:off x="419388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96" name="pg2651">
              <a:extLst>
                <a:ext uri="{FF2B5EF4-FFF2-40B4-BE49-F238E27FC236}">
                  <a16:creationId xmlns:a16="http://schemas.microsoft.com/office/drawing/2014/main" id="{E947B669-7BB8-461F-3733-2C953A1ACEFA}"/>
                </a:ext>
              </a:extLst>
            </p:cNvPr>
            <p:cNvSpPr/>
            <p:nvPr/>
          </p:nvSpPr>
          <p:spPr>
            <a:xfrm>
              <a:off x="420552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97" name="pg2652">
              <a:extLst>
                <a:ext uri="{FF2B5EF4-FFF2-40B4-BE49-F238E27FC236}">
                  <a16:creationId xmlns:a16="http://schemas.microsoft.com/office/drawing/2014/main" id="{697E35DE-77E0-0EC2-845A-ABF8110C828F}"/>
                </a:ext>
              </a:extLst>
            </p:cNvPr>
            <p:cNvSpPr/>
            <p:nvPr/>
          </p:nvSpPr>
          <p:spPr>
            <a:xfrm>
              <a:off x="421715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98" name="pg2653">
              <a:extLst>
                <a:ext uri="{FF2B5EF4-FFF2-40B4-BE49-F238E27FC236}">
                  <a16:creationId xmlns:a16="http://schemas.microsoft.com/office/drawing/2014/main" id="{3DE70937-FA9A-3BFF-D084-06AF1ABAA3E1}"/>
                </a:ext>
              </a:extLst>
            </p:cNvPr>
            <p:cNvSpPr/>
            <p:nvPr/>
          </p:nvSpPr>
          <p:spPr>
            <a:xfrm>
              <a:off x="422879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99" name="pg2654">
              <a:extLst>
                <a:ext uri="{FF2B5EF4-FFF2-40B4-BE49-F238E27FC236}">
                  <a16:creationId xmlns:a16="http://schemas.microsoft.com/office/drawing/2014/main" id="{784976AF-1E00-9E8B-C360-7CC268FD3F5F}"/>
                </a:ext>
              </a:extLst>
            </p:cNvPr>
            <p:cNvSpPr/>
            <p:nvPr/>
          </p:nvSpPr>
          <p:spPr>
            <a:xfrm>
              <a:off x="424043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00" name="pg2655">
              <a:extLst>
                <a:ext uri="{FF2B5EF4-FFF2-40B4-BE49-F238E27FC236}">
                  <a16:creationId xmlns:a16="http://schemas.microsoft.com/office/drawing/2014/main" id="{8737E958-3587-A6B6-E3A3-130381225A8D}"/>
                </a:ext>
              </a:extLst>
            </p:cNvPr>
            <p:cNvSpPr/>
            <p:nvPr/>
          </p:nvSpPr>
          <p:spPr>
            <a:xfrm>
              <a:off x="425207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01" name="pg2656">
              <a:extLst>
                <a:ext uri="{FF2B5EF4-FFF2-40B4-BE49-F238E27FC236}">
                  <a16:creationId xmlns:a16="http://schemas.microsoft.com/office/drawing/2014/main" id="{7434A851-D5AE-64DB-CAC6-8B325260D91C}"/>
                </a:ext>
              </a:extLst>
            </p:cNvPr>
            <p:cNvSpPr/>
            <p:nvPr/>
          </p:nvSpPr>
          <p:spPr>
            <a:xfrm>
              <a:off x="426370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02" name="pg2657">
              <a:extLst>
                <a:ext uri="{FF2B5EF4-FFF2-40B4-BE49-F238E27FC236}">
                  <a16:creationId xmlns:a16="http://schemas.microsoft.com/office/drawing/2014/main" id="{E5035CBC-972A-0FB5-CD59-EEBA8A8AD1A0}"/>
                </a:ext>
              </a:extLst>
            </p:cNvPr>
            <p:cNvSpPr/>
            <p:nvPr/>
          </p:nvSpPr>
          <p:spPr>
            <a:xfrm>
              <a:off x="427534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03" name="pg2658">
              <a:extLst>
                <a:ext uri="{FF2B5EF4-FFF2-40B4-BE49-F238E27FC236}">
                  <a16:creationId xmlns:a16="http://schemas.microsoft.com/office/drawing/2014/main" id="{B7ACD320-EC35-CE37-51AE-584CA1F115F0}"/>
                </a:ext>
              </a:extLst>
            </p:cNvPr>
            <p:cNvSpPr/>
            <p:nvPr/>
          </p:nvSpPr>
          <p:spPr>
            <a:xfrm>
              <a:off x="428698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04" name="pg2659">
              <a:extLst>
                <a:ext uri="{FF2B5EF4-FFF2-40B4-BE49-F238E27FC236}">
                  <a16:creationId xmlns:a16="http://schemas.microsoft.com/office/drawing/2014/main" id="{18C01FC2-36D9-C648-04E8-4256A2874EC4}"/>
                </a:ext>
              </a:extLst>
            </p:cNvPr>
            <p:cNvSpPr/>
            <p:nvPr/>
          </p:nvSpPr>
          <p:spPr>
            <a:xfrm>
              <a:off x="429861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05" name="pg2660">
              <a:extLst>
                <a:ext uri="{FF2B5EF4-FFF2-40B4-BE49-F238E27FC236}">
                  <a16:creationId xmlns:a16="http://schemas.microsoft.com/office/drawing/2014/main" id="{D706355A-4DE7-E9AC-CF91-22B29AACB8CA}"/>
                </a:ext>
              </a:extLst>
            </p:cNvPr>
            <p:cNvSpPr/>
            <p:nvPr/>
          </p:nvSpPr>
          <p:spPr>
            <a:xfrm>
              <a:off x="431025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06" name="pg2661">
              <a:extLst>
                <a:ext uri="{FF2B5EF4-FFF2-40B4-BE49-F238E27FC236}">
                  <a16:creationId xmlns:a16="http://schemas.microsoft.com/office/drawing/2014/main" id="{86B68D2F-B199-2692-5E75-3DD81C9E741B}"/>
                </a:ext>
              </a:extLst>
            </p:cNvPr>
            <p:cNvSpPr/>
            <p:nvPr/>
          </p:nvSpPr>
          <p:spPr>
            <a:xfrm>
              <a:off x="432189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07" name="pg2662">
              <a:extLst>
                <a:ext uri="{FF2B5EF4-FFF2-40B4-BE49-F238E27FC236}">
                  <a16:creationId xmlns:a16="http://schemas.microsoft.com/office/drawing/2014/main" id="{E23F25FE-5943-7BEF-E252-B973725A6658}"/>
                </a:ext>
              </a:extLst>
            </p:cNvPr>
            <p:cNvSpPr/>
            <p:nvPr/>
          </p:nvSpPr>
          <p:spPr>
            <a:xfrm>
              <a:off x="433353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8AC">
                <a:alpha val="100000"/>
              </a:srgbClr>
            </a:solidFill>
            <a:ln w="5420" cap="flat">
              <a:solidFill>
                <a:srgbClr val="5D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08" name="pg2663">
              <a:extLst>
                <a:ext uri="{FF2B5EF4-FFF2-40B4-BE49-F238E27FC236}">
                  <a16:creationId xmlns:a16="http://schemas.microsoft.com/office/drawing/2014/main" id="{10499102-E2AD-3FD4-7B9D-6E4709F70150}"/>
                </a:ext>
              </a:extLst>
            </p:cNvPr>
            <p:cNvSpPr/>
            <p:nvPr/>
          </p:nvSpPr>
          <p:spPr>
            <a:xfrm>
              <a:off x="434516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09" name="pg2664">
              <a:extLst>
                <a:ext uri="{FF2B5EF4-FFF2-40B4-BE49-F238E27FC236}">
                  <a16:creationId xmlns:a16="http://schemas.microsoft.com/office/drawing/2014/main" id="{4A039643-E42F-C3F6-A7FE-32F13F8231DB}"/>
                </a:ext>
              </a:extLst>
            </p:cNvPr>
            <p:cNvSpPr/>
            <p:nvPr/>
          </p:nvSpPr>
          <p:spPr>
            <a:xfrm>
              <a:off x="435680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10" name="pg2665">
              <a:extLst>
                <a:ext uri="{FF2B5EF4-FFF2-40B4-BE49-F238E27FC236}">
                  <a16:creationId xmlns:a16="http://schemas.microsoft.com/office/drawing/2014/main" id="{671BD90D-D613-78F9-5D7B-19719AF9F317}"/>
                </a:ext>
              </a:extLst>
            </p:cNvPr>
            <p:cNvSpPr/>
            <p:nvPr/>
          </p:nvSpPr>
          <p:spPr>
            <a:xfrm>
              <a:off x="436844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11" name="pg2666">
              <a:extLst>
                <a:ext uri="{FF2B5EF4-FFF2-40B4-BE49-F238E27FC236}">
                  <a16:creationId xmlns:a16="http://schemas.microsoft.com/office/drawing/2014/main" id="{D802436F-EEB5-0DA6-7EBC-F3EFE9460FAE}"/>
                </a:ext>
              </a:extLst>
            </p:cNvPr>
            <p:cNvSpPr/>
            <p:nvPr/>
          </p:nvSpPr>
          <p:spPr>
            <a:xfrm>
              <a:off x="456627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12" name="pg2667">
              <a:extLst>
                <a:ext uri="{FF2B5EF4-FFF2-40B4-BE49-F238E27FC236}">
                  <a16:creationId xmlns:a16="http://schemas.microsoft.com/office/drawing/2014/main" id="{C32E0E83-C18E-ECC6-3ACF-E6F10335ABEF}"/>
                </a:ext>
              </a:extLst>
            </p:cNvPr>
            <p:cNvSpPr/>
            <p:nvPr/>
          </p:nvSpPr>
          <p:spPr>
            <a:xfrm>
              <a:off x="457791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13" name="pg2668">
              <a:extLst>
                <a:ext uri="{FF2B5EF4-FFF2-40B4-BE49-F238E27FC236}">
                  <a16:creationId xmlns:a16="http://schemas.microsoft.com/office/drawing/2014/main" id="{FB725EA4-6951-3B91-6D02-D1ACB55DDC81}"/>
                </a:ext>
              </a:extLst>
            </p:cNvPr>
            <p:cNvSpPr/>
            <p:nvPr/>
          </p:nvSpPr>
          <p:spPr>
            <a:xfrm>
              <a:off x="458955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14" name="pg2669">
              <a:extLst>
                <a:ext uri="{FF2B5EF4-FFF2-40B4-BE49-F238E27FC236}">
                  <a16:creationId xmlns:a16="http://schemas.microsoft.com/office/drawing/2014/main" id="{B25B597E-ECD9-CF3F-8FFE-8E69EF8945C0}"/>
                </a:ext>
              </a:extLst>
            </p:cNvPr>
            <p:cNvSpPr/>
            <p:nvPr/>
          </p:nvSpPr>
          <p:spPr>
            <a:xfrm>
              <a:off x="460119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15" name="pg2670">
              <a:extLst>
                <a:ext uri="{FF2B5EF4-FFF2-40B4-BE49-F238E27FC236}">
                  <a16:creationId xmlns:a16="http://schemas.microsoft.com/office/drawing/2014/main" id="{72D713FF-AC10-B7D0-47E3-6AE02BEDC3F7}"/>
                </a:ext>
              </a:extLst>
            </p:cNvPr>
            <p:cNvSpPr/>
            <p:nvPr/>
          </p:nvSpPr>
          <p:spPr>
            <a:xfrm>
              <a:off x="461282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16" name="pg2671">
              <a:extLst>
                <a:ext uri="{FF2B5EF4-FFF2-40B4-BE49-F238E27FC236}">
                  <a16:creationId xmlns:a16="http://schemas.microsoft.com/office/drawing/2014/main" id="{D0B755AF-617F-6D00-3BE4-7C70C776B691}"/>
                </a:ext>
              </a:extLst>
            </p:cNvPr>
            <p:cNvSpPr/>
            <p:nvPr/>
          </p:nvSpPr>
          <p:spPr>
            <a:xfrm>
              <a:off x="311161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17" name="pg2672">
              <a:extLst>
                <a:ext uri="{FF2B5EF4-FFF2-40B4-BE49-F238E27FC236}">
                  <a16:creationId xmlns:a16="http://schemas.microsoft.com/office/drawing/2014/main" id="{99548E9F-785D-5839-376E-6555DA6752BD}"/>
                </a:ext>
              </a:extLst>
            </p:cNvPr>
            <p:cNvSpPr/>
            <p:nvPr/>
          </p:nvSpPr>
          <p:spPr>
            <a:xfrm>
              <a:off x="312324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18" name="pg2673">
              <a:extLst>
                <a:ext uri="{FF2B5EF4-FFF2-40B4-BE49-F238E27FC236}">
                  <a16:creationId xmlns:a16="http://schemas.microsoft.com/office/drawing/2014/main" id="{AC3BDF9E-A5B6-46AE-0105-6F95E3BEC840}"/>
                </a:ext>
              </a:extLst>
            </p:cNvPr>
            <p:cNvSpPr/>
            <p:nvPr/>
          </p:nvSpPr>
          <p:spPr>
            <a:xfrm>
              <a:off x="313488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19" name="pg2674">
              <a:extLst>
                <a:ext uri="{FF2B5EF4-FFF2-40B4-BE49-F238E27FC236}">
                  <a16:creationId xmlns:a16="http://schemas.microsoft.com/office/drawing/2014/main" id="{9E531C4C-81D6-D0AC-C622-A9965D327A01}"/>
                </a:ext>
              </a:extLst>
            </p:cNvPr>
            <p:cNvSpPr/>
            <p:nvPr/>
          </p:nvSpPr>
          <p:spPr>
            <a:xfrm>
              <a:off x="314652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20" name="pg2675">
              <a:extLst>
                <a:ext uri="{FF2B5EF4-FFF2-40B4-BE49-F238E27FC236}">
                  <a16:creationId xmlns:a16="http://schemas.microsoft.com/office/drawing/2014/main" id="{892CA713-D875-C869-0263-580DDEC4EBE1}"/>
                </a:ext>
              </a:extLst>
            </p:cNvPr>
            <p:cNvSpPr/>
            <p:nvPr/>
          </p:nvSpPr>
          <p:spPr>
            <a:xfrm>
              <a:off x="315816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21" name="pg2676">
              <a:extLst>
                <a:ext uri="{FF2B5EF4-FFF2-40B4-BE49-F238E27FC236}">
                  <a16:creationId xmlns:a16="http://schemas.microsoft.com/office/drawing/2014/main" id="{D2A14FBE-3823-C4F6-A7C9-C49F005AAD5E}"/>
                </a:ext>
              </a:extLst>
            </p:cNvPr>
            <p:cNvSpPr/>
            <p:nvPr/>
          </p:nvSpPr>
          <p:spPr>
            <a:xfrm>
              <a:off x="316979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22" name="pg2677">
              <a:extLst>
                <a:ext uri="{FF2B5EF4-FFF2-40B4-BE49-F238E27FC236}">
                  <a16:creationId xmlns:a16="http://schemas.microsoft.com/office/drawing/2014/main" id="{4A61E5C5-391E-D228-EF1E-771C3A01803D}"/>
                </a:ext>
              </a:extLst>
            </p:cNvPr>
            <p:cNvSpPr/>
            <p:nvPr/>
          </p:nvSpPr>
          <p:spPr>
            <a:xfrm>
              <a:off x="318143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23" name="pg2678">
              <a:extLst>
                <a:ext uri="{FF2B5EF4-FFF2-40B4-BE49-F238E27FC236}">
                  <a16:creationId xmlns:a16="http://schemas.microsoft.com/office/drawing/2014/main" id="{3977F488-C483-FD89-5974-29385C18DC2D}"/>
                </a:ext>
              </a:extLst>
            </p:cNvPr>
            <p:cNvSpPr/>
            <p:nvPr/>
          </p:nvSpPr>
          <p:spPr>
            <a:xfrm>
              <a:off x="319307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24" name="pg2679">
              <a:extLst>
                <a:ext uri="{FF2B5EF4-FFF2-40B4-BE49-F238E27FC236}">
                  <a16:creationId xmlns:a16="http://schemas.microsoft.com/office/drawing/2014/main" id="{0AB674F9-6D44-A9D7-2446-D288B9F64A82}"/>
                </a:ext>
              </a:extLst>
            </p:cNvPr>
            <p:cNvSpPr/>
            <p:nvPr/>
          </p:nvSpPr>
          <p:spPr>
            <a:xfrm>
              <a:off x="320471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25" name="pg2680">
              <a:extLst>
                <a:ext uri="{FF2B5EF4-FFF2-40B4-BE49-F238E27FC236}">
                  <a16:creationId xmlns:a16="http://schemas.microsoft.com/office/drawing/2014/main" id="{F90EE9FF-5E95-00E5-E1B0-CD90FF3166E0}"/>
                </a:ext>
              </a:extLst>
            </p:cNvPr>
            <p:cNvSpPr/>
            <p:nvPr/>
          </p:nvSpPr>
          <p:spPr>
            <a:xfrm>
              <a:off x="321634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26" name="pg2681">
              <a:extLst>
                <a:ext uri="{FF2B5EF4-FFF2-40B4-BE49-F238E27FC236}">
                  <a16:creationId xmlns:a16="http://schemas.microsoft.com/office/drawing/2014/main" id="{C82A620F-63E6-EF60-A796-7610C3F2FB1E}"/>
                </a:ext>
              </a:extLst>
            </p:cNvPr>
            <p:cNvSpPr/>
            <p:nvPr/>
          </p:nvSpPr>
          <p:spPr>
            <a:xfrm>
              <a:off x="322798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27" name="pg2682">
              <a:extLst>
                <a:ext uri="{FF2B5EF4-FFF2-40B4-BE49-F238E27FC236}">
                  <a16:creationId xmlns:a16="http://schemas.microsoft.com/office/drawing/2014/main" id="{722185D6-6386-59FD-6B23-75DA63634734}"/>
                </a:ext>
              </a:extLst>
            </p:cNvPr>
            <p:cNvSpPr/>
            <p:nvPr/>
          </p:nvSpPr>
          <p:spPr>
            <a:xfrm>
              <a:off x="323962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28" name="pg2683">
              <a:extLst>
                <a:ext uri="{FF2B5EF4-FFF2-40B4-BE49-F238E27FC236}">
                  <a16:creationId xmlns:a16="http://schemas.microsoft.com/office/drawing/2014/main" id="{B3D7A027-6D88-850C-6B60-4B635392E6D1}"/>
                </a:ext>
              </a:extLst>
            </p:cNvPr>
            <p:cNvSpPr/>
            <p:nvPr/>
          </p:nvSpPr>
          <p:spPr>
            <a:xfrm>
              <a:off x="325125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29" name="pg2684">
              <a:extLst>
                <a:ext uri="{FF2B5EF4-FFF2-40B4-BE49-F238E27FC236}">
                  <a16:creationId xmlns:a16="http://schemas.microsoft.com/office/drawing/2014/main" id="{D0907EFE-1280-6C3A-6988-8B24EE28A0BE}"/>
                </a:ext>
              </a:extLst>
            </p:cNvPr>
            <p:cNvSpPr/>
            <p:nvPr/>
          </p:nvSpPr>
          <p:spPr>
            <a:xfrm>
              <a:off x="326289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30" name="pg2685">
              <a:extLst>
                <a:ext uri="{FF2B5EF4-FFF2-40B4-BE49-F238E27FC236}">
                  <a16:creationId xmlns:a16="http://schemas.microsoft.com/office/drawing/2014/main" id="{C3372218-45EC-58D0-DA6A-6F7F31E6041A}"/>
                </a:ext>
              </a:extLst>
            </p:cNvPr>
            <p:cNvSpPr/>
            <p:nvPr/>
          </p:nvSpPr>
          <p:spPr>
            <a:xfrm>
              <a:off x="327453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31" name="pg2686">
              <a:extLst>
                <a:ext uri="{FF2B5EF4-FFF2-40B4-BE49-F238E27FC236}">
                  <a16:creationId xmlns:a16="http://schemas.microsoft.com/office/drawing/2014/main" id="{3DDF776F-0E4C-F751-C8AE-099162FA077A}"/>
                </a:ext>
              </a:extLst>
            </p:cNvPr>
            <p:cNvSpPr/>
            <p:nvPr/>
          </p:nvSpPr>
          <p:spPr>
            <a:xfrm>
              <a:off x="328617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32" name="pg2687">
              <a:extLst>
                <a:ext uri="{FF2B5EF4-FFF2-40B4-BE49-F238E27FC236}">
                  <a16:creationId xmlns:a16="http://schemas.microsoft.com/office/drawing/2014/main" id="{439C47CA-BF98-0A9D-CE9C-62EC0D19C03F}"/>
                </a:ext>
              </a:extLst>
            </p:cNvPr>
            <p:cNvSpPr/>
            <p:nvPr/>
          </p:nvSpPr>
          <p:spPr>
            <a:xfrm>
              <a:off x="329780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33" name="pg2688">
              <a:extLst>
                <a:ext uri="{FF2B5EF4-FFF2-40B4-BE49-F238E27FC236}">
                  <a16:creationId xmlns:a16="http://schemas.microsoft.com/office/drawing/2014/main" id="{C2F44B05-4A4E-1E6A-50BA-E626BE35627B}"/>
                </a:ext>
              </a:extLst>
            </p:cNvPr>
            <p:cNvSpPr/>
            <p:nvPr/>
          </p:nvSpPr>
          <p:spPr>
            <a:xfrm>
              <a:off x="330944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34" name="pg2689">
              <a:extLst>
                <a:ext uri="{FF2B5EF4-FFF2-40B4-BE49-F238E27FC236}">
                  <a16:creationId xmlns:a16="http://schemas.microsoft.com/office/drawing/2014/main" id="{D1762418-B834-E218-C102-1DEB8CB6A76C}"/>
                </a:ext>
              </a:extLst>
            </p:cNvPr>
            <p:cNvSpPr/>
            <p:nvPr/>
          </p:nvSpPr>
          <p:spPr>
            <a:xfrm>
              <a:off x="332108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35" name="pg2690">
              <a:extLst>
                <a:ext uri="{FF2B5EF4-FFF2-40B4-BE49-F238E27FC236}">
                  <a16:creationId xmlns:a16="http://schemas.microsoft.com/office/drawing/2014/main" id="{3F6C1465-597B-430F-E18B-B5E7732B67A5}"/>
                </a:ext>
              </a:extLst>
            </p:cNvPr>
            <p:cNvSpPr/>
            <p:nvPr/>
          </p:nvSpPr>
          <p:spPr>
            <a:xfrm>
              <a:off x="333272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36" name="pg2691">
              <a:extLst>
                <a:ext uri="{FF2B5EF4-FFF2-40B4-BE49-F238E27FC236}">
                  <a16:creationId xmlns:a16="http://schemas.microsoft.com/office/drawing/2014/main" id="{ADEED95C-6986-1D49-6A90-CDBD46F9925A}"/>
                </a:ext>
              </a:extLst>
            </p:cNvPr>
            <p:cNvSpPr/>
            <p:nvPr/>
          </p:nvSpPr>
          <p:spPr>
            <a:xfrm>
              <a:off x="334435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37" name="pg2692">
              <a:extLst>
                <a:ext uri="{FF2B5EF4-FFF2-40B4-BE49-F238E27FC236}">
                  <a16:creationId xmlns:a16="http://schemas.microsoft.com/office/drawing/2014/main" id="{56F583B1-5135-77B4-E1D8-F0E8C085EAFD}"/>
                </a:ext>
              </a:extLst>
            </p:cNvPr>
            <p:cNvSpPr/>
            <p:nvPr/>
          </p:nvSpPr>
          <p:spPr>
            <a:xfrm>
              <a:off x="335599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38" name="pg2693">
              <a:extLst>
                <a:ext uri="{FF2B5EF4-FFF2-40B4-BE49-F238E27FC236}">
                  <a16:creationId xmlns:a16="http://schemas.microsoft.com/office/drawing/2014/main" id="{A8CCE860-DF03-3D00-9CFE-9A77FF317CBA}"/>
                </a:ext>
              </a:extLst>
            </p:cNvPr>
            <p:cNvSpPr/>
            <p:nvPr/>
          </p:nvSpPr>
          <p:spPr>
            <a:xfrm>
              <a:off x="336763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39" name="pg2694">
              <a:extLst>
                <a:ext uri="{FF2B5EF4-FFF2-40B4-BE49-F238E27FC236}">
                  <a16:creationId xmlns:a16="http://schemas.microsoft.com/office/drawing/2014/main" id="{6A2376A9-399F-01FC-0C39-9791885B37EA}"/>
                </a:ext>
              </a:extLst>
            </p:cNvPr>
            <p:cNvSpPr/>
            <p:nvPr/>
          </p:nvSpPr>
          <p:spPr>
            <a:xfrm>
              <a:off x="337927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40" name="pg2695">
              <a:extLst>
                <a:ext uri="{FF2B5EF4-FFF2-40B4-BE49-F238E27FC236}">
                  <a16:creationId xmlns:a16="http://schemas.microsoft.com/office/drawing/2014/main" id="{C0294A2E-314B-3504-0912-68D33B728CD4}"/>
                </a:ext>
              </a:extLst>
            </p:cNvPr>
            <p:cNvSpPr/>
            <p:nvPr/>
          </p:nvSpPr>
          <p:spPr>
            <a:xfrm>
              <a:off x="339090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41" name="pg2696">
              <a:extLst>
                <a:ext uri="{FF2B5EF4-FFF2-40B4-BE49-F238E27FC236}">
                  <a16:creationId xmlns:a16="http://schemas.microsoft.com/office/drawing/2014/main" id="{5850EC0F-3885-0A77-1BA2-6E3608A1868E}"/>
                </a:ext>
              </a:extLst>
            </p:cNvPr>
            <p:cNvSpPr/>
            <p:nvPr/>
          </p:nvSpPr>
          <p:spPr>
            <a:xfrm>
              <a:off x="340254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42" name="pg2697">
              <a:extLst>
                <a:ext uri="{FF2B5EF4-FFF2-40B4-BE49-F238E27FC236}">
                  <a16:creationId xmlns:a16="http://schemas.microsoft.com/office/drawing/2014/main" id="{8C043361-B683-FE29-4199-DE4ECEBFCD5B}"/>
                </a:ext>
              </a:extLst>
            </p:cNvPr>
            <p:cNvSpPr/>
            <p:nvPr/>
          </p:nvSpPr>
          <p:spPr>
            <a:xfrm>
              <a:off x="341418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43" name="pg2698">
              <a:extLst>
                <a:ext uri="{FF2B5EF4-FFF2-40B4-BE49-F238E27FC236}">
                  <a16:creationId xmlns:a16="http://schemas.microsoft.com/office/drawing/2014/main" id="{A4D1D473-781E-2B55-77B1-3AF51C80B7B9}"/>
                </a:ext>
              </a:extLst>
            </p:cNvPr>
            <p:cNvSpPr/>
            <p:nvPr/>
          </p:nvSpPr>
          <p:spPr>
            <a:xfrm>
              <a:off x="342581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44" name="pg2699">
              <a:extLst>
                <a:ext uri="{FF2B5EF4-FFF2-40B4-BE49-F238E27FC236}">
                  <a16:creationId xmlns:a16="http://schemas.microsoft.com/office/drawing/2014/main" id="{64A8A916-FA80-8DB9-834F-ADC4C5C9A971}"/>
                </a:ext>
              </a:extLst>
            </p:cNvPr>
            <p:cNvSpPr/>
            <p:nvPr/>
          </p:nvSpPr>
          <p:spPr>
            <a:xfrm>
              <a:off x="343745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45" name="pg2700">
              <a:extLst>
                <a:ext uri="{FF2B5EF4-FFF2-40B4-BE49-F238E27FC236}">
                  <a16:creationId xmlns:a16="http://schemas.microsoft.com/office/drawing/2014/main" id="{205D2817-E0CD-942E-720C-4A1E1C1F4BB1}"/>
                </a:ext>
              </a:extLst>
            </p:cNvPr>
            <p:cNvSpPr/>
            <p:nvPr/>
          </p:nvSpPr>
          <p:spPr>
            <a:xfrm>
              <a:off x="344909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46" name="pg2701">
              <a:extLst>
                <a:ext uri="{FF2B5EF4-FFF2-40B4-BE49-F238E27FC236}">
                  <a16:creationId xmlns:a16="http://schemas.microsoft.com/office/drawing/2014/main" id="{B6AA9D26-2733-D630-DCB7-4994D64D5EC7}"/>
                </a:ext>
              </a:extLst>
            </p:cNvPr>
            <p:cNvSpPr/>
            <p:nvPr/>
          </p:nvSpPr>
          <p:spPr>
            <a:xfrm>
              <a:off x="346073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47" name="pg2702">
              <a:extLst>
                <a:ext uri="{FF2B5EF4-FFF2-40B4-BE49-F238E27FC236}">
                  <a16:creationId xmlns:a16="http://schemas.microsoft.com/office/drawing/2014/main" id="{CAC51478-D4E6-0ABC-A3A2-53169B89D9FA}"/>
                </a:ext>
              </a:extLst>
            </p:cNvPr>
            <p:cNvSpPr/>
            <p:nvPr/>
          </p:nvSpPr>
          <p:spPr>
            <a:xfrm>
              <a:off x="347236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48" name="pg2703">
              <a:extLst>
                <a:ext uri="{FF2B5EF4-FFF2-40B4-BE49-F238E27FC236}">
                  <a16:creationId xmlns:a16="http://schemas.microsoft.com/office/drawing/2014/main" id="{1F76876E-CBDA-0DA4-080E-A66BA9920CD1}"/>
                </a:ext>
              </a:extLst>
            </p:cNvPr>
            <p:cNvSpPr/>
            <p:nvPr/>
          </p:nvSpPr>
          <p:spPr>
            <a:xfrm>
              <a:off x="348400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49" name="pg2704">
              <a:extLst>
                <a:ext uri="{FF2B5EF4-FFF2-40B4-BE49-F238E27FC236}">
                  <a16:creationId xmlns:a16="http://schemas.microsoft.com/office/drawing/2014/main" id="{E5BC885E-17AC-385E-1555-22E4394CF675}"/>
                </a:ext>
              </a:extLst>
            </p:cNvPr>
            <p:cNvSpPr/>
            <p:nvPr/>
          </p:nvSpPr>
          <p:spPr>
            <a:xfrm>
              <a:off x="349564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50" name="pg2705">
              <a:extLst>
                <a:ext uri="{FF2B5EF4-FFF2-40B4-BE49-F238E27FC236}">
                  <a16:creationId xmlns:a16="http://schemas.microsoft.com/office/drawing/2014/main" id="{0EA32268-20A8-9C14-F45E-105DDB19582B}"/>
                </a:ext>
              </a:extLst>
            </p:cNvPr>
            <p:cNvSpPr/>
            <p:nvPr/>
          </p:nvSpPr>
          <p:spPr>
            <a:xfrm>
              <a:off x="350728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51" name="pg2706">
              <a:extLst>
                <a:ext uri="{FF2B5EF4-FFF2-40B4-BE49-F238E27FC236}">
                  <a16:creationId xmlns:a16="http://schemas.microsoft.com/office/drawing/2014/main" id="{F63F9FF5-2B02-47C0-6C2B-136375F0D8A3}"/>
                </a:ext>
              </a:extLst>
            </p:cNvPr>
            <p:cNvSpPr/>
            <p:nvPr/>
          </p:nvSpPr>
          <p:spPr>
            <a:xfrm>
              <a:off x="351891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52" name="pg2707">
              <a:extLst>
                <a:ext uri="{FF2B5EF4-FFF2-40B4-BE49-F238E27FC236}">
                  <a16:creationId xmlns:a16="http://schemas.microsoft.com/office/drawing/2014/main" id="{8F538AB1-57E0-3415-4C1F-CA1DC0E94174}"/>
                </a:ext>
              </a:extLst>
            </p:cNvPr>
            <p:cNvSpPr/>
            <p:nvPr/>
          </p:nvSpPr>
          <p:spPr>
            <a:xfrm>
              <a:off x="353055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53" name="pg2708">
              <a:extLst>
                <a:ext uri="{FF2B5EF4-FFF2-40B4-BE49-F238E27FC236}">
                  <a16:creationId xmlns:a16="http://schemas.microsoft.com/office/drawing/2014/main" id="{39B6424D-3D0D-FCCB-3361-E7040BE9E347}"/>
                </a:ext>
              </a:extLst>
            </p:cNvPr>
            <p:cNvSpPr/>
            <p:nvPr/>
          </p:nvSpPr>
          <p:spPr>
            <a:xfrm>
              <a:off x="354219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54" name="pg2709">
              <a:extLst>
                <a:ext uri="{FF2B5EF4-FFF2-40B4-BE49-F238E27FC236}">
                  <a16:creationId xmlns:a16="http://schemas.microsoft.com/office/drawing/2014/main" id="{0089CC25-6014-187C-3D44-F43484E067FC}"/>
                </a:ext>
              </a:extLst>
            </p:cNvPr>
            <p:cNvSpPr/>
            <p:nvPr/>
          </p:nvSpPr>
          <p:spPr>
            <a:xfrm>
              <a:off x="363529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55" name="pg2710">
              <a:extLst>
                <a:ext uri="{FF2B5EF4-FFF2-40B4-BE49-F238E27FC236}">
                  <a16:creationId xmlns:a16="http://schemas.microsoft.com/office/drawing/2014/main" id="{FE7078A1-1311-3909-3BC7-8C2673639220}"/>
                </a:ext>
              </a:extLst>
            </p:cNvPr>
            <p:cNvSpPr/>
            <p:nvPr/>
          </p:nvSpPr>
          <p:spPr>
            <a:xfrm>
              <a:off x="364692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56" name="pg2711">
              <a:extLst>
                <a:ext uri="{FF2B5EF4-FFF2-40B4-BE49-F238E27FC236}">
                  <a16:creationId xmlns:a16="http://schemas.microsoft.com/office/drawing/2014/main" id="{AB724BA1-DF6F-7A8C-9D51-CD9E86C2EF42}"/>
                </a:ext>
              </a:extLst>
            </p:cNvPr>
            <p:cNvSpPr/>
            <p:nvPr/>
          </p:nvSpPr>
          <p:spPr>
            <a:xfrm>
              <a:off x="365856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57" name="pg2712">
              <a:extLst>
                <a:ext uri="{FF2B5EF4-FFF2-40B4-BE49-F238E27FC236}">
                  <a16:creationId xmlns:a16="http://schemas.microsoft.com/office/drawing/2014/main" id="{6B533311-B3E7-198C-C4FF-6A02601DFE16}"/>
                </a:ext>
              </a:extLst>
            </p:cNvPr>
            <p:cNvSpPr/>
            <p:nvPr/>
          </p:nvSpPr>
          <p:spPr>
            <a:xfrm>
              <a:off x="368184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58" name="pg2713">
              <a:extLst>
                <a:ext uri="{FF2B5EF4-FFF2-40B4-BE49-F238E27FC236}">
                  <a16:creationId xmlns:a16="http://schemas.microsoft.com/office/drawing/2014/main" id="{7F011176-BC19-D7A8-409B-C0F12C582BDC}"/>
                </a:ext>
              </a:extLst>
            </p:cNvPr>
            <p:cNvSpPr/>
            <p:nvPr/>
          </p:nvSpPr>
          <p:spPr>
            <a:xfrm>
              <a:off x="369347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59" name="pg2714">
              <a:extLst>
                <a:ext uri="{FF2B5EF4-FFF2-40B4-BE49-F238E27FC236}">
                  <a16:creationId xmlns:a16="http://schemas.microsoft.com/office/drawing/2014/main" id="{C969AFFC-F2C5-5D28-087D-ACEFF1C46FBF}"/>
                </a:ext>
              </a:extLst>
            </p:cNvPr>
            <p:cNvSpPr/>
            <p:nvPr/>
          </p:nvSpPr>
          <p:spPr>
            <a:xfrm>
              <a:off x="370511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60" name="pg2715">
              <a:extLst>
                <a:ext uri="{FF2B5EF4-FFF2-40B4-BE49-F238E27FC236}">
                  <a16:creationId xmlns:a16="http://schemas.microsoft.com/office/drawing/2014/main" id="{4B0AD8CF-AEEC-C2F3-547B-087717C8B924}"/>
                </a:ext>
              </a:extLst>
            </p:cNvPr>
            <p:cNvSpPr/>
            <p:nvPr/>
          </p:nvSpPr>
          <p:spPr>
            <a:xfrm>
              <a:off x="371675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61" name="pg2716">
              <a:extLst>
                <a:ext uri="{FF2B5EF4-FFF2-40B4-BE49-F238E27FC236}">
                  <a16:creationId xmlns:a16="http://schemas.microsoft.com/office/drawing/2014/main" id="{6B080034-F9AE-7618-EDB7-C1C17DF97FA0}"/>
                </a:ext>
              </a:extLst>
            </p:cNvPr>
            <p:cNvSpPr/>
            <p:nvPr/>
          </p:nvSpPr>
          <p:spPr>
            <a:xfrm>
              <a:off x="372839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62" name="pg2717">
              <a:extLst>
                <a:ext uri="{FF2B5EF4-FFF2-40B4-BE49-F238E27FC236}">
                  <a16:creationId xmlns:a16="http://schemas.microsoft.com/office/drawing/2014/main" id="{7E8B07EC-6109-7533-38A8-58EF191E785C}"/>
                </a:ext>
              </a:extLst>
            </p:cNvPr>
            <p:cNvSpPr/>
            <p:nvPr/>
          </p:nvSpPr>
          <p:spPr>
            <a:xfrm>
              <a:off x="374002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63" name="pg2718">
              <a:extLst>
                <a:ext uri="{FF2B5EF4-FFF2-40B4-BE49-F238E27FC236}">
                  <a16:creationId xmlns:a16="http://schemas.microsoft.com/office/drawing/2014/main" id="{37A6A128-917E-4C1A-0AB5-1878DA676CDB}"/>
                </a:ext>
              </a:extLst>
            </p:cNvPr>
            <p:cNvSpPr/>
            <p:nvPr/>
          </p:nvSpPr>
          <p:spPr>
            <a:xfrm>
              <a:off x="375166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64" name="pg2719">
              <a:extLst>
                <a:ext uri="{FF2B5EF4-FFF2-40B4-BE49-F238E27FC236}">
                  <a16:creationId xmlns:a16="http://schemas.microsoft.com/office/drawing/2014/main" id="{2B67D96E-FEE3-F947-DC79-AE86C5787CA0}"/>
                </a:ext>
              </a:extLst>
            </p:cNvPr>
            <p:cNvSpPr/>
            <p:nvPr/>
          </p:nvSpPr>
          <p:spPr>
            <a:xfrm>
              <a:off x="412405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65" name="pg2720">
              <a:extLst>
                <a:ext uri="{FF2B5EF4-FFF2-40B4-BE49-F238E27FC236}">
                  <a16:creationId xmlns:a16="http://schemas.microsoft.com/office/drawing/2014/main" id="{C50879F3-5812-A469-0027-80A3CA1968E2}"/>
                </a:ext>
              </a:extLst>
            </p:cNvPr>
            <p:cNvSpPr/>
            <p:nvPr/>
          </p:nvSpPr>
          <p:spPr>
            <a:xfrm>
              <a:off x="413569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66" name="pg2721">
              <a:extLst>
                <a:ext uri="{FF2B5EF4-FFF2-40B4-BE49-F238E27FC236}">
                  <a16:creationId xmlns:a16="http://schemas.microsoft.com/office/drawing/2014/main" id="{477912EC-17E7-D441-7FF5-DD1DC1B917CB}"/>
                </a:ext>
              </a:extLst>
            </p:cNvPr>
            <p:cNvSpPr/>
            <p:nvPr/>
          </p:nvSpPr>
          <p:spPr>
            <a:xfrm>
              <a:off x="414733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67" name="pg2722">
              <a:extLst>
                <a:ext uri="{FF2B5EF4-FFF2-40B4-BE49-F238E27FC236}">
                  <a16:creationId xmlns:a16="http://schemas.microsoft.com/office/drawing/2014/main" id="{0F2780F6-8BCA-FB8D-D23F-72FA41F74587}"/>
                </a:ext>
              </a:extLst>
            </p:cNvPr>
            <p:cNvSpPr/>
            <p:nvPr/>
          </p:nvSpPr>
          <p:spPr>
            <a:xfrm>
              <a:off x="415897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68" name="pg2723">
              <a:extLst>
                <a:ext uri="{FF2B5EF4-FFF2-40B4-BE49-F238E27FC236}">
                  <a16:creationId xmlns:a16="http://schemas.microsoft.com/office/drawing/2014/main" id="{F06BE0C3-680C-45D2-3447-F83073A10E04}"/>
                </a:ext>
              </a:extLst>
            </p:cNvPr>
            <p:cNvSpPr/>
            <p:nvPr/>
          </p:nvSpPr>
          <p:spPr>
            <a:xfrm>
              <a:off x="417060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69" name="pg2724">
              <a:extLst>
                <a:ext uri="{FF2B5EF4-FFF2-40B4-BE49-F238E27FC236}">
                  <a16:creationId xmlns:a16="http://schemas.microsoft.com/office/drawing/2014/main" id="{4011FE63-DC49-9F52-710C-9C6356AA7C9A}"/>
                </a:ext>
              </a:extLst>
            </p:cNvPr>
            <p:cNvSpPr/>
            <p:nvPr/>
          </p:nvSpPr>
          <p:spPr>
            <a:xfrm>
              <a:off x="418224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70" name="pg2725">
              <a:extLst>
                <a:ext uri="{FF2B5EF4-FFF2-40B4-BE49-F238E27FC236}">
                  <a16:creationId xmlns:a16="http://schemas.microsoft.com/office/drawing/2014/main" id="{95E0A0A3-BF28-4DDF-BAAE-9AE4032B3C70}"/>
                </a:ext>
              </a:extLst>
            </p:cNvPr>
            <p:cNvSpPr/>
            <p:nvPr/>
          </p:nvSpPr>
          <p:spPr>
            <a:xfrm>
              <a:off x="419388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71" name="pg2726">
              <a:extLst>
                <a:ext uri="{FF2B5EF4-FFF2-40B4-BE49-F238E27FC236}">
                  <a16:creationId xmlns:a16="http://schemas.microsoft.com/office/drawing/2014/main" id="{A8BD4337-B163-6EEA-3829-FF57FC29FAF0}"/>
                </a:ext>
              </a:extLst>
            </p:cNvPr>
            <p:cNvSpPr/>
            <p:nvPr/>
          </p:nvSpPr>
          <p:spPr>
            <a:xfrm>
              <a:off x="420552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72" name="pg2727">
              <a:extLst>
                <a:ext uri="{FF2B5EF4-FFF2-40B4-BE49-F238E27FC236}">
                  <a16:creationId xmlns:a16="http://schemas.microsoft.com/office/drawing/2014/main" id="{3DA2BCDD-59D7-F110-A45E-7B1B8DB4B96F}"/>
                </a:ext>
              </a:extLst>
            </p:cNvPr>
            <p:cNvSpPr/>
            <p:nvPr/>
          </p:nvSpPr>
          <p:spPr>
            <a:xfrm>
              <a:off x="421715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73" name="pg2728">
              <a:extLst>
                <a:ext uri="{FF2B5EF4-FFF2-40B4-BE49-F238E27FC236}">
                  <a16:creationId xmlns:a16="http://schemas.microsoft.com/office/drawing/2014/main" id="{1D392C66-ED69-A068-AE69-28773C7F2C14}"/>
                </a:ext>
              </a:extLst>
            </p:cNvPr>
            <p:cNvSpPr/>
            <p:nvPr/>
          </p:nvSpPr>
          <p:spPr>
            <a:xfrm>
              <a:off x="422879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74" name="pg2729">
              <a:extLst>
                <a:ext uri="{FF2B5EF4-FFF2-40B4-BE49-F238E27FC236}">
                  <a16:creationId xmlns:a16="http://schemas.microsoft.com/office/drawing/2014/main" id="{A8CC59F8-5733-AFCC-4B32-03E47D48C8C0}"/>
                </a:ext>
              </a:extLst>
            </p:cNvPr>
            <p:cNvSpPr/>
            <p:nvPr/>
          </p:nvSpPr>
          <p:spPr>
            <a:xfrm>
              <a:off x="424043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75" name="pg2730">
              <a:extLst>
                <a:ext uri="{FF2B5EF4-FFF2-40B4-BE49-F238E27FC236}">
                  <a16:creationId xmlns:a16="http://schemas.microsoft.com/office/drawing/2014/main" id="{6D51F835-8053-0230-42C5-7C88FAB4C7E9}"/>
                </a:ext>
              </a:extLst>
            </p:cNvPr>
            <p:cNvSpPr/>
            <p:nvPr/>
          </p:nvSpPr>
          <p:spPr>
            <a:xfrm>
              <a:off x="425207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76" name="pg2731">
              <a:extLst>
                <a:ext uri="{FF2B5EF4-FFF2-40B4-BE49-F238E27FC236}">
                  <a16:creationId xmlns:a16="http://schemas.microsoft.com/office/drawing/2014/main" id="{67A515D9-922B-6B1B-5081-C8935A8801A6}"/>
                </a:ext>
              </a:extLst>
            </p:cNvPr>
            <p:cNvSpPr/>
            <p:nvPr/>
          </p:nvSpPr>
          <p:spPr>
            <a:xfrm>
              <a:off x="426370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77" name="pg2732">
              <a:extLst>
                <a:ext uri="{FF2B5EF4-FFF2-40B4-BE49-F238E27FC236}">
                  <a16:creationId xmlns:a16="http://schemas.microsoft.com/office/drawing/2014/main" id="{C43E54DC-97E4-AC14-538C-5A87CC286442}"/>
                </a:ext>
              </a:extLst>
            </p:cNvPr>
            <p:cNvSpPr/>
            <p:nvPr/>
          </p:nvSpPr>
          <p:spPr>
            <a:xfrm>
              <a:off x="427534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78" name="pg2733">
              <a:extLst>
                <a:ext uri="{FF2B5EF4-FFF2-40B4-BE49-F238E27FC236}">
                  <a16:creationId xmlns:a16="http://schemas.microsoft.com/office/drawing/2014/main" id="{DAC1DF65-4028-9373-28B4-082DD840B3CA}"/>
                </a:ext>
              </a:extLst>
            </p:cNvPr>
            <p:cNvSpPr/>
            <p:nvPr/>
          </p:nvSpPr>
          <p:spPr>
            <a:xfrm>
              <a:off x="431025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79" name="pg2734">
              <a:extLst>
                <a:ext uri="{FF2B5EF4-FFF2-40B4-BE49-F238E27FC236}">
                  <a16:creationId xmlns:a16="http://schemas.microsoft.com/office/drawing/2014/main" id="{A9839FFF-EA06-F5FD-EFB6-A618FB3D1039}"/>
                </a:ext>
              </a:extLst>
            </p:cNvPr>
            <p:cNvSpPr/>
            <p:nvPr/>
          </p:nvSpPr>
          <p:spPr>
            <a:xfrm>
              <a:off x="432189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80" name="pg2735">
              <a:extLst>
                <a:ext uri="{FF2B5EF4-FFF2-40B4-BE49-F238E27FC236}">
                  <a16:creationId xmlns:a16="http://schemas.microsoft.com/office/drawing/2014/main" id="{B08EAF0F-B777-EA40-279B-A0A611A077ED}"/>
                </a:ext>
              </a:extLst>
            </p:cNvPr>
            <p:cNvSpPr/>
            <p:nvPr/>
          </p:nvSpPr>
          <p:spPr>
            <a:xfrm>
              <a:off x="433353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81" name="pg2736">
              <a:extLst>
                <a:ext uri="{FF2B5EF4-FFF2-40B4-BE49-F238E27FC236}">
                  <a16:creationId xmlns:a16="http://schemas.microsoft.com/office/drawing/2014/main" id="{CCC7E5F7-1E96-37F2-DBD2-CD38331A7FA2}"/>
                </a:ext>
              </a:extLst>
            </p:cNvPr>
            <p:cNvSpPr/>
            <p:nvPr/>
          </p:nvSpPr>
          <p:spPr>
            <a:xfrm>
              <a:off x="434516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82" name="pg2737">
              <a:extLst>
                <a:ext uri="{FF2B5EF4-FFF2-40B4-BE49-F238E27FC236}">
                  <a16:creationId xmlns:a16="http://schemas.microsoft.com/office/drawing/2014/main" id="{8B3666AC-FE0F-EB2B-01CD-C92496B1D07D}"/>
                </a:ext>
              </a:extLst>
            </p:cNvPr>
            <p:cNvSpPr/>
            <p:nvPr/>
          </p:nvSpPr>
          <p:spPr>
            <a:xfrm>
              <a:off x="435680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83" name="pg2738">
              <a:extLst>
                <a:ext uri="{FF2B5EF4-FFF2-40B4-BE49-F238E27FC236}">
                  <a16:creationId xmlns:a16="http://schemas.microsoft.com/office/drawing/2014/main" id="{7924804E-11FB-1962-2AAD-B24E1EF5B9A3}"/>
                </a:ext>
              </a:extLst>
            </p:cNvPr>
            <p:cNvSpPr/>
            <p:nvPr/>
          </p:nvSpPr>
          <p:spPr>
            <a:xfrm>
              <a:off x="436844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84" name="pg2739">
              <a:extLst>
                <a:ext uri="{FF2B5EF4-FFF2-40B4-BE49-F238E27FC236}">
                  <a16:creationId xmlns:a16="http://schemas.microsoft.com/office/drawing/2014/main" id="{CFD2673F-57ED-66EB-0D19-06479BD49E11}"/>
                </a:ext>
              </a:extLst>
            </p:cNvPr>
            <p:cNvSpPr/>
            <p:nvPr/>
          </p:nvSpPr>
          <p:spPr>
            <a:xfrm>
              <a:off x="438008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85" name="pg2740">
              <a:extLst>
                <a:ext uri="{FF2B5EF4-FFF2-40B4-BE49-F238E27FC236}">
                  <a16:creationId xmlns:a16="http://schemas.microsoft.com/office/drawing/2014/main" id="{02ECF9DF-50A1-094A-5823-7552BC213A42}"/>
                </a:ext>
              </a:extLst>
            </p:cNvPr>
            <p:cNvSpPr/>
            <p:nvPr/>
          </p:nvSpPr>
          <p:spPr>
            <a:xfrm>
              <a:off x="456627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86" name="pg2741">
              <a:extLst>
                <a:ext uri="{FF2B5EF4-FFF2-40B4-BE49-F238E27FC236}">
                  <a16:creationId xmlns:a16="http://schemas.microsoft.com/office/drawing/2014/main" id="{BBA10C24-BB64-601F-559F-8A77B3B7A815}"/>
                </a:ext>
              </a:extLst>
            </p:cNvPr>
            <p:cNvSpPr/>
            <p:nvPr/>
          </p:nvSpPr>
          <p:spPr>
            <a:xfrm>
              <a:off x="457791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87" name="pg2742">
              <a:extLst>
                <a:ext uri="{FF2B5EF4-FFF2-40B4-BE49-F238E27FC236}">
                  <a16:creationId xmlns:a16="http://schemas.microsoft.com/office/drawing/2014/main" id="{7A1D10A6-45F1-4AFF-47A4-49A18C0C09A1}"/>
                </a:ext>
              </a:extLst>
            </p:cNvPr>
            <p:cNvSpPr/>
            <p:nvPr/>
          </p:nvSpPr>
          <p:spPr>
            <a:xfrm>
              <a:off x="458955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88" name="pg2743">
              <a:extLst>
                <a:ext uri="{FF2B5EF4-FFF2-40B4-BE49-F238E27FC236}">
                  <a16:creationId xmlns:a16="http://schemas.microsoft.com/office/drawing/2014/main" id="{90699AAB-1205-C285-CCF4-605AE97F85C5}"/>
                </a:ext>
              </a:extLst>
            </p:cNvPr>
            <p:cNvSpPr/>
            <p:nvPr/>
          </p:nvSpPr>
          <p:spPr>
            <a:xfrm>
              <a:off x="460119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89" name="pg2744">
              <a:extLst>
                <a:ext uri="{FF2B5EF4-FFF2-40B4-BE49-F238E27FC236}">
                  <a16:creationId xmlns:a16="http://schemas.microsoft.com/office/drawing/2014/main" id="{CE4268AB-7885-0CA8-7F4D-7962D2B25094}"/>
                </a:ext>
              </a:extLst>
            </p:cNvPr>
            <p:cNvSpPr/>
            <p:nvPr/>
          </p:nvSpPr>
          <p:spPr>
            <a:xfrm>
              <a:off x="461282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90" name="pg2745">
              <a:extLst>
                <a:ext uri="{FF2B5EF4-FFF2-40B4-BE49-F238E27FC236}">
                  <a16:creationId xmlns:a16="http://schemas.microsoft.com/office/drawing/2014/main" id="{FA13DCD2-8889-2C0D-6B08-40FF7C8449EB}"/>
                </a:ext>
              </a:extLst>
            </p:cNvPr>
            <p:cNvSpPr/>
            <p:nvPr/>
          </p:nvSpPr>
          <p:spPr>
            <a:xfrm>
              <a:off x="311161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91" name="pg2746">
              <a:extLst>
                <a:ext uri="{FF2B5EF4-FFF2-40B4-BE49-F238E27FC236}">
                  <a16:creationId xmlns:a16="http://schemas.microsoft.com/office/drawing/2014/main" id="{0E85EA4C-207B-99EE-A9D1-AF68A3EC451C}"/>
                </a:ext>
              </a:extLst>
            </p:cNvPr>
            <p:cNvSpPr/>
            <p:nvPr/>
          </p:nvSpPr>
          <p:spPr>
            <a:xfrm>
              <a:off x="312324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92" name="pg2747">
              <a:extLst>
                <a:ext uri="{FF2B5EF4-FFF2-40B4-BE49-F238E27FC236}">
                  <a16:creationId xmlns:a16="http://schemas.microsoft.com/office/drawing/2014/main" id="{47693AF9-C164-0BDF-E82C-3930B9D7DA3A}"/>
                </a:ext>
              </a:extLst>
            </p:cNvPr>
            <p:cNvSpPr/>
            <p:nvPr/>
          </p:nvSpPr>
          <p:spPr>
            <a:xfrm>
              <a:off x="313488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93" name="pg2748">
              <a:extLst>
                <a:ext uri="{FF2B5EF4-FFF2-40B4-BE49-F238E27FC236}">
                  <a16:creationId xmlns:a16="http://schemas.microsoft.com/office/drawing/2014/main" id="{5ECB811A-F130-AC89-00E3-EF9FB6114DF2}"/>
                </a:ext>
              </a:extLst>
            </p:cNvPr>
            <p:cNvSpPr/>
            <p:nvPr/>
          </p:nvSpPr>
          <p:spPr>
            <a:xfrm>
              <a:off x="314652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94" name="pg2749">
              <a:extLst>
                <a:ext uri="{FF2B5EF4-FFF2-40B4-BE49-F238E27FC236}">
                  <a16:creationId xmlns:a16="http://schemas.microsoft.com/office/drawing/2014/main" id="{AD7955A5-CCB6-AA0C-A6CA-13B830C06481}"/>
                </a:ext>
              </a:extLst>
            </p:cNvPr>
            <p:cNvSpPr/>
            <p:nvPr/>
          </p:nvSpPr>
          <p:spPr>
            <a:xfrm>
              <a:off x="315816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95" name="pg2750">
              <a:extLst>
                <a:ext uri="{FF2B5EF4-FFF2-40B4-BE49-F238E27FC236}">
                  <a16:creationId xmlns:a16="http://schemas.microsoft.com/office/drawing/2014/main" id="{78B2269F-4E0D-55A9-350C-4709F497D099}"/>
                </a:ext>
              </a:extLst>
            </p:cNvPr>
            <p:cNvSpPr/>
            <p:nvPr/>
          </p:nvSpPr>
          <p:spPr>
            <a:xfrm>
              <a:off x="316979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96" name="pg2751">
              <a:extLst>
                <a:ext uri="{FF2B5EF4-FFF2-40B4-BE49-F238E27FC236}">
                  <a16:creationId xmlns:a16="http://schemas.microsoft.com/office/drawing/2014/main" id="{4C0CCA4E-1E78-30B8-FA7F-5BA8C8C0237A}"/>
                </a:ext>
              </a:extLst>
            </p:cNvPr>
            <p:cNvSpPr/>
            <p:nvPr/>
          </p:nvSpPr>
          <p:spPr>
            <a:xfrm>
              <a:off x="318143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97" name="pg2752">
              <a:extLst>
                <a:ext uri="{FF2B5EF4-FFF2-40B4-BE49-F238E27FC236}">
                  <a16:creationId xmlns:a16="http://schemas.microsoft.com/office/drawing/2014/main" id="{D89CB573-45EE-54D3-BF6B-858CA7B07DE0}"/>
                </a:ext>
              </a:extLst>
            </p:cNvPr>
            <p:cNvSpPr/>
            <p:nvPr/>
          </p:nvSpPr>
          <p:spPr>
            <a:xfrm>
              <a:off x="319307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98" name="pg2753">
              <a:extLst>
                <a:ext uri="{FF2B5EF4-FFF2-40B4-BE49-F238E27FC236}">
                  <a16:creationId xmlns:a16="http://schemas.microsoft.com/office/drawing/2014/main" id="{0C3BA651-E5D6-15DB-C84A-3F309AE2EFD3}"/>
                </a:ext>
              </a:extLst>
            </p:cNvPr>
            <p:cNvSpPr/>
            <p:nvPr/>
          </p:nvSpPr>
          <p:spPr>
            <a:xfrm>
              <a:off x="320471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99" name="pg2754">
              <a:extLst>
                <a:ext uri="{FF2B5EF4-FFF2-40B4-BE49-F238E27FC236}">
                  <a16:creationId xmlns:a16="http://schemas.microsoft.com/office/drawing/2014/main" id="{0AF1C519-BA44-447A-9171-4DD95EC08E7A}"/>
                </a:ext>
              </a:extLst>
            </p:cNvPr>
            <p:cNvSpPr/>
            <p:nvPr/>
          </p:nvSpPr>
          <p:spPr>
            <a:xfrm>
              <a:off x="321634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00" name="pg2755">
              <a:extLst>
                <a:ext uri="{FF2B5EF4-FFF2-40B4-BE49-F238E27FC236}">
                  <a16:creationId xmlns:a16="http://schemas.microsoft.com/office/drawing/2014/main" id="{724109AF-7120-7F39-86AA-99F480CFDB20}"/>
                </a:ext>
              </a:extLst>
            </p:cNvPr>
            <p:cNvSpPr/>
            <p:nvPr/>
          </p:nvSpPr>
          <p:spPr>
            <a:xfrm>
              <a:off x="322798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01" name="pg2756">
              <a:extLst>
                <a:ext uri="{FF2B5EF4-FFF2-40B4-BE49-F238E27FC236}">
                  <a16:creationId xmlns:a16="http://schemas.microsoft.com/office/drawing/2014/main" id="{E497F6EB-CEB4-E01F-D216-F7B27AD19064}"/>
                </a:ext>
              </a:extLst>
            </p:cNvPr>
            <p:cNvSpPr/>
            <p:nvPr/>
          </p:nvSpPr>
          <p:spPr>
            <a:xfrm>
              <a:off x="323962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02" name="pg2757">
              <a:extLst>
                <a:ext uri="{FF2B5EF4-FFF2-40B4-BE49-F238E27FC236}">
                  <a16:creationId xmlns:a16="http://schemas.microsoft.com/office/drawing/2014/main" id="{B3DFF9CD-F283-E486-5A11-51E0255A56DF}"/>
                </a:ext>
              </a:extLst>
            </p:cNvPr>
            <p:cNvSpPr/>
            <p:nvPr/>
          </p:nvSpPr>
          <p:spPr>
            <a:xfrm>
              <a:off x="325125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03" name="pg2758">
              <a:extLst>
                <a:ext uri="{FF2B5EF4-FFF2-40B4-BE49-F238E27FC236}">
                  <a16:creationId xmlns:a16="http://schemas.microsoft.com/office/drawing/2014/main" id="{FC7960C3-48BD-A39A-5DEB-ABD04F4FC65B}"/>
                </a:ext>
              </a:extLst>
            </p:cNvPr>
            <p:cNvSpPr/>
            <p:nvPr/>
          </p:nvSpPr>
          <p:spPr>
            <a:xfrm>
              <a:off x="326289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04" name="pg2759">
              <a:extLst>
                <a:ext uri="{FF2B5EF4-FFF2-40B4-BE49-F238E27FC236}">
                  <a16:creationId xmlns:a16="http://schemas.microsoft.com/office/drawing/2014/main" id="{09C4FAB9-705E-15D5-25CC-5BC3B84921D1}"/>
                </a:ext>
              </a:extLst>
            </p:cNvPr>
            <p:cNvSpPr/>
            <p:nvPr/>
          </p:nvSpPr>
          <p:spPr>
            <a:xfrm>
              <a:off x="327453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05" name="pg2760">
              <a:extLst>
                <a:ext uri="{FF2B5EF4-FFF2-40B4-BE49-F238E27FC236}">
                  <a16:creationId xmlns:a16="http://schemas.microsoft.com/office/drawing/2014/main" id="{A976DBA0-3C6B-46B2-1A99-FB4FC63B8264}"/>
                </a:ext>
              </a:extLst>
            </p:cNvPr>
            <p:cNvSpPr/>
            <p:nvPr/>
          </p:nvSpPr>
          <p:spPr>
            <a:xfrm>
              <a:off x="328617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06" name="pg2761">
              <a:extLst>
                <a:ext uri="{FF2B5EF4-FFF2-40B4-BE49-F238E27FC236}">
                  <a16:creationId xmlns:a16="http://schemas.microsoft.com/office/drawing/2014/main" id="{0277E078-5F58-B079-46E4-6CAF3FE330A6}"/>
                </a:ext>
              </a:extLst>
            </p:cNvPr>
            <p:cNvSpPr/>
            <p:nvPr/>
          </p:nvSpPr>
          <p:spPr>
            <a:xfrm>
              <a:off x="329780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07" name="pg2762">
              <a:extLst>
                <a:ext uri="{FF2B5EF4-FFF2-40B4-BE49-F238E27FC236}">
                  <a16:creationId xmlns:a16="http://schemas.microsoft.com/office/drawing/2014/main" id="{3438714D-8F91-8CA6-6D97-0197646075FB}"/>
                </a:ext>
              </a:extLst>
            </p:cNvPr>
            <p:cNvSpPr/>
            <p:nvPr/>
          </p:nvSpPr>
          <p:spPr>
            <a:xfrm>
              <a:off x="330944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08" name="pg2763">
              <a:extLst>
                <a:ext uri="{FF2B5EF4-FFF2-40B4-BE49-F238E27FC236}">
                  <a16:creationId xmlns:a16="http://schemas.microsoft.com/office/drawing/2014/main" id="{73FA9CFA-D7E4-DF2D-DF8A-53BA2937C46E}"/>
                </a:ext>
              </a:extLst>
            </p:cNvPr>
            <p:cNvSpPr/>
            <p:nvPr/>
          </p:nvSpPr>
          <p:spPr>
            <a:xfrm>
              <a:off x="332108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09" name="pg2764">
              <a:extLst>
                <a:ext uri="{FF2B5EF4-FFF2-40B4-BE49-F238E27FC236}">
                  <a16:creationId xmlns:a16="http://schemas.microsoft.com/office/drawing/2014/main" id="{4F669910-5CBC-D431-94FE-B090F296097D}"/>
                </a:ext>
              </a:extLst>
            </p:cNvPr>
            <p:cNvSpPr/>
            <p:nvPr/>
          </p:nvSpPr>
          <p:spPr>
            <a:xfrm>
              <a:off x="333272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10" name="pg2765">
              <a:extLst>
                <a:ext uri="{FF2B5EF4-FFF2-40B4-BE49-F238E27FC236}">
                  <a16:creationId xmlns:a16="http://schemas.microsoft.com/office/drawing/2014/main" id="{FA154F80-FDAB-4F5D-9C10-776989A0E53F}"/>
                </a:ext>
              </a:extLst>
            </p:cNvPr>
            <p:cNvSpPr/>
            <p:nvPr/>
          </p:nvSpPr>
          <p:spPr>
            <a:xfrm>
              <a:off x="334435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11" name="pg2766">
              <a:extLst>
                <a:ext uri="{FF2B5EF4-FFF2-40B4-BE49-F238E27FC236}">
                  <a16:creationId xmlns:a16="http://schemas.microsoft.com/office/drawing/2014/main" id="{1D4A4CD8-3D89-12F2-C725-1F6BE16FE7CE}"/>
                </a:ext>
              </a:extLst>
            </p:cNvPr>
            <p:cNvSpPr/>
            <p:nvPr/>
          </p:nvSpPr>
          <p:spPr>
            <a:xfrm>
              <a:off x="335599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12" name="pg2767">
              <a:extLst>
                <a:ext uri="{FF2B5EF4-FFF2-40B4-BE49-F238E27FC236}">
                  <a16:creationId xmlns:a16="http://schemas.microsoft.com/office/drawing/2014/main" id="{CA8AD43D-BE5B-E07E-0BB9-1FAAF2ECBC68}"/>
                </a:ext>
              </a:extLst>
            </p:cNvPr>
            <p:cNvSpPr/>
            <p:nvPr/>
          </p:nvSpPr>
          <p:spPr>
            <a:xfrm>
              <a:off x="336763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13" name="pg2768">
              <a:extLst>
                <a:ext uri="{FF2B5EF4-FFF2-40B4-BE49-F238E27FC236}">
                  <a16:creationId xmlns:a16="http://schemas.microsoft.com/office/drawing/2014/main" id="{14338159-4680-3D02-778B-2E2C994271A5}"/>
                </a:ext>
              </a:extLst>
            </p:cNvPr>
            <p:cNvSpPr/>
            <p:nvPr/>
          </p:nvSpPr>
          <p:spPr>
            <a:xfrm>
              <a:off x="337927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14" name="pg2769">
              <a:extLst>
                <a:ext uri="{FF2B5EF4-FFF2-40B4-BE49-F238E27FC236}">
                  <a16:creationId xmlns:a16="http://schemas.microsoft.com/office/drawing/2014/main" id="{CD3E7CD4-C4B4-B8DD-DF67-9089577E366B}"/>
                </a:ext>
              </a:extLst>
            </p:cNvPr>
            <p:cNvSpPr/>
            <p:nvPr/>
          </p:nvSpPr>
          <p:spPr>
            <a:xfrm>
              <a:off x="339090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15" name="pg2770">
              <a:extLst>
                <a:ext uri="{FF2B5EF4-FFF2-40B4-BE49-F238E27FC236}">
                  <a16:creationId xmlns:a16="http://schemas.microsoft.com/office/drawing/2014/main" id="{3F013AD3-4D75-23FD-4DBF-55E83123949C}"/>
                </a:ext>
              </a:extLst>
            </p:cNvPr>
            <p:cNvSpPr/>
            <p:nvPr/>
          </p:nvSpPr>
          <p:spPr>
            <a:xfrm>
              <a:off x="340254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16" name="pg2771">
              <a:extLst>
                <a:ext uri="{FF2B5EF4-FFF2-40B4-BE49-F238E27FC236}">
                  <a16:creationId xmlns:a16="http://schemas.microsoft.com/office/drawing/2014/main" id="{D5D754C7-4983-74E3-0B4C-A9A428DFAFA4}"/>
                </a:ext>
              </a:extLst>
            </p:cNvPr>
            <p:cNvSpPr/>
            <p:nvPr/>
          </p:nvSpPr>
          <p:spPr>
            <a:xfrm>
              <a:off x="341418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17" name="pg2772">
              <a:extLst>
                <a:ext uri="{FF2B5EF4-FFF2-40B4-BE49-F238E27FC236}">
                  <a16:creationId xmlns:a16="http://schemas.microsoft.com/office/drawing/2014/main" id="{C0A8CCE3-7CD1-E256-8F14-C68A5C19CCA9}"/>
                </a:ext>
              </a:extLst>
            </p:cNvPr>
            <p:cNvSpPr/>
            <p:nvPr/>
          </p:nvSpPr>
          <p:spPr>
            <a:xfrm>
              <a:off x="342581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18" name="pg2773">
              <a:extLst>
                <a:ext uri="{FF2B5EF4-FFF2-40B4-BE49-F238E27FC236}">
                  <a16:creationId xmlns:a16="http://schemas.microsoft.com/office/drawing/2014/main" id="{67EBD2DB-C79D-335C-9CAD-C97C6C9C9D00}"/>
                </a:ext>
              </a:extLst>
            </p:cNvPr>
            <p:cNvSpPr/>
            <p:nvPr/>
          </p:nvSpPr>
          <p:spPr>
            <a:xfrm>
              <a:off x="343745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19" name="pg2774">
              <a:extLst>
                <a:ext uri="{FF2B5EF4-FFF2-40B4-BE49-F238E27FC236}">
                  <a16:creationId xmlns:a16="http://schemas.microsoft.com/office/drawing/2014/main" id="{B6B54772-9DD7-31FE-6A08-C6DC74A890A6}"/>
                </a:ext>
              </a:extLst>
            </p:cNvPr>
            <p:cNvSpPr/>
            <p:nvPr/>
          </p:nvSpPr>
          <p:spPr>
            <a:xfrm>
              <a:off x="344909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20" name="pg2775">
              <a:extLst>
                <a:ext uri="{FF2B5EF4-FFF2-40B4-BE49-F238E27FC236}">
                  <a16:creationId xmlns:a16="http://schemas.microsoft.com/office/drawing/2014/main" id="{7108B0D5-F960-13C0-23C1-8EFD2318EADD}"/>
                </a:ext>
              </a:extLst>
            </p:cNvPr>
            <p:cNvSpPr/>
            <p:nvPr/>
          </p:nvSpPr>
          <p:spPr>
            <a:xfrm>
              <a:off x="346073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21" name="pg2776">
              <a:extLst>
                <a:ext uri="{FF2B5EF4-FFF2-40B4-BE49-F238E27FC236}">
                  <a16:creationId xmlns:a16="http://schemas.microsoft.com/office/drawing/2014/main" id="{A4B4B376-A03D-3DDB-24D9-5429AE8FBD46}"/>
                </a:ext>
              </a:extLst>
            </p:cNvPr>
            <p:cNvSpPr/>
            <p:nvPr/>
          </p:nvSpPr>
          <p:spPr>
            <a:xfrm>
              <a:off x="347236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22" name="pg2777">
              <a:extLst>
                <a:ext uri="{FF2B5EF4-FFF2-40B4-BE49-F238E27FC236}">
                  <a16:creationId xmlns:a16="http://schemas.microsoft.com/office/drawing/2014/main" id="{93176E2B-1F6E-DA63-3EA5-9099AE9B8D0F}"/>
                </a:ext>
              </a:extLst>
            </p:cNvPr>
            <p:cNvSpPr/>
            <p:nvPr/>
          </p:nvSpPr>
          <p:spPr>
            <a:xfrm>
              <a:off x="348400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23" name="pg2778">
              <a:extLst>
                <a:ext uri="{FF2B5EF4-FFF2-40B4-BE49-F238E27FC236}">
                  <a16:creationId xmlns:a16="http://schemas.microsoft.com/office/drawing/2014/main" id="{30CEB007-F85E-56B1-E92C-98FBBD8A791D}"/>
                </a:ext>
              </a:extLst>
            </p:cNvPr>
            <p:cNvSpPr/>
            <p:nvPr/>
          </p:nvSpPr>
          <p:spPr>
            <a:xfrm>
              <a:off x="349564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24" name="pg2779">
              <a:extLst>
                <a:ext uri="{FF2B5EF4-FFF2-40B4-BE49-F238E27FC236}">
                  <a16:creationId xmlns:a16="http://schemas.microsoft.com/office/drawing/2014/main" id="{91530B1D-50D1-FCE8-304C-8045CB98FBE9}"/>
                </a:ext>
              </a:extLst>
            </p:cNvPr>
            <p:cNvSpPr/>
            <p:nvPr/>
          </p:nvSpPr>
          <p:spPr>
            <a:xfrm>
              <a:off x="350728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25" name="pg2780">
              <a:extLst>
                <a:ext uri="{FF2B5EF4-FFF2-40B4-BE49-F238E27FC236}">
                  <a16:creationId xmlns:a16="http://schemas.microsoft.com/office/drawing/2014/main" id="{C167FDC3-6D42-8487-DE47-60E35BAD1523}"/>
                </a:ext>
              </a:extLst>
            </p:cNvPr>
            <p:cNvSpPr/>
            <p:nvPr/>
          </p:nvSpPr>
          <p:spPr>
            <a:xfrm>
              <a:off x="351891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26" name="pg2781">
              <a:extLst>
                <a:ext uri="{FF2B5EF4-FFF2-40B4-BE49-F238E27FC236}">
                  <a16:creationId xmlns:a16="http://schemas.microsoft.com/office/drawing/2014/main" id="{33DEA54A-01BC-E3B2-1BF6-3D45A7B84DC4}"/>
                </a:ext>
              </a:extLst>
            </p:cNvPr>
            <p:cNvSpPr/>
            <p:nvPr/>
          </p:nvSpPr>
          <p:spPr>
            <a:xfrm>
              <a:off x="353055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27" name="pg2782">
              <a:extLst>
                <a:ext uri="{FF2B5EF4-FFF2-40B4-BE49-F238E27FC236}">
                  <a16:creationId xmlns:a16="http://schemas.microsoft.com/office/drawing/2014/main" id="{80782764-98AA-D8D9-1D60-999DFFC2E2DC}"/>
                </a:ext>
              </a:extLst>
            </p:cNvPr>
            <p:cNvSpPr/>
            <p:nvPr/>
          </p:nvSpPr>
          <p:spPr>
            <a:xfrm>
              <a:off x="354219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28" name="pg2783">
              <a:extLst>
                <a:ext uri="{FF2B5EF4-FFF2-40B4-BE49-F238E27FC236}">
                  <a16:creationId xmlns:a16="http://schemas.microsoft.com/office/drawing/2014/main" id="{9C935F90-4222-FB46-A96C-A670D65793CC}"/>
                </a:ext>
              </a:extLst>
            </p:cNvPr>
            <p:cNvSpPr/>
            <p:nvPr/>
          </p:nvSpPr>
          <p:spPr>
            <a:xfrm>
              <a:off x="355383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29" name="pg2784">
              <a:extLst>
                <a:ext uri="{FF2B5EF4-FFF2-40B4-BE49-F238E27FC236}">
                  <a16:creationId xmlns:a16="http://schemas.microsoft.com/office/drawing/2014/main" id="{2F1CF235-98BE-E1E2-FD0C-C349E223AA37}"/>
                </a:ext>
              </a:extLst>
            </p:cNvPr>
            <p:cNvSpPr/>
            <p:nvPr/>
          </p:nvSpPr>
          <p:spPr>
            <a:xfrm>
              <a:off x="362365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30" name="pg2785">
              <a:extLst>
                <a:ext uri="{FF2B5EF4-FFF2-40B4-BE49-F238E27FC236}">
                  <a16:creationId xmlns:a16="http://schemas.microsoft.com/office/drawing/2014/main" id="{CDCF595B-C0E9-F848-4C64-4FC5BB177B35}"/>
                </a:ext>
              </a:extLst>
            </p:cNvPr>
            <p:cNvSpPr/>
            <p:nvPr/>
          </p:nvSpPr>
          <p:spPr>
            <a:xfrm>
              <a:off x="363529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31" name="pg2786">
              <a:extLst>
                <a:ext uri="{FF2B5EF4-FFF2-40B4-BE49-F238E27FC236}">
                  <a16:creationId xmlns:a16="http://schemas.microsoft.com/office/drawing/2014/main" id="{0C5C6E8E-7F21-7D95-BC35-C6B75BE4B739}"/>
                </a:ext>
              </a:extLst>
            </p:cNvPr>
            <p:cNvSpPr/>
            <p:nvPr/>
          </p:nvSpPr>
          <p:spPr>
            <a:xfrm>
              <a:off x="364692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32" name="pg2787">
              <a:extLst>
                <a:ext uri="{FF2B5EF4-FFF2-40B4-BE49-F238E27FC236}">
                  <a16:creationId xmlns:a16="http://schemas.microsoft.com/office/drawing/2014/main" id="{628F693F-4770-10CD-F1F8-F108FF9C12E3}"/>
                </a:ext>
              </a:extLst>
            </p:cNvPr>
            <p:cNvSpPr/>
            <p:nvPr/>
          </p:nvSpPr>
          <p:spPr>
            <a:xfrm>
              <a:off x="365856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33" name="pg2788">
              <a:extLst>
                <a:ext uri="{FF2B5EF4-FFF2-40B4-BE49-F238E27FC236}">
                  <a16:creationId xmlns:a16="http://schemas.microsoft.com/office/drawing/2014/main" id="{377299C1-1557-87A2-CB98-C043F1CEE71F}"/>
                </a:ext>
              </a:extLst>
            </p:cNvPr>
            <p:cNvSpPr/>
            <p:nvPr/>
          </p:nvSpPr>
          <p:spPr>
            <a:xfrm>
              <a:off x="367020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34" name="pg2789">
              <a:extLst>
                <a:ext uri="{FF2B5EF4-FFF2-40B4-BE49-F238E27FC236}">
                  <a16:creationId xmlns:a16="http://schemas.microsoft.com/office/drawing/2014/main" id="{2B3BA02B-C230-BC98-7778-486BB264D6AC}"/>
                </a:ext>
              </a:extLst>
            </p:cNvPr>
            <p:cNvSpPr/>
            <p:nvPr/>
          </p:nvSpPr>
          <p:spPr>
            <a:xfrm>
              <a:off x="368184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35" name="pg2790">
              <a:extLst>
                <a:ext uri="{FF2B5EF4-FFF2-40B4-BE49-F238E27FC236}">
                  <a16:creationId xmlns:a16="http://schemas.microsoft.com/office/drawing/2014/main" id="{05AC0F02-9A2B-C2AE-8206-A64E1E504CF5}"/>
                </a:ext>
              </a:extLst>
            </p:cNvPr>
            <p:cNvSpPr/>
            <p:nvPr/>
          </p:nvSpPr>
          <p:spPr>
            <a:xfrm>
              <a:off x="369347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36" name="pg2791">
              <a:extLst>
                <a:ext uri="{FF2B5EF4-FFF2-40B4-BE49-F238E27FC236}">
                  <a16:creationId xmlns:a16="http://schemas.microsoft.com/office/drawing/2014/main" id="{35D34E30-A970-A9BF-1F9F-EFF4C5CC309E}"/>
                </a:ext>
              </a:extLst>
            </p:cNvPr>
            <p:cNvSpPr/>
            <p:nvPr/>
          </p:nvSpPr>
          <p:spPr>
            <a:xfrm>
              <a:off x="370511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37" name="pg2792">
              <a:extLst>
                <a:ext uri="{FF2B5EF4-FFF2-40B4-BE49-F238E27FC236}">
                  <a16:creationId xmlns:a16="http://schemas.microsoft.com/office/drawing/2014/main" id="{485FB599-5141-35D6-955F-0B509537FFED}"/>
                </a:ext>
              </a:extLst>
            </p:cNvPr>
            <p:cNvSpPr/>
            <p:nvPr/>
          </p:nvSpPr>
          <p:spPr>
            <a:xfrm>
              <a:off x="371675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38" name="pg2793">
              <a:extLst>
                <a:ext uri="{FF2B5EF4-FFF2-40B4-BE49-F238E27FC236}">
                  <a16:creationId xmlns:a16="http://schemas.microsoft.com/office/drawing/2014/main" id="{F8D8FD95-D9E3-F816-C79E-EFF473A98BEF}"/>
                </a:ext>
              </a:extLst>
            </p:cNvPr>
            <p:cNvSpPr/>
            <p:nvPr/>
          </p:nvSpPr>
          <p:spPr>
            <a:xfrm>
              <a:off x="372839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39" name="pg2794">
              <a:extLst>
                <a:ext uri="{FF2B5EF4-FFF2-40B4-BE49-F238E27FC236}">
                  <a16:creationId xmlns:a16="http://schemas.microsoft.com/office/drawing/2014/main" id="{AA09A1E8-F314-12DF-BB69-90F5F73E2F68}"/>
                </a:ext>
              </a:extLst>
            </p:cNvPr>
            <p:cNvSpPr/>
            <p:nvPr/>
          </p:nvSpPr>
          <p:spPr>
            <a:xfrm>
              <a:off x="374002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40" name="pg2795">
              <a:extLst>
                <a:ext uri="{FF2B5EF4-FFF2-40B4-BE49-F238E27FC236}">
                  <a16:creationId xmlns:a16="http://schemas.microsoft.com/office/drawing/2014/main" id="{738904BF-A0EF-7AA8-0452-F3C891404CE7}"/>
                </a:ext>
              </a:extLst>
            </p:cNvPr>
            <p:cNvSpPr/>
            <p:nvPr/>
          </p:nvSpPr>
          <p:spPr>
            <a:xfrm>
              <a:off x="413569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41" name="pg2796">
              <a:extLst>
                <a:ext uri="{FF2B5EF4-FFF2-40B4-BE49-F238E27FC236}">
                  <a16:creationId xmlns:a16="http://schemas.microsoft.com/office/drawing/2014/main" id="{2C217EB2-5835-1D1A-E41F-18BAEF6389C4}"/>
                </a:ext>
              </a:extLst>
            </p:cNvPr>
            <p:cNvSpPr/>
            <p:nvPr/>
          </p:nvSpPr>
          <p:spPr>
            <a:xfrm>
              <a:off x="414733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42" name="pg2797">
              <a:extLst>
                <a:ext uri="{FF2B5EF4-FFF2-40B4-BE49-F238E27FC236}">
                  <a16:creationId xmlns:a16="http://schemas.microsoft.com/office/drawing/2014/main" id="{42A5EC43-B3B8-1734-DE66-04360F62D2DC}"/>
                </a:ext>
              </a:extLst>
            </p:cNvPr>
            <p:cNvSpPr/>
            <p:nvPr/>
          </p:nvSpPr>
          <p:spPr>
            <a:xfrm>
              <a:off x="415897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43" name="pg2798">
              <a:extLst>
                <a:ext uri="{FF2B5EF4-FFF2-40B4-BE49-F238E27FC236}">
                  <a16:creationId xmlns:a16="http://schemas.microsoft.com/office/drawing/2014/main" id="{39895883-12CD-AFEC-83D2-986B94AF4C60}"/>
                </a:ext>
              </a:extLst>
            </p:cNvPr>
            <p:cNvSpPr/>
            <p:nvPr/>
          </p:nvSpPr>
          <p:spPr>
            <a:xfrm>
              <a:off x="417060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44" name="pg2799">
              <a:extLst>
                <a:ext uri="{FF2B5EF4-FFF2-40B4-BE49-F238E27FC236}">
                  <a16:creationId xmlns:a16="http://schemas.microsoft.com/office/drawing/2014/main" id="{37C480C3-FF85-C165-F8BD-B49E40ABD099}"/>
                </a:ext>
              </a:extLst>
            </p:cNvPr>
            <p:cNvSpPr/>
            <p:nvPr/>
          </p:nvSpPr>
          <p:spPr>
            <a:xfrm>
              <a:off x="418224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45" name="pg2800">
              <a:extLst>
                <a:ext uri="{FF2B5EF4-FFF2-40B4-BE49-F238E27FC236}">
                  <a16:creationId xmlns:a16="http://schemas.microsoft.com/office/drawing/2014/main" id="{90C75DC4-F820-9F26-C073-F2BAF15A4BA0}"/>
                </a:ext>
              </a:extLst>
            </p:cNvPr>
            <p:cNvSpPr/>
            <p:nvPr/>
          </p:nvSpPr>
          <p:spPr>
            <a:xfrm>
              <a:off x="419388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46" name="pg2801">
              <a:extLst>
                <a:ext uri="{FF2B5EF4-FFF2-40B4-BE49-F238E27FC236}">
                  <a16:creationId xmlns:a16="http://schemas.microsoft.com/office/drawing/2014/main" id="{F7486C13-4826-4537-262E-D933F05267D5}"/>
                </a:ext>
              </a:extLst>
            </p:cNvPr>
            <p:cNvSpPr/>
            <p:nvPr/>
          </p:nvSpPr>
          <p:spPr>
            <a:xfrm>
              <a:off x="420552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47" name="pg2802">
              <a:extLst>
                <a:ext uri="{FF2B5EF4-FFF2-40B4-BE49-F238E27FC236}">
                  <a16:creationId xmlns:a16="http://schemas.microsoft.com/office/drawing/2014/main" id="{3DA67536-3947-5C2B-26E0-6D0BADBB2119}"/>
                </a:ext>
              </a:extLst>
            </p:cNvPr>
            <p:cNvSpPr/>
            <p:nvPr/>
          </p:nvSpPr>
          <p:spPr>
            <a:xfrm>
              <a:off x="421715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48" name="pg2803">
              <a:extLst>
                <a:ext uri="{FF2B5EF4-FFF2-40B4-BE49-F238E27FC236}">
                  <a16:creationId xmlns:a16="http://schemas.microsoft.com/office/drawing/2014/main" id="{10BD681A-82DC-F204-707D-F43B97578FC8}"/>
                </a:ext>
              </a:extLst>
            </p:cNvPr>
            <p:cNvSpPr/>
            <p:nvPr/>
          </p:nvSpPr>
          <p:spPr>
            <a:xfrm>
              <a:off x="422879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49" name="pg2804">
              <a:extLst>
                <a:ext uri="{FF2B5EF4-FFF2-40B4-BE49-F238E27FC236}">
                  <a16:creationId xmlns:a16="http://schemas.microsoft.com/office/drawing/2014/main" id="{937B8BC3-672D-BDA3-1CA7-6C21447345A9}"/>
                </a:ext>
              </a:extLst>
            </p:cNvPr>
            <p:cNvSpPr/>
            <p:nvPr/>
          </p:nvSpPr>
          <p:spPr>
            <a:xfrm>
              <a:off x="424043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50" name="pg2805">
              <a:extLst>
                <a:ext uri="{FF2B5EF4-FFF2-40B4-BE49-F238E27FC236}">
                  <a16:creationId xmlns:a16="http://schemas.microsoft.com/office/drawing/2014/main" id="{C9574304-D406-D3A5-F0AB-172423770325}"/>
                </a:ext>
              </a:extLst>
            </p:cNvPr>
            <p:cNvSpPr/>
            <p:nvPr/>
          </p:nvSpPr>
          <p:spPr>
            <a:xfrm>
              <a:off x="432189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51" name="pg2806">
              <a:extLst>
                <a:ext uri="{FF2B5EF4-FFF2-40B4-BE49-F238E27FC236}">
                  <a16:creationId xmlns:a16="http://schemas.microsoft.com/office/drawing/2014/main" id="{3D89D3BA-3348-A259-A53B-5030D023186F}"/>
                </a:ext>
              </a:extLst>
            </p:cNvPr>
            <p:cNvSpPr/>
            <p:nvPr/>
          </p:nvSpPr>
          <p:spPr>
            <a:xfrm>
              <a:off x="433353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52" name="pg2807">
              <a:extLst>
                <a:ext uri="{FF2B5EF4-FFF2-40B4-BE49-F238E27FC236}">
                  <a16:creationId xmlns:a16="http://schemas.microsoft.com/office/drawing/2014/main" id="{77EB0906-DE66-6047-FB27-D37DCCF0E1E3}"/>
                </a:ext>
              </a:extLst>
            </p:cNvPr>
            <p:cNvSpPr/>
            <p:nvPr/>
          </p:nvSpPr>
          <p:spPr>
            <a:xfrm>
              <a:off x="434516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53" name="pg2808">
              <a:extLst>
                <a:ext uri="{FF2B5EF4-FFF2-40B4-BE49-F238E27FC236}">
                  <a16:creationId xmlns:a16="http://schemas.microsoft.com/office/drawing/2014/main" id="{28A6580B-59FB-0807-1DCC-282AF35E7BAE}"/>
                </a:ext>
              </a:extLst>
            </p:cNvPr>
            <p:cNvSpPr/>
            <p:nvPr/>
          </p:nvSpPr>
          <p:spPr>
            <a:xfrm>
              <a:off x="435680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54" name="pg2809">
              <a:extLst>
                <a:ext uri="{FF2B5EF4-FFF2-40B4-BE49-F238E27FC236}">
                  <a16:creationId xmlns:a16="http://schemas.microsoft.com/office/drawing/2014/main" id="{9A008A1C-70FC-A9AC-27BA-4EF97EA708A4}"/>
                </a:ext>
              </a:extLst>
            </p:cNvPr>
            <p:cNvSpPr/>
            <p:nvPr/>
          </p:nvSpPr>
          <p:spPr>
            <a:xfrm>
              <a:off x="436844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55" name="pg2810">
              <a:extLst>
                <a:ext uri="{FF2B5EF4-FFF2-40B4-BE49-F238E27FC236}">
                  <a16:creationId xmlns:a16="http://schemas.microsoft.com/office/drawing/2014/main" id="{F531EE0E-5CBC-523E-AC91-1DE31637C517}"/>
                </a:ext>
              </a:extLst>
            </p:cNvPr>
            <p:cNvSpPr/>
            <p:nvPr/>
          </p:nvSpPr>
          <p:spPr>
            <a:xfrm>
              <a:off x="438008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56" name="pg2811">
              <a:extLst>
                <a:ext uri="{FF2B5EF4-FFF2-40B4-BE49-F238E27FC236}">
                  <a16:creationId xmlns:a16="http://schemas.microsoft.com/office/drawing/2014/main" id="{A8A95CAF-90BE-3660-D067-9E6D0B3196F0}"/>
                </a:ext>
              </a:extLst>
            </p:cNvPr>
            <p:cNvSpPr/>
            <p:nvPr/>
          </p:nvSpPr>
          <p:spPr>
            <a:xfrm>
              <a:off x="457791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57" name="pg2812">
              <a:extLst>
                <a:ext uri="{FF2B5EF4-FFF2-40B4-BE49-F238E27FC236}">
                  <a16:creationId xmlns:a16="http://schemas.microsoft.com/office/drawing/2014/main" id="{4F1AAB92-C9DD-5233-35EA-341819FAFC93}"/>
                </a:ext>
              </a:extLst>
            </p:cNvPr>
            <p:cNvSpPr/>
            <p:nvPr/>
          </p:nvSpPr>
          <p:spPr>
            <a:xfrm>
              <a:off x="458955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58" name="pg2813">
              <a:extLst>
                <a:ext uri="{FF2B5EF4-FFF2-40B4-BE49-F238E27FC236}">
                  <a16:creationId xmlns:a16="http://schemas.microsoft.com/office/drawing/2014/main" id="{93E2D788-3895-6DF0-B1C7-A8E0C5FDF525}"/>
                </a:ext>
              </a:extLst>
            </p:cNvPr>
            <p:cNvSpPr/>
            <p:nvPr/>
          </p:nvSpPr>
          <p:spPr>
            <a:xfrm>
              <a:off x="460119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59" name="pg2814">
              <a:extLst>
                <a:ext uri="{FF2B5EF4-FFF2-40B4-BE49-F238E27FC236}">
                  <a16:creationId xmlns:a16="http://schemas.microsoft.com/office/drawing/2014/main" id="{1467933E-E407-8FDA-FA95-56E3456BFFE3}"/>
                </a:ext>
              </a:extLst>
            </p:cNvPr>
            <p:cNvSpPr/>
            <p:nvPr/>
          </p:nvSpPr>
          <p:spPr>
            <a:xfrm>
              <a:off x="461282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60" name="pg2815">
              <a:extLst>
                <a:ext uri="{FF2B5EF4-FFF2-40B4-BE49-F238E27FC236}">
                  <a16:creationId xmlns:a16="http://schemas.microsoft.com/office/drawing/2014/main" id="{1F91C709-AE71-B61A-031A-6D9FC3C8469A}"/>
                </a:ext>
              </a:extLst>
            </p:cNvPr>
            <p:cNvSpPr/>
            <p:nvPr/>
          </p:nvSpPr>
          <p:spPr>
            <a:xfrm>
              <a:off x="462446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61" name="pg2816">
              <a:extLst>
                <a:ext uri="{FF2B5EF4-FFF2-40B4-BE49-F238E27FC236}">
                  <a16:creationId xmlns:a16="http://schemas.microsoft.com/office/drawing/2014/main" id="{68E2EF74-CD55-AE0B-0E94-C0117AC45CAC}"/>
                </a:ext>
              </a:extLst>
            </p:cNvPr>
            <p:cNvSpPr/>
            <p:nvPr/>
          </p:nvSpPr>
          <p:spPr>
            <a:xfrm>
              <a:off x="311161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62" name="pg2817">
              <a:extLst>
                <a:ext uri="{FF2B5EF4-FFF2-40B4-BE49-F238E27FC236}">
                  <a16:creationId xmlns:a16="http://schemas.microsoft.com/office/drawing/2014/main" id="{5996609A-02D3-B1C5-01D3-7DEAC33E325C}"/>
                </a:ext>
              </a:extLst>
            </p:cNvPr>
            <p:cNvSpPr/>
            <p:nvPr/>
          </p:nvSpPr>
          <p:spPr>
            <a:xfrm>
              <a:off x="312324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63" name="pg2818">
              <a:extLst>
                <a:ext uri="{FF2B5EF4-FFF2-40B4-BE49-F238E27FC236}">
                  <a16:creationId xmlns:a16="http://schemas.microsoft.com/office/drawing/2014/main" id="{D7166B14-0340-FE33-8F4A-620D0CF3EE20}"/>
                </a:ext>
              </a:extLst>
            </p:cNvPr>
            <p:cNvSpPr/>
            <p:nvPr/>
          </p:nvSpPr>
          <p:spPr>
            <a:xfrm>
              <a:off x="313488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64" name="pg2819">
              <a:extLst>
                <a:ext uri="{FF2B5EF4-FFF2-40B4-BE49-F238E27FC236}">
                  <a16:creationId xmlns:a16="http://schemas.microsoft.com/office/drawing/2014/main" id="{0A629D93-92D0-FC2E-4976-8983CEA0E9B2}"/>
                </a:ext>
              </a:extLst>
            </p:cNvPr>
            <p:cNvSpPr/>
            <p:nvPr/>
          </p:nvSpPr>
          <p:spPr>
            <a:xfrm>
              <a:off x="314652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65" name="pg2820">
              <a:extLst>
                <a:ext uri="{FF2B5EF4-FFF2-40B4-BE49-F238E27FC236}">
                  <a16:creationId xmlns:a16="http://schemas.microsoft.com/office/drawing/2014/main" id="{E7D78128-6B5B-940B-54D4-417132CB7A0F}"/>
                </a:ext>
              </a:extLst>
            </p:cNvPr>
            <p:cNvSpPr/>
            <p:nvPr/>
          </p:nvSpPr>
          <p:spPr>
            <a:xfrm>
              <a:off x="315816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66" name="pg2821">
              <a:extLst>
                <a:ext uri="{FF2B5EF4-FFF2-40B4-BE49-F238E27FC236}">
                  <a16:creationId xmlns:a16="http://schemas.microsoft.com/office/drawing/2014/main" id="{0C731694-425C-392B-656D-A1DAE1758269}"/>
                </a:ext>
              </a:extLst>
            </p:cNvPr>
            <p:cNvSpPr/>
            <p:nvPr/>
          </p:nvSpPr>
          <p:spPr>
            <a:xfrm>
              <a:off x="316979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67" name="pg2822">
              <a:extLst>
                <a:ext uri="{FF2B5EF4-FFF2-40B4-BE49-F238E27FC236}">
                  <a16:creationId xmlns:a16="http://schemas.microsoft.com/office/drawing/2014/main" id="{4A0E7F9F-3E7A-12C5-1C9A-49544C9C4CCB}"/>
                </a:ext>
              </a:extLst>
            </p:cNvPr>
            <p:cNvSpPr/>
            <p:nvPr/>
          </p:nvSpPr>
          <p:spPr>
            <a:xfrm>
              <a:off x="318143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68" name="pg2823">
              <a:extLst>
                <a:ext uri="{FF2B5EF4-FFF2-40B4-BE49-F238E27FC236}">
                  <a16:creationId xmlns:a16="http://schemas.microsoft.com/office/drawing/2014/main" id="{BC5A1D94-AF15-055E-6344-242234602F19}"/>
                </a:ext>
              </a:extLst>
            </p:cNvPr>
            <p:cNvSpPr/>
            <p:nvPr/>
          </p:nvSpPr>
          <p:spPr>
            <a:xfrm>
              <a:off x="319307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69" name="pg2824">
              <a:extLst>
                <a:ext uri="{FF2B5EF4-FFF2-40B4-BE49-F238E27FC236}">
                  <a16:creationId xmlns:a16="http://schemas.microsoft.com/office/drawing/2014/main" id="{BEEC3E50-84CC-BFC9-E473-2FD4C6D892F3}"/>
                </a:ext>
              </a:extLst>
            </p:cNvPr>
            <p:cNvSpPr/>
            <p:nvPr/>
          </p:nvSpPr>
          <p:spPr>
            <a:xfrm>
              <a:off x="320471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70" name="pg2825">
              <a:extLst>
                <a:ext uri="{FF2B5EF4-FFF2-40B4-BE49-F238E27FC236}">
                  <a16:creationId xmlns:a16="http://schemas.microsoft.com/office/drawing/2014/main" id="{5C9B3667-ECC9-BA22-B78E-14BB63D928D3}"/>
                </a:ext>
              </a:extLst>
            </p:cNvPr>
            <p:cNvSpPr/>
            <p:nvPr/>
          </p:nvSpPr>
          <p:spPr>
            <a:xfrm>
              <a:off x="321634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71" name="pg2826">
              <a:extLst>
                <a:ext uri="{FF2B5EF4-FFF2-40B4-BE49-F238E27FC236}">
                  <a16:creationId xmlns:a16="http://schemas.microsoft.com/office/drawing/2014/main" id="{BE81ED92-6312-3C46-D636-C3DDF7A22177}"/>
                </a:ext>
              </a:extLst>
            </p:cNvPr>
            <p:cNvSpPr/>
            <p:nvPr/>
          </p:nvSpPr>
          <p:spPr>
            <a:xfrm>
              <a:off x="322798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72" name="pg2827">
              <a:extLst>
                <a:ext uri="{FF2B5EF4-FFF2-40B4-BE49-F238E27FC236}">
                  <a16:creationId xmlns:a16="http://schemas.microsoft.com/office/drawing/2014/main" id="{5A78F576-572E-79EE-50A7-613E50ED8631}"/>
                </a:ext>
              </a:extLst>
            </p:cNvPr>
            <p:cNvSpPr/>
            <p:nvPr/>
          </p:nvSpPr>
          <p:spPr>
            <a:xfrm>
              <a:off x="323962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73" name="pg2828">
              <a:extLst>
                <a:ext uri="{FF2B5EF4-FFF2-40B4-BE49-F238E27FC236}">
                  <a16:creationId xmlns:a16="http://schemas.microsoft.com/office/drawing/2014/main" id="{96BD9985-0C1F-B722-2819-076EB296A444}"/>
                </a:ext>
              </a:extLst>
            </p:cNvPr>
            <p:cNvSpPr/>
            <p:nvPr/>
          </p:nvSpPr>
          <p:spPr>
            <a:xfrm>
              <a:off x="325125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74" name="pg2829">
              <a:extLst>
                <a:ext uri="{FF2B5EF4-FFF2-40B4-BE49-F238E27FC236}">
                  <a16:creationId xmlns:a16="http://schemas.microsoft.com/office/drawing/2014/main" id="{3DBC4DAE-82BA-78C0-F7B2-C8CA52D9D1CB}"/>
                </a:ext>
              </a:extLst>
            </p:cNvPr>
            <p:cNvSpPr/>
            <p:nvPr/>
          </p:nvSpPr>
          <p:spPr>
            <a:xfrm>
              <a:off x="326289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75" name="pg2830">
              <a:extLst>
                <a:ext uri="{FF2B5EF4-FFF2-40B4-BE49-F238E27FC236}">
                  <a16:creationId xmlns:a16="http://schemas.microsoft.com/office/drawing/2014/main" id="{EC98AA42-5376-5CD0-038B-1B6B682FEBA4}"/>
                </a:ext>
              </a:extLst>
            </p:cNvPr>
            <p:cNvSpPr/>
            <p:nvPr/>
          </p:nvSpPr>
          <p:spPr>
            <a:xfrm>
              <a:off x="327453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76" name="pg2831">
              <a:extLst>
                <a:ext uri="{FF2B5EF4-FFF2-40B4-BE49-F238E27FC236}">
                  <a16:creationId xmlns:a16="http://schemas.microsoft.com/office/drawing/2014/main" id="{F6C00D97-4576-D29B-2D6F-341D89325F17}"/>
                </a:ext>
              </a:extLst>
            </p:cNvPr>
            <p:cNvSpPr/>
            <p:nvPr/>
          </p:nvSpPr>
          <p:spPr>
            <a:xfrm>
              <a:off x="328617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77" name="pg2832">
              <a:extLst>
                <a:ext uri="{FF2B5EF4-FFF2-40B4-BE49-F238E27FC236}">
                  <a16:creationId xmlns:a16="http://schemas.microsoft.com/office/drawing/2014/main" id="{FA70786C-496A-D8CD-09D9-C614F0801F72}"/>
                </a:ext>
              </a:extLst>
            </p:cNvPr>
            <p:cNvSpPr/>
            <p:nvPr/>
          </p:nvSpPr>
          <p:spPr>
            <a:xfrm>
              <a:off x="329780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78" name="pg2833">
              <a:extLst>
                <a:ext uri="{FF2B5EF4-FFF2-40B4-BE49-F238E27FC236}">
                  <a16:creationId xmlns:a16="http://schemas.microsoft.com/office/drawing/2014/main" id="{DDD5D4FB-25A0-341E-BEC2-C123812FD31E}"/>
                </a:ext>
              </a:extLst>
            </p:cNvPr>
            <p:cNvSpPr/>
            <p:nvPr/>
          </p:nvSpPr>
          <p:spPr>
            <a:xfrm>
              <a:off x="330944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79" name="pg2834">
              <a:extLst>
                <a:ext uri="{FF2B5EF4-FFF2-40B4-BE49-F238E27FC236}">
                  <a16:creationId xmlns:a16="http://schemas.microsoft.com/office/drawing/2014/main" id="{86E0CA3F-506E-DD17-25EB-289F2719EFCD}"/>
                </a:ext>
              </a:extLst>
            </p:cNvPr>
            <p:cNvSpPr/>
            <p:nvPr/>
          </p:nvSpPr>
          <p:spPr>
            <a:xfrm>
              <a:off x="332108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80" name="pg2835">
              <a:extLst>
                <a:ext uri="{FF2B5EF4-FFF2-40B4-BE49-F238E27FC236}">
                  <a16:creationId xmlns:a16="http://schemas.microsoft.com/office/drawing/2014/main" id="{9D278623-2963-314C-0ED7-0443C0E0A796}"/>
                </a:ext>
              </a:extLst>
            </p:cNvPr>
            <p:cNvSpPr/>
            <p:nvPr/>
          </p:nvSpPr>
          <p:spPr>
            <a:xfrm>
              <a:off x="333272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81" name="pg2836">
              <a:extLst>
                <a:ext uri="{FF2B5EF4-FFF2-40B4-BE49-F238E27FC236}">
                  <a16:creationId xmlns:a16="http://schemas.microsoft.com/office/drawing/2014/main" id="{8DABA7B0-6E27-CEA2-C40D-CE74894C8756}"/>
                </a:ext>
              </a:extLst>
            </p:cNvPr>
            <p:cNvSpPr/>
            <p:nvPr/>
          </p:nvSpPr>
          <p:spPr>
            <a:xfrm>
              <a:off x="334435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82" name="pg2837">
              <a:extLst>
                <a:ext uri="{FF2B5EF4-FFF2-40B4-BE49-F238E27FC236}">
                  <a16:creationId xmlns:a16="http://schemas.microsoft.com/office/drawing/2014/main" id="{8AB72808-1B95-2102-B4D0-658C59E7EA90}"/>
                </a:ext>
              </a:extLst>
            </p:cNvPr>
            <p:cNvSpPr/>
            <p:nvPr/>
          </p:nvSpPr>
          <p:spPr>
            <a:xfrm>
              <a:off x="335599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83" name="pg2838">
              <a:extLst>
                <a:ext uri="{FF2B5EF4-FFF2-40B4-BE49-F238E27FC236}">
                  <a16:creationId xmlns:a16="http://schemas.microsoft.com/office/drawing/2014/main" id="{97725EC9-6BC5-B8D1-B307-BFA9B534D327}"/>
                </a:ext>
              </a:extLst>
            </p:cNvPr>
            <p:cNvSpPr/>
            <p:nvPr/>
          </p:nvSpPr>
          <p:spPr>
            <a:xfrm>
              <a:off x="336763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84" name="pg2839">
              <a:extLst>
                <a:ext uri="{FF2B5EF4-FFF2-40B4-BE49-F238E27FC236}">
                  <a16:creationId xmlns:a16="http://schemas.microsoft.com/office/drawing/2014/main" id="{8EF00C16-A8F9-F83E-196B-C722FB33A69B}"/>
                </a:ext>
              </a:extLst>
            </p:cNvPr>
            <p:cNvSpPr/>
            <p:nvPr/>
          </p:nvSpPr>
          <p:spPr>
            <a:xfrm>
              <a:off x="337927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85" name="pg2840">
              <a:extLst>
                <a:ext uri="{FF2B5EF4-FFF2-40B4-BE49-F238E27FC236}">
                  <a16:creationId xmlns:a16="http://schemas.microsoft.com/office/drawing/2014/main" id="{EEF37D20-7362-0A2F-A6F9-72EB55A5C48A}"/>
                </a:ext>
              </a:extLst>
            </p:cNvPr>
            <p:cNvSpPr/>
            <p:nvPr/>
          </p:nvSpPr>
          <p:spPr>
            <a:xfrm>
              <a:off x="339090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86" name="pg2841">
              <a:extLst>
                <a:ext uri="{FF2B5EF4-FFF2-40B4-BE49-F238E27FC236}">
                  <a16:creationId xmlns:a16="http://schemas.microsoft.com/office/drawing/2014/main" id="{7AF07D21-82D2-F385-CF70-045A7CC1D189}"/>
                </a:ext>
              </a:extLst>
            </p:cNvPr>
            <p:cNvSpPr/>
            <p:nvPr/>
          </p:nvSpPr>
          <p:spPr>
            <a:xfrm>
              <a:off x="340254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87" name="pg2842">
              <a:extLst>
                <a:ext uri="{FF2B5EF4-FFF2-40B4-BE49-F238E27FC236}">
                  <a16:creationId xmlns:a16="http://schemas.microsoft.com/office/drawing/2014/main" id="{4BD4049D-A40A-69C2-77C3-46303DAE35CD}"/>
                </a:ext>
              </a:extLst>
            </p:cNvPr>
            <p:cNvSpPr/>
            <p:nvPr/>
          </p:nvSpPr>
          <p:spPr>
            <a:xfrm>
              <a:off x="341418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88" name="pg2843">
              <a:extLst>
                <a:ext uri="{FF2B5EF4-FFF2-40B4-BE49-F238E27FC236}">
                  <a16:creationId xmlns:a16="http://schemas.microsoft.com/office/drawing/2014/main" id="{AFF4B984-7773-9CD9-FA35-94A89C839951}"/>
                </a:ext>
              </a:extLst>
            </p:cNvPr>
            <p:cNvSpPr/>
            <p:nvPr/>
          </p:nvSpPr>
          <p:spPr>
            <a:xfrm>
              <a:off x="342581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89" name="pg2844">
              <a:extLst>
                <a:ext uri="{FF2B5EF4-FFF2-40B4-BE49-F238E27FC236}">
                  <a16:creationId xmlns:a16="http://schemas.microsoft.com/office/drawing/2014/main" id="{17868024-9374-F7D4-4E32-EE455C9FE91C}"/>
                </a:ext>
              </a:extLst>
            </p:cNvPr>
            <p:cNvSpPr/>
            <p:nvPr/>
          </p:nvSpPr>
          <p:spPr>
            <a:xfrm>
              <a:off x="343745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90" name="pg2845">
              <a:extLst>
                <a:ext uri="{FF2B5EF4-FFF2-40B4-BE49-F238E27FC236}">
                  <a16:creationId xmlns:a16="http://schemas.microsoft.com/office/drawing/2014/main" id="{A2601E5C-F36B-116D-4DD9-15E5998CF627}"/>
                </a:ext>
              </a:extLst>
            </p:cNvPr>
            <p:cNvSpPr/>
            <p:nvPr/>
          </p:nvSpPr>
          <p:spPr>
            <a:xfrm>
              <a:off x="344909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91" name="pg2846">
              <a:extLst>
                <a:ext uri="{FF2B5EF4-FFF2-40B4-BE49-F238E27FC236}">
                  <a16:creationId xmlns:a16="http://schemas.microsoft.com/office/drawing/2014/main" id="{DB337040-C982-1838-E280-99DB7865D84E}"/>
                </a:ext>
              </a:extLst>
            </p:cNvPr>
            <p:cNvSpPr/>
            <p:nvPr/>
          </p:nvSpPr>
          <p:spPr>
            <a:xfrm>
              <a:off x="346073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92" name="pg2847">
              <a:extLst>
                <a:ext uri="{FF2B5EF4-FFF2-40B4-BE49-F238E27FC236}">
                  <a16:creationId xmlns:a16="http://schemas.microsoft.com/office/drawing/2014/main" id="{472FE646-CEF9-E012-F133-FF56EE1A4D37}"/>
                </a:ext>
              </a:extLst>
            </p:cNvPr>
            <p:cNvSpPr/>
            <p:nvPr/>
          </p:nvSpPr>
          <p:spPr>
            <a:xfrm>
              <a:off x="347236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93" name="pg2848">
              <a:extLst>
                <a:ext uri="{FF2B5EF4-FFF2-40B4-BE49-F238E27FC236}">
                  <a16:creationId xmlns:a16="http://schemas.microsoft.com/office/drawing/2014/main" id="{D655D128-393B-50F2-493C-F715ACA21E25}"/>
                </a:ext>
              </a:extLst>
            </p:cNvPr>
            <p:cNvSpPr/>
            <p:nvPr/>
          </p:nvSpPr>
          <p:spPr>
            <a:xfrm>
              <a:off x="348400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94" name="pg2849">
              <a:extLst>
                <a:ext uri="{FF2B5EF4-FFF2-40B4-BE49-F238E27FC236}">
                  <a16:creationId xmlns:a16="http://schemas.microsoft.com/office/drawing/2014/main" id="{22CFE128-102A-5587-953B-1BCFD6E96696}"/>
                </a:ext>
              </a:extLst>
            </p:cNvPr>
            <p:cNvSpPr/>
            <p:nvPr/>
          </p:nvSpPr>
          <p:spPr>
            <a:xfrm>
              <a:off x="349564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95" name="pg2850">
              <a:extLst>
                <a:ext uri="{FF2B5EF4-FFF2-40B4-BE49-F238E27FC236}">
                  <a16:creationId xmlns:a16="http://schemas.microsoft.com/office/drawing/2014/main" id="{CEF372BA-2F71-0A31-7539-2FABCD2FB78A}"/>
                </a:ext>
              </a:extLst>
            </p:cNvPr>
            <p:cNvSpPr/>
            <p:nvPr/>
          </p:nvSpPr>
          <p:spPr>
            <a:xfrm>
              <a:off x="350728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96" name="pg2851">
              <a:extLst>
                <a:ext uri="{FF2B5EF4-FFF2-40B4-BE49-F238E27FC236}">
                  <a16:creationId xmlns:a16="http://schemas.microsoft.com/office/drawing/2014/main" id="{E446B183-5A64-7C3F-A97F-77A77440BC9C}"/>
                </a:ext>
              </a:extLst>
            </p:cNvPr>
            <p:cNvSpPr/>
            <p:nvPr/>
          </p:nvSpPr>
          <p:spPr>
            <a:xfrm>
              <a:off x="351891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97" name="pg2852">
              <a:extLst>
                <a:ext uri="{FF2B5EF4-FFF2-40B4-BE49-F238E27FC236}">
                  <a16:creationId xmlns:a16="http://schemas.microsoft.com/office/drawing/2014/main" id="{31A2B8E2-41EA-BB49-FB73-A9C5A77979AD}"/>
                </a:ext>
              </a:extLst>
            </p:cNvPr>
            <p:cNvSpPr/>
            <p:nvPr/>
          </p:nvSpPr>
          <p:spPr>
            <a:xfrm>
              <a:off x="353055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98" name="pg2853">
              <a:extLst>
                <a:ext uri="{FF2B5EF4-FFF2-40B4-BE49-F238E27FC236}">
                  <a16:creationId xmlns:a16="http://schemas.microsoft.com/office/drawing/2014/main" id="{6B103DE5-B67E-0947-CA92-F3EE08E0F30B}"/>
                </a:ext>
              </a:extLst>
            </p:cNvPr>
            <p:cNvSpPr/>
            <p:nvPr/>
          </p:nvSpPr>
          <p:spPr>
            <a:xfrm>
              <a:off x="354219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99" name="pg2854">
              <a:extLst>
                <a:ext uri="{FF2B5EF4-FFF2-40B4-BE49-F238E27FC236}">
                  <a16:creationId xmlns:a16="http://schemas.microsoft.com/office/drawing/2014/main" id="{0036CCCA-F98A-2C15-0D06-1A3007AAD3E8}"/>
                </a:ext>
              </a:extLst>
            </p:cNvPr>
            <p:cNvSpPr/>
            <p:nvPr/>
          </p:nvSpPr>
          <p:spPr>
            <a:xfrm>
              <a:off x="355383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00" name="pg2855">
              <a:extLst>
                <a:ext uri="{FF2B5EF4-FFF2-40B4-BE49-F238E27FC236}">
                  <a16:creationId xmlns:a16="http://schemas.microsoft.com/office/drawing/2014/main" id="{6F210B8B-F290-8FE5-1CAA-96FB003EFCB0}"/>
                </a:ext>
              </a:extLst>
            </p:cNvPr>
            <p:cNvSpPr/>
            <p:nvPr/>
          </p:nvSpPr>
          <p:spPr>
            <a:xfrm>
              <a:off x="361201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01" name="pg2856">
              <a:extLst>
                <a:ext uri="{FF2B5EF4-FFF2-40B4-BE49-F238E27FC236}">
                  <a16:creationId xmlns:a16="http://schemas.microsoft.com/office/drawing/2014/main" id="{3CA699AA-8370-8ECB-97A0-747270985475}"/>
                </a:ext>
              </a:extLst>
            </p:cNvPr>
            <p:cNvSpPr/>
            <p:nvPr/>
          </p:nvSpPr>
          <p:spPr>
            <a:xfrm>
              <a:off x="362365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02" name="pg2857">
              <a:extLst>
                <a:ext uri="{FF2B5EF4-FFF2-40B4-BE49-F238E27FC236}">
                  <a16:creationId xmlns:a16="http://schemas.microsoft.com/office/drawing/2014/main" id="{E0DB294A-05C4-37A4-394C-1BE02CA7132D}"/>
                </a:ext>
              </a:extLst>
            </p:cNvPr>
            <p:cNvSpPr/>
            <p:nvPr/>
          </p:nvSpPr>
          <p:spPr>
            <a:xfrm>
              <a:off x="363529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03" name="pg2858">
              <a:extLst>
                <a:ext uri="{FF2B5EF4-FFF2-40B4-BE49-F238E27FC236}">
                  <a16:creationId xmlns:a16="http://schemas.microsoft.com/office/drawing/2014/main" id="{4F933201-65A1-27BD-D704-C6BAAED5618C}"/>
                </a:ext>
              </a:extLst>
            </p:cNvPr>
            <p:cNvSpPr/>
            <p:nvPr/>
          </p:nvSpPr>
          <p:spPr>
            <a:xfrm>
              <a:off x="364692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04" name="pg2859">
              <a:extLst>
                <a:ext uri="{FF2B5EF4-FFF2-40B4-BE49-F238E27FC236}">
                  <a16:creationId xmlns:a16="http://schemas.microsoft.com/office/drawing/2014/main" id="{113DE078-702F-FAB2-8912-EE8E5568B52D}"/>
                </a:ext>
              </a:extLst>
            </p:cNvPr>
            <p:cNvSpPr/>
            <p:nvPr/>
          </p:nvSpPr>
          <p:spPr>
            <a:xfrm>
              <a:off x="365856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05" name="pg2860">
              <a:extLst>
                <a:ext uri="{FF2B5EF4-FFF2-40B4-BE49-F238E27FC236}">
                  <a16:creationId xmlns:a16="http://schemas.microsoft.com/office/drawing/2014/main" id="{45082397-D24A-310C-8325-F94D5C56372E}"/>
                </a:ext>
              </a:extLst>
            </p:cNvPr>
            <p:cNvSpPr/>
            <p:nvPr/>
          </p:nvSpPr>
          <p:spPr>
            <a:xfrm>
              <a:off x="367020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06" name="pg2861">
              <a:extLst>
                <a:ext uri="{FF2B5EF4-FFF2-40B4-BE49-F238E27FC236}">
                  <a16:creationId xmlns:a16="http://schemas.microsoft.com/office/drawing/2014/main" id="{55F94513-DCB3-DA7C-3A9D-2A9C7E35CFEB}"/>
                </a:ext>
              </a:extLst>
            </p:cNvPr>
            <p:cNvSpPr/>
            <p:nvPr/>
          </p:nvSpPr>
          <p:spPr>
            <a:xfrm>
              <a:off x="368184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07" name="pg2862">
              <a:extLst>
                <a:ext uri="{FF2B5EF4-FFF2-40B4-BE49-F238E27FC236}">
                  <a16:creationId xmlns:a16="http://schemas.microsoft.com/office/drawing/2014/main" id="{295D89FF-5758-4588-2E71-3D4C7E8CE6BF}"/>
                </a:ext>
              </a:extLst>
            </p:cNvPr>
            <p:cNvSpPr/>
            <p:nvPr/>
          </p:nvSpPr>
          <p:spPr>
            <a:xfrm>
              <a:off x="369347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08" name="pg2863">
              <a:extLst>
                <a:ext uri="{FF2B5EF4-FFF2-40B4-BE49-F238E27FC236}">
                  <a16:creationId xmlns:a16="http://schemas.microsoft.com/office/drawing/2014/main" id="{E5BC2C56-3ADA-24C7-2B3D-A0CD5EAF9E75}"/>
                </a:ext>
              </a:extLst>
            </p:cNvPr>
            <p:cNvSpPr/>
            <p:nvPr/>
          </p:nvSpPr>
          <p:spPr>
            <a:xfrm>
              <a:off x="370511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09" name="pg2864">
              <a:extLst>
                <a:ext uri="{FF2B5EF4-FFF2-40B4-BE49-F238E27FC236}">
                  <a16:creationId xmlns:a16="http://schemas.microsoft.com/office/drawing/2014/main" id="{D4C602B4-4410-0EFD-9128-E977ADC80AEE}"/>
                </a:ext>
              </a:extLst>
            </p:cNvPr>
            <p:cNvSpPr/>
            <p:nvPr/>
          </p:nvSpPr>
          <p:spPr>
            <a:xfrm>
              <a:off x="371675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10" name="pg2865">
              <a:extLst>
                <a:ext uri="{FF2B5EF4-FFF2-40B4-BE49-F238E27FC236}">
                  <a16:creationId xmlns:a16="http://schemas.microsoft.com/office/drawing/2014/main" id="{129DFC23-0678-E1E8-196F-5F4AB541B44D}"/>
                </a:ext>
              </a:extLst>
            </p:cNvPr>
            <p:cNvSpPr/>
            <p:nvPr/>
          </p:nvSpPr>
          <p:spPr>
            <a:xfrm>
              <a:off x="372839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11" name="pg2866">
              <a:extLst>
                <a:ext uri="{FF2B5EF4-FFF2-40B4-BE49-F238E27FC236}">
                  <a16:creationId xmlns:a16="http://schemas.microsoft.com/office/drawing/2014/main" id="{2F7F8B48-06BE-DACD-40B8-D271D6AC01A5}"/>
                </a:ext>
              </a:extLst>
            </p:cNvPr>
            <p:cNvSpPr/>
            <p:nvPr/>
          </p:nvSpPr>
          <p:spPr>
            <a:xfrm>
              <a:off x="374002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12" name="pg2867">
              <a:extLst>
                <a:ext uri="{FF2B5EF4-FFF2-40B4-BE49-F238E27FC236}">
                  <a16:creationId xmlns:a16="http://schemas.microsoft.com/office/drawing/2014/main" id="{D049C65F-27DE-C411-0D1E-18CF400D5D14}"/>
                </a:ext>
              </a:extLst>
            </p:cNvPr>
            <p:cNvSpPr/>
            <p:nvPr/>
          </p:nvSpPr>
          <p:spPr>
            <a:xfrm>
              <a:off x="375166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13" name="pg2868">
              <a:extLst>
                <a:ext uri="{FF2B5EF4-FFF2-40B4-BE49-F238E27FC236}">
                  <a16:creationId xmlns:a16="http://schemas.microsoft.com/office/drawing/2014/main" id="{806BB701-E468-52B3-EEDC-9EFB18EE5B5C}"/>
                </a:ext>
              </a:extLst>
            </p:cNvPr>
            <p:cNvSpPr/>
            <p:nvPr/>
          </p:nvSpPr>
          <p:spPr>
            <a:xfrm>
              <a:off x="376330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14" name="pg2869">
              <a:extLst>
                <a:ext uri="{FF2B5EF4-FFF2-40B4-BE49-F238E27FC236}">
                  <a16:creationId xmlns:a16="http://schemas.microsoft.com/office/drawing/2014/main" id="{9C3D6C44-960C-7527-52D9-FC2FB9EAFB9B}"/>
                </a:ext>
              </a:extLst>
            </p:cNvPr>
            <p:cNvSpPr/>
            <p:nvPr/>
          </p:nvSpPr>
          <p:spPr>
            <a:xfrm>
              <a:off x="413569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15" name="pg2870">
              <a:extLst>
                <a:ext uri="{FF2B5EF4-FFF2-40B4-BE49-F238E27FC236}">
                  <a16:creationId xmlns:a16="http://schemas.microsoft.com/office/drawing/2014/main" id="{C4CF2EC0-6C77-717D-7367-AD255B2609C2}"/>
                </a:ext>
              </a:extLst>
            </p:cNvPr>
            <p:cNvSpPr/>
            <p:nvPr/>
          </p:nvSpPr>
          <p:spPr>
            <a:xfrm>
              <a:off x="414733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16" name="pg2871">
              <a:extLst>
                <a:ext uri="{FF2B5EF4-FFF2-40B4-BE49-F238E27FC236}">
                  <a16:creationId xmlns:a16="http://schemas.microsoft.com/office/drawing/2014/main" id="{1BE12EC2-CB76-F255-F9D0-2735C43CCD78}"/>
                </a:ext>
              </a:extLst>
            </p:cNvPr>
            <p:cNvSpPr/>
            <p:nvPr/>
          </p:nvSpPr>
          <p:spPr>
            <a:xfrm>
              <a:off x="415897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17" name="pg2872">
              <a:extLst>
                <a:ext uri="{FF2B5EF4-FFF2-40B4-BE49-F238E27FC236}">
                  <a16:creationId xmlns:a16="http://schemas.microsoft.com/office/drawing/2014/main" id="{840D3C19-DB40-29A2-66A9-E655EAC4874A}"/>
                </a:ext>
              </a:extLst>
            </p:cNvPr>
            <p:cNvSpPr/>
            <p:nvPr/>
          </p:nvSpPr>
          <p:spPr>
            <a:xfrm>
              <a:off x="417060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18" name="pg2873">
              <a:extLst>
                <a:ext uri="{FF2B5EF4-FFF2-40B4-BE49-F238E27FC236}">
                  <a16:creationId xmlns:a16="http://schemas.microsoft.com/office/drawing/2014/main" id="{49E27689-E186-D738-74F9-3DD99374735D}"/>
                </a:ext>
              </a:extLst>
            </p:cNvPr>
            <p:cNvSpPr/>
            <p:nvPr/>
          </p:nvSpPr>
          <p:spPr>
            <a:xfrm>
              <a:off x="418224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19" name="pg2874">
              <a:extLst>
                <a:ext uri="{FF2B5EF4-FFF2-40B4-BE49-F238E27FC236}">
                  <a16:creationId xmlns:a16="http://schemas.microsoft.com/office/drawing/2014/main" id="{C7A9E9E4-3DAD-CA47-2061-A1C0FE92965D}"/>
                </a:ext>
              </a:extLst>
            </p:cNvPr>
            <p:cNvSpPr/>
            <p:nvPr/>
          </p:nvSpPr>
          <p:spPr>
            <a:xfrm>
              <a:off x="419388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20" name="pg2875">
              <a:extLst>
                <a:ext uri="{FF2B5EF4-FFF2-40B4-BE49-F238E27FC236}">
                  <a16:creationId xmlns:a16="http://schemas.microsoft.com/office/drawing/2014/main" id="{A1B7C4A3-D102-3C83-8DD9-A3D0AA036DB0}"/>
                </a:ext>
              </a:extLst>
            </p:cNvPr>
            <p:cNvSpPr/>
            <p:nvPr/>
          </p:nvSpPr>
          <p:spPr>
            <a:xfrm>
              <a:off x="420552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21" name="pg2876">
              <a:extLst>
                <a:ext uri="{FF2B5EF4-FFF2-40B4-BE49-F238E27FC236}">
                  <a16:creationId xmlns:a16="http://schemas.microsoft.com/office/drawing/2014/main" id="{C273D729-9A32-9431-3518-A2A79671B87B}"/>
                </a:ext>
              </a:extLst>
            </p:cNvPr>
            <p:cNvSpPr/>
            <p:nvPr/>
          </p:nvSpPr>
          <p:spPr>
            <a:xfrm>
              <a:off x="421715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22" name="pg2877">
              <a:extLst>
                <a:ext uri="{FF2B5EF4-FFF2-40B4-BE49-F238E27FC236}">
                  <a16:creationId xmlns:a16="http://schemas.microsoft.com/office/drawing/2014/main" id="{54AC3C80-6942-2CE8-EA5F-007990F53F2C}"/>
                </a:ext>
              </a:extLst>
            </p:cNvPr>
            <p:cNvSpPr/>
            <p:nvPr/>
          </p:nvSpPr>
          <p:spPr>
            <a:xfrm>
              <a:off x="433353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23" name="pg2878">
              <a:extLst>
                <a:ext uri="{FF2B5EF4-FFF2-40B4-BE49-F238E27FC236}">
                  <a16:creationId xmlns:a16="http://schemas.microsoft.com/office/drawing/2014/main" id="{C51BF3FF-71D8-DDE1-7078-6A9D74412CD4}"/>
                </a:ext>
              </a:extLst>
            </p:cNvPr>
            <p:cNvSpPr/>
            <p:nvPr/>
          </p:nvSpPr>
          <p:spPr>
            <a:xfrm>
              <a:off x="434516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24" name="pg2879">
              <a:extLst>
                <a:ext uri="{FF2B5EF4-FFF2-40B4-BE49-F238E27FC236}">
                  <a16:creationId xmlns:a16="http://schemas.microsoft.com/office/drawing/2014/main" id="{5546EA47-A482-D6D1-908B-EE0D08E3CED5}"/>
                </a:ext>
              </a:extLst>
            </p:cNvPr>
            <p:cNvSpPr/>
            <p:nvPr/>
          </p:nvSpPr>
          <p:spPr>
            <a:xfrm>
              <a:off x="435680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25" name="pg2880">
              <a:extLst>
                <a:ext uri="{FF2B5EF4-FFF2-40B4-BE49-F238E27FC236}">
                  <a16:creationId xmlns:a16="http://schemas.microsoft.com/office/drawing/2014/main" id="{F1EE0FE6-8CD9-2FFA-5965-587B78A9BDB2}"/>
                </a:ext>
              </a:extLst>
            </p:cNvPr>
            <p:cNvSpPr/>
            <p:nvPr/>
          </p:nvSpPr>
          <p:spPr>
            <a:xfrm>
              <a:off x="436844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26" name="pg2881">
              <a:extLst>
                <a:ext uri="{FF2B5EF4-FFF2-40B4-BE49-F238E27FC236}">
                  <a16:creationId xmlns:a16="http://schemas.microsoft.com/office/drawing/2014/main" id="{88C0465C-4BE4-CD97-8437-5BAE4D064B5C}"/>
                </a:ext>
              </a:extLst>
            </p:cNvPr>
            <p:cNvSpPr/>
            <p:nvPr/>
          </p:nvSpPr>
          <p:spPr>
            <a:xfrm>
              <a:off x="438008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27" name="pg2882">
              <a:extLst>
                <a:ext uri="{FF2B5EF4-FFF2-40B4-BE49-F238E27FC236}">
                  <a16:creationId xmlns:a16="http://schemas.microsoft.com/office/drawing/2014/main" id="{60041A8D-640A-5709-BE99-4EB270A164C0}"/>
                </a:ext>
              </a:extLst>
            </p:cNvPr>
            <p:cNvSpPr/>
            <p:nvPr/>
          </p:nvSpPr>
          <p:spPr>
            <a:xfrm>
              <a:off x="439171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28" name="pg2883">
              <a:extLst>
                <a:ext uri="{FF2B5EF4-FFF2-40B4-BE49-F238E27FC236}">
                  <a16:creationId xmlns:a16="http://schemas.microsoft.com/office/drawing/2014/main" id="{71DE885D-159F-540C-31B4-E1E271D3A1D9}"/>
                </a:ext>
              </a:extLst>
            </p:cNvPr>
            <p:cNvSpPr/>
            <p:nvPr/>
          </p:nvSpPr>
          <p:spPr>
            <a:xfrm>
              <a:off x="440335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29" name="pg2884">
              <a:extLst>
                <a:ext uri="{FF2B5EF4-FFF2-40B4-BE49-F238E27FC236}">
                  <a16:creationId xmlns:a16="http://schemas.microsoft.com/office/drawing/2014/main" id="{0D0223DD-6EFB-023D-A330-E89A65A01FD5}"/>
                </a:ext>
              </a:extLst>
            </p:cNvPr>
            <p:cNvSpPr/>
            <p:nvPr/>
          </p:nvSpPr>
          <p:spPr>
            <a:xfrm>
              <a:off x="457791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30" name="pg2885">
              <a:extLst>
                <a:ext uri="{FF2B5EF4-FFF2-40B4-BE49-F238E27FC236}">
                  <a16:creationId xmlns:a16="http://schemas.microsoft.com/office/drawing/2014/main" id="{45B26B48-0923-876E-4205-BDACFE998B49}"/>
                </a:ext>
              </a:extLst>
            </p:cNvPr>
            <p:cNvSpPr/>
            <p:nvPr/>
          </p:nvSpPr>
          <p:spPr>
            <a:xfrm>
              <a:off x="458955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31" name="pg2886">
              <a:extLst>
                <a:ext uri="{FF2B5EF4-FFF2-40B4-BE49-F238E27FC236}">
                  <a16:creationId xmlns:a16="http://schemas.microsoft.com/office/drawing/2014/main" id="{4A8EF7BE-5310-0FE9-AB3B-2616C3324F9B}"/>
                </a:ext>
              </a:extLst>
            </p:cNvPr>
            <p:cNvSpPr/>
            <p:nvPr/>
          </p:nvSpPr>
          <p:spPr>
            <a:xfrm>
              <a:off x="460119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32" name="pg2887">
              <a:extLst>
                <a:ext uri="{FF2B5EF4-FFF2-40B4-BE49-F238E27FC236}">
                  <a16:creationId xmlns:a16="http://schemas.microsoft.com/office/drawing/2014/main" id="{420AA9FF-1F92-AB46-E320-59D51C716641}"/>
                </a:ext>
              </a:extLst>
            </p:cNvPr>
            <p:cNvSpPr/>
            <p:nvPr/>
          </p:nvSpPr>
          <p:spPr>
            <a:xfrm>
              <a:off x="461282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33" name="pg2888">
              <a:extLst>
                <a:ext uri="{FF2B5EF4-FFF2-40B4-BE49-F238E27FC236}">
                  <a16:creationId xmlns:a16="http://schemas.microsoft.com/office/drawing/2014/main" id="{3EF5DD55-947F-110B-5893-ECF90D4B3FFD}"/>
                </a:ext>
              </a:extLst>
            </p:cNvPr>
            <p:cNvSpPr/>
            <p:nvPr/>
          </p:nvSpPr>
          <p:spPr>
            <a:xfrm>
              <a:off x="462446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34" name="pg2889">
              <a:extLst>
                <a:ext uri="{FF2B5EF4-FFF2-40B4-BE49-F238E27FC236}">
                  <a16:creationId xmlns:a16="http://schemas.microsoft.com/office/drawing/2014/main" id="{D2A43E28-4DCD-222C-C443-326C5099F4AD}"/>
                </a:ext>
              </a:extLst>
            </p:cNvPr>
            <p:cNvSpPr/>
            <p:nvPr/>
          </p:nvSpPr>
          <p:spPr>
            <a:xfrm>
              <a:off x="311161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35" name="pg2890">
              <a:extLst>
                <a:ext uri="{FF2B5EF4-FFF2-40B4-BE49-F238E27FC236}">
                  <a16:creationId xmlns:a16="http://schemas.microsoft.com/office/drawing/2014/main" id="{E76D0C3E-ECAE-2390-6E44-8BEB9E5D121A}"/>
                </a:ext>
              </a:extLst>
            </p:cNvPr>
            <p:cNvSpPr/>
            <p:nvPr/>
          </p:nvSpPr>
          <p:spPr>
            <a:xfrm>
              <a:off x="312324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36" name="pg2891">
              <a:extLst>
                <a:ext uri="{FF2B5EF4-FFF2-40B4-BE49-F238E27FC236}">
                  <a16:creationId xmlns:a16="http://schemas.microsoft.com/office/drawing/2014/main" id="{BFC01362-DBBA-8D20-E7E2-6D3764CC74A6}"/>
                </a:ext>
              </a:extLst>
            </p:cNvPr>
            <p:cNvSpPr/>
            <p:nvPr/>
          </p:nvSpPr>
          <p:spPr>
            <a:xfrm>
              <a:off x="313488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37" name="pg2892">
              <a:extLst>
                <a:ext uri="{FF2B5EF4-FFF2-40B4-BE49-F238E27FC236}">
                  <a16:creationId xmlns:a16="http://schemas.microsoft.com/office/drawing/2014/main" id="{B31A3974-E150-96DE-4972-105458A0B250}"/>
                </a:ext>
              </a:extLst>
            </p:cNvPr>
            <p:cNvSpPr/>
            <p:nvPr/>
          </p:nvSpPr>
          <p:spPr>
            <a:xfrm>
              <a:off x="314652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38" name="pg2893">
              <a:extLst>
                <a:ext uri="{FF2B5EF4-FFF2-40B4-BE49-F238E27FC236}">
                  <a16:creationId xmlns:a16="http://schemas.microsoft.com/office/drawing/2014/main" id="{4A1D4950-90E9-71FC-8164-F43CCEB3CDBC}"/>
                </a:ext>
              </a:extLst>
            </p:cNvPr>
            <p:cNvSpPr/>
            <p:nvPr/>
          </p:nvSpPr>
          <p:spPr>
            <a:xfrm>
              <a:off x="315816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39" name="pg2894">
              <a:extLst>
                <a:ext uri="{FF2B5EF4-FFF2-40B4-BE49-F238E27FC236}">
                  <a16:creationId xmlns:a16="http://schemas.microsoft.com/office/drawing/2014/main" id="{4DE4619C-27A8-0940-EB61-649F4B159F62}"/>
                </a:ext>
              </a:extLst>
            </p:cNvPr>
            <p:cNvSpPr/>
            <p:nvPr/>
          </p:nvSpPr>
          <p:spPr>
            <a:xfrm>
              <a:off x="316979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40" name="pg2895">
              <a:extLst>
                <a:ext uri="{FF2B5EF4-FFF2-40B4-BE49-F238E27FC236}">
                  <a16:creationId xmlns:a16="http://schemas.microsoft.com/office/drawing/2014/main" id="{7114EC14-12C7-6857-6F90-47AA61705777}"/>
                </a:ext>
              </a:extLst>
            </p:cNvPr>
            <p:cNvSpPr/>
            <p:nvPr/>
          </p:nvSpPr>
          <p:spPr>
            <a:xfrm>
              <a:off x="318143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41" name="pg2896">
              <a:extLst>
                <a:ext uri="{FF2B5EF4-FFF2-40B4-BE49-F238E27FC236}">
                  <a16:creationId xmlns:a16="http://schemas.microsoft.com/office/drawing/2014/main" id="{896377C3-89AE-8451-1AF0-BEB5F82EEC92}"/>
                </a:ext>
              </a:extLst>
            </p:cNvPr>
            <p:cNvSpPr/>
            <p:nvPr/>
          </p:nvSpPr>
          <p:spPr>
            <a:xfrm>
              <a:off x="319307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42" name="pg2897">
              <a:extLst>
                <a:ext uri="{FF2B5EF4-FFF2-40B4-BE49-F238E27FC236}">
                  <a16:creationId xmlns:a16="http://schemas.microsoft.com/office/drawing/2014/main" id="{F34E6894-EF68-3E31-EFEC-E05EF976FA95}"/>
                </a:ext>
              </a:extLst>
            </p:cNvPr>
            <p:cNvSpPr/>
            <p:nvPr/>
          </p:nvSpPr>
          <p:spPr>
            <a:xfrm>
              <a:off x="320471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43" name="pg2898">
              <a:extLst>
                <a:ext uri="{FF2B5EF4-FFF2-40B4-BE49-F238E27FC236}">
                  <a16:creationId xmlns:a16="http://schemas.microsoft.com/office/drawing/2014/main" id="{84825195-C3F6-01EC-FB1B-B3FF6F26D15C}"/>
                </a:ext>
              </a:extLst>
            </p:cNvPr>
            <p:cNvSpPr/>
            <p:nvPr/>
          </p:nvSpPr>
          <p:spPr>
            <a:xfrm>
              <a:off x="321634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44" name="pg2899">
              <a:extLst>
                <a:ext uri="{FF2B5EF4-FFF2-40B4-BE49-F238E27FC236}">
                  <a16:creationId xmlns:a16="http://schemas.microsoft.com/office/drawing/2014/main" id="{AA6D39C9-D319-9568-FA8A-27992C0D018F}"/>
                </a:ext>
              </a:extLst>
            </p:cNvPr>
            <p:cNvSpPr/>
            <p:nvPr/>
          </p:nvSpPr>
          <p:spPr>
            <a:xfrm>
              <a:off x="322798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45" name="pg2900">
              <a:extLst>
                <a:ext uri="{FF2B5EF4-FFF2-40B4-BE49-F238E27FC236}">
                  <a16:creationId xmlns:a16="http://schemas.microsoft.com/office/drawing/2014/main" id="{67CE005F-8BDB-1656-5492-E486B8956245}"/>
                </a:ext>
              </a:extLst>
            </p:cNvPr>
            <p:cNvSpPr/>
            <p:nvPr/>
          </p:nvSpPr>
          <p:spPr>
            <a:xfrm>
              <a:off x="323962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46" name="pg2901">
              <a:extLst>
                <a:ext uri="{FF2B5EF4-FFF2-40B4-BE49-F238E27FC236}">
                  <a16:creationId xmlns:a16="http://schemas.microsoft.com/office/drawing/2014/main" id="{D3AF6A28-197B-90B5-0427-8384BFBBC561}"/>
                </a:ext>
              </a:extLst>
            </p:cNvPr>
            <p:cNvSpPr/>
            <p:nvPr/>
          </p:nvSpPr>
          <p:spPr>
            <a:xfrm>
              <a:off x="335599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47" name="pg2902">
              <a:extLst>
                <a:ext uri="{FF2B5EF4-FFF2-40B4-BE49-F238E27FC236}">
                  <a16:creationId xmlns:a16="http://schemas.microsoft.com/office/drawing/2014/main" id="{E3341438-4BDA-FE9A-8C98-1F9371930D5B}"/>
                </a:ext>
              </a:extLst>
            </p:cNvPr>
            <p:cNvSpPr/>
            <p:nvPr/>
          </p:nvSpPr>
          <p:spPr>
            <a:xfrm>
              <a:off x="336763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48" name="pg2903">
              <a:extLst>
                <a:ext uri="{FF2B5EF4-FFF2-40B4-BE49-F238E27FC236}">
                  <a16:creationId xmlns:a16="http://schemas.microsoft.com/office/drawing/2014/main" id="{D7BEE78F-0273-B201-0571-A6C6B3CC1D33}"/>
                </a:ext>
              </a:extLst>
            </p:cNvPr>
            <p:cNvSpPr/>
            <p:nvPr/>
          </p:nvSpPr>
          <p:spPr>
            <a:xfrm>
              <a:off x="337927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49" name="pg2904">
              <a:extLst>
                <a:ext uri="{FF2B5EF4-FFF2-40B4-BE49-F238E27FC236}">
                  <a16:creationId xmlns:a16="http://schemas.microsoft.com/office/drawing/2014/main" id="{458E9A92-BD05-DF92-FFC2-B97AEF699D40}"/>
                </a:ext>
              </a:extLst>
            </p:cNvPr>
            <p:cNvSpPr/>
            <p:nvPr/>
          </p:nvSpPr>
          <p:spPr>
            <a:xfrm>
              <a:off x="339090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50" name="pg2905">
              <a:extLst>
                <a:ext uri="{FF2B5EF4-FFF2-40B4-BE49-F238E27FC236}">
                  <a16:creationId xmlns:a16="http://schemas.microsoft.com/office/drawing/2014/main" id="{B9B84BD9-7585-77E8-3EF2-5542677016D3}"/>
                </a:ext>
              </a:extLst>
            </p:cNvPr>
            <p:cNvSpPr/>
            <p:nvPr/>
          </p:nvSpPr>
          <p:spPr>
            <a:xfrm>
              <a:off x="340254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51" name="pg2906">
              <a:extLst>
                <a:ext uri="{FF2B5EF4-FFF2-40B4-BE49-F238E27FC236}">
                  <a16:creationId xmlns:a16="http://schemas.microsoft.com/office/drawing/2014/main" id="{C2655F4F-517C-073B-3412-2D2BF7B6A1D3}"/>
                </a:ext>
              </a:extLst>
            </p:cNvPr>
            <p:cNvSpPr/>
            <p:nvPr/>
          </p:nvSpPr>
          <p:spPr>
            <a:xfrm>
              <a:off x="341418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52" name="pg2907">
              <a:extLst>
                <a:ext uri="{FF2B5EF4-FFF2-40B4-BE49-F238E27FC236}">
                  <a16:creationId xmlns:a16="http://schemas.microsoft.com/office/drawing/2014/main" id="{43C46B75-3447-E88F-7A83-3FEE27F9C098}"/>
                </a:ext>
              </a:extLst>
            </p:cNvPr>
            <p:cNvSpPr/>
            <p:nvPr/>
          </p:nvSpPr>
          <p:spPr>
            <a:xfrm>
              <a:off x="342581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53" name="pg2908">
              <a:extLst>
                <a:ext uri="{FF2B5EF4-FFF2-40B4-BE49-F238E27FC236}">
                  <a16:creationId xmlns:a16="http://schemas.microsoft.com/office/drawing/2014/main" id="{2C23A579-C3FA-348C-F015-8F576022E66B}"/>
                </a:ext>
              </a:extLst>
            </p:cNvPr>
            <p:cNvSpPr/>
            <p:nvPr/>
          </p:nvSpPr>
          <p:spPr>
            <a:xfrm>
              <a:off x="343745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54" name="pg2909">
              <a:extLst>
                <a:ext uri="{FF2B5EF4-FFF2-40B4-BE49-F238E27FC236}">
                  <a16:creationId xmlns:a16="http://schemas.microsoft.com/office/drawing/2014/main" id="{262F195D-40BF-292E-99BF-EC8328BE9667}"/>
                </a:ext>
              </a:extLst>
            </p:cNvPr>
            <p:cNvSpPr/>
            <p:nvPr/>
          </p:nvSpPr>
          <p:spPr>
            <a:xfrm>
              <a:off x="344909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55" name="pg2910">
              <a:extLst>
                <a:ext uri="{FF2B5EF4-FFF2-40B4-BE49-F238E27FC236}">
                  <a16:creationId xmlns:a16="http://schemas.microsoft.com/office/drawing/2014/main" id="{9FFCB050-7777-9664-4F2A-F83A6655427F}"/>
                </a:ext>
              </a:extLst>
            </p:cNvPr>
            <p:cNvSpPr/>
            <p:nvPr/>
          </p:nvSpPr>
          <p:spPr>
            <a:xfrm>
              <a:off x="346073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56" name="pg2911">
              <a:extLst>
                <a:ext uri="{FF2B5EF4-FFF2-40B4-BE49-F238E27FC236}">
                  <a16:creationId xmlns:a16="http://schemas.microsoft.com/office/drawing/2014/main" id="{87C4038D-2D1D-CECE-DD82-326B9AF815AC}"/>
                </a:ext>
              </a:extLst>
            </p:cNvPr>
            <p:cNvSpPr/>
            <p:nvPr/>
          </p:nvSpPr>
          <p:spPr>
            <a:xfrm>
              <a:off x="348400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57" name="pg2912">
              <a:extLst>
                <a:ext uri="{FF2B5EF4-FFF2-40B4-BE49-F238E27FC236}">
                  <a16:creationId xmlns:a16="http://schemas.microsoft.com/office/drawing/2014/main" id="{B3EDC29F-02FE-0D09-5BBA-C016C5AEB10F}"/>
                </a:ext>
              </a:extLst>
            </p:cNvPr>
            <p:cNvSpPr/>
            <p:nvPr/>
          </p:nvSpPr>
          <p:spPr>
            <a:xfrm>
              <a:off x="349564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58" name="pg2913">
              <a:extLst>
                <a:ext uri="{FF2B5EF4-FFF2-40B4-BE49-F238E27FC236}">
                  <a16:creationId xmlns:a16="http://schemas.microsoft.com/office/drawing/2014/main" id="{051322DB-1E14-C2B3-063F-D9399EEF1873}"/>
                </a:ext>
              </a:extLst>
            </p:cNvPr>
            <p:cNvSpPr/>
            <p:nvPr/>
          </p:nvSpPr>
          <p:spPr>
            <a:xfrm>
              <a:off x="350728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59" name="pg2914">
              <a:extLst>
                <a:ext uri="{FF2B5EF4-FFF2-40B4-BE49-F238E27FC236}">
                  <a16:creationId xmlns:a16="http://schemas.microsoft.com/office/drawing/2014/main" id="{9E180CF0-FEF8-46C1-2108-FF50E467FB13}"/>
                </a:ext>
              </a:extLst>
            </p:cNvPr>
            <p:cNvSpPr/>
            <p:nvPr/>
          </p:nvSpPr>
          <p:spPr>
            <a:xfrm>
              <a:off x="351891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60" name="pg2915">
              <a:extLst>
                <a:ext uri="{FF2B5EF4-FFF2-40B4-BE49-F238E27FC236}">
                  <a16:creationId xmlns:a16="http://schemas.microsoft.com/office/drawing/2014/main" id="{43ECEA62-3A7A-1CDD-45E3-A4AC6C0CD219}"/>
                </a:ext>
              </a:extLst>
            </p:cNvPr>
            <p:cNvSpPr/>
            <p:nvPr/>
          </p:nvSpPr>
          <p:spPr>
            <a:xfrm>
              <a:off x="353055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61" name="pg2916">
              <a:extLst>
                <a:ext uri="{FF2B5EF4-FFF2-40B4-BE49-F238E27FC236}">
                  <a16:creationId xmlns:a16="http://schemas.microsoft.com/office/drawing/2014/main" id="{A89A227E-46A1-C73F-3553-BDAB0538A5A4}"/>
                </a:ext>
              </a:extLst>
            </p:cNvPr>
            <p:cNvSpPr/>
            <p:nvPr/>
          </p:nvSpPr>
          <p:spPr>
            <a:xfrm>
              <a:off x="354219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62" name="pg2917">
              <a:extLst>
                <a:ext uri="{FF2B5EF4-FFF2-40B4-BE49-F238E27FC236}">
                  <a16:creationId xmlns:a16="http://schemas.microsoft.com/office/drawing/2014/main" id="{4435BE65-22C6-5A31-97EA-0B93B62E84D6}"/>
                </a:ext>
              </a:extLst>
            </p:cNvPr>
            <p:cNvSpPr/>
            <p:nvPr/>
          </p:nvSpPr>
          <p:spPr>
            <a:xfrm>
              <a:off x="355383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63" name="pg2918">
              <a:extLst>
                <a:ext uri="{FF2B5EF4-FFF2-40B4-BE49-F238E27FC236}">
                  <a16:creationId xmlns:a16="http://schemas.microsoft.com/office/drawing/2014/main" id="{2B05F3D9-BFAA-5C10-6C23-816ABA39737C}"/>
                </a:ext>
              </a:extLst>
            </p:cNvPr>
            <p:cNvSpPr/>
            <p:nvPr/>
          </p:nvSpPr>
          <p:spPr>
            <a:xfrm>
              <a:off x="356546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64" name="pg2919">
              <a:extLst>
                <a:ext uri="{FF2B5EF4-FFF2-40B4-BE49-F238E27FC236}">
                  <a16:creationId xmlns:a16="http://schemas.microsoft.com/office/drawing/2014/main" id="{75FD4722-5D0E-26D6-932F-C0124877F9CC}"/>
                </a:ext>
              </a:extLst>
            </p:cNvPr>
            <p:cNvSpPr/>
            <p:nvPr/>
          </p:nvSpPr>
          <p:spPr>
            <a:xfrm>
              <a:off x="358874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65" name="pg2920">
              <a:extLst>
                <a:ext uri="{FF2B5EF4-FFF2-40B4-BE49-F238E27FC236}">
                  <a16:creationId xmlns:a16="http://schemas.microsoft.com/office/drawing/2014/main" id="{5721C179-CFB5-6EE1-E06C-DAF9BB5989F4}"/>
                </a:ext>
              </a:extLst>
            </p:cNvPr>
            <p:cNvSpPr/>
            <p:nvPr/>
          </p:nvSpPr>
          <p:spPr>
            <a:xfrm>
              <a:off x="360037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66" name="pg2921">
              <a:extLst>
                <a:ext uri="{FF2B5EF4-FFF2-40B4-BE49-F238E27FC236}">
                  <a16:creationId xmlns:a16="http://schemas.microsoft.com/office/drawing/2014/main" id="{89396F12-9C5D-669D-ACBC-9E9659EB3BDC}"/>
                </a:ext>
              </a:extLst>
            </p:cNvPr>
            <p:cNvSpPr/>
            <p:nvPr/>
          </p:nvSpPr>
          <p:spPr>
            <a:xfrm>
              <a:off x="361201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67" name="pg2922">
              <a:extLst>
                <a:ext uri="{FF2B5EF4-FFF2-40B4-BE49-F238E27FC236}">
                  <a16:creationId xmlns:a16="http://schemas.microsoft.com/office/drawing/2014/main" id="{C33A4DD1-E9BB-EEBD-F791-2B8E886CA5BB}"/>
                </a:ext>
              </a:extLst>
            </p:cNvPr>
            <p:cNvSpPr/>
            <p:nvPr/>
          </p:nvSpPr>
          <p:spPr>
            <a:xfrm>
              <a:off x="362365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68" name="pg2923">
              <a:extLst>
                <a:ext uri="{FF2B5EF4-FFF2-40B4-BE49-F238E27FC236}">
                  <a16:creationId xmlns:a16="http://schemas.microsoft.com/office/drawing/2014/main" id="{30F0024F-1E81-B60A-5FB5-7AA7460B5802}"/>
                </a:ext>
              </a:extLst>
            </p:cNvPr>
            <p:cNvSpPr/>
            <p:nvPr/>
          </p:nvSpPr>
          <p:spPr>
            <a:xfrm>
              <a:off x="363529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69" name="pg2924">
              <a:extLst>
                <a:ext uri="{FF2B5EF4-FFF2-40B4-BE49-F238E27FC236}">
                  <a16:creationId xmlns:a16="http://schemas.microsoft.com/office/drawing/2014/main" id="{0E950070-A719-EA14-38CD-60CAFA551815}"/>
                </a:ext>
              </a:extLst>
            </p:cNvPr>
            <p:cNvSpPr/>
            <p:nvPr/>
          </p:nvSpPr>
          <p:spPr>
            <a:xfrm>
              <a:off x="364692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70" name="pg2925">
              <a:extLst>
                <a:ext uri="{FF2B5EF4-FFF2-40B4-BE49-F238E27FC236}">
                  <a16:creationId xmlns:a16="http://schemas.microsoft.com/office/drawing/2014/main" id="{CC2D00B1-D0F0-8F0F-5CC7-57AE125F21AD}"/>
                </a:ext>
              </a:extLst>
            </p:cNvPr>
            <p:cNvSpPr/>
            <p:nvPr/>
          </p:nvSpPr>
          <p:spPr>
            <a:xfrm>
              <a:off x="365856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71" name="pg2926">
              <a:extLst>
                <a:ext uri="{FF2B5EF4-FFF2-40B4-BE49-F238E27FC236}">
                  <a16:creationId xmlns:a16="http://schemas.microsoft.com/office/drawing/2014/main" id="{16F185BF-08A0-D10C-E0EC-C2B7BC0185E2}"/>
                </a:ext>
              </a:extLst>
            </p:cNvPr>
            <p:cNvSpPr/>
            <p:nvPr/>
          </p:nvSpPr>
          <p:spPr>
            <a:xfrm>
              <a:off x="367020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72" name="pg2927">
              <a:extLst>
                <a:ext uri="{FF2B5EF4-FFF2-40B4-BE49-F238E27FC236}">
                  <a16:creationId xmlns:a16="http://schemas.microsoft.com/office/drawing/2014/main" id="{9D63E868-E5B2-F2D1-0DCA-F57FC90E25CF}"/>
                </a:ext>
              </a:extLst>
            </p:cNvPr>
            <p:cNvSpPr/>
            <p:nvPr/>
          </p:nvSpPr>
          <p:spPr>
            <a:xfrm>
              <a:off x="368184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73" name="pg2928">
              <a:extLst>
                <a:ext uri="{FF2B5EF4-FFF2-40B4-BE49-F238E27FC236}">
                  <a16:creationId xmlns:a16="http://schemas.microsoft.com/office/drawing/2014/main" id="{32769E70-6761-DBF6-5C39-54678BB93226}"/>
                </a:ext>
              </a:extLst>
            </p:cNvPr>
            <p:cNvSpPr/>
            <p:nvPr/>
          </p:nvSpPr>
          <p:spPr>
            <a:xfrm>
              <a:off x="369347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74" name="pg2929">
              <a:extLst>
                <a:ext uri="{FF2B5EF4-FFF2-40B4-BE49-F238E27FC236}">
                  <a16:creationId xmlns:a16="http://schemas.microsoft.com/office/drawing/2014/main" id="{977B7BA5-C9D4-D6ED-4A53-25271406E3B8}"/>
                </a:ext>
              </a:extLst>
            </p:cNvPr>
            <p:cNvSpPr/>
            <p:nvPr/>
          </p:nvSpPr>
          <p:spPr>
            <a:xfrm>
              <a:off x="370511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75" name="pg2930">
              <a:extLst>
                <a:ext uri="{FF2B5EF4-FFF2-40B4-BE49-F238E27FC236}">
                  <a16:creationId xmlns:a16="http://schemas.microsoft.com/office/drawing/2014/main" id="{722A3FEC-E1FB-3DCC-58D6-DB8067D2F85A}"/>
                </a:ext>
              </a:extLst>
            </p:cNvPr>
            <p:cNvSpPr/>
            <p:nvPr/>
          </p:nvSpPr>
          <p:spPr>
            <a:xfrm>
              <a:off x="371675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76" name="pg2931">
              <a:extLst>
                <a:ext uri="{FF2B5EF4-FFF2-40B4-BE49-F238E27FC236}">
                  <a16:creationId xmlns:a16="http://schemas.microsoft.com/office/drawing/2014/main" id="{3BBDCB35-63DC-E954-1431-EBF40C39C03A}"/>
                </a:ext>
              </a:extLst>
            </p:cNvPr>
            <p:cNvSpPr/>
            <p:nvPr/>
          </p:nvSpPr>
          <p:spPr>
            <a:xfrm>
              <a:off x="372839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77" name="pg2932">
              <a:extLst>
                <a:ext uri="{FF2B5EF4-FFF2-40B4-BE49-F238E27FC236}">
                  <a16:creationId xmlns:a16="http://schemas.microsoft.com/office/drawing/2014/main" id="{5CA8C26A-3F66-0355-3C5F-98BF79220265}"/>
                </a:ext>
              </a:extLst>
            </p:cNvPr>
            <p:cNvSpPr/>
            <p:nvPr/>
          </p:nvSpPr>
          <p:spPr>
            <a:xfrm>
              <a:off x="374002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78" name="pg2933">
              <a:extLst>
                <a:ext uri="{FF2B5EF4-FFF2-40B4-BE49-F238E27FC236}">
                  <a16:creationId xmlns:a16="http://schemas.microsoft.com/office/drawing/2014/main" id="{EE5F7DED-B942-9138-C433-BD1ECA6E20A8}"/>
                </a:ext>
              </a:extLst>
            </p:cNvPr>
            <p:cNvSpPr/>
            <p:nvPr/>
          </p:nvSpPr>
          <p:spPr>
            <a:xfrm>
              <a:off x="375166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79" name="pg2934">
              <a:extLst>
                <a:ext uri="{FF2B5EF4-FFF2-40B4-BE49-F238E27FC236}">
                  <a16:creationId xmlns:a16="http://schemas.microsoft.com/office/drawing/2014/main" id="{F85B2177-8592-381C-0847-1E5B486C2560}"/>
                </a:ext>
              </a:extLst>
            </p:cNvPr>
            <p:cNvSpPr/>
            <p:nvPr/>
          </p:nvSpPr>
          <p:spPr>
            <a:xfrm>
              <a:off x="376330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80" name="pg2935">
              <a:extLst>
                <a:ext uri="{FF2B5EF4-FFF2-40B4-BE49-F238E27FC236}">
                  <a16:creationId xmlns:a16="http://schemas.microsoft.com/office/drawing/2014/main" id="{321B810D-16CF-BD53-30AB-BDC9C4406D07}"/>
                </a:ext>
              </a:extLst>
            </p:cNvPr>
            <p:cNvSpPr/>
            <p:nvPr/>
          </p:nvSpPr>
          <p:spPr>
            <a:xfrm>
              <a:off x="377493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81" name="pg2936">
              <a:extLst>
                <a:ext uri="{FF2B5EF4-FFF2-40B4-BE49-F238E27FC236}">
                  <a16:creationId xmlns:a16="http://schemas.microsoft.com/office/drawing/2014/main" id="{8A71D562-AF87-06BE-5499-33702E8A6A02}"/>
                </a:ext>
              </a:extLst>
            </p:cNvPr>
            <p:cNvSpPr/>
            <p:nvPr/>
          </p:nvSpPr>
          <p:spPr>
            <a:xfrm>
              <a:off x="415897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82" name="pg2937">
              <a:extLst>
                <a:ext uri="{FF2B5EF4-FFF2-40B4-BE49-F238E27FC236}">
                  <a16:creationId xmlns:a16="http://schemas.microsoft.com/office/drawing/2014/main" id="{EE3F4CD2-0320-16B4-596C-C8CC5DDB9F73}"/>
                </a:ext>
              </a:extLst>
            </p:cNvPr>
            <p:cNvSpPr/>
            <p:nvPr/>
          </p:nvSpPr>
          <p:spPr>
            <a:xfrm>
              <a:off x="434516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83" name="pg2938">
              <a:extLst>
                <a:ext uri="{FF2B5EF4-FFF2-40B4-BE49-F238E27FC236}">
                  <a16:creationId xmlns:a16="http://schemas.microsoft.com/office/drawing/2014/main" id="{58C29227-5C10-9354-953C-808E59A9D2FF}"/>
                </a:ext>
              </a:extLst>
            </p:cNvPr>
            <p:cNvSpPr/>
            <p:nvPr/>
          </p:nvSpPr>
          <p:spPr>
            <a:xfrm>
              <a:off x="435680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84" name="pg2939">
              <a:extLst>
                <a:ext uri="{FF2B5EF4-FFF2-40B4-BE49-F238E27FC236}">
                  <a16:creationId xmlns:a16="http://schemas.microsoft.com/office/drawing/2014/main" id="{5BD92AC1-0146-7F56-4725-B1E60A0A5912}"/>
                </a:ext>
              </a:extLst>
            </p:cNvPr>
            <p:cNvSpPr/>
            <p:nvPr/>
          </p:nvSpPr>
          <p:spPr>
            <a:xfrm>
              <a:off x="436844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85" name="pg2940">
              <a:extLst>
                <a:ext uri="{FF2B5EF4-FFF2-40B4-BE49-F238E27FC236}">
                  <a16:creationId xmlns:a16="http://schemas.microsoft.com/office/drawing/2014/main" id="{8D036BE0-275F-F789-271B-83238E22A871}"/>
                </a:ext>
              </a:extLst>
            </p:cNvPr>
            <p:cNvSpPr/>
            <p:nvPr/>
          </p:nvSpPr>
          <p:spPr>
            <a:xfrm>
              <a:off x="438008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86" name="pg2941">
              <a:extLst>
                <a:ext uri="{FF2B5EF4-FFF2-40B4-BE49-F238E27FC236}">
                  <a16:creationId xmlns:a16="http://schemas.microsoft.com/office/drawing/2014/main" id="{17E24E0F-628B-DC2B-6EC9-CAE04787CE31}"/>
                </a:ext>
              </a:extLst>
            </p:cNvPr>
            <p:cNvSpPr/>
            <p:nvPr/>
          </p:nvSpPr>
          <p:spPr>
            <a:xfrm>
              <a:off x="439171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87" name="pg2942">
              <a:extLst>
                <a:ext uri="{FF2B5EF4-FFF2-40B4-BE49-F238E27FC236}">
                  <a16:creationId xmlns:a16="http://schemas.microsoft.com/office/drawing/2014/main" id="{EC488DA9-62E4-5D72-0E5D-50496C5770A6}"/>
                </a:ext>
              </a:extLst>
            </p:cNvPr>
            <p:cNvSpPr/>
            <p:nvPr/>
          </p:nvSpPr>
          <p:spPr>
            <a:xfrm>
              <a:off x="440335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88" name="pg2943">
              <a:extLst>
                <a:ext uri="{FF2B5EF4-FFF2-40B4-BE49-F238E27FC236}">
                  <a16:creationId xmlns:a16="http://schemas.microsoft.com/office/drawing/2014/main" id="{B06BBEF6-9678-78A8-E0AF-C53CAD22DE7B}"/>
                </a:ext>
              </a:extLst>
            </p:cNvPr>
            <p:cNvSpPr/>
            <p:nvPr/>
          </p:nvSpPr>
          <p:spPr>
            <a:xfrm>
              <a:off x="441499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89" name="pg2944">
              <a:extLst>
                <a:ext uri="{FF2B5EF4-FFF2-40B4-BE49-F238E27FC236}">
                  <a16:creationId xmlns:a16="http://schemas.microsoft.com/office/drawing/2014/main" id="{0334FF07-DD01-F8D5-E645-43C9728093FC}"/>
                </a:ext>
              </a:extLst>
            </p:cNvPr>
            <p:cNvSpPr/>
            <p:nvPr/>
          </p:nvSpPr>
          <p:spPr>
            <a:xfrm>
              <a:off x="457791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90" name="pg2945">
              <a:extLst>
                <a:ext uri="{FF2B5EF4-FFF2-40B4-BE49-F238E27FC236}">
                  <a16:creationId xmlns:a16="http://schemas.microsoft.com/office/drawing/2014/main" id="{DE17E20C-50A7-45D8-C842-1809BB5C2239}"/>
                </a:ext>
              </a:extLst>
            </p:cNvPr>
            <p:cNvSpPr/>
            <p:nvPr/>
          </p:nvSpPr>
          <p:spPr>
            <a:xfrm>
              <a:off x="458955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91" name="pg2946">
              <a:extLst>
                <a:ext uri="{FF2B5EF4-FFF2-40B4-BE49-F238E27FC236}">
                  <a16:creationId xmlns:a16="http://schemas.microsoft.com/office/drawing/2014/main" id="{29FD7800-CBDC-C825-48EC-9BC06543206E}"/>
                </a:ext>
              </a:extLst>
            </p:cNvPr>
            <p:cNvSpPr/>
            <p:nvPr/>
          </p:nvSpPr>
          <p:spPr>
            <a:xfrm>
              <a:off x="460119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92" name="pg2947">
              <a:extLst>
                <a:ext uri="{FF2B5EF4-FFF2-40B4-BE49-F238E27FC236}">
                  <a16:creationId xmlns:a16="http://schemas.microsoft.com/office/drawing/2014/main" id="{EACA1CBB-226C-3AA2-4801-6253E25F54E6}"/>
                </a:ext>
              </a:extLst>
            </p:cNvPr>
            <p:cNvSpPr/>
            <p:nvPr/>
          </p:nvSpPr>
          <p:spPr>
            <a:xfrm>
              <a:off x="461282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93" name="pg2948">
              <a:extLst>
                <a:ext uri="{FF2B5EF4-FFF2-40B4-BE49-F238E27FC236}">
                  <a16:creationId xmlns:a16="http://schemas.microsoft.com/office/drawing/2014/main" id="{F859B26C-F6B9-FE4D-1F77-DB1AEE5DE2EF}"/>
                </a:ext>
              </a:extLst>
            </p:cNvPr>
            <p:cNvSpPr/>
            <p:nvPr/>
          </p:nvSpPr>
          <p:spPr>
            <a:xfrm>
              <a:off x="462446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94" name="pg2949">
              <a:extLst>
                <a:ext uri="{FF2B5EF4-FFF2-40B4-BE49-F238E27FC236}">
                  <a16:creationId xmlns:a16="http://schemas.microsoft.com/office/drawing/2014/main" id="{433CD577-96EC-3C56-F7BC-52BF41B0A251}"/>
                </a:ext>
              </a:extLst>
            </p:cNvPr>
            <p:cNvSpPr/>
            <p:nvPr/>
          </p:nvSpPr>
          <p:spPr>
            <a:xfrm>
              <a:off x="309997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95" name="pg2950">
              <a:extLst>
                <a:ext uri="{FF2B5EF4-FFF2-40B4-BE49-F238E27FC236}">
                  <a16:creationId xmlns:a16="http://schemas.microsoft.com/office/drawing/2014/main" id="{1E2306FD-AD10-17F3-47D7-2D706BCE4C57}"/>
                </a:ext>
              </a:extLst>
            </p:cNvPr>
            <p:cNvSpPr/>
            <p:nvPr/>
          </p:nvSpPr>
          <p:spPr>
            <a:xfrm>
              <a:off x="311161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96" name="pg2951">
              <a:extLst>
                <a:ext uri="{FF2B5EF4-FFF2-40B4-BE49-F238E27FC236}">
                  <a16:creationId xmlns:a16="http://schemas.microsoft.com/office/drawing/2014/main" id="{5B43AEC9-E53D-2443-B6B9-44D584D0C246}"/>
                </a:ext>
              </a:extLst>
            </p:cNvPr>
            <p:cNvSpPr/>
            <p:nvPr/>
          </p:nvSpPr>
          <p:spPr>
            <a:xfrm>
              <a:off x="312324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97" name="pg2952">
              <a:extLst>
                <a:ext uri="{FF2B5EF4-FFF2-40B4-BE49-F238E27FC236}">
                  <a16:creationId xmlns:a16="http://schemas.microsoft.com/office/drawing/2014/main" id="{EBBACEDF-0CB1-3227-3176-F832F1CDBB7B}"/>
                </a:ext>
              </a:extLst>
            </p:cNvPr>
            <p:cNvSpPr/>
            <p:nvPr/>
          </p:nvSpPr>
          <p:spPr>
            <a:xfrm>
              <a:off x="313488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98" name="pg2953">
              <a:extLst>
                <a:ext uri="{FF2B5EF4-FFF2-40B4-BE49-F238E27FC236}">
                  <a16:creationId xmlns:a16="http://schemas.microsoft.com/office/drawing/2014/main" id="{ED6131E6-E0B6-5C80-2D95-3BCD962FF900}"/>
                </a:ext>
              </a:extLst>
            </p:cNvPr>
            <p:cNvSpPr/>
            <p:nvPr/>
          </p:nvSpPr>
          <p:spPr>
            <a:xfrm>
              <a:off x="314652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99" name="pg2954">
              <a:extLst>
                <a:ext uri="{FF2B5EF4-FFF2-40B4-BE49-F238E27FC236}">
                  <a16:creationId xmlns:a16="http://schemas.microsoft.com/office/drawing/2014/main" id="{1229E3BD-DF21-B9F3-D56A-D891B5F508BF}"/>
                </a:ext>
              </a:extLst>
            </p:cNvPr>
            <p:cNvSpPr/>
            <p:nvPr/>
          </p:nvSpPr>
          <p:spPr>
            <a:xfrm>
              <a:off x="315816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00" name="pg2955">
              <a:extLst>
                <a:ext uri="{FF2B5EF4-FFF2-40B4-BE49-F238E27FC236}">
                  <a16:creationId xmlns:a16="http://schemas.microsoft.com/office/drawing/2014/main" id="{8CF0B179-DFF0-B822-5308-D203C83AE1A7}"/>
                </a:ext>
              </a:extLst>
            </p:cNvPr>
            <p:cNvSpPr/>
            <p:nvPr/>
          </p:nvSpPr>
          <p:spPr>
            <a:xfrm>
              <a:off x="316979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01" name="pg2956">
              <a:extLst>
                <a:ext uri="{FF2B5EF4-FFF2-40B4-BE49-F238E27FC236}">
                  <a16:creationId xmlns:a16="http://schemas.microsoft.com/office/drawing/2014/main" id="{58960139-47ED-F8E0-43F2-EE62F13935EE}"/>
                </a:ext>
              </a:extLst>
            </p:cNvPr>
            <p:cNvSpPr/>
            <p:nvPr/>
          </p:nvSpPr>
          <p:spPr>
            <a:xfrm>
              <a:off x="318143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02" name="pg2957">
              <a:extLst>
                <a:ext uri="{FF2B5EF4-FFF2-40B4-BE49-F238E27FC236}">
                  <a16:creationId xmlns:a16="http://schemas.microsoft.com/office/drawing/2014/main" id="{CA19B347-A8DA-4B0C-9DBB-9639711C4FC7}"/>
                </a:ext>
              </a:extLst>
            </p:cNvPr>
            <p:cNvSpPr/>
            <p:nvPr/>
          </p:nvSpPr>
          <p:spPr>
            <a:xfrm>
              <a:off x="319307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03" name="pg2958">
              <a:extLst>
                <a:ext uri="{FF2B5EF4-FFF2-40B4-BE49-F238E27FC236}">
                  <a16:creationId xmlns:a16="http://schemas.microsoft.com/office/drawing/2014/main" id="{7D9E3AC6-2BCE-2A86-A28C-C4A3A5C6B917}"/>
                </a:ext>
              </a:extLst>
            </p:cNvPr>
            <p:cNvSpPr/>
            <p:nvPr/>
          </p:nvSpPr>
          <p:spPr>
            <a:xfrm>
              <a:off x="320471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04" name="pg2959">
              <a:extLst>
                <a:ext uri="{FF2B5EF4-FFF2-40B4-BE49-F238E27FC236}">
                  <a16:creationId xmlns:a16="http://schemas.microsoft.com/office/drawing/2014/main" id="{F91247CD-4B72-2F6D-ABAB-30DBB26EA6BB}"/>
                </a:ext>
              </a:extLst>
            </p:cNvPr>
            <p:cNvSpPr/>
            <p:nvPr/>
          </p:nvSpPr>
          <p:spPr>
            <a:xfrm>
              <a:off x="341418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05" name="pg2960">
              <a:extLst>
                <a:ext uri="{FF2B5EF4-FFF2-40B4-BE49-F238E27FC236}">
                  <a16:creationId xmlns:a16="http://schemas.microsoft.com/office/drawing/2014/main" id="{BB7DC16B-1DDC-5B48-2086-2DCFAB459573}"/>
                </a:ext>
              </a:extLst>
            </p:cNvPr>
            <p:cNvSpPr/>
            <p:nvPr/>
          </p:nvSpPr>
          <p:spPr>
            <a:xfrm>
              <a:off x="342581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06" name="pg2961">
              <a:extLst>
                <a:ext uri="{FF2B5EF4-FFF2-40B4-BE49-F238E27FC236}">
                  <a16:creationId xmlns:a16="http://schemas.microsoft.com/office/drawing/2014/main" id="{046710C3-E68F-DD15-3971-7B1D604A7F9A}"/>
                </a:ext>
              </a:extLst>
            </p:cNvPr>
            <p:cNvSpPr/>
            <p:nvPr/>
          </p:nvSpPr>
          <p:spPr>
            <a:xfrm>
              <a:off x="349564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07" name="pg2962">
              <a:extLst>
                <a:ext uri="{FF2B5EF4-FFF2-40B4-BE49-F238E27FC236}">
                  <a16:creationId xmlns:a16="http://schemas.microsoft.com/office/drawing/2014/main" id="{7A3AFAE9-D489-B3FB-5863-56B46BDA4A50}"/>
                </a:ext>
              </a:extLst>
            </p:cNvPr>
            <p:cNvSpPr/>
            <p:nvPr/>
          </p:nvSpPr>
          <p:spPr>
            <a:xfrm>
              <a:off x="350728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08" name="pg2963">
              <a:extLst>
                <a:ext uri="{FF2B5EF4-FFF2-40B4-BE49-F238E27FC236}">
                  <a16:creationId xmlns:a16="http://schemas.microsoft.com/office/drawing/2014/main" id="{5EEAF5E7-3AF5-D65F-AB5E-79ADDED88821}"/>
                </a:ext>
              </a:extLst>
            </p:cNvPr>
            <p:cNvSpPr/>
            <p:nvPr/>
          </p:nvSpPr>
          <p:spPr>
            <a:xfrm>
              <a:off x="351891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09" name="pg2964">
              <a:extLst>
                <a:ext uri="{FF2B5EF4-FFF2-40B4-BE49-F238E27FC236}">
                  <a16:creationId xmlns:a16="http://schemas.microsoft.com/office/drawing/2014/main" id="{2CA2BD85-9441-8209-1BBD-851133F265E5}"/>
                </a:ext>
              </a:extLst>
            </p:cNvPr>
            <p:cNvSpPr/>
            <p:nvPr/>
          </p:nvSpPr>
          <p:spPr>
            <a:xfrm>
              <a:off x="353055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10" name="pg2965">
              <a:extLst>
                <a:ext uri="{FF2B5EF4-FFF2-40B4-BE49-F238E27FC236}">
                  <a16:creationId xmlns:a16="http://schemas.microsoft.com/office/drawing/2014/main" id="{E51788EF-19CC-0920-1195-8148E7E78374}"/>
                </a:ext>
              </a:extLst>
            </p:cNvPr>
            <p:cNvSpPr/>
            <p:nvPr/>
          </p:nvSpPr>
          <p:spPr>
            <a:xfrm>
              <a:off x="354219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11" name="pg2966">
              <a:extLst>
                <a:ext uri="{FF2B5EF4-FFF2-40B4-BE49-F238E27FC236}">
                  <a16:creationId xmlns:a16="http://schemas.microsoft.com/office/drawing/2014/main" id="{E20E9AC4-6D97-7D3F-EA42-950CB4300C32}"/>
                </a:ext>
              </a:extLst>
            </p:cNvPr>
            <p:cNvSpPr/>
            <p:nvPr/>
          </p:nvSpPr>
          <p:spPr>
            <a:xfrm>
              <a:off x="355383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12" name="pg2967">
              <a:extLst>
                <a:ext uri="{FF2B5EF4-FFF2-40B4-BE49-F238E27FC236}">
                  <a16:creationId xmlns:a16="http://schemas.microsoft.com/office/drawing/2014/main" id="{DEECC2B6-BBC0-14DE-24F0-D0B3DE880646}"/>
                </a:ext>
              </a:extLst>
            </p:cNvPr>
            <p:cNvSpPr/>
            <p:nvPr/>
          </p:nvSpPr>
          <p:spPr>
            <a:xfrm>
              <a:off x="356546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13" name="pg2968">
              <a:extLst>
                <a:ext uri="{FF2B5EF4-FFF2-40B4-BE49-F238E27FC236}">
                  <a16:creationId xmlns:a16="http://schemas.microsoft.com/office/drawing/2014/main" id="{DB816C7B-03C1-75D0-0E65-55CA05705FBC}"/>
                </a:ext>
              </a:extLst>
            </p:cNvPr>
            <p:cNvSpPr/>
            <p:nvPr/>
          </p:nvSpPr>
          <p:spPr>
            <a:xfrm>
              <a:off x="357710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14" name="pg2969">
              <a:extLst>
                <a:ext uri="{FF2B5EF4-FFF2-40B4-BE49-F238E27FC236}">
                  <a16:creationId xmlns:a16="http://schemas.microsoft.com/office/drawing/2014/main" id="{3755FDE6-A0B4-AC55-C784-EB0B0AE54390}"/>
                </a:ext>
              </a:extLst>
            </p:cNvPr>
            <p:cNvSpPr/>
            <p:nvPr/>
          </p:nvSpPr>
          <p:spPr>
            <a:xfrm>
              <a:off x="358874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15" name="pg2970">
              <a:extLst>
                <a:ext uri="{FF2B5EF4-FFF2-40B4-BE49-F238E27FC236}">
                  <a16:creationId xmlns:a16="http://schemas.microsoft.com/office/drawing/2014/main" id="{F55C6B50-2D31-C86F-9330-54F1ABA81B6F}"/>
                </a:ext>
              </a:extLst>
            </p:cNvPr>
            <p:cNvSpPr/>
            <p:nvPr/>
          </p:nvSpPr>
          <p:spPr>
            <a:xfrm>
              <a:off x="360037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16" name="pg2971">
              <a:extLst>
                <a:ext uri="{FF2B5EF4-FFF2-40B4-BE49-F238E27FC236}">
                  <a16:creationId xmlns:a16="http://schemas.microsoft.com/office/drawing/2014/main" id="{17550A4E-5B32-FD40-2012-51DA2D84B1F0}"/>
                </a:ext>
              </a:extLst>
            </p:cNvPr>
            <p:cNvSpPr/>
            <p:nvPr/>
          </p:nvSpPr>
          <p:spPr>
            <a:xfrm>
              <a:off x="361201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17" name="pg2972">
              <a:extLst>
                <a:ext uri="{FF2B5EF4-FFF2-40B4-BE49-F238E27FC236}">
                  <a16:creationId xmlns:a16="http://schemas.microsoft.com/office/drawing/2014/main" id="{C6266201-2F09-516C-5B4C-8332F14B2AEC}"/>
                </a:ext>
              </a:extLst>
            </p:cNvPr>
            <p:cNvSpPr/>
            <p:nvPr/>
          </p:nvSpPr>
          <p:spPr>
            <a:xfrm>
              <a:off x="362365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18" name="pg2973">
              <a:extLst>
                <a:ext uri="{FF2B5EF4-FFF2-40B4-BE49-F238E27FC236}">
                  <a16:creationId xmlns:a16="http://schemas.microsoft.com/office/drawing/2014/main" id="{821DE886-2207-CDEA-B507-8CCB023D2738}"/>
                </a:ext>
              </a:extLst>
            </p:cNvPr>
            <p:cNvSpPr/>
            <p:nvPr/>
          </p:nvSpPr>
          <p:spPr>
            <a:xfrm>
              <a:off x="363529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19" name="pg2974">
              <a:extLst>
                <a:ext uri="{FF2B5EF4-FFF2-40B4-BE49-F238E27FC236}">
                  <a16:creationId xmlns:a16="http://schemas.microsoft.com/office/drawing/2014/main" id="{2BAB19EA-64B1-61E4-853E-229D29D7420F}"/>
                </a:ext>
              </a:extLst>
            </p:cNvPr>
            <p:cNvSpPr/>
            <p:nvPr/>
          </p:nvSpPr>
          <p:spPr>
            <a:xfrm>
              <a:off x="364692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20" name="pg2975">
              <a:extLst>
                <a:ext uri="{FF2B5EF4-FFF2-40B4-BE49-F238E27FC236}">
                  <a16:creationId xmlns:a16="http://schemas.microsoft.com/office/drawing/2014/main" id="{24E32866-FC9C-AF9A-45E4-55C7B0C9852B}"/>
                </a:ext>
              </a:extLst>
            </p:cNvPr>
            <p:cNvSpPr/>
            <p:nvPr/>
          </p:nvSpPr>
          <p:spPr>
            <a:xfrm>
              <a:off x="365856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21" name="pg2976">
              <a:extLst>
                <a:ext uri="{FF2B5EF4-FFF2-40B4-BE49-F238E27FC236}">
                  <a16:creationId xmlns:a16="http://schemas.microsoft.com/office/drawing/2014/main" id="{D9BFF1B1-9CFE-62D8-A94A-39E05B7DBE6B}"/>
                </a:ext>
              </a:extLst>
            </p:cNvPr>
            <p:cNvSpPr/>
            <p:nvPr/>
          </p:nvSpPr>
          <p:spPr>
            <a:xfrm>
              <a:off x="367020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22" name="pg2977">
              <a:extLst>
                <a:ext uri="{FF2B5EF4-FFF2-40B4-BE49-F238E27FC236}">
                  <a16:creationId xmlns:a16="http://schemas.microsoft.com/office/drawing/2014/main" id="{BECF4669-90EC-9FE0-5949-E5B4B75C8020}"/>
                </a:ext>
              </a:extLst>
            </p:cNvPr>
            <p:cNvSpPr/>
            <p:nvPr/>
          </p:nvSpPr>
          <p:spPr>
            <a:xfrm>
              <a:off x="368184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23" name="pg2978">
              <a:extLst>
                <a:ext uri="{FF2B5EF4-FFF2-40B4-BE49-F238E27FC236}">
                  <a16:creationId xmlns:a16="http://schemas.microsoft.com/office/drawing/2014/main" id="{65C17F80-7F22-CDA4-BE09-3564F5EAC1A9}"/>
                </a:ext>
              </a:extLst>
            </p:cNvPr>
            <p:cNvSpPr/>
            <p:nvPr/>
          </p:nvSpPr>
          <p:spPr>
            <a:xfrm>
              <a:off x="369347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24" name="pg2979">
              <a:extLst>
                <a:ext uri="{FF2B5EF4-FFF2-40B4-BE49-F238E27FC236}">
                  <a16:creationId xmlns:a16="http://schemas.microsoft.com/office/drawing/2014/main" id="{EB45D033-E546-81C8-6A08-5673A2F04CEB}"/>
                </a:ext>
              </a:extLst>
            </p:cNvPr>
            <p:cNvSpPr/>
            <p:nvPr/>
          </p:nvSpPr>
          <p:spPr>
            <a:xfrm>
              <a:off x="370511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25" name="pg2980">
              <a:extLst>
                <a:ext uri="{FF2B5EF4-FFF2-40B4-BE49-F238E27FC236}">
                  <a16:creationId xmlns:a16="http://schemas.microsoft.com/office/drawing/2014/main" id="{2C7FCD19-0EE5-DC50-7B21-D81409499AA3}"/>
                </a:ext>
              </a:extLst>
            </p:cNvPr>
            <p:cNvSpPr/>
            <p:nvPr/>
          </p:nvSpPr>
          <p:spPr>
            <a:xfrm>
              <a:off x="371675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26" name="pg2981">
              <a:extLst>
                <a:ext uri="{FF2B5EF4-FFF2-40B4-BE49-F238E27FC236}">
                  <a16:creationId xmlns:a16="http://schemas.microsoft.com/office/drawing/2014/main" id="{11BC4181-7552-1F57-5EBD-1C1708F9F6E5}"/>
                </a:ext>
              </a:extLst>
            </p:cNvPr>
            <p:cNvSpPr/>
            <p:nvPr/>
          </p:nvSpPr>
          <p:spPr>
            <a:xfrm>
              <a:off x="372839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27" name="pg2982">
              <a:extLst>
                <a:ext uri="{FF2B5EF4-FFF2-40B4-BE49-F238E27FC236}">
                  <a16:creationId xmlns:a16="http://schemas.microsoft.com/office/drawing/2014/main" id="{8609E52C-CD5A-6A86-181E-36DE6332209B}"/>
                </a:ext>
              </a:extLst>
            </p:cNvPr>
            <p:cNvSpPr/>
            <p:nvPr/>
          </p:nvSpPr>
          <p:spPr>
            <a:xfrm>
              <a:off x="374002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28" name="pg2983">
              <a:extLst>
                <a:ext uri="{FF2B5EF4-FFF2-40B4-BE49-F238E27FC236}">
                  <a16:creationId xmlns:a16="http://schemas.microsoft.com/office/drawing/2014/main" id="{4FB4E42B-4C7F-4016-9FC9-9B89B41A59EC}"/>
                </a:ext>
              </a:extLst>
            </p:cNvPr>
            <p:cNvSpPr/>
            <p:nvPr/>
          </p:nvSpPr>
          <p:spPr>
            <a:xfrm>
              <a:off x="375166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29" name="pg2984">
              <a:extLst>
                <a:ext uri="{FF2B5EF4-FFF2-40B4-BE49-F238E27FC236}">
                  <a16:creationId xmlns:a16="http://schemas.microsoft.com/office/drawing/2014/main" id="{A923E5F2-DA71-2E6A-A029-3B95737E5D00}"/>
                </a:ext>
              </a:extLst>
            </p:cNvPr>
            <p:cNvSpPr/>
            <p:nvPr/>
          </p:nvSpPr>
          <p:spPr>
            <a:xfrm>
              <a:off x="376330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30" name="pg2985">
              <a:extLst>
                <a:ext uri="{FF2B5EF4-FFF2-40B4-BE49-F238E27FC236}">
                  <a16:creationId xmlns:a16="http://schemas.microsoft.com/office/drawing/2014/main" id="{A539259D-40AB-7186-C9C0-7A2225D49E95}"/>
                </a:ext>
              </a:extLst>
            </p:cNvPr>
            <p:cNvSpPr/>
            <p:nvPr/>
          </p:nvSpPr>
          <p:spPr>
            <a:xfrm>
              <a:off x="377493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31" name="pg2986">
              <a:extLst>
                <a:ext uri="{FF2B5EF4-FFF2-40B4-BE49-F238E27FC236}">
                  <a16:creationId xmlns:a16="http://schemas.microsoft.com/office/drawing/2014/main" id="{A1852958-37F1-B304-E2FD-C4C504F2F838}"/>
                </a:ext>
              </a:extLst>
            </p:cNvPr>
            <p:cNvSpPr/>
            <p:nvPr/>
          </p:nvSpPr>
          <p:spPr>
            <a:xfrm>
              <a:off x="378657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32" name="pg2987">
              <a:extLst>
                <a:ext uri="{FF2B5EF4-FFF2-40B4-BE49-F238E27FC236}">
                  <a16:creationId xmlns:a16="http://schemas.microsoft.com/office/drawing/2014/main" id="{5D4F7099-542C-574C-9B96-12FBBB5DDD2D}"/>
                </a:ext>
              </a:extLst>
            </p:cNvPr>
            <p:cNvSpPr/>
            <p:nvPr/>
          </p:nvSpPr>
          <p:spPr>
            <a:xfrm>
              <a:off x="435680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33" name="pg2988">
              <a:extLst>
                <a:ext uri="{FF2B5EF4-FFF2-40B4-BE49-F238E27FC236}">
                  <a16:creationId xmlns:a16="http://schemas.microsoft.com/office/drawing/2014/main" id="{BF4AC6E3-40FE-9400-721E-87398F1B223B}"/>
                </a:ext>
              </a:extLst>
            </p:cNvPr>
            <p:cNvSpPr/>
            <p:nvPr/>
          </p:nvSpPr>
          <p:spPr>
            <a:xfrm>
              <a:off x="436844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34" name="pg2989">
              <a:extLst>
                <a:ext uri="{FF2B5EF4-FFF2-40B4-BE49-F238E27FC236}">
                  <a16:creationId xmlns:a16="http://schemas.microsoft.com/office/drawing/2014/main" id="{AD3ADA88-55BF-DFD6-9DD7-3FE852BA22CA}"/>
                </a:ext>
              </a:extLst>
            </p:cNvPr>
            <p:cNvSpPr/>
            <p:nvPr/>
          </p:nvSpPr>
          <p:spPr>
            <a:xfrm>
              <a:off x="438008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35" name="pg2990">
              <a:extLst>
                <a:ext uri="{FF2B5EF4-FFF2-40B4-BE49-F238E27FC236}">
                  <a16:creationId xmlns:a16="http://schemas.microsoft.com/office/drawing/2014/main" id="{2EE407D6-C48C-F36D-566C-4DADE5CC7617}"/>
                </a:ext>
              </a:extLst>
            </p:cNvPr>
            <p:cNvSpPr/>
            <p:nvPr/>
          </p:nvSpPr>
          <p:spPr>
            <a:xfrm>
              <a:off x="439171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36" name="pg2991">
              <a:extLst>
                <a:ext uri="{FF2B5EF4-FFF2-40B4-BE49-F238E27FC236}">
                  <a16:creationId xmlns:a16="http://schemas.microsoft.com/office/drawing/2014/main" id="{9BB2EC00-ED2C-A96A-69C9-FCE6D1398467}"/>
                </a:ext>
              </a:extLst>
            </p:cNvPr>
            <p:cNvSpPr/>
            <p:nvPr/>
          </p:nvSpPr>
          <p:spPr>
            <a:xfrm>
              <a:off x="440335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37" name="pg2992">
              <a:extLst>
                <a:ext uri="{FF2B5EF4-FFF2-40B4-BE49-F238E27FC236}">
                  <a16:creationId xmlns:a16="http://schemas.microsoft.com/office/drawing/2014/main" id="{39F85F6C-6CAC-32A3-878D-6C57A0D0EE42}"/>
                </a:ext>
              </a:extLst>
            </p:cNvPr>
            <p:cNvSpPr/>
            <p:nvPr/>
          </p:nvSpPr>
          <p:spPr>
            <a:xfrm>
              <a:off x="441499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38" name="pg2993">
              <a:extLst>
                <a:ext uri="{FF2B5EF4-FFF2-40B4-BE49-F238E27FC236}">
                  <a16:creationId xmlns:a16="http://schemas.microsoft.com/office/drawing/2014/main" id="{3F96D60C-A186-069C-1DD2-D36FA275FAEC}"/>
                </a:ext>
              </a:extLst>
            </p:cNvPr>
            <p:cNvSpPr/>
            <p:nvPr/>
          </p:nvSpPr>
          <p:spPr>
            <a:xfrm>
              <a:off x="442663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39" name="pg2994">
              <a:extLst>
                <a:ext uri="{FF2B5EF4-FFF2-40B4-BE49-F238E27FC236}">
                  <a16:creationId xmlns:a16="http://schemas.microsoft.com/office/drawing/2014/main" id="{7BC1A8CF-695C-6EB1-88FB-BBD98F1877F8}"/>
                </a:ext>
              </a:extLst>
            </p:cNvPr>
            <p:cNvSpPr/>
            <p:nvPr/>
          </p:nvSpPr>
          <p:spPr>
            <a:xfrm>
              <a:off x="458955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40" name="pg2995">
              <a:extLst>
                <a:ext uri="{FF2B5EF4-FFF2-40B4-BE49-F238E27FC236}">
                  <a16:creationId xmlns:a16="http://schemas.microsoft.com/office/drawing/2014/main" id="{61D7A534-B33A-78D8-A271-6747E32007A4}"/>
                </a:ext>
              </a:extLst>
            </p:cNvPr>
            <p:cNvSpPr/>
            <p:nvPr/>
          </p:nvSpPr>
          <p:spPr>
            <a:xfrm>
              <a:off x="460119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41" name="pg2996">
              <a:extLst>
                <a:ext uri="{FF2B5EF4-FFF2-40B4-BE49-F238E27FC236}">
                  <a16:creationId xmlns:a16="http://schemas.microsoft.com/office/drawing/2014/main" id="{1EDCEB11-25D1-95D5-6E6D-78ABABA9D486}"/>
                </a:ext>
              </a:extLst>
            </p:cNvPr>
            <p:cNvSpPr/>
            <p:nvPr/>
          </p:nvSpPr>
          <p:spPr>
            <a:xfrm>
              <a:off x="461282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42" name="pg2997">
              <a:extLst>
                <a:ext uri="{FF2B5EF4-FFF2-40B4-BE49-F238E27FC236}">
                  <a16:creationId xmlns:a16="http://schemas.microsoft.com/office/drawing/2014/main" id="{4A72E080-19CB-C1F2-0087-DA7BC318DD51}"/>
                </a:ext>
              </a:extLst>
            </p:cNvPr>
            <p:cNvSpPr/>
            <p:nvPr/>
          </p:nvSpPr>
          <p:spPr>
            <a:xfrm>
              <a:off x="462446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43" name="pg2998">
              <a:extLst>
                <a:ext uri="{FF2B5EF4-FFF2-40B4-BE49-F238E27FC236}">
                  <a16:creationId xmlns:a16="http://schemas.microsoft.com/office/drawing/2014/main" id="{1339010E-E188-93AB-AE47-E80618533DF8}"/>
                </a:ext>
              </a:extLst>
            </p:cNvPr>
            <p:cNvSpPr/>
            <p:nvPr/>
          </p:nvSpPr>
          <p:spPr>
            <a:xfrm>
              <a:off x="463610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44" name="pg2999">
              <a:extLst>
                <a:ext uri="{FF2B5EF4-FFF2-40B4-BE49-F238E27FC236}">
                  <a16:creationId xmlns:a16="http://schemas.microsoft.com/office/drawing/2014/main" id="{39C3884E-AEC0-B4B0-10E9-0FFDCF8DC9FF}"/>
                </a:ext>
              </a:extLst>
            </p:cNvPr>
            <p:cNvSpPr/>
            <p:nvPr/>
          </p:nvSpPr>
          <p:spPr>
            <a:xfrm>
              <a:off x="309997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45" name="pg3000">
              <a:extLst>
                <a:ext uri="{FF2B5EF4-FFF2-40B4-BE49-F238E27FC236}">
                  <a16:creationId xmlns:a16="http://schemas.microsoft.com/office/drawing/2014/main" id="{187BDD0D-806E-2781-215C-705223D60E91}"/>
                </a:ext>
              </a:extLst>
            </p:cNvPr>
            <p:cNvSpPr/>
            <p:nvPr/>
          </p:nvSpPr>
          <p:spPr>
            <a:xfrm>
              <a:off x="311161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46" name="pg3001">
              <a:extLst>
                <a:ext uri="{FF2B5EF4-FFF2-40B4-BE49-F238E27FC236}">
                  <a16:creationId xmlns:a16="http://schemas.microsoft.com/office/drawing/2014/main" id="{F82976C1-A18B-4518-194D-6FA0894F173A}"/>
                </a:ext>
              </a:extLst>
            </p:cNvPr>
            <p:cNvSpPr/>
            <p:nvPr/>
          </p:nvSpPr>
          <p:spPr>
            <a:xfrm>
              <a:off x="312324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47" name="pg3002">
              <a:extLst>
                <a:ext uri="{FF2B5EF4-FFF2-40B4-BE49-F238E27FC236}">
                  <a16:creationId xmlns:a16="http://schemas.microsoft.com/office/drawing/2014/main" id="{46DAC31B-0E86-9E85-5C9E-D79B2FCD6D54}"/>
                </a:ext>
              </a:extLst>
            </p:cNvPr>
            <p:cNvSpPr/>
            <p:nvPr/>
          </p:nvSpPr>
          <p:spPr>
            <a:xfrm>
              <a:off x="313488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48" name="pg3003">
              <a:extLst>
                <a:ext uri="{FF2B5EF4-FFF2-40B4-BE49-F238E27FC236}">
                  <a16:creationId xmlns:a16="http://schemas.microsoft.com/office/drawing/2014/main" id="{05C080D5-6373-DCC3-78C8-4D18242D33F8}"/>
                </a:ext>
              </a:extLst>
            </p:cNvPr>
            <p:cNvSpPr/>
            <p:nvPr/>
          </p:nvSpPr>
          <p:spPr>
            <a:xfrm>
              <a:off x="314652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49" name="pg3004">
              <a:extLst>
                <a:ext uri="{FF2B5EF4-FFF2-40B4-BE49-F238E27FC236}">
                  <a16:creationId xmlns:a16="http://schemas.microsoft.com/office/drawing/2014/main" id="{F0CA2301-E02B-BA4B-0450-90D49AA688A0}"/>
                </a:ext>
              </a:extLst>
            </p:cNvPr>
            <p:cNvSpPr/>
            <p:nvPr/>
          </p:nvSpPr>
          <p:spPr>
            <a:xfrm>
              <a:off x="315816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50" name="pg3005">
              <a:extLst>
                <a:ext uri="{FF2B5EF4-FFF2-40B4-BE49-F238E27FC236}">
                  <a16:creationId xmlns:a16="http://schemas.microsoft.com/office/drawing/2014/main" id="{CFE8E2D2-E7F1-44E9-A86D-2B725ED18614}"/>
                </a:ext>
              </a:extLst>
            </p:cNvPr>
            <p:cNvSpPr/>
            <p:nvPr/>
          </p:nvSpPr>
          <p:spPr>
            <a:xfrm>
              <a:off x="316979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51" name="pg3006">
              <a:extLst>
                <a:ext uri="{FF2B5EF4-FFF2-40B4-BE49-F238E27FC236}">
                  <a16:creationId xmlns:a16="http://schemas.microsoft.com/office/drawing/2014/main" id="{D29AECA0-E717-5B95-83C2-F9F01ABE291A}"/>
                </a:ext>
              </a:extLst>
            </p:cNvPr>
            <p:cNvSpPr/>
            <p:nvPr/>
          </p:nvSpPr>
          <p:spPr>
            <a:xfrm>
              <a:off x="318143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52" name="pg3007">
              <a:extLst>
                <a:ext uri="{FF2B5EF4-FFF2-40B4-BE49-F238E27FC236}">
                  <a16:creationId xmlns:a16="http://schemas.microsoft.com/office/drawing/2014/main" id="{C4F7F120-CE40-C856-6E7A-DF8FBEA2E608}"/>
                </a:ext>
              </a:extLst>
            </p:cNvPr>
            <p:cNvSpPr/>
            <p:nvPr/>
          </p:nvSpPr>
          <p:spPr>
            <a:xfrm>
              <a:off x="350728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53" name="pg3008">
              <a:extLst>
                <a:ext uri="{FF2B5EF4-FFF2-40B4-BE49-F238E27FC236}">
                  <a16:creationId xmlns:a16="http://schemas.microsoft.com/office/drawing/2014/main" id="{70940D0B-2C96-6971-E761-D3D0F3969E84}"/>
                </a:ext>
              </a:extLst>
            </p:cNvPr>
            <p:cNvSpPr/>
            <p:nvPr/>
          </p:nvSpPr>
          <p:spPr>
            <a:xfrm>
              <a:off x="351891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54" name="pg3009">
              <a:extLst>
                <a:ext uri="{FF2B5EF4-FFF2-40B4-BE49-F238E27FC236}">
                  <a16:creationId xmlns:a16="http://schemas.microsoft.com/office/drawing/2014/main" id="{F8F120D4-3123-95E6-BBA1-DD2878FF38EE}"/>
                </a:ext>
              </a:extLst>
            </p:cNvPr>
            <p:cNvSpPr/>
            <p:nvPr/>
          </p:nvSpPr>
          <p:spPr>
            <a:xfrm>
              <a:off x="353055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55" name="pg3010">
              <a:extLst>
                <a:ext uri="{FF2B5EF4-FFF2-40B4-BE49-F238E27FC236}">
                  <a16:creationId xmlns:a16="http://schemas.microsoft.com/office/drawing/2014/main" id="{822EB089-E458-6D98-DB67-5E7F32F05479}"/>
                </a:ext>
              </a:extLst>
            </p:cNvPr>
            <p:cNvSpPr/>
            <p:nvPr/>
          </p:nvSpPr>
          <p:spPr>
            <a:xfrm>
              <a:off x="354219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56" name="pg3011">
              <a:extLst>
                <a:ext uri="{FF2B5EF4-FFF2-40B4-BE49-F238E27FC236}">
                  <a16:creationId xmlns:a16="http://schemas.microsoft.com/office/drawing/2014/main" id="{2F5D943A-EBCE-B853-10F2-00CDB3180F01}"/>
                </a:ext>
              </a:extLst>
            </p:cNvPr>
            <p:cNvSpPr/>
            <p:nvPr/>
          </p:nvSpPr>
          <p:spPr>
            <a:xfrm>
              <a:off x="355383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57" name="pg3012">
              <a:extLst>
                <a:ext uri="{FF2B5EF4-FFF2-40B4-BE49-F238E27FC236}">
                  <a16:creationId xmlns:a16="http://schemas.microsoft.com/office/drawing/2014/main" id="{10208702-40E0-5E16-D3BC-C6CDD4F2983E}"/>
                </a:ext>
              </a:extLst>
            </p:cNvPr>
            <p:cNvSpPr/>
            <p:nvPr/>
          </p:nvSpPr>
          <p:spPr>
            <a:xfrm>
              <a:off x="356546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58" name="pg3013">
              <a:extLst>
                <a:ext uri="{FF2B5EF4-FFF2-40B4-BE49-F238E27FC236}">
                  <a16:creationId xmlns:a16="http://schemas.microsoft.com/office/drawing/2014/main" id="{7568CECE-8511-043B-10ED-FBB6376F664B}"/>
                </a:ext>
              </a:extLst>
            </p:cNvPr>
            <p:cNvSpPr/>
            <p:nvPr/>
          </p:nvSpPr>
          <p:spPr>
            <a:xfrm>
              <a:off x="357710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59" name="pg3014">
              <a:extLst>
                <a:ext uri="{FF2B5EF4-FFF2-40B4-BE49-F238E27FC236}">
                  <a16:creationId xmlns:a16="http://schemas.microsoft.com/office/drawing/2014/main" id="{A94EF077-2D5A-6F64-5235-4A0F7B0C9E04}"/>
                </a:ext>
              </a:extLst>
            </p:cNvPr>
            <p:cNvSpPr/>
            <p:nvPr/>
          </p:nvSpPr>
          <p:spPr>
            <a:xfrm>
              <a:off x="358874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60" name="pg3015">
              <a:extLst>
                <a:ext uri="{FF2B5EF4-FFF2-40B4-BE49-F238E27FC236}">
                  <a16:creationId xmlns:a16="http://schemas.microsoft.com/office/drawing/2014/main" id="{A9E77E81-C0DC-9986-052D-175FED73C85F}"/>
                </a:ext>
              </a:extLst>
            </p:cNvPr>
            <p:cNvSpPr/>
            <p:nvPr/>
          </p:nvSpPr>
          <p:spPr>
            <a:xfrm>
              <a:off x="360037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61" name="pg3016">
              <a:extLst>
                <a:ext uri="{FF2B5EF4-FFF2-40B4-BE49-F238E27FC236}">
                  <a16:creationId xmlns:a16="http://schemas.microsoft.com/office/drawing/2014/main" id="{B9B5A956-B687-129C-8BD0-909E17F3B8F5}"/>
                </a:ext>
              </a:extLst>
            </p:cNvPr>
            <p:cNvSpPr/>
            <p:nvPr/>
          </p:nvSpPr>
          <p:spPr>
            <a:xfrm>
              <a:off x="361201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62" name="pg3017">
              <a:extLst>
                <a:ext uri="{FF2B5EF4-FFF2-40B4-BE49-F238E27FC236}">
                  <a16:creationId xmlns:a16="http://schemas.microsoft.com/office/drawing/2014/main" id="{B1FE83B8-1177-5599-F3A2-218DE91A0DE0}"/>
                </a:ext>
              </a:extLst>
            </p:cNvPr>
            <p:cNvSpPr/>
            <p:nvPr/>
          </p:nvSpPr>
          <p:spPr>
            <a:xfrm>
              <a:off x="362365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63" name="pg3018">
              <a:extLst>
                <a:ext uri="{FF2B5EF4-FFF2-40B4-BE49-F238E27FC236}">
                  <a16:creationId xmlns:a16="http://schemas.microsoft.com/office/drawing/2014/main" id="{1D102399-14ED-B5B2-27FA-7E6E75506A09}"/>
                </a:ext>
              </a:extLst>
            </p:cNvPr>
            <p:cNvSpPr/>
            <p:nvPr/>
          </p:nvSpPr>
          <p:spPr>
            <a:xfrm>
              <a:off x="363529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64" name="pg3019">
              <a:extLst>
                <a:ext uri="{FF2B5EF4-FFF2-40B4-BE49-F238E27FC236}">
                  <a16:creationId xmlns:a16="http://schemas.microsoft.com/office/drawing/2014/main" id="{1E879994-B402-1552-41BD-A69BD4AE0622}"/>
                </a:ext>
              </a:extLst>
            </p:cNvPr>
            <p:cNvSpPr/>
            <p:nvPr/>
          </p:nvSpPr>
          <p:spPr>
            <a:xfrm>
              <a:off x="364692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65" name="pg3020">
              <a:extLst>
                <a:ext uri="{FF2B5EF4-FFF2-40B4-BE49-F238E27FC236}">
                  <a16:creationId xmlns:a16="http://schemas.microsoft.com/office/drawing/2014/main" id="{9853A3F5-F7A1-BC8A-C0C6-12B4513FAB8B}"/>
                </a:ext>
              </a:extLst>
            </p:cNvPr>
            <p:cNvSpPr/>
            <p:nvPr/>
          </p:nvSpPr>
          <p:spPr>
            <a:xfrm>
              <a:off x="365856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66" name="pg3021">
              <a:extLst>
                <a:ext uri="{FF2B5EF4-FFF2-40B4-BE49-F238E27FC236}">
                  <a16:creationId xmlns:a16="http://schemas.microsoft.com/office/drawing/2014/main" id="{2836866F-7406-5356-7A7D-7BC80C6A4524}"/>
                </a:ext>
              </a:extLst>
            </p:cNvPr>
            <p:cNvSpPr/>
            <p:nvPr/>
          </p:nvSpPr>
          <p:spPr>
            <a:xfrm>
              <a:off x="367020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67" name="pg3022">
              <a:extLst>
                <a:ext uri="{FF2B5EF4-FFF2-40B4-BE49-F238E27FC236}">
                  <a16:creationId xmlns:a16="http://schemas.microsoft.com/office/drawing/2014/main" id="{D5B968D6-9F8D-78B8-0398-44C73AECF483}"/>
                </a:ext>
              </a:extLst>
            </p:cNvPr>
            <p:cNvSpPr/>
            <p:nvPr/>
          </p:nvSpPr>
          <p:spPr>
            <a:xfrm>
              <a:off x="368184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68" name="pg3023">
              <a:extLst>
                <a:ext uri="{FF2B5EF4-FFF2-40B4-BE49-F238E27FC236}">
                  <a16:creationId xmlns:a16="http://schemas.microsoft.com/office/drawing/2014/main" id="{DAEF0AB8-E41A-8246-B448-F04B8A8F51F9}"/>
                </a:ext>
              </a:extLst>
            </p:cNvPr>
            <p:cNvSpPr/>
            <p:nvPr/>
          </p:nvSpPr>
          <p:spPr>
            <a:xfrm>
              <a:off x="369347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69" name="pg3024">
              <a:extLst>
                <a:ext uri="{FF2B5EF4-FFF2-40B4-BE49-F238E27FC236}">
                  <a16:creationId xmlns:a16="http://schemas.microsoft.com/office/drawing/2014/main" id="{9D6BD2F2-03B4-87F0-D823-35E6A2F5587A}"/>
                </a:ext>
              </a:extLst>
            </p:cNvPr>
            <p:cNvSpPr/>
            <p:nvPr/>
          </p:nvSpPr>
          <p:spPr>
            <a:xfrm>
              <a:off x="370511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70" name="pg3025">
              <a:extLst>
                <a:ext uri="{FF2B5EF4-FFF2-40B4-BE49-F238E27FC236}">
                  <a16:creationId xmlns:a16="http://schemas.microsoft.com/office/drawing/2014/main" id="{AE744F5F-F3F9-4B5F-9998-81C4A10671C1}"/>
                </a:ext>
              </a:extLst>
            </p:cNvPr>
            <p:cNvSpPr/>
            <p:nvPr/>
          </p:nvSpPr>
          <p:spPr>
            <a:xfrm>
              <a:off x="371675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71" name="pg3026">
              <a:extLst>
                <a:ext uri="{FF2B5EF4-FFF2-40B4-BE49-F238E27FC236}">
                  <a16:creationId xmlns:a16="http://schemas.microsoft.com/office/drawing/2014/main" id="{8F25584A-E03D-3C51-D7C4-BC6572BDB546}"/>
                </a:ext>
              </a:extLst>
            </p:cNvPr>
            <p:cNvSpPr/>
            <p:nvPr/>
          </p:nvSpPr>
          <p:spPr>
            <a:xfrm>
              <a:off x="372839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72" name="pg3027">
              <a:extLst>
                <a:ext uri="{FF2B5EF4-FFF2-40B4-BE49-F238E27FC236}">
                  <a16:creationId xmlns:a16="http://schemas.microsoft.com/office/drawing/2014/main" id="{693E269F-C2FF-6D69-4618-E40F31E447B9}"/>
                </a:ext>
              </a:extLst>
            </p:cNvPr>
            <p:cNvSpPr/>
            <p:nvPr/>
          </p:nvSpPr>
          <p:spPr>
            <a:xfrm>
              <a:off x="374002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73" name="pg3028">
              <a:extLst>
                <a:ext uri="{FF2B5EF4-FFF2-40B4-BE49-F238E27FC236}">
                  <a16:creationId xmlns:a16="http://schemas.microsoft.com/office/drawing/2014/main" id="{D3A069BD-8F9B-2768-8B84-F0914704C803}"/>
                </a:ext>
              </a:extLst>
            </p:cNvPr>
            <p:cNvSpPr/>
            <p:nvPr/>
          </p:nvSpPr>
          <p:spPr>
            <a:xfrm>
              <a:off x="375166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74" name="pg3029">
              <a:extLst>
                <a:ext uri="{FF2B5EF4-FFF2-40B4-BE49-F238E27FC236}">
                  <a16:creationId xmlns:a16="http://schemas.microsoft.com/office/drawing/2014/main" id="{66F4855C-C1DC-420E-B3AC-9EF1A5C39E66}"/>
                </a:ext>
              </a:extLst>
            </p:cNvPr>
            <p:cNvSpPr/>
            <p:nvPr/>
          </p:nvSpPr>
          <p:spPr>
            <a:xfrm>
              <a:off x="376330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75" name="pg3030">
              <a:extLst>
                <a:ext uri="{FF2B5EF4-FFF2-40B4-BE49-F238E27FC236}">
                  <a16:creationId xmlns:a16="http://schemas.microsoft.com/office/drawing/2014/main" id="{C97B7825-7539-62C2-CF99-DEFFBA8B5E99}"/>
                </a:ext>
              </a:extLst>
            </p:cNvPr>
            <p:cNvSpPr/>
            <p:nvPr/>
          </p:nvSpPr>
          <p:spPr>
            <a:xfrm>
              <a:off x="377493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76" name="pg3031">
              <a:extLst>
                <a:ext uri="{FF2B5EF4-FFF2-40B4-BE49-F238E27FC236}">
                  <a16:creationId xmlns:a16="http://schemas.microsoft.com/office/drawing/2014/main" id="{0E544679-CBDA-3B1A-84A5-31BC81A52BCF}"/>
                </a:ext>
              </a:extLst>
            </p:cNvPr>
            <p:cNvSpPr/>
            <p:nvPr/>
          </p:nvSpPr>
          <p:spPr>
            <a:xfrm>
              <a:off x="378657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77" name="pg3032">
              <a:extLst>
                <a:ext uri="{FF2B5EF4-FFF2-40B4-BE49-F238E27FC236}">
                  <a16:creationId xmlns:a16="http://schemas.microsoft.com/office/drawing/2014/main" id="{177CC825-7DAD-BA52-B5C6-A564C01EF0BC}"/>
                </a:ext>
              </a:extLst>
            </p:cNvPr>
            <p:cNvSpPr/>
            <p:nvPr/>
          </p:nvSpPr>
          <p:spPr>
            <a:xfrm>
              <a:off x="436844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78" name="pg3033">
              <a:extLst>
                <a:ext uri="{FF2B5EF4-FFF2-40B4-BE49-F238E27FC236}">
                  <a16:creationId xmlns:a16="http://schemas.microsoft.com/office/drawing/2014/main" id="{4E90D40A-7720-C3FF-92B7-8203FDB451C1}"/>
                </a:ext>
              </a:extLst>
            </p:cNvPr>
            <p:cNvSpPr/>
            <p:nvPr/>
          </p:nvSpPr>
          <p:spPr>
            <a:xfrm>
              <a:off x="438008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79" name="pg3034">
              <a:extLst>
                <a:ext uri="{FF2B5EF4-FFF2-40B4-BE49-F238E27FC236}">
                  <a16:creationId xmlns:a16="http://schemas.microsoft.com/office/drawing/2014/main" id="{717C5932-847B-9969-BE66-6055385C3812}"/>
                </a:ext>
              </a:extLst>
            </p:cNvPr>
            <p:cNvSpPr/>
            <p:nvPr/>
          </p:nvSpPr>
          <p:spPr>
            <a:xfrm>
              <a:off x="439171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80" name="pg3035">
              <a:extLst>
                <a:ext uri="{FF2B5EF4-FFF2-40B4-BE49-F238E27FC236}">
                  <a16:creationId xmlns:a16="http://schemas.microsoft.com/office/drawing/2014/main" id="{8F9AC5BC-BF28-F2A6-02FC-BCA321864BFC}"/>
                </a:ext>
              </a:extLst>
            </p:cNvPr>
            <p:cNvSpPr/>
            <p:nvPr/>
          </p:nvSpPr>
          <p:spPr>
            <a:xfrm>
              <a:off x="440335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81" name="pg3036">
              <a:extLst>
                <a:ext uri="{FF2B5EF4-FFF2-40B4-BE49-F238E27FC236}">
                  <a16:creationId xmlns:a16="http://schemas.microsoft.com/office/drawing/2014/main" id="{B9B42E14-C9D6-0933-01A4-DAB98F513CF1}"/>
                </a:ext>
              </a:extLst>
            </p:cNvPr>
            <p:cNvSpPr/>
            <p:nvPr/>
          </p:nvSpPr>
          <p:spPr>
            <a:xfrm>
              <a:off x="441499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82" name="pg3037">
              <a:extLst>
                <a:ext uri="{FF2B5EF4-FFF2-40B4-BE49-F238E27FC236}">
                  <a16:creationId xmlns:a16="http://schemas.microsoft.com/office/drawing/2014/main" id="{3951C3AE-CADB-4810-3325-AA0AAC888795}"/>
                </a:ext>
              </a:extLst>
            </p:cNvPr>
            <p:cNvSpPr/>
            <p:nvPr/>
          </p:nvSpPr>
          <p:spPr>
            <a:xfrm>
              <a:off x="442663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83" name="pg3038">
              <a:extLst>
                <a:ext uri="{FF2B5EF4-FFF2-40B4-BE49-F238E27FC236}">
                  <a16:creationId xmlns:a16="http://schemas.microsoft.com/office/drawing/2014/main" id="{CF3F725A-2120-C9D9-A91F-DBFC4806596D}"/>
                </a:ext>
              </a:extLst>
            </p:cNvPr>
            <p:cNvSpPr/>
            <p:nvPr/>
          </p:nvSpPr>
          <p:spPr>
            <a:xfrm>
              <a:off x="443826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84" name="pg3039">
              <a:extLst>
                <a:ext uri="{FF2B5EF4-FFF2-40B4-BE49-F238E27FC236}">
                  <a16:creationId xmlns:a16="http://schemas.microsoft.com/office/drawing/2014/main" id="{0D1379A2-F47D-047C-EFEC-0B0534A73D72}"/>
                </a:ext>
              </a:extLst>
            </p:cNvPr>
            <p:cNvSpPr/>
            <p:nvPr/>
          </p:nvSpPr>
          <p:spPr>
            <a:xfrm>
              <a:off x="458955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85" name="pg3040">
              <a:extLst>
                <a:ext uri="{FF2B5EF4-FFF2-40B4-BE49-F238E27FC236}">
                  <a16:creationId xmlns:a16="http://schemas.microsoft.com/office/drawing/2014/main" id="{FB269F57-B599-C83B-9F28-1E14D16FA6A2}"/>
                </a:ext>
              </a:extLst>
            </p:cNvPr>
            <p:cNvSpPr/>
            <p:nvPr/>
          </p:nvSpPr>
          <p:spPr>
            <a:xfrm>
              <a:off x="460119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86" name="pg3041">
              <a:extLst>
                <a:ext uri="{FF2B5EF4-FFF2-40B4-BE49-F238E27FC236}">
                  <a16:creationId xmlns:a16="http://schemas.microsoft.com/office/drawing/2014/main" id="{63108DF7-4F2B-FECF-393E-0FB8928BB6E9}"/>
                </a:ext>
              </a:extLst>
            </p:cNvPr>
            <p:cNvSpPr/>
            <p:nvPr/>
          </p:nvSpPr>
          <p:spPr>
            <a:xfrm>
              <a:off x="461282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87" name="pg3042">
              <a:extLst>
                <a:ext uri="{FF2B5EF4-FFF2-40B4-BE49-F238E27FC236}">
                  <a16:creationId xmlns:a16="http://schemas.microsoft.com/office/drawing/2014/main" id="{51E2EE27-CF0A-59FF-343B-EB35C6BAE969}"/>
                </a:ext>
              </a:extLst>
            </p:cNvPr>
            <p:cNvSpPr/>
            <p:nvPr/>
          </p:nvSpPr>
          <p:spPr>
            <a:xfrm>
              <a:off x="462446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88" name="pg3043">
              <a:extLst>
                <a:ext uri="{FF2B5EF4-FFF2-40B4-BE49-F238E27FC236}">
                  <a16:creationId xmlns:a16="http://schemas.microsoft.com/office/drawing/2014/main" id="{C8D18F65-2DD9-6B69-1576-C315667BE9BC}"/>
                </a:ext>
              </a:extLst>
            </p:cNvPr>
            <p:cNvSpPr/>
            <p:nvPr/>
          </p:nvSpPr>
          <p:spPr>
            <a:xfrm>
              <a:off x="463610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89" name="pg3044">
              <a:extLst>
                <a:ext uri="{FF2B5EF4-FFF2-40B4-BE49-F238E27FC236}">
                  <a16:creationId xmlns:a16="http://schemas.microsoft.com/office/drawing/2014/main" id="{181481BB-DC3E-86F6-65C3-08B6B59BD08B}"/>
                </a:ext>
              </a:extLst>
            </p:cNvPr>
            <p:cNvSpPr/>
            <p:nvPr/>
          </p:nvSpPr>
          <p:spPr>
            <a:xfrm>
              <a:off x="308833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90" name="pg3045">
              <a:extLst>
                <a:ext uri="{FF2B5EF4-FFF2-40B4-BE49-F238E27FC236}">
                  <a16:creationId xmlns:a16="http://schemas.microsoft.com/office/drawing/2014/main" id="{EBD3E8B1-C1F0-81E1-B67E-29FA4D0DA6B2}"/>
                </a:ext>
              </a:extLst>
            </p:cNvPr>
            <p:cNvSpPr/>
            <p:nvPr/>
          </p:nvSpPr>
          <p:spPr>
            <a:xfrm>
              <a:off x="309997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91" name="pg3046">
              <a:extLst>
                <a:ext uri="{FF2B5EF4-FFF2-40B4-BE49-F238E27FC236}">
                  <a16:creationId xmlns:a16="http://schemas.microsoft.com/office/drawing/2014/main" id="{5E7122CC-24E0-6F08-512F-E898BA57CF2C}"/>
                </a:ext>
              </a:extLst>
            </p:cNvPr>
            <p:cNvSpPr/>
            <p:nvPr/>
          </p:nvSpPr>
          <p:spPr>
            <a:xfrm>
              <a:off x="311161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92" name="pg3047">
              <a:extLst>
                <a:ext uri="{FF2B5EF4-FFF2-40B4-BE49-F238E27FC236}">
                  <a16:creationId xmlns:a16="http://schemas.microsoft.com/office/drawing/2014/main" id="{81E446DD-31DD-B247-F01E-9E4FB0E0D290}"/>
                </a:ext>
              </a:extLst>
            </p:cNvPr>
            <p:cNvSpPr/>
            <p:nvPr/>
          </p:nvSpPr>
          <p:spPr>
            <a:xfrm>
              <a:off x="312324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93" name="pg3048">
              <a:extLst>
                <a:ext uri="{FF2B5EF4-FFF2-40B4-BE49-F238E27FC236}">
                  <a16:creationId xmlns:a16="http://schemas.microsoft.com/office/drawing/2014/main" id="{0B3E0C9E-7D15-050F-6FB5-FE45164EA6C4}"/>
                </a:ext>
              </a:extLst>
            </p:cNvPr>
            <p:cNvSpPr/>
            <p:nvPr/>
          </p:nvSpPr>
          <p:spPr>
            <a:xfrm>
              <a:off x="313488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94" name="pg3049">
              <a:extLst>
                <a:ext uri="{FF2B5EF4-FFF2-40B4-BE49-F238E27FC236}">
                  <a16:creationId xmlns:a16="http://schemas.microsoft.com/office/drawing/2014/main" id="{A668A45D-87C7-C17B-8AEF-93D2B31CF9FF}"/>
                </a:ext>
              </a:extLst>
            </p:cNvPr>
            <p:cNvSpPr/>
            <p:nvPr/>
          </p:nvSpPr>
          <p:spPr>
            <a:xfrm>
              <a:off x="314652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95" name="pg3050">
              <a:extLst>
                <a:ext uri="{FF2B5EF4-FFF2-40B4-BE49-F238E27FC236}">
                  <a16:creationId xmlns:a16="http://schemas.microsoft.com/office/drawing/2014/main" id="{1F3E9E78-E1B8-9D4A-46B1-DEE78C1885AB}"/>
                </a:ext>
              </a:extLst>
            </p:cNvPr>
            <p:cNvSpPr/>
            <p:nvPr/>
          </p:nvSpPr>
          <p:spPr>
            <a:xfrm>
              <a:off x="351891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96" name="pg3051">
              <a:extLst>
                <a:ext uri="{FF2B5EF4-FFF2-40B4-BE49-F238E27FC236}">
                  <a16:creationId xmlns:a16="http://schemas.microsoft.com/office/drawing/2014/main" id="{19DF92E5-9B3A-E694-612A-5F4CB92B03B8}"/>
                </a:ext>
              </a:extLst>
            </p:cNvPr>
            <p:cNvSpPr/>
            <p:nvPr/>
          </p:nvSpPr>
          <p:spPr>
            <a:xfrm>
              <a:off x="353055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97" name="pg3052">
              <a:extLst>
                <a:ext uri="{FF2B5EF4-FFF2-40B4-BE49-F238E27FC236}">
                  <a16:creationId xmlns:a16="http://schemas.microsoft.com/office/drawing/2014/main" id="{27187D3D-4C10-27DA-88C7-5EF64CF3A6D9}"/>
                </a:ext>
              </a:extLst>
            </p:cNvPr>
            <p:cNvSpPr/>
            <p:nvPr/>
          </p:nvSpPr>
          <p:spPr>
            <a:xfrm>
              <a:off x="354219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98" name="pg3053">
              <a:extLst>
                <a:ext uri="{FF2B5EF4-FFF2-40B4-BE49-F238E27FC236}">
                  <a16:creationId xmlns:a16="http://schemas.microsoft.com/office/drawing/2014/main" id="{2CCE054C-E151-1A39-54F8-B2A2EC433A84}"/>
                </a:ext>
              </a:extLst>
            </p:cNvPr>
            <p:cNvSpPr/>
            <p:nvPr/>
          </p:nvSpPr>
          <p:spPr>
            <a:xfrm>
              <a:off x="355383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99" name="pg3054">
              <a:extLst>
                <a:ext uri="{FF2B5EF4-FFF2-40B4-BE49-F238E27FC236}">
                  <a16:creationId xmlns:a16="http://schemas.microsoft.com/office/drawing/2014/main" id="{CF42BFB8-52FF-B6A0-4225-8C48A94DAA6C}"/>
                </a:ext>
              </a:extLst>
            </p:cNvPr>
            <p:cNvSpPr/>
            <p:nvPr/>
          </p:nvSpPr>
          <p:spPr>
            <a:xfrm>
              <a:off x="356546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00" name="pg3055">
              <a:extLst>
                <a:ext uri="{FF2B5EF4-FFF2-40B4-BE49-F238E27FC236}">
                  <a16:creationId xmlns:a16="http://schemas.microsoft.com/office/drawing/2014/main" id="{854ECE64-8A45-B1EC-8DE3-0597CB6BEBE3}"/>
                </a:ext>
              </a:extLst>
            </p:cNvPr>
            <p:cNvSpPr/>
            <p:nvPr/>
          </p:nvSpPr>
          <p:spPr>
            <a:xfrm>
              <a:off x="357710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01" name="pg3056">
              <a:extLst>
                <a:ext uri="{FF2B5EF4-FFF2-40B4-BE49-F238E27FC236}">
                  <a16:creationId xmlns:a16="http://schemas.microsoft.com/office/drawing/2014/main" id="{D27FF88A-D43E-6374-C692-264E96420E87}"/>
                </a:ext>
              </a:extLst>
            </p:cNvPr>
            <p:cNvSpPr/>
            <p:nvPr/>
          </p:nvSpPr>
          <p:spPr>
            <a:xfrm>
              <a:off x="358874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02" name="pg3057">
              <a:extLst>
                <a:ext uri="{FF2B5EF4-FFF2-40B4-BE49-F238E27FC236}">
                  <a16:creationId xmlns:a16="http://schemas.microsoft.com/office/drawing/2014/main" id="{55F39069-AB9F-E858-3726-2048D2DA4B05}"/>
                </a:ext>
              </a:extLst>
            </p:cNvPr>
            <p:cNvSpPr/>
            <p:nvPr/>
          </p:nvSpPr>
          <p:spPr>
            <a:xfrm>
              <a:off x="360037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03" name="pg3058">
              <a:extLst>
                <a:ext uri="{FF2B5EF4-FFF2-40B4-BE49-F238E27FC236}">
                  <a16:creationId xmlns:a16="http://schemas.microsoft.com/office/drawing/2014/main" id="{5191F9CC-6661-E892-7391-E1A85DB95C6E}"/>
                </a:ext>
              </a:extLst>
            </p:cNvPr>
            <p:cNvSpPr/>
            <p:nvPr/>
          </p:nvSpPr>
          <p:spPr>
            <a:xfrm>
              <a:off x="361201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04" name="pg3059">
              <a:extLst>
                <a:ext uri="{FF2B5EF4-FFF2-40B4-BE49-F238E27FC236}">
                  <a16:creationId xmlns:a16="http://schemas.microsoft.com/office/drawing/2014/main" id="{BDDBAE89-06B4-F673-1FE2-622B2E76CEAE}"/>
                </a:ext>
              </a:extLst>
            </p:cNvPr>
            <p:cNvSpPr/>
            <p:nvPr/>
          </p:nvSpPr>
          <p:spPr>
            <a:xfrm>
              <a:off x="362365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05" name="pg3060">
              <a:extLst>
                <a:ext uri="{FF2B5EF4-FFF2-40B4-BE49-F238E27FC236}">
                  <a16:creationId xmlns:a16="http://schemas.microsoft.com/office/drawing/2014/main" id="{00D25C45-9260-0B85-7556-F18724A1A54D}"/>
                </a:ext>
              </a:extLst>
            </p:cNvPr>
            <p:cNvSpPr/>
            <p:nvPr/>
          </p:nvSpPr>
          <p:spPr>
            <a:xfrm>
              <a:off x="363529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06" name="pg3061">
              <a:extLst>
                <a:ext uri="{FF2B5EF4-FFF2-40B4-BE49-F238E27FC236}">
                  <a16:creationId xmlns:a16="http://schemas.microsoft.com/office/drawing/2014/main" id="{2B0B7299-981E-C002-39F0-C6F34B9F26A8}"/>
                </a:ext>
              </a:extLst>
            </p:cNvPr>
            <p:cNvSpPr/>
            <p:nvPr/>
          </p:nvSpPr>
          <p:spPr>
            <a:xfrm>
              <a:off x="364692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07" name="pg3062">
              <a:extLst>
                <a:ext uri="{FF2B5EF4-FFF2-40B4-BE49-F238E27FC236}">
                  <a16:creationId xmlns:a16="http://schemas.microsoft.com/office/drawing/2014/main" id="{FCAC4BE7-F305-00CE-3679-6B19312B6C8D}"/>
                </a:ext>
              </a:extLst>
            </p:cNvPr>
            <p:cNvSpPr/>
            <p:nvPr/>
          </p:nvSpPr>
          <p:spPr>
            <a:xfrm>
              <a:off x="365856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08" name="pg3063">
              <a:extLst>
                <a:ext uri="{FF2B5EF4-FFF2-40B4-BE49-F238E27FC236}">
                  <a16:creationId xmlns:a16="http://schemas.microsoft.com/office/drawing/2014/main" id="{2CE81450-3730-15F9-E218-9A74C33269EF}"/>
                </a:ext>
              </a:extLst>
            </p:cNvPr>
            <p:cNvSpPr/>
            <p:nvPr/>
          </p:nvSpPr>
          <p:spPr>
            <a:xfrm>
              <a:off x="367020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09" name="pg3064">
              <a:extLst>
                <a:ext uri="{FF2B5EF4-FFF2-40B4-BE49-F238E27FC236}">
                  <a16:creationId xmlns:a16="http://schemas.microsoft.com/office/drawing/2014/main" id="{38E373C1-00A7-953C-8087-D136689B5979}"/>
                </a:ext>
              </a:extLst>
            </p:cNvPr>
            <p:cNvSpPr/>
            <p:nvPr/>
          </p:nvSpPr>
          <p:spPr>
            <a:xfrm>
              <a:off x="368184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10" name="pg3065">
              <a:extLst>
                <a:ext uri="{FF2B5EF4-FFF2-40B4-BE49-F238E27FC236}">
                  <a16:creationId xmlns:a16="http://schemas.microsoft.com/office/drawing/2014/main" id="{67204F6E-DCC4-3ED4-C47B-6BA6CBCE4216}"/>
                </a:ext>
              </a:extLst>
            </p:cNvPr>
            <p:cNvSpPr/>
            <p:nvPr/>
          </p:nvSpPr>
          <p:spPr>
            <a:xfrm>
              <a:off x="369347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11" name="pg3066">
              <a:extLst>
                <a:ext uri="{FF2B5EF4-FFF2-40B4-BE49-F238E27FC236}">
                  <a16:creationId xmlns:a16="http://schemas.microsoft.com/office/drawing/2014/main" id="{6BC41B83-FB44-BF6E-B56A-99BB4BB7DACB}"/>
                </a:ext>
              </a:extLst>
            </p:cNvPr>
            <p:cNvSpPr/>
            <p:nvPr/>
          </p:nvSpPr>
          <p:spPr>
            <a:xfrm>
              <a:off x="370511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12" name="pg3067">
              <a:extLst>
                <a:ext uri="{FF2B5EF4-FFF2-40B4-BE49-F238E27FC236}">
                  <a16:creationId xmlns:a16="http://schemas.microsoft.com/office/drawing/2014/main" id="{A9258A91-0104-65BD-5D79-F5873FD6EE8E}"/>
                </a:ext>
              </a:extLst>
            </p:cNvPr>
            <p:cNvSpPr/>
            <p:nvPr/>
          </p:nvSpPr>
          <p:spPr>
            <a:xfrm>
              <a:off x="371675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13" name="pg3068">
              <a:extLst>
                <a:ext uri="{FF2B5EF4-FFF2-40B4-BE49-F238E27FC236}">
                  <a16:creationId xmlns:a16="http://schemas.microsoft.com/office/drawing/2014/main" id="{C9298178-8034-41B6-30AE-9CC733B94B40}"/>
                </a:ext>
              </a:extLst>
            </p:cNvPr>
            <p:cNvSpPr/>
            <p:nvPr/>
          </p:nvSpPr>
          <p:spPr>
            <a:xfrm>
              <a:off x="372839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14" name="pg3069">
              <a:extLst>
                <a:ext uri="{FF2B5EF4-FFF2-40B4-BE49-F238E27FC236}">
                  <a16:creationId xmlns:a16="http://schemas.microsoft.com/office/drawing/2014/main" id="{F39D7740-822E-615A-CDE6-D27FCC74C21A}"/>
                </a:ext>
              </a:extLst>
            </p:cNvPr>
            <p:cNvSpPr/>
            <p:nvPr/>
          </p:nvSpPr>
          <p:spPr>
            <a:xfrm>
              <a:off x="374002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15" name="pg3070">
              <a:extLst>
                <a:ext uri="{FF2B5EF4-FFF2-40B4-BE49-F238E27FC236}">
                  <a16:creationId xmlns:a16="http://schemas.microsoft.com/office/drawing/2014/main" id="{6F387297-F2BE-829A-9973-0DEAE0BEE229}"/>
                </a:ext>
              </a:extLst>
            </p:cNvPr>
            <p:cNvSpPr/>
            <p:nvPr/>
          </p:nvSpPr>
          <p:spPr>
            <a:xfrm>
              <a:off x="375166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16" name="pg3071">
              <a:extLst>
                <a:ext uri="{FF2B5EF4-FFF2-40B4-BE49-F238E27FC236}">
                  <a16:creationId xmlns:a16="http://schemas.microsoft.com/office/drawing/2014/main" id="{7A1D5444-A2E4-29D7-5A1D-37A75DF3AB04}"/>
                </a:ext>
              </a:extLst>
            </p:cNvPr>
            <p:cNvSpPr/>
            <p:nvPr/>
          </p:nvSpPr>
          <p:spPr>
            <a:xfrm>
              <a:off x="376330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17" name="pg3072">
              <a:extLst>
                <a:ext uri="{FF2B5EF4-FFF2-40B4-BE49-F238E27FC236}">
                  <a16:creationId xmlns:a16="http://schemas.microsoft.com/office/drawing/2014/main" id="{13697B43-B758-E1AB-1BB8-C1E0059423A8}"/>
                </a:ext>
              </a:extLst>
            </p:cNvPr>
            <p:cNvSpPr/>
            <p:nvPr/>
          </p:nvSpPr>
          <p:spPr>
            <a:xfrm>
              <a:off x="377493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18" name="pg3073">
              <a:extLst>
                <a:ext uri="{FF2B5EF4-FFF2-40B4-BE49-F238E27FC236}">
                  <a16:creationId xmlns:a16="http://schemas.microsoft.com/office/drawing/2014/main" id="{4E4E3C8B-1A4F-9AA5-8500-8FF895A015A6}"/>
                </a:ext>
              </a:extLst>
            </p:cNvPr>
            <p:cNvSpPr/>
            <p:nvPr/>
          </p:nvSpPr>
          <p:spPr>
            <a:xfrm>
              <a:off x="378657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19" name="pg3074">
              <a:extLst>
                <a:ext uri="{FF2B5EF4-FFF2-40B4-BE49-F238E27FC236}">
                  <a16:creationId xmlns:a16="http://schemas.microsoft.com/office/drawing/2014/main" id="{EA802BE3-C352-FC60-09A9-7043CE505478}"/>
                </a:ext>
              </a:extLst>
            </p:cNvPr>
            <p:cNvSpPr/>
            <p:nvPr/>
          </p:nvSpPr>
          <p:spPr>
            <a:xfrm>
              <a:off x="438008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20" name="pg3075">
              <a:extLst>
                <a:ext uri="{FF2B5EF4-FFF2-40B4-BE49-F238E27FC236}">
                  <a16:creationId xmlns:a16="http://schemas.microsoft.com/office/drawing/2014/main" id="{8561B40F-34C8-6733-585B-9E3A69EB90A5}"/>
                </a:ext>
              </a:extLst>
            </p:cNvPr>
            <p:cNvSpPr/>
            <p:nvPr/>
          </p:nvSpPr>
          <p:spPr>
            <a:xfrm>
              <a:off x="439171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21" name="pg3076">
              <a:extLst>
                <a:ext uri="{FF2B5EF4-FFF2-40B4-BE49-F238E27FC236}">
                  <a16:creationId xmlns:a16="http://schemas.microsoft.com/office/drawing/2014/main" id="{91969C9F-D222-9D0D-4589-A67BC593726F}"/>
                </a:ext>
              </a:extLst>
            </p:cNvPr>
            <p:cNvSpPr/>
            <p:nvPr/>
          </p:nvSpPr>
          <p:spPr>
            <a:xfrm>
              <a:off x="440335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22" name="pg3077">
              <a:extLst>
                <a:ext uri="{FF2B5EF4-FFF2-40B4-BE49-F238E27FC236}">
                  <a16:creationId xmlns:a16="http://schemas.microsoft.com/office/drawing/2014/main" id="{9B8BB5FD-C53E-7130-2679-94D6ABE056FA}"/>
                </a:ext>
              </a:extLst>
            </p:cNvPr>
            <p:cNvSpPr/>
            <p:nvPr/>
          </p:nvSpPr>
          <p:spPr>
            <a:xfrm>
              <a:off x="441499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23" name="pg3078">
              <a:extLst>
                <a:ext uri="{FF2B5EF4-FFF2-40B4-BE49-F238E27FC236}">
                  <a16:creationId xmlns:a16="http://schemas.microsoft.com/office/drawing/2014/main" id="{D5E17428-3DDD-870C-6541-25E32688A179}"/>
                </a:ext>
              </a:extLst>
            </p:cNvPr>
            <p:cNvSpPr/>
            <p:nvPr/>
          </p:nvSpPr>
          <p:spPr>
            <a:xfrm>
              <a:off x="442663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24" name="pg3079">
              <a:extLst>
                <a:ext uri="{FF2B5EF4-FFF2-40B4-BE49-F238E27FC236}">
                  <a16:creationId xmlns:a16="http://schemas.microsoft.com/office/drawing/2014/main" id="{2D7EA775-71A5-1B58-E899-AC085E77A8A5}"/>
                </a:ext>
              </a:extLst>
            </p:cNvPr>
            <p:cNvSpPr/>
            <p:nvPr/>
          </p:nvSpPr>
          <p:spPr>
            <a:xfrm>
              <a:off x="443826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25" name="pg3080">
              <a:extLst>
                <a:ext uri="{FF2B5EF4-FFF2-40B4-BE49-F238E27FC236}">
                  <a16:creationId xmlns:a16="http://schemas.microsoft.com/office/drawing/2014/main" id="{B92F9ECE-586D-82CC-A933-D5C6D2EE9195}"/>
                </a:ext>
              </a:extLst>
            </p:cNvPr>
            <p:cNvSpPr/>
            <p:nvPr/>
          </p:nvSpPr>
          <p:spPr>
            <a:xfrm>
              <a:off x="444990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26" name="pg3081">
              <a:extLst>
                <a:ext uri="{FF2B5EF4-FFF2-40B4-BE49-F238E27FC236}">
                  <a16:creationId xmlns:a16="http://schemas.microsoft.com/office/drawing/2014/main" id="{53A5FE61-A0FB-5AB4-5DF4-64FA3D1E07E8}"/>
                </a:ext>
              </a:extLst>
            </p:cNvPr>
            <p:cNvSpPr/>
            <p:nvPr/>
          </p:nvSpPr>
          <p:spPr>
            <a:xfrm>
              <a:off x="460119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27" name="pg3082">
              <a:extLst>
                <a:ext uri="{FF2B5EF4-FFF2-40B4-BE49-F238E27FC236}">
                  <a16:creationId xmlns:a16="http://schemas.microsoft.com/office/drawing/2014/main" id="{9F37467A-044D-9E07-184C-A3DB7716FC53}"/>
                </a:ext>
              </a:extLst>
            </p:cNvPr>
            <p:cNvSpPr/>
            <p:nvPr/>
          </p:nvSpPr>
          <p:spPr>
            <a:xfrm>
              <a:off x="461282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28" name="pg3083">
              <a:extLst>
                <a:ext uri="{FF2B5EF4-FFF2-40B4-BE49-F238E27FC236}">
                  <a16:creationId xmlns:a16="http://schemas.microsoft.com/office/drawing/2014/main" id="{91546973-7F89-885B-62D0-C7F4E6055F47}"/>
                </a:ext>
              </a:extLst>
            </p:cNvPr>
            <p:cNvSpPr/>
            <p:nvPr/>
          </p:nvSpPr>
          <p:spPr>
            <a:xfrm>
              <a:off x="462446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29" name="pg3084">
              <a:extLst>
                <a:ext uri="{FF2B5EF4-FFF2-40B4-BE49-F238E27FC236}">
                  <a16:creationId xmlns:a16="http://schemas.microsoft.com/office/drawing/2014/main" id="{7D6C7C84-84D0-0D0F-A2AB-6310C5F91937}"/>
                </a:ext>
              </a:extLst>
            </p:cNvPr>
            <p:cNvSpPr/>
            <p:nvPr/>
          </p:nvSpPr>
          <p:spPr>
            <a:xfrm>
              <a:off x="463610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30" name="pg3085">
              <a:extLst>
                <a:ext uri="{FF2B5EF4-FFF2-40B4-BE49-F238E27FC236}">
                  <a16:creationId xmlns:a16="http://schemas.microsoft.com/office/drawing/2014/main" id="{CCB3522B-F1D1-2FE4-A94F-70B785F68E87}"/>
                </a:ext>
              </a:extLst>
            </p:cNvPr>
            <p:cNvSpPr/>
            <p:nvPr/>
          </p:nvSpPr>
          <p:spPr>
            <a:xfrm>
              <a:off x="464773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31" name="pg3086">
              <a:extLst>
                <a:ext uri="{FF2B5EF4-FFF2-40B4-BE49-F238E27FC236}">
                  <a16:creationId xmlns:a16="http://schemas.microsoft.com/office/drawing/2014/main" id="{E1D3A5AB-496F-42F8-544B-44D8C6033516}"/>
                </a:ext>
              </a:extLst>
            </p:cNvPr>
            <p:cNvSpPr/>
            <p:nvPr/>
          </p:nvSpPr>
          <p:spPr>
            <a:xfrm>
              <a:off x="306506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32" name="pg3087">
              <a:extLst>
                <a:ext uri="{FF2B5EF4-FFF2-40B4-BE49-F238E27FC236}">
                  <a16:creationId xmlns:a16="http://schemas.microsoft.com/office/drawing/2014/main" id="{A51D427C-161B-30DB-1956-8F4165E0AAA2}"/>
                </a:ext>
              </a:extLst>
            </p:cNvPr>
            <p:cNvSpPr/>
            <p:nvPr/>
          </p:nvSpPr>
          <p:spPr>
            <a:xfrm>
              <a:off x="307669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33" name="pg3088">
              <a:extLst>
                <a:ext uri="{FF2B5EF4-FFF2-40B4-BE49-F238E27FC236}">
                  <a16:creationId xmlns:a16="http://schemas.microsoft.com/office/drawing/2014/main" id="{1F400651-D3F2-CDC1-37FC-85980A2D11E5}"/>
                </a:ext>
              </a:extLst>
            </p:cNvPr>
            <p:cNvSpPr/>
            <p:nvPr/>
          </p:nvSpPr>
          <p:spPr>
            <a:xfrm>
              <a:off x="308833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34" name="pg3089">
              <a:extLst>
                <a:ext uri="{FF2B5EF4-FFF2-40B4-BE49-F238E27FC236}">
                  <a16:creationId xmlns:a16="http://schemas.microsoft.com/office/drawing/2014/main" id="{E115EBF0-8956-4F49-C9CA-4A2CE427BF76}"/>
                </a:ext>
              </a:extLst>
            </p:cNvPr>
            <p:cNvSpPr/>
            <p:nvPr/>
          </p:nvSpPr>
          <p:spPr>
            <a:xfrm>
              <a:off x="309997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35" name="pg3090">
              <a:extLst>
                <a:ext uri="{FF2B5EF4-FFF2-40B4-BE49-F238E27FC236}">
                  <a16:creationId xmlns:a16="http://schemas.microsoft.com/office/drawing/2014/main" id="{F0E3ADD8-DF40-A151-DBA2-5115C70775E5}"/>
                </a:ext>
              </a:extLst>
            </p:cNvPr>
            <p:cNvSpPr/>
            <p:nvPr/>
          </p:nvSpPr>
          <p:spPr>
            <a:xfrm>
              <a:off x="311161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36" name="pg3091">
              <a:extLst>
                <a:ext uri="{FF2B5EF4-FFF2-40B4-BE49-F238E27FC236}">
                  <a16:creationId xmlns:a16="http://schemas.microsoft.com/office/drawing/2014/main" id="{192C4040-A1E6-ECBD-7359-894852ACD7DF}"/>
                </a:ext>
              </a:extLst>
            </p:cNvPr>
            <p:cNvSpPr/>
            <p:nvPr/>
          </p:nvSpPr>
          <p:spPr>
            <a:xfrm>
              <a:off x="312324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37" name="pg3092">
              <a:extLst>
                <a:ext uri="{FF2B5EF4-FFF2-40B4-BE49-F238E27FC236}">
                  <a16:creationId xmlns:a16="http://schemas.microsoft.com/office/drawing/2014/main" id="{7BBCE227-567D-BF1E-E709-DB25EB2BCDF1}"/>
                </a:ext>
              </a:extLst>
            </p:cNvPr>
            <p:cNvSpPr/>
            <p:nvPr/>
          </p:nvSpPr>
          <p:spPr>
            <a:xfrm>
              <a:off x="313488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38" name="pg3093">
              <a:extLst>
                <a:ext uri="{FF2B5EF4-FFF2-40B4-BE49-F238E27FC236}">
                  <a16:creationId xmlns:a16="http://schemas.microsoft.com/office/drawing/2014/main" id="{D05D5D88-07E5-F4B2-0D8F-98AD3A50868A}"/>
                </a:ext>
              </a:extLst>
            </p:cNvPr>
            <p:cNvSpPr/>
            <p:nvPr/>
          </p:nvSpPr>
          <p:spPr>
            <a:xfrm>
              <a:off x="3542193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39" name="pg3094">
              <a:extLst>
                <a:ext uri="{FF2B5EF4-FFF2-40B4-BE49-F238E27FC236}">
                  <a16:creationId xmlns:a16="http://schemas.microsoft.com/office/drawing/2014/main" id="{A5B006D8-A4A5-7F93-EDC6-CCC69494FACF}"/>
                </a:ext>
              </a:extLst>
            </p:cNvPr>
            <p:cNvSpPr/>
            <p:nvPr/>
          </p:nvSpPr>
          <p:spPr>
            <a:xfrm>
              <a:off x="355383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40" name="pg3095">
              <a:extLst>
                <a:ext uri="{FF2B5EF4-FFF2-40B4-BE49-F238E27FC236}">
                  <a16:creationId xmlns:a16="http://schemas.microsoft.com/office/drawing/2014/main" id="{6F29EB83-BCD7-5865-4CC6-113056CA9AD0}"/>
                </a:ext>
              </a:extLst>
            </p:cNvPr>
            <p:cNvSpPr/>
            <p:nvPr/>
          </p:nvSpPr>
          <p:spPr>
            <a:xfrm>
              <a:off x="356546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41" name="pg3096">
              <a:extLst>
                <a:ext uri="{FF2B5EF4-FFF2-40B4-BE49-F238E27FC236}">
                  <a16:creationId xmlns:a16="http://schemas.microsoft.com/office/drawing/2014/main" id="{FFE77FBA-D037-1E43-EA04-1ECFD7806DDC}"/>
                </a:ext>
              </a:extLst>
            </p:cNvPr>
            <p:cNvSpPr/>
            <p:nvPr/>
          </p:nvSpPr>
          <p:spPr>
            <a:xfrm>
              <a:off x="357710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42" name="pg3097">
              <a:extLst>
                <a:ext uri="{FF2B5EF4-FFF2-40B4-BE49-F238E27FC236}">
                  <a16:creationId xmlns:a16="http://schemas.microsoft.com/office/drawing/2014/main" id="{FBAE9A2D-FD85-0E9B-D111-F4E792352093}"/>
                </a:ext>
              </a:extLst>
            </p:cNvPr>
            <p:cNvSpPr/>
            <p:nvPr/>
          </p:nvSpPr>
          <p:spPr>
            <a:xfrm>
              <a:off x="358874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43" name="pg3098">
              <a:extLst>
                <a:ext uri="{FF2B5EF4-FFF2-40B4-BE49-F238E27FC236}">
                  <a16:creationId xmlns:a16="http://schemas.microsoft.com/office/drawing/2014/main" id="{BC85C57C-2D3C-E720-8806-F768031A03CE}"/>
                </a:ext>
              </a:extLst>
            </p:cNvPr>
            <p:cNvSpPr/>
            <p:nvPr/>
          </p:nvSpPr>
          <p:spPr>
            <a:xfrm>
              <a:off x="360037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44" name="pg3099">
              <a:extLst>
                <a:ext uri="{FF2B5EF4-FFF2-40B4-BE49-F238E27FC236}">
                  <a16:creationId xmlns:a16="http://schemas.microsoft.com/office/drawing/2014/main" id="{9083A3C7-2236-42C1-DC44-5C706282C402}"/>
                </a:ext>
              </a:extLst>
            </p:cNvPr>
            <p:cNvSpPr/>
            <p:nvPr/>
          </p:nvSpPr>
          <p:spPr>
            <a:xfrm>
              <a:off x="361201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45" name="pg3100">
              <a:extLst>
                <a:ext uri="{FF2B5EF4-FFF2-40B4-BE49-F238E27FC236}">
                  <a16:creationId xmlns:a16="http://schemas.microsoft.com/office/drawing/2014/main" id="{BEF3EA3F-A75C-312D-F6FF-7EF94A45EF22}"/>
                </a:ext>
              </a:extLst>
            </p:cNvPr>
            <p:cNvSpPr/>
            <p:nvPr/>
          </p:nvSpPr>
          <p:spPr>
            <a:xfrm>
              <a:off x="362365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46" name="pg3101">
              <a:extLst>
                <a:ext uri="{FF2B5EF4-FFF2-40B4-BE49-F238E27FC236}">
                  <a16:creationId xmlns:a16="http://schemas.microsoft.com/office/drawing/2014/main" id="{F5A95451-F5E8-40D6-96A4-4ED313CC5E0C}"/>
                </a:ext>
              </a:extLst>
            </p:cNvPr>
            <p:cNvSpPr/>
            <p:nvPr/>
          </p:nvSpPr>
          <p:spPr>
            <a:xfrm>
              <a:off x="363529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47" name="pg3102">
              <a:extLst>
                <a:ext uri="{FF2B5EF4-FFF2-40B4-BE49-F238E27FC236}">
                  <a16:creationId xmlns:a16="http://schemas.microsoft.com/office/drawing/2014/main" id="{7D465EC7-223E-F870-3309-87DACAF32A09}"/>
                </a:ext>
              </a:extLst>
            </p:cNvPr>
            <p:cNvSpPr/>
            <p:nvPr/>
          </p:nvSpPr>
          <p:spPr>
            <a:xfrm>
              <a:off x="3646928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48" name="pg3103">
              <a:extLst>
                <a:ext uri="{FF2B5EF4-FFF2-40B4-BE49-F238E27FC236}">
                  <a16:creationId xmlns:a16="http://schemas.microsoft.com/office/drawing/2014/main" id="{A85F3C92-273E-32C9-3267-2BFF949132F7}"/>
                </a:ext>
              </a:extLst>
            </p:cNvPr>
            <p:cNvSpPr/>
            <p:nvPr/>
          </p:nvSpPr>
          <p:spPr>
            <a:xfrm>
              <a:off x="365856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49" name="pg3104">
              <a:extLst>
                <a:ext uri="{FF2B5EF4-FFF2-40B4-BE49-F238E27FC236}">
                  <a16:creationId xmlns:a16="http://schemas.microsoft.com/office/drawing/2014/main" id="{E469E6C7-81A4-B04A-EF12-BAAB10887291}"/>
                </a:ext>
              </a:extLst>
            </p:cNvPr>
            <p:cNvSpPr/>
            <p:nvPr/>
          </p:nvSpPr>
          <p:spPr>
            <a:xfrm>
              <a:off x="3670203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50" name="pg3105">
              <a:extLst>
                <a:ext uri="{FF2B5EF4-FFF2-40B4-BE49-F238E27FC236}">
                  <a16:creationId xmlns:a16="http://schemas.microsoft.com/office/drawing/2014/main" id="{89CF9D4A-D524-09BE-5757-824FECFADFA9}"/>
                </a:ext>
              </a:extLst>
            </p:cNvPr>
            <p:cNvSpPr/>
            <p:nvPr/>
          </p:nvSpPr>
          <p:spPr>
            <a:xfrm>
              <a:off x="370511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51" name="pg3106">
              <a:extLst>
                <a:ext uri="{FF2B5EF4-FFF2-40B4-BE49-F238E27FC236}">
                  <a16:creationId xmlns:a16="http://schemas.microsoft.com/office/drawing/2014/main" id="{D292AA01-0F9E-F629-56AD-FA805C71F11E}"/>
                </a:ext>
              </a:extLst>
            </p:cNvPr>
            <p:cNvSpPr/>
            <p:nvPr/>
          </p:nvSpPr>
          <p:spPr>
            <a:xfrm>
              <a:off x="371675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52" name="pg3107">
              <a:extLst>
                <a:ext uri="{FF2B5EF4-FFF2-40B4-BE49-F238E27FC236}">
                  <a16:creationId xmlns:a16="http://schemas.microsoft.com/office/drawing/2014/main" id="{A60E4161-8053-C191-8EB1-DDEE743BD693}"/>
                </a:ext>
              </a:extLst>
            </p:cNvPr>
            <p:cNvSpPr/>
            <p:nvPr/>
          </p:nvSpPr>
          <p:spPr>
            <a:xfrm>
              <a:off x="372839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53" name="pg3108">
              <a:extLst>
                <a:ext uri="{FF2B5EF4-FFF2-40B4-BE49-F238E27FC236}">
                  <a16:creationId xmlns:a16="http://schemas.microsoft.com/office/drawing/2014/main" id="{56C37080-7347-16F1-7231-1D9AC7AD7954}"/>
                </a:ext>
              </a:extLst>
            </p:cNvPr>
            <p:cNvSpPr/>
            <p:nvPr/>
          </p:nvSpPr>
          <p:spPr>
            <a:xfrm>
              <a:off x="374002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54" name="pg3109">
              <a:extLst>
                <a:ext uri="{FF2B5EF4-FFF2-40B4-BE49-F238E27FC236}">
                  <a16:creationId xmlns:a16="http://schemas.microsoft.com/office/drawing/2014/main" id="{5AC32A5B-6B6B-C82A-DF4E-685537555ED8}"/>
                </a:ext>
              </a:extLst>
            </p:cNvPr>
            <p:cNvSpPr/>
            <p:nvPr/>
          </p:nvSpPr>
          <p:spPr>
            <a:xfrm>
              <a:off x="375166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55" name="pg3110">
              <a:extLst>
                <a:ext uri="{FF2B5EF4-FFF2-40B4-BE49-F238E27FC236}">
                  <a16:creationId xmlns:a16="http://schemas.microsoft.com/office/drawing/2014/main" id="{B37A2251-C85A-1063-5A45-198797FD0DB9}"/>
                </a:ext>
              </a:extLst>
            </p:cNvPr>
            <p:cNvSpPr/>
            <p:nvPr/>
          </p:nvSpPr>
          <p:spPr>
            <a:xfrm>
              <a:off x="376330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56" name="pg3111">
              <a:extLst>
                <a:ext uri="{FF2B5EF4-FFF2-40B4-BE49-F238E27FC236}">
                  <a16:creationId xmlns:a16="http://schemas.microsoft.com/office/drawing/2014/main" id="{101AB2B0-234E-37B5-B1C3-5080A23EF7BF}"/>
                </a:ext>
              </a:extLst>
            </p:cNvPr>
            <p:cNvSpPr/>
            <p:nvPr/>
          </p:nvSpPr>
          <p:spPr>
            <a:xfrm>
              <a:off x="377493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57" name="pg3112">
              <a:extLst>
                <a:ext uri="{FF2B5EF4-FFF2-40B4-BE49-F238E27FC236}">
                  <a16:creationId xmlns:a16="http://schemas.microsoft.com/office/drawing/2014/main" id="{83985194-E320-1D9F-5798-A128225A03FA}"/>
                </a:ext>
              </a:extLst>
            </p:cNvPr>
            <p:cNvSpPr/>
            <p:nvPr/>
          </p:nvSpPr>
          <p:spPr>
            <a:xfrm>
              <a:off x="378657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58" name="pg3113">
              <a:extLst>
                <a:ext uri="{FF2B5EF4-FFF2-40B4-BE49-F238E27FC236}">
                  <a16:creationId xmlns:a16="http://schemas.microsoft.com/office/drawing/2014/main" id="{1FB900A9-1B16-D64D-D954-F353C90CA756}"/>
                </a:ext>
              </a:extLst>
            </p:cNvPr>
            <p:cNvSpPr/>
            <p:nvPr/>
          </p:nvSpPr>
          <p:spPr>
            <a:xfrm>
              <a:off x="440335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59" name="pg3114">
              <a:extLst>
                <a:ext uri="{FF2B5EF4-FFF2-40B4-BE49-F238E27FC236}">
                  <a16:creationId xmlns:a16="http://schemas.microsoft.com/office/drawing/2014/main" id="{8380DA5E-6AF0-22E6-C42B-B90015A847B0}"/>
                </a:ext>
              </a:extLst>
            </p:cNvPr>
            <p:cNvSpPr/>
            <p:nvPr/>
          </p:nvSpPr>
          <p:spPr>
            <a:xfrm>
              <a:off x="441499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60" name="pg3115">
              <a:extLst>
                <a:ext uri="{FF2B5EF4-FFF2-40B4-BE49-F238E27FC236}">
                  <a16:creationId xmlns:a16="http://schemas.microsoft.com/office/drawing/2014/main" id="{4BE27015-9AA7-3B9B-CA99-50B9E3661584}"/>
                </a:ext>
              </a:extLst>
            </p:cNvPr>
            <p:cNvSpPr/>
            <p:nvPr/>
          </p:nvSpPr>
          <p:spPr>
            <a:xfrm>
              <a:off x="442663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61" name="pg3116">
              <a:extLst>
                <a:ext uri="{FF2B5EF4-FFF2-40B4-BE49-F238E27FC236}">
                  <a16:creationId xmlns:a16="http://schemas.microsoft.com/office/drawing/2014/main" id="{E724AF04-9A5B-E205-63A9-78A22EAB15F5}"/>
                </a:ext>
              </a:extLst>
            </p:cNvPr>
            <p:cNvSpPr/>
            <p:nvPr/>
          </p:nvSpPr>
          <p:spPr>
            <a:xfrm>
              <a:off x="443826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62" name="pg3117">
              <a:extLst>
                <a:ext uri="{FF2B5EF4-FFF2-40B4-BE49-F238E27FC236}">
                  <a16:creationId xmlns:a16="http://schemas.microsoft.com/office/drawing/2014/main" id="{CA1B764A-9B54-1CF9-7EEA-343D6C6668BA}"/>
                </a:ext>
              </a:extLst>
            </p:cNvPr>
            <p:cNvSpPr/>
            <p:nvPr/>
          </p:nvSpPr>
          <p:spPr>
            <a:xfrm>
              <a:off x="444990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63" name="pg3118">
              <a:extLst>
                <a:ext uri="{FF2B5EF4-FFF2-40B4-BE49-F238E27FC236}">
                  <a16:creationId xmlns:a16="http://schemas.microsoft.com/office/drawing/2014/main" id="{DAE7241D-0C80-64F7-40B0-889452BA6E77}"/>
                </a:ext>
              </a:extLst>
            </p:cNvPr>
            <p:cNvSpPr/>
            <p:nvPr/>
          </p:nvSpPr>
          <p:spPr>
            <a:xfrm>
              <a:off x="446154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64" name="pg3119">
              <a:extLst>
                <a:ext uri="{FF2B5EF4-FFF2-40B4-BE49-F238E27FC236}">
                  <a16:creationId xmlns:a16="http://schemas.microsoft.com/office/drawing/2014/main" id="{2A18990D-12BD-715E-312C-1E1F4BC2EFA0}"/>
                </a:ext>
              </a:extLst>
            </p:cNvPr>
            <p:cNvSpPr/>
            <p:nvPr/>
          </p:nvSpPr>
          <p:spPr>
            <a:xfrm>
              <a:off x="460119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65" name="pg3120">
              <a:extLst>
                <a:ext uri="{FF2B5EF4-FFF2-40B4-BE49-F238E27FC236}">
                  <a16:creationId xmlns:a16="http://schemas.microsoft.com/office/drawing/2014/main" id="{83B41314-4F41-ACFA-9A50-075EF6D1CE4D}"/>
                </a:ext>
              </a:extLst>
            </p:cNvPr>
            <p:cNvSpPr/>
            <p:nvPr/>
          </p:nvSpPr>
          <p:spPr>
            <a:xfrm>
              <a:off x="461282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66" name="pg3121">
              <a:extLst>
                <a:ext uri="{FF2B5EF4-FFF2-40B4-BE49-F238E27FC236}">
                  <a16:creationId xmlns:a16="http://schemas.microsoft.com/office/drawing/2014/main" id="{32FA3B19-0B94-16C7-6A90-4834C8E7DED3}"/>
                </a:ext>
              </a:extLst>
            </p:cNvPr>
            <p:cNvSpPr/>
            <p:nvPr/>
          </p:nvSpPr>
          <p:spPr>
            <a:xfrm>
              <a:off x="462446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67" name="pg3122">
              <a:extLst>
                <a:ext uri="{FF2B5EF4-FFF2-40B4-BE49-F238E27FC236}">
                  <a16:creationId xmlns:a16="http://schemas.microsoft.com/office/drawing/2014/main" id="{BFFB9134-DB73-1FEF-6F09-2BBA9785E913}"/>
                </a:ext>
              </a:extLst>
            </p:cNvPr>
            <p:cNvSpPr/>
            <p:nvPr/>
          </p:nvSpPr>
          <p:spPr>
            <a:xfrm>
              <a:off x="463610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68" name="pg3123">
              <a:extLst>
                <a:ext uri="{FF2B5EF4-FFF2-40B4-BE49-F238E27FC236}">
                  <a16:creationId xmlns:a16="http://schemas.microsoft.com/office/drawing/2014/main" id="{0565059E-C173-D1B5-8EAB-BF5767DEDC7F}"/>
                </a:ext>
              </a:extLst>
            </p:cNvPr>
            <p:cNvSpPr/>
            <p:nvPr/>
          </p:nvSpPr>
          <p:spPr>
            <a:xfrm>
              <a:off x="464773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69" name="pg3124">
              <a:extLst>
                <a:ext uri="{FF2B5EF4-FFF2-40B4-BE49-F238E27FC236}">
                  <a16:creationId xmlns:a16="http://schemas.microsoft.com/office/drawing/2014/main" id="{026E6F59-A7F1-9B35-F792-0E456DCBF5F8}"/>
                </a:ext>
              </a:extLst>
            </p:cNvPr>
            <p:cNvSpPr/>
            <p:nvPr/>
          </p:nvSpPr>
          <p:spPr>
            <a:xfrm>
              <a:off x="465937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70" name="pg3125">
              <a:extLst>
                <a:ext uri="{FF2B5EF4-FFF2-40B4-BE49-F238E27FC236}">
                  <a16:creationId xmlns:a16="http://schemas.microsoft.com/office/drawing/2014/main" id="{D0DD5A86-87F4-5E87-F3A5-9A2734229338}"/>
                </a:ext>
              </a:extLst>
            </p:cNvPr>
            <p:cNvSpPr/>
            <p:nvPr/>
          </p:nvSpPr>
          <p:spPr>
            <a:xfrm>
              <a:off x="294868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71" name="pg3126">
              <a:extLst>
                <a:ext uri="{FF2B5EF4-FFF2-40B4-BE49-F238E27FC236}">
                  <a16:creationId xmlns:a16="http://schemas.microsoft.com/office/drawing/2014/main" id="{2AB81E91-10EC-1A5E-BE75-E30C633C00A7}"/>
                </a:ext>
              </a:extLst>
            </p:cNvPr>
            <p:cNvSpPr/>
            <p:nvPr/>
          </p:nvSpPr>
          <p:spPr>
            <a:xfrm>
              <a:off x="2960326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72" name="pg3127">
              <a:extLst>
                <a:ext uri="{FF2B5EF4-FFF2-40B4-BE49-F238E27FC236}">
                  <a16:creationId xmlns:a16="http://schemas.microsoft.com/office/drawing/2014/main" id="{2D8EF293-4991-F6D1-26AE-BAEB904FA586}"/>
                </a:ext>
              </a:extLst>
            </p:cNvPr>
            <p:cNvSpPr/>
            <p:nvPr/>
          </p:nvSpPr>
          <p:spPr>
            <a:xfrm>
              <a:off x="2971963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73" name="pg3128">
              <a:extLst>
                <a:ext uri="{FF2B5EF4-FFF2-40B4-BE49-F238E27FC236}">
                  <a16:creationId xmlns:a16="http://schemas.microsoft.com/office/drawing/2014/main" id="{42EE6F44-5495-0A16-75C2-3D1BA523DF43}"/>
                </a:ext>
              </a:extLst>
            </p:cNvPr>
            <p:cNvSpPr/>
            <p:nvPr/>
          </p:nvSpPr>
          <p:spPr>
            <a:xfrm>
              <a:off x="298360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74" name="pg3129">
              <a:extLst>
                <a:ext uri="{FF2B5EF4-FFF2-40B4-BE49-F238E27FC236}">
                  <a16:creationId xmlns:a16="http://schemas.microsoft.com/office/drawing/2014/main" id="{DE9D3F38-EFF7-31DF-CA5D-A6C326FB6732}"/>
                </a:ext>
              </a:extLst>
            </p:cNvPr>
            <p:cNvSpPr/>
            <p:nvPr/>
          </p:nvSpPr>
          <p:spPr>
            <a:xfrm>
              <a:off x="2995238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75" name="pg3130">
              <a:extLst>
                <a:ext uri="{FF2B5EF4-FFF2-40B4-BE49-F238E27FC236}">
                  <a16:creationId xmlns:a16="http://schemas.microsoft.com/office/drawing/2014/main" id="{2C2CF110-22DA-0623-523B-A1F768A1601A}"/>
                </a:ext>
              </a:extLst>
            </p:cNvPr>
            <p:cNvSpPr/>
            <p:nvPr/>
          </p:nvSpPr>
          <p:spPr>
            <a:xfrm>
              <a:off x="3006875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76" name="pg3131">
              <a:extLst>
                <a:ext uri="{FF2B5EF4-FFF2-40B4-BE49-F238E27FC236}">
                  <a16:creationId xmlns:a16="http://schemas.microsoft.com/office/drawing/2014/main" id="{9D7AA8FE-432F-2ED8-5549-D364A440039D}"/>
                </a:ext>
              </a:extLst>
            </p:cNvPr>
            <p:cNvSpPr/>
            <p:nvPr/>
          </p:nvSpPr>
          <p:spPr>
            <a:xfrm>
              <a:off x="304178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77" name="pg3132">
              <a:extLst>
                <a:ext uri="{FF2B5EF4-FFF2-40B4-BE49-F238E27FC236}">
                  <a16:creationId xmlns:a16="http://schemas.microsoft.com/office/drawing/2014/main" id="{FDB3D3BB-D9BD-402C-A3D3-F112E3D2AEDF}"/>
                </a:ext>
              </a:extLst>
            </p:cNvPr>
            <p:cNvSpPr/>
            <p:nvPr/>
          </p:nvSpPr>
          <p:spPr>
            <a:xfrm>
              <a:off x="3053425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78" name="pg3133">
              <a:extLst>
                <a:ext uri="{FF2B5EF4-FFF2-40B4-BE49-F238E27FC236}">
                  <a16:creationId xmlns:a16="http://schemas.microsoft.com/office/drawing/2014/main" id="{A572F7A5-3334-AF61-5314-AF5418A58DCC}"/>
                </a:ext>
              </a:extLst>
            </p:cNvPr>
            <p:cNvSpPr/>
            <p:nvPr/>
          </p:nvSpPr>
          <p:spPr>
            <a:xfrm>
              <a:off x="306506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79" name="pg3134">
              <a:extLst>
                <a:ext uri="{FF2B5EF4-FFF2-40B4-BE49-F238E27FC236}">
                  <a16:creationId xmlns:a16="http://schemas.microsoft.com/office/drawing/2014/main" id="{DB161719-B033-2598-CB25-DCA15CE59670}"/>
                </a:ext>
              </a:extLst>
            </p:cNvPr>
            <p:cNvSpPr/>
            <p:nvPr/>
          </p:nvSpPr>
          <p:spPr>
            <a:xfrm>
              <a:off x="307669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80" name="pg3135">
              <a:extLst>
                <a:ext uri="{FF2B5EF4-FFF2-40B4-BE49-F238E27FC236}">
                  <a16:creationId xmlns:a16="http://schemas.microsoft.com/office/drawing/2014/main" id="{F445FB09-2128-5781-42FD-242A2A06CEDC}"/>
                </a:ext>
              </a:extLst>
            </p:cNvPr>
            <p:cNvSpPr/>
            <p:nvPr/>
          </p:nvSpPr>
          <p:spPr>
            <a:xfrm>
              <a:off x="308833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81" name="pg3136">
              <a:extLst>
                <a:ext uri="{FF2B5EF4-FFF2-40B4-BE49-F238E27FC236}">
                  <a16:creationId xmlns:a16="http://schemas.microsoft.com/office/drawing/2014/main" id="{626745E5-6DA4-BA85-6A40-0032209D50C7}"/>
                </a:ext>
              </a:extLst>
            </p:cNvPr>
            <p:cNvSpPr/>
            <p:nvPr/>
          </p:nvSpPr>
          <p:spPr>
            <a:xfrm>
              <a:off x="309997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82" name="pg3137">
              <a:extLst>
                <a:ext uri="{FF2B5EF4-FFF2-40B4-BE49-F238E27FC236}">
                  <a16:creationId xmlns:a16="http://schemas.microsoft.com/office/drawing/2014/main" id="{5D3EBC28-BAB2-EA96-BD10-4DF2C18ADB08}"/>
                </a:ext>
              </a:extLst>
            </p:cNvPr>
            <p:cNvSpPr/>
            <p:nvPr/>
          </p:nvSpPr>
          <p:spPr>
            <a:xfrm>
              <a:off x="311161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83" name="pg3138">
              <a:extLst>
                <a:ext uri="{FF2B5EF4-FFF2-40B4-BE49-F238E27FC236}">
                  <a16:creationId xmlns:a16="http://schemas.microsoft.com/office/drawing/2014/main" id="{36C8B699-9B5E-3EE8-887E-0AC391CDF8BB}"/>
                </a:ext>
              </a:extLst>
            </p:cNvPr>
            <p:cNvSpPr/>
            <p:nvPr/>
          </p:nvSpPr>
          <p:spPr>
            <a:xfrm>
              <a:off x="312324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84" name="pg3139">
              <a:extLst>
                <a:ext uri="{FF2B5EF4-FFF2-40B4-BE49-F238E27FC236}">
                  <a16:creationId xmlns:a16="http://schemas.microsoft.com/office/drawing/2014/main" id="{84776DBB-2BA2-2488-E381-35E63DA7BE11}"/>
                </a:ext>
              </a:extLst>
            </p:cNvPr>
            <p:cNvSpPr/>
            <p:nvPr/>
          </p:nvSpPr>
          <p:spPr>
            <a:xfrm>
              <a:off x="363529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85" name="pg3140">
              <a:extLst>
                <a:ext uri="{FF2B5EF4-FFF2-40B4-BE49-F238E27FC236}">
                  <a16:creationId xmlns:a16="http://schemas.microsoft.com/office/drawing/2014/main" id="{8A2FDF50-DFE0-C3E6-9D80-37CF32C73E7D}"/>
                </a:ext>
              </a:extLst>
            </p:cNvPr>
            <p:cNvSpPr/>
            <p:nvPr/>
          </p:nvSpPr>
          <p:spPr>
            <a:xfrm>
              <a:off x="3646928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86" name="pg3141">
              <a:extLst>
                <a:ext uri="{FF2B5EF4-FFF2-40B4-BE49-F238E27FC236}">
                  <a16:creationId xmlns:a16="http://schemas.microsoft.com/office/drawing/2014/main" id="{6D9781BF-9FB8-3EF7-0A0E-702697517A58}"/>
                </a:ext>
              </a:extLst>
            </p:cNvPr>
            <p:cNvSpPr/>
            <p:nvPr/>
          </p:nvSpPr>
          <p:spPr>
            <a:xfrm>
              <a:off x="371675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87" name="pg3142">
              <a:extLst>
                <a:ext uri="{FF2B5EF4-FFF2-40B4-BE49-F238E27FC236}">
                  <a16:creationId xmlns:a16="http://schemas.microsoft.com/office/drawing/2014/main" id="{805FCF18-0B35-92E1-B724-86665F73B94E}"/>
                </a:ext>
              </a:extLst>
            </p:cNvPr>
            <p:cNvSpPr/>
            <p:nvPr/>
          </p:nvSpPr>
          <p:spPr>
            <a:xfrm>
              <a:off x="3728390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88" name="pg3143">
              <a:extLst>
                <a:ext uri="{FF2B5EF4-FFF2-40B4-BE49-F238E27FC236}">
                  <a16:creationId xmlns:a16="http://schemas.microsoft.com/office/drawing/2014/main" id="{DA515939-697B-543A-4A90-D4CB37223583}"/>
                </a:ext>
              </a:extLst>
            </p:cNvPr>
            <p:cNvSpPr/>
            <p:nvPr/>
          </p:nvSpPr>
          <p:spPr>
            <a:xfrm>
              <a:off x="374002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89" name="pg3144">
              <a:extLst>
                <a:ext uri="{FF2B5EF4-FFF2-40B4-BE49-F238E27FC236}">
                  <a16:creationId xmlns:a16="http://schemas.microsoft.com/office/drawing/2014/main" id="{DE50F4F0-9683-EC2E-728D-ABD7ABAC46DB}"/>
                </a:ext>
              </a:extLst>
            </p:cNvPr>
            <p:cNvSpPr/>
            <p:nvPr/>
          </p:nvSpPr>
          <p:spPr>
            <a:xfrm>
              <a:off x="375166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90" name="pg3145">
              <a:extLst>
                <a:ext uri="{FF2B5EF4-FFF2-40B4-BE49-F238E27FC236}">
                  <a16:creationId xmlns:a16="http://schemas.microsoft.com/office/drawing/2014/main" id="{92F9E5B5-7DB0-702F-678A-94744B986755}"/>
                </a:ext>
              </a:extLst>
            </p:cNvPr>
            <p:cNvSpPr/>
            <p:nvPr/>
          </p:nvSpPr>
          <p:spPr>
            <a:xfrm>
              <a:off x="376330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91" name="pg3146">
              <a:extLst>
                <a:ext uri="{FF2B5EF4-FFF2-40B4-BE49-F238E27FC236}">
                  <a16:creationId xmlns:a16="http://schemas.microsoft.com/office/drawing/2014/main" id="{E0EF51AC-7780-4AF0-781A-8958AE8E7439}"/>
                </a:ext>
              </a:extLst>
            </p:cNvPr>
            <p:cNvSpPr/>
            <p:nvPr/>
          </p:nvSpPr>
          <p:spPr>
            <a:xfrm>
              <a:off x="377493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92" name="pg3147">
              <a:extLst>
                <a:ext uri="{FF2B5EF4-FFF2-40B4-BE49-F238E27FC236}">
                  <a16:creationId xmlns:a16="http://schemas.microsoft.com/office/drawing/2014/main" id="{C1558170-4336-78C7-16C1-A0E997750B97}"/>
                </a:ext>
              </a:extLst>
            </p:cNvPr>
            <p:cNvSpPr/>
            <p:nvPr/>
          </p:nvSpPr>
          <p:spPr>
            <a:xfrm>
              <a:off x="441499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93" name="pg3148">
              <a:extLst>
                <a:ext uri="{FF2B5EF4-FFF2-40B4-BE49-F238E27FC236}">
                  <a16:creationId xmlns:a16="http://schemas.microsoft.com/office/drawing/2014/main" id="{80ABF257-AB02-C8EC-634F-31D28759F2A7}"/>
                </a:ext>
              </a:extLst>
            </p:cNvPr>
            <p:cNvSpPr/>
            <p:nvPr/>
          </p:nvSpPr>
          <p:spPr>
            <a:xfrm>
              <a:off x="4426630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94" name="pg3149">
              <a:extLst>
                <a:ext uri="{FF2B5EF4-FFF2-40B4-BE49-F238E27FC236}">
                  <a16:creationId xmlns:a16="http://schemas.microsoft.com/office/drawing/2014/main" id="{0D929B97-A81F-B5EE-FCC6-BC628F45EEB1}"/>
                </a:ext>
              </a:extLst>
            </p:cNvPr>
            <p:cNvSpPr/>
            <p:nvPr/>
          </p:nvSpPr>
          <p:spPr>
            <a:xfrm>
              <a:off x="443826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95" name="pg3150">
              <a:extLst>
                <a:ext uri="{FF2B5EF4-FFF2-40B4-BE49-F238E27FC236}">
                  <a16:creationId xmlns:a16="http://schemas.microsoft.com/office/drawing/2014/main" id="{89C54106-B053-83E2-899A-EA07A26B2AF5}"/>
                </a:ext>
              </a:extLst>
            </p:cNvPr>
            <p:cNvSpPr/>
            <p:nvPr/>
          </p:nvSpPr>
          <p:spPr>
            <a:xfrm>
              <a:off x="444990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96" name="pg3151">
              <a:extLst>
                <a:ext uri="{FF2B5EF4-FFF2-40B4-BE49-F238E27FC236}">
                  <a16:creationId xmlns:a16="http://schemas.microsoft.com/office/drawing/2014/main" id="{8A4E690F-DF66-6C7D-276C-4BAE744107C7}"/>
                </a:ext>
              </a:extLst>
            </p:cNvPr>
            <p:cNvSpPr/>
            <p:nvPr/>
          </p:nvSpPr>
          <p:spPr>
            <a:xfrm>
              <a:off x="446154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97" name="pg3152">
              <a:extLst>
                <a:ext uri="{FF2B5EF4-FFF2-40B4-BE49-F238E27FC236}">
                  <a16:creationId xmlns:a16="http://schemas.microsoft.com/office/drawing/2014/main" id="{AD7E2A73-D592-6920-7F54-9F07FD09BC78}"/>
                </a:ext>
              </a:extLst>
            </p:cNvPr>
            <p:cNvSpPr/>
            <p:nvPr/>
          </p:nvSpPr>
          <p:spPr>
            <a:xfrm>
              <a:off x="461282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98" name="pg3153">
              <a:extLst>
                <a:ext uri="{FF2B5EF4-FFF2-40B4-BE49-F238E27FC236}">
                  <a16:creationId xmlns:a16="http://schemas.microsoft.com/office/drawing/2014/main" id="{4621BFF4-6C81-114E-D404-ADCC6F8ACA27}"/>
                </a:ext>
              </a:extLst>
            </p:cNvPr>
            <p:cNvSpPr/>
            <p:nvPr/>
          </p:nvSpPr>
          <p:spPr>
            <a:xfrm>
              <a:off x="462446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99" name="pg3154">
              <a:extLst>
                <a:ext uri="{FF2B5EF4-FFF2-40B4-BE49-F238E27FC236}">
                  <a16:creationId xmlns:a16="http://schemas.microsoft.com/office/drawing/2014/main" id="{CE864320-BCDA-97DC-6A4A-2B46B726A4C3}"/>
                </a:ext>
              </a:extLst>
            </p:cNvPr>
            <p:cNvSpPr/>
            <p:nvPr/>
          </p:nvSpPr>
          <p:spPr>
            <a:xfrm>
              <a:off x="463610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00" name="pg3155">
              <a:extLst>
                <a:ext uri="{FF2B5EF4-FFF2-40B4-BE49-F238E27FC236}">
                  <a16:creationId xmlns:a16="http://schemas.microsoft.com/office/drawing/2014/main" id="{C2C8B370-BD4F-15B9-95E1-5C63A8F12568}"/>
                </a:ext>
              </a:extLst>
            </p:cNvPr>
            <p:cNvSpPr/>
            <p:nvPr/>
          </p:nvSpPr>
          <p:spPr>
            <a:xfrm>
              <a:off x="464773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01" name="pg3156">
              <a:extLst>
                <a:ext uri="{FF2B5EF4-FFF2-40B4-BE49-F238E27FC236}">
                  <a16:creationId xmlns:a16="http://schemas.microsoft.com/office/drawing/2014/main" id="{E73A1943-6937-22CF-42DB-21B20D2C7DBF}"/>
                </a:ext>
              </a:extLst>
            </p:cNvPr>
            <p:cNvSpPr/>
            <p:nvPr/>
          </p:nvSpPr>
          <p:spPr>
            <a:xfrm>
              <a:off x="4659376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02" name="pg3157">
              <a:extLst>
                <a:ext uri="{FF2B5EF4-FFF2-40B4-BE49-F238E27FC236}">
                  <a16:creationId xmlns:a16="http://schemas.microsoft.com/office/drawing/2014/main" id="{E843F954-7CF6-9567-E3EA-E8149CBE097B}"/>
                </a:ext>
              </a:extLst>
            </p:cNvPr>
            <p:cNvSpPr/>
            <p:nvPr/>
          </p:nvSpPr>
          <p:spPr>
            <a:xfrm>
              <a:off x="293705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03" name="pg3158">
              <a:extLst>
                <a:ext uri="{FF2B5EF4-FFF2-40B4-BE49-F238E27FC236}">
                  <a16:creationId xmlns:a16="http://schemas.microsoft.com/office/drawing/2014/main" id="{A62945F0-01CE-085E-7AB7-94E2D7291FFF}"/>
                </a:ext>
              </a:extLst>
            </p:cNvPr>
            <p:cNvSpPr/>
            <p:nvPr/>
          </p:nvSpPr>
          <p:spPr>
            <a:xfrm>
              <a:off x="294868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04" name="pg3159">
              <a:extLst>
                <a:ext uri="{FF2B5EF4-FFF2-40B4-BE49-F238E27FC236}">
                  <a16:creationId xmlns:a16="http://schemas.microsoft.com/office/drawing/2014/main" id="{F0E0ADDF-1A2C-ABA4-E87A-1B1F120DA4E7}"/>
                </a:ext>
              </a:extLst>
            </p:cNvPr>
            <p:cNvSpPr/>
            <p:nvPr/>
          </p:nvSpPr>
          <p:spPr>
            <a:xfrm>
              <a:off x="2960326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05" name="pg3160">
              <a:extLst>
                <a:ext uri="{FF2B5EF4-FFF2-40B4-BE49-F238E27FC236}">
                  <a16:creationId xmlns:a16="http://schemas.microsoft.com/office/drawing/2014/main" id="{F4EF4C5E-A70D-4504-E628-809D893C734A}"/>
                </a:ext>
              </a:extLst>
            </p:cNvPr>
            <p:cNvSpPr/>
            <p:nvPr/>
          </p:nvSpPr>
          <p:spPr>
            <a:xfrm>
              <a:off x="297196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06" name="pg3161">
              <a:extLst>
                <a:ext uri="{FF2B5EF4-FFF2-40B4-BE49-F238E27FC236}">
                  <a16:creationId xmlns:a16="http://schemas.microsoft.com/office/drawing/2014/main" id="{03994BAB-ABFB-1698-A0AE-A481AD0C9D7B}"/>
                </a:ext>
              </a:extLst>
            </p:cNvPr>
            <p:cNvSpPr/>
            <p:nvPr/>
          </p:nvSpPr>
          <p:spPr>
            <a:xfrm>
              <a:off x="298360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07" name="pg3162">
              <a:extLst>
                <a:ext uri="{FF2B5EF4-FFF2-40B4-BE49-F238E27FC236}">
                  <a16:creationId xmlns:a16="http://schemas.microsoft.com/office/drawing/2014/main" id="{C9D556A3-201F-D455-2539-F5D7DDF12B47}"/>
                </a:ext>
              </a:extLst>
            </p:cNvPr>
            <p:cNvSpPr/>
            <p:nvPr/>
          </p:nvSpPr>
          <p:spPr>
            <a:xfrm>
              <a:off x="2995238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08" name="pg3163">
              <a:extLst>
                <a:ext uri="{FF2B5EF4-FFF2-40B4-BE49-F238E27FC236}">
                  <a16:creationId xmlns:a16="http://schemas.microsoft.com/office/drawing/2014/main" id="{0CC93D19-41BA-8520-8800-C2C309C1E1B6}"/>
                </a:ext>
              </a:extLst>
            </p:cNvPr>
            <p:cNvSpPr/>
            <p:nvPr/>
          </p:nvSpPr>
          <p:spPr>
            <a:xfrm>
              <a:off x="3006875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09" name="pg3164">
              <a:extLst>
                <a:ext uri="{FF2B5EF4-FFF2-40B4-BE49-F238E27FC236}">
                  <a16:creationId xmlns:a16="http://schemas.microsoft.com/office/drawing/2014/main" id="{75EECB92-7E8E-78D9-6C02-9111320DC507}"/>
                </a:ext>
              </a:extLst>
            </p:cNvPr>
            <p:cNvSpPr/>
            <p:nvPr/>
          </p:nvSpPr>
          <p:spPr>
            <a:xfrm>
              <a:off x="301851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10" name="pg3165">
              <a:extLst>
                <a:ext uri="{FF2B5EF4-FFF2-40B4-BE49-F238E27FC236}">
                  <a16:creationId xmlns:a16="http://schemas.microsoft.com/office/drawing/2014/main" id="{FE281798-1E33-CB7D-2293-43AED15529AD}"/>
                </a:ext>
              </a:extLst>
            </p:cNvPr>
            <p:cNvSpPr/>
            <p:nvPr/>
          </p:nvSpPr>
          <p:spPr>
            <a:xfrm>
              <a:off x="303015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11" name="pg3166">
              <a:extLst>
                <a:ext uri="{FF2B5EF4-FFF2-40B4-BE49-F238E27FC236}">
                  <a16:creationId xmlns:a16="http://schemas.microsoft.com/office/drawing/2014/main" id="{FBEE7C42-7330-26C8-D904-B9236121691A}"/>
                </a:ext>
              </a:extLst>
            </p:cNvPr>
            <p:cNvSpPr/>
            <p:nvPr/>
          </p:nvSpPr>
          <p:spPr>
            <a:xfrm>
              <a:off x="304178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12" name="pg3167">
              <a:extLst>
                <a:ext uri="{FF2B5EF4-FFF2-40B4-BE49-F238E27FC236}">
                  <a16:creationId xmlns:a16="http://schemas.microsoft.com/office/drawing/2014/main" id="{1A141B90-4ABD-FFEB-7E37-ADC5B9745FCB}"/>
                </a:ext>
              </a:extLst>
            </p:cNvPr>
            <p:cNvSpPr/>
            <p:nvPr/>
          </p:nvSpPr>
          <p:spPr>
            <a:xfrm>
              <a:off x="3053425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13" name="pg3168">
              <a:extLst>
                <a:ext uri="{FF2B5EF4-FFF2-40B4-BE49-F238E27FC236}">
                  <a16:creationId xmlns:a16="http://schemas.microsoft.com/office/drawing/2014/main" id="{24FAC49A-25DE-64F3-EB40-F6A382E3C054}"/>
                </a:ext>
              </a:extLst>
            </p:cNvPr>
            <p:cNvSpPr/>
            <p:nvPr/>
          </p:nvSpPr>
          <p:spPr>
            <a:xfrm>
              <a:off x="306506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14" name="pg3169">
              <a:extLst>
                <a:ext uri="{FF2B5EF4-FFF2-40B4-BE49-F238E27FC236}">
                  <a16:creationId xmlns:a16="http://schemas.microsoft.com/office/drawing/2014/main" id="{D01A9E3D-B686-646D-5407-E3C15A6D9B02}"/>
                </a:ext>
              </a:extLst>
            </p:cNvPr>
            <p:cNvSpPr/>
            <p:nvPr/>
          </p:nvSpPr>
          <p:spPr>
            <a:xfrm>
              <a:off x="307669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15" name="pg3170">
              <a:extLst>
                <a:ext uri="{FF2B5EF4-FFF2-40B4-BE49-F238E27FC236}">
                  <a16:creationId xmlns:a16="http://schemas.microsoft.com/office/drawing/2014/main" id="{031D83AD-C92D-CFE3-6A26-9AD100688644}"/>
                </a:ext>
              </a:extLst>
            </p:cNvPr>
            <p:cNvSpPr/>
            <p:nvPr/>
          </p:nvSpPr>
          <p:spPr>
            <a:xfrm>
              <a:off x="308833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16" name="pg3171">
              <a:extLst>
                <a:ext uri="{FF2B5EF4-FFF2-40B4-BE49-F238E27FC236}">
                  <a16:creationId xmlns:a16="http://schemas.microsoft.com/office/drawing/2014/main" id="{9488A62C-A23B-9CCB-3688-D02B4CAE2AB2}"/>
                </a:ext>
              </a:extLst>
            </p:cNvPr>
            <p:cNvSpPr/>
            <p:nvPr/>
          </p:nvSpPr>
          <p:spPr>
            <a:xfrm>
              <a:off x="309997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17" name="pg3172">
              <a:extLst>
                <a:ext uri="{FF2B5EF4-FFF2-40B4-BE49-F238E27FC236}">
                  <a16:creationId xmlns:a16="http://schemas.microsoft.com/office/drawing/2014/main" id="{6B7F2025-5117-A7EF-706A-2E9A52D81AC5}"/>
                </a:ext>
              </a:extLst>
            </p:cNvPr>
            <p:cNvSpPr/>
            <p:nvPr/>
          </p:nvSpPr>
          <p:spPr>
            <a:xfrm>
              <a:off x="311161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18" name="pg3173">
              <a:extLst>
                <a:ext uri="{FF2B5EF4-FFF2-40B4-BE49-F238E27FC236}">
                  <a16:creationId xmlns:a16="http://schemas.microsoft.com/office/drawing/2014/main" id="{68652C2B-4FBF-EC64-20DE-CB8B4103E2BC}"/>
                </a:ext>
              </a:extLst>
            </p:cNvPr>
            <p:cNvSpPr/>
            <p:nvPr/>
          </p:nvSpPr>
          <p:spPr>
            <a:xfrm>
              <a:off x="371675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19" name="pg3174">
              <a:extLst>
                <a:ext uri="{FF2B5EF4-FFF2-40B4-BE49-F238E27FC236}">
                  <a16:creationId xmlns:a16="http://schemas.microsoft.com/office/drawing/2014/main" id="{0E97B655-FC16-DA7C-30C8-B8C238060780}"/>
                </a:ext>
              </a:extLst>
            </p:cNvPr>
            <p:cNvSpPr/>
            <p:nvPr/>
          </p:nvSpPr>
          <p:spPr>
            <a:xfrm>
              <a:off x="372839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20" name="pg3175">
              <a:extLst>
                <a:ext uri="{FF2B5EF4-FFF2-40B4-BE49-F238E27FC236}">
                  <a16:creationId xmlns:a16="http://schemas.microsoft.com/office/drawing/2014/main" id="{176ABF7C-094A-0C5A-348F-ACA022D5CCB9}"/>
                </a:ext>
              </a:extLst>
            </p:cNvPr>
            <p:cNvSpPr/>
            <p:nvPr/>
          </p:nvSpPr>
          <p:spPr>
            <a:xfrm>
              <a:off x="374002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21" name="pg3176">
              <a:extLst>
                <a:ext uri="{FF2B5EF4-FFF2-40B4-BE49-F238E27FC236}">
                  <a16:creationId xmlns:a16="http://schemas.microsoft.com/office/drawing/2014/main" id="{696C557D-7BAD-C236-C306-E749C3556C46}"/>
                </a:ext>
              </a:extLst>
            </p:cNvPr>
            <p:cNvSpPr/>
            <p:nvPr/>
          </p:nvSpPr>
          <p:spPr>
            <a:xfrm>
              <a:off x="375166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22" name="pg3177">
              <a:extLst>
                <a:ext uri="{FF2B5EF4-FFF2-40B4-BE49-F238E27FC236}">
                  <a16:creationId xmlns:a16="http://schemas.microsoft.com/office/drawing/2014/main" id="{197C0E12-6B02-E77C-DB10-578DAEC421F5}"/>
                </a:ext>
              </a:extLst>
            </p:cNvPr>
            <p:cNvSpPr/>
            <p:nvPr/>
          </p:nvSpPr>
          <p:spPr>
            <a:xfrm>
              <a:off x="441499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23" name="pg3178">
              <a:extLst>
                <a:ext uri="{FF2B5EF4-FFF2-40B4-BE49-F238E27FC236}">
                  <a16:creationId xmlns:a16="http://schemas.microsoft.com/office/drawing/2014/main" id="{880CAFCB-26A9-E00B-3E77-49FBC04A5D9B}"/>
                </a:ext>
              </a:extLst>
            </p:cNvPr>
            <p:cNvSpPr/>
            <p:nvPr/>
          </p:nvSpPr>
          <p:spPr>
            <a:xfrm>
              <a:off x="442663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24" name="pg3179">
              <a:extLst>
                <a:ext uri="{FF2B5EF4-FFF2-40B4-BE49-F238E27FC236}">
                  <a16:creationId xmlns:a16="http://schemas.microsoft.com/office/drawing/2014/main" id="{9F04B55F-21E5-D930-E71A-E0EDA221B6D6}"/>
                </a:ext>
              </a:extLst>
            </p:cNvPr>
            <p:cNvSpPr/>
            <p:nvPr/>
          </p:nvSpPr>
          <p:spPr>
            <a:xfrm>
              <a:off x="443826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25" name="pg3180">
              <a:extLst>
                <a:ext uri="{FF2B5EF4-FFF2-40B4-BE49-F238E27FC236}">
                  <a16:creationId xmlns:a16="http://schemas.microsoft.com/office/drawing/2014/main" id="{38867C5C-2FF8-BE6A-089C-84032CC4B834}"/>
                </a:ext>
              </a:extLst>
            </p:cNvPr>
            <p:cNvSpPr/>
            <p:nvPr/>
          </p:nvSpPr>
          <p:spPr>
            <a:xfrm>
              <a:off x="444990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26" name="pg3181">
              <a:extLst>
                <a:ext uri="{FF2B5EF4-FFF2-40B4-BE49-F238E27FC236}">
                  <a16:creationId xmlns:a16="http://schemas.microsoft.com/office/drawing/2014/main" id="{1D09E098-BED6-5B1F-37F0-A963F728ADF5}"/>
                </a:ext>
              </a:extLst>
            </p:cNvPr>
            <p:cNvSpPr/>
            <p:nvPr/>
          </p:nvSpPr>
          <p:spPr>
            <a:xfrm>
              <a:off x="446154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27" name="pg3182">
              <a:extLst>
                <a:ext uri="{FF2B5EF4-FFF2-40B4-BE49-F238E27FC236}">
                  <a16:creationId xmlns:a16="http://schemas.microsoft.com/office/drawing/2014/main" id="{67530462-2DD5-386D-0445-676BA3D87EB3}"/>
                </a:ext>
              </a:extLst>
            </p:cNvPr>
            <p:cNvSpPr/>
            <p:nvPr/>
          </p:nvSpPr>
          <p:spPr>
            <a:xfrm>
              <a:off x="461282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28" name="pg3183">
              <a:extLst>
                <a:ext uri="{FF2B5EF4-FFF2-40B4-BE49-F238E27FC236}">
                  <a16:creationId xmlns:a16="http://schemas.microsoft.com/office/drawing/2014/main" id="{8619AA22-B899-71D1-FA18-97145FAF0BE3}"/>
                </a:ext>
              </a:extLst>
            </p:cNvPr>
            <p:cNvSpPr/>
            <p:nvPr/>
          </p:nvSpPr>
          <p:spPr>
            <a:xfrm>
              <a:off x="462446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29" name="pg3184">
              <a:extLst>
                <a:ext uri="{FF2B5EF4-FFF2-40B4-BE49-F238E27FC236}">
                  <a16:creationId xmlns:a16="http://schemas.microsoft.com/office/drawing/2014/main" id="{7BA53772-FFBE-308D-5165-3806DB53B8A9}"/>
                </a:ext>
              </a:extLst>
            </p:cNvPr>
            <p:cNvSpPr/>
            <p:nvPr/>
          </p:nvSpPr>
          <p:spPr>
            <a:xfrm>
              <a:off x="463610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30" name="pg3185">
              <a:extLst>
                <a:ext uri="{FF2B5EF4-FFF2-40B4-BE49-F238E27FC236}">
                  <a16:creationId xmlns:a16="http://schemas.microsoft.com/office/drawing/2014/main" id="{BDD6870F-FA56-1C11-8910-AC8C4A052F3D}"/>
                </a:ext>
              </a:extLst>
            </p:cNvPr>
            <p:cNvSpPr/>
            <p:nvPr/>
          </p:nvSpPr>
          <p:spPr>
            <a:xfrm>
              <a:off x="464773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31" name="pg3186">
              <a:extLst>
                <a:ext uri="{FF2B5EF4-FFF2-40B4-BE49-F238E27FC236}">
                  <a16:creationId xmlns:a16="http://schemas.microsoft.com/office/drawing/2014/main" id="{CB42251F-8BA4-72D1-9CC2-CEFB265472C5}"/>
                </a:ext>
              </a:extLst>
            </p:cNvPr>
            <p:cNvSpPr/>
            <p:nvPr/>
          </p:nvSpPr>
          <p:spPr>
            <a:xfrm>
              <a:off x="4659376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32" name="pg3187">
              <a:extLst>
                <a:ext uri="{FF2B5EF4-FFF2-40B4-BE49-F238E27FC236}">
                  <a16:creationId xmlns:a16="http://schemas.microsoft.com/office/drawing/2014/main" id="{B641DF95-B36E-9C0D-E871-52417C08FE5B}"/>
                </a:ext>
              </a:extLst>
            </p:cNvPr>
            <p:cNvSpPr/>
            <p:nvPr/>
          </p:nvSpPr>
          <p:spPr>
            <a:xfrm>
              <a:off x="467101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33" name="pg3188">
              <a:extLst>
                <a:ext uri="{FF2B5EF4-FFF2-40B4-BE49-F238E27FC236}">
                  <a16:creationId xmlns:a16="http://schemas.microsoft.com/office/drawing/2014/main" id="{06531EF2-2B4F-C4EB-372A-823E64533AB1}"/>
                </a:ext>
              </a:extLst>
            </p:cNvPr>
            <p:cNvSpPr/>
            <p:nvPr/>
          </p:nvSpPr>
          <p:spPr>
            <a:xfrm>
              <a:off x="293705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34" name="pg3189">
              <a:extLst>
                <a:ext uri="{FF2B5EF4-FFF2-40B4-BE49-F238E27FC236}">
                  <a16:creationId xmlns:a16="http://schemas.microsoft.com/office/drawing/2014/main" id="{8E28BBAC-8D31-89C8-6FC6-6523DDAC0C0F}"/>
                </a:ext>
              </a:extLst>
            </p:cNvPr>
            <p:cNvSpPr/>
            <p:nvPr/>
          </p:nvSpPr>
          <p:spPr>
            <a:xfrm>
              <a:off x="294868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35" name="pg3190">
              <a:extLst>
                <a:ext uri="{FF2B5EF4-FFF2-40B4-BE49-F238E27FC236}">
                  <a16:creationId xmlns:a16="http://schemas.microsoft.com/office/drawing/2014/main" id="{0E348470-613C-AA55-176E-17879267616E}"/>
                </a:ext>
              </a:extLst>
            </p:cNvPr>
            <p:cNvSpPr/>
            <p:nvPr/>
          </p:nvSpPr>
          <p:spPr>
            <a:xfrm>
              <a:off x="2960326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36" name="pg3191">
              <a:extLst>
                <a:ext uri="{FF2B5EF4-FFF2-40B4-BE49-F238E27FC236}">
                  <a16:creationId xmlns:a16="http://schemas.microsoft.com/office/drawing/2014/main" id="{0E40C25C-8BBB-5C96-2F40-95E35FA58CB6}"/>
                </a:ext>
              </a:extLst>
            </p:cNvPr>
            <p:cNvSpPr/>
            <p:nvPr/>
          </p:nvSpPr>
          <p:spPr>
            <a:xfrm>
              <a:off x="297196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37" name="pg3192">
              <a:extLst>
                <a:ext uri="{FF2B5EF4-FFF2-40B4-BE49-F238E27FC236}">
                  <a16:creationId xmlns:a16="http://schemas.microsoft.com/office/drawing/2014/main" id="{7E2D908E-BCE3-C141-5C07-BB8C5EE8A3D7}"/>
                </a:ext>
              </a:extLst>
            </p:cNvPr>
            <p:cNvSpPr/>
            <p:nvPr/>
          </p:nvSpPr>
          <p:spPr>
            <a:xfrm>
              <a:off x="298360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38" name="pg3193">
              <a:extLst>
                <a:ext uri="{FF2B5EF4-FFF2-40B4-BE49-F238E27FC236}">
                  <a16:creationId xmlns:a16="http://schemas.microsoft.com/office/drawing/2014/main" id="{ABB09BBB-255A-1F3C-5ED5-D6643194E425}"/>
                </a:ext>
              </a:extLst>
            </p:cNvPr>
            <p:cNvSpPr/>
            <p:nvPr/>
          </p:nvSpPr>
          <p:spPr>
            <a:xfrm>
              <a:off x="2995238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39" name="pg3194">
              <a:extLst>
                <a:ext uri="{FF2B5EF4-FFF2-40B4-BE49-F238E27FC236}">
                  <a16:creationId xmlns:a16="http://schemas.microsoft.com/office/drawing/2014/main" id="{42EE5D38-285E-9017-71B4-BD06F76125D2}"/>
                </a:ext>
              </a:extLst>
            </p:cNvPr>
            <p:cNvSpPr/>
            <p:nvPr/>
          </p:nvSpPr>
          <p:spPr>
            <a:xfrm>
              <a:off x="3006875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40" name="pg3195">
              <a:extLst>
                <a:ext uri="{FF2B5EF4-FFF2-40B4-BE49-F238E27FC236}">
                  <a16:creationId xmlns:a16="http://schemas.microsoft.com/office/drawing/2014/main" id="{65849DD0-EC14-1ED8-D8E6-41E6E794555B}"/>
                </a:ext>
              </a:extLst>
            </p:cNvPr>
            <p:cNvSpPr/>
            <p:nvPr/>
          </p:nvSpPr>
          <p:spPr>
            <a:xfrm>
              <a:off x="301851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41" name="pg3196">
              <a:extLst>
                <a:ext uri="{FF2B5EF4-FFF2-40B4-BE49-F238E27FC236}">
                  <a16:creationId xmlns:a16="http://schemas.microsoft.com/office/drawing/2014/main" id="{BE013786-69C8-0A24-5810-BA4C6FFFBE58}"/>
                </a:ext>
              </a:extLst>
            </p:cNvPr>
            <p:cNvSpPr/>
            <p:nvPr/>
          </p:nvSpPr>
          <p:spPr>
            <a:xfrm>
              <a:off x="3030150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42" name="pg3197">
              <a:extLst>
                <a:ext uri="{FF2B5EF4-FFF2-40B4-BE49-F238E27FC236}">
                  <a16:creationId xmlns:a16="http://schemas.microsoft.com/office/drawing/2014/main" id="{8E656855-0E60-A0B0-6DD9-60410C098069}"/>
                </a:ext>
              </a:extLst>
            </p:cNvPr>
            <p:cNvSpPr/>
            <p:nvPr/>
          </p:nvSpPr>
          <p:spPr>
            <a:xfrm>
              <a:off x="304178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43" name="pg3198">
              <a:extLst>
                <a:ext uri="{FF2B5EF4-FFF2-40B4-BE49-F238E27FC236}">
                  <a16:creationId xmlns:a16="http://schemas.microsoft.com/office/drawing/2014/main" id="{03B7D427-E8FB-C6DC-D893-FB60DB7C807F}"/>
                </a:ext>
              </a:extLst>
            </p:cNvPr>
            <p:cNvSpPr/>
            <p:nvPr/>
          </p:nvSpPr>
          <p:spPr>
            <a:xfrm>
              <a:off x="3053425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44" name="pg3199">
              <a:extLst>
                <a:ext uri="{FF2B5EF4-FFF2-40B4-BE49-F238E27FC236}">
                  <a16:creationId xmlns:a16="http://schemas.microsoft.com/office/drawing/2014/main" id="{DC35964C-9BE2-CE4B-C2BB-BB78C36C01D5}"/>
                </a:ext>
              </a:extLst>
            </p:cNvPr>
            <p:cNvSpPr/>
            <p:nvPr/>
          </p:nvSpPr>
          <p:spPr>
            <a:xfrm>
              <a:off x="306506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45" name="pg3200">
              <a:extLst>
                <a:ext uri="{FF2B5EF4-FFF2-40B4-BE49-F238E27FC236}">
                  <a16:creationId xmlns:a16="http://schemas.microsoft.com/office/drawing/2014/main" id="{96C9BC2A-8A97-3699-D70F-B91A7CD90282}"/>
                </a:ext>
              </a:extLst>
            </p:cNvPr>
            <p:cNvSpPr/>
            <p:nvPr/>
          </p:nvSpPr>
          <p:spPr>
            <a:xfrm>
              <a:off x="307669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46" name="pg3201">
              <a:extLst>
                <a:ext uri="{FF2B5EF4-FFF2-40B4-BE49-F238E27FC236}">
                  <a16:creationId xmlns:a16="http://schemas.microsoft.com/office/drawing/2014/main" id="{9F09D845-B2E9-B627-8301-854B272D0902}"/>
                </a:ext>
              </a:extLst>
            </p:cNvPr>
            <p:cNvSpPr/>
            <p:nvPr/>
          </p:nvSpPr>
          <p:spPr>
            <a:xfrm>
              <a:off x="308833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47" name="pg3202">
              <a:extLst>
                <a:ext uri="{FF2B5EF4-FFF2-40B4-BE49-F238E27FC236}">
                  <a16:creationId xmlns:a16="http://schemas.microsoft.com/office/drawing/2014/main" id="{EDFBB614-09CA-2F4E-2323-86F644FCAB5F}"/>
                </a:ext>
              </a:extLst>
            </p:cNvPr>
            <p:cNvSpPr/>
            <p:nvPr/>
          </p:nvSpPr>
          <p:spPr>
            <a:xfrm>
              <a:off x="309997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48" name="pg3203">
              <a:extLst>
                <a:ext uri="{FF2B5EF4-FFF2-40B4-BE49-F238E27FC236}">
                  <a16:creationId xmlns:a16="http://schemas.microsoft.com/office/drawing/2014/main" id="{420C2510-62BA-6193-9E4B-779EB24BF91C}"/>
                </a:ext>
              </a:extLst>
            </p:cNvPr>
            <p:cNvSpPr/>
            <p:nvPr/>
          </p:nvSpPr>
          <p:spPr>
            <a:xfrm>
              <a:off x="441499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49" name="pg3204">
              <a:extLst>
                <a:ext uri="{FF2B5EF4-FFF2-40B4-BE49-F238E27FC236}">
                  <a16:creationId xmlns:a16="http://schemas.microsoft.com/office/drawing/2014/main" id="{6ADF6F28-82E5-1B3D-E543-B392426BCCCC}"/>
                </a:ext>
              </a:extLst>
            </p:cNvPr>
            <p:cNvSpPr/>
            <p:nvPr/>
          </p:nvSpPr>
          <p:spPr>
            <a:xfrm>
              <a:off x="4426630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50" name="pg3205">
              <a:extLst>
                <a:ext uri="{FF2B5EF4-FFF2-40B4-BE49-F238E27FC236}">
                  <a16:creationId xmlns:a16="http://schemas.microsoft.com/office/drawing/2014/main" id="{F41B0E77-27CD-19DD-05CF-506BBC11D36F}"/>
                </a:ext>
              </a:extLst>
            </p:cNvPr>
            <p:cNvSpPr/>
            <p:nvPr/>
          </p:nvSpPr>
          <p:spPr>
            <a:xfrm>
              <a:off x="443826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51" name="pg3206">
              <a:extLst>
                <a:ext uri="{FF2B5EF4-FFF2-40B4-BE49-F238E27FC236}">
                  <a16:creationId xmlns:a16="http://schemas.microsoft.com/office/drawing/2014/main" id="{B17518FE-44A3-3EA6-1480-D6ACFC9F90B8}"/>
                </a:ext>
              </a:extLst>
            </p:cNvPr>
            <p:cNvSpPr/>
            <p:nvPr/>
          </p:nvSpPr>
          <p:spPr>
            <a:xfrm>
              <a:off x="444990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52" name="pg3207">
              <a:extLst>
                <a:ext uri="{FF2B5EF4-FFF2-40B4-BE49-F238E27FC236}">
                  <a16:creationId xmlns:a16="http://schemas.microsoft.com/office/drawing/2014/main" id="{2A8F7AA7-F471-322B-4909-7E17EBA4F034}"/>
                </a:ext>
              </a:extLst>
            </p:cNvPr>
            <p:cNvSpPr/>
            <p:nvPr/>
          </p:nvSpPr>
          <p:spPr>
            <a:xfrm>
              <a:off x="446154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53" name="pg3208">
              <a:extLst>
                <a:ext uri="{FF2B5EF4-FFF2-40B4-BE49-F238E27FC236}">
                  <a16:creationId xmlns:a16="http://schemas.microsoft.com/office/drawing/2014/main" id="{DD63AB4C-7B3F-1B03-0CF6-DEDC972ABC2B}"/>
                </a:ext>
              </a:extLst>
            </p:cNvPr>
            <p:cNvSpPr/>
            <p:nvPr/>
          </p:nvSpPr>
          <p:spPr>
            <a:xfrm>
              <a:off x="461282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54" name="pg3209">
              <a:extLst>
                <a:ext uri="{FF2B5EF4-FFF2-40B4-BE49-F238E27FC236}">
                  <a16:creationId xmlns:a16="http://schemas.microsoft.com/office/drawing/2014/main" id="{9C23DB59-CBDD-740C-445A-359F89FD1B9D}"/>
                </a:ext>
              </a:extLst>
            </p:cNvPr>
            <p:cNvSpPr/>
            <p:nvPr/>
          </p:nvSpPr>
          <p:spPr>
            <a:xfrm>
              <a:off x="462446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55" name="pg3210">
              <a:extLst>
                <a:ext uri="{FF2B5EF4-FFF2-40B4-BE49-F238E27FC236}">
                  <a16:creationId xmlns:a16="http://schemas.microsoft.com/office/drawing/2014/main" id="{570F96D3-5A04-1D68-BF4A-07E0AD785826}"/>
                </a:ext>
              </a:extLst>
            </p:cNvPr>
            <p:cNvSpPr/>
            <p:nvPr/>
          </p:nvSpPr>
          <p:spPr>
            <a:xfrm>
              <a:off x="463610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56" name="pg3211">
              <a:extLst>
                <a:ext uri="{FF2B5EF4-FFF2-40B4-BE49-F238E27FC236}">
                  <a16:creationId xmlns:a16="http://schemas.microsoft.com/office/drawing/2014/main" id="{2E369CF4-046B-93AA-4340-534893E77402}"/>
                </a:ext>
              </a:extLst>
            </p:cNvPr>
            <p:cNvSpPr/>
            <p:nvPr/>
          </p:nvSpPr>
          <p:spPr>
            <a:xfrm>
              <a:off x="464773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57" name="pg3212">
              <a:extLst>
                <a:ext uri="{FF2B5EF4-FFF2-40B4-BE49-F238E27FC236}">
                  <a16:creationId xmlns:a16="http://schemas.microsoft.com/office/drawing/2014/main" id="{A54A9218-4F56-EB51-F275-DCCA54CF080E}"/>
                </a:ext>
              </a:extLst>
            </p:cNvPr>
            <p:cNvSpPr/>
            <p:nvPr/>
          </p:nvSpPr>
          <p:spPr>
            <a:xfrm>
              <a:off x="4659376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58" name="pg3213">
              <a:extLst>
                <a:ext uri="{FF2B5EF4-FFF2-40B4-BE49-F238E27FC236}">
                  <a16:creationId xmlns:a16="http://schemas.microsoft.com/office/drawing/2014/main" id="{EBE374DC-6407-58BB-00A8-53780729D97D}"/>
                </a:ext>
              </a:extLst>
            </p:cNvPr>
            <p:cNvSpPr/>
            <p:nvPr/>
          </p:nvSpPr>
          <p:spPr>
            <a:xfrm>
              <a:off x="467101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59" name="pg3214">
              <a:extLst>
                <a:ext uri="{FF2B5EF4-FFF2-40B4-BE49-F238E27FC236}">
                  <a16:creationId xmlns:a16="http://schemas.microsoft.com/office/drawing/2014/main" id="{DA53C44C-E483-02D8-07D7-05258B33FD03}"/>
                </a:ext>
              </a:extLst>
            </p:cNvPr>
            <p:cNvSpPr/>
            <p:nvPr/>
          </p:nvSpPr>
          <p:spPr>
            <a:xfrm>
              <a:off x="468265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60" name="pg3215">
              <a:extLst>
                <a:ext uri="{FF2B5EF4-FFF2-40B4-BE49-F238E27FC236}">
                  <a16:creationId xmlns:a16="http://schemas.microsoft.com/office/drawing/2014/main" id="{A062534E-249A-C628-E9F3-9D8739935F55}"/>
                </a:ext>
              </a:extLst>
            </p:cNvPr>
            <p:cNvSpPr/>
            <p:nvPr/>
          </p:nvSpPr>
          <p:spPr>
            <a:xfrm>
              <a:off x="292541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61" name="pg3216">
              <a:extLst>
                <a:ext uri="{FF2B5EF4-FFF2-40B4-BE49-F238E27FC236}">
                  <a16:creationId xmlns:a16="http://schemas.microsoft.com/office/drawing/2014/main" id="{BABA2205-886E-46F3-6D43-45BFBB413B1D}"/>
                </a:ext>
              </a:extLst>
            </p:cNvPr>
            <p:cNvSpPr/>
            <p:nvPr/>
          </p:nvSpPr>
          <p:spPr>
            <a:xfrm>
              <a:off x="293705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62" name="pg3217">
              <a:extLst>
                <a:ext uri="{FF2B5EF4-FFF2-40B4-BE49-F238E27FC236}">
                  <a16:creationId xmlns:a16="http://schemas.microsoft.com/office/drawing/2014/main" id="{45B87E31-BD0E-F5CB-5A38-2FC159B1BE81}"/>
                </a:ext>
              </a:extLst>
            </p:cNvPr>
            <p:cNvSpPr/>
            <p:nvPr/>
          </p:nvSpPr>
          <p:spPr>
            <a:xfrm>
              <a:off x="294868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63" name="pg3218">
              <a:extLst>
                <a:ext uri="{FF2B5EF4-FFF2-40B4-BE49-F238E27FC236}">
                  <a16:creationId xmlns:a16="http://schemas.microsoft.com/office/drawing/2014/main" id="{DD02D102-6E9F-1CB5-8AD4-C5A0A7B1F647}"/>
                </a:ext>
              </a:extLst>
            </p:cNvPr>
            <p:cNvSpPr/>
            <p:nvPr/>
          </p:nvSpPr>
          <p:spPr>
            <a:xfrm>
              <a:off x="2960326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64" name="pg3219">
              <a:extLst>
                <a:ext uri="{FF2B5EF4-FFF2-40B4-BE49-F238E27FC236}">
                  <a16:creationId xmlns:a16="http://schemas.microsoft.com/office/drawing/2014/main" id="{50FEA717-AEDF-5DC7-C3B5-4F84A90DA31A}"/>
                </a:ext>
              </a:extLst>
            </p:cNvPr>
            <p:cNvSpPr/>
            <p:nvPr/>
          </p:nvSpPr>
          <p:spPr>
            <a:xfrm>
              <a:off x="297196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65" name="pg3220">
              <a:extLst>
                <a:ext uri="{FF2B5EF4-FFF2-40B4-BE49-F238E27FC236}">
                  <a16:creationId xmlns:a16="http://schemas.microsoft.com/office/drawing/2014/main" id="{E7C15243-61D3-9304-9928-26C09A7D34E1}"/>
                </a:ext>
              </a:extLst>
            </p:cNvPr>
            <p:cNvSpPr/>
            <p:nvPr/>
          </p:nvSpPr>
          <p:spPr>
            <a:xfrm>
              <a:off x="298360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66" name="pg3221">
              <a:extLst>
                <a:ext uri="{FF2B5EF4-FFF2-40B4-BE49-F238E27FC236}">
                  <a16:creationId xmlns:a16="http://schemas.microsoft.com/office/drawing/2014/main" id="{06BC8DE7-4B2D-87C2-8113-AE42699E8B27}"/>
                </a:ext>
              </a:extLst>
            </p:cNvPr>
            <p:cNvSpPr/>
            <p:nvPr/>
          </p:nvSpPr>
          <p:spPr>
            <a:xfrm>
              <a:off x="2995238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67" name="pg3222">
              <a:extLst>
                <a:ext uri="{FF2B5EF4-FFF2-40B4-BE49-F238E27FC236}">
                  <a16:creationId xmlns:a16="http://schemas.microsoft.com/office/drawing/2014/main" id="{CAE24328-9125-36DB-4E8B-C172427C5F99}"/>
                </a:ext>
              </a:extLst>
            </p:cNvPr>
            <p:cNvSpPr/>
            <p:nvPr/>
          </p:nvSpPr>
          <p:spPr>
            <a:xfrm>
              <a:off x="3006875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68" name="pg3223">
              <a:extLst>
                <a:ext uri="{FF2B5EF4-FFF2-40B4-BE49-F238E27FC236}">
                  <a16:creationId xmlns:a16="http://schemas.microsoft.com/office/drawing/2014/main" id="{3DBC3448-49B1-E709-66FA-0242C75307DE}"/>
                </a:ext>
              </a:extLst>
            </p:cNvPr>
            <p:cNvSpPr/>
            <p:nvPr/>
          </p:nvSpPr>
          <p:spPr>
            <a:xfrm>
              <a:off x="301851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69" name="pg3224">
              <a:extLst>
                <a:ext uri="{FF2B5EF4-FFF2-40B4-BE49-F238E27FC236}">
                  <a16:creationId xmlns:a16="http://schemas.microsoft.com/office/drawing/2014/main" id="{57A979D1-DCD1-2ACF-B567-4603DA138DA9}"/>
                </a:ext>
              </a:extLst>
            </p:cNvPr>
            <p:cNvSpPr/>
            <p:nvPr/>
          </p:nvSpPr>
          <p:spPr>
            <a:xfrm>
              <a:off x="3030150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70" name="pg3225">
              <a:extLst>
                <a:ext uri="{FF2B5EF4-FFF2-40B4-BE49-F238E27FC236}">
                  <a16:creationId xmlns:a16="http://schemas.microsoft.com/office/drawing/2014/main" id="{928EBDAB-3898-9C6A-A636-99A25F981BDE}"/>
                </a:ext>
              </a:extLst>
            </p:cNvPr>
            <p:cNvSpPr/>
            <p:nvPr/>
          </p:nvSpPr>
          <p:spPr>
            <a:xfrm>
              <a:off x="304178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71" name="pg3226">
              <a:extLst>
                <a:ext uri="{FF2B5EF4-FFF2-40B4-BE49-F238E27FC236}">
                  <a16:creationId xmlns:a16="http://schemas.microsoft.com/office/drawing/2014/main" id="{33B05619-4F34-54B9-B991-DF27FE66872D}"/>
                </a:ext>
              </a:extLst>
            </p:cNvPr>
            <p:cNvSpPr/>
            <p:nvPr/>
          </p:nvSpPr>
          <p:spPr>
            <a:xfrm>
              <a:off x="3053425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72" name="pg3227">
              <a:extLst>
                <a:ext uri="{FF2B5EF4-FFF2-40B4-BE49-F238E27FC236}">
                  <a16:creationId xmlns:a16="http://schemas.microsoft.com/office/drawing/2014/main" id="{B2F9613E-367B-83F9-A6AB-24967941FC40}"/>
                </a:ext>
              </a:extLst>
            </p:cNvPr>
            <p:cNvSpPr/>
            <p:nvPr/>
          </p:nvSpPr>
          <p:spPr>
            <a:xfrm>
              <a:off x="306506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73" name="pg3228">
              <a:extLst>
                <a:ext uri="{FF2B5EF4-FFF2-40B4-BE49-F238E27FC236}">
                  <a16:creationId xmlns:a16="http://schemas.microsoft.com/office/drawing/2014/main" id="{3E86ED2E-9069-CDAB-49D1-BE25806A8465}"/>
                </a:ext>
              </a:extLst>
            </p:cNvPr>
            <p:cNvSpPr/>
            <p:nvPr/>
          </p:nvSpPr>
          <p:spPr>
            <a:xfrm>
              <a:off x="307669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74" name="pg3229">
              <a:extLst>
                <a:ext uri="{FF2B5EF4-FFF2-40B4-BE49-F238E27FC236}">
                  <a16:creationId xmlns:a16="http://schemas.microsoft.com/office/drawing/2014/main" id="{B50A5B30-A4FA-4195-C872-0C922994FB04}"/>
                </a:ext>
              </a:extLst>
            </p:cNvPr>
            <p:cNvSpPr/>
            <p:nvPr/>
          </p:nvSpPr>
          <p:spPr>
            <a:xfrm>
              <a:off x="441499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75" name="pg3230">
              <a:extLst>
                <a:ext uri="{FF2B5EF4-FFF2-40B4-BE49-F238E27FC236}">
                  <a16:creationId xmlns:a16="http://schemas.microsoft.com/office/drawing/2014/main" id="{DE7B1E0D-6542-9561-6A91-B79C0DAD3E02}"/>
                </a:ext>
              </a:extLst>
            </p:cNvPr>
            <p:cNvSpPr/>
            <p:nvPr/>
          </p:nvSpPr>
          <p:spPr>
            <a:xfrm>
              <a:off x="4426630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76" name="pg3231">
              <a:extLst>
                <a:ext uri="{FF2B5EF4-FFF2-40B4-BE49-F238E27FC236}">
                  <a16:creationId xmlns:a16="http://schemas.microsoft.com/office/drawing/2014/main" id="{16D71E1E-DDC7-33FB-1105-9A3B2033C4F0}"/>
                </a:ext>
              </a:extLst>
            </p:cNvPr>
            <p:cNvSpPr/>
            <p:nvPr/>
          </p:nvSpPr>
          <p:spPr>
            <a:xfrm>
              <a:off x="443826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77" name="pg3232">
              <a:extLst>
                <a:ext uri="{FF2B5EF4-FFF2-40B4-BE49-F238E27FC236}">
                  <a16:creationId xmlns:a16="http://schemas.microsoft.com/office/drawing/2014/main" id="{C035534A-2BE1-BAC1-BE96-77CB115E9517}"/>
                </a:ext>
              </a:extLst>
            </p:cNvPr>
            <p:cNvSpPr/>
            <p:nvPr/>
          </p:nvSpPr>
          <p:spPr>
            <a:xfrm>
              <a:off x="444990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78" name="pg3233">
              <a:extLst>
                <a:ext uri="{FF2B5EF4-FFF2-40B4-BE49-F238E27FC236}">
                  <a16:creationId xmlns:a16="http://schemas.microsoft.com/office/drawing/2014/main" id="{A0DAC2A0-0490-B4DC-D2C2-418EA856B524}"/>
                </a:ext>
              </a:extLst>
            </p:cNvPr>
            <p:cNvSpPr/>
            <p:nvPr/>
          </p:nvSpPr>
          <p:spPr>
            <a:xfrm>
              <a:off x="446154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79" name="pg3234">
              <a:extLst>
                <a:ext uri="{FF2B5EF4-FFF2-40B4-BE49-F238E27FC236}">
                  <a16:creationId xmlns:a16="http://schemas.microsoft.com/office/drawing/2014/main" id="{A426365A-CEF9-7DF2-9234-2AA0794944B9}"/>
                </a:ext>
              </a:extLst>
            </p:cNvPr>
            <p:cNvSpPr/>
            <p:nvPr/>
          </p:nvSpPr>
          <p:spPr>
            <a:xfrm>
              <a:off x="461282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80" name="pg3235">
              <a:extLst>
                <a:ext uri="{FF2B5EF4-FFF2-40B4-BE49-F238E27FC236}">
                  <a16:creationId xmlns:a16="http://schemas.microsoft.com/office/drawing/2014/main" id="{0B74D4A4-E020-C9D9-6DEB-0136FA980736}"/>
                </a:ext>
              </a:extLst>
            </p:cNvPr>
            <p:cNvSpPr/>
            <p:nvPr/>
          </p:nvSpPr>
          <p:spPr>
            <a:xfrm>
              <a:off x="462446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81" name="pg3236">
              <a:extLst>
                <a:ext uri="{FF2B5EF4-FFF2-40B4-BE49-F238E27FC236}">
                  <a16:creationId xmlns:a16="http://schemas.microsoft.com/office/drawing/2014/main" id="{B9AEC827-7876-B82B-FF36-FABABA68B94F}"/>
                </a:ext>
              </a:extLst>
            </p:cNvPr>
            <p:cNvSpPr/>
            <p:nvPr/>
          </p:nvSpPr>
          <p:spPr>
            <a:xfrm>
              <a:off x="463610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82" name="pg3237">
              <a:extLst>
                <a:ext uri="{FF2B5EF4-FFF2-40B4-BE49-F238E27FC236}">
                  <a16:creationId xmlns:a16="http://schemas.microsoft.com/office/drawing/2014/main" id="{AD539066-CE94-750E-4C96-7124BAFBD61C}"/>
                </a:ext>
              </a:extLst>
            </p:cNvPr>
            <p:cNvSpPr/>
            <p:nvPr/>
          </p:nvSpPr>
          <p:spPr>
            <a:xfrm>
              <a:off x="464773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83" name="pg3238">
              <a:extLst>
                <a:ext uri="{FF2B5EF4-FFF2-40B4-BE49-F238E27FC236}">
                  <a16:creationId xmlns:a16="http://schemas.microsoft.com/office/drawing/2014/main" id="{C5E47FB6-01A0-0F5D-FDE1-8AFBAA8DE17C}"/>
                </a:ext>
              </a:extLst>
            </p:cNvPr>
            <p:cNvSpPr/>
            <p:nvPr/>
          </p:nvSpPr>
          <p:spPr>
            <a:xfrm>
              <a:off x="4659376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84" name="pg3239">
              <a:extLst>
                <a:ext uri="{FF2B5EF4-FFF2-40B4-BE49-F238E27FC236}">
                  <a16:creationId xmlns:a16="http://schemas.microsoft.com/office/drawing/2014/main" id="{E018E7F0-45F6-2BB7-F78D-BEB356CFFD0C}"/>
                </a:ext>
              </a:extLst>
            </p:cNvPr>
            <p:cNvSpPr/>
            <p:nvPr/>
          </p:nvSpPr>
          <p:spPr>
            <a:xfrm>
              <a:off x="467101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85" name="pg3240">
              <a:extLst>
                <a:ext uri="{FF2B5EF4-FFF2-40B4-BE49-F238E27FC236}">
                  <a16:creationId xmlns:a16="http://schemas.microsoft.com/office/drawing/2014/main" id="{85DC8015-F5A0-EF08-230D-4D07E626A870}"/>
                </a:ext>
              </a:extLst>
            </p:cNvPr>
            <p:cNvSpPr/>
            <p:nvPr/>
          </p:nvSpPr>
          <p:spPr>
            <a:xfrm>
              <a:off x="468265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86" name="pg3241">
              <a:extLst>
                <a:ext uri="{FF2B5EF4-FFF2-40B4-BE49-F238E27FC236}">
                  <a16:creationId xmlns:a16="http://schemas.microsoft.com/office/drawing/2014/main" id="{53FA43E1-FAE0-0AC1-D669-BD814D4AD608}"/>
                </a:ext>
              </a:extLst>
            </p:cNvPr>
            <p:cNvSpPr/>
            <p:nvPr/>
          </p:nvSpPr>
          <p:spPr>
            <a:xfrm>
              <a:off x="292541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87" name="pg3242">
              <a:extLst>
                <a:ext uri="{FF2B5EF4-FFF2-40B4-BE49-F238E27FC236}">
                  <a16:creationId xmlns:a16="http://schemas.microsoft.com/office/drawing/2014/main" id="{42C85360-1ADC-E8E4-80D1-21FBD7E751AE}"/>
                </a:ext>
              </a:extLst>
            </p:cNvPr>
            <p:cNvSpPr/>
            <p:nvPr/>
          </p:nvSpPr>
          <p:spPr>
            <a:xfrm>
              <a:off x="293705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88" name="pg3243">
              <a:extLst>
                <a:ext uri="{FF2B5EF4-FFF2-40B4-BE49-F238E27FC236}">
                  <a16:creationId xmlns:a16="http://schemas.microsoft.com/office/drawing/2014/main" id="{AD46FFDB-1460-FC02-F1A3-2536149268EA}"/>
                </a:ext>
              </a:extLst>
            </p:cNvPr>
            <p:cNvSpPr/>
            <p:nvPr/>
          </p:nvSpPr>
          <p:spPr>
            <a:xfrm>
              <a:off x="2948689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89" name="pg3244">
              <a:extLst>
                <a:ext uri="{FF2B5EF4-FFF2-40B4-BE49-F238E27FC236}">
                  <a16:creationId xmlns:a16="http://schemas.microsoft.com/office/drawing/2014/main" id="{B8284151-DB89-EA84-8953-F7356B6608C1}"/>
                </a:ext>
              </a:extLst>
            </p:cNvPr>
            <p:cNvSpPr/>
            <p:nvPr/>
          </p:nvSpPr>
          <p:spPr>
            <a:xfrm>
              <a:off x="2960326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90" name="pg3245">
              <a:extLst>
                <a:ext uri="{FF2B5EF4-FFF2-40B4-BE49-F238E27FC236}">
                  <a16:creationId xmlns:a16="http://schemas.microsoft.com/office/drawing/2014/main" id="{DCD9624C-4242-990C-3112-85C2E1A84C89}"/>
                </a:ext>
              </a:extLst>
            </p:cNvPr>
            <p:cNvSpPr/>
            <p:nvPr/>
          </p:nvSpPr>
          <p:spPr>
            <a:xfrm>
              <a:off x="297196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91" name="pg3246">
              <a:extLst>
                <a:ext uri="{FF2B5EF4-FFF2-40B4-BE49-F238E27FC236}">
                  <a16:creationId xmlns:a16="http://schemas.microsoft.com/office/drawing/2014/main" id="{08AF99E4-D0A6-727C-A18D-C72D50A89077}"/>
                </a:ext>
              </a:extLst>
            </p:cNvPr>
            <p:cNvSpPr/>
            <p:nvPr/>
          </p:nvSpPr>
          <p:spPr>
            <a:xfrm>
              <a:off x="298360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92" name="pg3247">
              <a:extLst>
                <a:ext uri="{FF2B5EF4-FFF2-40B4-BE49-F238E27FC236}">
                  <a16:creationId xmlns:a16="http://schemas.microsoft.com/office/drawing/2014/main" id="{09F74507-BE27-8F7D-3AFA-E248802D47F0}"/>
                </a:ext>
              </a:extLst>
            </p:cNvPr>
            <p:cNvSpPr/>
            <p:nvPr/>
          </p:nvSpPr>
          <p:spPr>
            <a:xfrm>
              <a:off x="2995238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93" name="pg3248">
              <a:extLst>
                <a:ext uri="{FF2B5EF4-FFF2-40B4-BE49-F238E27FC236}">
                  <a16:creationId xmlns:a16="http://schemas.microsoft.com/office/drawing/2014/main" id="{DCF1981A-F9C7-076D-B03D-C3DFD3779C46}"/>
                </a:ext>
              </a:extLst>
            </p:cNvPr>
            <p:cNvSpPr/>
            <p:nvPr/>
          </p:nvSpPr>
          <p:spPr>
            <a:xfrm>
              <a:off x="3006875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94" name="pg3249">
              <a:extLst>
                <a:ext uri="{FF2B5EF4-FFF2-40B4-BE49-F238E27FC236}">
                  <a16:creationId xmlns:a16="http://schemas.microsoft.com/office/drawing/2014/main" id="{5A42FA1E-F5A9-EE0A-6491-7DEA5C6FF90B}"/>
                </a:ext>
              </a:extLst>
            </p:cNvPr>
            <p:cNvSpPr/>
            <p:nvPr/>
          </p:nvSpPr>
          <p:spPr>
            <a:xfrm>
              <a:off x="301851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95" name="pg3250">
              <a:extLst>
                <a:ext uri="{FF2B5EF4-FFF2-40B4-BE49-F238E27FC236}">
                  <a16:creationId xmlns:a16="http://schemas.microsoft.com/office/drawing/2014/main" id="{1E4F2BD1-C6E2-BC34-0A50-D2E2F0D0A530}"/>
                </a:ext>
              </a:extLst>
            </p:cNvPr>
            <p:cNvSpPr/>
            <p:nvPr/>
          </p:nvSpPr>
          <p:spPr>
            <a:xfrm>
              <a:off x="3030150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96" name="pg3251">
              <a:extLst>
                <a:ext uri="{FF2B5EF4-FFF2-40B4-BE49-F238E27FC236}">
                  <a16:creationId xmlns:a16="http://schemas.microsoft.com/office/drawing/2014/main" id="{412A3CBB-175E-E6E8-ABF0-7B93BE8A55B3}"/>
                </a:ext>
              </a:extLst>
            </p:cNvPr>
            <p:cNvSpPr/>
            <p:nvPr/>
          </p:nvSpPr>
          <p:spPr>
            <a:xfrm>
              <a:off x="3041787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97" name="pg3252">
              <a:extLst>
                <a:ext uri="{FF2B5EF4-FFF2-40B4-BE49-F238E27FC236}">
                  <a16:creationId xmlns:a16="http://schemas.microsoft.com/office/drawing/2014/main" id="{8FCBFC0A-B0F6-48E7-985F-2A470511FC09}"/>
                </a:ext>
              </a:extLst>
            </p:cNvPr>
            <p:cNvSpPr/>
            <p:nvPr/>
          </p:nvSpPr>
          <p:spPr>
            <a:xfrm>
              <a:off x="3053425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98" name="pg3253">
              <a:extLst>
                <a:ext uri="{FF2B5EF4-FFF2-40B4-BE49-F238E27FC236}">
                  <a16:creationId xmlns:a16="http://schemas.microsoft.com/office/drawing/2014/main" id="{1171E464-AD9B-CD5A-EA48-096C02419F51}"/>
                </a:ext>
              </a:extLst>
            </p:cNvPr>
            <p:cNvSpPr/>
            <p:nvPr/>
          </p:nvSpPr>
          <p:spPr>
            <a:xfrm>
              <a:off x="4414992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99" name="pg3254">
              <a:extLst>
                <a:ext uri="{FF2B5EF4-FFF2-40B4-BE49-F238E27FC236}">
                  <a16:creationId xmlns:a16="http://schemas.microsoft.com/office/drawing/2014/main" id="{0B3EB0B5-3A97-4331-18F8-D39DD2749BDF}"/>
                </a:ext>
              </a:extLst>
            </p:cNvPr>
            <p:cNvSpPr/>
            <p:nvPr/>
          </p:nvSpPr>
          <p:spPr>
            <a:xfrm>
              <a:off x="4426630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00" name="pg3255">
              <a:extLst>
                <a:ext uri="{FF2B5EF4-FFF2-40B4-BE49-F238E27FC236}">
                  <a16:creationId xmlns:a16="http://schemas.microsoft.com/office/drawing/2014/main" id="{C38EFF29-58B1-CD14-8B1E-D5B9B0303046}"/>
                </a:ext>
              </a:extLst>
            </p:cNvPr>
            <p:cNvSpPr/>
            <p:nvPr/>
          </p:nvSpPr>
          <p:spPr>
            <a:xfrm>
              <a:off x="4438267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01" name="pg3256">
              <a:extLst>
                <a:ext uri="{FF2B5EF4-FFF2-40B4-BE49-F238E27FC236}">
                  <a16:creationId xmlns:a16="http://schemas.microsoft.com/office/drawing/2014/main" id="{B1AB74C0-48B9-4758-2A88-560F69E2EE1A}"/>
                </a:ext>
              </a:extLst>
            </p:cNvPr>
            <p:cNvSpPr/>
            <p:nvPr/>
          </p:nvSpPr>
          <p:spPr>
            <a:xfrm>
              <a:off x="444990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02" name="pg3257">
              <a:extLst>
                <a:ext uri="{FF2B5EF4-FFF2-40B4-BE49-F238E27FC236}">
                  <a16:creationId xmlns:a16="http://schemas.microsoft.com/office/drawing/2014/main" id="{ABF45257-0376-46C9-8B18-8A49A000D6B5}"/>
                </a:ext>
              </a:extLst>
            </p:cNvPr>
            <p:cNvSpPr/>
            <p:nvPr/>
          </p:nvSpPr>
          <p:spPr>
            <a:xfrm>
              <a:off x="4461542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03" name="pg3258">
              <a:extLst>
                <a:ext uri="{FF2B5EF4-FFF2-40B4-BE49-F238E27FC236}">
                  <a16:creationId xmlns:a16="http://schemas.microsoft.com/office/drawing/2014/main" id="{7AD3F226-DB9B-E8C9-69D6-16C89CDA7DC2}"/>
                </a:ext>
              </a:extLst>
            </p:cNvPr>
            <p:cNvSpPr/>
            <p:nvPr/>
          </p:nvSpPr>
          <p:spPr>
            <a:xfrm>
              <a:off x="462446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04" name="pg3259">
              <a:extLst>
                <a:ext uri="{FF2B5EF4-FFF2-40B4-BE49-F238E27FC236}">
                  <a16:creationId xmlns:a16="http://schemas.microsoft.com/office/drawing/2014/main" id="{1D1406E4-36D3-F764-AC0F-C53E61FC6690}"/>
                </a:ext>
              </a:extLst>
            </p:cNvPr>
            <p:cNvSpPr/>
            <p:nvPr/>
          </p:nvSpPr>
          <p:spPr>
            <a:xfrm>
              <a:off x="463610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05" name="pg3260">
              <a:extLst>
                <a:ext uri="{FF2B5EF4-FFF2-40B4-BE49-F238E27FC236}">
                  <a16:creationId xmlns:a16="http://schemas.microsoft.com/office/drawing/2014/main" id="{8CB346FC-4C36-A05F-9736-4A21515686AB}"/>
                </a:ext>
              </a:extLst>
            </p:cNvPr>
            <p:cNvSpPr/>
            <p:nvPr/>
          </p:nvSpPr>
          <p:spPr>
            <a:xfrm>
              <a:off x="4647739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06" name="pg3261">
              <a:extLst>
                <a:ext uri="{FF2B5EF4-FFF2-40B4-BE49-F238E27FC236}">
                  <a16:creationId xmlns:a16="http://schemas.microsoft.com/office/drawing/2014/main" id="{011D813C-E81D-D899-31A1-3FDC5689D4EA}"/>
                </a:ext>
              </a:extLst>
            </p:cNvPr>
            <p:cNvSpPr/>
            <p:nvPr/>
          </p:nvSpPr>
          <p:spPr>
            <a:xfrm>
              <a:off x="4659376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07" name="pg3262">
              <a:extLst>
                <a:ext uri="{FF2B5EF4-FFF2-40B4-BE49-F238E27FC236}">
                  <a16:creationId xmlns:a16="http://schemas.microsoft.com/office/drawing/2014/main" id="{6938AFEC-3806-87BB-2B27-539118D2CFED}"/>
                </a:ext>
              </a:extLst>
            </p:cNvPr>
            <p:cNvSpPr/>
            <p:nvPr/>
          </p:nvSpPr>
          <p:spPr>
            <a:xfrm>
              <a:off x="467101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08" name="pg3263">
              <a:extLst>
                <a:ext uri="{FF2B5EF4-FFF2-40B4-BE49-F238E27FC236}">
                  <a16:creationId xmlns:a16="http://schemas.microsoft.com/office/drawing/2014/main" id="{C26CD4C3-1177-6001-B8C2-C033C182E352}"/>
                </a:ext>
              </a:extLst>
            </p:cNvPr>
            <p:cNvSpPr/>
            <p:nvPr/>
          </p:nvSpPr>
          <p:spPr>
            <a:xfrm>
              <a:off x="468265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09" name="pg3264">
              <a:extLst>
                <a:ext uri="{FF2B5EF4-FFF2-40B4-BE49-F238E27FC236}">
                  <a16:creationId xmlns:a16="http://schemas.microsoft.com/office/drawing/2014/main" id="{5EEE348B-E101-1B90-7B35-C717FCEC68F0}"/>
                </a:ext>
              </a:extLst>
            </p:cNvPr>
            <p:cNvSpPr/>
            <p:nvPr/>
          </p:nvSpPr>
          <p:spPr>
            <a:xfrm>
              <a:off x="289050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10" name="pg3265">
              <a:extLst>
                <a:ext uri="{FF2B5EF4-FFF2-40B4-BE49-F238E27FC236}">
                  <a16:creationId xmlns:a16="http://schemas.microsoft.com/office/drawing/2014/main" id="{4345649D-2227-5E3B-B386-510AE3B262D2}"/>
                </a:ext>
              </a:extLst>
            </p:cNvPr>
            <p:cNvSpPr/>
            <p:nvPr/>
          </p:nvSpPr>
          <p:spPr>
            <a:xfrm>
              <a:off x="290213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11" name="pg3266">
              <a:extLst>
                <a:ext uri="{FF2B5EF4-FFF2-40B4-BE49-F238E27FC236}">
                  <a16:creationId xmlns:a16="http://schemas.microsoft.com/office/drawing/2014/main" id="{31B5400F-BB5A-E2EC-2BA2-41E48C035772}"/>
                </a:ext>
              </a:extLst>
            </p:cNvPr>
            <p:cNvSpPr/>
            <p:nvPr/>
          </p:nvSpPr>
          <p:spPr>
            <a:xfrm>
              <a:off x="2913777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12" name="pg3267">
              <a:extLst>
                <a:ext uri="{FF2B5EF4-FFF2-40B4-BE49-F238E27FC236}">
                  <a16:creationId xmlns:a16="http://schemas.microsoft.com/office/drawing/2014/main" id="{8B654AF7-B0F8-0A19-E597-0206D524AB01}"/>
                </a:ext>
              </a:extLst>
            </p:cNvPr>
            <p:cNvSpPr/>
            <p:nvPr/>
          </p:nvSpPr>
          <p:spPr>
            <a:xfrm>
              <a:off x="292541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13" name="pg3268">
              <a:extLst>
                <a:ext uri="{FF2B5EF4-FFF2-40B4-BE49-F238E27FC236}">
                  <a16:creationId xmlns:a16="http://schemas.microsoft.com/office/drawing/2014/main" id="{6999F39C-8B0E-8F71-26DB-8EE09BB7ED50}"/>
                </a:ext>
              </a:extLst>
            </p:cNvPr>
            <p:cNvSpPr/>
            <p:nvPr/>
          </p:nvSpPr>
          <p:spPr>
            <a:xfrm>
              <a:off x="293705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14" name="pg3269">
              <a:extLst>
                <a:ext uri="{FF2B5EF4-FFF2-40B4-BE49-F238E27FC236}">
                  <a16:creationId xmlns:a16="http://schemas.microsoft.com/office/drawing/2014/main" id="{833BD891-2A31-0067-D86F-E8C85C04FF3A}"/>
                </a:ext>
              </a:extLst>
            </p:cNvPr>
            <p:cNvSpPr/>
            <p:nvPr/>
          </p:nvSpPr>
          <p:spPr>
            <a:xfrm>
              <a:off x="294868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15" name="pg3270">
              <a:extLst>
                <a:ext uri="{FF2B5EF4-FFF2-40B4-BE49-F238E27FC236}">
                  <a16:creationId xmlns:a16="http://schemas.microsoft.com/office/drawing/2014/main" id="{F9BD8C6C-E0E4-DFEB-EC50-71DC8E075ED8}"/>
                </a:ext>
              </a:extLst>
            </p:cNvPr>
            <p:cNvSpPr/>
            <p:nvPr/>
          </p:nvSpPr>
          <p:spPr>
            <a:xfrm>
              <a:off x="2960326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16" name="pg3271">
              <a:extLst>
                <a:ext uri="{FF2B5EF4-FFF2-40B4-BE49-F238E27FC236}">
                  <a16:creationId xmlns:a16="http://schemas.microsoft.com/office/drawing/2014/main" id="{CA5A48EC-DD5E-64C7-9E12-BCE79CDA4218}"/>
                </a:ext>
              </a:extLst>
            </p:cNvPr>
            <p:cNvSpPr/>
            <p:nvPr/>
          </p:nvSpPr>
          <p:spPr>
            <a:xfrm>
              <a:off x="297196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17" name="pg3272">
              <a:extLst>
                <a:ext uri="{FF2B5EF4-FFF2-40B4-BE49-F238E27FC236}">
                  <a16:creationId xmlns:a16="http://schemas.microsoft.com/office/drawing/2014/main" id="{87AB97BE-7522-D37A-142D-9F24BF44F272}"/>
                </a:ext>
              </a:extLst>
            </p:cNvPr>
            <p:cNvSpPr/>
            <p:nvPr/>
          </p:nvSpPr>
          <p:spPr>
            <a:xfrm>
              <a:off x="298360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18" name="pg3273">
              <a:extLst>
                <a:ext uri="{FF2B5EF4-FFF2-40B4-BE49-F238E27FC236}">
                  <a16:creationId xmlns:a16="http://schemas.microsoft.com/office/drawing/2014/main" id="{36E280CA-0D20-9622-3E6A-F64579835469}"/>
                </a:ext>
              </a:extLst>
            </p:cNvPr>
            <p:cNvSpPr/>
            <p:nvPr/>
          </p:nvSpPr>
          <p:spPr>
            <a:xfrm>
              <a:off x="2995238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19" name="pg3274">
              <a:extLst>
                <a:ext uri="{FF2B5EF4-FFF2-40B4-BE49-F238E27FC236}">
                  <a16:creationId xmlns:a16="http://schemas.microsoft.com/office/drawing/2014/main" id="{F209F6CD-17AC-268E-13B1-0145EDEC6AA8}"/>
                </a:ext>
              </a:extLst>
            </p:cNvPr>
            <p:cNvSpPr/>
            <p:nvPr/>
          </p:nvSpPr>
          <p:spPr>
            <a:xfrm>
              <a:off x="3006875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20" name="pg3275">
              <a:extLst>
                <a:ext uri="{FF2B5EF4-FFF2-40B4-BE49-F238E27FC236}">
                  <a16:creationId xmlns:a16="http://schemas.microsoft.com/office/drawing/2014/main" id="{7EA87095-9E4F-9E39-5753-E2626BD11431}"/>
                </a:ext>
              </a:extLst>
            </p:cNvPr>
            <p:cNvSpPr/>
            <p:nvPr/>
          </p:nvSpPr>
          <p:spPr>
            <a:xfrm>
              <a:off x="301851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21" name="pg3276">
              <a:extLst>
                <a:ext uri="{FF2B5EF4-FFF2-40B4-BE49-F238E27FC236}">
                  <a16:creationId xmlns:a16="http://schemas.microsoft.com/office/drawing/2014/main" id="{A601DD50-BC1E-DB2B-69F3-14F4007C12F3}"/>
                </a:ext>
              </a:extLst>
            </p:cNvPr>
            <p:cNvSpPr/>
            <p:nvPr/>
          </p:nvSpPr>
          <p:spPr>
            <a:xfrm>
              <a:off x="3030150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22" name="pg3277">
              <a:extLst>
                <a:ext uri="{FF2B5EF4-FFF2-40B4-BE49-F238E27FC236}">
                  <a16:creationId xmlns:a16="http://schemas.microsoft.com/office/drawing/2014/main" id="{FB69B123-C284-0301-C88E-D36C93C0B224}"/>
                </a:ext>
              </a:extLst>
            </p:cNvPr>
            <p:cNvSpPr/>
            <p:nvPr/>
          </p:nvSpPr>
          <p:spPr>
            <a:xfrm>
              <a:off x="441499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23" name="pg3278">
              <a:extLst>
                <a:ext uri="{FF2B5EF4-FFF2-40B4-BE49-F238E27FC236}">
                  <a16:creationId xmlns:a16="http://schemas.microsoft.com/office/drawing/2014/main" id="{38AAFCDD-E152-B79A-9D06-921FFC47D873}"/>
                </a:ext>
              </a:extLst>
            </p:cNvPr>
            <p:cNvSpPr/>
            <p:nvPr/>
          </p:nvSpPr>
          <p:spPr>
            <a:xfrm>
              <a:off x="4426630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24" name="pg3279">
              <a:extLst>
                <a:ext uri="{FF2B5EF4-FFF2-40B4-BE49-F238E27FC236}">
                  <a16:creationId xmlns:a16="http://schemas.microsoft.com/office/drawing/2014/main" id="{CEBAEB07-7F6A-3F18-0D21-E877BE474017}"/>
                </a:ext>
              </a:extLst>
            </p:cNvPr>
            <p:cNvSpPr/>
            <p:nvPr/>
          </p:nvSpPr>
          <p:spPr>
            <a:xfrm>
              <a:off x="4438267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25" name="pg3280">
              <a:extLst>
                <a:ext uri="{FF2B5EF4-FFF2-40B4-BE49-F238E27FC236}">
                  <a16:creationId xmlns:a16="http://schemas.microsoft.com/office/drawing/2014/main" id="{394671C7-FD2E-F919-9835-E7B491A2E7F0}"/>
                </a:ext>
              </a:extLst>
            </p:cNvPr>
            <p:cNvSpPr/>
            <p:nvPr/>
          </p:nvSpPr>
          <p:spPr>
            <a:xfrm>
              <a:off x="444990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26" name="pg3281">
              <a:extLst>
                <a:ext uri="{FF2B5EF4-FFF2-40B4-BE49-F238E27FC236}">
                  <a16:creationId xmlns:a16="http://schemas.microsoft.com/office/drawing/2014/main" id="{14145B10-DE25-BD03-EC7D-B935FBE020C4}"/>
                </a:ext>
              </a:extLst>
            </p:cNvPr>
            <p:cNvSpPr/>
            <p:nvPr/>
          </p:nvSpPr>
          <p:spPr>
            <a:xfrm>
              <a:off x="446154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27" name="pg3282">
              <a:extLst>
                <a:ext uri="{FF2B5EF4-FFF2-40B4-BE49-F238E27FC236}">
                  <a16:creationId xmlns:a16="http://schemas.microsoft.com/office/drawing/2014/main" id="{F938E27C-8384-C113-5EB7-E99988C5281B}"/>
                </a:ext>
              </a:extLst>
            </p:cNvPr>
            <p:cNvSpPr/>
            <p:nvPr/>
          </p:nvSpPr>
          <p:spPr>
            <a:xfrm>
              <a:off x="462446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28" name="pg3283">
              <a:extLst>
                <a:ext uri="{FF2B5EF4-FFF2-40B4-BE49-F238E27FC236}">
                  <a16:creationId xmlns:a16="http://schemas.microsoft.com/office/drawing/2014/main" id="{2ECB38F7-1DC0-B52F-FAE2-CB2BB3987451}"/>
                </a:ext>
              </a:extLst>
            </p:cNvPr>
            <p:cNvSpPr/>
            <p:nvPr/>
          </p:nvSpPr>
          <p:spPr>
            <a:xfrm>
              <a:off x="463610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29" name="pg3284">
              <a:extLst>
                <a:ext uri="{FF2B5EF4-FFF2-40B4-BE49-F238E27FC236}">
                  <a16:creationId xmlns:a16="http://schemas.microsoft.com/office/drawing/2014/main" id="{39CF8BFF-667E-A2BE-0847-30A0D7246DE1}"/>
                </a:ext>
              </a:extLst>
            </p:cNvPr>
            <p:cNvSpPr/>
            <p:nvPr/>
          </p:nvSpPr>
          <p:spPr>
            <a:xfrm>
              <a:off x="464773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30" name="pg3285">
              <a:extLst>
                <a:ext uri="{FF2B5EF4-FFF2-40B4-BE49-F238E27FC236}">
                  <a16:creationId xmlns:a16="http://schemas.microsoft.com/office/drawing/2014/main" id="{A1DC4AB0-6234-8CAD-CA75-ADF977F03160}"/>
                </a:ext>
              </a:extLst>
            </p:cNvPr>
            <p:cNvSpPr/>
            <p:nvPr/>
          </p:nvSpPr>
          <p:spPr>
            <a:xfrm>
              <a:off x="4659376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31" name="pg3286">
              <a:extLst>
                <a:ext uri="{FF2B5EF4-FFF2-40B4-BE49-F238E27FC236}">
                  <a16:creationId xmlns:a16="http://schemas.microsoft.com/office/drawing/2014/main" id="{2561394C-C3D4-3F19-674C-B8AF6AF99551}"/>
                </a:ext>
              </a:extLst>
            </p:cNvPr>
            <p:cNvSpPr/>
            <p:nvPr/>
          </p:nvSpPr>
          <p:spPr>
            <a:xfrm>
              <a:off x="467101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32" name="pg3287">
              <a:extLst>
                <a:ext uri="{FF2B5EF4-FFF2-40B4-BE49-F238E27FC236}">
                  <a16:creationId xmlns:a16="http://schemas.microsoft.com/office/drawing/2014/main" id="{C248349E-5784-4F3A-7E4C-1863C2AD1C64}"/>
                </a:ext>
              </a:extLst>
            </p:cNvPr>
            <p:cNvSpPr/>
            <p:nvPr/>
          </p:nvSpPr>
          <p:spPr>
            <a:xfrm>
              <a:off x="468265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33" name="pg3288">
              <a:extLst>
                <a:ext uri="{FF2B5EF4-FFF2-40B4-BE49-F238E27FC236}">
                  <a16:creationId xmlns:a16="http://schemas.microsoft.com/office/drawing/2014/main" id="{8775854E-E529-7078-D2FF-E5D4B9704254}"/>
                </a:ext>
              </a:extLst>
            </p:cNvPr>
            <p:cNvSpPr/>
            <p:nvPr/>
          </p:nvSpPr>
          <p:spPr>
            <a:xfrm>
              <a:off x="2890502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34" name="pg3289">
              <a:extLst>
                <a:ext uri="{FF2B5EF4-FFF2-40B4-BE49-F238E27FC236}">
                  <a16:creationId xmlns:a16="http://schemas.microsoft.com/office/drawing/2014/main" id="{F834F322-3316-ED94-3BCF-DA99DAC44582}"/>
                </a:ext>
              </a:extLst>
            </p:cNvPr>
            <p:cNvSpPr/>
            <p:nvPr/>
          </p:nvSpPr>
          <p:spPr>
            <a:xfrm>
              <a:off x="290213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35" name="pg3290">
              <a:extLst>
                <a:ext uri="{FF2B5EF4-FFF2-40B4-BE49-F238E27FC236}">
                  <a16:creationId xmlns:a16="http://schemas.microsoft.com/office/drawing/2014/main" id="{9FBD1B39-A705-BF22-0249-897881B2B382}"/>
                </a:ext>
              </a:extLst>
            </p:cNvPr>
            <p:cNvSpPr/>
            <p:nvPr/>
          </p:nvSpPr>
          <p:spPr>
            <a:xfrm>
              <a:off x="2913777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36" name="pg3291">
              <a:extLst>
                <a:ext uri="{FF2B5EF4-FFF2-40B4-BE49-F238E27FC236}">
                  <a16:creationId xmlns:a16="http://schemas.microsoft.com/office/drawing/2014/main" id="{C9313541-DD09-126F-6B9A-E689F5AD3B47}"/>
                </a:ext>
              </a:extLst>
            </p:cNvPr>
            <p:cNvSpPr/>
            <p:nvPr/>
          </p:nvSpPr>
          <p:spPr>
            <a:xfrm>
              <a:off x="292541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37" name="pg3292">
              <a:extLst>
                <a:ext uri="{FF2B5EF4-FFF2-40B4-BE49-F238E27FC236}">
                  <a16:creationId xmlns:a16="http://schemas.microsoft.com/office/drawing/2014/main" id="{DC5A25F3-C58B-21A2-71C4-4AA9C354459F}"/>
                </a:ext>
              </a:extLst>
            </p:cNvPr>
            <p:cNvSpPr/>
            <p:nvPr/>
          </p:nvSpPr>
          <p:spPr>
            <a:xfrm>
              <a:off x="293705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38" name="pg3293">
              <a:extLst>
                <a:ext uri="{FF2B5EF4-FFF2-40B4-BE49-F238E27FC236}">
                  <a16:creationId xmlns:a16="http://schemas.microsoft.com/office/drawing/2014/main" id="{1C9DD1B9-3641-61C9-D8E4-B3E2D2BDB23F}"/>
                </a:ext>
              </a:extLst>
            </p:cNvPr>
            <p:cNvSpPr/>
            <p:nvPr/>
          </p:nvSpPr>
          <p:spPr>
            <a:xfrm>
              <a:off x="294868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39" name="pg3294">
              <a:extLst>
                <a:ext uri="{FF2B5EF4-FFF2-40B4-BE49-F238E27FC236}">
                  <a16:creationId xmlns:a16="http://schemas.microsoft.com/office/drawing/2014/main" id="{E74B6C9D-8504-0F01-8725-C65CCF3D595D}"/>
                </a:ext>
              </a:extLst>
            </p:cNvPr>
            <p:cNvSpPr/>
            <p:nvPr/>
          </p:nvSpPr>
          <p:spPr>
            <a:xfrm>
              <a:off x="2960326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40" name="pg3295">
              <a:extLst>
                <a:ext uri="{FF2B5EF4-FFF2-40B4-BE49-F238E27FC236}">
                  <a16:creationId xmlns:a16="http://schemas.microsoft.com/office/drawing/2014/main" id="{1997B1AC-CC79-571D-A3B6-5074D6D4903E}"/>
                </a:ext>
              </a:extLst>
            </p:cNvPr>
            <p:cNvSpPr/>
            <p:nvPr/>
          </p:nvSpPr>
          <p:spPr>
            <a:xfrm>
              <a:off x="2971963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41" name="pg3296">
              <a:extLst>
                <a:ext uri="{FF2B5EF4-FFF2-40B4-BE49-F238E27FC236}">
                  <a16:creationId xmlns:a16="http://schemas.microsoft.com/office/drawing/2014/main" id="{D9E002BE-3023-9B89-3408-5983C197E35D}"/>
                </a:ext>
              </a:extLst>
            </p:cNvPr>
            <p:cNvSpPr/>
            <p:nvPr/>
          </p:nvSpPr>
          <p:spPr>
            <a:xfrm>
              <a:off x="298360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42" name="pg3297">
              <a:extLst>
                <a:ext uri="{FF2B5EF4-FFF2-40B4-BE49-F238E27FC236}">
                  <a16:creationId xmlns:a16="http://schemas.microsoft.com/office/drawing/2014/main" id="{1B8819AA-08F9-7AAF-1DE5-B08894215D1D}"/>
                </a:ext>
              </a:extLst>
            </p:cNvPr>
            <p:cNvSpPr/>
            <p:nvPr/>
          </p:nvSpPr>
          <p:spPr>
            <a:xfrm>
              <a:off x="4403355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43" name="pg3298">
              <a:extLst>
                <a:ext uri="{FF2B5EF4-FFF2-40B4-BE49-F238E27FC236}">
                  <a16:creationId xmlns:a16="http://schemas.microsoft.com/office/drawing/2014/main" id="{A9FC4534-2A1E-2838-7075-AB5A5657647D}"/>
                </a:ext>
              </a:extLst>
            </p:cNvPr>
            <p:cNvSpPr/>
            <p:nvPr/>
          </p:nvSpPr>
          <p:spPr>
            <a:xfrm>
              <a:off x="4414992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44" name="pg3299">
              <a:extLst>
                <a:ext uri="{FF2B5EF4-FFF2-40B4-BE49-F238E27FC236}">
                  <a16:creationId xmlns:a16="http://schemas.microsoft.com/office/drawing/2014/main" id="{F3D7B7B4-6ED2-C6B5-D91F-E15BFDA66D2F}"/>
                </a:ext>
              </a:extLst>
            </p:cNvPr>
            <p:cNvSpPr/>
            <p:nvPr/>
          </p:nvSpPr>
          <p:spPr>
            <a:xfrm>
              <a:off x="4426630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45" name="pg3300">
              <a:extLst>
                <a:ext uri="{FF2B5EF4-FFF2-40B4-BE49-F238E27FC236}">
                  <a16:creationId xmlns:a16="http://schemas.microsoft.com/office/drawing/2014/main" id="{F66A6F2C-16A6-2924-7365-FE8D1E688971}"/>
                </a:ext>
              </a:extLst>
            </p:cNvPr>
            <p:cNvSpPr/>
            <p:nvPr/>
          </p:nvSpPr>
          <p:spPr>
            <a:xfrm>
              <a:off x="4438267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46" name="pg3301">
              <a:extLst>
                <a:ext uri="{FF2B5EF4-FFF2-40B4-BE49-F238E27FC236}">
                  <a16:creationId xmlns:a16="http://schemas.microsoft.com/office/drawing/2014/main" id="{A89D1C04-5714-1AF2-7C4A-5081EB90F9E1}"/>
                </a:ext>
              </a:extLst>
            </p:cNvPr>
            <p:cNvSpPr/>
            <p:nvPr/>
          </p:nvSpPr>
          <p:spPr>
            <a:xfrm>
              <a:off x="444990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47" name="pg3302">
              <a:extLst>
                <a:ext uri="{FF2B5EF4-FFF2-40B4-BE49-F238E27FC236}">
                  <a16:creationId xmlns:a16="http://schemas.microsoft.com/office/drawing/2014/main" id="{F2DFC16B-E78A-4B19-D310-6789C0063E0C}"/>
                </a:ext>
              </a:extLst>
            </p:cNvPr>
            <p:cNvSpPr/>
            <p:nvPr/>
          </p:nvSpPr>
          <p:spPr>
            <a:xfrm>
              <a:off x="462446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48" name="pg3303">
              <a:extLst>
                <a:ext uri="{FF2B5EF4-FFF2-40B4-BE49-F238E27FC236}">
                  <a16:creationId xmlns:a16="http://schemas.microsoft.com/office/drawing/2014/main" id="{3DA39255-90E8-8D87-DD34-77352BCEF983}"/>
                </a:ext>
              </a:extLst>
            </p:cNvPr>
            <p:cNvSpPr/>
            <p:nvPr/>
          </p:nvSpPr>
          <p:spPr>
            <a:xfrm>
              <a:off x="463610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49" name="pg3304">
              <a:extLst>
                <a:ext uri="{FF2B5EF4-FFF2-40B4-BE49-F238E27FC236}">
                  <a16:creationId xmlns:a16="http://schemas.microsoft.com/office/drawing/2014/main" id="{9AA4CA4A-83A3-9F07-885F-001CBC5267CD}"/>
                </a:ext>
              </a:extLst>
            </p:cNvPr>
            <p:cNvSpPr/>
            <p:nvPr/>
          </p:nvSpPr>
          <p:spPr>
            <a:xfrm>
              <a:off x="464773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50" name="pg3305">
              <a:extLst>
                <a:ext uri="{FF2B5EF4-FFF2-40B4-BE49-F238E27FC236}">
                  <a16:creationId xmlns:a16="http://schemas.microsoft.com/office/drawing/2014/main" id="{7D1FE20B-493C-1712-B16C-75A48D0146AC}"/>
                </a:ext>
              </a:extLst>
            </p:cNvPr>
            <p:cNvSpPr/>
            <p:nvPr/>
          </p:nvSpPr>
          <p:spPr>
            <a:xfrm>
              <a:off x="4659376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51" name="pg3306">
              <a:extLst>
                <a:ext uri="{FF2B5EF4-FFF2-40B4-BE49-F238E27FC236}">
                  <a16:creationId xmlns:a16="http://schemas.microsoft.com/office/drawing/2014/main" id="{0F476296-D3A0-F0E7-33CB-F18A044553B4}"/>
                </a:ext>
              </a:extLst>
            </p:cNvPr>
            <p:cNvSpPr/>
            <p:nvPr/>
          </p:nvSpPr>
          <p:spPr>
            <a:xfrm>
              <a:off x="4671013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52" name="pg3307">
              <a:extLst>
                <a:ext uri="{FF2B5EF4-FFF2-40B4-BE49-F238E27FC236}">
                  <a16:creationId xmlns:a16="http://schemas.microsoft.com/office/drawing/2014/main" id="{989AB319-D9C1-ADC5-CF94-E563CBA9998D}"/>
                </a:ext>
              </a:extLst>
            </p:cNvPr>
            <p:cNvSpPr/>
            <p:nvPr/>
          </p:nvSpPr>
          <p:spPr>
            <a:xfrm>
              <a:off x="468265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53" name="pg3308">
              <a:extLst>
                <a:ext uri="{FF2B5EF4-FFF2-40B4-BE49-F238E27FC236}">
                  <a16:creationId xmlns:a16="http://schemas.microsoft.com/office/drawing/2014/main" id="{8A746259-6241-52C6-6393-F492D7E1031A}"/>
                </a:ext>
              </a:extLst>
            </p:cNvPr>
            <p:cNvSpPr/>
            <p:nvPr/>
          </p:nvSpPr>
          <p:spPr>
            <a:xfrm>
              <a:off x="2878865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54" name="pg3309">
              <a:extLst>
                <a:ext uri="{FF2B5EF4-FFF2-40B4-BE49-F238E27FC236}">
                  <a16:creationId xmlns:a16="http://schemas.microsoft.com/office/drawing/2014/main" id="{9C1DB48C-5D79-23B3-72DF-656B9AD9898C}"/>
                </a:ext>
              </a:extLst>
            </p:cNvPr>
            <p:cNvSpPr/>
            <p:nvPr/>
          </p:nvSpPr>
          <p:spPr>
            <a:xfrm>
              <a:off x="289050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55" name="pg3310">
              <a:extLst>
                <a:ext uri="{FF2B5EF4-FFF2-40B4-BE49-F238E27FC236}">
                  <a16:creationId xmlns:a16="http://schemas.microsoft.com/office/drawing/2014/main" id="{5BA5EFC0-5BA6-5198-6EF6-7FA61706B983}"/>
                </a:ext>
              </a:extLst>
            </p:cNvPr>
            <p:cNvSpPr/>
            <p:nvPr/>
          </p:nvSpPr>
          <p:spPr>
            <a:xfrm>
              <a:off x="290213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56" name="pg3311">
              <a:extLst>
                <a:ext uri="{FF2B5EF4-FFF2-40B4-BE49-F238E27FC236}">
                  <a16:creationId xmlns:a16="http://schemas.microsoft.com/office/drawing/2014/main" id="{46EF1F13-74E2-F97F-3F53-AB14C7C8DDFE}"/>
                </a:ext>
              </a:extLst>
            </p:cNvPr>
            <p:cNvSpPr/>
            <p:nvPr/>
          </p:nvSpPr>
          <p:spPr>
            <a:xfrm>
              <a:off x="2913777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57" name="pg3312">
              <a:extLst>
                <a:ext uri="{FF2B5EF4-FFF2-40B4-BE49-F238E27FC236}">
                  <a16:creationId xmlns:a16="http://schemas.microsoft.com/office/drawing/2014/main" id="{03490638-8CDC-FEE2-ADB5-E4897B8750F7}"/>
                </a:ext>
              </a:extLst>
            </p:cNvPr>
            <p:cNvSpPr/>
            <p:nvPr/>
          </p:nvSpPr>
          <p:spPr>
            <a:xfrm>
              <a:off x="2925414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58" name="pg3313">
              <a:extLst>
                <a:ext uri="{FF2B5EF4-FFF2-40B4-BE49-F238E27FC236}">
                  <a16:creationId xmlns:a16="http://schemas.microsoft.com/office/drawing/2014/main" id="{4B8BD15D-C6D8-1C63-91B9-D5E959E58EAF}"/>
                </a:ext>
              </a:extLst>
            </p:cNvPr>
            <p:cNvSpPr/>
            <p:nvPr/>
          </p:nvSpPr>
          <p:spPr>
            <a:xfrm>
              <a:off x="293705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59" name="pg3314">
              <a:extLst>
                <a:ext uri="{FF2B5EF4-FFF2-40B4-BE49-F238E27FC236}">
                  <a16:creationId xmlns:a16="http://schemas.microsoft.com/office/drawing/2014/main" id="{DF2F7C85-C6B0-1A6F-158F-B643AA2AE7D6}"/>
                </a:ext>
              </a:extLst>
            </p:cNvPr>
            <p:cNvSpPr/>
            <p:nvPr/>
          </p:nvSpPr>
          <p:spPr>
            <a:xfrm>
              <a:off x="294868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60" name="pg3315">
              <a:extLst>
                <a:ext uri="{FF2B5EF4-FFF2-40B4-BE49-F238E27FC236}">
                  <a16:creationId xmlns:a16="http://schemas.microsoft.com/office/drawing/2014/main" id="{B92DB973-C478-66A4-169E-22D98CFB10C0}"/>
                </a:ext>
              </a:extLst>
            </p:cNvPr>
            <p:cNvSpPr/>
            <p:nvPr/>
          </p:nvSpPr>
          <p:spPr>
            <a:xfrm>
              <a:off x="2960326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61" name="pg3316">
              <a:extLst>
                <a:ext uri="{FF2B5EF4-FFF2-40B4-BE49-F238E27FC236}">
                  <a16:creationId xmlns:a16="http://schemas.microsoft.com/office/drawing/2014/main" id="{36E4CEAB-BEA9-D054-4ED7-A103F361D881}"/>
                </a:ext>
              </a:extLst>
            </p:cNvPr>
            <p:cNvSpPr/>
            <p:nvPr/>
          </p:nvSpPr>
          <p:spPr>
            <a:xfrm>
              <a:off x="4403355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62" name="pg3317">
              <a:extLst>
                <a:ext uri="{FF2B5EF4-FFF2-40B4-BE49-F238E27FC236}">
                  <a16:creationId xmlns:a16="http://schemas.microsoft.com/office/drawing/2014/main" id="{1FC815C0-32B4-1C35-4452-B0E72169E630}"/>
                </a:ext>
              </a:extLst>
            </p:cNvPr>
            <p:cNvSpPr/>
            <p:nvPr/>
          </p:nvSpPr>
          <p:spPr>
            <a:xfrm>
              <a:off x="441499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63" name="pg3318">
              <a:extLst>
                <a:ext uri="{FF2B5EF4-FFF2-40B4-BE49-F238E27FC236}">
                  <a16:creationId xmlns:a16="http://schemas.microsoft.com/office/drawing/2014/main" id="{2240541E-EC08-F6FC-C930-9CAE4342E59E}"/>
                </a:ext>
              </a:extLst>
            </p:cNvPr>
            <p:cNvSpPr/>
            <p:nvPr/>
          </p:nvSpPr>
          <p:spPr>
            <a:xfrm>
              <a:off x="4426630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64" name="pg3319">
              <a:extLst>
                <a:ext uri="{FF2B5EF4-FFF2-40B4-BE49-F238E27FC236}">
                  <a16:creationId xmlns:a16="http://schemas.microsoft.com/office/drawing/2014/main" id="{FF13E584-7201-FFE3-F7E4-4029A7113E5F}"/>
                </a:ext>
              </a:extLst>
            </p:cNvPr>
            <p:cNvSpPr/>
            <p:nvPr/>
          </p:nvSpPr>
          <p:spPr>
            <a:xfrm>
              <a:off x="4438267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65" name="pg3320">
              <a:extLst>
                <a:ext uri="{FF2B5EF4-FFF2-40B4-BE49-F238E27FC236}">
                  <a16:creationId xmlns:a16="http://schemas.microsoft.com/office/drawing/2014/main" id="{8F40DAA8-05D0-18A3-36B0-3277EF07B5A1}"/>
                </a:ext>
              </a:extLst>
            </p:cNvPr>
            <p:cNvSpPr/>
            <p:nvPr/>
          </p:nvSpPr>
          <p:spPr>
            <a:xfrm>
              <a:off x="4449904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66" name="pg3321">
              <a:extLst>
                <a:ext uri="{FF2B5EF4-FFF2-40B4-BE49-F238E27FC236}">
                  <a16:creationId xmlns:a16="http://schemas.microsoft.com/office/drawing/2014/main" id="{5E3A6EF4-B6CF-EEE4-AE52-407D9391DC37}"/>
                </a:ext>
              </a:extLst>
            </p:cNvPr>
            <p:cNvSpPr/>
            <p:nvPr/>
          </p:nvSpPr>
          <p:spPr>
            <a:xfrm>
              <a:off x="446154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67" name="pg3322">
              <a:extLst>
                <a:ext uri="{FF2B5EF4-FFF2-40B4-BE49-F238E27FC236}">
                  <a16:creationId xmlns:a16="http://schemas.microsoft.com/office/drawing/2014/main" id="{69D0AF84-B8E8-30B1-8D22-FE2520C24FCC}"/>
                </a:ext>
              </a:extLst>
            </p:cNvPr>
            <p:cNvSpPr/>
            <p:nvPr/>
          </p:nvSpPr>
          <p:spPr>
            <a:xfrm>
              <a:off x="447317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68" name="pg3323">
              <a:extLst>
                <a:ext uri="{FF2B5EF4-FFF2-40B4-BE49-F238E27FC236}">
                  <a16:creationId xmlns:a16="http://schemas.microsoft.com/office/drawing/2014/main" id="{04B872CB-8CCF-00C5-5066-CEE5313AD348}"/>
                </a:ext>
              </a:extLst>
            </p:cNvPr>
            <p:cNvSpPr/>
            <p:nvPr/>
          </p:nvSpPr>
          <p:spPr>
            <a:xfrm>
              <a:off x="463610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69" name="pg3324">
              <a:extLst>
                <a:ext uri="{FF2B5EF4-FFF2-40B4-BE49-F238E27FC236}">
                  <a16:creationId xmlns:a16="http://schemas.microsoft.com/office/drawing/2014/main" id="{E19E807B-1E0B-D4FB-0D32-16A629306449}"/>
                </a:ext>
              </a:extLst>
            </p:cNvPr>
            <p:cNvSpPr/>
            <p:nvPr/>
          </p:nvSpPr>
          <p:spPr>
            <a:xfrm>
              <a:off x="464773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70" name="pg3325">
              <a:extLst>
                <a:ext uri="{FF2B5EF4-FFF2-40B4-BE49-F238E27FC236}">
                  <a16:creationId xmlns:a16="http://schemas.microsoft.com/office/drawing/2014/main" id="{F3DFAED5-7050-4B43-3FA4-3D718FF94136}"/>
                </a:ext>
              </a:extLst>
            </p:cNvPr>
            <p:cNvSpPr/>
            <p:nvPr/>
          </p:nvSpPr>
          <p:spPr>
            <a:xfrm>
              <a:off x="4659376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71" name="pg3326">
              <a:extLst>
                <a:ext uri="{FF2B5EF4-FFF2-40B4-BE49-F238E27FC236}">
                  <a16:creationId xmlns:a16="http://schemas.microsoft.com/office/drawing/2014/main" id="{17798F38-78B7-1753-D13D-1C5B7609753D}"/>
                </a:ext>
              </a:extLst>
            </p:cNvPr>
            <p:cNvSpPr/>
            <p:nvPr/>
          </p:nvSpPr>
          <p:spPr>
            <a:xfrm>
              <a:off x="4671013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72" name="pg3327">
              <a:extLst>
                <a:ext uri="{FF2B5EF4-FFF2-40B4-BE49-F238E27FC236}">
                  <a16:creationId xmlns:a16="http://schemas.microsoft.com/office/drawing/2014/main" id="{A8F0583D-AD76-2BAF-DA5B-D588AC216C80}"/>
                </a:ext>
              </a:extLst>
            </p:cNvPr>
            <p:cNvSpPr/>
            <p:nvPr/>
          </p:nvSpPr>
          <p:spPr>
            <a:xfrm>
              <a:off x="468265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73" name="pg3328">
              <a:extLst>
                <a:ext uri="{FF2B5EF4-FFF2-40B4-BE49-F238E27FC236}">
                  <a16:creationId xmlns:a16="http://schemas.microsoft.com/office/drawing/2014/main" id="{6F0422BE-47CE-0350-B672-75F4A77E17A3}"/>
                </a:ext>
              </a:extLst>
            </p:cNvPr>
            <p:cNvSpPr/>
            <p:nvPr/>
          </p:nvSpPr>
          <p:spPr>
            <a:xfrm>
              <a:off x="286722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74" name="pg3329">
              <a:extLst>
                <a:ext uri="{FF2B5EF4-FFF2-40B4-BE49-F238E27FC236}">
                  <a16:creationId xmlns:a16="http://schemas.microsoft.com/office/drawing/2014/main" id="{B5B80275-D6FA-59EF-8D24-F9324CFD37FD}"/>
                </a:ext>
              </a:extLst>
            </p:cNvPr>
            <p:cNvSpPr/>
            <p:nvPr/>
          </p:nvSpPr>
          <p:spPr>
            <a:xfrm>
              <a:off x="2878865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75" name="pg3330">
              <a:extLst>
                <a:ext uri="{FF2B5EF4-FFF2-40B4-BE49-F238E27FC236}">
                  <a16:creationId xmlns:a16="http://schemas.microsoft.com/office/drawing/2014/main" id="{BD32A92F-87BE-E0A6-107C-12ED55A94D26}"/>
                </a:ext>
              </a:extLst>
            </p:cNvPr>
            <p:cNvSpPr/>
            <p:nvPr/>
          </p:nvSpPr>
          <p:spPr>
            <a:xfrm>
              <a:off x="289050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76" name="pg3331">
              <a:extLst>
                <a:ext uri="{FF2B5EF4-FFF2-40B4-BE49-F238E27FC236}">
                  <a16:creationId xmlns:a16="http://schemas.microsoft.com/office/drawing/2014/main" id="{8C952DD9-A003-A1DF-9607-0860DF7AAC52}"/>
                </a:ext>
              </a:extLst>
            </p:cNvPr>
            <p:cNvSpPr/>
            <p:nvPr/>
          </p:nvSpPr>
          <p:spPr>
            <a:xfrm>
              <a:off x="290213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77" name="pg3332">
              <a:extLst>
                <a:ext uri="{FF2B5EF4-FFF2-40B4-BE49-F238E27FC236}">
                  <a16:creationId xmlns:a16="http://schemas.microsoft.com/office/drawing/2014/main" id="{18A9F601-0D5A-F99C-892D-39476E318723}"/>
                </a:ext>
              </a:extLst>
            </p:cNvPr>
            <p:cNvSpPr/>
            <p:nvPr/>
          </p:nvSpPr>
          <p:spPr>
            <a:xfrm>
              <a:off x="291377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78" name="pg3333">
              <a:extLst>
                <a:ext uri="{FF2B5EF4-FFF2-40B4-BE49-F238E27FC236}">
                  <a16:creationId xmlns:a16="http://schemas.microsoft.com/office/drawing/2014/main" id="{DA4FF158-F47E-EDCF-512D-7903F366D894}"/>
                </a:ext>
              </a:extLst>
            </p:cNvPr>
            <p:cNvSpPr/>
            <p:nvPr/>
          </p:nvSpPr>
          <p:spPr>
            <a:xfrm>
              <a:off x="2925414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79" name="pg3334">
              <a:extLst>
                <a:ext uri="{FF2B5EF4-FFF2-40B4-BE49-F238E27FC236}">
                  <a16:creationId xmlns:a16="http://schemas.microsoft.com/office/drawing/2014/main" id="{8C110980-88F9-48B5-5AD7-C26D447FF120}"/>
                </a:ext>
              </a:extLst>
            </p:cNvPr>
            <p:cNvSpPr/>
            <p:nvPr/>
          </p:nvSpPr>
          <p:spPr>
            <a:xfrm>
              <a:off x="293705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80" name="pg3335">
              <a:extLst>
                <a:ext uri="{FF2B5EF4-FFF2-40B4-BE49-F238E27FC236}">
                  <a16:creationId xmlns:a16="http://schemas.microsoft.com/office/drawing/2014/main" id="{B044A97A-2346-B4E5-4706-7F406D2AA46B}"/>
                </a:ext>
              </a:extLst>
            </p:cNvPr>
            <p:cNvSpPr/>
            <p:nvPr/>
          </p:nvSpPr>
          <p:spPr>
            <a:xfrm>
              <a:off x="294868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81" name="pg3336">
              <a:extLst>
                <a:ext uri="{FF2B5EF4-FFF2-40B4-BE49-F238E27FC236}">
                  <a16:creationId xmlns:a16="http://schemas.microsoft.com/office/drawing/2014/main" id="{79CA7824-A697-A34A-0B3D-77B9AD7405C1}"/>
                </a:ext>
              </a:extLst>
            </p:cNvPr>
            <p:cNvSpPr/>
            <p:nvPr/>
          </p:nvSpPr>
          <p:spPr>
            <a:xfrm>
              <a:off x="4403355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82" name="pg3337">
              <a:extLst>
                <a:ext uri="{FF2B5EF4-FFF2-40B4-BE49-F238E27FC236}">
                  <a16:creationId xmlns:a16="http://schemas.microsoft.com/office/drawing/2014/main" id="{A87E7F6A-673E-7212-BB99-2AEAEAD605EA}"/>
                </a:ext>
              </a:extLst>
            </p:cNvPr>
            <p:cNvSpPr/>
            <p:nvPr/>
          </p:nvSpPr>
          <p:spPr>
            <a:xfrm>
              <a:off x="441499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83" name="pg3338">
              <a:extLst>
                <a:ext uri="{FF2B5EF4-FFF2-40B4-BE49-F238E27FC236}">
                  <a16:creationId xmlns:a16="http://schemas.microsoft.com/office/drawing/2014/main" id="{6A1BBDD6-37CC-F3A2-7A86-15756E12B521}"/>
                </a:ext>
              </a:extLst>
            </p:cNvPr>
            <p:cNvSpPr/>
            <p:nvPr/>
          </p:nvSpPr>
          <p:spPr>
            <a:xfrm>
              <a:off x="4426630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84" name="pg3339">
              <a:extLst>
                <a:ext uri="{FF2B5EF4-FFF2-40B4-BE49-F238E27FC236}">
                  <a16:creationId xmlns:a16="http://schemas.microsoft.com/office/drawing/2014/main" id="{F9939065-9D16-6293-1CA6-D70FC8CB83F2}"/>
                </a:ext>
              </a:extLst>
            </p:cNvPr>
            <p:cNvSpPr/>
            <p:nvPr/>
          </p:nvSpPr>
          <p:spPr>
            <a:xfrm>
              <a:off x="443826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85" name="pg3340">
              <a:extLst>
                <a:ext uri="{FF2B5EF4-FFF2-40B4-BE49-F238E27FC236}">
                  <a16:creationId xmlns:a16="http://schemas.microsoft.com/office/drawing/2014/main" id="{C8345DBF-A619-F6B1-A62C-9EE6C118FCDD}"/>
                </a:ext>
              </a:extLst>
            </p:cNvPr>
            <p:cNvSpPr/>
            <p:nvPr/>
          </p:nvSpPr>
          <p:spPr>
            <a:xfrm>
              <a:off x="4449904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86" name="pg3341">
              <a:extLst>
                <a:ext uri="{FF2B5EF4-FFF2-40B4-BE49-F238E27FC236}">
                  <a16:creationId xmlns:a16="http://schemas.microsoft.com/office/drawing/2014/main" id="{7BB05696-974C-7CFC-270F-1ECE646E0CE9}"/>
                </a:ext>
              </a:extLst>
            </p:cNvPr>
            <p:cNvSpPr/>
            <p:nvPr/>
          </p:nvSpPr>
          <p:spPr>
            <a:xfrm>
              <a:off x="446154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87" name="pg3342">
              <a:extLst>
                <a:ext uri="{FF2B5EF4-FFF2-40B4-BE49-F238E27FC236}">
                  <a16:creationId xmlns:a16="http://schemas.microsoft.com/office/drawing/2014/main" id="{58642024-F8EC-1505-9E4B-C8FE822AA38B}"/>
                </a:ext>
              </a:extLst>
            </p:cNvPr>
            <p:cNvSpPr/>
            <p:nvPr/>
          </p:nvSpPr>
          <p:spPr>
            <a:xfrm>
              <a:off x="447317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88" name="pg3343">
              <a:extLst>
                <a:ext uri="{FF2B5EF4-FFF2-40B4-BE49-F238E27FC236}">
                  <a16:creationId xmlns:a16="http://schemas.microsoft.com/office/drawing/2014/main" id="{AC93052F-9A99-8EA2-FCF6-C008BABAFE6B}"/>
                </a:ext>
              </a:extLst>
            </p:cNvPr>
            <p:cNvSpPr/>
            <p:nvPr/>
          </p:nvSpPr>
          <p:spPr>
            <a:xfrm>
              <a:off x="4484816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89" name="pg3344">
              <a:extLst>
                <a:ext uri="{FF2B5EF4-FFF2-40B4-BE49-F238E27FC236}">
                  <a16:creationId xmlns:a16="http://schemas.microsoft.com/office/drawing/2014/main" id="{C79BBCD4-AC1B-9CB5-415F-29AE4645A342}"/>
                </a:ext>
              </a:extLst>
            </p:cNvPr>
            <p:cNvSpPr/>
            <p:nvPr/>
          </p:nvSpPr>
          <p:spPr>
            <a:xfrm>
              <a:off x="463610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90" name="pg3345">
              <a:extLst>
                <a:ext uri="{FF2B5EF4-FFF2-40B4-BE49-F238E27FC236}">
                  <a16:creationId xmlns:a16="http://schemas.microsoft.com/office/drawing/2014/main" id="{2B4690D7-57BE-3CD1-EDA0-B14AD555470B}"/>
                </a:ext>
              </a:extLst>
            </p:cNvPr>
            <p:cNvSpPr/>
            <p:nvPr/>
          </p:nvSpPr>
          <p:spPr>
            <a:xfrm>
              <a:off x="464773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91" name="pg3346">
              <a:extLst>
                <a:ext uri="{FF2B5EF4-FFF2-40B4-BE49-F238E27FC236}">
                  <a16:creationId xmlns:a16="http://schemas.microsoft.com/office/drawing/2014/main" id="{0ACD3513-0FB2-2E6A-7247-76EACA68449A}"/>
                </a:ext>
              </a:extLst>
            </p:cNvPr>
            <p:cNvSpPr/>
            <p:nvPr/>
          </p:nvSpPr>
          <p:spPr>
            <a:xfrm>
              <a:off x="4659376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92" name="pg3347">
              <a:extLst>
                <a:ext uri="{FF2B5EF4-FFF2-40B4-BE49-F238E27FC236}">
                  <a16:creationId xmlns:a16="http://schemas.microsoft.com/office/drawing/2014/main" id="{BD79983F-DF93-B3C4-54B5-406BAD816E72}"/>
                </a:ext>
              </a:extLst>
            </p:cNvPr>
            <p:cNvSpPr/>
            <p:nvPr/>
          </p:nvSpPr>
          <p:spPr>
            <a:xfrm>
              <a:off x="4671013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93" name="pg3348">
              <a:extLst>
                <a:ext uri="{FF2B5EF4-FFF2-40B4-BE49-F238E27FC236}">
                  <a16:creationId xmlns:a16="http://schemas.microsoft.com/office/drawing/2014/main" id="{BAF39B8E-7E53-B5CC-F7D3-CF7715954A40}"/>
                </a:ext>
              </a:extLst>
            </p:cNvPr>
            <p:cNvSpPr/>
            <p:nvPr/>
          </p:nvSpPr>
          <p:spPr>
            <a:xfrm>
              <a:off x="468265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94" name="pg3349">
              <a:extLst>
                <a:ext uri="{FF2B5EF4-FFF2-40B4-BE49-F238E27FC236}">
                  <a16:creationId xmlns:a16="http://schemas.microsoft.com/office/drawing/2014/main" id="{BCF98B46-4951-E3E9-6FF2-261B46D186A2}"/>
                </a:ext>
              </a:extLst>
            </p:cNvPr>
            <p:cNvSpPr/>
            <p:nvPr/>
          </p:nvSpPr>
          <p:spPr>
            <a:xfrm>
              <a:off x="4694288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95" name="pg3350">
              <a:extLst>
                <a:ext uri="{FF2B5EF4-FFF2-40B4-BE49-F238E27FC236}">
                  <a16:creationId xmlns:a16="http://schemas.microsoft.com/office/drawing/2014/main" id="{64FFEADA-4EC5-2105-189D-04F30C934076}"/>
                </a:ext>
              </a:extLst>
            </p:cNvPr>
            <p:cNvSpPr/>
            <p:nvPr/>
          </p:nvSpPr>
          <p:spPr>
            <a:xfrm>
              <a:off x="2855590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96" name="pg3351">
              <a:extLst>
                <a:ext uri="{FF2B5EF4-FFF2-40B4-BE49-F238E27FC236}">
                  <a16:creationId xmlns:a16="http://schemas.microsoft.com/office/drawing/2014/main" id="{4712CE83-711D-02FC-EF62-3BCDDE81D397}"/>
                </a:ext>
              </a:extLst>
            </p:cNvPr>
            <p:cNvSpPr/>
            <p:nvPr/>
          </p:nvSpPr>
          <p:spPr>
            <a:xfrm>
              <a:off x="286722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97" name="pg3352">
              <a:extLst>
                <a:ext uri="{FF2B5EF4-FFF2-40B4-BE49-F238E27FC236}">
                  <a16:creationId xmlns:a16="http://schemas.microsoft.com/office/drawing/2014/main" id="{272A5ED5-6E18-0777-2CE5-857DE1FD0229}"/>
                </a:ext>
              </a:extLst>
            </p:cNvPr>
            <p:cNvSpPr/>
            <p:nvPr/>
          </p:nvSpPr>
          <p:spPr>
            <a:xfrm>
              <a:off x="2878865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98" name="pg3353">
              <a:extLst>
                <a:ext uri="{FF2B5EF4-FFF2-40B4-BE49-F238E27FC236}">
                  <a16:creationId xmlns:a16="http://schemas.microsoft.com/office/drawing/2014/main" id="{36BA97A3-E60E-1244-7EC1-9E27F2713F10}"/>
                </a:ext>
              </a:extLst>
            </p:cNvPr>
            <p:cNvSpPr/>
            <p:nvPr/>
          </p:nvSpPr>
          <p:spPr>
            <a:xfrm>
              <a:off x="289050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99" name="pg3354">
              <a:extLst>
                <a:ext uri="{FF2B5EF4-FFF2-40B4-BE49-F238E27FC236}">
                  <a16:creationId xmlns:a16="http://schemas.microsoft.com/office/drawing/2014/main" id="{C4154638-6D70-4FAE-1EC8-D6F00C8D3DC1}"/>
                </a:ext>
              </a:extLst>
            </p:cNvPr>
            <p:cNvSpPr/>
            <p:nvPr/>
          </p:nvSpPr>
          <p:spPr>
            <a:xfrm>
              <a:off x="290213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00" name="pg3355">
              <a:extLst>
                <a:ext uri="{FF2B5EF4-FFF2-40B4-BE49-F238E27FC236}">
                  <a16:creationId xmlns:a16="http://schemas.microsoft.com/office/drawing/2014/main" id="{8B1C2D1F-62A7-2437-7217-2EF9FCA69DF8}"/>
                </a:ext>
              </a:extLst>
            </p:cNvPr>
            <p:cNvSpPr/>
            <p:nvPr/>
          </p:nvSpPr>
          <p:spPr>
            <a:xfrm>
              <a:off x="291377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01" name="pg3356">
              <a:extLst>
                <a:ext uri="{FF2B5EF4-FFF2-40B4-BE49-F238E27FC236}">
                  <a16:creationId xmlns:a16="http://schemas.microsoft.com/office/drawing/2014/main" id="{24A5FC16-2B5F-5D9A-753D-59193D671F92}"/>
                </a:ext>
              </a:extLst>
            </p:cNvPr>
            <p:cNvSpPr/>
            <p:nvPr/>
          </p:nvSpPr>
          <p:spPr>
            <a:xfrm>
              <a:off x="2925414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02" name="pg3357">
              <a:extLst>
                <a:ext uri="{FF2B5EF4-FFF2-40B4-BE49-F238E27FC236}">
                  <a16:creationId xmlns:a16="http://schemas.microsoft.com/office/drawing/2014/main" id="{CC9A81CB-1D75-F217-EFAD-A418B05D98C1}"/>
                </a:ext>
              </a:extLst>
            </p:cNvPr>
            <p:cNvSpPr/>
            <p:nvPr/>
          </p:nvSpPr>
          <p:spPr>
            <a:xfrm>
              <a:off x="2937051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03" name="pg3358">
              <a:extLst>
                <a:ext uri="{FF2B5EF4-FFF2-40B4-BE49-F238E27FC236}">
                  <a16:creationId xmlns:a16="http://schemas.microsoft.com/office/drawing/2014/main" id="{A31EA535-CC08-6D8D-547B-3A70E84B13DE}"/>
                </a:ext>
              </a:extLst>
            </p:cNvPr>
            <p:cNvSpPr/>
            <p:nvPr/>
          </p:nvSpPr>
          <p:spPr>
            <a:xfrm>
              <a:off x="4403355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04" name="pg3359">
              <a:extLst>
                <a:ext uri="{FF2B5EF4-FFF2-40B4-BE49-F238E27FC236}">
                  <a16:creationId xmlns:a16="http://schemas.microsoft.com/office/drawing/2014/main" id="{8437EF18-470A-5A61-DA9C-7501EB7EADEA}"/>
                </a:ext>
              </a:extLst>
            </p:cNvPr>
            <p:cNvSpPr/>
            <p:nvPr/>
          </p:nvSpPr>
          <p:spPr>
            <a:xfrm>
              <a:off x="441499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05" name="pg3360">
              <a:extLst>
                <a:ext uri="{FF2B5EF4-FFF2-40B4-BE49-F238E27FC236}">
                  <a16:creationId xmlns:a16="http://schemas.microsoft.com/office/drawing/2014/main" id="{51C493A9-3F24-AA56-1392-85C5CBEE0055}"/>
                </a:ext>
              </a:extLst>
            </p:cNvPr>
            <p:cNvSpPr/>
            <p:nvPr/>
          </p:nvSpPr>
          <p:spPr>
            <a:xfrm>
              <a:off x="4426630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06" name="pg3361">
              <a:extLst>
                <a:ext uri="{FF2B5EF4-FFF2-40B4-BE49-F238E27FC236}">
                  <a16:creationId xmlns:a16="http://schemas.microsoft.com/office/drawing/2014/main" id="{EADD2F07-1865-435B-4CAA-8D91695DD846}"/>
                </a:ext>
              </a:extLst>
            </p:cNvPr>
            <p:cNvSpPr/>
            <p:nvPr/>
          </p:nvSpPr>
          <p:spPr>
            <a:xfrm>
              <a:off x="443826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07" name="pg3362">
              <a:extLst>
                <a:ext uri="{FF2B5EF4-FFF2-40B4-BE49-F238E27FC236}">
                  <a16:creationId xmlns:a16="http://schemas.microsoft.com/office/drawing/2014/main" id="{F1731151-9AB8-9DC4-5432-2434B75CAD68}"/>
                </a:ext>
              </a:extLst>
            </p:cNvPr>
            <p:cNvSpPr/>
            <p:nvPr/>
          </p:nvSpPr>
          <p:spPr>
            <a:xfrm>
              <a:off x="4449904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08" name="pg3363">
              <a:extLst>
                <a:ext uri="{FF2B5EF4-FFF2-40B4-BE49-F238E27FC236}">
                  <a16:creationId xmlns:a16="http://schemas.microsoft.com/office/drawing/2014/main" id="{55EFF897-AC09-B3BD-B28E-F6713FBE9DEA}"/>
                </a:ext>
              </a:extLst>
            </p:cNvPr>
            <p:cNvSpPr/>
            <p:nvPr/>
          </p:nvSpPr>
          <p:spPr>
            <a:xfrm>
              <a:off x="446154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09" name="pg3364">
              <a:extLst>
                <a:ext uri="{FF2B5EF4-FFF2-40B4-BE49-F238E27FC236}">
                  <a16:creationId xmlns:a16="http://schemas.microsoft.com/office/drawing/2014/main" id="{969FE72E-3658-255E-4CCB-170FF64F5B01}"/>
                </a:ext>
              </a:extLst>
            </p:cNvPr>
            <p:cNvSpPr/>
            <p:nvPr/>
          </p:nvSpPr>
          <p:spPr>
            <a:xfrm>
              <a:off x="447317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10" name="pg3365">
              <a:extLst>
                <a:ext uri="{FF2B5EF4-FFF2-40B4-BE49-F238E27FC236}">
                  <a16:creationId xmlns:a16="http://schemas.microsoft.com/office/drawing/2014/main" id="{A12C2E15-534C-BD7F-4250-EAB69BC3F2C1}"/>
                </a:ext>
              </a:extLst>
            </p:cNvPr>
            <p:cNvSpPr/>
            <p:nvPr/>
          </p:nvSpPr>
          <p:spPr>
            <a:xfrm>
              <a:off x="4484816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11" name="pg3366">
              <a:extLst>
                <a:ext uri="{FF2B5EF4-FFF2-40B4-BE49-F238E27FC236}">
                  <a16:creationId xmlns:a16="http://schemas.microsoft.com/office/drawing/2014/main" id="{4C1A9067-8F8B-224A-6482-70242F1EF585}"/>
                </a:ext>
              </a:extLst>
            </p:cNvPr>
            <p:cNvSpPr/>
            <p:nvPr/>
          </p:nvSpPr>
          <p:spPr>
            <a:xfrm>
              <a:off x="464773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12" name="pg3367">
              <a:extLst>
                <a:ext uri="{FF2B5EF4-FFF2-40B4-BE49-F238E27FC236}">
                  <a16:creationId xmlns:a16="http://schemas.microsoft.com/office/drawing/2014/main" id="{6D5BA285-2C32-0739-2137-493B3E9C419A}"/>
                </a:ext>
              </a:extLst>
            </p:cNvPr>
            <p:cNvSpPr/>
            <p:nvPr/>
          </p:nvSpPr>
          <p:spPr>
            <a:xfrm>
              <a:off x="4659376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13" name="pg3368">
              <a:extLst>
                <a:ext uri="{FF2B5EF4-FFF2-40B4-BE49-F238E27FC236}">
                  <a16:creationId xmlns:a16="http://schemas.microsoft.com/office/drawing/2014/main" id="{89841A50-7744-B13F-F727-5C61630754D4}"/>
                </a:ext>
              </a:extLst>
            </p:cNvPr>
            <p:cNvSpPr/>
            <p:nvPr/>
          </p:nvSpPr>
          <p:spPr>
            <a:xfrm>
              <a:off x="4671013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14" name="pg3369">
              <a:extLst>
                <a:ext uri="{FF2B5EF4-FFF2-40B4-BE49-F238E27FC236}">
                  <a16:creationId xmlns:a16="http://schemas.microsoft.com/office/drawing/2014/main" id="{D08B5530-F2A7-FFF7-D3B5-9207AEAA85EF}"/>
                </a:ext>
              </a:extLst>
            </p:cNvPr>
            <p:cNvSpPr/>
            <p:nvPr/>
          </p:nvSpPr>
          <p:spPr>
            <a:xfrm>
              <a:off x="4682651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15" name="pg3370">
              <a:extLst>
                <a:ext uri="{FF2B5EF4-FFF2-40B4-BE49-F238E27FC236}">
                  <a16:creationId xmlns:a16="http://schemas.microsoft.com/office/drawing/2014/main" id="{B03B6257-DCB7-63F2-9CD0-8B196F908DA3}"/>
                </a:ext>
              </a:extLst>
            </p:cNvPr>
            <p:cNvSpPr/>
            <p:nvPr/>
          </p:nvSpPr>
          <p:spPr>
            <a:xfrm>
              <a:off x="4694288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16" name="pg3371">
              <a:extLst>
                <a:ext uri="{FF2B5EF4-FFF2-40B4-BE49-F238E27FC236}">
                  <a16:creationId xmlns:a16="http://schemas.microsoft.com/office/drawing/2014/main" id="{C1E21C0D-1582-30D6-2937-43B7DB5EB018}"/>
                </a:ext>
              </a:extLst>
            </p:cNvPr>
            <p:cNvSpPr/>
            <p:nvPr/>
          </p:nvSpPr>
          <p:spPr>
            <a:xfrm>
              <a:off x="2855590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17" name="pg3372">
              <a:extLst>
                <a:ext uri="{FF2B5EF4-FFF2-40B4-BE49-F238E27FC236}">
                  <a16:creationId xmlns:a16="http://schemas.microsoft.com/office/drawing/2014/main" id="{2683E44F-AB42-108F-1D9D-EBF61434389A}"/>
                </a:ext>
              </a:extLst>
            </p:cNvPr>
            <p:cNvSpPr/>
            <p:nvPr/>
          </p:nvSpPr>
          <p:spPr>
            <a:xfrm>
              <a:off x="286722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18" name="pg3373">
              <a:extLst>
                <a:ext uri="{FF2B5EF4-FFF2-40B4-BE49-F238E27FC236}">
                  <a16:creationId xmlns:a16="http://schemas.microsoft.com/office/drawing/2014/main" id="{AB71EFB9-A691-4DB3-B3C5-B6945253B475}"/>
                </a:ext>
              </a:extLst>
            </p:cNvPr>
            <p:cNvSpPr/>
            <p:nvPr/>
          </p:nvSpPr>
          <p:spPr>
            <a:xfrm>
              <a:off x="2878865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19" name="pg3374">
              <a:extLst>
                <a:ext uri="{FF2B5EF4-FFF2-40B4-BE49-F238E27FC236}">
                  <a16:creationId xmlns:a16="http://schemas.microsoft.com/office/drawing/2014/main" id="{3B8AC4BE-0F18-0A5B-78D8-B68CC746E4DE}"/>
                </a:ext>
              </a:extLst>
            </p:cNvPr>
            <p:cNvSpPr/>
            <p:nvPr/>
          </p:nvSpPr>
          <p:spPr>
            <a:xfrm>
              <a:off x="289050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20" name="pg3375">
              <a:extLst>
                <a:ext uri="{FF2B5EF4-FFF2-40B4-BE49-F238E27FC236}">
                  <a16:creationId xmlns:a16="http://schemas.microsoft.com/office/drawing/2014/main" id="{EFAD4EAE-AE91-DEED-2A48-38F9C401CE29}"/>
                </a:ext>
              </a:extLst>
            </p:cNvPr>
            <p:cNvSpPr/>
            <p:nvPr/>
          </p:nvSpPr>
          <p:spPr>
            <a:xfrm>
              <a:off x="290213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21" name="pg3376">
              <a:extLst>
                <a:ext uri="{FF2B5EF4-FFF2-40B4-BE49-F238E27FC236}">
                  <a16:creationId xmlns:a16="http://schemas.microsoft.com/office/drawing/2014/main" id="{F174C427-947B-02B5-E288-256915F587DE}"/>
                </a:ext>
              </a:extLst>
            </p:cNvPr>
            <p:cNvSpPr/>
            <p:nvPr/>
          </p:nvSpPr>
          <p:spPr>
            <a:xfrm>
              <a:off x="291377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22" name="pg3377">
              <a:extLst>
                <a:ext uri="{FF2B5EF4-FFF2-40B4-BE49-F238E27FC236}">
                  <a16:creationId xmlns:a16="http://schemas.microsoft.com/office/drawing/2014/main" id="{DA413E57-693C-5997-9B66-D864B3AC51AB}"/>
                </a:ext>
              </a:extLst>
            </p:cNvPr>
            <p:cNvSpPr/>
            <p:nvPr/>
          </p:nvSpPr>
          <p:spPr>
            <a:xfrm>
              <a:off x="2925414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23" name="pg3378">
              <a:extLst>
                <a:ext uri="{FF2B5EF4-FFF2-40B4-BE49-F238E27FC236}">
                  <a16:creationId xmlns:a16="http://schemas.microsoft.com/office/drawing/2014/main" id="{838015EF-B56F-AE19-725C-94C026273177}"/>
                </a:ext>
              </a:extLst>
            </p:cNvPr>
            <p:cNvSpPr/>
            <p:nvPr/>
          </p:nvSpPr>
          <p:spPr>
            <a:xfrm>
              <a:off x="4403355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24" name="pg3379">
              <a:extLst>
                <a:ext uri="{FF2B5EF4-FFF2-40B4-BE49-F238E27FC236}">
                  <a16:creationId xmlns:a16="http://schemas.microsoft.com/office/drawing/2014/main" id="{DB178C37-8C60-EF43-0B05-50C1A70C4440}"/>
                </a:ext>
              </a:extLst>
            </p:cNvPr>
            <p:cNvSpPr/>
            <p:nvPr/>
          </p:nvSpPr>
          <p:spPr>
            <a:xfrm>
              <a:off x="441499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25" name="pg3380">
              <a:extLst>
                <a:ext uri="{FF2B5EF4-FFF2-40B4-BE49-F238E27FC236}">
                  <a16:creationId xmlns:a16="http://schemas.microsoft.com/office/drawing/2014/main" id="{898AEF3C-A0A7-C53A-5172-B722659CDFEA}"/>
                </a:ext>
              </a:extLst>
            </p:cNvPr>
            <p:cNvSpPr/>
            <p:nvPr/>
          </p:nvSpPr>
          <p:spPr>
            <a:xfrm>
              <a:off x="4426630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26" name="pg3381">
              <a:extLst>
                <a:ext uri="{FF2B5EF4-FFF2-40B4-BE49-F238E27FC236}">
                  <a16:creationId xmlns:a16="http://schemas.microsoft.com/office/drawing/2014/main" id="{54C66562-559C-13AF-08E9-7DC6B31CC113}"/>
                </a:ext>
              </a:extLst>
            </p:cNvPr>
            <p:cNvSpPr/>
            <p:nvPr/>
          </p:nvSpPr>
          <p:spPr>
            <a:xfrm>
              <a:off x="443826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27" name="pg3382">
              <a:extLst>
                <a:ext uri="{FF2B5EF4-FFF2-40B4-BE49-F238E27FC236}">
                  <a16:creationId xmlns:a16="http://schemas.microsoft.com/office/drawing/2014/main" id="{F227BDD4-30E2-46C9-1A6C-B5031E79BA66}"/>
                </a:ext>
              </a:extLst>
            </p:cNvPr>
            <p:cNvSpPr/>
            <p:nvPr/>
          </p:nvSpPr>
          <p:spPr>
            <a:xfrm>
              <a:off x="4449904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28" name="pg3383">
              <a:extLst>
                <a:ext uri="{FF2B5EF4-FFF2-40B4-BE49-F238E27FC236}">
                  <a16:creationId xmlns:a16="http://schemas.microsoft.com/office/drawing/2014/main" id="{64CCBD5A-8C3D-5E9D-8207-A43DFEAFDE81}"/>
                </a:ext>
              </a:extLst>
            </p:cNvPr>
            <p:cNvSpPr/>
            <p:nvPr/>
          </p:nvSpPr>
          <p:spPr>
            <a:xfrm>
              <a:off x="446154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29" name="pg3384">
              <a:extLst>
                <a:ext uri="{FF2B5EF4-FFF2-40B4-BE49-F238E27FC236}">
                  <a16:creationId xmlns:a16="http://schemas.microsoft.com/office/drawing/2014/main" id="{62EC057D-46FF-24DB-BD3A-3C6F031ACDBE}"/>
                </a:ext>
              </a:extLst>
            </p:cNvPr>
            <p:cNvSpPr/>
            <p:nvPr/>
          </p:nvSpPr>
          <p:spPr>
            <a:xfrm>
              <a:off x="447317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30" name="pg3385">
              <a:extLst>
                <a:ext uri="{FF2B5EF4-FFF2-40B4-BE49-F238E27FC236}">
                  <a16:creationId xmlns:a16="http://schemas.microsoft.com/office/drawing/2014/main" id="{97CF743E-B5C9-E136-294F-2A46134A7B9D}"/>
                </a:ext>
              </a:extLst>
            </p:cNvPr>
            <p:cNvSpPr/>
            <p:nvPr/>
          </p:nvSpPr>
          <p:spPr>
            <a:xfrm>
              <a:off x="4484816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31" name="pg3386">
              <a:extLst>
                <a:ext uri="{FF2B5EF4-FFF2-40B4-BE49-F238E27FC236}">
                  <a16:creationId xmlns:a16="http://schemas.microsoft.com/office/drawing/2014/main" id="{4021302F-33B8-35D2-D7DE-B98287BB081A}"/>
                </a:ext>
              </a:extLst>
            </p:cNvPr>
            <p:cNvSpPr/>
            <p:nvPr/>
          </p:nvSpPr>
          <p:spPr>
            <a:xfrm>
              <a:off x="464773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32" name="pg3387">
              <a:extLst>
                <a:ext uri="{FF2B5EF4-FFF2-40B4-BE49-F238E27FC236}">
                  <a16:creationId xmlns:a16="http://schemas.microsoft.com/office/drawing/2014/main" id="{2D26E9AC-E3EC-CFD8-F2EC-26D1ACFA989D}"/>
                </a:ext>
              </a:extLst>
            </p:cNvPr>
            <p:cNvSpPr/>
            <p:nvPr/>
          </p:nvSpPr>
          <p:spPr>
            <a:xfrm>
              <a:off x="4659376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33" name="pg3388">
              <a:extLst>
                <a:ext uri="{FF2B5EF4-FFF2-40B4-BE49-F238E27FC236}">
                  <a16:creationId xmlns:a16="http://schemas.microsoft.com/office/drawing/2014/main" id="{C2B95898-AB4A-2CF0-2203-BA214F11CE35}"/>
                </a:ext>
              </a:extLst>
            </p:cNvPr>
            <p:cNvSpPr/>
            <p:nvPr/>
          </p:nvSpPr>
          <p:spPr>
            <a:xfrm>
              <a:off x="4671013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34" name="pg3389">
              <a:extLst>
                <a:ext uri="{FF2B5EF4-FFF2-40B4-BE49-F238E27FC236}">
                  <a16:creationId xmlns:a16="http://schemas.microsoft.com/office/drawing/2014/main" id="{40A879DB-EFA6-01EE-1A04-4C29764B23C1}"/>
                </a:ext>
              </a:extLst>
            </p:cNvPr>
            <p:cNvSpPr/>
            <p:nvPr/>
          </p:nvSpPr>
          <p:spPr>
            <a:xfrm>
              <a:off x="4682651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35" name="pg3390">
              <a:extLst>
                <a:ext uri="{FF2B5EF4-FFF2-40B4-BE49-F238E27FC236}">
                  <a16:creationId xmlns:a16="http://schemas.microsoft.com/office/drawing/2014/main" id="{D8107090-7A75-D62B-516A-D51B0384773A}"/>
                </a:ext>
              </a:extLst>
            </p:cNvPr>
            <p:cNvSpPr/>
            <p:nvPr/>
          </p:nvSpPr>
          <p:spPr>
            <a:xfrm>
              <a:off x="4694288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36" name="pg3391">
              <a:extLst>
                <a:ext uri="{FF2B5EF4-FFF2-40B4-BE49-F238E27FC236}">
                  <a16:creationId xmlns:a16="http://schemas.microsoft.com/office/drawing/2014/main" id="{68727D0E-6867-4687-B1F1-A30CF8ADEB4C}"/>
                </a:ext>
              </a:extLst>
            </p:cNvPr>
            <p:cNvSpPr/>
            <p:nvPr/>
          </p:nvSpPr>
          <p:spPr>
            <a:xfrm>
              <a:off x="283231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37" name="pg3392">
              <a:extLst>
                <a:ext uri="{FF2B5EF4-FFF2-40B4-BE49-F238E27FC236}">
                  <a16:creationId xmlns:a16="http://schemas.microsoft.com/office/drawing/2014/main" id="{AC8B8013-B907-6708-4162-119101DFC624}"/>
                </a:ext>
              </a:extLst>
            </p:cNvPr>
            <p:cNvSpPr/>
            <p:nvPr/>
          </p:nvSpPr>
          <p:spPr>
            <a:xfrm>
              <a:off x="2843953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38" name="pg3393">
              <a:extLst>
                <a:ext uri="{FF2B5EF4-FFF2-40B4-BE49-F238E27FC236}">
                  <a16:creationId xmlns:a16="http://schemas.microsoft.com/office/drawing/2014/main" id="{AEBBABF2-621D-E71E-F31B-23F5E511FE57}"/>
                </a:ext>
              </a:extLst>
            </p:cNvPr>
            <p:cNvSpPr/>
            <p:nvPr/>
          </p:nvSpPr>
          <p:spPr>
            <a:xfrm>
              <a:off x="286722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39" name="pg3394">
              <a:extLst>
                <a:ext uri="{FF2B5EF4-FFF2-40B4-BE49-F238E27FC236}">
                  <a16:creationId xmlns:a16="http://schemas.microsoft.com/office/drawing/2014/main" id="{CD8F2879-3417-12EB-1552-83E28E675A53}"/>
                </a:ext>
              </a:extLst>
            </p:cNvPr>
            <p:cNvSpPr/>
            <p:nvPr/>
          </p:nvSpPr>
          <p:spPr>
            <a:xfrm>
              <a:off x="287886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40" name="pg3395">
              <a:extLst>
                <a:ext uri="{FF2B5EF4-FFF2-40B4-BE49-F238E27FC236}">
                  <a16:creationId xmlns:a16="http://schemas.microsoft.com/office/drawing/2014/main" id="{566F8EB9-11C7-B128-6BC9-DF97B5439386}"/>
                </a:ext>
              </a:extLst>
            </p:cNvPr>
            <p:cNvSpPr/>
            <p:nvPr/>
          </p:nvSpPr>
          <p:spPr>
            <a:xfrm>
              <a:off x="289050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41" name="pg3396">
              <a:extLst>
                <a:ext uri="{FF2B5EF4-FFF2-40B4-BE49-F238E27FC236}">
                  <a16:creationId xmlns:a16="http://schemas.microsoft.com/office/drawing/2014/main" id="{468AD88F-13DB-AF9D-1D21-F665156088AB}"/>
                </a:ext>
              </a:extLst>
            </p:cNvPr>
            <p:cNvSpPr/>
            <p:nvPr/>
          </p:nvSpPr>
          <p:spPr>
            <a:xfrm>
              <a:off x="290213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42" name="pg3397">
              <a:extLst>
                <a:ext uri="{FF2B5EF4-FFF2-40B4-BE49-F238E27FC236}">
                  <a16:creationId xmlns:a16="http://schemas.microsoft.com/office/drawing/2014/main" id="{7E5C5929-C6C6-D3B1-B40D-CA2476AAADD1}"/>
                </a:ext>
              </a:extLst>
            </p:cNvPr>
            <p:cNvSpPr/>
            <p:nvPr/>
          </p:nvSpPr>
          <p:spPr>
            <a:xfrm>
              <a:off x="291377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43" name="pg3398">
              <a:extLst>
                <a:ext uri="{FF2B5EF4-FFF2-40B4-BE49-F238E27FC236}">
                  <a16:creationId xmlns:a16="http://schemas.microsoft.com/office/drawing/2014/main" id="{DA8CB633-14B5-6F6F-041F-5B871A42B9C5}"/>
                </a:ext>
              </a:extLst>
            </p:cNvPr>
            <p:cNvSpPr/>
            <p:nvPr/>
          </p:nvSpPr>
          <p:spPr>
            <a:xfrm>
              <a:off x="440335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44" name="pg3399">
              <a:extLst>
                <a:ext uri="{FF2B5EF4-FFF2-40B4-BE49-F238E27FC236}">
                  <a16:creationId xmlns:a16="http://schemas.microsoft.com/office/drawing/2014/main" id="{6B3429D4-7A89-10B7-739C-ED378BF1A67D}"/>
                </a:ext>
              </a:extLst>
            </p:cNvPr>
            <p:cNvSpPr/>
            <p:nvPr/>
          </p:nvSpPr>
          <p:spPr>
            <a:xfrm>
              <a:off x="441499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45" name="pg3400">
              <a:extLst>
                <a:ext uri="{FF2B5EF4-FFF2-40B4-BE49-F238E27FC236}">
                  <a16:creationId xmlns:a16="http://schemas.microsoft.com/office/drawing/2014/main" id="{7880419F-E781-B463-4AE5-DCB91D11768D}"/>
                </a:ext>
              </a:extLst>
            </p:cNvPr>
            <p:cNvSpPr/>
            <p:nvPr/>
          </p:nvSpPr>
          <p:spPr>
            <a:xfrm>
              <a:off x="4426630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46" name="pg3401">
              <a:extLst>
                <a:ext uri="{FF2B5EF4-FFF2-40B4-BE49-F238E27FC236}">
                  <a16:creationId xmlns:a16="http://schemas.microsoft.com/office/drawing/2014/main" id="{B03E87F2-6034-5AB7-BA87-8AB019434CB1}"/>
                </a:ext>
              </a:extLst>
            </p:cNvPr>
            <p:cNvSpPr/>
            <p:nvPr/>
          </p:nvSpPr>
          <p:spPr>
            <a:xfrm>
              <a:off x="443826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47" name="pg3402">
              <a:extLst>
                <a:ext uri="{FF2B5EF4-FFF2-40B4-BE49-F238E27FC236}">
                  <a16:creationId xmlns:a16="http://schemas.microsoft.com/office/drawing/2014/main" id="{2A444DC4-90D2-6C79-E22F-3822A4295D3D}"/>
                </a:ext>
              </a:extLst>
            </p:cNvPr>
            <p:cNvSpPr/>
            <p:nvPr/>
          </p:nvSpPr>
          <p:spPr>
            <a:xfrm>
              <a:off x="4449904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48" name="pg3403">
              <a:extLst>
                <a:ext uri="{FF2B5EF4-FFF2-40B4-BE49-F238E27FC236}">
                  <a16:creationId xmlns:a16="http://schemas.microsoft.com/office/drawing/2014/main" id="{076D8DBC-DDC9-0F4E-7EE2-FA6E44ADEA42}"/>
                </a:ext>
              </a:extLst>
            </p:cNvPr>
            <p:cNvSpPr/>
            <p:nvPr/>
          </p:nvSpPr>
          <p:spPr>
            <a:xfrm>
              <a:off x="446154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49" name="pg3404">
              <a:extLst>
                <a:ext uri="{FF2B5EF4-FFF2-40B4-BE49-F238E27FC236}">
                  <a16:creationId xmlns:a16="http://schemas.microsoft.com/office/drawing/2014/main" id="{75B8313E-F8EC-5CA6-3254-FF149302EF72}"/>
                </a:ext>
              </a:extLst>
            </p:cNvPr>
            <p:cNvSpPr/>
            <p:nvPr/>
          </p:nvSpPr>
          <p:spPr>
            <a:xfrm>
              <a:off x="447317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50" name="pg3405">
              <a:extLst>
                <a:ext uri="{FF2B5EF4-FFF2-40B4-BE49-F238E27FC236}">
                  <a16:creationId xmlns:a16="http://schemas.microsoft.com/office/drawing/2014/main" id="{602A64B0-03B4-51B5-989A-E2EC9C585F0A}"/>
                </a:ext>
              </a:extLst>
            </p:cNvPr>
            <p:cNvSpPr/>
            <p:nvPr/>
          </p:nvSpPr>
          <p:spPr>
            <a:xfrm>
              <a:off x="4484816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51" name="pg3406">
              <a:extLst>
                <a:ext uri="{FF2B5EF4-FFF2-40B4-BE49-F238E27FC236}">
                  <a16:creationId xmlns:a16="http://schemas.microsoft.com/office/drawing/2014/main" id="{EFEA8D72-E954-5ECD-582C-9602A2A3E906}"/>
                </a:ext>
              </a:extLst>
            </p:cNvPr>
            <p:cNvSpPr/>
            <p:nvPr/>
          </p:nvSpPr>
          <p:spPr>
            <a:xfrm>
              <a:off x="464773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52" name="pg3407">
              <a:extLst>
                <a:ext uri="{FF2B5EF4-FFF2-40B4-BE49-F238E27FC236}">
                  <a16:creationId xmlns:a16="http://schemas.microsoft.com/office/drawing/2014/main" id="{B8A9F615-8520-7331-93C5-13795345FB56}"/>
                </a:ext>
              </a:extLst>
            </p:cNvPr>
            <p:cNvSpPr/>
            <p:nvPr/>
          </p:nvSpPr>
          <p:spPr>
            <a:xfrm>
              <a:off x="4659376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53" name="pg3408">
              <a:extLst>
                <a:ext uri="{FF2B5EF4-FFF2-40B4-BE49-F238E27FC236}">
                  <a16:creationId xmlns:a16="http://schemas.microsoft.com/office/drawing/2014/main" id="{179C2280-F3CD-F7EF-1868-7DDD6AE54226}"/>
                </a:ext>
              </a:extLst>
            </p:cNvPr>
            <p:cNvSpPr/>
            <p:nvPr/>
          </p:nvSpPr>
          <p:spPr>
            <a:xfrm>
              <a:off x="4671013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54" name="pg3409">
              <a:extLst>
                <a:ext uri="{FF2B5EF4-FFF2-40B4-BE49-F238E27FC236}">
                  <a16:creationId xmlns:a16="http://schemas.microsoft.com/office/drawing/2014/main" id="{55B20C73-9E39-22F1-EB0D-3C5264112177}"/>
                </a:ext>
              </a:extLst>
            </p:cNvPr>
            <p:cNvSpPr/>
            <p:nvPr/>
          </p:nvSpPr>
          <p:spPr>
            <a:xfrm>
              <a:off x="4682651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55" name="pg3410">
              <a:extLst>
                <a:ext uri="{FF2B5EF4-FFF2-40B4-BE49-F238E27FC236}">
                  <a16:creationId xmlns:a16="http://schemas.microsoft.com/office/drawing/2014/main" id="{94892A8F-6EDB-37E1-9D21-2277FDF7370C}"/>
                </a:ext>
              </a:extLst>
            </p:cNvPr>
            <p:cNvSpPr/>
            <p:nvPr/>
          </p:nvSpPr>
          <p:spPr>
            <a:xfrm>
              <a:off x="4694288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56" name="pg3411">
              <a:extLst>
                <a:ext uri="{FF2B5EF4-FFF2-40B4-BE49-F238E27FC236}">
                  <a16:creationId xmlns:a16="http://schemas.microsoft.com/office/drawing/2014/main" id="{1E8459F6-F7A3-BC31-0C02-550B597E6FED}"/>
                </a:ext>
              </a:extLst>
            </p:cNvPr>
            <p:cNvSpPr/>
            <p:nvPr/>
          </p:nvSpPr>
          <p:spPr>
            <a:xfrm>
              <a:off x="2820678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57" name="pg3412">
              <a:extLst>
                <a:ext uri="{FF2B5EF4-FFF2-40B4-BE49-F238E27FC236}">
                  <a16:creationId xmlns:a16="http://schemas.microsoft.com/office/drawing/2014/main" id="{2F27176E-4E79-A08C-5F86-DA3BAAAAA102}"/>
                </a:ext>
              </a:extLst>
            </p:cNvPr>
            <p:cNvSpPr/>
            <p:nvPr/>
          </p:nvSpPr>
          <p:spPr>
            <a:xfrm>
              <a:off x="283231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58" name="pg3413">
              <a:extLst>
                <a:ext uri="{FF2B5EF4-FFF2-40B4-BE49-F238E27FC236}">
                  <a16:creationId xmlns:a16="http://schemas.microsoft.com/office/drawing/2014/main" id="{5B6E6192-91DD-A4ED-E7CD-0F99242AC9D8}"/>
                </a:ext>
              </a:extLst>
            </p:cNvPr>
            <p:cNvSpPr/>
            <p:nvPr/>
          </p:nvSpPr>
          <p:spPr>
            <a:xfrm>
              <a:off x="2843953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59" name="pg3414">
              <a:extLst>
                <a:ext uri="{FF2B5EF4-FFF2-40B4-BE49-F238E27FC236}">
                  <a16:creationId xmlns:a16="http://schemas.microsoft.com/office/drawing/2014/main" id="{01794C53-4C67-1375-FE4D-B5FB7E31D93E}"/>
                </a:ext>
              </a:extLst>
            </p:cNvPr>
            <p:cNvSpPr/>
            <p:nvPr/>
          </p:nvSpPr>
          <p:spPr>
            <a:xfrm>
              <a:off x="2855590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60" name="pg3415">
              <a:extLst>
                <a:ext uri="{FF2B5EF4-FFF2-40B4-BE49-F238E27FC236}">
                  <a16:creationId xmlns:a16="http://schemas.microsoft.com/office/drawing/2014/main" id="{BAB5136B-8A08-A2A9-0DFB-CF19433F606A}"/>
                </a:ext>
              </a:extLst>
            </p:cNvPr>
            <p:cNvSpPr/>
            <p:nvPr/>
          </p:nvSpPr>
          <p:spPr>
            <a:xfrm>
              <a:off x="286722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61" name="pg3416">
              <a:extLst>
                <a:ext uri="{FF2B5EF4-FFF2-40B4-BE49-F238E27FC236}">
                  <a16:creationId xmlns:a16="http://schemas.microsoft.com/office/drawing/2014/main" id="{A309EBD8-5A8E-E9C4-9793-067283C5C5AF}"/>
                </a:ext>
              </a:extLst>
            </p:cNvPr>
            <p:cNvSpPr/>
            <p:nvPr/>
          </p:nvSpPr>
          <p:spPr>
            <a:xfrm>
              <a:off x="287886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62" name="pg3417">
              <a:extLst>
                <a:ext uri="{FF2B5EF4-FFF2-40B4-BE49-F238E27FC236}">
                  <a16:creationId xmlns:a16="http://schemas.microsoft.com/office/drawing/2014/main" id="{E1A4E571-0DDD-3B19-53C9-D1FEA75E7852}"/>
                </a:ext>
              </a:extLst>
            </p:cNvPr>
            <p:cNvSpPr/>
            <p:nvPr/>
          </p:nvSpPr>
          <p:spPr>
            <a:xfrm>
              <a:off x="289050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63" name="pg3418">
              <a:extLst>
                <a:ext uri="{FF2B5EF4-FFF2-40B4-BE49-F238E27FC236}">
                  <a16:creationId xmlns:a16="http://schemas.microsoft.com/office/drawing/2014/main" id="{D0E5A0AE-29F9-7A7C-93FC-B80C67E59032}"/>
                </a:ext>
              </a:extLst>
            </p:cNvPr>
            <p:cNvSpPr/>
            <p:nvPr/>
          </p:nvSpPr>
          <p:spPr>
            <a:xfrm>
              <a:off x="2902139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64" name="pg3419">
              <a:extLst>
                <a:ext uri="{FF2B5EF4-FFF2-40B4-BE49-F238E27FC236}">
                  <a16:creationId xmlns:a16="http://schemas.microsoft.com/office/drawing/2014/main" id="{02A89977-9E6D-6149-0307-6499EEAFE546}"/>
                </a:ext>
              </a:extLst>
            </p:cNvPr>
            <p:cNvSpPr/>
            <p:nvPr/>
          </p:nvSpPr>
          <p:spPr>
            <a:xfrm>
              <a:off x="291377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65" name="pg3420">
              <a:extLst>
                <a:ext uri="{FF2B5EF4-FFF2-40B4-BE49-F238E27FC236}">
                  <a16:creationId xmlns:a16="http://schemas.microsoft.com/office/drawing/2014/main" id="{D6F8D032-07DB-D8D1-7ED7-FBAF0D3FE292}"/>
                </a:ext>
              </a:extLst>
            </p:cNvPr>
            <p:cNvSpPr/>
            <p:nvPr/>
          </p:nvSpPr>
          <p:spPr>
            <a:xfrm>
              <a:off x="441499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66" name="pg3421">
              <a:extLst>
                <a:ext uri="{FF2B5EF4-FFF2-40B4-BE49-F238E27FC236}">
                  <a16:creationId xmlns:a16="http://schemas.microsoft.com/office/drawing/2014/main" id="{B25B45E2-E290-34F4-F7C6-A57AC3070C4D}"/>
                </a:ext>
              </a:extLst>
            </p:cNvPr>
            <p:cNvSpPr/>
            <p:nvPr/>
          </p:nvSpPr>
          <p:spPr>
            <a:xfrm>
              <a:off x="4426630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67" name="pg3422">
              <a:extLst>
                <a:ext uri="{FF2B5EF4-FFF2-40B4-BE49-F238E27FC236}">
                  <a16:creationId xmlns:a16="http://schemas.microsoft.com/office/drawing/2014/main" id="{59416B85-A4D9-2973-0CFE-CB466320A803}"/>
                </a:ext>
              </a:extLst>
            </p:cNvPr>
            <p:cNvSpPr/>
            <p:nvPr/>
          </p:nvSpPr>
          <p:spPr>
            <a:xfrm>
              <a:off x="443826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68" name="pg3423">
              <a:extLst>
                <a:ext uri="{FF2B5EF4-FFF2-40B4-BE49-F238E27FC236}">
                  <a16:creationId xmlns:a16="http://schemas.microsoft.com/office/drawing/2014/main" id="{6A16DCD2-6D07-726F-4475-EE9245F56DCD}"/>
                </a:ext>
              </a:extLst>
            </p:cNvPr>
            <p:cNvSpPr/>
            <p:nvPr/>
          </p:nvSpPr>
          <p:spPr>
            <a:xfrm>
              <a:off x="4449904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69" name="pg3424">
              <a:extLst>
                <a:ext uri="{FF2B5EF4-FFF2-40B4-BE49-F238E27FC236}">
                  <a16:creationId xmlns:a16="http://schemas.microsoft.com/office/drawing/2014/main" id="{0627A009-13CD-14FC-6648-5E5CEC68F3E5}"/>
                </a:ext>
              </a:extLst>
            </p:cNvPr>
            <p:cNvSpPr/>
            <p:nvPr/>
          </p:nvSpPr>
          <p:spPr>
            <a:xfrm>
              <a:off x="446154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70" name="pg3425">
              <a:extLst>
                <a:ext uri="{FF2B5EF4-FFF2-40B4-BE49-F238E27FC236}">
                  <a16:creationId xmlns:a16="http://schemas.microsoft.com/office/drawing/2014/main" id="{553F16AD-397A-912F-7628-61A09FD3103F}"/>
                </a:ext>
              </a:extLst>
            </p:cNvPr>
            <p:cNvSpPr/>
            <p:nvPr/>
          </p:nvSpPr>
          <p:spPr>
            <a:xfrm>
              <a:off x="4473179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71" name="pg3426">
              <a:extLst>
                <a:ext uri="{FF2B5EF4-FFF2-40B4-BE49-F238E27FC236}">
                  <a16:creationId xmlns:a16="http://schemas.microsoft.com/office/drawing/2014/main" id="{F643390F-F7FB-A730-ABA0-E87B46120D1E}"/>
                </a:ext>
              </a:extLst>
            </p:cNvPr>
            <p:cNvSpPr/>
            <p:nvPr/>
          </p:nvSpPr>
          <p:spPr>
            <a:xfrm>
              <a:off x="4659376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72" name="pg3427">
              <a:extLst>
                <a:ext uri="{FF2B5EF4-FFF2-40B4-BE49-F238E27FC236}">
                  <a16:creationId xmlns:a16="http://schemas.microsoft.com/office/drawing/2014/main" id="{F6601583-8497-C729-9E70-01FCE40268FB}"/>
                </a:ext>
              </a:extLst>
            </p:cNvPr>
            <p:cNvSpPr/>
            <p:nvPr/>
          </p:nvSpPr>
          <p:spPr>
            <a:xfrm>
              <a:off x="4671013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73" name="pg3428">
              <a:extLst>
                <a:ext uri="{FF2B5EF4-FFF2-40B4-BE49-F238E27FC236}">
                  <a16:creationId xmlns:a16="http://schemas.microsoft.com/office/drawing/2014/main" id="{2017D769-C506-1F77-4D9A-CF97328A2216}"/>
                </a:ext>
              </a:extLst>
            </p:cNvPr>
            <p:cNvSpPr/>
            <p:nvPr/>
          </p:nvSpPr>
          <p:spPr>
            <a:xfrm>
              <a:off x="4682651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74" name="pg3429">
              <a:extLst>
                <a:ext uri="{FF2B5EF4-FFF2-40B4-BE49-F238E27FC236}">
                  <a16:creationId xmlns:a16="http://schemas.microsoft.com/office/drawing/2014/main" id="{F1A0D6C9-5DA5-C0B0-CF35-2B7C46D73880}"/>
                </a:ext>
              </a:extLst>
            </p:cNvPr>
            <p:cNvSpPr/>
            <p:nvPr/>
          </p:nvSpPr>
          <p:spPr>
            <a:xfrm>
              <a:off x="4694288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75" name="pg3430">
              <a:extLst>
                <a:ext uri="{FF2B5EF4-FFF2-40B4-BE49-F238E27FC236}">
                  <a16:creationId xmlns:a16="http://schemas.microsoft.com/office/drawing/2014/main" id="{94880FD7-1E16-FD4D-25FA-2EB9DA228FBD}"/>
                </a:ext>
              </a:extLst>
            </p:cNvPr>
            <p:cNvSpPr/>
            <p:nvPr/>
          </p:nvSpPr>
          <p:spPr>
            <a:xfrm>
              <a:off x="470592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76" name="pg3431">
              <a:extLst>
                <a:ext uri="{FF2B5EF4-FFF2-40B4-BE49-F238E27FC236}">
                  <a16:creationId xmlns:a16="http://schemas.microsoft.com/office/drawing/2014/main" id="{6BB8DDFD-EAAE-5E7B-2CA3-85E095A3F7C4}"/>
                </a:ext>
              </a:extLst>
            </p:cNvPr>
            <p:cNvSpPr/>
            <p:nvPr/>
          </p:nvSpPr>
          <p:spPr>
            <a:xfrm>
              <a:off x="2820678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77" name="pg3432">
              <a:extLst>
                <a:ext uri="{FF2B5EF4-FFF2-40B4-BE49-F238E27FC236}">
                  <a16:creationId xmlns:a16="http://schemas.microsoft.com/office/drawing/2014/main" id="{1E1E1EA4-82D4-A1C6-04C1-9BB599EC7AEF}"/>
                </a:ext>
              </a:extLst>
            </p:cNvPr>
            <p:cNvSpPr/>
            <p:nvPr/>
          </p:nvSpPr>
          <p:spPr>
            <a:xfrm>
              <a:off x="283231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78" name="pg3433">
              <a:extLst>
                <a:ext uri="{FF2B5EF4-FFF2-40B4-BE49-F238E27FC236}">
                  <a16:creationId xmlns:a16="http://schemas.microsoft.com/office/drawing/2014/main" id="{DE2EFEC0-FB08-AA5F-F1C9-577A8C6EC658}"/>
                </a:ext>
              </a:extLst>
            </p:cNvPr>
            <p:cNvSpPr/>
            <p:nvPr/>
          </p:nvSpPr>
          <p:spPr>
            <a:xfrm>
              <a:off x="2843953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79" name="pg3434">
              <a:extLst>
                <a:ext uri="{FF2B5EF4-FFF2-40B4-BE49-F238E27FC236}">
                  <a16:creationId xmlns:a16="http://schemas.microsoft.com/office/drawing/2014/main" id="{FE18551E-1980-BB09-202A-DD07A84DDD45}"/>
                </a:ext>
              </a:extLst>
            </p:cNvPr>
            <p:cNvSpPr/>
            <p:nvPr/>
          </p:nvSpPr>
          <p:spPr>
            <a:xfrm>
              <a:off x="2855590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80" name="pg3435">
              <a:extLst>
                <a:ext uri="{FF2B5EF4-FFF2-40B4-BE49-F238E27FC236}">
                  <a16:creationId xmlns:a16="http://schemas.microsoft.com/office/drawing/2014/main" id="{B2D1CC7B-4807-642C-4355-08DBC461C985}"/>
                </a:ext>
              </a:extLst>
            </p:cNvPr>
            <p:cNvSpPr/>
            <p:nvPr/>
          </p:nvSpPr>
          <p:spPr>
            <a:xfrm>
              <a:off x="2867227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81" name="pg3436">
              <a:extLst>
                <a:ext uri="{FF2B5EF4-FFF2-40B4-BE49-F238E27FC236}">
                  <a16:creationId xmlns:a16="http://schemas.microsoft.com/office/drawing/2014/main" id="{3F4FA0BC-B04D-75F3-8F1B-BBA3BC51F1BA}"/>
                </a:ext>
              </a:extLst>
            </p:cNvPr>
            <p:cNvSpPr/>
            <p:nvPr/>
          </p:nvSpPr>
          <p:spPr>
            <a:xfrm>
              <a:off x="287886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82" name="pg3437">
              <a:extLst>
                <a:ext uri="{FF2B5EF4-FFF2-40B4-BE49-F238E27FC236}">
                  <a16:creationId xmlns:a16="http://schemas.microsoft.com/office/drawing/2014/main" id="{D2CBF7DB-3C34-8A6F-AFC5-52B3F51299BF}"/>
                </a:ext>
              </a:extLst>
            </p:cNvPr>
            <p:cNvSpPr/>
            <p:nvPr/>
          </p:nvSpPr>
          <p:spPr>
            <a:xfrm>
              <a:off x="289050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83" name="pg3438">
              <a:extLst>
                <a:ext uri="{FF2B5EF4-FFF2-40B4-BE49-F238E27FC236}">
                  <a16:creationId xmlns:a16="http://schemas.microsoft.com/office/drawing/2014/main" id="{96CB4648-D866-EC32-1995-20CED2E40516}"/>
                </a:ext>
              </a:extLst>
            </p:cNvPr>
            <p:cNvSpPr/>
            <p:nvPr/>
          </p:nvSpPr>
          <p:spPr>
            <a:xfrm>
              <a:off x="2902139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84" name="pg3439">
              <a:extLst>
                <a:ext uri="{FF2B5EF4-FFF2-40B4-BE49-F238E27FC236}">
                  <a16:creationId xmlns:a16="http://schemas.microsoft.com/office/drawing/2014/main" id="{2EA9E4B9-7280-C695-03C1-231A8E5AB8B3}"/>
                </a:ext>
              </a:extLst>
            </p:cNvPr>
            <p:cNvSpPr/>
            <p:nvPr/>
          </p:nvSpPr>
          <p:spPr>
            <a:xfrm>
              <a:off x="441499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85" name="pg3440">
              <a:extLst>
                <a:ext uri="{FF2B5EF4-FFF2-40B4-BE49-F238E27FC236}">
                  <a16:creationId xmlns:a16="http://schemas.microsoft.com/office/drawing/2014/main" id="{73AA6508-EC61-030F-D884-2D7B1E70E2FB}"/>
                </a:ext>
              </a:extLst>
            </p:cNvPr>
            <p:cNvSpPr/>
            <p:nvPr/>
          </p:nvSpPr>
          <p:spPr>
            <a:xfrm>
              <a:off x="4426630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86" name="pg3441">
              <a:extLst>
                <a:ext uri="{FF2B5EF4-FFF2-40B4-BE49-F238E27FC236}">
                  <a16:creationId xmlns:a16="http://schemas.microsoft.com/office/drawing/2014/main" id="{93C47363-DE43-EA5F-C71C-0B451BE9F0F7}"/>
                </a:ext>
              </a:extLst>
            </p:cNvPr>
            <p:cNvSpPr/>
            <p:nvPr/>
          </p:nvSpPr>
          <p:spPr>
            <a:xfrm>
              <a:off x="4438267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87" name="pg3442">
              <a:extLst>
                <a:ext uri="{FF2B5EF4-FFF2-40B4-BE49-F238E27FC236}">
                  <a16:creationId xmlns:a16="http://schemas.microsoft.com/office/drawing/2014/main" id="{3C26EB4B-8634-1576-9E24-1C51D4FC0C10}"/>
                </a:ext>
              </a:extLst>
            </p:cNvPr>
            <p:cNvSpPr/>
            <p:nvPr/>
          </p:nvSpPr>
          <p:spPr>
            <a:xfrm>
              <a:off x="4449904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88" name="pg3443">
              <a:extLst>
                <a:ext uri="{FF2B5EF4-FFF2-40B4-BE49-F238E27FC236}">
                  <a16:creationId xmlns:a16="http://schemas.microsoft.com/office/drawing/2014/main" id="{57BC1E7D-79BE-212A-C39B-CA8545775CBD}"/>
                </a:ext>
              </a:extLst>
            </p:cNvPr>
            <p:cNvSpPr/>
            <p:nvPr/>
          </p:nvSpPr>
          <p:spPr>
            <a:xfrm>
              <a:off x="446154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89" name="pg3444">
              <a:extLst>
                <a:ext uri="{FF2B5EF4-FFF2-40B4-BE49-F238E27FC236}">
                  <a16:creationId xmlns:a16="http://schemas.microsoft.com/office/drawing/2014/main" id="{290D4946-97F0-089B-AE30-3C6A9D1D9401}"/>
                </a:ext>
              </a:extLst>
            </p:cNvPr>
            <p:cNvSpPr/>
            <p:nvPr/>
          </p:nvSpPr>
          <p:spPr>
            <a:xfrm>
              <a:off x="4659376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90" name="pg3445">
              <a:extLst>
                <a:ext uri="{FF2B5EF4-FFF2-40B4-BE49-F238E27FC236}">
                  <a16:creationId xmlns:a16="http://schemas.microsoft.com/office/drawing/2014/main" id="{E55AA0E0-CC98-938D-1477-1E14F680AA32}"/>
                </a:ext>
              </a:extLst>
            </p:cNvPr>
            <p:cNvSpPr/>
            <p:nvPr/>
          </p:nvSpPr>
          <p:spPr>
            <a:xfrm>
              <a:off x="4671013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91" name="pg3446">
              <a:extLst>
                <a:ext uri="{FF2B5EF4-FFF2-40B4-BE49-F238E27FC236}">
                  <a16:creationId xmlns:a16="http://schemas.microsoft.com/office/drawing/2014/main" id="{D77A7098-62B5-7F2C-CAC9-BA7BB68D4CC3}"/>
                </a:ext>
              </a:extLst>
            </p:cNvPr>
            <p:cNvSpPr/>
            <p:nvPr/>
          </p:nvSpPr>
          <p:spPr>
            <a:xfrm>
              <a:off x="4682651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92" name="pg3447">
              <a:extLst>
                <a:ext uri="{FF2B5EF4-FFF2-40B4-BE49-F238E27FC236}">
                  <a16:creationId xmlns:a16="http://schemas.microsoft.com/office/drawing/2014/main" id="{CEA6536A-4FA9-2656-198D-917578E7BC0B}"/>
                </a:ext>
              </a:extLst>
            </p:cNvPr>
            <p:cNvSpPr/>
            <p:nvPr/>
          </p:nvSpPr>
          <p:spPr>
            <a:xfrm>
              <a:off x="4694288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93" name="pg3448">
              <a:extLst>
                <a:ext uri="{FF2B5EF4-FFF2-40B4-BE49-F238E27FC236}">
                  <a16:creationId xmlns:a16="http://schemas.microsoft.com/office/drawing/2014/main" id="{34A6A67C-85EF-76F3-28D4-FAE61F43E94B}"/>
                </a:ext>
              </a:extLst>
            </p:cNvPr>
            <p:cNvSpPr/>
            <p:nvPr/>
          </p:nvSpPr>
          <p:spPr>
            <a:xfrm>
              <a:off x="470592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94" name="pg3449">
              <a:extLst>
                <a:ext uri="{FF2B5EF4-FFF2-40B4-BE49-F238E27FC236}">
                  <a16:creationId xmlns:a16="http://schemas.microsoft.com/office/drawing/2014/main" id="{BDC9BCF1-DF53-C8CF-5B5B-E12D99A61A66}"/>
                </a:ext>
              </a:extLst>
            </p:cNvPr>
            <p:cNvSpPr/>
            <p:nvPr/>
          </p:nvSpPr>
          <p:spPr>
            <a:xfrm>
              <a:off x="2820678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95" name="pg3450">
              <a:extLst>
                <a:ext uri="{FF2B5EF4-FFF2-40B4-BE49-F238E27FC236}">
                  <a16:creationId xmlns:a16="http://schemas.microsoft.com/office/drawing/2014/main" id="{D5733A1B-4854-80D4-FA82-4C7FB3546841}"/>
                </a:ext>
              </a:extLst>
            </p:cNvPr>
            <p:cNvSpPr/>
            <p:nvPr/>
          </p:nvSpPr>
          <p:spPr>
            <a:xfrm>
              <a:off x="283231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96" name="pg3451">
              <a:extLst>
                <a:ext uri="{FF2B5EF4-FFF2-40B4-BE49-F238E27FC236}">
                  <a16:creationId xmlns:a16="http://schemas.microsoft.com/office/drawing/2014/main" id="{75384C3C-4C6A-8FC9-1838-633A73A6F219}"/>
                </a:ext>
              </a:extLst>
            </p:cNvPr>
            <p:cNvSpPr/>
            <p:nvPr/>
          </p:nvSpPr>
          <p:spPr>
            <a:xfrm>
              <a:off x="284395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97" name="pg3452">
              <a:extLst>
                <a:ext uri="{FF2B5EF4-FFF2-40B4-BE49-F238E27FC236}">
                  <a16:creationId xmlns:a16="http://schemas.microsoft.com/office/drawing/2014/main" id="{9FBFB4FE-0EF0-C84B-5F1D-FA34222FC33A}"/>
                </a:ext>
              </a:extLst>
            </p:cNvPr>
            <p:cNvSpPr/>
            <p:nvPr/>
          </p:nvSpPr>
          <p:spPr>
            <a:xfrm>
              <a:off x="2855590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98" name="pg3453">
              <a:extLst>
                <a:ext uri="{FF2B5EF4-FFF2-40B4-BE49-F238E27FC236}">
                  <a16:creationId xmlns:a16="http://schemas.microsoft.com/office/drawing/2014/main" id="{1E6885EB-FBC1-A589-89E4-3F91D02283BF}"/>
                </a:ext>
              </a:extLst>
            </p:cNvPr>
            <p:cNvSpPr/>
            <p:nvPr/>
          </p:nvSpPr>
          <p:spPr>
            <a:xfrm>
              <a:off x="2867227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99" name="pg3454">
              <a:extLst>
                <a:ext uri="{FF2B5EF4-FFF2-40B4-BE49-F238E27FC236}">
                  <a16:creationId xmlns:a16="http://schemas.microsoft.com/office/drawing/2014/main" id="{82A1D3BC-8998-B240-A9DD-23C15973EACA}"/>
                </a:ext>
              </a:extLst>
            </p:cNvPr>
            <p:cNvSpPr/>
            <p:nvPr/>
          </p:nvSpPr>
          <p:spPr>
            <a:xfrm>
              <a:off x="287886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00" name="pg3455">
              <a:extLst>
                <a:ext uri="{FF2B5EF4-FFF2-40B4-BE49-F238E27FC236}">
                  <a16:creationId xmlns:a16="http://schemas.microsoft.com/office/drawing/2014/main" id="{2E21A847-CBF2-64B6-8481-E1B959B65CA0}"/>
                </a:ext>
              </a:extLst>
            </p:cNvPr>
            <p:cNvSpPr/>
            <p:nvPr/>
          </p:nvSpPr>
          <p:spPr>
            <a:xfrm>
              <a:off x="289050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01" name="pg3456">
              <a:extLst>
                <a:ext uri="{FF2B5EF4-FFF2-40B4-BE49-F238E27FC236}">
                  <a16:creationId xmlns:a16="http://schemas.microsoft.com/office/drawing/2014/main" id="{A8AD94A8-C6D5-DB1A-6FB6-F3B1326CCB7B}"/>
                </a:ext>
              </a:extLst>
            </p:cNvPr>
            <p:cNvSpPr/>
            <p:nvPr/>
          </p:nvSpPr>
          <p:spPr>
            <a:xfrm>
              <a:off x="2902139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02" name="pg3457">
              <a:extLst>
                <a:ext uri="{FF2B5EF4-FFF2-40B4-BE49-F238E27FC236}">
                  <a16:creationId xmlns:a16="http://schemas.microsoft.com/office/drawing/2014/main" id="{30A1974C-AD20-2E7C-A340-0C951CB78C29}"/>
                </a:ext>
              </a:extLst>
            </p:cNvPr>
            <p:cNvSpPr/>
            <p:nvPr/>
          </p:nvSpPr>
          <p:spPr>
            <a:xfrm>
              <a:off x="441499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03" name="pg3458">
              <a:extLst>
                <a:ext uri="{FF2B5EF4-FFF2-40B4-BE49-F238E27FC236}">
                  <a16:creationId xmlns:a16="http://schemas.microsoft.com/office/drawing/2014/main" id="{78F0A10B-18AA-1F91-A93A-2D628CB1C71C}"/>
                </a:ext>
              </a:extLst>
            </p:cNvPr>
            <p:cNvSpPr/>
            <p:nvPr/>
          </p:nvSpPr>
          <p:spPr>
            <a:xfrm>
              <a:off x="4426630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04" name="pg3459">
              <a:extLst>
                <a:ext uri="{FF2B5EF4-FFF2-40B4-BE49-F238E27FC236}">
                  <a16:creationId xmlns:a16="http://schemas.microsoft.com/office/drawing/2014/main" id="{2442F461-C1D9-66A1-03B7-E3DAA361896C}"/>
                </a:ext>
              </a:extLst>
            </p:cNvPr>
            <p:cNvSpPr/>
            <p:nvPr/>
          </p:nvSpPr>
          <p:spPr>
            <a:xfrm>
              <a:off x="4438267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05" name="pg3460">
              <a:extLst>
                <a:ext uri="{FF2B5EF4-FFF2-40B4-BE49-F238E27FC236}">
                  <a16:creationId xmlns:a16="http://schemas.microsoft.com/office/drawing/2014/main" id="{6064FD65-B9CA-549C-A0A1-F04384852465}"/>
                </a:ext>
              </a:extLst>
            </p:cNvPr>
            <p:cNvSpPr/>
            <p:nvPr/>
          </p:nvSpPr>
          <p:spPr>
            <a:xfrm>
              <a:off x="4449904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06" name="pg3461">
              <a:extLst>
                <a:ext uri="{FF2B5EF4-FFF2-40B4-BE49-F238E27FC236}">
                  <a16:creationId xmlns:a16="http://schemas.microsoft.com/office/drawing/2014/main" id="{42FDD20C-A48C-5CEE-ECFB-CB2CCB8D9655}"/>
                </a:ext>
              </a:extLst>
            </p:cNvPr>
            <p:cNvSpPr/>
            <p:nvPr/>
          </p:nvSpPr>
          <p:spPr>
            <a:xfrm>
              <a:off x="446154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07" name="pg3462">
              <a:extLst>
                <a:ext uri="{FF2B5EF4-FFF2-40B4-BE49-F238E27FC236}">
                  <a16:creationId xmlns:a16="http://schemas.microsoft.com/office/drawing/2014/main" id="{FBA39D16-1245-F060-4EA1-660C44A1CAEA}"/>
                </a:ext>
              </a:extLst>
            </p:cNvPr>
            <p:cNvSpPr/>
            <p:nvPr/>
          </p:nvSpPr>
          <p:spPr>
            <a:xfrm>
              <a:off x="4473179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08" name="pg3463">
              <a:extLst>
                <a:ext uri="{FF2B5EF4-FFF2-40B4-BE49-F238E27FC236}">
                  <a16:creationId xmlns:a16="http://schemas.microsoft.com/office/drawing/2014/main" id="{DC66CFA5-E3EB-8B9D-2274-A0049F0592BE}"/>
                </a:ext>
              </a:extLst>
            </p:cNvPr>
            <p:cNvSpPr/>
            <p:nvPr/>
          </p:nvSpPr>
          <p:spPr>
            <a:xfrm>
              <a:off x="467101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09" name="pg3464">
              <a:extLst>
                <a:ext uri="{FF2B5EF4-FFF2-40B4-BE49-F238E27FC236}">
                  <a16:creationId xmlns:a16="http://schemas.microsoft.com/office/drawing/2014/main" id="{E1636B9F-6993-0AB0-F286-86DB40739D1C}"/>
                </a:ext>
              </a:extLst>
            </p:cNvPr>
            <p:cNvSpPr/>
            <p:nvPr/>
          </p:nvSpPr>
          <p:spPr>
            <a:xfrm>
              <a:off x="4682651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10" name="pg3465">
              <a:extLst>
                <a:ext uri="{FF2B5EF4-FFF2-40B4-BE49-F238E27FC236}">
                  <a16:creationId xmlns:a16="http://schemas.microsoft.com/office/drawing/2014/main" id="{490E7AC3-01D7-63B2-9BE8-A76D589F480B}"/>
                </a:ext>
              </a:extLst>
            </p:cNvPr>
            <p:cNvSpPr/>
            <p:nvPr/>
          </p:nvSpPr>
          <p:spPr>
            <a:xfrm>
              <a:off x="4694288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11" name="pg3466">
              <a:extLst>
                <a:ext uri="{FF2B5EF4-FFF2-40B4-BE49-F238E27FC236}">
                  <a16:creationId xmlns:a16="http://schemas.microsoft.com/office/drawing/2014/main" id="{FBB05D35-AB55-969C-39E2-1BA64C878F5E}"/>
                </a:ext>
              </a:extLst>
            </p:cNvPr>
            <p:cNvSpPr/>
            <p:nvPr/>
          </p:nvSpPr>
          <p:spPr>
            <a:xfrm>
              <a:off x="470592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12" name="pg3467">
              <a:extLst>
                <a:ext uri="{FF2B5EF4-FFF2-40B4-BE49-F238E27FC236}">
                  <a16:creationId xmlns:a16="http://schemas.microsoft.com/office/drawing/2014/main" id="{6E91CE0F-CB96-C213-81A0-E1932C5163FB}"/>
                </a:ext>
              </a:extLst>
            </p:cNvPr>
            <p:cNvSpPr/>
            <p:nvPr/>
          </p:nvSpPr>
          <p:spPr>
            <a:xfrm>
              <a:off x="471756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13" name="pg3468">
              <a:extLst>
                <a:ext uri="{FF2B5EF4-FFF2-40B4-BE49-F238E27FC236}">
                  <a16:creationId xmlns:a16="http://schemas.microsoft.com/office/drawing/2014/main" id="{E3E9844F-3872-D0E9-85CE-5A18284E5154}"/>
                </a:ext>
              </a:extLst>
            </p:cNvPr>
            <p:cNvSpPr/>
            <p:nvPr/>
          </p:nvSpPr>
          <p:spPr>
            <a:xfrm>
              <a:off x="283231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14" name="pg3469">
              <a:extLst>
                <a:ext uri="{FF2B5EF4-FFF2-40B4-BE49-F238E27FC236}">
                  <a16:creationId xmlns:a16="http://schemas.microsoft.com/office/drawing/2014/main" id="{631EC176-2A47-EBD7-570F-90B08D76D46D}"/>
                </a:ext>
              </a:extLst>
            </p:cNvPr>
            <p:cNvSpPr/>
            <p:nvPr/>
          </p:nvSpPr>
          <p:spPr>
            <a:xfrm>
              <a:off x="284395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15" name="pg3470">
              <a:extLst>
                <a:ext uri="{FF2B5EF4-FFF2-40B4-BE49-F238E27FC236}">
                  <a16:creationId xmlns:a16="http://schemas.microsoft.com/office/drawing/2014/main" id="{B92B7DC1-95F2-DCE9-8101-374BA978F9E1}"/>
                </a:ext>
              </a:extLst>
            </p:cNvPr>
            <p:cNvSpPr/>
            <p:nvPr/>
          </p:nvSpPr>
          <p:spPr>
            <a:xfrm>
              <a:off x="285559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16" name="pg3471">
              <a:extLst>
                <a:ext uri="{FF2B5EF4-FFF2-40B4-BE49-F238E27FC236}">
                  <a16:creationId xmlns:a16="http://schemas.microsoft.com/office/drawing/2014/main" id="{637E44AD-0933-64A6-7454-D3EB7E71EE7F}"/>
                </a:ext>
              </a:extLst>
            </p:cNvPr>
            <p:cNvSpPr/>
            <p:nvPr/>
          </p:nvSpPr>
          <p:spPr>
            <a:xfrm>
              <a:off x="2867227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17" name="pg3472">
              <a:extLst>
                <a:ext uri="{FF2B5EF4-FFF2-40B4-BE49-F238E27FC236}">
                  <a16:creationId xmlns:a16="http://schemas.microsoft.com/office/drawing/2014/main" id="{2BBA6221-EE8A-6935-F65E-3E8D85AC663E}"/>
                </a:ext>
              </a:extLst>
            </p:cNvPr>
            <p:cNvSpPr/>
            <p:nvPr/>
          </p:nvSpPr>
          <p:spPr>
            <a:xfrm>
              <a:off x="287886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18" name="pg3473">
              <a:extLst>
                <a:ext uri="{FF2B5EF4-FFF2-40B4-BE49-F238E27FC236}">
                  <a16:creationId xmlns:a16="http://schemas.microsoft.com/office/drawing/2014/main" id="{40DFDBF8-FB87-41F4-5556-01C775CF892B}"/>
                </a:ext>
              </a:extLst>
            </p:cNvPr>
            <p:cNvSpPr/>
            <p:nvPr/>
          </p:nvSpPr>
          <p:spPr>
            <a:xfrm>
              <a:off x="2890502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19" name="pg3474">
              <a:extLst>
                <a:ext uri="{FF2B5EF4-FFF2-40B4-BE49-F238E27FC236}">
                  <a16:creationId xmlns:a16="http://schemas.microsoft.com/office/drawing/2014/main" id="{2932BD90-EDBC-90A2-9933-F5E6927C7B56}"/>
                </a:ext>
              </a:extLst>
            </p:cNvPr>
            <p:cNvSpPr/>
            <p:nvPr/>
          </p:nvSpPr>
          <p:spPr>
            <a:xfrm>
              <a:off x="442663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20" name="pg3475">
              <a:extLst>
                <a:ext uri="{FF2B5EF4-FFF2-40B4-BE49-F238E27FC236}">
                  <a16:creationId xmlns:a16="http://schemas.microsoft.com/office/drawing/2014/main" id="{32CD83E7-2D7D-B638-9987-57A037562129}"/>
                </a:ext>
              </a:extLst>
            </p:cNvPr>
            <p:cNvSpPr/>
            <p:nvPr/>
          </p:nvSpPr>
          <p:spPr>
            <a:xfrm>
              <a:off x="4438267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21" name="pg3476">
              <a:extLst>
                <a:ext uri="{FF2B5EF4-FFF2-40B4-BE49-F238E27FC236}">
                  <a16:creationId xmlns:a16="http://schemas.microsoft.com/office/drawing/2014/main" id="{08F5494A-2B8A-2446-7F3F-8D0905E3CEE0}"/>
                </a:ext>
              </a:extLst>
            </p:cNvPr>
            <p:cNvSpPr/>
            <p:nvPr/>
          </p:nvSpPr>
          <p:spPr>
            <a:xfrm>
              <a:off x="4449904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22" name="pg3477">
              <a:extLst>
                <a:ext uri="{FF2B5EF4-FFF2-40B4-BE49-F238E27FC236}">
                  <a16:creationId xmlns:a16="http://schemas.microsoft.com/office/drawing/2014/main" id="{0B62FD7D-8784-C140-2568-C30D4C64F39F}"/>
                </a:ext>
              </a:extLst>
            </p:cNvPr>
            <p:cNvSpPr/>
            <p:nvPr/>
          </p:nvSpPr>
          <p:spPr>
            <a:xfrm>
              <a:off x="4461542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23" name="pg3478">
              <a:extLst>
                <a:ext uri="{FF2B5EF4-FFF2-40B4-BE49-F238E27FC236}">
                  <a16:creationId xmlns:a16="http://schemas.microsoft.com/office/drawing/2014/main" id="{47F0F627-E2E8-A4B1-1A1B-4301F86313BF}"/>
                </a:ext>
              </a:extLst>
            </p:cNvPr>
            <p:cNvSpPr/>
            <p:nvPr/>
          </p:nvSpPr>
          <p:spPr>
            <a:xfrm>
              <a:off x="4473179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24" name="pg3479">
              <a:extLst>
                <a:ext uri="{FF2B5EF4-FFF2-40B4-BE49-F238E27FC236}">
                  <a16:creationId xmlns:a16="http://schemas.microsoft.com/office/drawing/2014/main" id="{9D0C9443-0687-0E04-D89F-02390712586D}"/>
                </a:ext>
              </a:extLst>
            </p:cNvPr>
            <p:cNvSpPr/>
            <p:nvPr/>
          </p:nvSpPr>
          <p:spPr>
            <a:xfrm>
              <a:off x="467101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25" name="pg3480">
              <a:extLst>
                <a:ext uri="{FF2B5EF4-FFF2-40B4-BE49-F238E27FC236}">
                  <a16:creationId xmlns:a16="http://schemas.microsoft.com/office/drawing/2014/main" id="{8D37894A-0457-188C-EC65-CDC7DEFD7A18}"/>
                </a:ext>
              </a:extLst>
            </p:cNvPr>
            <p:cNvSpPr/>
            <p:nvPr/>
          </p:nvSpPr>
          <p:spPr>
            <a:xfrm>
              <a:off x="4682651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26" name="pg3481">
              <a:extLst>
                <a:ext uri="{FF2B5EF4-FFF2-40B4-BE49-F238E27FC236}">
                  <a16:creationId xmlns:a16="http://schemas.microsoft.com/office/drawing/2014/main" id="{34E8193F-D090-291F-1D3D-09B1AD662586}"/>
                </a:ext>
              </a:extLst>
            </p:cNvPr>
            <p:cNvSpPr/>
            <p:nvPr/>
          </p:nvSpPr>
          <p:spPr>
            <a:xfrm>
              <a:off x="4694288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27" name="pg3482">
              <a:extLst>
                <a:ext uri="{FF2B5EF4-FFF2-40B4-BE49-F238E27FC236}">
                  <a16:creationId xmlns:a16="http://schemas.microsoft.com/office/drawing/2014/main" id="{95416FF5-4422-48FB-C07D-82CA60561626}"/>
                </a:ext>
              </a:extLst>
            </p:cNvPr>
            <p:cNvSpPr/>
            <p:nvPr/>
          </p:nvSpPr>
          <p:spPr>
            <a:xfrm>
              <a:off x="470592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28" name="pg3483">
              <a:extLst>
                <a:ext uri="{FF2B5EF4-FFF2-40B4-BE49-F238E27FC236}">
                  <a16:creationId xmlns:a16="http://schemas.microsoft.com/office/drawing/2014/main" id="{D18772FA-101F-1000-75FB-B825F9366B5D}"/>
                </a:ext>
              </a:extLst>
            </p:cNvPr>
            <p:cNvSpPr/>
            <p:nvPr/>
          </p:nvSpPr>
          <p:spPr>
            <a:xfrm>
              <a:off x="471756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29" name="pg3484">
              <a:extLst>
                <a:ext uri="{FF2B5EF4-FFF2-40B4-BE49-F238E27FC236}">
                  <a16:creationId xmlns:a16="http://schemas.microsoft.com/office/drawing/2014/main" id="{2573EF3C-0E4F-4B5F-050D-952BD9C02E04}"/>
                </a:ext>
              </a:extLst>
            </p:cNvPr>
            <p:cNvSpPr/>
            <p:nvPr/>
          </p:nvSpPr>
          <p:spPr>
            <a:xfrm>
              <a:off x="472920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30" name="pg3485">
              <a:extLst>
                <a:ext uri="{FF2B5EF4-FFF2-40B4-BE49-F238E27FC236}">
                  <a16:creationId xmlns:a16="http://schemas.microsoft.com/office/drawing/2014/main" id="{FFDF4903-A75E-305B-0A61-F9E79FC92F9B}"/>
                </a:ext>
              </a:extLst>
            </p:cNvPr>
            <p:cNvSpPr/>
            <p:nvPr/>
          </p:nvSpPr>
          <p:spPr>
            <a:xfrm>
              <a:off x="283231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31" name="pg3486">
              <a:extLst>
                <a:ext uri="{FF2B5EF4-FFF2-40B4-BE49-F238E27FC236}">
                  <a16:creationId xmlns:a16="http://schemas.microsoft.com/office/drawing/2014/main" id="{442021C7-E64E-8228-002B-3A30FD88D3F6}"/>
                </a:ext>
              </a:extLst>
            </p:cNvPr>
            <p:cNvSpPr/>
            <p:nvPr/>
          </p:nvSpPr>
          <p:spPr>
            <a:xfrm>
              <a:off x="2843953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32" name="pg3487">
              <a:extLst>
                <a:ext uri="{FF2B5EF4-FFF2-40B4-BE49-F238E27FC236}">
                  <a16:creationId xmlns:a16="http://schemas.microsoft.com/office/drawing/2014/main" id="{E155F8D6-D5E4-3FEA-EA45-3C026ABE7911}"/>
                </a:ext>
              </a:extLst>
            </p:cNvPr>
            <p:cNvSpPr/>
            <p:nvPr/>
          </p:nvSpPr>
          <p:spPr>
            <a:xfrm>
              <a:off x="2855590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33" name="pg3488">
              <a:extLst>
                <a:ext uri="{FF2B5EF4-FFF2-40B4-BE49-F238E27FC236}">
                  <a16:creationId xmlns:a16="http://schemas.microsoft.com/office/drawing/2014/main" id="{80A96460-C96A-EB8D-3B38-7ACFD4FCF097}"/>
                </a:ext>
              </a:extLst>
            </p:cNvPr>
            <p:cNvSpPr/>
            <p:nvPr/>
          </p:nvSpPr>
          <p:spPr>
            <a:xfrm>
              <a:off x="2867227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34" name="pg3489">
              <a:extLst>
                <a:ext uri="{FF2B5EF4-FFF2-40B4-BE49-F238E27FC236}">
                  <a16:creationId xmlns:a16="http://schemas.microsoft.com/office/drawing/2014/main" id="{D42E30D0-C911-E44E-1155-828257006136}"/>
                </a:ext>
              </a:extLst>
            </p:cNvPr>
            <p:cNvSpPr/>
            <p:nvPr/>
          </p:nvSpPr>
          <p:spPr>
            <a:xfrm>
              <a:off x="287886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35" name="pg3490">
              <a:extLst>
                <a:ext uri="{FF2B5EF4-FFF2-40B4-BE49-F238E27FC236}">
                  <a16:creationId xmlns:a16="http://schemas.microsoft.com/office/drawing/2014/main" id="{F99A7F33-5322-E28E-7D3A-29038E0392CC}"/>
                </a:ext>
              </a:extLst>
            </p:cNvPr>
            <p:cNvSpPr/>
            <p:nvPr/>
          </p:nvSpPr>
          <p:spPr>
            <a:xfrm>
              <a:off x="2890502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36" name="pg3491">
              <a:extLst>
                <a:ext uri="{FF2B5EF4-FFF2-40B4-BE49-F238E27FC236}">
                  <a16:creationId xmlns:a16="http://schemas.microsoft.com/office/drawing/2014/main" id="{760117BB-A3A7-7BD7-C657-90F12FFEB786}"/>
                </a:ext>
              </a:extLst>
            </p:cNvPr>
            <p:cNvSpPr/>
            <p:nvPr/>
          </p:nvSpPr>
          <p:spPr>
            <a:xfrm>
              <a:off x="4438267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37" name="pg3492">
              <a:extLst>
                <a:ext uri="{FF2B5EF4-FFF2-40B4-BE49-F238E27FC236}">
                  <a16:creationId xmlns:a16="http://schemas.microsoft.com/office/drawing/2014/main" id="{55718C24-46D1-ADB3-E800-7E0231E48045}"/>
                </a:ext>
              </a:extLst>
            </p:cNvPr>
            <p:cNvSpPr/>
            <p:nvPr/>
          </p:nvSpPr>
          <p:spPr>
            <a:xfrm>
              <a:off x="4449904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38" name="pg3493">
              <a:extLst>
                <a:ext uri="{FF2B5EF4-FFF2-40B4-BE49-F238E27FC236}">
                  <a16:creationId xmlns:a16="http://schemas.microsoft.com/office/drawing/2014/main" id="{07914517-AAE5-A240-229A-6E2DD36E28D4}"/>
                </a:ext>
              </a:extLst>
            </p:cNvPr>
            <p:cNvSpPr/>
            <p:nvPr/>
          </p:nvSpPr>
          <p:spPr>
            <a:xfrm>
              <a:off x="4461542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39" name="pg3494">
              <a:extLst>
                <a:ext uri="{FF2B5EF4-FFF2-40B4-BE49-F238E27FC236}">
                  <a16:creationId xmlns:a16="http://schemas.microsoft.com/office/drawing/2014/main" id="{501E5CA2-130E-1374-BBCA-DBDA8B7F805B}"/>
                </a:ext>
              </a:extLst>
            </p:cNvPr>
            <p:cNvSpPr/>
            <p:nvPr/>
          </p:nvSpPr>
          <p:spPr>
            <a:xfrm>
              <a:off x="4473179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40" name="pg3495">
              <a:extLst>
                <a:ext uri="{FF2B5EF4-FFF2-40B4-BE49-F238E27FC236}">
                  <a16:creationId xmlns:a16="http://schemas.microsoft.com/office/drawing/2014/main" id="{0484E6E8-2649-AD8C-5BC8-92924F2465DE}"/>
                </a:ext>
              </a:extLst>
            </p:cNvPr>
            <p:cNvSpPr/>
            <p:nvPr/>
          </p:nvSpPr>
          <p:spPr>
            <a:xfrm>
              <a:off x="4484816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41" name="pg3496">
              <a:extLst>
                <a:ext uri="{FF2B5EF4-FFF2-40B4-BE49-F238E27FC236}">
                  <a16:creationId xmlns:a16="http://schemas.microsoft.com/office/drawing/2014/main" id="{900ECF58-AC23-DCA8-B686-BC442D641AFA}"/>
                </a:ext>
              </a:extLst>
            </p:cNvPr>
            <p:cNvSpPr/>
            <p:nvPr/>
          </p:nvSpPr>
          <p:spPr>
            <a:xfrm>
              <a:off x="4496454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42" name="pg3497">
              <a:extLst>
                <a:ext uri="{FF2B5EF4-FFF2-40B4-BE49-F238E27FC236}">
                  <a16:creationId xmlns:a16="http://schemas.microsoft.com/office/drawing/2014/main" id="{10860976-4D4B-062F-CD14-596B4656623F}"/>
                </a:ext>
              </a:extLst>
            </p:cNvPr>
            <p:cNvSpPr/>
            <p:nvPr/>
          </p:nvSpPr>
          <p:spPr>
            <a:xfrm>
              <a:off x="4508091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43" name="pg3498">
              <a:extLst>
                <a:ext uri="{FF2B5EF4-FFF2-40B4-BE49-F238E27FC236}">
                  <a16:creationId xmlns:a16="http://schemas.microsoft.com/office/drawing/2014/main" id="{3239BFAD-0246-F84F-2F76-257A40B97B51}"/>
                </a:ext>
              </a:extLst>
            </p:cNvPr>
            <p:cNvSpPr/>
            <p:nvPr/>
          </p:nvSpPr>
          <p:spPr>
            <a:xfrm>
              <a:off x="4519728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44" name="pg3499">
              <a:extLst>
                <a:ext uri="{FF2B5EF4-FFF2-40B4-BE49-F238E27FC236}">
                  <a16:creationId xmlns:a16="http://schemas.microsoft.com/office/drawing/2014/main" id="{BD80D730-6CEA-4F93-D994-2CF892DCC7DE}"/>
                </a:ext>
              </a:extLst>
            </p:cNvPr>
            <p:cNvSpPr/>
            <p:nvPr/>
          </p:nvSpPr>
          <p:spPr>
            <a:xfrm>
              <a:off x="4682651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45" name="pg3500">
              <a:extLst>
                <a:ext uri="{FF2B5EF4-FFF2-40B4-BE49-F238E27FC236}">
                  <a16:creationId xmlns:a16="http://schemas.microsoft.com/office/drawing/2014/main" id="{A921EC59-D174-6EAB-5767-E44A42FB2A6D}"/>
                </a:ext>
              </a:extLst>
            </p:cNvPr>
            <p:cNvSpPr/>
            <p:nvPr/>
          </p:nvSpPr>
          <p:spPr>
            <a:xfrm>
              <a:off x="4694288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46" name="pg3501">
              <a:extLst>
                <a:ext uri="{FF2B5EF4-FFF2-40B4-BE49-F238E27FC236}">
                  <a16:creationId xmlns:a16="http://schemas.microsoft.com/office/drawing/2014/main" id="{066926C7-DA33-66A0-8166-235FBB35692D}"/>
                </a:ext>
              </a:extLst>
            </p:cNvPr>
            <p:cNvSpPr/>
            <p:nvPr/>
          </p:nvSpPr>
          <p:spPr>
            <a:xfrm>
              <a:off x="470592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47" name="pg3502">
              <a:extLst>
                <a:ext uri="{FF2B5EF4-FFF2-40B4-BE49-F238E27FC236}">
                  <a16:creationId xmlns:a16="http://schemas.microsoft.com/office/drawing/2014/main" id="{519514DE-4385-D156-74B4-2F4E85AC172B}"/>
                </a:ext>
              </a:extLst>
            </p:cNvPr>
            <p:cNvSpPr/>
            <p:nvPr/>
          </p:nvSpPr>
          <p:spPr>
            <a:xfrm>
              <a:off x="4717563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48" name="pg3503">
              <a:extLst>
                <a:ext uri="{FF2B5EF4-FFF2-40B4-BE49-F238E27FC236}">
                  <a16:creationId xmlns:a16="http://schemas.microsoft.com/office/drawing/2014/main" id="{D376BD7D-E1A9-0766-5971-49D27FDC5596}"/>
                </a:ext>
              </a:extLst>
            </p:cNvPr>
            <p:cNvSpPr/>
            <p:nvPr/>
          </p:nvSpPr>
          <p:spPr>
            <a:xfrm>
              <a:off x="4729200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49" name="pg3504">
              <a:extLst>
                <a:ext uri="{FF2B5EF4-FFF2-40B4-BE49-F238E27FC236}">
                  <a16:creationId xmlns:a16="http://schemas.microsoft.com/office/drawing/2014/main" id="{87E6346F-8206-55B1-7C13-AD76B5C16AF3}"/>
                </a:ext>
              </a:extLst>
            </p:cNvPr>
            <p:cNvSpPr/>
            <p:nvPr/>
          </p:nvSpPr>
          <p:spPr>
            <a:xfrm>
              <a:off x="2843953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50" name="pg3505">
              <a:extLst>
                <a:ext uri="{FF2B5EF4-FFF2-40B4-BE49-F238E27FC236}">
                  <a16:creationId xmlns:a16="http://schemas.microsoft.com/office/drawing/2014/main" id="{CA5666F5-8D45-8F88-7581-2281B0393F7F}"/>
                </a:ext>
              </a:extLst>
            </p:cNvPr>
            <p:cNvSpPr/>
            <p:nvPr/>
          </p:nvSpPr>
          <p:spPr>
            <a:xfrm>
              <a:off x="2855590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51" name="pg3506">
              <a:extLst>
                <a:ext uri="{FF2B5EF4-FFF2-40B4-BE49-F238E27FC236}">
                  <a16:creationId xmlns:a16="http://schemas.microsoft.com/office/drawing/2014/main" id="{BB3A8F75-291C-F1B4-00AF-6E736A3BBD0B}"/>
                </a:ext>
              </a:extLst>
            </p:cNvPr>
            <p:cNvSpPr/>
            <p:nvPr/>
          </p:nvSpPr>
          <p:spPr>
            <a:xfrm>
              <a:off x="2867227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52" name="pg3507">
              <a:extLst>
                <a:ext uri="{FF2B5EF4-FFF2-40B4-BE49-F238E27FC236}">
                  <a16:creationId xmlns:a16="http://schemas.microsoft.com/office/drawing/2014/main" id="{6FE14C6C-5D82-9F52-DC40-5BCEF9FF1A0A}"/>
                </a:ext>
              </a:extLst>
            </p:cNvPr>
            <p:cNvSpPr/>
            <p:nvPr/>
          </p:nvSpPr>
          <p:spPr>
            <a:xfrm>
              <a:off x="2878865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53" name="pg3508">
              <a:extLst>
                <a:ext uri="{FF2B5EF4-FFF2-40B4-BE49-F238E27FC236}">
                  <a16:creationId xmlns:a16="http://schemas.microsoft.com/office/drawing/2014/main" id="{94A98011-A524-0051-04F5-C3CCAFE07FFD}"/>
                </a:ext>
              </a:extLst>
            </p:cNvPr>
            <p:cNvSpPr/>
            <p:nvPr/>
          </p:nvSpPr>
          <p:spPr>
            <a:xfrm>
              <a:off x="2890502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54" name="pg3509">
              <a:extLst>
                <a:ext uri="{FF2B5EF4-FFF2-40B4-BE49-F238E27FC236}">
                  <a16:creationId xmlns:a16="http://schemas.microsoft.com/office/drawing/2014/main" id="{6CA86960-A61A-DDE5-213A-6594B1BC8ED1}"/>
                </a:ext>
              </a:extLst>
            </p:cNvPr>
            <p:cNvSpPr/>
            <p:nvPr/>
          </p:nvSpPr>
          <p:spPr>
            <a:xfrm>
              <a:off x="4438267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55" name="pg3510">
              <a:extLst>
                <a:ext uri="{FF2B5EF4-FFF2-40B4-BE49-F238E27FC236}">
                  <a16:creationId xmlns:a16="http://schemas.microsoft.com/office/drawing/2014/main" id="{C4723571-C00F-76D0-ADA7-863ECE6CECE0}"/>
                </a:ext>
              </a:extLst>
            </p:cNvPr>
            <p:cNvSpPr/>
            <p:nvPr/>
          </p:nvSpPr>
          <p:spPr>
            <a:xfrm>
              <a:off x="4449904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56" name="pg3511">
              <a:extLst>
                <a:ext uri="{FF2B5EF4-FFF2-40B4-BE49-F238E27FC236}">
                  <a16:creationId xmlns:a16="http://schemas.microsoft.com/office/drawing/2014/main" id="{98952815-3C50-FBFC-D168-2BB5160E2C4D}"/>
                </a:ext>
              </a:extLst>
            </p:cNvPr>
            <p:cNvSpPr/>
            <p:nvPr/>
          </p:nvSpPr>
          <p:spPr>
            <a:xfrm>
              <a:off x="4461542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57" name="pg3512">
              <a:extLst>
                <a:ext uri="{FF2B5EF4-FFF2-40B4-BE49-F238E27FC236}">
                  <a16:creationId xmlns:a16="http://schemas.microsoft.com/office/drawing/2014/main" id="{E5512F94-6727-F615-5880-19E5C8686C6C}"/>
                </a:ext>
              </a:extLst>
            </p:cNvPr>
            <p:cNvSpPr/>
            <p:nvPr/>
          </p:nvSpPr>
          <p:spPr>
            <a:xfrm>
              <a:off x="4473179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58" name="pg3513">
              <a:extLst>
                <a:ext uri="{FF2B5EF4-FFF2-40B4-BE49-F238E27FC236}">
                  <a16:creationId xmlns:a16="http://schemas.microsoft.com/office/drawing/2014/main" id="{821C067F-3DC5-430E-A1AE-FB11085B1890}"/>
                </a:ext>
              </a:extLst>
            </p:cNvPr>
            <p:cNvSpPr/>
            <p:nvPr/>
          </p:nvSpPr>
          <p:spPr>
            <a:xfrm>
              <a:off x="4484816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59" name="pg3514">
              <a:extLst>
                <a:ext uri="{FF2B5EF4-FFF2-40B4-BE49-F238E27FC236}">
                  <a16:creationId xmlns:a16="http://schemas.microsoft.com/office/drawing/2014/main" id="{2FF7AB13-6961-3FE5-0BC1-689006846DA9}"/>
                </a:ext>
              </a:extLst>
            </p:cNvPr>
            <p:cNvSpPr/>
            <p:nvPr/>
          </p:nvSpPr>
          <p:spPr>
            <a:xfrm>
              <a:off x="4496454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60" name="pg3515">
              <a:extLst>
                <a:ext uri="{FF2B5EF4-FFF2-40B4-BE49-F238E27FC236}">
                  <a16:creationId xmlns:a16="http://schemas.microsoft.com/office/drawing/2014/main" id="{968DB701-4ABB-03A6-309E-B7CAA80B0C05}"/>
                </a:ext>
              </a:extLst>
            </p:cNvPr>
            <p:cNvSpPr/>
            <p:nvPr/>
          </p:nvSpPr>
          <p:spPr>
            <a:xfrm>
              <a:off x="4508091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61" name="pg3516">
              <a:extLst>
                <a:ext uri="{FF2B5EF4-FFF2-40B4-BE49-F238E27FC236}">
                  <a16:creationId xmlns:a16="http://schemas.microsoft.com/office/drawing/2014/main" id="{4ECF5900-7163-F1FF-D3ED-866AB12CDAA9}"/>
                </a:ext>
              </a:extLst>
            </p:cNvPr>
            <p:cNvSpPr/>
            <p:nvPr/>
          </p:nvSpPr>
          <p:spPr>
            <a:xfrm>
              <a:off x="4519728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62" name="pg3517">
              <a:extLst>
                <a:ext uri="{FF2B5EF4-FFF2-40B4-BE49-F238E27FC236}">
                  <a16:creationId xmlns:a16="http://schemas.microsoft.com/office/drawing/2014/main" id="{B4E454E0-72D9-4E2E-D2CE-346967FC8CB3}"/>
                </a:ext>
              </a:extLst>
            </p:cNvPr>
            <p:cNvSpPr/>
            <p:nvPr/>
          </p:nvSpPr>
          <p:spPr>
            <a:xfrm>
              <a:off x="4531366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63" name="pg3518">
              <a:extLst>
                <a:ext uri="{FF2B5EF4-FFF2-40B4-BE49-F238E27FC236}">
                  <a16:creationId xmlns:a16="http://schemas.microsoft.com/office/drawing/2014/main" id="{6FFFFB73-3BD0-7FC5-B0A8-7F3D289CC591}"/>
                </a:ext>
              </a:extLst>
            </p:cNvPr>
            <p:cNvSpPr/>
            <p:nvPr/>
          </p:nvSpPr>
          <p:spPr>
            <a:xfrm>
              <a:off x="4682651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64" name="pg3519">
              <a:extLst>
                <a:ext uri="{FF2B5EF4-FFF2-40B4-BE49-F238E27FC236}">
                  <a16:creationId xmlns:a16="http://schemas.microsoft.com/office/drawing/2014/main" id="{C17ED3B7-AF1D-71F5-F602-46E65903F15E}"/>
                </a:ext>
              </a:extLst>
            </p:cNvPr>
            <p:cNvSpPr/>
            <p:nvPr/>
          </p:nvSpPr>
          <p:spPr>
            <a:xfrm>
              <a:off x="4694288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65" name="pg3520">
              <a:extLst>
                <a:ext uri="{FF2B5EF4-FFF2-40B4-BE49-F238E27FC236}">
                  <a16:creationId xmlns:a16="http://schemas.microsoft.com/office/drawing/2014/main" id="{8193C7A5-B3BC-BB63-45C0-F5F0A166C617}"/>
                </a:ext>
              </a:extLst>
            </p:cNvPr>
            <p:cNvSpPr/>
            <p:nvPr/>
          </p:nvSpPr>
          <p:spPr>
            <a:xfrm>
              <a:off x="4705925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66" name="pg3521">
              <a:extLst>
                <a:ext uri="{FF2B5EF4-FFF2-40B4-BE49-F238E27FC236}">
                  <a16:creationId xmlns:a16="http://schemas.microsoft.com/office/drawing/2014/main" id="{D72A9B8C-C73E-63F1-8893-ECBB83B85BE5}"/>
                </a:ext>
              </a:extLst>
            </p:cNvPr>
            <p:cNvSpPr/>
            <p:nvPr/>
          </p:nvSpPr>
          <p:spPr>
            <a:xfrm>
              <a:off x="4717563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67" name="pg3522">
              <a:extLst>
                <a:ext uri="{FF2B5EF4-FFF2-40B4-BE49-F238E27FC236}">
                  <a16:creationId xmlns:a16="http://schemas.microsoft.com/office/drawing/2014/main" id="{BE51703E-9854-69A4-5851-A47D6549EF67}"/>
                </a:ext>
              </a:extLst>
            </p:cNvPr>
            <p:cNvSpPr/>
            <p:nvPr/>
          </p:nvSpPr>
          <p:spPr>
            <a:xfrm>
              <a:off x="4729200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68" name="pg3523">
              <a:extLst>
                <a:ext uri="{FF2B5EF4-FFF2-40B4-BE49-F238E27FC236}">
                  <a16:creationId xmlns:a16="http://schemas.microsoft.com/office/drawing/2014/main" id="{75FEF607-1CB6-8A17-C33C-370AF5C3C761}"/>
                </a:ext>
              </a:extLst>
            </p:cNvPr>
            <p:cNvSpPr/>
            <p:nvPr/>
          </p:nvSpPr>
          <p:spPr>
            <a:xfrm>
              <a:off x="2843953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69" name="pg3524">
              <a:extLst>
                <a:ext uri="{FF2B5EF4-FFF2-40B4-BE49-F238E27FC236}">
                  <a16:creationId xmlns:a16="http://schemas.microsoft.com/office/drawing/2014/main" id="{3B8793DF-FF80-56E2-9FC7-BADA09FAA1C6}"/>
                </a:ext>
              </a:extLst>
            </p:cNvPr>
            <p:cNvSpPr/>
            <p:nvPr/>
          </p:nvSpPr>
          <p:spPr>
            <a:xfrm>
              <a:off x="2855590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70" name="pg3525">
              <a:extLst>
                <a:ext uri="{FF2B5EF4-FFF2-40B4-BE49-F238E27FC236}">
                  <a16:creationId xmlns:a16="http://schemas.microsoft.com/office/drawing/2014/main" id="{AC420295-4BEF-ABBD-A3FB-72CB7DCBE5E6}"/>
                </a:ext>
              </a:extLst>
            </p:cNvPr>
            <p:cNvSpPr/>
            <p:nvPr/>
          </p:nvSpPr>
          <p:spPr>
            <a:xfrm>
              <a:off x="2867227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71" name="pg3526">
              <a:extLst>
                <a:ext uri="{FF2B5EF4-FFF2-40B4-BE49-F238E27FC236}">
                  <a16:creationId xmlns:a16="http://schemas.microsoft.com/office/drawing/2014/main" id="{806D285C-7619-D014-F28E-27A26A7DE399}"/>
                </a:ext>
              </a:extLst>
            </p:cNvPr>
            <p:cNvSpPr/>
            <p:nvPr/>
          </p:nvSpPr>
          <p:spPr>
            <a:xfrm>
              <a:off x="2878865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72" name="pg3527">
              <a:extLst>
                <a:ext uri="{FF2B5EF4-FFF2-40B4-BE49-F238E27FC236}">
                  <a16:creationId xmlns:a16="http://schemas.microsoft.com/office/drawing/2014/main" id="{9083446A-41AC-D2E6-22A3-D58EC55854E8}"/>
                </a:ext>
              </a:extLst>
            </p:cNvPr>
            <p:cNvSpPr/>
            <p:nvPr/>
          </p:nvSpPr>
          <p:spPr>
            <a:xfrm>
              <a:off x="2890502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73" name="pg3528">
              <a:extLst>
                <a:ext uri="{FF2B5EF4-FFF2-40B4-BE49-F238E27FC236}">
                  <a16:creationId xmlns:a16="http://schemas.microsoft.com/office/drawing/2014/main" id="{5D3F279E-AB05-044D-5177-69E5CBBD1895}"/>
                </a:ext>
              </a:extLst>
            </p:cNvPr>
            <p:cNvSpPr/>
            <p:nvPr/>
          </p:nvSpPr>
          <p:spPr>
            <a:xfrm>
              <a:off x="4449904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74" name="pg3529">
              <a:extLst>
                <a:ext uri="{FF2B5EF4-FFF2-40B4-BE49-F238E27FC236}">
                  <a16:creationId xmlns:a16="http://schemas.microsoft.com/office/drawing/2014/main" id="{1FEC3BB8-9F0C-3FCC-44DF-E2E0E1880D2F}"/>
                </a:ext>
              </a:extLst>
            </p:cNvPr>
            <p:cNvSpPr/>
            <p:nvPr/>
          </p:nvSpPr>
          <p:spPr>
            <a:xfrm>
              <a:off x="4461542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75" name="pg3530">
              <a:extLst>
                <a:ext uri="{FF2B5EF4-FFF2-40B4-BE49-F238E27FC236}">
                  <a16:creationId xmlns:a16="http://schemas.microsoft.com/office/drawing/2014/main" id="{12D1B50F-B9C5-FD6C-21CF-4A707E5F69C9}"/>
                </a:ext>
              </a:extLst>
            </p:cNvPr>
            <p:cNvSpPr/>
            <p:nvPr/>
          </p:nvSpPr>
          <p:spPr>
            <a:xfrm>
              <a:off x="4473179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76" name="pg3531">
              <a:extLst>
                <a:ext uri="{FF2B5EF4-FFF2-40B4-BE49-F238E27FC236}">
                  <a16:creationId xmlns:a16="http://schemas.microsoft.com/office/drawing/2014/main" id="{18DA6DE3-97CC-D94F-5EA8-DBA7C4DDCDEA}"/>
                </a:ext>
              </a:extLst>
            </p:cNvPr>
            <p:cNvSpPr/>
            <p:nvPr/>
          </p:nvSpPr>
          <p:spPr>
            <a:xfrm>
              <a:off x="4484816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77" name="pg3532">
              <a:extLst>
                <a:ext uri="{FF2B5EF4-FFF2-40B4-BE49-F238E27FC236}">
                  <a16:creationId xmlns:a16="http://schemas.microsoft.com/office/drawing/2014/main" id="{7A95A689-5EE1-FB70-3DA6-2071C5FF04E7}"/>
                </a:ext>
              </a:extLst>
            </p:cNvPr>
            <p:cNvSpPr/>
            <p:nvPr/>
          </p:nvSpPr>
          <p:spPr>
            <a:xfrm>
              <a:off x="4496454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78" name="pg3533">
              <a:extLst>
                <a:ext uri="{FF2B5EF4-FFF2-40B4-BE49-F238E27FC236}">
                  <a16:creationId xmlns:a16="http://schemas.microsoft.com/office/drawing/2014/main" id="{B0915F38-A29B-F97A-0943-C2B4C35D86BA}"/>
                </a:ext>
              </a:extLst>
            </p:cNvPr>
            <p:cNvSpPr/>
            <p:nvPr/>
          </p:nvSpPr>
          <p:spPr>
            <a:xfrm>
              <a:off x="4508091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79" name="pg3534">
              <a:extLst>
                <a:ext uri="{FF2B5EF4-FFF2-40B4-BE49-F238E27FC236}">
                  <a16:creationId xmlns:a16="http://schemas.microsoft.com/office/drawing/2014/main" id="{2C68BCE3-8C0F-AB71-404A-B65B3E3D55EE}"/>
                </a:ext>
              </a:extLst>
            </p:cNvPr>
            <p:cNvSpPr/>
            <p:nvPr/>
          </p:nvSpPr>
          <p:spPr>
            <a:xfrm>
              <a:off x="4519728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80" name="pg3535">
              <a:extLst>
                <a:ext uri="{FF2B5EF4-FFF2-40B4-BE49-F238E27FC236}">
                  <a16:creationId xmlns:a16="http://schemas.microsoft.com/office/drawing/2014/main" id="{7C133E51-E26E-1DFB-F94C-15489DE22B9D}"/>
                </a:ext>
              </a:extLst>
            </p:cNvPr>
            <p:cNvSpPr/>
            <p:nvPr/>
          </p:nvSpPr>
          <p:spPr>
            <a:xfrm>
              <a:off x="4531366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81" name="pg3536">
              <a:extLst>
                <a:ext uri="{FF2B5EF4-FFF2-40B4-BE49-F238E27FC236}">
                  <a16:creationId xmlns:a16="http://schemas.microsoft.com/office/drawing/2014/main" id="{5E38CC94-CF1C-36F8-503D-AF17D360F308}"/>
                </a:ext>
              </a:extLst>
            </p:cNvPr>
            <p:cNvSpPr/>
            <p:nvPr/>
          </p:nvSpPr>
          <p:spPr>
            <a:xfrm>
              <a:off x="4694288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82" name="pg3537">
              <a:extLst>
                <a:ext uri="{FF2B5EF4-FFF2-40B4-BE49-F238E27FC236}">
                  <a16:creationId xmlns:a16="http://schemas.microsoft.com/office/drawing/2014/main" id="{3F43E538-8B64-28A9-50F1-D44B7955DE57}"/>
                </a:ext>
              </a:extLst>
            </p:cNvPr>
            <p:cNvSpPr/>
            <p:nvPr/>
          </p:nvSpPr>
          <p:spPr>
            <a:xfrm>
              <a:off x="4705925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83" name="pg3538">
              <a:extLst>
                <a:ext uri="{FF2B5EF4-FFF2-40B4-BE49-F238E27FC236}">
                  <a16:creationId xmlns:a16="http://schemas.microsoft.com/office/drawing/2014/main" id="{05E42D00-87BE-123A-B810-0AEF2935E4DE}"/>
                </a:ext>
              </a:extLst>
            </p:cNvPr>
            <p:cNvSpPr/>
            <p:nvPr/>
          </p:nvSpPr>
          <p:spPr>
            <a:xfrm>
              <a:off x="4717563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84" name="pg3539">
              <a:extLst>
                <a:ext uri="{FF2B5EF4-FFF2-40B4-BE49-F238E27FC236}">
                  <a16:creationId xmlns:a16="http://schemas.microsoft.com/office/drawing/2014/main" id="{447A529B-5A02-B16A-A68D-325122084CE2}"/>
                </a:ext>
              </a:extLst>
            </p:cNvPr>
            <p:cNvSpPr/>
            <p:nvPr/>
          </p:nvSpPr>
          <p:spPr>
            <a:xfrm>
              <a:off x="4729200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85" name="pg3540">
              <a:extLst>
                <a:ext uri="{FF2B5EF4-FFF2-40B4-BE49-F238E27FC236}">
                  <a16:creationId xmlns:a16="http://schemas.microsoft.com/office/drawing/2014/main" id="{34CC7184-9C1B-0228-CA37-7267CA9E2BB1}"/>
                </a:ext>
              </a:extLst>
            </p:cNvPr>
            <p:cNvSpPr/>
            <p:nvPr/>
          </p:nvSpPr>
          <p:spPr>
            <a:xfrm>
              <a:off x="4740837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86" name="pg3541">
              <a:extLst>
                <a:ext uri="{FF2B5EF4-FFF2-40B4-BE49-F238E27FC236}">
                  <a16:creationId xmlns:a16="http://schemas.microsoft.com/office/drawing/2014/main" id="{16A544A4-A737-E125-B22D-7742D02FE0CE}"/>
                </a:ext>
              </a:extLst>
            </p:cNvPr>
            <p:cNvSpPr/>
            <p:nvPr/>
          </p:nvSpPr>
          <p:spPr>
            <a:xfrm>
              <a:off x="284395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87" name="pg3542">
              <a:extLst>
                <a:ext uri="{FF2B5EF4-FFF2-40B4-BE49-F238E27FC236}">
                  <a16:creationId xmlns:a16="http://schemas.microsoft.com/office/drawing/2014/main" id="{1E95A168-AB59-F22A-722B-0BCF72FFCEE4}"/>
                </a:ext>
              </a:extLst>
            </p:cNvPr>
            <p:cNvSpPr/>
            <p:nvPr/>
          </p:nvSpPr>
          <p:spPr>
            <a:xfrm>
              <a:off x="2855590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88" name="pg3543">
              <a:extLst>
                <a:ext uri="{FF2B5EF4-FFF2-40B4-BE49-F238E27FC236}">
                  <a16:creationId xmlns:a16="http://schemas.microsoft.com/office/drawing/2014/main" id="{A3B5B886-29E5-3CAA-46C9-7FC8E9B2E95A}"/>
                </a:ext>
              </a:extLst>
            </p:cNvPr>
            <p:cNvSpPr/>
            <p:nvPr/>
          </p:nvSpPr>
          <p:spPr>
            <a:xfrm>
              <a:off x="2867227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89" name="pg3544">
              <a:extLst>
                <a:ext uri="{FF2B5EF4-FFF2-40B4-BE49-F238E27FC236}">
                  <a16:creationId xmlns:a16="http://schemas.microsoft.com/office/drawing/2014/main" id="{8FEB47E2-B85F-7394-6DAA-21A048FC5DF9}"/>
                </a:ext>
              </a:extLst>
            </p:cNvPr>
            <p:cNvSpPr/>
            <p:nvPr/>
          </p:nvSpPr>
          <p:spPr>
            <a:xfrm>
              <a:off x="2878865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90" name="pg3545">
              <a:extLst>
                <a:ext uri="{FF2B5EF4-FFF2-40B4-BE49-F238E27FC236}">
                  <a16:creationId xmlns:a16="http://schemas.microsoft.com/office/drawing/2014/main" id="{4F389CE0-7BE5-57BA-3295-B7660D927003}"/>
                </a:ext>
              </a:extLst>
            </p:cNvPr>
            <p:cNvSpPr/>
            <p:nvPr/>
          </p:nvSpPr>
          <p:spPr>
            <a:xfrm>
              <a:off x="2890502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91" name="pg3546">
              <a:extLst>
                <a:ext uri="{FF2B5EF4-FFF2-40B4-BE49-F238E27FC236}">
                  <a16:creationId xmlns:a16="http://schemas.microsoft.com/office/drawing/2014/main" id="{8D4461CD-C583-F42A-BFFA-64183B0AB36C}"/>
                </a:ext>
              </a:extLst>
            </p:cNvPr>
            <p:cNvSpPr/>
            <p:nvPr/>
          </p:nvSpPr>
          <p:spPr>
            <a:xfrm>
              <a:off x="4461542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92" name="pg3547">
              <a:extLst>
                <a:ext uri="{FF2B5EF4-FFF2-40B4-BE49-F238E27FC236}">
                  <a16:creationId xmlns:a16="http://schemas.microsoft.com/office/drawing/2014/main" id="{C8269B58-AE5D-6735-70C4-B93A38F50D4E}"/>
                </a:ext>
              </a:extLst>
            </p:cNvPr>
            <p:cNvSpPr/>
            <p:nvPr/>
          </p:nvSpPr>
          <p:spPr>
            <a:xfrm>
              <a:off x="4473179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93" name="pg3548">
              <a:extLst>
                <a:ext uri="{FF2B5EF4-FFF2-40B4-BE49-F238E27FC236}">
                  <a16:creationId xmlns:a16="http://schemas.microsoft.com/office/drawing/2014/main" id="{B296A713-5219-C743-B044-4BCA9CAFBE46}"/>
                </a:ext>
              </a:extLst>
            </p:cNvPr>
            <p:cNvSpPr/>
            <p:nvPr/>
          </p:nvSpPr>
          <p:spPr>
            <a:xfrm>
              <a:off x="4484816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94" name="pg3549">
              <a:extLst>
                <a:ext uri="{FF2B5EF4-FFF2-40B4-BE49-F238E27FC236}">
                  <a16:creationId xmlns:a16="http://schemas.microsoft.com/office/drawing/2014/main" id="{772173E9-F0CB-CD99-F705-D0434D70C263}"/>
                </a:ext>
              </a:extLst>
            </p:cNvPr>
            <p:cNvSpPr/>
            <p:nvPr/>
          </p:nvSpPr>
          <p:spPr>
            <a:xfrm>
              <a:off x="4496454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95" name="pg3550">
              <a:extLst>
                <a:ext uri="{FF2B5EF4-FFF2-40B4-BE49-F238E27FC236}">
                  <a16:creationId xmlns:a16="http://schemas.microsoft.com/office/drawing/2014/main" id="{E2374266-A9E0-D360-A40B-2B3DB8304DD4}"/>
                </a:ext>
              </a:extLst>
            </p:cNvPr>
            <p:cNvSpPr/>
            <p:nvPr/>
          </p:nvSpPr>
          <p:spPr>
            <a:xfrm>
              <a:off x="4508091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96" name="pg3551">
              <a:extLst>
                <a:ext uri="{FF2B5EF4-FFF2-40B4-BE49-F238E27FC236}">
                  <a16:creationId xmlns:a16="http://schemas.microsoft.com/office/drawing/2014/main" id="{B4668301-1419-30A9-8219-A1CE32A6A89F}"/>
                </a:ext>
              </a:extLst>
            </p:cNvPr>
            <p:cNvSpPr/>
            <p:nvPr/>
          </p:nvSpPr>
          <p:spPr>
            <a:xfrm>
              <a:off x="4519728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97" name="pg3552">
              <a:extLst>
                <a:ext uri="{FF2B5EF4-FFF2-40B4-BE49-F238E27FC236}">
                  <a16:creationId xmlns:a16="http://schemas.microsoft.com/office/drawing/2014/main" id="{D2D7EA71-926B-5C3A-18EB-78F69C6F62DE}"/>
                </a:ext>
              </a:extLst>
            </p:cNvPr>
            <p:cNvSpPr/>
            <p:nvPr/>
          </p:nvSpPr>
          <p:spPr>
            <a:xfrm>
              <a:off x="4531366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98" name="pg3553">
              <a:extLst>
                <a:ext uri="{FF2B5EF4-FFF2-40B4-BE49-F238E27FC236}">
                  <a16:creationId xmlns:a16="http://schemas.microsoft.com/office/drawing/2014/main" id="{AD2570E5-78B2-4515-B097-53D097590F9E}"/>
                </a:ext>
              </a:extLst>
            </p:cNvPr>
            <p:cNvSpPr/>
            <p:nvPr/>
          </p:nvSpPr>
          <p:spPr>
            <a:xfrm>
              <a:off x="454300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99" name="pg3554">
              <a:extLst>
                <a:ext uri="{FF2B5EF4-FFF2-40B4-BE49-F238E27FC236}">
                  <a16:creationId xmlns:a16="http://schemas.microsoft.com/office/drawing/2014/main" id="{216F7064-1428-1BB6-7807-06D8C9968005}"/>
                </a:ext>
              </a:extLst>
            </p:cNvPr>
            <p:cNvSpPr/>
            <p:nvPr/>
          </p:nvSpPr>
          <p:spPr>
            <a:xfrm>
              <a:off x="4694288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00" name="pg3555">
              <a:extLst>
                <a:ext uri="{FF2B5EF4-FFF2-40B4-BE49-F238E27FC236}">
                  <a16:creationId xmlns:a16="http://schemas.microsoft.com/office/drawing/2014/main" id="{05378AEF-EFDB-9827-303C-B18319ED1053}"/>
                </a:ext>
              </a:extLst>
            </p:cNvPr>
            <p:cNvSpPr/>
            <p:nvPr/>
          </p:nvSpPr>
          <p:spPr>
            <a:xfrm>
              <a:off x="4705925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01" name="pg3556">
              <a:extLst>
                <a:ext uri="{FF2B5EF4-FFF2-40B4-BE49-F238E27FC236}">
                  <a16:creationId xmlns:a16="http://schemas.microsoft.com/office/drawing/2014/main" id="{A42EFFAF-441B-0436-83D8-3FA5AC8A0676}"/>
                </a:ext>
              </a:extLst>
            </p:cNvPr>
            <p:cNvSpPr/>
            <p:nvPr/>
          </p:nvSpPr>
          <p:spPr>
            <a:xfrm>
              <a:off x="471756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02" name="pg3557">
              <a:extLst>
                <a:ext uri="{FF2B5EF4-FFF2-40B4-BE49-F238E27FC236}">
                  <a16:creationId xmlns:a16="http://schemas.microsoft.com/office/drawing/2014/main" id="{94526EF3-40CC-F860-05AB-52AF07B59D8E}"/>
                </a:ext>
              </a:extLst>
            </p:cNvPr>
            <p:cNvSpPr/>
            <p:nvPr/>
          </p:nvSpPr>
          <p:spPr>
            <a:xfrm>
              <a:off x="4729200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03" name="pg3558">
              <a:extLst>
                <a:ext uri="{FF2B5EF4-FFF2-40B4-BE49-F238E27FC236}">
                  <a16:creationId xmlns:a16="http://schemas.microsoft.com/office/drawing/2014/main" id="{6FEA1C61-5824-323C-84B8-A6B7C82705F2}"/>
                </a:ext>
              </a:extLst>
            </p:cNvPr>
            <p:cNvSpPr/>
            <p:nvPr/>
          </p:nvSpPr>
          <p:spPr>
            <a:xfrm>
              <a:off x="4740837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04" name="pg3559">
              <a:extLst>
                <a:ext uri="{FF2B5EF4-FFF2-40B4-BE49-F238E27FC236}">
                  <a16:creationId xmlns:a16="http://schemas.microsoft.com/office/drawing/2014/main" id="{2D8E5F59-DC72-CC38-20C1-3956FAB454EF}"/>
                </a:ext>
              </a:extLst>
            </p:cNvPr>
            <p:cNvSpPr/>
            <p:nvPr/>
          </p:nvSpPr>
          <p:spPr>
            <a:xfrm>
              <a:off x="285559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05" name="pg3560">
              <a:extLst>
                <a:ext uri="{FF2B5EF4-FFF2-40B4-BE49-F238E27FC236}">
                  <a16:creationId xmlns:a16="http://schemas.microsoft.com/office/drawing/2014/main" id="{B7458D16-9AC6-D642-9D0D-534A6FFE7AAE}"/>
                </a:ext>
              </a:extLst>
            </p:cNvPr>
            <p:cNvSpPr/>
            <p:nvPr/>
          </p:nvSpPr>
          <p:spPr>
            <a:xfrm>
              <a:off x="2867227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06" name="pg3561">
              <a:extLst>
                <a:ext uri="{FF2B5EF4-FFF2-40B4-BE49-F238E27FC236}">
                  <a16:creationId xmlns:a16="http://schemas.microsoft.com/office/drawing/2014/main" id="{A5D8FAB7-29BA-1311-FCA3-D161A1B3F73C}"/>
                </a:ext>
              </a:extLst>
            </p:cNvPr>
            <p:cNvSpPr/>
            <p:nvPr/>
          </p:nvSpPr>
          <p:spPr>
            <a:xfrm>
              <a:off x="2878865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07" name="pg3562">
              <a:extLst>
                <a:ext uri="{FF2B5EF4-FFF2-40B4-BE49-F238E27FC236}">
                  <a16:creationId xmlns:a16="http://schemas.microsoft.com/office/drawing/2014/main" id="{51E98985-57C8-6D5A-C569-AB9912F62F8A}"/>
                </a:ext>
              </a:extLst>
            </p:cNvPr>
            <p:cNvSpPr/>
            <p:nvPr/>
          </p:nvSpPr>
          <p:spPr>
            <a:xfrm>
              <a:off x="2890502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08" name="pg3563">
              <a:extLst>
                <a:ext uri="{FF2B5EF4-FFF2-40B4-BE49-F238E27FC236}">
                  <a16:creationId xmlns:a16="http://schemas.microsoft.com/office/drawing/2014/main" id="{C7134370-7572-BB4A-D30A-1D5AA77C9956}"/>
                </a:ext>
              </a:extLst>
            </p:cNvPr>
            <p:cNvSpPr/>
            <p:nvPr/>
          </p:nvSpPr>
          <p:spPr>
            <a:xfrm>
              <a:off x="4473179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09" name="pg3564">
              <a:extLst>
                <a:ext uri="{FF2B5EF4-FFF2-40B4-BE49-F238E27FC236}">
                  <a16:creationId xmlns:a16="http://schemas.microsoft.com/office/drawing/2014/main" id="{9E46C255-73C7-458B-4D8A-7997E65A5211}"/>
                </a:ext>
              </a:extLst>
            </p:cNvPr>
            <p:cNvSpPr/>
            <p:nvPr/>
          </p:nvSpPr>
          <p:spPr>
            <a:xfrm>
              <a:off x="4484816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10" name="pg3565">
              <a:extLst>
                <a:ext uri="{FF2B5EF4-FFF2-40B4-BE49-F238E27FC236}">
                  <a16:creationId xmlns:a16="http://schemas.microsoft.com/office/drawing/2014/main" id="{1B9C6F45-63F1-6A82-49C0-D2E48787884D}"/>
                </a:ext>
              </a:extLst>
            </p:cNvPr>
            <p:cNvSpPr/>
            <p:nvPr/>
          </p:nvSpPr>
          <p:spPr>
            <a:xfrm>
              <a:off x="4496454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11" name="pg3566">
              <a:extLst>
                <a:ext uri="{FF2B5EF4-FFF2-40B4-BE49-F238E27FC236}">
                  <a16:creationId xmlns:a16="http://schemas.microsoft.com/office/drawing/2014/main" id="{6CD92F67-F6FC-FFE0-B435-62ACF466698B}"/>
                </a:ext>
              </a:extLst>
            </p:cNvPr>
            <p:cNvSpPr/>
            <p:nvPr/>
          </p:nvSpPr>
          <p:spPr>
            <a:xfrm>
              <a:off x="4508091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12" name="pg3567">
              <a:extLst>
                <a:ext uri="{FF2B5EF4-FFF2-40B4-BE49-F238E27FC236}">
                  <a16:creationId xmlns:a16="http://schemas.microsoft.com/office/drawing/2014/main" id="{DCCA39B4-54F7-187C-DF6F-3E77F09CD718}"/>
                </a:ext>
              </a:extLst>
            </p:cNvPr>
            <p:cNvSpPr/>
            <p:nvPr/>
          </p:nvSpPr>
          <p:spPr>
            <a:xfrm>
              <a:off x="4519728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13" name="pg3568">
              <a:extLst>
                <a:ext uri="{FF2B5EF4-FFF2-40B4-BE49-F238E27FC236}">
                  <a16:creationId xmlns:a16="http://schemas.microsoft.com/office/drawing/2014/main" id="{4DEA0881-DBC8-EFCD-F0EB-3B827FF027D8}"/>
                </a:ext>
              </a:extLst>
            </p:cNvPr>
            <p:cNvSpPr/>
            <p:nvPr/>
          </p:nvSpPr>
          <p:spPr>
            <a:xfrm>
              <a:off x="4531366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14" name="pg3569">
              <a:extLst>
                <a:ext uri="{FF2B5EF4-FFF2-40B4-BE49-F238E27FC236}">
                  <a16:creationId xmlns:a16="http://schemas.microsoft.com/office/drawing/2014/main" id="{AD89E5C1-4B60-3FD3-4F9A-64B2D3731697}"/>
                </a:ext>
              </a:extLst>
            </p:cNvPr>
            <p:cNvSpPr/>
            <p:nvPr/>
          </p:nvSpPr>
          <p:spPr>
            <a:xfrm>
              <a:off x="4543003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15" name="pg3570">
              <a:extLst>
                <a:ext uri="{FF2B5EF4-FFF2-40B4-BE49-F238E27FC236}">
                  <a16:creationId xmlns:a16="http://schemas.microsoft.com/office/drawing/2014/main" id="{8B83BF3B-25DD-5530-7471-11683D848326}"/>
                </a:ext>
              </a:extLst>
            </p:cNvPr>
            <p:cNvSpPr/>
            <p:nvPr/>
          </p:nvSpPr>
          <p:spPr>
            <a:xfrm>
              <a:off x="455464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16" name="pg3571">
              <a:extLst>
                <a:ext uri="{FF2B5EF4-FFF2-40B4-BE49-F238E27FC236}">
                  <a16:creationId xmlns:a16="http://schemas.microsoft.com/office/drawing/2014/main" id="{D99FBC89-923A-D2E6-4C43-FF24422E17E4}"/>
                </a:ext>
              </a:extLst>
            </p:cNvPr>
            <p:cNvSpPr/>
            <p:nvPr/>
          </p:nvSpPr>
          <p:spPr>
            <a:xfrm>
              <a:off x="4694288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17" name="pg3572">
              <a:extLst>
                <a:ext uri="{FF2B5EF4-FFF2-40B4-BE49-F238E27FC236}">
                  <a16:creationId xmlns:a16="http://schemas.microsoft.com/office/drawing/2014/main" id="{2269450F-73A9-4787-8EDE-43B66FD264EF}"/>
                </a:ext>
              </a:extLst>
            </p:cNvPr>
            <p:cNvSpPr/>
            <p:nvPr/>
          </p:nvSpPr>
          <p:spPr>
            <a:xfrm>
              <a:off x="4705925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18" name="pg3573">
              <a:extLst>
                <a:ext uri="{FF2B5EF4-FFF2-40B4-BE49-F238E27FC236}">
                  <a16:creationId xmlns:a16="http://schemas.microsoft.com/office/drawing/2014/main" id="{392D0825-6B1C-3A1F-EB17-2CFF59D33DF4}"/>
                </a:ext>
              </a:extLst>
            </p:cNvPr>
            <p:cNvSpPr/>
            <p:nvPr/>
          </p:nvSpPr>
          <p:spPr>
            <a:xfrm>
              <a:off x="4717563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19" name="pg3574">
              <a:extLst>
                <a:ext uri="{FF2B5EF4-FFF2-40B4-BE49-F238E27FC236}">
                  <a16:creationId xmlns:a16="http://schemas.microsoft.com/office/drawing/2014/main" id="{FD0A15B6-E91D-54F7-5E5D-250CCB726F9E}"/>
                </a:ext>
              </a:extLst>
            </p:cNvPr>
            <p:cNvSpPr/>
            <p:nvPr/>
          </p:nvSpPr>
          <p:spPr>
            <a:xfrm>
              <a:off x="472920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20" name="pg3575">
              <a:extLst>
                <a:ext uri="{FF2B5EF4-FFF2-40B4-BE49-F238E27FC236}">
                  <a16:creationId xmlns:a16="http://schemas.microsoft.com/office/drawing/2014/main" id="{A7818779-9754-DE5C-739E-8627B3B28E62}"/>
                </a:ext>
              </a:extLst>
            </p:cNvPr>
            <p:cNvSpPr/>
            <p:nvPr/>
          </p:nvSpPr>
          <p:spPr>
            <a:xfrm>
              <a:off x="4740837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21" name="pg3576">
              <a:extLst>
                <a:ext uri="{FF2B5EF4-FFF2-40B4-BE49-F238E27FC236}">
                  <a16:creationId xmlns:a16="http://schemas.microsoft.com/office/drawing/2014/main" id="{EF9C7333-B8BA-9CD0-B5AA-68BDF148E917}"/>
                </a:ext>
              </a:extLst>
            </p:cNvPr>
            <p:cNvSpPr/>
            <p:nvPr/>
          </p:nvSpPr>
          <p:spPr>
            <a:xfrm>
              <a:off x="2855590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22" name="pg3577">
              <a:extLst>
                <a:ext uri="{FF2B5EF4-FFF2-40B4-BE49-F238E27FC236}">
                  <a16:creationId xmlns:a16="http://schemas.microsoft.com/office/drawing/2014/main" id="{86205582-910C-59C0-3FE4-DF7606A4ED2E}"/>
                </a:ext>
              </a:extLst>
            </p:cNvPr>
            <p:cNvSpPr/>
            <p:nvPr/>
          </p:nvSpPr>
          <p:spPr>
            <a:xfrm>
              <a:off x="2867227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23" name="pg3578">
              <a:extLst>
                <a:ext uri="{FF2B5EF4-FFF2-40B4-BE49-F238E27FC236}">
                  <a16:creationId xmlns:a16="http://schemas.microsoft.com/office/drawing/2014/main" id="{0FC7AA9A-8134-5A1B-D999-6EA2BF5A4886}"/>
                </a:ext>
              </a:extLst>
            </p:cNvPr>
            <p:cNvSpPr/>
            <p:nvPr/>
          </p:nvSpPr>
          <p:spPr>
            <a:xfrm>
              <a:off x="2878865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24" name="pg3579">
              <a:extLst>
                <a:ext uri="{FF2B5EF4-FFF2-40B4-BE49-F238E27FC236}">
                  <a16:creationId xmlns:a16="http://schemas.microsoft.com/office/drawing/2014/main" id="{C7774903-3B38-6E6B-5909-9C9EC7709554}"/>
                </a:ext>
              </a:extLst>
            </p:cNvPr>
            <p:cNvSpPr/>
            <p:nvPr/>
          </p:nvSpPr>
          <p:spPr>
            <a:xfrm>
              <a:off x="2890502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25" name="pg3580">
              <a:extLst>
                <a:ext uri="{FF2B5EF4-FFF2-40B4-BE49-F238E27FC236}">
                  <a16:creationId xmlns:a16="http://schemas.microsoft.com/office/drawing/2014/main" id="{31436DE8-846A-E8EF-5B87-6ADAECD3559C}"/>
                </a:ext>
              </a:extLst>
            </p:cNvPr>
            <p:cNvSpPr/>
            <p:nvPr/>
          </p:nvSpPr>
          <p:spPr>
            <a:xfrm>
              <a:off x="4484816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26" name="pg3581">
              <a:extLst>
                <a:ext uri="{FF2B5EF4-FFF2-40B4-BE49-F238E27FC236}">
                  <a16:creationId xmlns:a16="http://schemas.microsoft.com/office/drawing/2014/main" id="{8B28D703-DA05-9D54-EB8F-C598D5498993}"/>
                </a:ext>
              </a:extLst>
            </p:cNvPr>
            <p:cNvSpPr/>
            <p:nvPr/>
          </p:nvSpPr>
          <p:spPr>
            <a:xfrm>
              <a:off x="4496454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27" name="pg3582">
              <a:extLst>
                <a:ext uri="{FF2B5EF4-FFF2-40B4-BE49-F238E27FC236}">
                  <a16:creationId xmlns:a16="http://schemas.microsoft.com/office/drawing/2014/main" id="{FC5312F8-6467-8C73-5D7E-34A57B08E46C}"/>
                </a:ext>
              </a:extLst>
            </p:cNvPr>
            <p:cNvSpPr/>
            <p:nvPr/>
          </p:nvSpPr>
          <p:spPr>
            <a:xfrm>
              <a:off x="4508091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28" name="pg3583">
              <a:extLst>
                <a:ext uri="{FF2B5EF4-FFF2-40B4-BE49-F238E27FC236}">
                  <a16:creationId xmlns:a16="http://schemas.microsoft.com/office/drawing/2014/main" id="{1F15EAF0-AAAB-668D-1404-A28D27B19B7F}"/>
                </a:ext>
              </a:extLst>
            </p:cNvPr>
            <p:cNvSpPr/>
            <p:nvPr/>
          </p:nvSpPr>
          <p:spPr>
            <a:xfrm>
              <a:off x="4519728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29" name="pg3584">
              <a:extLst>
                <a:ext uri="{FF2B5EF4-FFF2-40B4-BE49-F238E27FC236}">
                  <a16:creationId xmlns:a16="http://schemas.microsoft.com/office/drawing/2014/main" id="{14899FF3-4FDB-7C03-D617-C2FE2FD1E976}"/>
                </a:ext>
              </a:extLst>
            </p:cNvPr>
            <p:cNvSpPr/>
            <p:nvPr/>
          </p:nvSpPr>
          <p:spPr>
            <a:xfrm>
              <a:off x="4531366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30" name="pg3585">
              <a:extLst>
                <a:ext uri="{FF2B5EF4-FFF2-40B4-BE49-F238E27FC236}">
                  <a16:creationId xmlns:a16="http://schemas.microsoft.com/office/drawing/2014/main" id="{9A2249E7-9048-9F54-2E37-AF4190BEADCB}"/>
                </a:ext>
              </a:extLst>
            </p:cNvPr>
            <p:cNvSpPr/>
            <p:nvPr/>
          </p:nvSpPr>
          <p:spPr>
            <a:xfrm>
              <a:off x="4543003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31" name="pg3586">
              <a:extLst>
                <a:ext uri="{FF2B5EF4-FFF2-40B4-BE49-F238E27FC236}">
                  <a16:creationId xmlns:a16="http://schemas.microsoft.com/office/drawing/2014/main" id="{5920CCE0-12E9-EDEC-A84B-606079281DD9}"/>
                </a:ext>
              </a:extLst>
            </p:cNvPr>
            <p:cNvSpPr/>
            <p:nvPr/>
          </p:nvSpPr>
          <p:spPr>
            <a:xfrm>
              <a:off x="4694288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32" name="pg3587">
              <a:extLst>
                <a:ext uri="{FF2B5EF4-FFF2-40B4-BE49-F238E27FC236}">
                  <a16:creationId xmlns:a16="http://schemas.microsoft.com/office/drawing/2014/main" id="{62950AFF-B52A-C7D2-8A7A-B3C92F105111}"/>
                </a:ext>
              </a:extLst>
            </p:cNvPr>
            <p:cNvSpPr/>
            <p:nvPr/>
          </p:nvSpPr>
          <p:spPr>
            <a:xfrm>
              <a:off x="4705925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33" name="pg3588">
              <a:extLst>
                <a:ext uri="{FF2B5EF4-FFF2-40B4-BE49-F238E27FC236}">
                  <a16:creationId xmlns:a16="http://schemas.microsoft.com/office/drawing/2014/main" id="{5C6C701E-4F9E-7DD7-7A39-A9C17C24EF2A}"/>
                </a:ext>
              </a:extLst>
            </p:cNvPr>
            <p:cNvSpPr/>
            <p:nvPr/>
          </p:nvSpPr>
          <p:spPr>
            <a:xfrm>
              <a:off x="4717563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34" name="pg3589">
              <a:extLst>
                <a:ext uri="{FF2B5EF4-FFF2-40B4-BE49-F238E27FC236}">
                  <a16:creationId xmlns:a16="http://schemas.microsoft.com/office/drawing/2014/main" id="{3FCA978E-28FC-2D24-C0A6-34B41890CA98}"/>
                </a:ext>
              </a:extLst>
            </p:cNvPr>
            <p:cNvSpPr/>
            <p:nvPr/>
          </p:nvSpPr>
          <p:spPr>
            <a:xfrm>
              <a:off x="4729200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35" name="pg3590">
              <a:extLst>
                <a:ext uri="{FF2B5EF4-FFF2-40B4-BE49-F238E27FC236}">
                  <a16:creationId xmlns:a16="http://schemas.microsoft.com/office/drawing/2014/main" id="{63B4DB36-A3EE-3050-89E8-777E234750DA}"/>
                </a:ext>
              </a:extLst>
            </p:cNvPr>
            <p:cNvSpPr/>
            <p:nvPr/>
          </p:nvSpPr>
          <p:spPr>
            <a:xfrm>
              <a:off x="4740837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36" name="pg3591">
              <a:extLst>
                <a:ext uri="{FF2B5EF4-FFF2-40B4-BE49-F238E27FC236}">
                  <a16:creationId xmlns:a16="http://schemas.microsoft.com/office/drawing/2014/main" id="{1D691CEB-8605-6B33-B9BE-9304772FA133}"/>
                </a:ext>
              </a:extLst>
            </p:cNvPr>
            <p:cNvSpPr/>
            <p:nvPr/>
          </p:nvSpPr>
          <p:spPr>
            <a:xfrm>
              <a:off x="2855590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37" name="pg3592">
              <a:extLst>
                <a:ext uri="{FF2B5EF4-FFF2-40B4-BE49-F238E27FC236}">
                  <a16:creationId xmlns:a16="http://schemas.microsoft.com/office/drawing/2014/main" id="{034A8267-207E-9425-2523-9118899C0AB3}"/>
                </a:ext>
              </a:extLst>
            </p:cNvPr>
            <p:cNvSpPr/>
            <p:nvPr/>
          </p:nvSpPr>
          <p:spPr>
            <a:xfrm>
              <a:off x="2867227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38" name="pg3593">
              <a:extLst>
                <a:ext uri="{FF2B5EF4-FFF2-40B4-BE49-F238E27FC236}">
                  <a16:creationId xmlns:a16="http://schemas.microsoft.com/office/drawing/2014/main" id="{3D4D6778-8AED-E248-BE4C-79C8DE0C83CA}"/>
                </a:ext>
              </a:extLst>
            </p:cNvPr>
            <p:cNvSpPr/>
            <p:nvPr/>
          </p:nvSpPr>
          <p:spPr>
            <a:xfrm>
              <a:off x="2878865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39" name="pg3594">
              <a:extLst>
                <a:ext uri="{FF2B5EF4-FFF2-40B4-BE49-F238E27FC236}">
                  <a16:creationId xmlns:a16="http://schemas.microsoft.com/office/drawing/2014/main" id="{2041206A-DD38-28E9-B041-67849BB6A07A}"/>
                </a:ext>
              </a:extLst>
            </p:cNvPr>
            <p:cNvSpPr/>
            <p:nvPr/>
          </p:nvSpPr>
          <p:spPr>
            <a:xfrm>
              <a:off x="2890502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40" name="pg3595">
              <a:extLst>
                <a:ext uri="{FF2B5EF4-FFF2-40B4-BE49-F238E27FC236}">
                  <a16:creationId xmlns:a16="http://schemas.microsoft.com/office/drawing/2014/main" id="{9F0AFB35-6E2D-17A5-46AD-225331531607}"/>
                </a:ext>
              </a:extLst>
            </p:cNvPr>
            <p:cNvSpPr/>
            <p:nvPr/>
          </p:nvSpPr>
          <p:spPr>
            <a:xfrm>
              <a:off x="2902139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41" name="pg3596">
              <a:extLst>
                <a:ext uri="{FF2B5EF4-FFF2-40B4-BE49-F238E27FC236}">
                  <a16:creationId xmlns:a16="http://schemas.microsoft.com/office/drawing/2014/main" id="{8B9E27C8-F120-E58F-6E78-7725E985F71A}"/>
                </a:ext>
              </a:extLst>
            </p:cNvPr>
            <p:cNvSpPr/>
            <p:nvPr/>
          </p:nvSpPr>
          <p:spPr>
            <a:xfrm>
              <a:off x="4484816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42" name="pg3597">
              <a:extLst>
                <a:ext uri="{FF2B5EF4-FFF2-40B4-BE49-F238E27FC236}">
                  <a16:creationId xmlns:a16="http://schemas.microsoft.com/office/drawing/2014/main" id="{760C20BF-50E3-A86E-B0C2-1F76B581FD01}"/>
                </a:ext>
              </a:extLst>
            </p:cNvPr>
            <p:cNvSpPr/>
            <p:nvPr/>
          </p:nvSpPr>
          <p:spPr>
            <a:xfrm>
              <a:off x="4496454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43" name="pg3598">
              <a:extLst>
                <a:ext uri="{FF2B5EF4-FFF2-40B4-BE49-F238E27FC236}">
                  <a16:creationId xmlns:a16="http://schemas.microsoft.com/office/drawing/2014/main" id="{B18AB0EF-0E0A-B333-7C49-FC6FB69580C4}"/>
                </a:ext>
              </a:extLst>
            </p:cNvPr>
            <p:cNvSpPr/>
            <p:nvPr/>
          </p:nvSpPr>
          <p:spPr>
            <a:xfrm>
              <a:off x="4508091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44" name="pg3599">
              <a:extLst>
                <a:ext uri="{FF2B5EF4-FFF2-40B4-BE49-F238E27FC236}">
                  <a16:creationId xmlns:a16="http://schemas.microsoft.com/office/drawing/2014/main" id="{824979F6-A3EC-5287-11F2-65E310145302}"/>
                </a:ext>
              </a:extLst>
            </p:cNvPr>
            <p:cNvSpPr/>
            <p:nvPr/>
          </p:nvSpPr>
          <p:spPr>
            <a:xfrm>
              <a:off x="4519728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45" name="pg3600">
              <a:extLst>
                <a:ext uri="{FF2B5EF4-FFF2-40B4-BE49-F238E27FC236}">
                  <a16:creationId xmlns:a16="http://schemas.microsoft.com/office/drawing/2014/main" id="{EE3FB653-FD58-F18D-8D9D-725A520E4A96}"/>
                </a:ext>
              </a:extLst>
            </p:cNvPr>
            <p:cNvSpPr/>
            <p:nvPr/>
          </p:nvSpPr>
          <p:spPr>
            <a:xfrm>
              <a:off x="4531366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46" name="pg3601">
              <a:extLst>
                <a:ext uri="{FF2B5EF4-FFF2-40B4-BE49-F238E27FC236}">
                  <a16:creationId xmlns:a16="http://schemas.microsoft.com/office/drawing/2014/main" id="{51A71E06-E575-A93C-7B16-CD2D336BA7A7}"/>
                </a:ext>
              </a:extLst>
            </p:cNvPr>
            <p:cNvSpPr/>
            <p:nvPr/>
          </p:nvSpPr>
          <p:spPr>
            <a:xfrm>
              <a:off x="4543003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47" name="pg3602">
              <a:extLst>
                <a:ext uri="{FF2B5EF4-FFF2-40B4-BE49-F238E27FC236}">
                  <a16:creationId xmlns:a16="http://schemas.microsoft.com/office/drawing/2014/main" id="{904E854E-180B-9F51-24F7-223ECE93F3E2}"/>
                </a:ext>
              </a:extLst>
            </p:cNvPr>
            <p:cNvSpPr/>
            <p:nvPr/>
          </p:nvSpPr>
          <p:spPr>
            <a:xfrm>
              <a:off x="4694288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48" name="pg3603">
              <a:extLst>
                <a:ext uri="{FF2B5EF4-FFF2-40B4-BE49-F238E27FC236}">
                  <a16:creationId xmlns:a16="http://schemas.microsoft.com/office/drawing/2014/main" id="{7AED4766-7B45-30FF-0B2F-6BF4CA9B4C1D}"/>
                </a:ext>
              </a:extLst>
            </p:cNvPr>
            <p:cNvSpPr/>
            <p:nvPr/>
          </p:nvSpPr>
          <p:spPr>
            <a:xfrm>
              <a:off x="4705925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49" name="pg3604">
              <a:extLst>
                <a:ext uri="{FF2B5EF4-FFF2-40B4-BE49-F238E27FC236}">
                  <a16:creationId xmlns:a16="http://schemas.microsoft.com/office/drawing/2014/main" id="{27141786-8649-E7B1-3974-CCF620F0FC86}"/>
                </a:ext>
              </a:extLst>
            </p:cNvPr>
            <p:cNvSpPr/>
            <p:nvPr/>
          </p:nvSpPr>
          <p:spPr>
            <a:xfrm>
              <a:off x="4717563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50" name="pg3605">
              <a:extLst>
                <a:ext uri="{FF2B5EF4-FFF2-40B4-BE49-F238E27FC236}">
                  <a16:creationId xmlns:a16="http://schemas.microsoft.com/office/drawing/2014/main" id="{798891BB-0D70-D935-253D-BCC9DFE5BED4}"/>
                </a:ext>
              </a:extLst>
            </p:cNvPr>
            <p:cNvSpPr/>
            <p:nvPr/>
          </p:nvSpPr>
          <p:spPr>
            <a:xfrm>
              <a:off x="4729200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51" name="pg3606">
              <a:extLst>
                <a:ext uri="{FF2B5EF4-FFF2-40B4-BE49-F238E27FC236}">
                  <a16:creationId xmlns:a16="http://schemas.microsoft.com/office/drawing/2014/main" id="{C92649AC-8500-09CB-ECDE-5A2E86941505}"/>
                </a:ext>
              </a:extLst>
            </p:cNvPr>
            <p:cNvSpPr/>
            <p:nvPr/>
          </p:nvSpPr>
          <p:spPr>
            <a:xfrm>
              <a:off x="4740837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52" name="pg3607">
              <a:extLst>
                <a:ext uri="{FF2B5EF4-FFF2-40B4-BE49-F238E27FC236}">
                  <a16:creationId xmlns:a16="http://schemas.microsoft.com/office/drawing/2014/main" id="{B707D13D-F571-07BE-878D-CD51775B59FD}"/>
                </a:ext>
              </a:extLst>
            </p:cNvPr>
            <p:cNvSpPr/>
            <p:nvPr/>
          </p:nvSpPr>
          <p:spPr>
            <a:xfrm>
              <a:off x="2855590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53" name="pg3608">
              <a:extLst>
                <a:ext uri="{FF2B5EF4-FFF2-40B4-BE49-F238E27FC236}">
                  <a16:creationId xmlns:a16="http://schemas.microsoft.com/office/drawing/2014/main" id="{47DF1CC4-438D-C108-4527-6296858EF380}"/>
                </a:ext>
              </a:extLst>
            </p:cNvPr>
            <p:cNvSpPr/>
            <p:nvPr/>
          </p:nvSpPr>
          <p:spPr>
            <a:xfrm>
              <a:off x="2867227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54" name="pg3609">
              <a:extLst>
                <a:ext uri="{FF2B5EF4-FFF2-40B4-BE49-F238E27FC236}">
                  <a16:creationId xmlns:a16="http://schemas.microsoft.com/office/drawing/2014/main" id="{DFB0BB7C-34CA-BB2D-0168-B04D281DF9D2}"/>
                </a:ext>
              </a:extLst>
            </p:cNvPr>
            <p:cNvSpPr/>
            <p:nvPr/>
          </p:nvSpPr>
          <p:spPr>
            <a:xfrm>
              <a:off x="2878865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55" name="pg3610">
              <a:extLst>
                <a:ext uri="{FF2B5EF4-FFF2-40B4-BE49-F238E27FC236}">
                  <a16:creationId xmlns:a16="http://schemas.microsoft.com/office/drawing/2014/main" id="{56940050-E8FA-8A89-C02A-6F59AA8943E9}"/>
                </a:ext>
              </a:extLst>
            </p:cNvPr>
            <p:cNvSpPr/>
            <p:nvPr/>
          </p:nvSpPr>
          <p:spPr>
            <a:xfrm>
              <a:off x="2890502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56" name="pg3611">
              <a:extLst>
                <a:ext uri="{FF2B5EF4-FFF2-40B4-BE49-F238E27FC236}">
                  <a16:creationId xmlns:a16="http://schemas.microsoft.com/office/drawing/2014/main" id="{9B3E4D8C-5904-B471-8C86-46B92D1876F9}"/>
                </a:ext>
              </a:extLst>
            </p:cNvPr>
            <p:cNvSpPr/>
            <p:nvPr/>
          </p:nvSpPr>
          <p:spPr>
            <a:xfrm>
              <a:off x="2902139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57" name="pg3612">
              <a:extLst>
                <a:ext uri="{FF2B5EF4-FFF2-40B4-BE49-F238E27FC236}">
                  <a16:creationId xmlns:a16="http://schemas.microsoft.com/office/drawing/2014/main" id="{7C05345F-2858-4E10-E537-5F0EFB31B5AC}"/>
                </a:ext>
              </a:extLst>
            </p:cNvPr>
            <p:cNvSpPr/>
            <p:nvPr/>
          </p:nvSpPr>
          <p:spPr>
            <a:xfrm>
              <a:off x="4496454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58" name="pg3613">
              <a:extLst>
                <a:ext uri="{FF2B5EF4-FFF2-40B4-BE49-F238E27FC236}">
                  <a16:creationId xmlns:a16="http://schemas.microsoft.com/office/drawing/2014/main" id="{85921760-DCE6-F382-68E1-8544C49DDD63}"/>
                </a:ext>
              </a:extLst>
            </p:cNvPr>
            <p:cNvSpPr/>
            <p:nvPr/>
          </p:nvSpPr>
          <p:spPr>
            <a:xfrm>
              <a:off x="4508091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59" name="pg3614">
              <a:extLst>
                <a:ext uri="{FF2B5EF4-FFF2-40B4-BE49-F238E27FC236}">
                  <a16:creationId xmlns:a16="http://schemas.microsoft.com/office/drawing/2014/main" id="{6A9C9EC1-7A25-C71C-0C2A-76B4FDACB548}"/>
                </a:ext>
              </a:extLst>
            </p:cNvPr>
            <p:cNvSpPr/>
            <p:nvPr/>
          </p:nvSpPr>
          <p:spPr>
            <a:xfrm>
              <a:off x="4519728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60" name="pg3615">
              <a:extLst>
                <a:ext uri="{FF2B5EF4-FFF2-40B4-BE49-F238E27FC236}">
                  <a16:creationId xmlns:a16="http://schemas.microsoft.com/office/drawing/2014/main" id="{8A1A180B-C66E-704B-6F54-205595197CA4}"/>
                </a:ext>
              </a:extLst>
            </p:cNvPr>
            <p:cNvSpPr/>
            <p:nvPr/>
          </p:nvSpPr>
          <p:spPr>
            <a:xfrm>
              <a:off x="4531366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61" name="pg3616">
              <a:extLst>
                <a:ext uri="{FF2B5EF4-FFF2-40B4-BE49-F238E27FC236}">
                  <a16:creationId xmlns:a16="http://schemas.microsoft.com/office/drawing/2014/main" id="{8BEB1011-9051-A1C8-6E47-23A68A854E35}"/>
                </a:ext>
              </a:extLst>
            </p:cNvPr>
            <p:cNvSpPr/>
            <p:nvPr/>
          </p:nvSpPr>
          <p:spPr>
            <a:xfrm>
              <a:off x="4543003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62" name="pg3617">
              <a:extLst>
                <a:ext uri="{FF2B5EF4-FFF2-40B4-BE49-F238E27FC236}">
                  <a16:creationId xmlns:a16="http://schemas.microsoft.com/office/drawing/2014/main" id="{2FC2728F-991E-8617-1A24-FA67A897F3FC}"/>
                </a:ext>
              </a:extLst>
            </p:cNvPr>
            <p:cNvSpPr/>
            <p:nvPr/>
          </p:nvSpPr>
          <p:spPr>
            <a:xfrm>
              <a:off x="4694288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63" name="pg3618">
              <a:extLst>
                <a:ext uri="{FF2B5EF4-FFF2-40B4-BE49-F238E27FC236}">
                  <a16:creationId xmlns:a16="http://schemas.microsoft.com/office/drawing/2014/main" id="{AC717A5B-F927-D8A1-0EDC-72DEBE714320}"/>
                </a:ext>
              </a:extLst>
            </p:cNvPr>
            <p:cNvSpPr/>
            <p:nvPr/>
          </p:nvSpPr>
          <p:spPr>
            <a:xfrm>
              <a:off x="4705925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64" name="pg3619">
              <a:extLst>
                <a:ext uri="{FF2B5EF4-FFF2-40B4-BE49-F238E27FC236}">
                  <a16:creationId xmlns:a16="http://schemas.microsoft.com/office/drawing/2014/main" id="{7CA62131-5C22-89C2-1BC2-FF0FCEACA224}"/>
                </a:ext>
              </a:extLst>
            </p:cNvPr>
            <p:cNvSpPr/>
            <p:nvPr/>
          </p:nvSpPr>
          <p:spPr>
            <a:xfrm>
              <a:off x="4717563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65" name="pg3620">
              <a:extLst>
                <a:ext uri="{FF2B5EF4-FFF2-40B4-BE49-F238E27FC236}">
                  <a16:creationId xmlns:a16="http://schemas.microsoft.com/office/drawing/2014/main" id="{019CE3F5-E5D2-DCDC-DE3C-5925B53439CA}"/>
                </a:ext>
              </a:extLst>
            </p:cNvPr>
            <p:cNvSpPr/>
            <p:nvPr/>
          </p:nvSpPr>
          <p:spPr>
            <a:xfrm>
              <a:off x="4729200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66" name="pg3621">
              <a:extLst>
                <a:ext uri="{FF2B5EF4-FFF2-40B4-BE49-F238E27FC236}">
                  <a16:creationId xmlns:a16="http://schemas.microsoft.com/office/drawing/2014/main" id="{275877C4-7907-068F-4F8B-5169F77B3486}"/>
                </a:ext>
              </a:extLst>
            </p:cNvPr>
            <p:cNvSpPr/>
            <p:nvPr/>
          </p:nvSpPr>
          <p:spPr>
            <a:xfrm>
              <a:off x="2867227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67" name="pg3622">
              <a:extLst>
                <a:ext uri="{FF2B5EF4-FFF2-40B4-BE49-F238E27FC236}">
                  <a16:creationId xmlns:a16="http://schemas.microsoft.com/office/drawing/2014/main" id="{79460602-1163-EA3E-5965-C15508EDFEEC}"/>
                </a:ext>
              </a:extLst>
            </p:cNvPr>
            <p:cNvSpPr/>
            <p:nvPr/>
          </p:nvSpPr>
          <p:spPr>
            <a:xfrm>
              <a:off x="2878865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68" name="pg3623">
              <a:extLst>
                <a:ext uri="{FF2B5EF4-FFF2-40B4-BE49-F238E27FC236}">
                  <a16:creationId xmlns:a16="http://schemas.microsoft.com/office/drawing/2014/main" id="{03099D75-40FA-F007-E09E-6F18D7ABB8A7}"/>
                </a:ext>
              </a:extLst>
            </p:cNvPr>
            <p:cNvSpPr/>
            <p:nvPr/>
          </p:nvSpPr>
          <p:spPr>
            <a:xfrm>
              <a:off x="2890502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69" name="pg3624">
              <a:extLst>
                <a:ext uri="{FF2B5EF4-FFF2-40B4-BE49-F238E27FC236}">
                  <a16:creationId xmlns:a16="http://schemas.microsoft.com/office/drawing/2014/main" id="{20787950-26A5-A2DE-1E82-B6603EA391CD}"/>
                </a:ext>
              </a:extLst>
            </p:cNvPr>
            <p:cNvSpPr/>
            <p:nvPr/>
          </p:nvSpPr>
          <p:spPr>
            <a:xfrm>
              <a:off x="2902139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70" name="pg3625">
              <a:extLst>
                <a:ext uri="{FF2B5EF4-FFF2-40B4-BE49-F238E27FC236}">
                  <a16:creationId xmlns:a16="http://schemas.microsoft.com/office/drawing/2014/main" id="{19822A9D-E01F-6D43-E1DF-B5FEB99D12BA}"/>
                </a:ext>
              </a:extLst>
            </p:cNvPr>
            <p:cNvSpPr/>
            <p:nvPr/>
          </p:nvSpPr>
          <p:spPr>
            <a:xfrm>
              <a:off x="2913777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71" name="pg3626">
              <a:extLst>
                <a:ext uri="{FF2B5EF4-FFF2-40B4-BE49-F238E27FC236}">
                  <a16:creationId xmlns:a16="http://schemas.microsoft.com/office/drawing/2014/main" id="{02AEA0B8-18B9-3855-AC5D-740E42A8E8D8}"/>
                </a:ext>
              </a:extLst>
            </p:cNvPr>
            <p:cNvSpPr/>
            <p:nvPr/>
          </p:nvSpPr>
          <p:spPr>
            <a:xfrm>
              <a:off x="4508091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72" name="pg3627">
              <a:extLst>
                <a:ext uri="{FF2B5EF4-FFF2-40B4-BE49-F238E27FC236}">
                  <a16:creationId xmlns:a16="http://schemas.microsoft.com/office/drawing/2014/main" id="{6242DD78-BDB4-8F84-3F54-A05B1B7EE675}"/>
                </a:ext>
              </a:extLst>
            </p:cNvPr>
            <p:cNvSpPr/>
            <p:nvPr/>
          </p:nvSpPr>
          <p:spPr>
            <a:xfrm>
              <a:off x="4519728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73" name="pg3628">
              <a:extLst>
                <a:ext uri="{FF2B5EF4-FFF2-40B4-BE49-F238E27FC236}">
                  <a16:creationId xmlns:a16="http://schemas.microsoft.com/office/drawing/2014/main" id="{F968A59F-7E50-B6E8-FA28-A1C38B731545}"/>
                </a:ext>
              </a:extLst>
            </p:cNvPr>
            <p:cNvSpPr/>
            <p:nvPr/>
          </p:nvSpPr>
          <p:spPr>
            <a:xfrm>
              <a:off x="4531366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74" name="pg3629">
              <a:extLst>
                <a:ext uri="{FF2B5EF4-FFF2-40B4-BE49-F238E27FC236}">
                  <a16:creationId xmlns:a16="http://schemas.microsoft.com/office/drawing/2014/main" id="{7E1E7C57-1EA4-28CE-EBBD-32311F0D0F85}"/>
                </a:ext>
              </a:extLst>
            </p:cNvPr>
            <p:cNvSpPr/>
            <p:nvPr/>
          </p:nvSpPr>
          <p:spPr>
            <a:xfrm>
              <a:off x="4543003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75" name="pg3630">
              <a:extLst>
                <a:ext uri="{FF2B5EF4-FFF2-40B4-BE49-F238E27FC236}">
                  <a16:creationId xmlns:a16="http://schemas.microsoft.com/office/drawing/2014/main" id="{807F9A11-CA0B-486C-F450-4D4B70816C63}"/>
                </a:ext>
              </a:extLst>
            </p:cNvPr>
            <p:cNvSpPr/>
            <p:nvPr/>
          </p:nvSpPr>
          <p:spPr>
            <a:xfrm>
              <a:off x="4554640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76" name="pg3631">
              <a:extLst>
                <a:ext uri="{FF2B5EF4-FFF2-40B4-BE49-F238E27FC236}">
                  <a16:creationId xmlns:a16="http://schemas.microsoft.com/office/drawing/2014/main" id="{D1111FA1-D660-7110-F7A4-7FDF8FAE3152}"/>
                </a:ext>
              </a:extLst>
            </p:cNvPr>
            <p:cNvSpPr/>
            <p:nvPr/>
          </p:nvSpPr>
          <p:spPr>
            <a:xfrm>
              <a:off x="4694288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77" name="pg3632">
              <a:extLst>
                <a:ext uri="{FF2B5EF4-FFF2-40B4-BE49-F238E27FC236}">
                  <a16:creationId xmlns:a16="http://schemas.microsoft.com/office/drawing/2014/main" id="{62EE8101-9B32-3798-9BF3-CE4F5F422243}"/>
                </a:ext>
              </a:extLst>
            </p:cNvPr>
            <p:cNvSpPr/>
            <p:nvPr/>
          </p:nvSpPr>
          <p:spPr>
            <a:xfrm>
              <a:off x="4705925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78" name="pg3633">
              <a:extLst>
                <a:ext uri="{FF2B5EF4-FFF2-40B4-BE49-F238E27FC236}">
                  <a16:creationId xmlns:a16="http://schemas.microsoft.com/office/drawing/2014/main" id="{DC4828CC-9ECD-8826-61B7-3BA1F0831CDC}"/>
                </a:ext>
              </a:extLst>
            </p:cNvPr>
            <p:cNvSpPr/>
            <p:nvPr/>
          </p:nvSpPr>
          <p:spPr>
            <a:xfrm>
              <a:off x="4717563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79" name="pg3634">
              <a:extLst>
                <a:ext uri="{FF2B5EF4-FFF2-40B4-BE49-F238E27FC236}">
                  <a16:creationId xmlns:a16="http://schemas.microsoft.com/office/drawing/2014/main" id="{0F27283B-1113-C8B6-83FB-86DC3003C74C}"/>
                </a:ext>
              </a:extLst>
            </p:cNvPr>
            <p:cNvSpPr/>
            <p:nvPr/>
          </p:nvSpPr>
          <p:spPr>
            <a:xfrm>
              <a:off x="4729200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80" name="pg3635">
              <a:extLst>
                <a:ext uri="{FF2B5EF4-FFF2-40B4-BE49-F238E27FC236}">
                  <a16:creationId xmlns:a16="http://schemas.microsoft.com/office/drawing/2014/main" id="{831273A5-3366-CB7A-470D-DCD540179BFD}"/>
                </a:ext>
              </a:extLst>
            </p:cNvPr>
            <p:cNvSpPr/>
            <p:nvPr/>
          </p:nvSpPr>
          <p:spPr>
            <a:xfrm>
              <a:off x="2867227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81" name="pg3636">
              <a:extLst>
                <a:ext uri="{FF2B5EF4-FFF2-40B4-BE49-F238E27FC236}">
                  <a16:creationId xmlns:a16="http://schemas.microsoft.com/office/drawing/2014/main" id="{54E7A4B4-FF22-6528-5172-3AAD762AEF1C}"/>
                </a:ext>
              </a:extLst>
            </p:cNvPr>
            <p:cNvSpPr/>
            <p:nvPr/>
          </p:nvSpPr>
          <p:spPr>
            <a:xfrm>
              <a:off x="2878865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82" name="pg3637">
              <a:extLst>
                <a:ext uri="{FF2B5EF4-FFF2-40B4-BE49-F238E27FC236}">
                  <a16:creationId xmlns:a16="http://schemas.microsoft.com/office/drawing/2014/main" id="{47522EE1-3EA7-FFD9-75F3-D9E7269DE55D}"/>
                </a:ext>
              </a:extLst>
            </p:cNvPr>
            <p:cNvSpPr/>
            <p:nvPr/>
          </p:nvSpPr>
          <p:spPr>
            <a:xfrm>
              <a:off x="2890502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83" name="pg3638">
              <a:extLst>
                <a:ext uri="{FF2B5EF4-FFF2-40B4-BE49-F238E27FC236}">
                  <a16:creationId xmlns:a16="http://schemas.microsoft.com/office/drawing/2014/main" id="{1222FF3E-AF77-B77A-B8CA-689F4F831D3F}"/>
                </a:ext>
              </a:extLst>
            </p:cNvPr>
            <p:cNvSpPr/>
            <p:nvPr/>
          </p:nvSpPr>
          <p:spPr>
            <a:xfrm>
              <a:off x="2902139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84" name="pg3639">
              <a:extLst>
                <a:ext uri="{FF2B5EF4-FFF2-40B4-BE49-F238E27FC236}">
                  <a16:creationId xmlns:a16="http://schemas.microsoft.com/office/drawing/2014/main" id="{33981E2C-E035-97EC-AF65-3DE326EE2F69}"/>
                </a:ext>
              </a:extLst>
            </p:cNvPr>
            <p:cNvSpPr/>
            <p:nvPr/>
          </p:nvSpPr>
          <p:spPr>
            <a:xfrm>
              <a:off x="2913777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85" name="pg3640">
              <a:extLst>
                <a:ext uri="{FF2B5EF4-FFF2-40B4-BE49-F238E27FC236}">
                  <a16:creationId xmlns:a16="http://schemas.microsoft.com/office/drawing/2014/main" id="{4ABA13CE-0C12-E32A-66E5-93A24C4DC2FB}"/>
                </a:ext>
              </a:extLst>
            </p:cNvPr>
            <p:cNvSpPr/>
            <p:nvPr/>
          </p:nvSpPr>
          <p:spPr>
            <a:xfrm>
              <a:off x="2925414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86" name="pg3641">
              <a:extLst>
                <a:ext uri="{FF2B5EF4-FFF2-40B4-BE49-F238E27FC236}">
                  <a16:creationId xmlns:a16="http://schemas.microsoft.com/office/drawing/2014/main" id="{055547BB-5C31-2288-CDCD-A0251BB5C9E3}"/>
                </a:ext>
              </a:extLst>
            </p:cNvPr>
            <p:cNvSpPr/>
            <p:nvPr/>
          </p:nvSpPr>
          <p:spPr>
            <a:xfrm>
              <a:off x="4508091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87" name="pg3642">
              <a:extLst>
                <a:ext uri="{FF2B5EF4-FFF2-40B4-BE49-F238E27FC236}">
                  <a16:creationId xmlns:a16="http://schemas.microsoft.com/office/drawing/2014/main" id="{A0AFA192-A0D0-12F4-B8F7-56A8FD507585}"/>
                </a:ext>
              </a:extLst>
            </p:cNvPr>
            <p:cNvSpPr/>
            <p:nvPr/>
          </p:nvSpPr>
          <p:spPr>
            <a:xfrm>
              <a:off x="4519728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88" name="pg3643">
              <a:extLst>
                <a:ext uri="{FF2B5EF4-FFF2-40B4-BE49-F238E27FC236}">
                  <a16:creationId xmlns:a16="http://schemas.microsoft.com/office/drawing/2014/main" id="{A753E7F5-FF32-66D8-5067-37C5EC96439B}"/>
                </a:ext>
              </a:extLst>
            </p:cNvPr>
            <p:cNvSpPr/>
            <p:nvPr/>
          </p:nvSpPr>
          <p:spPr>
            <a:xfrm>
              <a:off x="4531366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89" name="pg3644">
              <a:extLst>
                <a:ext uri="{FF2B5EF4-FFF2-40B4-BE49-F238E27FC236}">
                  <a16:creationId xmlns:a16="http://schemas.microsoft.com/office/drawing/2014/main" id="{D233EF3F-4C98-4CBB-5764-F0F37ADC4FF1}"/>
                </a:ext>
              </a:extLst>
            </p:cNvPr>
            <p:cNvSpPr/>
            <p:nvPr/>
          </p:nvSpPr>
          <p:spPr>
            <a:xfrm>
              <a:off x="4543003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90" name="pg3645">
              <a:extLst>
                <a:ext uri="{FF2B5EF4-FFF2-40B4-BE49-F238E27FC236}">
                  <a16:creationId xmlns:a16="http://schemas.microsoft.com/office/drawing/2014/main" id="{ECA48461-0AA6-3055-5758-CB9BBBC8714B}"/>
                </a:ext>
              </a:extLst>
            </p:cNvPr>
            <p:cNvSpPr/>
            <p:nvPr/>
          </p:nvSpPr>
          <p:spPr>
            <a:xfrm>
              <a:off x="4554640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91" name="pg3646">
              <a:extLst>
                <a:ext uri="{FF2B5EF4-FFF2-40B4-BE49-F238E27FC236}">
                  <a16:creationId xmlns:a16="http://schemas.microsoft.com/office/drawing/2014/main" id="{90FAEF84-0C4D-1E03-7364-838A4C434C9A}"/>
                </a:ext>
              </a:extLst>
            </p:cNvPr>
            <p:cNvSpPr/>
            <p:nvPr/>
          </p:nvSpPr>
          <p:spPr>
            <a:xfrm>
              <a:off x="4694288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92" name="pg3647">
              <a:extLst>
                <a:ext uri="{FF2B5EF4-FFF2-40B4-BE49-F238E27FC236}">
                  <a16:creationId xmlns:a16="http://schemas.microsoft.com/office/drawing/2014/main" id="{ABDE463A-F4D0-26A3-96CD-F4CD92FBB7C0}"/>
                </a:ext>
              </a:extLst>
            </p:cNvPr>
            <p:cNvSpPr/>
            <p:nvPr/>
          </p:nvSpPr>
          <p:spPr>
            <a:xfrm>
              <a:off x="4705925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93" name="pg3648">
              <a:extLst>
                <a:ext uri="{FF2B5EF4-FFF2-40B4-BE49-F238E27FC236}">
                  <a16:creationId xmlns:a16="http://schemas.microsoft.com/office/drawing/2014/main" id="{AB179E64-0CD0-17AA-9972-89D1B0DFB9DE}"/>
                </a:ext>
              </a:extLst>
            </p:cNvPr>
            <p:cNvSpPr/>
            <p:nvPr/>
          </p:nvSpPr>
          <p:spPr>
            <a:xfrm>
              <a:off x="4717563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94" name="pg3649">
              <a:extLst>
                <a:ext uri="{FF2B5EF4-FFF2-40B4-BE49-F238E27FC236}">
                  <a16:creationId xmlns:a16="http://schemas.microsoft.com/office/drawing/2014/main" id="{5EAF6FCB-7DF1-C41F-EFB2-0FBE51F825A5}"/>
                </a:ext>
              </a:extLst>
            </p:cNvPr>
            <p:cNvSpPr/>
            <p:nvPr/>
          </p:nvSpPr>
          <p:spPr>
            <a:xfrm>
              <a:off x="4729200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95" name="pg3650">
              <a:extLst>
                <a:ext uri="{FF2B5EF4-FFF2-40B4-BE49-F238E27FC236}">
                  <a16:creationId xmlns:a16="http://schemas.microsoft.com/office/drawing/2014/main" id="{485D4D59-EB8B-22AD-F210-61B55B957CBD}"/>
                </a:ext>
              </a:extLst>
            </p:cNvPr>
            <p:cNvSpPr/>
            <p:nvPr/>
          </p:nvSpPr>
          <p:spPr>
            <a:xfrm>
              <a:off x="287886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96" name="pg3651">
              <a:extLst>
                <a:ext uri="{FF2B5EF4-FFF2-40B4-BE49-F238E27FC236}">
                  <a16:creationId xmlns:a16="http://schemas.microsoft.com/office/drawing/2014/main" id="{3C2D460E-2AD8-0CB3-E00C-A1B93C285EC2}"/>
                </a:ext>
              </a:extLst>
            </p:cNvPr>
            <p:cNvSpPr/>
            <p:nvPr/>
          </p:nvSpPr>
          <p:spPr>
            <a:xfrm>
              <a:off x="2890502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97" name="pg3652">
              <a:extLst>
                <a:ext uri="{FF2B5EF4-FFF2-40B4-BE49-F238E27FC236}">
                  <a16:creationId xmlns:a16="http://schemas.microsoft.com/office/drawing/2014/main" id="{2D8C746D-EF3C-AAB7-D6CB-30A5CEEEC2D7}"/>
                </a:ext>
              </a:extLst>
            </p:cNvPr>
            <p:cNvSpPr/>
            <p:nvPr/>
          </p:nvSpPr>
          <p:spPr>
            <a:xfrm>
              <a:off x="2902139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98" name="pg3653">
              <a:extLst>
                <a:ext uri="{FF2B5EF4-FFF2-40B4-BE49-F238E27FC236}">
                  <a16:creationId xmlns:a16="http://schemas.microsoft.com/office/drawing/2014/main" id="{41F5FA17-68EB-A221-2D20-F6AD9FD659E5}"/>
                </a:ext>
              </a:extLst>
            </p:cNvPr>
            <p:cNvSpPr/>
            <p:nvPr/>
          </p:nvSpPr>
          <p:spPr>
            <a:xfrm>
              <a:off x="2913777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99" name="pg3654">
              <a:extLst>
                <a:ext uri="{FF2B5EF4-FFF2-40B4-BE49-F238E27FC236}">
                  <a16:creationId xmlns:a16="http://schemas.microsoft.com/office/drawing/2014/main" id="{B8C330E3-4A18-1A50-294F-460205FCE346}"/>
                </a:ext>
              </a:extLst>
            </p:cNvPr>
            <p:cNvSpPr/>
            <p:nvPr/>
          </p:nvSpPr>
          <p:spPr>
            <a:xfrm>
              <a:off x="2925414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00" name="pg3655">
              <a:extLst>
                <a:ext uri="{FF2B5EF4-FFF2-40B4-BE49-F238E27FC236}">
                  <a16:creationId xmlns:a16="http://schemas.microsoft.com/office/drawing/2014/main" id="{239759AC-9CCF-2F4E-7B23-9124019A9133}"/>
                </a:ext>
              </a:extLst>
            </p:cNvPr>
            <p:cNvSpPr/>
            <p:nvPr/>
          </p:nvSpPr>
          <p:spPr>
            <a:xfrm>
              <a:off x="4508091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01" name="pg3656">
              <a:extLst>
                <a:ext uri="{FF2B5EF4-FFF2-40B4-BE49-F238E27FC236}">
                  <a16:creationId xmlns:a16="http://schemas.microsoft.com/office/drawing/2014/main" id="{0B34B44F-A635-9D00-7641-0266C18E8056}"/>
                </a:ext>
              </a:extLst>
            </p:cNvPr>
            <p:cNvSpPr/>
            <p:nvPr/>
          </p:nvSpPr>
          <p:spPr>
            <a:xfrm>
              <a:off x="451972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02" name="pg3657">
              <a:extLst>
                <a:ext uri="{FF2B5EF4-FFF2-40B4-BE49-F238E27FC236}">
                  <a16:creationId xmlns:a16="http://schemas.microsoft.com/office/drawing/2014/main" id="{D11DF7EE-4EC2-9E6B-85D9-F6F774411C84}"/>
                </a:ext>
              </a:extLst>
            </p:cNvPr>
            <p:cNvSpPr/>
            <p:nvPr/>
          </p:nvSpPr>
          <p:spPr>
            <a:xfrm>
              <a:off x="4531366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03" name="pg3658">
              <a:extLst>
                <a:ext uri="{FF2B5EF4-FFF2-40B4-BE49-F238E27FC236}">
                  <a16:creationId xmlns:a16="http://schemas.microsoft.com/office/drawing/2014/main" id="{51ABF949-054F-366B-A94B-4933E2060F15}"/>
                </a:ext>
              </a:extLst>
            </p:cNvPr>
            <p:cNvSpPr/>
            <p:nvPr/>
          </p:nvSpPr>
          <p:spPr>
            <a:xfrm>
              <a:off x="4543003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04" name="pg3659">
              <a:extLst>
                <a:ext uri="{FF2B5EF4-FFF2-40B4-BE49-F238E27FC236}">
                  <a16:creationId xmlns:a16="http://schemas.microsoft.com/office/drawing/2014/main" id="{EA69E795-DA41-D2F7-E6E0-65DD57DD17DA}"/>
                </a:ext>
              </a:extLst>
            </p:cNvPr>
            <p:cNvSpPr/>
            <p:nvPr/>
          </p:nvSpPr>
          <p:spPr>
            <a:xfrm>
              <a:off x="4554640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05" name="pg3660">
              <a:extLst>
                <a:ext uri="{FF2B5EF4-FFF2-40B4-BE49-F238E27FC236}">
                  <a16:creationId xmlns:a16="http://schemas.microsoft.com/office/drawing/2014/main" id="{E333ED1E-DFA0-3B9A-4B4E-E20EF38A0721}"/>
                </a:ext>
              </a:extLst>
            </p:cNvPr>
            <p:cNvSpPr/>
            <p:nvPr/>
          </p:nvSpPr>
          <p:spPr>
            <a:xfrm>
              <a:off x="456627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06" name="pg3661">
              <a:extLst>
                <a:ext uri="{FF2B5EF4-FFF2-40B4-BE49-F238E27FC236}">
                  <a16:creationId xmlns:a16="http://schemas.microsoft.com/office/drawing/2014/main" id="{A1552498-D803-8AB4-96E2-40118DC775F2}"/>
                </a:ext>
              </a:extLst>
            </p:cNvPr>
            <p:cNvSpPr/>
            <p:nvPr/>
          </p:nvSpPr>
          <p:spPr>
            <a:xfrm>
              <a:off x="457791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07" name="pg3662">
              <a:extLst>
                <a:ext uri="{FF2B5EF4-FFF2-40B4-BE49-F238E27FC236}">
                  <a16:creationId xmlns:a16="http://schemas.microsoft.com/office/drawing/2014/main" id="{9FD5D765-FCE7-0A86-CBAC-19C5C1393845}"/>
                </a:ext>
              </a:extLst>
            </p:cNvPr>
            <p:cNvSpPr/>
            <p:nvPr/>
          </p:nvSpPr>
          <p:spPr>
            <a:xfrm>
              <a:off x="4589552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08" name="pg3663">
              <a:extLst>
                <a:ext uri="{FF2B5EF4-FFF2-40B4-BE49-F238E27FC236}">
                  <a16:creationId xmlns:a16="http://schemas.microsoft.com/office/drawing/2014/main" id="{61B38D67-A502-B271-6303-AC903027E1E4}"/>
                </a:ext>
              </a:extLst>
            </p:cNvPr>
            <p:cNvSpPr/>
            <p:nvPr/>
          </p:nvSpPr>
          <p:spPr>
            <a:xfrm>
              <a:off x="469428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09" name="pg3664">
              <a:extLst>
                <a:ext uri="{FF2B5EF4-FFF2-40B4-BE49-F238E27FC236}">
                  <a16:creationId xmlns:a16="http://schemas.microsoft.com/office/drawing/2014/main" id="{02C82CA9-778F-321D-86D9-5FF88937D400}"/>
                </a:ext>
              </a:extLst>
            </p:cNvPr>
            <p:cNvSpPr/>
            <p:nvPr/>
          </p:nvSpPr>
          <p:spPr>
            <a:xfrm>
              <a:off x="470592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10" name="pg3665">
              <a:extLst>
                <a:ext uri="{FF2B5EF4-FFF2-40B4-BE49-F238E27FC236}">
                  <a16:creationId xmlns:a16="http://schemas.microsoft.com/office/drawing/2014/main" id="{101FB87C-58D8-D309-9A44-6EAFDAF28381}"/>
                </a:ext>
              </a:extLst>
            </p:cNvPr>
            <p:cNvSpPr/>
            <p:nvPr/>
          </p:nvSpPr>
          <p:spPr>
            <a:xfrm>
              <a:off x="4717563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11" name="pg3666">
              <a:extLst>
                <a:ext uri="{FF2B5EF4-FFF2-40B4-BE49-F238E27FC236}">
                  <a16:creationId xmlns:a16="http://schemas.microsoft.com/office/drawing/2014/main" id="{4CF46F39-39A4-313A-4D0D-8607D64BAB9A}"/>
                </a:ext>
              </a:extLst>
            </p:cNvPr>
            <p:cNvSpPr/>
            <p:nvPr/>
          </p:nvSpPr>
          <p:spPr>
            <a:xfrm>
              <a:off x="4729200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12" name="pg3667">
              <a:extLst>
                <a:ext uri="{FF2B5EF4-FFF2-40B4-BE49-F238E27FC236}">
                  <a16:creationId xmlns:a16="http://schemas.microsoft.com/office/drawing/2014/main" id="{F58FF002-90A4-96E6-5040-A735C9A28A62}"/>
                </a:ext>
              </a:extLst>
            </p:cNvPr>
            <p:cNvSpPr/>
            <p:nvPr/>
          </p:nvSpPr>
          <p:spPr>
            <a:xfrm>
              <a:off x="2890502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13" name="pg3668">
              <a:extLst>
                <a:ext uri="{FF2B5EF4-FFF2-40B4-BE49-F238E27FC236}">
                  <a16:creationId xmlns:a16="http://schemas.microsoft.com/office/drawing/2014/main" id="{C6EA60B5-A378-5017-BA28-7A9E382E7E26}"/>
                </a:ext>
              </a:extLst>
            </p:cNvPr>
            <p:cNvSpPr/>
            <p:nvPr/>
          </p:nvSpPr>
          <p:spPr>
            <a:xfrm>
              <a:off x="2902139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14" name="pg3669">
              <a:extLst>
                <a:ext uri="{FF2B5EF4-FFF2-40B4-BE49-F238E27FC236}">
                  <a16:creationId xmlns:a16="http://schemas.microsoft.com/office/drawing/2014/main" id="{8CD82730-2D73-8651-688F-FD050FB070C1}"/>
                </a:ext>
              </a:extLst>
            </p:cNvPr>
            <p:cNvSpPr/>
            <p:nvPr/>
          </p:nvSpPr>
          <p:spPr>
            <a:xfrm>
              <a:off x="2913777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15" name="pg3670">
              <a:extLst>
                <a:ext uri="{FF2B5EF4-FFF2-40B4-BE49-F238E27FC236}">
                  <a16:creationId xmlns:a16="http://schemas.microsoft.com/office/drawing/2014/main" id="{5AAE7FA1-E2C1-F659-4DE6-63BB5842659B}"/>
                </a:ext>
              </a:extLst>
            </p:cNvPr>
            <p:cNvSpPr/>
            <p:nvPr/>
          </p:nvSpPr>
          <p:spPr>
            <a:xfrm>
              <a:off x="2925414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16" name="pg3671">
              <a:extLst>
                <a:ext uri="{FF2B5EF4-FFF2-40B4-BE49-F238E27FC236}">
                  <a16:creationId xmlns:a16="http://schemas.microsoft.com/office/drawing/2014/main" id="{68E0544D-AC98-DD18-6319-D4D79E9E530B}"/>
                </a:ext>
              </a:extLst>
            </p:cNvPr>
            <p:cNvSpPr/>
            <p:nvPr/>
          </p:nvSpPr>
          <p:spPr>
            <a:xfrm>
              <a:off x="451972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17" name="pg3672">
              <a:extLst>
                <a:ext uri="{FF2B5EF4-FFF2-40B4-BE49-F238E27FC236}">
                  <a16:creationId xmlns:a16="http://schemas.microsoft.com/office/drawing/2014/main" id="{E531364E-8139-C186-86D2-084D7E4EC4B2}"/>
                </a:ext>
              </a:extLst>
            </p:cNvPr>
            <p:cNvSpPr/>
            <p:nvPr/>
          </p:nvSpPr>
          <p:spPr>
            <a:xfrm>
              <a:off x="4531366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18" name="pg3673">
              <a:extLst>
                <a:ext uri="{FF2B5EF4-FFF2-40B4-BE49-F238E27FC236}">
                  <a16:creationId xmlns:a16="http://schemas.microsoft.com/office/drawing/2014/main" id="{C28FFAA5-2CD8-6A58-6C76-6E674E3B8DAC}"/>
                </a:ext>
              </a:extLst>
            </p:cNvPr>
            <p:cNvSpPr/>
            <p:nvPr/>
          </p:nvSpPr>
          <p:spPr>
            <a:xfrm>
              <a:off x="4543003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19" name="pg3674">
              <a:extLst>
                <a:ext uri="{FF2B5EF4-FFF2-40B4-BE49-F238E27FC236}">
                  <a16:creationId xmlns:a16="http://schemas.microsoft.com/office/drawing/2014/main" id="{92A5CA40-AF68-DE22-2F39-216198F31FE5}"/>
                </a:ext>
              </a:extLst>
            </p:cNvPr>
            <p:cNvSpPr/>
            <p:nvPr/>
          </p:nvSpPr>
          <p:spPr>
            <a:xfrm>
              <a:off x="455464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20" name="pg3675">
              <a:extLst>
                <a:ext uri="{FF2B5EF4-FFF2-40B4-BE49-F238E27FC236}">
                  <a16:creationId xmlns:a16="http://schemas.microsoft.com/office/drawing/2014/main" id="{9E3A8338-B844-5B7F-9E8A-EE05D1198D8A}"/>
                </a:ext>
              </a:extLst>
            </p:cNvPr>
            <p:cNvSpPr/>
            <p:nvPr/>
          </p:nvSpPr>
          <p:spPr>
            <a:xfrm>
              <a:off x="456627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21" name="pg3676">
              <a:extLst>
                <a:ext uri="{FF2B5EF4-FFF2-40B4-BE49-F238E27FC236}">
                  <a16:creationId xmlns:a16="http://schemas.microsoft.com/office/drawing/2014/main" id="{6BE88D8C-43C5-DB9F-1D7E-BAE6C95DD469}"/>
                </a:ext>
              </a:extLst>
            </p:cNvPr>
            <p:cNvSpPr/>
            <p:nvPr/>
          </p:nvSpPr>
          <p:spPr>
            <a:xfrm>
              <a:off x="4577915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22" name="pg3677">
              <a:extLst>
                <a:ext uri="{FF2B5EF4-FFF2-40B4-BE49-F238E27FC236}">
                  <a16:creationId xmlns:a16="http://schemas.microsoft.com/office/drawing/2014/main" id="{C70B6D63-DB44-3673-DE69-82C74F943CD4}"/>
                </a:ext>
              </a:extLst>
            </p:cNvPr>
            <p:cNvSpPr/>
            <p:nvPr/>
          </p:nvSpPr>
          <p:spPr>
            <a:xfrm>
              <a:off x="4589552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23" name="pg3678">
              <a:extLst>
                <a:ext uri="{FF2B5EF4-FFF2-40B4-BE49-F238E27FC236}">
                  <a16:creationId xmlns:a16="http://schemas.microsoft.com/office/drawing/2014/main" id="{F44F7EA4-93F6-044E-9275-93AD1AC3616F}"/>
                </a:ext>
              </a:extLst>
            </p:cNvPr>
            <p:cNvSpPr/>
            <p:nvPr/>
          </p:nvSpPr>
          <p:spPr>
            <a:xfrm>
              <a:off x="460119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24" name="pg3679">
              <a:extLst>
                <a:ext uri="{FF2B5EF4-FFF2-40B4-BE49-F238E27FC236}">
                  <a16:creationId xmlns:a16="http://schemas.microsoft.com/office/drawing/2014/main" id="{599FCDE0-5CD6-7967-FF56-B7A5A9254FF8}"/>
                </a:ext>
              </a:extLst>
            </p:cNvPr>
            <p:cNvSpPr/>
            <p:nvPr/>
          </p:nvSpPr>
          <p:spPr>
            <a:xfrm>
              <a:off x="4682651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25" name="pg3680">
              <a:extLst>
                <a:ext uri="{FF2B5EF4-FFF2-40B4-BE49-F238E27FC236}">
                  <a16:creationId xmlns:a16="http://schemas.microsoft.com/office/drawing/2014/main" id="{BEE5E1CE-EA3E-21E3-5862-183C14BD7F8B}"/>
                </a:ext>
              </a:extLst>
            </p:cNvPr>
            <p:cNvSpPr/>
            <p:nvPr/>
          </p:nvSpPr>
          <p:spPr>
            <a:xfrm>
              <a:off x="469428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26" name="pg3681">
              <a:extLst>
                <a:ext uri="{FF2B5EF4-FFF2-40B4-BE49-F238E27FC236}">
                  <a16:creationId xmlns:a16="http://schemas.microsoft.com/office/drawing/2014/main" id="{45CE62DF-E353-2591-365B-049819383344}"/>
                </a:ext>
              </a:extLst>
            </p:cNvPr>
            <p:cNvSpPr/>
            <p:nvPr/>
          </p:nvSpPr>
          <p:spPr>
            <a:xfrm>
              <a:off x="4705925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27" name="pg3682">
              <a:extLst>
                <a:ext uri="{FF2B5EF4-FFF2-40B4-BE49-F238E27FC236}">
                  <a16:creationId xmlns:a16="http://schemas.microsoft.com/office/drawing/2014/main" id="{A9856CEE-B5AB-DBC1-44C0-F8D8E6BAA3DE}"/>
                </a:ext>
              </a:extLst>
            </p:cNvPr>
            <p:cNvSpPr/>
            <p:nvPr/>
          </p:nvSpPr>
          <p:spPr>
            <a:xfrm>
              <a:off x="4717563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28" name="pg3683">
              <a:extLst>
                <a:ext uri="{FF2B5EF4-FFF2-40B4-BE49-F238E27FC236}">
                  <a16:creationId xmlns:a16="http://schemas.microsoft.com/office/drawing/2014/main" id="{359A3EE9-D81A-97E7-412D-1B28054A20F5}"/>
                </a:ext>
              </a:extLst>
            </p:cNvPr>
            <p:cNvSpPr/>
            <p:nvPr/>
          </p:nvSpPr>
          <p:spPr>
            <a:xfrm>
              <a:off x="472920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29" name="pg3684">
              <a:extLst>
                <a:ext uri="{FF2B5EF4-FFF2-40B4-BE49-F238E27FC236}">
                  <a16:creationId xmlns:a16="http://schemas.microsoft.com/office/drawing/2014/main" id="{3C82ACF7-8CD3-6EC9-B4C4-6BCB082CA2AF}"/>
                </a:ext>
              </a:extLst>
            </p:cNvPr>
            <p:cNvSpPr/>
            <p:nvPr/>
          </p:nvSpPr>
          <p:spPr>
            <a:xfrm>
              <a:off x="2890502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30" name="pg3685">
              <a:extLst>
                <a:ext uri="{FF2B5EF4-FFF2-40B4-BE49-F238E27FC236}">
                  <a16:creationId xmlns:a16="http://schemas.microsoft.com/office/drawing/2014/main" id="{7F526BAF-ED16-0C8D-1848-AA479B504274}"/>
                </a:ext>
              </a:extLst>
            </p:cNvPr>
            <p:cNvSpPr/>
            <p:nvPr/>
          </p:nvSpPr>
          <p:spPr>
            <a:xfrm>
              <a:off x="2902139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31" name="pg3686">
              <a:extLst>
                <a:ext uri="{FF2B5EF4-FFF2-40B4-BE49-F238E27FC236}">
                  <a16:creationId xmlns:a16="http://schemas.microsoft.com/office/drawing/2014/main" id="{ED671193-5025-5AD4-0934-A92306A45FB8}"/>
                </a:ext>
              </a:extLst>
            </p:cNvPr>
            <p:cNvSpPr/>
            <p:nvPr/>
          </p:nvSpPr>
          <p:spPr>
            <a:xfrm>
              <a:off x="2913777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32" name="pg3687">
              <a:extLst>
                <a:ext uri="{FF2B5EF4-FFF2-40B4-BE49-F238E27FC236}">
                  <a16:creationId xmlns:a16="http://schemas.microsoft.com/office/drawing/2014/main" id="{472F3DF5-49D4-8C23-F57F-C3A04BEC92C4}"/>
                </a:ext>
              </a:extLst>
            </p:cNvPr>
            <p:cNvSpPr/>
            <p:nvPr/>
          </p:nvSpPr>
          <p:spPr>
            <a:xfrm>
              <a:off x="2925414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33" name="pg3688">
              <a:extLst>
                <a:ext uri="{FF2B5EF4-FFF2-40B4-BE49-F238E27FC236}">
                  <a16:creationId xmlns:a16="http://schemas.microsoft.com/office/drawing/2014/main" id="{90F46F29-138E-C0E0-5082-444BB02ABD03}"/>
                </a:ext>
              </a:extLst>
            </p:cNvPr>
            <p:cNvSpPr/>
            <p:nvPr/>
          </p:nvSpPr>
          <p:spPr>
            <a:xfrm>
              <a:off x="4531366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34" name="pg3689">
              <a:extLst>
                <a:ext uri="{FF2B5EF4-FFF2-40B4-BE49-F238E27FC236}">
                  <a16:creationId xmlns:a16="http://schemas.microsoft.com/office/drawing/2014/main" id="{793BD777-FE8E-C53A-C9AE-29969664C15A}"/>
                </a:ext>
              </a:extLst>
            </p:cNvPr>
            <p:cNvSpPr/>
            <p:nvPr/>
          </p:nvSpPr>
          <p:spPr>
            <a:xfrm>
              <a:off x="4543003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35" name="pg3690">
              <a:extLst>
                <a:ext uri="{FF2B5EF4-FFF2-40B4-BE49-F238E27FC236}">
                  <a16:creationId xmlns:a16="http://schemas.microsoft.com/office/drawing/2014/main" id="{5EE6A1F5-E7D6-84E6-8E07-68A0F8E9CFF8}"/>
                </a:ext>
              </a:extLst>
            </p:cNvPr>
            <p:cNvSpPr/>
            <p:nvPr/>
          </p:nvSpPr>
          <p:spPr>
            <a:xfrm>
              <a:off x="455464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36" name="pg3691">
              <a:extLst>
                <a:ext uri="{FF2B5EF4-FFF2-40B4-BE49-F238E27FC236}">
                  <a16:creationId xmlns:a16="http://schemas.microsoft.com/office/drawing/2014/main" id="{2987A42B-269B-D624-8824-6E8D7A300490}"/>
                </a:ext>
              </a:extLst>
            </p:cNvPr>
            <p:cNvSpPr/>
            <p:nvPr/>
          </p:nvSpPr>
          <p:spPr>
            <a:xfrm>
              <a:off x="4566278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37" name="pg3692">
              <a:extLst>
                <a:ext uri="{FF2B5EF4-FFF2-40B4-BE49-F238E27FC236}">
                  <a16:creationId xmlns:a16="http://schemas.microsoft.com/office/drawing/2014/main" id="{4C2B9195-B332-5936-4E64-E592D2E43619}"/>
                </a:ext>
              </a:extLst>
            </p:cNvPr>
            <p:cNvSpPr/>
            <p:nvPr/>
          </p:nvSpPr>
          <p:spPr>
            <a:xfrm>
              <a:off x="4577915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38" name="pg3693">
              <a:extLst>
                <a:ext uri="{FF2B5EF4-FFF2-40B4-BE49-F238E27FC236}">
                  <a16:creationId xmlns:a16="http://schemas.microsoft.com/office/drawing/2014/main" id="{F9CA6C1E-9C70-C233-61E7-86B417453067}"/>
                </a:ext>
              </a:extLst>
            </p:cNvPr>
            <p:cNvSpPr/>
            <p:nvPr/>
          </p:nvSpPr>
          <p:spPr>
            <a:xfrm>
              <a:off x="4589552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39" name="pg3694">
              <a:extLst>
                <a:ext uri="{FF2B5EF4-FFF2-40B4-BE49-F238E27FC236}">
                  <a16:creationId xmlns:a16="http://schemas.microsoft.com/office/drawing/2014/main" id="{E050221F-705F-3885-CC95-C1CC588C3EFC}"/>
                </a:ext>
              </a:extLst>
            </p:cNvPr>
            <p:cNvSpPr/>
            <p:nvPr/>
          </p:nvSpPr>
          <p:spPr>
            <a:xfrm>
              <a:off x="460119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40" name="pg3695">
              <a:extLst>
                <a:ext uri="{FF2B5EF4-FFF2-40B4-BE49-F238E27FC236}">
                  <a16:creationId xmlns:a16="http://schemas.microsoft.com/office/drawing/2014/main" id="{8916D1C1-2973-8291-0AE4-C5A8B552FA62}"/>
                </a:ext>
              </a:extLst>
            </p:cNvPr>
            <p:cNvSpPr/>
            <p:nvPr/>
          </p:nvSpPr>
          <p:spPr>
            <a:xfrm>
              <a:off x="4682651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41" name="pg3696">
              <a:extLst>
                <a:ext uri="{FF2B5EF4-FFF2-40B4-BE49-F238E27FC236}">
                  <a16:creationId xmlns:a16="http://schemas.microsoft.com/office/drawing/2014/main" id="{31A87CDA-0D5C-CDF3-E930-400ED10F05B4}"/>
                </a:ext>
              </a:extLst>
            </p:cNvPr>
            <p:cNvSpPr/>
            <p:nvPr/>
          </p:nvSpPr>
          <p:spPr>
            <a:xfrm>
              <a:off x="4694288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42" name="pg3697">
              <a:extLst>
                <a:ext uri="{FF2B5EF4-FFF2-40B4-BE49-F238E27FC236}">
                  <a16:creationId xmlns:a16="http://schemas.microsoft.com/office/drawing/2014/main" id="{03068C59-5867-406A-0327-55DC07484FE6}"/>
                </a:ext>
              </a:extLst>
            </p:cNvPr>
            <p:cNvSpPr/>
            <p:nvPr/>
          </p:nvSpPr>
          <p:spPr>
            <a:xfrm>
              <a:off x="4705925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43" name="pg3698">
              <a:extLst>
                <a:ext uri="{FF2B5EF4-FFF2-40B4-BE49-F238E27FC236}">
                  <a16:creationId xmlns:a16="http://schemas.microsoft.com/office/drawing/2014/main" id="{50F06D4B-9B20-0116-6428-F9B91FFD0920}"/>
                </a:ext>
              </a:extLst>
            </p:cNvPr>
            <p:cNvSpPr/>
            <p:nvPr/>
          </p:nvSpPr>
          <p:spPr>
            <a:xfrm>
              <a:off x="4717563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44" name="pg3699">
              <a:extLst>
                <a:ext uri="{FF2B5EF4-FFF2-40B4-BE49-F238E27FC236}">
                  <a16:creationId xmlns:a16="http://schemas.microsoft.com/office/drawing/2014/main" id="{38E29263-94D5-F377-2FF6-948A1981E863}"/>
                </a:ext>
              </a:extLst>
            </p:cNvPr>
            <p:cNvSpPr/>
            <p:nvPr/>
          </p:nvSpPr>
          <p:spPr>
            <a:xfrm>
              <a:off x="472920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45" name="pg3700">
              <a:extLst>
                <a:ext uri="{FF2B5EF4-FFF2-40B4-BE49-F238E27FC236}">
                  <a16:creationId xmlns:a16="http://schemas.microsoft.com/office/drawing/2014/main" id="{F268144B-DB95-96EC-3C46-CFEBCB4414C1}"/>
                </a:ext>
              </a:extLst>
            </p:cNvPr>
            <p:cNvSpPr/>
            <p:nvPr/>
          </p:nvSpPr>
          <p:spPr>
            <a:xfrm>
              <a:off x="287886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46" name="pg3701">
              <a:extLst>
                <a:ext uri="{FF2B5EF4-FFF2-40B4-BE49-F238E27FC236}">
                  <a16:creationId xmlns:a16="http://schemas.microsoft.com/office/drawing/2014/main" id="{F001BFAC-8FD7-2834-1B36-0958241443EB}"/>
                </a:ext>
              </a:extLst>
            </p:cNvPr>
            <p:cNvSpPr/>
            <p:nvPr/>
          </p:nvSpPr>
          <p:spPr>
            <a:xfrm>
              <a:off x="2890502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47" name="pg3702">
              <a:extLst>
                <a:ext uri="{FF2B5EF4-FFF2-40B4-BE49-F238E27FC236}">
                  <a16:creationId xmlns:a16="http://schemas.microsoft.com/office/drawing/2014/main" id="{8CAC2657-6FB3-B703-AA62-333EA51020B6}"/>
                </a:ext>
              </a:extLst>
            </p:cNvPr>
            <p:cNvSpPr/>
            <p:nvPr/>
          </p:nvSpPr>
          <p:spPr>
            <a:xfrm>
              <a:off x="2902139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48" name="pg3703">
              <a:extLst>
                <a:ext uri="{FF2B5EF4-FFF2-40B4-BE49-F238E27FC236}">
                  <a16:creationId xmlns:a16="http://schemas.microsoft.com/office/drawing/2014/main" id="{32C645AA-E5F8-1000-34C2-CB90EA20DE4B}"/>
                </a:ext>
              </a:extLst>
            </p:cNvPr>
            <p:cNvSpPr/>
            <p:nvPr/>
          </p:nvSpPr>
          <p:spPr>
            <a:xfrm>
              <a:off x="2913777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49" name="pg3704">
              <a:extLst>
                <a:ext uri="{FF2B5EF4-FFF2-40B4-BE49-F238E27FC236}">
                  <a16:creationId xmlns:a16="http://schemas.microsoft.com/office/drawing/2014/main" id="{38D9978C-CE39-C84D-8A38-5B03197A982A}"/>
                </a:ext>
              </a:extLst>
            </p:cNvPr>
            <p:cNvSpPr/>
            <p:nvPr/>
          </p:nvSpPr>
          <p:spPr>
            <a:xfrm>
              <a:off x="2925414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50" name="pg3705">
              <a:extLst>
                <a:ext uri="{FF2B5EF4-FFF2-40B4-BE49-F238E27FC236}">
                  <a16:creationId xmlns:a16="http://schemas.microsoft.com/office/drawing/2014/main" id="{D2685628-E825-A552-C4BD-1B2FC977E198}"/>
                </a:ext>
              </a:extLst>
            </p:cNvPr>
            <p:cNvSpPr/>
            <p:nvPr/>
          </p:nvSpPr>
          <p:spPr>
            <a:xfrm>
              <a:off x="454300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51" name="pg3706">
              <a:extLst>
                <a:ext uri="{FF2B5EF4-FFF2-40B4-BE49-F238E27FC236}">
                  <a16:creationId xmlns:a16="http://schemas.microsoft.com/office/drawing/2014/main" id="{C93070C3-4438-772B-9FD8-BA2B07565183}"/>
                </a:ext>
              </a:extLst>
            </p:cNvPr>
            <p:cNvSpPr/>
            <p:nvPr/>
          </p:nvSpPr>
          <p:spPr>
            <a:xfrm>
              <a:off x="455464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52" name="pg3707">
              <a:extLst>
                <a:ext uri="{FF2B5EF4-FFF2-40B4-BE49-F238E27FC236}">
                  <a16:creationId xmlns:a16="http://schemas.microsoft.com/office/drawing/2014/main" id="{C89F205C-DDA6-CF40-890F-CDA60901D84C}"/>
                </a:ext>
              </a:extLst>
            </p:cNvPr>
            <p:cNvSpPr/>
            <p:nvPr/>
          </p:nvSpPr>
          <p:spPr>
            <a:xfrm>
              <a:off x="4566278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53" name="pg3708">
              <a:extLst>
                <a:ext uri="{FF2B5EF4-FFF2-40B4-BE49-F238E27FC236}">
                  <a16:creationId xmlns:a16="http://schemas.microsoft.com/office/drawing/2014/main" id="{06268565-3BD9-26EA-7070-FA0D13EA15CE}"/>
                </a:ext>
              </a:extLst>
            </p:cNvPr>
            <p:cNvSpPr/>
            <p:nvPr/>
          </p:nvSpPr>
          <p:spPr>
            <a:xfrm>
              <a:off x="457791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54" name="pg3709">
              <a:extLst>
                <a:ext uri="{FF2B5EF4-FFF2-40B4-BE49-F238E27FC236}">
                  <a16:creationId xmlns:a16="http://schemas.microsoft.com/office/drawing/2014/main" id="{A2AF3DC3-59DA-D02B-42CE-D664721FAAE2}"/>
                </a:ext>
              </a:extLst>
            </p:cNvPr>
            <p:cNvSpPr/>
            <p:nvPr/>
          </p:nvSpPr>
          <p:spPr>
            <a:xfrm>
              <a:off x="4589552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55" name="pg3710">
              <a:extLst>
                <a:ext uri="{FF2B5EF4-FFF2-40B4-BE49-F238E27FC236}">
                  <a16:creationId xmlns:a16="http://schemas.microsoft.com/office/drawing/2014/main" id="{4F4A2420-F4AB-F1EC-4F67-8C9F72D40583}"/>
                </a:ext>
              </a:extLst>
            </p:cNvPr>
            <p:cNvSpPr/>
            <p:nvPr/>
          </p:nvSpPr>
          <p:spPr>
            <a:xfrm>
              <a:off x="460119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56" name="pg3711">
              <a:extLst>
                <a:ext uri="{FF2B5EF4-FFF2-40B4-BE49-F238E27FC236}">
                  <a16:creationId xmlns:a16="http://schemas.microsoft.com/office/drawing/2014/main" id="{F7C51AF4-0A31-EEF1-4A15-CDA188C5289A}"/>
                </a:ext>
              </a:extLst>
            </p:cNvPr>
            <p:cNvSpPr/>
            <p:nvPr/>
          </p:nvSpPr>
          <p:spPr>
            <a:xfrm>
              <a:off x="4612827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57" name="pg3712">
              <a:extLst>
                <a:ext uri="{FF2B5EF4-FFF2-40B4-BE49-F238E27FC236}">
                  <a16:creationId xmlns:a16="http://schemas.microsoft.com/office/drawing/2014/main" id="{DB8D1A29-271B-0376-5F98-058D734912CD}"/>
                </a:ext>
              </a:extLst>
            </p:cNvPr>
            <p:cNvSpPr/>
            <p:nvPr/>
          </p:nvSpPr>
          <p:spPr>
            <a:xfrm>
              <a:off x="467101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58" name="pg3713">
              <a:extLst>
                <a:ext uri="{FF2B5EF4-FFF2-40B4-BE49-F238E27FC236}">
                  <a16:creationId xmlns:a16="http://schemas.microsoft.com/office/drawing/2014/main" id="{16EA0BEB-28F8-442E-73B6-5E478433BC28}"/>
                </a:ext>
              </a:extLst>
            </p:cNvPr>
            <p:cNvSpPr/>
            <p:nvPr/>
          </p:nvSpPr>
          <p:spPr>
            <a:xfrm>
              <a:off x="4682651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59" name="pg3714">
              <a:extLst>
                <a:ext uri="{FF2B5EF4-FFF2-40B4-BE49-F238E27FC236}">
                  <a16:creationId xmlns:a16="http://schemas.microsoft.com/office/drawing/2014/main" id="{AA4A5228-4BF7-0B2C-F2D6-71A76B7390A2}"/>
                </a:ext>
              </a:extLst>
            </p:cNvPr>
            <p:cNvSpPr/>
            <p:nvPr/>
          </p:nvSpPr>
          <p:spPr>
            <a:xfrm>
              <a:off x="4694288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60" name="pg3715">
              <a:extLst>
                <a:ext uri="{FF2B5EF4-FFF2-40B4-BE49-F238E27FC236}">
                  <a16:creationId xmlns:a16="http://schemas.microsoft.com/office/drawing/2014/main" id="{89474BB5-C195-0ECD-E80B-0C61CD28EC15}"/>
                </a:ext>
              </a:extLst>
            </p:cNvPr>
            <p:cNvSpPr/>
            <p:nvPr/>
          </p:nvSpPr>
          <p:spPr>
            <a:xfrm>
              <a:off x="470592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61" name="pg3716">
              <a:extLst>
                <a:ext uri="{FF2B5EF4-FFF2-40B4-BE49-F238E27FC236}">
                  <a16:creationId xmlns:a16="http://schemas.microsoft.com/office/drawing/2014/main" id="{4DD81A08-7864-5844-7AF6-A26FAFE25E5F}"/>
                </a:ext>
              </a:extLst>
            </p:cNvPr>
            <p:cNvSpPr/>
            <p:nvPr/>
          </p:nvSpPr>
          <p:spPr>
            <a:xfrm>
              <a:off x="471756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62" name="pg3717">
              <a:extLst>
                <a:ext uri="{FF2B5EF4-FFF2-40B4-BE49-F238E27FC236}">
                  <a16:creationId xmlns:a16="http://schemas.microsoft.com/office/drawing/2014/main" id="{D86FEFBD-9961-A31F-7D11-BADFE1C4FBE4}"/>
                </a:ext>
              </a:extLst>
            </p:cNvPr>
            <p:cNvSpPr/>
            <p:nvPr/>
          </p:nvSpPr>
          <p:spPr>
            <a:xfrm>
              <a:off x="472920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63" name="pg3718">
              <a:extLst>
                <a:ext uri="{FF2B5EF4-FFF2-40B4-BE49-F238E27FC236}">
                  <a16:creationId xmlns:a16="http://schemas.microsoft.com/office/drawing/2014/main" id="{AF50E232-8A28-6BBD-555F-853AB2D60817}"/>
                </a:ext>
              </a:extLst>
            </p:cNvPr>
            <p:cNvSpPr/>
            <p:nvPr/>
          </p:nvSpPr>
          <p:spPr>
            <a:xfrm>
              <a:off x="287886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64" name="pg3719">
              <a:extLst>
                <a:ext uri="{FF2B5EF4-FFF2-40B4-BE49-F238E27FC236}">
                  <a16:creationId xmlns:a16="http://schemas.microsoft.com/office/drawing/2014/main" id="{5E4FFAE8-96DA-8D13-BF52-27FFF541DBF9}"/>
                </a:ext>
              </a:extLst>
            </p:cNvPr>
            <p:cNvSpPr/>
            <p:nvPr/>
          </p:nvSpPr>
          <p:spPr>
            <a:xfrm>
              <a:off x="2890502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65" name="pg3720">
              <a:extLst>
                <a:ext uri="{FF2B5EF4-FFF2-40B4-BE49-F238E27FC236}">
                  <a16:creationId xmlns:a16="http://schemas.microsoft.com/office/drawing/2014/main" id="{D2BDE223-2707-80E3-9E55-DB837CED193C}"/>
                </a:ext>
              </a:extLst>
            </p:cNvPr>
            <p:cNvSpPr/>
            <p:nvPr/>
          </p:nvSpPr>
          <p:spPr>
            <a:xfrm>
              <a:off x="2902139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66" name="pg3721">
              <a:extLst>
                <a:ext uri="{FF2B5EF4-FFF2-40B4-BE49-F238E27FC236}">
                  <a16:creationId xmlns:a16="http://schemas.microsoft.com/office/drawing/2014/main" id="{EA2244D5-E339-4FE0-9CD3-BA2B9A815815}"/>
                </a:ext>
              </a:extLst>
            </p:cNvPr>
            <p:cNvSpPr/>
            <p:nvPr/>
          </p:nvSpPr>
          <p:spPr>
            <a:xfrm>
              <a:off x="2913777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67" name="pg3722">
              <a:extLst>
                <a:ext uri="{FF2B5EF4-FFF2-40B4-BE49-F238E27FC236}">
                  <a16:creationId xmlns:a16="http://schemas.microsoft.com/office/drawing/2014/main" id="{30A540D6-0C2C-6DF1-6B84-379DDFC7AE70}"/>
                </a:ext>
              </a:extLst>
            </p:cNvPr>
            <p:cNvSpPr/>
            <p:nvPr/>
          </p:nvSpPr>
          <p:spPr>
            <a:xfrm>
              <a:off x="2925414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68" name="pg3723">
              <a:extLst>
                <a:ext uri="{FF2B5EF4-FFF2-40B4-BE49-F238E27FC236}">
                  <a16:creationId xmlns:a16="http://schemas.microsoft.com/office/drawing/2014/main" id="{07D2AA2F-F801-1294-EA28-75E9CDA922CA}"/>
                </a:ext>
              </a:extLst>
            </p:cNvPr>
            <p:cNvSpPr/>
            <p:nvPr/>
          </p:nvSpPr>
          <p:spPr>
            <a:xfrm>
              <a:off x="4566278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69" name="pg3724">
              <a:extLst>
                <a:ext uri="{FF2B5EF4-FFF2-40B4-BE49-F238E27FC236}">
                  <a16:creationId xmlns:a16="http://schemas.microsoft.com/office/drawing/2014/main" id="{7CC97C79-436C-5062-19B4-2C791371E270}"/>
                </a:ext>
              </a:extLst>
            </p:cNvPr>
            <p:cNvSpPr/>
            <p:nvPr/>
          </p:nvSpPr>
          <p:spPr>
            <a:xfrm>
              <a:off x="457791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70" name="pg3725">
              <a:extLst>
                <a:ext uri="{FF2B5EF4-FFF2-40B4-BE49-F238E27FC236}">
                  <a16:creationId xmlns:a16="http://schemas.microsoft.com/office/drawing/2014/main" id="{1AA57018-12C5-0C08-1893-E7D1C3B670CD}"/>
                </a:ext>
              </a:extLst>
            </p:cNvPr>
            <p:cNvSpPr/>
            <p:nvPr/>
          </p:nvSpPr>
          <p:spPr>
            <a:xfrm>
              <a:off x="4589552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71" name="pg3726">
              <a:extLst>
                <a:ext uri="{FF2B5EF4-FFF2-40B4-BE49-F238E27FC236}">
                  <a16:creationId xmlns:a16="http://schemas.microsoft.com/office/drawing/2014/main" id="{0A88259C-8363-01BE-8476-30ACED6D5B09}"/>
                </a:ext>
              </a:extLst>
            </p:cNvPr>
            <p:cNvSpPr/>
            <p:nvPr/>
          </p:nvSpPr>
          <p:spPr>
            <a:xfrm>
              <a:off x="4601190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72" name="pg3727">
              <a:extLst>
                <a:ext uri="{FF2B5EF4-FFF2-40B4-BE49-F238E27FC236}">
                  <a16:creationId xmlns:a16="http://schemas.microsoft.com/office/drawing/2014/main" id="{DA24A45F-6557-FB1B-6FC5-87A4C43D9DAC}"/>
                </a:ext>
              </a:extLst>
            </p:cNvPr>
            <p:cNvSpPr/>
            <p:nvPr/>
          </p:nvSpPr>
          <p:spPr>
            <a:xfrm>
              <a:off x="4612827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73" name="pg3728">
              <a:extLst>
                <a:ext uri="{FF2B5EF4-FFF2-40B4-BE49-F238E27FC236}">
                  <a16:creationId xmlns:a16="http://schemas.microsoft.com/office/drawing/2014/main" id="{255D57C8-AD3C-D5E4-517B-36A5621CA547}"/>
                </a:ext>
              </a:extLst>
            </p:cNvPr>
            <p:cNvSpPr/>
            <p:nvPr/>
          </p:nvSpPr>
          <p:spPr>
            <a:xfrm>
              <a:off x="4671013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74" name="pg3729">
              <a:extLst>
                <a:ext uri="{FF2B5EF4-FFF2-40B4-BE49-F238E27FC236}">
                  <a16:creationId xmlns:a16="http://schemas.microsoft.com/office/drawing/2014/main" id="{50993EEE-B0AB-E5DD-7DCC-098B47EFFCB8}"/>
                </a:ext>
              </a:extLst>
            </p:cNvPr>
            <p:cNvSpPr/>
            <p:nvPr/>
          </p:nvSpPr>
          <p:spPr>
            <a:xfrm>
              <a:off x="4682651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75" name="pg3730">
              <a:extLst>
                <a:ext uri="{FF2B5EF4-FFF2-40B4-BE49-F238E27FC236}">
                  <a16:creationId xmlns:a16="http://schemas.microsoft.com/office/drawing/2014/main" id="{C2CAD6EC-C51F-CCDE-91FD-462E8DB3851B}"/>
                </a:ext>
              </a:extLst>
            </p:cNvPr>
            <p:cNvSpPr/>
            <p:nvPr/>
          </p:nvSpPr>
          <p:spPr>
            <a:xfrm>
              <a:off x="4694288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76" name="pg3731">
              <a:extLst>
                <a:ext uri="{FF2B5EF4-FFF2-40B4-BE49-F238E27FC236}">
                  <a16:creationId xmlns:a16="http://schemas.microsoft.com/office/drawing/2014/main" id="{A2D7F52B-1DAF-AE6B-7F76-326C7146AF95}"/>
                </a:ext>
              </a:extLst>
            </p:cNvPr>
            <p:cNvSpPr/>
            <p:nvPr/>
          </p:nvSpPr>
          <p:spPr>
            <a:xfrm>
              <a:off x="470592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77" name="pg3732">
              <a:extLst>
                <a:ext uri="{FF2B5EF4-FFF2-40B4-BE49-F238E27FC236}">
                  <a16:creationId xmlns:a16="http://schemas.microsoft.com/office/drawing/2014/main" id="{21C06D6E-4835-BE30-892A-8C2B719B727D}"/>
                </a:ext>
              </a:extLst>
            </p:cNvPr>
            <p:cNvSpPr/>
            <p:nvPr/>
          </p:nvSpPr>
          <p:spPr>
            <a:xfrm>
              <a:off x="4717563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78" name="pg3733">
              <a:extLst>
                <a:ext uri="{FF2B5EF4-FFF2-40B4-BE49-F238E27FC236}">
                  <a16:creationId xmlns:a16="http://schemas.microsoft.com/office/drawing/2014/main" id="{193A2A77-B3F6-0078-42A5-DC5E5A8F8F72}"/>
                </a:ext>
              </a:extLst>
            </p:cNvPr>
            <p:cNvSpPr/>
            <p:nvPr/>
          </p:nvSpPr>
          <p:spPr>
            <a:xfrm>
              <a:off x="286722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79" name="pg3734">
              <a:extLst>
                <a:ext uri="{FF2B5EF4-FFF2-40B4-BE49-F238E27FC236}">
                  <a16:creationId xmlns:a16="http://schemas.microsoft.com/office/drawing/2014/main" id="{6FB3C5CB-F4FE-8ED1-7C7C-80591733BB8E}"/>
                </a:ext>
              </a:extLst>
            </p:cNvPr>
            <p:cNvSpPr/>
            <p:nvPr/>
          </p:nvSpPr>
          <p:spPr>
            <a:xfrm>
              <a:off x="287886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80" name="pg3735">
              <a:extLst>
                <a:ext uri="{FF2B5EF4-FFF2-40B4-BE49-F238E27FC236}">
                  <a16:creationId xmlns:a16="http://schemas.microsoft.com/office/drawing/2014/main" id="{4175FF38-0B85-352A-CB2B-81B0C4D0FD69}"/>
                </a:ext>
              </a:extLst>
            </p:cNvPr>
            <p:cNvSpPr/>
            <p:nvPr/>
          </p:nvSpPr>
          <p:spPr>
            <a:xfrm>
              <a:off x="2890502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81" name="pg3736">
              <a:extLst>
                <a:ext uri="{FF2B5EF4-FFF2-40B4-BE49-F238E27FC236}">
                  <a16:creationId xmlns:a16="http://schemas.microsoft.com/office/drawing/2014/main" id="{440D5B18-1271-44FA-47A1-8E86D0817D4C}"/>
                </a:ext>
              </a:extLst>
            </p:cNvPr>
            <p:cNvSpPr/>
            <p:nvPr/>
          </p:nvSpPr>
          <p:spPr>
            <a:xfrm>
              <a:off x="2902139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82" name="pg3737">
              <a:extLst>
                <a:ext uri="{FF2B5EF4-FFF2-40B4-BE49-F238E27FC236}">
                  <a16:creationId xmlns:a16="http://schemas.microsoft.com/office/drawing/2014/main" id="{7DB1F3A0-D124-E18E-8C12-E80C63353371}"/>
                </a:ext>
              </a:extLst>
            </p:cNvPr>
            <p:cNvSpPr/>
            <p:nvPr/>
          </p:nvSpPr>
          <p:spPr>
            <a:xfrm>
              <a:off x="291377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83" name="pg3738">
              <a:extLst>
                <a:ext uri="{FF2B5EF4-FFF2-40B4-BE49-F238E27FC236}">
                  <a16:creationId xmlns:a16="http://schemas.microsoft.com/office/drawing/2014/main" id="{785F37C9-002E-7982-FD48-99D7ABBF34BC}"/>
                </a:ext>
              </a:extLst>
            </p:cNvPr>
            <p:cNvSpPr/>
            <p:nvPr/>
          </p:nvSpPr>
          <p:spPr>
            <a:xfrm>
              <a:off x="457791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84" name="pg3739">
              <a:extLst>
                <a:ext uri="{FF2B5EF4-FFF2-40B4-BE49-F238E27FC236}">
                  <a16:creationId xmlns:a16="http://schemas.microsoft.com/office/drawing/2014/main" id="{A9680C7A-0B23-8972-0E0E-2C71B96CB611}"/>
                </a:ext>
              </a:extLst>
            </p:cNvPr>
            <p:cNvSpPr/>
            <p:nvPr/>
          </p:nvSpPr>
          <p:spPr>
            <a:xfrm>
              <a:off x="4589552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85" name="pg3740">
              <a:extLst>
                <a:ext uri="{FF2B5EF4-FFF2-40B4-BE49-F238E27FC236}">
                  <a16:creationId xmlns:a16="http://schemas.microsoft.com/office/drawing/2014/main" id="{5CF510E1-4850-40C1-32E3-F262175289C1}"/>
                </a:ext>
              </a:extLst>
            </p:cNvPr>
            <p:cNvSpPr/>
            <p:nvPr/>
          </p:nvSpPr>
          <p:spPr>
            <a:xfrm>
              <a:off x="4601190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86" name="pg3741">
              <a:extLst>
                <a:ext uri="{FF2B5EF4-FFF2-40B4-BE49-F238E27FC236}">
                  <a16:creationId xmlns:a16="http://schemas.microsoft.com/office/drawing/2014/main" id="{F3C5CB7A-5FC7-5B31-15F7-171EA3BA8B51}"/>
                </a:ext>
              </a:extLst>
            </p:cNvPr>
            <p:cNvSpPr/>
            <p:nvPr/>
          </p:nvSpPr>
          <p:spPr>
            <a:xfrm>
              <a:off x="461282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87" name="pg3742">
              <a:extLst>
                <a:ext uri="{FF2B5EF4-FFF2-40B4-BE49-F238E27FC236}">
                  <a16:creationId xmlns:a16="http://schemas.microsoft.com/office/drawing/2014/main" id="{FE05856C-3DEF-5199-42A9-685A01F1389F}"/>
                </a:ext>
              </a:extLst>
            </p:cNvPr>
            <p:cNvSpPr/>
            <p:nvPr/>
          </p:nvSpPr>
          <p:spPr>
            <a:xfrm>
              <a:off x="4624464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88" name="pg3743">
              <a:extLst>
                <a:ext uri="{FF2B5EF4-FFF2-40B4-BE49-F238E27FC236}">
                  <a16:creationId xmlns:a16="http://schemas.microsoft.com/office/drawing/2014/main" id="{EC92BD09-D473-3160-DB0F-B67D76C1E846}"/>
                </a:ext>
              </a:extLst>
            </p:cNvPr>
            <p:cNvSpPr/>
            <p:nvPr/>
          </p:nvSpPr>
          <p:spPr>
            <a:xfrm>
              <a:off x="4636101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89" name="pg3744">
              <a:extLst>
                <a:ext uri="{FF2B5EF4-FFF2-40B4-BE49-F238E27FC236}">
                  <a16:creationId xmlns:a16="http://schemas.microsoft.com/office/drawing/2014/main" id="{A1AFE21F-1345-6E43-2F70-DC289A5B1199}"/>
                </a:ext>
              </a:extLst>
            </p:cNvPr>
            <p:cNvSpPr/>
            <p:nvPr/>
          </p:nvSpPr>
          <p:spPr>
            <a:xfrm>
              <a:off x="4659376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90" name="pg3745">
              <a:extLst>
                <a:ext uri="{FF2B5EF4-FFF2-40B4-BE49-F238E27FC236}">
                  <a16:creationId xmlns:a16="http://schemas.microsoft.com/office/drawing/2014/main" id="{61A119D1-B615-872D-CE50-0CCB1861069E}"/>
                </a:ext>
              </a:extLst>
            </p:cNvPr>
            <p:cNvSpPr/>
            <p:nvPr/>
          </p:nvSpPr>
          <p:spPr>
            <a:xfrm>
              <a:off x="4671013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91" name="pg3746">
              <a:extLst>
                <a:ext uri="{FF2B5EF4-FFF2-40B4-BE49-F238E27FC236}">
                  <a16:creationId xmlns:a16="http://schemas.microsoft.com/office/drawing/2014/main" id="{954B2097-F7C0-FAE9-2802-BA7E92B4E8F6}"/>
                </a:ext>
              </a:extLst>
            </p:cNvPr>
            <p:cNvSpPr/>
            <p:nvPr/>
          </p:nvSpPr>
          <p:spPr>
            <a:xfrm>
              <a:off x="4682651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92" name="pg3747">
              <a:extLst>
                <a:ext uri="{FF2B5EF4-FFF2-40B4-BE49-F238E27FC236}">
                  <a16:creationId xmlns:a16="http://schemas.microsoft.com/office/drawing/2014/main" id="{A800489C-73F5-D595-060E-58B5CD0DB75D}"/>
                </a:ext>
              </a:extLst>
            </p:cNvPr>
            <p:cNvSpPr/>
            <p:nvPr/>
          </p:nvSpPr>
          <p:spPr>
            <a:xfrm>
              <a:off x="4694288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93" name="pg3748">
              <a:extLst>
                <a:ext uri="{FF2B5EF4-FFF2-40B4-BE49-F238E27FC236}">
                  <a16:creationId xmlns:a16="http://schemas.microsoft.com/office/drawing/2014/main" id="{1C1D70DD-930F-EC88-943D-24C4B9A8E889}"/>
                </a:ext>
              </a:extLst>
            </p:cNvPr>
            <p:cNvSpPr/>
            <p:nvPr/>
          </p:nvSpPr>
          <p:spPr>
            <a:xfrm>
              <a:off x="470592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94" name="pg3749">
              <a:extLst>
                <a:ext uri="{FF2B5EF4-FFF2-40B4-BE49-F238E27FC236}">
                  <a16:creationId xmlns:a16="http://schemas.microsoft.com/office/drawing/2014/main" id="{54DE108F-30CE-F3C8-E596-95E299A6B464}"/>
                </a:ext>
              </a:extLst>
            </p:cNvPr>
            <p:cNvSpPr/>
            <p:nvPr/>
          </p:nvSpPr>
          <p:spPr>
            <a:xfrm>
              <a:off x="2855590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95" name="pg3750">
              <a:extLst>
                <a:ext uri="{FF2B5EF4-FFF2-40B4-BE49-F238E27FC236}">
                  <a16:creationId xmlns:a16="http://schemas.microsoft.com/office/drawing/2014/main" id="{AA409044-6D7C-E9D5-0AB9-A5FB9994E84D}"/>
                </a:ext>
              </a:extLst>
            </p:cNvPr>
            <p:cNvSpPr/>
            <p:nvPr/>
          </p:nvSpPr>
          <p:spPr>
            <a:xfrm>
              <a:off x="286722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96" name="pg3751">
              <a:extLst>
                <a:ext uri="{FF2B5EF4-FFF2-40B4-BE49-F238E27FC236}">
                  <a16:creationId xmlns:a16="http://schemas.microsoft.com/office/drawing/2014/main" id="{6A5E7378-CB39-3CB1-96A7-A3FAAD48B177}"/>
                </a:ext>
              </a:extLst>
            </p:cNvPr>
            <p:cNvSpPr/>
            <p:nvPr/>
          </p:nvSpPr>
          <p:spPr>
            <a:xfrm>
              <a:off x="287886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97" name="pg3752">
              <a:extLst>
                <a:ext uri="{FF2B5EF4-FFF2-40B4-BE49-F238E27FC236}">
                  <a16:creationId xmlns:a16="http://schemas.microsoft.com/office/drawing/2014/main" id="{A89841EC-B03F-DE79-1599-C325A287BD20}"/>
                </a:ext>
              </a:extLst>
            </p:cNvPr>
            <p:cNvSpPr/>
            <p:nvPr/>
          </p:nvSpPr>
          <p:spPr>
            <a:xfrm>
              <a:off x="2890502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98" name="pg3753">
              <a:extLst>
                <a:ext uri="{FF2B5EF4-FFF2-40B4-BE49-F238E27FC236}">
                  <a16:creationId xmlns:a16="http://schemas.microsoft.com/office/drawing/2014/main" id="{4AD5FCAC-4F55-DDDB-FE0B-C7957CB350F0}"/>
                </a:ext>
              </a:extLst>
            </p:cNvPr>
            <p:cNvSpPr/>
            <p:nvPr/>
          </p:nvSpPr>
          <p:spPr>
            <a:xfrm>
              <a:off x="2902139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99" name="pg3754">
              <a:extLst>
                <a:ext uri="{FF2B5EF4-FFF2-40B4-BE49-F238E27FC236}">
                  <a16:creationId xmlns:a16="http://schemas.microsoft.com/office/drawing/2014/main" id="{408F12BD-3E52-38C4-8D30-A8AA93E13847}"/>
                </a:ext>
              </a:extLst>
            </p:cNvPr>
            <p:cNvSpPr/>
            <p:nvPr/>
          </p:nvSpPr>
          <p:spPr>
            <a:xfrm>
              <a:off x="291377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00" name="pg3755">
              <a:extLst>
                <a:ext uri="{FF2B5EF4-FFF2-40B4-BE49-F238E27FC236}">
                  <a16:creationId xmlns:a16="http://schemas.microsoft.com/office/drawing/2014/main" id="{4251F8A5-1978-1FE7-E4CD-4D7DCC9FA62E}"/>
                </a:ext>
              </a:extLst>
            </p:cNvPr>
            <p:cNvSpPr/>
            <p:nvPr/>
          </p:nvSpPr>
          <p:spPr>
            <a:xfrm>
              <a:off x="457791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01" name="pg3756">
              <a:extLst>
                <a:ext uri="{FF2B5EF4-FFF2-40B4-BE49-F238E27FC236}">
                  <a16:creationId xmlns:a16="http://schemas.microsoft.com/office/drawing/2014/main" id="{69183F6C-73E7-EA31-C806-06A6728EA5A3}"/>
                </a:ext>
              </a:extLst>
            </p:cNvPr>
            <p:cNvSpPr/>
            <p:nvPr/>
          </p:nvSpPr>
          <p:spPr>
            <a:xfrm>
              <a:off x="4589552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02" name="pg3757">
              <a:extLst>
                <a:ext uri="{FF2B5EF4-FFF2-40B4-BE49-F238E27FC236}">
                  <a16:creationId xmlns:a16="http://schemas.microsoft.com/office/drawing/2014/main" id="{C96586D1-314B-098B-9D86-99287BB671A0}"/>
                </a:ext>
              </a:extLst>
            </p:cNvPr>
            <p:cNvSpPr/>
            <p:nvPr/>
          </p:nvSpPr>
          <p:spPr>
            <a:xfrm>
              <a:off x="4601190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03" name="pg3758">
              <a:extLst>
                <a:ext uri="{FF2B5EF4-FFF2-40B4-BE49-F238E27FC236}">
                  <a16:creationId xmlns:a16="http://schemas.microsoft.com/office/drawing/2014/main" id="{E54C769F-6A1F-EC75-42C8-B11D2D102F41}"/>
                </a:ext>
              </a:extLst>
            </p:cNvPr>
            <p:cNvSpPr/>
            <p:nvPr/>
          </p:nvSpPr>
          <p:spPr>
            <a:xfrm>
              <a:off x="461282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04" name="pg3759">
              <a:extLst>
                <a:ext uri="{FF2B5EF4-FFF2-40B4-BE49-F238E27FC236}">
                  <a16:creationId xmlns:a16="http://schemas.microsoft.com/office/drawing/2014/main" id="{9EF542D8-882E-9982-3C45-C99FF8484802}"/>
                </a:ext>
              </a:extLst>
            </p:cNvPr>
            <p:cNvSpPr/>
            <p:nvPr/>
          </p:nvSpPr>
          <p:spPr>
            <a:xfrm>
              <a:off x="4624464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05" name="pg3760">
              <a:extLst>
                <a:ext uri="{FF2B5EF4-FFF2-40B4-BE49-F238E27FC236}">
                  <a16:creationId xmlns:a16="http://schemas.microsoft.com/office/drawing/2014/main" id="{D3956A19-B6B0-00E4-2D66-E685E502682B}"/>
                </a:ext>
              </a:extLst>
            </p:cNvPr>
            <p:cNvSpPr/>
            <p:nvPr/>
          </p:nvSpPr>
          <p:spPr>
            <a:xfrm>
              <a:off x="4636101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06" name="pg3761">
              <a:extLst>
                <a:ext uri="{FF2B5EF4-FFF2-40B4-BE49-F238E27FC236}">
                  <a16:creationId xmlns:a16="http://schemas.microsoft.com/office/drawing/2014/main" id="{9284F1DB-31C0-ABB4-9DED-7646F4B097A0}"/>
                </a:ext>
              </a:extLst>
            </p:cNvPr>
            <p:cNvSpPr/>
            <p:nvPr/>
          </p:nvSpPr>
          <p:spPr>
            <a:xfrm>
              <a:off x="4647739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07" name="pg3762">
              <a:extLst>
                <a:ext uri="{FF2B5EF4-FFF2-40B4-BE49-F238E27FC236}">
                  <a16:creationId xmlns:a16="http://schemas.microsoft.com/office/drawing/2014/main" id="{6DCEE242-80D3-BE4D-AE1E-46E73C1BABA2}"/>
                </a:ext>
              </a:extLst>
            </p:cNvPr>
            <p:cNvSpPr/>
            <p:nvPr/>
          </p:nvSpPr>
          <p:spPr>
            <a:xfrm>
              <a:off x="4659376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08" name="pg3763">
              <a:extLst>
                <a:ext uri="{FF2B5EF4-FFF2-40B4-BE49-F238E27FC236}">
                  <a16:creationId xmlns:a16="http://schemas.microsoft.com/office/drawing/2014/main" id="{D066575D-6A89-D32B-500E-B4E6D5ACB88B}"/>
                </a:ext>
              </a:extLst>
            </p:cNvPr>
            <p:cNvSpPr/>
            <p:nvPr/>
          </p:nvSpPr>
          <p:spPr>
            <a:xfrm>
              <a:off x="4671013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09" name="pg3764">
              <a:extLst>
                <a:ext uri="{FF2B5EF4-FFF2-40B4-BE49-F238E27FC236}">
                  <a16:creationId xmlns:a16="http://schemas.microsoft.com/office/drawing/2014/main" id="{A54730A7-2CEC-6F0E-5226-581AE3B5E5CF}"/>
                </a:ext>
              </a:extLst>
            </p:cNvPr>
            <p:cNvSpPr/>
            <p:nvPr/>
          </p:nvSpPr>
          <p:spPr>
            <a:xfrm>
              <a:off x="4682651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10" name="pg3765">
              <a:extLst>
                <a:ext uri="{FF2B5EF4-FFF2-40B4-BE49-F238E27FC236}">
                  <a16:creationId xmlns:a16="http://schemas.microsoft.com/office/drawing/2014/main" id="{57611DE8-F366-23E1-76EA-25A6372A90C7}"/>
                </a:ext>
              </a:extLst>
            </p:cNvPr>
            <p:cNvSpPr/>
            <p:nvPr/>
          </p:nvSpPr>
          <p:spPr>
            <a:xfrm>
              <a:off x="4694288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11" name="pg3766">
              <a:extLst>
                <a:ext uri="{FF2B5EF4-FFF2-40B4-BE49-F238E27FC236}">
                  <a16:creationId xmlns:a16="http://schemas.microsoft.com/office/drawing/2014/main" id="{BB67BA71-F981-3632-0449-A795B34D3543}"/>
                </a:ext>
              </a:extLst>
            </p:cNvPr>
            <p:cNvSpPr/>
            <p:nvPr/>
          </p:nvSpPr>
          <p:spPr>
            <a:xfrm>
              <a:off x="470592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12" name="pg3767">
              <a:extLst>
                <a:ext uri="{FF2B5EF4-FFF2-40B4-BE49-F238E27FC236}">
                  <a16:creationId xmlns:a16="http://schemas.microsoft.com/office/drawing/2014/main" id="{19294BEF-3C52-8E8E-AF0F-96EAD69585A3}"/>
                </a:ext>
              </a:extLst>
            </p:cNvPr>
            <p:cNvSpPr/>
            <p:nvPr/>
          </p:nvSpPr>
          <p:spPr>
            <a:xfrm>
              <a:off x="2855590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13" name="pg3768">
              <a:extLst>
                <a:ext uri="{FF2B5EF4-FFF2-40B4-BE49-F238E27FC236}">
                  <a16:creationId xmlns:a16="http://schemas.microsoft.com/office/drawing/2014/main" id="{EEF73AD8-D16C-D887-D278-CF674E9E3EA2}"/>
                </a:ext>
              </a:extLst>
            </p:cNvPr>
            <p:cNvSpPr/>
            <p:nvPr/>
          </p:nvSpPr>
          <p:spPr>
            <a:xfrm>
              <a:off x="2867227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14" name="pg3769">
              <a:extLst>
                <a:ext uri="{FF2B5EF4-FFF2-40B4-BE49-F238E27FC236}">
                  <a16:creationId xmlns:a16="http://schemas.microsoft.com/office/drawing/2014/main" id="{D8B50487-0BD6-28A5-3C1F-79061A12A6CE}"/>
                </a:ext>
              </a:extLst>
            </p:cNvPr>
            <p:cNvSpPr/>
            <p:nvPr/>
          </p:nvSpPr>
          <p:spPr>
            <a:xfrm>
              <a:off x="287886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15" name="pg3770">
              <a:extLst>
                <a:ext uri="{FF2B5EF4-FFF2-40B4-BE49-F238E27FC236}">
                  <a16:creationId xmlns:a16="http://schemas.microsoft.com/office/drawing/2014/main" id="{3528F7DC-5CC2-1735-B565-0F88BC36821D}"/>
                </a:ext>
              </a:extLst>
            </p:cNvPr>
            <p:cNvSpPr/>
            <p:nvPr/>
          </p:nvSpPr>
          <p:spPr>
            <a:xfrm>
              <a:off x="2890502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16" name="pg3771">
              <a:extLst>
                <a:ext uri="{FF2B5EF4-FFF2-40B4-BE49-F238E27FC236}">
                  <a16:creationId xmlns:a16="http://schemas.microsoft.com/office/drawing/2014/main" id="{EB62B1EF-F35B-787C-60E2-5A9417C8A57B}"/>
                </a:ext>
              </a:extLst>
            </p:cNvPr>
            <p:cNvSpPr/>
            <p:nvPr/>
          </p:nvSpPr>
          <p:spPr>
            <a:xfrm>
              <a:off x="2902139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17" name="pg3772">
              <a:extLst>
                <a:ext uri="{FF2B5EF4-FFF2-40B4-BE49-F238E27FC236}">
                  <a16:creationId xmlns:a16="http://schemas.microsoft.com/office/drawing/2014/main" id="{E9D53B5F-7483-DF0F-7E7B-4D2348C1ABA4}"/>
                </a:ext>
              </a:extLst>
            </p:cNvPr>
            <p:cNvSpPr/>
            <p:nvPr/>
          </p:nvSpPr>
          <p:spPr>
            <a:xfrm>
              <a:off x="457791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18" name="pg3773">
              <a:extLst>
                <a:ext uri="{FF2B5EF4-FFF2-40B4-BE49-F238E27FC236}">
                  <a16:creationId xmlns:a16="http://schemas.microsoft.com/office/drawing/2014/main" id="{CB9CC23A-9DAB-071E-4A2E-C8860B1347A4}"/>
                </a:ext>
              </a:extLst>
            </p:cNvPr>
            <p:cNvSpPr/>
            <p:nvPr/>
          </p:nvSpPr>
          <p:spPr>
            <a:xfrm>
              <a:off x="4589552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19" name="pg3774">
              <a:extLst>
                <a:ext uri="{FF2B5EF4-FFF2-40B4-BE49-F238E27FC236}">
                  <a16:creationId xmlns:a16="http://schemas.microsoft.com/office/drawing/2014/main" id="{09E79C0A-7043-F3CD-A7E4-21B7ADEFE1D3}"/>
                </a:ext>
              </a:extLst>
            </p:cNvPr>
            <p:cNvSpPr/>
            <p:nvPr/>
          </p:nvSpPr>
          <p:spPr>
            <a:xfrm>
              <a:off x="4601190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20" name="pg3775">
              <a:extLst>
                <a:ext uri="{FF2B5EF4-FFF2-40B4-BE49-F238E27FC236}">
                  <a16:creationId xmlns:a16="http://schemas.microsoft.com/office/drawing/2014/main" id="{A20580A3-73E3-508F-E435-31B724370593}"/>
                </a:ext>
              </a:extLst>
            </p:cNvPr>
            <p:cNvSpPr/>
            <p:nvPr/>
          </p:nvSpPr>
          <p:spPr>
            <a:xfrm>
              <a:off x="4612827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21" name="pg3776">
              <a:extLst>
                <a:ext uri="{FF2B5EF4-FFF2-40B4-BE49-F238E27FC236}">
                  <a16:creationId xmlns:a16="http://schemas.microsoft.com/office/drawing/2014/main" id="{28AEAB9B-F5E5-E6D7-CA0F-CF04279A2E87}"/>
                </a:ext>
              </a:extLst>
            </p:cNvPr>
            <p:cNvSpPr/>
            <p:nvPr/>
          </p:nvSpPr>
          <p:spPr>
            <a:xfrm>
              <a:off x="4624464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22" name="pg3777">
              <a:extLst>
                <a:ext uri="{FF2B5EF4-FFF2-40B4-BE49-F238E27FC236}">
                  <a16:creationId xmlns:a16="http://schemas.microsoft.com/office/drawing/2014/main" id="{D1E23EB6-F2AC-58D0-9CC8-6A1C261C7A72}"/>
                </a:ext>
              </a:extLst>
            </p:cNvPr>
            <p:cNvSpPr/>
            <p:nvPr/>
          </p:nvSpPr>
          <p:spPr>
            <a:xfrm>
              <a:off x="4636101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23" name="pg3778">
              <a:extLst>
                <a:ext uri="{FF2B5EF4-FFF2-40B4-BE49-F238E27FC236}">
                  <a16:creationId xmlns:a16="http://schemas.microsoft.com/office/drawing/2014/main" id="{415DDE2A-8F33-66DC-34EA-C83301B2D14C}"/>
                </a:ext>
              </a:extLst>
            </p:cNvPr>
            <p:cNvSpPr/>
            <p:nvPr/>
          </p:nvSpPr>
          <p:spPr>
            <a:xfrm>
              <a:off x="4647739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24" name="pg3779">
              <a:extLst>
                <a:ext uri="{FF2B5EF4-FFF2-40B4-BE49-F238E27FC236}">
                  <a16:creationId xmlns:a16="http://schemas.microsoft.com/office/drawing/2014/main" id="{78EAC818-D624-7253-A14F-DB25702B2DBF}"/>
                </a:ext>
              </a:extLst>
            </p:cNvPr>
            <p:cNvSpPr/>
            <p:nvPr/>
          </p:nvSpPr>
          <p:spPr>
            <a:xfrm>
              <a:off x="4659376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25" name="pg3780">
              <a:extLst>
                <a:ext uri="{FF2B5EF4-FFF2-40B4-BE49-F238E27FC236}">
                  <a16:creationId xmlns:a16="http://schemas.microsoft.com/office/drawing/2014/main" id="{C2C7BFAC-AC05-B7E6-E6FF-CD0D9D7A73CD}"/>
                </a:ext>
              </a:extLst>
            </p:cNvPr>
            <p:cNvSpPr/>
            <p:nvPr/>
          </p:nvSpPr>
          <p:spPr>
            <a:xfrm>
              <a:off x="4671013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26" name="pg3781">
              <a:extLst>
                <a:ext uri="{FF2B5EF4-FFF2-40B4-BE49-F238E27FC236}">
                  <a16:creationId xmlns:a16="http://schemas.microsoft.com/office/drawing/2014/main" id="{E9CA425B-4F02-F42F-01DD-4D7A55BF7C50}"/>
                </a:ext>
              </a:extLst>
            </p:cNvPr>
            <p:cNvSpPr/>
            <p:nvPr/>
          </p:nvSpPr>
          <p:spPr>
            <a:xfrm>
              <a:off x="4682651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27" name="pg3782">
              <a:extLst>
                <a:ext uri="{FF2B5EF4-FFF2-40B4-BE49-F238E27FC236}">
                  <a16:creationId xmlns:a16="http://schemas.microsoft.com/office/drawing/2014/main" id="{274EF9BC-221D-7A2F-6F98-931AF134E034}"/>
                </a:ext>
              </a:extLst>
            </p:cNvPr>
            <p:cNvSpPr/>
            <p:nvPr/>
          </p:nvSpPr>
          <p:spPr>
            <a:xfrm>
              <a:off x="4694288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28" name="pg3783">
              <a:extLst>
                <a:ext uri="{FF2B5EF4-FFF2-40B4-BE49-F238E27FC236}">
                  <a16:creationId xmlns:a16="http://schemas.microsoft.com/office/drawing/2014/main" id="{2DC19609-6AA2-D691-A69E-7B5C79755C91}"/>
                </a:ext>
              </a:extLst>
            </p:cNvPr>
            <p:cNvSpPr/>
            <p:nvPr/>
          </p:nvSpPr>
          <p:spPr>
            <a:xfrm>
              <a:off x="470592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29" name="pg3784">
              <a:extLst>
                <a:ext uri="{FF2B5EF4-FFF2-40B4-BE49-F238E27FC236}">
                  <a16:creationId xmlns:a16="http://schemas.microsoft.com/office/drawing/2014/main" id="{676B3024-87EA-ABFC-DBD3-05FB755FE476}"/>
                </a:ext>
              </a:extLst>
            </p:cNvPr>
            <p:cNvSpPr/>
            <p:nvPr/>
          </p:nvSpPr>
          <p:spPr>
            <a:xfrm>
              <a:off x="2855590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30" name="pg3785">
              <a:extLst>
                <a:ext uri="{FF2B5EF4-FFF2-40B4-BE49-F238E27FC236}">
                  <a16:creationId xmlns:a16="http://schemas.microsoft.com/office/drawing/2014/main" id="{FB366B21-0AF0-3A25-B51A-BC00D7396109}"/>
                </a:ext>
              </a:extLst>
            </p:cNvPr>
            <p:cNvSpPr/>
            <p:nvPr/>
          </p:nvSpPr>
          <p:spPr>
            <a:xfrm>
              <a:off x="2867227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31" name="pg3786">
              <a:extLst>
                <a:ext uri="{FF2B5EF4-FFF2-40B4-BE49-F238E27FC236}">
                  <a16:creationId xmlns:a16="http://schemas.microsoft.com/office/drawing/2014/main" id="{1EFBFF17-C107-51C9-7D80-DB18292EB995}"/>
                </a:ext>
              </a:extLst>
            </p:cNvPr>
            <p:cNvSpPr/>
            <p:nvPr/>
          </p:nvSpPr>
          <p:spPr>
            <a:xfrm>
              <a:off x="2878865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32" name="pg3787">
              <a:extLst>
                <a:ext uri="{FF2B5EF4-FFF2-40B4-BE49-F238E27FC236}">
                  <a16:creationId xmlns:a16="http://schemas.microsoft.com/office/drawing/2014/main" id="{AB84DC6E-8AC7-79A6-0486-ED95540FAC59}"/>
                </a:ext>
              </a:extLst>
            </p:cNvPr>
            <p:cNvSpPr/>
            <p:nvPr/>
          </p:nvSpPr>
          <p:spPr>
            <a:xfrm>
              <a:off x="2890502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33" name="pg3788">
              <a:extLst>
                <a:ext uri="{FF2B5EF4-FFF2-40B4-BE49-F238E27FC236}">
                  <a16:creationId xmlns:a16="http://schemas.microsoft.com/office/drawing/2014/main" id="{92B78E87-9E0F-983B-D313-D3AB044D45B5}"/>
                </a:ext>
              </a:extLst>
            </p:cNvPr>
            <p:cNvSpPr/>
            <p:nvPr/>
          </p:nvSpPr>
          <p:spPr>
            <a:xfrm>
              <a:off x="2902139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34" name="pg3789">
              <a:extLst>
                <a:ext uri="{FF2B5EF4-FFF2-40B4-BE49-F238E27FC236}">
                  <a16:creationId xmlns:a16="http://schemas.microsoft.com/office/drawing/2014/main" id="{B40CB396-B007-480B-F95B-AE1F39A2B042}"/>
                </a:ext>
              </a:extLst>
            </p:cNvPr>
            <p:cNvSpPr/>
            <p:nvPr/>
          </p:nvSpPr>
          <p:spPr>
            <a:xfrm>
              <a:off x="4577915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35" name="pg3790">
              <a:extLst>
                <a:ext uri="{FF2B5EF4-FFF2-40B4-BE49-F238E27FC236}">
                  <a16:creationId xmlns:a16="http://schemas.microsoft.com/office/drawing/2014/main" id="{51C9BFC7-97B0-2299-8549-259DCFCB6544}"/>
                </a:ext>
              </a:extLst>
            </p:cNvPr>
            <p:cNvSpPr/>
            <p:nvPr/>
          </p:nvSpPr>
          <p:spPr>
            <a:xfrm>
              <a:off x="4589552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36" name="pg3791">
              <a:extLst>
                <a:ext uri="{FF2B5EF4-FFF2-40B4-BE49-F238E27FC236}">
                  <a16:creationId xmlns:a16="http://schemas.microsoft.com/office/drawing/2014/main" id="{5DE0EC25-99C7-FD59-64F7-0357E0C5CBBB}"/>
                </a:ext>
              </a:extLst>
            </p:cNvPr>
            <p:cNvSpPr/>
            <p:nvPr/>
          </p:nvSpPr>
          <p:spPr>
            <a:xfrm>
              <a:off x="4601190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37" name="pg3792">
              <a:extLst>
                <a:ext uri="{FF2B5EF4-FFF2-40B4-BE49-F238E27FC236}">
                  <a16:creationId xmlns:a16="http://schemas.microsoft.com/office/drawing/2014/main" id="{1A3724E4-CAB8-421B-2189-3E91FEA7F064}"/>
                </a:ext>
              </a:extLst>
            </p:cNvPr>
            <p:cNvSpPr/>
            <p:nvPr/>
          </p:nvSpPr>
          <p:spPr>
            <a:xfrm>
              <a:off x="4612827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38" name="pg3793">
              <a:extLst>
                <a:ext uri="{FF2B5EF4-FFF2-40B4-BE49-F238E27FC236}">
                  <a16:creationId xmlns:a16="http://schemas.microsoft.com/office/drawing/2014/main" id="{93B3F762-55C2-D956-F3C8-65C820190575}"/>
                </a:ext>
              </a:extLst>
            </p:cNvPr>
            <p:cNvSpPr/>
            <p:nvPr/>
          </p:nvSpPr>
          <p:spPr>
            <a:xfrm>
              <a:off x="4624464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39" name="pg3794">
              <a:extLst>
                <a:ext uri="{FF2B5EF4-FFF2-40B4-BE49-F238E27FC236}">
                  <a16:creationId xmlns:a16="http://schemas.microsoft.com/office/drawing/2014/main" id="{15EFA2F3-436C-BA57-A543-6F6075F9F58F}"/>
                </a:ext>
              </a:extLst>
            </p:cNvPr>
            <p:cNvSpPr/>
            <p:nvPr/>
          </p:nvSpPr>
          <p:spPr>
            <a:xfrm>
              <a:off x="4636101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40" name="pg3795">
              <a:extLst>
                <a:ext uri="{FF2B5EF4-FFF2-40B4-BE49-F238E27FC236}">
                  <a16:creationId xmlns:a16="http://schemas.microsoft.com/office/drawing/2014/main" id="{6E54F88F-3200-29F3-5D66-C062D7B49E4B}"/>
                </a:ext>
              </a:extLst>
            </p:cNvPr>
            <p:cNvSpPr/>
            <p:nvPr/>
          </p:nvSpPr>
          <p:spPr>
            <a:xfrm>
              <a:off x="4647739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41" name="pg3796">
              <a:extLst>
                <a:ext uri="{FF2B5EF4-FFF2-40B4-BE49-F238E27FC236}">
                  <a16:creationId xmlns:a16="http://schemas.microsoft.com/office/drawing/2014/main" id="{260C75CB-031F-AADD-CE08-147B8259A1C9}"/>
                </a:ext>
              </a:extLst>
            </p:cNvPr>
            <p:cNvSpPr/>
            <p:nvPr/>
          </p:nvSpPr>
          <p:spPr>
            <a:xfrm>
              <a:off x="4659376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42" name="pg3797">
              <a:extLst>
                <a:ext uri="{FF2B5EF4-FFF2-40B4-BE49-F238E27FC236}">
                  <a16:creationId xmlns:a16="http://schemas.microsoft.com/office/drawing/2014/main" id="{D34E1929-85BA-C66C-B2F8-ADEEDD302E8B}"/>
                </a:ext>
              </a:extLst>
            </p:cNvPr>
            <p:cNvSpPr/>
            <p:nvPr/>
          </p:nvSpPr>
          <p:spPr>
            <a:xfrm>
              <a:off x="4671013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43" name="pg3798">
              <a:extLst>
                <a:ext uri="{FF2B5EF4-FFF2-40B4-BE49-F238E27FC236}">
                  <a16:creationId xmlns:a16="http://schemas.microsoft.com/office/drawing/2014/main" id="{7DAEA5D0-D5BE-2E48-5FF2-D8EBC4229188}"/>
                </a:ext>
              </a:extLst>
            </p:cNvPr>
            <p:cNvSpPr/>
            <p:nvPr/>
          </p:nvSpPr>
          <p:spPr>
            <a:xfrm>
              <a:off x="4682651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44" name="pg3799">
              <a:extLst>
                <a:ext uri="{FF2B5EF4-FFF2-40B4-BE49-F238E27FC236}">
                  <a16:creationId xmlns:a16="http://schemas.microsoft.com/office/drawing/2014/main" id="{44F6FB07-0968-9D62-D9EF-1F703B1A8942}"/>
                </a:ext>
              </a:extLst>
            </p:cNvPr>
            <p:cNvSpPr/>
            <p:nvPr/>
          </p:nvSpPr>
          <p:spPr>
            <a:xfrm>
              <a:off x="4694288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45" name="pg3800">
              <a:extLst>
                <a:ext uri="{FF2B5EF4-FFF2-40B4-BE49-F238E27FC236}">
                  <a16:creationId xmlns:a16="http://schemas.microsoft.com/office/drawing/2014/main" id="{62DA0D29-1595-8325-1861-A39F8F2A3829}"/>
                </a:ext>
              </a:extLst>
            </p:cNvPr>
            <p:cNvSpPr/>
            <p:nvPr/>
          </p:nvSpPr>
          <p:spPr>
            <a:xfrm>
              <a:off x="2843953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46" name="pg3801">
              <a:extLst>
                <a:ext uri="{FF2B5EF4-FFF2-40B4-BE49-F238E27FC236}">
                  <a16:creationId xmlns:a16="http://schemas.microsoft.com/office/drawing/2014/main" id="{1D7E46E8-0D4C-9F27-4086-56B6ABF441BB}"/>
                </a:ext>
              </a:extLst>
            </p:cNvPr>
            <p:cNvSpPr/>
            <p:nvPr/>
          </p:nvSpPr>
          <p:spPr>
            <a:xfrm>
              <a:off x="2855590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47" name="pg3802">
              <a:extLst>
                <a:ext uri="{FF2B5EF4-FFF2-40B4-BE49-F238E27FC236}">
                  <a16:creationId xmlns:a16="http://schemas.microsoft.com/office/drawing/2014/main" id="{F6D2AEE1-4BA8-8E16-9F89-CAC8A9E6F69E}"/>
                </a:ext>
              </a:extLst>
            </p:cNvPr>
            <p:cNvSpPr/>
            <p:nvPr/>
          </p:nvSpPr>
          <p:spPr>
            <a:xfrm>
              <a:off x="2867227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48" name="pg3803">
              <a:extLst>
                <a:ext uri="{FF2B5EF4-FFF2-40B4-BE49-F238E27FC236}">
                  <a16:creationId xmlns:a16="http://schemas.microsoft.com/office/drawing/2014/main" id="{C2A3F96F-836D-00D0-EBB4-68FF2622DE57}"/>
                </a:ext>
              </a:extLst>
            </p:cNvPr>
            <p:cNvSpPr/>
            <p:nvPr/>
          </p:nvSpPr>
          <p:spPr>
            <a:xfrm>
              <a:off x="2878865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49" name="pg3804">
              <a:extLst>
                <a:ext uri="{FF2B5EF4-FFF2-40B4-BE49-F238E27FC236}">
                  <a16:creationId xmlns:a16="http://schemas.microsoft.com/office/drawing/2014/main" id="{8D7DBB35-2858-9B7A-EDB4-9A012DEF45BB}"/>
                </a:ext>
              </a:extLst>
            </p:cNvPr>
            <p:cNvSpPr/>
            <p:nvPr/>
          </p:nvSpPr>
          <p:spPr>
            <a:xfrm>
              <a:off x="2890502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50" name="pg3805">
              <a:extLst>
                <a:ext uri="{FF2B5EF4-FFF2-40B4-BE49-F238E27FC236}">
                  <a16:creationId xmlns:a16="http://schemas.microsoft.com/office/drawing/2014/main" id="{C98C76DB-8B01-C1C2-6224-427859429850}"/>
                </a:ext>
              </a:extLst>
            </p:cNvPr>
            <p:cNvSpPr/>
            <p:nvPr/>
          </p:nvSpPr>
          <p:spPr>
            <a:xfrm>
              <a:off x="4589552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51" name="pg3806">
              <a:extLst>
                <a:ext uri="{FF2B5EF4-FFF2-40B4-BE49-F238E27FC236}">
                  <a16:creationId xmlns:a16="http://schemas.microsoft.com/office/drawing/2014/main" id="{0DAB8383-6F99-9C77-2BF5-5D2BCBAD7711}"/>
                </a:ext>
              </a:extLst>
            </p:cNvPr>
            <p:cNvSpPr/>
            <p:nvPr/>
          </p:nvSpPr>
          <p:spPr>
            <a:xfrm>
              <a:off x="4601190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52" name="pg3807">
              <a:extLst>
                <a:ext uri="{FF2B5EF4-FFF2-40B4-BE49-F238E27FC236}">
                  <a16:creationId xmlns:a16="http://schemas.microsoft.com/office/drawing/2014/main" id="{435B3BE4-081E-2C17-7124-C08CDAC4C320}"/>
                </a:ext>
              </a:extLst>
            </p:cNvPr>
            <p:cNvSpPr/>
            <p:nvPr/>
          </p:nvSpPr>
          <p:spPr>
            <a:xfrm>
              <a:off x="4612827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53" name="pg3808">
              <a:extLst>
                <a:ext uri="{FF2B5EF4-FFF2-40B4-BE49-F238E27FC236}">
                  <a16:creationId xmlns:a16="http://schemas.microsoft.com/office/drawing/2014/main" id="{EC1B4F2E-948B-4BE4-270D-0B934AF57E66}"/>
                </a:ext>
              </a:extLst>
            </p:cNvPr>
            <p:cNvSpPr/>
            <p:nvPr/>
          </p:nvSpPr>
          <p:spPr>
            <a:xfrm>
              <a:off x="4624464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54" name="pg3809">
              <a:extLst>
                <a:ext uri="{FF2B5EF4-FFF2-40B4-BE49-F238E27FC236}">
                  <a16:creationId xmlns:a16="http://schemas.microsoft.com/office/drawing/2014/main" id="{F6DF7C15-A11E-69DB-8D87-EB6D26A1E748}"/>
                </a:ext>
              </a:extLst>
            </p:cNvPr>
            <p:cNvSpPr/>
            <p:nvPr/>
          </p:nvSpPr>
          <p:spPr>
            <a:xfrm>
              <a:off x="4636101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55" name="pg3810">
              <a:extLst>
                <a:ext uri="{FF2B5EF4-FFF2-40B4-BE49-F238E27FC236}">
                  <a16:creationId xmlns:a16="http://schemas.microsoft.com/office/drawing/2014/main" id="{BB10A717-7313-1833-3B19-8F3A28F288A1}"/>
                </a:ext>
              </a:extLst>
            </p:cNvPr>
            <p:cNvSpPr/>
            <p:nvPr/>
          </p:nvSpPr>
          <p:spPr>
            <a:xfrm>
              <a:off x="4647739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56" name="pg3811">
              <a:extLst>
                <a:ext uri="{FF2B5EF4-FFF2-40B4-BE49-F238E27FC236}">
                  <a16:creationId xmlns:a16="http://schemas.microsoft.com/office/drawing/2014/main" id="{AACFC99E-DB90-C503-7FC9-910FA60F13AF}"/>
                </a:ext>
              </a:extLst>
            </p:cNvPr>
            <p:cNvSpPr/>
            <p:nvPr/>
          </p:nvSpPr>
          <p:spPr>
            <a:xfrm>
              <a:off x="4659376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57" name="pg3812">
              <a:extLst>
                <a:ext uri="{FF2B5EF4-FFF2-40B4-BE49-F238E27FC236}">
                  <a16:creationId xmlns:a16="http://schemas.microsoft.com/office/drawing/2014/main" id="{38BF6A32-C2E2-6946-B831-9D5891BAD00E}"/>
                </a:ext>
              </a:extLst>
            </p:cNvPr>
            <p:cNvSpPr/>
            <p:nvPr/>
          </p:nvSpPr>
          <p:spPr>
            <a:xfrm>
              <a:off x="4671013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58" name="pg3813">
              <a:extLst>
                <a:ext uri="{FF2B5EF4-FFF2-40B4-BE49-F238E27FC236}">
                  <a16:creationId xmlns:a16="http://schemas.microsoft.com/office/drawing/2014/main" id="{FE7C2C95-49CE-C7F2-EE60-A2A6C206DECB}"/>
                </a:ext>
              </a:extLst>
            </p:cNvPr>
            <p:cNvSpPr/>
            <p:nvPr/>
          </p:nvSpPr>
          <p:spPr>
            <a:xfrm>
              <a:off x="4682651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59" name="pg3814">
              <a:extLst>
                <a:ext uri="{FF2B5EF4-FFF2-40B4-BE49-F238E27FC236}">
                  <a16:creationId xmlns:a16="http://schemas.microsoft.com/office/drawing/2014/main" id="{C7CB8718-9563-7CE4-53E0-A4EBA759BBA5}"/>
                </a:ext>
              </a:extLst>
            </p:cNvPr>
            <p:cNvSpPr/>
            <p:nvPr/>
          </p:nvSpPr>
          <p:spPr>
            <a:xfrm>
              <a:off x="2843953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60" name="pg3815">
              <a:extLst>
                <a:ext uri="{FF2B5EF4-FFF2-40B4-BE49-F238E27FC236}">
                  <a16:creationId xmlns:a16="http://schemas.microsoft.com/office/drawing/2014/main" id="{B6129C1D-A5AF-DCA3-7CB3-09CABBAF62A3}"/>
                </a:ext>
              </a:extLst>
            </p:cNvPr>
            <p:cNvSpPr/>
            <p:nvPr/>
          </p:nvSpPr>
          <p:spPr>
            <a:xfrm>
              <a:off x="2855590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61" name="pg3816">
              <a:extLst>
                <a:ext uri="{FF2B5EF4-FFF2-40B4-BE49-F238E27FC236}">
                  <a16:creationId xmlns:a16="http://schemas.microsoft.com/office/drawing/2014/main" id="{D250CACB-3153-8DBC-8790-3BE456483D9E}"/>
                </a:ext>
              </a:extLst>
            </p:cNvPr>
            <p:cNvSpPr/>
            <p:nvPr/>
          </p:nvSpPr>
          <p:spPr>
            <a:xfrm>
              <a:off x="2867227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62" name="pg3817">
              <a:extLst>
                <a:ext uri="{FF2B5EF4-FFF2-40B4-BE49-F238E27FC236}">
                  <a16:creationId xmlns:a16="http://schemas.microsoft.com/office/drawing/2014/main" id="{3B37A6FB-17D3-3CAB-1105-CAFC291E451E}"/>
                </a:ext>
              </a:extLst>
            </p:cNvPr>
            <p:cNvSpPr/>
            <p:nvPr/>
          </p:nvSpPr>
          <p:spPr>
            <a:xfrm>
              <a:off x="2878865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63" name="pg3818">
              <a:extLst>
                <a:ext uri="{FF2B5EF4-FFF2-40B4-BE49-F238E27FC236}">
                  <a16:creationId xmlns:a16="http://schemas.microsoft.com/office/drawing/2014/main" id="{63EAE282-AF15-8CEF-BA61-5452133CC638}"/>
                </a:ext>
              </a:extLst>
            </p:cNvPr>
            <p:cNvSpPr/>
            <p:nvPr/>
          </p:nvSpPr>
          <p:spPr>
            <a:xfrm>
              <a:off x="2890502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64" name="pg3819">
              <a:extLst>
                <a:ext uri="{FF2B5EF4-FFF2-40B4-BE49-F238E27FC236}">
                  <a16:creationId xmlns:a16="http://schemas.microsoft.com/office/drawing/2014/main" id="{B72EDA70-23A6-B951-312E-BF6674A2846D}"/>
                </a:ext>
              </a:extLst>
            </p:cNvPr>
            <p:cNvSpPr/>
            <p:nvPr/>
          </p:nvSpPr>
          <p:spPr>
            <a:xfrm>
              <a:off x="4601190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65" name="pg3820">
              <a:extLst>
                <a:ext uri="{FF2B5EF4-FFF2-40B4-BE49-F238E27FC236}">
                  <a16:creationId xmlns:a16="http://schemas.microsoft.com/office/drawing/2014/main" id="{6F3D0B18-032A-E7A8-1A8C-57A8D58F5468}"/>
                </a:ext>
              </a:extLst>
            </p:cNvPr>
            <p:cNvSpPr/>
            <p:nvPr/>
          </p:nvSpPr>
          <p:spPr>
            <a:xfrm>
              <a:off x="4612827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66" name="pg3821">
              <a:extLst>
                <a:ext uri="{FF2B5EF4-FFF2-40B4-BE49-F238E27FC236}">
                  <a16:creationId xmlns:a16="http://schemas.microsoft.com/office/drawing/2014/main" id="{F42DBBDA-9DB9-E3F4-31E0-491845EEA374}"/>
                </a:ext>
              </a:extLst>
            </p:cNvPr>
            <p:cNvSpPr/>
            <p:nvPr/>
          </p:nvSpPr>
          <p:spPr>
            <a:xfrm>
              <a:off x="4624464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67" name="pg3822">
              <a:extLst>
                <a:ext uri="{FF2B5EF4-FFF2-40B4-BE49-F238E27FC236}">
                  <a16:creationId xmlns:a16="http://schemas.microsoft.com/office/drawing/2014/main" id="{926DE7ED-C680-F209-78FC-5B86BCC18658}"/>
                </a:ext>
              </a:extLst>
            </p:cNvPr>
            <p:cNvSpPr/>
            <p:nvPr/>
          </p:nvSpPr>
          <p:spPr>
            <a:xfrm>
              <a:off x="4636101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68" name="pg3823">
              <a:extLst>
                <a:ext uri="{FF2B5EF4-FFF2-40B4-BE49-F238E27FC236}">
                  <a16:creationId xmlns:a16="http://schemas.microsoft.com/office/drawing/2014/main" id="{06EFE1C0-8384-FA8F-3826-573F92D7A134}"/>
                </a:ext>
              </a:extLst>
            </p:cNvPr>
            <p:cNvSpPr/>
            <p:nvPr/>
          </p:nvSpPr>
          <p:spPr>
            <a:xfrm>
              <a:off x="4647739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69" name="pg3824">
              <a:extLst>
                <a:ext uri="{FF2B5EF4-FFF2-40B4-BE49-F238E27FC236}">
                  <a16:creationId xmlns:a16="http://schemas.microsoft.com/office/drawing/2014/main" id="{9817EA38-C2D7-30B4-CAA4-3CB0949EFB28}"/>
                </a:ext>
              </a:extLst>
            </p:cNvPr>
            <p:cNvSpPr/>
            <p:nvPr/>
          </p:nvSpPr>
          <p:spPr>
            <a:xfrm>
              <a:off x="2843953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70" name="pg3825">
              <a:extLst>
                <a:ext uri="{FF2B5EF4-FFF2-40B4-BE49-F238E27FC236}">
                  <a16:creationId xmlns:a16="http://schemas.microsoft.com/office/drawing/2014/main" id="{3009EAAF-ADEC-0242-94BE-D34D396F9EFF}"/>
                </a:ext>
              </a:extLst>
            </p:cNvPr>
            <p:cNvSpPr/>
            <p:nvPr/>
          </p:nvSpPr>
          <p:spPr>
            <a:xfrm>
              <a:off x="2855590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71" name="pg3826">
              <a:extLst>
                <a:ext uri="{FF2B5EF4-FFF2-40B4-BE49-F238E27FC236}">
                  <a16:creationId xmlns:a16="http://schemas.microsoft.com/office/drawing/2014/main" id="{7C2FF99C-91F8-DEAF-14BC-0AFAF8108AD2}"/>
                </a:ext>
              </a:extLst>
            </p:cNvPr>
            <p:cNvSpPr/>
            <p:nvPr/>
          </p:nvSpPr>
          <p:spPr>
            <a:xfrm>
              <a:off x="2867227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72" name="pg3827">
              <a:extLst>
                <a:ext uri="{FF2B5EF4-FFF2-40B4-BE49-F238E27FC236}">
                  <a16:creationId xmlns:a16="http://schemas.microsoft.com/office/drawing/2014/main" id="{6894ED72-18F0-9546-DD7D-20EFA22371E1}"/>
                </a:ext>
              </a:extLst>
            </p:cNvPr>
            <p:cNvSpPr/>
            <p:nvPr/>
          </p:nvSpPr>
          <p:spPr>
            <a:xfrm>
              <a:off x="2878865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73" name="pg3828">
              <a:extLst>
                <a:ext uri="{FF2B5EF4-FFF2-40B4-BE49-F238E27FC236}">
                  <a16:creationId xmlns:a16="http://schemas.microsoft.com/office/drawing/2014/main" id="{11CB46F6-270C-0683-AC7A-AAD3D612F75B}"/>
                </a:ext>
              </a:extLst>
            </p:cNvPr>
            <p:cNvSpPr/>
            <p:nvPr/>
          </p:nvSpPr>
          <p:spPr>
            <a:xfrm>
              <a:off x="2890502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74" name="pg3829">
              <a:extLst>
                <a:ext uri="{FF2B5EF4-FFF2-40B4-BE49-F238E27FC236}">
                  <a16:creationId xmlns:a16="http://schemas.microsoft.com/office/drawing/2014/main" id="{C9DEDFBA-E316-2C98-6DA4-BDB2B4B8066B}"/>
                </a:ext>
              </a:extLst>
            </p:cNvPr>
            <p:cNvSpPr/>
            <p:nvPr/>
          </p:nvSpPr>
          <p:spPr>
            <a:xfrm>
              <a:off x="2843953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75" name="pg3830">
              <a:extLst>
                <a:ext uri="{FF2B5EF4-FFF2-40B4-BE49-F238E27FC236}">
                  <a16:creationId xmlns:a16="http://schemas.microsoft.com/office/drawing/2014/main" id="{9D1F3AF1-163C-D966-97A3-17BC8B595718}"/>
                </a:ext>
              </a:extLst>
            </p:cNvPr>
            <p:cNvSpPr/>
            <p:nvPr/>
          </p:nvSpPr>
          <p:spPr>
            <a:xfrm>
              <a:off x="2855590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76" name="pg3831">
              <a:extLst>
                <a:ext uri="{FF2B5EF4-FFF2-40B4-BE49-F238E27FC236}">
                  <a16:creationId xmlns:a16="http://schemas.microsoft.com/office/drawing/2014/main" id="{6126EBDA-CEFC-D3C4-935C-C9898EB2273E}"/>
                </a:ext>
              </a:extLst>
            </p:cNvPr>
            <p:cNvSpPr/>
            <p:nvPr/>
          </p:nvSpPr>
          <p:spPr>
            <a:xfrm>
              <a:off x="2867227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77" name="pg3832">
              <a:extLst>
                <a:ext uri="{FF2B5EF4-FFF2-40B4-BE49-F238E27FC236}">
                  <a16:creationId xmlns:a16="http://schemas.microsoft.com/office/drawing/2014/main" id="{0C5B2257-12F7-D6BE-7EBB-7EA486D32C93}"/>
                </a:ext>
              </a:extLst>
            </p:cNvPr>
            <p:cNvSpPr/>
            <p:nvPr/>
          </p:nvSpPr>
          <p:spPr>
            <a:xfrm>
              <a:off x="2878865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78" name="pg3833">
              <a:extLst>
                <a:ext uri="{FF2B5EF4-FFF2-40B4-BE49-F238E27FC236}">
                  <a16:creationId xmlns:a16="http://schemas.microsoft.com/office/drawing/2014/main" id="{F9C30C83-1635-89BC-FC21-79A07944FE34}"/>
                </a:ext>
              </a:extLst>
            </p:cNvPr>
            <p:cNvSpPr/>
            <p:nvPr/>
          </p:nvSpPr>
          <p:spPr>
            <a:xfrm>
              <a:off x="2832315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79" name="pg3834">
              <a:extLst>
                <a:ext uri="{FF2B5EF4-FFF2-40B4-BE49-F238E27FC236}">
                  <a16:creationId xmlns:a16="http://schemas.microsoft.com/office/drawing/2014/main" id="{B1E51A35-AD14-FA19-B38A-328815046895}"/>
                </a:ext>
              </a:extLst>
            </p:cNvPr>
            <p:cNvSpPr/>
            <p:nvPr/>
          </p:nvSpPr>
          <p:spPr>
            <a:xfrm>
              <a:off x="2843953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80" name="pg3835">
              <a:extLst>
                <a:ext uri="{FF2B5EF4-FFF2-40B4-BE49-F238E27FC236}">
                  <a16:creationId xmlns:a16="http://schemas.microsoft.com/office/drawing/2014/main" id="{0020A07B-6600-9A3F-01FD-F81CDAD2845D}"/>
                </a:ext>
              </a:extLst>
            </p:cNvPr>
            <p:cNvSpPr/>
            <p:nvPr/>
          </p:nvSpPr>
          <p:spPr>
            <a:xfrm>
              <a:off x="2855590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81" name="pg3836">
              <a:extLst>
                <a:ext uri="{FF2B5EF4-FFF2-40B4-BE49-F238E27FC236}">
                  <a16:creationId xmlns:a16="http://schemas.microsoft.com/office/drawing/2014/main" id="{56361051-C54B-9800-87D0-B1F0B3120E69}"/>
                </a:ext>
              </a:extLst>
            </p:cNvPr>
            <p:cNvSpPr/>
            <p:nvPr/>
          </p:nvSpPr>
          <p:spPr>
            <a:xfrm>
              <a:off x="2867227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82" name="pg3837">
              <a:extLst>
                <a:ext uri="{FF2B5EF4-FFF2-40B4-BE49-F238E27FC236}">
                  <a16:creationId xmlns:a16="http://schemas.microsoft.com/office/drawing/2014/main" id="{D193DF68-58F1-1513-C789-2F4197F542F3}"/>
                </a:ext>
              </a:extLst>
            </p:cNvPr>
            <p:cNvSpPr/>
            <p:nvPr/>
          </p:nvSpPr>
          <p:spPr>
            <a:xfrm>
              <a:off x="2878865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83" name="pg3838">
              <a:extLst>
                <a:ext uri="{FF2B5EF4-FFF2-40B4-BE49-F238E27FC236}">
                  <a16:creationId xmlns:a16="http://schemas.microsoft.com/office/drawing/2014/main" id="{8CC08E65-39B1-2CCD-51AD-6CAFAD9D1339}"/>
                </a:ext>
              </a:extLst>
            </p:cNvPr>
            <p:cNvSpPr/>
            <p:nvPr/>
          </p:nvSpPr>
          <p:spPr>
            <a:xfrm>
              <a:off x="2832315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84" name="pg3839">
              <a:extLst>
                <a:ext uri="{FF2B5EF4-FFF2-40B4-BE49-F238E27FC236}">
                  <a16:creationId xmlns:a16="http://schemas.microsoft.com/office/drawing/2014/main" id="{BCA8A8BF-EE0C-0CCE-9D36-AE9288FDEC43}"/>
                </a:ext>
              </a:extLst>
            </p:cNvPr>
            <p:cNvSpPr/>
            <p:nvPr/>
          </p:nvSpPr>
          <p:spPr>
            <a:xfrm>
              <a:off x="2843953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85" name="pg3840">
              <a:extLst>
                <a:ext uri="{FF2B5EF4-FFF2-40B4-BE49-F238E27FC236}">
                  <a16:creationId xmlns:a16="http://schemas.microsoft.com/office/drawing/2014/main" id="{9ED5C8F9-0BBA-F553-0C39-84058BE7B7E8}"/>
                </a:ext>
              </a:extLst>
            </p:cNvPr>
            <p:cNvSpPr/>
            <p:nvPr/>
          </p:nvSpPr>
          <p:spPr>
            <a:xfrm>
              <a:off x="2855590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86" name="pg3841">
              <a:extLst>
                <a:ext uri="{FF2B5EF4-FFF2-40B4-BE49-F238E27FC236}">
                  <a16:creationId xmlns:a16="http://schemas.microsoft.com/office/drawing/2014/main" id="{952EB513-9FE7-A516-0010-755D8B14281B}"/>
                </a:ext>
              </a:extLst>
            </p:cNvPr>
            <p:cNvSpPr/>
            <p:nvPr/>
          </p:nvSpPr>
          <p:spPr>
            <a:xfrm>
              <a:off x="2867227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87" name="pg3842">
              <a:extLst>
                <a:ext uri="{FF2B5EF4-FFF2-40B4-BE49-F238E27FC236}">
                  <a16:creationId xmlns:a16="http://schemas.microsoft.com/office/drawing/2014/main" id="{84FFEE69-316D-A592-68BA-1FBCA99EECA6}"/>
                </a:ext>
              </a:extLst>
            </p:cNvPr>
            <p:cNvSpPr/>
            <p:nvPr/>
          </p:nvSpPr>
          <p:spPr>
            <a:xfrm>
              <a:off x="2878865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88" name="pg3843">
              <a:extLst>
                <a:ext uri="{FF2B5EF4-FFF2-40B4-BE49-F238E27FC236}">
                  <a16:creationId xmlns:a16="http://schemas.microsoft.com/office/drawing/2014/main" id="{2EF0CC9D-A184-D749-FB0E-084D1959311F}"/>
                </a:ext>
              </a:extLst>
            </p:cNvPr>
            <p:cNvSpPr/>
            <p:nvPr/>
          </p:nvSpPr>
          <p:spPr>
            <a:xfrm>
              <a:off x="2832315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89" name="pg3844">
              <a:extLst>
                <a:ext uri="{FF2B5EF4-FFF2-40B4-BE49-F238E27FC236}">
                  <a16:creationId xmlns:a16="http://schemas.microsoft.com/office/drawing/2014/main" id="{0C6B1EB5-D09C-8424-6B3C-B78D74C9900C}"/>
                </a:ext>
              </a:extLst>
            </p:cNvPr>
            <p:cNvSpPr/>
            <p:nvPr/>
          </p:nvSpPr>
          <p:spPr>
            <a:xfrm>
              <a:off x="2843953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90" name="pg3845">
              <a:extLst>
                <a:ext uri="{FF2B5EF4-FFF2-40B4-BE49-F238E27FC236}">
                  <a16:creationId xmlns:a16="http://schemas.microsoft.com/office/drawing/2014/main" id="{C8B06D54-8B0C-D025-D14D-A52FB5F69046}"/>
                </a:ext>
              </a:extLst>
            </p:cNvPr>
            <p:cNvSpPr/>
            <p:nvPr/>
          </p:nvSpPr>
          <p:spPr>
            <a:xfrm>
              <a:off x="2855590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91" name="pg3846">
              <a:extLst>
                <a:ext uri="{FF2B5EF4-FFF2-40B4-BE49-F238E27FC236}">
                  <a16:creationId xmlns:a16="http://schemas.microsoft.com/office/drawing/2014/main" id="{62969183-F517-A8BD-0390-2F660E588998}"/>
                </a:ext>
              </a:extLst>
            </p:cNvPr>
            <p:cNvSpPr/>
            <p:nvPr/>
          </p:nvSpPr>
          <p:spPr>
            <a:xfrm>
              <a:off x="2867227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92" name="pg3847">
              <a:extLst>
                <a:ext uri="{FF2B5EF4-FFF2-40B4-BE49-F238E27FC236}">
                  <a16:creationId xmlns:a16="http://schemas.microsoft.com/office/drawing/2014/main" id="{4F9D8B31-0D1B-D8FD-3D78-D5EDA04098A2}"/>
                </a:ext>
              </a:extLst>
            </p:cNvPr>
            <p:cNvSpPr/>
            <p:nvPr/>
          </p:nvSpPr>
          <p:spPr>
            <a:xfrm>
              <a:off x="2878865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93" name="pg3848">
              <a:extLst>
                <a:ext uri="{FF2B5EF4-FFF2-40B4-BE49-F238E27FC236}">
                  <a16:creationId xmlns:a16="http://schemas.microsoft.com/office/drawing/2014/main" id="{3CAC71A9-93C7-FD0C-3DE3-D745E91DD3A0}"/>
                </a:ext>
              </a:extLst>
            </p:cNvPr>
            <p:cNvSpPr/>
            <p:nvPr/>
          </p:nvSpPr>
          <p:spPr>
            <a:xfrm>
              <a:off x="2832315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94" name="pg3849">
              <a:extLst>
                <a:ext uri="{FF2B5EF4-FFF2-40B4-BE49-F238E27FC236}">
                  <a16:creationId xmlns:a16="http://schemas.microsoft.com/office/drawing/2014/main" id="{72C95D0D-32ED-6A8C-A59A-4E0CD022044F}"/>
                </a:ext>
              </a:extLst>
            </p:cNvPr>
            <p:cNvSpPr/>
            <p:nvPr/>
          </p:nvSpPr>
          <p:spPr>
            <a:xfrm>
              <a:off x="2843953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95" name="pg3850">
              <a:extLst>
                <a:ext uri="{FF2B5EF4-FFF2-40B4-BE49-F238E27FC236}">
                  <a16:creationId xmlns:a16="http://schemas.microsoft.com/office/drawing/2014/main" id="{4A4394D7-118D-C55D-7155-5E2BEEC4FDC6}"/>
                </a:ext>
              </a:extLst>
            </p:cNvPr>
            <p:cNvSpPr/>
            <p:nvPr/>
          </p:nvSpPr>
          <p:spPr>
            <a:xfrm>
              <a:off x="2855590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96" name="pg3851">
              <a:extLst>
                <a:ext uri="{FF2B5EF4-FFF2-40B4-BE49-F238E27FC236}">
                  <a16:creationId xmlns:a16="http://schemas.microsoft.com/office/drawing/2014/main" id="{D483DEE8-F0FB-1ECC-E190-2B2E054754EB}"/>
                </a:ext>
              </a:extLst>
            </p:cNvPr>
            <p:cNvSpPr/>
            <p:nvPr/>
          </p:nvSpPr>
          <p:spPr>
            <a:xfrm>
              <a:off x="2867227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97" name="pg3852">
              <a:extLst>
                <a:ext uri="{FF2B5EF4-FFF2-40B4-BE49-F238E27FC236}">
                  <a16:creationId xmlns:a16="http://schemas.microsoft.com/office/drawing/2014/main" id="{509BBC94-7B12-3499-BC6A-E171BBD726D5}"/>
                </a:ext>
              </a:extLst>
            </p:cNvPr>
            <p:cNvSpPr/>
            <p:nvPr/>
          </p:nvSpPr>
          <p:spPr>
            <a:xfrm>
              <a:off x="2832315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98" name="pg3853">
              <a:extLst>
                <a:ext uri="{FF2B5EF4-FFF2-40B4-BE49-F238E27FC236}">
                  <a16:creationId xmlns:a16="http://schemas.microsoft.com/office/drawing/2014/main" id="{5E1A97EA-43FC-F05B-9830-B4F17A91C8E9}"/>
                </a:ext>
              </a:extLst>
            </p:cNvPr>
            <p:cNvSpPr/>
            <p:nvPr/>
          </p:nvSpPr>
          <p:spPr>
            <a:xfrm>
              <a:off x="2843953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99" name="pg3854">
              <a:extLst>
                <a:ext uri="{FF2B5EF4-FFF2-40B4-BE49-F238E27FC236}">
                  <a16:creationId xmlns:a16="http://schemas.microsoft.com/office/drawing/2014/main" id="{52F526DF-536E-BA01-21B2-2E26947D6B3D}"/>
                </a:ext>
              </a:extLst>
            </p:cNvPr>
            <p:cNvSpPr/>
            <p:nvPr/>
          </p:nvSpPr>
          <p:spPr>
            <a:xfrm>
              <a:off x="2855590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00" name="pg3855">
              <a:extLst>
                <a:ext uri="{FF2B5EF4-FFF2-40B4-BE49-F238E27FC236}">
                  <a16:creationId xmlns:a16="http://schemas.microsoft.com/office/drawing/2014/main" id="{24DB5FD6-88B3-488B-F3F8-8E5F41593909}"/>
                </a:ext>
              </a:extLst>
            </p:cNvPr>
            <p:cNvSpPr/>
            <p:nvPr/>
          </p:nvSpPr>
          <p:spPr>
            <a:xfrm>
              <a:off x="2867227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01" name="pg3856">
              <a:extLst>
                <a:ext uri="{FF2B5EF4-FFF2-40B4-BE49-F238E27FC236}">
                  <a16:creationId xmlns:a16="http://schemas.microsoft.com/office/drawing/2014/main" id="{5408866C-3235-3CC6-4826-8D3BB08B9275}"/>
                </a:ext>
              </a:extLst>
            </p:cNvPr>
            <p:cNvSpPr/>
            <p:nvPr/>
          </p:nvSpPr>
          <p:spPr>
            <a:xfrm>
              <a:off x="2832315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02" name="pg3857">
              <a:extLst>
                <a:ext uri="{FF2B5EF4-FFF2-40B4-BE49-F238E27FC236}">
                  <a16:creationId xmlns:a16="http://schemas.microsoft.com/office/drawing/2014/main" id="{740E7C83-0A76-CE9E-F0A4-C7BD9AD9573E}"/>
                </a:ext>
              </a:extLst>
            </p:cNvPr>
            <p:cNvSpPr/>
            <p:nvPr/>
          </p:nvSpPr>
          <p:spPr>
            <a:xfrm>
              <a:off x="2843953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03" name="pg3858">
              <a:extLst>
                <a:ext uri="{FF2B5EF4-FFF2-40B4-BE49-F238E27FC236}">
                  <a16:creationId xmlns:a16="http://schemas.microsoft.com/office/drawing/2014/main" id="{865F3962-E281-FE62-E5C5-F9A4CE1BDB33}"/>
                </a:ext>
              </a:extLst>
            </p:cNvPr>
            <p:cNvSpPr/>
            <p:nvPr/>
          </p:nvSpPr>
          <p:spPr>
            <a:xfrm>
              <a:off x="2855590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04" name="pg3859">
              <a:extLst>
                <a:ext uri="{FF2B5EF4-FFF2-40B4-BE49-F238E27FC236}">
                  <a16:creationId xmlns:a16="http://schemas.microsoft.com/office/drawing/2014/main" id="{6A6C26D4-3998-B104-1F31-08CAB669DC06}"/>
                </a:ext>
              </a:extLst>
            </p:cNvPr>
            <p:cNvSpPr/>
            <p:nvPr/>
          </p:nvSpPr>
          <p:spPr>
            <a:xfrm>
              <a:off x="2867227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05" name="pg3860">
              <a:extLst>
                <a:ext uri="{FF2B5EF4-FFF2-40B4-BE49-F238E27FC236}">
                  <a16:creationId xmlns:a16="http://schemas.microsoft.com/office/drawing/2014/main" id="{79568949-3F90-BEBB-27DF-C89C217FD1A2}"/>
                </a:ext>
              </a:extLst>
            </p:cNvPr>
            <p:cNvSpPr/>
            <p:nvPr/>
          </p:nvSpPr>
          <p:spPr>
            <a:xfrm>
              <a:off x="2832315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06" name="pg3861">
              <a:extLst>
                <a:ext uri="{FF2B5EF4-FFF2-40B4-BE49-F238E27FC236}">
                  <a16:creationId xmlns:a16="http://schemas.microsoft.com/office/drawing/2014/main" id="{782865AD-D358-2BCB-5A4C-CB924E3EC22A}"/>
                </a:ext>
              </a:extLst>
            </p:cNvPr>
            <p:cNvSpPr/>
            <p:nvPr/>
          </p:nvSpPr>
          <p:spPr>
            <a:xfrm>
              <a:off x="2843953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07" name="pg3862">
              <a:extLst>
                <a:ext uri="{FF2B5EF4-FFF2-40B4-BE49-F238E27FC236}">
                  <a16:creationId xmlns:a16="http://schemas.microsoft.com/office/drawing/2014/main" id="{9252774B-DB3E-3F95-CC7E-AB50BDC3A74D}"/>
                </a:ext>
              </a:extLst>
            </p:cNvPr>
            <p:cNvSpPr/>
            <p:nvPr/>
          </p:nvSpPr>
          <p:spPr>
            <a:xfrm>
              <a:off x="2855590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08" name="pg3863">
              <a:extLst>
                <a:ext uri="{FF2B5EF4-FFF2-40B4-BE49-F238E27FC236}">
                  <a16:creationId xmlns:a16="http://schemas.microsoft.com/office/drawing/2014/main" id="{BD97244D-B37E-E0AC-42F5-DCD3841EAD91}"/>
                </a:ext>
              </a:extLst>
            </p:cNvPr>
            <p:cNvSpPr/>
            <p:nvPr/>
          </p:nvSpPr>
          <p:spPr>
            <a:xfrm>
              <a:off x="2867227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09" name="pg3864">
              <a:extLst>
                <a:ext uri="{FF2B5EF4-FFF2-40B4-BE49-F238E27FC236}">
                  <a16:creationId xmlns:a16="http://schemas.microsoft.com/office/drawing/2014/main" id="{A2D9D627-0285-AC97-BF0A-E4D62C9C9703}"/>
                </a:ext>
              </a:extLst>
            </p:cNvPr>
            <p:cNvSpPr/>
            <p:nvPr/>
          </p:nvSpPr>
          <p:spPr>
            <a:xfrm>
              <a:off x="2832315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10" name="pg3865">
              <a:extLst>
                <a:ext uri="{FF2B5EF4-FFF2-40B4-BE49-F238E27FC236}">
                  <a16:creationId xmlns:a16="http://schemas.microsoft.com/office/drawing/2014/main" id="{7FAE79E0-2220-F27C-47E8-221EA0C8F634}"/>
                </a:ext>
              </a:extLst>
            </p:cNvPr>
            <p:cNvSpPr/>
            <p:nvPr/>
          </p:nvSpPr>
          <p:spPr>
            <a:xfrm>
              <a:off x="2843953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11" name="pg3866">
              <a:extLst>
                <a:ext uri="{FF2B5EF4-FFF2-40B4-BE49-F238E27FC236}">
                  <a16:creationId xmlns:a16="http://schemas.microsoft.com/office/drawing/2014/main" id="{8F0CE1C5-B044-033E-1929-C97D6AAF5FFA}"/>
                </a:ext>
              </a:extLst>
            </p:cNvPr>
            <p:cNvSpPr/>
            <p:nvPr/>
          </p:nvSpPr>
          <p:spPr>
            <a:xfrm>
              <a:off x="2855590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12" name="pg3867">
              <a:extLst>
                <a:ext uri="{FF2B5EF4-FFF2-40B4-BE49-F238E27FC236}">
                  <a16:creationId xmlns:a16="http://schemas.microsoft.com/office/drawing/2014/main" id="{9DC71B79-756A-AC1F-FC0D-99146A4C97D8}"/>
                </a:ext>
              </a:extLst>
            </p:cNvPr>
            <p:cNvSpPr/>
            <p:nvPr/>
          </p:nvSpPr>
          <p:spPr>
            <a:xfrm>
              <a:off x="2399291" y="2540116"/>
              <a:ext cx="3705599" cy="2850404"/>
            </a:xfrm>
            <a:custGeom>
              <a:avLst/>
              <a:gdLst/>
              <a:ahLst/>
              <a:cxnLst/>
              <a:rect l="0" t="0" r="0" b="0"/>
              <a:pathLst>
                <a:path w="3705599" h="2850404">
                  <a:moveTo>
                    <a:pt x="2893187" y="266106"/>
                  </a:moveTo>
                  <a:lnTo>
                    <a:pt x="2917831" y="266068"/>
                  </a:lnTo>
                  <a:lnTo>
                    <a:pt x="2961871" y="266005"/>
                  </a:lnTo>
                  <a:lnTo>
                    <a:pt x="3005910" y="265941"/>
                  </a:lnTo>
                  <a:lnTo>
                    <a:pt x="3049950" y="265884"/>
                  </a:lnTo>
                  <a:lnTo>
                    <a:pt x="3093989" y="265820"/>
                  </a:lnTo>
                  <a:lnTo>
                    <a:pt x="3138033" y="265757"/>
                  </a:lnTo>
                  <a:lnTo>
                    <a:pt x="3182073" y="265693"/>
                  </a:lnTo>
                  <a:lnTo>
                    <a:pt x="3226112" y="265630"/>
                  </a:lnTo>
                  <a:lnTo>
                    <a:pt x="3236535" y="240559"/>
                  </a:lnTo>
                  <a:lnTo>
                    <a:pt x="3246246" y="228887"/>
                  </a:lnTo>
                  <a:lnTo>
                    <a:pt x="3259547" y="232754"/>
                  </a:lnTo>
                  <a:lnTo>
                    <a:pt x="3266632" y="232430"/>
                  </a:lnTo>
                  <a:lnTo>
                    <a:pt x="3274508" y="226410"/>
                  </a:lnTo>
                  <a:lnTo>
                    <a:pt x="3280895" y="222752"/>
                  </a:lnTo>
                  <a:lnTo>
                    <a:pt x="3285102" y="223292"/>
                  </a:lnTo>
                  <a:lnTo>
                    <a:pt x="3288693" y="228804"/>
                  </a:lnTo>
                  <a:lnTo>
                    <a:pt x="3291680" y="232481"/>
                  </a:lnTo>
                  <a:lnTo>
                    <a:pt x="3295168" y="231408"/>
                  </a:lnTo>
                  <a:lnTo>
                    <a:pt x="3298155" y="226207"/>
                  </a:lnTo>
                  <a:lnTo>
                    <a:pt x="3298052" y="218993"/>
                  </a:lnTo>
                  <a:lnTo>
                    <a:pt x="3302140" y="213970"/>
                  </a:lnTo>
                  <a:lnTo>
                    <a:pt x="3306992" y="213201"/>
                  </a:lnTo>
                  <a:lnTo>
                    <a:pt x="3311478" y="213360"/>
                  </a:lnTo>
                  <a:lnTo>
                    <a:pt x="3313715" y="210909"/>
                  </a:lnTo>
                  <a:lnTo>
                    <a:pt x="3313467" y="207391"/>
                  </a:lnTo>
                  <a:lnTo>
                    <a:pt x="3311850" y="201726"/>
                  </a:lnTo>
                  <a:lnTo>
                    <a:pt x="3312398" y="194906"/>
                  </a:lnTo>
                  <a:lnTo>
                    <a:pt x="3323601" y="182859"/>
                  </a:lnTo>
                  <a:lnTo>
                    <a:pt x="3337337" y="174686"/>
                  </a:lnTo>
                  <a:lnTo>
                    <a:pt x="3342153" y="170603"/>
                  </a:lnTo>
                  <a:lnTo>
                    <a:pt x="3343554" y="162322"/>
                  </a:lnTo>
                  <a:lnTo>
                    <a:pt x="3351429" y="153717"/>
                  </a:lnTo>
                  <a:lnTo>
                    <a:pt x="3355367" y="148770"/>
                  </a:lnTo>
                  <a:lnTo>
                    <a:pt x="3356328" y="144471"/>
                  </a:lnTo>
                  <a:lnTo>
                    <a:pt x="3354287" y="139181"/>
                  </a:lnTo>
                  <a:lnTo>
                    <a:pt x="3354494" y="129097"/>
                  </a:lnTo>
                  <a:lnTo>
                    <a:pt x="3357202" y="117050"/>
                  </a:lnTo>
                  <a:lnTo>
                    <a:pt x="3360442" y="103930"/>
                  </a:lnTo>
                  <a:lnTo>
                    <a:pt x="3367703" y="92099"/>
                  </a:lnTo>
                  <a:lnTo>
                    <a:pt x="3379609" y="79195"/>
                  </a:lnTo>
                  <a:lnTo>
                    <a:pt x="3382673" y="62240"/>
                  </a:lnTo>
                  <a:lnTo>
                    <a:pt x="3385903" y="44357"/>
                  </a:lnTo>
                  <a:lnTo>
                    <a:pt x="3400295" y="26932"/>
                  </a:lnTo>
                  <a:lnTo>
                    <a:pt x="3416615" y="7169"/>
                  </a:lnTo>
                  <a:lnTo>
                    <a:pt x="3422535" y="0"/>
                  </a:lnTo>
                  <a:lnTo>
                    <a:pt x="3618932" y="0"/>
                  </a:lnTo>
                  <a:lnTo>
                    <a:pt x="3619257" y="14859"/>
                  </a:lnTo>
                  <a:lnTo>
                    <a:pt x="3619521" y="35130"/>
                  </a:lnTo>
                  <a:lnTo>
                    <a:pt x="3619800" y="56493"/>
                  </a:lnTo>
                  <a:lnTo>
                    <a:pt x="3620001" y="71740"/>
                  </a:lnTo>
                  <a:lnTo>
                    <a:pt x="3620347" y="92677"/>
                  </a:lnTo>
                  <a:lnTo>
                    <a:pt x="3620621" y="109334"/>
                  </a:lnTo>
                  <a:lnTo>
                    <a:pt x="3620988" y="131078"/>
                  </a:lnTo>
                  <a:lnTo>
                    <a:pt x="3621179" y="142699"/>
                  </a:lnTo>
                  <a:lnTo>
                    <a:pt x="3623045" y="146052"/>
                  </a:lnTo>
                  <a:lnTo>
                    <a:pt x="3621924" y="150631"/>
                  </a:lnTo>
                  <a:lnTo>
                    <a:pt x="3621433" y="152923"/>
                  </a:lnTo>
                  <a:lnTo>
                    <a:pt x="3621552" y="154746"/>
                  </a:lnTo>
                  <a:lnTo>
                    <a:pt x="3622296" y="157038"/>
                  </a:lnTo>
                  <a:lnTo>
                    <a:pt x="3622172" y="160245"/>
                  </a:lnTo>
                  <a:lnTo>
                    <a:pt x="3620435" y="163147"/>
                  </a:lnTo>
                  <a:lnTo>
                    <a:pt x="3619567" y="166500"/>
                  </a:lnTo>
                  <a:lnTo>
                    <a:pt x="3619319" y="171993"/>
                  </a:lnTo>
                  <a:lnTo>
                    <a:pt x="3621179" y="175353"/>
                  </a:lnTo>
                  <a:lnTo>
                    <a:pt x="3624285" y="177334"/>
                  </a:lnTo>
                  <a:lnTo>
                    <a:pt x="3626895" y="177334"/>
                  </a:lnTo>
                  <a:lnTo>
                    <a:pt x="3630249" y="179322"/>
                  </a:lnTo>
                  <a:lnTo>
                    <a:pt x="3634595" y="182834"/>
                  </a:lnTo>
                  <a:lnTo>
                    <a:pt x="3641173" y="185882"/>
                  </a:lnTo>
                  <a:lnTo>
                    <a:pt x="3648005" y="186949"/>
                  </a:lnTo>
                  <a:lnTo>
                    <a:pt x="3652723" y="186187"/>
                  </a:lnTo>
                  <a:lnTo>
                    <a:pt x="3658434" y="188174"/>
                  </a:lnTo>
                  <a:lnTo>
                    <a:pt x="3660423" y="193058"/>
                  </a:lnTo>
                  <a:lnTo>
                    <a:pt x="3659307" y="197630"/>
                  </a:lnTo>
                  <a:lnTo>
                    <a:pt x="3656077" y="199770"/>
                  </a:lnTo>
                  <a:lnTo>
                    <a:pt x="3652599" y="201453"/>
                  </a:lnTo>
                  <a:lnTo>
                    <a:pt x="3651979" y="204958"/>
                  </a:lnTo>
                  <a:lnTo>
                    <a:pt x="3653715" y="208623"/>
                  </a:lnTo>
                  <a:lnTo>
                    <a:pt x="3656201" y="211829"/>
                  </a:lnTo>
                  <a:lnTo>
                    <a:pt x="3658935" y="217462"/>
                  </a:lnTo>
                  <a:lnTo>
                    <a:pt x="3657813" y="222346"/>
                  </a:lnTo>
                  <a:lnTo>
                    <a:pt x="3655333" y="226467"/>
                  </a:lnTo>
                  <a:lnTo>
                    <a:pt x="3654212" y="230735"/>
                  </a:lnTo>
                  <a:lnTo>
                    <a:pt x="3656325" y="234405"/>
                  </a:lnTo>
                  <a:lnTo>
                    <a:pt x="3661912" y="239282"/>
                  </a:lnTo>
                  <a:lnTo>
                    <a:pt x="3665389" y="244013"/>
                  </a:lnTo>
                  <a:lnTo>
                    <a:pt x="3670857" y="246611"/>
                  </a:lnTo>
                  <a:lnTo>
                    <a:pt x="3673461" y="244775"/>
                  </a:lnTo>
                  <a:lnTo>
                    <a:pt x="3675575" y="242330"/>
                  </a:lnTo>
                  <a:lnTo>
                    <a:pt x="3677807" y="240501"/>
                  </a:lnTo>
                  <a:lnTo>
                    <a:pt x="3681657" y="241575"/>
                  </a:lnTo>
                  <a:lnTo>
                    <a:pt x="3686127" y="242946"/>
                  </a:lnTo>
                  <a:lnTo>
                    <a:pt x="3691011" y="244578"/>
                  </a:lnTo>
                  <a:lnTo>
                    <a:pt x="3690427" y="248535"/>
                  </a:lnTo>
                  <a:lnTo>
                    <a:pt x="3693404" y="255203"/>
                  </a:lnTo>
                  <a:lnTo>
                    <a:pt x="3695708" y="268024"/>
                  </a:lnTo>
                  <a:lnTo>
                    <a:pt x="3692169" y="273847"/>
                  </a:lnTo>
                  <a:lnTo>
                    <a:pt x="3692928" y="281563"/>
                  </a:lnTo>
                  <a:lnTo>
                    <a:pt x="3702742" y="283811"/>
                  </a:lnTo>
                  <a:lnTo>
                    <a:pt x="3705129" y="286173"/>
                  </a:lnTo>
                  <a:lnTo>
                    <a:pt x="3705599" y="289025"/>
                  </a:lnTo>
                  <a:lnTo>
                    <a:pt x="3683983" y="308806"/>
                  </a:lnTo>
                  <a:lnTo>
                    <a:pt x="3665694" y="306037"/>
                  </a:lnTo>
                  <a:lnTo>
                    <a:pt x="3655772" y="311283"/>
                  </a:lnTo>
                  <a:lnTo>
                    <a:pt x="3645380" y="312813"/>
                  </a:lnTo>
                  <a:lnTo>
                    <a:pt x="3640822" y="321653"/>
                  </a:lnTo>
                  <a:lnTo>
                    <a:pt x="3635117" y="323526"/>
                  </a:lnTo>
                  <a:lnTo>
                    <a:pt x="3627303" y="322993"/>
                  </a:lnTo>
                  <a:lnTo>
                    <a:pt x="3620565" y="320497"/>
                  </a:lnTo>
                  <a:lnTo>
                    <a:pt x="3615423" y="321723"/>
                  </a:lnTo>
                  <a:lnTo>
                    <a:pt x="3608229" y="337675"/>
                  </a:lnTo>
                  <a:lnTo>
                    <a:pt x="3602338" y="336284"/>
                  </a:lnTo>
                  <a:lnTo>
                    <a:pt x="3599992" y="342025"/>
                  </a:lnTo>
                  <a:lnTo>
                    <a:pt x="3596912" y="344534"/>
                  </a:lnTo>
                  <a:lnTo>
                    <a:pt x="3592395" y="346686"/>
                  </a:lnTo>
                  <a:lnTo>
                    <a:pt x="3588473" y="339599"/>
                  </a:lnTo>
                  <a:lnTo>
                    <a:pt x="3585977" y="332862"/>
                  </a:lnTo>
                  <a:lnTo>
                    <a:pt x="3582298" y="331382"/>
                  </a:lnTo>
                  <a:lnTo>
                    <a:pt x="3577409" y="329661"/>
                  </a:lnTo>
                  <a:lnTo>
                    <a:pt x="3572381" y="329718"/>
                  </a:lnTo>
                  <a:lnTo>
                    <a:pt x="3569027" y="330683"/>
                  </a:lnTo>
                  <a:lnTo>
                    <a:pt x="3564867" y="335040"/>
                  </a:lnTo>
                  <a:lnTo>
                    <a:pt x="3558836" y="338780"/>
                  </a:lnTo>
                  <a:lnTo>
                    <a:pt x="3554273" y="335662"/>
                  </a:lnTo>
                  <a:lnTo>
                    <a:pt x="3550702" y="330652"/>
                  </a:lnTo>
                  <a:lnTo>
                    <a:pt x="3547648" y="338710"/>
                  </a:lnTo>
                  <a:lnTo>
                    <a:pt x="3543204" y="347220"/>
                  </a:lnTo>
                  <a:lnTo>
                    <a:pt x="3543943" y="357145"/>
                  </a:lnTo>
                  <a:lnTo>
                    <a:pt x="3542031" y="363032"/>
                  </a:lnTo>
                  <a:lnTo>
                    <a:pt x="3537814" y="361445"/>
                  </a:lnTo>
                  <a:lnTo>
                    <a:pt x="3533618" y="356282"/>
                  </a:lnTo>
                  <a:lnTo>
                    <a:pt x="3521840" y="352154"/>
                  </a:lnTo>
                  <a:lnTo>
                    <a:pt x="3512461" y="352535"/>
                  </a:lnTo>
                  <a:lnTo>
                    <a:pt x="3514368" y="347023"/>
                  </a:lnTo>
                  <a:lnTo>
                    <a:pt x="3523236" y="339110"/>
                  </a:lnTo>
                  <a:lnTo>
                    <a:pt x="3520507" y="337561"/>
                  </a:lnTo>
                  <a:lnTo>
                    <a:pt x="3516156" y="338659"/>
                  </a:lnTo>
                  <a:lnTo>
                    <a:pt x="3514259" y="337561"/>
                  </a:lnTo>
                  <a:lnTo>
                    <a:pt x="3517370" y="330372"/>
                  </a:lnTo>
                  <a:lnTo>
                    <a:pt x="3517670" y="322441"/>
                  </a:lnTo>
                  <a:lnTo>
                    <a:pt x="3513701" y="325216"/>
                  </a:lnTo>
                  <a:lnTo>
                    <a:pt x="3508709" y="333585"/>
                  </a:lnTo>
                  <a:lnTo>
                    <a:pt x="3496632" y="340247"/>
                  </a:lnTo>
                  <a:lnTo>
                    <a:pt x="3497195" y="351398"/>
                  </a:lnTo>
                  <a:lnTo>
                    <a:pt x="3485826" y="374253"/>
                  </a:lnTo>
                  <a:lnTo>
                    <a:pt x="3485320" y="383982"/>
                  </a:lnTo>
                  <a:lnTo>
                    <a:pt x="3478028" y="391749"/>
                  </a:lnTo>
                  <a:lnTo>
                    <a:pt x="3468628" y="398429"/>
                  </a:lnTo>
                  <a:lnTo>
                    <a:pt x="3456091" y="396550"/>
                  </a:lnTo>
                  <a:lnTo>
                    <a:pt x="3446521" y="402354"/>
                  </a:lnTo>
                  <a:lnTo>
                    <a:pt x="3441663" y="409015"/>
                  </a:lnTo>
                  <a:lnTo>
                    <a:pt x="3437441" y="410019"/>
                  </a:lnTo>
                  <a:lnTo>
                    <a:pt x="3435240" y="401535"/>
                  </a:lnTo>
                  <a:lnTo>
                    <a:pt x="3433638" y="398912"/>
                  </a:lnTo>
                  <a:lnTo>
                    <a:pt x="3430113" y="411422"/>
                  </a:lnTo>
                  <a:lnTo>
                    <a:pt x="3426522" y="412197"/>
                  </a:lnTo>
                  <a:lnTo>
                    <a:pt x="3425163" y="403325"/>
                  </a:lnTo>
                  <a:lnTo>
                    <a:pt x="3423457" y="397464"/>
                  </a:lnTo>
                  <a:lnTo>
                    <a:pt x="3418563" y="402519"/>
                  </a:lnTo>
                  <a:lnTo>
                    <a:pt x="3415313" y="415918"/>
                  </a:lnTo>
                  <a:lnTo>
                    <a:pt x="3411907" y="414788"/>
                  </a:lnTo>
                  <a:lnTo>
                    <a:pt x="3410822" y="409803"/>
                  </a:lnTo>
                  <a:lnTo>
                    <a:pt x="3408383" y="408291"/>
                  </a:lnTo>
                  <a:lnTo>
                    <a:pt x="3407546" y="413988"/>
                  </a:lnTo>
                  <a:lnTo>
                    <a:pt x="3408776" y="422002"/>
                  </a:lnTo>
                  <a:lnTo>
                    <a:pt x="3407003" y="426282"/>
                  </a:lnTo>
                  <a:lnTo>
                    <a:pt x="3403618" y="423996"/>
                  </a:lnTo>
                  <a:lnTo>
                    <a:pt x="3400213" y="420141"/>
                  </a:lnTo>
                  <a:lnTo>
                    <a:pt x="3394595" y="423069"/>
                  </a:lnTo>
                  <a:lnTo>
                    <a:pt x="3389438" y="424256"/>
                  </a:lnTo>
                  <a:lnTo>
                    <a:pt x="3389417" y="420332"/>
                  </a:lnTo>
                  <a:lnTo>
                    <a:pt x="3390399" y="415518"/>
                  </a:lnTo>
                  <a:lnTo>
                    <a:pt x="3380121" y="418179"/>
                  </a:lnTo>
                  <a:lnTo>
                    <a:pt x="3367796" y="427057"/>
                  </a:lnTo>
                  <a:lnTo>
                    <a:pt x="3358225" y="439339"/>
                  </a:lnTo>
                  <a:lnTo>
                    <a:pt x="3361543" y="441383"/>
                  </a:lnTo>
                  <a:lnTo>
                    <a:pt x="3365279" y="445295"/>
                  </a:lnTo>
                  <a:lnTo>
                    <a:pt x="3348654" y="464270"/>
                  </a:lnTo>
                  <a:lnTo>
                    <a:pt x="3331611" y="481359"/>
                  </a:lnTo>
                  <a:lnTo>
                    <a:pt x="3318738" y="509244"/>
                  </a:lnTo>
                  <a:lnTo>
                    <a:pt x="3313571" y="512508"/>
                  </a:lnTo>
                  <a:lnTo>
                    <a:pt x="3309132" y="517620"/>
                  </a:lnTo>
                  <a:lnTo>
                    <a:pt x="3304419" y="534455"/>
                  </a:lnTo>
                  <a:lnTo>
                    <a:pt x="3298977" y="549442"/>
                  </a:lnTo>
                  <a:lnTo>
                    <a:pt x="3302021" y="556116"/>
                  </a:lnTo>
                  <a:lnTo>
                    <a:pt x="3304026" y="562981"/>
                  </a:lnTo>
                  <a:lnTo>
                    <a:pt x="3308858" y="569737"/>
                  </a:lnTo>
                  <a:lnTo>
                    <a:pt x="3312966" y="570347"/>
                  </a:lnTo>
                  <a:lnTo>
                    <a:pt x="3317415" y="569128"/>
                  </a:lnTo>
                  <a:lnTo>
                    <a:pt x="3320681" y="569414"/>
                  </a:lnTo>
                  <a:lnTo>
                    <a:pt x="3322780" y="572284"/>
                  </a:lnTo>
                  <a:lnTo>
                    <a:pt x="3321849" y="575726"/>
                  </a:lnTo>
                  <a:lnTo>
                    <a:pt x="3316718" y="576583"/>
                  </a:lnTo>
                  <a:lnTo>
                    <a:pt x="3307147" y="582603"/>
                  </a:lnTo>
                  <a:lnTo>
                    <a:pt x="3298755" y="584915"/>
                  </a:lnTo>
                  <a:lnTo>
                    <a:pt x="3294548" y="592192"/>
                  </a:lnTo>
                  <a:lnTo>
                    <a:pt x="3288244" y="600600"/>
                  </a:lnTo>
                  <a:lnTo>
                    <a:pt x="3275996" y="613720"/>
                  </a:lnTo>
                  <a:lnTo>
                    <a:pt x="3281231" y="617765"/>
                  </a:lnTo>
                  <a:lnTo>
                    <a:pt x="3300150" y="622325"/>
                  </a:lnTo>
                  <a:lnTo>
                    <a:pt x="3308584" y="627018"/>
                  </a:lnTo>
                  <a:lnTo>
                    <a:pt x="3321348" y="651524"/>
                  </a:lnTo>
                  <a:lnTo>
                    <a:pt x="3318433" y="653975"/>
                  </a:lnTo>
                  <a:lnTo>
                    <a:pt x="3317276" y="658465"/>
                  </a:lnTo>
                  <a:lnTo>
                    <a:pt x="3328624" y="664765"/>
                  </a:lnTo>
                  <a:lnTo>
                    <a:pt x="3332247" y="682362"/>
                  </a:lnTo>
                  <a:lnTo>
                    <a:pt x="3341564" y="688350"/>
                  </a:lnTo>
                  <a:lnTo>
                    <a:pt x="3355450" y="692033"/>
                  </a:lnTo>
                  <a:lnTo>
                    <a:pt x="3372431" y="686712"/>
                  </a:lnTo>
                  <a:lnTo>
                    <a:pt x="3386570" y="679390"/>
                  </a:lnTo>
                  <a:lnTo>
                    <a:pt x="3386074" y="673388"/>
                  </a:lnTo>
                  <a:lnTo>
                    <a:pt x="3377191" y="659424"/>
                  </a:lnTo>
                  <a:lnTo>
                    <a:pt x="3375051" y="652864"/>
                  </a:lnTo>
                  <a:lnTo>
                    <a:pt x="3368457" y="648616"/>
                  </a:lnTo>
                  <a:lnTo>
                    <a:pt x="3365951" y="652216"/>
                  </a:lnTo>
                  <a:lnTo>
                    <a:pt x="3361687" y="647542"/>
                  </a:lnTo>
                  <a:lnTo>
                    <a:pt x="3361207" y="644920"/>
                  </a:lnTo>
                  <a:lnTo>
                    <a:pt x="3365181" y="643643"/>
                  </a:lnTo>
                  <a:lnTo>
                    <a:pt x="3369801" y="644151"/>
                  </a:lnTo>
                  <a:lnTo>
                    <a:pt x="3375191" y="646596"/>
                  </a:lnTo>
                  <a:lnTo>
                    <a:pt x="3389061" y="661818"/>
                  </a:lnTo>
                  <a:lnTo>
                    <a:pt x="3392900" y="681771"/>
                  </a:lnTo>
                  <a:lnTo>
                    <a:pt x="3393722" y="694440"/>
                  </a:lnTo>
                  <a:lnTo>
                    <a:pt x="3392156" y="698771"/>
                  </a:lnTo>
                  <a:lnTo>
                    <a:pt x="3388120" y="697882"/>
                  </a:lnTo>
                  <a:lnTo>
                    <a:pt x="3380420" y="698746"/>
                  </a:lnTo>
                  <a:lnTo>
                    <a:pt x="3343890" y="705306"/>
                  </a:lnTo>
                  <a:lnTo>
                    <a:pt x="3335776" y="711084"/>
                  </a:lnTo>
                  <a:lnTo>
                    <a:pt x="3317173" y="717359"/>
                  </a:lnTo>
                  <a:lnTo>
                    <a:pt x="3316015" y="714228"/>
                  </a:lnTo>
                  <a:lnTo>
                    <a:pt x="3317359" y="707750"/>
                  </a:lnTo>
                  <a:lnTo>
                    <a:pt x="3316186" y="694484"/>
                  </a:lnTo>
                  <a:lnTo>
                    <a:pt x="3312516" y="693868"/>
                  </a:lnTo>
                  <a:lnTo>
                    <a:pt x="3283613" y="715498"/>
                  </a:lnTo>
                  <a:lnTo>
                    <a:pt x="3272441" y="716857"/>
                  </a:lnTo>
                  <a:lnTo>
                    <a:pt x="3263046" y="723188"/>
                  </a:lnTo>
                  <a:lnTo>
                    <a:pt x="3260943" y="719676"/>
                  </a:lnTo>
                  <a:lnTo>
                    <a:pt x="3259263" y="703458"/>
                  </a:lnTo>
                  <a:lnTo>
                    <a:pt x="3265144" y="689855"/>
                  </a:lnTo>
                  <a:lnTo>
                    <a:pt x="3262012" y="690071"/>
                  </a:lnTo>
                  <a:lnTo>
                    <a:pt x="3252194" y="698238"/>
                  </a:lnTo>
                  <a:lnTo>
                    <a:pt x="3247997" y="693214"/>
                  </a:lnTo>
                  <a:lnTo>
                    <a:pt x="3245894" y="687702"/>
                  </a:lnTo>
                  <a:lnTo>
                    <a:pt x="3242871" y="684584"/>
                  </a:lnTo>
                  <a:lnTo>
                    <a:pt x="3239595" y="683403"/>
                  </a:lnTo>
                  <a:lnTo>
                    <a:pt x="3242396" y="695443"/>
                  </a:lnTo>
                  <a:lnTo>
                    <a:pt x="3235740" y="704474"/>
                  </a:lnTo>
                  <a:lnTo>
                    <a:pt x="3233915" y="727830"/>
                  </a:lnTo>
                  <a:lnTo>
                    <a:pt x="3225549" y="737553"/>
                  </a:lnTo>
                  <a:lnTo>
                    <a:pt x="3199467" y="743802"/>
                  </a:lnTo>
                  <a:lnTo>
                    <a:pt x="3182465" y="742481"/>
                  </a:lnTo>
                  <a:lnTo>
                    <a:pt x="3167231" y="744424"/>
                  </a:lnTo>
                  <a:lnTo>
                    <a:pt x="3146974" y="748907"/>
                  </a:lnTo>
                  <a:lnTo>
                    <a:pt x="3135780" y="746240"/>
                  </a:lnTo>
                  <a:lnTo>
                    <a:pt x="3124313" y="750971"/>
                  </a:lnTo>
                  <a:lnTo>
                    <a:pt x="3085390" y="752260"/>
                  </a:lnTo>
                  <a:lnTo>
                    <a:pt x="3077183" y="749752"/>
                  </a:lnTo>
                  <a:lnTo>
                    <a:pt x="3066703" y="758687"/>
                  </a:lnTo>
                  <a:lnTo>
                    <a:pt x="3049924" y="763970"/>
                  </a:lnTo>
                  <a:lnTo>
                    <a:pt x="3007512" y="783993"/>
                  </a:lnTo>
                  <a:lnTo>
                    <a:pt x="2998159" y="791277"/>
                  </a:lnTo>
                  <a:lnTo>
                    <a:pt x="2986769" y="802651"/>
                  </a:lnTo>
                  <a:lnTo>
                    <a:pt x="2979121" y="808766"/>
                  </a:lnTo>
                  <a:lnTo>
                    <a:pt x="2972832" y="810754"/>
                  </a:lnTo>
                  <a:lnTo>
                    <a:pt x="2968966" y="815847"/>
                  </a:lnTo>
                  <a:lnTo>
                    <a:pt x="2964744" y="819174"/>
                  </a:lnTo>
                  <a:lnTo>
                    <a:pt x="2968821" y="807807"/>
                  </a:lnTo>
                  <a:lnTo>
                    <a:pt x="2973250" y="798224"/>
                  </a:lnTo>
                  <a:lnTo>
                    <a:pt x="2976930" y="779662"/>
                  </a:lnTo>
                  <a:lnTo>
                    <a:pt x="2975844" y="764650"/>
                  </a:lnTo>
                  <a:lnTo>
                    <a:pt x="2971281" y="758477"/>
                  </a:lnTo>
                  <a:lnTo>
                    <a:pt x="2966563" y="754362"/>
                  </a:lnTo>
                  <a:lnTo>
                    <a:pt x="2972093" y="769178"/>
                  </a:lnTo>
                  <a:lnTo>
                    <a:pt x="2972987" y="787346"/>
                  </a:lnTo>
                  <a:lnTo>
                    <a:pt x="2971085" y="797989"/>
                  </a:lnTo>
                  <a:lnTo>
                    <a:pt x="2960682" y="818520"/>
                  </a:lnTo>
                  <a:lnTo>
                    <a:pt x="2956253" y="823302"/>
                  </a:lnTo>
                  <a:lnTo>
                    <a:pt x="2951075" y="827506"/>
                  </a:lnTo>
                  <a:lnTo>
                    <a:pt x="2947174" y="829335"/>
                  </a:lnTo>
                  <a:lnTo>
                    <a:pt x="2943572" y="832618"/>
                  </a:lnTo>
                  <a:lnTo>
                    <a:pt x="2939386" y="837819"/>
                  </a:lnTo>
                  <a:lnTo>
                    <a:pt x="2935417" y="848145"/>
                  </a:lnTo>
                  <a:lnTo>
                    <a:pt x="2937820" y="857556"/>
                  </a:lnTo>
                  <a:lnTo>
                    <a:pt x="2958104" y="860992"/>
                  </a:lnTo>
                  <a:lnTo>
                    <a:pt x="2963545" y="858090"/>
                  </a:lnTo>
                  <a:lnTo>
                    <a:pt x="2966315" y="864827"/>
                  </a:lnTo>
                  <a:lnTo>
                    <a:pt x="2967865" y="874188"/>
                  </a:lnTo>
                  <a:lnTo>
                    <a:pt x="2966346" y="884310"/>
                  </a:lnTo>
                  <a:lnTo>
                    <a:pt x="2962956" y="894611"/>
                  </a:lnTo>
                  <a:lnTo>
                    <a:pt x="2960382" y="907400"/>
                  </a:lnTo>
                  <a:lnTo>
                    <a:pt x="2958202" y="926902"/>
                  </a:lnTo>
                  <a:lnTo>
                    <a:pt x="2954920" y="944449"/>
                  </a:lnTo>
                  <a:lnTo>
                    <a:pt x="2954491" y="939121"/>
                  </a:lnTo>
                  <a:lnTo>
                    <a:pt x="2956543" y="917790"/>
                  </a:lnTo>
                  <a:lnTo>
                    <a:pt x="2953220" y="920019"/>
                  </a:lnTo>
                  <a:lnTo>
                    <a:pt x="2950931" y="924940"/>
                  </a:lnTo>
                  <a:lnTo>
                    <a:pt x="2944740" y="952450"/>
                  </a:lnTo>
                  <a:lnTo>
                    <a:pt x="2936229" y="967113"/>
                  </a:lnTo>
                  <a:lnTo>
                    <a:pt x="2928389" y="977255"/>
                  </a:lnTo>
                  <a:lnTo>
                    <a:pt x="2920302" y="975578"/>
                  </a:lnTo>
                  <a:lnTo>
                    <a:pt x="2922121" y="983637"/>
                  </a:lnTo>
                  <a:lnTo>
                    <a:pt x="2919899" y="987834"/>
                  </a:lnTo>
                  <a:lnTo>
                    <a:pt x="2917997" y="996592"/>
                  </a:lnTo>
                  <a:lnTo>
                    <a:pt x="2913175" y="1002396"/>
                  </a:lnTo>
                  <a:lnTo>
                    <a:pt x="2908643" y="1001837"/>
                  </a:lnTo>
                  <a:lnTo>
                    <a:pt x="2902132" y="1005838"/>
                  </a:lnTo>
                  <a:lnTo>
                    <a:pt x="2899564" y="1008899"/>
                  </a:lnTo>
                  <a:lnTo>
                    <a:pt x="2899372" y="1014760"/>
                  </a:lnTo>
                  <a:lnTo>
                    <a:pt x="2895016" y="1019917"/>
                  </a:lnTo>
                  <a:lnTo>
                    <a:pt x="2879296" y="1046703"/>
                  </a:lnTo>
                  <a:lnTo>
                    <a:pt x="2865648" y="1054609"/>
                  </a:lnTo>
                  <a:lnTo>
                    <a:pt x="2862382" y="1053459"/>
                  </a:lnTo>
                  <a:lnTo>
                    <a:pt x="2865978" y="1040816"/>
                  </a:lnTo>
                  <a:lnTo>
                    <a:pt x="2868443" y="1028032"/>
                  </a:lnTo>
                  <a:lnTo>
                    <a:pt x="2860160" y="1022469"/>
                  </a:lnTo>
                  <a:lnTo>
                    <a:pt x="2852232" y="1019529"/>
                  </a:lnTo>
                  <a:lnTo>
                    <a:pt x="2843137" y="1019917"/>
                  </a:lnTo>
                  <a:lnTo>
                    <a:pt x="2833091" y="1009978"/>
                  </a:lnTo>
                  <a:lnTo>
                    <a:pt x="2820141" y="1002751"/>
                  </a:lnTo>
                  <a:lnTo>
                    <a:pt x="2802064" y="983199"/>
                  </a:lnTo>
                  <a:lnTo>
                    <a:pt x="2802591" y="977775"/>
                  </a:lnTo>
                  <a:lnTo>
                    <a:pt x="2802136" y="968675"/>
                  </a:lnTo>
                  <a:lnTo>
                    <a:pt x="2807630" y="954298"/>
                  </a:lnTo>
                  <a:lnTo>
                    <a:pt x="2812896" y="944245"/>
                  </a:lnTo>
                  <a:lnTo>
                    <a:pt x="2820167" y="939038"/>
                  </a:lnTo>
                  <a:lnTo>
                    <a:pt x="2841266" y="933735"/>
                  </a:lnTo>
                  <a:lnTo>
                    <a:pt x="2846558" y="925759"/>
                  </a:lnTo>
                  <a:lnTo>
                    <a:pt x="2849695" y="919041"/>
                  </a:lnTo>
                  <a:lnTo>
                    <a:pt x="2839241" y="930579"/>
                  </a:lnTo>
                  <a:lnTo>
                    <a:pt x="2823582" y="934491"/>
                  </a:lnTo>
                  <a:lnTo>
                    <a:pt x="2815144" y="938797"/>
                  </a:lnTo>
                  <a:lnTo>
                    <a:pt x="2808395" y="945382"/>
                  </a:lnTo>
                  <a:lnTo>
                    <a:pt x="2804400" y="953650"/>
                  </a:lnTo>
                  <a:lnTo>
                    <a:pt x="2795356" y="963614"/>
                  </a:lnTo>
                  <a:lnTo>
                    <a:pt x="2795992" y="970288"/>
                  </a:lnTo>
                  <a:lnTo>
                    <a:pt x="2797506" y="975032"/>
                  </a:lnTo>
                  <a:lnTo>
                    <a:pt x="2796808" y="984920"/>
                  </a:lnTo>
                  <a:lnTo>
                    <a:pt x="2802529" y="994559"/>
                  </a:lnTo>
                  <a:lnTo>
                    <a:pt x="2813872" y="1010353"/>
                  </a:lnTo>
                  <a:lnTo>
                    <a:pt x="2816038" y="1034884"/>
                  </a:lnTo>
                  <a:lnTo>
                    <a:pt x="2824694" y="1051300"/>
                  </a:lnTo>
                  <a:lnTo>
                    <a:pt x="2837959" y="1070440"/>
                  </a:lnTo>
                  <a:lnTo>
                    <a:pt x="2848160" y="1075883"/>
                  </a:lnTo>
                  <a:lnTo>
                    <a:pt x="2848656" y="1083001"/>
                  </a:lnTo>
                  <a:lnTo>
                    <a:pt x="2843948" y="1094756"/>
                  </a:lnTo>
                  <a:lnTo>
                    <a:pt x="2837742" y="1100128"/>
                  </a:lnTo>
                  <a:lnTo>
                    <a:pt x="2845814" y="1099055"/>
                  </a:lnTo>
                  <a:lnTo>
                    <a:pt x="2849835" y="1101741"/>
                  </a:lnTo>
                  <a:lnTo>
                    <a:pt x="2853746" y="1111546"/>
                  </a:lnTo>
                  <a:lnTo>
                    <a:pt x="2853442" y="1121555"/>
                  </a:lnTo>
                  <a:lnTo>
                    <a:pt x="2852119" y="1127194"/>
                  </a:lnTo>
                  <a:lnTo>
                    <a:pt x="2849674" y="1129442"/>
                  </a:lnTo>
                  <a:lnTo>
                    <a:pt x="2849778" y="1123682"/>
                  </a:lnTo>
                  <a:lnTo>
                    <a:pt x="2848046" y="1121682"/>
                  </a:lnTo>
                  <a:lnTo>
                    <a:pt x="2845189" y="1124177"/>
                  </a:lnTo>
                  <a:lnTo>
                    <a:pt x="2843339" y="1127022"/>
                  </a:lnTo>
                  <a:lnTo>
                    <a:pt x="2842569" y="1138231"/>
                  </a:lnTo>
                  <a:lnTo>
                    <a:pt x="2840610" y="1143832"/>
                  </a:lnTo>
                  <a:lnTo>
                    <a:pt x="2833685" y="1145496"/>
                  </a:lnTo>
                  <a:lnTo>
                    <a:pt x="2826662" y="1160203"/>
                  </a:lnTo>
                  <a:lnTo>
                    <a:pt x="2820130" y="1168547"/>
                  </a:lnTo>
                  <a:lnTo>
                    <a:pt x="2794426" y="1224971"/>
                  </a:lnTo>
                  <a:lnTo>
                    <a:pt x="2795408" y="1234401"/>
                  </a:lnTo>
                  <a:lnTo>
                    <a:pt x="2790705" y="1237436"/>
                  </a:lnTo>
                  <a:lnTo>
                    <a:pt x="2783584" y="1239907"/>
                  </a:lnTo>
                  <a:lnTo>
                    <a:pt x="2776380" y="1245546"/>
                  </a:lnTo>
                  <a:lnTo>
                    <a:pt x="2771600" y="1251763"/>
                  </a:lnTo>
                  <a:lnTo>
                    <a:pt x="2767161" y="1268484"/>
                  </a:lnTo>
                  <a:lnTo>
                    <a:pt x="2758655" y="1287306"/>
                  </a:lnTo>
                  <a:lnTo>
                    <a:pt x="2753348" y="1279463"/>
                  </a:lnTo>
                  <a:lnTo>
                    <a:pt x="2751989" y="1272751"/>
                  </a:lnTo>
                  <a:lnTo>
                    <a:pt x="2754350" y="1255243"/>
                  </a:lnTo>
                  <a:lnTo>
                    <a:pt x="2763549" y="1226539"/>
                  </a:lnTo>
                  <a:lnTo>
                    <a:pt x="2773683" y="1208695"/>
                  </a:lnTo>
                  <a:lnTo>
                    <a:pt x="2781414" y="1200236"/>
                  </a:lnTo>
                  <a:lnTo>
                    <a:pt x="2787770" y="1182995"/>
                  </a:lnTo>
                  <a:lnTo>
                    <a:pt x="2779739" y="1180423"/>
                  </a:lnTo>
                  <a:lnTo>
                    <a:pt x="2767497" y="1180702"/>
                  </a:lnTo>
                  <a:lnTo>
                    <a:pt x="2769802" y="1172745"/>
                  </a:lnTo>
                  <a:lnTo>
                    <a:pt x="2773373" y="1165734"/>
                  </a:lnTo>
                  <a:lnTo>
                    <a:pt x="2766991" y="1158749"/>
                  </a:lnTo>
                  <a:lnTo>
                    <a:pt x="2763213" y="1157860"/>
                  </a:lnTo>
                  <a:lnTo>
                    <a:pt x="2759322" y="1154996"/>
                  </a:lnTo>
                  <a:lnTo>
                    <a:pt x="2763885" y="1149179"/>
                  </a:lnTo>
                  <a:lnTo>
                    <a:pt x="2766112" y="1143032"/>
                  </a:lnTo>
                  <a:lnTo>
                    <a:pt x="2764753" y="1135551"/>
                  </a:lnTo>
                  <a:lnTo>
                    <a:pt x="2766665" y="1129918"/>
                  </a:lnTo>
                  <a:lnTo>
                    <a:pt x="2763477" y="1130769"/>
                  </a:lnTo>
                  <a:lnTo>
                    <a:pt x="2758350" y="1136732"/>
                  </a:lnTo>
                  <a:lnTo>
                    <a:pt x="2755162" y="1139113"/>
                  </a:lnTo>
                  <a:lnTo>
                    <a:pt x="2753219" y="1133836"/>
                  </a:lnTo>
                  <a:lnTo>
                    <a:pt x="2751002" y="1135030"/>
                  </a:lnTo>
                  <a:lnTo>
                    <a:pt x="2749560" y="1138656"/>
                  </a:lnTo>
                  <a:lnTo>
                    <a:pt x="2746289" y="1140650"/>
                  </a:lnTo>
                  <a:lnTo>
                    <a:pt x="2739380" y="1135691"/>
                  </a:lnTo>
                  <a:lnTo>
                    <a:pt x="2729308" y="1130013"/>
                  </a:lnTo>
                  <a:lnTo>
                    <a:pt x="2723701" y="1120246"/>
                  </a:lnTo>
                  <a:lnTo>
                    <a:pt x="2720502" y="1112677"/>
                  </a:lnTo>
                  <a:lnTo>
                    <a:pt x="2723752" y="1098979"/>
                  </a:lnTo>
                  <a:lnTo>
                    <a:pt x="2730713" y="1096547"/>
                  </a:lnTo>
                  <a:lnTo>
                    <a:pt x="2739757" y="1098769"/>
                  </a:lnTo>
                  <a:lnTo>
                    <a:pt x="2751612" y="1098750"/>
                  </a:lnTo>
                  <a:lnTo>
                    <a:pt x="2749917" y="1095708"/>
                  </a:lnTo>
                  <a:lnTo>
                    <a:pt x="2745684" y="1096210"/>
                  </a:lnTo>
                  <a:lnTo>
                    <a:pt x="2733189" y="1085097"/>
                  </a:lnTo>
                  <a:lnTo>
                    <a:pt x="2729168" y="1078385"/>
                  </a:lnTo>
                  <a:lnTo>
                    <a:pt x="2722254" y="1076543"/>
                  </a:lnTo>
                  <a:lnTo>
                    <a:pt x="2719101" y="1082995"/>
                  </a:lnTo>
                  <a:lnTo>
                    <a:pt x="2715603" y="1084710"/>
                  </a:lnTo>
                  <a:lnTo>
                    <a:pt x="2719923" y="1070593"/>
                  </a:lnTo>
                  <a:lnTo>
                    <a:pt x="2725571" y="1070015"/>
                  </a:lnTo>
                  <a:lnTo>
                    <a:pt x="2733912" y="1066103"/>
                  </a:lnTo>
                  <a:lnTo>
                    <a:pt x="2731488" y="1057930"/>
                  </a:lnTo>
                  <a:lnTo>
                    <a:pt x="2726223" y="1054355"/>
                  </a:lnTo>
                  <a:lnTo>
                    <a:pt x="2716714" y="1058838"/>
                  </a:lnTo>
                  <a:lnTo>
                    <a:pt x="2716828" y="1053091"/>
                  </a:lnTo>
                  <a:lnTo>
                    <a:pt x="2718610" y="1045731"/>
                  </a:lnTo>
                  <a:lnTo>
                    <a:pt x="2725778" y="1045756"/>
                  </a:lnTo>
                  <a:lnTo>
                    <a:pt x="2732057" y="1048157"/>
                  </a:lnTo>
                  <a:lnTo>
                    <a:pt x="2737400" y="1036269"/>
                  </a:lnTo>
                  <a:lnTo>
                    <a:pt x="2737638" y="1030960"/>
                  </a:lnTo>
                  <a:lnTo>
                    <a:pt x="2728760" y="1038676"/>
                  </a:lnTo>
                  <a:lnTo>
                    <a:pt x="2726765" y="1022031"/>
                  </a:lnTo>
                  <a:lnTo>
                    <a:pt x="2735504" y="1005977"/>
                  </a:lnTo>
                  <a:lnTo>
                    <a:pt x="2743839" y="998979"/>
                  </a:lnTo>
                  <a:lnTo>
                    <a:pt x="2754252" y="999183"/>
                  </a:lnTo>
                  <a:lnTo>
                    <a:pt x="2764836" y="998052"/>
                  </a:lnTo>
                  <a:lnTo>
                    <a:pt x="2758195" y="995112"/>
                  </a:lnTo>
                  <a:lnTo>
                    <a:pt x="2751379" y="993518"/>
                  </a:lnTo>
                  <a:lnTo>
                    <a:pt x="2756500" y="987174"/>
                  </a:lnTo>
                  <a:lnTo>
                    <a:pt x="2760867" y="986037"/>
                  </a:lnTo>
                  <a:lnTo>
                    <a:pt x="2765156" y="980506"/>
                  </a:lnTo>
                  <a:lnTo>
                    <a:pt x="2754841" y="981325"/>
                  </a:lnTo>
                  <a:lnTo>
                    <a:pt x="2756056" y="970860"/>
                  </a:lnTo>
                  <a:lnTo>
                    <a:pt x="2751043" y="972987"/>
                  </a:lnTo>
                  <a:lnTo>
                    <a:pt x="2745043" y="973971"/>
                  </a:lnTo>
                  <a:lnTo>
                    <a:pt x="2742708" y="978410"/>
                  </a:lnTo>
                  <a:lnTo>
                    <a:pt x="2743168" y="985783"/>
                  </a:lnTo>
                  <a:lnTo>
                    <a:pt x="2741416" y="990622"/>
                  </a:lnTo>
                  <a:lnTo>
                    <a:pt x="2736749" y="994509"/>
                  </a:lnTo>
                  <a:lnTo>
                    <a:pt x="2728868" y="997538"/>
                  </a:lnTo>
                  <a:lnTo>
                    <a:pt x="2728104" y="992286"/>
                  </a:lnTo>
                  <a:lnTo>
                    <a:pt x="2725499" y="989905"/>
                  </a:lnTo>
                  <a:lnTo>
                    <a:pt x="2724528" y="1001151"/>
                  </a:lnTo>
                  <a:lnTo>
                    <a:pt x="2722460" y="1004974"/>
                  </a:lnTo>
                  <a:lnTo>
                    <a:pt x="2716698" y="994420"/>
                  </a:lnTo>
                  <a:lnTo>
                    <a:pt x="2714967" y="996547"/>
                  </a:lnTo>
                  <a:lnTo>
                    <a:pt x="2715189" y="999545"/>
                  </a:lnTo>
                  <a:lnTo>
                    <a:pt x="2713717" y="1004726"/>
                  </a:lnTo>
                  <a:lnTo>
                    <a:pt x="2708776" y="1007425"/>
                  </a:lnTo>
                  <a:lnTo>
                    <a:pt x="2709081" y="1014068"/>
                  </a:lnTo>
                  <a:lnTo>
                    <a:pt x="2707164" y="1017688"/>
                  </a:lnTo>
                  <a:lnTo>
                    <a:pt x="2691340" y="1011921"/>
                  </a:lnTo>
                  <a:lnTo>
                    <a:pt x="2690968" y="1013877"/>
                  </a:lnTo>
                  <a:lnTo>
                    <a:pt x="2699919" y="1026311"/>
                  </a:lnTo>
                  <a:lnTo>
                    <a:pt x="2706456" y="1030560"/>
                  </a:lnTo>
                  <a:lnTo>
                    <a:pt x="2707252" y="1037342"/>
                  </a:lnTo>
                  <a:lnTo>
                    <a:pt x="2701640" y="1042968"/>
                  </a:lnTo>
                  <a:lnTo>
                    <a:pt x="2693898" y="1038110"/>
                  </a:lnTo>
                  <a:lnTo>
                    <a:pt x="2692596" y="1038466"/>
                  </a:lnTo>
                  <a:lnTo>
                    <a:pt x="2696803" y="1046798"/>
                  </a:lnTo>
                  <a:lnTo>
                    <a:pt x="2699454" y="1054075"/>
                  </a:lnTo>
                  <a:lnTo>
                    <a:pt x="2696725" y="1060172"/>
                  </a:lnTo>
                  <a:lnTo>
                    <a:pt x="2697149" y="1067678"/>
                  </a:lnTo>
                  <a:lnTo>
                    <a:pt x="2696560" y="1074485"/>
                  </a:lnTo>
                  <a:lnTo>
                    <a:pt x="2694891" y="1080423"/>
                  </a:lnTo>
                  <a:lnTo>
                    <a:pt x="2698653" y="1107793"/>
                  </a:lnTo>
                  <a:lnTo>
                    <a:pt x="2703185" y="1115236"/>
                  </a:lnTo>
                  <a:lnTo>
                    <a:pt x="2707639" y="1122355"/>
                  </a:lnTo>
                  <a:lnTo>
                    <a:pt x="2710001" y="1129016"/>
                  </a:lnTo>
                  <a:lnTo>
                    <a:pt x="2705273" y="1129988"/>
                  </a:lnTo>
                  <a:lnTo>
                    <a:pt x="2697743" y="1124507"/>
                  </a:lnTo>
                  <a:lnTo>
                    <a:pt x="2691129" y="1120329"/>
                  </a:lnTo>
                  <a:lnTo>
                    <a:pt x="2683248" y="1106968"/>
                  </a:lnTo>
                  <a:lnTo>
                    <a:pt x="2681945" y="1101633"/>
                  </a:lnTo>
                  <a:lnTo>
                    <a:pt x="2680023" y="1097417"/>
                  </a:lnTo>
                  <a:lnTo>
                    <a:pt x="2680953" y="1107101"/>
                  </a:lnTo>
                  <a:lnTo>
                    <a:pt x="2683765" y="1117916"/>
                  </a:lnTo>
                  <a:lnTo>
                    <a:pt x="2708446" y="1142117"/>
                  </a:lnTo>
                  <a:lnTo>
                    <a:pt x="2713003" y="1151401"/>
                  </a:lnTo>
                  <a:lnTo>
                    <a:pt x="2716476" y="1158698"/>
                  </a:lnTo>
                  <a:lnTo>
                    <a:pt x="2715603" y="1165690"/>
                  </a:lnTo>
                  <a:lnTo>
                    <a:pt x="2709169" y="1160743"/>
                  </a:lnTo>
                  <a:lnTo>
                    <a:pt x="2703619" y="1154437"/>
                  </a:lnTo>
                  <a:lnTo>
                    <a:pt x="2688886" y="1147312"/>
                  </a:lnTo>
                  <a:lnTo>
                    <a:pt x="2670308" y="1142809"/>
                  </a:lnTo>
                  <a:lnTo>
                    <a:pt x="2659833" y="1126247"/>
                  </a:lnTo>
                  <a:lnTo>
                    <a:pt x="2659869" y="1133157"/>
                  </a:lnTo>
                  <a:lnTo>
                    <a:pt x="2657543" y="1139018"/>
                  </a:lnTo>
                  <a:lnTo>
                    <a:pt x="2651141" y="1131874"/>
                  </a:lnTo>
                  <a:lnTo>
                    <a:pt x="2647105" y="1125778"/>
                  </a:lnTo>
                  <a:lnTo>
                    <a:pt x="2645751" y="1119097"/>
                  </a:lnTo>
                  <a:lnTo>
                    <a:pt x="2637756" y="1119554"/>
                  </a:lnTo>
                  <a:lnTo>
                    <a:pt x="2629374" y="1125358"/>
                  </a:lnTo>
                  <a:lnTo>
                    <a:pt x="2621266" y="1123980"/>
                  </a:lnTo>
                  <a:lnTo>
                    <a:pt x="2620305" y="1112651"/>
                  </a:lnTo>
                  <a:lnTo>
                    <a:pt x="2622496" y="1106650"/>
                  </a:lnTo>
                  <a:lnTo>
                    <a:pt x="2631596" y="1092457"/>
                  </a:lnTo>
                  <a:lnTo>
                    <a:pt x="2640170" y="1085211"/>
                  </a:lnTo>
                  <a:lnTo>
                    <a:pt x="2643952" y="1075857"/>
                  </a:lnTo>
                  <a:lnTo>
                    <a:pt x="2642660" y="1061353"/>
                  </a:lnTo>
                  <a:lnTo>
                    <a:pt x="2641048" y="1076111"/>
                  </a:lnTo>
                  <a:lnTo>
                    <a:pt x="2636149" y="1083427"/>
                  </a:lnTo>
                  <a:lnTo>
                    <a:pt x="2628449" y="1089015"/>
                  </a:lnTo>
                  <a:lnTo>
                    <a:pt x="2618315" y="1098973"/>
                  </a:lnTo>
                  <a:lnTo>
                    <a:pt x="2615840" y="1108181"/>
                  </a:lnTo>
                  <a:lnTo>
                    <a:pt x="2612677" y="1125422"/>
                  </a:lnTo>
                  <a:lnTo>
                    <a:pt x="2616956" y="1131258"/>
                  </a:lnTo>
                  <a:lnTo>
                    <a:pt x="2621328" y="1132782"/>
                  </a:lnTo>
                  <a:lnTo>
                    <a:pt x="2634242" y="1128870"/>
                  </a:lnTo>
                  <a:lnTo>
                    <a:pt x="2640924" y="1130617"/>
                  </a:lnTo>
                  <a:lnTo>
                    <a:pt x="2655786" y="1151376"/>
                  </a:lnTo>
                  <a:lnTo>
                    <a:pt x="2683460" y="1159587"/>
                  </a:lnTo>
                  <a:lnTo>
                    <a:pt x="2693552" y="1164718"/>
                  </a:lnTo>
                  <a:lnTo>
                    <a:pt x="2701779" y="1175552"/>
                  </a:lnTo>
                  <a:lnTo>
                    <a:pt x="2714146" y="1181788"/>
                  </a:lnTo>
                  <a:lnTo>
                    <a:pt x="2723742" y="1190850"/>
                  </a:lnTo>
                  <a:lnTo>
                    <a:pt x="2724000" y="1196762"/>
                  </a:lnTo>
                  <a:lnTo>
                    <a:pt x="2720678" y="1203754"/>
                  </a:lnTo>
                  <a:lnTo>
                    <a:pt x="2719365" y="1213216"/>
                  </a:lnTo>
                  <a:lnTo>
                    <a:pt x="2715288" y="1219185"/>
                  </a:lnTo>
                  <a:lnTo>
                    <a:pt x="2705500" y="1219871"/>
                  </a:lnTo>
                  <a:lnTo>
                    <a:pt x="2699588" y="1218334"/>
                  </a:lnTo>
                  <a:lnTo>
                    <a:pt x="2667807" y="1185071"/>
                  </a:lnTo>
                  <a:lnTo>
                    <a:pt x="2664013" y="1182010"/>
                  </a:lnTo>
                  <a:lnTo>
                    <a:pt x="2652226" y="1164591"/>
                  </a:lnTo>
                  <a:lnTo>
                    <a:pt x="2638397" y="1155262"/>
                  </a:lnTo>
                  <a:lnTo>
                    <a:pt x="2634118" y="1155459"/>
                  </a:lnTo>
                  <a:lnTo>
                    <a:pt x="2653802" y="1172713"/>
                  </a:lnTo>
                  <a:lnTo>
                    <a:pt x="2661838" y="1184779"/>
                  </a:lnTo>
                  <a:lnTo>
                    <a:pt x="2675992" y="1201696"/>
                  </a:lnTo>
                  <a:lnTo>
                    <a:pt x="2686111" y="1208860"/>
                  </a:lnTo>
                  <a:lnTo>
                    <a:pt x="2693557" y="1220036"/>
                  </a:lnTo>
                  <a:lnTo>
                    <a:pt x="2700477" y="1225275"/>
                  </a:lnTo>
                  <a:lnTo>
                    <a:pt x="2719370" y="1232737"/>
                  </a:lnTo>
                  <a:lnTo>
                    <a:pt x="2712802" y="1238097"/>
                  </a:lnTo>
                  <a:lnTo>
                    <a:pt x="2723287" y="1242663"/>
                  </a:lnTo>
                  <a:lnTo>
                    <a:pt x="2724786" y="1251058"/>
                  </a:lnTo>
                  <a:lnTo>
                    <a:pt x="2723825" y="1260628"/>
                  </a:lnTo>
                  <a:lnTo>
                    <a:pt x="2709272" y="1256843"/>
                  </a:lnTo>
                  <a:lnTo>
                    <a:pt x="2708797" y="1263892"/>
                  </a:lnTo>
                  <a:lnTo>
                    <a:pt x="2710099" y="1268052"/>
                  </a:lnTo>
                  <a:lnTo>
                    <a:pt x="2703671" y="1271487"/>
                  </a:lnTo>
                  <a:lnTo>
                    <a:pt x="2694730" y="1266826"/>
                  </a:lnTo>
                  <a:lnTo>
                    <a:pt x="2671517" y="1241329"/>
                  </a:lnTo>
                  <a:lnTo>
                    <a:pt x="2671713" y="1244739"/>
                  </a:lnTo>
                  <a:lnTo>
                    <a:pt x="2673594" y="1248696"/>
                  </a:lnTo>
                  <a:lnTo>
                    <a:pt x="2687056" y="1265111"/>
                  </a:lnTo>
                  <a:lnTo>
                    <a:pt x="2699071" y="1274955"/>
                  </a:lnTo>
                  <a:lnTo>
                    <a:pt x="2709257" y="1279400"/>
                  </a:lnTo>
                  <a:lnTo>
                    <a:pt x="2717107" y="1287649"/>
                  </a:lnTo>
                  <a:lnTo>
                    <a:pt x="2719877" y="1292640"/>
                  </a:lnTo>
                  <a:lnTo>
                    <a:pt x="2721727" y="1300210"/>
                  </a:lnTo>
                  <a:lnTo>
                    <a:pt x="2715908" y="1305354"/>
                  </a:lnTo>
                  <a:lnTo>
                    <a:pt x="2709283" y="1308193"/>
                  </a:lnTo>
                  <a:lnTo>
                    <a:pt x="2702813" y="1303061"/>
                  </a:lnTo>
                  <a:lnTo>
                    <a:pt x="2698069" y="1297657"/>
                  </a:lnTo>
                  <a:lnTo>
                    <a:pt x="2687966" y="1288481"/>
                  </a:lnTo>
                  <a:lnTo>
                    <a:pt x="2684938" y="1278225"/>
                  </a:lnTo>
                  <a:lnTo>
                    <a:pt x="2677253" y="1278752"/>
                  </a:lnTo>
                  <a:lnTo>
                    <a:pt x="2645136" y="1265747"/>
                  </a:lnTo>
                  <a:lnTo>
                    <a:pt x="2619323" y="1264248"/>
                  </a:lnTo>
                  <a:lnTo>
                    <a:pt x="2621845" y="1266864"/>
                  </a:lnTo>
                  <a:lnTo>
                    <a:pt x="2625111" y="1268604"/>
                  </a:lnTo>
                  <a:lnTo>
                    <a:pt x="2645668" y="1271811"/>
                  </a:lnTo>
                  <a:lnTo>
                    <a:pt x="2653792" y="1277800"/>
                  </a:lnTo>
                  <a:lnTo>
                    <a:pt x="2670700" y="1283115"/>
                  </a:lnTo>
                  <a:lnTo>
                    <a:pt x="2680602" y="1284569"/>
                  </a:lnTo>
                  <a:lnTo>
                    <a:pt x="2684617" y="1300896"/>
                  </a:lnTo>
                  <a:lnTo>
                    <a:pt x="2698301" y="1312130"/>
                  </a:lnTo>
                  <a:lnTo>
                    <a:pt x="2700079" y="1320455"/>
                  </a:lnTo>
                  <a:lnTo>
                    <a:pt x="2709422" y="1321389"/>
                  </a:lnTo>
                  <a:lnTo>
                    <a:pt x="2725861" y="1313222"/>
                  </a:lnTo>
                  <a:lnTo>
                    <a:pt x="2736470" y="1316086"/>
                  </a:lnTo>
                  <a:lnTo>
                    <a:pt x="2751772" y="1318423"/>
                  </a:lnTo>
                  <a:lnTo>
                    <a:pt x="2755270" y="1325015"/>
                  </a:lnTo>
                  <a:lnTo>
                    <a:pt x="2757896" y="1337557"/>
                  </a:lnTo>
                  <a:lnTo>
                    <a:pt x="2763306" y="1351667"/>
                  </a:lnTo>
                  <a:lnTo>
                    <a:pt x="2777337" y="1407303"/>
                  </a:lnTo>
                  <a:lnTo>
                    <a:pt x="2798416" y="1452810"/>
                  </a:lnTo>
                  <a:lnTo>
                    <a:pt x="2801010" y="1460646"/>
                  </a:lnTo>
                  <a:lnTo>
                    <a:pt x="2796111" y="1453769"/>
                  </a:lnTo>
                  <a:lnTo>
                    <a:pt x="2780473" y="1423630"/>
                  </a:lnTo>
                  <a:lnTo>
                    <a:pt x="2771843" y="1401867"/>
                  </a:lnTo>
                  <a:lnTo>
                    <a:pt x="2762975" y="1363441"/>
                  </a:lnTo>
                  <a:lnTo>
                    <a:pt x="2760402" y="1354836"/>
                  </a:lnTo>
                  <a:lnTo>
                    <a:pt x="2757374" y="1351401"/>
                  </a:lnTo>
                  <a:lnTo>
                    <a:pt x="2755379" y="1354195"/>
                  </a:lnTo>
                  <a:lnTo>
                    <a:pt x="2754521" y="1359091"/>
                  </a:lnTo>
                  <a:lnTo>
                    <a:pt x="2755968" y="1362850"/>
                  </a:lnTo>
                  <a:lnTo>
                    <a:pt x="2752475" y="1375500"/>
                  </a:lnTo>
                  <a:lnTo>
                    <a:pt x="2753989" y="1381305"/>
                  </a:lnTo>
                  <a:lnTo>
                    <a:pt x="2759663" y="1387306"/>
                  </a:lnTo>
                  <a:lnTo>
                    <a:pt x="2765828" y="1402280"/>
                  </a:lnTo>
                  <a:lnTo>
                    <a:pt x="2770753" y="1422442"/>
                  </a:lnTo>
                  <a:lnTo>
                    <a:pt x="2764092" y="1414269"/>
                  </a:lnTo>
                  <a:lnTo>
                    <a:pt x="2756981" y="1409938"/>
                  </a:lnTo>
                  <a:lnTo>
                    <a:pt x="2745917" y="1406617"/>
                  </a:lnTo>
                  <a:lnTo>
                    <a:pt x="2736062" y="1400794"/>
                  </a:lnTo>
                  <a:lnTo>
                    <a:pt x="2736780" y="1409145"/>
                  </a:lnTo>
                  <a:lnTo>
                    <a:pt x="2735835" y="1418162"/>
                  </a:lnTo>
                  <a:lnTo>
                    <a:pt x="2728238" y="1415412"/>
                  </a:lnTo>
                  <a:lnTo>
                    <a:pt x="2723070" y="1412421"/>
                  </a:lnTo>
                  <a:lnTo>
                    <a:pt x="2727644" y="1422030"/>
                  </a:lnTo>
                  <a:lnTo>
                    <a:pt x="2717716" y="1419147"/>
                  </a:lnTo>
                  <a:lnTo>
                    <a:pt x="2711102" y="1419750"/>
                  </a:lnTo>
                  <a:lnTo>
                    <a:pt x="2706802" y="1428278"/>
                  </a:lnTo>
                  <a:lnTo>
                    <a:pt x="2701035" y="1433454"/>
                  </a:lnTo>
                  <a:lnTo>
                    <a:pt x="2692508" y="1435124"/>
                  </a:lnTo>
                  <a:lnTo>
                    <a:pt x="2679858" y="1427326"/>
                  </a:lnTo>
                  <a:lnTo>
                    <a:pt x="2675760" y="1417857"/>
                  </a:lnTo>
                  <a:lnTo>
                    <a:pt x="2674065" y="1407316"/>
                  </a:lnTo>
                  <a:lnTo>
                    <a:pt x="2673388" y="1419782"/>
                  </a:lnTo>
                  <a:lnTo>
                    <a:pt x="2675641" y="1432762"/>
                  </a:lnTo>
                  <a:lnTo>
                    <a:pt x="2674850" y="1442630"/>
                  </a:lnTo>
                  <a:lnTo>
                    <a:pt x="2687031" y="1444446"/>
                  </a:lnTo>
                  <a:lnTo>
                    <a:pt x="2698420" y="1442833"/>
                  </a:lnTo>
                  <a:lnTo>
                    <a:pt x="2713789" y="1443246"/>
                  </a:lnTo>
                  <a:lnTo>
                    <a:pt x="2723814" y="1441398"/>
                  </a:lnTo>
                  <a:lnTo>
                    <a:pt x="2729850" y="1438261"/>
                  </a:lnTo>
                  <a:lnTo>
                    <a:pt x="2744325" y="1440979"/>
                  </a:lnTo>
                  <a:lnTo>
                    <a:pt x="2745353" y="1452899"/>
                  </a:lnTo>
                  <a:lnTo>
                    <a:pt x="2743700" y="1464749"/>
                  </a:lnTo>
                  <a:lnTo>
                    <a:pt x="2742863" y="1477367"/>
                  </a:lnTo>
                  <a:lnTo>
                    <a:pt x="2746873" y="1477284"/>
                  </a:lnTo>
                  <a:lnTo>
                    <a:pt x="2751586" y="1473252"/>
                  </a:lnTo>
                  <a:lnTo>
                    <a:pt x="2753942" y="1450651"/>
                  </a:lnTo>
                  <a:lnTo>
                    <a:pt x="2767172" y="1442300"/>
                  </a:lnTo>
                  <a:lnTo>
                    <a:pt x="2771605" y="1442872"/>
                  </a:lnTo>
                  <a:lnTo>
                    <a:pt x="2775817" y="1450136"/>
                  </a:lnTo>
                  <a:lnTo>
                    <a:pt x="2777233" y="1457503"/>
                  </a:lnTo>
                  <a:lnTo>
                    <a:pt x="2778727" y="1467619"/>
                  </a:lnTo>
                  <a:lnTo>
                    <a:pt x="2775636" y="1483031"/>
                  </a:lnTo>
                  <a:lnTo>
                    <a:pt x="2755312" y="1501054"/>
                  </a:lnTo>
                  <a:lnTo>
                    <a:pt x="2740754" y="1517717"/>
                  </a:lnTo>
                  <a:lnTo>
                    <a:pt x="2733313" y="1521115"/>
                  </a:lnTo>
                  <a:lnTo>
                    <a:pt x="2722579" y="1519178"/>
                  </a:lnTo>
                  <a:lnTo>
                    <a:pt x="2710409" y="1514987"/>
                  </a:lnTo>
                  <a:lnTo>
                    <a:pt x="2704441" y="1514142"/>
                  </a:lnTo>
                  <a:lnTo>
                    <a:pt x="2699903" y="1515539"/>
                  </a:lnTo>
                  <a:lnTo>
                    <a:pt x="2697139" y="1510408"/>
                  </a:lnTo>
                  <a:lnTo>
                    <a:pt x="2695356" y="1501047"/>
                  </a:lnTo>
                  <a:lnTo>
                    <a:pt x="2690622" y="1497942"/>
                  </a:lnTo>
                  <a:lnTo>
                    <a:pt x="2687041" y="1498285"/>
                  </a:lnTo>
                  <a:lnTo>
                    <a:pt x="2684597" y="1508230"/>
                  </a:lnTo>
                  <a:lnTo>
                    <a:pt x="2673243" y="1511056"/>
                  </a:lnTo>
                  <a:lnTo>
                    <a:pt x="2657807" y="1506947"/>
                  </a:lnTo>
                  <a:lnTo>
                    <a:pt x="2641642" y="1498584"/>
                  </a:lnTo>
                  <a:lnTo>
                    <a:pt x="2648577" y="1507557"/>
                  </a:lnTo>
                  <a:lnTo>
                    <a:pt x="2688689" y="1524296"/>
                  </a:lnTo>
                  <a:lnTo>
                    <a:pt x="2693206" y="1527427"/>
                  </a:lnTo>
                  <a:lnTo>
                    <a:pt x="2697423" y="1532006"/>
                  </a:lnTo>
                  <a:lnTo>
                    <a:pt x="2691811" y="1539188"/>
                  </a:lnTo>
                  <a:lnTo>
                    <a:pt x="2687413" y="1547278"/>
                  </a:lnTo>
                  <a:lnTo>
                    <a:pt x="2686793" y="1553629"/>
                  </a:lnTo>
                  <a:lnTo>
                    <a:pt x="2685242" y="1557636"/>
                  </a:lnTo>
                  <a:lnTo>
                    <a:pt x="2669248" y="1568431"/>
                  </a:lnTo>
                  <a:lnTo>
                    <a:pt x="2660582" y="1566526"/>
                  </a:lnTo>
                  <a:lnTo>
                    <a:pt x="2638438" y="1547062"/>
                  </a:lnTo>
                  <a:lnTo>
                    <a:pt x="2648526" y="1563897"/>
                  </a:lnTo>
                  <a:lnTo>
                    <a:pt x="2656603" y="1571041"/>
                  </a:lnTo>
                  <a:lnTo>
                    <a:pt x="2672866" y="1574852"/>
                  </a:lnTo>
                  <a:lnTo>
                    <a:pt x="2703371" y="1568558"/>
                  </a:lnTo>
                  <a:lnTo>
                    <a:pt x="2713376" y="1575430"/>
                  </a:lnTo>
                  <a:lnTo>
                    <a:pt x="2705164" y="1587603"/>
                  </a:lnTo>
                  <a:lnTo>
                    <a:pt x="2697004" y="1596145"/>
                  </a:lnTo>
                  <a:lnTo>
                    <a:pt x="2686302" y="1597097"/>
                  </a:lnTo>
                  <a:lnTo>
                    <a:pt x="2676876" y="1599409"/>
                  </a:lnTo>
                  <a:lnTo>
                    <a:pt x="2674111" y="1605283"/>
                  </a:lnTo>
                  <a:lnTo>
                    <a:pt x="2667393" y="1605651"/>
                  </a:lnTo>
                  <a:lnTo>
                    <a:pt x="2656892" y="1606000"/>
                  </a:lnTo>
                  <a:lnTo>
                    <a:pt x="2640635" y="1606534"/>
                  </a:lnTo>
                  <a:lnTo>
                    <a:pt x="2631705" y="1605162"/>
                  </a:lnTo>
                  <a:lnTo>
                    <a:pt x="2619230" y="1617164"/>
                  </a:lnTo>
                  <a:lnTo>
                    <a:pt x="2614522" y="1618815"/>
                  </a:lnTo>
                  <a:lnTo>
                    <a:pt x="2607944" y="1616561"/>
                  </a:lnTo>
                  <a:lnTo>
                    <a:pt x="2605184" y="1606921"/>
                  </a:lnTo>
                  <a:lnTo>
                    <a:pt x="2602244" y="1602184"/>
                  </a:lnTo>
                  <a:lnTo>
                    <a:pt x="2602171" y="1620219"/>
                  </a:lnTo>
                  <a:lnTo>
                    <a:pt x="2603324" y="1625077"/>
                  </a:lnTo>
                  <a:lnTo>
                    <a:pt x="2605680" y="1628741"/>
                  </a:lnTo>
                  <a:lnTo>
                    <a:pt x="2591087" y="1638527"/>
                  </a:lnTo>
                  <a:lnTo>
                    <a:pt x="2577118" y="1650733"/>
                  </a:lnTo>
                  <a:lnTo>
                    <a:pt x="2572111" y="1654054"/>
                  </a:lnTo>
                  <a:lnTo>
                    <a:pt x="2566421" y="1660169"/>
                  </a:lnTo>
                  <a:lnTo>
                    <a:pt x="2554768" y="1677830"/>
                  </a:lnTo>
                  <a:lnTo>
                    <a:pt x="2551889" y="1690708"/>
                  </a:lnTo>
                  <a:lnTo>
                    <a:pt x="2547678" y="1705066"/>
                  </a:lnTo>
                  <a:lnTo>
                    <a:pt x="2547145" y="1698602"/>
                  </a:lnTo>
                  <a:lnTo>
                    <a:pt x="2547869" y="1687717"/>
                  </a:lnTo>
                  <a:lnTo>
                    <a:pt x="2544985" y="1675251"/>
                  </a:lnTo>
                  <a:lnTo>
                    <a:pt x="2543156" y="1698087"/>
                  </a:lnTo>
                  <a:lnTo>
                    <a:pt x="2538629" y="1708699"/>
                  </a:lnTo>
                  <a:lnTo>
                    <a:pt x="2497086" y="1707950"/>
                  </a:lnTo>
                  <a:lnTo>
                    <a:pt x="2478900" y="1713716"/>
                  </a:lnTo>
                  <a:lnTo>
                    <a:pt x="2450984" y="1733116"/>
                  </a:lnTo>
                  <a:lnTo>
                    <a:pt x="2442638" y="1741619"/>
                  </a:lnTo>
                  <a:lnTo>
                    <a:pt x="2419580" y="1774495"/>
                  </a:lnTo>
                  <a:lnTo>
                    <a:pt x="2413694" y="1795534"/>
                  </a:lnTo>
                  <a:lnTo>
                    <a:pt x="2408976" y="1786688"/>
                  </a:lnTo>
                  <a:lnTo>
                    <a:pt x="2410144" y="1780052"/>
                  </a:lnTo>
                  <a:lnTo>
                    <a:pt x="2410237" y="1774629"/>
                  </a:lnTo>
                  <a:lnTo>
                    <a:pt x="2404428" y="1786263"/>
                  </a:lnTo>
                  <a:lnTo>
                    <a:pt x="2409942" y="1803205"/>
                  </a:lnTo>
                  <a:lnTo>
                    <a:pt x="2404992" y="1809676"/>
                  </a:lnTo>
                  <a:lnTo>
                    <a:pt x="2389762" y="1821755"/>
                  </a:lnTo>
                  <a:lnTo>
                    <a:pt x="2381427" y="1823736"/>
                  </a:lnTo>
                  <a:lnTo>
                    <a:pt x="2372068" y="1827172"/>
                  </a:lnTo>
                  <a:lnTo>
                    <a:pt x="2369122" y="1839085"/>
                  </a:lnTo>
                  <a:lnTo>
                    <a:pt x="2356415" y="1850071"/>
                  </a:lnTo>
                  <a:lnTo>
                    <a:pt x="2349010" y="1854936"/>
                  </a:lnTo>
                  <a:lnTo>
                    <a:pt x="2335449" y="1851989"/>
                  </a:lnTo>
                  <a:lnTo>
                    <a:pt x="2339625" y="1862569"/>
                  </a:lnTo>
                  <a:lnTo>
                    <a:pt x="2334643" y="1870577"/>
                  </a:lnTo>
                  <a:lnTo>
                    <a:pt x="2326065" y="1876718"/>
                  </a:lnTo>
                  <a:lnTo>
                    <a:pt x="2315399" y="1880725"/>
                  </a:lnTo>
                  <a:lnTo>
                    <a:pt x="2309285" y="1880236"/>
                  </a:lnTo>
                  <a:lnTo>
                    <a:pt x="2304061" y="1882363"/>
                  </a:lnTo>
                  <a:lnTo>
                    <a:pt x="2299968" y="1887456"/>
                  </a:lnTo>
                  <a:lnTo>
                    <a:pt x="2289968" y="1892219"/>
                  </a:lnTo>
                  <a:lnTo>
                    <a:pt x="2279581" y="1889539"/>
                  </a:lnTo>
                  <a:lnTo>
                    <a:pt x="2267809" y="1887932"/>
                  </a:lnTo>
                  <a:lnTo>
                    <a:pt x="2261251" y="1890790"/>
                  </a:lnTo>
                  <a:lnTo>
                    <a:pt x="2272274" y="1895515"/>
                  </a:lnTo>
                  <a:lnTo>
                    <a:pt x="2278176" y="1902360"/>
                  </a:lnTo>
                  <a:lnTo>
                    <a:pt x="2276961" y="1911588"/>
                  </a:lnTo>
                  <a:lnTo>
                    <a:pt x="2274010" y="1915150"/>
                  </a:lnTo>
                  <a:lnTo>
                    <a:pt x="2267055" y="1919976"/>
                  </a:lnTo>
                  <a:lnTo>
                    <a:pt x="2264001" y="1919259"/>
                  </a:lnTo>
                  <a:lnTo>
                    <a:pt x="2262135" y="1914909"/>
                  </a:lnTo>
                  <a:lnTo>
                    <a:pt x="2259872" y="1905847"/>
                  </a:lnTo>
                  <a:lnTo>
                    <a:pt x="2256637" y="1907777"/>
                  </a:lnTo>
                  <a:lnTo>
                    <a:pt x="2256078" y="1912000"/>
                  </a:lnTo>
                  <a:lnTo>
                    <a:pt x="2253298" y="1913505"/>
                  </a:lnTo>
                  <a:lnTo>
                    <a:pt x="2243433" y="1899071"/>
                  </a:lnTo>
                  <a:lnTo>
                    <a:pt x="2243924" y="1910082"/>
                  </a:lnTo>
                  <a:lnTo>
                    <a:pt x="2247371" y="1918541"/>
                  </a:lnTo>
                  <a:lnTo>
                    <a:pt x="2250704" y="1922834"/>
                  </a:lnTo>
                  <a:lnTo>
                    <a:pt x="2254068" y="1925361"/>
                  </a:lnTo>
                  <a:lnTo>
                    <a:pt x="2254895" y="1929286"/>
                  </a:lnTo>
                  <a:lnTo>
                    <a:pt x="2248146" y="1938850"/>
                  </a:lnTo>
                  <a:lnTo>
                    <a:pt x="2244673" y="1940977"/>
                  </a:lnTo>
                  <a:lnTo>
                    <a:pt x="2238493" y="1942527"/>
                  </a:lnTo>
                  <a:lnTo>
                    <a:pt x="2235015" y="1948420"/>
                  </a:lnTo>
                  <a:lnTo>
                    <a:pt x="2236043" y="1953494"/>
                  </a:lnTo>
                  <a:lnTo>
                    <a:pt x="2230638" y="1964505"/>
                  </a:lnTo>
                  <a:lnTo>
                    <a:pt x="2217713" y="1971383"/>
                  </a:lnTo>
                  <a:lnTo>
                    <a:pt x="2213765" y="1971116"/>
                  </a:lnTo>
                  <a:lnTo>
                    <a:pt x="2210546" y="1973129"/>
                  </a:lnTo>
                  <a:lnTo>
                    <a:pt x="2212427" y="1978032"/>
                  </a:lnTo>
                  <a:lnTo>
                    <a:pt x="2215651" y="1981601"/>
                  </a:lnTo>
                  <a:lnTo>
                    <a:pt x="2215538" y="1984915"/>
                  </a:lnTo>
                  <a:lnTo>
                    <a:pt x="2212122" y="1989418"/>
                  </a:lnTo>
                  <a:lnTo>
                    <a:pt x="2205378" y="1990675"/>
                  </a:lnTo>
                  <a:lnTo>
                    <a:pt x="2201590" y="1995813"/>
                  </a:lnTo>
                  <a:lnTo>
                    <a:pt x="2202789" y="2000658"/>
                  </a:lnTo>
                  <a:lnTo>
                    <a:pt x="2205016" y="2003363"/>
                  </a:lnTo>
                  <a:lnTo>
                    <a:pt x="2204551" y="2008025"/>
                  </a:lnTo>
                  <a:lnTo>
                    <a:pt x="2196882" y="2012705"/>
                  </a:lnTo>
                  <a:lnTo>
                    <a:pt x="2195084" y="2017309"/>
                  </a:lnTo>
                  <a:lnTo>
                    <a:pt x="2198892" y="2018668"/>
                  </a:lnTo>
                  <a:lnTo>
                    <a:pt x="2201822" y="2017309"/>
                  </a:lnTo>
                  <a:lnTo>
                    <a:pt x="2203967" y="2018299"/>
                  </a:lnTo>
                  <a:lnTo>
                    <a:pt x="2199368" y="2025996"/>
                  </a:lnTo>
                  <a:lnTo>
                    <a:pt x="2195239" y="2030689"/>
                  </a:lnTo>
                  <a:lnTo>
                    <a:pt x="2191316" y="2039122"/>
                  </a:lnTo>
                  <a:lnTo>
                    <a:pt x="2182216" y="2041453"/>
                  </a:lnTo>
                  <a:lnTo>
                    <a:pt x="2182557" y="2044177"/>
                  </a:lnTo>
                  <a:lnTo>
                    <a:pt x="2187699" y="2046590"/>
                  </a:lnTo>
                  <a:lnTo>
                    <a:pt x="2192004" y="2053074"/>
                  </a:lnTo>
                  <a:lnTo>
                    <a:pt x="2183916" y="2065045"/>
                  </a:lnTo>
                  <a:lnTo>
                    <a:pt x="2178867" y="2064060"/>
                  </a:lnTo>
                  <a:lnTo>
                    <a:pt x="2175782" y="2061425"/>
                  </a:lnTo>
                  <a:lnTo>
                    <a:pt x="2173813" y="2070874"/>
                  </a:lnTo>
                  <a:lnTo>
                    <a:pt x="2174568" y="2075917"/>
                  </a:lnTo>
                  <a:lnTo>
                    <a:pt x="2172645" y="2086223"/>
                  </a:lnTo>
                  <a:lnTo>
                    <a:pt x="2169555" y="2098613"/>
                  </a:lnTo>
                  <a:lnTo>
                    <a:pt x="2167457" y="2103699"/>
                  </a:lnTo>
                  <a:lnTo>
                    <a:pt x="2167902" y="2113174"/>
                  </a:lnTo>
                  <a:lnTo>
                    <a:pt x="2169199" y="2122325"/>
                  </a:lnTo>
                  <a:lnTo>
                    <a:pt x="2174149" y="2134118"/>
                  </a:lnTo>
                  <a:lnTo>
                    <a:pt x="2181710" y="2182343"/>
                  </a:lnTo>
                  <a:lnTo>
                    <a:pt x="2186857" y="2199089"/>
                  </a:lnTo>
                  <a:lnTo>
                    <a:pt x="2196128" y="2244272"/>
                  </a:lnTo>
                  <a:lnTo>
                    <a:pt x="2211471" y="2288077"/>
                  </a:lnTo>
                  <a:lnTo>
                    <a:pt x="2233118" y="2341026"/>
                  </a:lnTo>
                  <a:lnTo>
                    <a:pt x="2268646" y="2405203"/>
                  </a:lnTo>
                  <a:lnTo>
                    <a:pt x="2272899" y="2414348"/>
                  </a:lnTo>
                  <a:lnTo>
                    <a:pt x="2268274" y="2422102"/>
                  </a:lnTo>
                  <a:lnTo>
                    <a:pt x="2266863" y="2430135"/>
                  </a:lnTo>
                  <a:lnTo>
                    <a:pt x="2266460" y="2442245"/>
                  </a:lnTo>
                  <a:lnTo>
                    <a:pt x="2267742" y="2454044"/>
                  </a:lnTo>
                  <a:lnTo>
                    <a:pt x="2271943" y="2468453"/>
                  </a:lnTo>
                  <a:lnTo>
                    <a:pt x="2280015" y="2490483"/>
                  </a:lnTo>
                  <a:lnTo>
                    <a:pt x="2275499" y="2486088"/>
                  </a:lnTo>
                  <a:lnTo>
                    <a:pt x="2263809" y="2454470"/>
                  </a:lnTo>
                  <a:lnTo>
                    <a:pt x="2262450" y="2435901"/>
                  </a:lnTo>
                  <a:lnTo>
                    <a:pt x="2264135" y="2409560"/>
                  </a:lnTo>
                  <a:lnTo>
                    <a:pt x="2261391" y="2410195"/>
                  </a:lnTo>
                  <a:lnTo>
                    <a:pt x="2259164" y="2418755"/>
                  </a:lnTo>
                  <a:lnTo>
                    <a:pt x="2257939" y="2428808"/>
                  </a:lnTo>
                  <a:lnTo>
                    <a:pt x="2254973" y="2432700"/>
                  </a:lnTo>
                  <a:lnTo>
                    <a:pt x="2250926" y="2417364"/>
                  </a:lnTo>
                  <a:lnTo>
                    <a:pt x="2251210" y="2410430"/>
                  </a:lnTo>
                  <a:lnTo>
                    <a:pt x="2255505" y="2402327"/>
                  </a:lnTo>
                  <a:lnTo>
                    <a:pt x="2254259" y="2399412"/>
                  </a:lnTo>
                  <a:lnTo>
                    <a:pt x="2247309" y="2395265"/>
                  </a:lnTo>
                  <a:lnTo>
                    <a:pt x="2245831" y="2388743"/>
                  </a:lnTo>
                  <a:lnTo>
                    <a:pt x="2246771" y="2382304"/>
                  </a:lnTo>
                  <a:lnTo>
                    <a:pt x="2242782" y="2378862"/>
                  </a:lnTo>
                  <a:lnTo>
                    <a:pt x="2239661" y="2379027"/>
                  </a:lnTo>
                  <a:lnTo>
                    <a:pt x="2241753" y="2394903"/>
                  </a:lnTo>
                  <a:lnTo>
                    <a:pt x="2245056" y="2404651"/>
                  </a:lnTo>
                  <a:lnTo>
                    <a:pt x="2249138" y="2428014"/>
                  </a:lnTo>
                  <a:lnTo>
                    <a:pt x="2255727" y="2442169"/>
                  </a:lnTo>
                  <a:lnTo>
                    <a:pt x="2259567" y="2454038"/>
                  </a:lnTo>
                  <a:lnTo>
                    <a:pt x="2304438" y="2580696"/>
                  </a:lnTo>
                  <a:lnTo>
                    <a:pt x="2315058" y="2596826"/>
                  </a:lnTo>
                  <a:lnTo>
                    <a:pt x="2318985" y="2608409"/>
                  </a:lnTo>
                  <a:lnTo>
                    <a:pt x="2323073" y="2632630"/>
                  </a:lnTo>
                  <a:lnTo>
                    <a:pt x="2323998" y="2663728"/>
                  </a:lnTo>
                  <a:lnTo>
                    <a:pt x="2316665" y="2720564"/>
                  </a:lnTo>
                  <a:lnTo>
                    <a:pt x="2314996" y="2759333"/>
                  </a:lnTo>
                  <a:lnTo>
                    <a:pt x="2313947" y="2758145"/>
                  </a:lnTo>
                  <a:lnTo>
                    <a:pt x="2313244" y="2754062"/>
                  </a:lnTo>
                  <a:lnTo>
                    <a:pt x="2311549" y="2753503"/>
                  </a:lnTo>
                  <a:lnTo>
                    <a:pt x="2305182" y="2771265"/>
                  </a:lnTo>
                  <a:lnTo>
                    <a:pt x="2296531" y="2787287"/>
                  </a:lnTo>
                  <a:lnTo>
                    <a:pt x="2293684" y="2812187"/>
                  </a:lnTo>
                  <a:lnTo>
                    <a:pt x="2289534" y="2824653"/>
                  </a:lnTo>
                  <a:lnTo>
                    <a:pt x="2277075" y="2837843"/>
                  </a:lnTo>
                  <a:lnTo>
                    <a:pt x="2269354" y="2837506"/>
                  </a:lnTo>
                  <a:lnTo>
                    <a:pt x="2250420" y="2847400"/>
                  </a:lnTo>
                  <a:lnTo>
                    <a:pt x="2237118" y="2844822"/>
                  </a:lnTo>
                  <a:lnTo>
                    <a:pt x="2221269" y="2850404"/>
                  </a:lnTo>
                  <a:lnTo>
                    <a:pt x="2210840" y="2849781"/>
                  </a:lnTo>
                  <a:lnTo>
                    <a:pt x="2204820" y="2838014"/>
                  </a:lnTo>
                  <a:lnTo>
                    <a:pt x="2205740" y="2832750"/>
                  </a:lnTo>
                  <a:lnTo>
                    <a:pt x="2208137" y="2827460"/>
                  </a:lnTo>
                  <a:lnTo>
                    <a:pt x="2212199" y="2826228"/>
                  </a:lnTo>
                  <a:lnTo>
                    <a:pt x="2226199" y="2838560"/>
                  </a:lnTo>
                  <a:lnTo>
                    <a:pt x="2228839" y="2833372"/>
                  </a:lnTo>
                  <a:lnTo>
                    <a:pt x="2224612" y="2827199"/>
                  </a:lnTo>
                  <a:lnTo>
                    <a:pt x="2216519" y="2823757"/>
                  </a:lnTo>
                  <a:lnTo>
                    <a:pt x="2210540" y="2819973"/>
                  </a:lnTo>
                  <a:lnTo>
                    <a:pt x="2198494" y="2791859"/>
                  </a:lnTo>
                  <a:lnTo>
                    <a:pt x="2186014" y="2772554"/>
                  </a:lnTo>
                  <a:lnTo>
                    <a:pt x="2183911" y="2759650"/>
                  </a:lnTo>
                  <a:lnTo>
                    <a:pt x="2162393" y="2751782"/>
                  </a:lnTo>
                  <a:lnTo>
                    <a:pt x="2146812" y="2739869"/>
                  </a:lnTo>
                  <a:lnTo>
                    <a:pt x="2136652" y="2718678"/>
                  </a:lnTo>
                  <a:lnTo>
                    <a:pt x="2130823" y="2681102"/>
                  </a:lnTo>
                  <a:lnTo>
                    <a:pt x="2123950" y="2676879"/>
                  </a:lnTo>
                  <a:lnTo>
                    <a:pt x="2121046" y="2673958"/>
                  </a:lnTo>
                  <a:lnTo>
                    <a:pt x="2127759" y="2660013"/>
                  </a:lnTo>
                  <a:lnTo>
                    <a:pt x="2134833" y="2648322"/>
                  </a:lnTo>
                  <a:lnTo>
                    <a:pt x="2129237" y="2651230"/>
                  </a:lnTo>
                  <a:lnTo>
                    <a:pt x="2125108" y="2655555"/>
                  </a:lnTo>
                  <a:lnTo>
                    <a:pt x="2119857" y="2665880"/>
                  </a:lnTo>
                  <a:lnTo>
                    <a:pt x="2116023" y="2667468"/>
                  </a:lnTo>
                  <a:lnTo>
                    <a:pt x="2112509" y="2665880"/>
                  </a:lnTo>
                  <a:lnTo>
                    <a:pt x="2108457" y="2646074"/>
                  </a:lnTo>
                  <a:lnTo>
                    <a:pt x="2109615" y="2621726"/>
                  </a:lnTo>
                  <a:lnTo>
                    <a:pt x="2115294" y="2612620"/>
                  </a:lnTo>
                  <a:lnTo>
                    <a:pt x="2106571" y="2612378"/>
                  </a:lnTo>
                  <a:lnTo>
                    <a:pt x="2097533" y="2615846"/>
                  </a:lnTo>
                  <a:lnTo>
                    <a:pt x="2098856" y="2623962"/>
                  </a:lnTo>
                  <a:lnTo>
                    <a:pt x="2097579" y="2628420"/>
                  </a:lnTo>
                  <a:lnTo>
                    <a:pt x="2090995" y="2627276"/>
                  </a:lnTo>
                  <a:lnTo>
                    <a:pt x="2086003" y="2624425"/>
                  </a:lnTo>
                  <a:lnTo>
                    <a:pt x="2079229" y="2615979"/>
                  </a:lnTo>
                  <a:lnTo>
                    <a:pt x="2069989" y="2599862"/>
                  </a:lnTo>
                  <a:lnTo>
                    <a:pt x="2051033" y="2555460"/>
                  </a:lnTo>
                  <a:lnTo>
                    <a:pt x="2047338" y="2549198"/>
                  </a:lnTo>
                  <a:lnTo>
                    <a:pt x="2041070" y="2542645"/>
                  </a:lnTo>
                  <a:lnTo>
                    <a:pt x="2044021" y="2540606"/>
                  </a:lnTo>
                  <a:lnTo>
                    <a:pt x="2049406" y="2539400"/>
                  </a:lnTo>
                  <a:lnTo>
                    <a:pt x="2061576" y="2519409"/>
                  </a:lnTo>
                  <a:lnTo>
                    <a:pt x="2071136" y="2507330"/>
                  </a:lnTo>
                  <a:lnTo>
                    <a:pt x="2074309" y="2498973"/>
                  </a:lnTo>
                  <a:lnTo>
                    <a:pt x="2073756" y="2495398"/>
                  </a:lnTo>
                  <a:lnTo>
                    <a:pt x="2069529" y="2490203"/>
                  </a:lnTo>
                  <a:lnTo>
                    <a:pt x="2063979" y="2494744"/>
                  </a:lnTo>
                  <a:lnTo>
                    <a:pt x="2061601" y="2493448"/>
                  </a:lnTo>
                  <a:lnTo>
                    <a:pt x="2055359" y="2482970"/>
                  </a:lnTo>
                  <a:lnTo>
                    <a:pt x="2049395" y="2480011"/>
                  </a:lnTo>
                  <a:lnTo>
                    <a:pt x="2045240" y="2482278"/>
                  </a:lnTo>
                  <a:lnTo>
                    <a:pt x="2049623" y="2490864"/>
                  </a:lnTo>
                  <a:lnTo>
                    <a:pt x="2053560" y="2494052"/>
                  </a:lnTo>
                  <a:lnTo>
                    <a:pt x="2052036" y="2506536"/>
                  </a:lnTo>
                  <a:lnTo>
                    <a:pt x="2050444" y="2510601"/>
                  </a:lnTo>
                  <a:lnTo>
                    <a:pt x="2046755" y="2514189"/>
                  </a:lnTo>
                  <a:lnTo>
                    <a:pt x="2040993" y="2512277"/>
                  </a:lnTo>
                  <a:lnTo>
                    <a:pt x="2038078" y="2515364"/>
                  </a:lnTo>
                  <a:lnTo>
                    <a:pt x="2034647" y="2512112"/>
                  </a:lnTo>
                  <a:lnTo>
                    <a:pt x="2031231" y="2506625"/>
                  </a:lnTo>
                  <a:lnTo>
                    <a:pt x="2027427" y="2497595"/>
                  </a:lnTo>
                  <a:lnTo>
                    <a:pt x="2037478" y="2446767"/>
                  </a:lnTo>
                  <a:lnTo>
                    <a:pt x="2046780" y="2414380"/>
                  </a:lnTo>
                  <a:lnTo>
                    <a:pt x="2047845" y="2377433"/>
                  </a:lnTo>
                  <a:lnTo>
                    <a:pt x="2048537" y="2371959"/>
                  </a:lnTo>
                  <a:lnTo>
                    <a:pt x="2047752" y="2362141"/>
                  </a:lnTo>
                  <a:lnTo>
                    <a:pt x="2035277" y="2340804"/>
                  </a:lnTo>
                  <a:lnTo>
                    <a:pt x="1980122" y="2288737"/>
                  </a:lnTo>
                  <a:lnTo>
                    <a:pt x="1937374" y="2227081"/>
                  </a:lnTo>
                  <a:lnTo>
                    <a:pt x="1900348" y="2203953"/>
                  </a:lnTo>
                  <a:lnTo>
                    <a:pt x="1872256" y="2209033"/>
                  </a:lnTo>
                  <a:lnTo>
                    <a:pt x="1867393" y="2213682"/>
                  </a:lnTo>
                  <a:lnTo>
                    <a:pt x="1865305" y="2219759"/>
                  </a:lnTo>
                  <a:lnTo>
                    <a:pt x="1867068" y="2226637"/>
                  </a:lnTo>
                  <a:lnTo>
                    <a:pt x="1864515" y="2229501"/>
                  </a:lnTo>
                  <a:lnTo>
                    <a:pt x="1856975" y="2229139"/>
                  </a:lnTo>
                  <a:lnTo>
                    <a:pt x="1846820" y="2230739"/>
                  </a:lnTo>
                  <a:lnTo>
                    <a:pt x="1820305" y="2246971"/>
                  </a:lnTo>
                  <a:lnTo>
                    <a:pt x="1810951" y="2246374"/>
                  </a:lnTo>
                  <a:lnTo>
                    <a:pt x="1802455" y="2250578"/>
                  </a:lnTo>
                  <a:lnTo>
                    <a:pt x="1796094" y="2253727"/>
                  </a:lnTo>
                  <a:lnTo>
                    <a:pt x="1779506" y="2255442"/>
                  </a:lnTo>
                  <a:lnTo>
                    <a:pt x="1765439" y="2259043"/>
                  </a:lnTo>
                  <a:lnTo>
                    <a:pt x="1759362" y="2257093"/>
                  </a:lnTo>
                  <a:lnTo>
                    <a:pt x="1755398" y="2247682"/>
                  </a:lnTo>
                  <a:lnTo>
                    <a:pt x="1755398" y="2237940"/>
                  </a:lnTo>
                  <a:lnTo>
                    <a:pt x="1758613" y="2245408"/>
                  </a:lnTo>
                  <a:lnTo>
                    <a:pt x="1763589" y="2251251"/>
                  </a:lnTo>
                  <a:lnTo>
                    <a:pt x="1765868" y="2248914"/>
                  </a:lnTo>
                  <a:lnTo>
                    <a:pt x="1766721" y="2243745"/>
                  </a:lnTo>
                  <a:lnTo>
                    <a:pt x="1761770" y="2233616"/>
                  </a:lnTo>
                  <a:lnTo>
                    <a:pt x="1745822" y="2220604"/>
                  </a:lnTo>
                  <a:lnTo>
                    <a:pt x="1727673" y="2201597"/>
                  </a:lnTo>
                  <a:lnTo>
                    <a:pt x="1733208" y="2202226"/>
                  </a:lnTo>
                  <a:lnTo>
                    <a:pt x="1734608" y="2198155"/>
                  </a:lnTo>
                  <a:lnTo>
                    <a:pt x="1728981" y="2192815"/>
                  </a:lnTo>
                  <a:lnTo>
                    <a:pt x="1731358" y="2186642"/>
                  </a:lnTo>
                  <a:lnTo>
                    <a:pt x="1735322" y="2180158"/>
                  </a:lnTo>
                  <a:lnTo>
                    <a:pt x="1727663" y="2181130"/>
                  </a:lnTo>
                  <a:lnTo>
                    <a:pt x="1720790" y="2185670"/>
                  </a:lnTo>
                  <a:lnTo>
                    <a:pt x="1720563" y="2191278"/>
                  </a:lnTo>
                  <a:lnTo>
                    <a:pt x="1719203" y="2195736"/>
                  </a:lnTo>
                  <a:lnTo>
                    <a:pt x="1715503" y="2195088"/>
                  </a:lnTo>
                  <a:lnTo>
                    <a:pt x="1708635" y="2189569"/>
                  </a:lnTo>
                  <a:lnTo>
                    <a:pt x="1674823" y="2174208"/>
                  </a:lnTo>
                  <a:lnTo>
                    <a:pt x="1645264" y="2165546"/>
                  </a:lnTo>
                  <a:lnTo>
                    <a:pt x="1667950" y="2161647"/>
                  </a:lnTo>
                  <a:lnTo>
                    <a:pt x="1680254" y="2164676"/>
                  </a:lnTo>
                  <a:lnTo>
                    <a:pt x="1678787" y="2160027"/>
                  </a:lnTo>
                  <a:lnTo>
                    <a:pt x="1675826" y="2157075"/>
                  </a:lnTo>
                  <a:lnTo>
                    <a:pt x="1666121" y="2153334"/>
                  </a:lnTo>
                  <a:lnTo>
                    <a:pt x="1653759" y="2154757"/>
                  </a:lnTo>
                  <a:lnTo>
                    <a:pt x="1645951" y="2152998"/>
                  </a:lnTo>
                  <a:lnTo>
                    <a:pt x="1637967" y="2156706"/>
                  </a:lnTo>
                  <a:lnTo>
                    <a:pt x="1629218" y="2162218"/>
                  </a:lnTo>
                  <a:lnTo>
                    <a:pt x="1621430" y="2165057"/>
                  </a:lnTo>
                  <a:lnTo>
                    <a:pt x="1590951" y="2169026"/>
                  </a:lnTo>
                  <a:lnTo>
                    <a:pt x="1566234" y="2173332"/>
                  </a:lnTo>
                  <a:lnTo>
                    <a:pt x="1570197" y="2168785"/>
                  </a:lnTo>
                  <a:lnTo>
                    <a:pt x="1574424" y="2165863"/>
                  </a:lnTo>
                  <a:lnTo>
                    <a:pt x="1589028" y="2161418"/>
                  </a:lnTo>
                  <a:lnTo>
                    <a:pt x="1591214" y="2152178"/>
                  </a:lnTo>
                  <a:lnTo>
                    <a:pt x="1587783" y="2143281"/>
                  </a:lnTo>
                  <a:lnTo>
                    <a:pt x="1583938" y="2145415"/>
                  </a:lnTo>
                  <a:lnTo>
                    <a:pt x="1579902" y="2152369"/>
                  </a:lnTo>
                  <a:lnTo>
                    <a:pt x="1574952" y="2147358"/>
                  </a:lnTo>
                  <a:lnTo>
                    <a:pt x="1569469" y="2147384"/>
                  </a:lnTo>
                  <a:lnTo>
                    <a:pt x="1567980" y="2158446"/>
                  </a:lnTo>
                  <a:lnTo>
                    <a:pt x="1560952" y="2165863"/>
                  </a:lnTo>
                  <a:lnTo>
                    <a:pt x="1557779" y="2173332"/>
                  </a:lnTo>
                  <a:lnTo>
                    <a:pt x="1537170" y="2179180"/>
                  </a:lnTo>
                  <a:lnTo>
                    <a:pt x="1534530" y="2177231"/>
                  </a:lnTo>
                  <a:lnTo>
                    <a:pt x="1540560" y="2170137"/>
                  </a:lnTo>
                  <a:lnTo>
                    <a:pt x="1540080" y="2166194"/>
                  </a:lnTo>
                  <a:lnTo>
                    <a:pt x="1533202" y="2169578"/>
                  </a:lnTo>
                  <a:lnTo>
                    <a:pt x="1521667" y="2183022"/>
                  </a:lnTo>
                  <a:lnTo>
                    <a:pt x="1481059" y="2187423"/>
                  </a:lnTo>
                  <a:lnTo>
                    <a:pt x="1483276" y="2184368"/>
                  </a:lnTo>
                  <a:lnTo>
                    <a:pt x="1491849" y="2183759"/>
                  </a:lnTo>
                  <a:lnTo>
                    <a:pt x="1503885" y="2179504"/>
                  </a:lnTo>
                  <a:lnTo>
                    <a:pt x="1501451" y="2172341"/>
                  </a:lnTo>
                  <a:lnTo>
                    <a:pt x="1496810" y="2164466"/>
                  </a:lnTo>
                  <a:lnTo>
                    <a:pt x="1492526" y="2163590"/>
                  </a:lnTo>
                  <a:lnTo>
                    <a:pt x="1489700" y="2158973"/>
                  </a:lnTo>
                  <a:lnTo>
                    <a:pt x="1489839" y="2144425"/>
                  </a:lnTo>
                  <a:lnTo>
                    <a:pt x="1487100" y="2135921"/>
                  </a:lnTo>
                  <a:lnTo>
                    <a:pt x="1480491" y="2127171"/>
                  </a:lnTo>
                  <a:lnTo>
                    <a:pt x="1478258" y="2128853"/>
                  </a:lnTo>
                  <a:lnTo>
                    <a:pt x="1473395" y="2143815"/>
                  </a:lnTo>
                  <a:lnTo>
                    <a:pt x="1469354" y="2163438"/>
                  </a:lnTo>
                  <a:lnTo>
                    <a:pt x="1467354" y="2169775"/>
                  </a:lnTo>
                  <a:lnTo>
                    <a:pt x="1455314" y="2170220"/>
                  </a:lnTo>
                  <a:lnTo>
                    <a:pt x="1444658" y="2168880"/>
                  </a:lnTo>
                  <a:lnTo>
                    <a:pt x="1408442" y="2171236"/>
                  </a:lnTo>
                  <a:lnTo>
                    <a:pt x="1394913" y="2164587"/>
                  </a:lnTo>
                  <a:lnTo>
                    <a:pt x="1389301" y="2163311"/>
                  </a:lnTo>
                  <a:lnTo>
                    <a:pt x="1385885" y="2163463"/>
                  </a:lnTo>
                  <a:lnTo>
                    <a:pt x="1370134" y="2169559"/>
                  </a:lnTo>
                  <a:lnTo>
                    <a:pt x="1352186" y="2174227"/>
                  </a:lnTo>
                  <a:lnTo>
                    <a:pt x="1347959" y="2172760"/>
                  </a:lnTo>
                  <a:lnTo>
                    <a:pt x="1341929" y="2172544"/>
                  </a:lnTo>
                  <a:lnTo>
                    <a:pt x="1328916" y="2188433"/>
                  </a:lnTo>
                  <a:lnTo>
                    <a:pt x="1313573" y="2195869"/>
                  </a:lnTo>
                  <a:lnTo>
                    <a:pt x="1274862" y="2182501"/>
                  </a:lnTo>
                  <a:lnTo>
                    <a:pt x="1265234" y="2171750"/>
                  </a:lnTo>
                  <a:lnTo>
                    <a:pt x="1256687" y="2169451"/>
                  </a:lnTo>
                  <a:lnTo>
                    <a:pt x="1246176" y="2168124"/>
                  </a:lnTo>
                  <a:lnTo>
                    <a:pt x="1234884" y="2181352"/>
                  </a:lnTo>
                  <a:lnTo>
                    <a:pt x="1226306" y="2199203"/>
                  </a:lnTo>
                  <a:lnTo>
                    <a:pt x="1239861" y="2208989"/>
                  </a:lnTo>
                  <a:lnTo>
                    <a:pt x="1251462" y="2213669"/>
                  </a:lnTo>
                  <a:lnTo>
                    <a:pt x="1270635" y="2209745"/>
                  </a:lnTo>
                  <a:lnTo>
                    <a:pt x="1281234" y="2201083"/>
                  </a:lnTo>
                  <a:lnTo>
                    <a:pt x="1289890" y="2201368"/>
                  </a:lnTo>
                  <a:lnTo>
                    <a:pt x="1294029" y="2199609"/>
                  </a:lnTo>
                  <a:lnTo>
                    <a:pt x="1297806" y="2195088"/>
                  </a:lnTo>
                  <a:lnTo>
                    <a:pt x="1305207" y="2198657"/>
                  </a:lnTo>
                  <a:lnTo>
                    <a:pt x="1305470" y="2202232"/>
                  </a:lnTo>
                  <a:lnTo>
                    <a:pt x="1300215" y="2207268"/>
                  </a:lnTo>
                  <a:lnTo>
                    <a:pt x="1293595" y="2211510"/>
                  </a:lnTo>
                  <a:lnTo>
                    <a:pt x="1289579" y="2216508"/>
                  </a:lnTo>
                  <a:lnTo>
                    <a:pt x="1297135" y="2226580"/>
                  </a:lnTo>
                  <a:lnTo>
                    <a:pt x="1309000" y="2229964"/>
                  </a:lnTo>
                  <a:lnTo>
                    <a:pt x="1313465" y="2228504"/>
                  </a:lnTo>
                  <a:lnTo>
                    <a:pt x="1316229" y="2217181"/>
                  </a:lnTo>
                  <a:lnTo>
                    <a:pt x="1323526" y="2209891"/>
                  </a:lnTo>
                  <a:lnTo>
                    <a:pt x="1333443" y="2211466"/>
                  </a:lnTo>
                  <a:lnTo>
                    <a:pt x="1332032" y="2216038"/>
                  </a:lnTo>
                  <a:lnTo>
                    <a:pt x="1333422" y="2220356"/>
                  </a:lnTo>
                  <a:lnTo>
                    <a:pt x="1337980" y="2227729"/>
                  </a:lnTo>
                  <a:lnTo>
                    <a:pt x="1337458" y="2238290"/>
                  </a:lnTo>
                  <a:lnTo>
                    <a:pt x="1338342" y="2240836"/>
                  </a:lnTo>
                  <a:lnTo>
                    <a:pt x="1327655" y="2245497"/>
                  </a:lnTo>
                  <a:lnTo>
                    <a:pt x="1319692" y="2247079"/>
                  </a:lnTo>
                  <a:lnTo>
                    <a:pt x="1313320" y="2253181"/>
                  </a:lnTo>
                  <a:lnTo>
                    <a:pt x="1316658" y="2256725"/>
                  </a:lnTo>
                  <a:lnTo>
                    <a:pt x="1310168" y="2259837"/>
                  </a:lnTo>
                  <a:lnTo>
                    <a:pt x="1305780" y="2258592"/>
                  </a:lnTo>
                  <a:lnTo>
                    <a:pt x="1303574" y="2259741"/>
                  </a:lnTo>
                  <a:lnTo>
                    <a:pt x="1302912" y="2263488"/>
                  </a:lnTo>
                  <a:lnTo>
                    <a:pt x="1299558" y="2266968"/>
                  </a:lnTo>
                  <a:lnTo>
                    <a:pt x="1304437" y="2277453"/>
                  </a:lnTo>
                  <a:lnTo>
                    <a:pt x="1314436" y="2284298"/>
                  </a:lnTo>
                  <a:lnTo>
                    <a:pt x="1321490" y="2292878"/>
                  </a:lnTo>
                  <a:lnTo>
                    <a:pt x="1349851" y="2304175"/>
                  </a:lnTo>
                  <a:lnTo>
                    <a:pt x="1356724" y="2303851"/>
                  </a:lnTo>
                  <a:lnTo>
                    <a:pt x="1363488" y="2315225"/>
                  </a:lnTo>
                  <a:lnTo>
                    <a:pt x="1368940" y="2319136"/>
                  </a:lnTo>
                  <a:lnTo>
                    <a:pt x="1374191" y="2321124"/>
                  </a:lnTo>
                  <a:lnTo>
                    <a:pt x="1373591" y="2328948"/>
                  </a:lnTo>
                  <a:lnTo>
                    <a:pt x="1364263" y="2334676"/>
                  </a:lnTo>
                  <a:lnTo>
                    <a:pt x="1361742" y="2341509"/>
                  </a:lnTo>
                  <a:lnTo>
                    <a:pt x="1359395" y="2345351"/>
                  </a:lnTo>
                  <a:lnTo>
                    <a:pt x="1355189" y="2340486"/>
                  </a:lnTo>
                  <a:lnTo>
                    <a:pt x="1350869" y="2336962"/>
                  </a:lnTo>
                  <a:lnTo>
                    <a:pt x="1340869" y="2347681"/>
                  </a:lnTo>
                  <a:lnTo>
                    <a:pt x="1336048" y="2349936"/>
                  </a:lnTo>
                  <a:lnTo>
                    <a:pt x="1338440" y="2338378"/>
                  </a:lnTo>
                  <a:lnTo>
                    <a:pt x="1334663" y="2333850"/>
                  </a:lnTo>
                  <a:lnTo>
                    <a:pt x="1328952" y="2322261"/>
                  </a:lnTo>
                  <a:lnTo>
                    <a:pt x="1320632" y="2315091"/>
                  </a:lnTo>
                  <a:lnTo>
                    <a:pt x="1314772" y="2312716"/>
                  </a:lnTo>
                  <a:lnTo>
                    <a:pt x="1310209" y="2308182"/>
                  </a:lnTo>
                  <a:lnTo>
                    <a:pt x="1304685" y="2306347"/>
                  </a:lnTo>
                  <a:lnTo>
                    <a:pt x="1299972" y="2306817"/>
                  </a:lnTo>
                  <a:lnTo>
                    <a:pt x="1291993" y="2304175"/>
                  </a:lnTo>
                  <a:lnTo>
                    <a:pt x="1291466" y="2298009"/>
                  </a:lnTo>
                  <a:lnTo>
                    <a:pt x="1289254" y="2293392"/>
                  </a:lnTo>
                  <a:lnTo>
                    <a:pt x="1283011" y="2287943"/>
                  </a:lnTo>
                  <a:lnTo>
                    <a:pt x="1253183" y="2277649"/>
                  </a:lnTo>
                  <a:lnTo>
                    <a:pt x="1253002" y="2281910"/>
                  </a:lnTo>
                  <a:lnTo>
                    <a:pt x="1255069" y="2285117"/>
                  </a:lnTo>
                  <a:lnTo>
                    <a:pt x="1259353" y="2287251"/>
                  </a:lnTo>
                  <a:lnTo>
                    <a:pt x="1264480" y="2291404"/>
                  </a:lnTo>
                  <a:lnTo>
                    <a:pt x="1264433" y="2303705"/>
                  </a:lnTo>
                  <a:lnTo>
                    <a:pt x="1262216" y="2308912"/>
                  </a:lnTo>
                  <a:lnTo>
                    <a:pt x="1261265" y="2316330"/>
                  </a:lnTo>
                  <a:lnTo>
                    <a:pt x="1259291" y="2323868"/>
                  </a:lnTo>
                  <a:lnTo>
                    <a:pt x="1255643" y="2329811"/>
                  </a:lnTo>
                  <a:lnTo>
                    <a:pt x="1247499" y="2333863"/>
                  </a:lnTo>
                  <a:lnTo>
                    <a:pt x="1243907" y="2330472"/>
                  </a:lnTo>
                  <a:lnTo>
                    <a:pt x="1238099" y="2314240"/>
                  </a:lnTo>
                  <a:lnTo>
                    <a:pt x="1229887" y="2309128"/>
                  </a:lnTo>
                  <a:lnTo>
                    <a:pt x="1216839" y="2308525"/>
                  </a:lnTo>
                  <a:lnTo>
                    <a:pt x="1207976" y="2312195"/>
                  </a:lnTo>
                  <a:lnTo>
                    <a:pt x="1198317" y="2327919"/>
                  </a:lnTo>
                  <a:lnTo>
                    <a:pt x="1190535" y="2330491"/>
                  </a:lnTo>
                  <a:lnTo>
                    <a:pt x="1163895" y="2322343"/>
                  </a:lnTo>
                  <a:lnTo>
                    <a:pt x="1133478" y="2309928"/>
                  </a:lnTo>
                  <a:lnTo>
                    <a:pt x="1134263" y="2305794"/>
                  </a:lnTo>
                  <a:lnTo>
                    <a:pt x="1139049" y="2304467"/>
                  </a:lnTo>
                  <a:lnTo>
                    <a:pt x="1148227" y="2306163"/>
                  </a:lnTo>
                  <a:lnTo>
                    <a:pt x="1147741" y="2301902"/>
                  </a:lnTo>
                  <a:lnTo>
                    <a:pt x="1138361" y="2288032"/>
                  </a:lnTo>
                  <a:lnTo>
                    <a:pt x="1136641" y="2281771"/>
                  </a:lnTo>
                  <a:lnTo>
                    <a:pt x="1137850" y="2274131"/>
                  </a:lnTo>
                  <a:lnTo>
                    <a:pt x="1134791" y="2274303"/>
                  </a:lnTo>
                  <a:lnTo>
                    <a:pt x="1129158" y="2280717"/>
                  </a:lnTo>
                  <a:lnTo>
                    <a:pt x="1109763" y="2275281"/>
                  </a:lnTo>
                  <a:lnTo>
                    <a:pt x="1104410" y="2268784"/>
                  </a:lnTo>
                  <a:lnTo>
                    <a:pt x="1093015" y="2250476"/>
                  </a:lnTo>
                  <a:lnTo>
                    <a:pt x="1076933" y="2249879"/>
                  </a:lnTo>
                  <a:lnTo>
                    <a:pt x="1069657" y="2238779"/>
                  </a:lnTo>
                  <a:lnTo>
                    <a:pt x="1056515" y="2243427"/>
                  </a:lnTo>
                  <a:lnTo>
                    <a:pt x="1049859" y="2248571"/>
                  </a:lnTo>
                  <a:lnTo>
                    <a:pt x="1044009" y="2256541"/>
                  </a:lnTo>
                  <a:lnTo>
                    <a:pt x="1046288" y="2260675"/>
                  </a:lnTo>
                  <a:lnTo>
                    <a:pt x="1052117" y="2267241"/>
                  </a:lnTo>
                  <a:lnTo>
                    <a:pt x="1049456" y="2270410"/>
                  </a:lnTo>
                  <a:lnTo>
                    <a:pt x="1030744" y="2275090"/>
                  </a:lnTo>
                  <a:lnTo>
                    <a:pt x="987304" y="2269857"/>
                  </a:lnTo>
                  <a:lnTo>
                    <a:pt x="974601" y="2264968"/>
                  </a:lnTo>
                  <a:lnTo>
                    <a:pt x="957553" y="2254629"/>
                  </a:lnTo>
                  <a:lnTo>
                    <a:pt x="933921" y="2246202"/>
                  </a:lnTo>
                  <a:lnTo>
                    <a:pt x="922542" y="2244843"/>
                  </a:lnTo>
                  <a:lnTo>
                    <a:pt x="911400" y="2246513"/>
                  </a:lnTo>
                  <a:lnTo>
                    <a:pt x="878978" y="2247377"/>
                  </a:lnTo>
                  <a:lnTo>
                    <a:pt x="871454" y="2249619"/>
                  </a:lnTo>
                  <a:lnTo>
                    <a:pt x="865046" y="2253200"/>
                  </a:lnTo>
                  <a:lnTo>
                    <a:pt x="860891" y="2249238"/>
                  </a:lnTo>
                  <a:lnTo>
                    <a:pt x="858968" y="2242163"/>
                  </a:lnTo>
                  <a:lnTo>
                    <a:pt x="862731" y="2241014"/>
                  </a:lnTo>
                  <a:lnTo>
                    <a:pt x="866916" y="2236854"/>
                  </a:lnTo>
                  <a:lnTo>
                    <a:pt x="870694" y="2228631"/>
                  </a:lnTo>
                  <a:lnTo>
                    <a:pt x="871123" y="2223658"/>
                  </a:lnTo>
                  <a:lnTo>
                    <a:pt x="868482" y="2220413"/>
                  </a:lnTo>
                  <a:lnTo>
                    <a:pt x="863459" y="2220089"/>
                  </a:lnTo>
                  <a:lnTo>
                    <a:pt x="852364" y="2241516"/>
                  </a:lnTo>
                  <a:lnTo>
                    <a:pt x="858705" y="2253524"/>
                  </a:lnTo>
                  <a:lnTo>
                    <a:pt x="858271" y="2257855"/>
                  </a:lnTo>
                  <a:lnTo>
                    <a:pt x="836132" y="2260319"/>
                  </a:lnTo>
                  <a:lnTo>
                    <a:pt x="785881" y="2284495"/>
                  </a:lnTo>
                  <a:lnTo>
                    <a:pt x="766285" y="2297532"/>
                  </a:lnTo>
                  <a:lnTo>
                    <a:pt x="767288" y="2293144"/>
                  </a:lnTo>
                  <a:lnTo>
                    <a:pt x="790982" y="2276246"/>
                  </a:lnTo>
                  <a:lnTo>
                    <a:pt x="782615" y="2273661"/>
                  </a:lnTo>
                  <a:lnTo>
                    <a:pt x="769143" y="2277884"/>
                  </a:lnTo>
                  <a:lnTo>
                    <a:pt x="764311" y="2276259"/>
                  </a:lnTo>
                  <a:lnTo>
                    <a:pt x="770016" y="2262288"/>
                  </a:lnTo>
                  <a:lnTo>
                    <a:pt x="768156" y="2249968"/>
                  </a:lnTo>
                  <a:lnTo>
                    <a:pt x="758591" y="2249631"/>
                  </a:lnTo>
                  <a:lnTo>
                    <a:pt x="752498" y="2259468"/>
                  </a:lnTo>
                  <a:lnTo>
                    <a:pt x="748265" y="2259049"/>
                  </a:lnTo>
                  <a:lnTo>
                    <a:pt x="742720" y="2254832"/>
                  </a:lnTo>
                  <a:lnTo>
                    <a:pt x="738426" y="2256166"/>
                  </a:lnTo>
                  <a:lnTo>
                    <a:pt x="741604" y="2278456"/>
                  </a:lnTo>
                  <a:lnTo>
                    <a:pt x="747630" y="2287626"/>
                  </a:lnTo>
                  <a:lnTo>
                    <a:pt x="752668" y="2299317"/>
                  </a:lnTo>
                  <a:lnTo>
                    <a:pt x="738907" y="2313764"/>
                  </a:lnTo>
                  <a:lnTo>
                    <a:pt x="726127" y="2325684"/>
                  </a:lnTo>
                  <a:lnTo>
                    <a:pt x="724742" y="2337203"/>
                  </a:lnTo>
                  <a:lnTo>
                    <a:pt x="711900" y="2352209"/>
                  </a:lnTo>
                  <a:lnTo>
                    <a:pt x="699818" y="2360719"/>
                  </a:lnTo>
                  <a:lnTo>
                    <a:pt x="671432" y="2380723"/>
                  </a:lnTo>
                  <a:lnTo>
                    <a:pt x="663334" y="2385003"/>
                  </a:lnTo>
                  <a:lnTo>
                    <a:pt x="650523" y="2394287"/>
                  </a:lnTo>
                  <a:lnTo>
                    <a:pt x="632849" y="2401247"/>
                  </a:lnTo>
                  <a:lnTo>
                    <a:pt x="615904" y="2412297"/>
                  </a:lnTo>
                  <a:lnTo>
                    <a:pt x="610189" y="2413973"/>
                  </a:lnTo>
                  <a:lnTo>
                    <a:pt x="621010" y="2404619"/>
                  </a:lnTo>
                  <a:lnTo>
                    <a:pt x="633842" y="2395379"/>
                  </a:lnTo>
                  <a:lnTo>
                    <a:pt x="622834" y="2396643"/>
                  </a:lnTo>
                  <a:lnTo>
                    <a:pt x="605869" y="2392363"/>
                  </a:lnTo>
                  <a:lnTo>
                    <a:pt x="595487" y="2392115"/>
                  </a:lnTo>
                  <a:lnTo>
                    <a:pt x="595414" y="2395487"/>
                  </a:lnTo>
                  <a:lnTo>
                    <a:pt x="587518" y="2400250"/>
                  </a:lnTo>
                  <a:lnTo>
                    <a:pt x="579338" y="2393252"/>
                  </a:lnTo>
                  <a:lnTo>
                    <a:pt x="575772" y="2388546"/>
                  </a:lnTo>
                  <a:lnTo>
                    <a:pt x="574082" y="2384482"/>
                  </a:lnTo>
                  <a:lnTo>
                    <a:pt x="570609" y="2383498"/>
                  </a:lnTo>
                  <a:lnTo>
                    <a:pt x="567271" y="2385384"/>
                  </a:lnTo>
                  <a:lnTo>
                    <a:pt x="579482" y="2414005"/>
                  </a:lnTo>
                  <a:lnTo>
                    <a:pt x="584686" y="2415243"/>
                  </a:lnTo>
                  <a:lnTo>
                    <a:pt x="590443" y="2418088"/>
                  </a:lnTo>
                  <a:lnTo>
                    <a:pt x="583275" y="2424756"/>
                  </a:lnTo>
                  <a:lnTo>
                    <a:pt x="575560" y="2429817"/>
                  </a:lnTo>
                  <a:lnTo>
                    <a:pt x="563426" y="2433177"/>
                  </a:lnTo>
                  <a:lnTo>
                    <a:pt x="553142" y="2422730"/>
                  </a:lnTo>
                  <a:lnTo>
                    <a:pt x="550915" y="2435838"/>
                  </a:lnTo>
                  <a:lnTo>
                    <a:pt x="549613" y="2448926"/>
                  </a:lnTo>
                  <a:lnTo>
                    <a:pt x="546161" y="2452285"/>
                  </a:lnTo>
                  <a:lnTo>
                    <a:pt x="540647" y="2457073"/>
                  </a:lnTo>
                  <a:lnTo>
                    <a:pt x="537655" y="2453460"/>
                  </a:lnTo>
                  <a:lnTo>
                    <a:pt x="536234" y="2448399"/>
                  </a:lnTo>
                  <a:lnTo>
                    <a:pt x="532704" y="2452914"/>
                  </a:lnTo>
                  <a:lnTo>
                    <a:pt x="527536" y="2456305"/>
                  </a:lnTo>
                  <a:lnTo>
                    <a:pt x="519010" y="2456984"/>
                  </a:lnTo>
                  <a:lnTo>
                    <a:pt x="512612" y="2458794"/>
                  </a:lnTo>
                  <a:lnTo>
                    <a:pt x="512762" y="2464217"/>
                  </a:lnTo>
                  <a:lnTo>
                    <a:pt x="514224" y="2469666"/>
                  </a:lnTo>
                  <a:lnTo>
                    <a:pt x="525542" y="2465361"/>
                  </a:lnTo>
                  <a:lnTo>
                    <a:pt x="521438" y="2479376"/>
                  </a:lnTo>
                  <a:lnTo>
                    <a:pt x="511031" y="2493226"/>
                  </a:lnTo>
                  <a:lnTo>
                    <a:pt x="502550" y="2496497"/>
                  </a:lnTo>
                  <a:lnTo>
                    <a:pt x="489579" y="2494471"/>
                  </a:lnTo>
                  <a:lnTo>
                    <a:pt x="486375" y="2495861"/>
                  </a:lnTo>
                  <a:lnTo>
                    <a:pt x="483507" y="2498738"/>
                  </a:lnTo>
                  <a:lnTo>
                    <a:pt x="498618" y="2520406"/>
                  </a:lnTo>
                  <a:lnTo>
                    <a:pt x="488908" y="2553085"/>
                  </a:lnTo>
                  <a:lnTo>
                    <a:pt x="482701" y="2564928"/>
                  </a:lnTo>
                  <a:lnTo>
                    <a:pt x="478396" y="2566446"/>
                  </a:lnTo>
                  <a:lnTo>
                    <a:pt x="473730" y="2566789"/>
                  </a:lnTo>
                  <a:lnTo>
                    <a:pt x="456981" y="2556260"/>
                  </a:lnTo>
                  <a:lnTo>
                    <a:pt x="447845" y="2548119"/>
                  </a:lnTo>
                  <a:lnTo>
                    <a:pt x="455896" y="2570275"/>
                  </a:lnTo>
                  <a:lnTo>
                    <a:pt x="477833" y="2576746"/>
                  </a:lnTo>
                  <a:lnTo>
                    <a:pt x="478955" y="2585129"/>
                  </a:lnTo>
                  <a:lnTo>
                    <a:pt x="478831" y="2592292"/>
                  </a:lnTo>
                  <a:lnTo>
                    <a:pt x="474510" y="2600700"/>
                  </a:lnTo>
                  <a:lnTo>
                    <a:pt x="470469" y="2611870"/>
                  </a:lnTo>
                  <a:lnTo>
                    <a:pt x="473451" y="2619650"/>
                  </a:lnTo>
                  <a:lnTo>
                    <a:pt x="476913" y="2638885"/>
                  </a:lnTo>
                  <a:lnTo>
                    <a:pt x="479874" y="2647712"/>
                  </a:lnTo>
                  <a:lnTo>
                    <a:pt x="483130" y="2674492"/>
                  </a:lnTo>
                  <a:lnTo>
                    <a:pt x="486592" y="2686106"/>
                  </a:lnTo>
                  <a:lnTo>
                    <a:pt x="506535" y="2728851"/>
                  </a:lnTo>
                  <a:lnTo>
                    <a:pt x="513258" y="2729181"/>
                  </a:lnTo>
                  <a:lnTo>
                    <a:pt x="514338" y="2733811"/>
                  </a:lnTo>
                  <a:lnTo>
                    <a:pt x="513697" y="2742688"/>
                  </a:lnTo>
                  <a:lnTo>
                    <a:pt x="499352" y="2745273"/>
                  </a:lnTo>
                  <a:lnTo>
                    <a:pt x="493331" y="2749229"/>
                  </a:lnTo>
                  <a:lnTo>
                    <a:pt x="492158" y="2752665"/>
                  </a:lnTo>
                  <a:lnTo>
                    <a:pt x="491269" y="2754519"/>
                  </a:lnTo>
                  <a:lnTo>
                    <a:pt x="489419" y="2754348"/>
                  </a:lnTo>
                  <a:lnTo>
                    <a:pt x="482577" y="2751877"/>
                  </a:lnTo>
                  <a:lnTo>
                    <a:pt x="467022" y="2739735"/>
                  </a:lnTo>
                  <a:lnTo>
                    <a:pt x="444357" y="2732210"/>
                  </a:lnTo>
                  <a:lnTo>
                    <a:pt x="414575" y="2729295"/>
                  </a:lnTo>
                  <a:lnTo>
                    <a:pt x="394230" y="2723218"/>
                  </a:lnTo>
                  <a:lnTo>
                    <a:pt x="383321" y="2713959"/>
                  </a:lnTo>
                  <a:lnTo>
                    <a:pt x="371916" y="2708473"/>
                  </a:lnTo>
                  <a:lnTo>
                    <a:pt x="360019" y="2706745"/>
                  </a:lnTo>
                  <a:lnTo>
                    <a:pt x="350165" y="2701722"/>
                  </a:lnTo>
                  <a:lnTo>
                    <a:pt x="342351" y="2693403"/>
                  </a:lnTo>
                  <a:lnTo>
                    <a:pt x="330925" y="2688094"/>
                  </a:lnTo>
                  <a:lnTo>
                    <a:pt x="315887" y="2685789"/>
                  </a:lnTo>
                  <a:lnTo>
                    <a:pt x="306099" y="2679553"/>
                  </a:lnTo>
                  <a:lnTo>
                    <a:pt x="299293" y="2664306"/>
                  </a:lnTo>
                  <a:lnTo>
                    <a:pt x="299262" y="2664077"/>
                  </a:lnTo>
                  <a:lnTo>
                    <a:pt x="293170" y="2638586"/>
                  </a:lnTo>
                  <a:lnTo>
                    <a:pt x="285496" y="2622615"/>
                  </a:lnTo>
                  <a:lnTo>
                    <a:pt x="270561" y="2602853"/>
                  </a:lnTo>
                  <a:lnTo>
                    <a:pt x="269186" y="2600249"/>
                  </a:lnTo>
                  <a:lnTo>
                    <a:pt x="269062" y="2596998"/>
                  </a:lnTo>
                  <a:lnTo>
                    <a:pt x="270912" y="2585497"/>
                  </a:lnTo>
                  <a:lnTo>
                    <a:pt x="269336" y="2577229"/>
                  </a:lnTo>
                  <a:lnTo>
                    <a:pt x="264608" y="2570491"/>
                  </a:lnTo>
                  <a:lnTo>
                    <a:pt x="263522" y="2563360"/>
                  </a:lnTo>
                  <a:lnTo>
                    <a:pt x="266086" y="2555854"/>
                  </a:lnTo>
                  <a:lnTo>
                    <a:pt x="266251" y="2546836"/>
                  </a:lnTo>
                  <a:lnTo>
                    <a:pt x="264024" y="2536307"/>
                  </a:lnTo>
                  <a:lnTo>
                    <a:pt x="254500" y="2524921"/>
                  </a:lnTo>
                  <a:lnTo>
                    <a:pt x="237679" y="2512690"/>
                  </a:lnTo>
                  <a:lnTo>
                    <a:pt x="223349" y="2494826"/>
                  </a:lnTo>
                  <a:lnTo>
                    <a:pt x="211520" y="2471343"/>
                  </a:lnTo>
                  <a:lnTo>
                    <a:pt x="199820" y="2455073"/>
                  </a:lnTo>
                  <a:lnTo>
                    <a:pt x="188249" y="2446011"/>
                  </a:lnTo>
                  <a:lnTo>
                    <a:pt x="180338" y="2434949"/>
                  </a:lnTo>
                  <a:lnTo>
                    <a:pt x="176079" y="2421886"/>
                  </a:lnTo>
                  <a:lnTo>
                    <a:pt x="174824" y="2414303"/>
                  </a:lnTo>
                  <a:lnTo>
                    <a:pt x="176560" y="2412208"/>
                  </a:lnTo>
                  <a:lnTo>
                    <a:pt x="169449" y="2397684"/>
                  </a:lnTo>
                  <a:lnTo>
                    <a:pt x="153491" y="2370746"/>
                  </a:lnTo>
                  <a:lnTo>
                    <a:pt x="144324" y="2351047"/>
                  </a:lnTo>
                  <a:lnTo>
                    <a:pt x="141962" y="2338594"/>
                  </a:lnTo>
                  <a:lnTo>
                    <a:pt x="131807" y="2323772"/>
                  </a:lnTo>
                  <a:lnTo>
                    <a:pt x="113865" y="2306582"/>
                  </a:lnTo>
                  <a:lnTo>
                    <a:pt x="104108" y="2295399"/>
                  </a:lnTo>
                  <a:lnTo>
                    <a:pt x="101711" y="2287632"/>
                  </a:lnTo>
                  <a:lnTo>
                    <a:pt x="73712" y="2265044"/>
                  </a:lnTo>
                  <a:lnTo>
                    <a:pt x="65578" y="2250933"/>
                  </a:lnTo>
                  <a:lnTo>
                    <a:pt x="59227" y="2246475"/>
                  </a:lnTo>
                  <a:lnTo>
                    <a:pt x="51935" y="2246958"/>
                  </a:lnTo>
                  <a:lnTo>
                    <a:pt x="48194" y="2245605"/>
                  </a:lnTo>
                  <a:lnTo>
                    <a:pt x="48008" y="2242417"/>
                  </a:lnTo>
                  <a:lnTo>
                    <a:pt x="45646" y="2242265"/>
                  </a:lnTo>
                  <a:lnTo>
                    <a:pt x="41104" y="2245161"/>
                  </a:lnTo>
                  <a:lnTo>
                    <a:pt x="26210" y="2245745"/>
                  </a:lnTo>
                  <a:lnTo>
                    <a:pt x="961" y="2244024"/>
                  </a:lnTo>
                  <a:lnTo>
                    <a:pt x="0" y="2243821"/>
                  </a:lnTo>
                  <a:lnTo>
                    <a:pt x="0" y="0"/>
                  </a:lnTo>
                  <a:lnTo>
                    <a:pt x="1773799" y="0"/>
                  </a:lnTo>
                  <a:lnTo>
                    <a:pt x="1791779" y="9112"/>
                  </a:lnTo>
                  <a:lnTo>
                    <a:pt x="1812321" y="19521"/>
                  </a:lnTo>
                  <a:lnTo>
                    <a:pt x="1817499" y="36825"/>
                  </a:lnTo>
                  <a:lnTo>
                    <a:pt x="1822542" y="53673"/>
                  </a:lnTo>
                  <a:lnTo>
                    <a:pt x="1834568" y="65904"/>
                  </a:lnTo>
                  <a:lnTo>
                    <a:pt x="1845575" y="77074"/>
                  </a:lnTo>
                  <a:lnTo>
                    <a:pt x="1851947" y="76490"/>
                  </a:lnTo>
                  <a:lnTo>
                    <a:pt x="1858412" y="71772"/>
                  </a:lnTo>
                  <a:lnTo>
                    <a:pt x="1862515" y="69498"/>
                  </a:lnTo>
                  <a:lnTo>
                    <a:pt x="1869393" y="69123"/>
                  </a:lnTo>
                  <a:lnTo>
                    <a:pt x="1884690" y="65085"/>
                  </a:lnTo>
                  <a:lnTo>
                    <a:pt x="1889211" y="65967"/>
                  </a:lnTo>
                  <a:lnTo>
                    <a:pt x="1891780" y="67987"/>
                  </a:lnTo>
                  <a:lnTo>
                    <a:pt x="1891992" y="71149"/>
                  </a:lnTo>
                  <a:lnTo>
                    <a:pt x="1891470" y="73664"/>
                  </a:lnTo>
                  <a:lnTo>
                    <a:pt x="1889103" y="78713"/>
                  </a:lnTo>
                  <a:lnTo>
                    <a:pt x="1892839" y="88333"/>
                  </a:lnTo>
                  <a:lnTo>
                    <a:pt x="1893625" y="99021"/>
                  </a:lnTo>
                  <a:lnTo>
                    <a:pt x="1895676" y="107099"/>
                  </a:lnTo>
                  <a:lnTo>
                    <a:pt x="1901939" y="117437"/>
                  </a:lnTo>
                  <a:lnTo>
                    <a:pt x="1907381" y="125515"/>
                  </a:lnTo>
                  <a:lnTo>
                    <a:pt x="1914233" y="127077"/>
                  </a:lnTo>
                  <a:lnTo>
                    <a:pt x="1930093" y="122372"/>
                  </a:lnTo>
                  <a:lnTo>
                    <a:pt x="1940031" y="120593"/>
                  </a:lnTo>
                  <a:lnTo>
                    <a:pt x="1945674" y="121362"/>
                  </a:lnTo>
                  <a:lnTo>
                    <a:pt x="1955327" y="128925"/>
                  </a:lnTo>
                  <a:lnTo>
                    <a:pt x="1960050" y="133472"/>
                  </a:lnTo>
                  <a:lnTo>
                    <a:pt x="1961177" y="137250"/>
                  </a:lnTo>
                  <a:lnTo>
                    <a:pt x="1948139" y="160340"/>
                  </a:lnTo>
                  <a:lnTo>
                    <a:pt x="1968815" y="171797"/>
                  </a:lnTo>
                  <a:lnTo>
                    <a:pt x="1991889" y="184320"/>
                  </a:lnTo>
                  <a:lnTo>
                    <a:pt x="2019402" y="199249"/>
                  </a:lnTo>
                  <a:lnTo>
                    <a:pt x="2036223" y="208388"/>
                  </a:lnTo>
                  <a:lnTo>
                    <a:pt x="2058377" y="221438"/>
                  </a:lnTo>
                  <a:lnTo>
                    <a:pt x="2062170" y="240032"/>
                  </a:lnTo>
                  <a:lnTo>
                    <a:pt x="2065364" y="255723"/>
                  </a:lnTo>
                  <a:lnTo>
                    <a:pt x="2069436" y="277600"/>
                  </a:lnTo>
                  <a:lnTo>
                    <a:pt x="2073585" y="299916"/>
                  </a:lnTo>
                  <a:lnTo>
                    <a:pt x="2077725" y="322148"/>
                  </a:lnTo>
                  <a:lnTo>
                    <a:pt x="2082112" y="345746"/>
                  </a:lnTo>
                  <a:lnTo>
                    <a:pt x="2086934" y="371669"/>
                  </a:lnTo>
                  <a:lnTo>
                    <a:pt x="2091218" y="394676"/>
                  </a:lnTo>
                  <a:lnTo>
                    <a:pt x="2095894" y="419792"/>
                  </a:lnTo>
                  <a:lnTo>
                    <a:pt x="2102111" y="452477"/>
                  </a:lnTo>
                  <a:lnTo>
                    <a:pt x="2096551" y="465070"/>
                  </a:lnTo>
                  <a:lnTo>
                    <a:pt x="2084443" y="492491"/>
                  </a:lnTo>
                  <a:lnTo>
                    <a:pt x="2073498" y="517277"/>
                  </a:lnTo>
                  <a:lnTo>
                    <a:pt x="2072541" y="524465"/>
                  </a:lnTo>
                  <a:lnTo>
                    <a:pt x="2065017" y="560606"/>
                  </a:lnTo>
                  <a:lnTo>
                    <a:pt x="2058987" y="575535"/>
                  </a:lnTo>
                  <a:lnTo>
                    <a:pt x="2048424" y="584204"/>
                  </a:lnTo>
                  <a:lnTo>
                    <a:pt x="2037938" y="592605"/>
                  </a:lnTo>
                  <a:lnTo>
                    <a:pt x="2024859" y="606684"/>
                  </a:lnTo>
                  <a:lnTo>
                    <a:pt x="2010472" y="613638"/>
                  </a:lnTo>
                  <a:lnTo>
                    <a:pt x="2003123" y="617727"/>
                  </a:lnTo>
                  <a:lnTo>
                    <a:pt x="1999273" y="624179"/>
                  </a:lnTo>
                  <a:lnTo>
                    <a:pt x="1995026" y="638322"/>
                  </a:lnTo>
                  <a:lnTo>
                    <a:pt x="1995842" y="659919"/>
                  </a:lnTo>
                  <a:lnTo>
                    <a:pt x="2007692" y="678507"/>
                  </a:lnTo>
                  <a:lnTo>
                    <a:pt x="2025024" y="688902"/>
                  </a:lnTo>
                  <a:lnTo>
                    <a:pt x="2043669" y="699025"/>
                  </a:lnTo>
                  <a:lnTo>
                    <a:pt x="2070232" y="699069"/>
                  </a:lnTo>
                  <a:lnTo>
                    <a:pt x="2094122" y="685562"/>
                  </a:lnTo>
                  <a:lnTo>
                    <a:pt x="2119433" y="671255"/>
                  </a:lnTo>
                  <a:lnTo>
                    <a:pt x="2142001" y="658497"/>
                  </a:lnTo>
                  <a:lnTo>
                    <a:pt x="2168842" y="643326"/>
                  </a:lnTo>
                  <a:lnTo>
                    <a:pt x="2193151" y="629577"/>
                  </a:lnTo>
                  <a:lnTo>
                    <a:pt x="2219548" y="624637"/>
                  </a:lnTo>
                  <a:lnTo>
                    <a:pt x="2256125" y="617797"/>
                  </a:lnTo>
                  <a:lnTo>
                    <a:pt x="2302169" y="609180"/>
                  </a:lnTo>
                  <a:lnTo>
                    <a:pt x="2324587" y="599368"/>
                  </a:lnTo>
                  <a:lnTo>
                    <a:pt x="2353557" y="586687"/>
                  </a:lnTo>
                  <a:lnTo>
                    <a:pt x="2386977" y="572055"/>
                  </a:lnTo>
                  <a:lnTo>
                    <a:pt x="2415818" y="559431"/>
                  </a:lnTo>
                  <a:lnTo>
                    <a:pt x="2430319" y="552433"/>
                  </a:lnTo>
                  <a:lnTo>
                    <a:pt x="2440633" y="544450"/>
                  </a:lnTo>
                  <a:lnTo>
                    <a:pt x="2443191" y="538544"/>
                  </a:lnTo>
                  <a:lnTo>
                    <a:pt x="2442582" y="535153"/>
                  </a:lnTo>
                  <a:lnTo>
                    <a:pt x="2439920" y="531756"/>
                  </a:lnTo>
                  <a:lnTo>
                    <a:pt x="2436241" y="529247"/>
                  </a:lnTo>
                  <a:lnTo>
                    <a:pt x="2432970" y="527114"/>
                  </a:lnTo>
                  <a:lnTo>
                    <a:pt x="2431435" y="524472"/>
                  </a:lnTo>
                  <a:lnTo>
                    <a:pt x="2431130" y="518693"/>
                  </a:lnTo>
                  <a:lnTo>
                    <a:pt x="2429125" y="515372"/>
                  </a:lnTo>
                  <a:lnTo>
                    <a:pt x="2427213" y="512927"/>
                  </a:lnTo>
                  <a:lnTo>
                    <a:pt x="2427936" y="490561"/>
                  </a:lnTo>
                  <a:lnTo>
                    <a:pt x="2425414" y="483626"/>
                  </a:lnTo>
                  <a:lnTo>
                    <a:pt x="2416014" y="466048"/>
                  </a:lnTo>
                  <a:lnTo>
                    <a:pt x="2433941" y="458167"/>
                  </a:lnTo>
                  <a:lnTo>
                    <a:pt x="2450550" y="450858"/>
                  </a:lnTo>
                  <a:lnTo>
                    <a:pt x="2463795" y="445448"/>
                  </a:lnTo>
                  <a:lnTo>
                    <a:pt x="2491541" y="444597"/>
                  </a:lnTo>
                  <a:lnTo>
                    <a:pt x="2517307" y="444705"/>
                  </a:lnTo>
                  <a:lnTo>
                    <a:pt x="2552820" y="444851"/>
                  </a:lnTo>
                  <a:lnTo>
                    <a:pt x="2582741" y="444971"/>
                  </a:lnTo>
                  <a:lnTo>
                    <a:pt x="2617649" y="445117"/>
                  </a:lnTo>
                  <a:lnTo>
                    <a:pt x="2638113" y="445200"/>
                  </a:lnTo>
                  <a:lnTo>
                    <a:pt x="2664928" y="444946"/>
                  </a:lnTo>
                  <a:lnTo>
                    <a:pt x="2677997" y="424656"/>
                  </a:lnTo>
                  <a:lnTo>
                    <a:pt x="2689676" y="406513"/>
                  </a:lnTo>
                  <a:lnTo>
                    <a:pt x="2702539" y="389177"/>
                  </a:lnTo>
                  <a:lnTo>
                    <a:pt x="2725406" y="368824"/>
                  </a:lnTo>
                  <a:lnTo>
                    <a:pt x="2732047" y="365166"/>
                  </a:lnTo>
                  <a:lnTo>
                    <a:pt x="2735710" y="357139"/>
                  </a:lnTo>
                  <a:lnTo>
                    <a:pt x="2749570" y="349512"/>
                  </a:lnTo>
                  <a:lnTo>
                    <a:pt x="2764841" y="342438"/>
                  </a:lnTo>
                  <a:lnTo>
                    <a:pt x="2770830" y="335802"/>
                  </a:lnTo>
                  <a:lnTo>
                    <a:pt x="2773729" y="332023"/>
                  </a:lnTo>
                  <a:lnTo>
                    <a:pt x="2815076" y="296232"/>
                  </a:lnTo>
                  <a:lnTo>
                    <a:pt x="2838559" y="279702"/>
                  </a:lnTo>
                  <a:lnTo>
                    <a:pt x="2857953" y="270501"/>
                  </a:lnTo>
                  <a:lnTo>
                    <a:pt x="2872717" y="266106"/>
                  </a:lnTo>
                  <a:lnTo>
                    <a:pt x="2882686" y="266735"/>
                  </a:lnTo>
                  <a:lnTo>
                    <a:pt x="2888355" y="2661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13" name="pg3868">
              <a:extLst>
                <a:ext uri="{FF2B5EF4-FFF2-40B4-BE49-F238E27FC236}">
                  <a16:creationId xmlns:a16="http://schemas.microsoft.com/office/drawing/2014/main" id="{A588C111-BCEF-CB39-6BAD-CDCB6A81FC03}"/>
                </a:ext>
              </a:extLst>
            </p:cNvPr>
            <p:cNvSpPr/>
            <p:nvPr/>
          </p:nvSpPr>
          <p:spPr>
            <a:xfrm>
              <a:off x="5359282" y="3307053"/>
              <a:ext cx="225302" cy="75760"/>
            </a:xfrm>
            <a:custGeom>
              <a:avLst/>
              <a:gdLst/>
              <a:ahLst/>
              <a:cxnLst/>
              <a:rect l="0" t="0" r="0" b="0"/>
              <a:pathLst>
                <a:path w="225302" h="75760">
                  <a:moveTo>
                    <a:pt x="153584" y="30132"/>
                  </a:moveTo>
                  <a:lnTo>
                    <a:pt x="160385" y="30983"/>
                  </a:lnTo>
                  <a:lnTo>
                    <a:pt x="166235" y="28513"/>
                  </a:lnTo>
                  <a:lnTo>
                    <a:pt x="171775" y="23521"/>
                  </a:lnTo>
                  <a:lnTo>
                    <a:pt x="184637" y="16771"/>
                  </a:lnTo>
                  <a:lnTo>
                    <a:pt x="195598" y="13818"/>
                  </a:lnTo>
                  <a:lnTo>
                    <a:pt x="199050" y="13208"/>
                  </a:lnTo>
                  <a:lnTo>
                    <a:pt x="204275" y="17946"/>
                  </a:lnTo>
                  <a:lnTo>
                    <a:pt x="214641" y="14142"/>
                  </a:lnTo>
                  <a:lnTo>
                    <a:pt x="225302" y="12008"/>
                  </a:lnTo>
                  <a:lnTo>
                    <a:pt x="179185" y="33669"/>
                  </a:lnTo>
                  <a:lnTo>
                    <a:pt x="169754" y="36108"/>
                  </a:lnTo>
                  <a:lnTo>
                    <a:pt x="156261" y="42560"/>
                  </a:lnTo>
                  <a:lnTo>
                    <a:pt x="143507" y="47132"/>
                  </a:lnTo>
                  <a:lnTo>
                    <a:pt x="134324" y="48796"/>
                  </a:lnTo>
                  <a:lnTo>
                    <a:pt x="88662" y="64875"/>
                  </a:lnTo>
                  <a:lnTo>
                    <a:pt x="85040" y="65224"/>
                  </a:lnTo>
                  <a:lnTo>
                    <a:pt x="81122" y="63656"/>
                  </a:lnTo>
                  <a:lnTo>
                    <a:pt x="43512" y="71937"/>
                  </a:lnTo>
                  <a:lnTo>
                    <a:pt x="28076" y="72870"/>
                  </a:lnTo>
                  <a:lnTo>
                    <a:pt x="14020" y="75760"/>
                  </a:lnTo>
                  <a:lnTo>
                    <a:pt x="24417" y="69092"/>
                  </a:lnTo>
                  <a:lnTo>
                    <a:pt x="24644" y="66596"/>
                  </a:lnTo>
                  <a:lnTo>
                    <a:pt x="22159" y="64646"/>
                  </a:lnTo>
                  <a:lnTo>
                    <a:pt x="16598" y="65212"/>
                  </a:lnTo>
                  <a:lnTo>
                    <a:pt x="10903" y="72076"/>
                  </a:lnTo>
                  <a:lnTo>
                    <a:pt x="1813" y="74369"/>
                  </a:lnTo>
                  <a:lnTo>
                    <a:pt x="0" y="66895"/>
                  </a:lnTo>
                  <a:lnTo>
                    <a:pt x="3033" y="61109"/>
                  </a:lnTo>
                  <a:lnTo>
                    <a:pt x="7141" y="55623"/>
                  </a:lnTo>
                  <a:lnTo>
                    <a:pt x="16169" y="46999"/>
                  </a:lnTo>
                  <a:lnTo>
                    <a:pt x="29083" y="41531"/>
                  </a:lnTo>
                  <a:lnTo>
                    <a:pt x="35646" y="36806"/>
                  </a:lnTo>
                  <a:lnTo>
                    <a:pt x="40194" y="40966"/>
                  </a:lnTo>
                  <a:lnTo>
                    <a:pt x="41191" y="35346"/>
                  </a:lnTo>
                  <a:lnTo>
                    <a:pt x="44690" y="32101"/>
                  </a:lnTo>
                  <a:lnTo>
                    <a:pt x="48493" y="30354"/>
                  </a:lnTo>
                  <a:lnTo>
                    <a:pt x="57640" y="30310"/>
                  </a:lnTo>
                  <a:lnTo>
                    <a:pt x="62565" y="29427"/>
                  </a:lnTo>
                  <a:lnTo>
                    <a:pt x="66126" y="27560"/>
                  </a:lnTo>
                  <a:lnTo>
                    <a:pt x="69779" y="27211"/>
                  </a:lnTo>
                  <a:lnTo>
                    <a:pt x="79784" y="29757"/>
                  </a:lnTo>
                  <a:lnTo>
                    <a:pt x="89556" y="29027"/>
                  </a:lnTo>
                  <a:lnTo>
                    <a:pt x="97447" y="25509"/>
                  </a:lnTo>
                  <a:lnTo>
                    <a:pt x="105648" y="24328"/>
                  </a:lnTo>
                  <a:lnTo>
                    <a:pt x="127343" y="23534"/>
                  </a:lnTo>
                  <a:lnTo>
                    <a:pt x="148902" y="20962"/>
                  </a:lnTo>
                  <a:lnTo>
                    <a:pt x="157522" y="16390"/>
                  </a:lnTo>
                  <a:lnTo>
                    <a:pt x="175630" y="3575"/>
                  </a:lnTo>
                  <a:lnTo>
                    <a:pt x="186048" y="0"/>
                  </a:lnTo>
                  <a:lnTo>
                    <a:pt x="169826" y="14891"/>
                  </a:lnTo>
                  <a:lnTo>
                    <a:pt x="161108" y="217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14" name="pg3869">
              <a:extLst>
                <a:ext uri="{FF2B5EF4-FFF2-40B4-BE49-F238E27FC236}">
                  <a16:creationId xmlns:a16="http://schemas.microsoft.com/office/drawing/2014/main" id="{D0195600-F677-AB37-6497-8048C370A5B2}"/>
                </a:ext>
              </a:extLst>
            </p:cNvPr>
            <p:cNvSpPr/>
            <p:nvPr/>
          </p:nvSpPr>
          <p:spPr>
            <a:xfrm>
              <a:off x="5954108" y="2877417"/>
              <a:ext cx="23756" cy="26893"/>
            </a:xfrm>
            <a:custGeom>
              <a:avLst/>
              <a:gdLst/>
              <a:ahLst/>
              <a:cxnLst/>
              <a:rect l="0" t="0" r="0" b="0"/>
              <a:pathLst>
                <a:path w="23756" h="26893">
                  <a:moveTo>
                    <a:pt x="17596" y="18663"/>
                  </a:moveTo>
                  <a:lnTo>
                    <a:pt x="10841" y="17558"/>
                  </a:lnTo>
                  <a:lnTo>
                    <a:pt x="10981" y="24423"/>
                  </a:lnTo>
                  <a:lnTo>
                    <a:pt x="10226" y="26893"/>
                  </a:lnTo>
                  <a:lnTo>
                    <a:pt x="2744" y="23363"/>
                  </a:lnTo>
                  <a:lnTo>
                    <a:pt x="0" y="21089"/>
                  </a:lnTo>
                  <a:lnTo>
                    <a:pt x="237" y="11995"/>
                  </a:lnTo>
                  <a:lnTo>
                    <a:pt x="6847" y="3397"/>
                  </a:lnTo>
                  <a:lnTo>
                    <a:pt x="11885" y="0"/>
                  </a:lnTo>
                  <a:lnTo>
                    <a:pt x="18381" y="2355"/>
                  </a:lnTo>
                  <a:lnTo>
                    <a:pt x="23368" y="11983"/>
                  </a:lnTo>
                  <a:lnTo>
                    <a:pt x="23756" y="1612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15" name="pg3870">
              <a:extLst>
                <a:ext uri="{FF2B5EF4-FFF2-40B4-BE49-F238E27FC236}">
                  <a16:creationId xmlns:a16="http://schemas.microsoft.com/office/drawing/2014/main" id="{EE1CF33B-7A9D-9A72-B97B-6AA8A91CB79C}"/>
                </a:ext>
              </a:extLst>
            </p:cNvPr>
            <p:cNvSpPr/>
            <p:nvPr/>
          </p:nvSpPr>
          <p:spPr>
            <a:xfrm>
              <a:off x="5337706" y="3371376"/>
              <a:ext cx="17833" cy="18174"/>
            </a:xfrm>
            <a:custGeom>
              <a:avLst/>
              <a:gdLst/>
              <a:ahLst/>
              <a:cxnLst/>
              <a:rect l="0" t="0" r="0" b="0"/>
              <a:pathLst>
                <a:path w="17833" h="18174">
                  <a:moveTo>
                    <a:pt x="0" y="18174"/>
                  </a:moveTo>
                  <a:lnTo>
                    <a:pt x="5048" y="5702"/>
                  </a:lnTo>
                  <a:lnTo>
                    <a:pt x="14330" y="0"/>
                  </a:lnTo>
                  <a:lnTo>
                    <a:pt x="17689" y="1187"/>
                  </a:lnTo>
                  <a:lnTo>
                    <a:pt x="17833" y="5594"/>
                  </a:lnTo>
                  <a:lnTo>
                    <a:pt x="16531" y="9360"/>
                  </a:lnTo>
                  <a:lnTo>
                    <a:pt x="10304" y="15164"/>
                  </a:lnTo>
                  <a:lnTo>
                    <a:pt x="5054" y="176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16" name="pg3871">
              <a:extLst>
                <a:ext uri="{FF2B5EF4-FFF2-40B4-BE49-F238E27FC236}">
                  <a16:creationId xmlns:a16="http://schemas.microsoft.com/office/drawing/2014/main" id="{11A0138B-48AC-2DA3-6033-AE5523EA4123}"/>
                </a:ext>
              </a:extLst>
            </p:cNvPr>
            <p:cNvSpPr/>
            <p:nvPr/>
          </p:nvSpPr>
          <p:spPr>
            <a:xfrm>
              <a:off x="5698253" y="3267490"/>
              <a:ext cx="33791" cy="16879"/>
            </a:xfrm>
            <a:custGeom>
              <a:avLst/>
              <a:gdLst/>
              <a:ahLst/>
              <a:cxnLst/>
              <a:rect l="0" t="0" r="0" b="0"/>
              <a:pathLst>
                <a:path w="33791" h="16879">
                  <a:moveTo>
                    <a:pt x="4645" y="16879"/>
                  </a:moveTo>
                  <a:lnTo>
                    <a:pt x="0" y="12776"/>
                  </a:lnTo>
                  <a:lnTo>
                    <a:pt x="7270" y="10878"/>
                  </a:lnTo>
                  <a:lnTo>
                    <a:pt x="16454" y="1130"/>
                  </a:lnTo>
                  <a:lnTo>
                    <a:pt x="22562" y="0"/>
                  </a:lnTo>
                  <a:lnTo>
                    <a:pt x="32158" y="5518"/>
                  </a:lnTo>
                  <a:lnTo>
                    <a:pt x="33791" y="1052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17" name="pg3872">
              <a:extLst>
                <a:ext uri="{FF2B5EF4-FFF2-40B4-BE49-F238E27FC236}">
                  <a16:creationId xmlns:a16="http://schemas.microsoft.com/office/drawing/2014/main" id="{9BF2F361-157B-1F5E-EE26-5DC2F9A2DB1B}"/>
                </a:ext>
              </a:extLst>
            </p:cNvPr>
            <p:cNvSpPr/>
            <p:nvPr/>
          </p:nvSpPr>
          <p:spPr>
            <a:xfrm>
              <a:off x="5643532" y="3241859"/>
              <a:ext cx="12087" cy="24671"/>
            </a:xfrm>
            <a:custGeom>
              <a:avLst/>
              <a:gdLst/>
              <a:ahLst/>
              <a:cxnLst/>
              <a:rect l="0" t="0" r="0" b="0"/>
              <a:pathLst>
                <a:path w="12087" h="24671">
                  <a:moveTo>
                    <a:pt x="5855" y="24671"/>
                  </a:moveTo>
                  <a:lnTo>
                    <a:pt x="0" y="24048"/>
                  </a:lnTo>
                  <a:lnTo>
                    <a:pt x="2971" y="19248"/>
                  </a:lnTo>
                  <a:lnTo>
                    <a:pt x="4103" y="12199"/>
                  </a:lnTo>
                  <a:lnTo>
                    <a:pt x="6991" y="4457"/>
                  </a:lnTo>
                  <a:lnTo>
                    <a:pt x="8655" y="2089"/>
                  </a:lnTo>
                  <a:lnTo>
                    <a:pt x="12087" y="0"/>
                  </a:lnTo>
                  <a:lnTo>
                    <a:pt x="11095" y="211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18" name="pg3873">
              <a:extLst>
                <a:ext uri="{FF2B5EF4-FFF2-40B4-BE49-F238E27FC236}">
                  <a16:creationId xmlns:a16="http://schemas.microsoft.com/office/drawing/2014/main" id="{623C9D50-6D39-03DD-2185-F56FF9B9E583}"/>
                </a:ext>
              </a:extLst>
            </p:cNvPr>
            <p:cNvSpPr/>
            <p:nvPr/>
          </p:nvSpPr>
          <p:spPr>
            <a:xfrm>
              <a:off x="5761346" y="3275262"/>
              <a:ext cx="27001" cy="19248"/>
            </a:xfrm>
            <a:custGeom>
              <a:avLst/>
              <a:gdLst/>
              <a:ahLst/>
              <a:cxnLst/>
              <a:rect l="0" t="0" r="0" b="0"/>
              <a:pathLst>
                <a:path w="27001" h="19248">
                  <a:moveTo>
                    <a:pt x="18836" y="19248"/>
                  </a:moveTo>
                  <a:lnTo>
                    <a:pt x="0" y="14453"/>
                  </a:lnTo>
                  <a:lnTo>
                    <a:pt x="15498" y="10389"/>
                  </a:lnTo>
                  <a:lnTo>
                    <a:pt x="18030" y="8973"/>
                  </a:lnTo>
                  <a:lnTo>
                    <a:pt x="20050" y="2997"/>
                  </a:lnTo>
                  <a:lnTo>
                    <a:pt x="20303" y="0"/>
                  </a:lnTo>
                  <a:lnTo>
                    <a:pt x="26190" y="12853"/>
                  </a:lnTo>
                  <a:lnTo>
                    <a:pt x="27001" y="1715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19" name="pg3874">
              <a:extLst>
                <a:ext uri="{FF2B5EF4-FFF2-40B4-BE49-F238E27FC236}">
                  <a16:creationId xmlns:a16="http://schemas.microsoft.com/office/drawing/2014/main" id="{C4234277-5168-B578-2B03-B4F4B0FF88DE}"/>
                </a:ext>
              </a:extLst>
            </p:cNvPr>
            <p:cNvSpPr/>
            <p:nvPr/>
          </p:nvSpPr>
          <p:spPr>
            <a:xfrm>
              <a:off x="5180933" y="3984239"/>
              <a:ext cx="8624" cy="14377"/>
            </a:xfrm>
            <a:custGeom>
              <a:avLst/>
              <a:gdLst/>
              <a:ahLst/>
              <a:cxnLst/>
              <a:rect l="0" t="0" r="0" b="0"/>
              <a:pathLst>
                <a:path w="8624" h="14377">
                  <a:moveTo>
                    <a:pt x="7028" y="14377"/>
                  </a:moveTo>
                  <a:lnTo>
                    <a:pt x="0" y="0"/>
                  </a:lnTo>
                  <a:lnTo>
                    <a:pt x="7229" y="4648"/>
                  </a:lnTo>
                  <a:lnTo>
                    <a:pt x="8521" y="8515"/>
                  </a:lnTo>
                  <a:lnTo>
                    <a:pt x="8624" y="117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20" name="pg3875">
              <a:extLst>
                <a:ext uri="{FF2B5EF4-FFF2-40B4-BE49-F238E27FC236}">
                  <a16:creationId xmlns:a16="http://schemas.microsoft.com/office/drawing/2014/main" id="{E6189AA0-B1D2-1425-CC6D-F398A5F28098}"/>
                </a:ext>
              </a:extLst>
            </p:cNvPr>
            <p:cNvSpPr/>
            <p:nvPr/>
          </p:nvSpPr>
          <p:spPr>
            <a:xfrm>
              <a:off x="5183801" y="4007259"/>
              <a:ext cx="24727" cy="72349"/>
            </a:xfrm>
            <a:custGeom>
              <a:avLst/>
              <a:gdLst/>
              <a:ahLst/>
              <a:cxnLst/>
              <a:rect l="0" t="0" r="0" b="0"/>
              <a:pathLst>
                <a:path w="24727" h="72349">
                  <a:moveTo>
                    <a:pt x="1250" y="72349"/>
                  </a:moveTo>
                  <a:lnTo>
                    <a:pt x="0" y="71213"/>
                  </a:lnTo>
                  <a:lnTo>
                    <a:pt x="16267" y="63796"/>
                  </a:lnTo>
                  <a:lnTo>
                    <a:pt x="21399" y="37670"/>
                  </a:lnTo>
                  <a:lnTo>
                    <a:pt x="22102" y="25623"/>
                  </a:lnTo>
                  <a:lnTo>
                    <a:pt x="19663" y="4388"/>
                  </a:lnTo>
                  <a:lnTo>
                    <a:pt x="19745" y="0"/>
                  </a:lnTo>
                  <a:lnTo>
                    <a:pt x="22391" y="6845"/>
                  </a:lnTo>
                  <a:lnTo>
                    <a:pt x="24727" y="26658"/>
                  </a:lnTo>
                  <a:lnTo>
                    <a:pt x="23849" y="41683"/>
                  </a:lnTo>
                  <a:lnTo>
                    <a:pt x="19130" y="63573"/>
                  </a:lnTo>
                  <a:lnTo>
                    <a:pt x="15446" y="6880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21" name="pg3876">
              <a:extLst>
                <a:ext uri="{FF2B5EF4-FFF2-40B4-BE49-F238E27FC236}">
                  <a16:creationId xmlns:a16="http://schemas.microsoft.com/office/drawing/2014/main" id="{220A78DF-DDBA-35BB-EFCE-8259A90B0DF5}"/>
                </a:ext>
              </a:extLst>
            </p:cNvPr>
            <p:cNvSpPr/>
            <p:nvPr/>
          </p:nvSpPr>
          <p:spPr>
            <a:xfrm>
              <a:off x="5152676" y="4082556"/>
              <a:ext cx="21404" cy="9277"/>
            </a:xfrm>
            <a:custGeom>
              <a:avLst/>
              <a:gdLst/>
              <a:ahLst/>
              <a:cxnLst/>
              <a:rect l="0" t="0" r="0" b="0"/>
              <a:pathLst>
                <a:path w="21404" h="9277">
                  <a:moveTo>
                    <a:pt x="2170" y="9277"/>
                  </a:moveTo>
                  <a:lnTo>
                    <a:pt x="0" y="8725"/>
                  </a:lnTo>
                  <a:lnTo>
                    <a:pt x="12619" y="2089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22" name="pg3877">
              <a:extLst>
                <a:ext uri="{FF2B5EF4-FFF2-40B4-BE49-F238E27FC236}">
                  <a16:creationId xmlns:a16="http://schemas.microsoft.com/office/drawing/2014/main" id="{AD784F84-6A6B-FFF5-D4BB-9CB69CB6EBDF}"/>
                </a:ext>
              </a:extLst>
            </p:cNvPr>
            <p:cNvSpPr/>
            <p:nvPr/>
          </p:nvSpPr>
          <p:spPr>
            <a:xfrm>
              <a:off x="5095061" y="4115235"/>
              <a:ext cx="33993" cy="39982"/>
            </a:xfrm>
            <a:custGeom>
              <a:avLst/>
              <a:gdLst/>
              <a:ahLst/>
              <a:cxnLst/>
              <a:rect l="0" t="0" r="0" b="0"/>
              <a:pathLst>
                <a:path w="33993" h="39982">
                  <a:moveTo>
                    <a:pt x="0" y="39982"/>
                  </a:moveTo>
                  <a:lnTo>
                    <a:pt x="9689" y="23744"/>
                  </a:lnTo>
                  <a:lnTo>
                    <a:pt x="28825" y="3149"/>
                  </a:lnTo>
                  <a:lnTo>
                    <a:pt x="33993" y="0"/>
                  </a:lnTo>
                  <a:lnTo>
                    <a:pt x="18081" y="17590"/>
                  </a:lnTo>
                  <a:lnTo>
                    <a:pt x="2635" y="3848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23" name="pg3878">
              <a:extLst>
                <a:ext uri="{FF2B5EF4-FFF2-40B4-BE49-F238E27FC236}">
                  <a16:creationId xmlns:a16="http://schemas.microsoft.com/office/drawing/2014/main" id="{4E571972-BA4A-CA1B-902B-B56D707BAD7D}"/>
                </a:ext>
              </a:extLst>
            </p:cNvPr>
            <p:cNvSpPr/>
            <p:nvPr/>
          </p:nvSpPr>
          <p:spPr>
            <a:xfrm>
              <a:off x="4494680" y="5206518"/>
              <a:ext cx="17373" cy="15672"/>
            </a:xfrm>
            <a:custGeom>
              <a:avLst/>
              <a:gdLst/>
              <a:ahLst/>
              <a:cxnLst/>
              <a:rect l="0" t="0" r="0" b="0"/>
              <a:pathLst>
                <a:path w="17373" h="15672">
                  <a:moveTo>
                    <a:pt x="13601" y="15672"/>
                  </a:moveTo>
                  <a:lnTo>
                    <a:pt x="5968" y="13183"/>
                  </a:lnTo>
                  <a:lnTo>
                    <a:pt x="1798" y="8725"/>
                  </a:lnTo>
                  <a:lnTo>
                    <a:pt x="0" y="0"/>
                  </a:lnTo>
                  <a:lnTo>
                    <a:pt x="6645" y="9239"/>
                  </a:lnTo>
                  <a:lnTo>
                    <a:pt x="9028" y="11329"/>
                  </a:lnTo>
                  <a:lnTo>
                    <a:pt x="17373" y="122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24" name="pg3879">
              <a:extLst>
                <a:ext uri="{FF2B5EF4-FFF2-40B4-BE49-F238E27FC236}">
                  <a16:creationId xmlns:a16="http://schemas.microsoft.com/office/drawing/2014/main" id="{F3869B52-18D3-38D1-A721-C293002C9948}"/>
                </a:ext>
              </a:extLst>
            </p:cNvPr>
            <p:cNvSpPr/>
            <p:nvPr/>
          </p:nvSpPr>
          <p:spPr>
            <a:xfrm>
              <a:off x="4498091" y="5186660"/>
              <a:ext cx="9033" cy="26938"/>
            </a:xfrm>
            <a:custGeom>
              <a:avLst/>
              <a:gdLst/>
              <a:ahLst/>
              <a:cxnLst/>
              <a:rect l="0" t="0" r="0" b="0"/>
              <a:pathLst>
                <a:path w="9033" h="26938">
                  <a:moveTo>
                    <a:pt x="8883" y="26938"/>
                  </a:moveTo>
                  <a:lnTo>
                    <a:pt x="3550" y="14142"/>
                  </a:lnTo>
                  <a:lnTo>
                    <a:pt x="0" y="0"/>
                  </a:lnTo>
                  <a:lnTo>
                    <a:pt x="5079" y="4578"/>
                  </a:lnTo>
                  <a:lnTo>
                    <a:pt x="9033" y="19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25" name="pg3880">
              <a:extLst>
                <a:ext uri="{FF2B5EF4-FFF2-40B4-BE49-F238E27FC236}">
                  <a16:creationId xmlns:a16="http://schemas.microsoft.com/office/drawing/2014/main" id="{A06FB2A1-225F-BF19-3711-F7FAA93AB0B5}"/>
                </a:ext>
              </a:extLst>
            </p:cNvPr>
            <p:cNvSpPr/>
            <p:nvPr/>
          </p:nvSpPr>
          <p:spPr>
            <a:xfrm>
              <a:off x="4666217" y="5362642"/>
              <a:ext cx="34236" cy="51158"/>
            </a:xfrm>
            <a:custGeom>
              <a:avLst/>
              <a:gdLst/>
              <a:ahLst/>
              <a:cxnLst/>
              <a:rect l="0" t="0" r="0" b="0"/>
              <a:pathLst>
                <a:path w="34236" h="51158">
                  <a:moveTo>
                    <a:pt x="0" y="51158"/>
                  </a:moveTo>
                  <a:lnTo>
                    <a:pt x="2330" y="45036"/>
                  </a:lnTo>
                  <a:lnTo>
                    <a:pt x="10531" y="31948"/>
                  </a:lnTo>
                  <a:lnTo>
                    <a:pt x="13182" y="25788"/>
                  </a:lnTo>
                  <a:lnTo>
                    <a:pt x="18722" y="21883"/>
                  </a:lnTo>
                  <a:lnTo>
                    <a:pt x="23880" y="14821"/>
                  </a:lnTo>
                  <a:lnTo>
                    <a:pt x="24267" y="6585"/>
                  </a:lnTo>
                  <a:lnTo>
                    <a:pt x="31760" y="825"/>
                  </a:lnTo>
                  <a:lnTo>
                    <a:pt x="34236" y="0"/>
                  </a:lnTo>
                  <a:lnTo>
                    <a:pt x="21032" y="267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26" name="pg3881">
              <a:extLst>
                <a:ext uri="{FF2B5EF4-FFF2-40B4-BE49-F238E27FC236}">
                  <a16:creationId xmlns:a16="http://schemas.microsoft.com/office/drawing/2014/main" id="{75BB5D09-47B4-C64F-FED3-EA18282215EE}"/>
                </a:ext>
              </a:extLst>
            </p:cNvPr>
            <p:cNvSpPr/>
            <p:nvPr/>
          </p:nvSpPr>
          <p:spPr>
            <a:xfrm>
              <a:off x="3456939" y="4803878"/>
              <a:ext cx="26706" cy="20480"/>
            </a:xfrm>
            <a:custGeom>
              <a:avLst/>
              <a:gdLst/>
              <a:ahLst/>
              <a:cxnLst/>
              <a:rect l="0" t="0" r="0" b="0"/>
              <a:pathLst>
                <a:path w="26706" h="20480">
                  <a:moveTo>
                    <a:pt x="18603" y="20480"/>
                  </a:moveTo>
                  <a:lnTo>
                    <a:pt x="1100" y="9214"/>
                  </a:lnTo>
                  <a:lnTo>
                    <a:pt x="0" y="4375"/>
                  </a:lnTo>
                  <a:lnTo>
                    <a:pt x="8635" y="0"/>
                  </a:lnTo>
                  <a:lnTo>
                    <a:pt x="13906" y="387"/>
                  </a:lnTo>
                  <a:lnTo>
                    <a:pt x="22241" y="6109"/>
                  </a:lnTo>
                  <a:lnTo>
                    <a:pt x="25290" y="7703"/>
                  </a:lnTo>
                  <a:lnTo>
                    <a:pt x="26706" y="10020"/>
                  </a:lnTo>
                  <a:lnTo>
                    <a:pt x="25900" y="13646"/>
                  </a:lnTo>
                  <a:lnTo>
                    <a:pt x="22536" y="18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27" name="pg3882">
              <a:extLst>
                <a:ext uri="{FF2B5EF4-FFF2-40B4-BE49-F238E27FC236}">
                  <a16:creationId xmlns:a16="http://schemas.microsoft.com/office/drawing/2014/main" id="{EF000E22-4A0B-3A15-CFEB-4295706BA48E}"/>
                </a:ext>
              </a:extLst>
            </p:cNvPr>
            <p:cNvSpPr/>
            <p:nvPr/>
          </p:nvSpPr>
          <p:spPr>
            <a:xfrm>
              <a:off x="2924653" y="5000397"/>
              <a:ext cx="20774" cy="30399"/>
            </a:xfrm>
            <a:custGeom>
              <a:avLst/>
              <a:gdLst/>
              <a:ahLst/>
              <a:cxnLst/>
              <a:rect l="0" t="0" r="0" b="0"/>
              <a:pathLst>
                <a:path w="20774" h="30399">
                  <a:moveTo>
                    <a:pt x="0" y="30399"/>
                  </a:moveTo>
                  <a:lnTo>
                    <a:pt x="5121" y="19749"/>
                  </a:lnTo>
                  <a:lnTo>
                    <a:pt x="6072" y="15482"/>
                  </a:lnTo>
                  <a:lnTo>
                    <a:pt x="14469" y="2006"/>
                  </a:lnTo>
                  <a:lnTo>
                    <a:pt x="18903" y="0"/>
                  </a:lnTo>
                  <a:lnTo>
                    <a:pt x="20774" y="5734"/>
                  </a:lnTo>
                  <a:lnTo>
                    <a:pt x="12138" y="15202"/>
                  </a:lnTo>
                  <a:lnTo>
                    <a:pt x="2294" y="300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28" name="pg3883">
              <a:extLst>
                <a:ext uri="{FF2B5EF4-FFF2-40B4-BE49-F238E27FC236}">
                  <a16:creationId xmlns:a16="http://schemas.microsoft.com/office/drawing/2014/main" id="{205FDD62-5B93-E2BA-AB57-DD3B917B9234}"/>
                </a:ext>
              </a:extLst>
            </p:cNvPr>
            <p:cNvSpPr/>
            <p:nvPr/>
          </p:nvSpPr>
          <p:spPr>
            <a:xfrm>
              <a:off x="2949515" y="4968054"/>
              <a:ext cx="42075" cy="30323"/>
            </a:xfrm>
            <a:custGeom>
              <a:avLst/>
              <a:gdLst/>
              <a:ahLst/>
              <a:cxnLst/>
              <a:rect l="0" t="0" r="0" b="0"/>
              <a:pathLst>
                <a:path w="42075" h="30323">
                  <a:moveTo>
                    <a:pt x="0" y="30323"/>
                  </a:moveTo>
                  <a:lnTo>
                    <a:pt x="4816" y="23299"/>
                  </a:lnTo>
                  <a:lnTo>
                    <a:pt x="12645" y="19756"/>
                  </a:lnTo>
                  <a:lnTo>
                    <a:pt x="29822" y="6261"/>
                  </a:lnTo>
                  <a:lnTo>
                    <a:pt x="36830" y="5334"/>
                  </a:lnTo>
                  <a:lnTo>
                    <a:pt x="40478" y="685"/>
                  </a:lnTo>
                  <a:lnTo>
                    <a:pt x="42075" y="0"/>
                  </a:lnTo>
                  <a:lnTo>
                    <a:pt x="41042" y="5696"/>
                  </a:lnTo>
                  <a:lnTo>
                    <a:pt x="27223" y="13786"/>
                  </a:lnTo>
                  <a:lnTo>
                    <a:pt x="3886" y="297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29" name="pg3884">
              <a:extLst>
                <a:ext uri="{FF2B5EF4-FFF2-40B4-BE49-F238E27FC236}">
                  <a16:creationId xmlns:a16="http://schemas.microsoft.com/office/drawing/2014/main" id="{483CF426-A2BA-C251-61AB-DE1953DE0716}"/>
                </a:ext>
              </a:extLst>
            </p:cNvPr>
            <p:cNvSpPr/>
            <p:nvPr/>
          </p:nvSpPr>
          <p:spPr>
            <a:xfrm>
              <a:off x="2887740" y="5040830"/>
              <a:ext cx="34318" cy="75366"/>
            </a:xfrm>
            <a:custGeom>
              <a:avLst/>
              <a:gdLst/>
              <a:ahLst/>
              <a:cxnLst/>
              <a:rect l="0" t="0" r="0" b="0"/>
              <a:pathLst>
                <a:path w="34318" h="75366">
                  <a:moveTo>
                    <a:pt x="0" y="75366"/>
                  </a:moveTo>
                  <a:lnTo>
                    <a:pt x="909" y="64215"/>
                  </a:lnTo>
                  <a:lnTo>
                    <a:pt x="9503" y="38877"/>
                  </a:lnTo>
                  <a:lnTo>
                    <a:pt x="26965" y="5575"/>
                  </a:lnTo>
                  <a:lnTo>
                    <a:pt x="34318" y="0"/>
                  </a:lnTo>
                  <a:lnTo>
                    <a:pt x="14175" y="36521"/>
                  </a:lnTo>
                  <a:lnTo>
                    <a:pt x="3302" y="6788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30" name="pg3885">
              <a:extLst>
                <a:ext uri="{FF2B5EF4-FFF2-40B4-BE49-F238E27FC236}">
                  <a16:creationId xmlns:a16="http://schemas.microsoft.com/office/drawing/2014/main" id="{0449973A-F7E5-2FA3-C633-607823835856}"/>
                </a:ext>
              </a:extLst>
            </p:cNvPr>
            <p:cNvSpPr/>
            <p:nvPr/>
          </p:nvSpPr>
          <p:spPr>
            <a:xfrm>
              <a:off x="3130649" y="4843237"/>
              <a:ext cx="34081" cy="26658"/>
            </a:xfrm>
            <a:custGeom>
              <a:avLst/>
              <a:gdLst/>
              <a:ahLst/>
              <a:cxnLst/>
              <a:rect l="0" t="0" r="0" b="0"/>
              <a:pathLst>
                <a:path w="34081" h="26658">
                  <a:moveTo>
                    <a:pt x="0" y="26658"/>
                  </a:moveTo>
                  <a:lnTo>
                    <a:pt x="23068" y="6655"/>
                  </a:lnTo>
                  <a:lnTo>
                    <a:pt x="27905" y="0"/>
                  </a:lnTo>
                  <a:lnTo>
                    <a:pt x="34081" y="292"/>
                  </a:lnTo>
                  <a:lnTo>
                    <a:pt x="23781" y="11500"/>
                  </a:lnTo>
                  <a:lnTo>
                    <a:pt x="5286" y="254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31" name="pg3886">
              <a:extLst>
                <a:ext uri="{FF2B5EF4-FFF2-40B4-BE49-F238E27FC236}">
                  <a16:creationId xmlns:a16="http://schemas.microsoft.com/office/drawing/2014/main" id="{3A75F39E-3D66-BADA-CABD-E3623ED2F0E7}"/>
                </a:ext>
              </a:extLst>
            </p:cNvPr>
            <p:cNvSpPr/>
            <p:nvPr/>
          </p:nvSpPr>
          <p:spPr>
            <a:xfrm>
              <a:off x="2885373" y="5122184"/>
              <a:ext cx="25027" cy="140921"/>
            </a:xfrm>
            <a:custGeom>
              <a:avLst/>
              <a:gdLst/>
              <a:ahLst/>
              <a:cxnLst/>
              <a:rect l="0" t="0" r="0" b="0"/>
              <a:pathLst>
                <a:path w="25027" h="140921">
                  <a:moveTo>
                    <a:pt x="23564" y="140921"/>
                  </a:moveTo>
                  <a:lnTo>
                    <a:pt x="14800" y="112719"/>
                  </a:lnTo>
                  <a:lnTo>
                    <a:pt x="537" y="48898"/>
                  </a:lnTo>
                  <a:lnTo>
                    <a:pt x="0" y="12522"/>
                  </a:lnTo>
                  <a:lnTo>
                    <a:pt x="2242" y="0"/>
                  </a:lnTo>
                  <a:lnTo>
                    <a:pt x="5922" y="51374"/>
                  </a:lnTo>
                  <a:lnTo>
                    <a:pt x="21688" y="116618"/>
                  </a:lnTo>
                  <a:lnTo>
                    <a:pt x="25027" y="13488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32" name="pg3887">
              <a:extLst>
                <a:ext uri="{FF2B5EF4-FFF2-40B4-BE49-F238E27FC236}">
                  <a16:creationId xmlns:a16="http://schemas.microsoft.com/office/drawing/2014/main" id="{6F1BD08F-D5B3-AF79-2841-D7187BEB6363}"/>
                </a:ext>
              </a:extLst>
            </p:cNvPr>
            <p:cNvSpPr/>
            <p:nvPr/>
          </p:nvSpPr>
          <p:spPr>
            <a:xfrm>
              <a:off x="5637481" y="3252585"/>
              <a:ext cx="5178" cy="13666"/>
            </a:xfrm>
            <a:custGeom>
              <a:avLst/>
              <a:gdLst/>
              <a:ahLst/>
              <a:cxnLst/>
              <a:rect l="0" t="0" r="0" b="0"/>
              <a:pathLst>
                <a:path w="5178" h="13666">
                  <a:moveTo>
                    <a:pt x="1095" y="13666"/>
                  </a:moveTo>
                  <a:lnTo>
                    <a:pt x="0" y="7385"/>
                  </a:lnTo>
                  <a:lnTo>
                    <a:pt x="2056" y="165"/>
                  </a:lnTo>
                  <a:lnTo>
                    <a:pt x="4139" y="0"/>
                  </a:lnTo>
                  <a:lnTo>
                    <a:pt x="5178" y="3841"/>
                  </a:lnTo>
                  <a:lnTo>
                    <a:pt x="4030" y="112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33" name="pg3888">
              <a:extLst>
                <a:ext uri="{FF2B5EF4-FFF2-40B4-BE49-F238E27FC236}">
                  <a16:creationId xmlns:a16="http://schemas.microsoft.com/office/drawing/2014/main" id="{91A8F4E6-8BDA-43EE-019B-D7B1CC25D739}"/>
                </a:ext>
              </a:extLst>
            </p:cNvPr>
            <p:cNvSpPr/>
            <p:nvPr/>
          </p:nvSpPr>
          <p:spPr>
            <a:xfrm>
              <a:off x="5335877" y="3489988"/>
              <a:ext cx="15498" cy="28227"/>
            </a:xfrm>
            <a:custGeom>
              <a:avLst/>
              <a:gdLst/>
              <a:ahLst/>
              <a:cxnLst/>
              <a:rect l="0" t="0" r="0" b="0"/>
              <a:pathLst>
                <a:path w="15498" h="28227">
                  <a:moveTo>
                    <a:pt x="284" y="28227"/>
                  </a:moveTo>
                  <a:lnTo>
                    <a:pt x="0" y="24442"/>
                  </a:lnTo>
                  <a:lnTo>
                    <a:pt x="15498" y="0"/>
                  </a:lnTo>
                  <a:lnTo>
                    <a:pt x="12697" y="854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34" name="pg3889">
              <a:extLst>
                <a:ext uri="{FF2B5EF4-FFF2-40B4-BE49-F238E27FC236}">
                  <a16:creationId xmlns:a16="http://schemas.microsoft.com/office/drawing/2014/main" id="{EC5C4944-3D37-7BCE-C9B4-A7DC0CB21C8C}"/>
                </a:ext>
              </a:extLst>
            </p:cNvPr>
            <p:cNvSpPr/>
            <p:nvPr/>
          </p:nvSpPr>
          <p:spPr>
            <a:xfrm>
              <a:off x="5216776" y="3678353"/>
              <a:ext cx="29698" cy="55407"/>
            </a:xfrm>
            <a:custGeom>
              <a:avLst/>
              <a:gdLst/>
              <a:ahLst/>
              <a:cxnLst/>
              <a:rect l="0" t="0" r="0" b="0"/>
              <a:pathLst>
                <a:path w="29698" h="55407">
                  <a:moveTo>
                    <a:pt x="0" y="55407"/>
                  </a:moveTo>
                  <a:lnTo>
                    <a:pt x="16143" y="29364"/>
                  </a:lnTo>
                  <a:lnTo>
                    <a:pt x="25518" y="7544"/>
                  </a:lnTo>
                  <a:lnTo>
                    <a:pt x="29698" y="0"/>
                  </a:lnTo>
                  <a:lnTo>
                    <a:pt x="25642" y="15291"/>
                  </a:lnTo>
                  <a:lnTo>
                    <a:pt x="18552" y="29351"/>
                  </a:lnTo>
                  <a:lnTo>
                    <a:pt x="4811" y="53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35" name="pg3890">
              <a:extLst>
                <a:ext uri="{FF2B5EF4-FFF2-40B4-BE49-F238E27FC236}">
                  <a16:creationId xmlns:a16="http://schemas.microsoft.com/office/drawing/2014/main" id="{2C2412D9-30BB-11CA-97DC-3A7D33D19D92}"/>
                </a:ext>
              </a:extLst>
            </p:cNvPr>
            <p:cNvSpPr/>
            <p:nvPr/>
          </p:nvSpPr>
          <p:spPr>
            <a:xfrm>
              <a:off x="5079677" y="4146288"/>
              <a:ext cx="13513" cy="6191"/>
            </a:xfrm>
            <a:custGeom>
              <a:avLst/>
              <a:gdLst/>
              <a:ahLst/>
              <a:cxnLst/>
              <a:rect l="0" t="0" r="0" b="0"/>
              <a:pathLst>
                <a:path w="13513" h="6191">
                  <a:moveTo>
                    <a:pt x="11157" y="6191"/>
                  </a:moveTo>
                  <a:lnTo>
                    <a:pt x="6997" y="4756"/>
                  </a:lnTo>
                  <a:lnTo>
                    <a:pt x="1266" y="2013"/>
                  </a:lnTo>
                  <a:lnTo>
                    <a:pt x="0" y="0"/>
                  </a:lnTo>
                  <a:lnTo>
                    <a:pt x="5467" y="730"/>
                  </a:lnTo>
                  <a:lnTo>
                    <a:pt x="13513" y="58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36" name="pg3891">
              <a:extLst>
                <a:ext uri="{FF2B5EF4-FFF2-40B4-BE49-F238E27FC236}">
                  <a16:creationId xmlns:a16="http://schemas.microsoft.com/office/drawing/2014/main" id="{7CAF7E65-A622-3FC5-EEA1-0A13E3BF8E6A}"/>
                </a:ext>
              </a:extLst>
            </p:cNvPr>
            <p:cNvSpPr/>
            <p:nvPr/>
          </p:nvSpPr>
          <p:spPr>
            <a:xfrm>
              <a:off x="4577198" y="5440364"/>
              <a:ext cx="10779" cy="15615"/>
            </a:xfrm>
            <a:custGeom>
              <a:avLst/>
              <a:gdLst/>
              <a:ahLst/>
              <a:cxnLst/>
              <a:rect l="0" t="0" r="0" b="0"/>
              <a:pathLst>
                <a:path w="10779" h="15615">
                  <a:moveTo>
                    <a:pt x="6020" y="15615"/>
                  </a:moveTo>
                  <a:lnTo>
                    <a:pt x="4511" y="14790"/>
                  </a:lnTo>
                  <a:lnTo>
                    <a:pt x="4511" y="10890"/>
                  </a:lnTo>
                  <a:lnTo>
                    <a:pt x="0" y="2260"/>
                  </a:lnTo>
                  <a:lnTo>
                    <a:pt x="170" y="0"/>
                  </a:lnTo>
                  <a:lnTo>
                    <a:pt x="10516" y="8446"/>
                  </a:lnTo>
                  <a:lnTo>
                    <a:pt x="10779" y="10713"/>
                  </a:lnTo>
                  <a:lnTo>
                    <a:pt x="9193" y="129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37" name="pg3892">
              <a:extLst>
                <a:ext uri="{FF2B5EF4-FFF2-40B4-BE49-F238E27FC236}">
                  <a16:creationId xmlns:a16="http://schemas.microsoft.com/office/drawing/2014/main" id="{7B79ACB7-AF2F-1A68-BFFF-D84D534FDCD5}"/>
                </a:ext>
              </a:extLst>
            </p:cNvPr>
            <p:cNvSpPr/>
            <p:nvPr/>
          </p:nvSpPr>
          <p:spPr>
            <a:xfrm>
              <a:off x="4637878" y="5427841"/>
              <a:ext cx="6681" cy="5543"/>
            </a:xfrm>
            <a:custGeom>
              <a:avLst/>
              <a:gdLst/>
              <a:ahLst/>
              <a:cxnLst/>
              <a:rect l="0" t="0" r="0" b="0"/>
              <a:pathLst>
                <a:path w="6681" h="5543">
                  <a:moveTo>
                    <a:pt x="0" y="5543"/>
                  </a:moveTo>
                  <a:lnTo>
                    <a:pt x="1002" y="3695"/>
                  </a:lnTo>
                  <a:lnTo>
                    <a:pt x="5178" y="0"/>
                  </a:lnTo>
                  <a:lnTo>
                    <a:pt x="6681" y="1435"/>
                  </a:lnTo>
                  <a:lnTo>
                    <a:pt x="6516" y="3283"/>
                  </a:lnTo>
                  <a:lnTo>
                    <a:pt x="2005" y="55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38" name="pg3893">
              <a:extLst>
                <a:ext uri="{FF2B5EF4-FFF2-40B4-BE49-F238E27FC236}">
                  <a16:creationId xmlns:a16="http://schemas.microsoft.com/office/drawing/2014/main" id="{D5BCA5FF-DCA6-1961-BCE7-2AD3A13D0683}"/>
                </a:ext>
              </a:extLst>
            </p:cNvPr>
            <p:cNvSpPr/>
            <p:nvPr/>
          </p:nvSpPr>
          <p:spPr>
            <a:xfrm>
              <a:off x="4657267" y="5415509"/>
              <a:ext cx="5348" cy="5550"/>
            </a:xfrm>
            <a:custGeom>
              <a:avLst/>
              <a:gdLst/>
              <a:ahLst/>
              <a:cxnLst/>
              <a:rect l="0" t="0" r="0" b="0"/>
              <a:pathLst>
                <a:path w="5348" h="5550">
                  <a:moveTo>
                    <a:pt x="0" y="5550"/>
                  </a:moveTo>
                  <a:lnTo>
                    <a:pt x="4175" y="0"/>
                  </a:lnTo>
                  <a:lnTo>
                    <a:pt x="5348" y="412"/>
                  </a:lnTo>
                  <a:lnTo>
                    <a:pt x="2842" y="493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39" name="pg3894">
              <a:extLst>
                <a:ext uri="{FF2B5EF4-FFF2-40B4-BE49-F238E27FC236}">
                  <a16:creationId xmlns:a16="http://schemas.microsoft.com/office/drawing/2014/main" id="{5467AD76-D8D9-8EF6-DD55-4A6A65CE4ABB}"/>
                </a:ext>
              </a:extLst>
            </p:cNvPr>
            <p:cNvSpPr/>
            <p:nvPr/>
          </p:nvSpPr>
          <p:spPr>
            <a:xfrm>
              <a:off x="4607290" y="5439132"/>
              <a:ext cx="21895" cy="8630"/>
            </a:xfrm>
            <a:custGeom>
              <a:avLst/>
              <a:gdLst/>
              <a:ahLst/>
              <a:cxnLst/>
              <a:rect l="0" t="0" r="0" b="0"/>
              <a:pathLst>
                <a:path w="21895" h="8630">
                  <a:moveTo>
                    <a:pt x="5012" y="8630"/>
                  </a:moveTo>
                  <a:lnTo>
                    <a:pt x="0" y="6369"/>
                  </a:lnTo>
                  <a:lnTo>
                    <a:pt x="5513" y="3289"/>
                  </a:lnTo>
                  <a:lnTo>
                    <a:pt x="21895" y="0"/>
                  </a:lnTo>
                  <a:lnTo>
                    <a:pt x="15709" y="4108"/>
                  </a:lnTo>
                  <a:lnTo>
                    <a:pt x="9860" y="555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40" name="pg3895">
              <a:extLst>
                <a:ext uri="{FF2B5EF4-FFF2-40B4-BE49-F238E27FC236}">
                  <a16:creationId xmlns:a16="http://schemas.microsoft.com/office/drawing/2014/main" id="{5D18C73B-7F39-0F91-81CD-91313B94F5DE}"/>
                </a:ext>
              </a:extLst>
            </p:cNvPr>
            <p:cNvSpPr/>
            <p:nvPr/>
          </p:nvSpPr>
          <p:spPr>
            <a:xfrm>
              <a:off x="4570537" y="4631229"/>
              <a:ext cx="6945" cy="31688"/>
            </a:xfrm>
            <a:custGeom>
              <a:avLst/>
              <a:gdLst/>
              <a:ahLst/>
              <a:cxnLst/>
              <a:rect l="0" t="0" r="0" b="0"/>
              <a:pathLst>
                <a:path w="6945" h="31688">
                  <a:moveTo>
                    <a:pt x="2237" y="31688"/>
                  </a:moveTo>
                  <a:lnTo>
                    <a:pt x="201" y="20467"/>
                  </a:lnTo>
                  <a:lnTo>
                    <a:pt x="0" y="9570"/>
                  </a:lnTo>
                  <a:lnTo>
                    <a:pt x="3565" y="3124"/>
                  </a:lnTo>
                  <a:lnTo>
                    <a:pt x="694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41" name="pg3896">
              <a:extLst>
                <a:ext uri="{FF2B5EF4-FFF2-40B4-BE49-F238E27FC236}">
                  <a16:creationId xmlns:a16="http://schemas.microsoft.com/office/drawing/2014/main" id="{CF5C3C60-04AE-3DA9-AA8C-7B7C64EE482C}"/>
                </a:ext>
              </a:extLst>
            </p:cNvPr>
            <p:cNvSpPr/>
            <p:nvPr/>
          </p:nvSpPr>
          <p:spPr>
            <a:xfrm>
              <a:off x="4554992" y="5448277"/>
              <a:ext cx="10567" cy="12891"/>
            </a:xfrm>
            <a:custGeom>
              <a:avLst/>
              <a:gdLst/>
              <a:ahLst/>
              <a:cxnLst/>
              <a:rect l="0" t="0" r="0" b="0"/>
              <a:pathLst>
                <a:path w="10567" h="12891">
                  <a:moveTo>
                    <a:pt x="0" y="12891"/>
                  </a:moveTo>
                  <a:lnTo>
                    <a:pt x="5529" y="7772"/>
                  </a:lnTo>
                  <a:lnTo>
                    <a:pt x="7322" y="0"/>
                  </a:lnTo>
                  <a:lnTo>
                    <a:pt x="10567" y="6070"/>
                  </a:lnTo>
                  <a:lnTo>
                    <a:pt x="10505" y="9754"/>
                  </a:lnTo>
                  <a:lnTo>
                    <a:pt x="6857" y="116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42" name="pg3897">
              <a:extLst>
                <a:ext uri="{FF2B5EF4-FFF2-40B4-BE49-F238E27FC236}">
                  <a16:creationId xmlns:a16="http://schemas.microsoft.com/office/drawing/2014/main" id="{8A808EB5-AE99-5892-0F1B-E98651A4A750}"/>
                </a:ext>
              </a:extLst>
            </p:cNvPr>
            <p:cNvSpPr/>
            <p:nvPr/>
          </p:nvSpPr>
          <p:spPr>
            <a:xfrm>
              <a:off x="4681421" y="5037121"/>
              <a:ext cx="28195" cy="83983"/>
            </a:xfrm>
            <a:custGeom>
              <a:avLst/>
              <a:gdLst/>
              <a:ahLst/>
              <a:cxnLst/>
              <a:rect l="0" t="0" r="0" b="0"/>
              <a:pathLst>
                <a:path w="28195" h="83983">
                  <a:moveTo>
                    <a:pt x="28195" y="83983"/>
                  </a:moveTo>
                  <a:lnTo>
                    <a:pt x="18464" y="61770"/>
                  </a:lnTo>
                  <a:lnTo>
                    <a:pt x="6438" y="26938"/>
                  </a:lnTo>
                  <a:lnTo>
                    <a:pt x="0" y="0"/>
                  </a:lnTo>
                  <a:lnTo>
                    <a:pt x="4356" y="7283"/>
                  </a:lnTo>
                  <a:lnTo>
                    <a:pt x="8614" y="22359"/>
                  </a:lnTo>
                  <a:lnTo>
                    <a:pt x="26474" y="744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43" name="pg3898">
              <a:extLst>
                <a:ext uri="{FF2B5EF4-FFF2-40B4-BE49-F238E27FC236}">
                  <a16:creationId xmlns:a16="http://schemas.microsoft.com/office/drawing/2014/main" id="{5B2A2412-D1F7-BDDD-7BAD-C84DD8190A7A}"/>
                </a:ext>
              </a:extLst>
            </p:cNvPr>
            <p:cNvSpPr/>
            <p:nvPr/>
          </p:nvSpPr>
          <p:spPr>
            <a:xfrm>
              <a:off x="4535949" y="5462902"/>
              <a:ext cx="7699" cy="4470"/>
            </a:xfrm>
            <a:custGeom>
              <a:avLst/>
              <a:gdLst/>
              <a:ahLst/>
              <a:cxnLst/>
              <a:rect l="0" t="0" r="0" b="0"/>
              <a:pathLst>
                <a:path w="7699" h="4470">
                  <a:moveTo>
                    <a:pt x="232" y="4470"/>
                  </a:moveTo>
                  <a:lnTo>
                    <a:pt x="0" y="2457"/>
                  </a:lnTo>
                  <a:lnTo>
                    <a:pt x="4630" y="0"/>
                  </a:lnTo>
                  <a:lnTo>
                    <a:pt x="7699" y="165"/>
                  </a:lnTo>
                  <a:lnTo>
                    <a:pt x="7586" y="2889"/>
                  </a:lnTo>
                  <a:lnTo>
                    <a:pt x="2919" y="41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44" name="pg3899">
              <a:extLst>
                <a:ext uri="{FF2B5EF4-FFF2-40B4-BE49-F238E27FC236}">
                  <a16:creationId xmlns:a16="http://schemas.microsoft.com/office/drawing/2014/main" id="{3A1A6FA9-9544-889F-B439-D4C8E813F22C}"/>
                </a:ext>
              </a:extLst>
            </p:cNvPr>
            <p:cNvSpPr/>
            <p:nvPr/>
          </p:nvSpPr>
          <p:spPr>
            <a:xfrm>
              <a:off x="3781115" y="4789697"/>
              <a:ext cx="7508" cy="12059"/>
            </a:xfrm>
            <a:custGeom>
              <a:avLst/>
              <a:gdLst/>
              <a:ahLst/>
              <a:cxnLst/>
              <a:rect l="0" t="0" r="0" b="0"/>
              <a:pathLst>
                <a:path w="7508" h="12059">
                  <a:moveTo>
                    <a:pt x="0" y="12059"/>
                  </a:moveTo>
                  <a:lnTo>
                    <a:pt x="263" y="9462"/>
                  </a:lnTo>
                  <a:lnTo>
                    <a:pt x="4490" y="2648"/>
                  </a:lnTo>
                  <a:lnTo>
                    <a:pt x="7508" y="0"/>
                  </a:lnTo>
                  <a:lnTo>
                    <a:pt x="5746" y="52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45" name="pg3900">
              <a:extLst>
                <a:ext uri="{FF2B5EF4-FFF2-40B4-BE49-F238E27FC236}">
                  <a16:creationId xmlns:a16="http://schemas.microsoft.com/office/drawing/2014/main" id="{5FB1AFBF-E53B-F3D6-68F9-5BD9A18D962C}"/>
                </a:ext>
              </a:extLst>
            </p:cNvPr>
            <p:cNvSpPr/>
            <p:nvPr/>
          </p:nvSpPr>
          <p:spPr>
            <a:xfrm>
              <a:off x="3804479" y="4723202"/>
              <a:ext cx="17435" cy="7734"/>
            </a:xfrm>
            <a:custGeom>
              <a:avLst/>
              <a:gdLst/>
              <a:ahLst/>
              <a:cxnLst/>
              <a:rect l="0" t="0" r="0" b="0"/>
              <a:pathLst>
                <a:path w="17435" h="7734">
                  <a:moveTo>
                    <a:pt x="16107" y="7734"/>
                  </a:moveTo>
                  <a:lnTo>
                    <a:pt x="6733" y="5029"/>
                  </a:lnTo>
                  <a:lnTo>
                    <a:pt x="1033" y="2514"/>
                  </a:lnTo>
                  <a:lnTo>
                    <a:pt x="0" y="0"/>
                  </a:lnTo>
                  <a:lnTo>
                    <a:pt x="15756" y="4565"/>
                  </a:lnTo>
                  <a:lnTo>
                    <a:pt x="17435" y="62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46" name="pg3901">
              <a:extLst>
                <a:ext uri="{FF2B5EF4-FFF2-40B4-BE49-F238E27FC236}">
                  <a16:creationId xmlns:a16="http://schemas.microsoft.com/office/drawing/2014/main" id="{CA8E79B1-9299-F8EC-FEDC-150A5098B420}"/>
                </a:ext>
              </a:extLst>
            </p:cNvPr>
            <p:cNvSpPr/>
            <p:nvPr/>
          </p:nvSpPr>
          <p:spPr>
            <a:xfrm>
              <a:off x="3847510" y="4721970"/>
              <a:ext cx="25921" cy="5569"/>
            </a:xfrm>
            <a:custGeom>
              <a:avLst/>
              <a:gdLst/>
              <a:ahLst/>
              <a:cxnLst/>
              <a:rect l="0" t="0" r="0" b="0"/>
              <a:pathLst>
                <a:path w="25921" h="5569">
                  <a:moveTo>
                    <a:pt x="16609" y="5569"/>
                  </a:moveTo>
                  <a:lnTo>
                    <a:pt x="2806" y="5308"/>
                  </a:lnTo>
                  <a:lnTo>
                    <a:pt x="0" y="4330"/>
                  </a:lnTo>
                  <a:lnTo>
                    <a:pt x="5539" y="2470"/>
                  </a:lnTo>
                  <a:lnTo>
                    <a:pt x="21895" y="0"/>
                  </a:lnTo>
                  <a:lnTo>
                    <a:pt x="25921" y="27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47" name="pg3902">
              <a:extLst>
                <a:ext uri="{FF2B5EF4-FFF2-40B4-BE49-F238E27FC236}">
                  <a16:creationId xmlns:a16="http://schemas.microsoft.com/office/drawing/2014/main" id="{91B6D004-6DD6-8996-A85F-0687D8234AD6}"/>
                </a:ext>
              </a:extLst>
            </p:cNvPr>
            <p:cNvSpPr/>
            <p:nvPr/>
          </p:nvSpPr>
          <p:spPr>
            <a:xfrm>
              <a:off x="3738952" y="4735636"/>
              <a:ext cx="16650" cy="17044"/>
            </a:xfrm>
            <a:custGeom>
              <a:avLst/>
              <a:gdLst/>
              <a:ahLst/>
              <a:cxnLst/>
              <a:rect l="0" t="0" r="0" b="0"/>
              <a:pathLst>
                <a:path w="16650" h="17044">
                  <a:moveTo>
                    <a:pt x="12862" y="17044"/>
                  </a:moveTo>
                  <a:lnTo>
                    <a:pt x="7679" y="14034"/>
                  </a:lnTo>
                  <a:lnTo>
                    <a:pt x="0" y="13761"/>
                  </a:lnTo>
                  <a:lnTo>
                    <a:pt x="3379" y="11697"/>
                  </a:lnTo>
                  <a:lnTo>
                    <a:pt x="5751" y="9684"/>
                  </a:lnTo>
                  <a:lnTo>
                    <a:pt x="6935" y="7518"/>
                  </a:lnTo>
                  <a:lnTo>
                    <a:pt x="16650" y="0"/>
                  </a:lnTo>
                  <a:lnTo>
                    <a:pt x="13896" y="5518"/>
                  </a:lnTo>
                  <a:lnTo>
                    <a:pt x="12490" y="10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48" name="pg3903">
              <a:extLst>
                <a:ext uri="{FF2B5EF4-FFF2-40B4-BE49-F238E27FC236}">
                  <a16:creationId xmlns:a16="http://schemas.microsoft.com/office/drawing/2014/main" id="{F8D05F1E-8AB7-BD1F-83F5-55DDF6DA5C7C}"/>
                </a:ext>
              </a:extLst>
            </p:cNvPr>
            <p:cNvSpPr/>
            <p:nvPr/>
          </p:nvSpPr>
          <p:spPr>
            <a:xfrm>
              <a:off x="3789234" y="4750191"/>
              <a:ext cx="5746" cy="36527"/>
            </a:xfrm>
            <a:custGeom>
              <a:avLst/>
              <a:gdLst/>
              <a:ahLst/>
              <a:cxnLst/>
              <a:rect l="0" t="0" r="0" b="0"/>
              <a:pathLst>
                <a:path w="5746" h="36527">
                  <a:moveTo>
                    <a:pt x="1188" y="36527"/>
                  </a:moveTo>
                  <a:lnTo>
                    <a:pt x="4118" y="16695"/>
                  </a:lnTo>
                  <a:lnTo>
                    <a:pt x="0" y="0"/>
                  </a:lnTo>
                  <a:lnTo>
                    <a:pt x="4340" y="7328"/>
                  </a:lnTo>
                  <a:lnTo>
                    <a:pt x="5746" y="16047"/>
                  </a:lnTo>
                  <a:lnTo>
                    <a:pt x="4175" y="323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49" name="pg3904">
              <a:extLst>
                <a:ext uri="{FF2B5EF4-FFF2-40B4-BE49-F238E27FC236}">
                  <a16:creationId xmlns:a16="http://schemas.microsoft.com/office/drawing/2014/main" id="{6D6C5E6C-2DD7-0215-91C4-ACFD0BE1F6AC}"/>
                </a:ext>
              </a:extLst>
            </p:cNvPr>
            <p:cNvSpPr/>
            <p:nvPr/>
          </p:nvSpPr>
          <p:spPr>
            <a:xfrm>
              <a:off x="4186131" y="4792371"/>
              <a:ext cx="40173" cy="16358"/>
            </a:xfrm>
            <a:custGeom>
              <a:avLst/>
              <a:gdLst/>
              <a:ahLst/>
              <a:cxnLst/>
              <a:rect l="0" t="0" r="0" b="0"/>
              <a:pathLst>
                <a:path w="40173" h="16358">
                  <a:moveTo>
                    <a:pt x="11482" y="16358"/>
                  </a:moveTo>
                  <a:lnTo>
                    <a:pt x="0" y="12954"/>
                  </a:lnTo>
                  <a:lnTo>
                    <a:pt x="7136" y="12307"/>
                  </a:lnTo>
                  <a:lnTo>
                    <a:pt x="12299" y="13685"/>
                  </a:lnTo>
                  <a:lnTo>
                    <a:pt x="25373" y="6991"/>
                  </a:lnTo>
                  <a:lnTo>
                    <a:pt x="32231" y="1924"/>
                  </a:lnTo>
                  <a:lnTo>
                    <a:pt x="40173" y="0"/>
                  </a:lnTo>
                  <a:lnTo>
                    <a:pt x="22102" y="116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50" name="pg3905">
              <a:extLst>
                <a:ext uri="{FF2B5EF4-FFF2-40B4-BE49-F238E27FC236}">
                  <a16:creationId xmlns:a16="http://schemas.microsoft.com/office/drawing/2014/main" id="{640DC9BC-EC1D-B542-B743-259CF26A11D3}"/>
                </a:ext>
              </a:extLst>
            </p:cNvPr>
            <p:cNvSpPr/>
            <p:nvPr/>
          </p:nvSpPr>
          <p:spPr>
            <a:xfrm>
              <a:off x="5923277" y="2903466"/>
              <a:ext cx="8449" cy="10395"/>
            </a:xfrm>
            <a:custGeom>
              <a:avLst/>
              <a:gdLst/>
              <a:ahLst/>
              <a:cxnLst/>
              <a:rect l="0" t="0" r="0" b="0"/>
              <a:pathLst>
                <a:path w="8449" h="10395">
                  <a:moveTo>
                    <a:pt x="4428" y="10395"/>
                  </a:moveTo>
                  <a:lnTo>
                    <a:pt x="139" y="9563"/>
                  </a:lnTo>
                  <a:lnTo>
                    <a:pt x="0" y="3149"/>
                  </a:lnTo>
                  <a:lnTo>
                    <a:pt x="1297" y="971"/>
                  </a:lnTo>
                  <a:lnTo>
                    <a:pt x="2780" y="0"/>
                  </a:lnTo>
                  <a:lnTo>
                    <a:pt x="4981" y="1803"/>
                  </a:lnTo>
                  <a:lnTo>
                    <a:pt x="8449" y="7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51" name="pg3906">
              <a:extLst>
                <a:ext uri="{FF2B5EF4-FFF2-40B4-BE49-F238E27FC236}">
                  <a16:creationId xmlns:a16="http://schemas.microsoft.com/office/drawing/2014/main" id="{70D5D41F-E151-0E91-C851-2E0914500998}"/>
                </a:ext>
              </a:extLst>
            </p:cNvPr>
            <p:cNvSpPr/>
            <p:nvPr/>
          </p:nvSpPr>
          <p:spPr>
            <a:xfrm>
              <a:off x="2399291" y="4782381"/>
              <a:ext cx="513697" cy="755524"/>
            </a:xfrm>
            <a:custGeom>
              <a:avLst/>
              <a:gdLst/>
              <a:ahLst/>
              <a:cxnLst/>
              <a:rect l="0" t="0" r="0" b="0"/>
              <a:pathLst>
                <a:path w="513697" h="755524">
                  <a:moveTo>
                    <a:pt x="961" y="1759"/>
                  </a:moveTo>
                  <a:lnTo>
                    <a:pt x="26210" y="3480"/>
                  </a:lnTo>
                  <a:lnTo>
                    <a:pt x="41104" y="2895"/>
                  </a:lnTo>
                  <a:lnTo>
                    <a:pt x="45646" y="0"/>
                  </a:lnTo>
                  <a:lnTo>
                    <a:pt x="48008" y="152"/>
                  </a:lnTo>
                  <a:lnTo>
                    <a:pt x="48194" y="3340"/>
                  </a:lnTo>
                  <a:lnTo>
                    <a:pt x="51935" y="4692"/>
                  </a:lnTo>
                  <a:lnTo>
                    <a:pt x="59227" y="4210"/>
                  </a:lnTo>
                  <a:lnTo>
                    <a:pt x="65578" y="8668"/>
                  </a:lnTo>
                  <a:lnTo>
                    <a:pt x="73712" y="22778"/>
                  </a:lnTo>
                  <a:lnTo>
                    <a:pt x="101747" y="45379"/>
                  </a:lnTo>
                  <a:lnTo>
                    <a:pt x="104108" y="53133"/>
                  </a:lnTo>
                  <a:lnTo>
                    <a:pt x="113865" y="64316"/>
                  </a:lnTo>
                  <a:lnTo>
                    <a:pt x="131807" y="81507"/>
                  </a:lnTo>
                  <a:lnTo>
                    <a:pt x="141962" y="96329"/>
                  </a:lnTo>
                  <a:lnTo>
                    <a:pt x="144324" y="108782"/>
                  </a:lnTo>
                  <a:lnTo>
                    <a:pt x="153491" y="128481"/>
                  </a:lnTo>
                  <a:lnTo>
                    <a:pt x="169449" y="155419"/>
                  </a:lnTo>
                  <a:lnTo>
                    <a:pt x="176560" y="169942"/>
                  </a:lnTo>
                  <a:lnTo>
                    <a:pt x="174824" y="172038"/>
                  </a:lnTo>
                  <a:lnTo>
                    <a:pt x="176079" y="179620"/>
                  </a:lnTo>
                  <a:lnTo>
                    <a:pt x="180338" y="192683"/>
                  </a:lnTo>
                  <a:lnTo>
                    <a:pt x="188249" y="203745"/>
                  </a:lnTo>
                  <a:lnTo>
                    <a:pt x="199820" y="212807"/>
                  </a:lnTo>
                  <a:lnTo>
                    <a:pt x="211520" y="229077"/>
                  </a:lnTo>
                  <a:lnTo>
                    <a:pt x="223349" y="252561"/>
                  </a:lnTo>
                  <a:lnTo>
                    <a:pt x="237679" y="270425"/>
                  </a:lnTo>
                  <a:lnTo>
                    <a:pt x="254500" y="282655"/>
                  </a:lnTo>
                  <a:lnTo>
                    <a:pt x="264024" y="294042"/>
                  </a:lnTo>
                  <a:lnTo>
                    <a:pt x="266251" y="304571"/>
                  </a:lnTo>
                  <a:lnTo>
                    <a:pt x="266086" y="313588"/>
                  </a:lnTo>
                  <a:lnTo>
                    <a:pt x="263522" y="321094"/>
                  </a:lnTo>
                  <a:lnTo>
                    <a:pt x="264608" y="328226"/>
                  </a:lnTo>
                  <a:lnTo>
                    <a:pt x="269336" y="334964"/>
                  </a:lnTo>
                  <a:lnTo>
                    <a:pt x="270912" y="343232"/>
                  </a:lnTo>
                  <a:lnTo>
                    <a:pt x="269062" y="354732"/>
                  </a:lnTo>
                  <a:lnTo>
                    <a:pt x="269191" y="357990"/>
                  </a:lnTo>
                  <a:lnTo>
                    <a:pt x="270561" y="360587"/>
                  </a:lnTo>
                  <a:lnTo>
                    <a:pt x="285496" y="380350"/>
                  </a:lnTo>
                  <a:lnTo>
                    <a:pt x="293170" y="396321"/>
                  </a:lnTo>
                  <a:lnTo>
                    <a:pt x="299262" y="421811"/>
                  </a:lnTo>
                  <a:lnTo>
                    <a:pt x="299293" y="422040"/>
                  </a:lnTo>
                  <a:lnTo>
                    <a:pt x="306099" y="437287"/>
                  </a:lnTo>
                  <a:lnTo>
                    <a:pt x="315887" y="443523"/>
                  </a:lnTo>
                  <a:lnTo>
                    <a:pt x="330925" y="445829"/>
                  </a:lnTo>
                  <a:lnTo>
                    <a:pt x="342351" y="451138"/>
                  </a:lnTo>
                  <a:lnTo>
                    <a:pt x="350165" y="459457"/>
                  </a:lnTo>
                  <a:lnTo>
                    <a:pt x="360019" y="464480"/>
                  </a:lnTo>
                  <a:lnTo>
                    <a:pt x="371916" y="466207"/>
                  </a:lnTo>
                  <a:lnTo>
                    <a:pt x="383321" y="471694"/>
                  </a:lnTo>
                  <a:lnTo>
                    <a:pt x="394230" y="480953"/>
                  </a:lnTo>
                  <a:lnTo>
                    <a:pt x="414575" y="487030"/>
                  </a:lnTo>
                  <a:lnTo>
                    <a:pt x="444357" y="489945"/>
                  </a:lnTo>
                  <a:lnTo>
                    <a:pt x="467022" y="497470"/>
                  </a:lnTo>
                  <a:lnTo>
                    <a:pt x="482577" y="509612"/>
                  </a:lnTo>
                  <a:lnTo>
                    <a:pt x="489419" y="512082"/>
                  </a:lnTo>
                  <a:lnTo>
                    <a:pt x="491269" y="512254"/>
                  </a:lnTo>
                  <a:lnTo>
                    <a:pt x="492158" y="510399"/>
                  </a:lnTo>
                  <a:lnTo>
                    <a:pt x="493331" y="506964"/>
                  </a:lnTo>
                  <a:lnTo>
                    <a:pt x="499352" y="503008"/>
                  </a:lnTo>
                  <a:lnTo>
                    <a:pt x="513697" y="500423"/>
                  </a:lnTo>
                  <a:lnTo>
                    <a:pt x="511770" y="527285"/>
                  </a:lnTo>
                  <a:lnTo>
                    <a:pt x="505372" y="549327"/>
                  </a:lnTo>
                  <a:lnTo>
                    <a:pt x="484293" y="595152"/>
                  </a:lnTo>
                  <a:lnTo>
                    <a:pt x="475508" y="623576"/>
                  </a:lnTo>
                  <a:lnTo>
                    <a:pt x="458511" y="704804"/>
                  </a:lnTo>
                  <a:lnTo>
                    <a:pt x="453534" y="755524"/>
                  </a:lnTo>
                  <a:lnTo>
                    <a:pt x="0" y="755524"/>
                  </a:lnTo>
                  <a:lnTo>
                    <a:pt x="0" y="15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52" name="pg3907">
              <a:extLst>
                <a:ext uri="{FF2B5EF4-FFF2-40B4-BE49-F238E27FC236}">
                  <a16:creationId xmlns:a16="http://schemas.microsoft.com/office/drawing/2014/main" id="{0176C7C4-61BB-A06D-AD4D-FC0079103781}"/>
                </a:ext>
              </a:extLst>
            </p:cNvPr>
            <p:cNvSpPr/>
            <p:nvPr/>
          </p:nvSpPr>
          <p:spPr>
            <a:xfrm>
              <a:off x="4173090" y="2540116"/>
              <a:ext cx="1519164" cy="699069"/>
            </a:xfrm>
            <a:custGeom>
              <a:avLst/>
              <a:gdLst/>
              <a:ahLst/>
              <a:cxnLst/>
              <a:rect l="0" t="0" r="0" b="0"/>
              <a:pathLst>
                <a:path w="1519164" h="699069">
                  <a:moveTo>
                    <a:pt x="1509975" y="5632"/>
                  </a:moveTo>
                  <a:lnTo>
                    <a:pt x="1494849" y="16263"/>
                  </a:lnTo>
                  <a:lnTo>
                    <a:pt x="1478746" y="33041"/>
                  </a:lnTo>
                  <a:lnTo>
                    <a:pt x="1440965" y="45729"/>
                  </a:lnTo>
                  <a:lnTo>
                    <a:pt x="1426940" y="48955"/>
                  </a:lnTo>
                  <a:lnTo>
                    <a:pt x="1413994" y="47234"/>
                  </a:lnTo>
                  <a:lnTo>
                    <a:pt x="1398238" y="57559"/>
                  </a:lnTo>
                  <a:lnTo>
                    <a:pt x="1379593" y="63872"/>
                  </a:lnTo>
                  <a:lnTo>
                    <a:pt x="1374089" y="73474"/>
                  </a:lnTo>
                  <a:lnTo>
                    <a:pt x="1329270" y="99193"/>
                  </a:lnTo>
                  <a:lnTo>
                    <a:pt x="1312066" y="102431"/>
                  </a:lnTo>
                  <a:lnTo>
                    <a:pt x="1297426" y="109283"/>
                  </a:lnTo>
                  <a:lnTo>
                    <a:pt x="1293095" y="120917"/>
                  </a:lnTo>
                  <a:lnTo>
                    <a:pt x="1280026" y="127934"/>
                  </a:lnTo>
                  <a:lnTo>
                    <a:pt x="1276399" y="133307"/>
                  </a:lnTo>
                  <a:lnTo>
                    <a:pt x="1265407" y="149583"/>
                  </a:lnTo>
                  <a:lnTo>
                    <a:pt x="1244974" y="170603"/>
                  </a:lnTo>
                  <a:lnTo>
                    <a:pt x="1220075" y="174121"/>
                  </a:lnTo>
                  <a:lnTo>
                    <a:pt x="1210975" y="181436"/>
                  </a:lnTo>
                  <a:lnTo>
                    <a:pt x="1200438" y="193242"/>
                  </a:lnTo>
                  <a:lnTo>
                    <a:pt x="1185576" y="201345"/>
                  </a:lnTo>
                  <a:lnTo>
                    <a:pt x="1156233" y="197547"/>
                  </a:lnTo>
                  <a:lnTo>
                    <a:pt x="1163370" y="202513"/>
                  </a:lnTo>
                  <a:lnTo>
                    <a:pt x="1189622" y="210255"/>
                  </a:lnTo>
                  <a:lnTo>
                    <a:pt x="1192351" y="221730"/>
                  </a:lnTo>
                  <a:lnTo>
                    <a:pt x="1179199" y="224473"/>
                  </a:lnTo>
                  <a:lnTo>
                    <a:pt x="1151660" y="239771"/>
                  </a:lnTo>
                  <a:lnTo>
                    <a:pt x="1114556" y="266113"/>
                  </a:lnTo>
                  <a:lnTo>
                    <a:pt x="1108887" y="266735"/>
                  </a:lnTo>
                  <a:lnTo>
                    <a:pt x="1098918" y="266106"/>
                  </a:lnTo>
                  <a:lnTo>
                    <a:pt x="1084154" y="270501"/>
                  </a:lnTo>
                  <a:lnTo>
                    <a:pt x="1064759" y="279702"/>
                  </a:lnTo>
                  <a:lnTo>
                    <a:pt x="1041277" y="296232"/>
                  </a:lnTo>
                  <a:lnTo>
                    <a:pt x="999930" y="332023"/>
                  </a:lnTo>
                  <a:lnTo>
                    <a:pt x="997031" y="335802"/>
                  </a:lnTo>
                  <a:lnTo>
                    <a:pt x="991042" y="342438"/>
                  </a:lnTo>
                  <a:lnTo>
                    <a:pt x="975771" y="349512"/>
                  </a:lnTo>
                  <a:lnTo>
                    <a:pt x="961911" y="357139"/>
                  </a:lnTo>
                  <a:lnTo>
                    <a:pt x="958248" y="365166"/>
                  </a:lnTo>
                  <a:lnTo>
                    <a:pt x="951607" y="368824"/>
                  </a:lnTo>
                  <a:lnTo>
                    <a:pt x="928740" y="389177"/>
                  </a:lnTo>
                  <a:lnTo>
                    <a:pt x="915877" y="406513"/>
                  </a:lnTo>
                  <a:lnTo>
                    <a:pt x="904198" y="424656"/>
                  </a:lnTo>
                  <a:lnTo>
                    <a:pt x="891129" y="444946"/>
                  </a:lnTo>
                  <a:lnTo>
                    <a:pt x="864314" y="445200"/>
                  </a:lnTo>
                  <a:lnTo>
                    <a:pt x="843850" y="445117"/>
                  </a:lnTo>
                  <a:lnTo>
                    <a:pt x="808942" y="444971"/>
                  </a:lnTo>
                  <a:lnTo>
                    <a:pt x="779020" y="444851"/>
                  </a:lnTo>
                  <a:lnTo>
                    <a:pt x="743508" y="444705"/>
                  </a:lnTo>
                  <a:lnTo>
                    <a:pt x="717742" y="444597"/>
                  </a:lnTo>
                  <a:lnTo>
                    <a:pt x="689996" y="445448"/>
                  </a:lnTo>
                  <a:lnTo>
                    <a:pt x="676751" y="450858"/>
                  </a:lnTo>
                  <a:lnTo>
                    <a:pt x="660142" y="458167"/>
                  </a:lnTo>
                  <a:lnTo>
                    <a:pt x="642215" y="466048"/>
                  </a:lnTo>
                  <a:lnTo>
                    <a:pt x="651615" y="483626"/>
                  </a:lnTo>
                  <a:lnTo>
                    <a:pt x="654137" y="490561"/>
                  </a:lnTo>
                  <a:lnTo>
                    <a:pt x="653414" y="512927"/>
                  </a:lnTo>
                  <a:lnTo>
                    <a:pt x="655326" y="515372"/>
                  </a:lnTo>
                  <a:lnTo>
                    <a:pt x="657331" y="518693"/>
                  </a:lnTo>
                  <a:lnTo>
                    <a:pt x="657636" y="524472"/>
                  </a:lnTo>
                  <a:lnTo>
                    <a:pt x="659171" y="527114"/>
                  </a:lnTo>
                  <a:lnTo>
                    <a:pt x="662442" y="529247"/>
                  </a:lnTo>
                  <a:lnTo>
                    <a:pt x="666121" y="531756"/>
                  </a:lnTo>
                  <a:lnTo>
                    <a:pt x="668783" y="535153"/>
                  </a:lnTo>
                  <a:lnTo>
                    <a:pt x="669392" y="538544"/>
                  </a:lnTo>
                  <a:lnTo>
                    <a:pt x="666834" y="544450"/>
                  </a:lnTo>
                  <a:lnTo>
                    <a:pt x="656520" y="552433"/>
                  </a:lnTo>
                  <a:lnTo>
                    <a:pt x="642019" y="559431"/>
                  </a:lnTo>
                  <a:lnTo>
                    <a:pt x="613178" y="572055"/>
                  </a:lnTo>
                  <a:lnTo>
                    <a:pt x="579758" y="586687"/>
                  </a:lnTo>
                  <a:lnTo>
                    <a:pt x="550788" y="599368"/>
                  </a:lnTo>
                  <a:lnTo>
                    <a:pt x="528370" y="609180"/>
                  </a:lnTo>
                  <a:lnTo>
                    <a:pt x="482326" y="617797"/>
                  </a:lnTo>
                  <a:lnTo>
                    <a:pt x="445749" y="624637"/>
                  </a:lnTo>
                  <a:lnTo>
                    <a:pt x="419352" y="629577"/>
                  </a:lnTo>
                  <a:lnTo>
                    <a:pt x="395043" y="643326"/>
                  </a:lnTo>
                  <a:lnTo>
                    <a:pt x="368202" y="658497"/>
                  </a:lnTo>
                  <a:lnTo>
                    <a:pt x="345634" y="671255"/>
                  </a:lnTo>
                  <a:lnTo>
                    <a:pt x="320323" y="685562"/>
                  </a:lnTo>
                  <a:lnTo>
                    <a:pt x="296432" y="699069"/>
                  </a:lnTo>
                  <a:lnTo>
                    <a:pt x="269870" y="699025"/>
                  </a:lnTo>
                  <a:lnTo>
                    <a:pt x="251225" y="688902"/>
                  </a:lnTo>
                  <a:lnTo>
                    <a:pt x="233893" y="678507"/>
                  </a:lnTo>
                  <a:lnTo>
                    <a:pt x="222043" y="659919"/>
                  </a:lnTo>
                  <a:lnTo>
                    <a:pt x="221227" y="638322"/>
                  </a:lnTo>
                  <a:lnTo>
                    <a:pt x="225474" y="624179"/>
                  </a:lnTo>
                  <a:lnTo>
                    <a:pt x="229324" y="617727"/>
                  </a:lnTo>
                  <a:lnTo>
                    <a:pt x="236673" y="613638"/>
                  </a:lnTo>
                  <a:lnTo>
                    <a:pt x="251060" y="606684"/>
                  </a:lnTo>
                  <a:lnTo>
                    <a:pt x="264139" y="592605"/>
                  </a:lnTo>
                  <a:lnTo>
                    <a:pt x="274625" y="584204"/>
                  </a:lnTo>
                  <a:lnTo>
                    <a:pt x="285187" y="575535"/>
                  </a:lnTo>
                  <a:lnTo>
                    <a:pt x="291218" y="560606"/>
                  </a:lnTo>
                  <a:lnTo>
                    <a:pt x="298742" y="524465"/>
                  </a:lnTo>
                  <a:lnTo>
                    <a:pt x="299698" y="517277"/>
                  </a:lnTo>
                  <a:lnTo>
                    <a:pt x="310644" y="492491"/>
                  </a:lnTo>
                  <a:lnTo>
                    <a:pt x="322752" y="465070"/>
                  </a:lnTo>
                  <a:lnTo>
                    <a:pt x="328312" y="452477"/>
                  </a:lnTo>
                  <a:lnTo>
                    <a:pt x="322095" y="419792"/>
                  </a:lnTo>
                  <a:lnTo>
                    <a:pt x="317419" y="394676"/>
                  </a:lnTo>
                  <a:lnTo>
                    <a:pt x="313135" y="371669"/>
                  </a:lnTo>
                  <a:lnTo>
                    <a:pt x="308313" y="345746"/>
                  </a:lnTo>
                  <a:lnTo>
                    <a:pt x="303926" y="322148"/>
                  </a:lnTo>
                  <a:lnTo>
                    <a:pt x="299786" y="299916"/>
                  </a:lnTo>
                  <a:lnTo>
                    <a:pt x="295637" y="277600"/>
                  </a:lnTo>
                  <a:lnTo>
                    <a:pt x="291564" y="255723"/>
                  </a:lnTo>
                  <a:lnTo>
                    <a:pt x="288371" y="240032"/>
                  </a:lnTo>
                  <a:lnTo>
                    <a:pt x="284578" y="221438"/>
                  </a:lnTo>
                  <a:lnTo>
                    <a:pt x="262424" y="208388"/>
                  </a:lnTo>
                  <a:lnTo>
                    <a:pt x="245603" y="199249"/>
                  </a:lnTo>
                  <a:lnTo>
                    <a:pt x="218090" y="184320"/>
                  </a:lnTo>
                  <a:lnTo>
                    <a:pt x="195016" y="171797"/>
                  </a:lnTo>
                  <a:lnTo>
                    <a:pt x="174340" y="160340"/>
                  </a:lnTo>
                  <a:lnTo>
                    <a:pt x="187378" y="137250"/>
                  </a:lnTo>
                  <a:lnTo>
                    <a:pt x="186251" y="133472"/>
                  </a:lnTo>
                  <a:lnTo>
                    <a:pt x="181528" y="128925"/>
                  </a:lnTo>
                  <a:lnTo>
                    <a:pt x="171875" y="121362"/>
                  </a:lnTo>
                  <a:lnTo>
                    <a:pt x="166232" y="120593"/>
                  </a:lnTo>
                  <a:lnTo>
                    <a:pt x="156294" y="122372"/>
                  </a:lnTo>
                  <a:lnTo>
                    <a:pt x="140434" y="127077"/>
                  </a:lnTo>
                  <a:lnTo>
                    <a:pt x="133582" y="125515"/>
                  </a:lnTo>
                  <a:lnTo>
                    <a:pt x="128140" y="117437"/>
                  </a:lnTo>
                  <a:lnTo>
                    <a:pt x="121877" y="107099"/>
                  </a:lnTo>
                  <a:lnTo>
                    <a:pt x="119825" y="99021"/>
                  </a:lnTo>
                  <a:lnTo>
                    <a:pt x="119040" y="88333"/>
                  </a:lnTo>
                  <a:lnTo>
                    <a:pt x="115304" y="78713"/>
                  </a:lnTo>
                  <a:lnTo>
                    <a:pt x="117671" y="73664"/>
                  </a:lnTo>
                  <a:lnTo>
                    <a:pt x="118192" y="71149"/>
                  </a:lnTo>
                  <a:lnTo>
                    <a:pt x="117981" y="67987"/>
                  </a:lnTo>
                  <a:lnTo>
                    <a:pt x="115412" y="65967"/>
                  </a:lnTo>
                  <a:lnTo>
                    <a:pt x="110890" y="65085"/>
                  </a:lnTo>
                  <a:lnTo>
                    <a:pt x="95594" y="69123"/>
                  </a:lnTo>
                  <a:lnTo>
                    <a:pt x="88716" y="69498"/>
                  </a:lnTo>
                  <a:lnTo>
                    <a:pt x="84613" y="71772"/>
                  </a:lnTo>
                  <a:lnTo>
                    <a:pt x="78148" y="76490"/>
                  </a:lnTo>
                  <a:lnTo>
                    <a:pt x="71776" y="77074"/>
                  </a:lnTo>
                  <a:lnTo>
                    <a:pt x="60769" y="65904"/>
                  </a:lnTo>
                  <a:lnTo>
                    <a:pt x="48743" y="53673"/>
                  </a:lnTo>
                  <a:lnTo>
                    <a:pt x="43700" y="36825"/>
                  </a:lnTo>
                  <a:lnTo>
                    <a:pt x="38522" y="19521"/>
                  </a:lnTo>
                  <a:lnTo>
                    <a:pt x="17980" y="9112"/>
                  </a:lnTo>
                  <a:lnTo>
                    <a:pt x="0" y="0"/>
                  </a:lnTo>
                  <a:lnTo>
                    <a:pt x="151916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53" name="pg3908">
              <a:extLst>
                <a:ext uri="{FF2B5EF4-FFF2-40B4-BE49-F238E27FC236}">
                  <a16:creationId xmlns:a16="http://schemas.microsoft.com/office/drawing/2014/main" id="{30FE6427-2F4E-C9B2-D504-936BE9C1539E}"/>
                </a:ext>
              </a:extLst>
            </p:cNvPr>
            <p:cNvSpPr/>
            <p:nvPr/>
          </p:nvSpPr>
          <p:spPr>
            <a:xfrm>
              <a:off x="6018224" y="2540116"/>
              <a:ext cx="296962" cy="257863"/>
            </a:xfrm>
            <a:custGeom>
              <a:avLst/>
              <a:gdLst/>
              <a:ahLst/>
              <a:cxnLst/>
              <a:rect l="0" t="0" r="0" b="0"/>
              <a:pathLst>
                <a:path w="296962" h="257863">
                  <a:moveTo>
                    <a:pt x="67195" y="242946"/>
                  </a:moveTo>
                  <a:lnTo>
                    <a:pt x="62725" y="241575"/>
                  </a:lnTo>
                  <a:lnTo>
                    <a:pt x="58875" y="240501"/>
                  </a:lnTo>
                  <a:lnTo>
                    <a:pt x="56643" y="242330"/>
                  </a:lnTo>
                  <a:lnTo>
                    <a:pt x="54529" y="244775"/>
                  </a:lnTo>
                  <a:lnTo>
                    <a:pt x="51924" y="246611"/>
                  </a:lnTo>
                  <a:lnTo>
                    <a:pt x="46457" y="244013"/>
                  </a:lnTo>
                  <a:lnTo>
                    <a:pt x="42979" y="239282"/>
                  </a:lnTo>
                  <a:lnTo>
                    <a:pt x="37393" y="234405"/>
                  </a:lnTo>
                  <a:lnTo>
                    <a:pt x="35279" y="230735"/>
                  </a:lnTo>
                  <a:lnTo>
                    <a:pt x="36401" y="226467"/>
                  </a:lnTo>
                  <a:lnTo>
                    <a:pt x="38881" y="222346"/>
                  </a:lnTo>
                  <a:lnTo>
                    <a:pt x="40002" y="217462"/>
                  </a:lnTo>
                  <a:lnTo>
                    <a:pt x="37269" y="211829"/>
                  </a:lnTo>
                  <a:lnTo>
                    <a:pt x="34783" y="208623"/>
                  </a:lnTo>
                  <a:lnTo>
                    <a:pt x="33047" y="204958"/>
                  </a:lnTo>
                  <a:lnTo>
                    <a:pt x="33667" y="201453"/>
                  </a:lnTo>
                  <a:lnTo>
                    <a:pt x="37145" y="199770"/>
                  </a:lnTo>
                  <a:lnTo>
                    <a:pt x="40375" y="197630"/>
                  </a:lnTo>
                  <a:lnTo>
                    <a:pt x="41491" y="193058"/>
                  </a:lnTo>
                  <a:lnTo>
                    <a:pt x="39501" y="188174"/>
                  </a:lnTo>
                  <a:lnTo>
                    <a:pt x="33791" y="186187"/>
                  </a:lnTo>
                  <a:lnTo>
                    <a:pt x="29073" y="186949"/>
                  </a:lnTo>
                  <a:lnTo>
                    <a:pt x="22241" y="185882"/>
                  </a:lnTo>
                  <a:lnTo>
                    <a:pt x="15663" y="182834"/>
                  </a:lnTo>
                  <a:lnTo>
                    <a:pt x="11316" y="179322"/>
                  </a:lnTo>
                  <a:lnTo>
                    <a:pt x="7963" y="177334"/>
                  </a:lnTo>
                  <a:lnTo>
                    <a:pt x="5353" y="177334"/>
                  </a:lnTo>
                  <a:lnTo>
                    <a:pt x="2247" y="175353"/>
                  </a:lnTo>
                  <a:lnTo>
                    <a:pt x="387" y="171993"/>
                  </a:lnTo>
                  <a:lnTo>
                    <a:pt x="635" y="166500"/>
                  </a:lnTo>
                  <a:lnTo>
                    <a:pt x="1503" y="163147"/>
                  </a:lnTo>
                  <a:lnTo>
                    <a:pt x="3239" y="160245"/>
                  </a:lnTo>
                  <a:lnTo>
                    <a:pt x="3363" y="157038"/>
                  </a:lnTo>
                  <a:lnTo>
                    <a:pt x="2619" y="154746"/>
                  </a:lnTo>
                  <a:lnTo>
                    <a:pt x="2500" y="152923"/>
                  </a:lnTo>
                  <a:lnTo>
                    <a:pt x="2991" y="150631"/>
                  </a:lnTo>
                  <a:lnTo>
                    <a:pt x="4113" y="146052"/>
                  </a:lnTo>
                  <a:lnTo>
                    <a:pt x="2247" y="142699"/>
                  </a:lnTo>
                  <a:lnTo>
                    <a:pt x="2056" y="131078"/>
                  </a:lnTo>
                  <a:lnTo>
                    <a:pt x="1689" y="109334"/>
                  </a:lnTo>
                  <a:lnTo>
                    <a:pt x="1415" y="92677"/>
                  </a:lnTo>
                  <a:lnTo>
                    <a:pt x="1069" y="71740"/>
                  </a:lnTo>
                  <a:lnTo>
                    <a:pt x="867" y="56493"/>
                  </a:lnTo>
                  <a:lnTo>
                    <a:pt x="588" y="35130"/>
                  </a:lnTo>
                  <a:lnTo>
                    <a:pt x="325" y="14859"/>
                  </a:lnTo>
                  <a:lnTo>
                    <a:pt x="0" y="0"/>
                  </a:lnTo>
                  <a:lnTo>
                    <a:pt x="276472" y="0"/>
                  </a:lnTo>
                  <a:lnTo>
                    <a:pt x="276633" y="57"/>
                  </a:lnTo>
                  <a:lnTo>
                    <a:pt x="276810" y="0"/>
                  </a:lnTo>
                  <a:lnTo>
                    <a:pt x="296962" y="0"/>
                  </a:lnTo>
                  <a:lnTo>
                    <a:pt x="296962" y="192012"/>
                  </a:lnTo>
                  <a:lnTo>
                    <a:pt x="290901" y="195833"/>
                  </a:lnTo>
                  <a:lnTo>
                    <a:pt x="267083" y="205085"/>
                  </a:lnTo>
                  <a:lnTo>
                    <a:pt x="239280" y="222746"/>
                  </a:lnTo>
                  <a:lnTo>
                    <a:pt x="203354" y="237625"/>
                  </a:lnTo>
                  <a:lnTo>
                    <a:pt x="195825" y="237682"/>
                  </a:lnTo>
                  <a:lnTo>
                    <a:pt x="179510" y="225438"/>
                  </a:lnTo>
                  <a:lnTo>
                    <a:pt x="184073" y="219863"/>
                  </a:lnTo>
                  <a:lnTo>
                    <a:pt x="188316" y="212306"/>
                  </a:lnTo>
                  <a:lnTo>
                    <a:pt x="184260" y="214484"/>
                  </a:lnTo>
                  <a:lnTo>
                    <a:pt x="181629" y="217761"/>
                  </a:lnTo>
                  <a:lnTo>
                    <a:pt x="171790" y="223019"/>
                  </a:lnTo>
                  <a:lnTo>
                    <a:pt x="179769" y="233199"/>
                  </a:lnTo>
                  <a:lnTo>
                    <a:pt x="175914" y="237015"/>
                  </a:lnTo>
                  <a:lnTo>
                    <a:pt x="164503" y="242032"/>
                  </a:lnTo>
                  <a:lnTo>
                    <a:pt x="153878" y="249290"/>
                  </a:lnTo>
                  <a:lnTo>
                    <a:pt x="144577" y="254142"/>
                  </a:lnTo>
                  <a:lnTo>
                    <a:pt x="137052" y="247970"/>
                  </a:lnTo>
                  <a:lnTo>
                    <a:pt x="116283" y="255768"/>
                  </a:lnTo>
                  <a:lnTo>
                    <a:pt x="98791" y="257863"/>
                  </a:lnTo>
                  <a:lnTo>
                    <a:pt x="95008" y="253913"/>
                  </a:lnTo>
                  <a:lnTo>
                    <a:pt x="93897" y="247677"/>
                  </a:lnTo>
                  <a:lnTo>
                    <a:pt x="87773" y="246172"/>
                  </a:lnTo>
                  <a:lnTo>
                    <a:pt x="76394" y="247893"/>
                  </a:lnTo>
                  <a:lnTo>
                    <a:pt x="72079" y="2445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54" name="pg3909">
              <a:extLst>
                <a:ext uri="{FF2B5EF4-FFF2-40B4-BE49-F238E27FC236}">
                  <a16:creationId xmlns:a16="http://schemas.microsoft.com/office/drawing/2014/main" id="{CE2C1173-D841-CFAD-43C2-43BF9CCD9277}"/>
                </a:ext>
              </a:extLst>
            </p:cNvPr>
            <p:cNvSpPr/>
            <p:nvPr/>
          </p:nvSpPr>
          <p:spPr>
            <a:xfrm>
              <a:off x="5287647" y="2540116"/>
              <a:ext cx="534180" cy="266113"/>
            </a:xfrm>
            <a:custGeom>
              <a:avLst/>
              <a:gdLst/>
              <a:ahLst/>
              <a:cxnLst/>
              <a:rect l="0" t="0" r="0" b="0"/>
              <a:pathLst>
                <a:path w="534180" h="266113">
                  <a:moveTo>
                    <a:pt x="528260" y="7169"/>
                  </a:moveTo>
                  <a:lnTo>
                    <a:pt x="511940" y="26932"/>
                  </a:lnTo>
                  <a:lnTo>
                    <a:pt x="497548" y="44357"/>
                  </a:lnTo>
                  <a:lnTo>
                    <a:pt x="494318" y="62240"/>
                  </a:lnTo>
                  <a:lnTo>
                    <a:pt x="491254" y="79195"/>
                  </a:lnTo>
                  <a:lnTo>
                    <a:pt x="479347" y="92099"/>
                  </a:lnTo>
                  <a:lnTo>
                    <a:pt x="472087" y="103930"/>
                  </a:lnTo>
                  <a:lnTo>
                    <a:pt x="468847" y="117050"/>
                  </a:lnTo>
                  <a:lnTo>
                    <a:pt x="466139" y="129097"/>
                  </a:lnTo>
                  <a:lnTo>
                    <a:pt x="465932" y="139181"/>
                  </a:lnTo>
                  <a:lnTo>
                    <a:pt x="467973" y="144471"/>
                  </a:lnTo>
                  <a:lnTo>
                    <a:pt x="467012" y="148770"/>
                  </a:lnTo>
                  <a:lnTo>
                    <a:pt x="463074" y="153717"/>
                  </a:lnTo>
                  <a:lnTo>
                    <a:pt x="455199" y="162322"/>
                  </a:lnTo>
                  <a:lnTo>
                    <a:pt x="453798" y="170603"/>
                  </a:lnTo>
                  <a:lnTo>
                    <a:pt x="448982" y="174686"/>
                  </a:lnTo>
                  <a:lnTo>
                    <a:pt x="435246" y="182859"/>
                  </a:lnTo>
                  <a:lnTo>
                    <a:pt x="424042" y="194906"/>
                  </a:lnTo>
                  <a:lnTo>
                    <a:pt x="423495" y="201726"/>
                  </a:lnTo>
                  <a:lnTo>
                    <a:pt x="425112" y="207391"/>
                  </a:lnTo>
                  <a:lnTo>
                    <a:pt x="425360" y="210909"/>
                  </a:lnTo>
                  <a:lnTo>
                    <a:pt x="423122" y="213360"/>
                  </a:lnTo>
                  <a:lnTo>
                    <a:pt x="418637" y="213201"/>
                  </a:lnTo>
                  <a:lnTo>
                    <a:pt x="413784" y="213970"/>
                  </a:lnTo>
                  <a:lnTo>
                    <a:pt x="409697" y="218993"/>
                  </a:lnTo>
                  <a:lnTo>
                    <a:pt x="409800" y="226207"/>
                  </a:lnTo>
                  <a:lnTo>
                    <a:pt x="406813" y="231408"/>
                  </a:lnTo>
                  <a:lnTo>
                    <a:pt x="403325" y="232481"/>
                  </a:lnTo>
                  <a:lnTo>
                    <a:pt x="400338" y="228804"/>
                  </a:lnTo>
                  <a:lnTo>
                    <a:pt x="396746" y="223292"/>
                  </a:lnTo>
                  <a:lnTo>
                    <a:pt x="392540" y="222752"/>
                  </a:lnTo>
                  <a:lnTo>
                    <a:pt x="386153" y="226410"/>
                  </a:lnTo>
                  <a:lnTo>
                    <a:pt x="378277" y="232430"/>
                  </a:lnTo>
                  <a:lnTo>
                    <a:pt x="371192" y="232754"/>
                  </a:lnTo>
                  <a:lnTo>
                    <a:pt x="357890" y="228887"/>
                  </a:lnTo>
                  <a:lnTo>
                    <a:pt x="348180" y="240559"/>
                  </a:lnTo>
                  <a:lnTo>
                    <a:pt x="337757" y="265630"/>
                  </a:lnTo>
                  <a:lnTo>
                    <a:pt x="293717" y="265693"/>
                  </a:lnTo>
                  <a:lnTo>
                    <a:pt x="249678" y="265757"/>
                  </a:lnTo>
                  <a:lnTo>
                    <a:pt x="205634" y="265820"/>
                  </a:lnTo>
                  <a:lnTo>
                    <a:pt x="161594" y="265884"/>
                  </a:lnTo>
                  <a:lnTo>
                    <a:pt x="117555" y="265941"/>
                  </a:lnTo>
                  <a:lnTo>
                    <a:pt x="73516" y="266005"/>
                  </a:lnTo>
                  <a:lnTo>
                    <a:pt x="29476" y="266068"/>
                  </a:lnTo>
                  <a:lnTo>
                    <a:pt x="4831" y="266106"/>
                  </a:lnTo>
                  <a:lnTo>
                    <a:pt x="0" y="266113"/>
                  </a:lnTo>
                  <a:lnTo>
                    <a:pt x="15089" y="261204"/>
                  </a:lnTo>
                  <a:lnTo>
                    <a:pt x="46550" y="242127"/>
                  </a:lnTo>
                  <a:lnTo>
                    <a:pt x="69753" y="235218"/>
                  </a:lnTo>
                  <a:lnTo>
                    <a:pt x="99933" y="215182"/>
                  </a:lnTo>
                  <a:lnTo>
                    <a:pt x="121792" y="211328"/>
                  </a:lnTo>
                  <a:lnTo>
                    <a:pt x="125952" y="206921"/>
                  </a:lnTo>
                  <a:lnTo>
                    <a:pt x="129616" y="190302"/>
                  </a:lnTo>
                  <a:lnTo>
                    <a:pt x="131616" y="184377"/>
                  </a:lnTo>
                  <a:lnTo>
                    <a:pt x="141823" y="168056"/>
                  </a:lnTo>
                  <a:lnTo>
                    <a:pt x="154080" y="154289"/>
                  </a:lnTo>
                  <a:lnTo>
                    <a:pt x="163971" y="135250"/>
                  </a:lnTo>
                  <a:lnTo>
                    <a:pt x="181924" y="123083"/>
                  </a:lnTo>
                  <a:lnTo>
                    <a:pt x="209070" y="112909"/>
                  </a:lnTo>
                  <a:lnTo>
                    <a:pt x="234180" y="90689"/>
                  </a:lnTo>
                  <a:lnTo>
                    <a:pt x="247942" y="83914"/>
                  </a:lnTo>
                  <a:lnTo>
                    <a:pt x="261280" y="79062"/>
                  </a:lnTo>
                  <a:lnTo>
                    <a:pt x="266881" y="70032"/>
                  </a:lnTo>
                  <a:lnTo>
                    <a:pt x="275129" y="64869"/>
                  </a:lnTo>
                  <a:lnTo>
                    <a:pt x="297180" y="54372"/>
                  </a:lnTo>
                  <a:lnTo>
                    <a:pt x="321484" y="51533"/>
                  </a:lnTo>
                  <a:lnTo>
                    <a:pt x="346046" y="42820"/>
                  </a:lnTo>
                  <a:lnTo>
                    <a:pt x="364887" y="38203"/>
                  </a:lnTo>
                  <a:lnTo>
                    <a:pt x="376442" y="30030"/>
                  </a:lnTo>
                  <a:lnTo>
                    <a:pt x="393243" y="25725"/>
                  </a:lnTo>
                  <a:lnTo>
                    <a:pt x="443385" y="2273"/>
                  </a:lnTo>
                  <a:lnTo>
                    <a:pt x="446265" y="0"/>
                  </a:lnTo>
                  <a:lnTo>
                    <a:pt x="53418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55" name="pg3910">
              <a:extLst>
                <a:ext uri="{FF2B5EF4-FFF2-40B4-BE49-F238E27FC236}">
                  <a16:creationId xmlns:a16="http://schemas.microsoft.com/office/drawing/2014/main" id="{B5ACB409-BCE0-0D77-9F47-3D198E706013}"/>
                </a:ext>
              </a:extLst>
            </p:cNvPr>
            <p:cNvSpPr/>
            <p:nvPr/>
          </p:nvSpPr>
          <p:spPr>
            <a:xfrm>
              <a:off x="6188919" y="2797057"/>
              <a:ext cx="126268" cy="202407"/>
            </a:xfrm>
            <a:custGeom>
              <a:avLst/>
              <a:gdLst/>
              <a:ahLst/>
              <a:cxnLst/>
              <a:rect l="0" t="0" r="0" b="0"/>
              <a:pathLst>
                <a:path w="126268" h="202407">
                  <a:moveTo>
                    <a:pt x="117079" y="175208"/>
                  </a:moveTo>
                  <a:lnTo>
                    <a:pt x="108057" y="174662"/>
                  </a:lnTo>
                  <a:lnTo>
                    <a:pt x="101406" y="175266"/>
                  </a:lnTo>
                  <a:lnTo>
                    <a:pt x="91386" y="182892"/>
                  </a:lnTo>
                  <a:lnTo>
                    <a:pt x="89830" y="198305"/>
                  </a:lnTo>
                  <a:lnTo>
                    <a:pt x="85406" y="196266"/>
                  </a:lnTo>
                  <a:lnTo>
                    <a:pt x="80916" y="196768"/>
                  </a:lnTo>
                  <a:lnTo>
                    <a:pt x="78595" y="201607"/>
                  </a:lnTo>
                  <a:lnTo>
                    <a:pt x="75288" y="202407"/>
                  </a:lnTo>
                  <a:lnTo>
                    <a:pt x="66529" y="197829"/>
                  </a:lnTo>
                  <a:lnTo>
                    <a:pt x="56214" y="200331"/>
                  </a:lnTo>
                  <a:lnTo>
                    <a:pt x="48147" y="196857"/>
                  </a:lnTo>
                  <a:lnTo>
                    <a:pt x="37863" y="174275"/>
                  </a:lnTo>
                  <a:lnTo>
                    <a:pt x="32401" y="166362"/>
                  </a:lnTo>
                  <a:lnTo>
                    <a:pt x="22717" y="163810"/>
                  </a:lnTo>
                  <a:lnTo>
                    <a:pt x="20205" y="168585"/>
                  </a:lnTo>
                  <a:lnTo>
                    <a:pt x="16448" y="173259"/>
                  </a:lnTo>
                  <a:lnTo>
                    <a:pt x="7126" y="163943"/>
                  </a:lnTo>
                  <a:lnTo>
                    <a:pt x="56" y="129365"/>
                  </a:lnTo>
                  <a:lnTo>
                    <a:pt x="0" y="121021"/>
                  </a:lnTo>
                  <a:lnTo>
                    <a:pt x="9896" y="91936"/>
                  </a:lnTo>
                  <a:lnTo>
                    <a:pt x="34401" y="65753"/>
                  </a:lnTo>
                  <a:lnTo>
                    <a:pt x="26577" y="64877"/>
                  </a:lnTo>
                  <a:lnTo>
                    <a:pt x="4940" y="83033"/>
                  </a:lnTo>
                  <a:lnTo>
                    <a:pt x="7172" y="78638"/>
                  </a:lnTo>
                  <a:lnTo>
                    <a:pt x="10841" y="74059"/>
                  </a:lnTo>
                  <a:lnTo>
                    <a:pt x="18138" y="66674"/>
                  </a:lnTo>
                  <a:lnTo>
                    <a:pt x="29213" y="59733"/>
                  </a:lnTo>
                  <a:lnTo>
                    <a:pt x="43961" y="55688"/>
                  </a:lnTo>
                  <a:lnTo>
                    <a:pt x="54106" y="55072"/>
                  </a:lnTo>
                  <a:lnTo>
                    <a:pt x="61098" y="51236"/>
                  </a:lnTo>
                  <a:lnTo>
                    <a:pt x="71231" y="44441"/>
                  </a:lnTo>
                  <a:lnTo>
                    <a:pt x="73112" y="40834"/>
                  </a:lnTo>
                  <a:lnTo>
                    <a:pt x="64126" y="44981"/>
                  </a:lnTo>
                  <a:lnTo>
                    <a:pt x="49196" y="49064"/>
                  </a:lnTo>
                  <a:lnTo>
                    <a:pt x="53026" y="43711"/>
                  </a:lnTo>
                  <a:lnTo>
                    <a:pt x="56762" y="40847"/>
                  </a:lnTo>
                  <a:lnTo>
                    <a:pt x="126268" y="0"/>
                  </a:lnTo>
                  <a:lnTo>
                    <a:pt x="126268" y="1681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56" name="pg3911">
              <a:extLst>
                <a:ext uri="{FF2B5EF4-FFF2-40B4-BE49-F238E27FC236}">
                  <a16:creationId xmlns:a16="http://schemas.microsoft.com/office/drawing/2014/main" id="{69750F25-57A2-2761-AF25-4C9C97D34CEB}"/>
                </a:ext>
              </a:extLst>
            </p:cNvPr>
            <p:cNvSpPr/>
            <p:nvPr/>
          </p:nvSpPr>
          <p:spPr>
            <a:xfrm>
              <a:off x="6175048" y="2885799"/>
              <a:ext cx="12040" cy="17520"/>
            </a:xfrm>
            <a:custGeom>
              <a:avLst/>
              <a:gdLst/>
              <a:ahLst/>
              <a:cxnLst/>
              <a:rect l="0" t="0" r="0" b="0"/>
              <a:pathLst>
                <a:path w="12040" h="17520">
                  <a:moveTo>
                    <a:pt x="0" y="17520"/>
                  </a:moveTo>
                  <a:lnTo>
                    <a:pt x="1291" y="13062"/>
                  </a:lnTo>
                  <a:lnTo>
                    <a:pt x="7792" y="1695"/>
                  </a:lnTo>
                  <a:lnTo>
                    <a:pt x="12040" y="0"/>
                  </a:lnTo>
                  <a:lnTo>
                    <a:pt x="5327" y="129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57" name="pg3912">
              <a:extLst>
                <a:ext uri="{FF2B5EF4-FFF2-40B4-BE49-F238E27FC236}">
                  <a16:creationId xmlns:a16="http://schemas.microsoft.com/office/drawing/2014/main" id="{977880A2-6634-E492-CCC1-12B2CE64F86A}"/>
                </a:ext>
              </a:extLst>
            </p:cNvPr>
            <p:cNvSpPr/>
            <p:nvPr/>
          </p:nvSpPr>
          <p:spPr>
            <a:xfrm>
              <a:off x="6114410" y="2832043"/>
              <a:ext cx="16050" cy="22950"/>
            </a:xfrm>
            <a:custGeom>
              <a:avLst/>
              <a:gdLst/>
              <a:ahLst/>
              <a:cxnLst/>
              <a:rect l="0" t="0" r="0" b="0"/>
              <a:pathLst>
                <a:path w="16050" h="22950">
                  <a:moveTo>
                    <a:pt x="0" y="22950"/>
                  </a:moveTo>
                  <a:lnTo>
                    <a:pt x="5539" y="5391"/>
                  </a:lnTo>
                  <a:lnTo>
                    <a:pt x="10046" y="0"/>
                  </a:lnTo>
                  <a:lnTo>
                    <a:pt x="16050" y="1816"/>
                  </a:lnTo>
                  <a:lnTo>
                    <a:pt x="15208" y="12427"/>
                  </a:lnTo>
                  <a:lnTo>
                    <a:pt x="14242" y="1607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58" name="pg3913">
              <a:extLst>
                <a:ext uri="{FF2B5EF4-FFF2-40B4-BE49-F238E27FC236}">
                  <a16:creationId xmlns:a16="http://schemas.microsoft.com/office/drawing/2014/main" id="{0C743263-2B2C-FA01-272D-16B30E4DF7BA}"/>
                </a:ext>
              </a:extLst>
            </p:cNvPr>
            <p:cNvSpPr/>
            <p:nvPr/>
          </p:nvSpPr>
          <p:spPr>
            <a:xfrm>
              <a:off x="5366847" y="2715076"/>
              <a:ext cx="51274" cy="34247"/>
            </a:xfrm>
            <a:custGeom>
              <a:avLst/>
              <a:gdLst/>
              <a:ahLst/>
              <a:cxnLst/>
              <a:rect l="0" t="0" r="0" b="0"/>
              <a:pathLst>
                <a:path w="51274" h="34247">
                  <a:moveTo>
                    <a:pt x="33548" y="33244"/>
                  </a:moveTo>
                  <a:lnTo>
                    <a:pt x="19601" y="30837"/>
                  </a:lnTo>
                  <a:lnTo>
                    <a:pt x="4268" y="34177"/>
                  </a:lnTo>
                  <a:lnTo>
                    <a:pt x="0" y="34247"/>
                  </a:lnTo>
                  <a:lnTo>
                    <a:pt x="11389" y="24582"/>
                  </a:lnTo>
                  <a:lnTo>
                    <a:pt x="28903" y="18638"/>
                  </a:lnTo>
                  <a:lnTo>
                    <a:pt x="46364" y="463"/>
                  </a:lnTo>
                  <a:lnTo>
                    <a:pt x="51274" y="0"/>
                  </a:lnTo>
                  <a:lnTo>
                    <a:pt x="44628" y="20587"/>
                  </a:lnTo>
                  <a:lnTo>
                    <a:pt x="43274" y="27948"/>
                  </a:lnTo>
                  <a:lnTo>
                    <a:pt x="41703" y="306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59" name="pg3914">
              <a:extLst>
                <a:ext uri="{FF2B5EF4-FFF2-40B4-BE49-F238E27FC236}">
                  <a16:creationId xmlns:a16="http://schemas.microsoft.com/office/drawing/2014/main" id="{61D2779E-AA79-D989-D423-C025227095AB}"/>
                </a:ext>
              </a:extLst>
            </p:cNvPr>
            <p:cNvSpPr/>
            <p:nvPr/>
          </p:nvSpPr>
          <p:spPr>
            <a:xfrm>
              <a:off x="5377730" y="2716409"/>
              <a:ext cx="30200" cy="16853"/>
            </a:xfrm>
            <a:custGeom>
              <a:avLst/>
              <a:gdLst/>
              <a:ahLst/>
              <a:cxnLst/>
              <a:rect l="0" t="0" r="0" b="0"/>
              <a:pathLst>
                <a:path w="30200" h="16853">
                  <a:moveTo>
                    <a:pt x="4423" y="16853"/>
                  </a:moveTo>
                  <a:lnTo>
                    <a:pt x="0" y="15723"/>
                  </a:lnTo>
                  <a:lnTo>
                    <a:pt x="14082" y="2946"/>
                  </a:lnTo>
                  <a:lnTo>
                    <a:pt x="30200" y="0"/>
                  </a:lnTo>
                  <a:lnTo>
                    <a:pt x="17187" y="1417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60" name="pg3915">
              <a:extLst>
                <a:ext uri="{FF2B5EF4-FFF2-40B4-BE49-F238E27FC236}">
                  <a16:creationId xmlns:a16="http://schemas.microsoft.com/office/drawing/2014/main" id="{9CCE3604-CCE3-133D-3BA9-3320521E70AB}"/>
                </a:ext>
              </a:extLst>
            </p:cNvPr>
            <p:cNvSpPr/>
            <p:nvPr/>
          </p:nvSpPr>
          <p:spPr>
            <a:xfrm>
              <a:off x="5667831" y="2547127"/>
              <a:ext cx="30784" cy="17069"/>
            </a:xfrm>
            <a:custGeom>
              <a:avLst/>
              <a:gdLst/>
              <a:ahLst/>
              <a:cxnLst/>
              <a:rect l="0" t="0" r="0" b="0"/>
              <a:pathLst>
                <a:path w="30784" h="17069">
                  <a:moveTo>
                    <a:pt x="0" y="17069"/>
                  </a:moveTo>
                  <a:lnTo>
                    <a:pt x="2294" y="12554"/>
                  </a:lnTo>
                  <a:lnTo>
                    <a:pt x="15430" y="4508"/>
                  </a:lnTo>
                  <a:lnTo>
                    <a:pt x="25084" y="0"/>
                  </a:lnTo>
                  <a:lnTo>
                    <a:pt x="30784" y="95"/>
                  </a:lnTo>
                  <a:lnTo>
                    <a:pt x="21502" y="9957"/>
                  </a:lnTo>
                  <a:lnTo>
                    <a:pt x="9622" y="160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61" name="pg3916">
              <a:extLst>
                <a:ext uri="{FF2B5EF4-FFF2-40B4-BE49-F238E27FC236}">
                  <a16:creationId xmlns:a16="http://schemas.microsoft.com/office/drawing/2014/main" id="{262130B2-7CB5-ACE5-330D-5A99211D8422}"/>
                </a:ext>
              </a:extLst>
            </p:cNvPr>
            <p:cNvSpPr/>
            <p:nvPr/>
          </p:nvSpPr>
          <p:spPr>
            <a:xfrm>
              <a:off x="4939342" y="5500509"/>
              <a:ext cx="49258" cy="37397"/>
            </a:xfrm>
            <a:custGeom>
              <a:avLst/>
              <a:gdLst/>
              <a:ahLst/>
              <a:cxnLst/>
              <a:rect l="0" t="0" r="0" b="0"/>
              <a:pathLst>
                <a:path w="49258" h="37397">
                  <a:moveTo>
                    <a:pt x="36380" y="7931"/>
                  </a:moveTo>
                  <a:lnTo>
                    <a:pt x="25890" y="16136"/>
                  </a:lnTo>
                  <a:lnTo>
                    <a:pt x="33512" y="21991"/>
                  </a:lnTo>
                  <a:lnTo>
                    <a:pt x="40695" y="9258"/>
                  </a:lnTo>
                  <a:lnTo>
                    <a:pt x="46395" y="19603"/>
                  </a:lnTo>
                  <a:lnTo>
                    <a:pt x="49258" y="37397"/>
                  </a:lnTo>
                  <a:lnTo>
                    <a:pt x="16879" y="37397"/>
                  </a:lnTo>
                  <a:lnTo>
                    <a:pt x="15627" y="32145"/>
                  </a:lnTo>
                  <a:lnTo>
                    <a:pt x="9084" y="25573"/>
                  </a:lnTo>
                  <a:lnTo>
                    <a:pt x="0" y="8807"/>
                  </a:lnTo>
                  <a:lnTo>
                    <a:pt x="5276" y="4483"/>
                  </a:lnTo>
                  <a:lnTo>
                    <a:pt x="12309" y="5924"/>
                  </a:lnTo>
                  <a:lnTo>
                    <a:pt x="15911" y="3905"/>
                  </a:lnTo>
                  <a:lnTo>
                    <a:pt x="25662" y="2292"/>
                  </a:lnTo>
                  <a:lnTo>
                    <a:pt x="31585" y="0"/>
                  </a:lnTo>
                  <a:lnTo>
                    <a:pt x="36215" y="495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62" name="pg3917">
              <a:extLst>
                <a:ext uri="{FF2B5EF4-FFF2-40B4-BE49-F238E27FC236}">
                  <a16:creationId xmlns:a16="http://schemas.microsoft.com/office/drawing/2014/main" id="{9B15ADE4-C7F9-970C-E315-CEC376BDCD34}"/>
                </a:ext>
              </a:extLst>
            </p:cNvPr>
            <p:cNvSpPr/>
            <p:nvPr/>
          </p:nvSpPr>
          <p:spPr>
            <a:xfrm>
              <a:off x="4945285" y="5155530"/>
              <a:ext cx="95830" cy="135860"/>
            </a:xfrm>
            <a:custGeom>
              <a:avLst/>
              <a:gdLst/>
              <a:ahLst/>
              <a:cxnLst/>
              <a:rect l="0" t="0" r="0" b="0"/>
              <a:pathLst>
                <a:path w="95830" h="135860">
                  <a:moveTo>
                    <a:pt x="73800" y="135860"/>
                  </a:moveTo>
                  <a:lnTo>
                    <a:pt x="64612" y="122835"/>
                  </a:lnTo>
                  <a:lnTo>
                    <a:pt x="57211" y="119050"/>
                  </a:lnTo>
                  <a:lnTo>
                    <a:pt x="68772" y="109842"/>
                  </a:lnTo>
                  <a:lnTo>
                    <a:pt x="73764" y="101930"/>
                  </a:lnTo>
                  <a:lnTo>
                    <a:pt x="73660" y="84669"/>
                  </a:lnTo>
                  <a:lnTo>
                    <a:pt x="76482" y="75214"/>
                  </a:lnTo>
                  <a:lnTo>
                    <a:pt x="75526" y="67028"/>
                  </a:lnTo>
                  <a:lnTo>
                    <a:pt x="78073" y="58671"/>
                  </a:lnTo>
                  <a:lnTo>
                    <a:pt x="74627" y="49285"/>
                  </a:lnTo>
                  <a:lnTo>
                    <a:pt x="64963" y="41842"/>
                  </a:lnTo>
                  <a:lnTo>
                    <a:pt x="45842" y="12237"/>
                  </a:lnTo>
                  <a:lnTo>
                    <a:pt x="15637" y="5048"/>
                  </a:lnTo>
                  <a:lnTo>
                    <a:pt x="0" y="4750"/>
                  </a:lnTo>
                  <a:lnTo>
                    <a:pt x="8593" y="0"/>
                  </a:lnTo>
                  <a:lnTo>
                    <a:pt x="16531" y="577"/>
                  </a:lnTo>
                  <a:lnTo>
                    <a:pt x="28748" y="3403"/>
                  </a:lnTo>
                  <a:lnTo>
                    <a:pt x="43377" y="4769"/>
                  </a:lnTo>
                  <a:lnTo>
                    <a:pt x="52318" y="13481"/>
                  </a:lnTo>
                  <a:lnTo>
                    <a:pt x="60855" y="25033"/>
                  </a:lnTo>
                  <a:lnTo>
                    <a:pt x="68565" y="29707"/>
                  </a:lnTo>
                  <a:lnTo>
                    <a:pt x="71738" y="32679"/>
                  </a:lnTo>
                  <a:lnTo>
                    <a:pt x="71381" y="36032"/>
                  </a:lnTo>
                  <a:lnTo>
                    <a:pt x="72663" y="39181"/>
                  </a:lnTo>
                  <a:lnTo>
                    <a:pt x="82724" y="44586"/>
                  </a:lnTo>
                  <a:lnTo>
                    <a:pt x="92858" y="53311"/>
                  </a:lnTo>
                  <a:lnTo>
                    <a:pt x="95830" y="78897"/>
                  </a:lnTo>
                  <a:lnTo>
                    <a:pt x="82177" y="91007"/>
                  </a:lnTo>
                  <a:lnTo>
                    <a:pt x="79665" y="128055"/>
                  </a:lnTo>
                  <a:lnTo>
                    <a:pt x="76001" y="1347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63" name="pg3918">
              <a:extLst>
                <a:ext uri="{FF2B5EF4-FFF2-40B4-BE49-F238E27FC236}">
                  <a16:creationId xmlns:a16="http://schemas.microsoft.com/office/drawing/2014/main" id="{0EF8B850-ABB4-A597-8FD3-0C257E718EB5}"/>
                </a:ext>
              </a:extLst>
            </p:cNvPr>
            <p:cNvSpPr/>
            <p:nvPr/>
          </p:nvSpPr>
          <p:spPr>
            <a:xfrm>
              <a:off x="4893261" y="5381534"/>
              <a:ext cx="74105" cy="118987"/>
            </a:xfrm>
            <a:custGeom>
              <a:avLst/>
              <a:gdLst/>
              <a:ahLst/>
              <a:cxnLst/>
              <a:rect l="0" t="0" r="0" b="0"/>
              <a:pathLst>
                <a:path w="74105" h="118987">
                  <a:moveTo>
                    <a:pt x="72947" y="80116"/>
                  </a:moveTo>
                  <a:lnTo>
                    <a:pt x="74105" y="91896"/>
                  </a:lnTo>
                  <a:lnTo>
                    <a:pt x="73035" y="96094"/>
                  </a:lnTo>
                  <a:lnTo>
                    <a:pt x="61583" y="103968"/>
                  </a:lnTo>
                  <a:lnTo>
                    <a:pt x="58643" y="108369"/>
                  </a:lnTo>
                  <a:lnTo>
                    <a:pt x="47847" y="112808"/>
                  </a:lnTo>
                  <a:lnTo>
                    <a:pt x="41315" y="118987"/>
                  </a:lnTo>
                  <a:lnTo>
                    <a:pt x="38044" y="108947"/>
                  </a:lnTo>
                  <a:lnTo>
                    <a:pt x="31703" y="102742"/>
                  </a:lnTo>
                  <a:lnTo>
                    <a:pt x="30639" y="92194"/>
                  </a:lnTo>
                  <a:lnTo>
                    <a:pt x="25792" y="95757"/>
                  </a:lnTo>
                  <a:lnTo>
                    <a:pt x="18805" y="93585"/>
                  </a:lnTo>
                  <a:lnTo>
                    <a:pt x="7281" y="85596"/>
                  </a:lnTo>
                  <a:lnTo>
                    <a:pt x="0" y="74750"/>
                  </a:lnTo>
                  <a:lnTo>
                    <a:pt x="10201" y="72870"/>
                  </a:lnTo>
                  <a:lnTo>
                    <a:pt x="12309" y="79608"/>
                  </a:lnTo>
                  <a:lnTo>
                    <a:pt x="20381" y="71340"/>
                  </a:lnTo>
                  <a:lnTo>
                    <a:pt x="18546" y="66983"/>
                  </a:lnTo>
                  <a:lnTo>
                    <a:pt x="17089" y="66425"/>
                  </a:lnTo>
                  <a:lnTo>
                    <a:pt x="14443" y="58321"/>
                  </a:lnTo>
                  <a:lnTo>
                    <a:pt x="26587" y="37098"/>
                  </a:lnTo>
                  <a:lnTo>
                    <a:pt x="29207" y="23407"/>
                  </a:lnTo>
                  <a:lnTo>
                    <a:pt x="23699" y="1441"/>
                  </a:lnTo>
                  <a:lnTo>
                    <a:pt x="28841" y="0"/>
                  </a:lnTo>
                  <a:lnTo>
                    <a:pt x="42545" y="7703"/>
                  </a:lnTo>
                  <a:lnTo>
                    <a:pt x="48685" y="15285"/>
                  </a:lnTo>
                  <a:lnTo>
                    <a:pt x="48886" y="25693"/>
                  </a:lnTo>
                  <a:lnTo>
                    <a:pt x="54648" y="33752"/>
                  </a:lnTo>
                  <a:lnTo>
                    <a:pt x="62989" y="53057"/>
                  </a:lnTo>
                  <a:lnTo>
                    <a:pt x="73180" y="64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64" name="pg3919">
              <a:extLst>
                <a:ext uri="{FF2B5EF4-FFF2-40B4-BE49-F238E27FC236}">
                  <a16:creationId xmlns:a16="http://schemas.microsoft.com/office/drawing/2014/main" id="{BA8605D5-0B22-0C14-0CF7-5E7CDDA19E5B}"/>
                </a:ext>
              </a:extLst>
            </p:cNvPr>
            <p:cNvSpPr/>
            <p:nvPr/>
          </p:nvSpPr>
          <p:spPr>
            <a:xfrm>
              <a:off x="4835016" y="5174016"/>
              <a:ext cx="112522" cy="38661"/>
            </a:xfrm>
            <a:custGeom>
              <a:avLst/>
              <a:gdLst/>
              <a:ahLst/>
              <a:cxnLst/>
              <a:rect l="0" t="0" r="0" b="0"/>
              <a:pathLst>
                <a:path w="112522" h="38661">
                  <a:moveTo>
                    <a:pt x="64973" y="13005"/>
                  </a:moveTo>
                  <a:lnTo>
                    <a:pt x="71841" y="12453"/>
                  </a:lnTo>
                  <a:lnTo>
                    <a:pt x="75960" y="9792"/>
                  </a:lnTo>
                  <a:lnTo>
                    <a:pt x="94931" y="10878"/>
                  </a:lnTo>
                  <a:lnTo>
                    <a:pt x="110248" y="6985"/>
                  </a:lnTo>
                  <a:lnTo>
                    <a:pt x="112522" y="13894"/>
                  </a:lnTo>
                  <a:lnTo>
                    <a:pt x="112134" y="17501"/>
                  </a:lnTo>
                  <a:lnTo>
                    <a:pt x="79562" y="20886"/>
                  </a:lnTo>
                  <a:lnTo>
                    <a:pt x="49682" y="31028"/>
                  </a:lnTo>
                  <a:lnTo>
                    <a:pt x="33305" y="37899"/>
                  </a:lnTo>
                  <a:lnTo>
                    <a:pt x="25611" y="38661"/>
                  </a:lnTo>
                  <a:lnTo>
                    <a:pt x="19730" y="35047"/>
                  </a:lnTo>
                  <a:lnTo>
                    <a:pt x="0" y="14104"/>
                  </a:lnTo>
                  <a:lnTo>
                    <a:pt x="5276" y="16193"/>
                  </a:lnTo>
                  <a:lnTo>
                    <a:pt x="19854" y="28030"/>
                  </a:lnTo>
                  <a:lnTo>
                    <a:pt x="28908" y="25871"/>
                  </a:lnTo>
                  <a:lnTo>
                    <a:pt x="37295" y="18047"/>
                  </a:lnTo>
                  <a:lnTo>
                    <a:pt x="38577" y="12135"/>
                  </a:lnTo>
                  <a:lnTo>
                    <a:pt x="37326" y="9335"/>
                  </a:lnTo>
                  <a:lnTo>
                    <a:pt x="41119" y="0"/>
                  </a:lnTo>
                  <a:lnTo>
                    <a:pt x="52152" y="896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65" name="pg3920">
              <a:extLst>
                <a:ext uri="{FF2B5EF4-FFF2-40B4-BE49-F238E27FC236}">
                  <a16:creationId xmlns:a16="http://schemas.microsoft.com/office/drawing/2014/main" id="{FB75914D-61CC-80BD-4774-EAE5139D7E21}"/>
                </a:ext>
              </a:extLst>
            </p:cNvPr>
            <p:cNvSpPr/>
            <p:nvPr/>
          </p:nvSpPr>
          <p:spPr>
            <a:xfrm>
              <a:off x="4985696" y="5397055"/>
              <a:ext cx="30985" cy="11691"/>
            </a:xfrm>
            <a:custGeom>
              <a:avLst/>
              <a:gdLst/>
              <a:ahLst/>
              <a:cxnLst/>
              <a:rect l="0" t="0" r="0" b="0"/>
              <a:pathLst>
                <a:path w="30985" h="11691">
                  <a:moveTo>
                    <a:pt x="10733" y="11691"/>
                  </a:moveTo>
                  <a:lnTo>
                    <a:pt x="2191" y="9030"/>
                  </a:lnTo>
                  <a:lnTo>
                    <a:pt x="0" y="6890"/>
                  </a:lnTo>
                  <a:lnTo>
                    <a:pt x="3658" y="3295"/>
                  </a:lnTo>
                  <a:lnTo>
                    <a:pt x="11710" y="298"/>
                  </a:lnTo>
                  <a:lnTo>
                    <a:pt x="24639" y="0"/>
                  </a:lnTo>
                  <a:lnTo>
                    <a:pt x="30303" y="3543"/>
                  </a:lnTo>
                  <a:lnTo>
                    <a:pt x="30985" y="5093"/>
                  </a:lnTo>
                  <a:lnTo>
                    <a:pt x="22686" y="899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66" name="pg3921">
              <a:extLst>
                <a:ext uri="{FF2B5EF4-FFF2-40B4-BE49-F238E27FC236}">
                  <a16:creationId xmlns:a16="http://schemas.microsoft.com/office/drawing/2014/main" id="{C24D0C27-E633-D2E1-4FC0-C92AA07B2C4C}"/>
                </a:ext>
              </a:extLst>
            </p:cNvPr>
            <p:cNvSpPr/>
            <p:nvPr/>
          </p:nvSpPr>
          <p:spPr>
            <a:xfrm>
              <a:off x="5304944" y="5521433"/>
              <a:ext cx="12277" cy="16472"/>
            </a:xfrm>
            <a:custGeom>
              <a:avLst/>
              <a:gdLst/>
              <a:ahLst/>
              <a:cxnLst/>
              <a:rect l="0" t="0" r="0" b="0"/>
              <a:pathLst>
                <a:path w="12277" h="16472">
                  <a:moveTo>
                    <a:pt x="7008" y="16472"/>
                  </a:moveTo>
                  <a:lnTo>
                    <a:pt x="0" y="16472"/>
                  </a:lnTo>
                  <a:lnTo>
                    <a:pt x="1962" y="2806"/>
                  </a:lnTo>
                  <a:lnTo>
                    <a:pt x="7771" y="0"/>
                  </a:lnTo>
                  <a:lnTo>
                    <a:pt x="10050" y="152"/>
                  </a:lnTo>
                  <a:lnTo>
                    <a:pt x="12277" y="762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67" name="pg3922">
              <a:extLst>
                <a:ext uri="{FF2B5EF4-FFF2-40B4-BE49-F238E27FC236}">
                  <a16:creationId xmlns:a16="http://schemas.microsoft.com/office/drawing/2014/main" id="{F595D060-B02E-1749-47E4-460204A8F0F2}"/>
                </a:ext>
              </a:extLst>
            </p:cNvPr>
            <p:cNvSpPr/>
            <p:nvPr/>
          </p:nvSpPr>
          <p:spPr>
            <a:xfrm>
              <a:off x="5068380" y="5334383"/>
              <a:ext cx="70456" cy="119063"/>
            </a:xfrm>
            <a:custGeom>
              <a:avLst/>
              <a:gdLst/>
              <a:ahLst/>
              <a:cxnLst/>
              <a:rect l="0" t="0" r="0" b="0"/>
              <a:pathLst>
                <a:path w="70456" h="119063">
                  <a:moveTo>
                    <a:pt x="31373" y="24747"/>
                  </a:moveTo>
                  <a:lnTo>
                    <a:pt x="46235" y="30285"/>
                  </a:lnTo>
                  <a:lnTo>
                    <a:pt x="62302" y="48650"/>
                  </a:lnTo>
                  <a:lnTo>
                    <a:pt x="69221" y="55191"/>
                  </a:lnTo>
                  <a:lnTo>
                    <a:pt x="70456" y="61147"/>
                  </a:lnTo>
                  <a:lnTo>
                    <a:pt x="67748" y="88340"/>
                  </a:lnTo>
                  <a:lnTo>
                    <a:pt x="64136" y="104711"/>
                  </a:lnTo>
                  <a:lnTo>
                    <a:pt x="64679" y="119063"/>
                  </a:lnTo>
                  <a:lnTo>
                    <a:pt x="60906" y="114815"/>
                  </a:lnTo>
                  <a:lnTo>
                    <a:pt x="57093" y="105416"/>
                  </a:lnTo>
                  <a:lnTo>
                    <a:pt x="50840" y="100012"/>
                  </a:lnTo>
                  <a:lnTo>
                    <a:pt x="48757" y="97180"/>
                  </a:lnTo>
                  <a:lnTo>
                    <a:pt x="59997" y="96557"/>
                  </a:lnTo>
                  <a:lnTo>
                    <a:pt x="60994" y="81761"/>
                  </a:lnTo>
                  <a:lnTo>
                    <a:pt x="66477" y="70089"/>
                  </a:lnTo>
                  <a:lnTo>
                    <a:pt x="65645" y="57947"/>
                  </a:lnTo>
                  <a:lnTo>
                    <a:pt x="52529" y="44579"/>
                  </a:lnTo>
                  <a:lnTo>
                    <a:pt x="43538" y="32812"/>
                  </a:lnTo>
                  <a:lnTo>
                    <a:pt x="29714" y="29046"/>
                  </a:lnTo>
                  <a:lnTo>
                    <a:pt x="16929" y="17330"/>
                  </a:lnTo>
                  <a:lnTo>
                    <a:pt x="9301" y="15888"/>
                  </a:lnTo>
                  <a:lnTo>
                    <a:pt x="0" y="17952"/>
                  </a:lnTo>
                  <a:lnTo>
                    <a:pt x="3359" y="10967"/>
                  </a:lnTo>
                  <a:lnTo>
                    <a:pt x="5684" y="1727"/>
                  </a:lnTo>
                  <a:lnTo>
                    <a:pt x="7389" y="0"/>
                  </a:lnTo>
                  <a:lnTo>
                    <a:pt x="13952" y="100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68" name="pg3923">
              <a:extLst>
                <a:ext uri="{FF2B5EF4-FFF2-40B4-BE49-F238E27FC236}">
                  <a16:creationId xmlns:a16="http://schemas.microsoft.com/office/drawing/2014/main" id="{656451C1-C1D9-8396-1680-50F63F68938E}"/>
                </a:ext>
              </a:extLst>
            </p:cNvPr>
            <p:cNvSpPr/>
            <p:nvPr/>
          </p:nvSpPr>
          <p:spPr>
            <a:xfrm>
              <a:off x="5178096" y="5447191"/>
              <a:ext cx="46804" cy="72629"/>
            </a:xfrm>
            <a:custGeom>
              <a:avLst/>
              <a:gdLst/>
              <a:ahLst/>
              <a:cxnLst/>
              <a:rect l="0" t="0" r="0" b="0"/>
              <a:pathLst>
                <a:path w="46804" h="72629">
                  <a:moveTo>
                    <a:pt x="46804" y="71314"/>
                  </a:moveTo>
                  <a:lnTo>
                    <a:pt x="39713" y="69974"/>
                  </a:lnTo>
                  <a:lnTo>
                    <a:pt x="29249" y="72559"/>
                  </a:lnTo>
                  <a:lnTo>
                    <a:pt x="25482" y="72629"/>
                  </a:lnTo>
                  <a:lnTo>
                    <a:pt x="27828" y="68101"/>
                  </a:lnTo>
                  <a:lnTo>
                    <a:pt x="35094" y="61979"/>
                  </a:lnTo>
                  <a:lnTo>
                    <a:pt x="35460" y="56150"/>
                  </a:lnTo>
                  <a:lnTo>
                    <a:pt x="26469" y="47742"/>
                  </a:lnTo>
                  <a:lnTo>
                    <a:pt x="16004" y="26824"/>
                  </a:lnTo>
                  <a:lnTo>
                    <a:pt x="11105" y="21864"/>
                  </a:lnTo>
                  <a:lnTo>
                    <a:pt x="8779" y="14002"/>
                  </a:lnTo>
                  <a:lnTo>
                    <a:pt x="0" y="5569"/>
                  </a:lnTo>
                  <a:lnTo>
                    <a:pt x="1834" y="1060"/>
                  </a:lnTo>
                  <a:lnTo>
                    <a:pt x="3638" y="0"/>
                  </a:lnTo>
                  <a:lnTo>
                    <a:pt x="9575" y="2165"/>
                  </a:lnTo>
                  <a:lnTo>
                    <a:pt x="23022" y="32253"/>
                  </a:lnTo>
                  <a:lnTo>
                    <a:pt x="23900" y="35136"/>
                  </a:lnTo>
                  <a:lnTo>
                    <a:pt x="46101" y="647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69" name="pt3924">
              <a:extLst>
                <a:ext uri="{FF2B5EF4-FFF2-40B4-BE49-F238E27FC236}">
                  <a16:creationId xmlns:a16="http://schemas.microsoft.com/office/drawing/2014/main" id="{CC7029E6-BC4D-E6B4-1C08-6E87DB0E2748}"/>
                </a:ext>
              </a:extLst>
            </p:cNvPr>
            <p:cNvSpPr/>
            <p:nvPr/>
          </p:nvSpPr>
          <p:spPr>
            <a:xfrm>
              <a:off x="5411954" y="3276309"/>
              <a:ext cx="63202" cy="63202"/>
            </a:xfrm>
            <a:prstGeom prst="ellipse">
              <a:avLst/>
            </a:prstGeom>
            <a:solidFill>
              <a:srgbClr val="40A2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70" name="pt3925">
              <a:extLst>
                <a:ext uri="{FF2B5EF4-FFF2-40B4-BE49-F238E27FC236}">
                  <a16:creationId xmlns:a16="http://schemas.microsoft.com/office/drawing/2014/main" id="{AD5F8417-BB61-4B90-DA24-93B5B4717FDB}"/>
                </a:ext>
              </a:extLst>
            </p:cNvPr>
            <p:cNvSpPr/>
            <p:nvPr/>
          </p:nvSpPr>
          <p:spPr>
            <a:xfrm>
              <a:off x="3286560" y="4746129"/>
              <a:ext cx="63202" cy="63202"/>
            </a:xfrm>
            <a:prstGeom prst="ellipse">
              <a:avLst/>
            </a:prstGeom>
            <a:solidFill>
              <a:srgbClr val="6ED2B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71" name="pt3926">
              <a:extLst>
                <a:ext uri="{FF2B5EF4-FFF2-40B4-BE49-F238E27FC236}">
                  <a16:creationId xmlns:a16="http://schemas.microsoft.com/office/drawing/2014/main" id="{F7D8B83E-EA5E-B83C-AF56-70B5C7C38B3A}"/>
                </a:ext>
              </a:extLst>
            </p:cNvPr>
            <p:cNvSpPr/>
            <p:nvPr/>
          </p:nvSpPr>
          <p:spPr>
            <a:xfrm>
              <a:off x="5154968" y="3735383"/>
              <a:ext cx="63202" cy="63202"/>
            </a:xfrm>
            <a:prstGeom prst="ellipse">
              <a:avLst/>
            </a:prstGeom>
            <a:solidFill>
              <a:srgbClr val="A7E3C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72" name="pt3927">
              <a:extLst>
                <a:ext uri="{FF2B5EF4-FFF2-40B4-BE49-F238E27FC236}">
                  <a16:creationId xmlns:a16="http://schemas.microsoft.com/office/drawing/2014/main" id="{82CE40B0-BB4F-2A64-AD85-780568070401}"/>
                </a:ext>
              </a:extLst>
            </p:cNvPr>
            <p:cNvSpPr/>
            <p:nvPr/>
          </p:nvSpPr>
          <p:spPr>
            <a:xfrm>
              <a:off x="3815690" y="4677487"/>
              <a:ext cx="63202" cy="63202"/>
            </a:xfrm>
            <a:prstGeom prst="ellipse">
              <a:avLst/>
            </a:prstGeom>
            <a:solidFill>
              <a:srgbClr val="6FD2B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73" name="pt3928">
              <a:extLst>
                <a:ext uri="{FF2B5EF4-FFF2-40B4-BE49-F238E27FC236}">
                  <a16:creationId xmlns:a16="http://schemas.microsoft.com/office/drawing/2014/main" id="{7262EF67-5534-4832-EE44-29FE2F42B883}"/>
                </a:ext>
              </a:extLst>
            </p:cNvPr>
            <p:cNvSpPr/>
            <p:nvPr/>
          </p:nvSpPr>
          <p:spPr>
            <a:xfrm>
              <a:off x="5234441" y="3545894"/>
              <a:ext cx="63202" cy="63202"/>
            </a:xfrm>
            <a:prstGeom prst="ellipse">
              <a:avLst/>
            </a:prstGeom>
            <a:solidFill>
              <a:srgbClr val="BFEBD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74" name="pt3929">
              <a:extLst>
                <a:ext uri="{FF2B5EF4-FFF2-40B4-BE49-F238E27FC236}">
                  <a16:creationId xmlns:a16="http://schemas.microsoft.com/office/drawing/2014/main" id="{3711276C-CE90-30C8-ADF6-AA229824D841}"/>
                </a:ext>
              </a:extLst>
            </p:cNvPr>
            <p:cNvSpPr/>
            <p:nvPr/>
          </p:nvSpPr>
          <p:spPr>
            <a:xfrm>
              <a:off x="3635685" y="4800931"/>
              <a:ext cx="63202" cy="63202"/>
            </a:xfrm>
            <a:prstGeom prst="ellipse">
              <a:avLst/>
            </a:prstGeom>
            <a:solidFill>
              <a:srgbClr val="6BD1B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75" name="pt3930">
              <a:extLst>
                <a:ext uri="{FF2B5EF4-FFF2-40B4-BE49-F238E27FC236}">
                  <a16:creationId xmlns:a16="http://schemas.microsoft.com/office/drawing/2014/main" id="{C11C6312-F5D2-F7AC-7C51-B78D281B28B7}"/>
                </a:ext>
              </a:extLst>
            </p:cNvPr>
            <p:cNvSpPr/>
            <p:nvPr/>
          </p:nvSpPr>
          <p:spPr>
            <a:xfrm>
              <a:off x="5602232" y="3222656"/>
              <a:ext cx="63202" cy="63202"/>
            </a:xfrm>
            <a:prstGeom prst="ellipse">
              <a:avLst/>
            </a:prstGeom>
            <a:solidFill>
              <a:srgbClr val="54BB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76" name="pt3931">
              <a:extLst>
                <a:ext uri="{FF2B5EF4-FFF2-40B4-BE49-F238E27FC236}">
                  <a16:creationId xmlns:a16="http://schemas.microsoft.com/office/drawing/2014/main" id="{2774CBE0-2F0B-CFA6-9C56-DA9FDE931DCD}"/>
                </a:ext>
              </a:extLst>
            </p:cNvPr>
            <p:cNvSpPr/>
            <p:nvPr/>
          </p:nvSpPr>
          <p:spPr>
            <a:xfrm>
              <a:off x="4189184" y="4765547"/>
              <a:ext cx="63202" cy="63202"/>
            </a:xfrm>
            <a:prstGeom prst="ellipse">
              <a:avLst/>
            </a:prstGeom>
            <a:solidFill>
              <a:srgbClr val="58C2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77" name="pt3932">
              <a:extLst>
                <a:ext uri="{FF2B5EF4-FFF2-40B4-BE49-F238E27FC236}">
                  <a16:creationId xmlns:a16="http://schemas.microsoft.com/office/drawing/2014/main" id="{B803FCF7-1166-2BF1-21B9-C8E827571B5D}"/>
                </a:ext>
              </a:extLst>
            </p:cNvPr>
            <p:cNvSpPr/>
            <p:nvPr/>
          </p:nvSpPr>
          <p:spPr>
            <a:xfrm>
              <a:off x="4913887" y="4211118"/>
              <a:ext cx="63202" cy="63202"/>
            </a:xfrm>
            <a:prstGeom prst="ellipse">
              <a:avLst/>
            </a:prstGeom>
            <a:solidFill>
              <a:srgbClr val="AFE6C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78" name="pt3933">
              <a:extLst>
                <a:ext uri="{FF2B5EF4-FFF2-40B4-BE49-F238E27FC236}">
                  <a16:creationId xmlns:a16="http://schemas.microsoft.com/office/drawing/2014/main" id="{76EBAB5B-4632-71C3-CA01-54631B3495BA}"/>
                </a:ext>
              </a:extLst>
            </p:cNvPr>
            <p:cNvSpPr/>
            <p:nvPr/>
          </p:nvSpPr>
          <p:spPr>
            <a:xfrm>
              <a:off x="4598477" y="4463619"/>
              <a:ext cx="63202" cy="63202"/>
            </a:xfrm>
            <a:prstGeom prst="ellipse">
              <a:avLst/>
            </a:prstGeom>
            <a:solidFill>
              <a:srgbClr val="99D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79" name="pt3934">
              <a:extLst>
                <a:ext uri="{FF2B5EF4-FFF2-40B4-BE49-F238E27FC236}">
                  <a16:creationId xmlns:a16="http://schemas.microsoft.com/office/drawing/2014/main" id="{FD338900-9ECF-D60D-103F-FD18637321A3}"/>
                </a:ext>
              </a:extLst>
            </p:cNvPr>
            <p:cNvSpPr/>
            <p:nvPr/>
          </p:nvSpPr>
          <p:spPr>
            <a:xfrm>
              <a:off x="3118737" y="4784820"/>
              <a:ext cx="63202" cy="63202"/>
            </a:xfrm>
            <a:prstGeom prst="ellipse">
              <a:avLst/>
            </a:prstGeom>
            <a:solidFill>
              <a:srgbClr val="8FDBB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80" name="pt3935">
              <a:extLst>
                <a:ext uri="{FF2B5EF4-FFF2-40B4-BE49-F238E27FC236}">
                  <a16:creationId xmlns:a16="http://schemas.microsoft.com/office/drawing/2014/main" id="{A536FACE-8EC4-1E6C-07EC-E56001D5DFAD}"/>
                </a:ext>
              </a:extLst>
            </p:cNvPr>
            <p:cNvSpPr/>
            <p:nvPr/>
          </p:nvSpPr>
          <p:spPr>
            <a:xfrm>
              <a:off x="4706891" y="4368015"/>
              <a:ext cx="63202" cy="63202"/>
            </a:xfrm>
            <a:prstGeom prst="ellipse">
              <a:avLst/>
            </a:prstGeom>
            <a:solidFill>
              <a:srgbClr val="84D8B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81" name="pt3936">
              <a:extLst>
                <a:ext uri="{FF2B5EF4-FFF2-40B4-BE49-F238E27FC236}">
                  <a16:creationId xmlns:a16="http://schemas.microsoft.com/office/drawing/2014/main" id="{BE59EEAE-27F2-6F44-B2DD-9C4B72659158}"/>
                </a:ext>
              </a:extLst>
            </p:cNvPr>
            <p:cNvSpPr/>
            <p:nvPr/>
          </p:nvSpPr>
          <p:spPr>
            <a:xfrm>
              <a:off x="5170525" y="3498927"/>
              <a:ext cx="63202" cy="63202"/>
            </a:xfrm>
            <a:prstGeom prst="ellipse">
              <a:avLst/>
            </a:prstGeom>
            <a:solidFill>
              <a:srgbClr val="9AD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82" name="pt3937">
              <a:extLst>
                <a:ext uri="{FF2B5EF4-FFF2-40B4-BE49-F238E27FC236}">
                  <a16:creationId xmlns:a16="http://schemas.microsoft.com/office/drawing/2014/main" id="{C57B9372-6F39-207B-9827-B99E607CA820}"/>
                </a:ext>
              </a:extLst>
            </p:cNvPr>
            <p:cNvSpPr/>
            <p:nvPr/>
          </p:nvSpPr>
          <p:spPr>
            <a:xfrm>
              <a:off x="4143523" y="4766403"/>
              <a:ext cx="63202" cy="63202"/>
            </a:xfrm>
            <a:prstGeom prst="ellipse">
              <a:avLst/>
            </a:prstGeom>
            <a:solidFill>
              <a:srgbClr val="59C4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83" name="pt3938">
              <a:extLst>
                <a:ext uri="{FF2B5EF4-FFF2-40B4-BE49-F238E27FC236}">
                  <a16:creationId xmlns:a16="http://schemas.microsoft.com/office/drawing/2014/main" id="{F6F3083E-48EB-BB7E-7F1E-6A73D31D231D}"/>
                </a:ext>
              </a:extLst>
            </p:cNvPr>
            <p:cNvSpPr/>
            <p:nvPr/>
          </p:nvSpPr>
          <p:spPr>
            <a:xfrm>
              <a:off x="3690881" y="4772296"/>
              <a:ext cx="63202" cy="63202"/>
            </a:xfrm>
            <a:prstGeom prst="ellipse">
              <a:avLst/>
            </a:prstGeom>
            <a:solidFill>
              <a:srgbClr val="86D9B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84" name="pt3939">
              <a:extLst>
                <a:ext uri="{FF2B5EF4-FFF2-40B4-BE49-F238E27FC236}">
                  <a16:creationId xmlns:a16="http://schemas.microsoft.com/office/drawing/2014/main" id="{BE3CE62D-813C-A826-BE62-AD9233721EFC}"/>
                </a:ext>
              </a:extLst>
            </p:cNvPr>
            <p:cNvSpPr/>
            <p:nvPr/>
          </p:nvSpPr>
          <p:spPr>
            <a:xfrm>
              <a:off x="5016032" y="3641698"/>
              <a:ext cx="63202" cy="63202"/>
            </a:xfrm>
            <a:prstGeom prst="ellipse">
              <a:avLst/>
            </a:prstGeom>
            <a:solidFill>
              <a:srgbClr val="A4E2C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85" name="pt3940">
              <a:extLst>
                <a:ext uri="{FF2B5EF4-FFF2-40B4-BE49-F238E27FC236}">
                  <a16:creationId xmlns:a16="http://schemas.microsoft.com/office/drawing/2014/main" id="{DDD5D365-D442-A3BC-DFA3-17B6E23165F3}"/>
                </a:ext>
              </a:extLst>
            </p:cNvPr>
            <p:cNvSpPr/>
            <p:nvPr/>
          </p:nvSpPr>
          <p:spPr>
            <a:xfrm>
              <a:off x="4551789" y="4536931"/>
              <a:ext cx="63202" cy="63202"/>
            </a:xfrm>
            <a:prstGeom prst="ellipse">
              <a:avLst/>
            </a:prstGeom>
            <a:solidFill>
              <a:srgbClr val="73D3B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86" name="pt3941">
              <a:extLst>
                <a:ext uri="{FF2B5EF4-FFF2-40B4-BE49-F238E27FC236}">
                  <a16:creationId xmlns:a16="http://schemas.microsoft.com/office/drawing/2014/main" id="{E59D02B9-A3F9-EF4E-8034-AD737BFB4133}"/>
                </a:ext>
              </a:extLst>
            </p:cNvPr>
            <p:cNvSpPr/>
            <p:nvPr/>
          </p:nvSpPr>
          <p:spPr>
            <a:xfrm>
              <a:off x="3457033" y="4801454"/>
              <a:ext cx="63202" cy="63202"/>
            </a:xfrm>
            <a:prstGeom prst="ellipse">
              <a:avLst/>
            </a:prstGeom>
            <a:solidFill>
              <a:srgbClr val="82D7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87" name="pt3942">
              <a:extLst>
                <a:ext uri="{FF2B5EF4-FFF2-40B4-BE49-F238E27FC236}">
                  <a16:creationId xmlns:a16="http://schemas.microsoft.com/office/drawing/2014/main" id="{D826C924-1AFE-7B62-0094-CC747CFA2D15}"/>
                </a:ext>
              </a:extLst>
            </p:cNvPr>
            <p:cNvSpPr/>
            <p:nvPr/>
          </p:nvSpPr>
          <p:spPr>
            <a:xfrm>
              <a:off x="4795350" y="4267713"/>
              <a:ext cx="63202" cy="63202"/>
            </a:xfrm>
            <a:prstGeom prst="ellipse">
              <a:avLst/>
            </a:prstGeom>
            <a:solidFill>
              <a:srgbClr val="5FCD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88" name="pt3943">
              <a:extLst>
                <a:ext uri="{FF2B5EF4-FFF2-40B4-BE49-F238E27FC236}">
                  <a16:creationId xmlns:a16="http://schemas.microsoft.com/office/drawing/2014/main" id="{73B23BD1-6CC0-D71E-0BF0-87D56E906E1D}"/>
                </a:ext>
              </a:extLst>
            </p:cNvPr>
            <p:cNvSpPr/>
            <p:nvPr/>
          </p:nvSpPr>
          <p:spPr>
            <a:xfrm>
              <a:off x="5763373" y="2927118"/>
              <a:ext cx="63202" cy="63202"/>
            </a:xfrm>
            <a:prstGeom prst="ellipse">
              <a:avLst/>
            </a:prstGeom>
            <a:solidFill>
              <a:srgbClr val="51B8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89" name="pt3944">
              <a:extLst>
                <a:ext uri="{FF2B5EF4-FFF2-40B4-BE49-F238E27FC236}">
                  <a16:creationId xmlns:a16="http://schemas.microsoft.com/office/drawing/2014/main" id="{4F695A86-BE87-B4DE-F27F-013D8FD07E58}"/>
                </a:ext>
              </a:extLst>
            </p:cNvPr>
            <p:cNvSpPr/>
            <p:nvPr/>
          </p:nvSpPr>
          <p:spPr>
            <a:xfrm>
              <a:off x="3223042" y="4753931"/>
              <a:ext cx="63202" cy="63202"/>
            </a:xfrm>
            <a:prstGeom prst="ellipse">
              <a:avLst/>
            </a:prstGeom>
            <a:solidFill>
              <a:srgbClr val="72D3B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90" name="pt3945">
              <a:extLst>
                <a:ext uri="{FF2B5EF4-FFF2-40B4-BE49-F238E27FC236}">
                  <a16:creationId xmlns:a16="http://schemas.microsoft.com/office/drawing/2014/main" id="{758BA656-171B-BFA6-57D1-AAE6671502DA}"/>
                </a:ext>
              </a:extLst>
            </p:cNvPr>
            <p:cNvSpPr/>
            <p:nvPr/>
          </p:nvSpPr>
          <p:spPr>
            <a:xfrm>
              <a:off x="6187218" y="2929573"/>
              <a:ext cx="63202" cy="63202"/>
            </a:xfrm>
            <a:prstGeom prst="ellipse">
              <a:avLst/>
            </a:prstGeom>
            <a:solidFill>
              <a:srgbClr val="3593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91" name="pt3946">
              <a:extLst>
                <a:ext uri="{FF2B5EF4-FFF2-40B4-BE49-F238E27FC236}">
                  <a16:creationId xmlns:a16="http://schemas.microsoft.com/office/drawing/2014/main" id="{7C20FD9A-E56D-92BA-D934-9DE52518F7FA}"/>
                </a:ext>
              </a:extLst>
            </p:cNvPr>
            <p:cNvSpPr/>
            <p:nvPr/>
          </p:nvSpPr>
          <p:spPr>
            <a:xfrm>
              <a:off x="4558922" y="4541579"/>
              <a:ext cx="63202" cy="63202"/>
            </a:xfrm>
            <a:prstGeom prst="ellipse">
              <a:avLst/>
            </a:prstGeom>
            <a:solidFill>
              <a:srgbClr val="74D3B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92" name="pt3947">
              <a:extLst>
                <a:ext uri="{FF2B5EF4-FFF2-40B4-BE49-F238E27FC236}">
                  <a16:creationId xmlns:a16="http://schemas.microsoft.com/office/drawing/2014/main" id="{9BE53EE1-839E-7091-190C-E18A93091FB2}"/>
                </a:ext>
              </a:extLst>
            </p:cNvPr>
            <p:cNvSpPr/>
            <p:nvPr/>
          </p:nvSpPr>
          <p:spPr>
            <a:xfrm>
              <a:off x="5665872" y="3067530"/>
              <a:ext cx="63202" cy="63202"/>
            </a:xfrm>
            <a:prstGeom prst="ellipse">
              <a:avLst/>
            </a:prstGeom>
            <a:solidFill>
              <a:srgbClr val="56BF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93" name="pt3948">
              <a:extLst>
                <a:ext uri="{FF2B5EF4-FFF2-40B4-BE49-F238E27FC236}">
                  <a16:creationId xmlns:a16="http://schemas.microsoft.com/office/drawing/2014/main" id="{D1FBD7C5-2A9C-8383-1964-C82995496D57}"/>
                </a:ext>
              </a:extLst>
            </p:cNvPr>
            <p:cNvSpPr/>
            <p:nvPr/>
          </p:nvSpPr>
          <p:spPr>
            <a:xfrm>
              <a:off x="4587926" y="4467164"/>
              <a:ext cx="63202" cy="63202"/>
            </a:xfrm>
            <a:prstGeom prst="ellipse">
              <a:avLst/>
            </a:prstGeom>
            <a:solidFill>
              <a:srgbClr val="81D7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94" name="pt3949">
              <a:extLst>
                <a:ext uri="{FF2B5EF4-FFF2-40B4-BE49-F238E27FC236}">
                  <a16:creationId xmlns:a16="http://schemas.microsoft.com/office/drawing/2014/main" id="{F48BE59D-6CE6-7025-0CF0-BC31C1CF98AF}"/>
                </a:ext>
              </a:extLst>
            </p:cNvPr>
            <p:cNvSpPr/>
            <p:nvPr/>
          </p:nvSpPr>
          <p:spPr>
            <a:xfrm>
              <a:off x="2979067" y="4895874"/>
              <a:ext cx="63202" cy="63202"/>
            </a:xfrm>
            <a:prstGeom prst="ellipse">
              <a:avLst/>
            </a:prstGeom>
            <a:solidFill>
              <a:srgbClr val="60CE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95" name="pt3950">
              <a:extLst>
                <a:ext uri="{FF2B5EF4-FFF2-40B4-BE49-F238E27FC236}">
                  <a16:creationId xmlns:a16="http://schemas.microsoft.com/office/drawing/2014/main" id="{B179A9C5-B3BA-7F5A-7A6C-F291198A9AE1}"/>
                </a:ext>
              </a:extLst>
            </p:cNvPr>
            <p:cNvSpPr/>
            <p:nvPr/>
          </p:nvSpPr>
          <p:spPr>
            <a:xfrm>
              <a:off x="4922163" y="4187507"/>
              <a:ext cx="63202" cy="63202"/>
            </a:xfrm>
            <a:prstGeom prst="ellipse">
              <a:avLst/>
            </a:prstGeom>
            <a:solidFill>
              <a:srgbClr val="9AD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96" name="pt3951">
              <a:extLst>
                <a:ext uri="{FF2B5EF4-FFF2-40B4-BE49-F238E27FC236}">
                  <a16:creationId xmlns:a16="http://schemas.microsoft.com/office/drawing/2014/main" id="{66124D30-834B-7533-2247-687CF96043BB}"/>
                </a:ext>
              </a:extLst>
            </p:cNvPr>
            <p:cNvSpPr/>
            <p:nvPr/>
          </p:nvSpPr>
          <p:spPr>
            <a:xfrm>
              <a:off x="2878450" y="4973596"/>
              <a:ext cx="63202" cy="63202"/>
            </a:xfrm>
            <a:prstGeom prst="ellipse">
              <a:avLst/>
            </a:prstGeom>
            <a:solidFill>
              <a:srgbClr val="41A4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97" name="pt3952">
              <a:extLst>
                <a:ext uri="{FF2B5EF4-FFF2-40B4-BE49-F238E27FC236}">
                  <a16:creationId xmlns:a16="http://schemas.microsoft.com/office/drawing/2014/main" id="{653473B7-6ADC-3C28-E4C4-5D874DFC5004}"/>
                </a:ext>
              </a:extLst>
            </p:cNvPr>
            <p:cNvSpPr/>
            <p:nvPr/>
          </p:nvSpPr>
          <p:spPr>
            <a:xfrm>
              <a:off x="5803938" y="2901996"/>
              <a:ext cx="63202" cy="63202"/>
            </a:xfrm>
            <a:prstGeom prst="ellipse">
              <a:avLst/>
            </a:prstGeom>
            <a:solidFill>
              <a:srgbClr val="395E9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98" name="pt3953">
              <a:extLst>
                <a:ext uri="{FF2B5EF4-FFF2-40B4-BE49-F238E27FC236}">
                  <a16:creationId xmlns:a16="http://schemas.microsoft.com/office/drawing/2014/main" id="{1C6485EF-C3BC-C015-E0BD-4DEE53532BE5}"/>
                </a:ext>
              </a:extLst>
            </p:cNvPr>
            <p:cNvSpPr/>
            <p:nvPr/>
          </p:nvSpPr>
          <p:spPr>
            <a:xfrm>
              <a:off x="5052138" y="3796215"/>
              <a:ext cx="63202" cy="63202"/>
            </a:xfrm>
            <a:prstGeom prst="ellipse">
              <a:avLst/>
            </a:prstGeom>
            <a:solidFill>
              <a:srgbClr val="D3F1D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99" name="pt3954">
              <a:extLst>
                <a:ext uri="{FF2B5EF4-FFF2-40B4-BE49-F238E27FC236}">
                  <a16:creationId xmlns:a16="http://schemas.microsoft.com/office/drawing/2014/main" id="{4EFEA9D0-5671-6C86-9FA8-42F320C5BCE7}"/>
                </a:ext>
              </a:extLst>
            </p:cNvPr>
            <p:cNvSpPr/>
            <p:nvPr/>
          </p:nvSpPr>
          <p:spPr>
            <a:xfrm>
              <a:off x="4544041" y="4668741"/>
              <a:ext cx="63202" cy="63202"/>
            </a:xfrm>
            <a:prstGeom prst="ellipse">
              <a:avLst/>
            </a:prstGeom>
            <a:solidFill>
              <a:srgbClr val="47AA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00" name="pt3955">
              <a:extLst>
                <a:ext uri="{FF2B5EF4-FFF2-40B4-BE49-F238E27FC236}">
                  <a16:creationId xmlns:a16="http://schemas.microsoft.com/office/drawing/2014/main" id="{E6225C2A-E88A-FD6A-3810-49B751795C0A}"/>
                </a:ext>
              </a:extLst>
            </p:cNvPr>
            <p:cNvSpPr/>
            <p:nvPr/>
          </p:nvSpPr>
          <p:spPr>
            <a:xfrm>
              <a:off x="3541256" y="4824822"/>
              <a:ext cx="63202" cy="63202"/>
            </a:xfrm>
            <a:prstGeom prst="ellipse">
              <a:avLst/>
            </a:prstGeom>
            <a:solidFill>
              <a:srgbClr val="77D4B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01" name="pt3956">
              <a:extLst>
                <a:ext uri="{FF2B5EF4-FFF2-40B4-BE49-F238E27FC236}">
                  <a16:creationId xmlns:a16="http://schemas.microsoft.com/office/drawing/2014/main" id="{41824FBB-8D7D-B3BE-4AD3-4EB3B95792E1}"/>
                </a:ext>
              </a:extLst>
            </p:cNvPr>
            <p:cNvSpPr/>
            <p:nvPr/>
          </p:nvSpPr>
          <p:spPr>
            <a:xfrm>
              <a:off x="5657937" y="3028251"/>
              <a:ext cx="63202" cy="63202"/>
            </a:xfrm>
            <a:prstGeom prst="ellipse">
              <a:avLst/>
            </a:prstGeom>
            <a:solidFill>
              <a:srgbClr val="55BD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02" name="pt3957">
              <a:extLst>
                <a:ext uri="{FF2B5EF4-FFF2-40B4-BE49-F238E27FC236}">
                  <a16:creationId xmlns:a16="http://schemas.microsoft.com/office/drawing/2014/main" id="{0C9A77C9-D2CE-EC0D-D0BE-F2A56EDB2730}"/>
                </a:ext>
              </a:extLst>
            </p:cNvPr>
            <p:cNvSpPr/>
            <p:nvPr/>
          </p:nvSpPr>
          <p:spPr>
            <a:xfrm>
              <a:off x="2851349" y="4946495"/>
              <a:ext cx="117405" cy="117405"/>
            </a:xfrm>
            <a:prstGeom prst="ellipse">
              <a:avLst/>
            </a:prstGeom>
            <a:solidFill>
              <a:srgbClr val="3A77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03" name="pt3958">
              <a:extLst>
                <a:ext uri="{FF2B5EF4-FFF2-40B4-BE49-F238E27FC236}">
                  <a16:creationId xmlns:a16="http://schemas.microsoft.com/office/drawing/2014/main" id="{E887CC51-4886-1A30-E157-1145162DF5E2}"/>
                </a:ext>
              </a:extLst>
            </p:cNvPr>
            <p:cNvSpPr/>
            <p:nvPr/>
          </p:nvSpPr>
          <p:spPr>
            <a:xfrm>
              <a:off x="5776837" y="2874895"/>
              <a:ext cx="117405" cy="117405"/>
            </a:xfrm>
            <a:prstGeom prst="ellipse">
              <a:avLst/>
            </a:prstGeom>
            <a:solidFill>
              <a:srgbClr val="3A599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04" name="pt3959">
              <a:extLst>
                <a:ext uri="{FF2B5EF4-FFF2-40B4-BE49-F238E27FC236}">
                  <a16:creationId xmlns:a16="http://schemas.microsoft.com/office/drawing/2014/main" id="{6023A1F7-3707-0C9B-8D3A-B5014E96787F}"/>
                </a:ext>
              </a:extLst>
            </p:cNvPr>
            <p:cNvSpPr/>
            <p:nvPr/>
          </p:nvSpPr>
          <p:spPr>
            <a:xfrm>
              <a:off x="4516940" y="4641639"/>
              <a:ext cx="117405" cy="117405"/>
            </a:xfrm>
            <a:prstGeom prst="ellipse">
              <a:avLst/>
            </a:prstGeom>
            <a:solidFill>
              <a:srgbClr val="4CB1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05" name="pt3960">
              <a:extLst>
                <a:ext uri="{FF2B5EF4-FFF2-40B4-BE49-F238E27FC236}">
                  <a16:creationId xmlns:a16="http://schemas.microsoft.com/office/drawing/2014/main" id="{8F4E5B69-9182-1069-4C9A-4A16CB7F7385}"/>
                </a:ext>
              </a:extLst>
            </p:cNvPr>
            <p:cNvSpPr/>
            <p:nvPr/>
          </p:nvSpPr>
          <p:spPr>
            <a:xfrm>
              <a:off x="3514155" y="4797720"/>
              <a:ext cx="117405" cy="117405"/>
            </a:xfrm>
            <a:prstGeom prst="ellipse">
              <a:avLst/>
            </a:prstGeom>
            <a:solidFill>
              <a:srgbClr val="56BF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06" name="pt3961">
              <a:extLst>
                <a:ext uri="{FF2B5EF4-FFF2-40B4-BE49-F238E27FC236}">
                  <a16:creationId xmlns:a16="http://schemas.microsoft.com/office/drawing/2014/main" id="{0AE3F68A-20F0-426E-5D3D-78BF67AB5D34}"/>
                </a:ext>
              </a:extLst>
            </p:cNvPr>
            <p:cNvSpPr/>
            <p:nvPr/>
          </p:nvSpPr>
          <p:spPr>
            <a:xfrm>
              <a:off x="5630836" y="3001150"/>
              <a:ext cx="117405" cy="117405"/>
            </a:xfrm>
            <a:prstGeom prst="ellipse">
              <a:avLst/>
            </a:prstGeom>
            <a:solidFill>
              <a:srgbClr val="4FB5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07" name="pl3962">
              <a:extLst>
                <a:ext uri="{FF2B5EF4-FFF2-40B4-BE49-F238E27FC236}">
                  <a16:creationId xmlns:a16="http://schemas.microsoft.com/office/drawing/2014/main" id="{D6F71BD2-C4AC-4F28-2447-067FAB1DAC5F}"/>
                </a:ext>
              </a:extLst>
            </p:cNvPr>
            <p:cNvSpPr/>
            <p:nvPr/>
          </p:nvSpPr>
          <p:spPr>
            <a:xfrm>
              <a:off x="2850434" y="4909118"/>
              <a:ext cx="52376" cy="84411"/>
            </a:xfrm>
            <a:custGeom>
              <a:avLst/>
              <a:gdLst/>
              <a:ahLst/>
              <a:cxnLst/>
              <a:rect l="0" t="0" r="0" b="0"/>
              <a:pathLst>
                <a:path w="52376" h="84411">
                  <a:moveTo>
                    <a:pt x="0" y="0"/>
                  </a:moveTo>
                  <a:lnTo>
                    <a:pt x="52376" y="8441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08" name="pl3963">
              <a:extLst>
                <a:ext uri="{FF2B5EF4-FFF2-40B4-BE49-F238E27FC236}">
                  <a16:creationId xmlns:a16="http://schemas.microsoft.com/office/drawing/2014/main" id="{70D08907-D040-810D-0928-77EC0D010A96}"/>
                </a:ext>
              </a:extLst>
            </p:cNvPr>
            <p:cNvSpPr/>
            <p:nvPr/>
          </p:nvSpPr>
          <p:spPr>
            <a:xfrm>
              <a:off x="5743970" y="2857791"/>
              <a:ext cx="80153" cy="66355"/>
            </a:xfrm>
            <a:custGeom>
              <a:avLst/>
              <a:gdLst/>
              <a:ahLst/>
              <a:cxnLst/>
              <a:rect l="0" t="0" r="0" b="0"/>
              <a:pathLst>
                <a:path w="80153" h="66355">
                  <a:moveTo>
                    <a:pt x="0" y="0"/>
                  </a:moveTo>
                  <a:lnTo>
                    <a:pt x="80153" y="6635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09" name="pl3964">
              <a:extLst>
                <a:ext uri="{FF2B5EF4-FFF2-40B4-BE49-F238E27FC236}">
                  <a16:creationId xmlns:a16="http://schemas.microsoft.com/office/drawing/2014/main" id="{D23F3CFB-4F27-17C3-AB80-DB299DA033BB}"/>
                </a:ext>
              </a:extLst>
            </p:cNvPr>
            <p:cNvSpPr/>
            <p:nvPr/>
          </p:nvSpPr>
          <p:spPr>
            <a:xfrm>
              <a:off x="4513560" y="4609422"/>
              <a:ext cx="54268" cy="79476"/>
            </a:xfrm>
            <a:custGeom>
              <a:avLst/>
              <a:gdLst/>
              <a:ahLst/>
              <a:cxnLst/>
              <a:rect l="0" t="0" r="0" b="0"/>
              <a:pathLst>
                <a:path w="54268" h="79476">
                  <a:moveTo>
                    <a:pt x="0" y="0"/>
                  </a:moveTo>
                  <a:lnTo>
                    <a:pt x="54268" y="7947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10" name="pl3965">
              <a:extLst>
                <a:ext uri="{FF2B5EF4-FFF2-40B4-BE49-F238E27FC236}">
                  <a16:creationId xmlns:a16="http://schemas.microsoft.com/office/drawing/2014/main" id="{4DF4C6D5-62F0-B8FB-A184-FD93ED0E4925}"/>
                </a:ext>
              </a:extLst>
            </p:cNvPr>
            <p:cNvSpPr/>
            <p:nvPr/>
          </p:nvSpPr>
          <p:spPr>
            <a:xfrm>
              <a:off x="3511744" y="4762552"/>
              <a:ext cx="53588" cy="82312"/>
            </a:xfrm>
            <a:custGeom>
              <a:avLst/>
              <a:gdLst/>
              <a:ahLst/>
              <a:cxnLst/>
              <a:rect l="0" t="0" r="0" b="0"/>
              <a:pathLst>
                <a:path w="53588" h="82312">
                  <a:moveTo>
                    <a:pt x="0" y="0"/>
                  </a:moveTo>
                  <a:lnTo>
                    <a:pt x="53588" y="8231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11" name="pl3966">
              <a:extLst>
                <a:ext uri="{FF2B5EF4-FFF2-40B4-BE49-F238E27FC236}">
                  <a16:creationId xmlns:a16="http://schemas.microsoft.com/office/drawing/2014/main" id="{60C4FCAA-6786-D0D8-2C00-2E58124E8C08}"/>
                </a:ext>
              </a:extLst>
            </p:cNvPr>
            <p:cNvSpPr/>
            <p:nvPr/>
          </p:nvSpPr>
          <p:spPr>
            <a:xfrm>
              <a:off x="5500723" y="3044719"/>
              <a:ext cx="172202" cy="13802"/>
            </a:xfrm>
            <a:custGeom>
              <a:avLst/>
              <a:gdLst/>
              <a:ahLst/>
              <a:cxnLst/>
              <a:rect l="0" t="0" r="0" b="0"/>
              <a:pathLst>
                <a:path w="172202" h="13802">
                  <a:moveTo>
                    <a:pt x="0" y="0"/>
                  </a:moveTo>
                  <a:lnTo>
                    <a:pt x="172202" y="1380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12" name="pg3967">
              <a:extLst>
                <a:ext uri="{FF2B5EF4-FFF2-40B4-BE49-F238E27FC236}">
                  <a16:creationId xmlns:a16="http://schemas.microsoft.com/office/drawing/2014/main" id="{54883A8D-9161-9FA3-07AE-24140B9EB414}"/>
                </a:ext>
              </a:extLst>
            </p:cNvPr>
            <p:cNvSpPr/>
            <p:nvPr/>
          </p:nvSpPr>
          <p:spPr>
            <a:xfrm>
              <a:off x="2291919" y="4760421"/>
              <a:ext cx="558515" cy="191932"/>
            </a:xfrm>
            <a:custGeom>
              <a:avLst/>
              <a:gdLst/>
              <a:ahLst/>
              <a:cxnLst/>
              <a:rect l="0" t="0" r="0" b="0"/>
              <a:pathLst>
                <a:path w="558515" h="191932">
                  <a:moveTo>
                    <a:pt x="27431" y="191932"/>
                  </a:moveTo>
                  <a:lnTo>
                    <a:pt x="531083" y="191932"/>
                  </a:lnTo>
                  <a:lnTo>
                    <a:pt x="529978" y="191910"/>
                  </a:lnTo>
                  <a:lnTo>
                    <a:pt x="534390" y="191732"/>
                  </a:lnTo>
                  <a:lnTo>
                    <a:pt x="538715" y="190849"/>
                  </a:lnTo>
                  <a:lnTo>
                    <a:pt x="542843" y="189284"/>
                  </a:lnTo>
                  <a:lnTo>
                    <a:pt x="546666" y="187076"/>
                  </a:lnTo>
                  <a:lnTo>
                    <a:pt x="550086" y="184284"/>
                  </a:lnTo>
                  <a:lnTo>
                    <a:pt x="553013" y="180980"/>
                  </a:lnTo>
                  <a:lnTo>
                    <a:pt x="555373" y="177248"/>
                  </a:lnTo>
                  <a:lnTo>
                    <a:pt x="557103" y="173187"/>
                  </a:lnTo>
                  <a:lnTo>
                    <a:pt x="558160" y="168900"/>
                  </a:lnTo>
                  <a:lnTo>
                    <a:pt x="558515" y="164500"/>
                  </a:lnTo>
                  <a:lnTo>
                    <a:pt x="558515" y="27431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13" name="tx3968">
              <a:extLst>
                <a:ext uri="{FF2B5EF4-FFF2-40B4-BE49-F238E27FC236}">
                  <a16:creationId xmlns:a16="http://schemas.microsoft.com/office/drawing/2014/main" id="{338A8F8B-6CEB-19D9-E690-B59ADA93CB8E}"/>
                </a:ext>
              </a:extLst>
            </p:cNvPr>
            <p:cNvSpPr/>
            <p:nvPr/>
          </p:nvSpPr>
          <p:spPr>
            <a:xfrm>
              <a:off x="2337639" y="4806141"/>
              <a:ext cx="467075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</a:t>
              </a:r>
              <a:r>
                <a:rPr lang="en-US"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</a:t>
              </a:r>
              <a:r>
                <a:rPr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TX</a:t>
              </a:r>
            </a:p>
          </p:txBody>
        </p:sp>
        <p:sp>
          <p:nvSpPr>
            <p:cNvPr id="17914" name="pg3969">
              <a:extLst>
                <a:ext uri="{FF2B5EF4-FFF2-40B4-BE49-F238E27FC236}">
                  <a16:creationId xmlns:a16="http://schemas.microsoft.com/office/drawing/2014/main" id="{2DDD12C2-F533-2FD5-1E09-6AB4943F193F}"/>
                </a:ext>
              </a:extLst>
            </p:cNvPr>
            <p:cNvSpPr/>
            <p:nvPr/>
          </p:nvSpPr>
          <p:spPr>
            <a:xfrm>
              <a:off x="5279681" y="2665859"/>
              <a:ext cx="589605" cy="191932"/>
            </a:xfrm>
            <a:custGeom>
              <a:avLst/>
              <a:gdLst/>
              <a:ahLst/>
              <a:cxnLst/>
              <a:rect l="0" t="0" r="0" b="0"/>
              <a:pathLst>
                <a:path w="589605" h="191932">
                  <a:moveTo>
                    <a:pt x="27431" y="191932"/>
                  </a:moveTo>
                  <a:lnTo>
                    <a:pt x="562173" y="191932"/>
                  </a:lnTo>
                  <a:lnTo>
                    <a:pt x="561068" y="191910"/>
                  </a:lnTo>
                  <a:lnTo>
                    <a:pt x="565479" y="191732"/>
                  </a:lnTo>
                  <a:lnTo>
                    <a:pt x="569805" y="190849"/>
                  </a:lnTo>
                  <a:lnTo>
                    <a:pt x="573933" y="189284"/>
                  </a:lnTo>
                  <a:lnTo>
                    <a:pt x="577756" y="187076"/>
                  </a:lnTo>
                  <a:lnTo>
                    <a:pt x="581175" y="184284"/>
                  </a:lnTo>
                  <a:lnTo>
                    <a:pt x="584103" y="180980"/>
                  </a:lnTo>
                  <a:lnTo>
                    <a:pt x="586462" y="177248"/>
                  </a:lnTo>
                  <a:lnTo>
                    <a:pt x="588193" y="173187"/>
                  </a:lnTo>
                  <a:lnTo>
                    <a:pt x="589249" y="168900"/>
                  </a:lnTo>
                  <a:lnTo>
                    <a:pt x="589605" y="164500"/>
                  </a:lnTo>
                  <a:lnTo>
                    <a:pt x="589605" y="27431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15" name="tx3970">
              <a:extLst>
                <a:ext uri="{FF2B5EF4-FFF2-40B4-BE49-F238E27FC236}">
                  <a16:creationId xmlns:a16="http://schemas.microsoft.com/office/drawing/2014/main" id="{4FD479A3-5B4B-2FF0-1B3E-75FF8128DB7C}"/>
                </a:ext>
              </a:extLst>
            </p:cNvPr>
            <p:cNvSpPr/>
            <p:nvPr/>
          </p:nvSpPr>
          <p:spPr>
            <a:xfrm>
              <a:off x="5325401" y="2711579"/>
              <a:ext cx="498165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</a:t>
              </a:r>
              <a:r>
                <a:rPr lang="en-US"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</a:t>
              </a:r>
              <a:r>
                <a:rPr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</a:t>
              </a:r>
            </a:p>
          </p:txBody>
        </p:sp>
        <p:sp>
          <p:nvSpPr>
            <p:cNvPr id="17916" name="pg3971">
              <a:extLst>
                <a:ext uri="{FF2B5EF4-FFF2-40B4-BE49-F238E27FC236}">
                  <a16:creationId xmlns:a16="http://schemas.microsoft.com/office/drawing/2014/main" id="{FB420505-D522-D7F0-1C65-E8C23A33AEC6}"/>
                </a:ext>
              </a:extLst>
            </p:cNvPr>
            <p:cNvSpPr/>
            <p:nvPr/>
          </p:nvSpPr>
          <p:spPr>
            <a:xfrm>
              <a:off x="3970589" y="4460454"/>
              <a:ext cx="542970" cy="191932"/>
            </a:xfrm>
            <a:custGeom>
              <a:avLst/>
              <a:gdLst/>
              <a:ahLst/>
              <a:cxnLst/>
              <a:rect l="0" t="0" r="0" b="0"/>
              <a:pathLst>
                <a:path w="542970" h="191932">
                  <a:moveTo>
                    <a:pt x="27432" y="191932"/>
                  </a:moveTo>
                  <a:lnTo>
                    <a:pt x="515538" y="191932"/>
                  </a:lnTo>
                  <a:lnTo>
                    <a:pt x="514434" y="191910"/>
                  </a:lnTo>
                  <a:lnTo>
                    <a:pt x="518845" y="191732"/>
                  </a:lnTo>
                  <a:lnTo>
                    <a:pt x="523170" y="190849"/>
                  </a:lnTo>
                  <a:lnTo>
                    <a:pt x="527298" y="189284"/>
                  </a:lnTo>
                  <a:lnTo>
                    <a:pt x="531121" y="187076"/>
                  </a:lnTo>
                  <a:lnTo>
                    <a:pt x="534541" y="184284"/>
                  </a:lnTo>
                  <a:lnTo>
                    <a:pt x="537469" y="180980"/>
                  </a:lnTo>
                  <a:lnTo>
                    <a:pt x="539828" y="177248"/>
                  </a:lnTo>
                  <a:lnTo>
                    <a:pt x="541558" y="173187"/>
                  </a:lnTo>
                  <a:lnTo>
                    <a:pt x="542615" y="168900"/>
                  </a:lnTo>
                  <a:lnTo>
                    <a:pt x="542970" y="164500"/>
                  </a:lnTo>
                  <a:lnTo>
                    <a:pt x="542970" y="27431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17" name="tx3972">
              <a:extLst>
                <a:ext uri="{FF2B5EF4-FFF2-40B4-BE49-F238E27FC236}">
                  <a16:creationId xmlns:a16="http://schemas.microsoft.com/office/drawing/2014/main" id="{120B4C22-A423-508A-2CB8-E77E824B0D3A}"/>
                </a:ext>
              </a:extLst>
            </p:cNvPr>
            <p:cNvSpPr/>
            <p:nvPr/>
          </p:nvSpPr>
          <p:spPr>
            <a:xfrm>
              <a:off x="4016309" y="4506174"/>
              <a:ext cx="451530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</a:t>
              </a:r>
              <a:r>
                <a:rPr lang="en-US"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</a:t>
              </a:r>
              <a:r>
                <a:rPr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FL</a:t>
              </a:r>
            </a:p>
          </p:txBody>
        </p:sp>
        <p:sp>
          <p:nvSpPr>
            <p:cNvPr id="17918" name="pg3973">
              <a:extLst>
                <a:ext uri="{FF2B5EF4-FFF2-40B4-BE49-F238E27FC236}">
                  <a16:creationId xmlns:a16="http://schemas.microsoft.com/office/drawing/2014/main" id="{A7ACA48D-7B6A-972D-5EDF-3E9FD346F1DD}"/>
                </a:ext>
              </a:extLst>
            </p:cNvPr>
            <p:cNvSpPr/>
            <p:nvPr/>
          </p:nvSpPr>
          <p:spPr>
            <a:xfrm>
              <a:off x="2960909" y="4613820"/>
              <a:ext cx="550834" cy="191932"/>
            </a:xfrm>
            <a:custGeom>
              <a:avLst/>
              <a:gdLst/>
              <a:ahLst/>
              <a:cxnLst/>
              <a:rect l="0" t="0" r="0" b="0"/>
              <a:pathLst>
                <a:path w="550834" h="191932">
                  <a:moveTo>
                    <a:pt x="27431" y="191932"/>
                  </a:moveTo>
                  <a:lnTo>
                    <a:pt x="523402" y="191932"/>
                  </a:lnTo>
                  <a:lnTo>
                    <a:pt x="522297" y="191910"/>
                  </a:lnTo>
                  <a:lnTo>
                    <a:pt x="526709" y="191732"/>
                  </a:lnTo>
                  <a:lnTo>
                    <a:pt x="531034" y="190849"/>
                  </a:lnTo>
                  <a:lnTo>
                    <a:pt x="535162" y="189284"/>
                  </a:lnTo>
                  <a:lnTo>
                    <a:pt x="538985" y="187076"/>
                  </a:lnTo>
                  <a:lnTo>
                    <a:pt x="542405" y="184284"/>
                  </a:lnTo>
                  <a:lnTo>
                    <a:pt x="545332" y="180980"/>
                  </a:lnTo>
                  <a:lnTo>
                    <a:pt x="547692" y="177248"/>
                  </a:lnTo>
                  <a:lnTo>
                    <a:pt x="549422" y="173187"/>
                  </a:lnTo>
                  <a:lnTo>
                    <a:pt x="550479" y="168900"/>
                  </a:lnTo>
                  <a:lnTo>
                    <a:pt x="550834" y="164500"/>
                  </a:lnTo>
                  <a:lnTo>
                    <a:pt x="550834" y="27431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19" name="tx3974">
              <a:extLst>
                <a:ext uri="{FF2B5EF4-FFF2-40B4-BE49-F238E27FC236}">
                  <a16:creationId xmlns:a16="http://schemas.microsoft.com/office/drawing/2014/main" id="{D26CADEA-A5CF-5E2D-CB8C-64F46E4CFAD5}"/>
                </a:ext>
              </a:extLst>
            </p:cNvPr>
            <p:cNvSpPr/>
            <p:nvPr/>
          </p:nvSpPr>
          <p:spPr>
            <a:xfrm>
              <a:off x="3006629" y="4659540"/>
              <a:ext cx="459394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</a:t>
              </a:r>
              <a:r>
                <a:rPr lang="en-US"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</a:t>
              </a:r>
              <a:r>
                <a:rPr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</a:t>
              </a:r>
            </a:p>
          </p:txBody>
        </p:sp>
        <p:sp>
          <p:nvSpPr>
            <p:cNvPr id="17920" name="pg3975">
              <a:extLst>
                <a:ext uri="{FF2B5EF4-FFF2-40B4-BE49-F238E27FC236}">
                  <a16:creationId xmlns:a16="http://schemas.microsoft.com/office/drawing/2014/main" id="{643E36DE-AC6B-E84C-3F13-F7F5B89C6003}"/>
                </a:ext>
              </a:extLst>
            </p:cNvPr>
            <p:cNvSpPr/>
            <p:nvPr/>
          </p:nvSpPr>
          <p:spPr>
            <a:xfrm>
              <a:off x="4918982" y="2948671"/>
              <a:ext cx="581741" cy="191932"/>
            </a:xfrm>
            <a:custGeom>
              <a:avLst/>
              <a:gdLst/>
              <a:ahLst/>
              <a:cxnLst/>
              <a:rect l="0" t="0" r="0" b="0"/>
              <a:pathLst>
                <a:path w="581741" h="191932">
                  <a:moveTo>
                    <a:pt x="27432" y="191932"/>
                  </a:moveTo>
                  <a:lnTo>
                    <a:pt x="554309" y="191932"/>
                  </a:lnTo>
                  <a:lnTo>
                    <a:pt x="553204" y="191910"/>
                  </a:lnTo>
                  <a:lnTo>
                    <a:pt x="557615" y="191732"/>
                  </a:lnTo>
                  <a:lnTo>
                    <a:pt x="561941" y="190849"/>
                  </a:lnTo>
                  <a:lnTo>
                    <a:pt x="566069" y="189284"/>
                  </a:lnTo>
                  <a:lnTo>
                    <a:pt x="569892" y="187076"/>
                  </a:lnTo>
                  <a:lnTo>
                    <a:pt x="573312" y="184284"/>
                  </a:lnTo>
                  <a:lnTo>
                    <a:pt x="576239" y="180980"/>
                  </a:lnTo>
                  <a:lnTo>
                    <a:pt x="578599" y="177248"/>
                  </a:lnTo>
                  <a:lnTo>
                    <a:pt x="580329" y="173187"/>
                  </a:lnTo>
                  <a:lnTo>
                    <a:pt x="581386" y="168900"/>
                  </a:lnTo>
                  <a:lnTo>
                    <a:pt x="581741" y="164500"/>
                  </a:lnTo>
                  <a:lnTo>
                    <a:pt x="581741" y="27432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21" name="tx3976">
              <a:extLst>
                <a:ext uri="{FF2B5EF4-FFF2-40B4-BE49-F238E27FC236}">
                  <a16:creationId xmlns:a16="http://schemas.microsoft.com/office/drawing/2014/main" id="{10EA69FB-22A6-62C5-17C8-40A104A5A873}"/>
                </a:ext>
              </a:extLst>
            </p:cNvPr>
            <p:cNvSpPr/>
            <p:nvPr/>
          </p:nvSpPr>
          <p:spPr>
            <a:xfrm>
              <a:off x="4964702" y="2994391"/>
              <a:ext cx="490301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</a:t>
              </a:r>
              <a:r>
                <a:rPr lang="en-US"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</a:t>
              </a:r>
              <a:r>
                <a:rPr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NH</a:t>
              </a:r>
            </a:p>
          </p:txBody>
        </p:sp>
        <p:sp>
          <p:nvSpPr>
            <p:cNvPr id="17922" name="rc3977">
              <a:extLst>
                <a:ext uri="{FF2B5EF4-FFF2-40B4-BE49-F238E27FC236}">
                  <a16:creationId xmlns:a16="http://schemas.microsoft.com/office/drawing/2014/main" id="{A2F54F04-5A92-F55E-20D6-BB416D2564D8}"/>
                </a:ext>
              </a:extLst>
            </p:cNvPr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23" name="tx3978">
              <a:extLst>
                <a:ext uri="{FF2B5EF4-FFF2-40B4-BE49-F238E27FC236}">
                  <a16:creationId xmlns:a16="http://schemas.microsoft.com/office/drawing/2014/main" id="{4EBA497D-D073-8479-5B6E-66AC00CABB50}"/>
                </a:ext>
              </a:extLst>
            </p:cNvPr>
            <p:cNvSpPr/>
            <p:nvPr/>
          </p:nvSpPr>
          <p:spPr>
            <a:xfrm>
              <a:off x="1889564" y="5366840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17924" name="tx3979">
              <a:extLst>
                <a:ext uri="{FF2B5EF4-FFF2-40B4-BE49-F238E27FC236}">
                  <a16:creationId xmlns:a16="http://schemas.microsoft.com/office/drawing/2014/main" id="{D04A4355-9CC6-74C8-DF77-E31CE84F66E6}"/>
                </a:ext>
              </a:extLst>
            </p:cNvPr>
            <p:cNvSpPr/>
            <p:nvPr/>
          </p:nvSpPr>
          <p:spPr>
            <a:xfrm>
              <a:off x="2013922" y="534846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7925" name="tx3980">
              <a:extLst>
                <a:ext uri="{FF2B5EF4-FFF2-40B4-BE49-F238E27FC236}">
                  <a16:creationId xmlns:a16="http://schemas.microsoft.com/office/drawing/2014/main" id="{CFB17FD9-D00F-4A75-6BB4-178BD506D509}"/>
                </a:ext>
              </a:extLst>
            </p:cNvPr>
            <p:cNvSpPr/>
            <p:nvPr/>
          </p:nvSpPr>
          <p:spPr>
            <a:xfrm>
              <a:off x="2058636" y="536684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7926" name="tx3981">
              <a:extLst>
                <a:ext uri="{FF2B5EF4-FFF2-40B4-BE49-F238E27FC236}">
                  <a16:creationId xmlns:a16="http://schemas.microsoft.com/office/drawing/2014/main" id="{2ED67931-BA7A-C5EB-EC01-F0C510841300}"/>
                </a:ext>
              </a:extLst>
            </p:cNvPr>
            <p:cNvSpPr/>
            <p:nvPr/>
          </p:nvSpPr>
          <p:spPr>
            <a:xfrm>
              <a:off x="1889564" y="471646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7927" name="tx3982">
              <a:extLst>
                <a:ext uri="{FF2B5EF4-FFF2-40B4-BE49-F238E27FC236}">
                  <a16:creationId xmlns:a16="http://schemas.microsoft.com/office/drawing/2014/main" id="{4150C279-C8CF-49F4-2294-5239DA95089E}"/>
                </a:ext>
              </a:extLst>
            </p:cNvPr>
            <p:cNvSpPr/>
            <p:nvPr/>
          </p:nvSpPr>
          <p:spPr>
            <a:xfrm>
              <a:off x="2013922" y="469808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7928" name="tx3983">
              <a:extLst>
                <a:ext uri="{FF2B5EF4-FFF2-40B4-BE49-F238E27FC236}">
                  <a16:creationId xmlns:a16="http://schemas.microsoft.com/office/drawing/2014/main" id="{7F1DE65A-8A22-B904-C18F-0414687B96F9}"/>
                </a:ext>
              </a:extLst>
            </p:cNvPr>
            <p:cNvSpPr/>
            <p:nvPr/>
          </p:nvSpPr>
          <p:spPr>
            <a:xfrm>
              <a:off x="2058636" y="471646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7929" name="tx3984">
              <a:extLst>
                <a:ext uri="{FF2B5EF4-FFF2-40B4-BE49-F238E27FC236}">
                  <a16:creationId xmlns:a16="http://schemas.microsoft.com/office/drawing/2014/main" id="{0BED9F64-0A9B-EF8E-FBC8-BB45AB997351}"/>
                </a:ext>
              </a:extLst>
            </p:cNvPr>
            <p:cNvSpPr/>
            <p:nvPr/>
          </p:nvSpPr>
          <p:spPr>
            <a:xfrm>
              <a:off x="1889564" y="406618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17930" name="tx3985">
              <a:extLst>
                <a:ext uri="{FF2B5EF4-FFF2-40B4-BE49-F238E27FC236}">
                  <a16:creationId xmlns:a16="http://schemas.microsoft.com/office/drawing/2014/main" id="{DEF112DD-6119-9356-6F45-A2FB819A7B2E}"/>
                </a:ext>
              </a:extLst>
            </p:cNvPr>
            <p:cNvSpPr/>
            <p:nvPr/>
          </p:nvSpPr>
          <p:spPr>
            <a:xfrm>
              <a:off x="2013922" y="404780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7931" name="tx3986">
              <a:extLst>
                <a:ext uri="{FF2B5EF4-FFF2-40B4-BE49-F238E27FC236}">
                  <a16:creationId xmlns:a16="http://schemas.microsoft.com/office/drawing/2014/main" id="{14113721-56AF-7F67-B965-48CECE108039}"/>
                </a:ext>
              </a:extLst>
            </p:cNvPr>
            <p:cNvSpPr/>
            <p:nvPr/>
          </p:nvSpPr>
          <p:spPr>
            <a:xfrm>
              <a:off x="2058636" y="406618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7932" name="tx3987">
              <a:extLst>
                <a:ext uri="{FF2B5EF4-FFF2-40B4-BE49-F238E27FC236}">
                  <a16:creationId xmlns:a16="http://schemas.microsoft.com/office/drawing/2014/main" id="{2FACB561-E641-0967-C845-E0FD677C22EF}"/>
                </a:ext>
              </a:extLst>
            </p:cNvPr>
            <p:cNvSpPr/>
            <p:nvPr/>
          </p:nvSpPr>
          <p:spPr>
            <a:xfrm>
              <a:off x="1889564" y="341590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7933" name="tx3988">
              <a:extLst>
                <a:ext uri="{FF2B5EF4-FFF2-40B4-BE49-F238E27FC236}">
                  <a16:creationId xmlns:a16="http://schemas.microsoft.com/office/drawing/2014/main" id="{521C02A3-2969-7B5A-E894-3535F9622D1C}"/>
                </a:ext>
              </a:extLst>
            </p:cNvPr>
            <p:cNvSpPr/>
            <p:nvPr/>
          </p:nvSpPr>
          <p:spPr>
            <a:xfrm>
              <a:off x="2013922" y="339752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7934" name="tx3989">
              <a:extLst>
                <a:ext uri="{FF2B5EF4-FFF2-40B4-BE49-F238E27FC236}">
                  <a16:creationId xmlns:a16="http://schemas.microsoft.com/office/drawing/2014/main" id="{20732109-24E4-F44F-8CB9-5578AB70C85B}"/>
                </a:ext>
              </a:extLst>
            </p:cNvPr>
            <p:cNvSpPr/>
            <p:nvPr/>
          </p:nvSpPr>
          <p:spPr>
            <a:xfrm>
              <a:off x="2058636" y="341590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7935" name="tx3990">
              <a:extLst>
                <a:ext uri="{FF2B5EF4-FFF2-40B4-BE49-F238E27FC236}">
                  <a16:creationId xmlns:a16="http://schemas.microsoft.com/office/drawing/2014/main" id="{4F7097CF-7E95-AD0F-F199-78ABC7DA8518}"/>
                </a:ext>
              </a:extLst>
            </p:cNvPr>
            <p:cNvSpPr/>
            <p:nvPr/>
          </p:nvSpPr>
          <p:spPr>
            <a:xfrm>
              <a:off x="1889564" y="2765720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17936" name="tx3991">
              <a:extLst>
                <a:ext uri="{FF2B5EF4-FFF2-40B4-BE49-F238E27FC236}">
                  <a16:creationId xmlns:a16="http://schemas.microsoft.com/office/drawing/2014/main" id="{D2DEB498-B4CA-F4C6-D93F-17426A217F14}"/>
                </a:ext>
              </a:extLst>
            </p:cNvPr>
            <p:cNvSpPr/>
            <p:nvPr/>
          </p:nvSpPr>
          <p:spPr>
            <a:xfrm>
              <a:off x="2013922" y="274734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7937" name="tx3992">
              <a:extLst>
                <a:ext uri="{FF2B5EF4-FFF2-40B4-BE49-F238E27FC236}">
                  <a16:creationId xmlns:a16="http://schemas.microsoft.com/office/drawing/2014/main" id="{EB4AD5A2-9C07-DD25-BC1E-44E059562AC1}"/>
                </a:ext>
              </a:extLst>
            </p:cNvPr>
            <p:cNvSpPr/>
            <p:nvPr/>
          </p:nvSpPr>
          <p:spPr>
            <a:xfrm>
              <a:off x="2058636" y="276572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7938" name="pl3993">
              <a:extLst>
                <a:ext uri="{FF2B5EF4-FFF2-40B4-BE49-F238E27FC236}">
                  <a16:creationId xmlns:a16="http://schemas.microsoft.com/office/drawing/2014/main" id="{7931E76E-176D-703F-1E6E-C724143D1EC8}"/>
                </a:ext>
              </a:extLst>
            </p:cNvPr>
            <p:cNvSpPr/>
            <p:nvPr/>
          </p:nvSpPr>
          <p:spPr>
            <a:xfrm>
              <a:off x="2167122" y="540785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39" name="pl3994">
              <a:extLst>
                <a:ext uri="{FF2B5EF4-FFF2-40B4-BE49-F238E27FC236}">
                  <a16:creationId xmlns:a16="http://schemas.microsoft.com/office/drawing/2014/main" id="{E9560FFA-0539-93B3-84FA-EAFD334EEBF9}"/>
                </a:ext>
              </a:extLst>
            </p:cNvPr>
            <p:cNvSpPr/>
            <p:nvPr/>
          </p:nvSpPr>
          <p:spPr>
            <a:xfrm>
              <a:off x="2167122" y="475757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40" name="pl3995">
              <a:extLst>
                <a:ext uri="{FF2B5EF4-FFF2-40B4-BE49-F238E27FC236}">
                  <a16:creationId xmlns:a16="http://schemas.microsoft.com/office/drawing/2014/main" id="{DB137968-9655-E5B6-4998-C944C8093B2F}"/>
                </a:ext>
              </a:extLst>
            </p:cNvPr>
            <p:cNvSpPr/>
            <p:nvPr/>
          </p:nvSpPr>
          <p:spPr>
            <a:xfrm>
              <a:off x="2167122" y="410729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41" name="pl3996">
              <a:extLst>
                <a:ext uri="{FF2B5EF4-FFF2-40B4-BE49-F238E27FC236}">
                  <a16:creationId xmlns:a16="http://schemas.microsoft.com/office/drawing/2014/main" id="{60B70A38-F03D-FC6E-C610-238896F7E71E}"/>
                </a:ext>
              </a:extLst>
            </p:cNvPr>
            <p:cNvSpPr/>
            <p:nvPr/>
          </p:nvSpPr>
          <p:spPr>
            <a:xfrm>
              <a:off x="2167122" y="345701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42" name="pl3997">
              <a:extLst>
                <a:ext uri="{FF2B5EF4-FFF2-40B4-BE49-F238E27FC236}">
                  <a16:creationId xmlns:a16="http://schemas.microsoft.com/office/drawing/2014/main" id="{D5666AFA-E530-D78C-C850-80B81D5936E4}"/>
                </a:ext>
              </a:extLst>
            </p:cNvPr>
            <p:cNvSpPr/>
            <p:nvPr/>
          </p:nvSpPr>
          <p:spPr>
            <a:xfrm>
              <a:off x="2167122" y="280673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43" name="pl3998">
              <a:extLst>
                <a:ext uri="{FF2B5EF4-FFF2-40B4-BE49-F238E27FC236}">
                  <a16:creationId xmlns:a16="http://schemas.microsoft.com/office/drawing/2014/main" id="{49930F50-7875-1D0A-0A5F-46489852F6E4}"/>
                </a:ext>
              </a:extLst>
            </p:cNvPr>
            <p:cNvSpPr/>
            <p:nvPr/>
          </p:nvSpPr>
          <p:spPr>
            <a:xfrm>
              <a:off x="2610961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44" name="pl3999">
              <a:extLst>
                <a:ext uri="{FF2B5EF4-FFF2-40B4-BE49-F238E27FC236}">
                  <a16:creationId xmlns:a16="http://schemas.microsoft.com/office/drawing/2014/main" id="{210A5E73-D052-4EBB-3497-DB92C2DE10DA}"/>
                </a:ext>
              </a:extLst>
            </p:cNvPr>
            <p:cNvSpPr/>
            <p:nvPr/>
          </p:nvSpPr>
          <p:spPr>
            <a:xfrm>
              <a:off x="314013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45" name="pl4000">
              <a:extLst>
                <a:ext uri="{FF2B5EF4-FFF2-40B4-BE49-F238E27FC236}">
                  <a16:creationId xmlns:a16="http://schemas.microsoft.com/office/drawing/2014/main" id="{D9539AD1-A9F8-BC3D-28A1-842B0E22CC90}"/>
                </a:ext>
              </a:extLst>
            </p:cNvPr>
            <p:cNvSpPr/>
            <p:nvPr/>
          </p:nvSpPr>
          <p:spPr>
            <a:xfrm>
              <a:off x="366931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46" name="pl4001">
              <a:extLst>
                <a:ext uri="{FF2B5EF4-FFF2-40B4-BE49-F238E27FC236}">
                  <a16:creationId xmlns:a16="http://schemas.microsoft.com/office/drawing/2014/main" id="{F5E2FB0C-4286-133F-3911-7B781DDC0094}"/>
                </a:ext>
              </a:extLst>
            </p:cNvPr>
            <p:cNvSpPr/>
            <p:nvPr/>
          </p:nvSpPr>
          <p:spPr>
            <a:xfrm>
              <a:off x="419848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47" name="pl4002">
              <a:extLst>
                <a:ext uri="{FF2B5EF4-FFF2-40B4-BE49-F238E27FC236}">
                  <a16:creationId xmlns:a16="http://schemas.microsoft.com/office/drawing/2014/main" id="{BD410CA8-E1F3-B557-C69B-517D1AFBF298}"/>
                </a:ext>
              </a:extLst>
            </p:cNvPr>
            <p:cNvSpPr/>
            <p:nvPr/>
          </p:nvSpPr>
          <p:spPr>
            <a:xfrm>
              <a:off x="472766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48" name="pl4003">
              <a:extLst>
                <a:ext uri="{FF2B5EF4-FFF2-40B4-BE49-F238E27FC236}">
                  <a16:creationId xmlns:a16="http://schemas.microsoft.com/office/drawing/2014/main" id="{1E676E16-60F6-FF65-3DE0-86C1620DAA3C}"/>
                </a:ext>
              </a:extLst>
            </p:cNvPr>
            <p:cNvSpPr/>
            <p:nvPr/>
          </p:nvSpPr>
          <p:spPr>
            <a:xfrm>
              <a:off x="525683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49" name="pl4004">
              <a:extLst>
                <a:ext uri="{FF2B5EF4-FFF2-40B4-BE49-F238E27FC236}">
                  <a16:creationId xmlns:a16="http://schemas.microsoft.com/office/drawing/2014/main" id="{01C2BB0E-8380-FEE9-AB88-31085FB1D084}"/>
                </a:ext>
              </a:extLst>
            </p:cNvPr>
            <p:cNvSpPr/>
            <p:nvPr/>
          </p:nvSpPr>
          <p:spPr>
            <a:xfrm>
              <a:off x="578601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50" name="pl4005">
              <a:extLst>
                <a:ext uri="{FF2B5EF4-FFF2-40B4-BE49-F238E27FC236}">
                  <a16:creationId xmlns:a16="http://schemas.microsoft.com/office/drawing/2014/main" id="{12F51969-5B0F-529C-ADF0-871CB32725D4}"/>
                </a:ext>
              </a:extLst>
            </p:cNvPr>
            <p:cNvSpPr/>
            <p:nvPr/>
          </p:nvSpPr>
          <p:spPr>
            <a:xfrm>
              <a:off x="631518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51" name="tx4006">
              <a:extLst>
                <a:ext uri="{FF2B5EF4-FFF2-40B4-BE49-F238E27FC236}">
                  <a16:creationId xmlns:a16="http://schemas.microsoft.com/office/drawing/2014/main" id="{25A48223-750F-E703-06FB-CE0E220DEE99}"/>
                </a:ext>
              </a:extLst>
            </p:cNvPr>
            <p:cNvSpPr/>
            <p:nvPr/>
          </p:nvSpPr>
          <p:spPr>
            <a:xfrm>
              <a:off x="2442620" y="5783578"/>
              <a:ext cx="18653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952" name="tx4007">
              <a:extLst>
                <a:ext uri="{FF2B5EF4-FFF2-40B4-BE49-F238E27FC236}">
                  <a16:creationId xmlns:a16="http://schemas.microsoft.com/office/drawing/2014/main" id="{8782E27C-C1EA-7E48-9A77-C5B90580BB38}"/>
                </a:ext>
              </a:extLst>
            </p:cNvPr>
            <p:cNvSpPr/>
            <p:nvPr/>
          </p:nvSpPr>
          <p:spPr>
            <a:xfrm>
              <a:off x="262915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7953" name="tx4008">
              <a:extLst>
                <a:ext uri="{FF2B5EF4-FFF2-40B4-BE49-F238E27FC236}">
                  <a16:creationId xmlns:a16="http://schemas.microsoft.com/office/drawing/2014/main" id="{0B05336B-8E4A-79E9-E6B0-B31C0214C512}"/>
                </a:ext>
              </a:extLst>
            </p:cNvPr>
            <p:cNvSpPr/>
            <p:nvPr/>
          </p:nvSpPr>
          <p:spPr>
            <a:xfrm>
              <a:off x="267387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7954" name="tx4009">
              <a:extLst>
                <a:ext uri="{FF2B5EF4-FFF2-40B4-BE49-F238E27FC236}">
                  <a16:creationId xmlns:a16="http://schemas.microsoft.com/office/drawing/2014/main" id="{3864D8CE-5710-090C-07EB-1F6D2F1942D9}"/>
                </a:ext>
              </a:extLst>
            </p:cNvPr>
            <p:cNvSpPr/>
            <p:nvPr/>
          </p:nvSpPr>
          <p:spPr>
            <a:xfrm>
              <a:off x="298738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17955" name="tx4010">
              <a:extLst>
                <a:ext uri="{FF2B5EF4-FFF2-40B4-BE49-F238E27FC236}">
                  <a16:creationId xmlns:a16="http://schemas.microsoft.com/office/drawing/2014/main" id="{AE13B5B8-6E5A-D007-0548-BCC372C45B53}"/>
                </a:ext>
              </a:extLst>
            </p:cNvPr>
            <p:cNvSpPr/>
            <p:nvPr/>
          </p:nvSpPr>
          <p:spPr>
            <a:xfrm>
              <a:off x="314274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7956" name="tx4011">
              <a:extLst>
                <a:ext uri="{FF2B5EF4-FFF2-40B4-BE49-F238E27FC236}">
                  <a16:creationId xmlns:a16="http://schemas.microsoft.com/office/drawing/2014/main" id="{318C9B4F-D6DD-910F-ACEF-7D453CD55A87}"/>
                </a:ext>
              </a:extLst>
            </p:cNvPr>
            <p:cNvSpPr/>
            <p:nvPr/>
          </p:nvSpPr>
          <p:spPr>
            <a:xfrm>
              <a:off x="318745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7957" name="tx4012">
              <a:extLst>
                <a:ext uri="{FF2B5EF4-FFF2-40B4-BE49-F238E27FC236}">
                  <a16:creationId xmlns:a16="http://schemas.microsoft.com/office/drawing/2014/main" id="{8C6670E7-51FC-AD9C-866E-F03B939077C6}"/>
                </a:ext>
              </a:extLst>
            </p:cNvPr>
            <p:cNvSpPr/>
            <p:nvPr/>
          </p:nvSpPr>
          <p:spPr>
            <a:xfrm>
              <a:off x="351656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17958" name="tx4013">
              <a:extLst>
                <a:ext uri="{FF2B5EF4-FFF2-40B4-BE49-F238E27FC236}">
                  <a16:creationId xmlns:a16="http://schemas.microsoft.com/office/drawing/2014/main" id="{C3579ECB-3B7A-2CF1-5ADF-EE19CE373B73}"/>
                </a:ext>
              </a:extLst>
            </p:cNvPr>
            <p:cNvSpPr/>
            <p:nvPr/>
          </p:nvSpPr>
          <p:spPr>
            <a:xfrm>
              <a:off x="367191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7959" name="tx4014">
              <a:extLst>
                <a:ext uri="{FF2B5EF4-FFF2-40B4-BE49-F238E27FC236}">
                  <a16:creationId xmlns:a16="http://schemas.microsoft.com/office/drawing/2014/main" id="{FA8E824D-2A0D-93AD-A78B-D36069B2C8FB}"/>
                </a:ext>
              </a:extLst>
            </p:cNvPr>
            <p:cNvSpPr/>
            <p:nvPr/>
          </p:nvSpPr>
          <p:spPr>
            <a:xfrm>
              <a:off x="371663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7960" name="tx4015">
              <a:extLst>
                <a:ext uri="{FF2B5EF4-FFF2-40B4-BE49-F238E27FC236}">
                  <a16:creationId xmlns:a16="http://schemas.microsoft.com/office/drawing/2014/main" id="{80F3D7D4-88A7-29D7-1DB5-A0CB6F8839C6}"/>
                </a:ext>
              </a:extLst>
            </p:cNvPr>
            <p:cNvSpPr/>
            <p:nvPr/>
          </p:nvSpPr>
          <p:spPr>
            <a:xfrm>
              <a:off x="404573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17961" name="tx4016">
              <a:extLst>
                <a:ext uri="{FF2B5EF4-FFF2-40B4-BE49-F238E27FC236}">
                  <a16:creationId xmlns:a16="http://schemas.microsoft.com/office/drawing/2014/main" id="{A5F16431-CEFD-B150-E089-718F3EC0DBFF}"/>
                </a:ext>
              </a:extLst>
            </p:cNvPr>
            <p:cNvSpPr/>
            <p:nvPr/>
          </p:nvSpPr>
          <p:spPr>
            <a:xfrm>
              <a:off x="420109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7962" name="tx4017">
              <a:extLst>
                <a:ext uri="{FF2B5EF4-FFF2-40B4-BE49-F238E27FC236}">
                  <a16:creationId xmlns:a16="http://schemas.microsoft.com/office/drawing/2014/main" id="{59C56B96-6D5F-9F7B-EC4C-D67EB5E9B40A}"/>
                </a:ext>
              </a:extLst>
            </p:cNvPr>
            <p:cNvSpPr/>
            <p:nvPr/>
          </p:nvSpPr>
          <p:spPr>
            <a:xfrm>
              <a:off x="424580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7963" name="tx4018">
              <a:extLst>
                <a:ext uri="{FF2B5EF4-FFF2-40B4-BE49-F238E27FC236}">
                  <a16:creationId xmlns:a16="http://schemas.microsoft.com/office/drawing/2014/main" id="{BCEBCCBA-0D5E-6E93-F0E8-2C0C7E18529F}"/>
                </a:ext>
              </a:extLst>
            </p:cNvPr>
            <p:cNvSpPr/>
            <p:nvPr/>
          </p:nvSpPr>
          <p:spPr>
            <a:xfrm>
              <a:off x="457491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17964" name="tx4019">
              <a:extLst>
                <a:ext uri="{FF2B5EF4-FFF2-40B4-BE49-F238E27FC236}">
                  <a16:creationId xmlns:a16="http://schemas.microsoft.com/office/drawing/2014/main" id="{06AFEDE0-0F71-2813-A2C2-5B108D29BFCB}"/>
                </a:ext>
              </a:extLst>
            </p:cNvPr>
            <p:cNvSpPr/>
            <p:nvPr/>
          </p:nvSpPr>
          <p:spPr>
            <a:xfrm>
              <a:off x="473026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7965" name="tx4020">
              <a:extLst>
                <a:ext uri="{FF2B5EF4-FFF2-40B4-BE49-F238E27FC236}">
                  <a16:creationId xmlns:a16="http://schemas.microsoft.com/office/drawing/2014/main" id="{0AABD974-D52F-9DE5-286D-EB61BF023918}"/>
                </a:ext>
              </a:extLst>
            </p:cNvPr>
            <p:cNvSpPr/>
            <p:nvPr/>
          </p:nvSpPr>
          <p:spPr>
            <a:xfrm>
              <a:off x="477498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7966" name="tx4021">
              <a:extLst>
                <a:ext uri="{FF2B5EF4-FFF2-40B4-BE49-F238E27FC236}">
                  <a16:creationId xmlns:a16="http://schemas.microsoft.com/office/drawing/2014/main" id="{B59FD335-1CBD-4235-6105-827BE27B3497}"/>
                </a:ext>
              </a:extLst>
            </p:cNvPr>
            <p:cNvSpPr/>
            <p:nvPr/>
          </p:nvSpPr>
          <p:spPr>
            <a:xfrm>
              <a:off x="510408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17967" name="tx4022">
              <a:extLst>
                <a:ext uri="{FF2B5EF4-FFF2-40B4-BE49-F238E27FC236}">
                  <a16:creationId xmlns:a16="http://schemas.microsoft.com/office/drawing/2014/main" id="{6DD1944F-73CB-16A3-B2CC-ABDCD1ECCFD3}"/>
                </a:ext>
              </a:extLst>
            </p:cNvPr>
            <p:cNvSpPr/>
            <p:nvPr/>
          </p:nvSpPr>
          <p:spPr>
            <a:xfrm>
              <a:off x="525944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7968" name="tx4023">
              <a:extLst>
                <a:ext uri="{FF2B5EF4-FFF2-40B4-BE49-F238E27FC236}">
                  <a16:creationId xmlns:a16="http://schemas.microsoft.com/office/drawing/2014/main" id="{7C5C9106-D8D6-D496-8524-C067146A5F97}"/>
                </a:ext>
              </a:extLst>
            </p:cNvPr>
            <p:cNvSpPr/>
            <p:nvPr/>
          </p:nvSpPr>
          <p:spPr>
            <a:xfrm>
              <a:off x="530415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7969" name="tx4024">
              <a:extLst>
                <a:ext uri="{FF2B5EF4-FFF2-40B4-BE49-F238E27FC236}">
                  <a16:creationId xmlns:a16="http://schemas.microsoft.com/office/drawing/2014/main" id="{145ACD1F-9002-4AC9-B4B9-E605409A44C0}"/>
                </a:ext>
              </a:extLst>
            </p:cNvPr>
            <p:cNvSpPr/>
            <p:nvPr/>
          </p:nvSpPr>
          <p:spPr>
            <a:xfrm>
              <a:off x="563326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17970" name="tx4025">
              <a:extLst>
                <a:ext uri="{FF2B5EF4-FFF2-40B4-BE49-F238E27FC236}">
                  <a16:creationId xmlns:a16="http://schemas.microsoft.com/office/drawing/2014/main" id="{71F46B1C-0271-4E69-0757-22EF53BF7F23}"/>
                </a:ext>
              </a:extLst>
            </p:cNvPr>
            <p:cNvSpPr/>
            <p:nvPr/>
          </p:nvSpPr>
          <p:spPr>
            <a:xfrm>
              <a:off x="578861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7971" name="tx4026">
              <a:extLst>
                <a:ext uri="{FF2B5EF4-FFF2-40B4-BE49-F238E27FC236}">
                  <a16:creationId xmlns:a16="http://schemas.microsoft.com/office/drawing/2014/main" id="{FA3E227F-96A2-C87F-2933-4DB2911CAE22}"/>
                </a:ext>
              </a:extLst>
            </p:cNvPr>
            <p:cNvSpPr/>
            <p:nvPr/>
          </p:nvSpPr>
          <p:spPr>
            <a:xfrm>
              <a:off x="583333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7972" name="tx4027">
              <a:extLst>
                <a:ext uri="{FF2B5EF4-FFF2-40B4-BE49-F238E27FC236}">
                  <a16:creationId xmlns:a16="http://schemas.microsoft.com/office/drawing/2014/main" id="{1412318A-7D8F-53E8-2593-20DAAE7260E9}"/>
                </a:ext>
              </a:extLst>
            </p:cNvPr>
            <p:cNvSpPr/>
            <p:nvPr/>
          </p:nvSpPr>
          <p:spPr>
            <a:xfrm>
              <a:off x="616243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17973" name="tx4028">
              <a:extLst>
                <a:ext uri="{FF2B5EF4-FFF2-40B4-BE49-F238E27FC236}">
                  <a16:creationId xmlns:a16="http://schemas.microsoft.com/office/drawing/2014/main" id="{D8565162-D8A7-BFC6-F62D-51B59B4A8508}"/>
                </a:ext>
              </a:extLst>
            </p:cNvPr>
            <p:cNvSpPr/>
            <p:nvPr/>
          </p:nvSpPr>
          <p:spPr>
            <a:xfrm>
              <a:off x="631779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7974" name="tx4029">
              <a:extLst>
                <a:ext uri="{FF2B5EF4-FFF2-40B4-BE49-F238E27FC236}">
                  <a16:creationId xmlns:a16="http://schemas.microsoft.com/office/drawing/2014/main" id="{A5A64B4B-64DD-EF9A-F835-8FB0EB9C535A}"/>
                </a:ext>
              </a:extLst>
            </p:cNvPr>
            <p:cNvSpPr/>
            <p:nvPr/>
          </p:nvSpPr>
          <p:spPr>
            <a:xfrm>
              <a:off x="636250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7975" name="tx4030">
              <a:extLst>
                <a:ext uri="{FF2B5EF4-FFF2-40B4-BE49-F238E27FC236}">
                  <a16:creationId xmlns:a16="http://schemas.microsoft.com/office/drawing/2014/main" id="{185131EC-BCA2-7A02-0FF1-151EA00C2ABC}"/>
                </a:ext>
              </a:extLst>
            </p:cNvPr>
            <p:cNvSpPr/>
            <p:nvPr/>
          </p:nvSpPr>
          <p:spPr>
            <a:xfrm>
              <a:off x="4066122" y="5925448"/>
              <a:ext cx="61383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17976" name="tx4031">
              <a:extLst>
                <a:ext uri="{FF2B5EF4-FFF2-40B4-BE49-F238E27FC236}">
                  <a16:creationId xmlns:a16="http://schemas.microsoft.com/office/drawing/2014/main" id="{D4D9E672-A529-D499-0475-E5E0C296DA2A}"/>
                </a:ext>
              </a:extLst>
            </p:cNvPr>
            <p:cNvSpPr/>
            <p:nvPr/>
          </p:nvSpPr>
          <p:spPr>
            <a:xfrm rot="-5400000">
              <a:off x="1525174" y="3987658"/>
              <a:ext cx="49715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17977" name="rc4032">
              <a:extLst>
                <a:ext uri="{FF2B5EF4-FFF2-40B4-BE49-F238E27FC236}">
                  <a16:creationId xmlns:a16="http://schemas.microsoft.com/office/drawing/2014/main" id="{A64B75BA-8622-79FA-E672-769936DA25A7}"/>
                </a:ext>
              </a:extLst>
            </p:cNvPr>
            <p:cNvSpPr/>
            <p:nvPr/>
          </p:nvSpPr>
          <p:spPr>
            <a:xfrm>
              <a:off x="6683342" y="3243743"/>
              <a:ext cx="737012" cy="15880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7978" name="tx4033">
              <a:extLst>
                <a:ext uri="{FF2B5EF4-FFF2-40B4-BE49-F238E27FC236}">
                  <a16:creationId xmlns:a16="http://schemas.microsoft.com/office/drawing/2014/main" id="{1D3D00EE-676A-4A39-1D0B-E078795136D1}"/>
                </a:ext>
              </a:extLst>
            </p:cNvPr>
            <p:cNvSpPr/>
            <p:nvPr/>
          </p:nvSpPr>
          <p:spPr>
            <a:xfrm>
              <a:off x="6752931" y="3328785"/>
              <a:ext cx="59783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</a:t>
              </a:r>
            </a:p>
          </p:txBody>
        </p:sp>
        <p:sp>
          <p:nvSpPr>
            <p:cNvPr id="17979" name="tx4034">
              <a:extLst>
                <a:ext uri="{FF2B5EF4-FFF2-40B4-BE49-F238E27FC236}">
                  <a16:creationId xmlns:a16="http://schemas.microsoft.com/office/drawing/2014/main" id="{9DB8A3A3-58A5-AE6A-FD26-1D008A97FC9C}"/>
                </a:ext>
              </a:extLst>
            </p:cNvPr>
            <p:cNvSpPr/>
            <p:nvPr/>
          </p:nvSpPr>
          <p:spPr>
            <a:xfrm>
              <a:off x="6752931" y="3479661"/>
              <a:ext cx="37252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Offset</a:t>
              </a:r>
            </a:p>
          </p:txBody>
        </p:sp>
        <p:pic>
          <p:nvPicPr>
            <p:cNvPr id="17980" name="pic4035">
              <a:extLst>
                <a:ext uri="{FF2B5EF4-FFF2-40B4-BE49-F238E27FC236}">
                  <a16:creationId xmlns:a16="http://schemas.microsoft.com/office/drawing/2014/main" id="{8A88760C-1F6A-BC82-9F1B-E5078E490753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52931" y="3664922"/>
              <a:ext cx="219455" cy="1097280"/>
            </a:xfrm>
            <a:prstGeom prst="rect">
              <a:avLst/>
            </a:prstGeom>
          </p:spPr>
        </p:pic>
        <p:sp>
          <p:nvSpPr>
            <p:cNvPr id="17981" name="pl4036">
              <a:extLst>
                <a:ext uri="{FF2B5EF4-FFF2-40B4-BE49-F238E27FC236}">
                  <a16:creationId xmlns:a16="http://schemas.microsoft.com/office/drawing/2014/main" id="{588B6076-1AA9-0A25-E0E6-F782C1FE5D66}"/>
                </a:ext>
              </a:extLst>
            </p:cNvPr>
            <p:cNvSpPr/>
            <p:nvPr/>
          </p:nvSpPr>
          <p:spPr>
            <a:xfrm>
              <a:off x="6928496" y="476037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82" name="pl4037">
              <a:extLst>
                <a:ext uri="{FF2B5EF4-FFF2-40B4-BE49-F238E27FC236}">
                  <a16:creationId xmlns:a16="http://schemas.microsoft.com/office/drawing/2014/main" id="{90D7559A-6930-9AC2-DC03-CE37FA299E6D}"/>
                </a:ext>
              </a:extLst>
            </p:cNvPr>
            <p:cNvSpPr/>
            <p:nvPr/>
          </p:nvSpPr>
          <p:spPr>
            <a:xfrm>
              <a:off x="6928496" y="457810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83" name="pl4038">
              <a:extLst>
                <a:ext uri="{FF2B5EF4-FFF2-40B4-BE49-F238E27FC236}">
                  <a16:creationId xmlns:a16="http://schemas.microsoft.com/office/drawing/2014/main" id="{DBE8982E-BD53-B6B6-4A41-DB18D0EAAFC2}"/>
                </a:ext>
              </a:extLst>
            </p:cNvPr>
            <p:cNvSpPr/>
            <p:nvPr/>
          </p:nvSpPr>
          <p:spPr>
            <a:xfrm>
              <a:off x="6928496" y="439583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84" name="pl4039">
              <a:extLst>
                <a:ext uri="{FF2B5EF4-FFF2-40B4-BE49-F238E27FC236}">
                  <a16:creationId xmlns:a16="http://schemas.microsoft.com/office/drawing/2014/main" id="{46976778-F3FA-15BC-FD2B-16951756B301}"/>
                </a:ext>
              </a:extLst>
            </p:cNvPr>
            <p:cNvSpPr/>
            <p:nvPr/>
          </p:nvSpPr>
          <p:spPr>
            <a:xfrm>
              <a:off x="6928496" y="421356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85" name="pl4040">
              <a:extLst>
                <a:ext uri="{FF2B5EF4-FFF2-40B4-BE49-F238E27FC236}">
                  <a16:creationId xmlns:a16="http://schemas.microsoft.com/office/drawing/2014/main" id="{20B13535-6D95-EBF8-6298-EE0E13EFA239}"/>
                </a:ext>
              </a:extLst>
            </p:cNvPr>
            <p:cNvSpPr/>
            <p:nvPr/>
          </p:nvSpPr>
          <p:spPr>
            <a:xfrm>
              <a:off x="6928496" y="403129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86" name="pl4041">
              <a:extLst>
                <a:ext uri="{FF2B5EF4-FFF2-40B4-BE49-F238E27FC236}">
                  <a16:creationId xmlns:a16="http://schemas.microsoft.com/office/drawing/2014/main" id="{E4A74E06-309B-EBB3-B6E1-633BB5BC156A}"/>
                </a:ext>
              </a:extLst>
            </p:cNvPr>
            <p:cNvSpPr/>
            <p:nvPr/>
          </p:nvSpPr>
          <p:spPr>
            <a:xfrm>
              <a:off x="6928496" y="384902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87" name="pl4042">
              <a:extLst>
                <a:ext uri="{FF2B5EF4-FFF2-40B4-BE49-F238E27FC236}">
                  <a16:creationId xmlns:a16="http://schemas.microsoft.com/office/drawing/2014/main" id="{58658C71-27A6-3D25-D6F8-06817449C099}"/>
                </a:ext>
              </a:extLst>
            </p:cNvPr>
            <p:cNvSpPr/>
            <p:nvPr/>
          </p:nvSpPr>
          <p:spPr>
            <a:xfrm>
              <a:off x="6928496" y="366675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88" name="pl4043">
              <a:extLst>
                <a:ext uri="{FF2B5EF4-FFF2-40B4-BE49-F238E27FC236}">
                  <a16:creationId xmlns:a16="http://schemas.microsoft.com/office/drawing/2014/main" id="{E67C7E76-B444-496E-8F6C-982BECDD37EC}"/>
                </a:ext>
              </a:extLst>
            </p:cNvPr>
            <p:cNvSpPr/>
            <p:nvPr/>
          </p:nvSpPr>
          <p:spPr>
            <a:xfrm>
              <a:off x="6752931" y="476037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89" name="pl4044">
              <a:extLst>
                <a:ext uri="{FF2B5EF4-FFF2-40B4-BE49-F238E27FC236}">
                  <a16:creationId xmlns:a16="http://schemas.microsoft.com/office/drawing/2014/main" id="{B72123B7-9182-E5F0-21F2-E1481394ADE8}"/>
                </a:ext>
              </a:extLst>
            </p:cNvPr>
            <p:cNvSpPr/>
            <p:nvPr/>
          </p:nvSpPr>
          <p:spPr>
            <a:xfrm>
              <a:off x="6752931" y="457810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90" name="pl4045">
              <a:extLst>
                <a:ext uri="{FF2B5EF4-FFF2-40B4-BE49-F238E27FC236}">
                  <a16:creationId xmlns:a16="http://schemas.microsoft.com/office/drawing/2014/main" id="{E197FB48-8FFA-8741-DDDD-F5B73E192635}"/>
                </a:ext>
              </a:extLst>
            </p:cNvPr>
            <p:cNvSpPr/>
            <p:nvPr/>
          </p:nvSpPr>
          <p:spPr>
            <a:xfrm>
              <a:off x="6752931" y="439583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91" name="pl4046">
              <a:extLst>
                <a:ext uri="{FF2B5EF4-FFF2-40B4-BE49-F238E27FC236}">
                  <a16:creationId xmlns:a16="http://schemas.microsoft.com/office/drawing/2014/main" id="{89E00E44-6EEB-D29C-9591-1CEE8F32B8A0}"/>
                </a:ext>
              </a:extLst>
            </p:cNvPr>
            <p:cNvSpPr/>
            <p:nvPr/>
          </p:nvSpPr>
          <p:spPr>
            <a:xfrm>
              <a:off x="6752931" y="421356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92" name="pl4047">
              <a:extLst>
                <a:ext uri="{FF2B5EF4-FFF2-40B4-BE49-F238E27FC236}">
                  <a16:creationId xmlns:a16="http://schemas.microsoft.com/office/drawing/2014/main" id="{BCD3ED96-785C-21BE-B1F4-43CBD3CBB236}"/>
                </a:ext>
              </a:extLst>
            </p:cNvPr>
            <p:cNvSpPr/>
            <p:nvPr/>
          </p:nvSpPr>
          <p:spPr>
            <a:xfrm>
              <a:off x="6752931" y="403129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93" name="pl4048">
              <a:extLst>
                <a:ext uri="{FF2B5EF4-FFF2-40B4-BE49-F238E27FC236}">
                  <a16:creationId xmlns:a16="http://schemas.microsoft.com/office/drawing/2014/main" id="{E1D88B4F-EB77-E72C-F218-95E37987E296}"/>
                </a:ext>
              </a:extLst>
            </p:cNvPr>
            <p:cNvSpPr/>
            <p:nvPr/>
          </p:nvSpPr>
          <p:spPr>
            <a:xfrm>
              <a:off x="6752931" y="384902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94" name="pl4049">
              <a:extLst>
                <a:ext uri="{FF2B5EF4-FFF2-40B4-BE49-F238E27FC236}">
                  <a16:creationId xmlns:a16="http://schemas.microsoft.com/office/drawing/2014/main" id="{05A2CFF4-9C8E-3132-DD16-CF30B6082FF6}"/>
                </a:ext>
              </a:extLst>
            </p:cNvPr>
            <p:cNvSpPr/>
            <p:nvPr/>
          </p:nvSpPr>
          <p:spPr>
            <a:xfrm>
              <a:off x="6752931" y="366675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95" name="tx4050">
              <a:extLst>
                <a:ext uri="{FF2B5EF4-FFF2-40B4-BE49-F238E27FC236}">
                  <a16:creationId xmlns:a16="http://schemas.microsoft.com/office/drawing/2014/main" id="{BE5FBC1C-5DB9-F53E-2FDB-285E382C9A8B}"/>
                </a:ext>
              </a:extLst>
            </p:cNvPr>
            <p:cNvSpPr/>
            <p:nvPr/>
          </p:nvSpPr>
          <p:spPr>
            <a:xfrm>
              <a:off x="7041976" y="472032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7996" name="tx4051">
              <a:extLst>
                <a:ext uri="{FF2B5EF4-FFF2-40B4-BE49-F238E27FC236}">
                  <a16:creationId xmlns:a16="http://schemas.microsoft.com/office/drawing/2014/main" id="{12B4CD27-CCA4-F4D4-B809-4ACC9DB82EF8}"/>
                </a:ext>
              </a:extLst>
            </p:cNvPr>
            <p:cNvSpPr/>
            <p:nvPr/>
          </p:nvSpPr>
          <p:spPr>
            <a:xfrm>
              <a:off x="7041976" y="453805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17997" name="tx4052">
              <a:extLst>
                <a:ext uri="{FF2B5EF4-FFF2-40B4-BE49-F238E27FC236}">
                  <a16:creationId xmlns:a16="http://schemas.microsoft.com/office/drawing/2014/main" id="{E44DCAF8-BBA5-C4CD-F3CA-98AE83579AEC}"/>
                </a:ext>
              </a:extLst>
            </p:cNvPr>
            <p:cNvSpPr/>
            <p:nvPr/>
          </p:nvSpPr>
          <p:spPr>
            <a:xfrm>
              <a:off x="7041976" y="4355781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17998" name="tx4053">
              <a:extLst>
                <a:ext uri="{FF2B5EF4-FFF2-40B4-BE49-F238E27FC236}">
                  <a16:creationId xmlns:a16="http://schemas.microsoft.com/office/drawing/2014/main" id="{D31EE870-83C9-C6F5-12FC-7ACD1422303E}"/>
                </a:ext>
              </a:extLst>
            </p:cNvPr>
            <p:cNvSpPr/>
            <p:nvPr/>
          </p:nvSpPr>
          <p:spPr>
            <a:xfrm>
              <a:off x="7041976" y="4173511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17999" name="tx4054">
              <a:extLst>
                <a:ext uri="{FF2B5EF4-FFF2-40B4-BE49-F238E27FC236}">
                  <a16:creationId xmlns:a16="http://schemas.microsoft.com/office/drawing/2014/main" id="{83E6DB63-AED6-B069-6856-C0C897D272C0}"/>
                </a:ext>
              </a:extLst>
            </p:cNvPr>
            <p:cNvSpPr/>
            <p:nvPr/>
          </p:nvSpPr>
          <p:spPr>
            <a:xfrm>
              <a:off x="7041976" y="3991241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18000" name="tx4055">
              <a:extLst>
                <a:ext uri="{FF2B5EF4-FFF2-40B4-BE49-F238E27FC236}">
                  <a16:creationId xmlns:a16="http://schemas.microsoft.com/office/drawing/2014/main" id="{85D42B87-DB3B-D4C1-DE25-93D558CF623B}"/>
                </a:ext>
              </a:extLst>
            </p:cNvPr>
            <p:cNvSpPr/>
            <p:nvPr/>
          </p:nvSpPr>
          <p:spPr>
            <a:xfrm>
              <a:off x="7041976" y="3808970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18001" name="tx4056">
              <a:extLst>
                <a:ext uri="{FF2B5EF4-FFF2-40B4-BE49-F238E27FC236}">
                  <a16:creationId xmlns:a16="http://schemas.microsoft.com/office/drawing/2014/main" id="{AC0BFD22-478A-907C-2741-AFCF1932A5F7}"/>
                </a:ext>
              </a:extLst>
            </p:cNvPr>
            <p:cNvSpPr/>
            <p:nvPr/>
          </p:nvSpPr>
          <p:spPr>
            <a:xfrm>
              <a:off x="7041976" y="3626700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18002" name="tx4057">
              <a:extLst>
                <a:ext uri="{FF2B5EF4-FFF2-40B4-BE49-F238E27FC236}">
                  <a16:creationId xmlns:a16="http://schemas.microsoft.com/office/drawing/2014/main" id="{F320CAD9-CAE6-8220-FE80-298F5AEAD9D4}"/>
                </a:ext>
              </a:extLst>
            </p:cNvPr>
            <p:cNvSpPr/>
            <p:nvPr/>
          </p:nvSpPr>
          <p:spPr>
            <a:xfrm>
              <a:off x="2201917" y="1669789"/>
              <a:ext cx="2541117" cy="218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Offset to </a:t>
              </a:r>
            </a:p>
          </p:txBody>
        </p:sp>
        <p:sp>
          <p:nvSpPr>
            <p:cNvPr id="18003" name="tx4058">
              <a:extLst>
                <a:ext uri="{FF2B5EF4-FFF2-40B4-BE49-F238E27FC236}">
                  <a16:creationId xmlns:a16="http://schemas.microsoft.com/office/drawing/2014/main" id="{DEE886D7-7B95-9DB8-D6EE-CB8B91F0A36F}"/>
                </a:ext>
              </a:extLst>
            </p:cNvPr>
            <p:cNvSpPr/>
            <p:nvPr/>
          </p:nvSpPr>
          <p:spPr>
            <a:xfrm>
              <a:off x="2201917" y="1998973"/>
              <a:ext cx="2286457" cy="218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 (LEA)</a:t>
              </a:r>
            </a:p>
          </p:txBody>
        </p:sp>
      </p:grpSp>
      <p:sp>
        <p:nvSpPr>
          <p:cNvPr id="14153" name="Rectangle 14152">
            <a:extLst>
              <a:ext uri="{FF2B5EF4-FFF2-40B4-BE49-F238E27FC236}">
                <a16:creationId xmlns:a16="http://schemas.microsoft.com/office/drawing/2014/main" id="{EEFD545B-A0E1-52B6-18BE-48CEB3D9C9CF}"/>
              </a:ext>
            </a:extLst>
          </p:cNvPr>
          <p:cNvSpPr/>
          <p:nvPr/>
        </p:nvSpPr>
        <p:spPr>
          <a:xfrm>
            <a:off x="4917232" y="3038226"/>
            <a:ext cx="504056" cy="50405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154" name="Straight Connector 14153">
            <a:extLst>
              <a:ext uri="{FF2B5EF4-FFF2-40B4-BE49-F238E27FC236}">
                <a16:creationId xmlns:a16="http://schemas.microsoft.com/office/drawing/2014/main" id="{2EEF894D-C75C-7ABD-4834-627D7BC7C52F}"/>
              </a:ext>
            </a:extLst>
          </p:cNvPr>
          <p:cNvCxnSpPr>
            <a:cxnSpLocks/>
          </p:cNvCxnSpPr>
          <p:nvPr/>
        </p:nvCxnSpPr>
        <p:spPr>
          <a:xfrm>
            <a:off x="4238673" y="2102122"/>
            <a:ext cx="678559" cy="93610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55" name="Straight Connector 14154">
            <a:extLst>
              <a:ext uri="{FF2B5EF4-FFF2-40B4-BE49-F238E27FC236}">
                <a16:creationId xmlns:a16="http://schemas.microsoft.com/office/drawing/2014/main" id="{904624E9-5E2F-DB20-834F-BB1571E4C9B0}"/>
              </a:ext>
            </a:extLst>
          </p:cNvPr>
          <p:cNvCxnSpPr>
            <a:cxnSpLocks/>
          </p:cNvCxnSpPr>
          <p:nvPr/>
        </p:nvCxnSpPr>
        <p:spPr>
          <a:xfrm flipV="1">
            <a:off x="4238673" y="3542282"/>
            <a:ext cx="678559" cy="28803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156" name="pg681">
            <a:extLst>
              <a:ext uri="{FF2B5EF4-FFF2-40B4-BE49-F238E27FC236}">
                <a16:creationId xmlns:a16="http://schemas.microsoft.com/office/drawing/2014/main" id="{AF26963A-B0DC-6C5D-9ADE-DBE52A0F16DA}"/>
              </a:ext>
            </a:extLst>
          </p:cNvPr>
          <p:cNvSpPr/>
          <p:nvPr/>
        </p:nvSpPr>
        <p:spPr>
          <a:xfrm>
            <a:off x="3397695" y="2650801"/>
            <a:ext cx="692540" cy="173736"/>
          </a:xfrm>
          <a:custGeom>
            <a:avLst/>
            <a:gdLst/>
            <a:ahLst/>
            <a:cxnLst/>
            <a:rect l="0" t="0" r="0" b="0"/>
            <a:pathLst>
              <a:path w="1500987" h="324611">
                <a:moveTo>
                  <a:pt x="27432" y="324611"/>
                </a:moveTo>
                <a:lnTo>
                  <a:pt x="1473555" y="324611"/>
                </a:lnTo>
                <a:lnTo>
                  <a:pt x="1472451" y="324589"/>
                </a:lnTo>
                <a:lnTo>
                  <a:pt x="1476862" y="324411"/>
                </a:lnTo>
                <a:lnTo>
                  <a:pt x="1481187" y="323528"/>
                </a:lnTo>
                <a:lnTo>
                  <a:pt x="1485315" y="321963"/>
                </a:lnTo>
                <a:lnTo>
                  <a:pt x="1489138" y="319756"/>
                </a:lnTo>
                <a:lnTo>
                  <a:pt x="1492558" y="316964"/>
                </a:lnTo>
                <a:lnTo>
                  <a:pt x="1495485" y="313659"/>
                </a:lnTo>
                <a:lnTo>
                  <a:pt x="1497845" y="309928"/>
                </a:lnTo>
                <a:lnTo>
                  <a:pt x="1499575" y="305866"/>
                </a:lnTo>
                <a:lnTo>
                  <a:pt x="1500632" y="301580"/>
                </a:lnTo>
                <a:lnTo>
                  <a:pt x="1500987" y="297180"/>
                </a:lnTo>
                <a:lnTo>
                  <a:pt x="1500987" y="27432"/>
                </a:lnTo>
                <a:lnTo>
                  <a:pt x="1500632" y="23031"/>
                </a:lnTo>
                <a:lnTo>
                  <a:pt x="1499575" y="18745"/>
                </a:lnTo>
                <a:lnTo>
                  <a:pt x="1497845" y="14683"/>
                </a:lnTo>
                <a:lnTo>
                  <a:pt x="1495485" y="10952"/>
                </a:lnTo>
                <a:lnTo>
                  <a:pt x="1492558" y="7647"/>
                </a:lnTo>
                <a:lnTo>
                  <a:pt x="1489138" y="4855"/>
                </a:lnTo>
                <a:lnTo>
                  <a:pt x="1485315" y="2648"/>
                </a:lnTo>
                <a:lnTo>
                  <a:pt x="1481187" y="1083"/>
                </a:lnTo>
                <a:lnTo>
                  <a:pt x="1476862" y="200"/>
                </a:lnTo>
                <a:lnTo>
                  <a:pt x="1473555" y="0"/>
                </a:lnTo>
                <a:lnTo>
                  <a:pt x="27432" y="0"/>
                </a:lnTo>
                <a:lnTo>
                  <a:pt x="30738" y="200"/>
                </a:lnTo>
                <a:lnTo>
                  <a:pt x="26327" y="22"/>
                </a:lnTo>
                <a:lnTo>
                  <a:pt x="21944" y="554"/>
                </a:lnTo>
                <a:lnTo>
                  <a:pt x="17704" y="1782"/>
                </a:lnTo>
                <a:lnTo>
                  <a:pt x="13716" y="3675"/>
                </a:lnTo>
                <a:lnTo>
                  <a:pt x="10082" y="6183"/>
                </a:lnTo>
                <a:lnTo>
                  <a:pt x="6898" y="9241"/>
                </a:lnTo>
                <a:lnTo>
                  <a:pt x="4246" y="12770"/>
                </a:lnTo>
                <a:lnTo>
                  <a:pt x="2195" y="16679"/>
                </a:lnTo>
                <a:lnTo>
                  <a:pt x="797" y="20867"/>
                </a:lnTo>
                <a:lnTo>
                  <a:pt x="88" y="25224"/>
                </a:lnTo>
                <a:lnTo>
                  <a:pt x="0" y="27432"/>
                </a:lnTo>
                <a:lnTo>
                  <a:pt x="0" y="297180"/>
                </a:lnTo>
                <a:lnTo>
                  <a:pt x="88" y="294972"/>
                </a:lnTo>
                <a:lnTo>
                  <a:pt x="88" y="299387"/>
                </a:lnTo>
                <a:lnTo>
                  <a:pt x="797" y="303744"/>
                </a:lnTo>
                <a:lnTo>
                  <a:pt x="2195" y="307932"/>
                </a:lnTo>
                <a:lnTo>
                  <a:pt x="4246" y="311841"/>
                </a:lnTo>
                <a:lnTo>
                  <a:pt x="6898" y="315370"/>
                </a:lnTo>
                <a:lnTo>
                  <a:pt x="10082" y="318428"/>
                </a:lnTo>
                <a:lnTo>
                  <a:pt x="13716" y="320936"/>
                </a:lnTo>
                <a:lnTo>
                  <a:pt x="17704" y="322829"/>
                </a:lnTo>
                <a:lnTo>
                  <a:pt x="21944" y="324057"/>
                </a:lnTo>
                <a:lnTo>
                  <a:pt x="26327" y="324589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6775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r>
              <a:rPr lang="en-US" sz="1100" dirty="0">
                <a:latin typeface="Helvetica" pitchFamily="2" charset="0"/>
              </a:rPr>
              <a:t>    S1-LOLA</a:t>
            </a:r>
            <a:endParaRPr sz="1100" dirty="0">
              <a:latin typeface="Helvetica" pitchFamily="2" charset="0"/>
            </a:endParaRPr>
          </a:p>
        </p:txBody>
      </p:sp>
      <p:sp>
        <p:nvSpPr>
          <p:cNvPr id="14157" name="pg683">
            <a:extLst>
              <a:ext uri="{FF2B5EF4-FFF2-40B4-BE49-F238E27FC236}">
                <a16:creationId xmlns:a16="http://schemas.microsoft.com/office/drawing/2014/main" id="{DC67BDCA-C1F8-03FA-4A3C-3FF09D39B640}"/>
              </a:ext>
            </a:extLst>
          </p:cNvPr>
          <p:cNvSpPr/>
          <p:nvPr/>
        </p:nvSpPr>
        <p:spPr>
          <a:xfrm>
            <a:off x="3419872" y="2935826"/>
            <a:ext cx="717432" cy="173736"/>
          </a:xfrm>
          <a:custGeom>
            <a:avLst/>
            <a:gdLst/>
            <a:ahLst/>
            <a:cxnLst/>
            <a:rect l="0" t="0" r="0" b="0"/>
            <a:pathLst>
              <a:path w="1554937" h="324612">
                <a:moveTo>
                  <a:pt x="27431" y="324612"/>
                </a:moveTo>
                <a:lnTo>
                  <a:pt x="1527505" y="324612"/>
                </a:lnTo>
                <a:lnTo>
                  <a:pt x="1526400" y="324589"/>
                </a:lnTo>
                <a:lnTo>
                  <a:pt x="1530811" y="324411"/>
                </a:lnTo>
                <a:lnTo>
                  <a:pt x="1535137" y="323528"/>
                </a:lnTo>
                <a:lnTo>
                  <a:pt x="1539265" y="321963"/>
                </a:lnTo>
                <a:lnTo>
                  <a:pt x="1543088" y="319756"/>
                </a:lnTo>
                <a:lnTo>
                  <a:pt x="1546508" y="316964"/>
                </a:lnTo>
                <a:lnTo>
                  <a:pt x="1549435" y="313659"/>
                </a:lnTo>
                <a:lnTo>
                  <a:pt x="1551795" y="309928"/>
                </a:lnTo>
                <a:lnTo>
                  <a:pt x="1553525" y="305866"/>
                </a:lnTo>
                <a:lnTo>
                  <a:pt x="1554581" y="301580"/>
                </a:lnTo>
                <a:lnTo>
                  <a:pt x="1554937" y="297180"/>
                </a:lnTo>
                <a:lnTo>
                  <a:pt x="1554937" y="27432"/>
                </a:lnTo>
                <a:lnTo>
                  <a:pt x="1554581" y="23031"/>
                </a:lnTo>
                <a:lnTo>
                  <a:pt x="1553525" y="18745"/>
                </a:lnTo>
                <a:lnTo>
                  <a:pt x="1551795" y="14683"/>
                </a:lnTo>
                <a:lnTo>
                  <a:pt x="1549435" y="10952"/>
                </a:lnTo>
                <a:lnTo>
                  <a:pt x="1546508" y="7647"/>
                </a:lnTo>
                <a:lnTo>
                  <a:pt x="1543088" y="4855"/>
                </a:lnTo>
                <a:lnTo>
                  <a:pt x="1539265" y="2648"/>
                </a:lnTo>
                <a:lnTo>
                  <a:pt x="1535137" y="1083"/>
                </a:lnTo>
                <a:lnTo>
                  <a:pt x="1530811" y="200"/>
                </a:lnTo>
                <a:lnTo>
                  <a:pt x="1527505" y="0"/>
                </a:lnTo>
                <a:lnTo>
                  <a:pt x="27431" y="0"/>
                </a:lnTo>
                <a:lnTo>
                  <a:pt x="30738" y="200"/>
                </a:lnTo>
                <a:lnTo>
                  <a:pt x="26327" y="22"/>
                </a:lnTo>
                <a:lnTo>
                  <a:pt x="21944" y="554"/>
                </a:lnTo>
                <a:lnTo>
                  <a:pt x="17704" y="1782"/>
                </a:lnTo>
                <a:lnTo>
                  <a:pt x="13715" y="3675"/>
                </a:lnTo>
                <a:lnTo>
                  <a:pt x="10082" y="6183"/>
                </a:lnTo>
                <a:lnTo>
                  <a:pt x="6898" y="9241"/>
                </a:lnTo>
                <a:lnTo>
                  <a:pt x="4246" y="12770"/>
                </a:lnTo>
                <a:lnTo>
                  <a:pt x="2195" y="16679"/>
                </a:lnTo>
                <a:lnTo>
                  <a:pt x="797" y="20867"/>
                </a:lnTo>
                <a:lnTo>
                  <a:pt x="88" y="25224"/>
                </a:lnTo>
                <a:lnTo>
                  <a:pt x="0" y="27432"/>
                </a:lnTo>
                <a:lnTo>
                  <a:pt x="0" y="297180"/>
                </a:lnTo>
                <a:lnTo>
                  <a:pt x="88" y="294972"/>
                </a:lnTo>
                <a:lnTo>
                  <a:pt x="88" y="299387"/>
                </a:lnTo>
                <a:lnTo>
                  <a:pt x="797" y="303744"/>
                </a:lnTo>
                <a:lnTo>
                  <a:pt x="2195" y="307932"/>
                </a:lnTo>
                <a:lnTo>
                  <a:pt x="4246" y="311841"/>
                </a:lnTo>
                <a:lnTo>
                  <a:pt x="6898" y="315370"/>
                </a:lnTo>
                <a:lnTo>
                  <a:pt x="10082" y="318428"/>
                </a:lnTo>
                <a:lnTo>
                  <a:pt x="13715" y="320936"/>
                </a:lnTo>
                <a:lnTo>
                  <a:pt x="17704" y="322829"/>
                </a:lnTo>
                <a:lnTo>
                  <a:pt x="21944" y="324057"/>
                </a:lnTo>
                <a:lnTo>
                  <a:pt x="26327" y="324589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6775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r>
              <a:rPr lang="en-US" sz="1100" dirty="0">
                <a:latin typeface="Helvetica" pitchFamily="2" charset="0"/>
              </a:rPr>
              <a:t>   S2-DEBY</a:t>
            </a:r>
            <a:endParaRPr sz="1100" dirty="0">
              <a:latin typeface="Helvetica" pitchFamily="2" charset="0"/>
            </a:endParaRPr>
          </a:p>
        </p:txBody>
      </p:sp>
      <p:sp>
        <p:nvSpPr>
          <p:cNvPr id="14158" name="pg679">
            <a:extLst>
              <a:ext uri="{FF2B5EF4-FFF2-40B4-BE49-F238E27FC236}">
                <a16:creationId xmlns:a16="http://schemas.microsoft.com/office/drawing/2014/main" id="{14B5F3C2-ACC5-E325-5856-B19A7AAF4778}"/>
              </a:ext>
            </a:extLst>
          </p:cNvPr>
          <p:cNvSpPr/>
          <p:nvPr/>
        </p:nvSpPr>
        <p:spPr>
          <a:xfrm>
            <a:off x="3161795" y="3574703"/>
            <a:ext cx="550615" cy="173736"/>
          </a:xfrm>
          <a:custGeom>
            <a:avLst/>
            <a:gdLst/>
            <a:ahLst/>
            <a:cxnLst/>
            <a:rect l="0" t="0" r="0" b="0"/>
            <a:pathLst>
              <a:path w="1193383" h="324612">
                <a:moveTo>
                  <a:pt x="27431" y="324612"/>
                </a:moveTo>
                <a:lnTo>
                  <a:pt x="1165951" y="324612"/>
                </a:lnTo>
                <a:lnTo>
                  <a:pt x="1164846" y="324589"/>
                </a:lnTo>
                <a:lnTo>
                  <a:pt x="1169258" y="324411"/>
                </a:lnTo>
                <a:lnTo>
                  <a:pt x="1173583" y="323528"/>
                </a:lnTo>
                <a:lnTo>
                  <a:pt x="1177711" y="321963"/>
                </a:lnTo>
                <a:lnTo>
                  <a:pt x="1181534" y="319756"/>
                </a:lnTo>
                <a:lnTo>
                  <a:pt x="1184954" y="316964"/>
                </a:lnTo>
                <a:lnTo>
                  <a:pt x="1187881" y="313659"/>
                </a:lnTo>
                <a:lnTo>
                  <a:pt x="1190241" y="309928"/>
                </a:lnTo>
                <a:lnTo>
                  <a:pt x="1191971" y="305866"/>
                </a:lnTo>
                <a:lnTo>
                  <a:pt x="1193028" y="301580"/>
                </a:lnTo>
                <a:lnTo>
                  <a:pt x="1193383" y="297179"/>
                </a:lnTo>
                <a:lnTo>
                  <a:pt x="1193383" y="27431"/>
                </a:lnTo>
                <a:lnTo>
                  <a:pt x="1193028" y="23031"/>
                </a:lnTo>
                <a:lnTo>
                  <a:pt x="1191971" y="18745"/>
                </a:lnTo>
                <a:lnTo>
                  <a:pt x="1190241" y="14683"/>
                </a:lnTo>
                <a:lnTo>
                  <a:pt x="1187881" y="10952"/>
                </a:lnTo>
                <a:lnTo>
                  <a:pt x="1184954" y="7647"/>
                </a:lnTo>
                <a:lnTo>
                  <a:pt x="1181534" y="4855"/>
                </a:lnTo>
                <a:lnTo>
                  <a:pt x="1177711" y="2648"/>
                </a:lnTo>
                <a:lnTo>
                  <a:pt x="1173583" y="1083"/>
                </a:lnTo>
                <a:lnTo>
                  <a:pt x="1169258" y="200"/>
                </a:lnTo>
                <a:lnTo>
                  <a:pt x="1165951" y="0"/>
                </a:lnTo>
                <a:lnTo>
                  <a:pt x="27431" y="0"/>
                </a:lnTo>
                <a:lnTo>
                  <a:pt x="30738" y="200"/>
                </a:lnTo>
                <a:lnTo>
                  <a:pt x="26327" y="22"/>
                </a:lnTo>
                <a:lnTo>
                  <a:pt x="21944" y="554"/>
                </a:lnTo>
                <a:lnTo>
                  <a:pt x="17704" y="1782"/>
                </a:lnTo>
                <a:lnTo>
                  <a:pt x="13715" y="3675"/>
                </a:lnTo>
                <a:lnTo>
                  <a:pt x="10082" y="6183"/>
                </a:lnTo>
                <a:lnTo>
                  <a:pt x="6898" y="9241"/>
                </a:lnTo>
                <a:lnTo>
                  <a:pt x="4246" y="12770"/>
                </a:lnTo>
                <a:lnTo>
                  <a:pt x="2195" y="16679"/>
                </a:lnTo>
                <a:lnTo>
                  <a:pt x="797" y="20867"/>
                </a:lnTo>
                <a:lnTo>
                  <a:pt x="88" y="25224"/>
                </a:lnTo>
                <a:lnTo>
                  <a:pt x="0" y="27431"/>
                </a:lnTo>
                <a:lnTo>
                  <a:pt x="0" y="297179"/>
                </a:lnTo>
                <a:lnTo>
                  <a:pt x="88" y="294972"/>
                </a:lnTo>
                <a:lnTo>
                  <a:pt x="88" y="299387"/>
                </a:lnTo>
                <a:lnTo>
                  <a:pt x="797" y="303744"/>
                </a:lnTo>
                <a:lnTo>
                  <a:pt x="2195" y="307932"/>
                </a:lnTo>
                <a:lnTo>
                  <a:pt x="4246" y="311841"/>
                </a:lnTo>
                <a:lnTo>
                  <a:pt x="6898" y="315370"/>
                </a:lnTo>
                <a:lnTo>
                  <a:pt x="10082" y="318428"/>
                </a:lnTo>
                <a:lnTo>
                  <a:pt x="13715" y="320936"/>
                </a:lnTo>
                <a:lnTo>
                  <a:pt x="17704" y="322829"/>
                </a:lnTo>
                <a:lnTo>
                  <a:pt x="21944" y="324057"/>
                </a:lnTo>
                <a:lnTo>
                  <a:pt x="26327" y="324589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6775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r>
              <a:rPr lang="en-US" sz="1100" dirty="0">
                <a:latin typeface="Helvetica" pitchFamily="2" charset="0"/>
              </a:rPr>
              <a:t>  W4-VA</a:t>
            </a:r>
            <a:endParaRPr sz="1100" dirty="0">
              <a:latin typeface="Helvetica" pitchFamily="2" charset="0"/>
            </a:endParaRPr>
          </a:p>
        </p:txBody>
      </p:sp>
      <p:sp>
        <p:nvSpPr>
          <p:cNvPr id="14161" name="pl677">
            <a:extLst>
              <a:ext uri="{FF2B5EF4-FFF2-40B4-BE49-F238E27FC236}">
                <a16:creationId xmlns:a16="http://schemas.microsoft.com/office/drawing/2014/main" id="{E8F98375-2359-8264-EEEF-D37F739AEF6D}"/>
              </a:ext>
            </a:extLst>
          </p:cNvPr>
          <p:cNvSpPr/>
          <p:nvPr/>
        </p:nvSpPr>
        <p:spPr>
          <a:xfrm>
            <a:off x="2815452" y="2508458"/>
            <a:ext cx="45719" cy="428121"/>
          </a:xfrm>
          <a:custGeom>
            <a:avLst/>
            <a:gdLst/>
            <a:ahLst/>
            <a:cxnLst/>
            <a:rect l="0" t="0" r="0" b="0"/>
            <a:pathLst>
              <a:path w="1087496" h="365184">
                <a:moveTo>
                  <a:pt x="1087496" y="0"/>
                </a:moveTo>
                <a:lnTo>
                  <a:pt x="0" y="365184"/>
                </a:lnTo>
              </a:path>
            </a:pathLst>
          </a:custGeom>
          <a:ln w="1355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>
              <a:latin typeface="Helvetica" pitchFamily="2" charset="0"/>
            </a:endParaRPr>
          </a:p>
        </p:txBody>
      </p:sp>
      <p:sp>
        <p:nvSpPr>
          <p:cNvPr id="14160" name="pg681">
            <a:extLst>
              <a:ext uri="{FF2B5EF4-FFF2-40B4-BE49-F238E27FC236}">
                <a16:creationId xmlns:a16="http://schemas.microsoft.com/office/drawing/2014/main" id="{246D742A-7D97-7A44-5EBF-3654E3CD493D}"/>
              </a:ext>
            </a:extLst>
          </p:cNvPr>
          <p:cNvSpPr/>
          <p:nvPr/>
        </p:nvSpPr>
        <p:spPr>
          <a:xfrm>
            <a:off x="2462551" y="2357236"/>
            <a:ext cx="699244" cy="173736"/>
          </a:xfrm>
          <a:custGeom>
            <a:avLst/>
            <a:gdLst/>
            <a:ahLst/>
            <a:cxnLst/>
            <a:rect l="0" t="0" r="0" b="0"/>
            <a:pathLst>
              <a:path w="1500987" h="324611">
                <a:moveTo>
                  <a:pt x="27432" y="324611"/>
                </a:moveTo>
                <a:lnTo>
                  <a:pt x="1473555" y="324611"/>
                </a:lnTo>
                <a:lnTo>
                  <a:pt x="1472451" y="324589"/>
                </a:lnTo>
                <a:lnTo>
                  <a:pt x="1476862" y="324411"/>
                </a:lnTo>
                <a:lnTo>
                  <a:pt x="1481187" y="323528"/>
                </a:lnTo>
                <a:lnTo>
                  <a:pt x="1485315" y="321963"/>
                </a:lnTo>
                <a:lnTo>
                  <a:pt x="1489138" y="319756"/>
                </a:lnTo>
                <a:lnTo>
                  <a:pt x="1492558" y="316964"/>
                </a:lnTo>
                <a:lnTo>
                  <a:pt x="1495485" y="313659"/>
                </a:lnTo>
                <a:lnTo>
                  <a:pt x="1497845" y="309928"/>
                </a:lnTo>
                <a:lnTo>
                  <a:pt x="1499575" y="305866"/>
                </a:lnTo>
                <a:lnTo>
                  <a:pt x="1500632" y="301580"/>
                </a:lnTo>
                <a:lnTo>
                  <a:pt x="1500987" y="297180"/>
                </a:lnTo>
                <a:lnTo>
                  <a:pt x="1500987" y="27431"/>
                </a:lnTo>
                <a:lnTo>
                  <a:pt x="1500632" y="23031"/>
                </a:lnTo>
                <a:lnTo>
                  <a:pt x="1499575" y="18745"/>
                </a:lnTo>
                <a:lnTo>
                  <a:pt x="1497845" y="14683"/>
                </a:lnTo>
                <a:lnTo>
                  <a:pt x="1495485" y="10952"/>
                </a:lnTo>
                <a:lnTo>
                  <a:pt x="1492558" y="7647"/>
                </a:lnTo>
                <a:lnTo>
                  <a:pt x="1489138" y="4855"/>
                </a:lnTo>
                <a:lnTo>
                  <a:pt x="1485315" y="2648"/>
                </a:lnTo>
                <a:lnTo>
                  <a:pt x="1481187" y="1083"/>
                </a:lnTo>
                <a:lnTo>
                  <a:pt x="1476862" y="200"/>
                </a:lnTo>
                <a:lnTo>
                  <a:pt x="1473555" y="0"/>
                </a:lnTo>
                <a:lnTo>
                  <a:pt x="27432" y="0"/>
                </a:lnTo>
                <a:lnTo>
                  <a:pt x="30738" y="200"/>
                </a:lnTo>
                <a:lnTo>
                  <a:pt x="26327" y="22"/>
                </a:lnTo>
                <a:lnTo>
                  <a:pt x="21944" y="554"/>
                </a:lnTo>
                <a:lnTo>
                  <a:pt x="17704" y="1782"/>
                </a:lnTo>
                <a:lnTo>
                  <a:pt x="13716" y="3675"/>
                </a:lnTo>
                <a:lnTo>
                  <a:pt x="10082" y="6183"/>
                </a:lnTo>
                <a:lnTo>
                  <a:pt x="6898" y="9241"/>
                </a:lnTo>
                <a:lnTo>
                  <a:pt x="4246" y="12770"/>
                </a:lnTo>
                <a:lnTo>
                  <a:pt x="2195" y="16679"/>
                </a:lnTo>
                <a:lnTo>
                  <a:pt x="797" y="20867"/>
                </a:lnTo>
                <a:lnTo>
                  <a:pt x="88" y="25224"/>
                </a:lnTo>
                <a:lnTo>
                  <a:pt x="0" y="27431"/>
                </a:lnTo>
                <a:lnTo>
                  <a:pt x="0" y="297180"/>
                </a:lnTo>
                <a:lnTo>
                  <a:pt x="88" y="294972"/>
                </a:lnTo>
                <a:lnTo>
                  <a:pt x="88" y="299387"/>
                </a:lnTo>
                <a:lnTo>
                  <a:pt x="797" y="303744"/>
                </a:lnTo>
                <a:lnTo>
                  <a:pt x="2195" y="307932"/>
                </a:lnTo>
                <a:lnTo>
                  <a:pt x="4246" y="311841"/>
                </a:lnTo>
                <a:lnTo>
                  <a:pt x="6898" y="315370"/>
                </a:lnTo>
                <a:lnTo>
                  <a:pt x="10082" y="318428"/>
                </a:lnTo>
                <a:lnTo>
                  <a:pt x="13716" y="320936"/>
                </a:lnTo>
                <a:lnTo>
                  <a:pt x="17704" y="322829"/>
                </a:lnTo>
                <a:lnTo>
                  <a:pt x="21944" y="324057"/>
                </a:lnTo>
                <a:lnTo>
                  <a:pt x="26327" y="324589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6775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r>
              <a:rPr lang="en-US" sz="1100" dirty="0">
                <a:latin typeface="Helvetica" pitchFamily="2" charset="0"/>
              </a:rPr>
              <a:t> Lewisetta</a:t>
            </a:r>
            <a:endParaRPr sz="1100" dirty="0">
              <a:latin typeface="Helvetica" pitchFamily="2" charset="0"/>
            </a:endParaRPr>
          </a:p>
        </p:txBody>
      </p:sp>
      <p:sp>
        <p:nvSpPr>
          <p:cNvPr id="14163" name="pg675">
            <a:extLst>
              <a:ext uri="{FF2B5EF4-FFF2-40B4-BE49-F238E27FC236}">
                <a16:creationId xmlns:a16="http://schemas.microsoft.com/office/drawing/2014/main" id="{7BDEFC44-2B27-6BFA-E53D-870DF2E1AB57}"/>
              </a:ext>
            </a:extLst>
          </p:cNvPr>
          <p:cNvSpPr/>
          <p:nvPr/>
        </p:nvSpPr>
        <p:spPr>
          <a:xfrm>
            <a:off x="2762405" y="2895464"/>
            <a:ext cx="137160" cy="118872"/>
          </a:xfrm>
          <a:custGeom>
            <a:avLst/>
            <a:gdLst/>
            <a:ahLst/>
            <a:cxnLst/>
            <a:rect l="0" t="0" r="0" b="0"/>
            <a:pathLst>
              <a:path w="267615" h="231762">
                <a:moveTo>
                  <a:pt x="133807" y="0"/>
                </a:moveTo>
                <a:lnTo>
                  <a:pt x="267615" y="231762"/>
                </a:lnTo>
                <a:lnTo>
                  <a:pt x="0" y="231762"/>
                </a:lnTo>
                <a:close/>
              </a:path>
            </a:pathLst>
          </a:custGeom>
          <a:solidFill>
            <a:srgbClr val="FF1493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>
              <a:latin typeface="Helvetica" pitchFamily="2" charset="0"/>
            </a:endParaRPr>
          </a:p>
        </p:txBody>
      </p:sp>
      <p:grpSp>
        <p:nvGrpSpPr>
          <p:cNvPr id="18685" name="Group 18684">
            <a:extLst>
              <a:ext uri="{FF2B5EF4-FFF2-40B4-BE49-F238E27FC236}">
                <a16:creationId xmlns:a16="http://schemas.microsoft.com/office/drawing/2014/main" id="{57463B94-7187-AFB7-8242-3EE96C0C3144}"/>
              </a:ext>
            </a:extLst>
          </p:cNvPr>
          <p:cNvGrpSpPr/>
          <p:nvPr/>
        </p:nvGrpSpPr>
        <p:grpSpPr>
          <a:xfrm>
            <a:off x="2313432" y="2103120"/>
            <a:ext cx="1911807" cy="1728216"/>
            <a:chOff x="6876256" y="474902"/>
            <a:chExt cx="1582863" cy="1420959"/>
          </a:xfrm>
        </p:grpSpPr>
        <p:sp>
          <p:nvSpPr>
            <p:cNvPr id="18005" name="rc5">
              <a:extLst>
                <a:ext uri="{FF2B5EF4-FFF2-40B4-BE49-F238E27FC236}">
                  <a16:creationId xmlns:a16="http://schemas.microsoft.com/office/drawing/2014/main" id="{CAE6ED40-401B-65D9-2FF1-9122FAE1C462}"/>
                </a:ext>
              </a:extLst>
            </p:cNvPr>
            <p:cNvSpPr/>
            <p:nvPr/>
          </p:nvSpPr>
          <p:spPr>
            <a:xfrm>
              <a:off x="6948264" y="477161"/>
              <a:ext cx="1510855" cy="1409520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8012" name="pl12">
              <a:extLst>
                <a:ext uri="{FF2B5EF4-FFF2-40B4-BE49-F238E27FC236}">
                  <a16:creationId xmlns:a16="http://schemas.microsoft.com/office/drawing/2014/main" id="{09BC91C8-C1E7-D51A-97A1-E89DC0EEE381}"/>
                </a:ext>
              </a:extLst>
            </p:cNvPr>
            <p:cNvSpPr/>
            <p:nvPr/>
          </p:nvSpPr>
          <p:spPr>
            <a:xfrm>
              <a:off x="6876256" y="1886685"/>
              <a:ext cx="1582863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29" name="pg29">
              <a:extLst>
                <a:ext uri="{FF2B5EF4-FFF2-40B4-BE49-F238E27FC236}">
                  <a16:creationId xmlns:a16="http://schemas.microsoft.com/office/drawing/2014/main" id="{1366AC06-29DE-72B7-3A9E-BDB5575FE4C5}"/>
                </a:ext>
              </a:extLst>
            </p:cNvPr>
            <p:cNvSpPr/>
            <p:nvPr/>
          </p:nvSpPr>
          <p:spPr>
            <a:xfrm>
              <a:off x="7558219" y="47716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30" name="pg30">
              <a:extLst>
                <a:ext uri="{FF2B5EF4-FFF2-40B4-BE49-F238E27FC236}">
                  <a16:creationId xmlns:a16="http://schemas.microsoft.com/office/drawing/2014/main" id="{4322AB6C-6EDE-C6C2-A39E-C73792BC7989}"/>
                </a:ext>
              </a:extLst>
            </p:cNvPr>
            <p:cNvSpPr/>
            <p:nvPr/>
          </p:nvSpPr>
          <p:spPr>
            <a:xfrm>
              <a:off x="7589283" y="47716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31" name="pg31">
              <a:extLst>
                <a:ext uri="{FF2B5EF4-FFF2-40B4-BE49-F238E27FC236}">
                  <a16:creationId xmlns:a16="http://schemas.microsoft.com/office/drawing/2014/main" id="{E07B6B03-B479-D612-6780-FEA61FA96E8D}"/>
                </a:ext>
              </a:extLst>
            </p:cNvPr>
            <p:cNvSpPr/>
            <p:nvPr/>
          </p:nvSpPr>
          <p:spPr>
            <a:xfrm>
              <a:off x="7620345" y="47716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32" name="pg32">
              <a:extLst>
                <a:ext uri="{FF2B5EF4-FFF2-40B4-BE49-F238E27FC236}">
                  <a16:creationId xmlns:a16="http://schemas.microsoft.com/office/drawing/2014/main" id="{5BC93E3D-0CCE-A707-5022-2B8940712125}"/>
                </a:ext>
              </a:extLst>
            </p:cNvPr>
            <p:cNvSpPr/>
            <p:nvPr/>
          </p:nvSpPr>
          <p:spPr>
            <a:xfrm>
              <a:off x="7651408" y="47716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33" name="pg33">
              <a:extLst>
                <a:ext uri="{FF2B5EF4-FFF2-40B4-BE49-F238E27FC236}">
                  <a16:creationId xmlns:a16="http://schemas.microsoft.com/office/drawing/2014/main" id="{1F312B57-E037-A7F4-70D7-563C64B1F14C}"/>
                </a:ext>
              </a:extLst>
            </p:cNvPr>
            <p:cNvSpPr/>
            <p:nvPr/>
          </p:nvSpPr>
          <p:spPr>
            <a:xfrm>
              <a:off x="7682471" y="47716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34" name="pg34">
              <a:extLst>
                <a:ext uri="{FF2B5EF4-FFF2-40B4-BE49-F238E27FC236}">
                  <a16:creationId xmlns:a16="http://schemas.microsoft.com/office/drawing/2014/main" id="{3A338322-E636-9A20-66A5-534DAAF9D6C2}"/>
                </a:ext>
              </a:extLst>
            </p:cNvPr>
            <p:cNvSpPr/>
            <p:nvPr/>
          </p:nvSpPr>
          <p:spPr>
            <a:xfrm>
              <a:off x="7713534" y="47716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35" name="pg35">
              <a:extLst>
                <a:ext uri="{FF2B5EF4-FFF2-40B4-BE49-F238E27FC236}">
                  <a16:creationId xmlns:a16="http://schemas.microsoft.com/office/drawing/2014/main" id="{3C1CCF34-4F63-CE89-6E32-316207752340}"/>
                </a:ext>
              </a:extLst>
            </p:cNvPr>
            <p:cNvSpPr/>
            <p:nvPr/>
          </p:nvSpPr>
          <p:spPr>
            <a:xfrm>
              <a:off x="7744597" y="47716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36" name="pg36">
              <a:extLst>
                <a:ext uri="{FF2B5EF4-FFF2-40B4-BE49-F238E27FC236}">
                  <a16:creationId xmlns:a16="http://schemas.microsoft.com/office/drawing/2014/main" id="{B88176BB-407F-9AD6-441C-9C789DFB4C44}"/>
                </a:ext>
              </a:extLst>
            </p:cNvPr>
            <p:cNvSpPr/>
            <p:nvPr/>
          </p:nvSpPr>
          <p:spPr>
            <a:xfrm>
              <a:off x="7775660" y="47716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37" name="pg37">
              <a:extLst>
                <a:ext uri="{FF2B5EF4-FFF2-40B4-BE49-F238E27FC236}">
                  <a16:creationId xmlns:a16="http://schemas.microsoft.com/office/drawing/2014/main" id="{8664964A-B2D1-8DA0-5FD9-7061E7976FE8}"/>
                </a:ext>
              </a:extLst>
            </p:cNvPr>
            <p:cNvSpPr/>
            <p:nvPr/>
          </p:nvSpPr>
          <p:spPr>
            <a:xfrm>
              <a:off x="7930974" y="47716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38" name="pg38">
              <a:extLst>
                <a:ext uri="{FF2B5EF4-FFF2-40B4-BE49-F238E27FC236}">
                  <a16:creationId xmlns:a16="http://schemas.microsoft.com/office/drawing/2014/main" id="{F4DE123C-5271-CF68-DEE5-D4C3516DC003}"/>
                </a:ext>
              </a:extLst>
            </p:cNvPr>
            <p:cNvSpPr/>
            <p:nvPr/>
          </p:nvSpPr>
          <p:spPr>
            <a:xfrm>
              <a:off x="7962037" y="47716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39" name="pg39">
              <a:extLst>
                <a:ext uri="{FF2B5EF4-FFF2-40B4-BE49-F238E27FC236}">
                  <a16:creationId xmlns:a16="http://schemas.microsoft.com/office/drawing/2014/main" id="{AA65B723-62C0-E3CF-77A0-73FCB82B7705}"/>
                </a:ext>
              </a:extLst>
            </p:cNvPr>
            <p:cNvSpPr/>
            <p:nvPr/>
          </p:nvSpPr>
          <p:spPr>
            <a:xfrm>
              <a:off x="7993100" y="47716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40" name="pg40">
              <a:extLst>
                <a:ext uri="{FF2B5EF4-FFF2-40B4-BE49-F238E27FC236}">
                  <a16:creationId xmlns:a16="http://schemas.microsoft.com/office/drawing/2014/main" id="{2A0F751E-0834-7E77-6BBE-615C5A0EDA05}"/>
                </a:ext>
              </a:extLst>
            </p:cNvPr>
            <p:cNvSpPr/>
            <p:nvPr/>
          </p:nvSpPr>
          <p:spPr>
            <a:xfrm>
              <a:off x="8024163" y="47716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41" name="pg41">
              <a:extLst>
                <a:ext uri="{FF2B5EF4-FFF2-40B4-BE49-F238E27FC236}">
                  <a16:creationId xmlns:a16="http://schemas.microsoft.com/office/drawing/2014/main" id="{A4FDE11F-54DA-07F0-8626-97E8C5AA7628}"/>
                </a:ext>
              </a:extLst>
            </p:cNvPr>
            <p:cNvSpPr/>
            <p:nvPr/>
          </p:nvSpPr>
          <p:spPr>
            <a:xfrm>
              <a:off x="8055226" y="47716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42" name="pg42">
              <a:extLst>
                <a:ext uri="{FF2B5EF4-FFF2-40B4-BE49-F238E27FC236}">
                  <a16:creationId xmlns:a16="http://schemas.microsoft.com/office/drawing/2014/main" id="{29F1C7A9-20ED-8CD3-2D6B-D02C4EEA7657}"/>
                </a:ext>
              </a:extLst>
            </p:cNvPr>
            <p:cNvSpPr/>
            <p:nvPr/>
          </p:nvSpPr>
          <p:spPr>
            <a:xfrm>
              <a:off x="7402905" y="51657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43" name="pg43">
              <a:extLst>
                <a:ext uri="{FF2B5EF4-FFF2-40B4-BE49-F238E27FC236}">
                  <a16:creationId xmlns:a16="http://schemas.microsoft.com/office/drawing/2014/main" id="{C27ACAF8-4067-005D-9B36-CE3377F6471C}"/>
                </a:ext>
              </a:extLst>
            </p:cNvPr>
            <p:cNvSpPr/>
            <p:nvPr/>
          </p:nvSpPr>
          <p:spPr>
            <a:xfrm>
              <a:off x="7433968" y="51657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44" name="pg44">
              <a:extLst>
                <a:ext uri="{FF2B5EF4-FFF2-40B4-BE49-F238E27FC236}">
                  <a16:creationId xmlns:a16="http://schemas.microsoft.com/office/drawing/2014/main" id="{9ACF48CC-4906-48E9-CCEB-C5C92E739F52}"/>
                </a:ext>
              </a:extLst>
            </p:cNvPr>
            <p:cNvSpPr/>
            <p:nvPr/>
          </p:nvSpPr>
          <p:spPr>
            <a:xfrm>
              <a:off x="7465031" y="51657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45" name="pg45">
              <a:extLst>
                <a:ext uri="{FF2B5EF4-FFF2-40B4-BE49-F238E27FC236}">
                  <a16:creationId xmlns:a16="http://schemas.microsoft.com/office/drawing/2014/main" id="{90B43145-9CDD-F3A3-0924-98511E60E2FD}"/>
                </a:ext>
              </a:extLst>
            </p:cNvPr>
            <p:cNvSpPr/>
            <p:nvPr/>
          </p:nvSpPr>
          <p:spPr>
            <a:xfrm>
              <a:off x="7496094" y="51657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46" name="pg46">
              <a:extLst>
                <a:ext uri="{FF2B5EF4-FFF2-40B4-BE49-F238E27FC236}">
                  <a16:creationId xmlns:a16="http://schemas.microsoft.com/office/drawing/2014/main" id="{3F5D3B12-68CF-1653-1EDB-F088C8DB718F}"/>
                </a:ext>
              </a:extLst>
            </p:cNvPr>
            <p:cNvSpPr/>
            <p:nvPr/>
          </p:nvSpPr>
          <p:spPr>
            <a:xfrm>
              <a:off x="7527156" y="51657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47" name="pg47">
              <a:extLst>
                <a:ext uri="{FF2B5EF4-FFF2-40B4-BE49-F238E27FC236}">
                  <a16:creationId xmlns:a16="http://schemas.microsoft.com/office/drawing/2014/main" id="{02AA8F69-A9FE-E2CE-5CAF-A9132B13E425}"/>
                </a:ext>
              </a:extLst>
            </p:cNvPr>
            <p:cNvSpPr/>
            <p:nvPr/>
          </p:nvSpPr>
          <p:spPr>
            <a:xfrm>
              <a:off x="7558219" y="51657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48" name="pg48">
              <a:extLst>
                <a:ext uri="{FF2B5EF4-FFF2-40B4-BE49-F238E27FC236}">
                  <a16:creationId xmlns:a16="http://schemas.microsoft.com/office/drawing/2014/main" id="{BDC91BD5-F6D1-80C2-C3BC-4A790BB0CB02}"/>
                </a:ext>
              </a:extLst>
            </p:cNvPr>
            <p:cNvSpPr/>
            <p:nvPr/>
          </p:nvSpPr>
          <p:spPr>
            <a:xfrm>
              <a:off x="7589283" y="51657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49" name="pg49">
              <a:extLst>
                <a:ext uri="{FF2B5EF4-FFF2-40B4-BE49-F238E27FC236}">
                  <a16:creationId xmlns:a16="http://schemas.microsoft.com/office/drawing/2014/main" id="{62B1C721-DEEE-3189-45AA-AC17E62759EF}"/>
                </a:ext>
              </a:extLst>
            </p:cNvPr>
            <p:cNvSpPr/>
            <p:nvPr/>
          </p:nvSpPr>
          <p:spPr>
            <a:xfrm>
              <a:off x="7620345" y="51657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50" name="pg50">
              <a:extLst>
                <a:ext uri="{FF2B5EF4-FFF2-40B4-BE49-F238E27FC236}">
                  <a16:creationId xmlns:a16="http://schemas.microsoft.com/office/drawing/2014/main" id="{F45F4389-54CD-4835-71BC-25D2BAD55016}"/>
                </a:ext>
              </a:extLst>
            </p:cNvPr>
            <p:cNvSpPr/>
            <p:nvPr/>
          </p:nvSpPr>
          <p:spPr>
            <a:xfrm>
              <a:off x="7651408" y="51657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51" name="pg51">
              <a:extLst>
                <a:ext uri="{FF2B5EF4-FFF2-40B4-BE49-F238E27FC236}">
                  <a16:creationId xmlns:a16="http://schemas.microsoft.com/office/drawing/2014/main" id="{932E7FBC-750A-5CBC-75ED-BA7F84847565}"/>
                </a:ext>
              </a:extLst>
            </p:cNvPr>
            <p:cNvSpPr/>
            <p:nvPr/>
          </p:nvSpPr>
          <p:spPr>
            <a:xfrm>
              <a:off x="7682471" y="51657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52" name="pg52">
              <a:extLst>
                <a:ext uri="{FF2B5EF4-FFF2-40B4-BE49-F238E27FC236}">
                  <a16:creationId xmlns:a16="http://schemas.microsoft.com/office/drawing/2014/main" id="{E09A9C51-B5F3-7360-EE55-43BF0D790710}"/>
                </a:ext>
              </a:extLst>
            </p:cNvPr>
            <p:cNvSpPr/>
            <p:nvPr/>
          </p:nvSpPr>
          <p:spPr>
            <a:xfrm>
              <a:off x="7713534" y="51657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53" name="pg53">
              <a:extLst>
                <a:ext uri="{FF2B5EF4-FFF2-40B4-BE49-F238E27FC236}">
                  <a16:creationId xmlns:a16="http://schemas.microsoft.com/office/drawing/2014/main" id="{C785A918-63F3-33C5-2042-2BEECA5ED14A}"/>
                </a:ext>
              </a:extLst>
            </p:cNvPr>
            <p:cNvSpPr/>
            <p:nvPr/>
          </p:nvSpPr>
          <p:spPr>
            <a:xfrm>
              <a:off x="7744597" y="51657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54" name="pg54">
              <a:extLst>
                <a:ext uri="{FF2B5EF4-FFF2-40B4-BE49-F238E27FC236}">
                  <a16:creationId xmlns:a16="http://schemas.microsoft.com/office/drawing/2014/main" id="{8137EFDB-3562-F03F-7DB1-C8F11EBF1C20}"/>
                </a:ext>
              </a:extLst>
            </p:cNvPr>
            <p:cNvSpPr/>
            <p:nvPr/>
          </p:nvSpPr>
          <p:spPr>
            <a:xfrm>
              <a:off x="7899912" y="51657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55" name="pg55">
              <a:extLst>
                <a:ext uri="{FF2B5EF4-FFF2-40B4-BE49-F238E27FC236}">
                  <a16:creationId xmlns:a16="http://schemas.microsoft.com/office/drawing/2014/main" id="{5072E09B-0E1C-7602-E00C-F00D84233E9C}"/>
                </a:ext>
              </a:extLst>
            </p:cNvPr>
            <p:cNvSpPr/>
            <p:nvPr/>
          </p:nvSpPr>
          <p:spPr>
            <a:xfrm>
              <a:off x="7930974" y="51657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56" name="pg56">
              <a:extLst>
                <a:ext uri="{FF2B5EF4-FFF2-40B4-BE49-F238E27FC236}">
                  <a16:creationId xmlns:a16="http://schemas.microsoft.com/office/drawing/2014/main" id="{475CC84E-293A-6C35-C1CD-3A89AE80EFA3}"/>
                </a:ext>
              </a:extLst>
            </p:cNvPr>
            <p:cNvSpPr/>
            <p:nvPr/>
          </p:nvSpPr>
          <p:spPr>
            <a:xfrm>
              <a:off x="7962037" y="51657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57" name="pg57">
              <a:extLst>
                <a:ext uri="{FF2B5EF4-FFF2-40B4-BE49-F238E27FC236}">
                  <a16:creationId xmlns:a16="http://schemas.microsoft.com/office/drawing/2014/main" id="{BF705F54-F37A-685E-472B-C84DEB527FD3}"/>
                </a:ext>
              </a:extLst>
            </p:cNvPr>
            <p:cNvSpPr/>
            <p:nvPr/>
          </p:nvSpPr>
          <p:spPr>
            <a:xfrm>
              <a:off x="7993100" y="51657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89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58" name="pg58">
              <a:extLst>
                <a:ext uri="{FF2B5EF4-FFF2-40B4-BE49-F238E27FC236}">
                  <a16:creationId xmlns:a16="http://schemas.microsoft.com/office/drawing/2014/main" id="{E2EE016D-2DE3-AB90-1FAC-93CE04B34CC7}"/>
                </a:ext>
              </a:extLst>
            </p:cNvPr>
            <p:cNvSpPr/>
            <p:nvPr/>
          </p:nvSpPr>
          <p:spPr>
            <a:xfrm>
              <a:off x="8024163" y="51657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59" name="pg59">
              <a:extLst>
                <a:ext uri="{FF2B5EF4-FFF2-40B4-BE49-F238E27FC236}">
                  <a16:creationId xmlns:a16="http://schemas.microsoft.com/office/drawing/2014/main" id="{A445D130-4DB2-092B-D4B5-4DA65DB3B5B2}"/>
                </a:ext>
              </a:extLst>
            </p:cNvPr>
            <p:cNvSpPr/>
            <p:nvPr/>
          </p:nvSpPr>
          <p:spPr>
            <a:xfrm>
              <a:off x="8055226" y="51657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60" name="pg60">
              <a:extLst>
                <a:ext uri="{FF2B5EF4-FFF2-40B4-BE49-F238E27FC236}">
                  <a16:creationId xmlns:a16="http://schemas.microsoft.com/office/drawing/2014/main" id="{D1E2221B-073A-46DC-69BA-F650320E81E3}"/>
                </a:ext>
              </a:extLst>
            </p:cNvPr>
            <p:cNvSpPr/>
            <p:nvPr/>
          </p:nvSpPr>
          <p:spPr>
            <a:xfrm>
              <a:off x="7371842" y="5559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61" name="pg61">
              <a:extLst>
                <a:ext uri="{FF2B5EF4-FFF2-40B4-BE49-F238E27FC236}">
                  <a16:creationId xmlns:a16="http://schemas.microsoft.com/office/drawing/2014/main" id="{843F4209-2030-ACA8-3BBF-682BF3FF7A0C}"/>
                </a:ext>
              </a:extLst>
            </p:cNvPr>
            <p:cNvSpPr/>
            <p:nvPr/>
          </p:nvSpPr>
          <p:spPr>
            <a:xfrm>
              <a:off x="7402905" y="5559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62" name="pg62">
              <a:extLst>
                <a:ext uri="{FF2B5EF4-FFF2-40B4-BE49-F238E27FC236}">
                  <a16:creationId xmlns:a16="http://schemas.microsoft.com/office/drawing/2014/main" id="{4690DF2B-FE4C-35B5-5FEE-3F245024AE51}"/>
                </a:ext>
              </a:extLst>
            </p:cNvPr>
            <p:cNvSpPr/>
            <p:nvPr/>
          </p:nvSpPr>
          <p:spPr>
            <a:xfrm>
              <a:off x="7433968" y="5559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63" name="pg63">
              <a:extLst>
                <a:ext uri="{FF2B5EF4-FFF2-40B4-BE49-F238E27FC236}">
                  <a16:creationId xmlns:a16="http://schemas.microsoft.com/office/drawing/2014/main" id="{1D344B78-C007-3F15-50DE-F7D0019574FF}"/>
                </a:ext>
              </a:extLst>
            </p:cNvPr>
            <p:cNvSpPr/>
            <p:nvPr/>
          </p:nvSpPr>
          <p:spPr>
            <a:xfrm>
              <a:off x="7465031" y="5559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64" name="pg64">
              <a:extLst>
                <a:ext uri="{FF2B5EF4-FFF2-40B4-BE49-F238E27FC236}">
                  <a16:creationId xmlns:a16="http://schemas.microsoft.com/office/drawing/2014/main" id="{56E1FEB6-AF19-2C2E-5E01-5AA86D157576}"/>
                </a:ext>
              </a:extLst>
            </p:cNvPr>
            <p:cNvSpPr/>
            <p:nvPr/>
          </p:nvSpPr>
          <p:spPr>
            <a:xfrm>
              <a:off x="7496094" y="5559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65" name="pg65">
              <a:extLst>
                <a:ext uri="{FF2B5EF4-FFF2-40B4-BE49-F238E27FC236}">
                  <a16:creationId xmlns:a16="http://schemas.microsoft.com/office/drawing/2014/main" id="{236D268E-ED36-3D0F-8715-C81723335938}"/>
                </a:ext>
              </a:extLst>
            </p:cNvPr>
            <p:cNvSpPr/>
            <p:nvPr/>
          </p:nvSpPr>
          <p:spPr>
            <a:xfrm>
              <a:off x="7527156" y="5559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66" name="pg66">
              <a:extLst>
                <a:ext uri="{FF2B5EF4-FFF2-40B4-BE49-F238E27FC236}">
                  <a16:creationId xmlns:a16="http://schemas.microsoft.com/office/drawing/2014/main" id="{E1D6423D-A549-43ED-586A-452D2E9861AA}"/>
                </a:ext>
              </a:extLst>
            </p:cNvPr>
            <p:cNvSpPr/>
            <p:nvPr/>
          </p:nvSpPr>
          <p:spPr>
            <a:xfrm>
              <a:off x="7558219" y="5559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67" name="pg67">
              <a:extLst>
                <a:ext uri="{FF2B5EF4-FFF2-40B4-BE49-F238E27FC236}">
                  <a16:creationId xmlns:a16="http://schemas.microsoft.com/office/drawing/2014/main" id="{3D6B983C-A28B-9BB5-7305-F239BCB1A69D}"/>
                </a:ext>
              </a:extLst>
            </p:cNvPr>
            <p:cNvSpPr/>
            <p:nvPr/>
          </p:nvSpPr>
          <p:spPr>
            <a:xfrm>
              <a:off x="7589283" y="5559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68" name="pg68">
              <a:extLst>
                <a:ext uri="{FF2B5EF4-FFF2-40B4-BE49-F238E27FC236}">
                  <a16:creationId xmlns:a16="http://schemas.microsoft.com/office/drawing/2014/main" id="{DC0013F1-1353-18BF-953D-93A180651C36}"/>
                </a:ext>
              </a:extLst>
            </p:cNvPr>
            <p:cNvSpPr/>
            <p:nvPr/>
          </p:nvSpPr>
          <p:spPr>
            <a:xfrm>
              <a:off x="7620345" y="5559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69" name="pg69">
              <a:extLst>
                <a:ext uri="{FF2B5EF4-FFF2-40B4-BE49-F238E27FC236}">
                  <a16:creationId xmlns:a16="http://schemas.microsoft.com/office/drawing/2014/main" id="{BCB65932-DB38-1454-8A14-A63840B9200A}"/>
                </a:ext>
              </a:extLst>
            </p:cNvPr>
            <p:cNvSpPr/>
            <p:nvPr/>
          </p:nvSpPr>
          <p:spPr>
            <a:xfrm>
              <a:off x="7651408" y="5559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70" name="pg70">
              <a:extLst>
                <a:ext uri="{FF2B5EF4-FFF2-40B4-BE49-F238E27FC236}">
                  <a16:creationId xmlns:a16="http://schemas.microsoft.com/office/drawing/2014/main" id="{E21B799E-98EF-8797-C44B-56F7C26BFB80}"/>
                </a:ext>
              </a:extLst>
            </p:cNvPr>
            <p:cNvSpPr/>
            <p:nvPr/>
          </p:nvSpPr>
          <p:spPr>
            <a:xfrm>
              <a:off x="7682471" y="5559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71" name="pg71">
              <a:extLst>
                <a:ext uri="{FF2B5EF4-FFF2-40B4-BE49-F238E27FC236}">
                  <a16:creationId xmlns:a16="http://schemas.microsoft.com/office/drawing/2014/main" id="{9F1F1DBB-EBD4-9D8E-A236-816C9C213952}"/>
                </a:ext>
              </a:extLst>
            </p:cNvPr>
            <p:cNvSpPr/>
            <p:nvPr/>
          </p:nvSpPr>
          <p:spPr>
            <a:xfrm>
              <a:off x="7713534" y="5559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72" name="pg72">
              <a:extLst>
                <a:ext uri="{FF2B5EF4-FFF2-40B4-BE49-F238E27FC236}">
                  <a16:creationId xmlns:a16="http://schemas.microsoft.com/office/drawing/2014/main" id="{FA7B8561-EC0B-9DD5-C5E9-D7F6905D7A23}"/>
                </a:ext>
              </a:extLst>
            </p:cNvPr>
            <p:cNvSpPr/>
            <p:nvPr/>
          </p:nvSpPr>
          <p:spPr>
            <a:xfrm>
              <a:off x="7868849" y="5559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73" name="pg73">
              <a:extLst>
                <a:ext uri="{FF2B5EF4-FFF2-40B4-BE49-F238E27FC236}">
                  <a16:creationId xmlns:a16="http://schemas.microsoft.com/office/drawing/2014/main" id="{E3422229-BC0E-1B66-BD8D-67B2AAC383A3}"/>
                </a:ext>
              </a:extLst>
            </p:cNvPr>
            <p:cNvSpPr/>
            <p:nvPr/>
          </p:nvSpPr>
          <p:spPr>
            <a:xfrm>
              <a:off x="7899912" y="5559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74" name="pg74">
              <a:extLst>
                <a:ext uri="{FF2B5EF4-FFF2-40B4-BE49-F238E27FC236}">
                  <a16:creationId xmlns:a16="http://schemas.microsoft.com/office/drawing/2014/main" id="{DE71C956-C257-1B00-04BD-EBE27EB027D1}"/>
                </a:ext>
              </a:extLst>
            </p:cNvPr>
            <p:cNvSpPr/>
            <p:nvPr/>
          </p:nvSpPr>
          <p:spPr>
            <a:xfrm>
              <a:off x="7930974" y="5559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75" name="pg75">
              <a:extLst>
                <a:ext uri="{FF2B5EF4-FFF2-40B4-BE49-F238E27FC236}">
                  <a16:creationId xmlns:a16="http://schemas.microsoft.com/office/drawing/2014/main" id="{F80DEB31-D913-7A23-901D-8D97D64EEDCE}"/>
                </a:ext>
              </a:extLst>
            </p:cNvPr>
            <p:cNvSpPr/>
            <p:nvPr/>
          </p:nvSpPr>
          <p:spPr>
            <a:xfrm>
              <a:off x="7962037" y="5559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76" name="pg76">
              <a:extLst>
                <a:ext uri="{FF2B5EF4-FFF2-40B4-BE49-F238E27FC236}">
                  <a16:creationId xmlns:a16="http://schemas.microsoft.com/office/drawing/2014/main" id="{CE06BF13-DDA7-E515-B256-AA7154680721}"/>
                </a:ext>
              </a:extLst>
            </p:cNvPr>
            <p:cNvSpPr/>
            <p:nvPr/>
          </p:nvSpPr>
          <p:spPr>
            <a:xfrm>
              <a:off x="7993100" y="5559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77" name="pg77">
              <a:extLst>
                <a:ext uri="{FF2B5EF4-FFF2-40B4-BE49-F238E27FC236}">
                  <a16:creationId xmlns:a16="http://schemas.microsoft.com/office/drawing/2014/main" id="{8756CACB-3374-5B3F-21B5-EACD26FAEE03}"/>
                </a:ext>
              </a:extLst>
            </p:cNvPr>
            <p:cNvSpPr/>
            <p:nvPr/>
          </p:nvSpPr>
          <p:spPr>
            <a:xfrm>
              <a:off x="8024163" y="5559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78" name="pg78">
              <a:extLst>
                <a:ext uri="{FF2B5EF4-FFF2-40B4-BE49-F238E27FC236}">
                  <a16:creationId xmlns:a16="http://schemas.microsoft.com/office/drawing/2014/main" id="{962C7CB6-5115-B301-A7BC-B7B09D4D6ED0}"/>
                </a:ext>
              </a:extLst>
            </p:cNvPr>
            <p:cNvSpPr/>
            <p:nvPr/>
          </p:nvSpPr>
          <p:spPr>
            <a:xfrm>
              <a:off x="8055226" y="5559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79" name="pg79">
              <a:extLst>
                <a:ext uri="{FF2B5EF4-FFF2-40B4-BE49-F238E27FC236}">
                  <a16:creationId xmlns:a16="http://schemas.microsoft.com/office/drawing/2014/main" id="{543FDD34-A5E3-53BA-98BD-B5D84632E4A6}"/>
                </a:ext>
              </a:extLst>
            </p:cNvPr>
            <p:cNvSpPr/>
            <p:nvPr/>
          </p:nvSpPr>
          <p:spPr>
            <a:xfrm>
              <a:off x="7309716" y="5953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C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80" name="pg80">
              <a:extLst>
                <a:ext uri="{FF2B5EF4-FFF2-40B4-BE49-F238E27FC236}">
                  <a16:creationId xmlns:a16="http://schemas.microsoft.com/office/drawing/2014/main" id="{C2B58F3D-794B-CA3E-DD90-BF49C83AFE29}"/>
                </a:ext>
              </a:extLst>
            </p:cNvPr>
            <p:cNvSpPr/>
            <p:nvPr/>
          </p:nvSpPr>
          <p:spPr>
            <a:xfrm>
              <a:off x="7340779" y="5953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81" name="pg81">
              <a:extLst>
                <a:ext uri="{FF2B5EF4-FFF2-40B4-BE49-F238E27FC236}">
                  <a16:creationId xmlns:a16="http://schemas.microsoft.com/office/drawing/2014/main" id="{9C9116C1-6572-89B0-CC17-0BAC40F957D6}"/>
                </a:ext>
              </a:extLst>
            </p:cNvPr>
            <p:cNvSpPr/>
            <p:nvPr/>
          </p:nvSpPr>
          <p:spPr>
            <a:xfrm>
              <a:off x="7371842" y="5953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82" name="pg82">
              <a:extLst>
                <a:ext uri="{FF2B5EF4-FFF2-40B4-BE49-F238E27FC236}">
                  <a16:creationId xmlns:a16="http://schemas.microsoft.com/office/drawing/2014/main" id="{427EFC02-6115-2914-BD93-61C93D4F9CAE}"/>
                </a:ext>
              </a:extLst>
            </p:cNvPr>
            <p:cNvSpPr/>
            <p:nvPr/>
          </p:nvSpPr>
          <p:spPr>
            <a:xfrm>
              <a:off x="7402905" y="5953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83" name="pg83">
              <a:extLst>
                <a:ext uri="{FF2B5EF4-FFF2-40B4-BE49-F238E27FC236}">
                  <a16:creationId xmlns:a16="http://schemas.microsoft.com/office/drawing/2014/main" id="{C2A66AE2-B242-A893-58C1-F2F3258EBC06}"/>
                </a:ext>
              </a:extLst>
            </p:cNvPr>
            <p:cNvSpPr/>
            <p:nvPr/>
          </p:nvSpPr>
          <p:spPr>
            <a:xfrm>
              <a:off x="7433968" y="5953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84" name="pg84">
              <a:extLst>
                <a:ext uri="{FF2B5EF4-FFF2-40B4-BE49-F238E27FC236}">
                  <a16:creationId xmlns:a16="http://schemas.microsoft.com/office/drawing/2014/main" id="{F8DBB224-C551-7221-C01B-416A19264F69}"/>
                </a:ext>
              </a:extLst>
            </p:cNvPr>
            <p:cNvSpPr/>
            <p:nvPr/>
          </p:nvSpPr>
          <p:spPr>
            <a:xfrm>
              <a:off x="7465031" y="5953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85" name="pg85">
              <a:extLst>
                <a:ext uri="{FF2B5EF4-FFF2-40B4-BE49-F238E27FC236}">
                  <a16:creationId xmlns:a16="http://schemas.microsoft.com/office/drawing/2014/main" id="{7B1BF4E7-6A6C-B238-7A3B-3F14B1AE5D6F}"/>
                </a:ext>
              </a:extLst>
            </p:cNvPr>
            <p:cNvSpPr/>
            <p:nvPr/>
          </p:nvSpPr>
          <p:spPr>
            <a:xfrm>
              <a:off x="7496094" y="5953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86" name="pg86">
              <a:extLst>
                <a:ext uri="{FF2B5EF4-FFF2-40B4-BE49-F238E27FC236}">
                  <a16:creationId xmlns:a16="http://schemas.microsoft.com/office/drawing/2014/main" id="{0A3B4EA3-DD1D-E18D-0593-E29DA3365116}"/>
                </a:ext>
              </a:extLst>
            </p:cNvPr>
            <p:cNvSpPr/>
            <p:nvPr/>
          </p:nvSpPr>
          <p:spPr>
            <a:xfrm>
              <a:off x="7527156" y="5953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87" name="pg87">
              <a:extLst>
                <a:ext uri="{FF2B5EF4-FFF2-40B4-BE49-F238E27FC236}">
                  <a16:creationId xmlns:a16="http://schemas.microsoft.com/office/drawing/2014/main" id="{ABC67471-3E83-3ACA-16C2-82AC301967F4}"/>
                </a:ext>
              </a:extLst>
            </p:cNvPr>
            <p:cNvSpPr/>
            <p:nvPr/>
          </p:nvSpPr>
          <p:spPr>
            <a:xfrm>
              <a:off x="7558219" y="5953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88" name="pg88">
              <a:extLst>
                <a:ext uri="{FF2B5EF4-FFF2-40B4-BE49-F238E27FC236}">
                  <a16:creationId xmlns:a16="http://schemas.microsoft.com/office/drawing/2014/main" id="{A3C56870-57D0-A9B5-AE1B-156A734CF036}"/>
                </a:ext>
              </a:extLst>
            </p:cNvPr>
            <p:cNvSpPr/>
            <p:nvPr/>
          </p:nvSpPr>
          <p:spPr>
            <a:xfrm>
              <a:off x="7589283" y="5953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89" name="pg89">
              <a:extLst>
                <a:ext uri="{FF2B5EF4-FFF2-40B4-BE49-F238E27FC236}">
                  <a16:creationId xmlns:a16="http://schemas.microsoft.com/office/drawing/2014/main" id="{3C6C5C2D-202F-4687-8BC5-992EF8513C20}"/>
                </a:ext>
              </a:extLst>
            </p:cNvPr>
            <p:cNvSpPr/>
            <p:nvPr/>
          </p:nvSpPr>
          <p:spPr>
            <a:xfrm>
              <a:off x="7620345" y="5953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90" name="pg90">
              <a:extLst>
                <a:ext uri="{FF2B5EF4-FFF2-40B4-BE49-F238E27FC236}">
                  <a16:creationId xmlns:a16="http://schemas.microsoft.com/office/drawing/2014/main" id="{1E088888-B10E-D246-6995-9F932B913F8C}"/>
                </a:ext>
              </a:extLst>
            </p:cNvPr>
            <p:cNvSpPr/>
            <p:nvPr/>
          </p:nvSpPr>
          <p:spPr>
            <a:xfrm>
              <a:off x="7651408" y="5953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91" name="pg91">
              <a:extLst>
                <a:ext uri="{FF2B5EF4-FFF2-40B4-BE49-F238E27FC236}">
                  <a16:creationId xmlns:a16="http://schemas.microsoft.com/office/drawing/2014/main" id="{0377B6B4-AF5C-B6DE-41CC-12722BD2EF70}"/>
                </a:ext>
              </a:extLst>
            </p:cNvPr>
            <p:cNvSpPr/>
            <p:nvPr/>
          </p:nvSpPr>
          <p:spPr>
            <a:xfrm>
              <a:off x="7837786" y="5953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92" name="pg92">
              <a:extLst>
                <a:ext uri="{FF2B5EF4-FFF2-40B4-BE49-F238E27FC236}">
                  <a16:creationId xmlns:a16="http://schemas.microsoft.com/office/drawing/2014/main" id="{DB581009-00A2-151D-C985-A5E3FD275EED}"/>
                </a:ext>
              </a:extLst>
            </p:cNvPr>
            <p:cNvSpPr/>
            <p:nvPr/>
          </p:nvSpPr>
          <p:spPr>
            <a:xfrm>
              <a:off x="7868849" y="5953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93" name="pg93">
              <a:extLst>
                <a:ext uri="{FF2B5EF4-FFF2-40B4-BE49-F238E27FC236}">
                  <a16:creationId xmlns:a16="http://schemas.microsoft.com/office/drawing/2014/main" id="{D8CB41F2-EE1C-A4BA-44A5-46EED0A0899E}"/>
                </a:ext>
              </a:extLst>
            </p:cNvPr>
            <p:cNvSpPr/>
            <p:nvPr/>
          </p:nvSpPr>
          <p:spPr>
            <a:xfrm>
              <a:off x="7899912" y="5953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94" name="pg94">
              <a:extLst>
                <a:ext uri="{FF2B5EF4-FFF2-40B4-BE49-F238E27FC236}">
                  <a16:creationId xmlns:a16="http://schemas.microsoft.com/office/drawing/2014/main" id="{8ADE898B-FB59-0875-FEB8-C7AF5D335174}"/>
                </a:ext>
              </a:extLst>
            </p:cNvPr>
            <p:cNvSpPr/>
            <p:nvPr/>
          </p:nvSpPr>
          <p:spPr>
            <a:xfrm>
              <a:off x="7930974" y="5953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95" name="pg95">
              <a:extLst>
                <a:ext uri="{FF2B5EF4-FFF2-40B4-BE49-F238E27FC236}">
                  <a16:creationId xmlns:a16="http://schemas.microsoft.com/office/drawing/2014/main" id="{70D8087A-F4C0-55AD-5695-5EEED9168EB0}"/>
                </a:ext>
              </a:extLst>
            </p:cNvPr>
            <p:cNvSpPr/>
            <p:nvPr/>
          </p:nvSpPr>
          <p:spPr>
            <a:xfrm>
              <a:off x="7962037" y="5953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96" name="pg96">
              <a:extLst>
                <a:ext uri="{FF2B5EF4-FFF2-40B4-BE49-F238E27FC236}">
                  <a16:creationId xmlns:a16="http://schemas.microsoft.com/office/drawing/2014/main" id="{866A4866-E8DE-A6F8-0FC1-F5F3CD8CDA51}"/>
                </a:ext>
              </a:extLst>
            </p:cNvPr>
            <p:cNvSpPr/>
            <p:nvPr/>
          </p:nvSpPr>
          <p:spPr>
            <a:xfrm>
              <a:off x="7993100" y="5953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97" name="pg97">
              <a:extLst>
                <a:ext uri="{FF2B5EF4-FFF2-40B4-BE49-F238E27FC236}">
                  <a16:creationId xmlns:a16="http://schemas.microsoft.com/office/drawing/2014/main" id="{CDF747C5-9BA3-ACF4-427A-51AF651CD4CA}"/>
                </a:ext>
              </a:extLst>
            </p:cNvPr>
            <p:cNvSpPr/>
            <p:nvPr/>
          </p:nvSpPr>
          <p:spPr>
            <a:xfrm>
              <a:off x="7247590" y="6347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98" name="pg98">
              <a:extLst>
                <a:ext uri="{FF2B5EF4-FFF2-40B4-BE49-F238E27FC236}">
                  <a16:creationId xmlns:a16="http://schemas.microsoft.com/office/drawing/2014/main" id="{5D4EF105-B5E5-E865-5D26-2EE8ECDDA51F}"/>
                </a:ext>
              </a:extLst>
            </p:cNvPr>
            <p:cNvSpPr/>
            <p:nvPr/>
          </p:nvSpPr>
          <p:spPr>
            <a:xfrm>
              <a:off x="7278653" y="6347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99" name="pg99">
              <a:extLst>
                <a:ext uri="{FF2B5EF4-FFF2-40B4-BE49-F238E27FC236}">
                  <a16:creationId xmlns:a16="http://schemas.microsoft.com/office/drawing/2014/main" id="{3F84065C-1CAF-65AB-9AC4-486FF68503B0}"/>
                </a:ext>
              </a:extLst>
            </p:cNvPr>
            <p:cNvSpPr/>
            <p:nvPr/>
          </p:nvSpPr>
          <p:spPr>
            <a:xfrm>
              <a:off x="7309716" y="6347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00" name="pg100">
              <a:extLst>
                <a:ext uri="{FF2B5EF4-FFF2-40B4-BE49-F238E27FC236}">
                  <a16:creationId xmlns:a16="http://schemas.microsoft.com/office/drawing/2014/main" id="{4CE601BF-57AE-5525-E3AE-3FCA72140507}"/>
                </a:ext>
              </a:extLst>
            </p:cNvPr>
            <p:cNvSpPr/>
            <p:nvPr/>
          </p:nvSpPr>
          <p:spPr>
            <a:xfrm>
              <a:off x="7340779" y="6347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01" name="pg101">
              <a:extLst>
                <a:ext uri="{FF2B5EF4-FFF2-40B4-BE49-F238E27FC236}">
                  <a16:creationId xmlns:a16="http://schemas.microsoft.com/office/drawing/2014/main" id="{84AB6876-662F-6099-675E-0370C2B04B5E}"/>
                </a:ext>
              </a:extLst>
            </p:cNvPr>
            <p:cNvSpPr/>
            <p:nvPr/>
          </p:nvSpPr>
          <p:spPr>
            <a:xfrm>
              <a:off x="7371842" y="6347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02" name="pg102">
              <a:extLst>
                <a:ext uri="{FF2B5EF4-FFF2-40B4-BE49-F238E27FC236}">
                  <a16:creationId xmlns:a16="http://schemas.microsoft.com/office/drawing/2014/main" id="{486233E8-80E5-86FB-8A31-9E989F326A42}"/>
                </a:ext>
              </a:extLst>
            </p:cNvPr>
            <p:cNvSpPr/>
            <p:nvPr/>
          </p:nvSpPr>
          <p:spPr>
            <a:xfrm>
              <a:off x="7402905" y="6347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03" name="pg103">
              <a:extLst>
                <a:ext uri="{FF2B5EF4-FFF2-40B4-BE49-F238E27FC236}">
                  <a16:creationId xmlns:a16="http://schemas.microsoft.com/office/drawing/2014/main" id="{B92C608D-71EF-3A08-DF88-575F56766AA9}"/>
                </a:ext>
              </a:extLst>
            </p:cNvPr>
            <p:cNvSpPr/>
            <p:nvPr/>
          </p:nvSpPr>
          <p:spPr>
            <a:xfrm>
              <a:off x="7433968" y="6347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04" name="pg104">
              <a:extLst>
                <a:ext uri="{FF2B5EF4-FFF2-40B4-BE49-F238E27FC236}">
                  <a16:creationId xmlns:a16="http://schemas.microsoft.com/office/drawing/2014/main" id="{9600F1AA-2165-2782-0A43-A6C167A11CD9}"/>
                </a:ext>
              </a:extLst>
            </p:cNvPr>
            <p:cNvSpPr/>
            <p:nvPr/>
          </p:nvSpPr>
          <p:spPr>
            <a:xfrm>
              <a:off x="7465031" y="6347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05" name="pg105">
              <a:extLst>
                <a:ext uri="{FF2B5EF4-FFF2-40B4-BE49-F238E27FC236}">
                  <a16:creationId xmlns:a16="http://schemas.microsoft.com/office/drawing/2014/main" id="{19A4B2E3-185E-D660-DDDD-14EAE0565D90}"/>
                </a:ext>
              </a:extLst>
            </p:cNvPr>
            <p:cNvSpPr/>
            <p:nvPr/>
          </p:nvSpPr>
          <p:spPr>
            <a:xfrm>
              <a:off x="7496094" y="6347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06" name="pg106">
              <a:extLst>
                <a:ext uri="{FF2B5EF4-FFF2-40B4-BE49-F238E27FC236}">
                  <a16:creationId xmlns:a16="http://schemas.microsoft.com/office/drawing/2014/main" id="{274C3CF3-8A4A-B1A9-EBA9-C32A09AFDB62}"/>
                </a:ext>
              </a:extLst>
            </p:cNvPr>
            <p:cNvSpPr/>
            <p:nvPr/>
          </p:nvSpPr>
          <p:spPr>
            <a:xfrm>
              <a:off x="7527156" y="6347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07" name="pg107">
              <a:extLst>
                <a:ext uri="{FF2B5EF4-FFF2-40B4-BE49-F238E27FC236}">
                  <a16:creationId xmlns:a16="http://schemas.microsoft.com/office/drawing/2014/main" id="{E3E9F995-60AE-F91C-EA2E-F372C83ADA61}"/>
                </a:ext>
              </a:extLst>
            </p:cNvPr>
            <p:cNvSpPr/>
            <p:nvPr/>
          </p:nvSpPr>
          <p:spPr>
            <a:xfrm>
              <a:off x="7558219" y="6347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08" name="pg108">
              <a:extLst>
                <a:ext uri="{FF2B5EF4-FFF2-40B4-BE49-F238E27FC236}">
                  <a16:creationId xmlns:a16="http://schemas.microsoft.com/office/drawing/2014/main" id="{D108578F-00A2-C1A6-2494-675472A2247E}"/>
                </a:ext>
              </a:extLst>
            </p:cNvPr>
            <p:cNvSpPr/>
            <p:nvPr/>
          </p:nvSpPr>
          <p:spPr>
            <a:xfrm>
              <a:off x="7589283" y="6347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09" name="pg109">
              <a:extLst>
                <a:ext uri="{FF2B5EF4-FFF2-40B4-BE49-F238E27FC236}">
                  <a16:creationId xmlns:a16="http://schemas.microsoft.com/office/drawing/2014/main" id="{1518A249-AB5A-4E5B-BFED-FFF79059552C}"/>
                </a:ext>
              </a:extLst>
            </p:cNvPr>
            <p:cNvSpPr/>
            <p:nvPr/>
          </p:nvSpPr>
          <p:spPr>
            <a:xfrm>
              <a:off x="7620345" y="6347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10" name="pg110">
              <a:extLst>
                <a:ext uri="{FF2B5EF4-FFF2-40B4-BE49-F238E27FC236}">
                  <a16:creationId xmlns:a16="http://schemas.microsoft.com/office/drawing/2014/main" id="{4ECE3D8A-4560-0CF5-CCCE-70776AC427E0}"/>
                </a:ext>
              </a:extLst>
            </p:cNvPr>
            <p:cNvSpPr/>
            <p:nvPr/>
          </p:nvSpPr>
          <p:spPr>
            <a:xfrm>
              <a:off x="7651408" y="6347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11" name="pg111">
              <a:extLst>
                <a:ext uri="{FF2B5EF4-FFF2-40B4-BE49-F238E27FC236}">
                  <a16:creationId xmlns:a16="http://schemas.microsoft.com/office/drawing/2014/main" id="{FAD349C4-A9A2-250D-870D-C0B137B0F1AD}"/>
                </a:ext>
              </a:extLst>
            </p:cNvPr>
            <p:cNvSpPr/>
            <p:nvPr/>
          </p:nvSpPr>
          <p:spPr>
            <a:xfrm>
              <a:off x="7682471" y="6347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12" name="pg112">
              <a:extLst>
                <a:ext uri="{FF2B5EF4-FFF2-40B4-BE49-F238E27FC236}">
                  <a16:creationId xmlns:a16="http://schemas.microsoft.com/office/drawing/2014/main" id="{E04979D6-C186-9889-BE2D-C35FBCF5AA10}"/>
                </a:ext>
              </a:extLst>
            </p:cNvPr>
            <p:cNvSpPr/>
            <p:nvPr/>
          </p:nvSpPr>
          <p:spPr>
            <a:xfrm>
              <a:off x="7713534" y="6347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13" name="pg113">
              <a:extLst>
                <a:ext uri="{FF2B5EF4-FFF2-40B4-BE49-F238E27FC236}">
                  <a16:creationId xmlns:a16="http://schemas.microsoft.com/office/drawing/2014/main" id="{8334B732-7466-2D12-1BC2-C7624CDFDD6C}"/>
                </a:ext>
              </a:extLst>
            </p:cNvPr>
            <p:cNvSpPr/>
            <p:nvPr/>
          </p:nvSpPr>
          <p:spPr>
            <a:xfrm>
              <a:off x="7744597" y="6347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14" name="pg114">
              <a:extLst>
                <a:ext uri="{FF2B5EF4-FFF2-40B4-BE49-F238E27FC236}">
                  <a16:creationId xmlns:a16="http://schemas.microsoft.com/office/drawing/2014/main" id="{3D0FCFBF-040F-0DCB-2646-8FBA6FDA8154}"/>
                </a:ext>
              </a:extLst>
            </p:cNvPr>
            <p:cNvSpPr/>
            <p:nvPr/>
          </p:nvSpPr>
          <p:spPr>
            <a:xfrm>
              <a:off x="7806723" y="6347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15" name="pg115">
              <a:extLst>
                <a:ext uri="{FF2B5EF4-FFF2-40B4-BE49-F238E27FC236}">
                  <a16:creationId xmlns:a16="http://schemas.microsoft.com/office/drawing/2014/main" id="{21461C30-C4F0-DE9A-D7CC-7EE23FD55A45}"/>
                </a:ext>
              </a:extLst>
            </p:cNvPr>
            <p:cNvSpPr/>
            <p:nvPr/>
          </p:nvSpPr>
          <p:spPr>
            <a:xfrm>
              <a:off x="7837786" y="6347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16" name="pg116">
              <a:extLst>
                <a:ext uri="{FF2B5EF4-FFF2-40B4-BE49-F238E27FC236}">
                  <a16:creationId xmlns:a16="http://schemas.microsoft.com/office/drawing/2014/main" id="{FDBE76D4-C287-E4F2-8300-2E3790F361D6}"/>
                </a:ext>
              </a:extLst>
            </p:cNvPr>
            <p:cNvSpPr/>
            <p:nvPr/>
          </p:nvSpPr>
          <p:spPr>
            <a:xfrm>
              <a:off x="7868849" y="6347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3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17" name="pg117">
              <a:extLst>
                <a:ext uri="{FF2B5EF4-FFF2-40B4-BE49-F238E27FC236}">
                  <a16:creationId xmlns:a16="http://schemas.microsoft.com/office/drawing/2014/main" id="{63EB4E1D-273C-7DEB-353F-2032DE48FF2C}"/>
                </a:ext>
              </a:extLst>
            </p:cNvPr>
            <p:cNvSpPr/>
            <p:nvPr/>
          </p:nvSpPr>
          <p:spPr>
            <a:xfrm>
              <a:off x="7899912" y="6347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18" name="pg118">
              <a:extLst>
                <a:ext uri="{FF2B5EF4-FFF2-40B4-BE49-F238E27FC236}">
                  <a16:creationId xmlns:a16="http://schemas.microsoft.com/office/drawing/2014/main" id="{C2F73689-D446-FFE6-80A4-7350DA3BD260}"/>
                </a:ext>
              </a:extLst>
            </p:cNvPr>
            <p:cNvSpPr/>
            <p:nvPr/>
          </p:nvSpPr>
          <p:spPr>
            <a:xfrm>
              <a:off x="7930974" y="6347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19" name="pg119">
              <a:extLst>
                <a:ext uri="{FF2B5EF4-FFF2-40B4-BE49-F238E27FC236}">
                  <a16:creationId xmlns:a16="http://schemas.microsoft.com/office/drawing/2014/main" id="{4A2731E9-4C0D-DAAD-3C83-98F3AECF34F2}"/>
                </a:ext>
              </a:extLst>
            </p:cNvPr>
            <p:cNvSpPr/>
            <p:nvPr/>
          </p:nvSpPr>
          <p:spPr>
            <a:xfrm>
              <a:off x="7962037" y="6347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20" name="pg120">
              <a:extLst>
                <a:ext uri="{FF2B5EF4-FFF2-40B4-BE49-F238E27FC236}">
                  <a16:creationId xmlns:a16="http://schemas.microsoft.com/office/drawing/2014/main" id="{A087D349-1D40-80D4-D39E-69ED4E6F15AC}"/>
                </a:ext>
              </a:extLst>
            </p:cNvPr>
            <p:cNvSpPr/>
            <p:nvPr/>
          </p:nvSpPr>
          <p:spPr>
            <a:xfrm>
              <a:off x="7993100" y="6347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21" name="pg121">
              <a:extLst>
                <a:ext uri="{FF2B5EF4-FFF2-40B4-BE49-F238E27FC236}">
                  <a16:creationId xmlns:a16="http://schemas.microsoft.com/office/drawing/2014/main" id="{281245C9-BE88-B30E-8D5A-75DD990BD11A}"/>
                </a:ext>
              </a:extLst>
            </p:cNvPr>
            <p:cNvSpPr/>
            <p:nvPr/>
          </p:nvSpPr>
          <p:spPr>
            <a:xfrm>
              <a:off x="7247590" y="6742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22" name="pg122">
              <a:extLst>
                <a:ext uri="{FF2B5EF4-FFF2-40B4-BE49-F238E27FC236}">
                  <a16:creationId xmlns:a16="http://schemas.microsoft.com/office/drawing/2014/main" id="{4BCB1DCB-3C4A-B4F0-B21F-D4FD11C6282A}"/>
                </a:ext>
              </a:extLst>
            </p:cNvPr>
            <p:cNvSpPr/>
            <p:nvPr/>
          </p:nvSpPr>
          <p:spPr>
            <a:xfrm>
              <a:off x="7278653" y="6742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23" name="pg123">
              <a:extLst>
                <a:ext uri="{FF2B5EF4-FFF2-40B4-BE49-F238E27FC236}">
                  <a16:creationId xmlns:a16="http://schemas.microsoft.com/office/drawing/2014/main" id="{40462E8B-4F2F-2804-FCD0-C89F06E184E5}"/>
                </a:ext>
              </a:extLst>
            </p:cNvPr>
            <p:cNvSpPr/>
            <p:nvPr/>
          </p:nvSpPr>
          <p:spPr>
            <a:xfrm>
              <a:off x="7309716" y="6742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24" name="pg124">
              <a:extLst>
                <a:ext uri="{FF2B5EF4-FFF2-40B4-BE49-F238E27FC236}">
                  <a16:creationId xmlns:a16="http://schemas.microsoft.com/office/drawing/2014/main" id="{52BD5ACB-D82A-1556-5FBC-F71EB1A7C72E}"/>
                </a:ext>
              </a:extLst>
            </p:cNvPr>
            <p:cNvSpPr/>
            <p:nvPr/>
          </p:nvSpPr>
          <p:spPr>
            <a:xfrm>
              <a:off x="7340779" y="6742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25" name="pg125">
              <a:extLst>
                <a:ext uri="{FF2B5EF4-FFF2-40B4-BE49-F238E27FC236}">
                  <a16:creationId xmlns:a16="http://schemas.microsoft.com/office/drawing/2014/main" id="{2DCDAC5E-380F-32E0-B6BE-A008E78C898B}"/>
                </a:ext>
              </a:extLst>
            </p:cNvPr>
            <p:cNvSpPr/>
            <p:nvPr/>
          </p:nvSpPr>
          <p:spPr>
            <a:xfrm>
              <a:off x="7371842" y="6742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26" name="pg126">
              <a:extLst>
                <a:ext uri="{FF2B5EF4-FFF2-40B4-BE49-F238E27FC236}">
                  <a16:creationId xmlns:a16="http://schemas.microsoft.com/office/drawing/2014/main" id="{5600C4B0-8647-F332-F83D-EC2F4E714FFA}"/>
                </a:ext>
              </a:extLst>
            </p:cNvPr>
            <p:cNvSpPr/>
            <p:nvPr/>
          </p:nvSpPr>
          <p:spPr>
            <a:xfrm>
              <a:off x="7402905" y="6742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27" name="pg127">
              <a:extLst>
                <a:ext uri="{FF2B5EF4-FFF2-40B4-BE49-F238E27FC236}">
                  <a16:creationId xmlns:a16="http://schemas.microsoft.com/office/drawing/2014/main" id="{FBF03DD5-2555-CBA7-6E51-EAF50C5F580C}"/>
                </a:ext>
              </a:extLst>
            </p:cNvPr>
            <p:cNvSpPr/>
            <p:nvPr/>
          </p:nvSpPr>
          <p:spPr>
            <a:xfrm>
              <a:off x="7433968" y="6742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28" name="pg128">
              <a:extLst>
                <a:ext uri="{FF2B5EF4-FFF2-40B4-BE49-F238E27FC236}">
                  <a16:creationId xmlns:a16="http://schemas.microsoft.com/office/drawing/2014/main" id="{B4DD6948-7720-149F-0181-F8E77D65B5B4}"/>
                </a:ext>
              </a:extLst>
            </p:cNvPr>
            <p:cNvSpPr/>
            <p:nvPr/>
          </p:nvSpPr>
          <p:spPr>
            <a:xfrm>
              <a:off x="7465031" y="6742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29" name="pg129">
              <a:extLst>
                <a:ext uri="{FF2B5EF4-FFF2-40B4-BE49-F238E27FC236}">
                  <a16:creationId xmlns:a16="http://schemas.microsoft.com/office/drawing/2014/main" id="{221D4DC4-0BC3-D177-D0D0-68121930B586}"/>
                </a:ext>
              </a:extLst>
            </p:cNvPr>
            <p:cNvSpPr/>
            <p:nvPr/>
          </p:nvSpPr>
          <p:spPr>
            <a:xfrm>
              <a:off x="7496094" y="6742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30" name="pg130">
              <a:extLst>
                <a:ext uri="{FF2B5EF4-FFF2-40B4-BE49-F238E27FC236}">
                  <a16:creationId xmlns:a16="http://schemas.microsoft.com/office/drawing/2014/main" id="{CB08053D-07CD-6AB2-ACEC-E8DB5F99D4A6}"/>
                </a:ext>
              </a:extLst>
            </p:cNvPr>
            <p:cNvSpPr/>
            <p:nvPr/>
          </p:nvSpPr>
          <p:spPr>
            <a:xfrm>
              <a:off x="7527156" y="6742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31" name="pg131">
              <a:extLst>
                <a:ext uri="{FF2B5EF4-FFF2-40B4-BE49-F238E27FC236}">
                  <a16:creationId xmlns:a16="http://schemas.microsoft.com/office/drawing/2014/main" id="{4BAC8765-DCE5-80E1-01EA-18E0739C9E3D}"/>
                </a:ext>
              </a:extLst>
            </p:cNvPr>
            <p:cNvSpPr/>
            <p:nvPr/>
          </p:nvSpPr>
          <p:spPr>
            <a:xfrm>
              <a:off x="7558219" y="6742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32" name="pg132">
              <a:extLst>
                <a:ext uri="{FF2B5EF4-FFF2-40B4-BE49-F238E27FC236}">
                  <a16:creationId xmlns:a16="http://schemas.microsoft.com/office/drawing/2014/main" id="{9E9E7FAE-EAC0-B0DC-EEDD-0F4E58A25D96}"/>
                </a:ext>
              </a:extLst>
            </p:cNvPr>
            <p:cNvSpPr/>
            <p:nvPr/>
          </p:nvSpPr>
          <p:spPr>
            <a:xfrm>
              <a:off x="7589283" y="6742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33" name="pg133">
              <a:extLst>
                <a:ext uri="{FF2B5EF4-FFF2-40B4-BE49-F238E27FC236}">
                  <a16:creationId xmlns:a16="http://schemas.microsoft.com/office/drawing/2014/main" id="{0BD6AFC1-BEBD-83F4-7910-3ABBB684B205}"/>
                </a:ext>
              </a:extLst>
            </p:cNvPr>
            <p:cNvSpPr/>
            <p:nvPr/>
          </p:nvSpPr>
          <p:spPr>
            <a:xfrm>
              <a:off x="7620345" y="6742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34" name="pg134">
              <a:extLst>
                <a:ext uri="{FF2B5EF4-FFF2-40B4-BE49-F238E27FC236}">
                  <a16:creationId xmlns:a16="http://schemas.microsoft.com/office/drawing/2014/main" id="{EC03D299-35EE-4922-B15C-82DAD69AA940}"/>
                </a:ext>
              </a:extLst>
            </p:cNvPr>
            <p:cNvSpPr/>
            <p:nvPr/>
          </p:nvSpPr>
          <p:spPr>
            <a:xfrm>
              <a:off x="7651408" y="6742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35" name="pg135">
              <a:extLst>
                <a:ext uri="{FF2B5EF4-FFF2-40B4-BE49-F238E27FC236}">
                  <a16:creationId xmlns:a16="http://schemas.microsoft.com/office/drawing/2014/main" id="{54821528-1B56-F40C-4896-8A627E2228D8}"/>
                </a:ext>
              </a:extLst>
            </p:cNvPr>
            <p:cNvSpPr/>
            <p:nvPr/>
          </p:nvSpPr>
          <p:spPr>
            <a:xfrm>
              <a:off x="7682471" y="6742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36" name="pg136">
              <a:extLst>
                <a:ext uri="{FF2B5EF4-FFF2-40B4-BE49-F238E27FC236}">
                  <a16:creationId xmlns:a16="http://schemas.microsoft.com/office/drawing/2014/main" id="{2EBD1E4F-1578-C4EB-67C7-208BF859EE56}"/>
                </a:ext>
              </a:extLst>
            </p:cNvPr>
            <p:cNvSpPr/>
            <p:nvPr/>
          </p:nvSpPr>
          <p:spPr>
            <a:xfrm>
              <a:off x="7713534" y="6742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37" name="pg137">
              <a:extLst>
                <a:ext uri="{FF2B5EF4-FFF2-40B4-BE49-F238E27FC236}">
                  <a16:creationId xmlns:a16="http://schemas.microsoft.com/office/drawing/2014/main" id="{EE7EE2E9-93D9-7AE6-9921-46B072F963CA}"/>
                </a:ext>
              </a:extLst>
            </p:cNvPr>
            <p:cNvSpPr/>
            <p:nvPr/>
          </p:nvSpPr>
          <p:spPr>
            <a:xfrm>
              <a:off x="7744597" y="6742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38" name="pg138">
              <a:extLst>
                <a:ext uri="{FF2B5EF4-FFF2-40B4-BE49-F238E27FC236}">
                  <a16:creationId xmlns:a16="http://schemas.microsoft.com/office/drawing/2014/main" id="{04ACBD87-10F6-4321-54FE-AFC7BAA9DC86}"/>
                </a:ext>
              </a:extLst>
            </p:cNvPr>
            <p:cNvSpPr/>
            <p:nvPr/>
          </p:nvSpPr>
          <p:spPr>
            <a:xfrm>
              <a:off x="7775660" y="6742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39" name="pg139">
              <a:extLst>
                <a:ext uri="{FF2B5EF4-FFF2-40B4-BE49-F238E27FC236}">
                  <a16:creationId xmlns:a16="http://schemas.microsoft.com/office/drawing/2014/main" id="{418189AE-C8CD-1E9E-7E9C-683DA90CDEE1}"/>
                </a:ext>
              </a:extLst>
            </p:cNvPr>
            <p:cNvSpPr/>
            <p:nvPr/>
          </p:nvSpPr>
          <p:spPr>
            <a:xfrm>
              <a:off x="7806723" y="6742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40" name="pg140">
              <a:extLst>
                <a:ext uri="{FF2B5EF4-FFF2-40B4-BE49-F238E27FC236}">
                  <a16:creationId xmlns:a16="http://schemas.microsoft.com/office/drawing/2014/main" id="{22C4D45F-B49A-C225-9AB2-245EB36D9955}"/>
                </a:ext>
              </a:extLst>
            </p:cNvPr>
            <p:cNvSpPr/>
            <p:nvPr/>
          </p:nvSpPr>
          <p:spPr>
            <a:xfrm>
              <a:off x="7837786" y="6742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41" name="pg141">
              <a:extLst>
                <a:ext uri="{FF2B5EF4-FFF2-40B4-BE49-F238E27FC236}">
                  <a16:creationId xmlns:a16="http://schemas.microsoft.com/office/drawing/2014/main" id="{FFA3317B-4FDA-BB34-CA1A-31AAE8B93BBB}"/>
                </a:ext>
              </a:extLst>
            </p:cNvPr>
            <p:cNvSpPr/>
            <p:nvPr/>
          </p:nvSpPr>
          <p:spPr>
            <a:xfrm>
              <a:off x="7868849" y="6742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42" name="pg142">
              <a:extLst>
                <a:ext uri="{FF2B5EF4-FFF2-40B4-BE49-F238E27FC236}">
                  <a16:creationId xmlns:a16="http://schemas.microsoft.com/office/drawing/2014/main" id="{3D220903-D637-C8A7-1F01-72E8E9F739D0}"/>
                </a:ext>
              </a:extLst>
            </p:cNvPr>
            <p:cNvSpPr/>
            <p:nvPr/>
          </p:nvSpPr>
          <p:spPr>
            <a:xfrm>
              <a:off x="7899912" y="6742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43" name="pg143">
              <a:extLst>
                <a:ext uri="{FF2B5EF4-FFF2-40B4-BE49-F238E27FC236}">
                  <a16:creationId xmlns:a16="http://schemas.microsoft.com/office/drawing/2014/main" id="{E7243051-8B3C-14C4-CD0C-456AE5346A65}"/>
                </a:ext>
              </a:extLst>
            </p:cNvPr>
            <p:cNvSpPr/>
            <p:nvPr/>
          </p:nvSpPr>
          <p:spPr>
            <a:xfrm>
              <a:off x="7930974" y="6742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44" name="pg144">
              <a:extLst>
                <a:ext uri="{FF2B5EF4-FFF2-40B4-BE49-F238E27FC236}">
                  <a16:creationId xmlns:a16="http://schemas.microsoft.com/office/drawing/2014/main" id="{249FBDA7-61A2-CFBD-A483-5D206DBF06A6}"/>
                </a:ext>
              </a:extLst>
            </p:cNvPr>
            <p:cNvSpPr/>
            <p:nvPr/>
          </p:nvSpPr>
          <p:spPr>
            <a:xfrm>
              <a:off x="7962037" y="6742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45" name="pg145">
              <a:extLst>
                <a:ext uri="{FF2B5EF4-FFF2-40B4-BE49-F238E27FC236}">
                  <a16:creationId xmlns:a16="http://schemas.microsoft.com/office/drawing/2014/main" id="{1CFAD807-9D8F-1AD8-2133-387BBD3035CD}"/>
                </a:ext>
              </a:extLst>
            </p:cNvPr>
            <p:cNvSpPr/>
            <p:nvPr/>
          </p:nvSpPr>
          <p:spPr>
            <a:xfrm>
              <a:off x="7247590" y="71361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46" name="pg146">
              <a:extLst>
                <a:ext uri="{FF2B5EF4-FFF2-40B4-BE49-F238E27FC236}">
                  <a16:creationId xmlns:a16="http://schemas.microsoft.com/office/drawing/2014/main" id="{24EA1758-FABA-D8DF-0C5F-87A07ECAB309}"/>
                </a:ext>
              </a:extLst>
            </p:cNvPr>
            <p:cNvSpPr/>
            <p:nvPr/>
          </p:nvSpPr>
          <p:spPr>
            <a:xfrm>
              <a:off x="7278653" y="71361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47" name="pg147">
              <a:extLst>
                <a:ext uri="{FF2B5EF4-FFF2-40B4-BE49-F238E27FC236}">
                  <a16:creationId xmlns:a16="http://schemas.microsoft.com/office/drawing/2014/main" id="{1316C4DF-B98A-BD25-DDDA-C88BC4AAD8A0}"/>
                </a:ext>
              </a:extLst>
            </p:cNvPr>
            <p:cNvSpPr/>
            <p:nvPr/>
          </p:nvSpPr>
          <p:spPr>
            <a:xfrm>
              <a:off x="7309716" y="71361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48" name="pg148">
              <a:extLst>
                <a:ext uri="{FF2B5EF4-FFF2-40B4-BE49-F238E27FC236}">
                  <a16:creationId xmlns:a16="http://schemas.microsoft.com/office/drawing/2014/main" id="{CFC262F2-6E56-0844-6B94-4A89109381DA}"/>
                </a:ext>
              </a:extLst>
            </p:cNvPr>
            <p:cNvSpPr/>
            <p:nvPr/>
          </p:nvSpPr>
          <p:spPr>
            <a:xfrm>
              <a:off x="7340779" y="71361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49" name="pg149">
              <a:extLst>
                <a:ext uri="{FF2B5EF4-FFF2-40B4-BE49-F238E27FC236}">
                  <a16:creationId xmlns:a16="http://schemas.microsoft.com/office/drawing/2014/main" id="{AB6295A8-CA90-A5DE-C018-708A9274B4C4}"/>
                </a:ext>
              </a:extLst>
            </p:cNvPr>
            <p:cNvSpPr/>
            <p:nvPr/>
          </p:nvSpPr>
          <p:spPr>
            <a:xfrm>
              <a:off x="7371842" y="71361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50" name="pg150">
              <a:extLst>
                <a:ext uri="{FF2B5EF4-FFF2-40B4-BE49-F238E27FC236}">
                  <a16:creationId xmlns:a16="http://schemas.microsoft.com/office/drawing/2014/main" id="{FB24481C-E4B4-A8B2-9071-DBF6B2A7A622}"/>
                </a:ext>
              </a:extLst>
            </p:cNvPr>
            <p:cNvSpPr/>
            <p:nvPr/>
          </p:nvSpPr>
          <p:spPr>
            <a:xfrm>
              <a:off x="7402905" y="71361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51" name="pg151">
              <a:extLst>
                <a:ext uri="{FF2B5EF4-FFF2-40B4-BE49-F238E27FC236}">
                  <a16:creationId xmlns:a16="http://schemas.microsoft.com/office/drawing/2014/main" id="{0D4017B2-D1C6-0A4A-E053-63EC07E94088}"/>
                </a:ext>
              </a:extLst>
            </p:cNvPr>
            <p:cNvSpPr/>
            <p:nvPr/>
          </p:nvSpPr>
          <p:spPr>
            <a:xfrm>
              <a:off x="7433968" y="71361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52" name="pg152">
              <a:extLst>
                <a:ext uri="{FF2B5EF4-FFF2-40B4-BE49-F238E27FC236}">
                  <a16:creationId xmlns:a16="http://schemas.microsoft.com/office/drawing/2014/main" id="{1D9E911A-5647-FC96-2759-0BFB1D014CDE}"/>
                </a:ext>
              </a:extLst>
            </p:cNvPr>
            <p:cNvSpPr/>
            <p:nvPr/>
          </p:nvSpPr>
          <p:spPr>
            <a:xfrm>
              <a:off x="7465031" y="71361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53" name="pg153">
              <a:extLst>
                <a:ext uri="{FF2B5EF4-FFF2-40B4-BE49-F238E27FC236}">
                  <a16:creationId xmlns:a16="http://schemas.microsoft.com/office/drawing/2014/main" id="{4ACB58AE-D0F0-7CA8-1468-475CE18351E8}"/>
                </a:ext>
              </a:extLst>
            </p:cNvPr>
            <p:cNvSpPr/>
            <p:nvPr/>
          </p:nvSpPr>
          <p:spPr>
            <a:xfrm>
              <a:off x="7496094" y="71361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54" name="pg154">
              <a:extLst>
                <a:ext uri="{FF2B5EF4-FFF2-40B4-BE49-F238E27FC236}">
                  <a16:creationId xmlns:a16="http://schemas.microsoft.com/office/drawing/2014/main" id="{CEF43356-2A1A-B2E4-D7F6-D736C17ACC5A}"/>
                </a:ext>
              </a:extLst>
            </p:cNvPr>
            <p:cNvSpPr/>
            <p:nvPr/>
          </p:nvSpPr>
          <p:spPr>
            <a:xfrm>
              <a:off x="7527156" y="71361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55" name="pg155">
              <a:extLst>
                <a:ext uri="{FF2B5EF4-FFF2-40B4-BE49-F238E27FC236}">
                  <a16:creationId xmlns:a16="http://schemas.microsoft.com/office/drawing/2014/main" id="{A412E157-6F97-6481-8CAF-1C3090A01614}"/>
                </a:ext>
              </a:extLst>
            </p:cNvPr>
            <p:cNvSpPr/>
            <p:nvPr/>
          </p:nvSpPr>
          <p:spPr>
            <a:xfrm>
              <a:off x="7558219" y="71361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56" name="pg156">
              <a:extLst>
                <a:ext uri="{FF2B5EF4-FFF2-40B4-BE49-F238E27FC236}">
                  <a16:creationId xmlns:a16="http://schemas.microsoft.com/office/drawing/2014/main" id="{1F36726C-105E-A378-7CC0-9BDDE6667358}"/>
                </a:ext>
              </a:extLst>
            </p:cNvPr>
            <p:cNvSpPr/>
            <p:nvPr/>
          </p:nvSpPr>
          <p:spPr>
            <a:xfrm>
              <a:off x="7589283" y="71361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57" name="pg157">
              <a:extLst>
                <a:ext uri="{FF2B5EF4-FFF2-40B4-BE49-F238E27FC236}">
                  <a16:creationId xmlns:a16="http://schemas.microsoft.com/office/drawing/2014/main" id="{BD4B04C7-2096-7137-6D85-1FF9FABB7806}"/>
                </a:ext>
              </a:extLst>
            </p:cNvPr>
            <p:cNvSpPr/>
            <p:nvPr/>
          </p:nvSpPr>
          <p:spPr>
            <a:xfrm>
              <a:off x="7620345" y="71361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58" name="pg158">
              <a:extLst>
                <a:ext uri="{FF2B5EF4-FFF2-40B4-BE49-F238E27FC236}">
                  <a16:creationId xmlns:a16="http://schemas.microsoft.com/office/drawing/2014/main" id="{96228195-6130-10D1-04EC-E0CEFE452D44}"/>
                </a:ext>
              </a:extLst>
            </p:cNvPr>
            <p:cNvSpPr/>
            <p:nvPr/>
          </p:nvSpPr>
          <p:spPr>
            <a:xfrm>
              <a:off x="7651408" y="71361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59" name="pg159">
              <a:extLst>
                <a:ext uri="{FF2B5EF4-FFF2-40B4-BE49-F238E27FC236}">
                  <a16:creationId xmlns:a16="http://schemas.microsoft.com/office/drawing/2014/main" id="{12B50F70-2281-15A2-D102-04E686DFFD3A}"/>
                </a:ext>
              </a:extLst>
            </p:cNvPr>
            <p:cNvSpPr/>
            <p:nvPr/>
          </p:nvSpPr>
          <p:spPr>
            <a:xfrm>
              <a:off x="7682471" y="71361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60" name="pg160">
              <a:extLst>
                <a:ext uri="{FF2B5EF4-FFF2-40B4-BE49-F238E27FC236}">
                  <a16:creationId xmlns:a16="http://schemas.microsoft.com/office/drawing/2014/main" id="{7A117FE3-DF4E-1765-3E0B-8449E91CAD30}"/>
                </a:ext>
              </a:extLst>
            </p:cNvPr>
            <p:cNvSpPr/>
            <p:nvPr/>
          </p:nvSpPr>
          <p:spPr>
            <a:xfrm>
              <a:off x="7713534" y="71361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61" name="pg161">
              <a:extLst>
                <a:ext uri="{FF2B5EF4-FFF2-40B4-BE49-F238E27FC236}">
                  <a16:creationId xmlns:a16="http://schemas.microsoft.com/office/drawing/2014/main" id="{274E6F1F-1719-26FC-CB8E-45A0087689EB}"/>
                </a:ext>
              </a:extLst>
            </p:cNvPr>
            <p:cNvSpPr/>
            <p:nvPr/>
          </p:nvSpPr>
          <p:spPr>
            <a:xfrm>
              <a:off x="7744597" y="71361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62" name="pg162">
              <a:extLst>
                <a:ext uri="{FF2B5EF4-FFF2-40B4-BE49-F238E27FC236}">
                  <a16:creationId xmlns:a16="http://schemas.microsoft.com/office/drawing/2014/main" id="{51F0CADD-3D0A-FC81-415F-54DF7BDD23D9}"/>
                </a:ext>
              </a:extLst>
            </p:cNvPr>
            <p:cNvSpPr/>
            <p:nvPr/>
          </p:nvSpPr>
          <p:spPr>
            <a:xfrm>
              <a:off x="7775660" y="71361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63" name="pg163">
              <a:extLst>
                <a:ext uri="{FF2B5EF4-FFF2-40B4-BE49-F238E27FC236}">
                  <a16:creationId xmlns:a16="http://schemas.microsoft.com/office/drawing/2014/main" id="{F63F2C3E-05F3-6A9C-FC82-DCC5501018F1}"/>
                </a:ext>
              </a:extLst>
            </p:cNvPr>
            <p:cNvSpPr/>
            <p:nvPr/>
          </p:nvSpPr>
          <p:spPr>
            <a:xfrm>
              <a:off x="7806723" y="71361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64" name="pg164">
              <a:extLst>
                <a:ext uri="{FF2B5EF4-FFF2-40B4-BE49-F238E27FC236}">
                  <a16:creationId xmlns:a16="http://schemas.microsoft.com/office/drawing/2014/main" id="{42B42A32-EFE8-0C83-0449-408A20C0A8C2}"/>
                </a:ext>
              </a:extLst>
            </p:cNvPr>
            <p:cNvSpPr/>
            <p:nvPr/>
          </p:nvSpPr>
          <p:spPr>
            <a:xfrm>
              <a:off x="7837786" y="71361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65" name="pg165">
              <a:extLst>
                <a:ext uri="{FF2B5EF4-FFF2-40B4-BE49-F238E27FC236}">
                  <a16:creationId xmlns:a16="http://schemas.microsoft.com/office/drawing/2014/main" id="{FA890DC2-79CC-9EC1-0200-F79AD9DD4B1A}"/>
                </a:ext>
              </a:extLst>
            </p:cNvPr>
            <p:cNvSpPr/>
            <p:nvPr/>
          </p:nvSpPr>
          <p:spPr>
            <a:xfrm>
              <a:off x="7868849" y="71361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66" name="pg166">
              <a:extLst>
                <a:ext uri="{FF2B5EF4-FFF2-40B4-BE49-F238E27FC236}">
                  <a16:creationId xmlns:a16="http://schemas.microsoft.com/office/drawing/2014/main" id="{2E46FC4B-9ED6-F292-D22D-6430ACE8EB3E}"/>
                </a:ext>
              </a:extLst>
            </p:cNvPr>
            <p:cNvSpPr/>
            <p:nvPr/>
          </p:nvSpPr>
          <p:spPr>
            <a:xfrm>
              <a:off x="7899912" y="71361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67" name="pg167">
              <a:extLst>
                <a:ext uri="{FF2B5EF4-FFF2-40B4-BE49-F238E27FC236}">
                  <a16:creationId xmlns:a16="http://schemas.microsoft.com/office/drawing/2014/main" id="{7B39F109-8C9F-48A2-6161-ED74932AB213}"/>
                </a:ext>
              </a:extLst>
            </p:cNvPr>
            <p:cNvSpPr/>
            <p:nvPr/>
          </p:nvSpPr>
          <p:spPr>
            <a:xfrm>
              <a:off x="7930974" y="71361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68" name="pg168">
              <a:extLst>
                <a:ext uri="{FF2B5EF4-FFF2-40B4-BE49-F238E27FC236}">
                  <a16:creationId xmlns:a16="http://schemas.microsoft.com/office/drawing/2014/main" id="{6581FBA8-E016-1761-EDA1-787E25E9AFE9}"/>
                </a:ext>
              </a:extLst>
            </p:cNvPr>
            <p:cNvSpPr/>
            <p:nvPr/>
          </p:nvSpPr>
          <p:spPr>
            <a:xfrm>
              <a:off x="7154402" y="75302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5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69" name="pg169">
              <a:extLst>
                <a:ext uri="{FF2B5EF4-FFF2-40B4-BE49-F238E27FC236}">
                  <a16:creationId xmlns:a16="http://schemas.microsoft.com/office/drawing/2014/main" id="{A3703476-F9D3-AE9A-FEEF-25D6544B5497}"/>
                </a:ext>
              </a:extLst>
            </p:cNvPr>
            <p:cNvSpPr/>
            <p:nvPr/>
          </p:nvSpPr>
          <p:spPr>
            <a:xfrm>
              <a:off x="7185465" y="75302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D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70" name="pg170">
              <a:extLst>
                <a:ext uri="{FF2B5EF4-FFF2-40B4-BE49-F238E27FC236}">
                  <a16:creationId xmlns:a16="http://schemas.microsoft.com/office/drawing/2014/main" id="{C1DE17C1-2533-F8AC-1214-41AA18BCA6F0}"/>
                </a:ext>
              </a:extLst>
            </p:cNvPr>
            <p:cNvSpPr/>
            <p:nvPr/>
          </p:nvSpPr>
          <p:spPr>
            <a:xfrm>
              <a:off x="7247590" y="75302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71" name="pg171">
              <a:extLst>
                <a:ext uri="{FF2B5EF4-FFF2-40B4-BE49-F238E27FC236}">
                  <a16:creationId xmlns:a16="http://schemas.microsoft.com/office/drawing/2014/main" id="{17765749-8926-F993-E38C-962B21965D3C}"/>
                </a:ext>
              </a:extLst>
            </p:cNvPr>
            <p:cNvSpPr/>
            <p:nvPr/>
          </p:nvSpPr>
          <p:spPr>
            <a:xfrm>
              <a:off x="7278653" y="75302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72" name="pg172">
              <a:extLst>
                <a:ext uri="{FF2B5EF4-FFF2-40B4-BE49-F238E27FC236}">
                  <a16:creationId xmlns:a16="http://schemas.microsoft.com/office/drawing/2014/main" id="{46F119A5-8326-7F97-A897-CC965AFF9F41}"/>
                </a:ext>
              </a:extLst>
            </p:cNvPr>
            <p:cNvSpPr/>
            <p:nvPr/>
          </p:nvSpPr>
          <p:spPr>
            <a:xfrm>
              <a:off x="7309716" y="75302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73" name="pg173">
              <a:extLst>
                <a:ext uri="{FF2B5EF4-FFF2-40B4-BE49-F238E27FC236}">
                  <a16:creationId xmlns:a16="http://schemas.microsoft.com/office/drawing/2014/main" id="{7159BEB1-2557-A5A2-6C71-1AB614DD1F48}"/>
                </a:ext>
              </a:extLst>
            </p:cNvPr>
            <p:cNvSpPr/>
            <p:nvPr/>
          </p:nvSpPr>
          <p:spPr>
            <a:xfrm>
              <a:off x="7340779" y="75302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74" name="pg174">
              <a:extLst>
                <a:ext uri="{FF2B5EF4-FFF2-40B4-BE49-F238E27FC236}">
                  <a16:creationId xmlns:a16="http://schemas.microsoft.com/office/drawing/2014/main" id="{D7660E47-D024-BDA1-675B-AAE0EC1D2287}"/>
                </a:ext>
              </a:extLst>
            </p:cNvPr>
            <p:cNvSpPr/>
            <p:nvPr/>
          </p:nvSpPr>
          <p:spPr>
            <a:xfrm>
              <a:off x="7371842" y="75302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75" name="pg175">
              <a:extLst>
                <a:ext uri="{FF2B5EF4-FFF2-40B4-BE49-F238E27FC236}">
                  <a16:creationId xmlns:a16="http://schemas.microsoft.com/office/drawing/2014/main" id="{78E5C213-C5B7-1315-C0C4-E235F68E219F}"/>
                </a:ext>
              </a:extLst>
            </p:cNvPr>
            <p:cNvSpPr/>
            <p:nvPr/>
          </p:nvSpPr>
          <p:spPr>
            <a:xfrm>
              <a:off x="7402905" y="75302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76" name="pg176">
              <a:extLst>
                <a:ext uri="{FF2B5EF4-FFF2-40B4-BE49-F238E27FC236}">
                  <a16:creationId xmlns:a16="http://schemas.microsoft.com/office/drawing/2014/main" id="{F7D4848C-D80D-1681-D77D-5C045709866B}"/>
                </a:ext>
              </a:extLst>
            </p:cNvPr>
            <p:cNvSpPr/>
            <p:nvPr/>
          </p:nvSpPr>
          <p:spPr>
            <a:xfrm>
              <a:off x="7433968" y="75302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77" name="pg177">
              <a:extLst>
                <a:ext uri="{FF2B5EF4-FFF2-40B4-BE49-F238E27FC236}">
                  <a16:creationId xmlns:a16="http://schemas.microsoft.com/office/drawing/2014/main" id="{3BB81334-E7BB-E558-32D1-2E41F4228E3E}"/>
                </a:ext>
              </a:extLst>
            </p:cNvPr>
            <p:cNvSpPr/>
            <p:nvPr/>
          </p:nvSpPr>
          <p:spPr>
            <a:xfrm>
              <a:off x="7465031" y="75302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78" name="pg178">
              <a:extLst>
                <a:ext uri="{FF2B5EF4-FFF2-40B4-BE49-F238E27FC236}">
                  <a16:creationId xmlns:a16="http://schemas.microsoft.com/office/drawing/2014/main" id="{C8FBD048-E47D-662B-2118-B6A367250549}"/>
                </a:ext>
              </a:extLst>
            </p:cNvPr>
            <p:cNvSpPr/>
            <p:nvPr/>
          </p:nvSpPr>
          <p:spPr>
            <a:xfrm>
              <a:off x="7558219" y="75302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79" name="pg179">
              <a:extLst>
                <a:ext uri="{FF2B5EF4-FFF2-40B4-BE49-F238E27FC236}">
                  <a16:creationId xmlns:a16="http://schemas.microsoft.com/office/drawing/2014/main" id="{49A0EE44-7F20-E898-6A6D-1688ABD5123F}"/>
                </a:ext>
              </a:extLst>
            </p:cNvPr>
            <p:cNvSpPr/>
            <p:nvPr/>
          </p:nvSpPr>
          <p:spPr>
            <a:xfrm>
              <a:off x="7589283" y="75302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80" name="pg180">
              <a:extLst>
                <a:ext uri="{FF2B5EF4-FFF2-40B4-BE49-F238E27FC236}">
                  <a16:creationId xmlns:a16="http://schemas.microsoft.com/office/drawing/2014/main" id="{46B5B998-5990-1B0E-AC01-0225EFBF9394}"/>
                </a:ext>
              </a:extLst>
            </p:cNvPr>
            <p:cNvSpPr/>
            <p:nvPr/>
          </p:nvSpPr>
          <p:spPr>
            <a:xfrm>
              <a:off x="7620345" y="75302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81" name="pg181">
              <a:extLst>
                <a:ext uri="{FF2B5EF4-FFF2-40B4-BE49-F238E27FC236}">
                  <a16:creationId xmlns:a16="http://schemas.microsoft.com/office/drawing/2014/main" id="{4CD150D4-28DA-E8A8-C975-BC9349E88BDC}"/>
                </a:ext>
              </a:extLst>
            </p:cNvPr>
            <p:cNvSpPr/>
            <p:nvPr/>
          </p:nvSpPr>
          <p:spPr>
            <a:xfrm>
              <a:off x="7651408" y="75302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82" name="pg182">
              <a:extLst>
                <a:ext uri="{FF2B5EF4-FFF2-40B4-BE49-F238E27FC236}">
                  <a16:creationId xmlns:a16="http://schemas.microsoft.com/office/drawing/2014/main" id="{E84AB17D-10DB-3049-2099-E4965D03E5D3}"/>
                </a:ext>
              </a:extLst>
            </p:cNvPr>
            <p:cNvSpPr/>
            <p:nvPr/>
          </p:nvSpPr>
          <p:spPr>
            <a:xfrm>
              <a:off x="7682471" y="75302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83" name="pg183">
              <a:extLst>
                <a:ext uri="{FF2B5EF4-FFF2-40B4-BE49-F238E27FC236}">
                  <a16:creationId xmlns:a16="http://schemas.microsoft.com/office/drawing/2014/main" id="{0EE04BF0-20D1-657F-BB35-EAD7412779D2}"/>
                </a:ext>
              </a:extLst>
            </p:cNvPr>
            <p:cNvSpPr/>
            <p:nvPr/>
          </p:nvSpPr>
          <p:spPr>
            <a:xfrm>
              <a:off x="7713534" y="75302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EDA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84" name="pg184">
              <a:extLst>
                <a:ext uri="{FF2B5EF4-FFF2-40B4-BE49-F238E27FC236}">
                  <a16:creationId xmlns:a16="http://schemas.microsoft.com/office/drawing/2014/main" id="{07B2B2DA-2A96-A4B7-91CA-86DF8378CD8A}"/>
                </a:ext>
              </a:extLst>
            </p:cNvPr>
            <p:cNvSpPr/>
            <p:nvPr/>
          </p:nvSpPr>
          <p:spPr>
            <a:xfrm>
              <a:off x="7744597" y="75302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85" name="pg185">
              <a:extLst>
                <a:ext uri="{FF2B5EF4-FFF2-40B4-BE49-F238E27FC236}">
                  <a16:creationId xmlns:a16="http://schemas.microsoft.com/office/drawing/2014/main" id="{4E53E1AC-C902-4137-B2C9-2DBEF52B7CA1}"/>
                </a:ext>
              </a:extLst>
            </p:cNvPr>
            <p:cNvSpPr/>
            <p:nvPr/>
          </p:nvSpPr>
          <p:spPr>
            <a:xfrm>
              <a:off x="7775660" y="75302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86" name="pg186">
              <a:extLst>
                <a:ext uri="{FF2B5EF4-FFF2-40B4-BE49-F238E27FC236}">
                  <a16:creationId xmlns:a16="http://schemas.microsoft.com/office/drawing/2014/main" id="{12E863B9-5311-B451-2F46-D869564D7B35}"/>
                </a:ext>
              </a:extLst>
            </p:cNvPr>
            <p:cNvSpPr/>
            <p:nvPr/>
          </p:nvSpPr>
          <p:spPr>
            <a:xfrm>
              <a:off x="7806723" y="75302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1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87" name="pg187">
              <a:extLst>
                <a:ext uri="{FF2B5EF4-FFF2-40B4-BE49-F238E27FC236}">
                  <a16:creationId xmlns:a16="http://schemas.microsoft.com/office/drawing/2014/main" id="{EE693DDB-7F0F-37D3-B6CF-3C4CA4CA1477}"/>
                </a:ext>
              </a:extLst>
            </p:cNvPr>
            <p:cNvSpPr/>
            <p:nvPr/>
          </p:nvSpPr>
          <p:spPr>
            <a:xfrm>
              <a:off x="7837786" y="75302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88" name="pg188">
              <a:extLst>
                <a:ext uri="{FF2B5EF4-FFF2-40B4-BE49-F238E27FC236}">
                  <a16:creationId xmlns:a16="http://schemas.microsoft.com/office/drawing/2014/main" id="{28C11B2C-C0A5-A91A-A4EE-CA39FE93C705}"/>
                </a:ext>
              </a:extLst>
            </p:cNvPr>
            <p:cNvSpPr/>
            <p:nvPr/>
          </p:nvSpPr>
          <p:spPr>
            <a:xfrm>
              <a:off x="7868849" y="75302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89" name="pg189">
              <a:extLst>
                <a:ext uri="{FF2B5EF4-FFF2-40B4-BE49-F238E27FC236}">
                  <a16:creationId xmlns:a16="http://schemas.microsoft.com/office/drawing/2014/main" id="{E910B3D3-35CC-AD6D-C86B-536D3E33B465}"/>
                </a:ext>
              </a:extLst>
            </p:cNvPr>
            <p:cNvSpPr/>
            <p:nvPr/>
          </p:nvSpPr>
          <p:spPr>
            <a:xfrm>
              <a:off x="7899912" y="75302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90" name="pg190">
              <a:extLst>
                <a:ext uri="{FF2B5EF4-FFF2-40B4-BE49-F238E27FC236}">
                  <a16:creationId xmlns:a16="http://schemas.microsoft.com/office/drawing/2014/main" id="{73C92671-F5D5-F8FA-7485-14812C015290}"/>
                </a:ext>
              </a:extLst>
            </p:cNvPr>
            <p:cNvSpPr/>
            <p:nvPr/>
          </p:nvSpPr>
          <p:spPr>
            <a:xfrm>
              <a:off x="7123338" y="7924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91" name="pg191">
              <a:extLst>
                <a:ext uri="{FF2B5EF4-FFF2-40B4-BE49-F238E27FC236}">
                  <a16:creationId xmlns:a16="http://schemas.microsoft.com/office/drawing/2014/main" id="{1C4842B7-E076-6E6C-1823-559CBF4DC381}"/>
                </a:ext>
              </a:extLst>
            </p:cNvPr>
            <p:cNvSpPr/>
            <p:nvPr/>
          </p:nvSpPr>
          <p:spPr>
            <a:xfrm>
              <a:off x="7154402" y="7924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92" name="pg192">
              <a:extLst>
                <a:ext uri="{FF2B5EF4-FFF2-40B4-BE49-F238E27FC236}">
                  <a16:creationId xmlns:a16="http://schemas.microsoft.com/office/drawing/2014/main" id="{916DCA2D-EA67-034F-6DF9-12154148AF3C}"/>
                </a:ext>
              </a:extLst>
            </p:cNvPr>
            <p:cNvSpPr/>
            <p:nvPr/>
          </p:nvSpPr>
          <p:spPr>
            <a:xfrm>
              <a:off x="7185465" y="7924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93" name="pg193">
              <a:extLst>
                <a:ext uri="{FF2B5EF4-FFF2-40B4-BE49-F238E27FC236}">
                  <a16:creationId xmlns:a16="http://schemas.microsoft.com/office/drawing/2014/main" id="{943C0D55-F221-7532-6615-C9E3516EC8C1}"/>
                </a:ext>
              </a:extLst>
            </p:cNvPr>
            <p:cNvSpPr/>
            <p:nvPr/>
          </p:nvSpPr>
          <p:spPr>
            <a:xfrm>
              <a:off x="7216527" y="7924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94" name="pg194">
              <a:extLst>
                <a:ext uri="{FF2B5EF4-FFF2-40B4-BE49-F238E27FC236}">
                  <a16:creationId xmlns:a16="http://schemas.microsoft.com/office/drawing/2014/main" id="{C6C6B502-F045-A666-496A-1513354035E1}"/>
                </a:ext>
              </a:extLst>
            </p:cNvPr>
            <p:cNvSpPr/>
            <p:nvPr/>
          </p:nvSpPr>
          <p:spPr>
            <a:xfrm>
              <a:off x="7247590" y="7924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95" name="pg195">
              <a:extLst>
                <a:ext uri="{FF2B5EF4-FFF2-40B4-BE49-F238E27FC236}">
                  <a16:creationId xmlns:a16="http://schemas.microsoft.com/office/drawing/2014/main" id="{F847B39C-8023-6239-6AA2-9D63E21E0465}"/>
                </a:ext>
              </a:extLst>
            </p:cNvPr>
            <p:cNvSpPr/>
            <p:nvPr/>
          </p:nvSpPr>
          <p:spPr>
            <a:xfrm>
              <a:off x="7278653" y="7924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96" name="pg196">
              <a:extLst>
                <a:ext uri="{FF2B5EF4-FFF2-40B4-BE49-F238E27FC236}">
                  <a16:creationId xmlns:a16="http://schemas.microsoft.com/office/drawing/2014/main" id="{EEDBA4AC-FC0E-D6B9-F00F-BCC839D47BBD}"/>
                </a:ext>
              </a:extLst>
            </p:cNvPr>
            <p:cNvSpPr/>
            <p:nvPr/>
          </p:nvSpPr>
          <p:spPr>
            <a:xfrm>
              <a:off x="7309716" y="7924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97" name="pg197">
              <a:extLst>
                <a:ext uri="{FF2B5EF4-FFF2-40B4-BE49-F238E27FC236}">
                  <a16:creationId xmlns:a16="http://schemas.microsoft.com/office/drawing/2014/main" id="{1DE1A4DB-D7E9-B3CF-6F41-1780A415B1B2}"/>
                </a:ext>
              </a:extLst>
            </p:cNvPr>
            <p:cNvSpPr/>
            <p:nvPr/>
          </p:nvSpPr>
          <p:spPr>
            <a:xfrm>
              <a:off x="7340779" y="7924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98" name="pg198">
              <a:extLst>
                <a:ext uri="{FF2B5EF4-FFF2-40B4-BE49-F238E27FC236}">
                  <a16:creationId xmlns:a16="http://schemas.microsoft.com/office/drawing/2014/main" id="{6C2A8E58-F6AA-5A3C-44D2-837C3DDACA50}"/>
                </a:ext>
              </a:extLst>
            </p:cNvPr>
            <p:cNvSpPr/>
            <p:nvPr/>
          </p:nvSpPr>
          <p:spPr>
            <a:xfrm>
              <a:off x="7371842" y="7924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99" name="pg199">
              <a:extLst>
                <a:ext uri="{FF2B5EF4-FFF2-40B4-BE49-F238E27FC236}">
                  <a16:creationId xmlns:a16="http://schemas.microsoft.com/office/drawing/2014/main" id="{B4E5D6F7-B8A5-DF0A-73CC-211BD413CB13}"/>
                </a:ext>
              </a:extLst>
            </p:cNvPr>
            <p:cNvSpPr/>
            <p:nvPr/>
          </p:nvSpPr>
          <p:spPr>
            <a:xfrm>
              <a:off x="7402905" y="7924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00" name="pg200">
              <a:extLst>
                <a:ext uri="{FF2B5EF4-FFF2-40B4-BE49-F238E27FC236}">
                  <a16:creationId xmlns:a16="http://schemas.microsoft.com/office/drawing/2014/main" id="{03EE3AD3-969B-7DA2-0EFA-77DB6E0BCF85}"/>
                </a:ext>
              </a:extLst>
            </p:cNvPr>
            <p:cNvSpPr/>
            <p:nvPr/>
          </p:nvSpPr>
          <p:spPr>
            <a:xfrm>
              <a:off x="7433968" y="7924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01" name="pg201">
              <a:extLst>
                <a:ext uri="{FF2B5EF4-FFF2-40B4-BE49-F238E27FC236}">
                  <a16:creationId xmlns:a16="http://schemas.microsoft.com/office/drawing/2014/main" id="{6BD6A0AA-7C23-56EE-8CAF-3CFDA481A9B3}"/>
                </a:ext>
              </a:extLst>
            </p:cNvPr>
            <p:cNvSpPr/>
            <p:nvPr/>
          </p:nvSpPr>
          <p:spPr>
            <a:xfrm>
              <a:off x="7465031" y="7924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02" name="pg202">
              <a:extLst>
                <a:ext uri="{FF2B5EF4-FFF2-40B4-BE49-F238E27FC236}">
                  <a16:creationId xmlns:a16="http://schemas.microsoft.com/office/drawing/2014/main" id="{A9F2909A-FCED-E01E-645F-F1D56185D9AB}"/>
                </a:ext>
              </a:extLst>
            </p:cNvPr>
            <p:cNvSpPr/>
            <p:nvPr/>
          </p:nvSpPr>
          <p:spPr>
            <a:xfrm>
              <a:off x="7589283" y="7924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03" name="pg203">
              <a:extLst>
                <a:ext uri="{FF2B5EF4-FFF2-40B4-BE49-F238E27FC236}">
                  <a16:creationId xmlns:a16="http://schemas.microsoft.com/office/drawing/2014/main" id="{B0490C19-6A0C-AF25-0259-5754CE437C32}"/>
                </a:ext>
              </a:extLst>
            </p:cNvPr>
            <p:cNvSpPr/>
            <p:nvPr/>
          </p:nvSpPr>
          <p:spPr>
            <a:xfrm>
              <a:off x="7620345" y="7924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04" name="pg204">
              <a:extLst>
                <a:ext uri="{FF2B5EF4-FFF2-40B4-BE49-F238E27FC236}">
                  <a16:creationId xmlns:a16="http://schemas.microsoft.com/office/drawing/2014/main" id="{2039EA99-C45F-FF29-8474-1146CE2CC838}"/>
                </a:ext>
              </a:extLst>
            </p:cNvPr>
            <p:cNvSpPr/>
            <p:nvPr/>
          </p:nvSpPr>
          <p:spPr>
            <a:xfrm>
              <a:off x="7651408" y="7924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05" name="pg205">
              <a:extLst>
                <a:ext uri="{FF2B5EF4-FFF2-40B4-BE49-F238E27FC236}">
                  <a16:creationId xmlns:a16="http://schemas.microsoft.com/office/drawing/2014/main" id="{0C988CBB-0FA9-A422-EFD2-92DF07286F3A}"/>
                </a:ext>
              </a:extLst>
            </p:cNvPr>
            <p:cNvSpPr/>
            <p:nvPr/>
          </p:nvSpPr>
          <p:spPr>
            <a:xfrm>
              <a:off x="7682471" y="7924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06" name="pg206">
              <a:extLst>
                <a:ext uri="{FF2B5EF4-FFF2-40B4-BE49-F238E27FC236}">
                  <a16:creationId xmlns:a16="http://schemas.microsoft.com/office/drawing/2014/main" id="{80C5EA75-FC4E-1CFA-71B5-A76D2D9E3DB6}"/>
                </a:ext>
              </a:extLst>
            </p:cNvPr>
            <p:cNvSpPr/>
            <p:nvPr/>
          </p:nvSpPr>
          <p:spPr>
            <a:xfrm>
              <a:off x="7713534" y="7924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ED9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07" name="pg207">
              <a:extLst>
                <a:ext uri="{FF2B5EF4-FFF2-40B4-BE49-F238E27FC236}">
                  <a16:creationId xmlns:a16="http://schemas.microsoft.com/office/drawing/2014/main" id="{B52231C7-4399-1EBE-DB0F-2AFC3C196752}"/>
                </a:ext>
              </a:extLst>
            </p:cNvPr>
            <p:cNvSpPr/>
            <p:nvPr/>
          </p:nvSpPr>
          <p:spPr>
            <a:xfrm>
              <a:off x="7744597" y="7924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08" name="pg208">
              <a:extLst>
                <a:ext uri="{FF2B5EF4-FFF2-40B4-BE49-F238E27FC236}">
                  <a16:creationId xmlns:a16="http://schemas.microsoft.com/office/drawing/2014/main" id="{04AC19B3-79B3-18CE-CDF2-76710CAD0D19}"/>
                </a:ext>
              </a:extLst>
            </p:cNvPr>
            <p:cNvSpPr/>
            <p:nvPr/>
          </p:nvSpPr>
          <p:spPr>
            <a:xfrm>
              <a:off x="7775660" y="7924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B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09" name="pg209">
              <a:extLst>
                <a:ext uri="{FF2B5EF4-FFF2-40B4-BE49-F238E27FC236}">
                  <a16:creationId xmlns:a16="http://schemas.microsoft.com/office/drawing/2014/main" id="{9948BBE4-CBE5-94AF-3912-6CDAAA5EB13B}"/>
                </a:ext>
              </a:extLst>
            </p:cNvPr>
            <p:cNvSpPr/>
            <p:nvPr/>
          </p:nvSpPr>
          <p:spPr>
            <a:xfrm>
              <a:off x="7806723" y="7924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10" name="pg210">
              <a:extLst>
                <a:ext uri="{FF2B5EF4-FFF2-40B4-BE49-F238E27FC236}">
                  <a16:creationId xmlns:a16="http://schemas.microsoft.com/office/drawing/2014/main" id="{D40EB57F-31BF-5601-D6F3-512799EE8313}"/>
                </a:ext>
              </a:extLst>
            </p:cNvPr>
            <p:cNvSpPr/>
            <p:nvPr/>
          </p:nvSpPr>
          <p:spPr>
            <a:xfrm>
              <a:off x="7837786" y="7924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11" name="pg211">
              <a:extLst>
                <a:ext uri="{FF2B5EF4-FFF2-40B4-BE49-F238E27FC236}">
                  <a16:creationId xmlns:a16="http://schemas.microsoft.com/office/drawing/2014/main" id="{ECC23844-F70D-EB38-A1EF-5ED077E48010}"/>
                </a:ext>
              </a:extLst>
            </p:cNvPr>
            <p:cNvSpPr/>
            <p:nvPr/>
          </p:nvSpPr>
          <p:spPr>
            <a:xfrm>
              <a:off x="7868849" y="7924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12" name="pg212">
              <a:extLst>
                <a:ext uri="{FF2B5EF4-FFF2-40B4-BE49-F238E27FC236}">
                  <a16:creationId xmlns:a16="http://schemas.microsoft.com/office/drawing/2014/main" id="{DA341A9B-7F53-22FE-153C-18CC3C7D56C1}"/>
                </a:ext>
              </a:extLst>
            </p:cNvPr>
            <p:cNvSpPr/>
            <p:nvPr/>
          </p:nvSpPr>
          <p:spPr>
            <a:xfrm>
              <a:off x="7092276" y="8318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13" name="pg213">
              <a:extLst>
                <a:ext uri="{FF2B5EF4-FFF2-40B4-BE49-F238E27FC236}">
                  <a16:creationId xmlns:a16="http://schemas.microsoft.com/office/drawing/2014/main" id="{C944619B-DDB2-8B6A-D51C-DDEEC55E0425}"/>
                </a:ext>
              </a:extLst>
            </p:cNvPr>
            <p:cNvSpPr/>
            <p:nvPr/>
          </p:nvSpPr>
          <p:spPr>
            <a:xfrm>
              <a:off x="7123338" y="8318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14" name="pg214">
              <a:extLst>
                <a:ext uri="{FF2B5EF4-FFF2-40B4-BE49-F238E27FC236}">
                  <a16:creationId xmlns:a16="http://schemas.microsoft.com/office/drawing/2014/main" id="{3F630B0E-3204-66A4-8F29-C9BB0E83E616}"/>
                </a:ext>
              </a:extLst>
            </p:cNvPr>
            <p:cNvSpPr/>
            <p:nvPr/>
          </p:nvSpPr>
          <p:spPr>
            <a:xfrm>
              <a:off x="7154402" y="8318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15" name="pg215">
              <a:extLst>
                <a:ext uri="{FF2B5EF4-FFF2-40B4-BE49-F238E27FC236}">
                  <a16:creationId xmlns:a16="http://schemas.microsoft.com/office/drawing/2014/main" id="{4DE66666-67E9-D7EA-5AAE-2ADA91FD2F16}"/>
                </a:ext>
              </a:extLst>
            </p:cNvPr>
            <p:cNvSpPr/>
            <p:nvPr/>
          </p:nvSpPr>
          <p:spPr>
            <a:xfrm>
              <a:off x="7185465" y="8318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16" name="pg216">
              <a:extLst>
                <a:ext uri="{FF2B5EF4-FFF2-40B4-BE49-F238E27FC236}">
                  <a16:creationId xmlns:a16="http://schemas.microsoft.com/office/drawing/2014/main" id="{E78A997C-0844-F689-77CC-FDD36E8EBF37}"/>
                </a:ext>
              </a:extLst>
            </p:cNvPr>
            <p:cNvSpPr/>
            <p:nvPr/>
          </p:nvSpPr>
          <p:spPr>
            <a:xfrm>
              <a:off x="7216527" y="8318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17" name="pg217">
              <a:extLst>
                <a:ext uri="{FF2B5EF4-FFF2-40B4-BE49-F238E27FC236}">
                  <a16:creationId xmlns:a16="http://schemas.microsoft.com/office/drawing/2014/main" id="{8DDCA5DA-055E-9C94-14BE-FCAD733E802C}"/>
                </a:ext>
              </a:extLst>
            </p:cNvPr>
            <p:cNvSpPr/>
            <p:nvPr/>
          </p:nvSpPr>
          <p:spPr>
            <a:xfrm>
              <a:off x="7247590" y="8318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18" name="pg218">
              <a:extLst>
                <a:ext uri="{FF2B5EF4-FFF2-40B4-BE49-F238E27FC236}">
                  <a16:creationId xmlns:a16="http://schemas.microsoft.com/office/drawing/2014/main" id="{72C05D24-B090-F845-D8E8-F277276153D2}"/>
                </a:ext>
              </a:extLst>
            </p:cNvPr>
            <p:cNvSpPr/>
            <p:nvPr/>
          </p:nvSpPr>
          <p:spPr>
            <a:xfrm>
              <a:off x="7278653" y="8318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19" name="pg219">
              <a:extLst>
                <a:ext uri="{FF2B5EF4-FFF2-40B4-BE49-F238E27FC236}">
                  <a16:creationId xmlns:a16="http://schemas.microsoft.com/office/drawing/2014/main" id="{BCF4EA93-DB97-4A7B-AF8C-70320E7DE29F}"/>
                </a:ext>
              </a:extLst>
            </p:cNvPr>
            <p:cNvSpPr/>
            <p:nvPr/>
          </p:nvSpPr>
          <p:spPr>
            <a:xfrm>
              <a:off x="7309716" y="8318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20" name="pg220">
              <a:extLst>
                <a:ext uri="{FF2B5EF4-FFF2-40B4-BE49-F238E27FC236}">
                  <a16:creationId xmlns:a16="http://schemas.microsoft.com/office/drawing/2014/main" id="{4FDE7D3E-E563-42AE-D081-BDB2213588ED}"/>
                </a:ext>
              </a:extLst>
            </p:cNvPr>
            <p:cNvSpPr/>
            <p:nvPr/>
          </p:nvSpPr>
          <p:spPr>
            <a:xfrm>
              <a:off x="7340779" y="8318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21" name="pg221">
              <a:extLst>
                <a:ext uri="{FF2B5EF4-FFF2-40B4-BE49-F238E27FC236}">
                  <a16:creationId xmlns:a16="http://schemas.microsoft.com/office/drawing/2014/main" id="{1129BFD5-E9BA-4041-A4EA-ABF040B8D05B}"/>
                </a:ext>
              </a:extLst>
            </p:cNvPr>
            <p:cNvSpPr/>
            <p:nvPr/>
          </p:nvSpPr>
          <p:spPr>
            <a:xfrm>
              <a:off x="7371842" y="8318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22" name="pg222">
              <a:extLst>
                <a:ext uri="{FF2B5EF4-FFF2-40B4-BE49-F238E27FC236}">
                  <a16:creationId xmlns:a16="http://schemas.microsoft.com/office/drawing/2014/main" id="{6D1DCBBF-AE95-B2FA-8A99-BD0CCA34B873}"/>
                </a:ext>
              </a:extLst>
            </p:cNvPr>
            <p:cNvSpPr/>
            <p:nvPr/>
          </p:nvSpPr>
          <p:spPr>
            <a:xfrm>
              <a:off x="7402905" y="8318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23" name="pg223">
              <a:extLst>
                <a:ext uri="{FF2B5EF4-FFF2-40B4-BE49-F238E27FC236}">
                  <a16:creationId xmlns:a16="http://schemas.microsoft.com/office/drawing/2014/main" id="{1AF8500C-8936-8663-B9D0-B20AAF9ABE16}"/>
                </a:ext>
              </a:extLst>
            </p:cNvPr>
            <p:cNvSpPr/>
            <p:nvPr/>
          </p:nvSpPr>
          <p:spPr>
            <a:xfrm>
              <a:off x="7433968" y="8318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24" name="pg224">
              <a:extLst>
                <a:ext uri="{FF2B5EF4-FFF2-40B4-BE49-F238E27FC236}">
                  <a16:creationId xmlns:a16="http://schemas.microsoft.com/office/drawing/2014/main" id="{751ABB12-18A6-0E00-C90B-BB51507B6CD2}"/>
                </a:ext>
              </a:extLst>
            </p:cNvPr>
            <p:cNvSpPr/>
            <p:nvPr/>
          </p:nvSpPr>
          <p:spPr>
            <a:xfrm>
              <a:off x="7465031" y="8318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25" name="pg225">
              <a:extLst>
                <a:ext uri="{FF2B5EF4-FFF2-40B4-BE49-F238E27FC236}">
                  <a16:creationId xmlns:a16="http://schemas.microsoft.com/office/drawing/2014/main" id="{9EE0663F-ED10-8686-4048-FD9BB9543CD7}"/>
                </a:ext>
              </a:extLst>
            </p:cNvPr>
            <p:cNvSpPr/>
            <p:nvPr/>
          </p:nvSpPr>
          <p:spPr>
            <a:xfrm>
              <a:off x="7589283" y="8318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26" name="pg226">
              <a:extLst>
                <a:ext uri="{FF2B5EF4-FFF2-40B4-BE49-F238E27FC236}">
                  <a16:creationId xmlns:a16="http://schemas.microsoft.com/office/drawing/2014/main" id="{4DFE33DC-B599-8A7C-71C0-FCF77531047F}"/>
                </a:ext>
              </a:extLst>
            </p:cNvPr>
            <p:cNvSpPr/>
            <p:nvPr/>
          </p:nvSpPr>
          <p:spPr>
            <a:xfrm>
              <a:off x="7620345" y="8318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27" name="pg227">
              <a:extLst>
                <a:ext uri="{FF2B5EF4-FFF2-40B4-BE49-F238E27FC236}">
                  <a16:creationId xmlns:a16="http://schemas.microsoft.com/office/drawing/2014/main" id="{903ABC5A-796E-7530-793F-3FC807645BC1}"/>
                </a:ext>
              </a:extLst>
            </p:cNvPr>
            <p:cNvSpPr/>
            <p:nvPr/>
          </p:nvSpPr>
          <p:spPr>
            <a:xfrm>
              <a:off x="7651408" y="8318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28" name="pg228">
              <a:extLst>
                <a:ext uri="{FF2B5EF4-FFF2-40B4-BE49-F238E27FC236}">
                  <a16:creationId xmlns:a16="http://schemas.microsoft.com/office/drawing/2014/main" id="{362721A7-14B1-EB1A-643E-11B2E326D7CF}"/>
                </a:ext>
              </a:extLst>
            </p:cNvPr>
            <p:cNvSpPr/>
            <p:nvPr/>
          </p:nvSpPr>
          <p:spPr>
            <a:xfrm>
              <a:off x="7682471" y="8318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29" name="pg229">
              <a:extLst>
                <a:ext uri="{FF2B5EF4-FFF2-40B4-BE49-F238E27FC236}">
                  <a16:creationId xmlns:a16="http://schemas.microsoft.com/office/drawing/2014/main" id="{DF7B742B-A858-DF10-40A0-CA82B0305BBB}"/>
                </a:ext>
              </a:extLst>
            </p:cNvPr>
            <p:cNvSpPr/>
            <p:nvPr/>
          </p:nvSpPr>
          <p:spPr>
            <a:xfrm>
              <a:off x="7713534" y="8318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30" name="pg230">
              <a:extLst>
                <a:ext uri="{FF2B5EF4-FFF2-40B4-BE49-F238E27FC236}">
                  <a16:creationId xmlns:a16="http://schemas.microsoft.com/office/drawing/2014/main" id="{F271E046-417B-E40A-95A4-99CCCAA48EE7}"/>
                </a:ext>
              </a:extLst>
            </p:cNvPr>
            <p:cNvSpPr/>
            <p:nvPr/>
          </p:nvSpPr>
          <p:spPr>
            <a:xfrm>
              <a:off x="7744597" y="8318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31" name="pg231">
              <a:extLst>
                <a:ext uri="{FF2B5EF4-FFF2-40B4-BE49-F238E27FC236}">
                  <a16:creationId xmlns:a16="http://schemas.microsoft.com/office/drawing/2014/main" id="{951DE98E-F6B4-F11C-818D-F39065827FFD}"/>
                </a:ext>
              </a:extLst>
            </p:cNvPr>
            <p:cNvSpPr/>
            <p:nvPr/>
          </p:nvSpPr>
          <p:spPr>
            <a:xfrm>
              <a:off x="7775660" y="8318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32" name="pg232">
              <a:extLst>
                <a:ext uri="{FF2B5EF4-FFF2-40B4-BE49-F238E27FC236}">
                  <a16:creationId xmlns:a16="http://schemas.microsoft.com/office/drawing/2014/main" id="{EDED0B78-CC93-F6C0-C042-3D65DF80EC0E}"/>
                </a:ext>
              </a:extLst>
            </p:cNvPr>
            <p:cNvSpPr/>
            <p:nvPr/>
          </p:nvSpPr>
          <p:spPr>
            <a:xfrm>
              <a:off x="7806723" y="8318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33" name="pg233">
              <a:extLst>
                <a:ext uri="{FF2B5EF4-FFF2-40B4-BE49-F238E27FC236}">
                  <a16:creationId xmlns:a16="http://schemas.microsoft.com/office/drawing/2014/main" id="{8AFE4F9D-F90A-B6C8-1234-F116266A35F3}"/>
                </a:ext>
              </a:extLst>
            </p:cNvPr>
            <p:cNvSpPr/>
            <p:nvPr/>
          </p:nvSpPr>
          <p:spPr>
            <a:xfrm>
              <a:off x="7837786" y="8318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34" name="pg234">
              <a:extLst>
                <a:ext uri="{FF2B5EF4-FFF2-40B4-BE49-F238E27FC236}">
                  <a16:creationId xmlns:a16="http://schemas.microsoft.com/office/drawing/2014/main" id="{E2B79CD8-6DED-4D9E-23C2-DE0B5C24CBFA}"/>
                </a:ext>
              </a:extLst>
            </p:cNvPr>
            <p:cNvSpPr/>
            <p:nvPr/>
          </p:nvSpPr>
          <p:spPr>
            <a:xfrm>
              <a:off x="7061213" y="8712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35" name="pg235">
              <a:extLst>
                <a:ext uri="{FF2B5EF4-FFF2-40B4-BE49-F238E27FC236}">
                  <a16:creationId xmlns:a16="http://schemas.microsoft.com/office/drawing/2014/main" id="{7399360B-A534-874F-A898-9CD2BE79E288}"/>
                </a:ext>
              </a:extLst>
            </p:cNvPr>
            <p:cNvSpPr/>
            <p:nvPr/>
          </p:nvSpPr>
          <p:spPr>
            <a:xfrm>
              <a:off x="7092276" y="8712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36" name="pg236">
              <a:extLst>
                <a:ext uri="{FF2B5EF4-FFF2-40B4-BE49-F238E27FC236}">
                  <a16:creationId xmlns:a16="http://schemas.microsoft.com/office/drawing/2014/main" id="{8972042D-7799-C718-7FF5-B10EA51CF7F9}"/>
                </a:ext>
              </a:extLst>
            </p:cNvPr>
            <p:cNvSpPr/>
            <p:nvPr/>
          </p:nvSpPr>
          <p:spPr>
            <a:xfrm>
              <a:off x="7123338" y="8712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37" name="pg237">
              <a:extLst>
                <a:ext uri="{FF2B5EF4-FFF2-40B4-BE49-F238E27FC236}">
                  <a16:creationId xmlns:a16="http://schemas.microsoft.com/office/drawing/2014/main" id="{6EBDEBB0-DF2D-DBFB-E6CC-106694ECE75F}"/>
                </a:ext>
              </a:extLst>
            </p:cNvPr>
            <p:cNvSpPr/>
            <p:nvPr/>
          </p:nvSpPr>
          <p:spPr>
            <a:xfrm>
              <a:off x="7154402" y="8712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38" name="pg238">
              <a:extLst>
                <a:ext uri="{FF2B5EF4-FFF2-40B4-BE49-F238E27FC236}">
                  <a16:creationId xmlns:a16="http://schemas.microsoft.com/office/drawing/2014/main" id="{C84E4968-C7DF-E356-1E8B-B830CDE87A02}"/>
                </a:ext>
              </a:extLst>
            </p:cNvPr>
            <p:cNvSpPr/>
            <p:nvPr/>
          </p:nvSpPr>
          <p:spPr>
            <a:xfrm>
              <a:off x="7185465" y="8712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39" name="pg239">
              <a:extLst>
                <a:ext uri="{FF2B5EF4-FFF2-40B4-BE49-F238E27FC236}">
                  <a16:creationId xmlns:a16="http://schemas.microsoft.com/office/drawing/2014/main" id="{58BBD176-BC00-62CD-9C93-E333090ED0A3}"/>
                </a:ext>
              </a:extLst>
            </p:cNvPr>
            <p:cNvSpPr/>
            <p:nvPr/>
          </p:nvSpPr>
          <p:spPr>
            <a:xfrm>
              <a:off x="7216527" y="8712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40" name="pg240">
              <a:extLst>
                <a:ext uri="{FF2B5EF4-FFF2-40B4-BE49-F238E27FC236}">
                  <a16:creationId xmlns:a16="http://schemas.microsoft.com/office/drawing/2014/main" id="{7518C689-DCEB-4C2F-EB61-CA435D86DF0C}"/>
                </a:ext>
              </a:extLst>
            </p:cNvPr>
            <p:cNvSpPr/>
            <p:nvPr/>
          </p:nvSpPr>
          <p:spPr>
            <a:xfrm>
              <a:off x="7247590" y="8712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41" name="pg241">
              <a:extLst>
                <a:ext uri="{FF2B5EF4-FFF2-40B4-BE49-F238E27FC236}">
                  <a16:creationId xmlns:a16="http://schemas.microsoft.com/office/drawing/2014/main" id="{3C6BF4EC-ED1A-7979-23E4-E0F1A85B5761}"/>
                </a:ext>
              </a:extLst>
            </p:cNvPr>
            <p:cNvSpPr/>
            <p:nvPr/>
          </p:nvSpPr>
          <p:spPr>
            <a:xfrm>
              <a:off x="7278653" y="8712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42" name="pg242">
              <a:extLst>
                <a:ext uri="{FF2B5EF4-FFF2-40B4-BE49-F238E27FC236}">
                  <a16:creationId xmlns:a16="http://schemas.microsoft.com/office/drawing/2014/main" id="{F4C8EFA3-3E2C-CEB2-8368-498CB98C2245}"/>
                </a:ext>
              </a:extLst>
            </p:cNvPr>
            <p:cNvSpPr/>
            <p:nvPr/>
          </p:nvSpPr>
          <p:spPr>
            <a:xfrm>
              <a:off x="7309716" y="8712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43" name="pg243">
              <a:extLst>
                <a:ext uri="{FF2B5EF4-FFF2-40B4-BE49-F238E27FC236}">
                  <a16:creationId xmlns:a16="http://schemas.microsoft.com/office/drawing/2014/main" id="{4F817B96-213B-6112-7886-8A0D0B0F8EC3}"/>
                </a:ext>
              </a:extLst>
            </p:cNvPr>
            <p:cNvSpPr/>
            <p:nvPr/>
          </p:nvSpPr>
          <p:spPr>
            <a:xfrm>
              <a:off x="7340779" y="8712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44" name="pg244">
              <a:extLst>
                <a:ext uri="{FF2B5EF4-FFF2-40B4-BE49-F238E27FC236}">
                  <a16:creationId xmlns:a16="http://schemas.microsoft.com/office/drawing/2014/main" id="{8815DAC7-9446-B1D0-5A20-74D272763CE7}"/>
                </a:ext>
              </a:extLst>
            </p:cNvPr>
            <p:cNvSpPr/>
            <p:nvPr/>
          </p:nvSpPr>
          <p:spPr>
            <a:xfrm>
              <a:off x="7371842" y="8712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45" name="pg245">
              <a:extLst>
                <a:ext uri="{FF2B5EF4-FFF2-40B4-BE49-F238E27FC236}">
                  <a16:creationId xmlns:a16="http://schemas.microsoft.com/office/drawing/2014/main" id="{DE9BF9EC-DA14-948A-6BDC-E27158C9F5AE}"/>
                </a:ext>
              </a:extLst>
            </p:cNvPr>
            <p:cNvSpPr/>
            <p:nvPr/>
          </p:nvSpPr>
          <p:spPr>
            <a:xfrm>
              <a:off x="7402905" y="8712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46" name="pg246">
              <a:extLst>
                <a:ext uri="{FF2B5EF4-FFF2-40B4-BE49-F238E27FC236}">
                  <a16:creationId xmlns:a16="http://schemas.microsoft.com/office/drawing/2014/main" id="{1FA397A9-F990-C57B-40CB-F3B2FC0AC337}"/>
                </a:ext>
              </a:extLst>
            </p:cNvPr>
            <p:cNvSpPr/>
            <p:nvPr/>
          </p:nvSpPr>
          <p:spPr>
            <a:xfrm>
              <a:off x="7433968" y="8712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47" name="pg247">
              <a:extLst>
                <a:ext uri="{FF2B5EF4-FFF2-40B4-BE49-F238E27FC236}">
                  <a16:creationId xmlns:a16="http://schemas.microsoft.com/office/drawing/2014/main" id="{00E1036D-2B16-276B-4A2B-04A7718AFCA8}"/>
                </a:ext>
              </a:extLst>
            </p:cNvPr>
            <p:cNvSpPr/>
            <p:nvPr/>
          </p:nvSpPr>
          <p:spPr>
            <a:xfrm>
              <a:off x="7465031" y="8712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48" name="pg248">
              <a:extLst>
                <a:ext uri="{FF2B5EF4-FFF2-40B4-BE49-F238E27FC236}">
                  <a16:creationId xmlns:a16="http://schemas.microsoft.com/office/drawing/2014/main" id="{C4C144F3-A3FC-D073-86D6-ACF249030803}"/>
                </a:ext>
              </a:extLst>
            </p:cNvPr>
            <p:cNvSpPr/>
            <p:nvPr/>
          </p:nvSpPr>
          <p:spPr>
            <a:xfrm>
              <a:off x="7496094" y="8712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49" name="pg249">
              <a:extLst>
                <a:ext uri="{FF2B5EF4-FFF2-40B4-BE49-F238E27FC236}">
                  <a16:creationId xmlns:a16="http://schemas.microsoft.com/office/drawing/2014/main" id="{F1D419E5-E107-939C-90C6-4D45E6484A5B}"/>
                </a:ext>
              </a:extLst>
            </p:cNvPr>
            <p:cNvSpPr/>
            <p:nvPr/>
          </p:nvSpPr>
          <p:spPr>
            <a:xfrm>
              <a:off x="7620345" y="8712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50" name="pg250">
              <a:extLst>
                <a:ext uri="{FF2B5EF4-FFF2-40B4-BE49-F238E27FC236}">
                  <a16:creationId xmlns:a16="http://schemas.microsoft.com/office/drawing/2014/main" id="{FE6B60C1-A1A3-5B5A-0FC6-00FE240436F7}"/>
                </a:ext>
              </a:extLst>
            </p:cNvPr>
            <p:cNvSpPr/>
            <p:nvPr/>
          </p:nvSpPr>
          <p:spPr>
            <a:xfrm>
              <a:off x="7651408" y="8712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51" name="pg251">
              <a:extLst>
                <a:ext uri="{FF2B5EF4-FFF2-40B4-BE49-F238E27FC236}">
                  <a16:creationId xmlns:a16="http://schemas.microsoft.com/office/drawing/2014/main" id="{3FA5E856-54AE-0C6A-4302-1DE36507E606}"/>
                </a:ext>
              </a:extLst>
            </p:cNvPr>
            <p:cNvSpPr/>
            <p:nvPr/>
          </p:nvSpPr>
          <p:spPr>
            <a:xfrm>
              <a:off x="7682471" y="8712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52" name="pg252">
              <a:extLst>
                <a:ext uri="{FF2B5EF4-FFF2-40B4-BE49-F238E27FC236}">
                  <a16:creationId xmlns:a16="http://schemas.microsoft.com/office/drawing/2014/main" id="{6F881834-3094-7731-FAA5-F12BFCBC7DA8}"/>
                </a:ext>
              </a:extLst>
            </p:cNvPr>
            <p:cNvSpPr/>
            <p:nvPr/>
          </p:nvSpPr>
          <p:spPr>
            <a:xfrm>
              <a:off x="7713534" y="8712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53" name="pg253">
              <a:extLst>
                <a:ext uri="{FF2B5EF4-FFF2-40B4-BE49-F238E27FC236}">
                  <a16:creationId xmlns:a16="http://schemas.microsoft.com/office/drawing/2014/main" id="{8678C4D0-E99D-DDF4-4614-CEEE897C67FC}"/>
                </a:ext>
              </a:extLst>
            </p:cNvPr>
            <p:cNvSpPr/>
            <p:nvPr/>
          </p:nvSpPr>
          <p:spPr>
            <a:xfrm>
              <a:off x="7744597" y="8712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54" name="pg254">
              <a:extLst>
                <a:ext uri="{FF2B5EF4-FFF2-40B4-BE49-F238E27FC236}">
                  <a16:creationId xmlns:a16="http://schemas.microsoft.com/office/drawing/2014/main" id="{45171C4C-FF57-066E-E564-58B097BA29C4}"/>
                </a:ext>
              </a:extLst>
            </p:cNvPr>
            <p:cNvSpPr/>
            <p:nvPr/>
          </p:nvSpPr>
          <p:spPr>
            <a:xfrm>
              <a:off x="7775660" y="8712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8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55" name="pg255">
              <a:extLst>
                <a:ext uri="{FF2B5EF4-FFF2-40B4-BE49-F238E27FC236}">
                  <a16:creationId xmlns:a16="http://schemas.microsoft.com/office/drawing/2014/main" id="{31694764-8C2D-C529-178C-048E7E65D31D}"/>
                </a:ext>
              </a:extLst>
            </p:cNvPr>
            <p:cNvSpPr/>
            <p:nvPr/>
          </p:nvSpPr>
          <p:spPr>
            <a:xfrm>
              <a:off x="7806723" y="8712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56" name="pg256">
              <a:extLst>
                <a:ext uri="{FF2B5EF4-FFF2-40B4-BE49-F238E27FC236}">
                  <a16:creationId xmlns:a16="http://schemas.microsoft.com/office/drawing/2014/main" id="{6AFEF29E-987F-361A-43B7-0AB2BA4034A2}"/>
                </a:ext>
              </a:extLst>
            </p:cNvPr>
            <p:cNvSpPr/>
            <p:nvPr/>
          </p:nvSpPr>
          <p:spPr>
            <a:xfrm>
              <a:off x="7061213" y="9106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57" name="pg257">
              <a:extLst>
                <a:ext uri="{FF2B5EF4-FFF2-40B4-BE49-F238E27FC236}">
                  <a16:creationId xmlns:a16="http://schemas.microsoft.com/office/drawing/2014/main" id="{22D868FA-50C0-C3B6-2EF6-BAF82C0A9F5A}"/>
                </a:ext>
              </a:extLst>
            </p:cNvPr>
            <p:cNvSpPr/>
            <p:nvPr/>
          </p:nvSpPr>
          <p:spPr>
            <a:xfrm>
              <a:off x="7092276" y="9106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58" name="pg258">
              <a:extLst>
                <a:ext uri="{FF2B5EF4-FFF2-40B4-BE49-F238E27FC236}">
                  <a16:creationId xmlns:a16="http://schemas.microsoft.com/office/drawing/2014/main" id="{EAF092C5-DC87-FEDE-5729-9B8099DAAF21}"/>
                </a:ext>
              </a:extLst>
            </p:cNvPr>
            <p:cNvSpPr/>
            <p:nvPr/>
          </p:nvSpPr>
          <p:spPr>
            <a:xfrm>
              <a:off x="7123338" y="9106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59" name="pg259">
              <a:extLst>
                <a:ext uri="{FF2B5EF4-FFF2-40B4-BE49-F238E27FC236}">
                  <a16:creationId xmlns:a16="http://schemas.microsoft.com/office/drawing/2014/main" id="{A7220D9A-FB01-68B0-FCCE-BE416C601508}"/>
                </a:ext>
              </a:extLst>
            </p:cNvPr>
            <p:cNvSpPr/>
            <p:nvPr/>
          </p:nvSpPr>
          <p:spPr>
            <a:xfrm>
              <a:off x="7154402" y="9106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60" name="pg260">
              <a:extLst>
                <a:ext uri="{FF2B5EF4-FFF2-40B4-BE49-F238E27FC236}">
                  <a16:creationId xmlns:a16="http://schemas.microsoft.com/office/drawing/2014/main" id="{7C8362F1-72E8-0CE3-78F1-1127416030C1}"/>
                </a:ext>
              </a:extLst>
            </p:cNvPr>
            <p:cNvSpPr/>
            <p:nvPr/>
          </p:nvSpPr>
          <p:spPr>
            <a:xfrm>
              <a:off x="7185465" y="9106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1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61" name="pg261">
              <a:extLst>
                <a:ext uri="{FF2B5EF4-FFF2-40B4-BE49-F238E27FC236}">
                  <a16:creationId xmlns:a16="http://schemas.microsoft.com/office/drawing/2014/main" id="{6010730C-7622-DA9B-03C7-E8807A287904}"/>
                </a:ext>
              </a:extLst>
            </p:cNvPr>
            <p:cNvSpPr/>
            <p:nvPr/>
          </p:nvSpPr>
          <p:spPr>
            <a:xfrm>
              <a:off x="7216527" y="9106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62" name="pg262">
              <a:extLst>
                <a:ext uri="{FF2B5EF4-FFF2-40B4-BE49-F238E27FC236}">
                  <a16:creationId xmlns:a16="http://schemas.microsoft.com/office/drawing/2014/main" id="{5FC8C7F9-CAA7-1EF4-C799-D55073C45A23}"/>
                </a:ext>
              </a:extLst>
            </p:cNvPr>
            <p:cNvSpPr/>
            <p:nvPr/>
          </p:nvSpPr>
          <p:spPr>
            <a:xfrm>
              <a:off x="7247590" y="9106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63" name="pg263">
              <a:extLst>
                <a:ext uri="{FF2B5EF4-FFF2-40B4-BE49-F238E27FC236}">
                  <a16:creationId xmlns:a16="http://schemas.microsoft.com/office/drawing/2014/main" id="{DF9BD143-A1FD-03C1-A1DC-F5B97E3CC4C0}"/>
                </a:ext>
              </a:extLst>
            </p:cNvPr>
            <p:cNvSpPr/>
            <p:nvPr/>
          </p:nvSpPr>
          <p:spPr>
            <a:xfrm>
              <a:off x="7278653" y="9106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64" name="pg264">
              <a:extLst>
                <a:ext uri="{FF2B5EF4-FFF2-40B4-BE49-F238E27FC236}">
                  <a16:creationId xmlns:a16="http://schemas.microsoft.com/office/drawing/2014/main" id="{F8BBDD31-3ED3-8544-1701-2364910B38DC}"/>
                </a:ext>
              </a:extLst>
            </p:cNvPr>
            <p:cNvSpPr/>
            <p:nvPr/>
          </p:nvSpPr>
          <p:spPr>
            <a:xfrm>
              <a:off x="7309716" y="9106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65" name="pg265">
              <a:extLst>
                <a:ext uri="{FF2B5EF4-FFF2-40B4-BE49-F238E27FC236}">
                  <a16:creationId xmlns:a16="http://schemas.microsoft.com/office/drawing/2014/main" id="{04FCFE78-FC8C-BC65-C889-5C86701B37E4}"/>
                </a:ext>
              </a:extLst>
            </p:cNvPr>
            <p:cNvSpPr/>
            <p:nvPr/>
          </p:nvSpPr>
          <p:spPr>
            <a:xfrm>
              <a:off x="7340779" y="9106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66" name="pg266">
              <a:extLst>
                <a:ext uri="{FF2B5EF4-FFF2-40B4-BE49-F238E27FC236}">
                  <a16:creationId xmlns:a16="http://schemas.microsoft.com/office/drawing/2014/main" id="{474889EA-D7FC-D732-7271-6A70EF27A3E2}"/>
                </a:ext>
              </a:extLst>
            </p:cNvPr>
            <p:cNvSpPr/>
            <p:nvPr/>
          </p:nvSpPr>
          <p:spPr>
            <a:xfrm>
              <a:off x="7371842" y="9106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67" name="pg267">
              <a:extLst>
                <a:ext uri="{FF2B5EF4-FFF2-40B4-BE49-F238E27FC236}">
                  <a16:creationId xmlns:a16="http://schemas.microsoft.com/office/drawing/2014/main" id="{82668452-B8F9-8196-E2B8-72A46238A4BE}"/>
                </a:ext>
              </a:extLst>
            </p:cNvPr>
            <p:cNvSpPr/>
            <p:nvPr/>
          </p:nvSpPr>
          <p:spPr>
            <a:xfrm>
              <a:off x="7402905" y="9106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68" name="pg268">
              <a:extLst>
                <a:ext uri="{FF2B5EF4-FFF2-40B4-BE49-F238E27FC236}">
                  <a16:creationId xmlns:a16="http://schemas.microsoft.com/office/drawing/2014/main" id="{C5DDB93A-AB8B-3C85-6A1F-39F4903C3B72}"/>
                </a:ext>
              </a:extLst>
            </p:cNvPr>
            <p:cNvSpPr/>
            <p:nvPr/>
          </p:nvSpPr>
          <p:spPr>
            <a:xfrm>
              <a:off x="7433968" y="9106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69" name="pg269">
              <a:extLst>
                <a:ext uri="{FF2B5EF4-FFF2-40B4-BE49-F238E27FC236}">
                  <a16:creationId xmlns:a16="http://schemas.microsoft.com/office/drawing/2014/main" id="{9AD8028A-67CB-0390-1B83-8C8F265136EA}"/>
                </a:ext>
              </a:extLst>
            </p:cNvPr>
            <p:cNvSpPr/>
            <p:nvPr/>
          </p:nvSpPr>
          <p:spPr>
            <a:xfrm>
              <a:off x="7465031" y="9106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70" name="pg270">
              <a:extLst>
                <a:ext uri="{FF2B5EF4-FFF2-40B4-BE49-F238E27FC236}">
                  <a16:creationId xmlns:a16="http://schemas.microsoft.com/office/drawing/2014/main" id="{A854AE8D-F0D0-95BF-B51E-71D1C71ED6DD}"/>
                </a:ext>
              </a:extLst>
            </p:cNvPr>
            <p:cNvSpPr/>
            <p:nvPr/>
          </p:nvSpPr>
          <p:spPr>
            <a:xfrm>
              <a:off x="7496094" y="9106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71" name="pg271">
              <a:extLst>
                <a:ext uri="{FF2B5EF4-FFF2-40B4-BE49-F238E27FC236}">
                  <a16:creationId xmlns:a16="http://schemas.microsoft.com/office/drawing/2014/main" id="{84DF5504-1FAD-ECB0-FD34-C15361C3AED8}"/>
                </a:ext>
              </a:extLst>
            </p:cNvPr>
            <p:cNvSpPr/>
            <p:nvPr/>
          </p:nvSpPr>
          <p:spPr>
            <a:xfrm>
              <a:off x="7620345" y="9106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72" name="pg272">
              <a:extLst>
                <a:ext uri="{FF2B5EF4-FFF2-40B4-BE49-F238E27FC236}">
                  <a16:creationId xmlns:a16="http://schemas.microsoft.com/office/drawing/2014/main" id="{845D5C8D-3910-46F7-CDF3-D52F6EB05D96}"/>
                </a:ext>
              </a:extLst>
            </p:cNvPr>
            <p:cNvSpPr/>
            <p:nvPr/>
          </p:nvSpPr>
          <p:spPr>
            <a:xfrm>
              <a:off x="7651408" y="9106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73" name="pg273">
              <a:extLst>
                <a:ext uri="{FF2B5EF4-FFF2-40B4-BE49-F238E27FC236}">
                  <a16:creationId xmlns:a16="http://schemas.microsoft.com/office/drawing/2014/main" id="{AECE818B-88C5-2505-B70B-1F7044B79172}"/>
                </a:ext>
              </a:extLst>
            </p:cNvPr>
            <p:cNvSpPr/>
            <p:nvPr/>
          </p:nvSpPr>
          <p:spPr>
            <a:xfrm>
              <a:off x="7682471" y="9106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74" name="pg274">
              <a:extLst>
                <a:ext uri="{FF2B5EF4-FFF2-40B4-BE49-F238E27FC236}">
                  <a16:creationId xmlns:a16="http://schemas.microsoft.com/office/drawing/2014/main" id="{73788BF5-E8B6-E26A-B385-DDBEA2AAF6A3}"/>
                </a:ext>
              </a:extLst>
            </p:cNvPr>
            <p:cNvSpPr/>
            <p:nvPr/>
          </p:nvSpPr>
          <p:spPr>
            <a:xfrm>
              <a:off x="7713534" y="9106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75" name="pg275">
              <a:extLst>
                <a:ext uri="{FF2B5EF4-FFF2-40B4-BE49-F238E27FC236}">
                  <a16:creationId xmlns:a16="http://schemas.microsoft.com/office/drawing/2014/main" id="{CECEC476-8620-D917-C106-0F319509A72D}"/>
                </a:ext>
              </a:extLst>
            </p:cNvPr>
            <p:cNvSpPr/>
            <p:nvPr/>
          </p:nvSpPr>
          <p:spPr>
            <a:xfrm>
              <a:off x="7744597" y="9106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5E8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76" name="pg276">
              <a:extLst>
                <a:ext uri="{FF2B5EF4-FFF2-40B4-BE49-F238E27FC236}">
                  <a16:creationId xmlns:a16="http://schemas.microsoft.com/office/drawing/2014/main" id="{301D4207-DF04-FDDF-5B72-620D11166BBF}"/>
                </a:ext>
              </a:extLst>
            </p:cNvPr>
            <p:cNvSpPr/>
            <p:nvPr/>
          </p:nvSpPr>
          <p:spPr>
            <a:xfrm>
              <a:off x="7775660" y="9106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77" name="pg277">
              <a:extLst>
                <a:ext uri="{FF2B5EF4-FFF2-40B4-BE49-F238E27FC236}">
                  <a16:creationId xmlns:a16="http://schemas.microsoft.com/office/drawing/2014/main" id="{47C56E68-1EE6-6A64-0B3F-893E2564EA28}"/>
                </a:ext>
              </a:extLst>
            </p:cNvPr>
            <p:cNvSpPr/>
            <p:nvPr/>
          </p:nvSpPr>
          <p:spPr>
            <a:xfrm>
              <a:off x="7030150" y="95006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78" name="pg278">
              <a:extLst>
                <a:ext uri="{FF2B5EF4-FFF2-40B4-BE49-F238E27FC236}">
                  <a16:creationId xmlns:a16="http://schemas.microsoft.com/office/drawing/2014/main" id="{DA6F8F65-2C77-982F-7753-6AB7EE71AF69}"/>
                </a:ext>
              </a:extLst>
            </p:cNvPr>
            <p:cNvSpPr/>
            <p:nvPr/>
          </p:nvSpPr>
          <p:spPr>
            <a:xfrm>
              <a:off x="7061213" y="95006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79" name="pg279">
              <a:extLst>
                <a:ext uri="{FF2B5EF4-FFF2-40B4-BE49-F238E27FC236}">
                  <a16:creationId xmlns:a16="http://schemas.microsoft.com/office/drawing/2014/main" id="{EDE45EE2-4BAE-4249-A699-5ECACCB61513}"/>
                </a:ext>
              </a:extLst>
            </p:cNvPr>
            <p:cNvSpPr/>
            <p:nvPr/>
          </p:nvSpPr>
          <p:spPr>
            <a:xfrm>
              <a:off x="7092276" y="95006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80" name="pg280">
              <a:extLst>
                <a:ext uri="{FF2B5EF4-FFF2-40B4-BE49-F238E27FC236}">
                  <a16:creationId xmlns:a16="http://schemas.microsoft.com/office/drawing/2014/main" id="{1A52455D-09FF-941A-DE13-61FB86C70CA0}"/>
                </a:ext>
              </a:extLst>
            </p:cNvPr>
            <p:cNvSpPr/>
            <p:nvPr/>
          </p:nvSpPr>
          <p:spPr>
            <a:xfrm>
              <a:off x="7123338" y="95006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81" name="pg281">
              <a:extLst>
                <a:ext uri="{FF2B5EF4-FFF2-40B4-BE49-F238E27FC236}">
                  <a16:creationId xmlns:a16="http://schemas.microsoft.com/office/drawing/2014/main" id="{14162456-CB8A-6A51-8F24-CB7773EA851B}"/>
                </a:ext>
              </a:extLst>
            </p:cNvPr>
            <p:cNvSpPr/>
            <p:nvPr/>
          </p:nvSpPr>
          <p:spPr>
            <a:xfrm>
              <a:off x="7154402" y="95006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82" name="pg282">
              <a:extLst>
                <a:ext uri="{FF2B5EF4-FFF2-40B4-BE49-F238E27FC236}">
                  <a16:creationId xmlns:a16="http://schemas.microsoft.com/office/drawing/2014/main" id="{3B4CF69F-424A-D5C6-E499-653F0C6DCC00}"/>
                </a:ext>
              </a:extLst>
            </p:cNvPr>
            <p:cNvSpPr/>
            <p:nvPr/>
          </p:nvSpPr>
          <p:spPr>
            <a:xfrm>
              <a:off x="7185465" y="95006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83" name="pg283">
              <a:extLst>
                <a:ext uri="{FF2B5EF4-FFF2-40B4-BE49-F238E27FC236}">
                  <a16:creationId xmlns:a16="http://schemas.microsoft.com/office/drawing/2014/main" id="{FEB0AB65-8BB7-F828-DCBE-11B578DF7E98}"/>
                </a:ext>
              </a:extLst>
            </p:cNvPr>
            <p:cNvSpPr/>
            <p:nvPr/>
          </p:nvSpPr>
          <p:spPr>
            <a:xfrm>
              <a:off x="7216527" y="95006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84" name="pg284">
              <a:extLst>
                <a:ext uri="{FF2B5EF4-FFF2-40B4-BE49-F238E27FC236}">
                  <a16:creationId xmlns:a16="http://schemas.microsoft.com/office/drawing/2014/main" id="{E94815D6-A893-FD61-8FCD-4B23E7BCB537}"/>
                </a:ext>
              </a:extLst>
            </p:cNvPr>
            <p:cNvSpPr/>
            <p:nvPr/>
          </p:nvSpPr>
          <p:spPr>
            <a:xfrm>
              <a:off x="7247590" y="95006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85" name="pg285">
              <a:extLst>
                <a:ext uri="{FF2B5EF4-FFF2-40B4-BE49-F238E27FC236}">
                  <a16:creationId xmlns:a16="http://schemas.microsoft.com/office/drawing/2014/main" id="{DFF0C114-E3AB-5494-D7D8-7B4C7CA9A5DA}"/>
                </a:ext>
              </a:extLst>
            </p:cNvPr>
            <p:cNvSpPr/>
            <p:nvPr/>
          </p:nvSpPr>
          <p:spPr>
            <a:xfrm>
              <a:off x="7278653" y="95006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86" name="pg286">
              <a:extLst>
                <a:ext uri="{FF2B5EF4-FFF2-40B4-BE49-F238E27FC236}">
                  <a16:creationId xmlns:a16="http://schemas.microsoft.com/office/drawing/2014/main" id="{A6442A0B-A2A7-CB8D-FDC9-D228F39E1737}"/>
                </a:ext>
              </a:extLst>
            </p:cNvPr>
            <p:cNvSpPr/>
            <p:nvPr/>
          </p:nvSpPr>
          <p:spPr>
            <a:xfrm>
              <a:off x="7309716" y="95006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87" name="pg287">
              <a:extLst>
                <a:ext uri="{FF2B5EF4-FFF2-40B4-BE49-F238E27FC236}">
                  <a16:creationId xmlns:a16="http://schemas.microsoft.com/office/drawing/2014/main" id="{42A5685F-4776-1C4D-2A1B-25CD5711A9FD}"/>
                </a:ext>
              </a:extLst>
            </p:cNvPr>
            <p:cNvSpPr/>
            <p:nvPr/>
          </p:nvSpPr>
          <p:spPr>
            <a:xfrm>
              <a:off x="7340779" y="95006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88" name="pg288">
              <a:extLst>
                <a:ext uri="{FF2B5EF4-FFF2-40B4-BE49-F238E27FC236}">
                  <a16:creationId xmlns:a16="http://schemas.microsoft.com/office/drawing/2014/main" id="{30A5CFE7-DD1A-32CD-53B4-EE7B168DF865}"/>
                </a:ext>
              </a:extLst>
            </p:cNvPr>
            <p:cNvSpPr/>
            <p:nvPr/>
          </p:nvSpPr>
          <p:spPr>
            <a:xfrm>
              <a:off x="7371842" y="95006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89" name="pg289">
              <a:extLst>
                <a:ext uri="{FF2B5EF4-FFF2-40B4-BE49-F238E27FC236}">
                  <a16:creationId xmlns:a16="http://schemas.microsoft.com/office/drawing/2014/main" id="{01AB47A8-6CA6-12C3-8B8F-7FAD6F97DDBE}"/>
                </a:ext>
              </a:extLst>
            </p:cNvPr>
            <p:cNvSpPr/>
            <p:nvPr/>
          </p:nvSpPr>
          <p:spPr>
            <a:xfrm>
              <a:off x="7402905" y="95006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90" name="pg290">
              <a:extLst>
                <a:ext uri="{FF2B5EF4-FFF2-40B4-BE49-F238E27FC236}">
                  <a16:creationId xmlns:a16="http://schemas.microsoft.com/office/drawing/2014/main" id="{09B18921-764C-1E18-F681-103C3C01B5EC}"/>
                </a:ext>
              </a:extLst>
            </p:cNvPr>
            <p:cNvSpPr/>
            <p:nvPr/>
          </p:nvSpPr>
          <p:spPr>
            <a:xfrm>
              <a:off x="7433968" y="95006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91" name="pg291">
              <a:extLst>
                <a:ext uri="{FF2B5EF4-FFF2-40B4-BE49-F238E27FC236}">
                  <a16:creationId xmlns:a16="http://schemas.microsoft.com/office/drawing/2014/main" id="{E507A87A-6FC2-198D-5111-1C34B7A673EC}"/>
                </a:ext>
              </a:extLst>
            </p:cNvPr>
            <p:cNvSpPr/>
            <p:nvPr/>
          </p:nvSpPr>
          <p:spPr>
            <a:xfrm>
              <a:off x="7465031" y="95006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92" name="pg292">
              <a:extLst>
                <a:ext uri="{FF2B5EF4-FFF2-40B4-BE49-F238E27FC236}">
                  <a16:creationId xmlns:a16="http://schemas.microsoft.com/office/drawing/2014/main" id="{BB3BC5CE-0755-40CA-5E5C-7967F1FDF15C}"/>
                </a:ext>
              </a:extLst>
            </p:cNvPr>
            <p:cNvSpPr/>
            <p:nvPr/>
          </p:nvSpPr>
          <p:spPr>
            <a:xfrm>
              <a:off x="7496094" y="95006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93" name="pg293">
              <a:extLst>
                <a:ext uri="{FF2B5EF4-FFF2-40B4-BE49-F238E27FC236}">
                  <a16:creationId xmlns:a16="http://schemas.microsoft.com/office/drawing/2014/main" id="{8D4957DA-92AA-5D9C-8DE8-CE627229F986}"/>
                </a:ext>
              </a:extLst>
            </p:cNvPr>
            <p:cNvSpPr/>
            <p:nvPr/>
          </p:nvSpPr>
          <p:spPr>
            <a:xfrm>
              <a:off x="7527156" y="95006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94" name="pg294">
              <a:extLst>
                <a:ext uri="{FF2B5EF4-FFF2-40B4-BE49-F238E27FC236}">
                  <a16:creationId xmlns:a16="http://schemas.microsoft.com/office/drawing/2014/main" id="{693BA164-9335-6F91-6FDB-DEC7715BF932}"/>
                </a:ext>
              </a:extLst>
            </p:cNvPr>
            <p:cNvSpPr/>
            <p:nvPr/>
          </p:nvSpPr>
          <p:spPr>
            <a:xfrm>
              <a:off x="7620345" y="95006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95" name="pg295">
              <a:extLst>
                <a:ext uri="{FF2B5EF4-FFF2-40B4-BE49-F238E27FC236}">
                  <a16:creationId xmlns:a16="http://schemas.microsoft.com/office/drawing/2014/main" id="{03838B9A-30E2-9D37-4337-11C39253E4AB}"/>
                </a:ext>
              </a:extLst>
            </p:cNvPr>
            <p:cNvSpPr/>
            <p:nvPr/>
          </p:nvSpPr>
          <p:spPr>
            <a:xfrm>
              <a:off x="7651408" y="95006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96" name="pg296">
              <a:extLst>
                <a:ext uri="{FF2B5EF4-FFF2-40B4-BE49-F238E27FC236}">
                  <a16:creationId xmlns:a16="http://schemas.microsoft.com/office/drawing/2014/main" id="{7E9088DC-53A8-490D-3C32-1C09C1D301A1}"/>
                </a:ext>
              </a:extLst>
            </p:cNvPr>
            <p:cNvSpPr/>
            <p:nvPr/>
          </p:nvSpPr>
          <p:spPr>
            <a:xfrm>
              <a:off x="7682471" y="95006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97" name="pg297">
              <a:extLst>
                <a:ext uri="{FF2B5EF4-FFF2-40B4-BE49-F238E27FC236}">
                  <a16:creationId xmlns:a16="http://schemas.microsoft.com/office/drawing/2014/main" id="{437CC5CA-C344-E8D9-04A2-8F4078963CAA}"/>
                </a:ext>
              </a:extLst>
            </p:cNvPr>
            <p:cNvSpPr/>
            <p:nvPr/>
          </p:nvSpPr>
          <p:spPr>
            <a:xfrm>
              <a:off x="7713534" y="95006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98" name="pg298">
              <a:extLst>
                <a:ext uri="{FF2B5EF4-FFF2-40B4-BE49-F238E27FC236}">
                  <a16:creationId xmlns:a16="http://schemas.microsoft.com/office/drawing/2014/main" id="{59C5140C-6412-397B-9458-D3B850E4B1EC}"/>
                </a:ext>
              </a:extLst>
            </p:cNvPr>
            <p:cNvSpPr/>
            <p:nvPr/>
          </p:nvSpPr>
          <p:spPr>
            <a:xfrm>
              <a:off x="7744597" y="95006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99" name="pg299">
              <a:extLst>
                <a:ext uri="{FF2B5EF4-FFF2-40B4-BE49-F238E27FC236}">
                  <a16:creationId xmlns:a16="http://schemas.microsoft.com/office/drawing/2014/main" id="{D9F2C8F2-F65A-D2C5-F9B5-0FAE260C9495}"/>
                </a:ext>
              </a:extLst>
            </p:cNvPr>
            <p:cNvSpPr/>
            <p:nvPr/>
          </p:nvSpPr>
          <p:spPr>
            <a:xfrm>
              <a:off x="7775660" y="95006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00" name="pg300">
              <a:extLst>
                <a:ext uri="{FF2B5EF4-FFF2-40B4-BE49-F238E27FC236}">
                  <a16:creationId xmlns:a16="http://schemas.microsoft.com/office/drawing/2014/main" id="{83825422-6834-22A5-89E0-AB406E54C575}"/>
                </a:ext>
              </a:extLst>
            </p:cNvPr>
            <p:cNvSpPr/>
            <p:nvPr/>
          </p:nvSpPr>
          <p:spPr>
            <a:xfrm>
              <a:off x="7030150" y="98947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01" name="pg301">
              <a:extLst>
                <a:ext uri="{FF2B5EF4-FFF2-40B4-BE49-F238E27FC236}">
                  <a16:creationId xmlns:a16="http://schemas.microsoft.com/office/drawing/2014/main" id="{D52E0C1A-2BFC-6CC1-1128-1937DE390445}"/>
                </a:ext>
              </a:extLst>
            </p:cNvPr>
            <p:cNvSpPr/>
            <p:nvPr/>
          </p:nvSpPr>
          <p:spPr>
            <a:xfrm>
              <a:off x="7061213" y="98947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02" name="pg302">
              <a:extLst>
                <a:ext uri="{FF2B5EF4-FFF2-40B4-BE49-F238E27FC236}">
                  <a16:creationId xmlns:a16="http://schemas.microsoft.com/office/drawing/2014/main" id="{296CBBB6-5584-5D46-1490-84954551A2D3}"/>
                </a:ext>
              </a:extLst>
            </p:cNvPr>
            <p:cNvSpPr/>
            <p:nvPr/>
          </p:nvSpPr>
          <p:spPr>
            <a:xfrm>
              <a:off x="7092276" y="98947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03" name="pg303">
              <a:extLst>
                <a:ext uri="{FF2B5EF4-FFF2-40B4-BE49-F238E27FC236}">
                  <a16:creationId xmlns:a16="http://schemas.microsoft.com/office/drawing/2014/main" id="{B93BBD9C-E4FB-FE90-BFCE-FA9DE57899E2}"/>
                </a:ext>
              </a:extLst>
            </p:cNvPr>
            <p:cNvSpPr/>
            <p:nvPr/>
          </p:nvSpPr>
          <p:spPr>
            <a:xfrm>
              <a:off x="7123338" y="98947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04" name="pg304">
              <a:extLst>
                <a:ext uri="{FF2B5EF4-FFF2-40B4-BE49-F238E27FC236}">
                  <a16:creationId xmlns:a16="http://schemas.microsoft.com/office/drawing/2014/main" id="{373C68BC-C275-17CD-7E17-C74F660C2869}"/>
                </a:ext>
              </a:extLst>
            </p:cNvPr>
            <p:cNvSpPr/>
            <p:nvPr/>
          </p:nvSpPr>
          <p:spPr>
            <a:xfrm>
              <a:off x="7154402" y="98947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05" name="pg305">
              <a:extLst>
                <a:ext uri="{FF2B5EF4-FFF2-40B4-BE49-F238E27FC236}">
                  <a16:creationId xmlns:a16="http://schemas.microsoft.com/office/drawing/2014/main" id="{37D9DA6B-4B43-7B78-2531-7A86B4D8C03E}"/>
                </a:ext>
              </a:extLst>
            </p:cNvPr>
            <p:cNvSpPr/>
            <p:nvPr/>
          </p:nvSpPr>
          <p:spPr>
            <a:xfrm>
              <a:off x="7185465" y="98947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06" name="pg306">
              <a:extLst>
                <a:ext uri="{FF2B5EF4-FFF2-40B4-BE49-F238E27FC236}">
                  <a16:creationId xmlns:a16="http://schemas.microsoft.com/office/drawing/2014/main" id="{25DE9674-EE1B-42DE-043C-472BFB68F37D}"/>
                </a:ext>
              </a:extLst>
            </p:cNvPr>
            <p:cNvSpPr/>
            <p:nvPr/>
          </p:nvSpPr>
          <p:spPr>
            <a:xfrm>
              <a:off x="7216527" y="98947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07" name="pg307">
              <a:extLst>
                <a:ext uri="{FF2B5EF4-FFF2-40B4-BE49-F238E27FC236}">
                  <a16:creationId xmlns:a16="http://schemas.microsoft.com/office/drawing/2014/main" id="{7E3CC1A6-AE54-7B88-EB72-DD962F012428}"/>
                </a:ext>
              </a:extLst>
            </p:cNvPr>
            <p:cNvSpPr/>
            <p:nvPr/>
          </p:nvSpPr>
          <p:spPr>
            <a:xfrm>
              <a:off x="7247590" y="98947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08" name="pg308">
              <a:extLst>
                <a:ext uri="{FF2B5EF4-FFF2-40B4-BE49-F238E27FC236}">
                  <a16:creationId xmlns:a16="http://schemas.microsoft.com/office/drawing/2014/main" id="{CCA0EAF7-8AEE-09E4-1F73-5C66EFF06FDE}"/>
                </a:ext>
              </a:extLst>
            </p:cNvPr>
            <p:cNvSpPr/>
            <p:nvPr/>
          </p:nvSpPr>
          <p:spPr>
            <a:xfrm>
              <a:off x="7278653" y="98947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09" name="pg309">
              <a:extLst>
                <a:ext uri="{FF2B5EF4-FFF2-40B4-BE49-F238E27FC236}">
                  <a16:creationId xmlns:a16="http://schemas.microsoft.com/office/drawing/2014/main" id="{21AB2E61-8929-507D-62C1-849DD5DE0F6D}"/>
                </a:ext>
              </a:extLst>
            </p:cNvPr>
            <p:cNvSpPr/>
            <p:nvPr/>
          </p:nvSpPr>
          <p:spPr>
            <a:xfrm>
              <a:off x="7309716" y="98947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10" name="pg310">
              <a:extLst>
                <a:ext uri="{FF2B5EF4-FFF2-40B4-BE49-F238E27FC236}">
                  <a16:creationId xmlns:a16="http://schemas.microsoft.com/office/drawing/2014/main" id="{D9F474B1-1707-F7C9-E6FF-740D179282E9}"/>
                </a:ext>
              </a:extLst>
            </p:cNvPr>
            <p:cNvSpPr/>
            <p:nvPr/>
          </p:nvSpPr>
          <p:spPr>
            <a:xfrm>
              <a:off x="7340779" y="98947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11" name="pg311">
              <a:extLst>
                <a:ext uri="{FF2B5EF4-FFF2-40B4-BE49-F238E27FC236}">
                  <a16:creationId xmlns:a16="http://schemas.microsoft.com/office/drawing/2014/main" id="{B8A86D55-B1D9-F019-F1B5-588B2C3DD764}"/>
                </a:ext>
              </a:extLst>
            </p:cNvPr>
            <p:cNvSpPr/>
            <p:nvPr/>
          </p:nvSpPr>
          <p:spPr>
            <a:xfrm>
              <a:off x="7371842" y="98947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12" name="pg312">
              <a:extLst>
                <a:ext uri="{FF2B5EF4-FFF2-40B4-BE49-F238E27FC236}">
                  <a16:creationId xmlns:a16="http://schemas.microsoft.com/office/drawing/2014/main" id="{0D6A153F-52FB-CDE6-F6E0-14BDB57DA9FB}"/>
                </a:ext>
              </a:extLst>
            </p:cNvPr>
            <p:cNvSpPr/>
            <p:nvPr/>
          </p:nvSpPr>
          <p:spPr>
            <a:xfrm>
              <a:off x="7402905" y="98947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13" name="pg313">
              <a:extLst>
                <a:ext uri="{FF2B5EF4-FFF2-40B4-BE49-F238E27FC236}">
                  <a16:creationId xmlns:a16="http://schemas.microsoft.com/office/drawing/2014/main" id="{1B0A5D49-89E1-BFEE-EF6B-0E40A02BD6AF}"/>
                </a:ext>
              </a:extLst>
            </p:cNvPr>
            <p:cNvSpPr/>
            <p:nvPr/>
          </p:nvSpPr>
          <p:spPr>
            <a:xfrm>
              <a:off x="7433968" y="98947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14" name="pg314">
              <a:extLst>
                <a:ext uri="{FF2B5EF4-FFF2-40B4-BE49-F238E27FC236}">
                  <a16:creationId xmlns:a16="http://schemas.microsoft.com/office/drawing/2014/main" id="{8253BF81-98EC-C1E8-7DE0-C0E00A289401}"/>
                </a:ext>
              </a:extLst>
            </p:cNvPr>
            <p:cNvSpPr/>
            <p:nvPr/>
          </p:nvSpPr>
          <p:spPr>
            <a:xfrm>
              <a:off x="7465031" y="98947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15" name="pg315">
              <a:extLst>
                <a:ext uri="{FF2B5EF4-FFF2-40B4-BE49-F238E27FC236}">
                  <a16:creationId xmlns:a16="http://schemas.microsoft.com/office/drawing/2014/main" id="{80302B96-3B11-55B8-345A-A9F0011FDA1F}"/>
                </a:ext>
              </a:extLst>
            </p:cNvPr>
            <p:cNvSpPr/>
            <p:nvPr/>
          </p:nvSpPr>
          <p:spPr>
            <a:xfrm>
              <a:off x="7496094" y="98947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16" name="pg316">
              <a:extLst>
                <a:ext uri="{FF2B5EF4-FFF2-40B4-BE49-F238E27FC236}">
                  <a16:creationId xmlns:a16="http://schemas.microsoft.com/office/drawing/2014/main" id="{52BCD9E4-5C2F-3951-A07D-BEA51586A401}"/>
                </a:ext>
              </a:extLst>
            </p:cNvPr>
            <p:cNvSpPr/>
            <p:nvPr/>
          </p:nvSpPr>
          <p:spPr>
            <a:xfrm>
              <a:off x="7527156" y="98947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17" name="pg317">
              <a:extLst>
                <a:ext uri="{FF2B5EF4-FFF2-40B4-BE49-F238E27FC236}">
                  <a16:creationId xmlns:a16="http://schemas.microsoft.com/office/drawing/2014/main" id="{B17D359B-0F1E-F0AE-A4F1-CB20A0A462DF}"/>
                </a:ext>
              </a:extLst>
            </p:cNvPr>
            <p:cNvSpPr/>
            <p:nvPr/>
          </p:nvSpPr>
          <p:spPr>
            <a:xfrm>
              <a:off x="7558219" y="98947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18" name="pg318">
              <a:extLst>
                <a:ext uri="{FF2B5EF4-FFF2-40B4-BE49-F238E27FC236}">
                  <a16:creationId xmlns:a16="http://schemas.microsoft.com/office/drawing/2014/main" id="{E04CCFC5-D8E3-312A-88E3-EE679E0D4A88}"/>
                </a:ext>
              </a:extLst>
            </p:cNvPr>
            <p:cNvSpPr/>
            <p:nvPr/>
          </p:nvSpPr>
          <p:spPr>
            <a:xfrm>
              <a:off x="7651408" y="98947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19" name="pg319">
              <a:extLst>
                <a:ext uri="{FF2B5EF4-FFF2-40B4-BE49-F238E27FC236}">
                  <a16:creationId xmlns:a16="http://schemas.microsoft.com/office/drawing/2014/main" id="{32EC79B4-3DDC-A472-FCB7-3114F6194B80}"/>
                </a:ext>
              </a:extLst>
            </p:cNvPr>
            <p:cNvSpPr/>
            <p:nvPr/>
          </p:nvSpPr>
          <p:spPr>
            <a:xfrm>
              <a:off x="7682471" y="98947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20" name="pg320">
              <a:extLst>
                <a:ext uri="{FF2B5EF4-FFF2-40B4-BE49-F238E27FC236}">
                  <a16:creationId xmlns:a16="http://schemas.microsoft.com/office/drawing/2014/main" id="{78AEC65C-8E7F-33BB-6229-973A6AD5BE1A}"/>
                </a:ext>
              </a:extLst>
            </p:cNvPr>
            <p:cNvSpPr/>
            <p:nvPr/>
          </p:nvSpPr>
          <p:spPr>
            <a:xfrm>
              <a:off x="7713534" y="98947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21" name="pg321">
              <a:extLst>
                <a:ext uri="{FF2B5EF4-FFF2-40B4-BE49-F238E27FC236}">
                  <a16:creationId xmlns:a16="http://schemas.microsoft.com/office/drawing/2014/main" id="{1AB64CD0-59E6-0A35-19D5-53347E564E6C}"/>
                </a:ext>
              </a:extLst>
            </p:cNvPr>
            <p:cNvSpPr/>
            <p:nvPr/>
          </p:nvSpPr>
          <p:spPr>
            <a:xfrm>
              <a:off x="7744597" y="98947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22" name="pg322">
              <a:extLst>
                <a:ext uri="{FF2B5EF4-FFF2-40B4-BE49-F238E27FC236}">
                  <a16:creationId xmlns:a16="http://schemas.microsoft.com/office/drawing/2014/main" id="{39FB2A20-5DB6-2ABE-9B3F-4C7985283B12}"/>
                </a:ext>
              </a:extLst>
            </p:cNvPr>
            <p:cNvSpPr/>
            <p:nvPr/>
          </p:nvSpPr>
          <p:spPr>
            <a:xfrm>
              <a:off x="7775660" y="98947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23" name="pg323">
              <a:extLst>
                <a:ext uri="{FF2B5EF4-FFF2-40B4-BE49-F238E27FC236}">
                  <a16:creationId xmlns:a16="http://schemas.microsoft.com/office/drawing/2014/main" id="{96ED94E8-17BC-08AF-1981-3400EF3B5628}"/>
                </a:ext>
              </a:extLst>
            </p:cNvPr>
            <p:cNvSpPr/>
            <p:nvPr/>
          </p:nvSpPr>
          <p:spPr>
            <a:xfrm>
              <a:off x="7030150" y="10288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24" name="pg324">
              <a:extLst>
                <a:ext uri="{FF2B5EF4-FFF2-40B4-BE49-F238E27FC236}">
                  <a16:creationId xmlns:a16="http://schemas.microsoft.com/office/drawing/2014/main" id="{426DDA84-26A6-8519-7DEC-18594B534821}"/>
                </a:ext>
              </a:extLst>
            </p:cNvPr>
            <p:cNvSpPr/>
            <p:nvPr/>
          </p:nvSpPr>
          <p:spPr>
            <a:xfrm>
              <a:off x="7061213" y="10288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25" name="pg325">
              <a:extLst>
                <a:ext uri="{FF2B5EF4-FFF2-40B4-BE49-F238E27FC236}">
                  <a16:creationId xmlns:a16="http://schemas.microsoft.com/office/drawing/2014/main" id="{1C3EDEB8-8B72-FC8C-D53D-A3EC12722629}"/>
                </a:ext>
              </a:extLst>
            </p:cNvPr>
            <p:cNvSpPr/>
            <p:nvPr/>
          </p:nvSpPr>
          <p:spPr>
            <a:xfrm>
              <a:off x="7092276" y="10288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26" name="pg326">
              <a:extLst>
                <a:ext uri="{FF2B5EF4-FFF2-40B4-BE49-F238E27FC236}">
                  <a16:creationId xmlns:a16="http://schemas.microsoft.com/office/drawing/2014/main" id="{15B1A2A1-362F-19FE-41A0-4371EBB166D6}"/>
                </a:ext>
              </a:extLst>
            </p:cNvPr>
            <p:cNvSpPr/>
            <p:nvPr/>
          </p:nvSpPr>
          <p:spPr>
            <a:xfrm>
              <a:off x="7123338" y="10288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27" name="pg327">
              <a:extLst>
                <a:ext uri="{FF2B5EF4-FFF2-40B4-BE49-F238E27FC236}">
                  <a16:creationId xmlns:a16="http://schemas.microsoft.com/office/drawing/2014/main" id="{40E4D371-8A1C-A3BC-7039-ACF68CC4A605}"/>
                </a:ext>
              </a:extLst>
            </p:cNvPr>
            <p:cNvSpPr/>
            <p:nvPr/>
          </p:nvSpPr>
          <p:spPr>
            <a:xfrm>
              <a:off x="7154402" y="10288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28" name="pg328">
              <a:extLst>
                <a:ext uri="{FF2B5EF4-FFF2-40B4-BE49-F238E27FC236}">
                  <a16:creationId xmlns:a16="http://schemas.microsoft.com/office/drawing/2014/main" id="{25BFAD84-38AF-E287-9F3C-AF1A21C85892}"/>
                </a:ext>
              </a:extLst>
            </p:cNvPr>
            <p:cNvSpPr/>
            <p:nvPr/>
          </p:nvSpPr>
          <p:spPr>
            <a:xfrm>
              <a:off x="7185465" y="10288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29" name="pg329">
              <a:extLst>
                <a:ext uri="{FF2B5EF4-FFF2-40B4-BE49-F238E27FC236}">
                  <a16:creationId xmlns:a16="http://schemas.microsoft.com/office/drawing/2014/main" id="{353A1210-B4B2-6EE0-D735-A60402599E4B}"/>
                </a:ext>
              </a:extLst>
            </p:cNvPr>
            <p:cNvSpPr/>
            <p:nvPr/>
          </p:nvSpPr>
          <p:spPr>
            <a:xfrm>
              <a:off x="7216527" y="10288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30" name="pg330">
              <a:extLst>
                <a:ext uri="{FF2B5EF4-FFF2-40B4-BE49-F238E27FC236}">
                  <a16:creationId xmlns:a16="http://schemas.microsoft.com/office/drawing/2014/main" id="{4B40BEEE-D342-B0F6-68E3-16F21C71A807}"/>
                </a:ext>
              </a:extLst>
            </p:cNvPr>
            <p:cNvSpPr/>
            <p:nvPr/>
          </p:nvSpPr>
          <p:spPr>
            <a:xfrm>
              <a:off x="7247590" y="10288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31" name="pg331">
              <a:extLst>
                <a:ext uri="{FF2B5EF4-FFF2-40B4-BE49-F238E27FC236}">
                  <a16:creationId xmlns:a16="http://schemas.microsoft.com/office/drawing/2014/main" id="{968D3760-BE18-0BE0-8001-167E28B6EF37}"/>
                </a:ext>
              </a:extLst>
            </p:cNvPr>
            <p:cNvSpPr/>
            <p:nvPr/>
          </p:nvSpPr>
          <p:spPr>
            <a:xfrm>
              <a:off x="7278653" y="10288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32" name="pg332">
              <a:extLst>
                <a:ext uri="{FF2B5EF4-FFF2-40B4-BE49-F238E27FC236}">
                  <a16:creationId xmlns:a16="http://schemas.microsoft.com/office/drawing/2014/main" id="{F0BC004B-0039-BC36-83FB-6112B3483682}"/>
                </a:ext>
              </a:extLst>
            </p:cNvPr>
            <p:cNvSpPr/>
            <p:nvPr/>
          </p:nvSpPr>
          <p:spPr>
            <a:xfrm>
              <a:off x="7309716" y="10288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33" name="pg333">
              <a:extLst>
                <a:ext uri="{FF2B5EF4-FFF2-40B4-BE49-F238E27FC236}">
                  <a16:creationId xmlns:a16="http://schemas.microsoft.com/office/drawing/2014/main" id="{6E424D88-5F9E-1D52-52F2-84CC5FDEA1DA}"/>
                </a:ext>
              </a:extLst>
            </p:cNvPr>
            <p:cNvSpPr/>
            <p:nvPr/>
          </p:nvSpPr>
          <p:spPr>
            <a:xfrm>
              <a:off x="7340779" y="10288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34" name="pg334">
              <a:extLst>
                <a:ext uri="{FF2B5EF4-FFF2-40B4-BE49-F238E27FC236}">
                  <a16:creationId xmlns:a16="http://schemas.microsoft.com/office/drawing/2014/main" id="{46CE4977-9FC8-B2F9-140E-E137C18BDD2F}"/>
                </a:ext>
              </a:extLst>
            </p:cNvPr>
            <p:cNvSpPr/>
            <p:nvPr/>
          </p:nvSpPr>
          <p:spPr>
            <a:xfrm>
              <a:off x="7371842" y="10288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35" name="pg335">
              <a:extLst>
                <a:ext uri="{FF2B5EF4-FFF2-40B4-BE49-F238E27FC236}">
                  <a16:creationId xmlns:a16="http://schemas.microsoft.com/office/drawing/2014/main" id="{8B7BBEAB-B68E-32B5-A64B-D390422911A6}"/>
                </a:ext>
              </a:extLst>
            </p:cNvPr>
            <p:cNvSpPr/>
            <p:nvPr/>
          </p:nvSpPr>
          <p:spPr>
            <a:xfrm>
              <a:off x="7402905" y="10288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36" name="pg336">
              <a:extLst>
                <a:ext uri="{FF2B5EF4-FFF2-40B4-BE49-F238E27FC236}">
                  <a16:creationId xmlns:a16="http://schemas.microsoft.com/office/drawing/2014/main" id="{AACE3164-48EB-8628-38EC-585672967741}"/>
                </a:ext>
              </a:extLst>
            </p:cNvPr>
            <p:cNvSpPr/>
            <p:nvPr/>
          </p:nvSpPr>
          <p:spPr>
            <a:xfrm>
              <a:off x="7433968" y="10288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37" name="pg337">
              <a:extLst>
                <a:ext uri="{FF2B5EF4-FFF2-40B4-BE49-F238E27FC236}">
                  <a16:creationId xmlns:a16="http://schemas.microsoft.com/office/drawing/2014/main" id="{A00A6A5E-F262-8EAA-A2BF-00865562E224}"/>
                </a:ext>
              </a:extLst>
            </p:cNvPr>
            <p:cNvSpPr/>
            <p:nvPr/>
          </p:nvSpPr>
          <p:spPr>
            <a:xfrm>
              <a:off x="7465031" y="10288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38" name="pg338">
              <a:extLst>
                <a:ext uri="{FF2B5EF4-FFF2-40B4-BE49-F238E27FC236}">
                  <a16:creationId xmlns:a16="http://schemas.microsoft.com/office/drawing/2014/main" id="{B8989EE2-BDEA-B82F-AC17-1097122374B7}"/>
                </a:ext>
              </a:extLst>
            </p:cNvPr>
            <p:cNvSpPr/>
            <p:nvPr/>
          </p:nvSpPr>
          <p:spPr>
            <a:xfrm>
              <a:off x="7496094" y="10288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39" name="pg339">
              <a:extLst>
                <a:ext uri="{FF2B5EF4-FFF2-40B4-BE49-F238E27FC236}">
                  <a16:creationId xmlns:a16="http://schemas.microsoft.com/office/drawing/2014/main" id="{DDE6A434-71C3-9B84-B562-C031D0F1E427}"/>
                </a:ext>
              </a:extLst>
            </p:cNvPr>
            <p:cNvSpPr/>
            <p:nvPr/>
          </p:nvSpPr>
          <p:spPr>
            <a:xfrm>
              <a:off x="7527156" y="10288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40" name="pg340">
              <a:extLst>
                <a:ext uri="{FF2B5EF4-FFF2-40B4-BE49-F238E27FC236}">
                  <a16:creationId xmlns:a16="http://schemas.microsoft.com/office/drawing/2014/main" id="{9EB245F4-0713-2DD2-A8AD-BDF56DCC7658}"/>
                </a:ext>
              </a:extLst>
            </p:cNvPr>
            <p:cNvSpPr/>
            <p:nvPr/>
          </p:nvSpPr>
          <p:spPr>
            <a:xfrm>
              <a:off x="7558219" y="10288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41" name="pg341">
              <a:extLst>
                <a:ext uri="{FF2B5EF4-FFF2-40B4-BE49-F238E27FC236}">
                  <a16:creationId xmlns:a16="http://schemas.microsoft.com/office/drawing/2014/main" id="{7A7E64C5-A34F-A841-E242-35DFABA7A9DB}"/>
                </a:ext>
              </a:extLst>
            </p:cNvPr>
            <p:cNvSpPr/>
            <p:nvPr/>
          </p:nvSpPr>
          <p:spPr>
            <a:xfrm>
              <a:off x="7620345" y="10288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42" name="pg342">
              <a:extLst>
                <a:ext uri="{FF2B5EF4-FFF2-40B4-BE49-F238E27FC236}">
                  <a16:creationId xmlns:a16="http://schemas.microsoft.com/office/drawing/2014/main" id="{357D2345-3106-7F2A-320F-842EF40C313D}"/>
                </a:ext>
              </a:extLst>
            </p:cNvPr>
            <p:cNvSpPr/>
            <p:nvPr/>
          </p:nvSpPr>
          <p:spPr>
            <a:xfrm>
              <a:off x="7651408" y="10288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43" name="pg343">
              <a:extLst>
                <a:ext uri="{FF2B5EF4-FFF2-40B4-BE49-F238E27FC236}">
                  <a16:creationId xmlns:a16="http://schemas.microsoft.com/office/drawing/2014/main" id="{5200002F-6A74-0557-25D3-9C1C42225B34}"/>
                </a:ext>
              </a:extLst>
            </p:cNvPr>
            <p:cNvSpPr/>
            <p:nvPr/>
          </p:nvSpPr>
          <p:spPr>
            <a:xfrm>
              <a:off x="7682471" y="10288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44" name="pg344">
              <a:extLst>
                <a:ext uri="{FF2B5EF4-FFF2-40B4-BE49-F238E27FC236}">
                  <a16:creationId xmlns:a16="http://schemas.microsoft.com/office/drawing/2014/main" id="{601839DA-A63E-F748-16FE-E840C749445F}"/>
                </a:ext>
              </a:extLst>
            </p:cNvPr>
            <p:cNvSpPr/>
            <p:nvPr/>
          </p:nvSpPr>
          <p:spPr>
            <a:xfrm>
              <a:off x="7713534" y="10288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45" name="pg345">
              <a:extLst>
                <a:ext uri="{FF2B5EF4-FFF2-40B4-BE49-F238E27FC236}">
                  <a16:creationId xmlns:a16="http://schemas.microsoft.com/office/drawing/2014/main" id="{26BCADA1-2354-568B-C382-EC002D9FA489}"/>
                </a:ext>
              </a:extLst>
            </p:cNvPr>
            <p:cNvSpPr/>
            <p:nvPr/>
          </p:nvSpPr>
          <p:spPr>
            <a:xfrm>
              <a:off x="7744597" y="10288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46" name="pg346">
              <a:extLst>
                <a:ext uri="{FF2B5EF4-FFF2-40B4-BE49-F238E27FC236}">
                  <a16:creationId xmlns:a16="http://schemas.microsoft.com/office/drawing/2014/main" id="{E83383F8-B161-AF02-FE7F-D5A780F628F5}"/>
                </a:ext>
              </a:extLst>
            </p:cNvPr>
            <p:cNvSpPr/>
            <p:nvPr/>
          </p:nvSpPr>
          <p:spPr>
            <a:xfrm>
              <a:off x="7775660" y="10288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47" name="pg347">
              <a:extLst>
                <a:ext uri="{FF2B5EF4-FFF2-40B4-BE49-F238E27FC236}">
                  <a16:creationId xmlns:a16="http://schemas.microsoft.com/office/drawing/2014/main" id="{F056566F-3BA8-5CC1-C57B-08352CD22269}"/>
                </a:ext>
              </a:extLst>
            </p:cNvPr>
            <p:cNvSpPr/>
            <p:nvPr/>
          </p:nvSpPr>
          <p:spPr>
            <a:xfrm>
              <a:off x="7061213" y="10682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48" name="pg348">
              <a:extLst>
                <a:ext uri="{FF2B5EF4-FFF2-40B4-BE49-F238E27FC236}">
                  <a16:creationId xmlns:a16="http://schemas.microsoft.com/office/drawing/2014/main" id="{8F567B9B-22F9-B48E-EA9E-D6B725862FBF}"/>
                </a:ext>
              </a:extLst>
            </p:cNvPr>
            <p:cNvSpPr/>
            <p:nvPr/>
          </p:nvSpPr>
          <p:spPr>
            <a:xfrm>
              <a:off x="7092276" y="10682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49" name="pg349">
              <a:extLst>
                <a:ext uri="{FF2B5EF4-FFF2-40B4-BE49-F238E27FC236}">
                  <a16:creationId xmlns:a16="http://schemas.microsoft.com/office/drawing/2014/main" id="{01BA9E93-A0D3-32A8-5B12-1DD320480622}"/>
                </a:ext>
              </a:extLst>
            </p:cNvPr>
            <p:cNvSpPr/>
            <p:nvPr/>
          </p:nvSpPr>
          <p:spPr>
            <a:xfrm>
              <a:off x="7123338" y="10682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50" name="pg350">
              <a:extLst>
                <a:ext uri="{FF2B5EF4-FFF2-40B4-BE49-F238E27FC236}">
                  <a16:creationId xmlns:a16="http://schemas.microsoft.com/office/drawing/2014/main" id="{DC8BD1B2-BA5B-E83D-A751-5F63B7F60B3E}"/>
                </a:ext>
              </a:extLst>
            </p:cNvPr>
            <p:cNvSpPr/>
            <p:nvPr/>
          </p:nvSpPr>
          <p:spPr>
            <a:xfrm>
              <a:off x="7154402" y="10682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51" name="pg351">
              <a:extLst>
                <a:ext uri="{FF2B5EF4-FFF2-40B4-BE49-F238E27FC236}">
                  <a16:creationId xmlns:a16="http://schemas.microsoft.com/office/drawing/2014/main" id="{72292066-5E64-597C-0000-DE0916FCEEF3}"/>
                </a:ext>
              </a:extLst>
            </p:cNvPr>
            <p:cNvSpPr/>
            <p:nvPr/>
          </p:nvSpPr>
          <p:spPr>
            <a:xfrm>
              <a:off x="7185465" y="10682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52" name="pg352">
              <a:extLst>
                <a:ext uri="{FF2B5EF4-FFF2-40B4-BE49-F238E27FC236}">
                  <a16:creationId xmlns:a16="http://schemas.microsoft.com/office/drawing/2014/main" id="{C6514628-C911-9D43-BCF3-DA90D761320A}"/>
                </a:ext>
              </a:extLst>
            </p:cNvPr>
            <p:cNvSpPr/>
            <p:nvPr/>
          </p:nvSpPr>
          <p:spPr>
            <a:xfrm>
              <a:off x="7216527" y="10682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53" name="pg353">
              <a:extLst>
                <a:ext uri="{FF2B5EF4-FFF2-40B4-BE49-F238E27FC236}">
                  <a16:creationId xmlns:a16="http://schemas.microsoft.com/office/drawing/2014/main" id="{5B3A0EAB-8AE2-92BC-D639-5CC0B726C73B}"/>
                </a:ext>
              </a:extLst>
            </p:cNvPr>
            <p:cNvSpPr/>
            <p:nvPr/>
          </p:nvSpPr>
          <p:spPr>
            <a:xfrm>
              <a:off x="7247590" y="10682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54" name="pg354">
              <a:extLst>
                <a:ext uri="{FF2B5EF4-FFF2-40B4-BE49-F238E27FC236}">
                  <a16:creationId xmlns:a16="http://schemas.microsoft.com/office/drawing/2014/main" id="{EA1EE81F-04B5-C012-1F8A-DFA5D06D3B65}"/>
                </a:ext>
              </a:extLst>
            </p:cNvPr>
            <p:cNvSpPr/>
            <p:nvPr/>
          </p:nvSpPr>
          <p:spPr>
            <a:xfrm>
              <a:off x="7278653" y="10682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55" name="pg355">
              <a:extLst>
                <a:ext uri="{FF2B5EF4-FFF2-40B4-BE49-F238E27FC236}">
                  <a16:creationId xmlns:a16="http://schemas.microsoft.com/office/drawing/2014/main" id="{770FB849-DA2B-C778-5668-91A6EA99AF4D}"/>
                </a:ext>
              </a:extLst>
            </p:cNvPr>
            <p:cNvSpPr/>
            <p:nvPr/>
          </p:nvSpPr>
          <p:spPr>
            <a:xfrm>
              <a:off x="7309716" y="10682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56" name="pg356">
              <a:extLst>
                <a:ext uri="{FF2B5EF4-FFF2-40B4-BE49-F238E27FC236}">
                  <a16:creationId xmlns:a16="http://schemas.microsoft.com/office/drawing/2014/main" id="{F07088E7-5FE1-D4FB-B660-82E761FD3FAE}"/>
                </a:ext>
              </a:extLst>
            </p:cNvPr>
            <p:cNvSpPr/>
            <p:nvPr/>
          </p:nvSpPr>
          <p:spPr>
            <a:xfrm>
              <a:off x="7340779" y="10682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57" name="pg357">
              <a:extLst>
                <a:ext uri="{FF2B5EF4-FFF2-40B4-BE49-F238E27FC236}">
                  <a16:creationId xmlns:a16="http://schemas.microsoft.com/office/drawing/2014/main" id="{F879D0D1-147B-D911-A7E1-60910817905B}"/>
                </a:ext>
              </a:extLst>
            </p:cNvPr>
            <p:cNvSpPr/>
            <p:nvPr/>
          </p:nvSpPr>
          <p:spPr>
            <a:xfrm>
              <a:off x="7371842" y="10682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58" name="pg358">
              <a:extLst>
                <a:ext uri="{FF2B5EF4-FFF2-40B4-BE49-F238E27FC236}">
                  <a16:creationId xmlns:a16="http://schemas.microsoft.com/office/drawing/2014/main" id="{0DCC529B-98B2-E36E-1870-F0532882830E}"/>
                </a:ext>
              </a:extLst>
            </p:cNvPr>
            <p:cNvSpPr/>
            <p:nvPr/>
          </p:nvSpPr>
          <p:spPr>
            <a:xfrm>
              <a:off x="7402905" y="10682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59" name="pg359">
              <a:extLst>
                <a:ext uri="{FF2B5EF4-FFF2-40B4-BE49-F238E27FC236}">
                  <a16:creationId xmlns:a16="http://schemas.microsoft.com/office/drawing/2014/main" id="{3B213A18-34F6-5FA9-683F-71A223104F69}"/>
                </a:ext>
              </a:extLst>
            </p:cNvPr>
            <p:cNvSpPr/>
            <p:nvPr/>
          </p:nvSpPr>
          <p:spPr>
            <a:xfrm>
              <a:off x="7433968" y="10682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60" name="pg360">
              <a:extLst>
                <a:ext uri="{FF2B5EF4-FFF2-40B4-BE49-F238E27FC236}">
                  <a16:creationId xmlns:a16="http://schemas.microsoft.com/office/drawing/2014/main" id="{9C46E85C-F7B0-09DE-3165-E11506692CF0}"/>
                </a:ext>
              </a:extLst>
            </p:cNvPr>
            <p:cNvSpPr/>
            <p:nvPr/>
          </p:nvSpPr>
          <p:spPr>
            <a:xfrm>
              <a:off x="7465031" y="10682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61" name="pg361">
              <a:extLst>
                <a:ext uri="{FF2B5EF4-FFF2-40B4-BE49-F238E27FC236}">
                  <a16:creationId xmlns:a16="http://schemas.microsoft.com/office/drawing/2014/main" id="{0B132B14-65A2-E800-4EED-00B66DD94171}"/>
                </a:ext>
              </a:extLst>
            </p:cNvPr>
            <p:cNvSpPr/>
            <p:nvPr/>
          </p:nvSpPr>
          <p:spPr>
            <a:xfrm>
              <a:off x="7496094" y="10682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62" name="pg362">
              <a:extLst>
                <a:ext uri="{FF2B5EF4-FFF2-40B4-BE49-F238E27FC236}">
                  <a16:creationId xmlns:a16="http://schemas.microsoft.com/office/drawing/2014/main" id="{1EB0ED3F-228B-B51F-052C-F8E03E3454CD}"/>
                </a:ext>
              </a:extLst>
            </p:cNvPr>
            <p:cNvSpPr/>
            <p:nvPr/>
          </p:nvSpPr>
          <p:spPr>
            <a:xfrm>
              <a:off x="7527156" y="10682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63" name="pg363">
              <a:extLst>
                <a:ext uri="{FF2B5EF4-FFF2-40B4-BE49-F238E27FC236}">
                  <a16:creationId xmlns:a16="http://schemas.microsoft.com/office/drawing/2014/main" id="{E6815A2B-B96C-3391-FE10-9489826B1151}"/>
                </a:ext>
              </a:extLst>
            </p:cNvPr>
            <p:cNvSpPr/>
            <p:nvPr/>
          </p:nvSpPr>
          <p:spPr>
            <a:xfrm>
              <a:off x="7558219" y="10682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64" name="pg364">
              <a:extLst>
                <a:ext uri="{FF2B5EF4-FFF2-40B4-BE49-F238E27FC236}">
                  <a16:creationId xmlns:a16="http://schemas.microsoft.com/office/drawing/2014/main" id="{362ECA53-560A-3EF9-54FD-477A9F94F22B}"/>
                </a:ext>
              </a:extLst>
            </p:cNvPr>
            <p:cNvSpPr/>
            <p:nvPr/>
          </p:nvSpPr>
          <p:spPr>
            <a:xfrm>
              <a:off x="7589283" y="10682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65" name="pg365">
              <a:extLst>
                <a:ext uri="{FF2B5EF4-FFF2-40B4-BE49-F238E27FC236}">
                  <a16:creationId xmlns:a16="http://schemas.microsoft.com/office/drawing/2014/main" id="{076B7484-8D61-FF4E-4938-3172DAAB1C16}"/>
                </a:ext>
              </a:extLst>
            </p:cNvPr>
            <p:cNvSpPr/>
            <p:nvPr/>
          </p:nvSpPr>
          <p:spPr>
            <a:xfrm>
              <a:off x="7620345" y="10682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66" name="pg366">
              <a:extLst>
                <a:ext uri="{FF2B5EF4-FFF2-40B4-BE49-F238E27FC236}">
                  <a16:creationId xmlns:a16="http://schemas.microsoft.com/office/drawing/2014/main" id="{EDDE02E8-8D88-BC5C-A99B-E0091D402FB5}"/>
                </a:ext>
              </a:extLst>
            </p:cNvPr>
            <p:cNvSpPr/>
            <p:nvPr/>
          </p:nvSpPr>
          <p:spPr>
            <a:xfrm>
              <a:off x="7651408" y="10682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67" name="pg367">
              <a:extLst>
                <a:ext uri="{FF2B5EF4-FFF2-40B4-BE49-F238E27FC236}">
                  <a16:creationId xmlns:a16="http://schemas.microsoft.com/office/drawing/2014/main" id="{22BA47CE-29F1-D9DE-1D35-F9B6BB4EB63F}"/>
                </a:ext>
              </a:extLst>
            </p:cNvPr>
            <p:cNvSpPr/>
            <p:nvPr/>
          </p:nvSpPr>
          <p:spPr>
            <a:xfrm>
              <a:off x="7682471" y="10682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68" name="pg368">
              <a:extLst>
                <a:ext uri="{FF2B5EF4-FFF2-40B4-BE49-F238E27FC236}">
                  <a16:creationId xmlns:a16="http://schemas.microsoft.com/office/drawing/2014/main" id="{8A4F33B3-1AFC-EB6F-50DC-234BEB869A1F}"/>
                </a:ext>
              </a:extLst>
            </p:cNvPr>
            <p:cNvSpPr/>
            <p:nvPr/>
          </p:nvSpPr>
          <p:spPr>
            <a:xfrm>
              <a:off x="7713534" y="10682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69" name="pg369">
              <a:extLst>
                <a:ext uri="{FF2B5EF4-FFF2-40B4-BE49-F238E27FC236}">
                  <a16:creationId xmlns:a16="http://schemas.microsoft.com/office/drawing/2014/main" id="{DAF07EF9-2356-66C2-8723-E4103B3BC5A3}"/>
                </a:ext>
              </a:extLst>
            </p:cNvPr>
            <p:cNvSpPr/>
            <p:nvPr/>
          </p:nvSpPr>
          <p:spPr>
            <a:xfrm>
              <a:off x="7744597" y="10682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70" name="pg370">
              <a:extLst>
                <a:ext uri="{FF2B5EF4-FFF2-40B4-BE49-F238E27FC236}">
                  <a16:creationId xmlns:a16="http://schemas.microsoft.com/office/drawing/2014/main" id="{4A5743B8-CEED-E91A-C93B-E2148F1E9F11}"/>
                </a:ext>
              </a:extLst>
            </p:cNvPr>
            <p:cNvSpPr/>
            <p:nvPr/>
          </p:nvSpPr>
          <p:spPr>
            <a:xfrm>
              <a:off x="7775660" y="10682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71" name="pg371">
              <a:extLst>
                <a:ext uri="{FF2B5EF4-FFF2-40B4-BE49-F238E27FC236}">
                  <a16:creationId xmlns:a16="http://schemas.microsoft.com/office/drawing/2014/main" id="{BD2B44C2-508B-AC8A-00E6-9C8185A36062}"/>
                </a:ext>
              </a:extLst>
            </p:cNvPr>
            <p:cNvSpPr/>
            <p:nvPr/>
          </p:nvSpPr>
          <p:spPr>
            <a:xfrm>
              <a:off x="7092276" y="11076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72" name="pg372">
              <a:extLst>
                <a:ext uri="{FF2B5EF4-FFF2-40B4-BE49-F238E27FC236}">
                  <a16:creationId xmlns:a16="http://schemas.microsoft.com/office/drawing/2014/main" id="{E7BE5270-6E99-F734-C267-EC5AA3137984}"/>
                </a:ext>
              </a:extLst>
            </p:cNvPr>
            <p:cNvSpPr/>
            <p:nvPr/>
          </p:nvSpPr>
          <p:spPr>
            <a:xfrm>
              <a:off x="7123338" y="11076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73" name="pg373">
              <a:extLst>
                <a:ext uri="{FF2B5EF4-FFF2-40B4-BE49-F238E27FC236}">
                  <a16:creationId xmlns:a16="http://schemas.microsoft.com/office/drawing/2014/main" id="{FF81C937-5B76-0635-8585-BB7D37F1CEDF}"/>
                </a:ext>
              </a:extLst>
            </p:cNvPr>
            <p:cNvSpPr/>
            <p:nvPr/>
          </p:nvSpPr>
          <p:spPr>
            <a:xfrm>
              <a:off x="7154402" y="11076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74" name="pg374">
              <a:extLst>
                <a:ext uri="{FF2B5EF4-FFF2-40B4-BE49-F238E27FC236}">
                  <a16:creationId xmlns:a16="http://schemas.microsoft.com/office/drawing/2014/main" id="{E701F080-6CA1-B415-4E23-2B124A248234}"/>
                </a:ext>
              </a:extLst>
            </p:cNvPr>
            <p:cNvSpPr/>
            <p:nvPr/>
          </p:nvSpPr>
          <p:spPr>
            <a:xfrm>
              <a:off x="7185465" y="11076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75" name="pg375">
              <a:extLst>
                <a:ext uri="{FF2B5EF4-FFF2-40B4-BE49-F238E27FC236}">
                  <a16:creationId xmlns:a16="http://schemas.microsoft.com/office/drawing/2014/main" id="{A3076012-1B87-4155-893D-121FACF7FCAE}"/>
                </a:ext>
              </a:extLst>
            </p:cNvPr>
            <p:cNvSpPr/>
            <p:nvPr/>
          </p:nvSpPr>
          <p:spPr>
            <a:xfrm>
              <a:off x="7216527" y="11076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76" name="pg376">
              <a:extLst>
                <a:ext uri="{FF2B5EF4-FFF2-40B4-BE49-F238E27FC236}">
                  <a16:creationId xmlns:a16="http://schemas.microsoft.com/office/drawing/2014/main" id="{A112DD1C-7902-6B48-66E4-AACE0662733C}"/>
                </a:ext>
              </a:extLst>
            </p:cNvPr>
            <p:cNvSpPr/>
            <p:nvPr/>
          </p:nvSpPr>
          <p:spPr>
            <a:xfrm>
              <a:off x="7247590" y="11076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77" name="pg377">
              <a:extLst>
                <a:ext uri="{FF2B5EF4-FFF2-40B4-BE49-F238E27FC236}">
                  <a16:creationId xmlns:a16="http://schemas.microsoft.com/office/drawing/2014/main" id="{6569ED75-7173-A649-2130-32503E4D6693}"/>
                </a:ext>
              </a:extLst>
            </p:cNvPr>
            <p:cNvSpPr/>
            <p:nvPr/>
          </p:nvSpPr>
          <p:spPr>
            <a:xfrm>
              <a:off x="7278653" y="11076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78" name="pg378">
              <a:extLst>
                <a:ext uri="{FF2B5EF4-FFF2-40B4-BE49-F238E27FC236}">
                  <a16:creationId xmlns:a16="http://schemas.microsoft.com/office/drawing/2014/main" id="{BDBB2CBB-EE85-2794-33CA-159CA43D5468}"/>
                </a:ext>
              </a:extLst>
            </p:cNvPr>
            <p:cNvSpPr/>
            <p:nvPr/>
          </p:nvSpPr>
          <p:spPr>
            <a:xfrm>
              <a:off x="7309716" y="11076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79" name="pg379">
              <a:extLst>
                <a:ext uri="{FF2B5EF4-FFF2-40B4-BE49-F238E27FC236}">
                  <a16:creationId xmlns:a16="http://schemas.microsoft.com/office/drawing/2014/main" id="{F8D8BC07-B37E-2112-F412-08B067DF6396}"/>
                </a:ext>
              </a:extLst>
            </p:cNvPr>
            <p:cNvSpPr/>
            <p:nvPr/>
          </p:nvSpPr>
          <p:spPr>
            <a:xfrm>
              <a:off x="7340779" y="11076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80" name="pg380">
              <a:extLst>
                <a:ext uri="{FF2B5EF4-FFF2-40B4-BE49-F238E27FC236}">
                  <a16:creationId xmlns:a16="http://schemas.microsoft.com/office/drawing/2014/main" id="{DB954618-13A5-F374-F739-DAFA1AC5DE4B}"/>
                </a:ext>
              </a:extLst>
            </p:cNvPr>
            <p:cNvSpPr/>
            <p:nvPr/>
          </p:nvSpPr>
          <p:spPr>
            <a:xfrm>
              <a:off x="7371842" y="11076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81" name="pg381">
              <a:extLst>
                <a:ext uri="{FF2B5EF4-FFF2-40B4-BE49-F238E27FC236}">
                  <a16:creationId xmlns:a16="http://schemas.microsoft.com/office/drawing/2014/main" id="{7CB5E5F3-AA0F-66D0-DA9C-D5E986886150}"/>
                </a:ext>
              </a:extLst>
            </p:cNvPr>
            <p:cNvSpPr/>
            <p:nvPr/>
          </p:nvSpPr>
          <p:spPr>
            <a:xfrm>
              <a:off x="7402905" y="11076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82" name="pg382">
              <a:extLst>
                <a:ext uri="{FF2B5EF4-FFF2-40B4-BE49-F238E27FC236}">
                  <a16:creationId xmlns:a16="http://schemas.microsoft.com/office/drawing/2014/main" id="{49FA82AB-E7C1-3B98-663A-1D07EC0FC50F}"/>
                </a:ext>
              </a:extLst>
            </p:cNvPr>
            <p:cNvSpPr/>
            <p:nvPr/>
          </p:nvSpPr>
          <p:spPr>
            <a:xfrm>
              <a:off x="7433968" y="11076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83" name="pg383">
              <a:extLst>
                <a:ext uri="{FF2B5EF4-FFF2-40B4-BE49-F238E27FC236}">
                  <a16:creationId xmlns:a16="http://schemas.microsoft.com/office/drawing/2014/main" id="{407771DD-C2EE-1121-A067-DDD0C94855F1}"/>
                </a:ext>
              </a:extLst>
            </p:cNvPr>
            <p:cNvSpPr/>
            <p:nvPr/>
          </p:nvSpPr>
          <p:spPr>
            <a:xfrm>
              <a:off x="7465031" y="11076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84" name="pg384">
              <a:extLst>
                <a:ext uri="{FF2B5EF4-FFF2-40B4-BE49-F238E27FC236}">
                  <a16:creationId xmlns:a16="http://schemas.microsoft.com/office/drawing/2014/main" id="{93B45D2D-7111-7BA7-6E62-65549A99FBE5}"/>
                </a:ext>
              </a:extLst>
            </p:cNvPr>
            <p:cNvSpPr/>
            <p:nvPr/>
          </p:nvSpPr>
          <p:spPr>
            <a:xfrm>
              <a:off x="7496094" y="11076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85" name="pg385">
              <a:extLst>
                <a:ext uri="{FF2B5EF4-FFF2-40B4-BE49-F238E27FC236}">
                  <a16:creationId xmlns:a16="http://schemas.microsoft.com/office/drawing/2014/main" id="{37154E4D-F381-3195-0F73-231CB96168CB}"/>
                </a:ext>
              </a:extLst>
            </p:cNvPr>
            <p:cNvSpPr/>
            <p:nvPr/>
          </p:nvSpPr>
          <p:spPr>
            <a:xfrm>
              <a:off x="7527156" y="11076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86" name="pg386">
              <a:extLst>
                <a:ext uri="{FF2B5EF4-FFF2-40B4-BE49-F238E27FC236}">
                  <a16:creationId xmlns:a16="http://schemas.microsoft.com/office/drawing/2014/main" id="{5ED0C019-B215-8792-D367-FED18218BFAF}"/>
                </a:ext>
              </a:extLst>
            </p:cNvPr>
            <p:cNvSpPr/>
            <p:nvPr/>
          </p:nvSpPr>
          <p:spPr>
            <a:xfrm>
              <a:off x="7558219" y="11076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87" name="pg387">
              <a:extLst>
                <a:ext uri="{FF2B5EF4-FFF2-40B4-BE49-F238E27FC236}">
                  <a16:creationId xmlns:a16="http://schemas.microsoft.com/office/drawing/2014/main" id="{398798A7-5A07-2158-17EB-D48F2B5988A3}"/>
                </a:ext>
              </a:extLst>
            </p:cNvPr>
            <p:cNvSpPr/>
            <p:nvPr/>
          </p:nvSpPr>
          <p:spPr>
            <a:xfrm>
              <a:off x="7589283" y="11076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88" name="pg388">
              <a:extLst>
                <a:ext uri="{FF2B5EF4-FFF2-40B4-BE49-F238E27FC236}">
                  <a16:creationId xmlns:a16="http://schemas.microsoft.com/office/drawing/2014/main" id="{FB184E16-F866-50A3-A777-923A597FF956}"/>
                </a:ext>
              </a:extLst>
            </p:cNvPr>
            <p:cNvSpPr/>
            <p:nvPr/>
          </p:nvSpPr>
          <p:spPr>
            <a:xfrm>
              <a:off x="7620345" y="11076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89" name="pg389">
              <a:extLst>
                <a:ext uri="{FF2B5EF4-FFF2-40B4-BE49-F238E27FC236}">
                  <a16:creationId xmlns:a16="http://schemas.microsoft.com/office/drawing/2014/main" id="{A0E14238-2924-34B7-0211-90236562071B}"/>
                </a:ext>
              </a:extLst>
            </p:cNvPr>
            <p:cNvSpPr/>
            <p:nvPr/>
          </p:nvSpPr>
          <p:spPr>
            <a:xfrm>
              <a:off x="7651408" y="11076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90" name="pg390">
              <a:extLst>
                <a:ext uri="{FF2B5EF4-FFF2-40B4-BE49-F238E27FC236}">
                  <a16:creationId xmlns:a16="http://schemas.microsoft.com/office/drawing/2014/main" id="{2BBD02F7-5BE8-E9B3-825D-567D1692675D}"/>
                </a:ext>
              </a:extLst>
            </p:cNvPr>
            <p:cNvSpPr/>
            <p:nvPr/>
          </p:nvSpPr>
          <p:spPr>
            <a:xfrm>
              <a:off x="7682471" y="11076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91" name="pg391">
              <a:extLst>
                <a:ext uri="{FF2B5EF4-FFF2-40B4-BE49-F238E27FC236}">
                  <a16:creationId xmlns:a16="http://schemas.microsoft.com/office/drawing/2014/main" id="{B303362F-EA8C-6FC7-9799-5BCF418C2924}"/>
                </a:ext>
              </a:extLst>
            </p:cNvPr>
            <p:cNvSpPr/>
            <p:nvPr/>
          </p:nvSpPr>
          <p:spPr>
            <a:xfrm>
              <a:off x="7713534" y="11076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92" name="pg392">
              <a:extLst>
                <a:ext uri="{FF2B5EF4-FFF2-40B4-BE49-F238E27FC236}">
                  <a16:creationId xmlns:a16="http://schemas.microsoft.com/office/drawing/2014/main" id="{262BBF12-96C7-EB0B-F422-7508860ECD7F}"/>
                </a:ext>
              </a:extLst>
            </p:cNvPr>
            <p:cNvSpPr/>
            <p:nvPr/>
          </p:nvSpPr>
          <p:spPr>
            <a:xfrm>
              <a:off x="7744597" y="11076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93" name="pg393">
              <a:extLst>
                <a:ext uri="{FF2B5EF4-FFF2-40B4-BE49-F238E27FC236}">
                  <a16:creationId xmlns:a16="http://schemas.microsoft.com/office/drawing/2014/main" id="{66B13031-7045-516C-DA2C-FF56D43A5261}"/>
                </a:ext>
              </a:extLst>
            </p:cNvPr>
            <p:cNvSpPr/>
            <p:nvPr/>
          </p:nvSpPr>
          <p:spPr>
            <a:xfrm>
              <a:off x="7092276" y="11471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94" name="pg394">
              <a:extLst>
                <a:ext uri="{FF2B5EF4-FFF2-40B4-BE49-F238E27FC236}">
                  <a16:creationId xmlns:a16="http://schemas.microsoft.com/office/drawing/2014/main" id="{29A18571-D74A-64BC-F5F2-DBEA9E69117B}"/>
                </a:ext>
              </a:extLst>
            </p:cNvPr>
            <p:cNvSpPr/>
            <p:nvPr/>
          </p:nvSpPr>
          <p:spPr>
            <a:xfrm>
              <a:off x="7123338" y="11471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95" name="pg395">
              <a:extLst>
                <a:ext uri="{FF2B5EF4-FFF2-40B4-BE49-F238E27FC236}">
                  <a16:creationId xmlns:a16="http://schemas.microsoft.com/office/drawing/2014/main" id="{CD576F1C-6C5D-EFDF-C1AD-264DAD7C92D3}"/>
                </a:ext>
              </a:extLst>
            </p:cNvPr>
            <p:cNvSpPr/>
            <p:nvPr/>
          </p:nvSpPr>
          <p:spPr>
            <a:xfrm>
              <a:off x="7154402" y="11471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96" name="pg396">
              <a:extLst>
                <a:ext uri="{FF2B5EF4-FFF2-40B4-BE49-F238E27FC236}">
                  <a16:creationId xmlns:a16="http://schemas.microsoft.com/office/drawing/2014/main" id="{D69F516B-2974-D427-2228-45A5F13D15CE}"/>
                </a:ext>
              </a:extLst>
            </p:cNvPr>
            <p:cNvSpPr/>
            <p:nvPr/>
          </p:nvSpPr>
          <p:spPr>
            <a:xfrm>
              <a:off x="7185465" y="11471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97" name="pg397">
              <a:extLst>
                <a:ext uri="{FF2B5EF4-FFF2-40B4-BE49-F238E27FC236}">
                  <a16:creationId xmlns:a16="http://schemas.microsoft.com/office/drawing/2014/main" id="{D9003C7C-903D-DB63-9B38-024C3559A1DE}"/>
                </a:ext>
              </a:extLst>
            </p:cNvPr>
            <p:cNvSpPr/>
            <p:nvPr/>
          </p:nvSpPr>
          <p:spPr>
            <a:xfrm>
              <a:off x="7216527" y="11471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98" name="pg398">
              <a:extLst>
                <a:ext uri="{FF2B5EF4-FFF2-40B4-BE49-F238E27FC236}">
                  <a16:creationId xmlns:a16="http://schemas.microsoft.com/office/drawing/2014/main" id="{FC1D852A-CEFA-599A-A3FA-B2FDD53AD55A}"/>
                </a:ext>
              </a:extLst>
            </p:cNvPr>
            <p:cNvSpPr/>
            <p:nvPr/>
          </p:nvSpPr>
          <p:spPr>
            <a:xfrm>
              <a:off x="7247590" y="11471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99" name="pg399">
              <a:extLst>
                <a:ext uri="{FF2B5EF4-FFF2-40B4-BE49-F238E27FC236}">
                  <a16:creationId xmlns:a16="http://schemas.microsoft.com/office/drawing/2014/main" id="{98CB480D-C706-010B-A165-D5E51A3F6DD8}"/>
                </a:ext>
              </a:extLst>
            </p:cNvPr>
            <p:cNvSpPr/>
            <p:nvPr/>
          </p:nvSpPr>
          <p:spPr>
            <a:xfrm>
              <a:off x="7278653" y="11471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00" name="pg400">
              <a:extLst>
                <a:ext uri="{FF2B5EF4-FFF2-40B4-BE49-F238E27FC236}">
                  <a16:creationId xmlns:a16="http://schemas.microsoft.com/office/drawing/2014/main" id="{2228FC77-A2A2-7E37-7623-1647E4355116}"/>
                </a:ext>
              </a:extLst>
            </p:cNvPr>
            <p:cNvSpPr/>
            <p:nvPr/>
          </p:nvSpPr>
          <p:spPr>
            <a:xfrm>
              <a:off x="7309716" y="11471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01" name="pg401">
              <a:extLst>
                <a:ext uri="{FF2B5EF4-FFF2-40B4-BE49-F238E27FC236}">
                  <a16:creationId xmlns:a16="http://schemas.microsoft.com/office/drawing/2014/main" id="{B56194FE-7EAF-52A0-2275-BEB6F63C9A63}"/>
                </a:ext>
              </a:extLst>
            </p:cNvPr>
            <p:cNvSpPr/>
            <p:nvPr/>
          </p:nvSpPr>
          <p:spPr>
            <a:xfrm>
              <a:off x="7340779" y="11471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02" name="pg402">
              <a:extLst>
                <a:ext uri="{FF2B5EF4-FFF2-40B4-BE49-F238E27FC236}">
                  <a16:creationId xmlns:a16="http://schemas.microsoft.com/office/drawing/2014/main" id="{F60C4D20-D330-5389-94EB-563741EFF9FF}"/>
                </a:ext>
              </a:extLst>
            </p:cNvPr>
            <p:cNvSpPr/>
            <p:nvPr/>
          </p:nvSpPr>
          <p:spPr>
            <a:xfrm>
              <a:off x="7371842" y="11471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03" name="pg403">
              <a:extLst>
                <a:ext uri="{FF2B5EF4-FFF2-40B4-BE49-F238E27FC236}">
                  <a16:creationId xmlns:a16="http://schemas.microsoft.com/office/drawing/2014/main" id="{7256ECDE-BB6C-4DA2-EAF7-53C99B97294B}"/>
                </a:ext>
              </a:extLst>
            </p:cNvPr>
            <p:cNvSpPr/>
            <p:nvPr/>
          </p:nvSpPr>
          <p:spPr>
            <a:xfrm>
              <a:off x="7402905" y="11471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04" name="pg404">
              <a:extLst>
                <a:ext uri="{FF2B5EF4-FFF2-40B4-BE49-F238E27FC236}">
                  <a16:creationId xmlns:a16="http://schemas.microsoft.com/office/drawing/2014/main" id="{5AE4098D-AB7E-CE3A-E851-1B9F818BAC2C}"/>
                </a:ext>
              </a:extLst>
            </p:cNvPr>
            <p:cNvSpPr/>
            <p:nvPr/>
          </p:nvSpPr>
          <p:spPr>
            <a:xfrm>
              <a:off x="7433968" y="11471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05" name="pg405">
              <a:extLst>
                <a:ext uri="{FF2B5EF4-FFF2-40B4-BE49-F238E27FC236}">
                  <a16:creationId xmlns:a16="http://schemas.microsoft.com/office/drawing/2014/main" id="{40E214A9-1A21-1461-812C-E0F5F3B0353D}"/>
                </a:ext>
              </a:extLst>
            </p:cNvPr>
            <p:cNvSpPr/>
            <p:nvPr/>
          </p:nvSpPr>
          <p:spPr>
            <a:xfrm>
              <a:off x="7465031" y="11471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06" name="pg406">
              <a:extLst>
                <a:ext uri="{FF2B5EF4-FFF2-40B4-BE49-F238E27FC236}">
                  <a16:creationId xmlns:a16="http://schemas.microsoft.com/office/drawing/2014/main" id="{B90332AB-F099-6C6B-022C-80E7234A7964}"/>
                </a:ext>
              </a:extLst>
            </p:cNvPr>
            <p:cNvSpPr/>
            <p:nvPr/>
          </p:nvSpPr>
          <p:spPr>
            <a:xfrm>
              <a:off x="7496094" y="11471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07" name="pg407">
              <a:extLst>
                <a:ext uri="{FF2B5EF4-FFF2-40B4-BE49-F238E27FC236}">
                  <a16:creationId xmlns:a16="http://schemas.microsoft.com/office/drawing/2014/main" id="{71C327B5-4CD3-67D2-0B22-DB89F9300A4F}"/>
                </a:ext>
              </a:extLst>
            </p:cNvPr>
            <p:cNvSpPr/>
            <p:nvPr/>
          </p:nvSpPr>
          <p:spPr>
            <a:xfrm>
              <a:off x="7527156" y="11471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08" name="pg408">
              <a:extLst>
                <a:ext uri="{FF2B5EF4-FFF2-40B4-BE49-F238E27FC236}">
                  <a16:creationId xmlns:a16="http://schemas.microsoft.com/office/drawing/2014/main" id="{3092CA52-80B7-43B6-EC95-F71F71E3B426}"/>
                </a:ext>
              </a:extLst>
            </p:cNvPr>
            <p:cNvSpPr/>
            <p:nvPr/>
          </p:nvSpPr>
          <p:spPr>
            <a:xfrm>
              <a:off x="7558219" y="11471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09" name="pg409">
              <a:extLst>
                <a:ext uri="{FF2B5EF4-FFF2-40B4-BE49-F238E27FC236}">
                  <a16:creationId xmlns:a16="http://schemas.microsoft.com/office/drawing/2014/main" id="{EFF35BCF-9B72-B1A9-BC5A-671772ABCDB8}"/>
                </a:ext>
              </a:extLst>
            </p:cNvPr>
            <p:cNvSpPr/>
            <p:nvPr/>
          </p:nvSpPr>
          <p:spPr>
            <a:xfrm>
              <a:off x="7589283" y="11471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10" name="pg410">
              <a:extLst>
                <a:ext uri="{FF2B5EF4-FFF2-40B4-BE49-F238E27FC236}">
                  <a16:creationId xmlns:a16="http://schemas.microsoft.com/office/drawing/2014/main" id="{088262D3-AA50-DF62-397B-6DD1165A4774}"/>
                </a:ext>
              </a:extLst>
            </p:cNvPr>
            <p:cNvSpPr/>
            <p:nvPr/>
          </p:nvSpPr>
          <p:spPr>
            <a:xfrm>
              <a:off x="7620345" y="11471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11" name="pg411">
              <a:extLst>
                <a:ext uri="{FF2B5EF4-FFF2-40B4-BE49-F238E27FC236}">
                  <a16:creationId xmlns:a16="http://schemas.microsoft.com/office/drawing/2014/main" id="{1BB71FE6-AA6C-913E-65CD-DB19FF4397B6}"/>
                </a:ext>
              </a:extLst>
            </p:cNvPr>
            <p:cNvSpPr/>
            <p:nvPr/>
          </p:nvSpPr>
          <p:spPr>
            <a:xfrm>
              <a:off x="7651408" y="11471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12" name="pg412">
              <a:extLst>
                <a:ext uri="{FF2B5EF4-FFF2-40B4-BE49-F238E27FC236}">
                  <a16:creationId xmlns:a16="http://schemas.microsoft.com/office/drawing/2014/main" id="{76232CAE-BF5E-DD7E-FFB2-432FE1143269}"/>
                </a:ext>
              </a:extLst>
            </p:cNvPr>
            <p:cNvSpPr/>
            <p:nvPr/>
          </p:nvSpPr>
          <p:spPr>
            <a:xfrm>
              <a:off x="7682471" y="11471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13" name="pg413">
              <a:extLst>
                <a:ext uri="{FF2B5EF4-FFF2-40B4-BE49-F238E27FC236}">
                  <a16:creationId xmlns:a16="http://schemas.microsoft.com/office/drawing/2014/main" id="{AFE41124-B199-EA01-833A-52AFB715DB21}"/>
                </a:ext>
              </a:extLst>
            </p:cNvPr>
            <p:cNvSpPr/>
            <p:nvPr/>
          </p:nvSpPr>
          <p:spPr>
            <a:xfrm>
              <a:off x="7713534" y="11471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14" name="pg414">
              <a:extLst>
                <a:ext uri="{FF2B5EF4-FFF2-40B4-BE49-F238E27FC236}">
                  <a16:creationId xmlns:a16="http://schemas.microsoft.com/office/drawing/2014/main" id="{3913357C-A5B7-34AE-8FB5-9CFFB0E279B0}"/>
                </a:ext>
              </a:extLst>
            </p:cNvPr>
            <p:cNvSpPr/>
            <p:nvPr/>
          </p:nvSpPr>
          <p:spPr>
            <a:xfrm>
              <a:off x="7154402" y="118651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15" name="pg415">
              <a:extLst>
                <a:ext uri="{FF2B5EF4-FFF2-40B4-BE49-F238E27FC236}">
                  <a16:creationId xmlns:a16="http://schemas.microsoft.com/office/drawing/2014/main" id="{EB1E4692-CA26-2FA7-80C3-8AC49CA10737}"/>
                </a:ext>
              </a:extLst>
            </p:cNvPr>
            <p:cNvSpPr/>
            <p:nvPr/>
          </p:nvSpPr>
          <p:spPr>
            <a:xfrm>
              <a:off x="7185465" y="118651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16" name="pg416">
              <a:extLst>
                <a:ext uri="{FF2B5EF4-FFF2-40B4-BE49-F238E27FC236}">
                  <a16:creationId xmlns:a16="http://schemas.microsoft.com/office/drawing/2014/main" id="{9554850F-6C04-2DD3-E027-DA32F9EE1E6D}"/>
                </a:ext>
              </a:extLst>
            </p:cNvPr>
            <p:cNvSpPr/>
            <p:nvPr/>
          </p:nvSpPr>
          <p:spPr>
            <a:xfrm>
              <a:off x="7216527" y="118651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17" name="pg417">
              <a:extLst>
                <a:ext uri="{FF2B5EF4-FFF2-40B4-BE49-F238E27FC236}">
                  <a16:creationId xmlns:a16="http://schemas.microsoft.com/office/drawing/2014/main" id="{9D4B9EDF-9448-00BA-EA29-E83ED3077162}"/>
                </a:ext>
              </a:extLst>
            </p:cNvPr>
            <p:cNvSpPr/>
            <p:nvPr/>
          </p:nvSpPr>
          <p:spPr>
            <a:xfrm>
              <a:off x="7247590" y="118651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18" name="pg418">
              <a:extLst>
                <a:ext uri="{FF2B5EF4-FFF2-40B4-BE49-F238E27FC236}">
                  <a16:creationId xmlns:a16="http://schemas.microsoft.com/office/drawing/2014/main" id="{0F8556C3-5385-9A8A-6A7E-246EE082F42C}"/>
                </a:ext>
              </a:extLst>
            </p:cNvPr>
            <p:cNvSpPr/>
            <p:nvPr/>
          </p:nvSpPr>
          <p:spPr>
            <a:xfrm>
              <a:off x="7278653" y="118651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19" name="pg419">
              <a:extLst>
                <a:ext uri="{FF2B5EF4-FFF2-40B4-BE49-F238E27FC236}">
                  <a16:creationId xmlns:a16="http://schemas.microsoft.com/office/drawing/2014/main" id="{21DA9A41-7F13-953E-631C-22C1FC39823A}"/>
                </a:ext>
              </a:extLst>
            </p:cNvPr>
            <p:cNvSpPr/>
            <p:nvPr/>
          </p:nvSpPr>
          <p:spPr>
            <a:xfrm>
              <a:off x="7309716" y="118651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20" name="pg420">
              <a:extLst>
                <a:ext uri="{FF2B5EF4-FFF2-40B4-BE49-F238E27FC236}">
                  <a16:creationId xmlns:a16="http://schemas.microsoft.com/office/drawing/2014/main" id="{361DFA2B-BC0D-F407-DF04-DCE7E0A0BE6D}"/>
                </a:ext>
              </a:extLst>
            </p:cNvPr>
            <p:cNvSpPr/>
            <p:nvPr/>
          </p:nvSpPr>
          <p:spPr>
            <a:xfrm>
              <a:off x="7340779" y="118651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21" name="pg421">
              <a:extLst>
                <a:ext uri="{FF2B5EF4-FFF2-40B4-BE49-F238E27FC236}">
                  <a16:creationId xmlns:a16="http://schemas.microsoft.com/office/drawing/2014/main" id="{A469EC73-F76A-AB95-E444-5BD1E76974F8}"/>
                </a:ext>
              </a:extLst>
            </p:cNvPr>
            <p:cNvSpPr/>
            <p:nvPr/>
          </p:nvSpPr>
          <p:spPr>
            <a:xfrm>
              <a:off x="7371842" y="118651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22" name="pg422">
              <a:extLst>
                <a:ext uri="{FF2B5EF4-FFF2-40B4-BE49-F238E27FC236}">
                  <a16:creationId xmlns:a16="http://schemas.microsoft.com/office/drawing/2014/main" id="{324D450E-5B46-AC1C-B56A-65D2174EF7B3}"/>
                </a:ext>
              </a:extLst>
            </p:cNvPr>
            <p:cNvSpPr/>
            <p:nvPr/>
          </p:nvSpPr>
          <p:spPr>
            <a:xfrm>
              <a:off x="7402905" y="118651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23" name="pg423">
              <a:extLst>
                <a:ext uri="{FF2B5EF4-FFF2-40B4-BE49-F238E27FC236}">
                  <a16:creationId xmlns:a16="http://schemas.microsoft.com/office/drawing/2014/main" id="{59CE2779-8D21-21A9-347F-B2423477BDDF}"/>
                </a:ext>
              </a:extLst>
            </p:cNvPr>
            <p:cNvSpPr/>
            <p:nvPr/>
          </p:nvSpPr>
          <p:spPr>
            <a:xfrm>
              <a:off x="7433968" y="118651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24" name="pg424">
              <a:extLst>
                <a:ext uri="{FF2B5EF4-FFF2-40B4-BE49-F238E27FC236}">
                  <a16:creationId xmlns:a16="http://schemas.microsoft.com/office/drawing/2014/main" id="{946D9A8D-5BD3-148A-38F1-46F2409F457A}"/>
                </a:ext>
              </a:extLst>
            </p:cNvPr>
            <p:cNvSpPr/>
            <p:nvPr/>
          </p:nvSpPr>
          <p:spPr>
            <a:xfrm>
              <a:off x="7465031" y="118651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25" name="pg425">
              <a:extLst>
                <a:ext uri="{FF2B5EF4-FFF2-40B4-BE49-F238E27FC236}">
                  <a16:creationId xmlns:a16="http://schemas.microsoft.com/office/drawing/2014/main" id="{4603ACCF-98BE-1D2D-EC39-88AC29C7E137}"/>
                </a:ext>
              </a:extLst>
            </p:cNvPr>
            <p:cNvSpPr/>
            <p:nvPr/>
          </p:nvSpPr>
          <p:spPr>
            <a:xfrm>
              <a:off x="7496094" y="118651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26" name="pg426">
              <a:extLst>
                <a:ext uri="{FF2B5EF4-FFF2-40B4-BE49-F238E27FC236}">
                  <a16:creationId xmlns:a16="http://schemas.microsoft.com/office/drawing/2014/main" id="{903B2BDA-71DB-B9DF-1345-C2CF0A0283FD}"/>
                </a:ext>
              </a:extLst>
            </p:cNvPr>
            <p:cNvSpPr/>
            <p:nvPr/>
          </p:nvSpPr>
          <p:spPr>
            <a:xfrm>
              <a:off x="7527156" y="118651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27" name="pg427">
              <a:extLst>
                <a:ext uri="{FF2B5EF4-FFF2-40B4-BE49-F238E27FC236}">
                  <a16:creationId xmlns:a16="http://schemas.microsoft.com/office/drawing/2014/main" id="{EAB9E1CA-DE1E-D9DB-3EC3-E527033B4125}"/>
                </a:ext>
              </a:extLst>
            </p:cNvPr>
            <p:cNvSpPr/>
            <p:nvPr/>
          </p:nvSpPr>
          <p:spPr>
            <a:xfrm>
              <a:off x="7558219" y="118651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28" name="pg428">
              <a:extLst>
                <a:ext uri="{FF2B5EF4-FFF2-40B4-BE49-F238E27FC236}">
                  <a16:creationId xmlns:a16="http://schemas.microsoft.com/office/drawing/2014/main" id="{C5BB11E3-F4EF-B903-6A7E-9663741EE291}"/>
                </a:ext>
              </a:extLst>
            </p:cNvPr>
            <p:cNvSpPr/>
            <p:nvPr/>
          </p:nvSpPr>
          <p:spPr>
            <a:xfrm>
              <a:off x="7589283" y="118651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29" name="pg429">
              <a:extLst>
                <a:ext uri="{FF2B5EF4-FFF2-40B4-BE49-F238E27FC236}">
                  <a16:creationId xmlns:a16="http://schemas.microsoft.com/office/drawing/2014/main" id="{CA5484EB-5C68-2425-071C-F806F45516FE}"/>
                </a:ext>
              </a:extLst>
            </p:cNvPr>
            <p:cNvSpPr/>
            <p:nvPr/>
          </p:nvSpPr>
          <p:spPr>
            <a:xfrm>
              <a:off x="7620345" y="118651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30" name="pg430">
              <a:extLst>
                <a:ext uri="{FF2B5EF4-FFF2-40B4-BE49-F238E27FC236}">
                  <a16:creationId xmlns:a16="http://schemas.microsoft.com/office/drawing/2014/main" id="{74E7E16E-3B08-6B22-8220-D79F35F57379}"/>
                </a:ext>
              </a:extLst>
            </p:cNvPr>
            <p:cNvSpPr/>
            <p:nvPr/>
          </p:nvSpPr>
          <p:spPr>
            <a:xfrm>
              <a:off x="7651408" y="118651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31" name="pg431">
              <a:extLst>
                <a:ext uri="{FF2B5EF4-FFF2-40B4-BE49-F238E27FC236}">
                  <a16:creationId xmlns:a16="http://schemas.microsoft.com/office/drawing/2014/main" id="{E3A99619-DFC2-6C6E-A146-74C88663B80E}"/>
                </a:ext>
              </a:extLst>
            </p:cNvPr>
            <p:cNvSpPr/>
            <p:nvPr/>
          </p:nvSpPr>
          <p:spPr>
            <a:xfrm>
              <a:off x="7682471" y="1186512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32" name="pg432">
              <a:extLst>
                <a:ext uri="{FF2B5EF4-FFF2-40B4-BE49-F238E27FC236}">
                  <a16:creationId xmlns:a16="http://schemas.microsoft.com/office/drawing/2014/main" id="{E41746CB-1054-C6B7-F12F-F50337B0D952}"/>
                </a:ext>
              </a:extLst>
            </p:cNvPr>
            <p:cNvSpPr/>
            <p:nvPr/>
          </p:nvSpPr>
          <p:spPr>
            <a:xfrm>
              <a:off x="7185465" y="122592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33" name="pg433">
              <a:extLst>
                <a:ext uri="{FF2B5EF4-FFF2-40B4-BE49-F238E27FC236}">
                  <a16:creationId xmlns:a16="http://schemas.microsoft.com/office/drawing/2014/main" id="{F1ADACDF-E277-ACFE-9DA2-FE7D50E5C6DA}"/>
                </a:ext>
              </a:extLst>
            </p:cNvPr>
            <p:cNvSpPr/>
            <p:nvPr/>
          </p:nvSpPr>
          <p:spPr>
            <a:xfrm>
              <a:off x="7216527" y="122592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34" name="pg434">
              <a:extLst>
                <a:ext uri="{FF2B5EF4-FFF2-40B4-BE49-F238E27FC236}">
                  <a16:creationId xmlns:a16="http://schemas.microsoft.com/office/drawing/2014/main" id="{08774A09-16ED-F4A8-8311-458C7866E3AB}"/>
                </a:ext>
              </a:extLst>
            </p:cNvPr>
            <p:cNvSpPr/>
            <p:nvPr/>
          </p:nvSpPr>
          <p:spPr>
            <a:xfrm>
              <a:off x="7247590" y="122592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35" name="pg435">
              <a:extLst>
                <a:ext uri="{FF2B5EF4-FFF2-40B4-BE49-F238E27FC236}">
                  <a16:creationId xmlns:a16="http://schemas.microsoft.com/office/drawing/2014/main" id="{F0B6F5EF-0496-3250-5E88-C36E63968ED2}"/>
                </a:ext>
              </a:extLst>
            </p:cNvPr>
            <p:cNvSpPr/>
            <p:nvPr/>
          </p:nvSpPr>
          <p:spPr>
            <a:xfrm>
              <a:off x="7278653" y="122592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36" name="pg436">
              <a:extLst>
                <a:ext uri="{FF2B5EF4-FFF2-40B4-BE49-F238E27FC236}">
                  <a16:creationId xmlns:a16="http://schemas.microsoft.com/office/drawing/2014/main" id="{19DA5AAB-5C8F-A8ED-7C09-8C22510A74FF}"/>
                </a:ext>
              </a:extLst>
            </p:cNvPr>
            <p:cNvSpPr/>
            <p:nvPr/>
          </p:nvSpPr>
          <p:spPr>
            <a:xfrm>
              <a:off x="7309716" y="122592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37" name="pg437">
              <a:extLst>
                <a:ext uri="{FF2B5EF4-FFF2-40B4-BE49-F238E27FC236}">
                  <a16:creationId xmlns:a16="http://schemas.microsoft.com/office/drawing/2014/main" id="{67FEA600-1A3A-D8CF-3A49-7BA5980539C6}"/>
                </a:ext>
              </a:extLst>
            </p:cNvPr>
            <p:cNvSpPr/>
            <p:nvPr/>
          </p:nvSpPr>
          <p:spPr>
            <a:xfrm>
              <a:off x="7340779" y="122592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38" name="pg438">
              <a:extLst>
                <a:ext uri="{FF2B5EF4-FFF2-40B4-BE49-F238E27FC236}">
                  <a16:creationId xmlns:a16="http://schemas.microsoft.com/office/drawing/2014/main" id="{E39A4869-9218-DCDA-0465-D9CA97C2456D}"/>
                </a:ext>
              </a:extLst>
            </p:cNvPr>
            <p:cNvSpPr/>
            <p:nvPr/>
          </p:nvSpPr>
          <p:spPr>
            <a:xfrm>
              <a:off x="7371842" y="122592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39" name="pg439">
              <a:extLst>
                <a:ext uri="{FF2B5EF4-FFF2-40B4-BE49-F238E27FC236}">
                  <a16:creationId xmlns:a16="http://schemas.microsoft.com/office/drawing/2014/main" id="{3C760C13-383B-292B-58D0-1BF3ED1BF19B}"/>
                </a:ext>
              </a:extLst>
            </p:cNvPr>
            <p:cNvSpPr/>
            <p:nvPr/>
          </p:nvSpPr>
          <p:spPr>
            <a:xfrm>
              <a:off x="7402905" y="122592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40" name="pg440">
              <a:extLst>
                <a:ext uri="{FF2B5EF4-FFF2-40B4-BE49-F238E27FC236}">
                  <a16:creationId xmlns:a16="http://schemas.microsoft.com/office/drawing/2014/main" id="{9D05188A-2504-EA49-95A9-30A988B1CBFF}"/>
                </a:ext>
              </a:extLst>
            </p:cNvPr>
            <p:cNvSpPr/>
            <p:nvPr/>
          </p:nvSpPr>
          <p:spPr>
            <a:xfrm>
              <a:off x="7433968" y="122592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41" name="pg441">
              <a:extLst>
                <a:ext uri="{FF2B5EF4-FFF2-40B4-BE49-F238E27FC236}">
                  <a16:creationId xmlns:a16="http://schemas.microsoft.com/office/drawing/2014/main" id="{53DDFFF0-B7FF-2590-37FE-CA3BF81EB6AB}"/>
                </a:ext>
              </a:extLst>
            </p:cNvPr>
            <p:cNvSpPr/>
            <p:nvPr/>
          </p:nvSpPr>
          <p:spPr>
            <a:xfrm>
              <a:off x="7465031" y="122592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42" name="pg442">
              <a:extLst>
                <a:ext uri="{FF2B5EF4-FFF2-40B4-BE49-F238E27FC236}">
                  <a16:creationId xmlns:a16="http://schemas.microsoft.com/office/drawing/2014/main" id="{0E95CD9E-EC16-C31E-60CD-57DE3B1E6BE4}"/>
                </a:ext>
              </a:extLst>
            </p:cNvPr>
            <p:cNvSpPr/>
            <p:nvPr/>
          </p:nvSpPr>
          <p:spPr>
            <a:xfrm>
              <a:off x="7496094" y="122592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43" name="pg443">
              <a:extLst>
                <a:ext uri="{FF2B5EF4-FFF2-40B4-BE49-F238E27FC236}">
                  <a16:creationId xmlns:a16="http://schemas.microsoft.com/office/drawing/2014/main" id="{88FC3904-106A-C83F-1A1F-A0F2766FEC0F}"/>
                </a:ext>
              </a:extLst>
            </p:cNvPr>
            <p:cNvSpPr/>
            <p:nvPr/>
          </p:nvSpPr>
          <p:spPr>
            <a:xfrm>
              <a:off x="7527156" y="122592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44" name="pg444">
              <a:extLst>
                <a:ext uri="{FF2B5EF4-FFF2-40B4-BE49-F238E27FC236}">
                  <a16:creationId xmlns:a16="http://schemas.microsoft.com/office/drawing/2014/main" id="{3057BCDE-CD96-6326-8463-E33507BB070B}"/>
                </a:ext>
              </a:extLst>
            </p:cNvPr>
            <p:cNvSpPr/>
            <p:nvPr/>
          </p:nvSpPr>
          <p:spPr>
            <a:xfrm>
              <a:off x="7558219" y="122592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45" name="pg445">
              <a:extLst>
                <a:ext uri="{FF2B5EF4-FFF2-40B4-BE49-F238E27FC236}">
                  <a16:creationId xmlns:a16="http://schemas.microsoft.com/office/drawing/2014/main" id="{EF0341D0-B5A7-F555-CE6A-BE7350ABEFD3}"/>
                </a:ext>
              </a:extLst>
            </p:cNvPr>
            <p:cNvSpPr/>
            <p:nvPr/>
          </p:nvSpPr>
          <p:spPr>
            <a:xfrm>
              <a:off x="7589283" y="122592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46" name="pg446">
              <a:extLst>
                <a:ext uri="{FF2B5EF4-FFF2-40B4-BE49-F238E27FC236}">
                  <a16:creationId xmlns:a16="http://schemas.microsoft.com/office/drawing/2014/main" id="{323D0E27-9F42-B33B-974F-B2D76628B10C}"/>
                </a:ext>
              </a:extLst>
            </p:cNvPr>
            <p:cNvSpPr/>
            <p:nvPr/>
          </p:nvSpPr>
          <p:spPr>
            <a:xfrm>
              <a:off x="7620345" y="122592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47" name="pg447">
              <a:extLst>
                <a:ext uri="{FF2B5EF4-FFF2-40B4-BE49-F238E27FC236}">
                  <a16:creationId xmlns:a16="http://schemas.microsoft.com/office/drawing/2014/main" id="{B172658D-76A0-1105-7798-AF68094C82DC}"/>
                </a:ext>
              </a:extLst>
            </p:cNvPr>
            <p:cNvSpPr/>
            <p:nvPr/>
          </p:nvSpPr>
          <p:spPr>
            <a:xfrm>
              <a:off x="7651408" y="1225920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48" name="pg448">
              <a:extLst>
                <a:ext uri="{FF2B5EF4-FFF2-40B4-BE49-F238E27FC236}">
                  <a16:creationId xmlns:a16="http://schemas.microsoft.com/office/drawing/2014/main" id="{A838DA25-F9F0-EC59-A087-D52F43C344C1}"/>
                </a:ext>
              </a:extLst>
            </p:cNvPr>
            <p:cNvSpPr/>
            <p:nvPr/>
          </p:nvSpPr>
          <p:spPr>
            <a:xfrm>
              <a:off x="7216527" y="12653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2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49" name="pg449">
              <a:extLst>
                <a:ext uri="{FF2B5EF4-FFF2-40B4-BE49-F238E27FC236}">
                  <a16:creationId xmlns:a16="http://schemas.microsoft.com/office/drawing/2014/main" id="{6E18C626-7ED9-9140-F805-D7FC9A7C8C68}"/>
                </a:ext>
              </a:extLst>
            </p:cNvPr>
            <p:cNvSpPr/>
            <p:nvPr/>
          </p:nvSpPr>
          <p:spPr>
            <a:xfrm>
              <a:off x="7247590" y="12653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50" name="pg450">
              <a:extLst>
                <a:ext uri="{FF2B5EF4-FFF2-40B4-BE49-F238E27FC236}">
                  <a16:creationId xmlns:a16="http://schemas.microsoft.com/office/drawing/2014/main" id="{6BA1ACC5-840D-67BA-B4C5-6D0F2055D70B}"/>
                </a:ext>
              </a:extLst>
            </p:cNvPr>
            <p:cNvSpPr/>
            <p:nvPr/>
          </p:nvSpPr>
          <p:spPr>
            <a:xfrm>
              <a:off x="7278653" y="12653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51" name="pg451">
              <a:extLst>
                <a:ext uri="{FF2B5EF4-FFF2-40B4-BE49-F238E27FC236}">
                  <a16:creationId xmlns:a16="http://schemas.microsoft.com/office/drawing/2014/main" id="{8364CE76-1E45-D85B-0A16-0CD41260D625}"/>
                </a:ext>
              </a:extLst>
            </p:cNvPr>
            <p:cNvSpPr/>
            <p:nvPr/>
          </p:nvSpPr>
          <p:spPr>
            <a:xfrm>
              <a:off x="7309716" y="12653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52" name="pg452">
              <a:extLst>
                <a:ext uri="{FF2B5EF4-FFF2-40B4-BE49-F238E27FC236}">
                  <a16:creationId xmlns:a16="http://schemas.microsoft.com/office/drawing/2014/main" id="{B88E0BF6-2467-C6DF-7824-AA91261C9415}"/>
                </a:ext>
              </a:extLst>
            </p:cNvPr>
            <p:cNvSpPr/>
            <p:nvPr/>
          </p:nvSpPr>
          <p:spPr>
            <a:xfrm>
              <a:off x="7340779" y="12653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53" name="pg453">
              <a:extLst>
                <a:ext uri="{FF2B5EF4-FFF2-40B4-BE49-F238E27FC236}">
                  <a16:creationId xmlns:a16="http://schemas.microsoft.com/office/drawing/2014/main" id="{D5FD3E0D-6C19-AD26-0129-BDC560DD2F79}"/>
                </a:ext>
              </a:extLst>
            </p:cNvPr>
            <p:cNvSpPr/>
            <p:nvPr/>
          </p:nvSpPr>
          <p:spPr>
            <a:xfrm>
              <a:off x="7371842" y="12653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54" name="pg454">
              <a:extLst>
                <a:ext uri="{FF2B5EF4-FFF2-40B4-BE49-F238E27FC236}">
                  <a16:creationId xmlns:a16="http://schemas.microsoft.com/office/drawing/2014/main" id="{5D26DEAB-B1E5-8EB6-D291-AE7AF4F4C4CE}"/>
                </a:ext>
              </a:extLst>
            </p:cNvPr>
            <p:cNvSpPr/>
            <p:nvPr/>
          </p:nvSpPr>
          <p:spPr>
            <a:xfrm>
              <a:off x="7402905" y="12653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55" name="pg455">
              <a:extLst>
                <a:ext uri="{FF2B5EF4-FFF2-40B4-BE49-F238E27FC236}">
                  <a16:creationId xmlns:a16="http://schemas.microsoft.com/office/drawing/2014/main" id="{EDB8293C-BD28-7AAC-F10E-E79965D0E458}"/>
                </a:ext>
              </a:extLst>
            </p:cNvPr>
            <p:cNvSpPr/>
            <p:nvPr/>
          </p:nvSpPr>
          <p:spPr>
            <a:xfrm>
              <a:off x="7433968" y="12653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56" name="pg456">
              <a:extLst>
                <a:ext uri="{FF2B5EF4-FFF2-40B4-BE49-F238E27FC236}">
                  <a16:creationId xmlns:a16="http://schemas.microsoft.com/office/drawing/2014/main" id="{04DA85FB-E22B-9346-D989-53B01347DCBD}"/>
                </a:ext>
              </a:extLst>
            </p:cNvPr>
            <p:cNvSpPr/>
            <p:nvPr/>
          </p:nvSpPr>
          <p:spPr>
            <a:xfrm>
              <a:off x="7465031" y="12653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57" name="pg457">
              <a:extLst>
                <a:ext uri="{FF2B5EF4-FFF2-40B4-BE49-F238E27FC236}">
                  <a16:creationId xmlns:a16="http://schemas.microsoft.com/office/drawing/2014/main" id="{C04DC1A9-BDDD-4077-5483-5CECC25D4062}"/>
                </a:ext>
              </a:extLst>
            </p:cNvPr>
            <p:cNvSpPr/>
            <p:nvPr/>
          </p:nvSpPr>
          <p:spPr>
            <a:xfrm>
              <a:off x="7496094" y="12653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58" name="pg458">
              <a:extLst>
                <a:ext uri="{FF2B5EF4-FFF2-40B4-BE49-F238E27FC236}">
                  <a16:creationId xmlns:a16="http://schemas.microsoft.com/office/drawing/2014/main" id="{3A4F0DD2-6E86-8D85-7EA3-23408621D3FF}"/>
                </a:ext>
              </a:extLst>
            </p:cNvPr>
            <p:cNvSpPr/>
            <p:nvPr/>
          </p:nvSpPr>
          <p:spPr>
            <a:xfrm>
              <a:off x="7527156" y="12653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59" name="pg459">
              <a:extLst>
                <a:ext uri="{FF2B5EF4-FFF2-40B4-BE49-F238E27FC236}">
                  <a16:creationId xmlns:a16="http://schemas.microsoft.com/office/drawing/2014/main" id="{B849CD05-64F6-657B-EA2F-4DB8AA60CEBF}"/>
                </a:ext>
              </a:extLst>
            </p:cNvPr>
            <p:cNvSpPr/>
            <p:nvPr/>
          </p:nvSpPr>
          <p:spPr>
            <a:xfrm>
              <a:off x="7558219" y="12653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60" name="pg460">
              <a:extLst>
                <a:ext uri="{FF2B5EF4-FFF2-40B4-BE49-F238E27FC236}">
                  <a16:creationId xmlns:a16="http://schemas.microsoft.com/office/drawing/2014/main" id="{90C378D4-1C89-4582-ABAC-E4520D13AB83}"/>
                </a:ext>
              </a:extLst>
            </p:cNvPr>
            <p:cNvSpPr/>
            <p:nvPr/>
          </p:nvSpPr>
          <p:spPr>
            <a:xfrm>
              <a:off x="7589283" y="12653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61" name="pg461">
              <a:extLst>
                <a:ext uri="{FF2B5EF4-FFF2-40B4-BE49-F238E27FC236}">
                  <a16:creationId xmlns:a16="http://schemas.microsoft.com/office/drawing/2014/main" id="{9EA6005D-1439-3A0F-5C98-1F10D344A493}"/>
                </a:ext>
              </a:extLst>
            </p:cNvPr>
            <p:cNvSpPr/>
            <p:nvPr/>
          </p:nvSpPr>
          <p:spPr>
            <a:xfrm>
              <a:off x="7620345" y="12653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62" name="pg462">
              <a:extLst>
                <a:ext uri="{FF2B5EF4-FFF2-40B4-BE49-F238E27FC236}">
                  <a16:creationId xmlns:a16="http://schemas.microsoft.com/office/drawing/2014/main" id="{CAB5FD0E-03FD-06F7-B8E7-ED96DC9A1CC5}"/>
                </a:ext>
              </a:extLst>
            </p:cNvPr>
            <p:cNvSpPr/>
            <p:nvPr/>
          </p:nvSpPr>
          <p:spPr>
            <a:xfrm>
              <a:off x="7651408" y="12653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63" name="pg463">
              <a:extLst>
                <a:ext uri="{FF2B5EF4-FFF2-40B4-BE49-F238E27FC236}">
                  <a16:creationId xmlns:a16="http://schemas.microsoft.com/office/drawing/2014/main" id="{33557229-CA2F-AC38-BFBA-E98DFA5A192D}"/>
                </a:ext>
              </a:extLst>
            </p:cNvPr>
            <p:cNvSpPr/>
            <p:nvPr/>
          </p:nvSpPr>
          <p:spPr>
            <a:xfrm>
              <a:off x="7092276" y="13047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64" name="pg464">
              <a:extLst>
                <a:ext uri="{FF2B5EF4-FFF2-40B4-BE49-F238E27FC236}">
                  <a16:creationId xmlns:a16="http://schemas.microsoft.com/office/drawing/2014/main" id="{AA905319-A573-E325-8C77-D889AF8B8839}"/>
                </a:ext>
              </a:extLst>
            </p:cNvPr>
            <p:cNvSpPr/>
            <p:nvPr/>
          </p:nvSpPr>
          <p:spPr>
            <a:xfrm>
              <a:off x="7123338" y="13047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65" name="pg465">
              <a:extLst>
                <a:ext uri="{FF2B5EF4-FFF2-40B4-BE49-F238E27FC236}">
                  <a16:creationId xmlns:a16="http://schemas.microsoft.com/office/drawing/2014/main" id="{AF09E64C-C973-A697-4BE8-A2868D7AAAE6}"/>
                </a:ext>
              </a:extLst>
            </p:cNvPr>
            <p:cNvSpPr/>
            <p:nvPr/>
          </p:nvSpPr>
          <p:spPr>
            <a:xfrm>
              <a:off x="7154402" y="13047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66" name="pg466">
              <a:extLst>
                <a:ext uri="{FF2B5EF4-FFF2-40B4-BE49-F238E27FC236}">
                  <a16:creationId xmlns:a16="http://schemas.microsoft.com/office/drawing/2014/main" id="{D1DBBD4E-2B20-170F-45E9-AA2861336486}"/>
                </a:ext>
              </a:extLst>
            </p:cNvPr>
            <p:cNvSpPr/>
            <p:nvPr/>
          </p:nvSpPr>
          <p:spPr>
            <a:xfrm>
              <a:off x="7185465" y="13047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67" name="pg467">
              <a:extLst>
                <a:ext uri="{FF2B5EF4-FFF2-40B4-BE49-F238E27FC236}">
                  <a16:creationId xmlns:a16="http://schemas.microsoft.com/office/drawing/2014/main" id="{8361D5DD-2393-5835-314A-0AC6472C3CF9}"/>
                </a:ext>
              </a:extLst>
            </p:cNvPr>
            <p:cNvSpPr/>
            <p:nvPr/>
          </p:nvSpPr>
          <p:spPr>
            <a:xfrm>
              <a:off x="7216527" y="13047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CD6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68" name="pg468">
              <a:extLst>
                <a:ext uri="{FF2B5EF4-FFF2-40B4-BE49-F238E27FC236}">
                  <a16:creationId xmlns:a16="http://schemas.microsoft.com/office/drawing/2014/main" id="{B491E154-97D6-50D0-E4AC-AEE1FE345C2A}"/>
                </a:ext>
              </a:extLst>
            </p:cNvPr>
            <p:cNvSpPr/>
            <p:nvPr/>
          </p:nvSpPr>
          <p:spPr>
            <a:xfrm>
              <a:off x="7247590" y="13047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69" name="pg469">
              <a:extLst>
                <a:ext uri="{FF2B5EF4-FFF2-40B4-BE49-F238E27FC236}">
                  <a16:creationId xmlns:a16="http://schemas.microsoft.com/office/drawing/2014/main" id="{6B6E7E0F-2889-080A-68FB-A07E6CFD7321}"/>
                </a:ext>
              </a:extLst>
            </p:cNvPr>
            <p:cNvSpPr/>
            <p:nvPr/>
          </p:nvSpPr>
          <p:spPr>
            <a:xfrm>
              <a:off x="7278653" y="13047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70" name="pg470">
              <a:extLst>
                <a:ext uri="{FF2B5EF4-FFF2-40B4-BE49-F238E27FC236}">
                  <a16:creationId xmlns:a16="http://schemas.microsoft.com/office/drawing/2014/main" id="{5CE461AA-EA49-27C2-7A6B-644F5F64C43C}"/>
                </a:ext>
              </a:extLst>
            </p:cNvPr>
            <p:cNvSpPr/>
            <p:nvPr/>
          </p:nvSpPr>
          <p:spPr>
            <a:xfrm>
              <a:off x="7309716" y="13047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71" name="pg471">
              <a:extLst>
                <a:ext uri="{FF2B5EF4-FFF2-40B4-BE49-F238E27FC236}">
                  <a16:creationId xmlns:a16="http://schemas.microsoft.com/office/drawing/2014/main" id="{20C7B8E9-3BFE-3A39-71DB-8891BFC657D6}"/>
                </a:ext>
              </a:extLst>
            </p:cNvPr>
            <p:cNvSpPr/>
            <p:nvPr/>
          </p:nvSpPr>
          <p:spPr>
            <a:xfrm>
              <a:off x="7340779" y="13047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72" name="pg472">
              <a:extLst>
                <a:ext uri="{FF2B5EF4-FFF2-40B4-BE49-F238E27FC236}">
                  <a16:creationId xmlns:a16="http://schemas.microsoft.com/office/drawing/2014/main" id="{3F4A93E7-A439-E043-92F7-59711383ADDB}"/>
                </a:ext>
              </a:extLst>
            </p:cNvPr>
            <p:cNvSpPr/>
            <p:nvPr/>
          </p:nvSpPr>
          <p:spPr>
            <a:xfrm>
              <a:off x="7371842" y="13047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73" name="pg473">
              <a:extLst>
                <a:ext uri="{FF2B5EF4-FFF2-40B4-BE49-F238E27FC236}">
                  <a16:creationId xmlns:a16="http://schemas.microsoft.com/office/drawing/2014/main" id="{F556058F-E61E-4EF0-2C48-18FAA10EE2EC}"/>
                </a:ext>
              </a:extLst>
            </p:cNvPr>
            <p:cNvSpPr/>
            <p:nvPr/>
          </p:nvSpPr>
          <p:spPr>
            <a:xfrm>
              <a:off x="7402905" y="13047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74" name="pg474">
              <a:extLst>
                <a:ext uri="{FF2B5EF4-FFF2-40B4-BE49-F238E27FC236}">
                  <a16:creationId xmlns:a16="http://schemas.microsoft.com/office/drawing/2014/main" id="{24DB39A4-BE59-CCBF-D954-9F5BC7DC2D19}"/>
                </a:ext>
              </a:extLst>
            </p:cNvPr>
            <p:cNvSpPr/>
            <p:nvPr/>
          </p:nvSpPr>
          <p:spPr>
            <a:xfrm>
              <a:off x="7433968" y="13047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75" name="pg475">
              <a:extLst>
                <a:ext uri="{FF2B5EF4-FFF2-40B4-BE49-F238E27FC236}">
                  <a16:creationId xmlns:a16="http://schemas.microsoft.com/office/drawing/2014/main" id="{80FFD739-6E8C-D202-4DD1-82D2C349CCC5}"/>
                </a:ext>
              </a:extLst>
            </p:cNvPr>
            <p:cNvSpPr/>
            <p:nvPr/>
          </p:nvSpPr>
          <p:spPr>
            <a:xfrm>
              <a:off x="7465031" y="13047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6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76" name="pg476">
              <a:extLst>
                <a:ext uri="{FF2B5EF4-FFF2-40B4-BE49-F238E27FC236}">
                  <a16:creationId xmlns:a16="http://schemas.microsoft.com/office/drawing/2014/main" id="{691BE0F5-9F5E-0C6F-6D00-DB9DAFB08043}"/>
                </a:ext>
              </a:extLst>
            </p:cNvPr>
            <p:cNvSpPr/>
            <p:nvPr/>
          </p:nvSpPr>
          <p:spPr>
            <a:xfrm>
              <a:off x="7496094" y="13047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77" name="pg477">
              <a:extLst>
                <a:ext uri="{FF2B5EF4-FFF2-40B4-BE49-F238E27FC236}">
                  <a16:creationId xmlns:a16="http://schemas.microsoft.com/office/drawing/2014/main" id="{F955F8D7-2D2D-3C69-7955-235020653E49}"/>
                </a:ext>
              </a:extLst>
            </p:cNvPr>
            <p:cNvSpPr/>
            <p:nvPr/>
          </p:nvSpPr>
          <p:spPr>
            <a:xfrm>
              <a:off x="7527156" y="13047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78" name="pg478">
              <a:extLst>
                <a:ext uri="{FF2B5EF4-FFF2-40B4-BE49-F238E27FC236}">
                  <a16:creationId xmlns:a16="http://schemas.microsoft.com/office/drawing/2014/main" id="{6F3FBF71-1C9D-268C-986A-5E2EAECEBA9C}"/>
                </a:ext>
              </a:extLst>
            </p:cNvPr>
            <p:cNvSpPr/>
            <p:nvPr/>
          </p:nvSpPr>
          <p:spPr>
            <a:xfrm>
              <a:off x="7558219" y="13047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79" name="pg479">
              <a:extLst>
                <a:ext uri="{FF2B5EF4-FFF2-40B4-BE49-F238E27FC236}">
                  <a16:creationId xmlns:a16="http://schemas.microsoft.com/office/drawing/2014/main" id="{D2A28E27-75F5-8395-9816-0643F6629A91}"/>
                </a:ext>
              </a:extLst>
            </p:cNvPr>
            <p:cNvSpPr/>
            <p:nvPr/>
          </p:nvSpPr>
          <p:spPr>
            <a:xfrm>
              <a:off x="7589283" y="13047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80" name="pg480">
              <a:extLst>
                <a:ext uri="{FF2B5EF4-FFF2-40B4-BE49-F238E27FC236}">
                  <a16:creationId xmlns:a16="http://schemas.microsoft.com/office/drawing/2014/main" id="{4CD5F0E4-ECA5-36A3-D3C1-D255F7AD9994}"/>
                </a:ext>
              </a:extLst>
            </p:cNvPr>
            <p:cNvSpPr/>
            <p:nvPr/>
          </p:nvSpPr>
          <p:spPr>
            <a:xfrm>
              <a:off x="7620345" y="13047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81" name="pg481">
              <a:extLst>
                <a:ext uri="{FF2B5EF4-FFF2-40B4-BE49-F238E27FC236}">
                  <a16:creationId xmlns:a16="http://schemas.microsoft.com/office/drawing/2014/main" id="{769A09ED-FB4C-0407-DD87-EB82888864E7}"/>
                </a:ext>
              </a:extLst>
            </p:cNvPr>
            <p:cNvSpPr/>
            <p:nvPr/>
          </p:nvSpPr>
          <p:spPr>
            <a:xfrm>
              <a:off x="7061213" y="13441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82" name="pg482">
              <a:extLst>
                <a:ext uri="{FF2B5EF4-FFF2-40B4-BE49-F238E27FC236}">
                  <a16:creationId xmlns:a16="http://schemas.microsoft.com/office/drawing/2014/main" id="{3F464699-CB74-6587-EA19-C86D0E8E0259}"/>
                </a:ext>
              </a:extLst>
            </p:cNvPr>
            <p:cNvSpPr/>
            <p:nvPr/>
          </p:nvSpPr>
          <p:spPr>
            <a:xfrm>
              <a:off x="7092276" y="13441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83" name="pg483">
              <a:extLst>
                <a:ext uri="{FF2B5EF4-FFF2-40B4-BE49-F238E27FC236}">
                  <a16:creationId xmlns:a16="http://schemas.microsoft.com/office/drawing/2014/main" id="{4F17F0E5-2E7A-2E99-2856-E5F6E2D3E058}"/>
                </a:ext>
              </a:extLst>
            </p:cNvPr>
            <p:cNvSpPr/>
            <p:nvPr/>
          </p:nvSpPr>
          <p:spPr>
            <a:xfrm>
              <a:off x="7123338" y="13441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84" name="pg484">
              <a:extLst>
                <a:ext uri="{FF2B5EF4-FFF2-40B4-BE49-F238E27FC236}">
                  <a16:creationId xmlns:a16="http://schemas.microsoft.com/office/drawing/2014/main" id="{11548354-21AD-34E3-43D7-DB04E7D09756}"/>
                </a:ext>
              </a:extLst>
            </p:cNvPr>
            <p:cNvSpPr/>
            <p:nvPr/>
          </p:nvSpPr>
          <p:spPr>
            <a:xfrm>
              <a:off x="7154402" y="13441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85" name="pg485">
              <a:extLst>
                <a:ext uri="{FF2B5EF4-FFF2-40B4-BE49-F238E27FC236}">
                  <a16:creationId xmlns:a16="http://schemas.microsoft.com/office/drawing/2014/main" id="{239CDC3A-7C90-D3C6-6AD5-8820D91ECA3A}"/>
                </a:ext>
              </a:extLst>
            </p:cNvPr>
            <p:cNvSpPr/>
            <p:nvPr/>
          </p:nvSpPr>
          <p:spPr>
            <a:xfrm>
              <a:off x="7185465" y="13441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86" name="pg486">
              <a:extLst>
                <a:ext uri="{FF2B5EF4-FFF2-40B4-BE49-F238E27FC236}">
                  <a16:creationId xmlns:a16="http://schemas.microsoft.com/office/drawing/2014/main" id="{6DDCCA6F-9799-46E5-2C77-3ED9DD00676B}"/>
                </a:ext>
              </a:extLst>
            </p:cNvPr>
            <p:cNvSpPr/>
            <p:nvPr/>
          </p:nvSpPr>
          <p:spPr>
            <a:xfrm>
              <a:off x="7216527" y="13441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87" name="pg487">
              <a:extLst>
                <a:ext uri="{FF2B5EF4-FFF2-40B4-BE49-F238E27FC236}">
                  <a16:creationId xmlns:a16="http://schemas.microsoft.com/office/drawing/2014/main" id="{95E984AB-865B-E07D-2CDD-4C113B8B6368}"/>
                </a:ext>
              </a:extLst>
            </p:cNvPr>
            <p:cNvSpPr/>
            <p:nvPr/>
          </p:nvSpPr>
          <p:spPr>
            <a:xfrm>
              <a:off x="7247590" y="13441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88" name="pg488">
              <a:extLst>
                <a:ext uri="{FF2B5EF4-FFF2-40B4-BE49-F238E27FC236}">
                  <a16:creationId xmlns:a16="http://schemas.microsoft.com/office/drawing/2014/main" id="{0D27E3EA-5B43-79CC-1F90-F0D9C70C12E3}"/>
                </a:ext>
              </a:extLst>
            </p:cNvPr>
            <p:cNvSpPr/>
            <p:nvPr/>
          </p:nvSpPr>
          <p:spPr>
            <a:xfrm>
              <a:off x="7278653" y="13441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ED9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89" name="pg489">
              <a:extLst>
                <a:ext uri="{FF2B5EF4-FFF2-40B4-BE49-F238E27FC236}">
                  <a16:creationId xmlns:a16="http://schemas.microsoft.com/office/drawing/2014/main" id="{A4F6EDBE-289A-D305-FFD7-845E58A1F39A}"/>
                </a:ext>
              </a:extLst>
            </p:cNvPr>
            <p:cNvSpPr/>
            <p:nvPr/>
          </p:nvSpPr>
          <p:spPr>
            <a:xfrm>
              <a:off x="7309716" y="13441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90" name="pg490">
              <a:extLst>
                <a:ext uri="{FF2B5EF4-FFF2-40B4-BE49-F238E27FC236}">
                  <a16:creationId xmlns:a16="http://schemas.microsoft.com/office/drawing/2014/main" id="{0C43E269-03B6-0C99-7E44-E2EBC8204059}"/>
                </a:ext>
              </a:extLst>
            </p:cNvPr>
            <p:cNvSpPr/>
            <p:nvPr/>
          </p:nvSpPr>
          <p:spPr>
            <a:xfrm>
              <a:off x="7340779" y="13441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91" name="pg491">
              <a:extLst>
                <a:ext uri="{FF2B5EF4-FFF2-40B4-BE49-F238E27FC236}">
                  <a16:creationId xmlns:a16="http://schemas.microsoft.com/office/drawing/2014/main" id="{E628EC0C-341D-3921-F32E-91445BF85274}"/>
                </a:ext>
              </a:extLst>
            </p:cNvPr>
            <p:cNvSpPr/>
            <p:nvPr/>
          </p:nvSpPr>
          <p:spPr>
            <a:xfrm>
              <a:off x="7371842" y="13441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5E8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92" name="pg492">
              <a:extLst>
                <a:ext uri="{FF2B5EF4-FFF2-40B4-BE49-F238E27FC236}">
                  <a16:creationId xmlns:a16="http://schemas.microsoft.com/office/drawing/2014/main" id="{BFE35F23-DA89-D101-57FA-AFAAC03D393B}"/>
                </a:ext>
              </a:extLst>
            </p:cNvPr>
            <p:cNvSpPr/>
            <p:nvPr/>
          </p:nvSpPr>
          <p:spPr>
            <a:xfrm>
              <a:off x="7402905" y="13441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93" name="pg493">
              <a:extLst>
                <a:ext uri="{FF2B5EF4-FFF2-40B4-BE49-F238E27FC236}">
                  <a16:creationId xmlns:a16="http://schemas.microsoft.com/office/drawing/2014/main" id="{980BDF21-5A37-51A8-D21E-66DD4DD1358B}"/>
                </a:ext>
              </a:extLst>
            </p:cNvPr>
            <p:cNvSpPr/>
            <p:nvPr/>
          </p:nvSpPr>
          <p:spPr>
            <a:xfrm>
              <a:off x="7433968" y="13441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94" name="pg494">
              <a:extLst>
                <a:ext uri="{FF2B5EF4-FFF2-40B4-BE49-F238E27FC236}">
                  <a16:creationId xmlns:a16="http://schemas.microsoft.com/office/drawing/2014/main" id="{5517B720-23D7-6287-CBF3-DE29B00BFB94}"/>
                </a:ext>
              </a:extLst>
            </p:cNvPr>
            <p:cNvSpPr/>
            <p:nvPr/>
          </p:nvSpPr>
          <p:spPr>
            <a:xfrm>
              <a:off x="7465031" y="13441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95" name="pg495">
              <a:extLst>
                <a:ext uri="{FF2B5EF4-FFF2-40B4-BE49-F238E27FC236}">
                  <a16:creationId xmlns:a16="http://schemas.microsoft.com/office/drawing/2014/main" id="{E30CD5BC-3CAD-2CC3-2B7A-1B892760C3D8}"/>
                </a:ext>
              </a:extLst>
            </p:cNvPr>
            <p:cNvSpPr/>
            <p:nvPr/>
          </p:nvSpPr>
          <p:spPr>
            <a:xfrm>
              <a:off x="7496094" y="13441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96" name="pg496">
              <a:extLst>
                <a:ext uri="{FF2B5EF4-FFF2-40B4-BE49-F238E27FC236}">
                  <a16:creationId xmlns:a16="http://schemas.microsoft.com/office/drawing/2014/main" id="{A0244665-E832-B726-0839-1AFF5D81FD85}"/>
                </a:ext>
              </a:extLst>
            </p:cNvPr>
            <p:cNvSpPr/>
            <p:nvPr/>
          </p:nvSpPr>
          <p:spPr>
            <a:xfrm>
              <a:off x="7527156" y="13441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97" name="pg497">
              <a:extLst>
                <a:ext uri="{FF2B5EF4-FFF2-40B4-BE49-F238E27FC236}">
                  <a16:creationId xmlns:a16="http://schemas.microsoft.com/office/drawing/2014/main" id="{50475646-11E4-605E-B60D-BABC396E0BFA}"/>
                </a:ext>
              </a:extLst>
            </p:cNvPr>
            <p:cNvSpPr/>
            <p:nvPr/>
          </p:nvSpPr>
          <p:spPr>
            <a:xfrm>
              <a:off x="7558219" y="13441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98" name="pg498">
              <a:extLst>
                <a:ext uri="{FF2B5EF4-FFF2-40B4-BE49-F238E27FC236}">
                  <a16:creationId xmlns:a16="http://schemas.microsoft.com/office/drawing/2014/main" id="{BF4E65E3-1F09-70EE-D67C-F055C6456071}"/>
                </a:ext>
              </a:extLst>
            </p:cNvPr>
            <p:cNvSpPr/>
            <p:nvPr/>
          </p:nvSpPr>
          <p:spPr>
            <a:xfrm>
              <a:off x="7589283" y="13441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99" name="pg499">
              <a:extLst>
                <a:ext uri="{FF2B5EF4-FFF2-40B4-BE49-F238E27FC236}">
                  <a16:creationId xmlns:a16="http://schemas.microsoft.com/office/drawing/2014/main" id="{BDE4C686-8865-9878-8F64-96D13E112856}"/>
                </a:ext>
              </a:extLst>
            </p:cNvPr>
            <p:cNvSpPr/>
            <p:nvPr/>
          </p:nvSpPr>
          <p:spPr>
            <a:xfrm>
              <a:off x="7620345" y="13441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00" name="pg500">
              <a:extLst>
                <a:ext uri="{FF2B5EF4-FFF2-40B4-BE49-F238E27FC236}">
                  <a16:creationId xmlns:a16="http://schemas.microsoft.com/office/drawing/2014/main" id="{DE4FBB05-B2E6-5E8E-26E9-BC8E3B1CC4E0}"/>
                </a:ext>
              </a:extLst>
            </p:cNvPr>
            <p:cNvSpPr/>
            <p:nvPr/>
          </p:nvSpPr>
          <p:spPr>
            <a:xfrm>
              <a:off x="7061213" y="13835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01" name="pg501">
              <a:extLst>
                <a:ext uri="{FF2B5EF4-FFF2-40B4-BE49-F238E27FC236}">
                  <a16:creationId xmlns:a16="http://schemas.microsoft.com/office/drawing/2014/main" id="{23EF0935-A165-4BF4-5DA2-4017657B22B9}"/>
                </a:ext>
              </a:extLst>
            </p:cNvPr>
            <p:cNvSpPr/>
            <p:nvPr/>
          </p:nvSpPr>
          <p:spPr>
            <a:xfrm>
              <a:off x="7092276" y="13835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02" name="pg502">
              <a:extLst>
                <a:ext uri="{FF2B5EF4-FFF2-40B4-BE49-F238E27FC236}">
                  <a16:creationId xmlns:a16="http://schemas.microsoft.com/office/drawing/2014/main" id="{E14C83F8-3401-FEB8-1DE7-2D1475E29669}"/>
                </a:ext>
              </a:extLst>
            </p:cNvPr>
            <p:cNvSpPr/>
            <p:nvPr/>
          </p:nvSpPr>
          <p:spPr>
            <a:xfrm>
              <a:off x="7123338" y="13835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BD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03" name="pg503">
              <a:extLst>
                <a:ext uri="{FF2B5EF4-FFF2-40B4-BE49-F238E27FC236}">
                  <a16:creationId xmlns:a16="http://schemas.microsoft.com/office/drawing/2014/main" id="{C65F3D68-8A2C-8348-5387-A163A393E6CD}"/>
                </a:ext>
              </a:extLst>
            </p:cNvPr>
            <p:cNvSpPr/>
            <p:nvPr/>
          </p:nvSpPr>
          <p:spPr>
            <a:xfrm>
              <a:off x="7154402" y="13835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1EC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04" name="pg504">
              <a:extLst>
                <a:ext uri="{FF2B5EF4-FFF2-40B4-BE49-F238E27FC236}">
                  <a16:creationId xmlns:a16="http://schemas.microsoft.com/office/drawing/2014/main" id="{A9A3221B-3D89-F177-3C70-C6443A6102FC}"/>
                </a:ext>
              </a:extLst>
            </p:cNvPr>
            <p:cNvSpPr/>
            <p:nvPr/>
          </p:nvSpPr>
          <p:spPr>
            <a:xfrm>
              <a:off x="7185465" y="13835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BEFDC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05" name="pg505">
              <a:extLst>
                <a:ext uri="{FF2B5EF4-FFF2-40B4-BE49-F238E27FC236}">
                  <a16:creationId xmlns:a16="http://schemas.microsoft.com/office/drawing/2014/main" id="{770871EE-19B5-8717-C00E-70E931735791}"/>
                </a:ext>
              </a:extLst>
            </p:cNvPr>
            <p:cNvSpPr/>
            <p:nvPr/>
          </p:nvSpPr>
          <p:spPr>
            <a:xfrm>
              <a:off x="7216527" y="13835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06" name="pg506">
              <a:extLst>
                <a:ext uri="{FF2B5EF4-FFF2-40B4-BE49-F238E27FC236}">
                  <a16:creationId xmlns:a16="http://schemas.microsoft.com/office/drawing/2014/main" id="{992B52BE-4DB5-7B61-53F2-39CF199CF063}"/>
                </a:ext>
              </a:extLst>
            </p:cNvPr>
            <p:cNvSpPr/>
            <p:nvPr/>
          </p:nvSpPr>
          <p:spPr>
            <a:xfrm>
              <a:off x="7247590" y="13835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0F0DE">
                <a:alpha val="100000"/>
              </a:srgbClr>
            </a:solidFill>
            <a:ln w="5420" cap="flat">
              <a:solidFill>
                <a:srgbClr val="CB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07" name="pg507">
              <a:extLst>
                <a:ext uri="{FF2B5EF4-FFF2-40B4-BE49-F238E27FC236}">
                  <a16:creationId xmlns:a16="http://schemas.microsoft.com/office/drawing/2014/main" id="{61E5AAED-5471-9E70-7B03-7E64386B1CB8}"/>
                </a:ext>
              </a:extLst>
            </p:cNvPr>
            <p:cNvSpPr/>
            <p:nvPr/>
          </p:nvSpPr>
          <p:spPr>
            <a:xfrm>
              <a:off x="7278653" y="13835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1F1DE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08" name="pg508">
              <a:extLst>
                <a:ext uri="{FF2B5EF4-FFF2-40B4-BE49-F238E27FC236}">
                  <a16:creationId xmlns:a16="http://schemas.microsoft.com/office/drawing/2014/main" id="{D3C31230-97AC-9A41-C2E0-D6A783CCE0BC}"/>
                </a:ext>
              </a:extLst>
            </p:cNvPr>
            <p:cNvSpPr/>
            <p:nvPr/>
          </p:nvSpPr>
          <p:spPr>
            <a:xfrm>
              <a:off x="7309716" y="13835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0F1DE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09" name="pg509">
              <a:extLst>
                <a:ext uri="{FF2B5EF4-FFF2-40B4-BE49-F238E27FC236}">
                  <a16:creationId xmlns:a16="http://schemas.microsoft.com/office/drawing/2014/main" id="{A0900862-5954-1A0F-9B3C-BF5986628254}"/>
                </a:ext>
              </a:extLst>
            </p:cNvPr>
            <p:cNvSpPr/>
            <p:nvPr/>
          </p:nvSpPr>
          <p:spPr>
            <a:xfrm>
              <a:off x="7340779" y="13835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10" name="pg510">
              <a:extLst>
                <a:ext uri="{FF2B5EF4-FFF2-40B4-BE49-F238E27FC236}">
                  <a16:creationId xmlns:a16="http://schemas.microsoft.com/office/drawing/2014/main" id="{DA9619D9-6B1F-87D9-5551-15767DBA2586}"/>
                </a:ext>
              </a:extLst>
            </p:cNvPr>
            <p:cNvSpPr/>
            <p:nvPr/>
          </p:nvSpPr>
          <p:spPr>
            <a:xfrm>
              <a:off x="7371842" y="13835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11" name="pg511">
              <a:extLst>
                <a:ext uri="{FF2B5EF4-FFF2-40B4-BE49-F238E27FC236}">
                  <a16:creationId xmlns:a16="http://schemas.microsoft.com/office/drawing/2014/main" id="{0948C98F-FB96-099E-58C9-E696BA00BF62}"/>
                </a:ext>
              </a:extLst>
            </p:cNvPr>
            <p:cNvSpPr/>
            <p:nvPr/>
          </p:nvSpPr>
          <p:spPr>
            <a:xfrm>
              <a:off x="7402905" y="13835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12" name="pg512">
              <a:extLst>
                <a:ext uri="{FF2B5EF4-FFF2-40B4-BE49-F238E27FC236}">
                  <a16:creationId xmlns:a16="http://schemas.microsoft.com/office/drawing/2014/main" id="{147D156D-8B42-0F74-45E6-17FDA4BB80B6}"/>
                </a:ext>
              </a:extLst>
            </p:cNvPr>
            <p:cNvSpPr/>
            <p:nvPr/>
          </p:nvSpPr>
          <p:spPr>
            <a:xfrm>
              <a:off x="7433968" y="13835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13" name="pg513">
              <a:extLst>
                <a:ext uri="{FF2B5EF4-FFF2-40B4-BE49-F238E27FC236}">
                  <a16:creationId xmlns:a16="http://schemas.microsoft.com/office/drawing/2014/main" id="{725D5B78-AA73-F8C6-91DD-53FC0F290582}"/>
                </a:ext>
              </a:extLst>
            </p:cNvPr>
            <p:cNvSpPr/>
            <p:nvPr/>
          </p:nvSpPr>
          <p:spPr>
            <a:xfrm>
              <a:off x="7465031" y="13835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14" name="pg514">
              <a:extLst>
                <a:ext uri="{FF2B5EF4-FFF2-40B4-BE49-F238E27FC236}">
                  <a16:creationId xmlns:a16="http://schemas.microsoft.com/office/drawing/2014/main" id="{569F89AF-8786-C5FE-D405-41FC62538217}"/>
                </a:ext>
              </a:extLst>
            </p:cNvPr>
            <p:cNvSpPr/>
            <p:nvPr/>
          </p:nvSpPr>
          <p:spPr>
            <a:xfrm>
              <a:off x="7496094" y="13835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B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15" name="pg515">
              <a:extLst>
                <a:ext uri="{FF2B5EF4-FFF2-40B4-BE49-F238E27FC236}">
                  <a16:creationId xmlns:a16="http://schemas.microsoft.com/office/drawing/2014/main" id="{36B0D5CC-DFBF-A608-CCFC-47AD8DC1E1B4}"/>
                </a:ext>
              </a:extLst>
            </p:cNvPr>
            <p:cNvSpPr/>
            <p:nvPr/>
          </p:nvSpPr>
          <p:spPr>
            <a:xfrm>
              <a:off x="7527156" y="13835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16" name="pg516">
              <a:extLst>
                <a:ext uri="{FF2B5EF4-FFF2-40B4-BE49-F238E27FC236}">
                  <a16:creationId xmlns:a16="http://schemas.microsoft.com/office/drawing/2014/main" id="{1F9C5F8F-8B5B-8DD0-BFA0-4C0FC2B18629}"/>
                </a:ext>
              </a:extLst>
            </p:cNvPr>
            <p:cNvSpPr/>
            <p:nvPr/>
          </p:nvSpPr>
          <p:spPr>
            <a:xfrm>
              <a:off x="7558219" y="13835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17" name="pg517">
              <a:extLst>
                <a:ext uri="{FF2B5EF4-FFF2-40B4-BE49-F238E27FC236}">
                  <a16:creationId xmlns:a16="http://schemas.microsoft.com/office/drawing/2014/main" id="{F08F0FA9-69F1-7884-53CB-EDCE76DDD5E4}"/>
                </a:ext>
              </a:extLst>
            </p:cNvPr>
            <p:cNvSpPr/>
            <p:nvPr/>
          </p:nvSpPr>
          <p:spPr>
            <a:xfrm>
              <a:off x="7589283" y="13835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18" name="pg518">
              <a:extLst>
                <a:ext uri="{FF2B5EF4-FFF2-40B4-BE49-F238E27FC236}">
                  <a16:creationId xmlns:a16="http://schemas.microsoft.com/office/drawing/2014/main" id="{14D67BE9-3A57-7724-9021-43689168DBD8}"/>
                </a:ext>
              </a:extLst>
            </p:cNvPr>
            <p:cNvSpPr/>
            <p:nvPr/>
          </p:nvSpPr>
          <p:spPr>
            <a:xfrm>
              <a:off x="7061213" y="1422961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CD7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19" name="pg519">
              <a:extLst>
                <a:ext uri="{FF2B5EF4-FFF2-40B4-BE49-F238E27FC236}">
                  <a16:creationId xmlns:a16="http://schemas.microsoft.com/office/drawing/2014/main" id="{24A314A6-99AB-9830-D883-98C31AB48773}"/>
                </a:ext>
              </a:extLst>
            </p:cNvPr>
            <p:cNvSpPr/>
            <p:nvPr/>
          </p:nvSpPr>
          <p:spPr>
            <a:xfrm>
              <a:off x="7092276" y="1422961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20" name="pg520">
              <a:extLst>
                <a:ext uri="{FF2B5EF4-FFF2-40B4-BE49-F238E27FC236}">
                  <a16:creationId xmlns:a16="http://schemas.microsoft.com/office/drawing/2014/main" id="{D29B15AB-A269-7F3F-0AA3-CAC982C01B89}"/>
                </a:ext>
              </a:extLst>
            </p:cNvPr>
            <p:cNvSpPr/>
            <p:nvPr/>
          </p:nvSpPr>
          <p:spPr>
            <a:xfrm>
              <a:off x="7123338" y="1422961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21" name="pg521">
              <a:extLst>
                <a:ext uri="{FF2B5EF4-FFF2-40B4-BE49-F238E27FC236}">
                  <a16:creationId xmlns:a16="http://schemas.microsoft.com/office/drawing/2014/main" id="{0DB942FC-C3C7-95CB-66C5-2E1219621ECA}"/>
                </a:ext>
              </a:extLst>
            </p:cNvPr>
            <p:cNvSpPr/>
            <p:nvPr/>
          </p:nvSpPr>
          <p:spPr>
            <a:xfrm>
              <a:off x="7154402" y="1422961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3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22" name="pg522">
              <a:extLst>
                <a:ext uri="{FF2B5EF4-FFF2-40B4-BE49-F238E27FC236}">
                  <a16:creationId xmlns:a16="http://schemas.microsoft.com/office/drawing/2014/main" id="{5C4E1D3C-862B-348F-373E-760BC74028E8}"/>
                </a:ext>
              </a:extLst>
            </p:cNvPr>
            <p:cNvSpPr/>
            <p:nvPr/>
          </p:nvSpPr>
          <p:spPr>
            <a:xfrm>
              <a:off x="7185465" y="1422961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DEFDC">
                <a:alpha val="100000"/>
              </a:srgbClr>
            </a:solidFill>
            <a:ln w="5420" cap="flat">
              <a:solidFill>
                <a:srgbClr val="C7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23" name="pg523">
              <a:extLst>
                <a:ext uri="{FF2B5EF4-FFF2-40B4-BE49-F238E27FC236}">
                  <a16:creationId xmlns:a16="http://schemas.microsoft.com/office/drawing/2014/main" id="{369AA84C-EAED-1D7C-6091-FF354522E5DF}"/>
                </a:ext>
              </a:extLst>
            </p:cNvPr>
            <p:cNvSpPr/>
            <p:nvPr/>
          </p:nvSpPr>
          <p:spPr>
            <a:xfrm>
              <a:off x="7216527" y="1422961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0F0DE">
                <a:alpha val="100000"/>
              </a:srgbClr>
            </a:solidFill>
            <a:ln w="5420" cap="flat">
              <a:solidFill>
                <a:srgbClr val="CBEF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24" name="pg524">
              <a:extLst>
                <a:ext uri="{FF2B5EF4-FFF2-40B4-BE49-F238E27FC236}">
                  <a16:creationId xmlns:a16="http://schemas.microsoft.com/office/drawing/2014/main" id="{96F26EC3-B0DA-2CEA-CB28-0F10F791FD52}"/>
                </a:ext>
              </a:extLst>
            </p:cNvPr>
            <p:cNvSpPr/>
            <p:nvPr/>
          </p:nvSpPr>
          <p:spPr>
            <a:xfrm>
              <a:off x="7247590" y="1422961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2F1DF">
                <a:alpha val="100000"/>
              </a:srgbClr>
            </a:solidFill>
            <a:ln w="5420" cap="flat">
              <a:solidFill>
                <a:srgbClr val="CE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25" name="pg525">
              <a:extLst>
                <a:ext uri="{FF2B5EF4-FFF2-40B4-BE49-F238E27FC236}">
                  <a16:creationId xmlns:a16="http://schemas.microsoft.com/office/drawing/2014/main" id="{5F935A3D-3C85-2DD2-EDA7-5E8D9DD401A1}"/>
                </a:ext>
              </a:extLst>
            </p:cNvPr>
            <p:cNvSpPr/>
            <p:nvPr/>
          </p:nvSpPr>
          <p:spPr>
            <a:xfrm>
              <a:off x="7278653" y="1422961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3F1DF">
                <a:alpha val="100000"/>
              </a:srgbClr>
            </a:solidFill>
            <a:ln w="5420" cap="flat">
              <a:solidFill>
                <a:srgbClr val="CFF0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26" name="pg526">
              <a:extLst>
                <a:ext uri="{FF2B5EF4-FFF2-40B4-BE49-F238E27FC236}">
                  <a16:creationId xmlns:a16="http://schemas.microsoft.com/office/drawing/2014/main" id="{7123F410-8D5F-0C16-E287-83F59CBA55E4}"/>
                </a:ext>
              </a:extLst>
            </p:cNvPr>
            <p:cNvSpPr/>
            <p:nvPr/>
          </p:nvSpPr>
          <p:spPr>
            <a:xfrm>
              <a:off x="7309716" y="1422961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3F1DF">
                <a:alpha val="100000"/>
              </a:srgbClr>
            </a:solidFill>
            <a:ln w="5420" cap="flat">
              <a:solidFill>
                <a:srgbClr val="CF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27" name="pg527">
              <a:extLst>
                <a:ext uri="{FF2B5EF4-FFF2-40B4-BE49-F238E27FC236}">
                  <a16:creationId xmlns:a16="http://schemas.microsoft.com/office/drawing/2014/main" id="{418B075F-B572-0AB4-92E7-505F69958BCC}"/>
                </a:ext>
              </a:extLst>
            </p:cNvPr>
            <p:cNvSpPr/>
            <p:nvPr/>
          </p:nvSpPr>
          <p:spPr>
            <a:xfrm>
              <a:off x="7340779" y="1422961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28" name="pg528">
              <a:extLst>
                <a:ext uri="{FF2B5EF4-FFF2-40B4-BE49-F238E27FC236}">
                  <a16:creationId xmlns:a16="http://schemas.microsoft.com/office/drawing/2014/main" id="{AD24E114-ABD5-5306-6748-9855ED919C66}"/>
                </a:ext>
              </a:extLst>
            </p:cNvPr>
            <p:cNvSpPr/>
            <p:nvPr/>
          </p:nvSpPr>
          <p:spPr>
            <a:xfrm>
              <a:off x="7371842" y="1422961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B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29" name="pg529">
              <a:extLst>
                <a:ext uri="{FF2B5EF4-FFF2-40B4-BE49-F238E27FC236}">
                  <a16:creationId xmlns:a16="http://schemas.microsoft.com/office/drawing/2014/main" id="{EDEFB669-B484-9D39-5CB6-A105975B9B40}"/>
                </a:ext>
              </a:extLst>
            </p:cNvPr>
            <p:cNvSpPr/>
            <p:nvPr/>
          </p:nvSpPr>
          <p:spPr>
            <a:xfrm>
              <a:off x="7402905" y="1422961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30" name="pg530">
              <a:extLst>
                <a:ext uri="{FF2B5EF4-FFF2-40B4-BE49-F238E27FC236}">
                  <a16:creationId xmlns:a16="http://schemas.microsoft.com/office/drawing/2014/main" id="{56F3A902-E803-3000-D9B1-38790B263741}"/>
                </a:ext>
              </a:extLst>
            </p:cNvPr>
            <p:cNvSpPr/>
            <p:nvPr/>
          </p:nvSpPr>
          <p:spPr>
            <a:xfrm>
              <a:off x="7433968" y="1422961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31" name="pg531">
              <a:extLst>
                <a:ext uri="{FF2B5EF4-FFF2-40B4-BE49-F238E27FC236}">
                  <a16:creationId xmlns:a16="http://schemas.microsoft.com/office/drawing/2014/main" id="{00577F82-C599-F6B6-91A0-40E5FD4FBF77}"/>
                </a:ext>
              </a:extLst>
            </p:cNvPr>
            <p:cNvSpPr/>
            <p:nvPr/>
          </p:nvSpPr>
          <p:spPr>
            <a:xfrm>
              <a:off x="7465031" y="1422961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32" name="pg532">
              <a:extLst>
                <a:ext uri="{FF2B5EF4-FFF2-40B4-BE49-F238E27FC236}">
                  <a16:creationId xmlns:a16="http://schemas.microsoft.com/office/drawing/2014/main" id="{403DE3CF-5E0B-BE0E-C718-77B0C0AC1B47}"/>
                </a:ext>
              </a:extLst>
            </p:cNvPr>
            <p:cNvSpPr/>
            <p:nvPr/>
          </p:nvSpPr>
          <p:spPr>
            <a:xfrm>
              <a:off x="7496094" y="1422961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33" name="pg533">
              <a:extLst>
                <a:ext uri="{FF2B5EF4-FFF2-40B4-BE49-F238E27FC236}">
                  <a16:creationId xmlns:a16="http://schemas.microsoft.com/office/drawing/2014/main" id="{507230DD-80CF-4423-C98A-BD232F884836}"/>
                </a:ext>
              </a:extLst>
            </p:cNvPr>
            <p:cNvSpPr/>
            <p:nvPr/>
          </p:nvSpPr>
          <p:spPr>
            <a:xfrm>
              <a:off x="7527156" y="1422961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34" name="pg534">
              <a:extLst>
                <a:ext uri="{FF2B5EF4-FFF2-40B4-BE49-F238E27FC236}">
                  <a16:creationId xmlns:a16="http://schemas.microsoft.com/office/drawing/2014/main" id="{DC4D1BE7-0B14-6A8C-E852-CE0E4F8703FB}"/>
                </a:ext>
              </a:extLst>
            </p:cNvPr>
            <p:cNvSpPr/>
            <p:nvPr/>
          </p:nvSpPr>
          <p:spPr>
            <a:xfrm>
              <a:off x="7558219" y="1422961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35" name="pg535">
              <a:extLst>
                <a:ext uri="{FF2B5EF4-FFF2-40B4-BE49-F238E27FC236}">
                  <a16:creationId xmlns:a16="http://schemas.microsoft.com/office/drawing/2014/main" id="{9D2AEAA1-F253-AD62-61FB-5A540EDF12D6}"/>
                </a:ext>
              </a:extLst>
            </p:cNvPr>
            <p:cNvSpPr/>
            <p:nvPr/>
          </p:nvSpPr>
          <p:spPr>
            <a:xfrm>
              <a:off x="7092276" y="1462369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36" name="pg536">
              <a:extLst>
                <a:ext uri="{FF2B5EF4-FFF2-40B4-BE49-F238E27FC236}">
                  <a16:creationId xmlns:a16="http://schemas.microsoft.com/office/drawing/2014/main" id="{124AE6F3-A3C6-6388-3CFC-69BCEF3A6D56}"/>
                </a:ext>
              </a:extLst>
            </p:cNvPr>
            <p:cNvSpPr/>
            <p:nvPr/>
          </p:nvSpPr>
          <p:spPr>
            <a:xfrm>
              <a:off x="7123338" y="1462369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EDA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37" name="pg537">
              <a:extLst>
                <a:ext uri="{FF2B5EF4-FFF2-40B4-BE49-F238E27FC236}">
                  <a16:creationId xmlns:a16="http://schemas.microsoft.com/office/drawing/2014/main" id="{5C0DE5CF-40FE-4E11-61BA-B421CA103004}"/>
                </a:ext>
              </a:extLst>
            </p:cNvPr>
            <p:cNvSpPr/>
            <p:nvPr/>
          </p:nvSpPr>
          <p:spPr>
            <a:xfrm>
              <a:off x="7154402" y="1462369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FDB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38" name="pg538">
              <a:extLst>
                <a:ext uri="{FF2B5EF4-FFF2-40B4-BE49-F238E27FC236}">
                  <a16:creationId xmlns:a16="http://schemas.microsoft.com/office/drawing/2014/main" id="{DC0106FF-DBCA-91B0-037D-26332D0C09EC}"/>
                </a:ext>
              </a:extLst>
            </p:cNvPr>
            <p:cNvSpPr/>
            <p:nvPr/>
          </p:nvSpPr>
          <p:spPr>
            <a:xfrm>
              <a:off x="7185465" y="1462369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DF0DD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39" name="pg539">
              <a:extLst>
                <a:ext uri="{FF2B5EF4-FFF2-40B4-BE49-F238E27FC236}">
                  <a16:creationId xmlns:a16="http://schemas.microsoft.com/office/drawing/2014/main" id="{5542183E-171B-D69B-A786-50DAF736859B}"/>
                </a:ext>
              </a:extLst>
            </p:cNvPr>
            <p:cNvSpPr/>
            <p:nvPr/>
          </p:nvSpPr>
          <p:spPr>
            <a:xfrm>
              <a:off x="7216527" y="1462369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0F0DE">
                <a:alpha val="100000"/>
              </a:srgbClr>
            </a:solidFill>
            <a:ln w="5420" cap="flat">
              <a:solidFill>
                <a:srgbClr val="CB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40" name="pg540">
              <a:extLst>
                <a:ext uri="{FF2B5EF4-FFF2-40B4-BE49-F238E27FC236}">
                  <a16:creationId xmlns:a16="http://schemas.microsoft.com/office/drawing/2014/main" id="{211B3BE7-4C71-1CAC-47A7-A14CE19563C7}"/>
                </a:ext>
              </a:extLst>
            </p:cNvPr>
            <p:cNvSpPr/>
            <p:nvPr/>
          </p:nvSpPr>
          <p:spPr>
            <a:xfrm>
              <a:off x="7247590" y="1462369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2F1DF">
                <a:alpha val="100000"/>
              </a:srgbClr>
            </a:solidFill>
            <a:ln w="5420" cap="flat">
              <a:solidFill>
                <a:srgbClr val="CE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41" name="pg541">
              <a:extLst>
                <a:ext uri="{FF2B5EF4-FFF2-40B4-BE49-F238E27FC236}">
                  <a16:creationId xmlns:a16="http://schemas.microsoft.com/office/drawing/2014/main" id="{5FCE5456-06AF-E3D6-911C-0261A447B91B}"/>
                </a:ext>
              </a:extLst>
            </p:cNvPr>
            <p:cNvSpPr/>
            <p:nvPr/>
          </p:nvSpPr>
          <p:spPr>
            <a:xfrm>
              <a:off x="7278653" y="1462369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3F1DF">
                <a:alpha val="100000"/>
              </a:srgbClr>
            </a:solidFill>
            <a:ln w="5420" cap="flat">
              <a:solidFill>
                <a:srgbClr val="CFF0D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42" name="pg542">
              <a:extLst>
                <a:ext uri="{FF2B5EF4-FFF2-40B4-BE49-F238E27FC236}">
                  <a16:creationId xmlns:a16="http://schemas.microsoft.com/office/drawing/2014/main" id="{D8C4EDF8-DC8E-ECE4-C81B-399BB807EA24}"/>
                </a:ext>
              </a:extLst>
            </p:cNvPr>
            <p:cNvSpPr/>
            <p:nvPr/>
          </p:nvSpPr>
          <p:spPr>
            <a:xfrm>
              <a:off x="7309716" y="1462369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3F1DF">
                <a:alpha val="100000"/>
              </a:srgbClr>
            </a:solidFill>
            <a:ln w="5420" cap="flat">
              <a:solidFill>
                <a:srgbClr val="CF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43" name="pg543">
              <a:extLst>
                <a:ext uri="{FF2B5EF4-FFF2-40B4-BE49-F238E27FC236}">
                  <a16:creationId xmlns:a16="http://schemas.microsoft.com/office/drawing/2014/main" id="{0E980879-1207-C083-26DF-0437B3B9C32C}"/>
                </a:ext>
              </a:extLst>
            </p:cNvPr>
            <p:cNvSpPr/>
            <p:nvPr/>
          </p:nvSpPr>
          <p:spPr>
            <a:xfrm>
              <a:off x="7340779" y="1462369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44" name="pg544">
              <a:extLst>
                <a:ext uri="{FF2B5EF4-FFF2-40B4-BE49-F238E27FC236}">
                  <a16:creationId xmlns:a16="http://schemas.microsoft.com/office/drawing/2014/main" id="{A0E4F989-DAC3-4EBC-91BB-33BA99B1CDEE}"/>
                </a:ext>
              </a:extLst>
            </p:cNvPr>
            <p:cNvSpPr/>
            <p:nvPr/>
          </p:nvSpPr>
          <p:spPr>
            <a:xfrm>
              <a:off x="7371842" y="1462369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FDB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45" name="pg545">
              <a:extLst>
                <a:ext uri="{FF2B5EF4-FFF2-40B4-BE49-F238E27FC236}">
                  <a16:creationId xmlns:a16="http://schemas.microsoft.com/office/drawing/2014/main" id="{12F706D8-9093-3CF5-B4A6-2CA46CA47B53}"/>
                </a:ext>
              </a:extLst>
            </p:cNvPr>
            <p:cNvSpPr/>
            <p:nvPr/>
          </p:nvSpPr>
          <p:spPr>
            <a:xfrm>
              <a:off x="7402905" y="1462369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46" name="pg546">
              <a:extLst>
                <a:ext uri="{FF2B5EF4-FFF2-40B4-BE49-F238E27FC236}">
                  <a16:creationId xmlns:a16="http://schemas.microsoft.com/office/drawing/2014/main" id="{C5B8CA6B-12CB-7727-437F-967EA41490E8}"/>
                </a:ext>
              </a:extLst>
            </p:cNvPr>
            <p:cNvSpPr/>
            <p:nvPr/>
          </p:nvSpPr>
          <p:spPr>
            <a:xfrm>
              <a:off x="7433968" y="1462369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47" name="pg547">
              <a:extLst>
                <a:ext uri="{FF2B5EF4-FFF2-40B4-BE49-F238E27FC236}">
                  <a16:creationId xmlns:a16="http://schemas.microsoft.com/office/drawing/2014/main" id="{960F5020-5E57-4C0B-974A-750C8CC6E405}"/>
                </a:ext>
              </a:extLst>
            </p:cNvPr>
            <p:cNvSpPr/>
            <p:nvPr/>
          </p:nvSpPr>
          <p:spPr>
            <a:xfrm>
              <a:off x="7465031" y="1462369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48" name="pg548">
              <a:extLst>
                <a:ext uri="{FF2B5EF4-FFF2-40B4-BE49-F238E27FC236}">
                  <a16:creationId xmlns:a16="http://schemas.microsoft.com/office/drawing/2014/main" id="{C301BA1A-79EE-108F-145E-63A7F650CCCB}"/>
                </a:ext>
              </a:extLst>
            </p:cNvPr>
            <p:cNvSpPr/>
            <p:nvPr/>
          </p:nvSpPr>
          <p:spPr>
            <a:xfrm>
              <a:off x="7496094" y="1462369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49" name="pg549">
              <a:extLst>
                <a:ext uri="{FF2B5EF4-FFF2-40B4-BE49-F238E27FC236}">
                  <a16:creationId xmlns:a16="http://schemas.microsoft.com/office/drawing/2014/main" id="{E3D9AC42-6ABE-055D-9C22-ED34260611E0}"/>
                </a:ext>
              </a:extLst>
            </p:cNvPr>
            <p:cNvSpPr/>
            <p:nvPr/>
          </p:nvSpPr>
          <p:spPr>
            <a:xfrm>
              <a:off x="7527156" y="1462369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AD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50" name="pg550">
              <a:extLst>
                <a:ext uri="{FF2B5EF4-FFF2-40B4-BE49-F238E27FC236}">
                  <a16:creationId xmlns:a16="http://schemas.microsoft.com/office/drawing/2014/main" id="{657C6AE7-E785-ED32-B3DE-53F6DC9E9E9C}"/>
                </a:ext>
              </a:extLst>
            </p:cNvPr>
            <p:cNvSpPr/>
            <p:nvPr/>
          </p:nvSpPr>
          <p:spPr>
            <a:xfrm>
              <a:off x="7185465" y="15017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DEFDC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51" name="pg551">
              <a:extLst>
                <a:ext uri="{FF2B5EF4-FFF2-40B4-BE49-F238E27FC236}">
                  <a16:creationId xmlns:a16="http://schemas.microsoft.com/office/drawing/2014/main" id="{5A402F59-B259-397B-1F0E-D1D0845B9CDC}"/>
                </a:ext>
              </a:extLst>
            </p:cNvPr>
            <p:cNvSpPr/>
            <p:nvPr/>
          </p:nvSpPr>
          <p:spPr>
            <a:xfrm>
              <a:off x="7216527" y="15017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FF0DD">
                <a:alpha val="100000"/>
              </a:srgbClr>
            </a:solidFill>
            <a:ln w="5420" cap="flat">
              <a:solidFill>
                <a:srgbClr val="CAEE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52" name="pg552">
              <a:extLst>
                <a:ext uri="{FF2B5EF4-FFF2-40B4-BE49-F238E27FC236}">
                  <a16:creationId xmlns:a16="http://schemas.microsoft.com/office/drawing/2014/main" id="{1D472739-466B-6E35-A115-054B3BEEE826}"/>
                </a:ext>
              </a:extLst>
            </p:cNvPr>
            <p:cNvSpPr/>
            <p:nvPr/>
          </p:nvSpPr>
          <p:spPr>
            <a:xfrm>
              <a:off x="7247590" y="15017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0F1DE">
                <a:alpha val="100000"/>
              </a:srgbClr>
            </a:solidFill>
            <a:ln w="5420" cap="flat">
              <a:solidFill>
                <a:srgbClr val="CC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53" name="pg553">
              <a:extLst>
                <a:ext uri="{FF2B5EF4-FFF2-40B4-BE49-F238E27FC236}">
                  <a16:creationId xmlns:a16="http://schemas.microsoft.com/office/drawing/2014/main" id="{E7764E61-C0DE-6C57-7ECC-BBF15C0754A6}"/>
                </a:ext>
              </a:extLst>
            </p:cNvPr>
            <p:cNvSpPr/>
            <p:nvPr/>
          </p:nvSpPr>
          <p:spPr>
            <a:xfrm>
              <a:off x="7278653" y="15017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1F1DE">
                <a:alpha val="100000"/>
              </a:srgbClr>
            </a:solidFill>
            <a:ln w="5420" cap="flat">
              <a:solidFill>
                <a:srgbClr val="CD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54" name="pg554">
              <a:extLst>
                <a:ext uri="{FF2B5EF4-FFF2-40B4-BE49-F238E27FC236}">
                  <a16:creationId xmlns:a16="http://schemas.microsoft.com/office/drawing/2014/main" id="{8A73E2C5-1A66-2BB6-CD2C-042279A18121}"/>
                </a:ext>
              </a:extLst>
            </p:cNvPr>
            <p:cNvSpPr/>
            <p:nvPr/>
          </p:nvSpPr>
          <p:spPr>
            <a:xfrm>
              <a:off x="7309716" y="15017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D1F1DE">
                <a:alpha val="100000"/>
              </a:srgbClr>
            </a:solidFill>
            <a:ln w="5420" cap="flat">
              <a:solidFill>
                <a:srgbClr val="CD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55" name="pg555">
              <a:extLst>
                <a:ext uri="{FF2B5EF4-FFF2-40B4-BE49-F238E27FC236}">
                  <a16:creationId xmlns:a16="http://schemas.microsoft.com/office/drawing/2014/main" id="{323B108D-C821-7179-9A75-41077A5DCFB5}"/>
                </a:ext>
              </a:extLst>
            </p:cNvPr>
            <p:cNvSpPr/>
            <p:nvPr/>
          </p:nvSpPr>
          <p:spPr>
            <a:xfrm>
              <a:off x="7340779" y="15017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DEFDC">
                <a:alpha val="100000"/>
              </a:srgbClr>
            </a:solidFill>
            <a:ln w="5420" cap="flat">
              <a:solidFill>
                <a:srgbClr val="C7EE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56" name="pg556">
              <a:extLst>
                <a:ext uri="{FF2B5EF4-FFF2-40B4-BE49-F238E27FC236}">
                  <a16:creationId xmlns:a16="http://schemas.microsoft.com/office/drawing/2014/main" id="{FD933DB2-4ADE-086F-5E0C-4E48EA22C731}"/>
                </a:ext>
              </a:extLst>
            </p:cNvPr>
            <p:cNvSpPr/>
            <p:nvPr/>
          </p:nvSpPr>
          <p:spPr>
            <a:xfrm>
              <a:off x="7371842" y="15017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EDB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57" name="pg557">
              <a:extLst>
                <a:ext uri="{FF2B5EF4-FFF2-40B4-BE49-F238E27FC236}">
                  <a16:creationId xmlns:a16="http://schemas.microsoft.com/office/drawing/2014/main" id="{64254F65-71A9-8F11-043A-EFEB664A7940}"/>
                </a:ext>
              </a:extLst>
            </p:cNvPr>
            <p:cNvSpPr/>
            <p:nvPr/>
          </p:nvSpPr>
          <p:spPr>
            <a:xfrm>
              <a:off x="7402905" y="15017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BE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58" name="pg558">
              <a:extLst>
                <a:ext uri="{FF2B5EF4-FFF2-40B4-BE49-F238E27FC236}">
                  <a16:creationId xmlns:a16="http://schemas.microsoft.com/office/drawing/2014/main" id="{FADDD277-3B32-8BA1-94F3-F6D4EDBCEA22}"/>
                </a:ext>
              </a:extLst>
            </p:cNvPr>
            <p:cNvSpPr/>
            <p:nvPr/>
          </p:nvSpPr>
          <p:spPr>
            <a:xfrm>
              <a:off x="7433968" y="15017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59" name="pg559">
              <a:extLst>
                <a:ext uri="{FF2B5EF4-FFF2-40B4-BE49-F238E27FC236}">
                  <a16:creationId xmlns:a16="http://schemas.microsoft.com/office/drawing/2014/main" id="{5470EB69-C10A-3CF4-8228-69F19CB00271}"/>
                </a:ext>
              </a:extLst>
            </p:cNvPr>
            <p:cNvSpPr/>
            <p:nvPr/>
          </p:nvSpPr>
          <p:spPr>
            <a:xfrm>
              <a:off x="7465031" y="15017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5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60" name="pg560">
              <a:extLst>
                <a:ext uri="{FF2B5EF4-FFF2-40B4-BE49-F238E27FC236}">
                  <a16:creationId xmlns:a16="http://schemas.microsoft.com/office/drawing/2014/main" id="{902773FD-F32A-2BF9-BDFA-74839C64FC52}"/>
                </a:ext>
              </a:extLst>
            </p:cNvPr>
            <p:cNvSpPr/>
            <p:nvPr/>
          </p:nvSpPr>
          <p:spPr>
            <a:xfrm>
              <a:off x="7496094" y="15017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61" name="pg561">
              <a:extLst>
                <a:ext uri="{FF2B5EF4-FFF2-40B4-BE49-F238E27FC236}">
                  <a16:creationId xmlns:a16="http://schemas.microsoft.com/office/drawing/2014/main" id="{BD0C563C-3308-C40A-F448-E13B1E0FD219}"/>
                </a:ext>
              </a:extLst>
            </p:cNvPr>
            <p:cNvSpPr/>
            <p:nvPr/>
          </p:nvSpPr>
          <p:spPr>
            <a:xfrm>
              <a:off x="7527156" y="150177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62" name="pg562">
              <a:extLst>
                <a:ext uri="{FF2B5EF4-FFF2-40B4-BE49-F238E27FC236}">
                  <a16:creationId xmlns:a16="http://schemas.microsoft.com/office/drawing/2014/main" id="{14876A9C-6ECD-6217-1DD9-CD5A4B05F27D}"/>
                </a:ext>
              </a:extLst>
            </p:cNvPr>
            <p:cNvSpPr/>
            <p:nvPr/>
          </p:nvSpPr>
          <p:spPr>
            <a:xfrm>
              <a:off x="7247590" y="15411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63" name="pg563">
              <a:extLst>
                <a:ext uri="{FF2B5EF4-FFF2-40B4-BE49-F238E27FC236}">
                  <a16:creationId xmlns:a16="http://schemas.microsoft.com/office/drawing/2014/main" id="{49705CA3-FC54-51F2-F982-95160F7AC41C}"/>
                </a:ext>
              </a:extLst>
            </p:cNvPr>
            <p:cNvSpPr/>
            <p:nvPr/>
          </p:nvSpPr>
          <p:spPr>
            <a:xfrm>
              <a:off x="7278653" y="15411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64" name="pg564">
              <a:extLst>
                <a:ext uri="{FF2B5EF4-FFF2-40B4-BE49-F238E27FC236}">
                  <a16:creationId xmlns:a16="http://schemas.microsoft.com/office/drawing/2014/main" id="{E3F004E7-2F30-5252-1B0C-B4424E0BB4B6}"/>
                </a:ext>
              </a:extLst>
            </p:cNvPr>
            <p:cNvSpPr/>
            <p:nvPr/>
          </p:nvSpPr>
          <p:spPr>
            <a:xfrm>
              <a:off x="7309716" y="15411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65" name="pg565">
              <a:extLst>
                <a:ext uri="{FF2B5EF4-FFF2-40B4-BE49-F238E27FC236}">
                  <a16:creationId xmlns:a16="http://schemas.microsoft.com/office/drawing/2014/main" id="{1F163174-7BF0-F546-B42E-F0DD3B42ADDB}"/>
                </a:ext>
              </a:extLst>
            </p:cNvPr>
            <p:cNvSpPr/>
            <p:nvPr/>
          </p:nvSpPr>
          <p:spPr>
            <a:xfrm>
              <a:off x="7340779" y="15411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4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66" name="pg566">
              <a:extLst>
                <a:ext uri="{FF2B5EF4-FFF2-40B4-BE49-F238E27FC236}">
                  <a16:creationId xmlns:a16="http://schemas.microsoft.com/office/drawing/2014/main" id="{BE0653F3-6C86-F7B6-4568-35E05DACA106}"/>
                </a:ext>
              </a:extLst>
            </p:cNvPr>
            <p:cNvSpPr/>
            <p:nvPr/>
          </p:nvSpPr>
          <p:spPr>
            <a:xfrm>
              <a:off x="7371842" y="15411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67" name="pg567">
              <a:extLst>
                <a:ext uri="{FF2B5EF4-FFF2-40B4-BE49-F238E27FC236}">
                  <a16:creationId xmlns:a16="http://schemas.microsoft.com/office/drawing/2014/main" id="{AE745B36-82B0-87AF-7164-CC0E2FBE500D}"/>
                </a:ext>
              </a:extLst>
            </p:cNvPr>
            <p:cNvSpPr/>
            <p:nvPr/>
          </p:nvSpPr>
          <p:spPr>
            <a:xfrm>
              <a:off x="7402905" y="15411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68" name="pg568">
              <a:extLst>
                <a:ext uri="{FF2B5EF4-FFF2-40B4-BE49-F238E27FC236}">
                  <a16:creationId xmlns:a16="http://schemas.microsoft.com/office/drawing/2014/main" id="{0EBAEA44-DC3D-1285-467B-ABBDD2F3D856}"/>
                </a:ext>
              </a:extLst>
            </p:cNvPr>
            <p:cNvSpPr/>
            <p:nvPr/>
          </p:nvSpPr>
          <p:spPr>
            <a:xfrm>
              <a:off x="7433968" y="15411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69" name="pg569">
              <a:extLst>
                <a:ext uri="{FF2B5EF4-FFF2-40B4-BE49-F238E27FC236}">
                  <a16:creationId xmlns:a16="http://schemas.microsoft.com/office/drawing/2014/main" id="{52988EFD-081B-B2F3-9047-53B5D88FC630}"/>
                </a:ext>
              </a:extLst>
            </p:cNvPr>
            <p:cNvSpPr/>
            <p:nvPr/>
          </p:nvSpPr>
          <p:spPr>
            <a:xfrm>
              <a:off x="7465031" y="15411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5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70" name="pg570">
              <a:extLst>
                <a:ext uri="{FF2B5EF4-FFF2-40B4-BE49-F238E27FC236}">
                  <a16:creationId xmlns:a16="http://schemas.microsoft.com/office/drawing/2014/main" id="{D9D00BA1-A014-7B7C-41E7-12DD007E3A5D}"/>
                </a:ext>
              </a:extLst>
            </p:cNvPr>
            <p:cNvSpPr/>
            <p:nvPr/>
          </p:nvSpPr>
          <p:spPr>
            <a:xfrm>
              <a:off x="7496094" y="15411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71" name="pg571">
              <a:extLst>
                <a:ext uri="{FF2B5EF4-FFF2-40B4-BE49-F238E27FC236}">
                  <a16:creationId xmlns:a16="http://schemas.microsoft.com/office/drawing/2014/main" id="{4EB9BCBF-3692-E83A-D175-0E63438FE5F2}"/>
                </a:ext>
              </a:extLst>
            </p:cNvPr>
            <p:cNvSpPr/>
            <p:nvPr/>
          </p:nvSpPr>
          <p:spPr>
            <a:xfrm>
              <a:off x="7527156" y="154118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72" name="pg572">
              <a:extLst>
                <a:ext uri="{FF2B5EF4-FFF2-40B4-BE49-F238E27FC236}">
                  <a16:creationId xmlns:a16="http://schemas.microsoft.com/office/drawing/2014/main" id="{69A861A5-8D02-016C-12CC-B2D93133AFC8}"/>
                </a:ext>
              </a:extLst>
            </p:cNvPr>
            <p:cNvSpPr/>
            <p:nvPr/>
          </p:nvSpPr>
          <p:spPr>
            <a:xfrm>
              <a:off x="7278653" y="15805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BEFDB">
                <a:alpha val="100000"/>
              </a:srgbClr>
            </a:solidFill>
            <a:ln w="5420" cap="flat">
              <a:solidFill>
                <a:srgbClr val="C4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73" name="pg573">
              <a:extLst>
                <a:ext uri="{FF2B5EF4-FFF2-40B4-BE49-F238E27FC236}">
                  <a16:creationId xmlns:a16="http://schemas.microsoft.com/office/drawing/2014/main" id="{3BDC30E4-FE1D-FEAA-A3C3-B0AED648D155}"/>
                </a:ext>
              </a:extLst>
            </p:cNvPr>
            <p:cNvSpPr/>
            <p:nvPr/>
          </p:nvSpPr>
          <p:spPr>
            <a:xfrm>
              <a:off x="7309716" y="15805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AEFDB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74" name="pg574">
              <a:extLst>
                <a:ext uri="{FF2B5EF4-FFF2-40B4-BE49-F238E27FC236}">
                  <a16:creationId xmlns:a16="http://schemas.microsoft.com/office/drawing/2014/main" id="{42D7C89C-1E17-DB74-29BB-3E87F9FCB9B1}"/>
                </a:ext>
              </a:extLst>
            </p:cNvPr>
            <p:cNvSpPr/>
            <p:nvPr/>
          </p:nvSpPr>
          <p:spPr>
            <a:xfrm>
              <a:off x="7340779" y="15805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75" name="pg575">
              <a:extLst>
                <a:ext uri="{FF2B5EF4-FFF2-40B4-BE49-F238E27FC236}">
                  <a16:creationId xmlns:a16="http://schemas.microsoft.com/office/drawing/2014/main" id="{84D4B694-C7E4-1AA2-8ADE-0E1B497592EF}"/>
                </a:ext>
              </a:extLst>
            </p:cNvPr>
            <p:cNvSpPr/>
            <p:nvPr/>
          </p:nvSpPr>
          <p:spPr>
            <a:xfrm>
              <a:off x="7371842" y="15805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BD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76" name="pg576">
              <a:extLst>
                <a:ext uri="{FF2B5EF4-FFF2-40B4-BE49-F238E27FC236}">
                  <a16:creationId xmlns:a16="http://schemas.microsoft.com/office/drawing/2014/main" id="{B5DEE9F7-9998-1028-6CD2-D640B40D015A}"/>
                </a:ext>
              </a:extLst>
            </p:cNvPr>
            <p:cNvSpPr/>
            <p:nvPr/>
          </p:nvSpPr>
          <p:spPr>
            <a:xfrm>
              <a:off x="7402905" y="15805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8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77" name="pg577">
              <a:extLst>
                <a:ext uri="{FF2B5EF4-FFF2-40B4-BE49-F238E27FC236}">
                  <a16:creationId xmlns:a16="http://schemas.microsoft.com/office/drawing/2014/main" id="{E9D35964-0D2B-3677-EC91-25A0F01D5FB7}"/>
                </a:ext>
              </a:extLst>
            </p:cNvPr>
            <p:cNvSpPr/>
            <p:nvPr/>
          </p:nvSpPr>
          <p:spPr>
            <a:xfrm>
              <a:off x="7433968" y="15805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78" name="pg578">
              <a:extLst>
                <a:ext uri="{FF2B5EF4-FFF2-40B4-BE49-F238E27FC236}">
                  <a16:creationId xmlns:a16="http://schemas.microsoft.com/office/drawing/2014/main" id="{2F4BFBA2-0F58-2B3A-B866-189D04A58560}"/>
                </a:ext>
              </a:extLst>
            </p:cNvPr>
            <p:cNvSpPr/>
            <p:nvPr/>
          </p:nvSpPr>
          <p:spPr>
            <a:xfrm>
              <a:off x="7465031" y="15805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79" name="pg579">
              <a:extLst>
                <a:ext uri="{FF2B5EF4-FFF2-40B4-BE49-F238E27FC236}">
                  <a16:creationId xmlns:a16="http://schemas.microsoft.com/office/drawing/2014/main" id="{0086885F-5614-37E0-7485-30B6EEF7073E}"/>
                </a:ext>
              </a:extLst>
            </p:cNvPr>
            <p:cNvSpPr/>
            <p:nvPr/>
          </p:nvSpPr>
          <p:spPr>
            <a:xfrm>
              <a:off x="7496094" y="15805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80" name="pg580">
              <a:extLst>
                <a:ext uri="{FF2B5EF4-FFF2-40B4-BE49-F238E27FC236}">
                  <a16:creationId xmlns:a16="http://schemas.microsoft.com/office/drawing/2014/main" id="{3F78F670-32F9-5127-F08B-6B9A3103A8C9}"/>
                </a:ext>
              </a:extLst>
            </p:cNvPr>
            <p:cNvSpPr/>
            <p:nvPr/>
          </p:nvSpPr>
          <p:spPr>
            <a:xfrm>
              <a:off x="7527156" y="158059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81" name="pg581">
              <a:extLst>
                <a:ext uri="{FF2B5EF4-FFF2-40B4-BE49-F238E27FC236}">
                  <a16:creationId xmlns:a16="http://schemas.microsoft.com/office/drawing/2014/main" id="{6B919F2B-30B3-BDB2-15DA-A3A54D344D7D}"/>
                </a:ext>
              </a:extLst>
            </p:cNvPr>
            <p:cNvSpPr/>
            <p:nvPr/>
          </p:nvSpPr>
          <p:spPr>
            <a:xfrm>
              <a:off x="7309716" y="16200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82" name="pg582">
              <a:extLst>
                <a:ext uri="{FF2B5EF4-FFF2-40B4-BE49-F238E27FC236}">
                  <a16:creationId xmlns:a16="http://schemas.microsoft.com/office/drawing/2014/main" id="{AEE409BD-B577-85CF-9CFD-1A00DB783C2B}"/>
                </a:ext>
              </a:extLst>
            </p:cNvPr>
            <p:cNvSpPr/>
            <p:nvPr/>
          </p:nvSpPr>
          <p:spPr>
            <a:xfrm>
              <a:off x="7340779" y="16200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83" name="pg583">
              <a:extLst>
                <a:ext uri="{FF2B5EF4-FFF2-40B4-BE49-F238E27FC236}">
                  <a16:creationId xmlns:a16="http://schemas.microsoft.com/office/drawing/2014/main" id="{7A66098E-A00A-A46B-D728-7772F2DA3B9F}"/>
                </a:ext>
              </a:extLst>
            </p:cNvPr>
            <p:cNvSpPr/>
            <p:nvPr/>
          </p:nvSpPr>
          <p:spPr>
            <a:xfrm>
              <a:off x="7371842" y="16200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84" name="pg584">
              <a:extLst>
                <a:ext uri="{FF2B5EF4-FFF2-40B4-BE49-F238E27FC236}">
                  <a16:creationId xmlns:a16="http://schemas.microsoft.com/office/drawing/2014/main" id="{EB9ED254-AC0E-C94E-C692-6F38F060F9CC}"/>
                </a:ext>
              </a:extLst>
            </p:cNvPr>
            <p:cNvSpPr/>
            <p:nvPr/>
          </p:nvSpPr>
          <p:spPr>
            <a:xfrm>
              <a:off x="7402905" y="16200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CD6">
                <a:alpha val="100000"/>
              </a:srgbClr>
            </a:solidFill>
            <a:ln w="5420" cap="flat">
              <a:solidFill>
                <a:srgbClr val="B7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85" name="pg585">
              <a:extLst>
                <a:ext uri="{FF2B5EF4-FFF2-40B4-BE49-F238E27FC236}">
                  <a16:creationId xmlns:a16="http://schemas.microsoft.com/office/drawing/2014/main" id="{32BBDFEC-B03C-91EF-446A-6645CA48AC68}"/>
                </a:ext>
              </a:extLst>
            </p:cNvPr>
            <p:cNvSpPr/>
            <p:nvPr/>
          </p:nvSpPr>
          <p:spPr>
            <a:xfrm>
              <a:off x="7433968" y="16200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5E8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86" name="pg586">
              <a:extLst>
                <a:ext uri="{FF2B5EF4-FFF2-40B4-BE49-F238E27FC236}">
                  <a16:creationId xmlns:a16="http://schemas.microsoft.com/office/drawing/2014/main" id="{7A746DF0-F3C2-E394-683D-B8DDE49F7B97}"/>
                </a:ext>
              </a:extLst>
            </p:cNvPr>
            <p:cNvSpPr/>
            <p:nvPr/>
          </p:nvSpPr>
          <p:spPr>
            <a:xfrm>
              <a:off x="7465031" y="16200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87" name="pg587">
              <a:extLst>
                <a:ext uri="{FF2B5EF4-FFF2-40B4-BE49-F238E27FC236}">
                  <a16:creationId xmlns:a16="http://schemas.microsoft.com/office/drawing/2014/main" id="{07972F39-910F-3C70-17FF-1A080C46D84E}"/>
                </a:ext>
              </a:extLst>
            </p:cNvPr>
            <p:cNvSpPr/>
            <p:nvPr/>
          </p:nvSpPr>
          <p:spPr>
            <a:xfrm>
              <a:off x="7496094" y="16200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88" name="pg588">
              <a:extLst>
                <a:ext uri="{FF2B5EF4-FFF2-40B4-BE49-F238E27FC236}">
                  <a16:creationId xmlns:a16="http://schemas.microsoft.com/office/drawing/2014/main" id="{732941D9-1F82-198A-352E-BB030EEEE79F}"/>
                </a:ext>
              </a:extLst>
            </p:cNvPr>
            <p:cNvSpPr/>
            <p:nvPr/>
          </p:nvSpPr>
          <p:spPr>
            <a:xfrm>
              <a:off x="7527156" y="16200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89" name="pg589">
              <a:extLst>
                <a:ext uri="{FF2B5EF4-FFF2-40B4-BE49-F238E27FC236}">
                  <a16:creationId xmlns:a16="http://schemas.microsoft.com/office/drawing/2014/main" id="{8C22D254-264A-30E7-0010-0408FF3A273D}"/>
                </a:ext>
              </a:extLst>
            </p:cNvPr>
            <p:cNvSpPr/>
            <p:nvPr/>
          </p:nvSpPr>
          <p:spPr>
            <a:xfrm>
              <a:off x="7558219" y="162000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90" name="pg590">
              <a:extLst>
                <a:ext uri="{FF2B5EF4-FFF2-40B4-BE49-F238E27FC236}">
                  <a16:creationId xmlns:a16="http://schemas.microsoft.com/office/drawing/2014/main" id="{721E978E-84B1-02CC-0F4D-D930C8A9BBE3}"/>
                </a:ext>
              </a:extLst>
            </p:cNvPr>
            <p:cNvSpPr/>
            <p:nvPr/>
          </p:nvSpPr>
          <p:spPr>
            <a:xfrm>
              <a:off x="7402905" y="1659411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5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91" name="pg591">
              <a:extLst>
                <a:ext uri="{FF2B5EF4-FFF2-40B4-BE49-F238E27FC236}">
                  <a16:creationId xmlns:a16="http://schemas.microsoft.com/office/drawing/2014/main" id="{95F02F77-2881-5F12-E0BF-E36BD557CDEF}"/>
                </a:ext>
              </a:extLst>
            </p:cNvPr>
            <p:cNvSpPr/>
            <p:nvPr/>
          </p:nvSpPr>
          <p:spPr>
            <a:xfrm>
              <a:off x="7433968" y="1659411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92" name="pg592">
              <a:extLst>
                <a:ext uri="{FF2B5EF4-FFF2-40B4-BE49-F238E27FC236}">
                  <a16:creationId xmlns:a16="http://schemas.microsoft.com/office/drawing/2014/main" id="{E8D3249C-8F60-B947-1375-B5A976DCCDEA}"/>
                </a:ext>
              </a:extLst>
            </p:cNvPr>
            <p:cNvSpPr/>
            <p:nvPr/>
          </p:nvSpPr>
          <p:spPr>
            <a:xfrm>
              <a:off x="7465031" y="1659411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93" name="pg593">
              <a:extLst>
                <a:ext uri="{FF2B5EF4-FFF2-40B4-BE49-F238E27FC236}">
                  <a16:creationId xmlns:a16="http://schemas.microsoft.com/office/drawing/2014/main" id="{2FCFE6C9-1180-1EB3-9158-8811F0072456}"/>
                </a:ext>
              </a:extLst>
            </p:cNvPr>
            <p:cNvSpPr/>
            <p:nvPr/>
          </p:nvSpPr>
          <p:spPr>
            <a:xfrm>
              <a:off x="7496094" y="1659411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94" name="pg594">
              <a:extLst>
                <a:ext uri="{FF2B5EF4-FFF2-40B4-BE49-F238E27FC236}">
                  <a16:creationId xmlns:a16="http://schemas.microsoft.com/office/drawing/2014/main" id="{587DACB9-660F-B3FC-24BE-CD39C94C92FB}"/>
                </a:ext>
              </a:extLst>
            </p:cNvPr>
            <p:cNvSpPr/>
            <p:nvPr/>
          </p:nvSpPr>
          <p:spPr>
            <a:xfrm>
              <a:off x="7527156" y="1659411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95" name="pg595">
              <a:extLst>
                <a:ext uri="{FF2B5EF4-FFF2-40B4-BE49-F238E27FC236}">
                  <a16:creationId xmlns:a16="http://schemas.microsoft.com/office/drawing/2014/main" id="{29B9D9FE-72FD-9BAB-2D09-8BC98D984F45}"/>
                </a:ext>
              </a:extLst>
            </p:cNvPr>
            <p:cNvSpPr/>
            <p:nvPr/>
          </p:nvSpPr>
          <p:spPr>
            <a:xfrm>
              <a:off x="7558219" y="1659411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96" name="pg596">
              <a:extLst>
                <a:ext uri="{FF2B5EF4-FFF2-40B4-BE49-F238E27FC236}">
                  <a16:creationId xmlns:a16="http://schemas.microsoft.com/office/drawing/2014/main" id="{548DAE78-BAB5-BAEE-87FF-14D87643B0A1}"/>
                </a:ext>
              </a:extLst>
            </p:cNvPr>
            <p:cNvSpPr/>
            <p:nvPr/>
          </p:nvSpPr>
          <p:spPr>
            <a:xfrm>
              <a:off x="7247590" y="1698819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97" name="pg597">
              <a:extLst>
                <a:ext uri="{FF2B5EF4-FFF2-40B4-BE49-F238E27FC236}">
                  <a16:creationId xmlns:a16="http://schemas.microsoft.com/office/drawing/2014/main" id="{0F7724FD-370E-4AB7-BE67-06DF4A658E45}"/>
                </a:ext>
              </a:extLst>
            </p:cNvPr>
            <p:cNvSpPr/>
            <p:nvPr/>
          </p:nvSpPr>
          <p:spPr>
            <a:xfrm>
              <a:off x="7371842" y="1698819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98" name="pg598">
              <a:extLst>
                <a:ext uri="{FF2B5EF4-FFF2-40B4-BE49-F238E27FC236}">
                  <a16:creationId xmlns:a16="http://schemas.microsoft.com/office/drawing/2014/main" id="{F8706C74-27B7-DA08-EF2E-F0DADE62E90D}"/>
                </a:ext>
              </a:extLst>
            </p:cNvPr>
            <p:cNvSpPr/>
            <p:nvPr/>
          </p:nvSpPr>
          <p:spPr>
            <a:xfrm>
              <a:off x="7402905" y="1698819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2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99" name="pg599">
              <a:extLst>
                <a:ext uri="{FF2B5EF4-FFF2-40B4-BE49-F238E27FC236}">
                  <a16:creationId xmlns:a16="http://schemas.microsoft.com/office/drawing/2014/main" id="{3D9DA2E8-044D-AA3E-41D4-FA48A00CF415}"/>
                </a:ext>
              </a:extLst>
            </p:cNvPr>
            <p:cNvSpPr/>
            <p:nvPr/>
          </p:nvSpPr>
          <p:spPr>
            <a:xfrm>
              <a:off x="7433968" y="1698819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00" name="pg600">
              <a:extLst>
                <a:ext uri="{FF2B5EF4-FFF2-40B4-BE49-F238E27FC236}">
                  <a16:creationId xmlns:a16="http://schemas.microsoft.com/office/drawing/2014/main" id="{8A2A9C64-36AA-3DEC-AFD3-2FD7A0EA66B9}"/>
                </a:ext>
              </a:extLst>
            </p:cNvPr>
            <p:cNvSpPr/>
            <p:nvPr/>
          </p:nvSpPr>
          <p:spPr>
            <a:xfrm>
              <a:off x="7465031" y="1698819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01" name="pg601">
              <a:extLst>
                <a:ext uri="{FF2B5EF4-FFF2-40B4-BE49-F238E27FC236}">
                  <a16:creationId xmlns:a16="http://schemas.microsoft.com/office/drawing/2014/main" id="{3A27F270-3DD9-E1C1-220D-D21239564203}"/>
                </a:ext>
              </a:extLst>
            </p:cNvPr>
            <p:cNvSpPr/>
            <p:nvPr/>
          </p:nvSpPr>
          <p:spPr>
            <a:xfrm>
              <a:off x="7496094" y="1698819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02" name="pg602">
              <a:extLst>
                <a:ext uri="{FF2B5EF4-FFF2-40B4-BE49-F238E27FC236}">
                  <a16:creationId xmlns:a16="http://schemas.microsoft.com/office/drawing/2014/main" id="{F8D21BF8-E389-F7D6-4384-AC7C1537459C}"/>
                </a:ext>
              </a:extLst>
            </p:cNvPr>
            <p:cNvSpPr/>
            <p:nvPr/>
          </p:nvSpPr>
          <p:spPr>
            <a:xfrm>
              <a:off x="7527156" y="1698819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03" name="pg603">
              <a:extLst>
                <a:ext uri="{FF2B5EF4-FFF2-40B4-BE49-F238E27FC236}">
                  <a16:creationId xmlns:a16="http://schemas.microsoft.com/office/drawing/2014/main" id="{706CCD9D-F939-166C-6447-22A77D59296A}"/>
                </a:ext>
              </a:extLst>
            </p:cNvPr>
            <p:cNvSpPr/>
            <p:nvPr/>
          </p:nvSpPr>
          <p:spPr>
            <a:xfrm>
              <a:off x="7558219" y="1698819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04" name="pg604">
              <a:extLst>
                <a:ext uri="{FF2B5EF4-FFF2-40B4-BE49-F238E27FC236}">
                  <a16:creationId xmlns:a16="http://schemas.microsoft.com/office/drawing/2014/main" id="{6C65F619-A22E-7627-083C-D50D64B1F29E}"/>
                </a:ext>
              </a:extLst>
            </p:cNvPr>
            <p:cNvSpPr/>
            <p:nvPr/>
          </p:nvSpPr>
          <p:spPr>
            <a:xfrm>
              <a:off x="7216527" y="17382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05" name="pg605">
              <a:extLst>
                <a:ext uri="{FF2B5EF4-FFF2-40B4-BE49-F238E27FC236}">
                  <a16:creationId xmlns:a16="http://schemas.microsoft.com/office/drawing/2014/main" id="{193DDB16-FC0F-CAC8-F0C6-3579388A1EAC}"/>
                </a:ext>
              </a:extLst>
            </p:cNvPr>
            <p:cNvSpPr/>
            <p:nvPr/>
          </p:nvSpPr>
          <p:spPr>
            <a:xfrm>
              <a:off x="7247590" y="17382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06" name="pg606">
              <a:extLst>
                <a:ext uri="{FF2B5EF4-FFF2-40B4-BE49-F238E27FC236}">
                  <a16:creationId xmlns:a16="http://schemas.microsoft.com/office/drawing/2014/main" id="{25E7D177-DC12-4BC9-BF58-B31FBF1611FA}"/>
                </a:ext>
              </a:extLst>
            </p:cNvPr>
            <p:cNvSpPr/>
            <p:nvPr/>
          </p:nvSpPr>
          <p:spPr>
            <a:xfrm>
              <a:off x="7278653" y="17382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07" name="pg607">
              <a:extLst>
                <a:ext uri="{FF2B5EF4-FFF2-40B4-BE49-F238E27FC236}">
                  <a16:creationId xmlns:a16="http://schemas.microsoft.com/office/drawing/2014/main" id="{94478F2A-AF4E-C833-09EF-98B1C32D0BB9}"/>
                </a:ext>
              </a:extLst>
            </p:cNvPr>
            <p:cNvSpPr/>
            <p:nvPr/>
          </p:nvSpPr>
          <p:spPr>
            <a:xfrm>
              <a:off x="7309716" y="17382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08" name="pg608">
              <a:extLst>
                <a:ext uri="{FF2B5EF4-FFF2-40B4-BE49-F238E27FC236}">
                  <a16:creationId xmlns:a16="http://schemas.microsoft.com/office/drawing/2014/main" id="{53FAFAED-95C2-AA67-1503-5B836648B8C1}"/>
                </a:ext>
              </a:extLst>
            </p:cNvPr>
            <p:cNvSpPr/>
            <p:nvPr/>
          </p:nvSpPr>
          <p:spPr>
            <a:xfrm>
              <a:off x="7340779" y="17382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09" name="pg609">
              <a:extLst>
                <a:ext uri="{FF2B5EF4-FFF2-40B4-BE49-F238E27FC236}">
                  <a16:creationId xmlns:a16="http://schemas.microsoft.com/office/drawing/2014/main" id="{99220884-F7C6-FBAD-9217-B8A285037CB1}"/>
                </a:ext>
              </a:extLst>
            </p:cNvPr>
            <p:cNvSpPr/>
            <p:nvPr/>
          </p:nvSpPr>
          <p:spPr>
            <a:xfrm>
              <a:off x="7371842" y="17382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10" name="pg610">
              <a:extLst>
                <a:ext uri="{FF2B5EF4-FFF2-40B4-BE49-F238E27FC236}">
                  <a16:creationId xmlns:a16="http://schemas.microsoft.com/office/drawing/2014/main" id="{B3DEA74F-9E77-5ED7-3CE2-E0EDD34B445C}"/>
                </a:ext>
              </a:extLst>
            </p:cNvPr>
            <p:cNvSpPr/>
            <p:nvPr/>
          </p:nvSpPr>
          <p:spPr>
            <a:xfrm>
              <a:off x="7402905" y="17382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AF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11" name="pg611">
              <a:extLst>
                <a:ext uri="{FF2B5EF4-FFF2-40B4-BE49-F238E27FC236}">
                  <a16:creationId xmlns:a16="http://schemas.microsoft.com/office/drawing/2014/main" id="{C08C8F71-54E9-4D82-DF1A-D04FB736DFB4}"/>
                </a:ext>
              </a:extLst>
            </p:cNvPr>
            <p:cNvSpPr/>
            <p:nvPr/>
          </p:nvSpPr>
          <p:spPr>
            <a:xfrm>
              <a:off x="7433968" y="17382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12" name="pg612">
              <a:extLst>
                <a:ext uri="{FF2B5EF4-FFF2-40B4-BE49-F238E27FC236}">
                  <a16:creationId xmlns:a16="http://schemas.microsoft.com/office/drawing/2014/main" id="{D04B7468-B1D7-B5A2-657E-6783EA25F527}"/>
                </a:ext>
              </a:extLst>
            </p:cNvPr>
            <p:cNvSpPr/>
            <p:nvPr/>
          </p:nvSpPr>
          <p:spPr>
            <a:xfrm>
              <a:off x="7465031" y="17382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13" name="pg613">
              <a:extLst>
                <a:ext uri="{FF2B5EF4-FFF2-40B4-BE49-F238E27FC236}">
                  <a16:creationId xmlns:a16="http://schemas.microsoft.com/office/drawing/2014/main" id="{7E5D19DE-CEEB-BA40-12CC-C07A000234AB}"/>
                </a:ext>
              </a:extLst>
            </p:cNvPr>
            <p:cNvSpPr/>
            <p:nvPr/>
          </p:nvSpPr>
          <p:spPr>
            <a:xfrm>
              <a:off x="7496094" y="17382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14" name="pg614">
              <a:extLst>
                <a:ext uri="{FF2B5EF4-FFF2-40B4-BE49-F238E27FC236}">
                  <a16:creationId xmlns:a16="http://schemas.microsoft.com/office/drawing/2014/main" id="{5B1E0173-DE98-614C-1A1E-81EA696995CA}"/>
                </a:ext>
              </a:extLst>
            </p:cNvPr>
            <p:cNvSpPr/>
            <p:nvPr/>
          </p:nvSpPr>
          <p:spPr>
            <a:xfrm>
              <a:off x="7527156" y="17382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15" name="pg615">
              <a:extLst>
                <a:ext uri="{FF2B5EF4-FFF2-40B4-BE49-F238E27FC236}">
                  <a16:creationId xmlns:a16="http://schemas.microsoft.com/office/drawing/2014/main" id="{730AEFFD-FF11-84CF-D282-3E91C97C1CC5}"/>
                </a:ext>
              </a:extLst>
            </p:cNvPr>
            <p:cNvSpPr/>
            <p:nvPr/>
          </p:nvSpPr>
          <p:spPr>
            <a:xfrm>
              <a:off x="7558219" y="1738228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16" name="pg616">
              <a:extLst>
                <a:ext uri="{FF2B5EF4-FFF2-40B4-BE49-F238E27FC236}">
                  <a16:creationId xmlns:a16="http://schemas.microsoft.com/office/drawing/2014/main" id="{4EE078C0-68EE-C550-4EC2-281BE6EB6B4E}"/>
                </a:ext>
              </a:extLst>
            </p:cNvPr>
            <p:cNvSpPr/>
            <p:nvPr/>
          </p:nvSpPr>
          <p:spPr>
            <a:xfrm>
              <a:off x="7185465" y="17776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17" name="pg617">
              <a:extLst>
                <a:ext uri="{FF2B5EF4-FFF2-40B4-BE49-F238E27FC236}">
                  <a16:creationId xmlns:a16="http://schemas.microsoft.com/office/drawing/2014/main" id="{65348366-B6C0-8DCE-BE53-85FC52F4CC5F}"/>
                </a:ext>
              </a:extLst>
            </p:cNvPr>
            <p:cNvSpPr/>
            <p:nvPr/>
          </p:nvSpPr>
          <p:spPr>
            <a:xfrm>
              <a:off x="7216527" y="17776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18" name="pg618">
              <a:extLst>
                <a:ext uri="{FF2B5EF4-FFF2-40B4-BE49-F238E27FC236}">
                  <a16:creationId xmlns:a16="http://schemas.microsoft.com/office/drawing/2014/main" id="{C2D7A042-A6C4-4600-A1EF-6855A7CFF330}"/>
                </a:ext>
              </a:extLst>
            </p:cNvPr>
            <p:cNvSpPr/>
            <p:nvPr/>
          </p:nvSpPr>
          <p:spPr>
            <a:xfrm>
              <a:off x="7247590" y="17776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19" name="pg619">
              <a:extLst>
                <a:ext uri="{FF2B5EF4-FFF2-40B4-BE49-F238E27FC236}">
                  <a16:creationId xmlns:a16="http://schemas.microsoft.com/office/drawing/2014/main" id="{6AC7BA20-141A-DDB9-C30F-F5DA448DE04E}"/>
                </a:ext>
              </a:extLst>
            </p:cNvPr>
            <p:cNvSpPr/>
            <p:nvPr/>
          </p:nvSpPr>
          <p:spPr>
            <a:xfrm>
              <a:off x="7278653" y="17776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20" name="pg620">
              <a:extLst>
                <a:ext uri="{FF2B5EF4-FFF2-40B4-BE49-F238E27FC236}">
                  <a16:creationId xmlns:a16="http://schemas.microsoft.com/office/drawing/2014/main" id="{39310DC6-E9C3-38F4-4187-7BBDA5AD1677}"/>
                </a:ext>
              </a:extLst>
            </p:cNvPr>
            <p:cNvSpPr/>
            <p:nvPr/>
          </p:nvSpPr>
          <p:spPr>
            <a:xfrm>
              <a:off x="7309716" y="17776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21" name="pg621">
              <a:extLst>
                <a:ext uri="{FF2B5EF4-FFF2-40B4-BE49-F238E27FC236}">
                  <a16:creationId xmlns:a16="http://schemas.microsoft.com/office/drawing/2014/main" id="{739554C7-F6F8-4553-54C2-09969DC4B06F}"/>
                </a:ext>
              </a:extLst>
            </p:cNvPr>
            <p:cNvSpPr/>
            <p:nvPr/>
          </p:nvSpPr>
          <p:spPr>
            <a:xfrm>
              <a:off x="7340779" y="17776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2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22" name="pg622">
              <a:extLst>
                <a:ext uri="{FF2B5EF4-FFF2-40B4-BE49-F238E27FC236}">
                  <a16:creationId xmlns:a16="http://schemas.microsoft.com/office/drawing/2014/main" id="{DFA5DFB9-56E0-006D-C64D-B9B6B294C014}"/>
                </a:ext>
              </a:extLst>
            </p:cNvPr>
            <p:cNvSpPr/>
            <p:nvPr/>
          </p:nvSpPr>
          <p:spPr>
            <a:xfrm>
              <a:off x="7371842" y="17776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23" name="pg623">
              <a:extLst>
                <a:ext uri="{FF2B5EF4-FFF2-40B4-BE49-F238E27FC236}">
                  <a16:creationId xmlns:a16="http://schemas.microsoft.com/office/drawing/2014/main" id="{7BCE7C9C-DAB3-67AC-A5D9-09CCDB3A606E}"/>
                </a:ext>
              </a:extLst>
            </p:cNvPr>
            <p:cNvSpPr/>
            <p:nvPr/>
          </p:nvSpPr>
          <p:spPr>
            <a:xfrm>
              <a:off x="7402905" y="17776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24" name="pg624">
              <a:extLst>
                <a:ext uri="{FF2B5EF4-FFF2-40B4-BE49-F238E27FC236}">
                  <a16:creationId xmlns:a16="http://schemas.microsoft.com/office/drawing/2014/main" id="{D564E449-D018-B486-AC6B-FCC1559A79A7}"/>
                </a:ext>
              </a:extLst>
            </p:cNvPr>
            <p:cNvSpPr/>
            <p:nvPr/>
          </p:nvSpPr>
          <p:spPr>
            <a:xfrm>
              <a:off x="7433968" y="17776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25" name="pg625">
              <a:extLst>
                <a:ext uri="{FF2B5EF4-FFF2-40B4-BE49-F238E27FC236}">
                  <a16:creationId xmlns:a16="http://schemas.microsoft.com/office/drawing/2014/main" id="{A880412C-46E3-7148-D68D-69B661EFE93A}"/>
                </a:ext>
              </a:extLst>
            </p:cNvPr>
            <p:cNvSpPr/>
            <p:nvPr/>
          </p:nvSpPr>
          <p:spPr>
            <a:xfrm>
              <a:off x="7465031" y="17776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26" name="pg626">
              <a:extLst>
                <a:ext uri="{FF2B5EF4-FFF2-40B4-BE49-F238E27FC236}">
                  <a16:creationId xmlns:a16="http://schemas.microsoft.com/office/drawing/2014/main" id="{43C52C88-C9C4-618B-EE95-1D83B530AA32}"/>
                </a:ext>
              </a:extLst>
            </p:cNvPr>
            <p:cNvSpPr/>
            <p:nvPr/>
          </p:nvSpPr>
          <p:spPr>
            <a:xfrm>
              <a:off x="7496094" y="17776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27" name="pg627">
              <a:extLst>
                <a:ext uri="{FF2B5EF4-FFF2-40B4-BE49-F238E27FC236}">
                  <a16:creationId xmlns:a16="http://schemas.microsoft.com/office/drawing/2014/main" id="{883BE140-7CB7-01A0-62DE-218F9EF1E988}"/>
                </a:ext>
              </a:extLst>
            </p:cNvPr>
            <p:cNvSpPr/>
            <p:nvPr/>
          </p:nvSpPr>
          <p:spPr>
            <a:xfrm>
              <a:off x="7527156" y="17776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28" name="pg628">
              <a:extLst>
                <a:ext uri="{FF2B5EF4-FFF2-40B4-BE49-F238E27FC236}">
                  <a16:creationId xmlns:a16="http://schemas.microsoft.com/office/drawing/2014/main" id="{69937276-A39B-61B7-C6E7-ED5A820DA9DF}"/>
                </a:ext>
              </a:extLst>
            </p:cNvPr>
            <p:cNvSpPr/>
            <p:nvPr/>
          </p:nvSpPr>
          <p:spPr>
            <a:xfrm>
              <a:off x="7558219" y="17776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29" name="pg629">
              <a:extLst>
                <a:ext uri="{FF2B5EF4-FFF2-40B4-BE49-F238E27FC236}">
                  <a16:creationId xmlns:a16="http://schemas.microsoft.com/office/drawing/2014/main" id="{FCBA72C3-BA88-168F-4C2B-2C040D4D1247}"/>
                </a:ext>
              </a:extLst>
            </p:cNvPr>
            <p:cNvSpPr/>
            <p:nvPr/>
          </p:nvSpPr>
          <p:spPr>
            <a:xfrm>
              <a:off x="7589283" y="1777636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30" name="pg630">
              <a:extLst>
                <a:ext uri="{FF2B5EF4-FFF2-40B4-BE49-F238E27FC236}">
                  <a16:creationId xmlns:a16="http://schemas.microsoft.com/office/drawing/2014/main" id="{25627E74-6F96-79E9-84A7-D2D4045397B5}"/>
                </a:ext>
              </a:extLst>
            </p:cNvPr>
            <p:cNvSpPr/>
            <p:nvPr/>
          </p:nvSpPr>
          <p:spPr>
            <a:xfrm>
              <a:off x="7185465" y="18170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6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31" name="pg631">
              <a:extLst>
                <a:ext uri="{FF2B5EF4-FFF2-40B4-BE49-F238E27FC236}">
                  <a16:creationId xmlns:a16="http://schemas.microsoft.com/office/drawing/2014/main" id="{AE03D894-7E05-732E-8611-547513B63534}"/>
                </a:ext>
              </a:extLst>
            </p:cNvPr>
            <p:cNvSpPr/>
            <p:nvPr/>
          </p:nvSpPr>
          <p:spPr>
            <a:xfrm>
              <a:off x="7216527" y="18170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32" name="pg632">
              <a:extLst>
                <a:ext uri="{FF2B5EF4-FFF2-40B4-BE49-F238E27FC236}">
                  <a16:creationId xmlns:a16="http://schemas.microsoft.com/office/drawing/2014/main" id="{8F4CC8F3-337F-D188-4DCC-78BAD80B9B90}"/>
                </a:ext>
              </a:extLst>
            </p:cNvPr>
            <p:cNvSpPr/>
            <p:nvPr/>
          </p:nvSpPr>
          <p:spPr>
            <a:xfrm>
              <a:off x="7247590" y="18170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33" name="pg633">
              <a:extLst>
                <a:ext uri="{FF2B5EF4-FFF2-40B4-BE49-F238E27FC236}">
                  <a16:creationId xmlns:a16="http://schemas.microsoft.com/office/drawing/2014/main" id="{099DEB97-661C-6B22-CA08-29403B27EF1E}"/>
                </a:ext>
              </a:extLst>
            </p:cNvPr>
            <p:cNvSpPr/>
            <p:nvPr/>
          </p:nvSpPr>
          <p:spPr>
            <a:xfrm>
              <a:off x="7278653" y="18170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34" name="pg634">
              <a:extLst>
                <a:ext uri="{FF2B5EF4-FFF2-40B4-BE49-F238E27FC236}">
                  <a16:creationId xmlns:a16="http://schemas.microsoft.com/office/drawing/2014/main" id="{5B8A2164-CE99-BE56-B388-B29FBDD581D9}"/>
                </a:ext>
              </a:extLst>
            </p:cNvPr>
            <p:cNvSpPr/>
            <p:nvPr/>
          </p:nvSpPr>
          <p:spPr>
            <a:xfrm>
              <a:off x="7309716" y="18170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35" name="pg635">
              <a:extLst>
                <a:ext uri="{FF2B5EF4-FFF2-40B4-BE49-F238E27FC236}">
                  <a16:creationId xmlns:a16="http://schemas.microsoft.com/office/drawing/2014/main" id="{EDDF9706-DB55-0994-666E-9A716DF496E5}"/>
                </a:ext>
              </a:extLst>
            </p:cNvPr>
            <p:cNvSpPr/>
            <p:nvPr/>
          </p:nvSpPr>
          <p:spPr>
            <a:xfrm>
              <a:off x="7340779" y="18170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36" name="pg636">
              <a:extLst>
                <a:ext uri="{FF2B5EF4-FFF2-40B4-BE49-F238E27FC236}">
                  <a16:creationId xmlns:a16="http://schemas.microsoft.com/office/drawing/2014/main" id="{C51DCDB0-C3A1-433F-060C-AD59868E263E}"/>
                </a:ext>
              </a:extLst>
            </p:cNvPr>
            <p:cNvSpPr/>
            <p:nvPr/>
          </p:nvSpPr>
          <p:spPr>
            <a:xfrm>
              <a:off x="7371842" y="18170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37" name="pg637">
              <a:extLst>
                <a:ext uri="{FF2B5EF4-FFF2-40B4-BE49-F238E27FC236}">
                  <a16:creationId xmlns:a16="http://schemas.microsoft.com/office/drawing/2014/main" id="{42799764-BBF9-1A99-7641-4D07C38456AA}"/>
                </a:ext>
              </a:extLst>
            </p:cNvPr>
            <p:cNvSpPr/>
            <p:nvPr/>
          </p:nvSpPr>
          <p:spPr>
            <a:xfrm>
              <a:off x="7402905" y="18170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38" name="pg638">
              <a:extLst>
                <a:ext uri="{FF2B5EF4-FFF2-40B4-BE49-F238E27FC236}">
                  <a16:creationId xmlns:a16="http://schemas.microsoft.com/office/drawing/2014/main" id="{C19706D2-D8B2-093E-F5A4-375BA5EA1F7A}"/>
                </a:ext>
              </a:extLst>
            </p:cNvPr>
            <p:cNvSpPr/>
            <p:nvPr/>
          </p:nvSpPr>
          <p:spPr>
            <a:xfrm>
              <a:off x="7433968" y="18170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39" name="pg639">
              <a:extLst>
                <a:ext uri="{FF2B5EF4-FFF2-40B4-BE49-F238E27FC236}">
                  <a16:creationId xmlns:a16="http://schemas.microsoft.com/office/drawing/2014/main" id="{D3AADF68-1C3E-EEFF-9499-7053E5ADB1F9}"/>
                </a:ext>
              </a:extLst>
            </p:cNvPr>
            <p:cNvSpPr/>
            <p:nvPr/>
          </p:nvSpPr>
          <p:spPr>
            <a:xfrm>
              <a:off x="7465031" y="18170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40" name="pg640">
              <a:extLst>
                <a:ext uri="{FF2B5EF4-FFF2-40B4-BE49-F238E27FC236}">
                  <a16:creationId xmlns:a16="http://schemas.microsoft.com/office/drawing/2014/main" id="{00AF04C3-0EA9-8345-A54A-D85418053696}"/>
                </a:ext>
              </a:extLst>
            </p:cNvPr>
            <p:cNvSpPr/>
            <p:nvPr/>
          </p:nvSpPr>
          <p:spPr>
            <a:xfrm>
              <a:off x="7496094" y="18170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41" name="pg641">
              <a:extLst>
                <a:ext uri="{FF2B5EF4-FFF2-40B4-BE49-F238E27FC236}">
                  <a16:creationId xmlns:a16="http://schemas.microsoft.com/office/drawing/2014/main" id="{F45FAD2C-A9C4-50F4-880A-6FA86C08F420}"/>
                </a:ext>
              </a:extLst>
            </p:cNvPr>
            <p:cNvSpPr/>
            <p:nvPr/>
          </p:nvSpPr>
          <p:spPr>
            <a:xfrm>
              <a:off x="7527156" y="18170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42" name="pg642">
              <a:extLst>
                <a:ext uri="{FF2B5EF4-FFF2-40B4-BE49-F238E27FC236}">
                  <a16:creationId xmlns:a16="http://schemas.microsoft.com/office/drawing/2014/main" id="{8C8ED09A-30CF-66D7-BB74-517380111C79}"/>
                </a:ext>
              </a:extLst>
            </p:cNvPr>
            <p:cNvSpPr/>
            <p:nvPr/>
          </p:nvSpPr>
          <p:spPr>
            <a:xfrm>
              <a:off x="7558219" y="18170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43" name="pg643">
              <a:extLst>
                <a:ext uri="{FF2B5EF4-FFF2-40B4-BE49-F238E27FC236}">
                  <a16:creationId xmlns:a16="http://schemas.microsoft.com/office/drawing/2014/main" id="{E13E0FFB-C610-BBAC-4E5D-D24D6863BB15}"/>
                </a:ext>
              </a:extLst>
            </p:cNvPr>
            <p:cNvSpPr/>
            <p:nvPr/>
          </p:nvSpPr>
          <p:spPr>
            <a:xfrm>
              <a:off x="7589283" y="18170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44" name="pg644">
              <a:extLst>
                <a:ext uri="{FF2B5EF4-FFF2-40B4-BE49-F238E27FC236}">
                  <a16:creationId xmlns:a16="http://schemas.microsoft.com/office/drawing/2014/main" id="{8998E12F-03EF-0397-3867-3A92A862B70D}"/>
                </a:ext>
              </a:extLst>
            </p:cNvPr>
            <p:cNvSpPr/>
            <p:nvPr/>
          </p:nvSpPr>
          <p:spPr>
            <a:xfrm>
              <a:off x="7620345" y="1817045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45" name="pg645">
              <a:extLst>
                <a:ext uri="{FF2B5EF4-FFF2-40B4-BE49-F238E27FC236}">
                  <a16:creationId xmlns:a16="http://schemas.microsoft.com/office/drawing/2014/main" id="{1CDD5133-45E1-1E46-C49C-2512D02A2340}"/>
                </a:ext>
              </a:extLst>
            </p:cNvPr>
            <p:cNvSpPr/>
            <p:nvPr/>
          </p:nvSpPr>
          <p:spPr>
            <a:xfrm>
              <a:off x="7185465" y="18564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46" name="pg646">
              <a:extLst>
                <a:ext uri="{FF2B5EF4-FFF2-40B4-BE49-F238E27FC236}">
                  <a16:creationId xmlns:a16="http://schemas.microsoft.com/office/drawing/2014/main" id="{196AC881-99FA-1A5D-0B5E-413EEDA6CAF9}"/>
                </a:ext>
              </a:extLst>
            </p:cNvPr>
            <p:cNvSpPr/>
            <p:nvPr/>
          </p:nvSpPr>
          <p:spPr>
            <a:xfrm>
              <a:off x="7216527" y="18564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47" name="pg647">
              <a:extLst>
                <a:ext uri="{FF2B5EF4-FFF2-40B4-BE49-F238E27FC236}">
                  <a16:creationId xmlns:a16="http://schemas.microsoft.com/office/drawing/2014/main" id="{0A9F5010-5EC9-4ED4-7363-BDCD104DC0FF}"/>
                </a:ext>
              </a:extLst>
            </p:cNvPr>
            <p:cNvSpPr/>
            <p:nvPr/>
          </p:nvSpPr>
          <p:spPr>
            <a:xfrm>
              <a:off x="7247590" y="18564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48" name="pg648">
              <a:extLst>
                <a:ext uri="{FF2B5EF4-FFF2-40B4-BE49-F238E27FC236}">
                  <a16:creationId xmlns:a16="http://schemas.microsoft.com/office/drawing/2014/main" id="{BD208540-DA2B-B32A-E4F8-BF9F804DF454}"/>
                </a:ext>
              </a:extLst>
            </p:cNvPr>
            <p:cNvSpPr/>
            <p:nvPr/>
          </p:nvSpPr>
          <p:spPr>
            <a:xfrm>
              <a:off x="7278653" y="18564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49" name="pg649">
              <a:extLst>
                <a:ext uri="{FF2B5EF4-FFF2-40B4-BE49-F238E27FC236}">
                  <a16:creationId xmlns:a16="http://schemas.microsoft.com/office/drawing/2014/main" id="{7E236AB0-B10F-A501-D2D4-045BEB21BB57}"/>
                </a:ext>
              </a:extLst>
            </p:cNvPr>
            <p:cNvSpPr/>
            <p:nvPr/>
          </p:nvSpPr>
          <p:spPr>
            <a:xfrm>
              <a:off x="7309716" y="18564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50" name="pg650">
              <a:extLst>
                <a:ext uri="{FF2B5EF4-FFF2-40B4-BE49-F238E27FC236}">
                  <a16:creationId xmlns:a16="http://schemas.microsoft.com/office/drawing/2014/main" id="{2840D77C-6780-1258-AAE4-148A0B3E4300}"/>
                </a:ext>
              </a:extLst>
            </p:cNvPr>
            <p:cNvSpPr/>
            <p:nvPr/>
          </p:nvSpPr>
          <p:spPr>
            <a:xfrm>
              <a:off x="7340779" y="18564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51" name="pg651">
              <a:extLst>
                <a:ext uri="{FF2B5EF4-FFF2-40B4-BE49-F238E27FC236}">
                  <a16:creationId xmlns:a16="http://schemas.microsoft.com/office/drawing/2014/main" id="{7C02C130-A6C6-6BF1-20F6-F8C2B0EAC25E}"/>
                </a:ext>
              </a:extLst>
            </p:cNvPr>
            <p:cNvSpPr/>
            <p:nvPr/>
          </p:nvSpPr>
          <p:spPr>
            <a:xfrm>
              <a:off x="7371842" y="18564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52" name="pg652">
              <a:extLst>
                <a:ext uri="{FF2B5EF4-FFF2-40B4-BE49-F238E27FC236}">
                  <a16:creationId xmlns:a16="http://schemas.microsoft.com/office/drawing/2014/main" id="{E493E7D1-61C7-530C-4DC0-316A49A5711F}"/>
                </a:ext>
              </a:extLst>
            </p:cNvPr>
            <p:cNvSpPr/>
            <p:nvPr/>
          </p:nvSpPr>
          <p:spPr>
            <a:xfrm>
              <a:off x="7402905" y="18564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53" name="pg653">
              <a:extLst>
                <a:ext uri="{FF2B5EF4-FFF2-40B4-BE49-F238E27FC236}">
                  <a16:creationId xmlns:a16="http://schemas.microsoft.com/office/drawing/2014/main" id="{3783F86C-9980-95EB-001D-6DBDDEE75D51}"/>
                </a:ext>
              </a:extLst>
            </p:cNvPr>
            <p:cNvSpPr/>
            <p:nvPr/>
          </p:nvSpPr>
          <p:spPr>
            <a:xfrm>
              <a:off x="7433968" y="18564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54" name="pg654">
              <a:extLst>
                <a:ext uri="{FF2B5EF4-FFF2-40B4-BE49-F238E27FC236}">
                  <a16:creationId xmlns:a16="http://schemas.microsoft.com/office/drawing/2014/main" id="{591B5603-8E46-E7EA-73AE-6726E8459FF6}"/>
                </a:ext>
              </a:extLst>
            </p:cNvPr>
            <p:cNvSpPr/>
            <p:nvPr/>
          </p:nvSpPr>
          <p:spPr>
            <a:xfrm>
              <a:off x="7465031" y="18564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55" name="pg655">
              <a:extLst>
                <a:ext uri="{FF2B5EF4-FFF2-40B4-BE49-F238E27FC236}">
                  <a16:creationId xmlns:a16="http://schemas.microsoft.com/office/drawing/2014/main" id="{19D48704-ECF3-B233-4C38-3B52AC12438D}"/>
                </a:ext>
              </a:extLst>
            </p:cNvPr>
            <p:cNvSpPr/>
            <p:nvPr/>
          </p:nvSpPr>
          <p:spPr>
            <a:xfrm>
              <a:off x="7496094" y="18564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56" name="pg656">
              <a:extLst>
                <a:ext uri="{FF2B5EF4-FFF2-40B4-BE49-F238E27FC236}">
                  <a16:creationId xmlns:a16="http://schemas.microsoft.com/office/drawing/2014/main" id="{E1A2A10C-7448-F5F1-B879-5A050C336249}"/>
                </a:ext>
              </a:extLst>
            </p:cNvPr>
            <p:cNvSpPr/>
            <p:nvPr/>
          </p:nvSpPr>
          <p:spPr>
            <a:xfrm>
              <a:off x="7527156" y="18564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57" name="pg657">
              <a:extLst>
                <a:ext uri="{FF2B5EF4-FFF2-40B4-BE49-F238E27FC236}">
                  <a16:creationId xmlns:a16="http://schemas.microsoft.com/office/drawing/2014/main" id="{D8AA12DF-E216-D833-BEF9-32FBC0A351B4}"/>
                </a:ext>
              </a:extLst>
            </p:cNvPr>
            <p:cNvSpPr/>
            <p:nvPr/>
          </p:nvSpPr>
          <p:spPr>
            <a:xfrm>
              <a:off x="7558219" y="18564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58" name="pg658">
              <a:extLst>
                <a:ext uri="{FF2B5EF4-FFF2-40B4-BE49-F238E27FC236}">
                  <a16:creationId xmlns:a16="http://schemas.microsoft.com/office/drawing/2014/main" id="{84478C2B-6F52-B788-73B5-2D39C1040A08}"/>
                </a:ext>
              </a:extLst>
            </p:cNvPr>
            <p:cNvSpPr/>
            <p:nvPr/>
          </p:nvSpPr>
          <p:spPr>
            <a:xfrm>
              <a:off x="7589283" y="18564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59" name="pg659">
              <a:extLst>
                <a:ext uri="{FF2B5EF4-FFF2-40B4-BE49-F238E27FC236}">
                  <a16:creationId xmlns:a16="http://schemas.microsoft.com/office/drawing/2014/main" id="{13567FB2-3523-D596-7313-49FA0EDED672}"/>
                </a:ext>
              </a:extLst>
            </p:cNvPr>
            <p:cNvSpPr/>
            <p:nvPr/>
          </p:nvSpPr>
          <p:spPr>
            <a:xfrm>
              <a:off x="7620345" y="1856453"/>
              <a:ext cx="31063" cy="39408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60" name="pg660">
              <a:extLst>
                <a:ext uri="{FF2B5EF4-FFF2-40B4-BE49-F238E27FC236}">
                  <a16:creationId xmlns:a16="http://schemas.microsoft.com/office/drawing/2014/main" id="{7CCCBC9C-B3FD-91AB-6885-A455418F5938}"/>
                </a:ext>
              </a:extLst>
            </p:cNvPr>
            <p:cNvSpPr/>
            <p:nvPr/>
          </p:nvSpPr>
          <p:spPr>
            <a:xfrm>
              <a:off x="8013933" y="474902"/>
              <a:ext cx="10529" cy="54128"/>
            </a:xfrm>
            <a:custGeom>
              <a:avLst/>
              <a:gdLst/>
              <a:ahLst/>
              <a:cxnLst/>
              <a:rect l="0" t="0" r="0" b="0"/>
              <a:pathLst>
                <a:path w="27605" h="141906">
                  <a:moveTo>
                    <a:pt x="25965" y="15142"/>
                  </a:moveTo>
                  <a:lnTo>
                    <a:pt x="3001" y="141906"/>
                  </a:lnTo>
                  <a:lnTo>
                    <a:pt x="0" y="103414"/>
                  </a:lnTo>
                  <a:lnTo>
                    <a:pt x="9634" y="0"/>
                  </a:lnTo>
                  <a:lnTo>
                    <a:pt x="2760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61" name="pg661">
              <a:extLst>
                <a:ext uri="{FF2B5EF4-FFF2-40B4-BE49-F238E27FC236}">
                  <a16:creationId xmlns:a16="http://schemas.microsoft.com/office/drawing/2014/main" id="{366D794A-6C0E-2745-0B81-81AA046DA3C3}"/>
                </a:ext>
              </a:extLst>
            </p:cNvPr>
            <p:cNvSpPr/>
            <p:nvPr/>
          </p:nvSpPr>
          <p:spPr>
            <a:xfrm>
              <a:off x="7607067" y="474902"/>
              <a:ext cx="397528" cy="357698"/>
            </a:xfrm>
            <a:custGeom>
              <a:avLst/>
              <a:gdLst/>
              <a:ahLst/>
              <a:cxnLst/>
              <a:rect l="0" t="0" r="0" b="0"/>
              <a:pathLst>
                <a:path w="1042192" h="937770">
                  <a:moveTo>
                    <a:pt x="1041757" y="966"/>
                  </a:moveTo>
                  <a:lnTo>
                    <a:pt x="998433" y="199714"/>
                  </a:lnTo>
                  <a:lnTo>
                    <a:pt x="938872" y="305648"/>
                  </a:lnTo>
                  <a:lnTo>
                    <a:pt x="884012" y="378917"/>
                  </a:lnTo>
                  <a:lnTo>
                    <a:pt x="827417" y="366805"/>
                  </a:lnTo>
                  <a:lnTo>
                    <a:pt x="840146" y="425026"/>
                  </a:lnTo>
                  <a:lnTo>
                    <a:pt x="824596" y="455352"/>
                  </a:lnTo>
                  <a:lnTo>
                    <a:pt x="811288" y="518619"/>
                  </a:lnTo>
                  <a:lnTo>
                    <a:pt x="777548" y="560552"/>
                  </a:lnTo>
                  <a:lnTo>
                    <a:pt x="745832" y="556515"/>
                  </a:lnTo>
                  <a:lnTo>
                    <a:pt x="700266" y="585419"/>
                  </a:lnTo>
                  <a:lnTo>
                    <a:pt x="682293" y="607532"/>
                  </a:lnTo>
                  <a:lnTo>
                    <a:pt x="680955" y="649879"/>
                  </a:lnTo>
                  <a:lnTo>
                    <a:pt x="650470" y="687132"/>
                  </a:lnTo>
                  <a:lnTo>
                    <a:pt x="540461" y="880650"/>
                  </a:lnTo>
                  <a:lnTo>
                    <a:pt x="444953" y="937770"/>
                  </a:lnTo>
                  <a:lnTo>
                    <a:pt x="422098" y="929465"/>
                  </a:lnTo>
                  <a:lnTo>
                    <a:pt x="447268" y="838120"/>
                  </a:lnTo>
                  <a:lnTo>
                    <a:pt x="464518" y="745766"/>
                  </a:lnTo>
                  <a:lnTo>
                    <a:pt x="406548" y="705576"/>
                  </a:lnTo>
                  <a:lnTo>
                    <a:pt x="351073" y="684334"/>
                  </a:lnTo>
                  <a:lnTo>
                    <a:pt x="287426" y="687132"/>
                  </a:lnTo>
                  <a:lnTo>
                    <a:pt x="217124" y="615332"/>
                  </a:lnTo>
                  <a:lnTo>
                    <a:pt x="126499" y="563121"/>
                  </a:lnTo>
                  <a:lnTo>
                    <a:pt x="0" y="421860"/>
                  </a:lnTo>
                  <a:lnTo>
                    <a:pt x="3688" y="382679"/>
                  </a:lnTo>
                  <a:lnTo>
                    <a:pt x="506" y="316935"/>
                  </a:lnTo>
                  <a:lnTo>
                    <a:pt x="38947" y="213064"/>
                  </a:lnTo>
                  <a:lnTo>
                    <a:pt x="75798" y="140438"/>
                  </a:lnTo>
                  <a:lnTo>
                    <a:pt x="126680" y="102817"/>
                  </a:lnTo>
                  <a:lnTo>
                    <a:pt x="274335" y="64508"/>
                  </a:lnTo>
                  <a:lnTo>
                    <a:pt x="311366" y="6884"/>
                  </a:lnTo>
                  <a:lnTo>
                    <a:pt x="314479" y="0"/>
                  </a:lnTo>
                  <a:lnTo>
                    <a:pt x="1042192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62" name="pg662">
              <a:extLst>
                <a:ext uri="{FF2B5EF4-FFF2-40B4-BE49-F238E27FC236}">
                  <a16:creationId xmlns:a16="http://schemas.microsoft.com/office/drawing/2014/main" id="{18217751-4403-740E-51F9-FA4E56BFA2EC}"/>
                </a:ext>
              </a:extLst>
            </p:cNvPr>
            <p:cNvSpPr/>
            <p:nvPr/>
          </p:nvSpPr>
          <p:spPr>
            <a:xfrm>
              <a:off x="6948204" y="474902"/>
              <a:ext cx="796815" cy="1404773"/>
            </a:xfrm>
            <a:custGeom>
              <a:avLst/>
              <a:gdLst/>
              <a:ahLst/>
              <a:cxnLst/>
              <a:rect l="0" t="0" r="0" b="0"/>
              <a:pathLst>
                <a:path w="2088998" h="3682871">
                  <a:moveTo>
                    <a:pt x="1987487" y="41706"/>
                  </a:moveTo>
                  <a:lnTo>
                    <a:pt x="1877912" y="69968"/>
                  </a:lnTo>
                  <a:lnTo>
                    <a:pt x="1818858" y="101074"/>
                  </a:lnTo>
                  <a:lnTo>
                    <a:pt x="1771628" y="148650"/>
                  </a:lnTo>
                  <a:lnTo>
                    <a:pt x="1743674" y="208385"/>
                  </a:lnTo>
                  <a:lnTo>
                    <a:pt x="1680388" y="280369"/>
                  </a:lnTo>
                  <a:lnTo>
                    <a:pt x="1684836" y="328588"/>
                  </a:lnTo>
                  <a:lnTo>
                    <a:pt x="1695432" y="362859"/>
                  </a:lnTo>
                  <a:lnTo>
                    <a:pt x="1690550" y="434293"/>
                  </a:lnTo>
                  <a:lnTo>
                    <a:pt x="1730583" y="503937"/>
                  </a:lnTo>
                  <a:lnTo>
                    <a:pt x="1809961" y="618039"/>
                  </a:lnTo>
                  <a:lnTo>
                    <a:pt x="1825114" y="795269"/>
                  </a:lnTo>
                  <a:lnTo>
                    <a:pt x="1885687" y="913867"/>
                  </a:lnTo>
                  <a:lnTo>
                    <a:pt x="1978519" y="1052146"/>
                  </a:lnTo>
                  <a:lnTo>
                    <a:pt x="2049905" y="1091464"/>
                  </a:lnTo>
                  <a:lnTo>
                    <a:pt x="2053377" y="1142895"/>
                  </a:lnTo>
                  <a:lnTo>
                    <a:pt x="2020432" y="1227817"/>
                  </a:lnTo>
                  <a:lnTo>
                    <a:pt x="1977000" y="1266630"/>
                  </a:lnTo>
                  <a:lnTo>
                    <a:pt x="2033487" y="1258877"/>
                  </a:lnTo>
                  <a:lnTo>
                    <a:pt x="2061622" y="1278284"/>
                  </a:lnTo>
                  <a:lnTo>
                    <a:pt x="2088998" y="1349121"/>
                  </a:lnTo>
                  <a:lnTo>
                    <a:pt x="2086864" y="1421426"/>
                  </a:lnTo>
                  <a:lnTo>
                    <a:pt x="2077606" y="1462167"/>
                  </a:lnTo>
                  <a:lnTo>
                    <a:pt x="2060501" y="1478408"/>
                  </a:lnTo>
                  <a:lnTo>
                    <a:pt x="2061224" y="1436796"/>
                  </a:lnTo>
                  <a:lnTo>
                    <a:pt x="2049110" y="1422344"/>
                  </a:lnTo>
                  <a:lnTo>
                    <a:pt x="2029111" y="1440374"/>
                  </a:lnTo>
                  <a:lnTo>
                    <a:pt x="2016165" y="1460928"/>
                  </a:lnTo>
                  <a:lnTo>
                    <a:pt x="2010776" y="1541905"/>
                  </a:lnTo>
                  <a:lnTo>
                    <a:pt x="1997071" y="1582370"/>
                  </a:lnTo>
                  <a:lnTo>
                    <a:pt x="1948612" y="1594390"/>
                  </a:lnTo>
                  <a:lnTo>
                    <a:pt x="1899466" y="1700646"/>
                  </a:lnTo>
                  <a:lnTo>
                    <a:pt x="1853755" y="1760931"/>
                  </a:lnTo>
                  <a:lnTo>
                    <a:pt x="1673879" y="2168566"/>
                  </a:lnTo>
                  <a:lnTo>
                    <a:pt x="1680750" y="2236697"/>
                  </a:lnTo>
                  <a:lnTo>
                    <a:pt x="1647841" y="2258627"/>
                  </a:lnTo>
                  <a:lnTo>
                    <a:pt x="1598008" y="2276474"/>
                  </a:lnTo>
                  <a:lnTo>
                    <a:pt x="1547596" y="2317214"/>
                  </a:lnTo>
                  <a:lnTo>
                    <a:pt x="1514145" y="2362130"/>
                  </a:lnTo>
                  <a:lnTo>
                    <a:pt x="1483081" y="2482929"/>
                  </a:lnTo>
                  <a:lnTo>
                    <a:pt x="1423556" y="2618915"/>
                  </a:lnTo>
                  <a:lnTo>
                    <a:pt x="1386416" y="2562254"/>
                  </a:lnTo>
                  <a:lnTo>
                    <a:pt x="1376905" y="2513760"/>
                  </a:lnTo>
                  <a:lnTo>
                    <a:pt x="1393432" y="2387272"/>
                  </a:lnTo>
                  <a:lnTo>
                    <a:pt x="1457803" y="2179898"/>
                  </a:lnTo>
                  <a:lnTo>
                    <a:pt x="1528719" y="2050978"/>
                  </a:lnTo>
                  <a:lnTo>
                    <a:pt x="1582819" y="1989868"/>
                  </a:lnTo>
                  <a:lnTo>
                    <a:pt x="1627300" y="1865306"/>
                  </a:lnTo>
                  <a:lnTo>
                    <a:pt x="1571103" y="1846725"/>
                  </a:lnTo>
                  <a:lnTo>
                    <a:pt x="1485432" y="1848744"/>
                  </a:lnTo>
                  <a:lnTo>
                    <a:pt x="1501560" y="1791257"/>
                  </a:lnTo>
                  <a:lnTo>
                    <a:pt x="1526549" y="1740607"/>
                  </a:lnTo>
                  <a:lnTo>
                    <a:pt x="1481888" y="1690140"/>
                  </a:lnTo>
                  <a:lnTo>
                    <a:pt x="1455452" y="1683717"/>
                  </a:lnTo>
                  <a:lnTo>
                    <a:pt x="1428221" y="1663025"/>
                  </a:lnTo>
                  <a:lnTo>
                    <a:pt x="1460153" y="1621000"/>
                  </a:lnTo>
                  <a:lnTo>
                    <a:pt x="1475740" y="1576589"/>
                  </a:lnTo>
                  <a:lnTo>
                    <a:pt x="1466229" y="1522544"/>
                  </a:lnTo>
                  <a:lnTo>
                    <a:pt x="1479609" y="1481849"/>
                  </a:lnTo>
                  <a:lnTo>
                    <a:pt x="1457296" y="1487997"/>
                  </a:lnTo>
                  <a:lnTo>
                    <a:pt x="1421422" y="1531077"/>
                  </a:lnTo>
                  <a:lnTo>
                    <a:pt x="1399110" y="1548282"/>
                  </a:lnTo>
                  <a:lnTo>
                    <a:pt x="1385512" y="1510156"/>
                  </a:lnTo>
                  <a:lnTo>
                    <a:pt x="1369998" y="1518782"/>
                  </a:lnTo>
                  <a:lnTo>
                    <a:pt x="1359909" y="1544979"/>
                  </a:lnTo>
                  <a:lnTo>
                    <a:pt x="1337017" y="1559385"/>
                  </a:lnTo>
                  <a:lnTo>
                    <a:pt x="1288667" y="1523553"/>
                  </a:lnTo>
                  <a:lnTo>
                    <a:pt x="1218184" y="1482537"/>
                  </a:lnTo>
                  <a:lnTo>
                    <a:pt x="1178947" y="1411975"/>
                  </a:lnTo>
                  <a:lnTo>
                    <a:pt x="1156562" y="1357287"/>
                  </a:lnTo>
                  <a:lnTo>
                    <a:pt x="1179309" y="1258326"/>
                  </a:lnTo>
                  <a:lnTo>
                    <a:pt x="1228021" y="1240755"/>
                  </a:lnTo>
                  <a:lnTo>
                    <a:pt x="1291307" y="1256812"/>
                  </a:lnTo>
                  <a:lnTo>
                    <a:pt x="1374265" y="1256675"/>
                  </a:lnTo>
                  <a:lnTo>
                    <a:pt x="1362404" y="1234699"/>
                  </a:lnTo>
                  <a:lnTo>
                    <a:pt x="1332786" y="1238323"/>
                  </a:lnTo>
                  <a:lnTo>
                    <a:pt x="1245343" y="1158035"/>
                  </a:lnTo>
                  <a:lnTo>
                    <a:pt x="1217208" y="1109541"/>
                  </a:lnTo>
                  <a:lnTo>
                    <a:pt x="1168821" y="1096236"/>
                  </a:lnTo>
                  <a:lnTo>
                    <a:pt x="1146762" y="1142849"/>
                  </a:lnTo>
                  <a:lnTo>
                    <a:pt x="1122279" y="1155236"/>
                  </a:lnTo>
                  <a:lnTo>
                    <a:pt x="1152512" y="1053247"/>
                  </a:lnTo>
                  <a:lnTo>
                    <a:pt x="1192038" y="1049072"/>
                  </a:lnTo>
                  <a:lnTo>
                    <a:pt x="1250406" y="1020811"/>
                  </a:lnTo>
                  <a:lnTo>
                    <a:pt x="1233445" y="961764"/>
                  </a:lnTo>
                  <a:lnTo>
                    <a:pt x="1196595" y="935934"/>
                  </a:lnTo>
                  <a:lnTo>
                    <a:pt x="1130054" y="968325"/>
                  </a:lnTo>
                  <a:lnTo>
                    <a:pt x="1130850" y="926804"/>
                  </a:lnTo>
                  <a:lnTo>
                    <a:pt x="1143326" y="873631"/>
                  </a:lnTo>
                  <a:lnTo>
                    <a:pt x="1193485" y="873814"/>
                  </a:lnTo>
                  <a:lnTo>
                    <a:pt x="1237423" y="891156"/>
                  </a:lnTo>
                  <a:lnTo>
                    <a:pt x="1274816" y="805271"/>
                  </a:lnTo>
                  <a:lnTo>
                    <a:pt x="1276480" y="766916"/>
                  </a:lnTo>
                  <a:lnTo>
                    <a:pt x="1214351" y="822659"/>
                  </a:lnTo>
                  <a:lnTo>
                    <a:pt x="1200392" y="702410"/>
                  </a:lnTo>
                  <a:lnTo>
                    <a:pt x="1261544" y="586428"/>
                  </a:lnTo>
                  <a:lnTo>
                    <a:pt x="1319876" y="535869"/>
                  </a:lnTo>
                  <a:lnTo>
                    <a:pt x="1392745" y="537337"/>
                  </a:lnTo>
                  <a:lnTo>
                    <a:pt x="1466807" y="529171"/>
                  </a:lnTo>
                  <a:lnTo>
                    <a:pt x="1420338" y="507929"/>
                  </a:lnTo>
                  <a:lnTo>
                    <a:pt x="1372638" y="496413"/>
                  </a:lnTo>
                  <a:lnTo>
                    <a:pt x="1408476" y="450580"/>
                  </a:lnTo>
                  <a:lnTo>
                    <a:pt x="1439034" y="442368"/>
                  </a:lnTo>
                  <a:lnTo>
                    <a:pt x="1469050" y="402407"/>
                  </a:lnTo>
                  <a:lnTo>
                    <a:pt x="1396868" y="408326"/>
                  </a:lnTo>
                  <a:lnTo>
                    <a:pt x="1405366" y="332717"/>
                  </a:lnTo>
                  <a:lnTo>
                    <a:pt x="1370287" y="348086"/>
                  </a:lnTo>
                  <a:lnTo>
                    <a:pt x="1328302" y="355198"/>
                  </a:lnTo>
                  <a:lnTo>
                    <a:pt x="1311956" y="387267"/>
                  </a:lnTo>
                  <a:lnTo>
                    <a:pt x="1315175" y="440533"/>
                  </a:lnTo>
                  <a:lnTo>
                    <a:pt x="1302915" y="475492"/>
                  </a:lnTo>
                  <a:lnTo>
                    <a:pt x="1270260" y="503570"/>
                  </a:lnTo>
                  <a:lnTo>
                    <a:pt x="1215111" y="525455"/>
                  </a:lnTo>
                  <a:lnTo>
                    <a:pt x="1209758" y="487513"/>
                  </a:lnTo>
                  <a:lnTo>
                    <a:pt x="1191532" y="470308"/>
                  </a:lnTo>
                  <a:lnTo>
                    <a:pt x="1184733" y="551560"/>
                  </a:lnTo>
                  <a:lnTo>
                    <a:pt x="1170268" y="579179"/>
                  </a:lnTo>
                  <a:lnTo>
                    <a:pt x="1129946" y="502928"/>
                  </a:lnTo>
                  <a:lnTo>
                    <a:pt x="1117831" y="518298"/>
                  </a:lnTo>
                  <a:lnTo>
                    <a:pt x="1119386" y="539952"/>
                  </a:lnTo>
                  <a:lnTo>
                    <a:pt x="1109080" y="577390"/>
                  </a:lnTo>
                  <a:lnTo>
                    <a:pt x="1074507" y="596888"/>
                  </a:lnTo>
                  <a:lnTo>
                    <a:pt x="1076641" y="644878"/>
                  </a:lnTo>
                  <a:lnTo>
                    <a:pt x="1063225" y="671029"/>
                  </a:lnTo>
                  <a:lnTo>
                    <a:pt x="952492" y="629371"/>
                  </a:lnTo>
                  <a:lnTo>
                    <a:pt x="949889" y="643501"/>
                  </a:lnTo>
                  <a:lnTo>
                    <a:pt x="1012524" y="733333"/>
                  </a:lnTo>
                  <a:lnTo>
                    <a:pt x="1058270" y="764026"/>
                  </a:lnTo>
                  <a:lnTo>
                    <a:pt x="1063839" y="813024"/>
                  </a:lnTo>
                  <a:lnTo>
                    <a:pt x="1024566" y="853673"/>
                  </a:lnTo>
                  <a:lnTo>
                    <a:pt x="970393" y="818576"/>
                  </a:lnTo>
                  <a:lnTo>
                    <a:pt x="961280" y="821145"/>
                  </a:lnTo>
                  <a:lnTo>
                    <a:pt x="990717" y="881338"/>
                  </a:lnTo>
                  <a:lnTo>
                    <a:pt x="1009269" y="933916"/>
                  </a:lnTo>
                  <a:lnTo>
                    <a:pt x="990175" y="977960"/>
                  </a:lnTo>
                  <a:lnTo>
                    <a:pt x="993140" y="1032189"/>
                  </a:lnTo>
                  <a:lnTo>
                    <a:pt x="989017" y="1081371"/>
                  </a:lnTo>
                  <a:lnTo>
                    <a:pt x="977337" y="1124268"/>
                  </a:lnTo>
                  <a:lnTo>
                    <a:pt x="1003663" y="1322006"/>
                  </a:lnTo>
                  <a:lnTo>
                    <a:pt x="1035379" y="1375777"/>
                  </a:lnTo>
                  <a:lnTo>
                    <a:pt x="1066552" y="1427207"/>
                  </a:lnTo>
                  <a:lnTo>
                    <a:pt x="1083078" y="1475334"/>
                  </a:lnTo>
                  <a:lnTo>
                    <a:pt x="1049989" y="1482354"/>
                  </a:lnTo>
                  <a:lnTo>
                    <a:pt x="997299" y="1442760"/>
                  </a:lnTo>
                  <a:lnTo>
                    <a:pt x="951010" y="1412572"/>
                  </a:lnTo>
                  <a:lnTo>
                    <a:pt x="895861" y="1316042"/>
                  </a:lnTo>
                  <a:lnTo>
                    <a:pt x="886747" y="1277504"/>
                  </a:lnTo>
                  <a:lnTo>
                    <a:pt x="873295" y="1247040"/>
                  </a:lnTo>
                  <a:lnTo>
                    <a:pt x="879804" y="1317006"/>
                  </a:lnTo>
                  <a:lnTo>
                    <a:pt x="899477" y="1395138"/>
                  </a:lnTo>
                  <a:lnTo>
                    <a:pt x="1072193" y="1569983"/>
                  </a:lnTo>
                  <a:lnTo>
                    <a:pt x="1104089" y="1637058"/>
                  </a:lnTo>
                  <a:lnTo>
                    <a:pt x="1128391" y="1689773"/>
                  </a:lnTo>
                  <a:lnTo>
                    <a:pt x="1122279" y="1740286"/>
                  </a:lnTo>
                  <a:lnTo>
                    <a:pt x="1077256" y="1704546"/>
                  </a:lnTo>
                  <a:lnTo>
                    <a:pt x="1038416" y="1658988"/>
                  </a:lnTo>
                  <a:lnTo>
                    <a:pt x="935315" y="1607512"/>
                  </a:lnTo>
                  <a:lnTo>
                    <a:pt x="805308" y="1574983"/>
                  </a:lnTo>
                  <a:lnTo>
                    <a:pt x="732004" y="1455331"/>
                  </a:lnTo>
                  <a:lnTo>
                    <a:pt x="732258" y="1505247"/>
                  </a:lnTo>
                  <a:lnTo>
                    <a:pt x="715984" y="1547594"/>
                  </a:lnTo>
                  <a:lnTo>
                    <a:pt x="671178" y="1495980"/>
                  </a:lnTo>
                  <a:lnTo>
                    <a:pt x="642934" y="1451936"/>
                  </a:lnTo>
                  <a:lnTo>
                    <a:pt x="633459" y="1403671"/>
                  </a:lnTo>
                  <a:lnTo>
                    <a:pt x="577515" y="1406974"/>
                  </a:lnTo>
                  <a:lnTo>
                    <a:pt x="518858" y="1448908"/>
                  </a:lnTo>
                  <a:lnTo>
                    <a:pt x="462117" y="1438952"/>
                  </a:lnTo>
                  <a:lnTo>
                    <a:pt x="455391" y="1357104"/>
                  </a:lnTo>
                  <a:lnTo>
                    <a:pt x="470724" y="1313748"/>
                  </a:lnTo>
                  <a:lnTo>
                    <a:pt x="534408" y="1211209"/>
                  </a:lnTo>
                  <a:lnTo>
                    <a:pt x="594403" y="1158861"/>
                  </a:lnTo>
                  <a:lnTo>
                    <a:pt x="620875" y="1091281"/>
                  </a:lnTo>
                  <a:lnTo>
                    <a:pt x="611834" y="986493"/>
                  </a:lnTo>
                  <a:lnTo>
                    <a:pt x="600551" y="1093116"/>
                  </a:lnTo>
                  <a:lnTo>
                    <a:pt x="566268" y="1145969"/>
                  </a:lnTo>
                  <a:lnTo>
                    <a:pt x="512384" y="1186342"/>
                  </a:lnTo>
                  <a:lnTo>
                    <a:pt x="441468" y="1258280"/>
                  </a:lnTo>
                  <a:lnTo>
                    <a:pt x="424146" y="1324805"/>
                  </a:lnTo>
                  <a:lnTo>
                    <a:pt x="402014" y="1449367"/>
                  </a:lnTo>
                  <a:lnTo>
                    <a:pt x="431957" y="1491529"/>
                  </a:lnTo>
                  <a:lnTo>
                    <a:pt x="462551" y="1502540"/>
                  </a:lnTo>
                  <a:lnTo>
                    <a:pt x="552924" y="1474279"/>
                  </a:lnTo>
                  <a:lnTo>
                    <a:pt x="599683" y="1486896"/>
                  </a:lnTo>
                  <a:lnTo>
                    <a:pt x="703689" y="1636874"/>
                  </a:lnTo>
                  <a:lnTo>
                    <a:pt x="897343" y="1696196"/>
                  </a:lnTo>
                  <a:lnTo>
                    <a:pt x="967970" y="1733266"/>
                  </a:lnTo>
                  <a:lnTo>
                    <a:pt x="1025542" y="1811536"/>
                  </a:lnTo>
                  <a:lnTo>
                    <a:pt x="1112081" y="1856589"/>
                  </a:lnTo>
                  <a:lnTo>
                    <a:pt x="1179237" y="1922058"/>
                  </a:lnTo>
                  <a:lnTo>
                    <a:pt x="1181045" y="1964772"/>
                  </a:lnTo>
                  <a:lnTo>
                    <a:pt x="1157792" y="2015285"/>
                  </a:lnTo>
                  <a:lnTo>
                    <a:pt x="1148606" y="2083644"/>
                  </a:lnTo>
                  <a:lnTo>
                    <a:pt x="1120073" y="2126771"/>
                  </a:lnTo>
                  <a:lnTo>
                    <a:pt x="1051580" y="2131726"/>
                  </a:lnTo>
                  <a:lnTo>
                    <a:pt x="1010209" y="2120623"/>
                  </a:lnTo>
                  <a:lnTo>
                    <a:pt x="787804" y="1880308"/>
                  </a:lnTo>
                  <a:lnTo>
                    <a:pt x="761261" y="1858195"/>
                  </a:lnTo>
                  <a:lnTo>
                    <a:pt x="678772" y="1732349"/>
                  </a:lnTo>
                  <a:lnTo>
                    <a:pt x="581999" y="1664952"/>
                  </a:lnTo>
                  <a:lnTo>
                    <a:pt x="552056" y="1666374"/>
                  </a:lnTo>
                  <a:lnTo>
                    <a:pt x="689802" y="1791028"/>
                  </a:lnTo>
                  <a:lnTo>
                    <a:pt x="746036" y="1878198"/>
                  </a:lnTo>
                  <a:lnTo>
                    <a:pt x="845087" y="2000420"/>
                  </a:lnTo>
                  <a:lnTo>
                    <a:pt x="915895" y="2052171"/>
                  </a:lnTo>
                  <a:lnTo>
                    <a:pt x="968006" y="2132918"/>
                  </a:lnTo>
                  <a:lnTo>
                    <a:pt x="1016429" y="2170769"/>
                  </a:lnTo>
                  <a:lnTo>
                    <a:pt x="1148642" y="2224676"/>
                  </a:lnTo>
                  <a:lnTo>
                    <a:pt x="1102679" y="2263398"/>
                  </a:lnTo>
                  <a:lnTo>
                    <a:pt x="1176054" y="2296385"/>
                  </a:lnTo>
                  <a:lnTo>
                    <a:pt x="1186542" y="2357037"/>
                  </a:lnTo>
                  <a:lnTo>
                    <a:pt x="1179815" y="2426177"/>
                  </a:lnTo>
                  <a:lnTo>
                    <a:pt x="1077979" y="2398833"/>
                  </a:lnTo>
                  <a:lnTo>
                    <a:pt x="1074652" y="2449759"/>
                  </a:lnTo>
                  <a:lnTo>
                    <a:pt x="1083765" y="2479810"/>
                  </a:lnTo>
                  <a:lnTo>
                    <a:pt x="1038778" y="2504630"/>
                  </a:lnTo>
                  <a:lnTo>
                    <a:pt x="976216" y="2470955"/>
                  </a:lnTo>
                  <a:lnTo>
                    <a:pt x="813770" y="2286751"/>
                  </a:lnTo>
                  <a:lnTo>
                    <a:pt x="815144" y="2311388"/>
                  </a:lnTo>
                  <a:lnTo>
                    <a:pt x="828307" y="2339970"/>
                  </a:lnTo>
                  <a:lnTo>
                    <a:pt x="922513" y="2458568"/>
                  </a:lnTo>
                  <a:lnTo>
                    <a:pt x="1006593" y="2529680"/>
                  </a:lnTo>
                  <a:lnTo>
                    <a:pt x="1077871" y="2561796"/>
                  </a:lnTo>
                  <a:lnTo>
                    <a:pt x="1132803" y="2621392"/>
                  </a:lnTo>
                  <a:lnTo>
                    <a:pt x="1152186" y="2657453"/>
                  </a:lnTo>
                  <a:lnTo>
                    <a:pt x="1165133" y="2712141"/>
                  </a:lnTo>
                  <a:lnTo>
                    <a:pt x="1124413" y="2749303"/>
                  </a:lnTo>
                  <a:lnTo>
                    <a:pt x="1078051" y="2769811"/>
                  </a:lnTo>
                  <a:lnTo>
                    <a:pt x="1032775" y="2732741"/>
                  </a:lnTo>
                  <a:lnTo>
                    <a:pt x="999577" y="2693698"/>
                  </a:lnTo>
                  <a:lnTo>
                    <a:pt x="928878" y="2627403"/>
                  </a:lnTo>
                  <a:lnTo>
                    <a:pt x="907686" y="2553308"/>
                  </a:lnTo>
                  <a:lnTo>
                    <a:pt x="853911" y="2557116"/>
                  </a:lnTo>
                  <a:lnTo>
                    <a:pt x="629156" y="2463156"/>
                  </a:lnTo>
                  <a:lnTo>
                    <a:pt x="448520" y="2452328"/>
                  </a:lnTo>
                  <a:lnTo>
                    <a:pt x="466168" y="2471230"/>
                  </a:lnTo>
                  <a:lnTo>
                    <a:pt x="489023" y="2483801"/>
                  </a:lnTo>
                  <a:lnTo>
                    <a:pt x="632881" y="2506970"/>
                  </a:lnTo>
                  <a:lnTo>
                    <a:pt x="689730" y="2550234"/>
                  </a:lnTo>
                  <a:lnTo>
                    <a:pt x="808056" y="2588635"/>
                  </a:lnTo>
                  <a:lnTo>
                    <a:pt x="877345" y="2599141"/>
                  </a:lnTo>
                  <a:lnTo>
                    <a:pt x="905444" y="2717096"/>
                  </a:lnTo>
                  <a:lnTo>
                    <a:pt x="1001204" y="2798256"/>
                  </a:lnTo>
                  <a:lnTo>
                    <a:pt x="1013645" y="2858403"/>
                  </a:lnTo>
                  <a:lnTo>
                    <a:pt x="1079028" y="2865148"/>
                  </a:lnTo>
                  <a:lnTo>
                    <a:pt x="1194063" y="2806147"/>
                  </a:lnTo>
                  <a:lnTo>
                    <a:pt x="1268307" y="2826839"/>
                  </a:lnTo>
                  <a:lnTo>
                    <a:pt x="1375386" y="2843722"/>
                  </a:lnTo>
                  <a:lnTo>
                    <a:pt x="1399869" y="2891345"/>
                  </a:lnTo>
                  <a:lnTo>
                    <a:pt x="1418240" y="2981956"/>
                  </a:lnTo>
                  <a:lnTo>
                    <a:pt x="1456103" y="3083899"/>
                  </a:lnTo>
                  <a:lnTo>
                    <a:pt x="1554287" y="3485845"/>
                  </a:lnTo>
                  <a:lnTo>
                    <a:pt x="1642687" y="3682871"/>
                  </a:lnTo>
                  <a:lnTo>
                    <a:pt x="1615976" y="3682871"/>
                  </a:lnTo>
                  <a:lnTo>
                    <a:pt x="1576238" y="3603800"/>
                  </a:lnTo>
                  <a:lnTo>
                    <a:pt x="1515845" y="3446573"/>
                  </a:lnTo>
                  <a:lnTo>
                    <a:pt x="1453789" y="3168959"/>
                  </a:lnTo>
                  <a:lnTo>
                    <a:pt x="1435779" y="3106793"/>
                  </a:lnTo>
                  <a:lnTo>
                    <a:pt x="1414588" y="3081972"/>
                  </a:lnTo>
                  <a:lnTo>
                    <a:pt x="1400629" y="3102159"/>
                  </a:lnTo>
                  <a:lnTo>
                    <a:pt x="1394625" y="3137532"/>
                  </a:lnTo>
                  <a:lnTo>
                    <a:pt x="1404751" y="3164692"/>
                  </a:lnTo>
                  <a:lnTo>
                    <a:pt x="1380305" y="3256083"/>
                  </a:lnTo>
                  <a:lnTo>
                    <a:pt x="1390901" y="3298016"/>
                  </a:lnTo>
                  <a:lnTo>
                    <a:pt x="1430608" y="3341372"/>
                  </a:lnTo>
                  <a:lnTo>
                    <a:pt x="1473751" y="3449555"/>
                  </a:lnTo>
                  <a:lnTo>
                    <a:pt x="1508214" y="3595221"/>
                  </a:lnTo>
                  <a:lnTo>
                    <a:pt x="1461600" y="3536174"/>
                  </a:lnTo>
                  <a:lnTo>
                    <a:pt x="1411839" y="3504885"/>
                  </a:lnTo>
                  <a:lnTo>
                    <a:pt x="1334413" y="3480890"/>
                  </a:lnTo>
                  <a:lnTo>
                    <a:pt x="1265450" y="3438819"/>
                  </a:lnTo>
                  <a:lnTo>
                    <a:pt x="1270477" y="3499150"/>
                  </a:lnTo>
                  <a:lnTo>
                    <a:pt x="1263859" y="3564298"/>
                  </a:lnTo>
                  <a:lnTo>
                    <a:pt x="1210699" y="3544433"/>
                  </a:lnTo>
                  <a:lnTo>
                    <a:pt x="1174535" y="3522824"/>
                  </a:lnTo>
                  <a:lnTo>
                    <a:pt x="1206540" y="3592239"/>
                  </a:lnTo>
                  <a:lnTo>
                    <a:pt x="1137070" y="3571410"/>
                  </a:lnTo>
                  <a:lnTo>
                    <a:pt x="1090781" y="3575768"/>
                  </a:lnTo>
                  <a:lnTo>
                    <a:pt x="1060693" y="3637384"/>
                  </a:lnTo>
                  <a:lnTo>
                    <a:pt x="1020335" y="3674775"/>
                  </a:lnTo>
                  <a:lnTo>
                    <a:pt x="980297" y="3682871"/>
                  </a:lnTo>
                  <a:lnTo>
                    <a:pt x="954427" y="3682871"/>
                  </a:lnTo>
                  <a:lnTo>
                    <a:pt x="872137" y="3630502"/>
                  </a:lnTo>
                  <a:lnTo>
                    <a:pt x="843460" y="3562096"/>
                  </a:lnTo>
                  <a:lnTo>
                    <a:pt x="831598" y="3485937"/>
                  </a:lnTo>
                  <a:lnTo>
                    <a:pt x="826861" y="3575997"/>
                  </a:lnTo>
                  <a:lnTo>
                    <a:pt x="842628" y="3669774"/>
                  </a:lnTo>
                  <a:lnTo>
                    <a:pt x="841612" y="3682871"/>
                  </a:lnTo>
                  <a:lnTo>
                    <a:pt x="0" y="3682871"/>
                  </a:lnTo>
                  <a:lnTo>
                    <a:pt x="0" y="0"/>
                  </a:lnTo>
                  <a:lnTo>
                    <a:pt x="2024089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63" name="pg663">
              <a:extLst>
                <a:ext uri="{FF2B5EF4-FFF2-40B4-BE49-F238E27FC236}">
                  <a16:creationId xmlns:a16="http://schemas.microsoft.com/office/drawing/2014/main" id="{05A7A82D-AB17-F440-159C-5BF879BD84AD}"/>
                </a:ext>
              </a:extLst>
            </p:cNvPr>
            <p:cNvSpPr/>
            <p:nvPr/>
          </p:nvSpPr>
          <p:spPr>
            <a:xfrm>
              <a:off x="7966137" y="543975"/>
              <a:ext cx="41368" cy="77787"/>
            </a:xfrm>
            <a:custGeom>
              <a:avLst/>
              <a:gdLst/>
              <a:ahLst/>
              <a:cxnLst/>
              <a:rect l="0" t="0" r="0" b="0"/>
              <a:pathLst>
                <a:path w="108453" h="203932">
                  <a:moveTo>
                    <a:pt x="1988" y="203932"/>
                  </a:moveTo>
                  <a:lnTo>
                    <a:pt x="0" y="176588"/>
                  </a:lnTo>
                  <a:lnTo>
                    <a:pt x="108453" y="0"/>
                  </a:lnTo>
                  <a:lnTo>
                    <a:pt x="88853" y="617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64" name="pg664">
              <a:extLst>
                <a:ext uri="{FF2B5EF4-FFF2-40B4-BE49-F238E27FC236}">
                  <a16:creationId xmlns:a16="http://schemas.microsoft.com/office/drawing/2014/main" id="{C1D15503-D0E2-F6FE-1516-864ADA11F229}"/>
                </a:ext>
              </a:extLst>
            </p:cNvPr>
            <p:cNvSpPr/>
            <p:nvPr/>
          </p:nvSpPr>
          <p:spPr>
            <a:xfrm>
              <a:off x="7648228" y="1063055"/>
              <a:ext cx="79273" cy="152686"/>
            </a:xfrm>
            <a:custGeom>
              <a:avLst/>
              <a:gdLst/>
              <a:ahLst/>
              <a:cxnLst/>
              <a:rect l="0" t="0" r="0" b="0"/>
              <a:pathLst>
                <a:path w="207830" h="400294">
                  <a:moveTo>
                    <a:pt x="0" y="400294"/>
                  </a:moveTo>
                  <a:lnTo>
                    <a:pt x="112974" y="212144"/>
                  </a:lnTo>
                  <a:lnTo>
                    <a:pt x="178574" y="54504"/>
                  </a:lnTo>
                  <a:lnTo>
                    <a:pt x="207830" y="0"/>
                  </a:lnTo>
                  <a:lnTo>
                    <a:pt x="179442" y="110476"/>
                  </a:lnTo>
                  <a:lnTo>
                    <a:pt x="129826" y="212052"/>
                  </a:lnTo>
                  <a:lnTo>
                    <a:pt x="33668" y="38506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65" name="pt665">
              <a:extLst>
                <a:ext uri="{FF2B5EF4-FFF2-40B4-BE49-F238E27FC236}">
                  <a16:creationId xmlns:a16="http://schemas.microsoft.com/office/drawing/2014/main" id="{EE343018-320E-14E2-851E-4B592ABD98D8}"/>
                </a:ext>
              </a:extLst>
            </p:cNvPr>
            <p:cNvSpPr/>
            <p:nvPr/>
          </p:nvSpPr>
          <p:spPr>
            <a:xfrm>
              <a:off x="7540037" y="1279735"/>
              <a:ext cx="55120" cy="55120"/>
            </a:xfrm>
            <a:prstGeom prst="ellipse">
              <a:avLst/>
            </a:prstGeom>
            <a:solidFill>
              <a:srgbClr val="B5E8D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66" name="pt666">
              <a:extLst>
                <a:ext uri="{FF2B5EF4-FFF2-40B4-BE49-F238E27FC236}">
                  <a16:creationId xmlns:a16="http://schemas.microsoft.com/office/drawing/2014/main" id="{EF67EE74-46C0-E621-CD14-E16C87DB92A4}"/>
                </a:ext>
              </a:extLst>
            </p:cNvPr>
            <p:cNvSpPr/>
            <p:nvPr/>
          </p:nvSpPr>
          <p:spPr>
            <a:xfrm>
              <a:off x="7752171" y="757561"/>
              <a:ext cx="55120" cy="55120"/>
            </a:xfrm>
            <a:prstGeom prst="ellipse">
              <a:avLst/>
            </a:prstGeom>
            <a:solidFill>
              <a:srgbClr val="C7EDD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67" name="pt667">
              <a:extLst>
                <a:ext uri="{FF2B5EF4-FFF2-40B4-BE49-F238E27FC236}">
                  <a16:creationId xmlns:a16="http://schemas.microsoft.com/office/drawing/2014/main" id="{71C8C20D-C585-7EB8-7B3C-7D866E15A8A5}"/>
                </a:ext>
              </a:extLst>
            </p:cNvPr>
            <p:cNvSpPr/>
            <p:nvPr/>
          </p:nvSpPr>
          <p:spPr>
            <a:xfrm>
              <a:off x="7581562" y="628133"/>
              <a:ext cx="55120" cy="55120"/>
            </a:xfrm>
            <a:prstGeom prst="ellipse">
              <a:avLst/>
            </a:prstGeom>
            <a:solidFill>
              <a:srgbClr val="ACE5C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68" name="pt668">
              <a:extLst>
                <a:ext uri="{FF2B5EF4-FFF2-40B4-BE49-F238E27FC236}">
                  <a16:creationId xmlns:a16="http://schemas.microsoft.com/office/drawing/2014/main" id="{1BA2B16E-784E-1D94-8159-E9CC7F7B1165}"/>
                </a:ext>
              </a:extLst>
            </p:cNvPr>
            <p:cNvSpPr/>
            <p:nvPr/>
          </p:nvSpPr>
          <p:spPr>
            <a:xfrm>
              <a:off x="7169184" y="1021567"/>
              <a:ext cx="55120" cy="55120"/>
            </a:xfrm>
            <a:prstGeom prst="ellipse">
              <a:avLst/>
            </a:prstGeom>
            <a:solidFill>
              <a:srgbClr val="B3E7D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69" name="pt669">
              <a:extLst>
                <a:ext uri="{FF2B5EF4-FFF2-40B4-BE49-F238E27FC236}">
                  <a16:creationId xmlns:a16="http://schemas.microsoft.com/office/drawing/2014/main" id="{FE1C4A3F-2F29-AA32-2C30-24AF060C47D3}"/>
                </a:ext>
              </a:extLst>
            </p:cNvPr>
            <p:cNvSpPr/>
            <p:nvPr/>
          </p:nvSpPr>
          <p:spPr>
            <a:xfrm>
              <a:off x="7265559" y="1447371"/>
              <a:ext cx="55120" cy="55120"/>
            </a:xfrm>
            <a:prstGeom prst="ellipse">
              <a:avLst/>
            </a:prstGeom>
            <a:solidFill>
              <a:srgbClr val="D6F2E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70" name="pt670">
              <a:extLst>
                <a:ext uri="{FF2B5EF4-FFF2-40B4-BE49-F238E27FC236}">
                  <a16:creationId xmlns:a16="http://schemas.microsoft.com/office/drawing/2014/main" id="{CD75178C-A3E8-7737-79E3-190D9B57DD70}"/>
                </a:ext>
              </a:extLst>
            </p:cNvPr>
            <p:cNvSpPr/>
            <p:nvPr/>
          </p:nvSpPr>
          <p:spPr>
            <a:xfrm>
              <a:off x="7211834" y="1426695"/>
              <a:ext cx="98419" cy="97738"/>
            </a:xfrm>
            <a:prstGeom prst="ellipse">
              <a:avLst/>
            </a:prstGeom>
            <a:solidFill>
              <a:srgbClr val="BAE9D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71" name="pt671">
              <a:extLst>
                <a:ext uri="{FF2B5EF4-FFF2-40B4-BE49-F238E27FC236}">
                  <a16:creationId xmlns:a16="http://schemas.microsoft.com/office/drawing/2014/main" id="{991DAABD-86F6-0CD3-FAAA-ED99D7C6ABDA}"/>
                </a:ext>
              </a:extLst>
            </p:cNvPr>
            <p:cNvSpPr/>
            <p:nvPr/>
          </p:nvSpPr>
          <p:spPr>
            <a:xfrm>
              <a:off x="7293936" y="1128717"/>
              <a:ext cx="98419" cy="97738"/>
            </a:xfrm>
            <a:prstGeom prst="ellipse">
              <a:avLst/>
            </a:prstGeom>
            <a:solidFill>
              <a:srgbClr val="94DDC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72" name="pt672">
              <a:extLst>
                <a:ext uri="{FF2B5EF4-FFF2-40B4-BE49-F238E27FC236}">
                  <a16:creationId xmlns:a16="http://schemas.microsoft.com/office/drawing/2014/main" id="{E0CF014C-9D40-6F95-E84F-3DB5B764522A}"/>
                </a:ext>
              </a:extLst>
            </p:cNvPr>
            <p:cNvSpPr/>
            <p:nvPr/>
          </p:nvSpPr>
          <p:spPr>
            <a:xfrm>
              <a:off x="7283351" y="1391429"/>
              <a:ext cx="98419" cy="97738"/>
            </a:xfrm>
            <a:prstGeom prst="ellipse">
              <a:avLst/>
            </a:prstGeom>
            <a:solidFill>
              <a:srgbClr val="D7F3E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75" name="pl675">
              <a:extLst>
                <a:ext uri="{FF2B5EF4-FFF2-40B4-BE49-F238E27FC236}">
                  <a16:creationId xmlns:a16="http://schemas.microsoft.com/office/drawing/2014/main" id="{E89DC798-BCF9-FC64-BEC7-916425C03A27}"/>
                </a:ext>
              </a:extLst>
            </p:cNvPr>
            <p:cNvSpPr/>
            <p:nvPr/>
          </p:nvSpPr>
          <p:spPr>
            <a:xfrm>
              <a:off x="7347203" y="1000663"/>
              <a:ext cx="414952" cy="174178"/>
            </a:xfrm>
            <a:custGeom>
              <a:avLst/>
              <a:gdLst/>
              <a:ahLst/>
              <a:cxnLst/>
              <a:rect l="0" t="0" r="0" b="0"/>
              <a:pathLst>
                <a:path w="1087872" h="456639">
                  <a:moveTo>
                    <a:pt x="1087872" y="0"/>
                  </a:moveTo>
                  <a:lnTo>
                    <a:pt x="0" y="45663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76" name="pl676">
              <a:extLst>
                <a:ext uri="{FF2B5EF4-FFF2-40B4-BE49-F238E27FC236}">
                  <a16:creationId xmlns:a16="http://schemas.microsoft.com/office/drawing/2014/main" id="{67398D84-543F-EE17-0D22-44CEA8BFE403}"/>
                </a:ext>
              </a:extLst>
            </p:cNvPr>
            <p:cNvSpPr/>
            <p:nvPr/>
          </p:nvSpPr>
          <p:spPr>
            <a:xfrm>
              <a:off x="7336428" y="1191311"/>
              <a:ext cx="476290" cy="245854"/>
            </a:xfrm>
            <a:custGeom>
              <a:avLst/>
              <a:gdLst/>
              <a:ahLst/>
              <a:cxnLst/>
              <a:rect l="0" t="0" r="0" b="0"/>
              <a:pathLst>
                <a:path w="1248681" h="644551">
                  <a:moveTo>
                    <a:pt x="1248681" y="0"/>
                  </a:moveTo>
                  <a:lnTo>
                    <a:pt x="0" y="64455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83" name="rc683">
              <a:extLst>
                <a:ext uri="{FF2B5EF4-FFF2-40B4-BE49-F238E27FC236}">
                  <a16:creationId xmlns:a16="http://schemas.microsoft.com/office/drawing/2014/main" id="{8FED7E97-282E-CA28-F76D-FD876B30C17A}"/>
                </a:ext>
              </a:extLst>
            </p:cNvPr>
            <p:cNvSpPr/>
            <p:nvPr/>
          </p:nvSpPr>
          <p:spPr>
            <a:xfrm>
              <a:off x="6948264" y="476671"/>
              <a:ext cx="1510855" cy="1410009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</p:grpSp>
      <p:sp>
        <p:nvSpPr>
          <p:cNvPr id="18686" name="pg675">
            <a:extLst>
              <a:ext uri="{FF2B5EF4-FFF2-40B4-BE49-F238E27FC236}">
                <a16:creationId xmlns:a16="http://schemas.microsoft.com/office/drawing/2014/main" id="{279EB55E-B1C3-2672-FFA9-03F79C83E67F}"/>
              </a:ext>
            </a:extLst>
          </p:cNvPr>
          <p:cNvSpPr/>
          <p:nvPr/>
        </p:nvSpPr>
        <p:spPr>
          <a:xfrm>
            <a:off x="2780958" y="3172150"/>
            <a:ext cx="123475" cy="106933"/>
          </a:xfrm>
          <a:custGeom>
            <a:avLst/>
            <a:gdLst/>
            <a:ahLst/>
            <a:cxnLst/>
            <a:rect l="0" t="0" r="0" b="0"/>
            <a:pathLst>
              <a:path w="267615" h="231762">
                <a:moveTo>
                  <a:pt x="133807" y="0"/>
                </a:moveTo>
                <a:lnTo>
                  <a:pt x="267615" y="231762"/>
                </a:lnTo>
                <a:lnTo>
                  <a:pt x="0" y="231762"/>
                </a:lnTo>
                <a:close/>
              </a:path>
            </a:pathLst>
          </a:custGeom>
          <a:solidFill>
            <a:srgbClr val="FF1493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>
              <a:latin typeface="Helvetica" pitchFamily="2" charset="0"/>
            </a:endParaRPr>
          </a:p>
        </p:txBody>
      </p:sp>
      <p:sp>
        <p:nvSpPr>
          <p:cNvPr id="18687" name="pl674">
            <a:extLst>
              <a:ext uri="{FF2B5EF4-FFF2-40B4-BE49-F238E27FC236}">
                <a16:creationId xmlns:a16="http://schemas.microsoft.com/office/drawing/2014/main" id="{C2D9C096-F36D-D956-A578-ED63D0A58F7B}"/>
              </a:ext>
            </a:extLst>
          </p:cNvPr>
          <p:cNvSpPr/>
          <p:nvPr/>
        </p:nvSpPr>
        <p:spPr>
          <a:xfrm flipV="1">
            <a:off x="2815452" y="3333716"/>
            <a:ext cx="346343" cy="288032"/>
          </a:xfrm>
          <a:custGeom>
            <a:avLst/>
            <a:gdLst/>
            <a:ahLst/>
            <a:cxnLst/>
            <a:rect l="0" t="0" r="0" b="0"/>
            <a:pathLst>
              <a:path w="1102704" h="234974">
                <a:moveTo>
                  <a:pt x="1102704" y="0"/>
                </a:moveTo>
                <a:lnTo>
                  <a:pt x="0" y="234974"/>
                </a:lnTo>
              </a:path>
            </a:pathLst>
          </a:custGeom>
          <a:ln w="1355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>
              <a:latin typeface="Helvetica" pitchFamily="2" charset="0"/>
            </a:endParaRPr>
          </a:p>
        </p:txBody>
      </p:sp>
      <p:grpSp>
        <p:nvGrpSpPr>
          <p:cNvPr id="18690" name="Group 18689">
            <a:extLst>
              <a:ext uri="{FF2B5EF4-FFF2-40B4-BE49-F238E27FC236}">
                <a16:creationId xmlns:a16="http://schemas.microsoft.com/office/drawing/2014/main" id="{8059D3CE-2882-6A76-9513-6501582C134B}"/>
              </a:ext>
            </a:extLst>
          </p:cNvPr>
          <p:cNvGrpSpPr/>
          <p:nvPr/>
        </p:nvGrpSpPr>
        <p:grpSpPr>
          <a:xfrm>
            <a:off x="2314962" y="2102122"/>
            <a:ext cx="1911807" cy="1728216"/>
            <a:chOff x="2313432" y="2103120"/>
            <a:chExt cx="1911807" cy="1728216"/>
          </a:xfrm>
        </p:grpSpPr>
        <p:sp>
          <p:nvSpPr>
            <p:cNvPr id="18691" name="pl677">
              <a:extLst>
                <a:ext uri="{FF2B5EF4-FFF2-40B4-BE49-F238E27FC236}">
                  <a16:creationId xmlns:a16="http://schemas.microsoft.com/office/drawing/2014/main" id="{1F330346-D1A5-AF30-A945-6687B0581A1A}"/>
                </a:ext>
              </a:extLst>
            </p:cNvPr>
            <p:cNvSpPr/>
            <p:nvPr/>
          </p:nvSpPr>
          <p:spPr>
            <a:xfrm>
              <a:off x="2815452" y="2508458"/>
              <a:ext cx="45719" cy="428121"/>
            </a:xfrm>
            <a:custGeom>
              <a:avLst/>
              <a:gdLst/>
              <a:ahLst/>
              <a:cxnLst/>
              <a:rect l="0" t="0" r="0" b="0"/>
              <a:pathLst>
                <a:path w="1087496" h="365184">
                  <a:moveTo>
                    <a:pt x="1087496" y="0"/>
                  </a:moveTo>
                  <a:lnTo>
                    <a:pt x="0" y="36518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92" name="pg675">
              <a:extLst>
                <a:ext uri="{FF2B5EF4-FFF2-40B4-BE49-F238E27FC236}">
                  <a16:creationId xmlns:a16="http://schemas.microsoft.com/office/drawing/2014/main" id="{AE0009D5-4524-B809-DC5A-036B3D0CB22D}"/>
                </a:ext>
              </a:extLst>
            </p:cNvPr>
            <p:cNvSpPr/>
            <p:nvPr/>
          </p:nvSpPr>
          <p:spPr>
            <a:xfrm>
              <a:off x="2762405" y="2895464"/>
              <a:ext cx="137160" cy="118872"/>
            </a:xfrm>
            <a:custGeom>
              <a:avLst/>
              <a:gdLst/>
              <a:ahLst/>
              <a:cxnLst/>
              <a:rect l="0" t="0" r="0" b="0"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grpSp>
          <p:nvGrpSpPr>
            <p:cNvPr id="18693" name="Group 18692">
              <a:extLst>
                <a:ext uri="{FF2B5EF4-FFF2-40B4-BE49-F238E27FC236}">
                  <a16:creationId xmlns:a16="http://schemas.microsoft.com/office/drawing/2014/main" id="{D833EF05-9706-D02F-8CC4-3F5DD6E7301E}"/>
                </a:ext>
              </a:extLst>
            </p:cNvPr>
            <p:cNvGrpSpPr/>
            <p:nvPr/>
          </p:nvGrpSpPr>
          <p:grpSpPr>
            <a:xfrm>
              <a:off x="2313432" y="2103120"/>
              <a:ext cx="1911807" cy="1728216"/>
              <a:chOff x="6876256" y="474902"/>
              <a:chExt cx="1582863" cy="1420959"/>
            </a:xfrm>
          </p:grpSpPr>
          <p:sp>
            <p:nvSpPr>
              <p:cNvPr id="18699" name="rc5">
                <a:extLst>
                  <a:ext uri="{FF2B5EF4-FFF2-40B4-BE49-F238E27FC236}">
                    <a16:creationId xmlns:a16="http://schemas.microsoft.com/office/drawing/2014/main" id="{BB4BE682-AB7B-C50C-B4F4-E744C8D9DECC}"/>
                  </a:ext>
                </a:extLst>
              </p:cNvPr>
              <p:cNvSpPr/>
              <p:nvPr/>
            </p:nvSpPr>
            <p:spPr>
              <a:xfrm>
                <a:off x="6948264" y="477161"/>
                <a:ext cx="1510855" cy="1409520"/>
              </a:xfrm>
              <a:prstGeom prst="rect">
                <a:avLst/>
              </a:prstGeom>
              <a:solidFill>
                <a:srgbClr val="F0F8FF">
                  <a:alpha val="100000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00" name="pl12">
                <a:extLst>
                  <a:ext uri="{FF2B5EF4-FFF2-40B4-BE49-F238E27FC236}">
                    <a16:creationId xmlns:a16="http://schemas.microsoft.com/office/drawing/2014/main" id="{CE3B048B-206A-ED53-18FA-830C064F6E09}"/>
                  </a:ext>
                </a:extLst>
              </p:cNvPr>
              <p:cNvSpPr/>
              <p:nvPr/>
            </p:nvSpPr>
            <p:spPr>
              <a:xfrm>
                <a:off x="6876256" y="1886685"/>
                <a:ext cx="1582863" cy="0"/>
              </a:xfrm>
              <a:custGeom>
                <a:avLst/>
                <a:gdLst/>
                <a:ahLst/>
                <a:cxnLst/>
                <a:rect l="0" t="0" r="0" b="0"/>
                <a:pathLst>
                  <a:path w="4149766">
                    <a:moveTo>
                      <a:pt x="0" y="0"/>
                    </a:moveTo>
                    <a:lnTo>
                      <a:pt x="22479" y="0"/>
                    </a:lnTo>
                    <a:lnTo>
                      <a:pt x="74847" y="0"/>
                    </a:lnTo>
                    <a:lnTo>
                      <a:pt x="127214" y="0"/>
                    </a:lnTo>
                    <a:lnTo>
                      <a:pt x="179582" y="0"/>
                    </a:lnTo>
                    <a:lnTo>
                      <a:pt x="231949" y="0"/>
                    </a:lnTo>
                    <a:lnTo>
                      <a:pt x="284316" y="0"/>
                    </a:lnTo>
                    <a:lnTo>
                      <a:pt x="336684" y="0"/>
                    </a:lnTo>
                    <a:lnTo>
                      <a:pt x="389051" y="0"/>
                    </a:lnTo>
                    <a:lnTo>
                      <a:pt x="441419" y="0"/>
                    </a:lnTo>
                    <a:lnTo>
                      <a:pt x="493786" y="0"/>
                    </a:lnTo>
                    <a:lnTo>
                      <a:pt x="546154" y="0"/>
                    </a:lnTo>
                    <a:lnTo>
                      <a:pt x="598521" y="0"/>
                    </a:lnTo>
                    <a:lnTo>
                      <a:pt x="650889" y="0"/>
                    </a:lnTo>
                    <a:lnTo>
                      <a:pt x="703256" y="0"/>
                    </a:lnTo>
                    <a:lnTo>
                      <a:pt x="755623" y="0"/>
                    </a:lnTo>
                    <a:lnTo>
                      <a:pt x="807991" y="0"/>
                    </a:lnTo>
                    <a:lnTo>
                      <a:pt x="860358" y="0"/>
                    </a:lnTo>
                    <a:lnTo>
                      <a:pt x="912726" y="0"/>
                    </a:lnTo>
                    <a:lnTo>
                      <a:pt x="965093" y="0"/>
                    </a:lnTo>
                    <a:lnTo>
                      <a:pt x="1017461" y="0"/>
                    </a:lnTo>
                    <a:lnTo>
                      <a:pt x="1069828" y="0"/>
                    </a:lnTo>
                    <a:lnTo>
                      <a:pt x="1122196" y="0"/>
                    </a:lnTo>
                    <a:lnTo>
                      <a:pt x="1174563" y="0"/>
                    </a:lnTo>
                    <a:lnTo>
                      <a:pt x="1226930" y="0"/>
                    </a:lnTo>
                    <a:lnTo>
                      <a:pt x="1279298" y="0"/>
                    </a:lnTo>
                    <a:lnTo>
                      <a:pt x="1331665" y="0"/>
                    </a:lnTo>
                    <a:lnTo>
                      <a:pt x="1384033" y="0"/>
                    </a:lnTo>
                    <a:lnTo>
                      <a:pt x="1436400" y="0"/>
                    </a:lnTo>
                    <a:lnTo>
                      <a:pt x="1488768" y="0"/>
                    </a:lnTo>
                    <a:lnTo>
                      <a:pt x="1541135" y="0"/>
                    </a:lnTo>
                    <a:lnTo>
                      <a:pt x="1593503" y="0"/>
                    </a:lnTo>
                    <a:lnTo>
                      <a:pt x="1645870" y="0"/>
                    </a:lnTo>
                    <a:lnTo>
                      <a:pt x="1698237" y="0"/>
                    </a:lnTo>
                    <a:lnTo>
                      <a:pt x="1750605" y="0"/>
                    </a:lnTo>
                    <a:lnTo>
                      <a:pt x="1802972" y="0"/>
                    </a:lnTo>
                    <a:lnTo>
                      <a:pt x="1855340" y="0"/>
                    </a:lnTo>
                    <a:lnTo>
                      <a:pt x="1907707" y="0"/>
                    </a:lnTo>
                    <a:lnTo>
                      <a:pt x="1960075" y="0"/>
                    </a:lnTo>
                    <a:lnTo>
                      <a:pt x="2012442" y="0"/>
                    </a:lnTo>
                    <a:lnTo>
                      <a:pt x="2064810" y="0"/>
                    </a:lnTo>
                    <a:lnTo>
                      <a:pt x="2117177" y="0"/>
                    </a:lnTo>
                    <a:lnTo>
                      <a:pt x="2169544" y="0"/>
                    </a:lnTo>
                    <a:lnTo>
                      <a:pt x="2221912" y="0"/>
                    </a:lnTo>
                    <a:lnTo>
                      <a:pt x="2274279" y="0"/>
                    </a:lnTo>
                    <a:lnTo>
                      <a:pt x="2326647" y="0"/>
                    </a:lnTo>
                    <a:lnTo>
                      <a:pt x="2379014" y="0"/>
                    </a:lnTo>
                    <a:lnTo>
                      <a:pt x="2431382" y="0"/>
                    </a:lnTo>
                    <a:lnTo>
                      <a:pt x="2483749" y="0"/>
                    </a:lnTo>
                    <a:lnTo>
                      <a:pt x="2536117" y="0"/>
                    </a:lnTo>
                    <a:lnTo>
                      <a:pt x="2588484" y="0"/>
                    </a:lnTo>
                    <a:lnTo>
                      <a:pt x="2640851" y="0"/>
                    </a:lnTo>
                    <a:lnTo>
                      <a:pt x="2693219" y="0"/>
                    </a:lnTo>
                    <a:lnTo>
                      <a:pt x="2745586" y="0"/>
                    </a:lnTo>
                    <a:lnTo>
                      <a:pt x="2797954" y="0"/>
                    </a:lnTo>
                    <a:lnTo>
                      <a:pt x="2850321" y="0"/>
                    </a:lnTo>
                    <a:lnTo>
                      <a:pt x="2902689" y="0"/>
                    </a:lnTo>
                    <a:lnTo>
                      <a:pt x="2955056" y="0"/>
                    </a:lnTo>
                    <a:lnTo>
                      <a:pt x="3007424" y="0"/>
                    </a:lnTo>
                    <a:lnTo>
                      <a:pt x="3059791" y="0"/>
                    </a:lnTo>
                    <a:lnTo>
                      <a:pt x="3112158" y="0"/>
                    </a:lnTo>
                    <a:lnTo>
                      <a:pt x="3164526" y="0"/>
                    </a:lnTo>
                    <a:lnTo>
                      <a:pt x="3216893" y="0"/>
                    </a:lnTo>
                    <a:lnTo>
                      <a:pt x="3269261" y="0"/>
                    </a:lnTo>
                    <a:lnTo>
                      <a:pt x="3321628" y="0"/>
                    </a:lnTo>
                    <a:lnTo>
                      <a:pt x="3373996" y="0"/>
                    </a:lnTo>
                    <a:lnTo>
                      <a:pt x="3426363" y="0"/>
                    </a:lnTo>
                    <a:lnTo>
                      <a:pt x="3478730" y="0"/>
                    </a:lnTo>
                    <a:lnTo>
                      <a:pt x="3531098" y="0"/>
                    </a:lnTo>
                    <a:lnTo>
                      <a:pt x="3583465" y="0"/>
                    </a:lnTo>
                    <a:lnTo>
                      <a:pt x="3635833" y="0"/>
                    </a:lnTo>
                    <a:lnTo>
                      <a:pt x="3688200" y="0"/>
                    </a:lnTo>
                    <a:lnTo>
                      <a:pt x="3740568" y="0"/>
                    </a:lnTo>
                    <a:lnTo>
                      <a:pt x="3792935" y="0"/>
                    </a:lnTo>
                    <a:lnTo>
                      <a:pt x="3845303" y="0"/>
                    </a:lnTo>
                    <a:lnTo>
                      <a:pt x="3897670" y="0"/>
                    </a:lnTo>
                    <a:lnTo>
                      <a:pt x="3950037" y="0"/>
                    </a:lnTo>
                    <a:lnTo>
                      <a:pt x="4002405" y="0"/>
                    </a:lnTo>
                    <a:lnTo>
                      <a:pt x="4054772" y="0"/>
                    </a:lnTo>
                    <a:lnTo>
                      <a:pt x="4107140" y="0"/>
                    </a:lnTo>
                    <a:lnTo>
                      <a:pt x="4149766" y="0"/>
                    </a:lnTo>
                    <a:lnTo>
                      <a:pt x="414976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01" name="pg29">
                <a:extLst>
                  <a:ext uri="{FF2B5EF4-FFF2-40B4-BE49-F238E27FC236}">
                    <a16:creationId xmlns:a16="http://schemas.microsoft.com/office/drawing/2014/main" id="{B8E8B959-1C6A-4D22-7E7E-F89B10FA79B9}"/>
                  </a:ext>
                </a:extLst>
              </p:cNvPr>
              <p:cNvSpPr/>
              <p:nvPr/>
            </p:nvSpPr>
            <p:spPr>
              <a:xfrm>
                <a:off x="7558219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02" name="pg30">
                <a:extLst>
                  <a:ext uri="{FF2B5EF4-FFF2-40B4-BE49-F238E27FC236}">
                    <a16:creationId xmlns:a16="http://schemas.microsoft.com/office/drawing/2014/main" id="{BE2E6352-6908-1A80-238B-55E109E561E4}"/>
                  </a:ext>
                </a:extLst>
              </p:cNvPr>
              <p:cNvSpPr/>
              <p:nvPr/>
            </p:nvSpPr>
            <p:spPr>
              <a:xfrm>
                <a:off x="7589283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03" name="pg31">
                <a:extLst>
                  <a:ext uri="{FF2B5EF4-FFF2-40B4-BE49-F238E27FC236}">
                    <a16:creationId xmlns:a16="http://schemas.microsoft.com/office/drawing/2014/main" id="{792F0510-DD90-0043-B5E2-3690CA0D9FE1}"/>
                  </a:ext>
                </a:extLst>
              </p:cNvPr>
              <p:cNvSpPr/>
              <p:nvPr/>
            </p:nvSpPr>
            <p:spPr>
              <a:xfrm>
                <a:off x="7620345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04" name="pg32">
                <a:extLst>
                  <a:ext uri="{FF2B5EF4-FFF2-40B4-BE49-F238E27FC236}">
                    <a16:creationId xmlns:a16="http://schemas.microsoft.com/office/drawing/2014/main" id="{DD722A6F-FB94-EE51-94A6-A3E77AC095A3}"/>
                  </a:ext>
                </a:extLst>
              </p:cNvPr>
              <p:cNvSpPr/>
              <p:nvPr/>
            </p:nvSpPr>
            <p:spPr>
              <a:xfrm>
                <a:off x="7651408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05" name="pg33">
                <a:extLst>
                  <a:ext uri="{FF2B5EF4-FFF2-40B4-BE49-F238E27FC236}">
                    <a16:creationId xmlns:a16="http://schemas.microsoft.com/office/drawing/2014/main" id="{7A467A50-7F49-1234-537C-704EF631044A}"/>
                  </a:ext>
                </a:extLst>
              </p:cNvPr>
              <p:cNvSpPr/>
              <p:nvPr/>
            </p:nvSpPr>
            <p:spPr>
              <a:xfrm>
                <a:off x="7682471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06" name="pg34">
                <a:extLst>
                  <a:ext uri="{FF2B5EF4-FFF2-40B4-BE49-F238E27FC236}">
                    <a16:creationId xmlns:a16="http://schemas.microsoft.com/office/drawing/2014/main" id="{73B75A3F-0FFA-25D0-6B37-B3EA8D85F83A}"/>
                  </a:ext>
                </a:extLst>
              </p:cNvPr>
              <p:cNvSpPr/>
              <p:nvPr/>
            </p:nvSpPr>
            <p:spPr>
              <a:xfrm>
                <a:off x="7713534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07" name="pg35">
                <a:extLst>
                  <a:ext uri="{FF2B5EF4-FFF2-40B4-BE49-F238E27FC236}">
                    <a16:creationId xmlns:a16="http://schemas.microsoft.com/office/drawing/2014/main" id="{60ABD745-855E-6B6E-2EEA-69E96FBBFD5F}"/>
                  </a:ext>
                </a:extLst>
              </p:cNvPr>
              <p:cNvSpPr/>
              <p:nvPr/>
            </p:nvSpPr>
            <p:spPr>
              <a:xfrm>
                <a:off x="7744597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08" name="pg36">
                <a:extLst>
                  <a:ext uri="{FF2B5EF4-FFF2-40B4-BE49-F238E27FC236}">
                    <a16:creationId xmlns:a16="http://schemas.microsoft.com/office/drawing/2014/main" id="{DB29F46E-6374-3A02-D595-A9FB9E2834BC}"/>
                  </a:ext>
                </a:extLst>
              </p:cNvPr>
              <p:cNvSpPr/>
              <p:nvPr/>
            </p:nvSpPr>
            <p:spPr>
              <a:xfrm>
                <a:off x="7775660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09" name="pg37">
                <a:extLst>
                  <a:ext uri="{FF2B5EF4-FFF2-40B4-BE49-F238E27FC236}">
                    <a16:creationId xmlns:a16="http://schemas.microsoft.com/office/drawing/2014/main" id="{A41AC324-EB83-BA4B-2AC4-2EE00AC43EA2}"/>
                  </a:ext>
                </a:extLst>
              </p:cNvPr>
              <p:cNvSpPr/>
              <p:nvPr/>
            </p:nvSpPr>
            <p:spPr>
              <a:xfrm>
                <a:off x="7930974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10" name="pg38">
                <a:extLst>
                  <a:ext uri="{FF2B5EF4-FFF2-40B4-BE49-F238E27FC236}">
                    <a16:creationId xmlns:a16="http://schemas.microsoft.com/office/drawing/2014/main" id="{81CB7FDA-4D3A-8EE3-E1CB-57037BD1D201}"/>
                  </a:ext>
                </a:extLst>
              </p:cNvPr>
              <p:cNvSpPr/>
              <p:nvPr/>
            </p:nvSpPr>
            <p:spPr>
              <a:xfrm>
                <a:off x="7962037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11" name="pg39">
                <a:extLst>
                  <a:ext uri="{FF2B5EF4-FFF2-40B4-BE49-F238E27FC236}">
                    <a16:creationId xmlns:a16="http://schemas.microsoft.com/office/drawing/2014/main" id="{6E2072A6-47E9-53C7-C277-6A597992F60E}"/>
                  </a:ext>
                </a:extLst>
              </p:cNvPr>
              <p:cNvSpPr/>
              <p:nvPr/>
            </p:nvSpPr>
            <p:spPr>
              <a:xfrm>
                <a:off x="7993100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12" name="pg40">
                <a:extLst>
                  <a:ext uri="{FF2B5EF4-FFF2-40B4-BE49-F238E27FC236}">
                    <a16:creationId xmlns:a16="http://schemas.microsoft.com/office/drawing/2014/main" id="{D94CA1B5-38FE-4CC2-4868-D11EF0564CCD}"/>
                  </a:ext>
                </a:extLst>
              </p:cNvPr>
              <p:cNvSpPr/>
              <p:nvPr/>
            </p:nvSpPr>
            <p:spPr>
              <a:xfrm>
                <a:off x="8024163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7DEC3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13" name="pg41">
                <a:extLst>
                  <a:ext uri="{FF2B5EF4-FFF2-40B4-BE49-F238E27FC236}">
                    <a16:creationId xmlns:a16="http://schemas.microsoft.com/office/drawing/2014/main" id="{30C791C6-0358-86B9-5F3A-BA28EB70660C}"/>
                  </a:ext>
                </a:extLst>
              </p:cNvPr>
              <p:cNvSpPr/>
              <p:nvPr/>
            </p:nvSpPr>
            <p:spPr>
              <a:xfrm>
                <a:off x="8055226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14" name="pg42">
                <a:extLst>
                  <a:ext uri="{FF2B5EF4-FFF2-40B4-BE49-F238E27FC236}">
                    <a16:creationId xmlns:a16="http://schemas.microsoft.com/office/drawing/2014/main" id="{BCBEF401-48DA-D1EF-518B-7A141E84B2FE}"/>
                  </a:ext>
                </a:extLst>
              </p:cNvPr>
              <p:cNvSpPr/>
              <p:nvPr/>
            </p:nvSpPr>
            <p:spPr>
              <a:xfrm>
                <a:off x="7402905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15" name="pg43">
                <a:extLst>
                  <a:ext uri="{FF2B5EF4-FFF2-40B4-BE49-F238E27FC236}">
                    <a16:creationId xmlns:a16="http://schemas.microsoft.com/office/drawing/2014/main" id="{305D21B4-4915-C8BA-4B20-D25FD0ACC2B4}"/>
                  </a:ext>
                </a:extLst>
              </p:cNvPr>
              <p:cNvSpPr/>
              <p:nvPr/>
            </p:nvSpPr>
            <p:spPr>
              <a:xfrm>
                <a:off x="7433968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16" name="pg44">
                <a:extLst>
                  <a:ext uri="{FF2B5EF4-FFF2-40B4-BE49-F238E27FC236}">
                    <a16:creationId xmlns:a16="http://schemas.microsoft.com/office/drawing/2014/main" id="{297DC0CC-6CEF-81A2-F9D6-8B5A5F24F41B}"/>
                  </a:ext>
                </a:extLst>
              </p:cNvPr>
              <p:cNvSpPr/>
              <p:nvPr/>
            </p:nvSpPr>
            <p:spPr>
              <a:xfrm>
                <a:off x="7465031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17" name="pg45">
                <a:extLst>
                  <a:ext uri="{FF2B5EF4-FFF2-40B4-BE49-F238E27FC236}">
                    <a16:creationId xmlns:a16="http://schemas.microsoft.com/office/drawing/2014/main" id="{ED898D66-6E50-A283-04B5-F93F7DEE6161}"/>
                  </a:ext>
                </a:extLst>
              </p:cNvPr>
              <p:cNvSpPr/>
              <p:nvPr/>
            </p:nvSpPr>
            <p:spPr>
              <a:xfrm>
                <a:off x="7496094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18" name="pg46">
                <a:extLst>
                  <a:ext uri="{FF2B5EF4-FFF2-40B4-BE49-F238E27FC236}">
                    <a16:creationId xmlns:a16="http://schemas.microsoft.com/office/drawing/2014/main" id="{8B849285-164C-33CB-D158-6532E9FAA4A3}"/>
                  </a:ext>
                </a:extLst>
              </p:cNvPr>
              <p:cNvSpPr/>
              <p:nvPr/>
            </p:nvSpPr>
            <p:spPr>
              <a:xfrm>
                <a:off x="7527156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19" name="pg47">
                <a:extLst>
                  <a:ext uri="{FF2B5EF4-FFF2-40B4-BE49-F238E27FC236}">
                    <a16:creationId xmlns:a16="http://schemas.microsoft.com/office/drawing/2014/main" id="{E7C55626-9CBD-AAC4-B5ED-00D363040922}"/>
                  </a:ext>
                </a:extLst>
              </p:cNvPr>
              <p:cNvSpPr/>
              <p:nvPr/>
            </p:nvSpPr>
            <p:spPr>
              <a:xfrm>
                <a:off x="7558219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20" name="pg48">
                <a:extLst>
                  <a:ext uri="{FF2B5EF4-FFF2-40B4-BE49-F238E27FC236}">
                    <a16:creationId xmlns:a16="http://schemas.microsoft.com/office/drawing/2014/main" id="{29A7043A-A6B5-F114-3EEC-AF0496CA7BBC}"/>
                  </a:ext>
                </a:extLst>
              </p:cNvPr>
              <p:cNvSpPr/>
              <p:nvPr/>
            </p:nvSpPr>
            <p:spPr>
              <a:xfrm>
                <a:off x="7589283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21" name="pg49">
                <a:extLst>
                  <a:ext uri="{FF2B5EF4-FFF2-40B4-BE49-F238E27FC236}">
                    <a16:creationId xmlns:a16="http://schemas.microsoft.com/office/drawing/2014/main" id="{98EC45AD-D89E-0390-B2BE-A64C3A7B92BC}"/>
                  </a:ext>
                </a:extLst>
              </p:cNvPr>
              <p:cNvSpPr/>
              <p:nvPr/>
            </p:nvSpPr>
            <p:spPr>
              <a:xfrm>
                <a:off x="7620345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22" name="pg50">
                <a:extLst>
                  <a:ext uri="{FF2B5EF4-FFF2-40B4-BE49-F238E27FC236}">
                    <a16:creationId xmlns:a16="http://schemas.microsoft.com/office/drawing/2014/main" id="{FFF94E1E-5939-5B3F-6968-42F31AF9525C}"/>
                  </a:ext>
                </a:extLst>
              </p:cNvPr>
              <p:cNvSpPr/>
              <p:nvPr/>
            </p:nvSpPr>
            <p:spPr>
              <a:xfrm>
                <a:off x="7651408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23" name="pg51">
                <a:extLst>
                  <a:ext uri="{FF2B5EF4-FFF2-40B4-BE49-F238E27FC236}">
                    <a16:creationId xmlns:a16="http://schemas.microsoft.com/office/drawing/2014/main" id="{CD9015DA-BB27-372B-CEA6-FC8818C9FBA0}"/>
                  </a:ext>
                </a:extLst>
              </p:cNvPr>
              <p:cNvSpPr/>
              <p:nvPr/>
            </p:nvSpPr>
            <p:spPr>
              <a:xfrm>
                <a:off x="7682471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24" name="pg52">
                <a:extLst>
                  <a:ext uri="{FF2B5EF4-FFF2-40B4-BE49-F238E27FC236}">
                    <a16:creationId xmlns:a16="http://schemas.microsoft.com/office/drawing/2014/main" id="{49B890C0-F294-ED15-034F-302CC8F59698}"/>
                  </a:ext>
                </a:extLst>
              </p:cNvPr>
              <p:cNvSpPr/>
              <p:nvPr/>
            </p:nvSpPr>
            <p:spPr>
              <a:xfrm>
                <a:off x="7713534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25" name="pg53">
                <a:extLst>
                  <a:ext uri="{FF2B5EF4-FFF2-40B4-BE49-F238E27FC236}">
                    <a16:creationId xmlns:a16="http://schemas.microsoft.com/office/drawing/2014/main" id="{15887791-A944-478A-9F5A-150CE2663966}"/>
                  </a:ext>
                </a:extLst>
              </p:cNvPr>
              <p:cNvSpPr/>
              <p:nvPr/>
            </p:nvSpPr>
            <p:spPr>
              <a:xfrm>
                <a:off x="7744597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26" name="pg54">
                <a:extLst>
                  <a:ext uri="{FF2B5EF4-FFF2-40B4-BE49-F238E27FC236}">
                    <a16:creationId xmlns:a16="http://schemas.microsoft.com/office/drawing/2014/main" id="{48E5DAF0-F666-A3F3-5683-C52084A1EDBC}"/>
                  </a:ext>
                </a:extLst>
              </p:cNvPr>
              <p:cNvSpPr/>
              <p:nvPr/>
            </p:nvSpPr>
            <p:spPr>
              <a:xfrm>
                <a:off x="7899912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27" name="pg55">
                <a:extLst>
                  <a:ext uri="{FF2B5EF4-FFF2-40B4-BE49-F238E27FC236}">
                    <a16:creationId xmlns:a16="http://schemas.microsoft.com/office/drawing/2014/main" id="{8DA56597-421B-6B60-EF6E-C413162460B4}"/>
                  </a:ext>
                </a:extLst>
              </p:cNvPr>
              <p:cNvSpPr/>
              <p:nvPr/>
            </p:nvSpPr>
            <p:spPr>
              <a:xfrm>
                <a:off x="7930974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28" name="pg56">
                <a:extLst>
                  <a:ext uri="{FF2B5EF4-FFF2-40B4-BE49-F238E27FC236}">
                    <a16:creationId xmlns:a16="http://schemas.microsoft.com/office/drawing/2014/main" id="{ADCA6124-EA27-55FA-4039-08BBF4AE421F}"/>
                  </a:ext>
                </a:extLst>
              </p:cNvPr>
              <p:cNvSpPr/>
              <p:nvPr/>
            </p:nvSpPr>
            <p:spPr>
              <a:xfrm>
                <a:off x="7962037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29" name="pg57">
                <a:extLst>
                  <a:ext uri="{FF2B5EF4-FFF2-40B4-BE49-F238E27FC236}">
                    <a16:creationId xmlns:a16="http://schemas.microsoft.com/office/drawing/2014/main" id="{72771097-D901-9E5B-3CCF-7BFF5C4F715E}"/>
                  </a:ext>
                </a:extLst>
              </p:cNvPr>
              <p:cNvSpPr/>
              <p:nvPr/>
            </p:nvSpPr>
            <p:spPr>
              <a:xfrm>
                <a:off x="7993100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89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30" name="pg58">
                <a:extLst>
                  <a:ext uri="{FF2B5EF4-FFF2-40B4-BE49-F238E27FC236}">
                    <a16:creationId xmlns:a16="http://schemas.microsoft.com/office/drawing/2014/main" id="{E76DF039-B8BF-08DF-A6E7-D9571567322E}"/>
                  </a:ext>
                </a:extLst>
              </p:cNvPr>
              <p:cNvSpPr/>
              <p:nvPr/>
            </p:nvSpPr>
            <p:spPr>
              <a:xfrm>
                <a:off x="8024163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31" name="pg59">
                <a:extLst>
                  <a:ext uri="{FF2B5EF4-FFF2-40B4-BE49-F238E27FC236}">
                    <a16:creationId xmlns:a16="http://schemas.microsoft.com/office/drawing/2014/main" id="{5FB29239-A9BD-F047-5EBF-5F3A29F09122}"/>
                  </a:ext>
                </a:extLst>
              </p:cNvPr>
              <p:cNvSpPr/>
              <p:nvPr/>
            </p:nvSpPr>
            <p:spPr>
              <a:xfrm>
                <a:off x="8055226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32" name="pg60">
                <a:extLst>
                  <a:ext uri="{FF2B5EF4-FFF2-40B4-BE49-F238E27FC236}">
                    <a16:creationId xmlns:a16="http://schemas.microsoft.com/office/drawing/2014/main" id="{16B4E873-1390-4C0D-F266-AB75832D525A}"/>
                  </a:ext>
                </a:extLst>
              </p:cNvPr>
              <p:cNvSpPr/>
              <p:nvPr/>
            </p:nvSpPr>
            <p:spPr>
              <a:xfrm>
                <a:off x="7371842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33" name="pg61">
                <a:extLst>
                  <a:ext uri="{FF2B5EF4-FFF2-40B4-BE49-F238E27FC236}">
                    <a16:creationId xmlns:a16="http://schemas.microsoft.com/office/drawing/2014/main" id="{4AD64035-E004-DB18-4FD2-CA4C4AF3EA50}"/>
                  </a:ext>
                </a:extLst>
              </p:cNvPr>
              <p:cNvSpPr/>
              <p:nvPr/>
            </p:nvSpPr>
            <p:spPr>
              <a:xfrm>
                <a:off x="7402905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34" name="pg62">
                <a:extLst>
                  <a:ext uri="{FF2B5EF4-FFF2-40B4-BE49-F238E27FC236}">
                    <a16:creationId xmlns:a16="http://schemas.microsoft.com/office/drawing/2014/main" id="{0D15908D-7AF5-6828-2A6D-3C1F044C12E4}"/>
                  </a:ext>
                </a:extLst>
              </p:cNvPr>
              <p:cNvSpPr/>
              <p:nvPr/>
            </p:nvSpPr>
            <p:spPr>
              <a:xfrm>
                <a:off x="7433968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35" name="pg63">
                <a:extLst>
                  <a:ext uri="{FF2B5EF4-FFF2-40B4-BE49-F238E27FC236}">
                    <a16:creationId xmlns:a16="http://schemas.microsoft.com/office/drawing/2014/main" id="{42484924-24ED-B427-BD57-5CC47E76896B}"/>
                  </a:ext>
                </a:extLst>
              </p:cNvPr>
              <p:cNvSpPr/>
              <p:nvPr/>
            </p:nvSpPr>
            <p:spPr>
              <a:xfrm>
                <a:off x="7465031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36" name="pg64">
                <a:extLst>
                  <a:ext uri="{FF2B5EF4-FFF2-40B4-BE49-F238E27FC236}">
                    <a16:creationId xmlns:a16="http://schemas.microsoft.com/office/drawing/2014/main" id="{54407895-AB2B-4521-F61E-6DAD7B920E4C}"/>
                  </a:ext>
                </a:extLst>
              </p:cNvPr>
              <p:cNvSpPr/>
              <p:nvPr/>
            </p:nvSpPr>
            <p:spPr>
              <a:xfrm>
                <a:off x="7496094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37" name="pg65">
                <a:extLst>
                  <a:ext uri="{FF2B5EF4-FFF2-40B4-BE49-F238E27FC236}">
                    <a16:creationId xmlns:a16="http://schemas.microsoft.com/office/drawing/2014/main" id="{EBE9D8B0-C543-CE4B-CD36-257D258DED83}"/>
                  </a:ext>
                </a:extLst>
              </p:cNvPr>
              <p:cNvSpPr/>
              <p:nvPr/>
            </p:nvSpPr>
            <p:spPr>
              <a:xfrm>
                <a:off x="7527156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38" name="pg66">
                <a:extLst>
                  <a:ext uri="{FF2B5EF4-FFF2-40B4-BE49-F238E27FC236}">
                    <a16:creationId xmlns:a16="http://schemas.microsoft.com/office/drawing/2014/main" id="{3D947D62-066C-38C1-AA84-10228469046B}"/>
                  </a:ext>
                </a:extLst>
              </p:cNvPr>
              <p:cNvSpPr/>
              <p:nvPr/>
            </p:nvSpPr>
            <p:spPr>
              <a:xfrm>
                <a:off x="7558219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39" name="pg67">
                <a:extLst>
                  <a:ext uri="{FF2B5EF4-FFF2-40B4-BE49-F238E27FC236}">
                    <a16:creationId xmlns:a16="http://schemas.microsoft.com/office/drawing/2014/main" id="{CE6BEA2B-B395-ECFA-F583-9355E4181240}"/>
                  </a:ext>
                </a:extLst>
              </p:cNvPr>
              <p:cNvSpPr/>
              <p:nvPr/>
            </p:nvSpPr>
            <p:spPr>
              <a:xfrm>
                <a:off x="7589283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40" name="pg68">
                <a:extLst>
                  <a:ext uri="{FF2B5EF4-FFF2-40B4-BE49-F238E27FC236}">
                    <a16:creationId xmlns:a16="http://schemas.microsoft.com/office/drawing/2014/main" id="{F95FFA63-F07D-1577-C4CE-2D4DDB5FED7A}"/>
                  </a:ext>
                </a:extLst>
              </p:cNvPr>
              <p:cNvSpPr/>
              <p:nvPr/>
            </p:nvSpPr>
            <p:spPr>
              <a:xfrm>
                <a:off x="7620345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41" name="pg69">
                <a:extLst>
                  <a:ext uri="{FF2B5EF4-FFF2-40B4-BE49-F238E27FC236}">
                    <a16:creationId xmlns:a16="http://schemas.microsoft.com/office/drawing/2014/main" id="{C7D5A3C4-D0D1-BB62-2219-8E79522C1CDB}"/>
                  </a:ext>
                </a:extLst>
              </p:cNvPr>
              <p:cNvSpPr/>
              <p:nvPr/>
            </p:nvSpPr>
            <p:spPr>
              <a:xfrm>
                <a:off x="7651408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42" name="pg70">
                <a:extLst>
                  <a:ext uri="{FF2B5EF4-FFF2-40B4-BE49-F238E27FC236}">
                    <a16:creationId xmlns:a16="http://schemas.microsoft.com/office/drawing/2014/main" id="{9BA761FC-6CF1-C85C-71A9-F4CCF98C411D}"/>
                  </a:ext>
                </a:extLst>
              </p:cNvPr>
              <p:cNvSpPr/>
              <p:nvPr/>
            </p:nvSpPr>
            <p:spPr>
              <a:xfrm>
                <a:off x="7682471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43" name="pg71">
                <a:extLst>
                  <a:ext uri="{FF2B5EF4-FFF2-40B4-BE49-F238E27FC236}">
                    <a16:creationId xmlns:a16="http://schemas.microsoft.com/office/drawing/2014/main" id="{C05756BB-1EBA-74F9-64EB-1D1C3483DDB7}"/>
                  </a:ext>
                </a:extLst>
              </p:cNvPr>
              <p:cNvSpPr/>
              <p:nvPr/>
            </p:nvSpPr>
            <p:spPr>
              <a:xfrm>
                <a:off x="7713534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44" name="pg72">
                <a:extLst>
                  <a:ext uri="{FF2B5EF4-FFF2-40B4-BE49-F238E27FC236}">
                    <a16:creationId xmlns:a16="http://schemas.microsoft.com/office/drawing/2014/main" id="{0FD5E65B-E6EE-0B3A-994B-B88250822B1B}"/>
                  </a:ext>
                </a:extLst>
              </p:cNvPr>
              <p:cNvSpPr/>
              <p:nvPr/>
            </p:nvSpPr>
            <p:spPr>
              <a:xfrm>
                <a:off x="7868849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45" name="pg73">
                <a:extLst>
                  <a:ext uri="{FF2B5EF4-FFF2-40B4-BE49-F238E27FC236}">
                    <a16:creationId xmlns:a16="http://schemas.microsoft.com/office/drawing/2014/main" id="{2B1D09AB-72AB-FA1F-8D96-F5816CC7D37D}"/>
                  </a:ext>
                </a:extLst>
              </p:cNvPr>
              <p:cNvSpPr/>
              <p:nvPr/>
            </p:nvSpPr>
            <p:spPr>
              <a:xfrm>
                <a:off x="7899912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46" name="pg74">
                <a:extLst>
                  <a:ext uri="{FF2B5EF4-FFF2-40B4-BE49-F238E27FC236}">
                    <a16:creationId xmlns:a16="http://schemas.microsoft.com/office/drawing/2014/main" id="{44E13B45-24ED-0E80-1FBE-316F133C21F5}"/>
                  </a:ext>
                </a:extLst>
              </p:cNvPr>
              <p:cNvSpPr/>
              <p:nvPr/>
            </p:nvSpPr>
            <p:spPr>
              <a:xfrm>
                <a:off x="7930974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47" name="pg75">
                <a:extLst>
                  <a:ext uri="{FF2B5EF4-FFF2-40B4-BE49-F238E27FC236}">
                    <a16:creationId xmlns:a16="http://schemas.microsoft.com/office/drawing/2014/main" id="{2FCAE280-9855-908D-FA9C-9EB9FA67D77D}"/>
                  </a:ext>
                </a:extLst>
              </p:cNvPr>
              <p:cNvSpPr/>
              <p:nvPr/>
            </p:nvSpPr>
            <p:spPr>
              <a:xfrm>
                <a:off x="7962037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93DD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48" name="pg76">
                <a:extLst>
                  <a:ext uri="{FF2B5EF4-FFF2-40B4-BE49-F238E27FC236}">
                    <a16:creationId xmlns:a16="http://schemas.microsoft.com/office/drawing/2014/main" id="{1A81D441-8184-D874-DD43-A0F5F603C7EC}"/>
                  </a:ext>
                </a:extLst>
              </p:cNvPr>
              <p:cNvSpPr/>
              <p:nvPr/>
            </p:nvSpPr>
            <p:spPr>
              <a:xfrm>
                <a:off x="7993100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8FDB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49" name="pg77">
                <a:extLst>
                  <a:ext uri="{FF2B5EF4-FFF2-40B4-BE49-F238E27FC236}">
                    <a16:creationId xmlns:a16="http://schemas.microsoft.com/office/drawing/2014/main" id="{D97C7E7C-B0D7-8831-EAB3-843826F895DD}"/>
                  </a:ext>
                </a:extLst>
              </p:cNvPr>
              <p:cNvSpPr/>
              <p:nvPr/>
            </p:nvSpPr>
            <p:spPr>
              <a:xfrm>
                <a:off x="8024163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50" name="pg78">
                <a:extLst>
                  <a:ext uri="{FF2B5EF4-FFF2-40B4-BE49-F238E27FC236}">
                    <a16:creationId xmlns:a16="http://schemas.microsoft.com/office/drawing/2014/main" id="{60B8CCCC-F07D-B6CF-DF56-561C0FD0FA3E}"/>
                  </a:ext>
                </a:extLst>
              </p:cNvPr>
              <p:cNvSpPr/>
              <p:nvPr/>
            </p:nvSpPr>
            <p:spPr>
              <a:xfrm>
                <a:off x="8055226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51" name="pg79">
                <a:extLst>
                  <a:ext uri="{FF2B5EF4-FFF2-40B4-BE49-F238E27FC236}">
                    <a16:creationId xmlns:a16="http://schemas.microsoft.com/office/drawing/2014/main" id="{74E733BD-B07D-8D18-C74E-50E3B16A469A}"/>
                  </a:ext>
                </a:extLst>
              </p:cNvPr>
              <p:cNvSpPr/>
              <p:nvPr/>
            </p:nvSpPr>
            <p:spPr>
              <a:xfrm>
                <a:off x="7309716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52" name="pg80">
                <a:extLst>
                  <a:ext uri="{FF2B5EF4-FFF2-40B4-BE49-F238E27FC236}">
                    <a16:creationId xmlns:a16="http://schemas.microsoft.com/office/drawing/2014/main" id="{2BD1B695-C7BA-711D-5EFB-312063F9CADF}"/>
                  </a:ext>
                </a:extLst>
              </p:cNvPr>
              <p:cNvSpPr/>
              <p:nvPr/>
            </p:nvSpPr>
            <p:spPr>
              <a:xfrm>
                <a:off x="7340779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53" name="pg81">
                <a:extLst>
                  <a:ext uri="{FF2B5EF4-FFF2-40B4-BE49-F238E27FC236}">
                    <a16:creationId xmlns:a16="http://schemas.microsoft.com/office/drawing/2014/main" id="{7F7E2486-D349-B6D1-E16A-08596A1C5902}"/>
                  </a:ext>
                </a:extLst>
              </p:cNvPr>
              <p:cNvSpPr/>
              <p:nvPr/>
            </p:nvSpPr>
            <p:spPr>
              <a:xfrm>
                <a:off x="7371842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54" name="pg82">
                <a:extLst>
                  <a:ext uri="{FF2B5EF4-FFF2-40B4-BE49-F238E27FC236}">
                    <a16:creationId xmlns:a16="http://schemas.microsoft.com/office/drawing/2014/main" id="{2A087ECA-8ACB-19C3-F28C-CDE20EA58F11}"/>
                  </a:ext>
                </a:extLst>
              </p:cNvPr>
              <p:cNvSpPr/>
              <p:nvPr/>
            </p:nvSpPr>
            <p:spPr>
              <a:xfrm>
                <a:off x="7402905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55" name="pg83">
                <a:extLst>
                  <a:ext uri="{FF2B5EF4-FFF2-40B4-BE49-F238E27FC236}">
                    <a16:creationId xmlns:a16="http://schemas.microsoft.com/office/drawing/2014/main" id="{D75E4335-D08A-011D-4729-D965C9D0799C}"/>
                  </a:ext>
                </a:extLst>
              </p:cNvPr>
              <p:cNvSpPr/>
              <p:nvPr/>
            </p:nvSpPr>
            <p:spPr>
              <a:xfrm>
                <a:off x="7433968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56" name="pg84">
                <a:extLst>
                  <a:ext uri="{FF2B5EF4-FFF2-40B4-BE49-F238E27FC236}">
                    <a16:creationId xmlns:a16="http://schemas.microsoft.com/office/drawing/2014/main" id="{510C6EB8-4EA0-BDF9-5708-D7DE01AF0F5B}"/>
                  </a:ext>
                </a:extLst>
              </p:cNvPr>
              <p:cNvSpPr/>
              <p:nvPr/>
            </p:nvSpPr>
            <p:spPr>
              <a:xfrm>
                <a:off x="7465031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57" name="pg85">
                <a:extLst>
                  <a:ext uri="{FF2B5EF4-FFF2-40B4-BE49-F238E27FC236}">
                    <a16:creationId xmlns:a16="http://schemas.microsoft.com/office/drawing/2014/main" id="{69F6EBE2-B13C-1DC9-915F-C22A410A37C7}"/>
                  </a:ext>
                </a:extLst>
              </p:cNvPr>
              <p:cNvSpPr/>
              <p:nvPr/>
            </p:nvSpPr>
            <p:spPr>
              <a:xfrm>
                <a:off x="7496094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58" name="pg86">
                <a:extLst>
                  <a:ext uri="{FF2B5EF4-FFF2-40B4-BE49-F238E27FC236}">
                    <a16:creationId xmlns:a16="http://schemas.microsoft.com/office/drawing/2014/main" id="{DCFB0066-2F24-C271-66B1-806914B2F285}"/>
                  </a:ext>
                </a:extLst>
              </p:cNvPr>
              <p:cNvSpPr/>
              <p:nvPr/>
            </p:nvSpPr>
            <p:spPr>
              <a:xfrm>
                <a:off x="7527156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59" name="pg87">
                <a:extLst>
                  <a:ext uri="{FF2B5EF4-FFF2-40B4-BE49-F238E27FC236}">
                    <a16:creationId xmlns:a16="http://schemas.microsoft.com/office/drawing/2014/main" id="{6337A0C9-CA06-FDD8-EBA8-297833A2BE99}"/>
                  </a:ext>
                </a:extLst>
              </p:cNvPr>
              <p:cNvSpPr/>
              <p:nvPr/>
            </p:nvSpPr>
            <p:spPr>
              <a:xfrm>
                <a:off x="7558219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60" name="pg88">
                <a:extLst>
                  <a:ext uri="{FF2B5EF4-FFF2-40B4-BE49-F238E27FC236}">
                    <a16:creationId xmlns:a16="http://schemas.microsoft.com/office/drawing/2014/main" id="{E7CC5208-AEF4-9FA6-637C-D19AC62B4205}"/>
                  </a:ext>
                </a:extLst>
              </p:cNvPr>
              <p:cNvSpPr/>
              <p:nvPr/>
            </p:nvSpPr>
            <p:spPr>
              <a:xfrm>
                <a:off x="7589283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61" name="pg89">
                <a:extLst>
                  <a:ext uri="{FF2B5EF4-FFF2-40B4-BE49-F238E27FC236}">
                    <a16:creationId xmlns:a16="http://schemas.microsoft.com/office/drawing/2014/main" id="{C5463CE8-25C5-075B-09DE-54C0850E1BC0}"/>
                  </a:ext>
                </a:extLst>
              </p:cNvPr>
              <p:cNvSpPr/>
              <p:nvPr/>
            </p:nvSpPr>
            <p:spPr>
              <a:xfrm>
                <a:off x="7620345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62" name="pg90">
                <a:extLst>
                  <a:ext uri="{FF2B5EF4-FFF2-40B4-BE49-F238E27FC236}">
                    <a16:creationId xmlns:a16="http://schemas.microsoft.com/office/drawing/2014/main" id="{06A68BA4-DA8D-7336-2CB9-32874A07D0DA}"/>
                  </a:ext>
                </a:extLst>
              </p:cNvPr>
              <p:cNvSpPr/>
              <p:nvPr/>
            </p:nvSpPr>
            <p:spPr>
              <a:xfrm>
                <a:off x="7651408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63" name="pg91">
                <a:extLst>
                  <a:ext uri="{FF2B5EF4-FFF2-40B4-BE49-F238E27FC236}">
                    <a16:creationId xmlns:a16="http://schemas.microsoft.com/office/drawing/2014/main" id="{FA965497-955E-41F9-28BA-DF436CF411B3}"/>
                  </a:ext>
                </a:extLst>
              </p:cNvPr>
              <p:cNvSpPr/>
              <p:nvPr/>
            </p:nvSpPr>
            <p:spPr>
              <a:xfrm>
                <a:off x="7837786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64" name="pg92">
                <a:extLst>
                  <a:ext uri="{FF2B5EF4-FFF2-40B4-BE49-F238E27FC236}">
                    <a16:creationId xmlns:a16="http://schemas.microsoft.com/office/drawing/2014/main" id="{126D2AE4-7550-4916-FD83-7A58460DC6C9}"/>
                  </a:ext>
                </a:extLst>
              </p:cNvPr>
              <p:cNvSpPr/>
              <p:nvPr/>
            </p:nvSpPr>
            <p:spPr>
              <a:xfrm>
                <a:off x="7868849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65" name="pg93">
                <a:extLst>
                  <a:ext uri="{FF2B5EF4-FFF2-40B4-BE49-F238E27FC236}">
                    <a16:creationId xmlns:a16="http://schemas.microsoft.com/office/drawing/2014/main" id="{8D2BBD83-3562-6892-B702-C5783D56E2FA}"/>
                  </a:ext>
                </a:extLst>
              </p:cNvPr>
              <p:cNvSpPr/>
              <p:nvPr/>
            </p:nvSpPr>
            <p:spPr>
              <a:xfrm>
                <a:off x="7899912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66" name="pg94">
                <a:extLst>
                  <a:ext uri="{FF2B5EF4-FFF2-40B4-BE49-F238E27FC236}">
                    <a16:creationId xmlns:a16="http://schemas.microsoft.com/office/drawing/2014/main" id="{29A528E0-AA86-D92C-34F6-8625764A4CDE}"/>
                  </a:ext>
                </a:extLst>
              </p:cNvPr>
              <p:cNvSpPr/>
              <p:nvPr/>
            </p:nvSpPr>
            <p:spPr>
              <a:xfrm>
                <a:off x="7930974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67" name="pg95">
                <a:extLst>
                  <a:ext uri="{FF2B5EF4-FFF2-40B4-BE49-F238E27FC236}">
                    <a16:creationId xmlns:a16="http://schemas.microsoft.com/office/drawing/2014/main" id="{249B70BD-D185-982A-6504-1EC6FD63A32E}"/>
                  </a:ext>
                </a:extLst>
              </p:cNvPr>
              <p:cNvSpPr/>
              <p:nvPr/>
            </p:nvSpPr>
            <p:spPr>
              <a:xfrm>
                <a:off x="7962037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68" name="pg96">
                <a:extLst>
                  <a:ext uri="{FF2B5EF4-FFF2-40B4-BE49-F238E27FC236}">
                    <a16:creationId xmlns:a16="http://schemas.microsoft.com/office/drawing/2014/main" id="{E9128DA1-B16B-68CF-CB9D-41280B20A793}"/>
                  </a:ext>
                </a:extLst>
              </p:cNvPr>
              <p:cNvSpPr/>
              <p:nvPr/>
            </p:nvSpPr>
            <p:spPr>
              <a:xfrm>
                <a:off x="7993100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69" name="pg97">
                <a:extLst>
                  <a:ext uri="{FF2B5EF4-FFF2-40B4-BE49-F238E27FC236}">
                    <a16:creationId xmlns:a16="http://schemas.microsoft.com/office/drawing/2014/main" id="{1E00C8EC-984A-A3D6-F641-E72BD7E3E973}"/>
                  </a:ext>
                </a:extLst>
              </p:cNvPr>
              <p:cNvSpPr/>
              <p:nvPr/>
            </p:nvSpPr>
            <p:spPr>
              <a:xfrm>
                <a:off x="7247590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DF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70" name="pg98">
                <a:extLst>
                  <a:ext uri="{FF2B5EF4-FFF2-40B4-BE49-F238E27FC236}">
                    <a16:creationId xmlns:a16="http://schemas.microsoft.com/office/drawing/2014/main" id="{198E1D4E-5E08-5A3D-E8E4-C3A796E8383C}"/>
                  </a:ext>
                </a:extLst>
              </p:cNvPr>
              <p:cNvSpPr/>
              <p:nvPr/>
            </p:nvSpPr>
            <p:spPr>
              <a:xfrm>
                <a:off x="7278653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71" name="pg99">
                <a:extLst>
                  <a:ext uri="{FF2B5EF4-FFF2-40B4-BE49-F238E27FC236}">
                    <a16:creationId xmlns:a16="http://schemas.microsoft.com/office/drawing/2014/main" id="{DE1853B8-9A51-71A8-8022-A916D19DC91D}"/>
                  </a:ext>
                </a:extLst>
              </p:cNvPr>
              <p:cNvSpPr/>
              <p:nvPr/>
            </p:nvSpPr>
            <p:spPr>
              <a:xfrm>
                <a:off x="7309716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72" name="pg100">
                <a:extLst>
                  <a:ext uri="{FF2B5EF4-FFF2-40B4-BE49-F238E27FC236}">
                    <a16:creationId xmlns:a16="http://schemas.microsoft.com/office/drawing/2014/main" id="{4D46C8E0-1193-E041-7AAC-C0B999A0EFB1}"/>
                  </a:ext>
                </a:extLst>
              </p:cNvPr>
              <p:cNvSpPr/>
              <p:nvPr/>
            </p:nvSpPr>
            <p:spPr>
              <a:xfrm>
                <a:off x="7340779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73" name="pg101">
                <a:extLst>
                  <a:ext uri="{FF2B5EF4-FFF2-40B4-BE49-F238E27FC236}">
                    <a16:creationId xmlns:a16="http://schemas.microsoft.com/office/drawing/2014/main" id="{806620D8-C305-BB16-FDC8-D393492A389A}"/>
                  </a:ext>
                </a:extLst>
              </p:cNvPr>
              <p:cNvSpPr/>
              <p:nvPr/>
            </p:nvSpPr>
            <p:spPr>
              <a:xfrm>
                <a:off x="7371842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74" name="pg102">
                <a:extLst>
                  <a:ext uri="{FF2B5EF4-FFF2-40B4-BE49-F238E27FC236}">
                    <a16:creationId xmlns:a16="http://schemas.microsoft.com/office/drawing/2014/main" id="{4BA217A5-95B9-7CB9-7066-2D6E0ED14034}"/>
                  </a:ext>
                </a:extLst>
              </p:cNvPr>
              <p:cNvSpPr/>
              <p:nvPr/>
            </p:nvSpPr>
            <p:spPr>
              <a:xfrm>
                <a:off x="7402905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75" name="pg103">
                <a:extLst>
                  <a:ext uri="{FF2B5EF4-FFF2-40B4-BE49-F238E27FC236}">
                    <a16:creationId xmlns:a16="http://schemas.microsoft.com/office/drawing/2014/main" id="{36BB197D-E2B8-309F-4AB8-6D66605220B7}"/>
                  </a:ext>
                </a:extLst>
              </p:cNvPr>
              <p:cNvSpPr/>
              <p:nvPr/>
            </p:nvSpPr>
            <p:spPr>
              <a:xfrm>
                <a:off x="7433968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76" name="pg104">
                <a:extLst>
                  <a:ext uri="{FF2B5EF4-FFF2-40B4-BE49-F238E27FC236}">
                    <a16:creationId xmlns:a16="http://schemas.microsoft.com/office/drawing/2014/main" id="{EC45F4AB-47AA-65FB-6512-D17B7A9DB82C}"/>
                  </a:ext>
                </a:extLst>
              </p:cNvPr>
              <p:cNvSpPr/>
              <p:nvPr/>
            </p:nvSpPr>
            <p:spPr>
              <a:xfrm>
                <a:off x="7465031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77" name="pg105">
                <a:extLst>
                  <a:ext uri="{FF2B5EF4-FFF2-40B4-BE49-F238E27FC236}">
                    <a16:creationId xmlns:a16="http://schemas.microsoft.com/office/drawing/2014/main" id="{F5DF14FD-52A9-3831-CC05-B3B136A74F90}"/>
                  </a:ext>
                </a:extLst>
              </p:cNvPr>
              <p:cNvSpPr/>
              <p:nvPr/>
            </p:nvSpPr>
            <p:spPr>
              <a:xfrm>
                <a:off x="7496094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78" name="pg106">
                <a:extLst>
                  <a:ext uri="{FF2B5EF4-FFF2-40B4-BE49-F238E27FC236}">
                    <a16:creationId xmlns:a16="http://schemas.microsoft.com/office/drawing/2014/main" id="{716FEC0F-C422-2D2A-87DB-1E570CA8BA50}"/>
                  </a:ext>
                </a:extLst>
              </p:cNvPr>
              <p:cNvSpPr/>
              <p:nvPr/>
            </p:nvSpPr>
            <p:spPr>
              <a:xfrm>
                <a:off x="7527156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79" name="pg107">
                <a:extLst>
                  <a:ext uri="{FF2B5EF4-FFF2-40B4-BE49-F238E27FC236}">
                    <a16:creationId xmlns:a16="http://schemas.microsoft.com/office/drawing/2014/main" id="{788B68DB-2CD3-78FB-3FE5-8A43B92C4BC0}"/>
                  </a:ext>
                </a:extLst>
              </p:cNvPr>
              <p:cNvSpPr/>
              <p:nvPr/>
            </p:nvSpPr>
            <p:spPr>
              <a:xfrm>
                <a:off x="7558219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80" name="pg108">
                <a:extLst>
                  <a:ext uri="{FF2B5EF4-FFF2-40B4-BE49-F238E27FC236}">
                    <a16:creationId xmlns:a16="http://schemas.microsoft.com/office/drawing/2014/main" id="{B8F48C0B-E7C4-6247-D1FD-57BBB5559D2D}"/>
                  </a:ext>
                </a:extLst>
              </p:cNvPr>
              <p:cNvSpPr/>
              <p:nvPr/>
            </p:nvSpPr>
            <p:spPr>
              <a:xfrm>
                <a:off x="7589283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81" name="pg109">
                <a:extLst>
                  <a:ext uri="{FF2B5EF4-FFF2-40B4-BE49-F238E27FC236}">
                    <a16:creationId xmlns:a16="http://schemas.microsoft.com/office/drawing/2014/main" id="{44BE132D-BF38-F51B-4A28-AB6D400EBF25}"/>
                  </a:ext>
                </a:extLst>
              </p:cNvPr>
              <p:cNvSpPr/>
              <p:nvPr/>
            </p:nvSpPr>
            <p:spPr>
              <a:xfrm>
                <a:off x="7620345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82" name="pg110">
                <a:extLst>
                  <a:ext uri="{FF2B5EF4-FFF2-40B4-BE49-F238E27FC236}">
                    <a16:creationId xmlns:a16="http://schemas.microsoft.com/office/drawing/2014/main" id="{0F4396E0-606A-7C27-0C56-5BFCC8A3CC8E}"/>
                  </a:ext>
                </a:extLst>
              </p:cNvPr>
              <p:cNvSpPr/>
              <p:nvPr/>
            </p:nvSpPr>
            <p:spPr>
              <a:xfrm>
                <a:off x="7651408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83" name="pg111">
                <a:extLst>
                  <a:ext uri="{FF2B5EF4-FFF2-40B4-BE49-F238E27FC236}">
                    <a16:creationId xmlns:a16="http://schemas.microsoft.com/office/drawing/2014/main" id="{60428411-C3AF-29D0-B2DD-6C913D68496E}"/>
                  </a:ext>
                </a:extLst>
              </p:cNvPr>
              <p:cNvSpPr/>
              <p:nvPr/>
            </p:nvSpPr>
            <p:spPr>
              <a:xfrm>
                <a:off x="7682471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84" name="pg112">
                <a:extLst>
                  <a:ext uri="{FF2B5EF4-FFF2-40B4-BE49-F238E27FC236}">
                    <a16:creationId xmlns:a16="http://schemas.microsoft.com/office/drawing/2014/main" id="{E0E0E73A-0225-B7B2-9134-8713C991E1F1}"/>
                  </a:ext>
                </a:extLst>
              </p:cNvPr>
              <p:cNvSpPr/>
              <p:nvPr/>
            </p:nvSpPr>
            <p:spPr>
              <a:xfrm>
                <a:off x="7713534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85" name="pg113">
                <a:extLst>
                  <a:ext uri="{FF2B5EF4-FFF2-40B4-BE49-F238E27FC236}">
                    <a16:creationId xmlns:a16="http://schemas.microsoft.com/office/drawing/2014/main" id="{69649611-F69A-CAA3-7CE8-D7E140814621}"/>
                  </a:ext>
                </a:extLst>
              </p:cNvPr>
              <p:cNvSpPr/>
              <p:nvPr/>
            </p:nvSpPr>
            <p:spPr>
              <a:xfrm>
                <a:off x="7744597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86" name="pg114">
                <a:extLst>
                  <a:ext uri="{FF2B5EF4-FFF2-40B4-BE49-F238E27FC236}">
                    <a16:creationId xmlns:a16="http://schemas.microsoft.com/office/drawing/2014/main" id="{4CBF9F50-AE99-4D9B-6538-50BC0E777D0D}"/>
                  </a:ext>
                </a:extLst>
              </p:cNvPr>
              <p:cNvSpPr/>
              <p:nvPr/>
            </p:nvSpPr>
            <p:spPr>
              <a:xfrm>
                <a:off x="7806723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EEAD5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87" name="pg115">
                <a:extLst>
                  <a:ext uri="{FF2B5EF4-FFF2-40B4-BE49-F238E27FC236}">
                    <a16:creationId xmlns:a16="http://schemas.microsoft.com/office/drawing/2014/main" id="{DA12540F-6848-A3C1-95DD-7A8AC261D45C}"/>
                  </a:ext>
                </a:extLst>
              </p:cNvPr>
              <p:cNvSpPr/>
              <p:nvPr/>
            </p:nvSpPr>
            <p:spPr>
              <a:xfrm>
                <a:off x="7837786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88" name="pg116">
                <a:extLst>
                  <a:ext uri="{FF2B5EF4-FFF2-40B4-BE49-F238E27FC236}">
                    <a16:creationId xmlns:a16="http://schemas.microsoft.com/office/drawing/2014/main" id="{B0D91119-6E23-491C-1321-8C746F56B9F6}"/>
                  </a:ext>
                </a:extLst>
              </p:cNvPr>
              <p:cNvSpPr/>
              <p:nvPr/>
            </p:nvSpPr>
            <p:spPr>
              <a:xfrm>
                <a:off x="7868849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BEAD3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89" name="pg117">
                <a:extLst>
                  <a:ext uri="{FF2B5EF4-FFF2-40B4-BE49-F238E27FC236}">
                    <a16:creationId xmlns:a16="http://schemas.microsoft.com/office/drawing/2014/main" id="{DE0D3552-5586-600B-515E-697B90DCFD35}"/>
                  </a:ext>
                </a:extLst>
              </p:cNvPr>
              <p:cNvSpPr/>
              <p:nvPr/>
            </p:nvSpPr>
            <p:spPr>
              <a:xfrm>
                <a:off x="7899912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90" name="pg118">
                <a:extLst>
                  <a:ext uri="{FF2B5EF4-FFF2-40B4-BE49-F238E27FC236}">
                    <a16:creationId xmlns:a16="http://schemas.microsoft.com/office/drawing/2014/main" id="{40112129-7A17-EE91-2355-722EF9349C3E}"/>
                  </a:ext>
                </a:extLst>
              </p:cNvPr>
              <p:cNvSpPr/>
              <p:nvPr/>
            </p:nvSpPr>
            <p:spPr>
              <a:xfrm>
                <a:off x="7930974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91" name="pg119">
                <a:extLst>
                  <a:ext uri="{FF2B5EF4-FFF2-40B4-BE49-F238E27FC236}">
                    <a16:creationId xmlns:a16="http://schemas.microsoft.com/office/drawing/2014/main" id="{D5958CBB-46DF-F422-2080-82DFBD3EDA19}"/>
                  </a:ext>
                </a:extLst>
              </p:cNvPr>
              <p:cNvSpPr/>
              <p:nvPr/>
            </p:nvSpPr>
            <p:spPr>
              <a:xfrm>
                <a:off x="7962037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92" name="pg120">
                <a:extLst>
                  <a:ext uri="{FF2B5EF4-FFF2-40B4-BE49-F238E27FC236}">
                    <a16:creationId xmlns:a16="http://schemas.microsoft.com/office/drawing/2014/main" id="{F90BDC83-B06B-81CF-7B5F-0EA65B640AED}"/>
                  </a:ext>
                </a:extLst>
              </p:cNvPr>
              <p:cNvSpPr/>
              <p:nvPr/>
            </p:nvSpPr>
            <p:spPr>
              <a:xfrm>
                <a:off x="7993100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93" name="pg121">
                <a:extLst>
                  <a:ext uri="{FF2B5EF4-FFF2-40B4-BE49-F238E27FC236}">
                    <a16:creationId xmlns:a16="http://schemas.microsoft.com/office/drawing/2014/main" id="{8E512B3F-4325-65CE-8D6E-B55A0ED97FBD}"/>
                  </a:ext>
                </a:extLst>
              </p:cNvPr>
              <p:cNvSpPr/>
              <p:nvPr/>
            </p:nvSpPr>
            <p:spPr>
              <a:xfrm>
                <a:off x="7247590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94" name="pg122">
                <a:extLst>
                  <a:ext uri="{FF2B5EF4-FFF2-40B4-BE49-F238E27FC236}">
                    <a16:creationId xmlns:a16="http://schemas.microsoft.com/office/drawing/2014/main" id="{10D55863-6DBF-38AC-76F7-26C666F1B8AE}"/>
                  </a:ext>
                </a:extLst>
              </p:cNvPr>
              <p:cNvSpPr/>
              <p:nvPr/>
            </p:nvSpPr>
            <p:spPr>
              <a:xfrm>
                <a:off x="7278653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95" name="pg123">
                <a:extLst>
                  <a:ext uri="{FF2B5EF4-FFF2-40B4-BE49-F238E27FC236}">
                    <a16:creationId xmlns:a16="http://schemas.microsoft.com/office/drawing/2014/main" id="{7688BAEF-2705-ED2D-445A-DFEA2C05FBD2}"/>
                  </a:ext>
                </a:extLst>
              </p:cNvPr>
              <p:cNvSpPr/>
              <p:nvPr/>
            </p:nvSpPr>
            <p:spPr>
              <a:xfrm>
                <a:off x="7309716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96" name="pg124">
                <a:extLst>
                  <a:ext uri="{FF2B5EF4-FFF2-40B4-BE49-F238E27FC236}">
                    <a16:creationId xmlns:a16="http://schemas.microsoft.com/office/drawing/2014/main" id="{A2A26B72-2AD9-67B0-8836-4832F5CEFDA4}"/>
                  </a:ext>
                </a:extLst>
              </p:cNvPr>
              <p:cNvSpPr/>
              <p:nvPr/>
            </p:nvSpPr>
            <p:spPr>
              <a:xfrm>
                <a:off x="7340779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97" name="pg125">
                <a:extLst>
                  <a:ext uri="{FF2B5EF4-FFF2-40B4-BE49-F238E27FC236}">
                    <a16:creationId xmlns:a16="http://schemas.microsoft.com/office/drawing/2014/main" id="{3F3A56C2-5164-6128-4A14-656E712307D7}"/>
                  </a:ext>
                </a:extLst>
              </p:cNvPr>
              <p:cNvSpPr/>
              <p:nvPr/>
            </p:nvSpPr>
            <p:spPr>
              <a:xfrm>
                <a:off x="7371842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98" name="pg126">
                <a:extLst>
                  <a:ext uri="{FF2B5EF4-FFF2-40B4-BE49-F238E27FC236}">
                    <a16:creationId xmlns:a16="http://schemas.microsoft.com/office/drawing/2014/main" id="{265279E2-32E1-3237-E330-F616D12FED47}"/>
                  </a:ext>
                </a:extLst>
              </p:cNvPr>
              <p:cNvSpPr/>
              <p:nvPr/>
            </p:nvSpPr>
            <p:spPr>
              <a:xfrm>
                <a:off x="7402905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99" name="pg127">
                <a:extLst>
                  <a:ext uri="{FF2B5EF4-FFF2-40B4-BE49-F238E27FC236}">
                    <a16:creationId xmlns:a16="http://schemas.microsoft.com/office/drawing/2014/main" id="{EBF47EE3-5A70-DEFB-C18C-6C679EA09C83}"/>
                  </a:ext>
                </a:extLst>
              </p:cNvPr>
              <p:cNvSpPr/>
              <p:nvPr/>
            </p:nvSpPr>
            <p:spPr>
              <a:xfrm>
                <a:off x="7433968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00" name="pg128">
                <a:extLst>
                  <a:ext uri="{FF2B5EF4-FFF2-40B4-BE49-F238E27FC236}">
                    <a16:creationId xmlns:a16="http://schemas.microsoft.com/office/drawing/2014/main" id="{1DB6BED8-0609-E0AB-06BB-E1017077DFB3}"/>
                  </a:ext>
                </a:extLst>
              </p:cNvPr>
              <p:cNvSpPr/>
              <p:nvPr/>
            </p:nvSpPr>
            <p:spPr>
              <a:xfrm>
                <a:off x="7465031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01" name="pg129">
                <a:extLst>
                  <a:ext uri="{FF2B5EF4-FFF2-40B4-BE49-F238E27FC236}">
                    <a16:creationId xmlns:a16="http://schemas.microsoft.com/office/drawing/2014/main" id="{8E7C0910-1E31-1E3A-A2C1-02410CA66083}"/>
                  </a:ext>
                </a:extLst>
              </p:cNvPr>
              <p:cNvSpPr/>
              <p:nvPr/>
            </p:nvSpPr>
            <p:spPr>
              <a:xfrm>
                <a:off x="7496094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02" name="pg130">
                <a:extLst>
                  <a:ext uri="{FF2B5EF4-FFF2-40B4-BE49-F238E27FC236}">
                    <a16:creationId xmlns:a16="http://schemas.microsoft.com/office/drawing/2014/main" id="{32C5E375-DF79-8224-92B8-793809C247E0}"/>
                  </a:ext>
                </a:extLst>
              </p:cNvPr>
              <p:cNvSpPr/>
              <p:nvPr/>
            </p:nvSpPr>
            <p:spPr>
              <a:xfrm>
                <a:off x="7527156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03" name="pg131">
                <a:extLst>
                  <a:ext uri="{FF2B5EF4-FFF2-40B4-BE49-F238E27FC236}">
                    <a16:creationId xmlns:a16="http://schemas.microsoft.com/office/drawing/2014/main" id="{99188059-18A6-E0A3-3CDB-A7C9AB53DF9A}"/>
                  </a:ext>
                </a:extLst>
              </p:cNvPr>
              <p:cNvSpPr/>
              <p:nvPr/>
            </p:nvSpPr>
            <p:spPr>
              <a:xfrm>
                <a:off x="7558219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04" name="pg132">
                <a:extLst>
                  <a:ext uri="{FF2B5EF4-FFF2-40B4-BE49-F238E27FC236}">
                    <a16:creationId xmlns:a16="http://schemas.microsoft.com/office/drawing/2014/main" id="{9402A1B8-A928-EA79-A2E7-4BCEEA6E3DB2}"/>
                  </a:ext>
                </a:extLst>
              </p:cNvPr>
              <p:cNvSpPr/>
              <p:nvPr/>
            </p:nvSpPr>
            <p:spPr>
              <a:xfrm>
                <a:off x="7589283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05" name="pg133">
                <a:extLst>
                  <a:ext uri="{FF2B5EF4-FFF2-40B4-BE49-F238E27FC236}">
                    <a16:creationId xmlns:a16="http://schemas.microsoft.com/office/drawing/2014/main" id="{551E5B34-5A78-5AAA-8536-8923B849AD42}"/>
                  </a:ext>
                </a:extLst>
              </p:cNvPr>
              <p:cNvSpPr/>
              <p:nvPr/>
            </p:nvSpPr>
            <p:spPr>
              <a:xfrm>
                <a:off x="7620345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06" name="pg134">
                <a:extLst>
                  <a:ext uri="{FF2B5EF4-FFF2-40B4-BE49-F238E27FC236}">
                    <a16:creationId xmlns:a16="http://schemas.microsoft.com/office/drawing/2014/main" id="{9217B61B-C7B4-BD67-4F79-395D2843E136}"/>
                  </a:ext>
                </a:extLst>
              </p:cNvPr>
              <p:cNvSpPr/>
              <p:nvPr/>
            </p:nvSpPr>
            <p:spPr>
              <a:xfrm>
                <a:off x="7651408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07" name="pg135">
                <a:extLst>
                  <a:ext uri="{FF2B5EF4-FFF2-40B4-BE49-F238E27FC236}">
                    <a16:creationId xmlns:a16="http://schemas.microsoft.com/office/drawing/2014/main" id="{9BABA22C-DA4C-A03A-1914-3BE4871A57DB}"/>
                  </a:ext>
                </a:extLst>
              </p:cNvPr>
              <p:cNvSpPr/>
              <p:nvPr/>
            </p:nvSpPr>
            <p:spPr>
              <a:xfrm>
                <a:off x="7682471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08" name="pg136">
                <a:extLst>
                  <a:ext uri="{FF2B5EF4-FFF2-40B4-BE49-F238E27FC236}">
                    <a16:creationId xmlns:a16="http://schemas.microsoft.com/office/drawing/2014/main" id="{C0CDD64E-13EF-CAE7-0F6E-CD5D34D39BE7}"/>
                  </a:ext>
                </a:extLst>
              </p:cNvPr>
              <p:cNvSpPr/>
              <p:nvPr/>
            </p:nvSpPr>
            <p:spPr>
              <a:xfrm>
                <a:off x="7713534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09" name="pg137">
                <a:extLst>
                  <a:ext uri="{FF2B5EF4-FFF2-40B4-BE49-F238E27FC236}">
                    <a16:creationId xmlns:a16="http://schemas.microsoft.com/office/drawing/2014/main" id="{6F454A13-DEF2-3E04-783C-2AC23A22C99C}"/>
                  </a:ext>
                </a:extLst>
              </p:cNvPr>
              <p:cNvSpPr/>
              <p:nvPr/>
            </p:nvSpPr>
            <p:spPr>
              <a:xfrm>
                <a:off x="7744597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10" name="pg138">
                <a:extLst>
                  <a:ext uri="{FF2B5EF4-FFF2-40B4-BE49-F238E27FC236}">
                    <a16:creationId xmlns:a16="http://schemas.microsoft.com/office/drawing/2014/main" id="{66229560-5F11-912C-5459-2ADED189AA6C}"/>
                  </a:ext>
                </a:extLst>
              </p:cNvPr>
              <p:cNvSpPr/>
              <p:nvPr/>
            </p:nvSpPr>
            <p:spPr>
              <a:xfrm>
                <a:off x="7775660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11" name="pg139">
                <a:extLst>
                  <a:ext uri="{FF2B5EF4-FFF2-40B4-BE49-F238E27FC236}">
                    <a16:creationId xmlns:a16="http://schemas.microsoft.com/office/drawing/2014/main" id="{1B705435-C52B-E1D1-020F-1942AFECA631}"/>
                  </a:ext>
                </a:extLst>
              </p:cNvPr>
              <p:cNvSpPr/>
              <p:nvPr/>
            </p:nvSpPr>
            <p:spPr>
              <a:xfrm>
                <a:off x="7806723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12" name="pg140">
                <a:extLst>
                  <a:ext uri="{FF2B5EF4-FFF2-40B4-BE49-F238E27FC236}">
                    <a16:creationId xmlns:a16="http://schemas.microsoft.com/office/drawing/2014/main" id="{7CA309BA-8031-B166-8FF0-C7DAB3ED92A0}"/>
                  </a:ext>
                </a:extLst>
              </p:cNvPr>
              <p:cNvSpPr/>
              <p:nvPr/>
            </p:nvSpPr>
            <p:spPr>
              <a:xfrm>
                <a:off x="7837786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1EBD6">
                  <a:alpha val="100000"/>
                </a:srgbClr>
              </a:solidFill>
              <a:ln w="5420" cap="flat">
                <a:solidFill>
                  <a:srgbClr val="B7E8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13" name="pg141">
                <a:extLst>
                  <a:ext uri="{FF2B5EF4-FFF2-40B4-BE49-F238E27FC236}">
                    <a16:creationId xmlns:a16="http://schemas.microsoft.com/office/drawing/2014/main" id="{217109A6-F5CB-FE89-4729-D9C52FE9E3D7}"/>
                  </a:ext>
                </a:extLst>
              </p:cNvPr>
              <p:cNvSpPr/>
              <p:nvPr/>
            </p:nvSpPr>
            <p:spPr>
              <a:xfrm>
                <a:off x="7868849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14" name="pg142">
                <a:extLst>
                  <a:ext uri="{FF2B5EF4-FFF2-40B4-BE49-F238E27FC236}">
                    <a16:creationId xmlns:a16="http://schemas.microsoft.com/office/drawing/2014/main" id="{38DBAD07-FAC2-C99C-3369-131E87D7E3E2}"/>
                  </a:ext>
                </a:extLst>
              </p:cNvPr>
              <p:cNvSpPr/>
              <p:nvPr/>
            </p:nvSpPr>
            <p:spPr>
              <a:xfrm>
                <a:off x="7899912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1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15" name="pg143">
                <a:extLst>
                  <a:ext uri="{FF2B5EF4-FFF2-40B4-BE49-F238E27FC236}">
                    <a16:creationId xmlns:a16="http://schemas.microsoft.com/office/drawing/2014/main" id="{6E44AA36-8752-0DB1-D012-56FBBA5C7864}"/>
                  </a:ext>
                </a:extLst>
              </p:cNvPr>
              <p:cNvSpPr/>
              <p:nvPr/>
            </p:nvSpPr>
            <p:spPr>
              <a:xfrm>
                <a:off x="7930974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16" name="pg144">
                <a:extLst>
                  <a:ext uri="{FF2B5EF4-FFF2-40B4-BE49-F238E27FC236}">
                    <a16:creationId xmlns:a16="http://schemas.microsoft.com/office/drawing/2014/main" id="{78FF94F5-F94F-1933-9C87-A2E4CF16FBCB}"/>
                  </a:ext>
                </a:extLst>
              </p:cNvPr>
              <p:cNvSpPr/>
              <p:nvPr/>
            </p:nvSpPr>
            <p:spPr>
              <a:xfrm>
                <a:off x="7962037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17" name="pg145">
                <a:extLst>
                  <a:ext uri="{FF2B5EF4-FFF2-40B4-BE49-F238E27FC236}">
                    <a16:creationId xmlns:a16="http://schemas.microsoft.com/office/drawing/2014/main" id="{8299EE7D-1D94-97D7-1010-0A12287F2793}"/>
                  </a:ext>
                </a:extLst>
              </p:cNvPr>
              <p:cNvSpPr/>
              <p:nvPr/>
            </p:nvSpPr>
            <p:spPr>
              <a:xfrm>
                <a:off x="7247590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18" name="pg146">
                <a:extLst>
                  <a:ext uri="{FF2B5EF4-FFF2-40B4-BE49-F238E27FC236}">
                    <a16:creationId xmlns:a16="http://schemas.microsoft.com/office/drawing/2014/main" id="{656479E8-FF7C-3D0B-B4F2-D969609FA629}"/>
                  </a:ext>
                </a:extLst>
              </p:cNvPr>
              <p:cNvSpPr/>
              <p:nvPr/>
            </p:nvSpPr>
            <p:spPr>
              <a:xfrm>
                <a:off x="7278653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19" name="pg147">
                <a:extLst>
                  <a:ext uri="{FF2B5EF4-FFF2-40B4-BE49-F238E27FC236}">
                    <a16:creationId xmlns:a16="http://schemas.microsoft.com/office/drawing/2014/main" id="{E219EF0D-964E-6E85-AC0F-A66CC27C054D}"/>
                  </a:ext>
                </a:extLst>
              </p:cNvPr>
              <p:cNvSpPr/>
              <p:nvPr/>
            </p:nvSpPr>
            <p:spPr>
              <a:xfrm>
                <a:off x="7309716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20" name="pg148">
                <a:extLst>
                  <a:ext uri="{FF2B5EF4-FFF2-40B4-BE49-F238E27FC236}">
                    <a16:creationId xmlns:a16="http://schemas.microsoft.com/office/drawing/2014/main" id="{23E006AF-A24E-DC39-0C7E-1217982DB655}"/>
                  </a:ext>
                </a:extLst>
              </p:cNvPr>
              <p:cNvSpPr/>
              <p:nvPr/>
            </p:nvSpPr>
            <p:spPr>
              <a:xfrm>
                <a:off x="7340779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21" name="pg149">
                <a:extLst>
                  <a:ext uri="{FF2B5EF4-FFF2-40B4-BE49-F238E27FC236}">
                    <a16:creationId xmlns:a16="http://schemas.microsoft.com/office/drawing/2014/main" id="{6CCC7FCD-6468-6682-6A09-2833591D2819}"/>
                  </a:ext>
                </a:extLst>
              </p:cNvPr>
              <p:cNvSpPr/>
              <p:nvPr/>
            </p:nvSpPr>
            <p:spPr>
              <a:xfrm>
                <a:off x="7371842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22" name="pg150">
                <a:extLst>
                  <a:ext uri="{FF2B5EF4-FFF2-40B4-BE49-F238E27FC236}">
                    <a16:creationId xmlns:a16="http://schemas.microsoft.com/office/drawing/2014/main" id="{AE150D15-D4A8-40C0-2431-4ECEA0CE9BE3}"/>
                  </a:ext>
                </a:extLst>
              </p:cNvPr>
              <p:cNvSpPr/>
              <p:nvPr/>
            </p:nvSpPr>
            <p:spPr>
              <a:xfrm>
                <a:off x="7402905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23" name="pg151">
                <a:extLst>
                  <a:ext uri="{FF2B5EF4-FFF2-40B4-BE49-F238E27FC236}">
                    <a16:creationId xmlns:a16="http://schemas.microsoft.com/office/drawing/2014/main" id="{8D6DB45D-B559-CD89-80CF-94D7010C35BB}"/>
                  </a:ext>
                </a:extLst>
              </p:cNvPr>
              <p:cNvSpPr/>
              <p:nvPr/>
            </p:nvSpPr>
            <p:spPr>
              <a:xfrm>
                <a:off x="7433968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24" name="pg152">
                <a:extLst>
                  <a:ext uri="{FF2B5EF4-FFF2-40B4-BE49-F238E27FC236}">
                    <a16:creationId xmlns:a16="http://schemas.microsoft.com/office/drawing/2014/main" id="{9C90171F-6220-25D4-0FB0-79FB4BFE8545}"/>
                  </a:ext>
                </a:extLst>
              </p:cNvPr>
              <p:cNvSpPr/>
              <p:nvPr/>
            </p:nvSpPr>
            <p:spPr>
              <a:xfrm>
                <a:off x="7465031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25" name="pg153">
                <a:extLst>
                  <a:ext uri="{FF2B5EF4-FFF2-40B4-BE49-F238E27FC236}">
                    <a16:creationId xmlns:a16="http://schemas.microsoft.com/office/drawing/2014/main" id="{03303716-42D9-9307-5FDD-7359A7931078}"/>
                  </a:ext>
                </a:extLst>
              </p:cNvPr>
              <p:cNvSpPr/>
              <p:nvPr/>
            </p:nvSpPr>
            <p:spPr>
              <a:xfrm>
                <a:off x="7496094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26" name="pg154">
                <a:extLst>
                  <a:ext uri="{FF2B5EF4-FFF2-40B4-BE49-F238E27FC236}">
                    <a16:creationId xmlns:a16="http://schemas.microsoft.com/office/drawing/2014/main" id="{6913707A-D499-FA36-FB27-FF56A2F1ECA6}"/>
                  </a:ext>
                </a:extLst>
              </p:cNvPr>
              <p:cNvSpPr/>
              <p:nvPr/>
            </p:nvSpPr>
            <p:spPr>
              <a:xfrm>
                <a:off x="7527156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27" name="pg155">
                <a:extLst>
                  <a:ext uri="{FF2B5EF4-FFF2-40B4-BE49-F238E27FC236}">
                    <a16:creationId xmlns:a16="http://schemas.microsoft.com/office/drawing/2014/main" id="{D82DD99E-AC43-35C8-12A0-8A84143C3FD4}"/>
                  </a:ext>
                </a:extLst>
              </p:cNvPr>
              <p:cNvSpPr/>
              <p:nvPr/>
            </p:nvSpPr>
            <p:spPr>
              <a:xfrm>
                <a:off x="7558219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28" name="pg156">
                <a:extLst>
                  <a:ext uri="{FF2B5EF4-FFF2-40B4-BE49-F238E27FC236}">
                    <a16:creationId xmlns:a16="http://schemas.microsoft.com/office/drawing/2014/main" id="{4FA2D7E2-9BFA-FA01-DF85-CA670C8210F5}"/>
                  </a:ext>
                </a:extLst>
              </p:cNvPr>
              <p:cNvSpPr/>
              <p:nvPr/>
            </p:nvSpPr>
            <p:spPr>
              <a:xfrm>
                <a:off x="7589283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29" name="pg157">
                <a:extLst>
                  <a:ext uri="{FF2B5EF4-FFF2-40B4-BE49-F238E27FC236}">
                    <a16:creationId xmlns:a16="http://schemas.microsoft.com/office/drawing/2014/main" id="{36650783-F27E-3046-47BD-CE092CF02167}"/>
                  </a:ext>
                </a:extLst>
              </p:cNvPr>
              <p:cNvSpPr/>
              <p:nvPr/>
            </p:nvSpPr>
            <p:spPr>
              <a:xfrm>
                <a:off x="7620345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30" name="pg158">
                <a:extLst>
                  <a:ext uri="{FF2B5EF4-FFF2-40B4-BE49-F238E27FC236}">
                    <a16:creationId xmlns:a16="http://schemas.microsoft.com/office/drawing/2014/main" id="{29B15286-2575-6FE7-939A-80C0046A62A4}"/>
                  </a:ext>
                </a:extLst>
              </p:cNvPr>
              <p:cNvSpPr/>
              <p:nvPr/>
            </p:nvSpPr>
            <p:spPr>
              <a:xfrm>
                <a:off x="7651408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31" name="pg159">
                <a:extLst>
                  <a:ext uri="{FF2B5EF4-FFF2-40B4-BE49-F238E27FC236}">
                    <a16:creationId xmlns:a16="http://schemas.microsoft.com/office/drawing/2014/main" id="{48FF51FA-9CAC-0F3C-96E5-D4AEA8EA3AA4}"/>
                  </a:ext>
                </a:extLst>
              </p:cNvPr>
              <p:cNvSpPr/>
              <p:nvPr/>
            </p:nvSpPr>
            <p:spPr>
              <a:xfrm>
                <a:off x="7682471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6">
                  <a:alpha val="100000"/>
                </a:srgbClr>
              </a:solidFill>
              <a:ln w="5420" cap="flat">
                <a:solidFill>
                  <a:srgbClr val="B5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32" name="pg160">
                <a:extLst>
                  <a:ext uri="{FF2B5EF4-FFF2-40B4-BE49-F238E27FC236}">
                    <a16:creationId xmlns:a16="http://schemas.microsoft.com/office/drawing/2014/main" id="{A6455EFC-F2C7-7358-C994-B67CEC246B66}"/>
                  </a:ext>
                </a:extLst>
              </p:cNvPr>
              <p:cNvSpPr/>
              <p:nvPr/>
            </p:nvSpPr>
            <p:spPr>
              <a:xfrm>
                <a:off x="7713534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4EDD8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33" name="pg161">
                <a:extLst>
                  <a:ext uri="{FF2B5EF4-FFF2-40B4-BE49-F238E27FC236}">
                    <a16:creationId xmlns:a16="http://schemas.microsoft.com/office/drawing/2014/main" id="{6E16026E-4CF9-5E2A-CDB5-AB06862F3C92}"/>
                  </a:ext>
                </a:extLst>
              </p:cNvPr>
              <p:cNvSpPr/>
              <p:nvPr/>
            </p:nvSpPr>
            <p:spPr>
              <a:xfrm>
                <a:off x="7744597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DD9">
                  <a:alpha val="100000"/>
                </a:srgbClr>
              </a:solidFill>
              <a:ln w="5420" cap="flat">
                <a:solidFill>
                  <a:srgbClr val="BF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34" name="pg162">
                <a:extLst>
                  <a:ext uri="{FF2B5EF4-FFF2-40B4-BE49-F238E27FC236}">
                    <a16:creationId xmlns:a16="http://schemas.microsoft.com/office/drawing/2014/main" id="{363A7F0A-B038-8F3B-7318-DC1BE49BD964}"/>
                  </a:ext>
                </a:extLst>
              </p:cNvPr>
              <p:cNvSpPr/>
              <p:nvPr/>
            </p:nvSpPr>
            <p:spPr>
              <a:xfrm>
                <a:off x="7775660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8EEDA">
                  <a:alpha val="100000"/>
                </a:srgbClr>
              </a:solidFill>
              <a:ln w="5420" cap="flat">
                <a:solidFill>
                  <a:srgbClr val="C0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35" name="pg163">
                <a:extLst>
                  <a:ext uri="{FF2B5EF4-FFF2-40B4-BE49-F238E27FC236}">
                    <a16:creationId xmlns:a16="http://schemas.microsoft.com/office/drawing/2014/main" id="{DE1FAB75-E098-668D-EF4F-0F7741F0796F}"/>
                  </a:ext>
                </a:extLst>
              </p:cNvPr>
              <p:cNvSpPr/>
              <p:nvPr/>
            </p:nvSpPr>
            <p:spPr>
              <a:xfrm>
                <a:off x="7806723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DD9">
                  <a:alpha val="100000"/>
                </a:srgbClr>
              </a:solidFill>
              <a:ln w="5420" cap="flat">
                <a:solidFill>
                  <a:srgbClr val="BF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36" name="pg164">
                <a:extLst>
                  <a:ext uri="{FF2B5EF4-FFF2-40B4-BE49-F238E27FC236}">
                    <a16:creationId xmlns:a16="http://schemas.microsoft.com/office/drawing/2014/main" id="{793B37B1-01DA-2208-9A0A-90730946FB7D}"/>
                  </a:ext>
                </a:extLst>
              </p:cNvPr>
              <p:cNvSpPr/>
              <p:nvPr/>
            </p:nvSpPr>
            <p:spPr>
              <a:xfrm>
                <a:off x="7837786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4EDD8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37" name="pg165">
                <a:extLst>
                  <a:ext uri="{FF2B5EF4-FFF2-40B4-BE49-F238E27FC236}">
                    <a16:creationId xmlns:a16="http://schemas.microsoft.com/office/drawing/2014/main" id="{CF1CF05D-3F8D-C2C4-DE09-7F9E466F1046}"/>
                  </a:ext>
                </a:extLst>
              </p:cNvPr>
              <p:cNvSpPr/>
              <p:nvPr/>
            </p:nvSpPr>
            <p:spPr>
              <a:xfrm>
                <a:off x="7868849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38" name="pg166">
                <a:extLst>
                  <a:ext uri="{FF2B5EF4-FFF2-40B4-BE49-F238E27FC236}">
                    <a16:creationId xmlns:a16="http://schemas.microsoft.com/office/drawing/2014/main" id="{F6C6ED81-776A-4831-D5E2-ABCE10480666}"/>
                  </a:ext>
                </a:extLst>
              </p:cNvPr>
              <p:cNvSpPr/>
              <p:nvPr/>
            </p:nvSpPr>
            <p:spPr>
              <a:xfrm>
                <a:off x="7899912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39" name="pg167">
                <a:extLst>
                  <a:ext uri="{FF2B5EF4-FFF2-40B4-BE49-F238E27FC236}">
                    <a16:creationId xmlns:a16="http://schemas.microsoft.com/office/drawing/2014/main" id="{BD64A5FB-01C6-F75D-AC49-9781988DFAAD}"/>
                  </a:ext>
                </a:extLst>
              </p:cNvPr>
              <p:cNvSpPr/>
              <p:nvPr/>
            </p:nvSpPr>
            <p:spPr>
              <a:xfrm>
                <a:off x="7930974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40" name="pg168">
                <a:extLst>
                  <a:ext uri="{FF2B5EF4-FFF2-40B4-BE49-F238E27FC236}">
                    <a16:creationId xmlns:a16="http://schemas.microsoft.com/office/drawing/2014/main" id="{5416A481-FB4E-2379-19F0-9AC1827F7C21}"/>
                  </a:ext>
                </a:extLst>
              </p:cNvPr>
              <p:cNvSpPr/>
              <p:nvPr/>
            </p:nvSpPr>
            <p:spPr>
              <a:xfrm>
                <a:off x="7154402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41" name="pg169">
                <a:extLst>
                  <a:ext uri="{FF2B5EF4-FFF2-40B4-BE49-F238E27FC236}">
                    <a16:creationId xmlns:a16="http://schemas.microsoft.com/office/drawing/2014/main" id="{8A45FF74-FEE4-D0B9-B1AB-CF5F2A220ACC}"/>
                  </a:ext>
                </a:extLst>
              </p:cNvPr>
              <p:cNvSpPr/>
              <p:nvPr/>
            </p:nvSpPr>
            <p:spPr>
              <a:xfrm>
                <a:off x="7185465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42" name="pg170">
                <a:extLst>
                  <a:ext uri="{FF2B5EF4-FFF2-40B4-BE49-F238E27FC236}">
                    <a16:creationId xmlns:a16="http://schemas.microsoft.com/office/drawing/2014/main" id="{BD67337A-546C-9348-2CF4-5778416A1F3F}"/>
                  </a:ext>
                </a:extLst>
              </p:cNvPr>
              <p:cNvSpPr/>
              <p:nvPr/>
            </p:nvSpPr>
            <p:spPr>
              <a:xfrm>
                <a:off x="7247590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43" name="pg171">
                <a:extLst>
                  <a:ext uri="{FF2B5EF4-FFF2-40B4-BE49-F238E27FC236}">
                    <a16:creationId xmlns:a16="http://schemas.microsoft.com/office/drawing/2014/main" id="{D191C697-DF5A-2369-AFB9-4EDB26525F5C}"/>
                  </a:ext>
                </a:extLst>
              </p:cNvPr>
              <p:cNvSpPr/>
              <p:nvPr/>
            </p:nvSpPr>
            <p:spPr>
              <a:xfrm>
                <a:off x="7278653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44" name="pg172">
                <a:extLst>
                  <a:ext uri="{FF2B5EF4-FFF2-40B4-BE49-F238E27FC236}">
                    <a16:creationId xmlns:a16="http://schemas.microsoft.com/office/drawing/2014/main" id="{905C480C-8E9C-6976-87FB-6E67F17613CD}"/>
                  </a:ext>
                </a:extLst>
              </p:cNvPr>
              <p:cNvSpPr/>
              <p:nvPr/>
            </p:nvSpPr>
            <p:spPr>
              <a:xfrm>
                <a:off x="7309716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45" name="pg173">
                <a:extLst>
                  <a:ext uri="{FF2B5EF4-FFF2-40B4-BE49-F238E27FC236}">
                    <a16:creationId xmlns:a16="http://schemas.microsoft.com/office/drawing/2014/main" id="{5F0AC1F8-CFF0-7E12-B613-74ECD4837326}"/>
                  </a:ext>
                </a:extLst>
              </p:cNvPr>
              <p:cNvSpPr/>
              <p:nvPr/>
            </p:nvSpPr>
            <p:spPr>
              <a:xfrm>
                <a:off x="7340779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46" name="pg174">
                <a:extLst>
                  <a:ext uri="{FF2B5EF4-FFF2-40B4-BE49-F238E27FC236}">
                    <a16:creationId xmlns:a16="http://schemas.microsoft.com/office/drawing/2014/main" id="{674DE8AE-205F-27D5-749C-2E34E089C5BA}"/>
                  </a:ext>
                </a:extLst>
              </p:cNvPr>
              <p:cNvSpPr/>
              <p:nvPr/>
            </p:nvSpPr>
            <p:spPr>
              <a:xfrm>
                <a:off x="7371842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47" name="pg175">
                <a:extLst>
                  <a:ext uri="{FF2B5EF4-FFF2-40B4-BE49-F238E27FC236}">
                    <a16:creationId xmlns:a16="http://schemas.microsoft.com/office/drawing/2014/main" id="{9D387834-8291-D635-3F95-1B3056CA336C}"/>
                  </a:ext>
                </a:extLst>
              </p:cNvPr>
              <p:cNvSpPr/>
              <p:nvPr/>
            </p:nvSpPr>
            <p:spPr>
              <a:xfrm>
                <a:off x="7402905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48" name="pg176">
                <a:extLst>
                  <a:ext uri="{FF2B5EF4-FFF2-40B4-BE49-F238E27FC236}">
                    <a16:creationId xmlns:a16="http://schemas.microsoft.com/office/drawing/2014/main" id="{6CD19E9F-2681-5193-0116-D610D64D0A1C}"/>
                  </a:ext>
                </a:extLst>
              </p:cNvPr>
              <p:cNvSpPr/>
              <p:nvPr/>
            </p:nvSpPr>
            <p:spPr>
              <a:xfrm>
                <a:off x="7433968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49" name="pg177">
                <a:extLst>
                  <a:ext uri="{FF2B5EF4-FFF2-40B4-BE49-F238E27FC236}">
                    <a16:creationId xmlns:a16="http://schemas.microsoft.com/office/drawing/2014/main" id="{513313C5-64A4-C3A0-BB5E-BEE9EA13C8FC}"/>
                  </a:ext>
                </a:extLst>
              </p:cNvPr>
              <p:cNvSpPr/>
              <p:nvPr/>
            </p:nvSpPr>
            <p:spPr>
              <a:xfrm>
                <a:off x="7465031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50" name="pg178">
                <a:extLst>
                  <a:ext uri="{FF2B5EF4-FFF2-40B4-BE49-F238E27FC236}">
                    <a16:creationId xmlns:a16="http://schemas.microsoft.com/office/drawing/2014/main" id="{89EEF01A-E75B-5C5B-259B-3BCEFBF93E68}"/>
                  </a:ext>
                </a:extLst>
              </p:cNvPr>
              <p:cNvSpPr/>
              <p:nvPr/>
            </p:nvSpPr>
            <p:spPr>
              <a:xfrm>
                <a:off x="7558219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51" name="pg179">
                <a:extLst>
                  <a:ext uri="{FF2B5EF4-FFF2-40B4-BE49-F238E27FC236}">
                    <a16:creationId xmlns:a16="http://schemas.microsoft.com/office/drawing/2014/main" id="{A671EA10-8D71-7388-4740-88BB3660ADD8}"/>
                  </a:ext>
                </a:extLst>
              </p:cNvPr>
              <p:cNvSpPr/>
              <p:nvPr/>
            </p:nvSpPr>
            <p:spPr>
              <a:xfrm>
                <a:off x="7589283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52" name="pg180">
                <a:extLst>
                  <a:ext uri="{FF2B5EF4-FFF2-40B4-BE49-F238E27FC236}">
                    <a16:creationId xmlns:a16="http://schemas.microsoft.com/office/drawing/2014/main" id="{42EA1777-BC63-3CCA-C7EE-74B3DA4F9180}"/>
                  </a:ext>
                </a:extLst>
              </p:cNvPr>
              <p:cNvSpPr/>
              <p:nvPr/>
            </p:nvSpPr>
            <p:spPr>
              <a:xfrm>
                <a:off x="7620345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53" name="pg181">
                <a:extLst>
                  <a:ext uri="{FF2B5EF4-FFF2-40B4-BE49-F238E27FC236}">
                    <a16:creationId xmlns:a16="http://schemas.microsoft.com/office/drawing/2014/main" id="{D0F63CA4-8C40-3A00-4372-5F61A0179DF9}"/>
                  </a:ext>
                </a:extLst>
              </p:cNvPr>
              <p:cNvSpPr/>
              <p:nvPr/>
            </p:nvSpPr>
            <p:spPr>
              <a:xfrm>
                <a:off x="7651408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EEAD5">
                  <a:alpha val="100000"/>
                </a:srgbClr>
              </a:solidFill>
              <a:ln w="5420" cap="flat">
                <a:solidFill>
                  <a:srgbClr val="B3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54" name="pg182">
                <a:extLst>
                  <a:ext uri="{FF2B5EF4-FFF2-40B4-BE49-F238E27FC236}">
                    <a16:creationId xmlns:a16="http://schemas.microsoft.com/office/drawing/2014/main" id="{7D0F1D7C-064F-9858-74C0-3B19F6F57284}"/>
                  </a:ext>
                </a:extLst>
              </p:cNvPr>
              <p:cNvSpPr/>
              <p:nvPr/>
            </p:nvSpPr>
            <p:spPr>
              <a:xfrm>
                <a:off x="7682471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55" name="pg183">
                <a:extLst>
                  <a:ext uri="{FF2B5EF4-FFF2-40B4-BE49-F238E27FC236}">
                    <a16:creationId xmlns:a16="http://schemas.microsoft.com/office/drawing/2014/main" id="{647D5AB1-836C-96D3-3C43-F1AC4BCAEE97}"/>
                  </a:ext>
                </a:extLst>
              </p:cNvPr>
              <p:cNvSpPr/>
              <p:nvPr/>
            </p:nvSpPr>
            <p:spPr>
              <a:xfrm>
                <a:off x="7713534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EDA">
                  <a:alpha val="100000"/>
                </a:srgbClr>
              </a:solidFill>
              <a:ln w="5420" cap="flat">
                <a:solidFill>
                  <a:srgbClr val="C0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56" name="pg184">
                <a:extLst>
                  <a:ext uri="{FF2B5EF4-FFF2-40B4-BE49-F238E27FC236}">
                    <a16:creationId xmlns:a16="http://schemas.microsoft.com/office/drawing/2014/main" id="{815C41C2-2D76-F617-4896-C6E1220224F5}"/>
                  </a:ext>
                </a:extLst>
              </p:cNvPr>
              <p:cNvSpPr/>
              <p:nvPr/>
            </p:nvSpPr>
            <p:spPr>
              <a:xfrm>
                <a:off x="7744597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AEEDB">
                  <a:alpha val="100000"/>
                </a:srgbClr>
              </a:solidFill>
              <a:ln w="5420" cap="flat">
                <a:solidFill>
                  <a:srgbClr val="C3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57" name="pg185">
                <a:extLst>
                  <a:ext uri="{FF2B5EF4-FFF2-40B4-BE49-F238E27FC236}">
                    <a16:creationId xmlns:a16="http://schemas.microsoft.com/office/drawing/2014/main" id="{7916C4E3-549B-BD5E-23CB-17329DA1AEFB}"/>
                  </a:ext>
                </a:extLst>
              </p:cNvPr>
              <p:cNvSpPr/>
              <p:nvPr/>
            </p:nvSpPr>
            <p:spPr>
              <a:xfrm>
                <a:off x="7775660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AEEDB">
                  <a:alpha val="100000"/>
                </a:srgbClr>
              </a:solidFill>
              <a:ln w="5420" cap="flat">
                <a:solidFill>
                  <a:srgbClr val="C3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58" name="pg186">
                <a:extLst>
                  <a:ext uri="{FF2B5EF4-FFF2-40B4-BE49-F238E27FC236}">
                    <a16:creationId xmlns:a16="http://schemas.microsoft.com/office/drawing/2014/main" id="{8EC70ADD-78F3-7052-EBA6-5BD09B536B17}"/>
                  </a:ext>
                </a:extLst>
              </p:cNvPr>
              <p:cNvSpPr/>
              <p:nvPr/>
            </p:nvSpPr>
            <p:spPr>
              <a:xfrm>
                <a:off x="7806723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9EEDA">
                  <a:alpha val="100000"/>
                </a:srgbClr>
              </a:solidFill>
              <a:ln w="5420" cap="flat">
                <a:solidFill>
                  <a:srgbClr val="C1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59" name="pg187">
                <a:extLst>
                  <a:ext uri="{FF2B5EF4-FFF2-40B4-BE49-F238E27FC236}">
                    <a16:creationId xmlns:a16="http://schemas.microsoft.com/office/drawing/2014/main" id="{C7C5A41A-B05E-C575-A7D2-74043EF3D10C}"/>
                  </a:ext>
                </a:extLst>
              </p:cNvPr>
              <p:cNvSpPr/>
              <p:nvPr/>
            </p:nvSpPr>
            <p:spPr>
              <a:xfrm>
                <a:off x="7837786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6EDD9">
                  <a:alpha val="100000"/>
                </a:srgbClr>
              </a:solidFill>
              <a:ln w="5420" cap="flat">
                <a:solidFill>
                  <a:srgbClr val="BE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60" name="pg188">
                <a:extLst>
                  <a:ext uri="{FF2B5EF4-FFF2-40B4-BE49-F238E27FC236}">
                    <a16:creationId xmlns:a16="http://schemas.microsoft.com/office/drawing/2014/main" id="{574551D7-6024-B589-B90C-6F5730A51913}"/>
                  </a:ext>
                </a:extLst>
              </p:cNvPr>
              <p:cNvSpPr/>
              <p:nvPr/>
            </p:nvSpPr>
            <p:spPr>
              <a:xfrm>
                <a:off x="7868849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61" name="pg189">
                <a:extLst>
                  <a:ext uri="{FF2B5EF4-FFF2-40B4-BE49-F238E27FC236}">
                    <a16:creationId xmlns:a16="http://schemas.microsoft.com/office/drawing/2014/main" id="{D30FADFD-F669-6382-6988-7A24EB03492A}"/>
                  </a:ext>
                </a:extLst>
              </p:cNvPr>
              <p:cNvSpPr/>
              <p:nvPr/>
            </p:nvSpPr>
            <p:spPr>
              <a:xfrm>
                <a:off x="7899912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62" name="pg190">
                <a:extLst>
                  <a:ext uri="{FF2B5EF4-FFF2-40B4-BE49-F238E27FC236}">
                    <a16:creationId xmlns:a16="http://schemas.microsoft.com/office/drawing/2014/main" id="{B6E484C0-1646-D2B2-B5CD-AE0159C4BC5F}"/>
                  </a:ext>
                </a:extLst>
              </p:cNvPr>
              <p:cNvSpPr/>
              <p:nvPr/>
            </p:nvSpPr>
            <p:spPr>
              <a:xfrm>
                <a:off x="7123338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63" name="pg191">
                <a:extLst>
                  <a:ext uri="{FF2B5EF4-FFF2-40B4-BE49-F238E27FC236}">
                    <a16:creationId xmlns:a16="http://schemas.microsoft.com/office/drawing/2014/main" id="{359B3F1D-1843-797E-8730-B5FD73531C18}"/>
                  </a:ext>
                </a:extLst>
              </p:cNvPr>
              <p:cNvSpPr/>
              <p:nvPr/>
            </p:nvSpPr>
            <p:spPr>
              <a:xfrm>
                <a:off x="7154402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64" name="pg192">
                <a:extLst>
                  <a:ext uri="{FF2B5EF4-FFF2-40B4-BE49-F238E27FC236}">
                    <a16:creationId xmlns:a16="http://schemas.microsoft.com/office/drawing/2014/main" id="{BAA57F49-137A-B353-E0CE-5D72EC1E23A6}"/>
                  </a:ext>
                </a:extLst>
              </p:cNvPr>
              <p:cNvSpPr/>
              <p:nvPr/>
            </p:nvSpPr>
            <p:spPr>
              <a:xfrm>
                <a:off x="7185465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65" name="pg193">
                <a:extLst>
                  <a:ext uri="{FF2B5EF4-FFF2-40B4-BE49-F238E27FC236}">
                    <a16:creationId xmlns:a16="http://schemas.microsoft.com/office/drawing/2014/main" id="{DC032381-2EAF-FBD3-C1A7-C346EAD835DA}"/>
                  </a:ext>
                </a:extLst>
              </p:cNvPr>
              <p:cNvSpPr/>
              <p:nvPr/>
            </p:nvSpPr>
            <p:spPr>
              <a:xfrm>
                <a:off x="7216527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66" name="pg194">
                <a:extLst>
                  <a:ext uri="{FF2B5EF4-FFF2-40B4-BE49-F238E27FC236}">
                    <a16:creationId xmlns:a16="http://schemas.microsoft.com/office/drawing/2014/main" id="{A2BEA0AA-FF07-631B-194A-FE7BB7812B06}"/>
                  </a:ext>
                </a:extLst>
              </p:cNvPr>
              <p:cNvSpPr/>
              <p:nvPr/>
            </p:nvSpPr>
            <p:spPr>
              <a:xfrm>
                <a:off x="7247590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67" name="pg195">
                <a:extLst>
                  <a:ext uri="{FF2B5EF4-FFF2-40B4-BE49-F238E27FC236}">
                    <a16:creationId xmlns:a16="http://schemas.microsoft.com/office/drawing/2014/main" id="{B2615FEC-1438-F6A3-B550-D016125C4574}"/>
                  </a:ext>
                </a:extLst>
              </p:cNvPr>
              <p:cNvSpPr/>
              <p:nvPr/>
            </p:nvSpPr>
            <p:spPr>
              <a:xfrm>
                <a:off x="7278653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68" name="pg196">
                <a:extLst>
                  <a:ext uri="{FF2B5EF4-FFF2-40B4-BE49-F238E27FC236}">
                    <a16:creationId xmlns:a16="http://schemas.microsoft.com/office/drawing/2014/main" id="{AC49FA9C-1E83-83DA-CF72-05CAC4D7A015}"/>
                  </a:ext>
                </a:extLst>
              </p:cNvPr>
              <p:cNvSpPr/>
              <p:nvPr/>
            </p:nvSpPr>
            <p:spPr>
              <a:xfrm>
                <a:off x="7309716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69" name="pg197">
                <a:extLst>
                  <a:ext uri="{FF2B5EF4-FFF2-40B4-BE49-F238E27FC236}">
                    <a16:creationId xmlns:a16="http://schemas.microsoft.com/office/drawing/2014/main" id="{51286B91-3277-F7C2-3C36-402BC702F8EE}"/>
                  </a:ext>
                </a:extLst>
              </p:cNvPr>
              <p:cNvSpPr/>
              <p:nvPr/>
            </p:nvSpPr>
            <p:spPr>
              <a:xfrm>
                <a:off x="7340779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70" name="pg198">
                <a:extLst>
                  <a:ext uri="{FF2B5EF4-FFF2-40B4-BE49-F238E27FC236}">
                    <a16:creationId xmlns:a16="http://schemas.microsoft.com/office/drawing/2014/main" id="{0AF03579-C514-4EF7-845B-C37E43D845D7}"/>
                  </a:ext>
                </a:extLst>
              </p:cNvPr>
              <p:cNvSpPr/>
              <p:nvPr/>
            </p:nvSpPr>
            <p:spPr>
              <a:xfrm>
                <a:off x="7371842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71" name="pg199">
                <a:extLst>
                  <a:ext uri="{FF2B5EF4-FFF2-40B4-BE49-F238E27FC236}">
                    <a16:creationId xmlns:a16="http://schemas.microsoft.com/office/drawing/2014/main" id="{F55F413F-BF44-1954-16A4-AF8CEEEA99FD}"/>
                  </a:ext>
                </a:extLst>
              </p:cNvPr>
              <p:cNvSpPr/>
              <p:nvPr/>
            </p:nvSpPr>
            <p:spPr>
              <a:xfrm>
                <a:off x="7402905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72" name="pg200">
                <a:extLst>
                  <a:ext uri="{FF2B5EF4-FFF2-40B4-BE49-F238E27FC236}">
                    <a16:creationId xmlns:a16="http://schemas.microsoft.com/office/drawing/2014/main" id="{B515EFCE-3A1D-266C-3F4A-625BD2BCA8E9}"/>
                  </a:ext>
                </a:extLst>
              </p:cNvPr>
              <p:cNvSpPr/>
              <p:nvPr/>
            </p:nvSpPr>
            <p:spPr>
              <a:xfrm>
                <a:off x="7433968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73" name="pg201">
                <a:extLst>
                  <a:ext uri="{FF2B5EF4-FFF2-40B4-BE49-F238E27FC236}">
                    <a16:creationId xmlns:a16="http://schemas.microsoft.com/office/drawing/2014/main" id="{3115D630-B41D-5541-1319-4D134C43AD65}"/>
                  </a:ext>
                </a:extLst>
              </p:cNvPr>
              <p:cNvSpPr/>
              <p:nvPr/>
            </p:nvSpPr>
            <p:spPr>
              <a:xfrm>
                <a:off x="7465031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74" name="pg202">
                <a:extLst>
                  <a:ext uri="{FF2B5EF4-FFF2-40B4-BE49-F238E27FC236}">
                    <a16:creationId xmlns:a16="http://schemas.microsoft.com/office/drawing/2014/main" id="{3C588D63-A4A1-18AF-966E-ACAD178F7ACD}"/>
                  </a:ext>
                </a:extLst>
              </p:cNvPr>
              <p:cNvSpPr/>
              <p:nvPr/>
            </p:nvSpPr>
            <p:spPr>
              <a:xfrm>
                <a:off x="7589283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75" name="pg203">
                <a:extLst>
                  <a:ext uri="{FF2B5EF4-FFF2-40B4-BE49-F238E27FC236}">
                    <a16:creationId xmlns:a16="http://schemas.microsoft.com/office/drawing/2014/main" id="{7E86BE9D-AA40-4AE1-E7BC-2C76815019C2}"/>
                  </a:ext>
                </a:extLst>
              </p:cNvPr>
              <p:cNvSpPr/>
              <p:nvPr/>
            </p:nvSpPr>
            <p:spPr>
              <a:xfrm>
                <a:off x="7620345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76" name="pg204">
                <a:extLst>
                  <a:ext uri="{FF2B5EF4-FFF2-40B4-BE49-F238E27FC236}">
                    <a16:creationId xmlns:a16="http://schemas.microsoft.com/office/drawing/2014/main" id="{8BABA9F4-FC21-72E7-1B63-AD110B8CFD35}"/>
                  </a:ext>
                </a:extLst>
              </p:cNvPr>
              <p:cNvSpPr/>
              <p:nvPr/>
            </p:nvSpPr>
            <p:spPr>
              <a:xfrm>
                <a:off x="7651408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6">
                  <a:alpha val="100000"/>
                </a:srgbClr>
              </a:solidFill>
              <a:ln w="5420" cap="flat">
                <a:solidFill>
                  <a:srgbClr val="B5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77" name="pg205">
                <a:extLst>
                  <a:ext uri="{FF2B5EF4-FFF2-40B4-BE49-F238E27FC236}">
                    <a16:creationId xmlns:a16="http://schemas.microsoft.com/office/drawing/2014/main" id="{2F01F737-960E-C149-E058-92A6D45A38CE}"/>
                  </a:ext>
                </a:extLst>
              </p:cNvPr>
              <p:cNvSpPr/>
              <p:nvPr/>
            </p:nvSpPr>
            <p:spPr>
              <a:xfrm>
                <a:off x="7682471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4ECD8">
                  <a:alpha val="100000"/>
                </a:srgbClr>
              </a:solidFill>
              <a:ln w="5420" cap="flat">
                <a:solidFill>
                  <a:srgbClr val="BB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78" name="pg206">
                <a:extLst>
                  <a:ext uri="{FF2B5EF4-FFF2-40B4-BE49-F238E27FC236}">
                    <a16:creationId xmlns:a16="http://schemas.microsoft.com/office/drawing/2014/main" id="{44B04070-D0DE-BF45-B298-35517840ADFF}"/>
                  </a:ext>
                </a:extLst>
              </p:cNvPr>
              <p:cNvSpPr/>
              <p:nvPr/>
            </p:nvSpPr>
            <p:spPr>
              <a:xfrm>
                <a:off x="7713534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ED9">
                  <a:alpha val="100000"/>
                </a:srgbClr>
              </a:solidFill>
              <a:ln w="5420" cap="flat">
                <a:solidFill>
                  <a:srgbClr val="BF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79" name="pg207">
                <a:extLst>
                  <a:ext uri="{FF2B5EF4-FFF2-40B4-BE49-F238E27FC236}">
                    <a16:creationId xmlns:a16="http://schemas.microsoft.com/office/drawing/2014/main" id="{E19BE282-9276-ED40-8D3A-3B879BCABCDC}"/>
                  </a:ext>
                </a:extLst>
              </p:cNvPr>
              <p:cNvSpPr/>
              <p:nvPr/>
            </p:nvSpPr>
            <p:spPr>
              <a:xfrm>
                <a:off x="7744597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9EEDA">
                  <a:alpha val="100000"/>
                </a:srgbClr>
              </a:solidFill>
              <a:ln w="5420" cap="flat">
                <a:solidFill>
                  <a:srgbClr val="C2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80" name="pg208">
                <a:extLst>
                  <a:ext uri="{FF2B5EF4-FFF2-40B4-BE49-F238E27FC236}">
                    <a16:creationId xmlns:a16="http://schemas.microsoft.com/office/drawing/2014/main" id="{CCBDA8F1-8EFD-72FB-A388-82B86CEC77A5}"/>
                  </a:ext>
                </a:extLst>
              </p:cNvPr>
              <p:cNvSpPr/>
              <p:nvPr/>
            </p:nvSpPr>
            <p:spPr>
              <a:xfrm>
                <a:off x="7775660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9EEDB">
                  <a:alpha val="100000"/>
                </a:srgbClr>
              </a:solidFill>
              <a:ln w="5420" cap="flat">
                <a:solidFill>
                  <a:srgbClr val="C2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81" name="pg209">
                <a:extLst>
                  <a:ext uri="{FF2B5EF4-FFF2-40B4-BE49-F238E27FC236}">
                    <a16:creationId xmlns:a16="http://schemas.microsoft.com/office/drawing/2014/main" id="{1E31BCAC-7EA7-533B-1FE7-5569C5D1F61D}"/>
                  </a:ext>
                </a:extLst>
              </p:cNvPr>
              <p:cNvSpPr/>
              <p:nvPr/>
            </p:nvSpPr>
            <p:spPr>
              <a:xfrm>
                <a:off x="7806723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8EEDA">
                  <a:alpha val="100000"/>
                </a:srgbClr>
              </a:solidFill>
              <a:ln w="5420" cap="flat">
                <a:solidFill>
                  <a:srgbClr val="C1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82" name="pg210">
                <a:extLst>
                  <a:ext uri="{FF2B5EF4-FFF2-40B4-BE49-F238E27FC236}">
                    <a16:creationId xmlns:a16="http://schemas.microsoft.com/office/drawing/2014/main" id="{AC6068D3-EA98-5F87-2E14-5E5DA749D088}"/>
                  </a:ext>
                </a:extLst>
              </p:cNvPr>
              <p:cNvSpPr/>
              <p:nvPr/>
            </p:nvSpPr>
            <p:spPr>
              <a:xfrm>
                <a:off x="7837786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6EDD9">
                  <a:alpha val="100000"/>
                </a:srgbClr>
              </a:solidFill>
              <a:ln w="5420" cap="flat">
                <a:solidFill>
                  <a:srgbClr val="BEEA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83" name="pg211">
                <a:extLst>
                  <a:ext uri="{FF2B5EF4-FFF2-40B4-BE49-F238E27FC236}">
                    <a16:creationId xmlns:a16="http://schemas.microsoft.com/office/drawing/2014/main" id="{D664374C-D791-098E-F8A2-827867F19D96}"/>
                  </a:ext>
                </a:extLst>
              </p:cNvPr>
              <p:cNvSpPr/>
              <p:nvPr/>
            </p:nvSpPr>
            <p:spPr>
              <a:xfrm>
                <a:off x="7868849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84" name="pg212">
                <a:extLst>
                  <a:ext uri="{FF2B5EF4-FFF2-40B4-BE49-F238E27FC236}">
                    <a16:creationId xmlns:a16="http://schemas.microsoft.com/office/drawing/2014/main" id="{0C2C364D-3075-D2C1-A6CD-E3668D483E72}"/>
                  </a:ext>
                </a:extLst>
              </p:cNvPr>
              <p:cNvSpPr/>
              <p:nvPr/>
            </p:nvSpPr>
            <p:spPr>
              <a:xfrm>
                <a:off x="7092276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85" name="pg213">
                <a:extLst>
                  <a:ext uri="{FF2B5EF4-FFF2-40B4-BE49-F238E27FC236}">
                    <a16:creationId xmlns:a16="http://schemas.microsoft.com/office/drawing/2014/main" id="{84EB3B0F-01F7-657F-D735-AD023AB39D5F}"/>
                  </a:ext>
                </a:extLst>
              </p:cNvPr>
              <p:cNvSpPr/>
              <p:nvPr/>
            </p:nvSpPr>
            <p:spPr>
              <a:xfrm>
                <a:off x="7123338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86" name="pg214">
                <a:extLst>
                  <a:ext uri="{FF2B5EF4-FFF2-40B4-BE49-F238E27FC236}">
                    <a16:creationId xmlns:a16="http://schemas.microsoft.com/office/drawing/2014/main" id="{CC31C8BD-2598-F0E1-F70D-F5B00544A746}"/>
                  </a:ext>
                </a:extLst>
              </p:cNvPr>
              <p:cNvSpPr/>
              <p:nvPr/>
            </p:nvSpPr>
            <p:spPr>
              <a:xfrm>
                <a:off x="7154402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87" name="pg215">
                <a:extLst>
                  <a:ext uri="{FF2B5EF4-FFF2-40B4-BE49-F238E27FC236}">
                    <a16:creationId xmlns:a16="http://schemas.microsoft.com/office/drawing/2014/main" id="{1F43AFFC-CA34-65DB-5027-8827FB789999}"/>
                  </a:ext>
                </a:extLst>
              </p:cNvPr>
              <p:cNvSpPr/>
              <p:nvPr/>
            </p:nvSpPr>
            <p:spPr>
              <a:xfrm>
                <a:off x="7185465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88" name="pg216">
                <a:extLst>
                  <a:ext uri="{FF2B5EF4-FFF2-40B4-BE49-F238E27FC236}">
                    <a16:creationId xmlns:a16="http://schemas.microsoft.com/office/drawing/2014/main" id="{2D96FB10-407E-C608-1680-0B0BB56D09D0}"/>
                  </a:ext>
                </a:extLst>
              </p:cNvPr>
              <p:cNvSpPr/>
              <p:nvPr/>
            </p:nvSpPr>
            <p:spPr>
              <a:xfrm>
                <a:off x="7216527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89" name="pg217">
                <a:extLst>
                  <a:ext uri="{FF2B5EF4-FFF2-40B4-BE49-F238E27FC236}">
                    <a16:creationId xmlns:a16="http://schemas.microsoft.com/office/drawing/2014/main" id="{ABE2BB96-DDE8-67FE-6525-69D2BBB288CC}"/>
                  </a:ext>
                </a:extLst>
              </p:cNvPr>
              <p:cNvSpPr/>
              <p:nvPr/>
            </p:nvSpPr>
            <p:spPr>
              <a:xfrm>
                <a:off x="7247590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90" name="pg218">
                <a:extLst>
                  <a:ext uri="{FF2B5EF4-FFF2-40B4-BE49-F238E27FC236}">
                    <a16:creationId xmlns:a16="http://schemas.microsoft.com/office/drawing/2014/main" id="{8DFD3A21-AE90-F52E-7722-892E6DC81156}"/>
                  </a:ext>
                </a:extLst>
              </p:cNvPr>
              <p:cNvSpPr/>
              <p:nvPr/>
            </p:nvSpPr>
            <p:spPr>
              <a:xfrm>
                <a:off x="7278653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91" name="pg219">
                <a:extLst>
                  <a:ext uri="{FF2B5EF4-FFF2-40B4-BE49-F238E27FC236}">
                    <a16:creationId xmlns:a16="http://schemas.microsoft.com/office/drawing/2014/main" id="{8AA0A856-C392-34D1-44E1-897FA74FC3B8}"/>
                  </a:ext>
                </a:extLst>
              </p:cNvPr>
              <p:cNvSpPr/>
              <p:nvPr/>
            </p:nvSpPr>
            <p:spPr>
              <a:xfrm>
                <a:off x="7309716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92" name="pg220">
                <a:extLst>
                  <a:ext uri="{FF2B5EF4-FFF2-40B4-BE49-F238E27FC236}">
                    <a16:creationId xmlns:a16="http://schemas.microsoft.com/office/drawing/2014/main" id="{436A45A3-97E4-5D40-C502-B8377D8064F2}"/>
                  </a:ext>
                </a:extLst>
              </p:cNvPr>
              <p:cNvSpPr/>
              <p:nvPr/>
            </p:nvSpPr>
            <p:spPr>
              <a:xfrm>
                <a:off x="7340779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93" name="pg221">
                <a:extLst>
                  <a:ext uri="{FF2B5EF4-FFF2-40B4-BE49-F238E27FC236}">
                    <a16:creationId xmlns:a16="http://schemas.microsoft.com/office/drawing/2014/main" id="{003134D6-1CD8-D60E-E4F5-3508E3CB2C18}"/>
                  </a:ext>
                </a:extLst>
              </p:cNvPr>
              <p:cNvSpPr/>
              <p:nvPr/>
            </p:nvSpPr>
            <p:spPr>
              <a:xfrm>
                <a:off x="7371842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94" name="pg222">
                <a:extLst>
                  <a:ext uri="{FF2B5EF4-FFF2-40B4-BE49-F238E27FC236}">
                    <a16:creationId xmlns:a16="http://schemas.microsoft.com/office/drawing/2014/main" id="{5D51DBD4-09A2-68D5-8F4E-8202AF6A9EB5}"/>
                  </a:ext>
                </a:extLst>
              </p:cNvPr>
              <p:cNvSpPr/>
              <p:nvPr/>
            </p:nvSpPr>
            <p:spPr>
              <a:xfrm>
                <a:off x="7402905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95" name="pg223">
                <a:extLst>
                  <a:ext uri="{FF2B5EF4-FFF2-40B4-BE49-F238E27FC236}">
                    <a16:creationId xmlns:a16="http://schemas.microsoft.com/office/drawing/2014/main" id="{CE25C055-EDFC-CE31-3917-C37ECCB2E294}"/>
                  </a:ext>
                </a:extLst>
              </p:cNvPr>
              <p:cNvSpPr/>
              <p:nvPr/>
            </p:nvSpPr>
            <p:spPr>
              <a:xfrm>
                <a:off x="7433968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96" name="pg224">
                <a:extLst>
                  <a:ext uri="{FF2B5EF4-FFF2-40B4-BE49-F238E27FC236}">
                    <a16:creationId xmlns:a16="http://schemas.microsoft.com/office/drawing/2014/main" id="{CCA4BB3F-5C58-4B61-6131-42EF0BFA3826}"/>
                  </a:ext>
                </a:extLst>
              </p:cNvPr>
              <p:cNvSpPr/>
              <p:nvPr/>
            </p:nvSpPr>
            <p:spPr>
              <a:xfrm>
                <a:off x="7465031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97" name="pg225">
                <a:extLst>
                  <a:ext uri="{FF2B5EF4-FFF2-40B4-BE49-F238E27FC236}">
                    <a16:creationId xmlns:a16="http://schemas.microsoft.com/office/drawing/2014/main" id="{A9BD2E88-6F18-2DA2-F297-1A869BC47FC9}"/>
                  </a:ext>
                </a:extLst>
              </p:cNvPr>
              <p:cNvSpPr/>
              <p:nvPr/>
            </p:nvSpPr>
            <p:spPr>
              <a:xfrm>
                <a:off x="7589283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98" name="pg226">
                <a:extLst>
                  <a:ext uri="{FF2B5EF4-FFF2-40B4-BE49-F238E27FC236}">
                    <a16:creationId xmlns:a16="http://schemas.microsoft.com/office/drawing/2014/main" id="{2AFF118B-B7D0-62CB-1490-5EFDF68882CC}"/>
                  </a:ext>
                </a:extLst>
              </p:cNvPr>
              <p:cNvSpPr/>
              <p:nvPr/>
            </p:nvSpPr>
            <p:spPr>
              <a:xfrm>
                <a:off x="7620345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99" name="pg227">
                <a:extLst>
                  <a:ext uri="{FF2B5EF4-FFF2-40B4-BE49-F238E27FC236}">
                    <a16:creationId xmlns:a16="http://schemas.microsoft.com/office/drawing/2014/main" id="{E2139D16-62E8-A0EA-EE2C-DF8696B6C6E5}"/>
                  </a:ext>
                </a:extLst>
              </p:cNvPr>
              <p:cNvSpPr/>
              <p:nvPr/>
            </p:nvSpPr>
            <p:spPr>
              <a:xfrm>
                <a:off x="7651408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00" name="pg228">
                <a:extLst>
                  <a:ext uri="{FF2B5EF4-FFF2-40B4-BE49-F238E27FC236}">
                    <a16:creationId xmlns:a16="http://schemas.microsoft.com/office/drawing/2014/main" id="{C1BC7523-A691-F610-141A-E7074D1FB2C1}"/>
                  </a:ext>
                </a:extLst>
              </p:cNvPr>
              <p:cNvSpPr/>
              <p:nvPr/>
            </p:nvSpPr>
            <p:spPr>
              <a:xfrm>
                <a:off x="7682471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01" name="pg229">
                <a:extLst>
                  <a:ext uri="{FF2B5EF4-FFF2-40B4-BE49-F238E27FC236}">
                    <a16:creationId xmlns:a16="http://schemas.microsoft.com/office/drawing/2014/main" id="{EA17AC44-4648-0745-DCA1-EDFB084F6D1D}"/>
                  </a:ext>
                </a:extLst>
              </p:cNvPr>
              <p:cNvSpPr/>
              <p:nvPr/>
            </p:nvSpPr>
            <p:spPr>
              <a:xfrm>
                <a:off x="7713534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5EDD8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02" name="pg230">
                <a:extLst>
                  <a:ext uri="{FF2B5EF4-FFF2-40B4-BE49-F238E27FC236}">
                    <a16:creationId xmlns:a16="http://schemas.microsoft.com/office/drawing/2014/main" id="{653CE6F0-459B-19B7-2BEF-AA7F3A53361D}"/>
                  </a:ext>
                </a:extLst>
              </p:cNvPr>
              <p:cNvSpPr/>
              <p:nvPr/>
            </p:nvSpPr>
            <p:spPr>
              <a:xfrm>
                <a:off x="7744597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6EDD9">
                  <a:alpha val="100000"/>
                </a:srgbClr>
              </a:solidFill>
              <a:ln w="5420" cap="flat">
                <a:solidFill>
                  <a:srgbClr val="BF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03" name="pg231">
                <a:extLst>
                  <a:ext uri="{FF2B5EF4-FFF2-40B4-BE49-F238E27FC236}">
                    <a16:creationId xmlns:a16="http://schemas.microsoft.com/office/drawing/2014/main" id="{D8156DB4-D661-A39E-2BB6-5C6399651EA6}"/>
                  </a:ext>
                </a:extLst>
              </p:cNvPr>
              <p:cNvSpPr/>
              <p:nvPr/>
            </p:nvSpPr>
            <p:spPr>
              <a:xfrm>
                <a:off x="7775660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DD9">
                  <a:alpha val="100000"/>
                </a:srgbClr>
              </a:solidFill>
              <a:ln w="5420" cap="flat">
                <a:solidFill>
                  <a:srgbClr val="BF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04" name="pg232">
                <a:extLst>
                  <a:ext uri="{FF2B5EF4-FFF2-40B4-BE49-F238E27FC236}">
                    <a16:creationId xmlns:a16="http://schemas.microsoft.com/office/drawing/2014/main" id="{6B7CD7D8-A846-4FB8-D24E-8572F0BEC8EC}"/>
                  </a:ext>
                </a:extLst>
              </p:cNvPr>
              <p:cNvSpPr/>
              <p:nvPr/>
            </p:nvSpPr>
            <p:spPr>
              <a:xfrm>
                <a:off x="7806723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6EDD9">
                  <a:alpha val="100000"/>
                </a:srgbClr>
              </a:solidFill>
              <a:ln w="5420" cap="flat">
                <a:solidFill>
                  <a:srgbClr val="BEEA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05" name="pg233">
                <a:extLst>
                  <a:ext uri="{FF2B5EF4-FFF2-40B4-BE49-F238E27FC236}">
                    <a16:creationId xmlns:a16="http://schemas.microsoft.com/office/drawing/2014/main" id="{190E9918-184A-42A6-6408-E189AD557A9D}"/>
                  </a:ext>
                </a:extLst>
              </p:cNvPr>
              <p:cNvSpPr/>
              <p:nvPr/>
            </p:nvSpPr>
            <p:spPr>
              <a:xfrm>
                <a:off x="7837786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4EDD8">
                  <a:alpha val="100000"/>
                </a:srgbClr>
              </a:solidFill>
              <a:ln w="5420" cap="flat">
                <a:solidFill>
                  <a:srgbClr val="BB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06" name="pg234">
                <a:extLst>
                  <a:ext uri="{FF2B5EF4-FFF2-40B4-BE49-F238E27FC236}">
                    <a16:creationId xmlns:a16="http://schemas.microsoft.com/office/drawing/2014/main" id="{5792760B-D4E0-CC96-2B78-4222EBC04A45}"/>
                  </a:ext>
                </a:extLst>
              </p:cNvPr>
              <p:cNvSpPr/>
              <p:nvPr/>
            </p:nvSpPr>
            <p:spPr>
              <a:xfrm>
                <a:off x="7061213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07" name="pg235">
                <a:extLst>
                  <a:ext uri="{FF2B5EF4-FFF2-40B4-BE49-F238E27FC236}">
                    <a16:creationId xmlns:a16="http://schemas.microsoft.com/office/drawing/2014/main" id="{D265A39A-19B0-150E-ECC1-58D3E67F93F9}"/>
                  </a:ext>
                </a:extLst>
              </p:cNvPr>
              <p:cNvSpPr/>
              <p:nvPr/>
            </p:nvSpPr>
            <p:spPr>
              <a:xfrm>
                <a:off x="7092276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08" name="pg236">
                <a:extLst>
                  <a:ext uri="{FF2B5EF4-FFF2-40B4-BE49-F238E27FC236}">
                    <a16:creationId xmlns:a16="http://schemas.microsoft.com/office/drawing/2014/main" id="{2608DB61-629F-C5F2-E450-0BE9C798F498}"/>
                  </a:ext>
                </a:extLst>
              </p:cNvPr>
              <p:cNvSpPr/>
              <p:nvPr/>
            </p:nvSpPr>
            <p:spPr>
              <a:xfrm>
                <a:off x="7123338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09" name="pg237">
                <a:extLst>
                  <a:ext uri="{FF2B5EF4-FFF2-40B4-BE49-F238E27FC236}">
                    <a16:creationId xmlns:a16="http://schemas.microsoft.com/office/drawing/2014/main" id="{8B9B4211-F49D-68EF-5D3F-7754B1E7243C}"/>
                  </a:ext>
                </a:extLst>
              </p:cNvPr>
              <p:cNvSpPr/>
              <p:nvPr/>
            </p:nvSpPr>
            <p:spPr>
              <a:xfrm>
                <a:off x="7154402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10" name="pg238">
                <a:extLst>
                  <a:ext uri="{FF2B5EF4-FFF2-40B4-BE49-F238E27FC236}">
                    <a16:creationId xmlns:a16="http://schemas.microsoft.com/office/drawing/2014/main" id="{BCD9F5E5-FE97-8F5A-8843-846CB280A962}"/>
                  </a:ext>
                </a:extLst>
              </p:cNvPr>
              <p:cNvSpPr/>
              <p:nvPr/>
            </p:nvSpPr>
            <p:spPr>
              <a:xfrm>
                <a:off x="7185465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11" name="pg239">
                <a:extLst>
                  <a:ext uri="{FF2B5EF4-FFF2-40B4-BE49-F238E27FC236}">
                    <a16:creationId xmlns:a16="http://schemas.microsoft.com/office/drawing/2014/main" id="{028BC61C-F2F3-C567-BBF8-16999D95E015}"/>
                  </a:ext>
                </a:extLst>
              </p:cNvPr>
              <p:cNvSpPr/>
              <p:nvPr/>
            </p:nvSpPr>
            <p:spPr>
              <a:xfrm>
                <a:off x="7216527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12" name="pg240">
                <a:extLst>
                  <a:ext uri="{FF2B5EF4-FFF2-40B4-BE49-F238E27FC236}">
                    <a16:creationId xmlns:a16="http://schemas.microsoft.com/office/drawing/2014/main" id="{C8A96F11-A782-DC2D-4C67-6B2213D886C1}"/>
                  </a:ext>
                </a:extLst>
              </p:cNvPr>
              <p:cNvSpPr/>
              <p:nvPr/>
            </p:nvSpPr>
            <p:spPr>
              <a:xfrm>
                <a:off x="7247590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13" name="pg241">
                <a:extLst>
                  <a:ext uri="{FF2B5EF4-FFF2-40B4-BE49-F238E27FC236}">
                    <a16:creationId xmlns:a16="http://schemas.microsoft.com/office/drawing/2014/main" id="{F82299BB-685B-E2A0-6EF5-45208F735A4C}"/>
                  </a:ext>
                </a:extLst>
              </p:cNvPr>
              <p:cNvSpPr/>
              <p:nvPr/>
            </p:nvSpPr>
            <p:spPr>
              <a:xfrm>
                <a:off x="7278653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14" name="pg242">
                <a:extLst>
                  <a:ext uri="{FF2B5EF4-FFF2-40B4-BE49-F238E27FC236}">
                    <a16:creationId xmlns:a16="http://schemas.microsoft.com/office/drawing/2014/main" id="{A454B662-708E-2783-63C2-C508D23186EE}"/>
                  </a:ext>
                </a:extLst>
              </p:cNvPr>
              <p:cNvSpPr/>
              <p:nvPr/>
            </p:nvSpPr>
            <p:spPr>
              <a:xfrm>
                <a:off x="7309716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15" name="pg243">
                <a:extLst>
                  <a:ext uri="{FF2B5EF4-FFF2-40B4-BE49-F238E27FC236}">
                    <a16:creationId xmlns:a16="http://schemas.microsoft.com/office/drawing/2014/main" id="{6DB73836-5465-497B-25CC-88ABF89210C3}"/>
                  </a:ext>
                </a:extLst>
              </p:cNvPr>
              <p:cNvSpPr/>
              <p:nvPr/>
            </p:nvSpPr>
            <p:spPr>
              <a:xfrm>
                <a:off x="7340779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16" name="pg244">
                <a:extLst>
                  <a:ext uri="{FF2B5EF4-FFF2-40B4-BE49-F238E27FC236}">
                    <a16:creationId xmlns:a16="http://schemas.microsoft.com/office/drawing/2014/main" id="{C660D654-71F0-AD8A-E3D9-8D5C4FB0895D}"/>
                  </a:ext>
                </a:extLst>
              </p:cNvPr>
              <p:cNvSpPr/>
              <p:nvPr/>
            </p:nvSpPr>
            <p:spPr>
              <a:xfrm>
                <a:off x="7371842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17" name="pg245">
                <a:extLst>
                  <a:ext uri="{FF2B5EF4-FFF2-40B4-BE49-F238E27FC236}">
                    <a16:creationId xmlns:a16="http://schemas.microsoft.com/office/drawing/2014/main" id="{9466C63C-E9F4-1135-04A0-4F6F782384D9}"/>
                  </a:ext>
                </a:extLst>
              </p:cNvPr>
              <p:cNvSpPr/>
              <p:nvPr/>
            </p:nvSpPr>
            <p:spPr>
              <a:xfrm>
                <a:off x="7402905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18" name="pg246">
                <a:extLst>
                  <a:ext uri="{FF2B5EF4-FFF2-40B4-BE49-F238E27FC236}">
                    <a16:creationId xmlns:a16="http://schemas.microsoft.com/office/drawing/2014/main" id="{E979BC41-6D7A-5278-5741-6DA03167DF58}"/>
                  </a:ext>
                </a:extLst>
              </p:cNvPr>
              <p:cNvSpPr/>
              <p:nvPr/>
            </p:nvSpPr>
            <p:spPr>
              <a:xfrm>
                <a:off x="7433968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19" name="pg247">
                <a:extLst>
                  <a:ext uri="{FF2B5EF4-FFF2-40B4-BE49-F238E27FC236}">
                    <a16:creationId xmlns:a16="http://schemas.microsoft.com/office/drawing/2014/main" id="{8048CFEA-680E-54AA-F0B0-161A2ABE5E59}"/>
                  </a:ext>
                </a:extLst>
              </p:cNvPr>
              <p:cNvSpPr/>
              <p:nvPr/>
            </p:nvSpPr>
            <p:spPr>
              <a:xfrm>
                <a:off x="7465031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20" name="pg248">
                <a:extLst>
                  <a:ext uri="{FF2B5EF4-FFF2-40B4-BE49-F238E27FC236}">
                    <a16:creationId xmlns:a16="http://schemas.microsoft.com/office/drawing/2014/main" id="{9A9CE587-EBEF-026F-80BE-257521F18DF0}"/>
                  </a:ext>
                </a:extLst>
              </p:cNvPr>
              <p:cNvSpPr/>
              <p:nvPr/>
            </p:nvSpPr>
            <p:spPr>
              <a:xfrm>
                <a:off x="7496094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21" name="pg249">
                <a:extLst>
                  <a:ext uri="{FF2B5EF4-FFF2-40B4-BE49-F238E27FC236}">
                    <a16:creationId xmlns:a16="http://schemas.microsoft.com/office/drawing/2014/main" id="{E4C93406-9400-3CB5-C37E-5B58CE02F022}"/>
                  </a:ext>
                </a:extLst>
              </p:cNvPr>
              <p:cNvSpPr/>
              <p:nvPr/>
            </p:nvSpPr>
            <p:spPr>
              <a:xfrm>
                <a:off x="7620345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22" name="pg250">
                <a:extLst>
                  <a:ext uri="{FF2B5EF4-FFF2-40B4-BE49-F238E27FC236}">
                    <a16:creationId xmlns:a16="http://schemas.microsoft.com/office/drawing/2014/main" id="{9FAE5F0F-3DBB-46CB-1758-3F4F481CC1A3}"/>
                  </a:ext>
                </a:extLst>
              </p:cNvPr>
              <p:cNvSpPr/>
              <p:nvPr/>
            </p:nvSpPr>
            <p:spPr>
              <a:xfrm>
                <a:off x="7651408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5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23" name="pg251">
                <a:extLst>
                  <a:ext uri="{FF2B5EF4-FFF2-40B4-BE49-F238E27FC236}">
                    <a16:creationId xmlns:a16="http://schemas.microsoft.com/office/drawing/2014/main" id="{A1A013DB-732E-A31F-1724-CB6C65E51318}"/>
                  </a:ext>
                </a:extLst>
              </p:cNvPr>
              <p:cNvSpPr/>
              <p:nvPr/>
            </p:nvSpPr>
            <p:spPr>
              <a:xfrm>
                <a:off x="7682471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24" name="pg252">
                <a:extLst>
                  <a:ext uri="{FF2B5EF4-FFF2-40B4-BE49-F238E27FC236}">
                    <a16:creationId xmlns:a16="http://schemas.microsoft.com/office/drawing/2014/main" id="{51DC64AA-92C5-FE59-A086-6D3D04F249C0}"/>
                  </a:ext>
                </a:extLst>
              </p:cNvPr>
              <p:cNvSpPr/>
              <p:nvPr/>
            </p:nvSpPr>
            <p:spPr>
              <a:xfrm>
                <a:off x="7713534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25" name="pg253">
                <a:extLst>
                  <a:ext uri="{FF2B5EF4-FFF2-40B4-BE49-F238E27FC236}">
                    <a16:creationId xmlns:a16="http://schemas.microsoft.com/office/drawing/2014/main" id="{AE01D161-B964-2DE5-5CCC-47A46A3D6BE3}"/>
                  </a:ext>
                </a:extLst>
              </p:cNvPr>
              <p:cNvSpPr/>
              <p:nvPr/>
            </p:nvSpPr>
            <p:spPr>
              <a:xfrm>
                <a:off x="7744597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26" name="pg254">
                <a:extLst>
                  <a:ext uri="{FF2B5EF4-FFF2-40B4-BE49-F238E27FC236}">
                    <a16:creationId xmlns:a16="http://schemas.microsoft.com/office/drawing/2014/main" id="{D791C8FC-B3F1-9B39-9588-2CE0B1A652ED}"/>
                  </a:ext>
                </a:extLst>
              </p:cNvPr>
              <p:cNvSpPr/>
              <p:nvPr/>
            </p:nvSpPr>
            <p:spPr>
              <a:xfrm>
                <a:off x="7775660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3ECD8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27" name="pg255">
                <a:extLst>
                  <a:ext uri="{FF2B5EF4-FFF2-40B4-BE49-F238E27FC236}">
                    <a16:creationId xmlns:a16="http://schemas.microsoft.com/office/drawing/2014/main" id="{96E323F3-3142-7A86-B284-523E2B54A090}"/>
                  </a:ext>
                </a:extLst>
              </p:cNvPr>
              <p:cNvSpPr/>
              <p:nvPr/>
            </p:nvSpPr>
            <p:spPr>
              <a:xfrm>
                <a:off x="7806723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28" name="pg256">
                <a:extLst>
                  <a:ext uri="{FF2B5EF4-FFF2-40B4-BE49-F238E27FC236}">
                    <a16:creationId xmlns:a16="http://schemas.microsoft.com/office/drawing/2014/main" id="{733D827D-F4D4-BF86-8B7F-B995CD0C51DA}"/>
                  </a:ext>
                </a:extLst>
              </p:cNvPr>
              <p:cNvSpPr/>
              <p:nvPr/>
            </p:nvSpPr>
            <p:spPr>
              <a:xfrm>
                <a:off x="7061213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29" name="pg257">
                <a:extLst>
                  <a:ext uri="{FF2B5EF4-FFF2-40B4-BE49-F238E27FC236}">
                    <a16:creationId xmlns:a16="http://schemas.microsoft.com/office/drawing/2014/main" id="{B2D6D99A-8F1A-B7D8-55BB-282E5FCA1C27}"/>
                  </a:ext>
                </a:extLst>
              </p:cNvPr>
              <p:cNvSpPr/>
              <p:nvPr/>
            </p:nvSpPr>
            <p:spPr>
              <a:xfrm>
                <a:off x="7092276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30" name="pg258">
                <a:extLst>
                  <a:ext uri="{FF2B5EF4-FFF2-40B4-BE49-F238E27FC236}">
                    <a16:creationId xmlns:a16="http://schemas.microsoft.com/office/drawing/2014/main" id="{BC69CDFE-AA7F-576E-D071-74BBA0384A2E}"/>
                  </a:ext>
                </a:extLst>
              </p:cNvPr>
              <p:cNvSpPr/>
              <p:nvPr/>
            </p:nvSpPr>
            <p:spPr>
              <a:xfrm>
                <a:off x="7123338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31" name="pg259">
                <a:extLst>
                  <a:ext uri="{FF2B5EF4-FFF2-40B4-BE49-F238E27FC236}">
                    <a16:creationId xmlns:a16="http://schemas.microsoft.com/office/drawing/2014/main" id="{C2FF7DFC-9628-A22E-0F87-C0EE6D002A9D}"/>
                  </a:ext>
                </a:extLst>
              </p:cNvPr>
              <p:cNvSpPr/>
              <p:nvPr/>
            </p:nvSpPr>
            <p:spPr>
              <a:xfrm>
                <a:off x="7154402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32" name="pg260">
                <a:extLst>
                  <a:ext uri="{FF2B5EF4-FFF2-40B4-BE49-F238E27FC236}">
                    <a16:creationId xmlns:a16="http://schemas.microsoft.com/office/drawing/2014/main" id="{74DE6E6A-7D58-E79C-F5DE-A3CAFA1037BB}"/>
                  </a:ext>
                </a:extLst>
              </p:cNvPr>
              <p:cNvSpPr/>
              <p:nvPr/>
            </p:nvSpPr>
            <p:spPr>
              <a:xfrm>
                <a:off x="7185465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A2E1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33" name="pg261">
                <a:extLst>
                  <a:ext uri="{FF2B5EF4-FFF2-40B4-BE49-F238E27FC236}">
                    <a16:creationId xmlns:a16="http://schemas.microsoft.com/office/drawing/2014/main" id="{DFB155D4-7140-1285-EE40-E806CFBCC626}"/>
                  </a:ext>
                </a:extLst>
              </p:cNvPr>
              <p:cNvSpPr/>
              <p:nvPr/>
            </p:nvSpPr>
            <p:spPr>
              <a:xfrm>
                <a:off x="7216527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34" name="pg262">
                <a:extLst>
                  <a:ext uri="{FF2B5EF4-FFF2-40B4-BE49-F238E27FC236}">
                    <a16:creationId xmlns:a16="http://schemas.microsoft.com/office/drawing/2014/main" id="{23C7131C-0469-645A-3C7A-D24919AE4F7C}"/>
                  </a:ext>
                </a:extLst>
              </p:cNvPr>
              <p:cNvSpPr/>
              <p:nvPr/>
            </p:nvSpPr>
            <p:spPr>
              <a:xfrm>
                <a:off x="7247590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35" name="pg263">
                <a:extLst>
                  <a:ext uri="{FF2B5EF4-FFF2-40B4-BE49-F238E27FC236}">
                    <a16:creationId xmlns:a16="http://schemas.microsoft.com/office/drawing/2014/main" id="{13F85D99-5323-096A-6581-778DB6859D41}"/>
                  </a:ext>
                </a:extLst>
              </p:cNvPr>
              <p:cNvSpPr/>
              <p:nvPr/>
            </p:nvSpPr>
            <p:spPr>
              <a:xfrm>
                <a:off x="7278653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36" name="pg264">
                <a:extLst>
                  <a:ext uri="{FF2B5EF4-FFF2-40B4-BE49-F238E27FC236}">
                    <a16:creationId xmlns:a16="http://schemas.microsoft.com/office/drawing/2014/main" id="{8428A325-7DA9-5D68-7C72-7BB79C077DD4}"/>
                  </a:ext>
                </a:extLst>
              </p:cNvPr>
              <p:cNvSpPr/>
              <p:nvPr/>
            </p:nvSpPr>
            <p:spPr>
              <a:xfrm>
                <a:off x="7309716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37" name="pg265">
                <a:extLst>
                  <a:ext uri="{FF2B5EF4-FFF2-40B4-BE49-F238E27FC236}">
                    <a16:creationId xmlns:a16="http://schemas.microsoft.com/office/drawing/2014/main" id="{6CCBD560-59D3-22D9-C235-B49FC16D494E}"/>
                  </a:ext>
                </a:extLst>
              </p:cNvPr>
              <p:cNvSpPr/>
              <p:nvPr/>
            </p:nvSpPr>
            <p:spPr>
              <a:xfrm>
                <a:off x="7340779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38" name="pg266">
                <a:extLst>
                  <a:ext uri="{FF2B5EF4-FFF2-40B4-BE49-F238E27FC236}">
                    <a16:creationId xmlns:a16="http://schemas.microsoft.com/office/drawing/2014/main" id="{B8A4B3CC-098D-21E0-E9B8-18E25F743BE9}"/>
                  </a:ext>
                </a:extLst>
              </p:cNvPr>
              <p:cNvSpPr/>
              <p:nvPr/>
            </p:nvSpPr>
            <p:spPr>
              <a:xfrm>
                <a:off x="7371842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39" name="pg267">
                <a:extLst>
                  <a:ext uri="{FF2B5EF4-FFF2-40B4-BE49-F238E27FC236}">
                    <a16:creationId xmlns:a16="http://schemas.microsoft.com/office/drawing/2014/main" id="{2D8E1624-6E26-4149-CDFC-D1B9E5E2D8B3}"/>
                  </a:ext>
                </a:extLst>
              </p:cNvPr>
              <p:cNvSpPr/>
              <p:nvPr/>
            </p:nvSpPr>
            <p:spPr>
              <a:xfrm>
                <a:off x="7402905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40" name="pg268">
                <a:extLst>
                  <a:ext uri="{FF2B5EF4-FFF2-40B4-BE49-F238E27FC236}">
                    <a16:creationId xmlns:a16="http://schemas.microsoft.com/office/drawing/2014/main" id="{F75C3FFB-6978-522A-FE22-B621541BA91C}"/>
                  </a:ext>
                </a:extLst>
              </p:cNvPr>
              <p:cNvSpPr/>
              <p:nvPr/>
            </p:nvSpPr>
            <p:spPr>
              <a:xfrm>
                <a:off x="7433968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41" name="pg269">
                <a:extLst>
                  <a:ext uri="{FF2B5EF4-FFF2-40B4-BE49-F238E27FC236}">
                    <a16:creationId xmlns:a16="http://schemas.microsoft.com/office/drawing/2014/main" id="{0EA89AD0-9327-61BD-E7FD-3CDEB06F75E7}"/>
                  </a:ext>
                </a:extLst>
              </p:cNvPr>
              <p:cNvSpPr/>
              <p:nvPr/>
            </p:nvSpPr>
            <p:spPr>
              <a:xfrm>
                <a:off x="7465031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42" name="pg270">
                <a:extLst>
                  <a:ext uri="{FF2B5EF4-FFF2-40B4-BE49-F238E27FC236}">
                    <a16:creationId xmlns:a16="http://schemas.microsoft.com/office/drawing/2014/main" id="{A95DB53A-D53A-1F74-979F-125A2A260939}"/>
                  </a:ext>
                </a:extLst>
              </p:cNvPr>
              <p:cNvSpPr/>
              <p:nvPr/>
            </p:nvSpPr>
            <p:spPr>
              <a:xfrm>
                <a:off x="7496094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43" name="pg271">
                <a:extLst>
                  <a:ext uri="{FF2B5EF4-FFF2-40B4-BE49-F238E27FC236}">
                    <a16:creationId xmlns:a16="http://schemas.microsoft.com/office/drawing/2014/main" id="{02ACB995-E3A6-18A9-FF7E-B56C3B13FACE}"/>
                  </a:ext>
                </a:extLst>
              </p:cNvPr>
              <p:cNvSpPr/>
              <p:nvPr/>
            </p:nvSpPr>
            <p:spPr>
              <a:xfrm>
                <a:off x="7620345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44" name="pg272">
                <a:extLst>
                  <a:ext uri="{FF2B5EF4-FFF2-40B4-BE49-F238E27FC236}">
                    <a16:creationId xmlns:a16="http://schemas.microsoft.com/office/drawing/2014/main" id="{FB20F65E-407F-11A7-3586-0B7A769CD5BB}"/>
                  </a:ext>
                </a:extLst>
              </p:cNvPr>
              <p:cNvSpPr/>
              <p:nvPr/>
            </p:nvSpPr>
            <p:spPr>
              <a:xfrm>
                <a:off x="7651408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B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45" name="pg273">
                <a:extLst>
                  <a:ext uri="{FF2B5EF4-FFF2-40B4-BE49-F238E27FC236}">
                    <a16:creationId xmlns:a16="http://schemas.microsoft.com/office/drawing/2014/main" id="{89CFD662-306B-18EC-231C-DE5C1A737B93}"/>
                  </a:ext>
                </a:extLst>
              </p:cNvPr>
              <p:cNvSpPr/>
              <p:nvPr/>
            </p:nvSpPr>
            <p:spPr>
              <a:xfrm>
                <a:off x="7682471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46" name="pg274">
                <a:extLst>
                  <a:ext uri="{FF2B5EF4-FFF2-40B4-BE49-F238E27FC236}">
                    <a16:creationId xmlns:a16="http://schemas.microsoft.com/office/drawing/2014/main" id="{07A3E5B0-4653-5B7E-89D3-6EC8734EC428}"/>
                  </a:ext>
                </a:extLst>
              </p:cNvPr>
              <p:cNvSpPr/>
              <p:nvPr/>
            </p:nvSpPr>
            <p:spPr>
              <a:xfrm>
                <a:off x="7713534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47" name="pg275">
                <a:extLst>
                  <a:ext uri="{FF2B5EF4-FFF2-40B4-BE49-F238E27FC236}">
                    <a16:creationId xmlns:a16="http://schemas.microsoft.com/office/drawing/2014/main" id="{B54773A2-2920-E14C-A93F-3A520F3D8469}"/>
                  </a:ext>
                </a:extLst>
              </p:cNvPr>
              <p:cNvSpPr/>
              <p:nvPr/>
            </p:nvSpPr>
            <p:spPr>
              <a:xfrm>
                <a:off x="7744597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6">
                  <a:alpha val="100000"/>
                </a:srgbClr>
              </a:solidFill>
              <a:ln w="5420" cap="flat">
                <a:solidFill>
                  <a:srgbClr val="B5E8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48" name="pg276">
                <a:extLst>
                  <a:ext uri="{FF2B5EF4-FFF2-40B4-BE49-F238E27FC236}">
                    <a16:creationId xmlns:a16="http://schemas.microsoft.com/office/drawing/2014/main" id="{CFA18BEA-7175-FFAC-CB43-8F0DD175E568}"/>
                  </a:ext>
                </a:extLst>
              </p:cNvPr>
              <p:cNvSpPr/>
              <p:nvPr/>
            </p:nvSpPr>
            <p:spPr>
              <a:xfrm>
                <a:off x="7775660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49" name="pg277">
                <a:extLst>
                  <a:ext uri="{FF2B5EF4-FFF2-40B4-BE49-F238E27FC236}">
                    <a16:creationId xmlns:a16="http://schemas.microsoft.com/office/drawing/2014/main" id="{9514BC1D-1557-CADF-F5BE-2E97D88B1742}"/>
                  </a:ext>
                </a:extLst>
              </p:cNvPr>
              <p:cNvSpPr/>
              <p:nvPr/>
            </p:nvSpPr>
            <p:spPr>
              <a:xfrm>
                <a:off x="7030150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50" name="pg278">
                <a:extLst>
                  <a:ext uri="{FF2B5EF4-FFF2-40B4-BE49-F238E27FC236}">
                    <a16:creationId xmlns:a16="http://schemas.microsoft.com/office/drawing/2014/main" id="{D1A6D0E4-72B8-6829-D64C-4079B12042AE}"/>
                  </a:ext>
                </a:extLst>
              </p:cNvPr>
              <p:cNvSpPr/>
              <p:nvPr/>
            </p:nvSpPr>
            <p:spPr>
              <a:xfrm>
                <a:off x="7061213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51" name="pg279">
                <a:extLst>
                  <a:ext uri="{FF2B5EF4-FFF2-40B4-BE49-F238E27FC236}">
                    <a16:creationId xmlns:a16="http://schemas.microsoft.com/office/drawing/2014/main" id="{F2041DB7-03AA-95C3-DC3A-E6EAC5D35A53}"/>
                  </a:ext>
                </a:extLst>
              </p:cNvPr>
              <p:cNvSpPr/>
              <p:nvPr/>
            </p:nvSpPr>
            <p:spPr>
              <a:xfrm>
                <a:off x="7092276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52" name="pg280">
                <a:extLst>
                  <a:ext uri="{FF2B5EF4-FFF2-40B4-BE49-F238E27FC236}">
                    <a16:creationId xmlns:a16="http://schemas.microsoft.com/office/drawing/2014/main" id="{ECAD2495-8410-B3CA-A404-5954471BD5A4}"/>
                  </a:ext>
                </a:extLst>
              </p:cNvPr>
              <p:cNvSpPr/>
              <p:nvPr/>
            </p:nvSpPr>
            <p:spPr>
              <a:xfrm>
                <a:off x="7123338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53" name="pg281">
                <a:extLst>
                  <a:ext uri="{FF2B5EF4-FFF2-40B4-BE49-F238E27FC236}">
                    <a16:creationId xmlns:a16="http://schemas.microsoft.com/office/drawing/2014/main" id="{2BE85BC4-D21E-C58E-26C6-9FDE38CFC857}"/>
                  </a:ext>
                </a:extLst>
              </p:cNvPr>
              <p:cNvSpPr/>
              <p:nvPr/>
            </p:nvSpPr>
            <p:spPr>
              <a:xfrm>
                <a:off x="7154402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54" name="pg282">
                <a:extLst>
                  <a:ext uri="{FF2B5EF4-FFF2-40B4-BE49-F238E27FC236}">
                    <a16:creationId xmlns:a16="http://schemas.microsoft.com/office/drawing/2014/main" id="{DF3AE800-559F-B3CC-2F3B-405867FD1929}"/>
                  </a:ext>
                </a:extLst>
              </p:cNvPr>
              <p:cNvSpPr/>
              <p:nvPr/>
            </p:nvSpPr>
            <p:spPr>
              <a:xfrm>
                <a:off x="7185465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55" name="pg283">
                <a:extLst>
                  <a:ext uri="{FF2B5EF4-FFF2-40B4-BE49-F238E27FC236}">
                    <a16:creationId xmlns:a16="http://schemas.microsoft.com/office/drawing/2014/main" id="{791184D8-74E3-DF40-CEA4-BA8CFF3644F3}"/>
                  </a:ext>
                </a:extLst>
              </p:cNvPr>
              <p:cNvSpPr/>
              <p:nvPr/>
            </p:nvSpPr>
            <p:spPr>
              <a:xfrm>
                <a:off x="7216527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56" name="pg284">
                <a:extLst>
                  <a:ext uri="{FF2B5EF4-FFF2-40B4-BE49-F238E27FC236}">
                    <a16:creationId xmlns:a16="http://schemas.microsoft.com/office/drawing/2014/main" id="{6B55980E-F84B-5D5D-41CB-2B374E25BD0A}"/>
                  </a:ext>
                </a:extLst>
              </p:cNvPr>
              <p:cNvSpPr/>
              <p:nvPr/>
            </p:nvSpPr>
            <p:spPr>
              <a:xfrm>
                <a:off x="7247590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57" name="pg285">
                <a:extLst>
                  <a:ext uri="{FF2B5EF4-FFF2-40B4-BE49-F238E27FC236}">
                    <a16:creationId xmlns:a16="http://schemas.microsoft.com/office/drawing/2014/main" id="{55E857D3-F599-3733-FEE8-F2F024E7431A}"/>
                  </a:ext>
                </a:extLst>
              </p:cNvPr>
              <p:cNvSpPr/>
              <p:nvPr/>
            </p:nvSpPr>
            <p:spPr>
              <a:xfrm>
                <a:off x="7278653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58" name="pg286">
                <a:extLst>
                  <a:ext uri="{FF2B5EF4-FFF2-40B4-BE49-F238E27FC236}">
                    <a16:creationId xmlns:a16="http://schemas.microsoft.com/office/drawing/2014/main" id="{6DBE9796-DBD9-E35B-469E-68054633C663}"/>
                  </a:ext>
                </a:extLst>
              </p:cNvPr>
              <p:cNvSpPr/>
              <p:nvPr/>
            </p:nvSpPr>
            <p:spPr>
              <a:xfrm>
                <a:off x="7309716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59" name="pg287">
                <a:extLst>
                  <a:ext uri="{FF2B5EF4-FFF2-40B4-BE49-F238E27FC236}">
                    <a16:creationId xmlns:a16="http://schemas.microsoft.com/office/drawing/2014/main" id="{8220AB2A-45F7-91C4-A642-178BCCF16564}"/>
                  </a:ext>
                </a:extLst>
              </p:cNvPr>
              <p:cNvSpPr/>
              <p:nvPr/>
            </p:nvSpPr>
            <p:spPr>
              <a:xfrm>
                <a:off x="7340779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60" name="pg288">
                <a:extLst>
                  <a:ext uri="{FF2B5EF4-FFF2-40B4-BE49-F238E27FC236}">
                    <a16:creationId xmlns:a16="http://schemas.microsoft.com/office/drawing/2014/main" id="{14A6E597-EAAE-9BC9-8EC2-4F6CE35AE790}"/>
                  </a:ext>
                </a:extLst>
              </p:cNvPr>
              <p:cNvSpPr/>
              <p:nvPr/>
            </p:nvSpPr>
            <p:spPr>
              <a:xfrm>
                <a:off x="7371842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61" name="pg289">
                <a:extLst>
                  <a:ext uri="{FF2B5EF4-FFF2-40B4-BE49-F238E27FC236}">
                    <a16:creationId xmlns:a16="http://schemas.microsoft.com/office/drawing/2014/main" id="{19FA3620-FFC7-22E4-7626-6F66C1C9FC77}"/>
                  </a:ext>
                </a:extLst>
              </p:cNvPr>
              <p:cNvSpPr/>
              <p:nvPr/>
            </p:nvSpPr>
            <p:spPr>
              <a:xfrm>
                <a:off x="7402905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62" name="pg290">
                <a:extLst>
                  <a:ext uri="{FF2B5EF4-FFF2-40B4-BE49-F238E27FC236}">
                    <a16:creationId xmlns:a16="http://schemas.microsoft.com/office/drawing/2014/main" id="{E0BAA614-83F2-0029-0BF3-FC5D0CF2F9CF}"/>
                  </a:ext>
                </a:extLst>
              </p:cNvPr>
              <p:cNvSpPr/>
              <p:nvPr/>
            </p:nvSpPr>
            <p:spPr>
              <a:xfrm>
                <a:off x="7433968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63" name="pg291">
                <a:extLst>
                  <a:ext uri="{FF2B5EF4-FFF2-40B4-BE49-F238E27FC236}">
                    <a16:creationId xmlns:a16="http://schemas.microsoft.com/office/drawing/2014/main" id="{15C9F17F-2915-98EC-6193-8901A68A02ED}"/>
                  </a:ext>
                </a:extLst>
              </p:cNvPr>
              <p:cNvSpPr/>
              <p:nvPr/>
            </p:nvSpPr>
            <p:spPr>
              <a:xfrm>
                <a:off x="7465031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64" name="pg292">
                <a:extLst>
                  <a:ext uri="{FF2B5EF4-FFF2-40B4-BE49-F238E27FC236}">
                    <a16:creationId xmlns:a16="http://schemas.microsoft.com/office/drawing/2014/main" id="{8F9CB316-CC93-29C5-1D03-4830BD0E4093}"/>
                  </a:ext>
                </a:extLst>
              </p:cNvPr>
              <p:cNvSpPr/>
              <p:nvPr/>
            </p:nvSpPr>
            <p:spPr>
              <a:xfrm>
                <a:off x="7496094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65" name="pg293">
                <a:extLst>
                  <a:ext uri="{FF2B5EF4-FFF2-40B4-BE49-F238E27FC236}">
                    <a16:creationId xmlns:a16="http://schemas.microsoft.com/office/drawing/2014/main" id="{FDE5B5BC-FC88-07AB-4F65-DF163AE12BB6}"/>
                  </a:ext>
                </a:extLst>
              </p:cNvPr>
              <p:cNvSpPr/>
              <p:nvPr/>
            </p:nvSpPr>
            <p:spPr>
              <a:xfrm>
                <a:off x="7527156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66" name="pg294">
                <a:extLst>
                  <a:ext uri="{FF2B5EF4-FFF2-40B4-BE49-F238E27FC236}">
                    <a16:creationId xmlns:a16="http://schemas.microsoft.com/office/drawing/2014/main" id="{B87AE0E3-155A-248D-3CF7-B9625A1045AF}"/>
                  </a:ext>
                </a:extLst>
              </p:cNvPr>
              <p:cNvSpPr/>
              <p:nvPr/>
            </p:nvSpPr>
            <p:spPr>
              <a:xfrm>
                <a:off x="7620345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67" name="pg295">
                <a:extLst>
                  <a:ext uri="{FF2B5EF4-FFF2-40B4-BE49-F238E27FC236}">
                    <a16:creationId xmlns:a16="http://schemas.microsoft.com/office/drawing/2014/main" id="{2F1E2E3C-0C64-BE18-0927-CBB2FE74D17B}"/>
                  </a:ext>
                </a:extLst>
              </p:cNvPr>
              <p:cNvSpPr/>
              <p:nvPr/>
            </p:nvSpPr>
            <p:spPr>
              <a:xfrm>
                <a:off x="7651408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68" name="pg296">
                <a:extLst>
                  <a:ext uri="{FF2B5EF4-FFF2-40B4-BE49-F238E27FC236}">
                    <a16:creationId xmlns:a16="http://schemas.microsoft.com/office/drawing/2014/main" id="{1280C856-5707-061D-1355-40B01D5A9F2B}"/>
                  </a:ext>
                </a:extLst>
              </p:cNvPr>
              <p:cNvSpPr/>
              <p:nvPr/>
            </p:nvSpPr>
            <p:spPr>
              <a:xfrm>
                <a:off x="7682471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B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69" name="pg297">
                <a:extLst>
                  <a:ext uri="{FF2B5EF4-FFF2-40B4-BE49-F238E27FC236}">
                    <a16:creationId xmlns:a16="http://schemas.microsoft.com/office/drawing/2014/main" id="{36748FCA-FE60-BE48-2EA6-26B35E592345}"/>
                  </a:ext>
                </a:extLst>
              </p:cNvPr>
              <p:cNvSpPr/>
              <p:nvPr/>
            </p:nvSpPr>
            <p:spPr>
              <a:xfrm>
                <a:off x="7713534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70" name="pg298">
                <a:extLst>
                  <a:ext uri="{FF2B5EF4-FFF2-40B4-BE49-F238E27FC236}">
                    <a16:creationId xmlns:a16="http://schemas.microsoft.com/office/drawing/2014/main" id="{253D5D93-68EC-88C0-DCAA-BE0A81A9EF23}"/>
                  </a:ext>
                </a:extLst>
              </p:cNvPr>
              <p:cNvSpPr/>
              <p:nvPr/>
            </p:nvSpPr>
            <p:spPr>
              <a:xfrm>
                <a:off x="7744597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1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71" name="pg299">
                <a:extLst>
                  <a:ext uri="{FF2B5EF4-FFF2-40B4-BE49-F238E27FC236}">
                    <a16:creationId xmlns:a16="http://schemas.microsoft.com/office/drawing/2014/main" id="{E9B8084D-F624-D23C-F1DB-9B9C18F01196}"/>
                  </a:ext>
                </a:extLst>
              </p:cNvPr>
              <p:cNvSpPr/>
              <p:nvPr/>
            </p:nvSpPr>
            <p:spPr>
              <a:xfrm>
                <a:off x="7775660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1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72" name="pg300">
                <a:extLst>
                  <a:ext uri="{FF2B5EF4-FFF2-40B4-BE49-F238E27FC236}">
                    <a16:creationId xmlns:a16="http://schemas.microsoft.com/office/drawing/2014/main" id="{08BE12B3-5EB1-51BD-ED95-CFF975D08F2D}"/>
                  </a:ext>
                </a:extLst>
              </p:cNvPr>
              <p:cNvSpPr/>
              <p:nvPr/>
            </p:nvSpPr>
            <p:spPr>
              <a:xfrm>
                <a:off x="7030150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73" name="pg301">
                <a:extLst>
                  <a:ext uri="{FF2B5EF4-FFF2-40B4-BE49-F238E27FC236}">
                    <a16:creationId xmlns:a16="http://schemas.microsoft.com/office/drawing/2014/main" id="{3FACC46E-7D5B-FFA4-A3F7-7BEABF854E96}"/>
                  </a:ext>
                </a:extLst>
              </p:cNvPr>
              <p:cNvSpPr/>
              <p:nvPr/>
            </p:nvSpPr>
            <p:spPr>
              <a:xfrm>
                <a:off x="7061213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74" name="pg302">
                <a:extLst>
                  <a:ext uri="{FF2B5EF4-FFF2-40B4-BE49-F238E27FC236}">
                    <a16:creationId xmlns:a16="http://schemas.microsoft.com/office/drawing/2014/main" id="{180C76B1-7389-4712-C21A-4A78BCCCA1FE}"/>
                  </a:ext>
                </a:extLst>
              </p:cNvPr>
              <p:cNvSpPr/>
              <p:nvPr/>
            </p:nvSpPr>
            <p:spPr>
              <a:xfrm>
                <a:off x="7092276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75" name="pg303">
                <a:extLst>
                  <a:ext uri="{FF2B5EF4-FFF2-40B4-BE49-F238E27FC236}">
                    <a16:creationId xmlns:a16="http://schemas.microsoft.com/office/drawing/2014/main" id="{6A07DBD8-524E-D0EC-EDBD-38654DBDF57D}"/>
                  </a:ext>
                </a:extLst>
              </p:cNvPr>
              <p:cNvSpPr/>
              <p:nvPr/>
            </p:nvSpPr>
            <p:spPr>
              <a:xfrm>
                <a:off x="7123338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76" name="pg304">
                <a:extLst>
                  <a:ext uri="{FF2B5EF4-FFF2-40B4-BE49-F238E27FC236}">
                    <a16:creationId xmlns:a16="http://schemas.microsoft.com/office/drawing/2014/main" id="{497FD7AB-04FA-1455-6724-68F80C388694}"/>
                  </a:ext>
                </a:extLst>
              </p:cNvPr>
              <p:cNvSpPr/>
              <p:nvPr/>
            </p:nvSpPr>
            <p:spPr>
              <a:xfrm>
                <a:off x="7154402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77" name="pg305">
                <a:extLst>
                  <a:ext uri="{FF2B5EF4-FFF2-40B4-BE49-F238E27FC236}">
                    <a16:creationId xmlns:a16="http://schemas.microsoft.com/office/drawing/2014/main" id="{48578CF0-6ED0-E008-3327-FE2D6FB224DF}"/>
                  </a:ext>
                </a:extLst>
              </p:cNvPr>
              <p:cNvSpPr/>
              <p:nvPr/>
            </p:nvSpPr>
            <p:spPr>
              <a:xfrm>
                <a:off x="7185465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78" name="pg306">
                <a:extLst>
                  <a:ext uri="{FF2B5EF4-FFF2-40B4-BE49-F238E27FC236}">
                    <a16:creationId xmlns:a16="http://schemas.microsoft.com/office/drawing/2014/main" id="{2E303376-E59F-CCE3-FAE4-A85EB7077293}"/>
                  </a:ext>
                </a:extLst>
              </p:cNvPr>
              <p:cNvSpPr/>
              <p:nvPr/>
            </p:nvSpPr>
            <p:spPr>
              <a:xfrm>
                <a:off x="7216527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79" name="pg307">
                <a:extLst>
                  <a:ext uri="{FF2B5EF4-FFF2-40B4-BE49-F238E27FC236}">
                    <a16:creationId xmlns:a16="http://schemas.microsoft.com/office/drawing/2014/main" id="{A2D0A11B-D095-C5AB-AF82-E040880DD7CA}"/>
                  </a:ext>
                </a:extLst>
              </p:cNvPr>
              <p:cNvSpPr/>
              <p:nvPr/>
            </p:nvSpPr>
            <p:spPr>
              <a:xfrm>
                <a:off x="7247590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80" name="pg308">
                <a:extLst>
                  <a:ext uri="{FF2B5EF4-FFF2-40B4-BE49-F238E27FC236}">
                    <a16:creationId xmlns:a16="http://schemas.microsoft.com/office/drawing/2014/main" id="{0FE8258E-599A-2B64-2585-0074E4D8E025}"/>
                  </a:ext>
                </a:extLst>
              </p:cNvPr>
              <p:cNvSpPr/>
              <p:nvPr/>
            </p:nvSpPr>
            <p:spPr>
              <a:xfrm>
                <a:off x="7278653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81" name="pg309">
                <a:extLst>
                  <a:ext uri="{FF2B5EF4-FFF2-40B4-BE49-F238E27FC236}">
                    <a16:creationId xmlns:a16="http://schemas.microsoft.com/office/drawing/2014/main" id="{F46BD567-E8E0-F02A-8F5B-E2C7B0D713C2}"/>
                  </a:ext>
                </a:extLst>
              </p:cNvPr>
              <p:cNvSpPr/>
              <p:nvPr/>
            </p:nvSpPr>
            <p:spPr>
              <a:xfrm>
                <a:off x="7309716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82" name="pg310">
                <a:extLst>
                  <a:ext uri="{FF2B5EF4-FFF2-40B4-BE49-F238E27FC236}">
                    <a16:creationId xmlns:a16="http://schemas.microsoft.com/office/drawing/2014/main" id="{13035D77-CF6B-2192-48E4-D0AF22C76C3C}"/>
                  </a:ext>
                </a:extLst>
              </p:cNvPr>
              <p:cNvSpPr/>
              <p:nvPr/>
            </p:nvSpPr>
            <p:spPr>
              <a:xfrm>
                <a:off x="7340779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83" name="pg311">
                <a:extLst>
                  <a:ext uri="{FF2B5EF4-FFF2-40B4-BE49-F238E27FC236}">
                    <a16:creationId xmlns:a16="http://schemas.microsoft.com/office/drawing/2014/main" id="{378C6BFA-FA2A-B5B3-61A5-D6C7553B67E0}"/>
                  </a:ext>
                </a:extLst>
              </p:cNvPr>
              <p:cNvSpPr/>
              <p:nvPr/>
            </p:nvSpPr>
            <p:spPr>
              <a:xfrm>
                <a:off x="7371842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84" name="pg312">
                <a:extLst>
                  <a:ext uri="{FF2B5EF4-FFF2-40B4-BE49-F238E27FC236}">
                    <a16:creationId xmlns:a16="http://schemas.microsoft.com/office/drawing/2014/main" id="{46B71FAD-BC34-9303-1DE2-47E9C394E1CD}"/>
                  </a:ext>
                </a:extLst>
              </p:cNvPr>
              <p:cNvSpPr/>
              <p:nvPr/>
            </p:nvSpPr>
            <p:spPr>
              <a:xfrm>
                <a:off x="7402905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85" name="pg313">
                <a:extLst>
                  <a:ext uri="{FF2B5EF4-FFF2-40B4-BE49-F238E27FC236}">
                    <a16:creationId xmlns:a16="http://schemas.microsoft.com/office/drawing/2014/main" id="{E3BB757A-1676-9B70-FD04-FDE632B5FC6E}"/>
                  </a:ext>
                </a:extLst>
              </p:cNvPr>
              <p:cNvSpPr/>
              <p:nvPr/>
            </p:nvSpPr>
            <p:spPr>
              <a:xfrm>
                <a:off x="7433968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86" name="pg314">
                <a:extLst>
                  <a:ext uri="{FF2B5EF4-FFF2-40B4-BE49-F238E27FC236}">
                    <a16:creationId xmlns:a16="http://schemas.microsoft.com/office/drawing/2014/main" id="{9D502FED-B5EC-EE96-5EC9-5DD610845C08}"/>
                  </a:ext>
                </a:extLst>
              </p:cNvPr>
              <p:cNvSpPr/>
              <p:nvPr/>
            </p:nvSpPr>
            <p:spPr>
              <a:xfrm>
                <a:off x="7465031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87" name="pg315">
                <a:extLst>
                  <a:ext uri="{FF2B5EF4-FFF2-40B4-BE49-F238E27FC236}">
                    <a16:creationId xmlns:a16="http://schemas.microsoft.com/office/drawing/2014/main" id="{061E37A5-96BD-F36A-7507-C2D8C62DEF2A}"/>
                  </a:ext>
                </a:extLst>
              </p:cNvPr>
              <p:cNvSpPr/>
              <p:nvPr/>
            </p:nvSpPr>
            <p:spPr>
              <a:xfrm>
                <a:off x="7496094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88" name="pg316">
                <a:extLst>
                  <a:ext uri="{FF2B5EF4-FFF2-40B4-BE49-F238E27FC236}">
                    <a16:creationId xmlns:a16="http://schemas.microsoft.com/office/drawing/2014/main" id="{1C81A072-2771-B9D8-7240-1616BAC53C6F}"/>
                  </a:ext>
                </a:extLst>
              </p:cNvPr>
              <p:cNvSpPr/>
              <p:nvPr/>
            </p:nvSpPr>
            <p:spPr>
              <a:xfrm>
                <a:off x="7527156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89" name="pg317">
                <a:extLst>
                  <a:ext uri="{FF2B5EF4-FFF2-40B4-BE49-F238E27FC236}">
                    <a16:creationId xmlns:a16="http://schemas.microsoft.com/office/drawing/2014/main" id="{5A90694F-4DDC-1C00-9979-6A037BEBA856}"/>
                  </a:ext>
                </a:extLst>
              </p:cNvPr>
              <p:cNvSpPr/>
              <p:nvPr/>
            </p:nvSpPr>
            <p:spPr>
              <a:xfrm>
                <a:off x="7558219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90" name="pg318">
                <a:extLst>
                  <a:ext uri="{FF2B5EF4-FFF2-40B4-BE49-F238E27FC236}">
                    <a16:creationId xmlns:a16="http://schemas.microsoft.com/office/drawing/2014/main" id="{7ED7B239-7BCC-9B57-DF96-6BC3863145A4}"/>
                  </a:ext>
                </a:extLst>
              </p:cNvPr>
              <p:cNvSpPr/>
              <p:nvPr/>
            </p:nvSpPr>
            <p:spPr>
              <a:xfrm>
                <a:off x="7651408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91" name="pg319">
                <a:extLst>
                  <a:ext uri="{FF2B5EF4-FFF2-40B4-BE49-F238E27FC236}">
                    <a16:creationId xmlns:a16="http://schemas.microsoft.com/office/drawing/2014/main" id="{DE69E073-7726-8B57-1A21-149C34DEAEEF}"/>
                  </a:ext>
                </a:extLst>
              </p:cNvPr>
              <p:cNvSpPr/>
              <p:nvPr/>
            </p:nvSpPr>
            <p:spPr>
              <a:xfrm>
                <a:off x="7682471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92" name="pg320">
                <a:extLst>
                  <a:ext uri="{FF2B5EF4-FFF2-40B4-BE49-F238E27FC236}">
                    <a16:creationId xmlns:a16="http://schemas.microsoft.com/office/drawing/2014/main" id="{CE825709-191C-C711-0AB2-2177B34D01BC}"/>
                  </a:ext>
                </a:extLst>
              </p:cNvPr>
              <p:cNvSpPr/>
              <p:nvPr/>
            </p:nvSpPr>
            <p:spPr>
              <a:xfrm>
                <a:off x="7713534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93" name="pg321">
                <a:extLst>
                  <a:ext uri="{FF2B5EF4-FFF2-40B4-BE49-F238E27FC236}">
                    <a16:creationId xmlns:a16="http://schemas.microsoft.com/office/drawing/2014/main" id="{495E8F42-6624-DC03-D0EF-44515D9615E0}"/>
                  </a:ext>
                </a:extLst>
              </p:cNvPr>
              <p:cNvSpPr/>
              <p:nvPr/>
            </p:nvSpPr>
            <p:spPr>
              <a:xfrm>
                <a:off x="7744597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94" name="pg322">
                <a:extLst>
                  <a:ext uri="{FF2B5EF4-FFF2-40B4-BE49-F238E27FC236}">
                    <a16:creationId xmlns:a16="http://schemas.microsoft.com/office/drawing/2014/main" id="{6AE1AF10-F48C-19C9-A77D-C98F6FCA4F4D}"/>
                  </a:ext>
                </a:extLst>
              </p:cNvPr>
              <p:cNvSpPr/>
              <p:nvPr/>
            </p:nvSpPr>
            <p:spPr>
              <a:xfrm>
                <a:off x="7775660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95" name="pg323">
                <a:extLst>
                  <a:ext uri="{FF2B5EF4-FFF2-40B4-BE49-F238E27FC236}">
                    <a16:creationId xmlns:a16="http://schemas.microsoft.com/office/drawing/2014/main" id="{7DC57CA0-6B54-8535-53D0-DF02C3080458}"/>
                  </a:ext>
                </a:extLst>
              </p:cNvPr>
              <p:cNvSpPr/>
              <p:nvPr/>
            </p:nvSpPr>
            <p:spPr>
              <a:xfrm>
                <a:off x="7030150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96" name="pg324">
                <a:extLst>
                  <a:ext uri="{FF2B5EF4-FFF2-40B4-BE49-F238E27FC236}">
                    <a16:creationId xmlns:a16="http://schemas.microsoft.com/office/drawing/2014/main" id="{6164FA1D-8067-FDDD-C771-281D51A31755}"/>
                  </a:ext>
                </a:extLst>
              </p:cNvPr>
              <p:cNvSpPr/>
              <p:nvPr/>
            </p:nvSpPr>
            <p:spPr>
              <a:xfrm>
                <a:off x="7061213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97" name="pg325">
                <a:extLst>
                  <a:ext uri="{FF2B5EF4-FFF2-40B4-BE49-F238E27FC236}">
                    <a16:creationId xmlns:a16="http://schemas.microsoft.com/office/drawing/2014/main" id="{12B84591-40EF-6E27-5B28-969311BBA32E}"/>
                  </a:ext>
                </a:extLst>
              </p:cNvPr>
              <p:cNvSpPr/>
              <p:nvPr/>
            </p:nvSpPr>
            <p:spPr>
              <a:xfrm>
                <a:off x="7092276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98" name="pg326">
                <a:extLst>
                  <a:ext uri="{FF2B5EF4-FFF2-40B4-BE49-F238E27FC236}">
                    <a16:creationId xmlns:a16="http://schemas.microsoft.com/office/drawing/2014/main" id="{228CB86C-B319-C8C4-1EEB-761B2C34ED3D}"/>
                  </a:ext>
                </a:extLst>
              </p:cNvPr>
              <p:cNvSpPr/>
              <p:nvPr/>
            </p:nvSpPr>
            <p:spPr>
              <a:xfrm>
                <a:off x="7123338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99" name="pg327">
                <a:extLst>
                  <a:ext uri="{FF2B5EF4-FFF2-40B4-BE49-F238E27FC236}">
                    <a16:creationId xmlns:a16="http://schemas.microsoft.com/office/drawing/2014/main" id="{B421C3AF-0DD8-4247-AE3B-BF5822B7E183}"/>
                  </a:ext>
                </a:extLst>
              </p:cNvPr>
              <p:cNvSpPr/>
              <p:nvPr/>
            </p:nvSpPr>
            <p:spPr>
              <a:xfrm>
                <a:off x="7154402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00" name="pg328">
                <a:extLst>
                  <a:ext uri="{FF2B5EF4-FFF2-40B4-BE49-F238E27FC236}">
                    <a16:creationId xmlns:a16="http://schemas.microsoft.com/office/drawing/2014/main" id="{8333FA2A-953C-50B4-0E9E-D3AF97EE95D1}"/>
                  </a:ext>
                </a:extLst>
              </p:cNvPr>
              <p:cNvSpPr/>
              <p:nvPr/>
            </p:nvSpPr>
            <p:spPr>
              <a:xfrm>
                <a:off x="7185465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01" name="pg329">
                <a:extLst>
                  <a:ext uri="{FF2B5EF4-FFF2-40B4-BE49-F238E27FC236}">
                    <a16:creationId xmlns:a16="http://schemas.microsoft.com/office/drawing/2014/main" id="{DEE86965-F27A-370F-45F5-D3555ED19E9C}"/>
                  </a:ext>
                </a:extLst>
              </p:cNvPr>
              <p:cNvSpPr/>
              <p:nvPr/>
            </p:nvSpPr>
            <p:spPr>
              <a:xfrm>
                <a:off x="7216527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02" name="pg330">
                <a:extLst>
                  <a:ext uri="{FF2B5EF4-FFF2-40B4-BE49-F238E27FC236}">
                    <a16:creationId xmlns:a16="http://schemas.microsoft.com/office/drawing/2014/main" id="{FA571618-9A8B-4BEC-9970-2DFF6F832452}"/>
                  </a:ext>
                </a:extLst>
              </p:cNvPr>
              <p:cNvSpPr/>
              <p:nvPr/>
            </p:nvSpPr>
            <p:spPr>
              <a:xfrm>
                <a:off x="7247590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03" name="pg331">
                <a:extLst>
                  <a:ext uri="{FF2B5EF4-FFF2-40B4-BE49-F238E27FC236}">
                    <a16:creationId xmlns:a16="http://schemas.microsoft.com/office/drawing/2014/main" id="{F1214E54-B582-DDF4-D438-193A8B6D0462}"/>
                  </a:ext>
                </a:extLst>
              </p:cNvPr>
              <p:cNvSpPr/>
              <p:nvPr/>
            </p:nvSpPr>
            <p:spPr>
              <a:xfrm>
                <a:off x="7278653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04" name="pg332">
                <a:extLst>
                  <a:ext uri="{FF2B5EF4-FFF2-40B4-BE49-F238E27FC236}">
                    <a16:creationId xmlns:a16="http://schemas.microsoft.com/office/drawing/2014/main" id="{6B40FA2D-0C41-558B-7D7E-BD897BE4F3BB}"/>
                  </a:ext>
                </a:extLst>
              </p:cNvPr>
              <p:cNvSpPr/>
              <p:nvPr/>
            </p:nvSpPr>
            <p:spPr>
              <a:xfrm>
                <a:off x="7309716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05" name="pg333">
                <a:extLst>
                  <a:ext uri="{FF2B5EF4-FFF2-40B4-BE49-F238E27FC236}">
                    <a16:creationId xmlns:a16="http://schemas.microsoft.com/office/drawing/2014/main" id="{A4A4734D-9818-CF4A-DE61-B1813643BF58}"/>
                  </a:ext>
                </a:extLst>
              </p:cNvPr>
              <p:cNvSpPr/>
              <p:nvPr/>
            </p:nvSpPr>
            <p:spPr>
              <a:xfrm>
                <a:off x="7340779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06" name="pg334">
                <a:extLst>
                  <a:ext uri="{FF2B5EF4-FFF2-40B4-BE49-F238E27FC236}">
                    <a16:creationId xmlns:a16="http://schemas.microsoft.com/office/drawing/2014/main" id="{B8882783-B1DB-F3FC-BBAB-0A2791CB19CE}"/>
                  </a:ext>
                </a:extLst>
              </p:cNvPr>
              <p:cNvSpPr/>
              <p:nvPr/>
            </p:nvSpPr>
            <p:spPr>
              <a:xfrm>
                <a:off x="7371842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07" name="pg335">
                <a:extLst>
                  <a:ext uri="{FF2B5EF4-FFF2-40B4-BE49-F238E27FC236}">
                    <a16:creationId xmlns:a16="http://schemas.microsoft.com/office/drawing/2014/main" id="{AC1DF953-3634-EF0A-1AA2-B0E5235DEA6C}"/>
                  </a:ext>
                </a:extLst>
              </p:cNvPr>
              <p:cNvSpPr/>
              <p:nvPr/>
            </p:nvSpPr>
            <p:spPr>
              <a:xfrm>
                <a:off x="7402905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08" name="pg336">
                <a:extLst>
                  <a:ext uri="{FF2B5EF4-FFF2-40B4-BE49-F238E27FC236}">
                    <a16:creationId xmlns:a16="http://schemas.microsoft.com/office/drawing/2014/main" id="{A674911A-462D-D210-A15C-953EBDB4858B}"/>
                  </a:ext>
                </a:extLst>
              </p:cNvPr>
              <p:cNvSpPr/>
              <p:nvPr/>
            </p:nvSpPr>
            <p:spPr>
              <a:xfrm>
                <a:off x="7433968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09" name="pg337">
                <a:extLst>
                  <a:ext uri="{FF2B5EF4-FFF2-40B4-BE49-F238E27FC236}">
                    <a16:creationId xmlns:a16="http://schemas.microsoft.com/office/drawing/2014/main" id="{6B7ED05D-DD23-175C-462F-98F4E4FA5186}"/>
                  </a:ext>
                </a:extLst>
              </p:cNvPr>
              <p:cNvSpPr/>
              <p:nvPr/>
            </p:nvSpPr>
            <p:spPr>
              <a:xfrm>
                <a:off x="7465031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10" name="pg338">
                <a:extLst>
                  <a:ext uri="{FF2B5EF4-FFF2-40B4-BE49-F238E27FC236}">
                    <a16:creationId xmlns:a16="http://schemas.microsoft.com/office/drawing/2014/main" id="{9A0FD25D-0EE0-1696-232A-2802436F9A11}"/>
                  </a:ext>
                </a:extLst>
              </p:cNvPr>
              <p:cNvSpPr/>
              <p:nvPr/>
            </p:nvSpPr>
            <p:spPr>
              <a:xfrm>
                <a:off x="7496094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11" name="pg339">
                <a:extLst>
                  <a:ext uri="{FF2B5EF4-FFF2-40B4-BE49-F238E27FC236}">
                    <a16:creationId xmlns:a16="http://schemas.microsoft.com/office/drawing/2014/main" id="{33A5EF90-7677-82E9-542E-2EC5A7BC68F3}"/>
                  </a:ext>
                </a:extLst>
              </p:cNvPr>
              <p:cNvSpPr/>
              <p:nvPr/>
            </p:nvSpPr>
            <p:spPr>
              <a:xfrm>
                <a:off x="7527156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12" name="pg340">
                <a:extLst>
                  <a:ext uri="{FF2B5EF4-FFF2-40B4-BE49-F238E27FC236}">
                    <a16:creationId xmlns:a16="http://schemas.microsoft.com/office/drawing/2014/main" id="{69039767-DE86-EF16-16E8-4AF104FD1A6F}"/>
                  </a:ext>
                </a:extLst>
              </p:cNvPr>
              <p:cNvSpPr/>
              <p:nvPr/>
            </p:nvSpPr>
            <p:spPr>
              <a:xfrm>
                <a:off x="7558219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13" name="pg341">
                <a:extLst>
                  <a:ext uri="{FF2B5EF4-FFF2-40B4-BE49-F238E27FC236}">
                    <a16:creationId xmlns:a16="http://schemas.microsoft.com/office/drawing/2014/main" id="{DBEB607E-225C-0A43-1A2B-F8F0CC42D1C3}"/>
                  </a:ext>
                </a:extLst>
              </p:cNvPr>
              <p:cNvSpPr/>
              <p:nvPr/>
            </p:nvSpPr>
            <p:spPr>
              <a:xfrm>
                <a:off x="7620345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14" name="pg342">
                <a:extLst>
                  <a:ext uri="{FF2B5EF4-FFF2-40B4-BE49-F238E27FC236}">
                    <a16:creationId xmlns:a16="http://schemas.microsoft.com/office/drawing/2014/main" id="{86D2F8D4-06EC-7BEB-119E-60753D590E63}"/>
                  </a:ext>
                </a:extLst>
              </p:cNvPr>
              <p:cNvSpPr/>
              <p:nvPr/>
            </p:nvSpPr>
            <p:spPr>
              <a:xfrm>
                <a:off x="7651408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15" name="pg343">
                <a:extLst>
                  <a:ext uri="{FF2B5EF4-FFF2-40B4-BE49-F238E27FC236}">
                    <a16:creationId xmlns:a16="http://schemas.microsoft.com/office/drawing/2014/main" id="{8DC9A9DC-707C-F59E-617F-AFD0F8EC4434}"/>
                  </a:ext>
                </a:extLst>
              </p:cNvPr>
              <p:cNvSpPr/>
              <p:nvPr/>
            </p:nvSpPr>
            <p:spPr>
              <a:xfrm>
                <a:off x="7682471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16" name="pg344">
                <a:extLst>
                  <a:ext uri="{FF2B5EF4-FFF2-40B4-BE49-F238E27FC236}">
                    <a16:creationId xmlns:a16="http://schemas.microsoft.com/office/drawing/2014/main" id="{F367F507-E298-75FE-B029-7F8117885692}"/>
                  </a:ext>
                </a:extLst>
              </p:cNvPr>
              <p:cNvSpPr/>
              <p:nvPr/>
            </p:nvSpPr>
            <p:spPr>
              <a:xfrm>
                <a:off x="7713534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17" name="pg345">
                <a:extLst>
                  <a:ext uri="{FF2B5EF4-FFF2-40B4-BE49-F238E27FC236}">
                    <a16:creationId xmlns:a16="http://schemas.microsoft.com/office/drawing/2014/main" id="{E9BDC97C-D0E0-E8C6-9439-EC3FE5C03E77}"/>
                  </a:ext>
                </a:extLst>
              </p:cNvPr>
              <p:cNvSpPr/>
              <p:nvPr/>
            </p:nvSpPr>
            <p:spPr>
              <a:xfrm>
                <a:off x="7744597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18" name="pg346">
                <a:extLst>
                  <a:ext uri="{FF2B5EF4-FFF2-40B4-BE49-F238E27FC236}">
                    <a16:creationId xmlns:a16="http://schemas.microsoft.com/office/drawing/2014/main" id="{C86B9FAA-A3BC-C274-AD6A-9D04B946175B}"/>
                  </a:ext>
                </a:extLst>
              </p:cNvPr>
              <p:cNvSpPr/>
              <p:nvPr/>
            </p:nvSpPr>
            <p:spPr>
              <a:xfrm>
                <a:off x="7775660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19" name="pg347">
                <a:extLst>
                  <a:ext uri="{FF2B5EF4-FFF2-40B4-BE49-F238E27FC236}">
                    <a16:creationId xmlns:a16="http://schemas.microsoft.com/office/drawing/2014/main" id="{8DCA0C85-3F7B-0A2A-91B9-4C58CF5A4E51}"/>
                  </a:ext>
                </a:extLst>
              </p:cNvPr>
              <p:cNvSpPr/>
              <p:nvPr/>
            </p:nvSpPr>
            <p:spPr>
              <a:xfrm>
                <a:off x="7061213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20" name="pg348">
                <a:extLst>
                  <a:ext uri="{FF2B5EF4-FFF2-40B4-BE49-F238E27FC236}">
                    <a16:creationId xmlns:a16="http://schemas.microsoft.com/office/drawing/2014/main" id="{7A48F6FD-2FAE-543F-DCCE-F5D5358B020A}"/>
                  </a:ext>
                </a:extLst>
              </p:cNvPr>
              <p:cNvSpPr/>
              <p:nvPr/>
            </p:nvSpPr>
            <p:spPr>
              <a:xfrm>
                <a:off x="7092276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21" name="pg349">
                <a:extLst>
                  <a:ext uri="{FF2B5EF4-FFF2-40B4-BE49-F238E27FC236}">
                    <a16:creationId xmlns:a16="http://schemas.microsoft.com/office/drawing/2014/main" id="{F5A5D999-F901-36CB-9E32-9E5686544828}"/>
                  </a:ext>
                </a:extLst>
              </p:cNvPr>
              <p:cNvSpPr/>
              <p:nvPr/>
            </p:nvSpPr>
            <p:spPr>
              <a:xfrm>
                <a:off x="7123338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22" name="pg350">
                <a:extLst>
                  <a:ext uri="{FF2B5EF4-FFF2-40B4-BE49-F238E27FC236}">
                    <a16:creationId xmlns:a16="http://schemas.microsoft.com/office/drawing/2014/main" id="{A9A7E149-A64B-C8AA-7490-E57D651148A0}"/>
                  </a:ext>
                </a:extLst>
              </p:cNvPr>
              <p:cNvSpPr/>
              <p:nvPr/>
            </p:nvSpPr>
            <p:spPr>
              <a:xfrm>
                <a:off x="7154402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23" name="pg351">
                <a:extLst>
                  <a:ext uri="{FF2B5EF4-FFF2-40B4-BE49-F238E27FC236}">
                    <a16:creationId xmlns:a16="http://schemas.microsoft.com/office/drawing/2014/main" id="{423477BA-8BCE-72EC-2738-160EBD5A0C2A}"/>
                  </a:ext>
                </a:extLst>
              </p:cNvPr>
              <p:cNvSpPr/>
              <p:nvPr/>
            </p:nvSpPr>
            <p:spPr>
              <a:xfrm>
                <a:off x="7185465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24" name="pg352">
                <a:extLst>
                  <a:ext uri="{FF2B5EF4-FFF2-40B4-BE49-F238E27FC236}">
                    <a16:creationId xmlns:a16="http://schemas.microsoft.com/office/drawing/2014/main" id="{C67A0E2E-47BA-53E5-25E5-72BA32AEA9D2}"/>
                  </a:ext>
                </a:extLst>
              </p:cNvPr>
              <p:cNvSpPr/>
              <p:nvPr/>
            </p:nvSpPr>
            <p:spPr>
              <a:xfrm>
                <a:off x="7216527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25" name="pg353">
                <a:extLst>
                  <a:ext uri="{FF2B5EF4-FFF2-40B4-BE49-F238E27FC236}">
                    <a16:creationId xmlns:a16="http://schemas.microsoft.com/office/drawing/2014/main" id="{CA870221-3F5F-24F0-C314-2FDB01314E82}"/>
                  </a:ext>
                </a:extLst>
              </p:cNvPr>
              <p:cNvSpPr/>
              <p:nvPr/>
            </p:nvSpPr>
            <p:spPr>
              <a:xfrm>
                <a:off x="7247590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26" name="pg354">
                <a:extLst>
                  <a:ext uri="{FF2B5EF4-FFF2-40B4-BE49-F238E27FC236}">
                    <a16:creationId xmlns:a16="http://schemas.microsoft.com/office/drawing/2014/main" id="{7CEE321F-AF7A-4982-4D63-D40B848B1566}"/>
                  </a:ext>
                </a:extLst>
              </p:cNvPr>
              <p:cNvSpPr/>
              <p:nvPr/>
            </p:nvSpPr>
            <p:spPr>
              <a:xfrm>
                <a:off x="7278653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27" name="pg355">
                <a:extLst>
                  <a:ext uri="{FF2B5EF4-FFF2-40B4-BE49-F238E27FC236}">
                    <a16:creationId xmlns:a16="http://schemas.microsoft.com/office/drawing/2014/main" id="{9A27BDFA-E3DD-6543-6399-62B334115E80}"/>
                  </a:ext>
                </a:extLst>
              </p:cNvPr>
              <p:cNvSpPr/>
              <p:nvPr/>
            </p:nvSpPr>
            <p:spPr>
              <a:xfrm>
                <a:off x="7309716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28" name="pg356">
                <a:extLst>
                  <a:ext uri="{FF2B5EF4-FFF2-40B4-BE49-F238E27FC236}">
                    <a16:creationId xmlns:a16="http://schemas.microsoft.com/office/drawing/2014/main" id="{CE72A64A-A2CD-6406-DC8B-D9CD75E84761}"/>
                  </a:ext>
                </a:extLst>
              </p:cNvPr>
              <p:cNvSpPr/>
              <p:nvPr/>
            </p:nvSpPr>
            <p:spPr>
              <a:xfrm>
                <a:off x="7340779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29" name="pg357">
                <a:extLst>
                  <a:ext uri="{FF2B5EF4-FFF2-40B4-BE49-F238E27FC236}">
                    <a16:creationId xmlns:a16="http://schemas.microsoft.com/office/drawing/2014/main" id="{589E1A7E-CB99-77BF-F365-F2BCEE450E42}"/>
                  </a:ext>
                </a:extLst>
              </p:cNvPr>
              <p:cNvSpPr/>
              <p:nvPr/>
            </p:nvSpPr>
            <p:spPr>
              <a:xfrm>
                <a:off x="7371842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30" name="pg358">
                <a:extLst>
                  <a:ext uri="{FF2B5EF4-FFF2-40B4-BE49-F238E27FC236}">
                    <a16:creationId xmlns:a16="http://schemas.microsoft.com/office/drawing/2014/main" id="{BFABDBA3-E77B-CBC9-9AF8-E7F6EF81DC48}"/>
                  </a:ext>
                </a:extLst>
              </p:cNvPr>
              <p:cNvSpPr/>
              <p:nvPr/>
            </p:nvSpPr>
            <p:spPr>
              <a:xfrm>
                <a:off x="7402905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31" name="pg359">
                <a:extLst>
                  <a:ext uri="{FF2B5EF4-FFF2-40B4-BE49-F238E27FC236}">
                    <a16:creationId xmlns:a16="http://schemas.microsoft.com/office/drawing/2014/main" id="{6F1E4B38-6AEE-69CB-BFFD-94F1495E44CB}"/>
                  </a:ext>
                </a:extLst>
              </p:cNvPr>
              <p:cNvSpPr/>
              <p:nvPr/>
            </p:nvSpPr>
            <p:spPr>
              <a:xfrm>
                <a:off x="7433968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32" name="pg360">
                <a:extLst>
                  <a:ext uri="{FF2B5EF4-FFF2-40B4-BE49-F238E27FC236}">
                    <a16:creationId xmlns:a16="http://schemas.microsoft.com/office/drawing/2014/main" id="{B7908237-AF15-12C1-4131-6FF05BCE8C5E}"/>
                  </a:ext>
                </a:extLst>
              </p:cNvPr>
              <p:cNvSpPr/>
              <p:nvPr/>
            </p:nvSpPr>
            <p:spPr>
              <a:xfrm>
                <a:off x="7465031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33" name="pg361">
                <a:extLst>
                  <a:ext uri="{FF2B5EF4-FFF2-40B4-BE49-F238E27FC236}">
                    <a16:creationId xmlns:a16="http://schemas.microsoft.com/office/drawing/2014/main" id="{596E1297-838F-044B-0982-CAB62A986649}"/>
                  </a:ext>
                </a:extLst>
              </p:cNvPr>
              <p:cNvSpPr/>
              <p:nvPr/>
            </p:nvSpPr>
            <p:spPr>
              <a:xfrm>
                <a:off x="7496094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34" name="pg362">
                <a:extLst>
                  <a:ext uri="{FF2B5EF4-FFF2-40B4-BE49-F238E27FC236}">
                    <a16:creationId xmlns:a16="http://schemas.microsoft.com/office/drawing/2014/main" id="{B0E15951-B433-7F49-9345-B2D13370C59B}"/>
                  </a:ext>
                </a:extLst>
              </p:cNvPr>
              <p:cNvSpPr/>
              <p:nvPr/>
            </p:nvSpPr>
            <p:spPr>
              <a:xfrm>
                <a:off x="7527156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35" name="pg363">
                <a:extLst>
                  <a:ext uri="{FF2B5EF4-FFF2-40B4-BE49-F238E27FC236}">
                    <a16:creationId xmlns:a16="http://schemas.microsoft.com/office/drawing/2014/main" id="{2D9FFEA1-9E60-A991-C210-168D74795550}"/>
                  </a:ext>
                </a:extLst>
              </p:cNvPr>
              <p:cNvSpPr/>
              <p:nvPr/>
            </p:nvSpPr>
            <p:spPr>
              <a:xfrm>
                <a:off x="7558219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36" name="pg364">
                <a:extLst>
                  <a:ext uri="{FF2B5EF4-FFF2-40B4-BE49-F238E27FC236}">
                    <a16:creationId xmlns:a16="http://schemas.microsoft.com/office/drawing/2014/main" id="{705672E1-E588-0902-15C6-3EF5CF49B7A4}"/>
                  </a:ext>
                </a:extLst>
              </p:cNvPr>
              <p:cNvSpPr/>
              <p:nvPr/>
            </p:nvSpPr>
            <p:spPr>
              <a:xfrm>
                <a:off x="7589283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37" name="pg365">
                <a:extLst>
                  <a:ext uri="{FF2B5EF4-FFF2-40B4-BE49-F238E27FC236}">
                    <a16:creationId xmlns:a16="http://schemas.microsoft.com/office/drawing/2014/main" id="{6D34A317-11F3-96E7-48A4-C410C2B8E8BD}"/>
                  </a:ext>
                </a:extLst>
              </p:cNvPr>
              <p:cNvSpPr/>
              <p:nvPr/>
            </p:nvSpPr>
            <p:spPr>
              <a:xfrm>
                <a:off x="7620345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38" name="pg366">
                <a:extLst>
                  <a:ext uri="{FF2B5EF4-FFF2-40B4-BE49-F238E27FC236}">
                    <a16:creationId xmlns:a16="http://schemas.microsoft.com/office/drawing/2014/main" id="{A9E14EAD-AFA5-B7DA-3A7B-F36C51DFCE0A}"/>
                  </a:ext>
                </a:extLst>
              </p:cNvPr>
              <p:cNvSpPr/>
              <p:nvPr/>
            </p:nvSpPr>
            <p:spPr>
              <a:xfrm>
                <a:off x="7651408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39" name="pg367">
                <a:extLst>
                  <a:ext uri="{FF2B5EF4-FFF2-40B4-BE49-F238E27FC236}">
                    <a16:creationId xmlns:a16="http://schemas.microsoft.com/office/drawing/2014/main" id="{F496C733-81EC-DDAB-E39B-3DAAA1348CA5}"/>
                  </a:ext>
                </a:extLst>
              </p:cNvPr>
              <p:cNvSpPr/>
              <p:nvPr/>
            </p:nvSpPr>
            <p:spPr>
              <a:xfrm>
                <a:off x="7682471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40" name="pg368">
                <a:extLst>
                  <a:ext uri="{FF2B5EF4-FFF2-40B4-BE49-F238E27FC236}">
                    <a16:creationId xmlns:a16="http://schemas.microsoft.com/office/drawing/2014/main" id="{738EEC9B-62EA-1BEF-3237-9A2B790E1B11}"/>
                  </a:ext>
                </a:extLst>
              </p:cNvPr>
              <p:cNvSpPr/>
              <p:nvPr/>
            </p:nvSpPr>
            <p:spPr>
              <a:xfrm>
                <a:off x="7713534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41" name="pg369">
                <a:extLst>
                  <a:ext uri="{FF2B5EF4-FFF2-40B4-BE49-F238E27FC236}">
                    <a16:creationId xmlns:a16="http://schemas.microsoft.com/office/drawing/2014/main" id="{BEBF8810-874E-ADE9-F004-6A4BA607CA42}"/>
                  </a:ext>
                </a:extLst>
              </p:cNvPr>
              <p:cNvSpPr/>
              <p:nvPr/>
            </p:nvSpPr>
            <p:spPr>
              <a:xfrm>
                <a:off x="7744597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42" name="pg370">
                <a:extLst>
                  <a:ext uri="{FF2B5EF4-FFF2-40B4-BE49-F238E27FC236}">
                    <a16:creationId xmlns:a16="http://schemas.microsoft.com/office/drawing/2014/main" id="{E2A75008-CF0D-A515-3252-9A3FE70E0E76}"/>
                  </a:ext>
                </a:extLst>
              </p:cNvPr>
              <p:cNvSpPr/>
              <p:nvPr/>
            </p:nvSpPr>
            <p:spPr>
              <a:xfrm>
                <a:off x="7775660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43" name="pg371">
                <a:extLst>
                  <a:ext uri="{FF2B5EF4-FFF2-40B4-BE49-F238E27FC236}">
                    <a16:creationId xmlns:a16="http://schemas.microsoft.com/office/drawing/2014/main" id="{77AAD0E0-B4A6-8CC8-5A47-09B33CD47CBD}"/>
                  </a:ext>
                </a:extLst>
              </p:cNvPr>
              <p:cNvSpPr/>
              <p:nvPr/>
            </p:nvSpPr>
            <p:spPr>
              <a:xfrm>
                <a:off x="7092276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44" name="pg372">
                <a:extLst>
                  <a:ext uri="{FF2B5EF4-FFF2-40B4-BE49-F238E27FC236}">
                    <a16:creationId xmlns:a16="http://schemas.microsoft.com/office/drawing/2014/main" id="{3D6C3CE0-942D-9F97-36A9-5628B889DC1C}"/>
                  </a:ext>
                </a:extLst>
              </p:cNvPr>
              <p:cNvSpPr/>
              <p:nvPr/>
            </p:nvSpPr>
            <p:spPr>
              <a:xfrm>
                <a:off x="7123338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45" name="pg373">
                <a:extLst>
                  <a:ext uri="{FF2B5EF4-FFF2-40B4-BE49-F238E27FC236}">
                    <a16:creationId xmlns:a16="http://schemas.microsoft.com/office/drawing/2014/main" id="{B24EC4B3-FA31-86A1-B8B1-509F3553C17D}"/>
                  </a:ext>
                </a:extLst>
              </p:cNvPr>
              <p:cNvSpPr/>
              <p:nvPr/>
            </p:nvSpPr>
            <p:spPr>
              <a:xfrm>
                <a:off x="7154402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46" name="pg374">
                <a:extLst>
                  <a:ext uri="{FF2B5EF4-FFF2-40B4-BE49-F238E27FC236}">
                    <a16:creationId xmlns:a16="http://schemas.microsoft.com/office/drawing/2014/main" id="{0AC4AC8A-3362-E8BE-20B9-5852266A354D}"/>
                  </a:ext>
                </a:extLst>
              </p:cNvPr>
              <p:cNvSpPr/>
              <p:nvPr/>
            </p:nvSpPr>
            <p:spPr>
              <a:xfrm>
                <a:off x="7185465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47" name="pg375">
                <a:extLst>
                  <a:ext uri="{FF2B5EF4-FFF2-40B4-BE49-F238E27FC236}">
                    <a16:creationId xmlns:a16="http://schemas.microsoft.com/office/drawing/2014/main" id="{ECAC2114-5301-5920-3FBE-13CD84F8B376}"/>
                  </a:ext>
                </a:extLst>
              </p:cNvPr>
              <p:cNvSpPr/>
              <p:nvPr/>
            </p:nvSpPr>
            <p:spPr>
              <a:xfrm>
                <a:off x="7216527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48" name="pg376">
                <a:extLst>
                  <a:ext uri="{FF2B5EF4-FFF2-40B4-BE49-F238E27FC236}">
                    <a16:creationId xmlns:a16="http://schemas.microsoft.com/office/drawing/2014/main" id="{76636275-FE08-A7EC-AF9D-6DB831D50C13}"/>
                  </a:ext>
                </a:extLst>
              </p:cNvPr>
              <p:cNvSpPr/>
              <p:nvPr/>
            </p:nvSpPr>
            <p:spPr>
              <a:xfrm>
                <a:off x="7247590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49" name="pg377">
                <a:extLst>
                  <a:ext uri="{FF2B5EF4-FFF2-40B4-BE49-F238E27FC236}">
                    <a16:creationId xmlns:a16="http://schemas.microsoft.com/office/drawing/2014/main" id="{FB2AB545-38A6-9973-6541-40DDB9CC75EC}"/>
                  </a:ext>
                </a:extLst>
              </p:cNvPr>
              <p:cNvSpPr/>
              <p:nvPr/>
            </p:nvSpPr>
            <p:spPr>
              <a:xfrm>
                <a:off x="7278653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50" name="pg378">
                <a:extLst>
                  <a:ext uri="{FF2B5EF4-FFF2-40B4-BE49-F238E27FC236}">
                    <a16:creationId xmlns:a16="http://schemas.microsoft.com/office/drawing/2014/main" id="{531801F0-AE4E-C3D0-5D51-A6648D37AFB1}"/>
                  </a:ext>
                </a:extLst>
              </p:cNvPr>
              <p:cNvSpPr/>
              <p:nvPr/>
            </p:nvSpPr>
            <p:spPr>
              <a:xfrm>
                <a:off x="7309716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51" name="pg379">
                <a:extLst>
                  <a:ext uri="{FF2B5EF4-FFF2-40B4-BE49-F238E27FC236}">
                    <a16:creationId xmlns:a16="http://schemas.microsoft.com/office/drawing/2014/main" id="{9B0A52BD-41D4-02E6-0350-6142FDE8A535}"/>
                  </a:ext>
                </a:extLst>
              </p:cNvPr>
              <p:cNvSpPr/>
              <p:nvPr/>
            </p:nvSpPr>
            <p:spPr>
              <a:xfrm>
                <a:off x="7340779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52" name="pg380">
                <a:extLst>
                  <a:ext uri="{FF2B5EF4-FFF2-40B4-BE49-F238E27FC236}">
                    <a16:creationId xmlns:a16="http://schemas.microsoft.com/office/drawing/2014/main" id="{7DB28ED4-248F-35A5-4412-165C393E1619}"/>
                  </a:ext>
                </a:extLst>
              </p:cNvPr>
              <p:cNvSpPr/>
              <p:nvPr/>
            </p:nvSpPr>
            <p:spPr>
              <a:xfrm>
                <a:off x="7371842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53" name="pg381">
                <a:extLst>
                  <a:ext uri="{FF2B5EF4-FFF2-40B4-BE49-F238E27FC236}">
                    <a16:creationId xmlns:a16="http://schemas.microsoft.com/office/drawing/2014/main" id="{27546159-9DCD-287F-A98F-4A45FBF57D7E}"/>
                  </a:ext>
                </a:extLst>
              </p:cNvPr>
              <p:cNvSpPr/>
              <p:nvPr/>
            </p:nvSpPr>
            <p:spPr>
              <a:xfrm>
                <a:off x="7402905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54" name="pg382">
                <a:extLst>
                  <a:ext uri="{FF2B5EF4-FFF2-40B4-BE49-F238E27FC236}">
                    <a16:creationId xmlns:a16="http://schemas.microsoft.com/office/drawing/2014/main" id="{59FC2816-312C-9B6B-6A73-581B8E8A2D78}"/>
                  </a:ext>
                </a:extLst>
              </p:cNvPr>
              <p:cNvSpPr/>
              <p:nvPr/>
            </p:nvSpPr>
            <p:spPr>
              <a:xfrm>
                <a:off x="7433968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55" name="pg383">
                <a:extLst>
                  <a:ext uri="{FF2B5EF4-FFF2-40B4-BE49-F238E27FC236}">
                    <a16:creationId xmlns:a16="http://schemas.microsoft.com/office/drawing/2014/main" id="{F3704636-72A9-7B4C-9B0C-B3278C9D4CB2}"/>
                  </a:ext>
                </a:extLst>
              </p:cNvPr>
              <p:cNvSpPr/>
              <p:nvPr/>
            </p:nvSpPr>
            <p:spPr>
              <a:xfrm>
                <a:off x="7465031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56" name="pg384">
                <a:extLst>
                  <a:ext uri="{FF2B5EF4-FFF2-40B4-BE49-F238E27FC236}">
                    <a16:creationId xmlns:a16="http://schemas.microsoft.com/office/drawing/2014/main" id="{FD020D3E-F4F8-C161-17C7-06D02FD3B146}"/>
                  </a:ext>
                </a:extLst>
              </p:cNvPr>
              <p:cNvSpPr/>
              <p:nvPr/>
            </p:nvSpPr>
            <p:spPr>
              <a:xfrm>
                <a:off x="7496094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57" name="pg385">
                <a:extLst>
                  <a:ext uri="{FF2B5EF4-FFF2-40B4-BE49-F238E27FC236}">
                    <a16:creationId xmlns:a16="http://schemas.microsoft.com/office/drawing/2014/main" id="{A31510CA-C330-C8F3-24E1-CDA741CA9316}"/>
                  </a:ext>
                </a:extLst>
              </p:cNvPr>
              <p:cNvSpPr/>
              <p:nvPr/>
            </p:nvSpPr>
            <p:spPr>
              <a:xfrm>
                <a:off x="7527156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58" name="pg386">
                <a:extLst>
                  <a:ext uri="{FF2B5EF4-FFF2-40B4-BE49-F238E27FC236}">
                    <a16:creationId xmlns:a16="http://schemas.microsoft.com/office/drawing/2014/main" id="{2D3AF462-01A1-7AE1-A74F-207AD7E9A9F3}"/>
                  </a:ext>
                </a:extLst>
              </p:cNvPr>
              <p:cNvSpPr/>
              <p:nvPr/>
            </p:nvSpPr>
            <p:spPr>
              <a:xfrm>
                <a:off x="7558219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59" name="pg387">
                <a:extLst>
                  <a:ext uri="{FF2B5EF4-FFF2-40B4-BE49-F238E27FC236}">
                    <a16:creationId xmlns:a16="http://schemas.microsoft.com/office/drawing/2014/main" id="{3B7C40BE-EA8A-5004-7748-70656E50906E}"/>
                  </a:ext>
                </a:extLst>
              </p:cNvPr>
              <p:cNvSpPr/>
              <p:nvPr/>
            </p:nvSpPr>
            <p:spPr>
              <a:xfrm>
                <a:off x="7589283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60" name="pg388">
                <a:extLst>
                  <a:ext uri="{FF2B5EF4-FFF2-40B4-BE49-F238E27FC236}">
                    <a16:creationId xmlns:a16="http://schemas.microsoft.com/office/drawing/2014/main" id="{BE2ABDB2-E0CC-77FA-A172-3B68137AA1E6}"/>
                  </a:ext>
                </a:extLst>
              </p:cNvPr>
              <p:cNvSpPr/>
              <p:nvPr/>
            </p:nvSpPr>
            <p:spPr>
              <a:xfrm>
                <a:off x="7620345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61" name="pg389">
                <a:extLst>
                  <a:ext uri="{FF2B5EF4-FFF2-40B4-BE49-F238E27FC236}">
                    <a16:creationId xmlns:a16="http://schemas.microsoft.com/office/drawing/2014/main" id="{EF41B2EF-8B12-57AD-199D-B198AE870B80}"/>
                  </a:ext>
                </a:extLst>
              </p:cNvPr>
              <p:cNvSpPr/>
              <p:nvPr/>
            </p:nvSpPr>
            <p:spPr>
              <a:xfrm>
                <a:off x="7651408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62" name="pg390">
                <a:extLst>
                  <a:ext uri="{FF2B5EF4-FFF2-40B4-BE49-F238E27FC236}">
                    <a16:creationId xmlns:a16="http://schemas.microsoft.com/office/drawing/2014/main" id="{C0FC360C-EFFB-46E6-54A7-AD5D33B390DE}"/>
                  </a:ext>
                </a:extLst>
              </p:cNvPr>
              <p:cNvSpPr/>
              <p:nvPr/>
            </p:nvSpPr>
            <p:spPr>
              <a:xfrm>
                <a:off x="7682471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63" name="pg391">
                <a:extLst>
                  <a:ext uri="{FF2B5EF4-FFF2-40B4-BE49-F238E27FC236}">
                    <a16:creationId xmlns:a16="http://schemas.microsoft.com/office/drawing/2014/main" id="{5DCE1762-C317-9AC7-94D2-700A049A9A76}"/>
                  </a:ext>
                </a:extLst>
              </p:cNvPr>
              <p:cNvSpPr/>
              <p:nvPr/>
            </p:nvSpPr>
            <p:spPr>
              <a:xfrm>
                <a:off x="7713534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64" name="pg392">
                <a:extLst>
                  <a:ext uri="{FF2B5EF4-FFF2-40B4-BE49-F238E27FC236}">
                    <a16:creationId xmlns:a16="http://schemas.microsoft.com/office/drawing/2014/main" id="{EA79DE64-5FC7-81A9-F798-F95E48085096}"/>
                  </a:ext>
                </a:extLst>
              </p:cNvPr>
              <p:cNvSpPr/>
              <p:nvPr/>
            </p:nvSpPr>
            <p:spPr>
              <a:xfrm>
                <a:off x="7744597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65" name="pg393">
                <a:extLst>
                  <a:ext uri="{FF2B5EF4-FFF2-40B4-BE49-F238E27FC236}">
                    <a16:creationId xmlns:a16="http://schemas.microsoft.com/office/drawing/2014/main" id="{C9A1888F-DCB5-8BFC-DB32-1D022A38DD86}"/>
                  </a:ext>
                </a:extLst>
              </p:cNvPr>
              <p:cNvSpPr/>
              <p:nvPr/>
            </p:nvSpPr>
            <p:spPr>
              <a:xfrm>
                <a:off x="7092276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66" name="pg394">
                <a:extLst>
                  <a:ext uri="{FF2B5EF4-FFF2-40B4-BE49-F238E27FC236}">
                    <a16:creationId xmlns:a16="http://schemas.microsoft.com/office/drawing/2014/main" id="{C8405D57-6536-4FF8-E9E5-3F336A1BEBFF}"/>
                  </a:ext>
                </a:extLst>
              </p:cNvPr>
              <p:cNvSpPr/>
              <p:nvPr/>
            </p:nvSpPr>
            <p:spPr>
              <a:xfrm>
                <a:off x="7123338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67" name="pg395">
                <a:extLst>
                  <a:ext uri="{FF2B5EF4-FFF2-40B4-BE49-F238E27FC236}">
                    <a16:creationId xmlns:a16="http://schemas.microsoft.com/office/drawing/2014/main" id="{200370C2-D8DD-21EB-061C-D0798E2ADCCD}"/>
                  </a:ext>
                </a:extLst>
              </p:cNvPr>
              <p:cNvSpPr/>
              <p:nvPr/>
            </p:nvSpPr>
            <p:spPr>
              <a:xfrm>
                <a:off x="7154402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68" name="pg396">
                <a:extLst>
                  <a:ext uri="{FF2B5EF4-FFF2-40B4-BE49-F238E27FC236}">
                    <a16:creationId xmlns:a16="http://schemas.microsoft.com/office/drawing/2014/main" id="{DFE2110F-6C82-8F72-A19A-23AD29097908}"/>
                  </a:ext>
                </a:extLst>
              </p:cNvPr>
              <p:cNvSpPr/>
              <p:nvPr/>
            </p:nvSpPr>
            <p:spPr>
              <a:xfrm>
                <a:off x="7185465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69" name="pg397">
                <a:extLst>
                  <a:ext uri="{FF2B5EF4-FFF2-40B4-BE49-F238E27FC236}">
                    <a16:creationId xmlns:a16="http://schemas.microsoft.com/office/drawing/2014/main" id="{72B2AC86-AE26-2F54-F8CB-FE56C73C3A03}"/>
                  </a:ext>
                </a:extLst>
              </p:cNvPr>
              <p:cNvSpPr/>
              <p:nvPr/>
            </p:nvSpPr>
            <p:spPr>
              <a:xfrm>
                <a:off x="7216527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70" name="pg398">
                <a:extLst>
                  <a:ext uri="{FF2B5EF4-FFF2-40B4-BE49-F238E27FC236}">
                    <a16:creationId xmlns:a16="http://schemas.microsoft.com/office/drawing/2014/main" id="{F972D028-F821-AB6C-1408-970B061F4730}"/>
                  </a:ext>
                </a:extLst>
              </p:cNvPr>
              <p:cNvSpPr/>
              <p:nvPr/>
            </p:nvSpPr>
            <p:spPr>
              <a:xfrm>
                <a:off x="7247590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71" name="pg399">
                <a:extLst>
                  <a:ext uri="{FF2B5EF4-FFF2-40B4-BE49-F238E27FC236}">
                    <a16:creationId xmlns:a16="http://schemas.microsoft.com/office/drawing/2014/main" id="{8776FB26-AF56-D732-DFD1-440F8CD51925}"/>
                  </a:ext>
                </a:extLst>
              </p:cNvPr>
              <p:cNvSpPr/>
              <p:nvPr/>
            </p:nvSpPr>
            <p:spPr>
              <a:xfrm>
                <a:off x="7278653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72" name="pg400">
                <a:extLst>
                  <a:ext uri="{FF2B5EF4-FFF2-40B4-BE49-F238E27FC236}">
                    <a16:creationId xmlns:a16="http://schemas.microsoft.com/office/drawing/2014/main" id="{843BEEBC-1E34-BEE3-764C-3546CF2F626F}"/>
                  </a:ext>
                </a:extLst>
              </p:cNvPr>
              <p:cNvSpPr/>
              <p:nvPr/>
            </p:nvSpPr>
            <p:spPr>
              <a:xfrm>
                <a:off x="7309716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73" name="pg401">
                <a:extLst>
                  <a:ext uri="{FF2B5EF4-FFF2-40B4-BE49-F238E27FC236}">
                    <a16:creationId xmlns:a16="http://schemas.microsoft.com/office/drawing/2014/main" id="{8C6F8613-4072-CBCA-AA3E-C4A1E5718227}"/>
                  </a:ext>
                </a:extLst>
              </p:cNvPr>
              <p:cNvSpPr/>
              <p:nvPr/>
            </p:nvSpPr>
            <p:spPr>
              <a:xfrm>
                <a:off x="7340779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74" name="pg402">
                <a:extLst>
                  <a:ext uri="{FF2B5EF4-FFF2-40B4-BE49-F238E27FC236}">
                    <a16:creationId xmlns:a16="http://schemas.microsoft.com/office/drawing/2014/main" id="{F18EFA81-F532-F279-AE5A-E482B9B8F13E}"/>
                  </a:ext>
                </a:extLst>
              </p:cNvPr>
              <p:cNvSpPr/>
              <p:nvPr/>
            </p:nvSpPr>
            <p:spPr>
              <a:xfrm>
                <a:off x="7371842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75" name="pg403">
                <a:extLst>
                  <a:ext uri="{FF2B5EF4-FFF2-40B4-BE49-F238E27FC236}">
                    <a16:creationId xmlns:a16="http://schemas.microsoft.com/office/drawing/2014/main" id="{5B708489-5F7F-DA11-E84F-A5DBB4835AD7}"/>
                  </a:ext>
                </a:extLst>
              </p:cNvPr>
              <p:cNvSpPr/>
              <p:nvPr/>
            </p:nvSpPr>
            <p:spPr>
              <a:xfrm>
                <a:off x="7402905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76" name="pg404">
                <a:extLst>
                  <a:ext uri="{FF2B5EF4-FFF2-40B4-BE49-F238E27FC236}">
                    <a16:creationId xmlns:a16="http://schemas.microsoft.com/office/drawing/2014/main" id="{41AABDA0-CA0A-CEF7-8023-65DD41D04484}"/>
                  </a:ext>
                </a:extLst>
              </p:cNvPr>
              <p:cNvSpPr/>
              <p:nvPr/>
            </p:nvSpPr>
            <p:spPr>
              <a:xfrm>
                <a:off x="7433968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77" name="pg405">
                <a:extLst>
                  <a:ext uri="{FF2B5EF4-FFF2-40B4-BE49-F238E27FC236}">
                    <a16:creationId xmlns:a16="http://schemas.microsoft.com/office/drawing/2014/main" id="{0AC1AFF2-2CC9-84C1-870C-BC23E30D6254}"/>
                  </a:ext>
                </a:extLst>
              </p:cNvPr>
              <p:cNvSpPr/>
              <p:nvPr/>
            </p:nvSpPr>
            <p:spPr>
              <a:xfrm>
                <a:off x="7465031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78" name="pg406">
                <a:extLst>
                  <a:ext uri="{FF2B5EF4-FFF2-40B4-BE49-F238E27FC236}">
                    <a16:creationId xmlns:a16="http://schemas.microsoft.com/office/drawing/2014/main" id="{3B63D900-59E0-3BF1-5164-66F7EEBDF274}"/>
                  </a:ext>
                </a:extLst>
              </p:cNvPr>
              <p:cNvSpPr/>
              <p:nvPr/>
            </p:nvSpPr>
            <p:spPr>
              <a:xfrm>
                <a:off x="7496094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79" name="pg407">
                <a:extLst>
                  <a:ext uri="{FF2B5EF4-FFF2-40B4-BE49-F238E27FC236}">
                    <a16:creationId xmlns:a16="http://schemas.microsoft.com/office/drawing/2014/main" id="{5F234AD5-4F49-D37F-BDAF-DDEED1754FB1}"/>
                  </a:ext>
                </a:extLst>
              </p:cNvPr>
              <p:cNvSpPr/>
              <p:nvPr/>
            </p:nvSpPr>
            <p:spPr>
              <a:xfrm>
                <a:off x="7527156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80" name="pg408">
                <a:extLst>
                  <a:ext uri="{FF2B5EF4-FFF2-40B4-BE49-F238E27FC236}">
                    <a16:creationId xmlns:a16="http://schemas.microsoft.com/office/drawing/2014/main" id="{247F2DAC-CC42-EBE2-BE5B-942A00EE4E25}"/>
                  </a:ext>
                </a:extLst>
              </p:cNvPr>
              <p:cNvSpPr/>
              <p:nvPr/>
            </p:nvSpPr>
            <p:spPr>
              <a:xfrm>
                <a:off x="7558219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81" name="pg409">
                <a:extLst>
                  <a:ext uri="{FF2B5EF4-FFF2-40B4-BE49-F238E27FC236}">
                    <a16:creationId xmlns:a16="http://schemas.microsoft.com/office/drawing/2014/main" id="{D86BEB84-1161-B6DC-616E-F1D479FCE6B5}"/>
                  </a:ext>
                </a:extLst>
              </p:cNvPr>
              <p:cNvSpPr/>
              <p:nvPr/>
            </p:nvSpPr>
            <p:spPr>
              <a:xfrm>
                <a:off x="7589283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82" name="pg410">
                <a:extLst>
                  <a:ext uri="{FF2B5EF4-FFF2-40B4-BE49-F238E27FC236}">
                    <a16:creationId xmlns:a16="http://schemas.microsoft.com/office/drawing/2014/main" id="{C0B90FA8-E2E8-67AA-60C2-EFE482E1233A}"/>
                  </a:ext>
                </a:extLst>
              </p:cNvPr>
              <p:cNvSpPr/>
              <p:nvPr/>
            </p:nvSpPr>
            <p:spPr>
              <a:xfrm>
                <a:off x="7620345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83" name="pg411">
                <a:extLst>
                  <a:ext uri="{FF2B5EF4-FFF2-40B4-BE49-F238E27FC236}">
                    <a16:creationId xmlns:a16="http://schemas.microsoft.com/office/drawing/2014/main" id="{7F7F4FFE-72D0-7272-D6B7-74A95BE748A2}"/>
                  </a:ext>
                </a:extLst>
              </p:cNvPr>
              <p:cNvSpPr/>
              <p:nvPr/>
            </p:nvSpPr>
            <p:spPr>
              <a:xfrm>
                <a:off x="7651408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84" name="pg412">
                <a:extLst>
                  <a:ext uri="{FF2B5EF4-FFF2-40B4-BE49-F238E27FC236}">
                    <a16:creationId xmlns:a16="http://schemas.microsoft.com/office/drawing/2014/main" id="{4461379C-4A15-B9D8-82C9-39552BF4B9F6}"/>
                  </a:ext>
                </a:extLst>
              </p:cNvPr>
              <p:cNvSpPr/>
              <p:nvPr/>
            </p:nvSpPr>
            <p:spPr>
              <a:xfrm>
                <a:off x="7682471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85" name="pg413">
                <a:extLst>
                  <a:ext uri="{FF2B5EF4-FFF2-40B4-BE49-F238E27FC236}">
                    <a16:creationId xmlns:a16="http://schemas.microsoft.com/office/drawing/2014/main" id="{37715A07-7A9A-EE19-65A8-ED9604F85278}"/>
                  </a:ext>
                </a:extLst>
              </p:cNvPr>
              <p:cNvSpPr/>
              <p:nvPr/>
            </p:nvSpPr>
            <p:spPr>
              <a:xfrm>
                <a:off x="7713534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86" name="pg414">
                <a:extLst>
                  <a:ext uri="{FF2B5EF4-FFF2-40B4-BE49-F238E27FC236}">
                    <a16:creationId xmlns:a16="http://schemas.microsoft.com/office/drawing/2014/main" id="{2BD0C79A-963E-A677-D847-2BF3BE5E27EF}"/>
                  </a:ext>
                </a:extLst>
              </p:cNvPr>
              <p:cNvSpPr/>
              <p:nvPr/>
            </p:nvSpPr>
            <p:spPr>
              <a:xfrm>
                <a:off x="7154402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87" name="pg415">
                <a:extLst>
                  <a:ext uri="{FF2B5EF4-FFF2-40B4-BE49-F238E27FC236}">
                    <a16:creationId xmlns:a16="http://schemas.microsoft.com/office/drawing/2014/main" id="{02D54DE8-161B-BA89-E68D-233F60DFA826}"/>
                  </a:ext>
                </a:extLst>
              </p:cNvPr>
              <p:cNvSpPr/>
              <p:nvPr/>
            </p:nvSpPr>
            <p:spPr>
              <a:xfrm>
                <a:off x="7185465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88" name="pg416">
                <a:extLst>
                  <a:ext uri="{FF2B5EF4-FFF2-40B4-BE49-F238E27FC236}">
                    <a16:creationId xmlns:a16="http://schemas.microsoft.com/office/drawing/2014/main" id="{99422034-1C0B-CD9D-AC0C-DCAF233BAE86}"/>
                  </a:ext>
                </a:extLst>
              </p:cNvPr>
              <p:cNvSpPr/>
              <p:nvPr/>
            </p:nvSpPr>
            <p:spPr>
              <a:xfrm>
                <a:off x="7216527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89" name="pg417">
                <a:extLst>
                  <a:ext uri="{FF2B5EF4-FFF2-40B4-BE49-F238E27FC236}">
                    <a16:creationId xmlns:a16="http://schemas.microsoft.com/office/drawing/2014/main" id="{0C859F5F-3C0F-D687-FE9A-E85A854DE011}"/>
                  </a:ext>
                </a:extLst>
              </p:cNvPr>
              <p:cNvSpPr/>
              <p:nvPr/>
            </p:nvSpPr>
            <p:spPr>
              <a:xfrm>
                <a:off x="7247590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90" name="pg418">
                <a:extLst>
                  <a:ext uri="{FF2B5EF4-FFF2-40B4-BE49-F238E27FC236}">
                    <a16:creationId xmlns:a16="http://schemas.microsoft.com/office/drawing/2014/main" id="{7815289E-0A5C-8E15-D993-7FBD115D61F7}"/>
                  </a:ext>
                </a:extLst>
              </p:cNvPr>
              <p:cNvSpPr/>
              <p:nvPr/>
            </p:nvSpPr>
            <p:spPr>
              <a:xfrm>
                <a:off x="7278653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91" name="pg419">
                <a:extLst>
                  <a:ext uri="{FF2B5EF4-FFF2-40B4-BE49-F238E27FC236}">
                    <a16:creationId xmlns:a16="http://schemas.microsoft.com/office/drawing/2014/main" id="{135C1D9C-4413-A9E1-7A6D-7581E441EBC7}"/>
                  </a:ext>
                </a:extLst>
              </p:cNvPr>
              <p:cNvSpPr/>
              <p:nvPr/>
            </p:nvSpPr>
            <p:spPr>
              <a:xfrm>
                <a:off x="7309716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92" name="pg420">
                <a:extLst>
                  <a:ext uri="{FF2B5EF4-FFF2-40B4-BE49-F238E27FC236}">
                    <a16:creationId xmlns:a16="http://schemas.microsoft.com/office/drawing/2014/main" id="{D365FA37-87A9-1D2E-BE8E-37D1B04B3B54}"/>
                  </a:ext>
                </a:extLst>
              </p:cNvPr>
              <p:cNvSpPr/>
              <p:nvPr/>
            </p:nvSpPr>
            <p:spPr>
              <a:xfrm>
                <a:off x="7340779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93" name="pg421">
                <a:extLst>
                  <a:ext uri="{FF2B5EF4-FFF2-40B4-BE49-F238E27FC236}">
                    <a16:creationId xmlns:a16="http://schemas.microsoft.com/office/drawing/2014/main" id="{1C92328B-2264-C26C-BD1C-E78A28E0C6ED}"/>
                  </a:ext>
                </a:extLst>
              </p:cNvPr>
              <p:cNvSpPr/>
              <p:nvPr/>
            </p:nvSpPr>
            <p:spPr>
              <a:xfrm>
                <a:off x="7371842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94" name="pg422">
                <a:extLst>
                  <a:ext uri="{FF2B5EF4-FFF2-40B4-BE49-F238E27FC236}">
                    <a16:creationId xmlns:a16="http://schemas.microsoft.com/office/drawing/2014/main" id="{4B795D89-F208-33F5-A0F7-2B848FC3AB4B}"/>
                  </a:ext>
                </a:extLst>
              </p:cNvPr>
              <p:cNvSpPr/>
              <p:nvPr/>
            </p:nvSpPr>
            <p:spPr>
              <a:xfrm>
                <a:off x="7402905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95" name="pg423">
                <a:extLst>
                  <a:ext uri="{FF2B5EF4-FFF2-40B4-BE49-F238E27FC236}">
                    <a16:creationId xmlns:a16="http://schemas.microsoft.com/office/drawing/2014/main" id="{E27FCC79-658D-6585-3DD0-3C9B8EBAD435}"/>
                  </a:ext>
                </a:extLst>
              </p:cNvPr>
              <p:cNvSpPr/>
              <p:nvPr/>
            </p:nvSpPr>
            <p:spPr>
              <a:xfrm>
                <a:off x="7433968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96" name="pg424">
                <a:extLst>
                  <a:ext uri="{FF2B5EF4-FFF2-40B4-BE49-F238E27FC236}">
                    <a16:creationId xmlns:a16="http://schemas.microsoft.com/office/drawing/2014/main" id="{9520FBF0-AC1D-7BC3-C00B-D014EE188676}"/>
                  </a:ext>
                </a:extLst>
              </p:cNvPr>
              <p:cNvSpPr/>
              <p:nvPr/>
            </p:nvSpPr>
            <p:spPr>
              <a:xfrm>
                <a:off x="7465031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97" name="pg425">
                <a:extLst>
                  <a:ext uri="{FF2B5EF4-FFF2-40B4-BE49-F238E27FC236}">
                    <a16:creationId xmlns:a16="http://schemas.microsoft.com/office/drawing/2014/main" id="{1D303F5B-0886-A770-BB77-255558B077C4}"/>
                  </a:ext>
                </a:extLst>
              </p:cNvPr>
              <p:cNvSpPr/>
              <p:nvPr/>
            </p:nvSpPr>
            <p:spPr>
              <a:xfrm>
                <a:off x="7496094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98" name="pg426">
                <a:extLst>
                  <a:ext uri="{FF2B5EF4-FFF2-40B4-BE49-F238E27FC236}">
                    <a16:creationId xmlns:a16="http://schemas.microsoft.com/office/drawing/2014/main" id="{2D9770A5-F195-BE3D-CC94-1CA24CA2808D}"/>
                  </a:ext>
                </a:extLst>
              </p:cNvPr>
              <p:cNvSpPr/>
              <p:nvPr/>
            </p:nvSpPr>
            <p:spPr>
              <a:xfrm>
                <a:off x="7527156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99" name="pg427">
                <a:extLst>
                  <a:ext uri="{FF2B5EF4-FFF2-40B4-BE49-F238E27FC236}">
                    <a16:creationId xmlns:a16="http://schemas.microsoft.com/office/drawing/2014/main" id="{340CC57D-7FC7-FD16-388F-45004A9DDC5A}"/>
                  </a:ext>
                </a:extLst>
              </p:cNvPr>
              <p:cNvSpPr/>
              <p:nvPr/>
            </p:nvSpPr>
            <p:spPr>
              <a:xfrm>
                <a:off x="7558219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00" name="pg428">
                <a:extLst>
                  <a:ext uri="{FF2B5EF4-FFF2-40B4-BE49-F238E27FC236}">
                    <a16:creationId xmlns:a16="http://schemas.microsoft.com/office/drawing/2014/main" id="{98FD9668-1DBB-394D-F72F-DDBAF1B52707}"/>
                  </a:ext>
                </a:extLst>
              </p:cNvPr>
              <p:cNvSpPr/>
              <p:nvPr/>
            </p:nvSpPr>
            <p:spPr>
              <a:xfrm>
                <a:off x="7589283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01" name="pg429">
                <a:extLst>
                  <a:ext uri="{FF2B5EF4-FFF2-40B4-BE49-F238E27FC236}">
                    <a16:creationId xmlns:a16="http://schemas.microsoft.com/office/drawing/2014/main" id="{B5FE7DA7-BADC-7465-248A-AF7388FE2C00}"/>
                  </a:ext>
                </a:extLst>
              </p:cNvPr>
              <p:cNvSpPr/>
              <p:nvPr/>
            </p:nvSpPr>
            <p:spPr>
              <a:xfrm>
                <a:off x="7620345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02" name="pg430">
                <a:extLst>
                  <a:ext uri="{FF2B5EF4-FFF2-40B4-BE49-F238E27FC236}">
                    <a16:creationId xmlns:a16="http://schemas.microsoft.com/office/drawing/2014/main" id="{DE3C1743-C880-1BA0-F1F3-FEC5A98835DA}"/>
                  </a:ext>
                </a:extLst>
              </p:cNvPr>
              <p:cNvSpPr/>
              <p:nvPr/>
            </p:nvSpPr>
            <p:spPr>
              <a:xfrm>
                <a:off x="7651408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03" name="pg431">
                <a:extLst>
                  <a:ext uri="{FF2B5EF4-FFF2-40B4-BE49-F238E27FC236}">
                    <a16:creationId xmlns:a16="http://schemas.microsoft.com/office/drawing/2014/main" id="{467B3660-C8A5-F97D-4874-3ACD9F5034B2}"/>
                  </a:ext>
                </a:extLst>
              </p:cNvPr>
              <p:cNvSpPr/>
              <p:nvPr/>
            </p:nvSpPr>
            <p:spPr>
              <a:xfrm>
                <a:off x="7682471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04" name="pg432">
                <a:extLst>
                  <a:ext uri="{FF2B5EF4-FFF2-40B4-BE49-F238E27FC236}">
                    <a16:creationId xmlns:a16="http://schemas.microsoft.com/office/drawing/2014/main" id="{FB7CD674-9531-C630-0E8D-440D6EA65F40}"/>
                  </a:ext>
                </a:extLst>
              </p:cNvPr>
              <p:cNvSpPr/>
              <p:nvPr/>
            </p:nvSpPr>
            <p:spPr>
              <a:xfrm>
                <a:off x="7185465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05" name="pg433">
                <a:extLst>
                  <a:ext uri="{FF2B5EF4-FFF2-40B4-BE49-F238E27FC236}">
                    <a16:creationId xmlns:a16="http://schemas.microsoft.com/office/drawing/2014/main" id="{678219EF-CDB3-30BB-8E8E-F4469E813E1B}"/>
                  </a:ext>
                </a:extLst>
              </p:cNvPr>
              <p:cNvSpPr/>
              <p:nvPr/>
            </p:nvSpPr>
            <p:spPr>
              <a:xfrm>
                <a:off x="7216527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06" name="pg434">
                <a:extLst>
                  <a:ext uri="{FF2B5EF4-FFF2-40B4-BE49-F238E27FC236}">
                    <a16:creationId xmlns:a16="http://schemas.microsoft.com/office/drawing/2014/main" id="{36CC613D-71A2-1A5C-B402-9DAE882CE8B6}"/>
                  </a:ext>
                </a:extLst>
              </p:cNvPr>
              <p:cNvSpPr/>
              <p:nvPr/>
            </p:nvSpPr>
            <p:spPr>
              <a:xfrm>
                <a:off x="7247590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07" name="pg435">
                <a:extLst>
                  <a:ext uri="{FF2B5EF4-FFF2-40B4-BE49-F238E27FC236}">
                    <a16:creationId xmlns:a16="http://schemas.microsoft.com/office/drawing/2014/main" id="{B010469B-6103-703B-1088-01214EB01708}"/>
                  </a:ext>
                </a:extLst>
              </p:cNvPr>
              <p:cNvSpPr/>
              <p:nvPr/>
            </p:nvSpPr>
            <p:spPr>
              <a:xfrm>
                <a:off x="7278653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08" name="pg436">
                <a:extLst>
                  <a:ext uri="{FF2B5EF4-FFF2-40B4-BE49-F238E27FC236}">
                    <a16:creationId xmlns:a16="http://schemas.microsoft.com/office/drawing/2014/main" id="{469B12BB-D8AF-42A2-8A53-5DD93821690F}"/>
                  </a:ext>
                </a:extLst>
              </p:cNvPr>
              <p:cNvSpPr/>
              <p:nvPr/>
            </p:nvSpPr>
            <p:spPr>
              <a:xfrm>
                <a:off x="7309716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09" name="pg437">
                <a:extLst>
                  <a:ext uri="{FF2B5EF4-FFF2-40B4-BE49-F238E27FC236}">
                    <a16:creationId xmlns:a16="http://schemas.microsoft.com/office/drawing/2014/main" id="{8CAF1C27-5A2F-39BB-B13F-290182FCF018}"/>
                  </a:ext>
                </a:extLst>
              </p:cNvPr>
              <p:cNvSpPr/>
              <p:nvPr/>
            </p:nvSpPr>
            <p:spPr>
              <a:xfrm>
                <a:off x="7340779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10" name="pg438">
                <a:extLst>
                  <a:ext uri="{FF2B5EF4-FFF2-40B4-BE49-F238E27FC236}">
                    <a16:creationId xmlns:a16="http://schemas.microsoft.com/office/drawing/2014/main" id="{DAB9DC18-5CDC-89E5-8D03-333DF1BE8553}"/>
                  </a:ext>
                </a:extLst>
              </p:cNvPr>
              <p:cNvSpPr/>
              <p:nvPr/>
            </p:nvSpPr>
            <p:spPr>
              <a:xfrm>
                <a:off x="7371842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11" name="pg439">
                <a:extLst>
                  <a:ext uri="{FF2B5EF4-FFF2-40B4-BE49-F238E27FC236}">
                    <a16:creationId xmlns:a16="http://schemas.microsoft.com/office/drawing/2014/main" id="{428820B5-76E8-52B2-FC79-DF0C15CC4EDB}"/>
                  </a:ext>
                </a:extLst>
              </p:cNvPr>
              <p:cNvSpPr/>
              <p:nvPr/>
            </p:nvSpPr>
            <p:spPr>
              <a:xfrm>
                <a:off x="7402905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12" name="pg440">
                <a:extLst>
                  <a:ext uri="{FF2B5EF4-FFF2-40B4-BE49-F238E27FC236}">
                    <a16:creationId xmlns:a16="http://schemas.microsoft.com/office/drawing/2014/main" id="{7A2544BF-BC38-8936-AEC4-123DFADD556B}"/>
                  </a:ext>
                </a:extLst>
              </p:cNvPr>
              <p:cNvSpPr/>
              <p:nvPr/>
            </p:nvSpPr>
            <p:spPr>
              <a:xfrm>
                <a:off x="7433968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13" name="pg441">
                <a:extLst>
                  <a:ext uri="{FF2B5EF4-FFF2-40B4-BE49-F238E27FC236}">
                    <a16:creationId xmlns:a16="http://schemas.microsoft.com/office/drawing/2014/main" id="{6F207712-6BDD-90C4-3043-B9EEDDA6F525}"/>
                  </a:ext>
                </a:extLst>
              </p:cNvPr>
              <p:cNvSpPr/>
              <p:nvPr/>
            </p:nvSpPr>
            <p:spPr>
              <a:xfrm>
                <a:off x="7465031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14" name="pg442">
                <a:extLst>
                  <a:ext uri="{FF2B5EF4-FFF2-40B4-BE49-F238E27FC236}">
                    <a16:creationId xmlns:a16="http://schemas.microsoft.com/office/drawing/2014/main" id="{989A8A08-1ECD-7017-6E7C-A5D9D71BED74}"/>
                  </a:ext>
                </a:extLst>
              </p:cNvPr>
              <p:cNvSpPr/>
              <p:nvPr/>
            </p:nvSpPr>
            <p:spPr>
              <a:xfrm>
                <a:off x="7496094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15" name="pg443">
                <a:extLst>
                  <a:ext uri="{FF2B5EF4-FFF2-40B4-BE49-F238E27FC236}">
                    <a16:creationId xmlns:a16="http://schemas.microsoft.com/office/drawing/2014/main" id="{665FADDE-3355-2B01-1ACC-47B281D1E08B}"/>
                  </a:ext>
                </a:extLst>
              </p:cNvPr>
              <p:cNvSpPr/>
              <p:nvPr/>
            </p:nvSpPr>
            <p:spPr>
              <a:xfrm>
                <a:off x="7527156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16" name="pg444">
                <a:extLst>
                  <a:ext uri="{FF2B5EF4-FFF2-40B4-BE49-F238E27FC236}">
                    <a16:creationId xmlns:a16="http://schemas.microsoft.com/office/drawing/2014/main" id="{25EB5623-F8CB-6296-387D-80733422C54B}"/>
                  </a:ext>
                </a:extLst>
              </p:cNvPr>
              <p:cNvSpPr/>
              <p:nvPr/>
            </p:nvSpPr>
            <p:spPr>
              <a:xfrm>
                <a:off x="7558219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17" name="pg445">
                <a:extLst>
                  <a:ext uri="{FF2B5EF4-FFF2-40B4-BE49-F238E27FC236}">
                    <a16:creationId xmlns:a16="http://schemas.microsoft.com/office/drawing/2014/main" id="{E151FE4A-088E-81DC-BE3D-BED7DC11E6C9}"/>
                  </a:ext>
                </a:extLst>
              </p:cNvPr>
              <p:cNvSpPr/>
              <p:nvPr/>
            </p:nvSpPr>
            <p:spPr>
              <a:xfrm>
                <a:off x="7589283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18" name="pg446">
                <a:extLst>
                  <a:ext uri="{FF2B5EF4-FFF2-40B4-BE49-F238E27FC236}">
                    <a16:creationId xmlns:a16="http://schemas.microsoft.com/office/drawing/2014/main" id="{72551578-EC93-FC98-2CDF-605CB8E9D82C}"/>
                  </a:ext>
                </a:extLst>
              </p:cNvPr>
              <p:cNvSpPr/>
              <p:nvPr/>
            </p:nvSpPr>
            <p:spPr>
              <a:xfrm>
                <a:off x="7620345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19" name="pg447">
                <a:extLst>
                  <a:ext uri="{FF2B5EF4-FFF2-40B4-BE49-F238E27FC236}">
                    <a16:creationId xmlns:a16="http://schemas.microsoft.com/office/drawing/2014/main" id="{B5F4AA2F-A827-A341-B4C6-0B01BF245AD9}"/>
                  </a:ext>
                </a:extLst>
              </p:cNvPr>
              <p:cNvSpPr/>
              <p:nvPr/>
            </p:nvSpPr>
            <p:spPr>
              <a:xfrm>
                <a:off x="7651408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20" name="pg448">
                <a:extLst>
                  <a:ext uri="{FF2B5EF4-FFF2-40B4-BE49-F238E27FC236}">
                    <a16:creationId xmlns:a16="http://schemas.microsoft.com/office/drawing/2014/main" id="{D239BA2C-A71B-AB94-B190-DB9D0D0FA326}"/>
                  </a:ext>
                </a:extLst>
              </p:cNvPr>
              <p:cNvSpPr/>
              <p:nvPr/>
            </p:nvSpPr>
            <p:spPr>
              <a:xfrm>
                <a:off x="7216527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2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21" name="pg449">
                <a:extLst>
                  <a:ext uri="{FF2B5EF4-FFF2-40B4-BE49-F238E27FC236}">
                    <a16:creationId xmlns:a16="http://schemas.microsoft.com/office/drawing/2014/main" id="{02DB9495-84DE-D3C0-993A-4CBFF48B1DD2}"/>
                  </a:ext>
                </a:extLst>
              </p:cNvPr>
              <p:cNvSpPr/>
              <p:nvPr/>
            </p:nvSpPr>
            <p:spPr>
              <a:xfrm>
                <a:off x="7247590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5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22" name="pg450">
                <a:extLst>
                  <a:ext uri="{FF2B5EF4-FFF2-40B4-BE49-F238E27FC236}">
                    <a16:creationId xmlns:a16="http://schemas.microsoft.com/office/drawing/2014/main" id="{00D29141-111A-189D-1657-46CBA883B35B}"/>
                  </a:ext>
                </a:extLst>
              </p:cNvPr>
              <p:cNvSpPr/>
              <p:nvPr/>
            </p:nvSpPr>
            <p:spPr>
              <a:xfrm>
                <a:off x="7278653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EEAD5">
                  <a:alpha val="100000"/>
                </a:srgbClr>
              </a:solidFill>
              <a:ln w="5420" cap="flat">
                <a:solidFill>
                  <a:srgbClr val="B3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23" name="pg451">
                <a:extLst>
                  <a:ext uri="{FF2B5EF4-FFF2-40B4-BE49-F238E27FC236}">
                    <a16:creationId xmlns:a16="http://schemas.microsoft.com/office/drawing/2014/main" id="{7E69C27F-340D-3A59-C571-1E0FF8E5DA52}"/>
                  </a:ext>
                </a:extLst>
              </p:cNvPr>
              <p:cNvSpPr/>
              <p:nvPr/>
            </p:nvSpPr>
            <p:spPr>
              <a:xfrm>
                <a:off x="7309716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5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24" name="pg452">
                <a:extLst>
                  <a:ext uri="{FF2B5EF4-FFF2-40B4-BE49-F238E27FC236}">
                    <a16:creationId xmlns:a16="http://schemas.microsoft.com/office/drawing/2014/main" id="{2B4927E4-DA97-2293-74BC-3022B4D9B50C}"/>
                  </a:ext>
                </a:extLst>
              </p:cNvPr>
              <p:cNvSpPr/>
              <p:nvPr/>
            </p:nvSpPr>
            <p:spPr>
              <a:xfrm>
                <a:off x="7340779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BEAD4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25" name="pg453">
                <a:extLst>
                  <a:ext uri="{FF2B5EF4-FFF2-40B4-BE49-F238E27FC236}">
                    <a16:creationId xmlns:a16="http://schemas.microsoft.com/office/drawing/2014/main" id="{F6773ABA-70DD-1C10-A702-F7F5DAD6C9F4}"/>
                  </a:ext>
                </a:extLst>
              </p:cNvPr>
              <p:cNvSpPr/>
              <p:nvPr/>
            </p:nvSpPr>
            <p:spPr>
              <a:xfrm>
                <a:off x="7371842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26" name="pg454">
                <a:extLst>
                  <a:ext uri="{FF2B5EF4-FFF2-40B4-BE49-F238E27FC236}">
                    <a16:creationId xmlns:a16="http://schemas.microsoft.com/office/drawing/2014/main" id="{95450042-3476-F246-4E55-A9301B379425}"/>
                  </a:ext>
                </a:extLst>
              </p:cNvPr>
              <p:cNvSpPr/>
              <p:nvPr/>
            </p:nvSpPr>
            <p:spPr>
              <a:xfrm>
                <a:off x="7402905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27" name="pg455">
                <a:extLst>
                  <a:ext uri="{FF2B5EF4-FFF2-40B4-BE49-F238E27FC236}">
                    <a16:creationId xmlns:a16="http://schemas.microsoft.com/office/drawing/2014/main" id="{AF3EA089-C7F6-99F0-349A-68187F402E03}"/>
                  </a:ext>
                </a:extLst>
              </p:cNvPr>
              <p:cNvSpPr/>
              <p:nvPr/>
            </p:nvSpPr>
            <p:spPr>
              <a:xfrm>
                <a:off x="7433968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28" name="pg456">
                <a:extLst>
                  <a:ext uri="{FF2B5EF4-FFF2-40B4-BE49-F238E27FC236}">
                    <a16:creationId xmlns:a16="http://schemas.microsoft.com/office/drawing/2014/main" id="{4707E0C1-E8DE-9716-236D-D99DDCA204F7}"/>
                  </a:ext>
                </a:extLst>
              </p:cNvPr>
              <p:cNvSpPr/>
              <p:nvPr/>
            </p:nvSpPr>
            <p:spPr>
              <a:xfrm>
                <a:off x="7465031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29" name="pg457">
                <a:extLst>
                  <a:ext uri="{FF2B5EF4-FFF2-40B4-BE49-F238E27FC236}">
                    <a16:creationId xmlns:a16="http://schemas.microsoft.com/office/drawing/2014/main" id="{AB877AE7-0A03-A006-A7F0-A51EFDAA3704}"/>
                  </a:ext>
                </a:extLst>
              </p:cNvPr>
              <p:cNvSpPr/>
              <p:nvPr/>
            </p:nvSpPr>
            <p:spPr>
              <a:xfrm>
                <a:off x="7496094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30" name="pg458">
                <a:extLst>
                  <a:ext uri="{FF2B5EF4-FFF2-40B4-BE49-F238E27FC236}">
                    <a16:creationId xmlns:a16="http://schemas.microsoft.com/office/drawing/2014/main" id="{75308FFC-0094-DA6D-CAAA-CCA95D38C915}"/>
                  </a:ext>
                </a:extLst>
              </p:cNvPr>
              <p:cNvSpPr/>
              <p:nvPr/>
            </p:nvSpPr>
            <p:spPr>
              <a:xfrm>
                <a:off x="7527156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31" name="pg459">
                <a:extLst>
                  <a:ext uri="{FF2B5EF4-FFF2-40B4-BE49-F238E27FC236}">
                    <a16:creationId xmlns:a16="http://schemas.microsoft.com/office/drawing/2014/main" id="{67BCFFAB-2690-B87C-0457-DB7F180FCF67}"/>
                  </a:ext>
                </a:extLst>
              </p:cNvPr>
              <p:cNvSpPr/>
              <p:nvPr/>
            </p:nvSpPr>
            <p:spPr>
              <a:xfrm>
                <a:off x="7558219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32" name="pg460">
                <a:extLst>
                  <a:ext uri="{FF2B5EF4-FFF2-40B4-BE49-F238E27FC236}">
                    <a16:creationId xmlns:a16="http://schemas.microsoft.com/office/drawing/2014/main" id="{5BE8588B-CC1A-2DAB-E37F-7B29E67AB221}"/>
                  </a:ext>
                </a:extLst>
              </p:cNvPr>
              <p:cNvSpPr/>
              <p:nvPr/>
            </p:nvSpPr>
            <p:spPr>
              <a:xfrm>
                <a:off x="7589283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33" name="pg461">
                <a:extLst>
                  <a:ext uri="{FF2B5EF4-FFF2-40B4-BE49-F238E27FC236}">
                    <a16:creationId xmlns:a16="http://schemas.microsoft.com/office/drawing/2014/main" id="{18244FCA-6852-FD37-BA94-75765B4DF662}"/>
                  </a:ext>
                </a:extLst>
              </p:cNvPr>
              <p:cNvSpPr/>
              <p:nvPr/>
            </p:nvSpPr>
            <p:spPr>
              <a:xfrm>
                <a:off x="7620345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34" name="pg462">
                <a:extLst>
                  <a:ext uri="{FF2B5EF4-FFF2-40B4-BE49-F238E27FC236}">
                    <a16:creationId xmlns:a16="http://schemas.microsoft.com/office/drawing/2014/main" id="{01865B39-D7BC-DCF8-6600-DF8142469326}"/>
                  </a:ext>
                </a:extLst>
              </p:cNvPr>
              <p:cNvSpPr/>
              <p:nvPr/>
            </p:nvSpPr>
            <p:spPr>
              <a:xfrm>
                <a:off x="7651408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35" name="pg463">
                <a:extLst>
                  <a:ext uri="{FF2B5EF4-FFF2-40B4-BE49-F238E27FC236}">
                    <a16:creationId xmlns:a16="http://schemas.microsoft.com/office/drawing/2014/main" id="{984FD955-68D2-1941-279D-58755BEEF567}"/>
                  </a:ext>
                </a:extLst>
              </p:cNvPr>
              <p:cNvSpPr/>
              <p:nvPr/>
            </p:nvSpPr>
            <p:spPr>
              <a:xfrm>
                <a:off x="7092276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36" name="pg464">
                <a:extLst>
                  <a:ext uri="{FF2B5EF4-FFF2-40B4-BE49-F238E27FC236}">
                    <a16:creationId xmlns:a16="http://schemas.microsoft.com/office/drawing/2014/main" id="{8A6DD031-FC98-FA5F-3443-2FD30EE06D7E}"/>
                  </a:ext>
                </a:extLst>
              </p:cNvPr>
              <p:cNvSpPr/>
              <p:nvPr/>
            </p:nvSpPr>
            <p:spPr>
              <a:xfrm>
                <a:off x="7123338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37" name="pg465">
                <a:extLst>
                  <a:ext uri="{FF2B5EF4-FFF2-40B4-BE49-F238E27FC236}">
                    <a16:creationId xmlns:a16="http://schemas.microsoft.com/office/drawing/2014/main" id="{6F729E0A-221B-0A21-291C-BB552022B696}"/>
                  </a:ext>
                </a:extLst>
              </p:cNvPr>
              <p:cNvSpPr/>
              <p:nvPr/>
            </p:nvSpPr>
            <p:spPr>
              <a:xfrm>
                <a:off x="7154402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38" name="pg466">
                <a:extLst>
                  <a:ext uri="{FF2B5EF4-FFF2-40B4-BE49-F238E27FC236}">
                    <a16:creationId xmlns:a16="http://schemas.microsoft.com/office/drawing/2014/main" id="{A5B137EA-942D-2BC7-82A4-3E6410EB4C96}"/>
                  </a:ext>
                </a:extLst>
              </p:cNvPr>
              <p:cNvSpPr/>
              <p:nvPr/>
            </p:nvSpPr>
            <p:spPr>
              <a:xfrm>
                <a:off x="7185465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1EBD6">
                  <a:alpha val="100000"/>
                </a:srgbClr>
              </a:solidFill>
              <a:ln w="5420" cap="flat">
                <a:solidFill>
                  <a:srgbClr val="B7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39" name="pg467">
                <a:extLst>
                  <a:ext uri="{FF2B5EF4-FFF2-40B4-BE49-F238E27FC236}">
                    <a16:creationId xmlns:a16="http://schemas.microsoft.com/office/drawing/2014/main" id="{FDDC9DA6-CA04-431F-0987-4E6E868E1C9A}"/>
                  </a:ext>
                </a:extLst>
              </p:cNvPr>
              <p:cNvSpPr/>
              <p:nvPr/>
            </p:nvSpPr>
            <p:spPr>
              <a:xfrm>
                <a:off x="7216527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1ECD6">
                  <a:alpha val="100000"/>
                </a:srgbClr>
              </a:solidFill>
              <a:ln w="5420" cap="flat">
                <a:solidFill>
                  <a:srgbClr val="B7E8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40" name="pg468">
                <a:extLst>
                  <a:ext uri="{FF2B5EF4-FFF2-40B4-BE49-F238E27FC236}">
                    <a16:creationId xmlns:a16="http://schemas.microsoft.com/office/drawing/2014/main" id="{D57115DA-1008-ED8B-961A-9E2E7C2B9963}"/>
                  </a:ext>
                </a:extLst>
              </p:cNvPr>
              <p:cNvSpPr/>
              <p:nvPr/>
            </p:nvSpPr>
            <p:spPr>
              <a:xfrm>
                <a:off x="7247590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41" name="pg469">
                <a:extLst>
                  <a:ext uri="{FF2B5EF4-FFF2-40B4-BE49-F238E27FC236}">
                    <a16:creationId xmlns:a16="http://schemas.microsoft.com/office/drawing/2014/main" id="{CA459309-C264-0765-B831-9F4D74C0BC75}"/>
                  </a:ext>
                </a:extLst>
              </p:cNvPr>
              <p:cNvSpPr/>
              <p:nvPr/>
            </p:nvSpPr>
            <p:spPr>
              <a:xfrm>
                <a:off x="7278653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42" name="pg470">
                <a:extLst>
                  <a:ext uri="{FF2B5EF4-FFF2-40B4-BE49-F238E27FC236}">
                    <a16:creationId xmlns:a16="http://schemas.microsoft.com/office/drawing/2014/main" id="{F9201C1B-B783-F538-DE49-B6F17085541B}"/>
                  </a:ext>
                </a:extLst>
              </p:cNvPr>
              <p:cNvSpPr/>
              <p:nvPr/>
            </p:nvSpPr>
            <p:spPr>
              <a:xfrm>
                <a:off x="7309716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43" name="pg471">
                <a:extLst>
                  <a:ext uri="{FF2B5EF4-FFF2-40B4-BE49-F238E27FC236}">
                    <a16:creationId xmlns:a16="http://schemas.microsoft.com/office/drawing/2014/main" id="{7965C8AD-398E-B591-A384-31BCD1AF7311}"/>
                  </a:ext>
                </a:extLst>
              </p:cNvPr>
              <p:cNvSpPr/>
              <p:nvPr/>
            </p:nvSpPr>
            <p:spPr>
              <a:xfrm>
                <a:off x="7340779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E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44" name="pg472">
                <a:extLst>
                  <a:ext uri="{FF2B5EF4-FFF2-40B4-BE49-F238E27FC236}">
                    <a16:creationId xmlns:a16="http://schemas.microsoft.com/office/drawing/2014/main" id="{919E2DCE-3525-DDAB-977F-CC418F1C0303}"/>
                  </a:ext>
                </a:extLst>
              </p:cNvPr>
              <p:cNvSpPr/>
              <p:nvPr/>
            </p:nvSpPr>
            <p:spPr>
              <a:xfrm>
                <a:off x="7371842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45" name="pg473">
                <a:extLst>
                  <a:ext uri="{FF2B5EF4-FFF2-40B4-BE49-F238E27FC236}">
                    <a16:creationId xmlns:a16="http://schemas.microsoft.com/office/drawing/2014/main" id="{0E7805FF-378E-8993-8B32-FAFE06A96671}"/>
                  </a:ext>
                </a:extLst>
              </p:cNvPr>
              <p:cNvSpPr/>
              <p:nvPr/>
            </p:nvSpPr>
            <p:spPr>
              <a:xfrm>
                <a:off x="7402905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46" name="pg474">
                <a:extLst>
                  <a:ext uri="{FF2B5EF4-FFF2-40B4-BE49-F238E27FC236}">
                    <a16:creationId xmlns:a16="http://schemas.microsoft.com/office/drawing/2014/main" id="{104A226F-5D13-30CB-3153-C3210657DD11}"/>
                  </a:ext>
                </a:extLst>
              </p:cNvPr>
              <p:cNvSpPr/>
              <p:nvPr/>
            </p:nvSpPr>
            <p:spPr>
              <a:xfrm>
                <a:off x="7433968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47" name="pg475">
                <a:extLst>
                  <a:ext uri="{FF2B5EF4-FFF2-40B4-BE49-F238E27FC236}">
                    <a16:creationId xmlns:a16="http://schemas.microsoft.com/office/drawing/2014/main" id="{8AFFB1B9-666D-6113-17B2-3D5260B98C39}"/>
                  </a:ext>
                </a:extLst>
              </p:cNvPr>
              <p:cNvSpPr/>
              <p:nvPr/>
            </p:nvSpPr>
            <p:spPr>
              <a:xfrm>
                <a:off x="7465031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A6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48" name="pg476">
                <a:extLst>
                  <a:ext uri="{FF2B5EF4-FFF2-40B4-BE49-F238E27FC236}">
                    <a16:creationId xmlns:a16="http://schemas.microsoft.com/office/drawing/2014/main" id="{4AB13F52-F1DB-CBD6-79D7-808306993D1E}"/>
                  </a:ext>
                </a:extLst>
              </p:cNvPr>
              <p:cNvSpPr/>
              <p:nvPr/>
            </p:nvSpPr>
            <p:spPr>
              <a:xfrm>
                <a:off x="7496094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49" name="pg477">
                <a:extLst>
                  <a:ext uri="{FF2B5EF4-FFF2-40B4-BE49-F238E27FC236}">
                    <a16:creationId xmlns:a16="http://schemas.microsoft.com/office/drawing/2014/main" id="{F6414140-0631-2A0B-BC1F-83F5168C2301}"/>
                  </a:ext>
                </a:extLst>
              </p:cNvPr>
              <p:cNvSpPr/>
              <p:nvPr/>
            </p:nvSpPr>
            <p:spPr>
              <a:xfrm>
                <a:off x="7527156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50" name="pg478">
                <a:extLst>
                  <a:ext uri="{FF2B5EF4-FFF2-40B4-BE49-F238E27FC236}">
                    <a16:creationId xmlns:a16="http://schemas.microsoft.com/office/drawing/2014/main" id="{A50677D3-20A2-4FB1-70AA-650F1F1072CD}"/>
                  </a:ext>
                </a:extLst>
              </p:cNvPr>
              <p:cNvSpPr/>
              <p:nvPr/>
            </p:nvSpPr>
            <p:spPr>
              <a:xfrm>
                <a:off x="7558219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51" name="pg479">
                <a:extLst>
                  <a:ext uri="{FF2B5EF4-FFF2-40B4-BE49-F238E27FC236}">
                    <a16:creationId xmlns:a16="http://schemas.microsoft.com/office/drawing/2014/main" id="{2CB93EAE-548F-1D2D-3FCA-5C05DADA4CE5}"/>
                  </a:ext>
                </a:extLst>
              </p:cNvPr>
              <p:cNvSpPr/>
              <p:nvPr/>
            </p:nvSpPr>
            <p:spPr>
              <a:xfrm>
                <a:off x="7589283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52" name="pg480">
                <a:extLst>
                  <a:ext uri="{FF2B5EF4-FFF2-40B4-BE49-F238E27FC236}">
                    <a16:creationId xmlns:a16="http://schemas.microsoft.com/office/drawing/2014/main" id="{11EF27D4-8EBE-2A63-EB3E-7281ADDFDA32}"/>
                  </a:ext>
                </a:extLst>
              </p:cNvPr>
              <p:cNvSpPr/>
              <p:nvPr/>
            </p:nvSpPr>
            <p:spPr>
              <a:xfrm>
                <a:off x="7620345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53" name="pg481">
                <a:extLst>
                  <a:ext uri="{FF2B5EF4-FFF2-40B4-BE49-F238E27FC236}">
                    <a16:creationId xmlns:a16="http://schemas.microsoft.com/office/drawing/2014/main" id="{DAD66137-6D33-C5F9-229A-E28EBE9C24E9}"/>
                  </a:ext>
                </a:extLst>
              </p:cNvPr>
              <p:cNvSpPr/>
              <p:nvPr/>
            </p:nvSpPr>
            <p:spPr>
              <a:xfrm>
                <a:off x="7061213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54" name="pg482">
                <a:extLst>
                  <a:ext uri="{FF2B5EF4-FFF2-40B4-BE49-F238E27FC236}">
                    <a16:creationId xmlns:a16="http://schemas.microsoft.com/office/drawing/2014/main" id="{FA099FAC-F9E9-7C88-4B9F-A49D7B7AA53E}"/>
                  </a:ext>
                </a:extLst>
              </p:cNvPr>
              <p:cNvSpPr/>
              <p:nvPr/>
            </p:nvSpPr>
            <p:spPr>
              <a:xfrm>
                <a:off x="7092276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55" name="pg483">
                <a:extLst>
                  <a:ext uri="{FF2B5EF4-FFF2-40B4-BE49-F238E27FC236}">
                    <a16:creationId xmlns:a16="http://schemas.microsoft.com/office/drawing/2014/main" id="{24EDB50C-F18F-561C-3476-8A3EE66C279D}"/>
                  </a:ext>
                </a:extLst>
              </p:cNvPr>
              <p:cNvSpPr/>
              <p:nvPr/>
            </p:nvSpPr>
            <p:spPr>
              <a:xfrm>
                <a:off x="7123338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1EBD6">
                  <a:alpha val="100000"/>
                </a:srgbClr>
              </a:solidFill>
              <a:ln w="5420" cap="flat">
                <a:solidFill>
                  <a:srgbClr val="B7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56" name="pg484">
                <a:extLst>
                  <a:ext uri="{FF2B5EF4-FFF2-40B4-BE49-F238E27FC236}">
                    <a16:creationId xmlns:a16="http://schemas.microsoft.com/office/drawing/2014/main" id="{3BA72180-FFCD-DAD1-8C1F-AA5A7054D20C}"/>
                  </a:ext>
                </a:extLst>
              </p:cNvPr>
              <p:cNvSpPr/>
              <p:nvPr/>
            </p:nvSpPr>
            <p:spPr>
              <a:xfrm>
                <a:off x="7154402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57" name="pg485">
                <a:extLst>
                  <a:ext uri="{FF2B5EF4-FFF2-40B4-BE49-F238E27FC236}">
                    <a16:creationId xmlns:a16="http://schemas.microsoft.com/office/drawing/2014/main" id="{455BBC39-5E21-B8DC-D9A5-1BC0593F831F}"/>
                  </a:ext>
                </a:extLst>
              </p:cNvPr>
              <p:cNvSpPr/>
              <p:nvPr/>
            </p:nvSpPr>
            <p:spPr>
              <a:xfrm>
                <a:off x="7185465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4EDD8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58" name="pg486">
                <a:extLst>
                  <a:ext uri="{FF2B5EF4-FFF2-40B4-BE49-F238E27FC236}">
                    <a16:creationId xmlns:a16="http://schemas.microsoft.com/office/drawing/2014/main" id="{45D53C32-198C-C1E3-8023-ECF4B0015CCF}"/>
                  </a:ext>
                </a:extLst>
              </p:cNvPr>
              <p:cNvSpPr/>
              <p:nvPr/>
            </p:nvSpPr>
            <p:spPr>
              <a:xfrm>
                <a:off x="7216527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6EDD9">
                  <a:alpha val="100000"/>
                </a:srgbClr>
              </a:solidFill>
              <a:ln w="5420" cap="flat">
                <a:solidFill>
                  <a:srgbClr val="BEEA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59" name="pg487">
                <a:extLst>
                  <a:ext uri="{FF2B5EF4-FFF2-40B4-BE49-F238E27FC236}">
                    <a16:creationId xmlns:a16="http://schemas.microsoft.com/office/drawing/2014/main" id="{FB085DB7-0067-91AE-D7C4-4C2D84720B0A}"/>
                  </a:ext>
                </a:extLst>
              </p:cNvPr>
              <p:cNvSpPr/>
              <p:nvPr/>
            </p:nvSpPr>
            <p:spPr>
              <a:xfrm>
                <a:off x="7247590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DD9">
                  <a:alpha val="100000"/>
                </a:srgbClr>
              </a:solidFill>
              <a:ln w="5420" cap="flat">
                <a:solidFill>
                  <a:srgbClr val="BF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60" name="pg488">
                <a:extLst>
                  <a:ext uri="{FF2B5EF4-FFF2-40B4-BE49-F238E27FC236}">
                    <a16:creationId xmlns:a16="http://schemas.microsoft.com/office/drawing/2014/main" id="{59C080BD-C346-CA99-D385-48BBC72F47A4}"/>
                  </a:ext>
                </a:extLst>
              </p:cNvPr>
              <p:cNvSpPr/>
              <p:nvPr/>
            </p:nvSpPr>
            <p:spPr>
              <a:xfrm>
                <a:off x="7278653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ED9">
                  <a:alpha val="100000"/>
                </a:srgbClr>
              </a:solidFill>
              <a:ln w="5420" cap="flat">
                <a:solidFill>
                  <a:srgbClr val="C0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61" name="pg489">
                <a:extLst>
                  <a:ext uri="{FF2B5EF4-FFF2-40B4-BE49-F238E27FC236}">
                    <a16:creationId xmlns:a16="http://schemas.microsoft.com/office/drawing/2014/main" id="{A9F6B589-0930-828A-E89E-1030E0D28716}"/>
                  </a:ext>
                </a:extLst>
              </p:cNvPr>
              <p:cNvSpPr/>
              <p:nvPr/>
            </p:nvSpPr>
            <p:spPr>
              <a:xfrm>
                <a:off x="7309716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DD9">
                  <a:alpha val="100000"/>
                </a:srgbClr>
              </a:solidFill>
              <a:ln w="5420" cap="flat">
                <a:solidFill>
                  <a:srgbClr val="BF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62" name="pg490">
                <a:extLst>
                  <a:ext uri="{FF2B5EF4-FFF2-40B4-BE49-F238E27FC236}">
                    <a16:creationId xmlns:a16="http://schemas.microsoft.com/office/drawing/2014/main" id="{881F4D39-8A90-3E8D-8B21-C3B36FFB6C40}"/>
                  </a:ext>
                </a:extLst>
              </p:cNvPr>
              <p:cNvSpPr/>
              <p:nvPr/>
            </p:nvSpPr>
            <p:spPr>
              <a:xfrm>
                <a:off x="7340779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63" name="pg491">
                <a:extLst>
                  <a:ext uri="{FF2B5EF4-FFF2-40B4-BE49-F238E27FC236}">
                    <a16:creationId xmlns:a16="http://schemas.microsoft.com/office/drawing/2014/main" id="{0326E305-F37B-B5CE-21D4-02D1E1F8606A}"/>
                  </a:ext>
                </a:extLst>
              </p:cNvPr>
              <p:cNvSpPr/>
              <p:nvPr/>
            </p:nvSpPr>
            <p:spPr>
              <a:xfrm>
                <a:off x="7371842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6">
                  <a:alpha val="100000"/>
                </a:srgbClr>
              </a:solidFill>
              <a:ln w="5420" cap="flat">
                <a:solidFill>
                  <a:srgbClr val="B5E8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64" name="pg492">
                <a:extLst>
                  <a:ext uri="{FF2B5EF4-FFF2-40B4-BE49-F238E27FC236}">
                    <a16:creationId xmlns:a16="http://schemas.microsoft.com/office/drawing/2014/main" id="{D668DC55-9A66-83A8-AB94-F1D9C9C4EC1E}"/>
                  </a:ext>
                </a:extLst>
              </p:cNvPr>
              <p:cNvSpPr/>
              <p:nvPr/>
            </p:nvSpPr>
            <p:spPr>
              <a:xfrm>
                <a:off x="7402905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65" name="pg493">
                <a:extLst>
                  <a:ext uri="{FF2B5EF4-FFF2-40B4-BE49-F238E27FC236}">
                    <a16:creationId xmlns:a16="http://schemas.microsoft.com/office/drawing/2014/main" id="{5FD18441-627B-90DD-5F76-95DC121772AF}"/>
                  </a:ext>
                </a:extLst>
              </p:cNvPr>
              <p:cNvSpPr/>
              <p:nvPr/>
            </p:nvSpPr>
            <p:spPr>
              <a:xfrm>
                <a:off x="7433968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66" name="pg494">
                <a:extLst>
                  <a:ext uri="{FF2B5EF4-FFF2-40B4-BE49-F238E27FC236}">
                    <a16:creationId xmlns:a16="http://schemas.microsoft.com/office/drawing/2014/main" id="{AF87903C-3C76-F23D-1620-117E55F7FFC0}"/>
                  </a:ext>
                </a:extLst>
              </p:cNvPr>
              <p:cNvSpPr/>
              <p:nvPr/>
            </p:nvSpPr>
            <p:spPr>
              <a:xfrm>
                <a:off x="7465031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67" name="pg495">
                <a:extLst>
                  <a:ext uri="{FF2B5EF4-FFF2-40B4-BE49-F238E27FC236}">
                    <a16:creationId xmlns:a16="http://schemas.microsoft.com/office/drawing/2014/main" id="{7D1989FA-3860-2798-A7BA-320ADFFE6293}"/>
                  </a:ext>
                </a:extLst>
              </p:cNvPr>
              <p:cNvSpPr/>
              <p:nvPr/>
            </p:nvSpPr>
            <p:spPr>
              <a:xfrm>
                <a:off x="7496094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68" name="pg496">
                <a:extLst>
                  <a:ext uri="{FF2B5EF4-FFF2-40B4-BE49-F238E27FC236}">
                    <a16:creationId xmlns:a16="http://schemas.microsoft.com/office/drawing/2014/main" id="{BFD72C38-D2DA-1878-F666-7405320D2333}"/>
                  </a:ext>
                </a:extLst>
              </p:cNvPr>
              <p:cNvSpPr/>
              <p:nvPr/>
            </p:nvSpPr>
            <p:spPr>
              <a:xfrm>
                <a:off x="7527156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69" name="pg497">
                <a:extLst>
                  <a:ext uri="{FF2B5EF4-FFF2-40B4-BE49-F238E27FC236}">
                    <a16:creationId xmlns:a16="http://schemas.microsoft.com/office/drawing/2014/main" id="{C4907FBD-C9BC-9A72-8069-1D55CD723B94}"/>
                  </a:ext>
                </a:extLst>
              </p:cNvPr>
              <p:cNvSpPr/>
              <p:nvPr/>
            </p:nvSpPr>
            <p:spPr>
              <a:xfrm>
                <a:off x="7558219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70" name="pg498">
                <a:extLst>
                  <a:ext uri="{FF2B5EF4-FFF2-40B4-BE49-F238E27FC236}">
                    <a16:creationId xmlns:a16="http://schemas.microsoft.com/office/drawing/2014/main" id="{1E8965E5-FF38-B9AB-7B6A-29B3F714E190}"/>
                  </a:ext>
                </a:extLst>
              </p:cNvPr>
              <p:cNvSpPr/>
              <p:nvPr/>
            </p:nvSpPr>
            <p:spPr>
              <a:xfrm>
                <a:off x="7589283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71" name="pg499">
                <a:extLst>
                  <a:ext uri="{FF2B5EF4-FFF2-40B4-BE49-F238E27FC236}">
                    <a16:creationId xmlns:a16="http://schemas.microsoft.com/office/drawing/2014/main" id="{05E31ADA-6180-5A9F-3785-28806707F901}"/>
                  </a:ext>
                </a:extLst>
              </p:cNvPr>
              <p:cNvSpPr/>
              <p:nvPr/>
            </p:nvSpPr>
            <p:spPr>
              <a:xfrm>
                <a:off x="7620345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72" name="pg500">
                <a:extLst>
                  <a:ext uri="{FF2B5EF4-FFF2-40B4-BE49-F238E27FC236}">
                    <a16:creationId xmlns:a16="http://schemas.microsoft.com/office/drawing/2014/main" id="{21472CB4-5467-7E7F-5DF1-CE1F2F4627E5}"/>
                  </a:ext>
                </a:extLst>
              </p:cNvPr>
              <p:cNvSpPr/>
              <p:nvPr/>
            </p:nvSpPr>
            <p:spPr>
              <a:xfrm>
                <a:off x="7061213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73" name="pg501">
                <a:extLst>
                  <a:ext uri="{FF2B5EF4-FFF2-40B4-BE49-F238E27FC236}">
                    <a16:creationId xmlns:a16="http://schemas.microsoft.com/office/drawing/2014/main" id="{D13306D9-21F1-ADF5-AC02-FF68F726F878}"/>
                  </a:ext>
                </a:extLst>
              </p:cNvPr>
              <p:cNvSpPr/>
              <p:nvPr/>
            </p:nvSpPr>
            <p:spPr>
              <a:xfrm>
                <a:off x="7092276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74" name="pg502">
                <a:extLst>
                  <a:ext uri="{FF2B5EF4-FFF2-40B4-BE49-F238E27FC236}">
                    <a16:creationId xmlns:a16="http://schemas.microsoft.com/office/drawing/2014/main" id="{FE3353FC-853A-A6CC-A4A3-7B995231B28A}"/>
                  </a:ext>
                </a:extLst>
              </p:cNvPr>
              <p:cNvSpPr/>
              <p:nvPr/>
            </p:nvSpPr>
            <p:spPr>
              <a:xfrm>
                <a:off x="7123338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6EDD9">
                  <a:alpha val="100000"/>
                </a:srgbClr>
              </a:solidFill>
              <a:ln w="5420" cap="flat">
                <a:solidFill>
                  <a:srgbClr val="BDEA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75" name="pg503">
                <a:extLst>
                  <a:ext uri="{FF2B5EF4-FFF2-40B4-BE49-F238E27FC236}">
                    <a16:creationId xmlns:a16="http://schemas.microsoft.com/office/drawing/2014/main" id="{F8B23E71-1CD0-169E-2830-76E8804D501C}"/>
                  </a:ext>
                </a:extLst>
              </p:cNvPr>
              <p:cNvSpPr/>
              <p:nvPr/>
            </p:nvSpPr>
            <p:spPr>
              <a:xfrm>
                <a:off x="7154402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8EEDA">
                  <a:alpha val="100000"/>
                </a:srgbClr>
              </a:solidFill>
              <a:ln w="5420" cap="flat">
                <a:solidFill>
                  <a:srgbClr val="C1EC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76" name="pg504">
                <a:extLst>
                  <a:ext uri="{FF2B5EF4-FFF2-40B4-BE49-F238E27FC236}">
                    <a16:creationId xmlns:a16="http://schemas.microsoft.com/office/drawing/2014/main" id="{DFBB9064-693D-BD45-CCC7-383D16F98BED}"/>
                  </a:ext>
                </a:extLst>
              </p:cNvPr>
              <p:cNvSpPr/>
              <p:nvPr/>
            </p:nvSpPr>
            <p:spPr>
              <a:xfrm>
                <a:off x="7185465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BEFDC">
                  <a:alpha val="100000"/>
                </a:srgbClr>
              </a:solidFill>
              <a:ln w="5420" cap="flat">
                <a:solidFill>
                  <a:srgbClr val="C5ED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77" name="pg505">
                <a:extLst>
                  <a:ext uri="{FF2B5EF4-FFF2-40B4-BE49-F238E27FC236}">
                    <a16:creationId xmlns:a16="http://schemas.microsoft.com/office/drawing/2014/main" id="{04EDD7A5-8486-C05B-657B-DEEF7CEB31D5}"/>
                  </a:ext>
                </a:extLst>
              </p:cNvPr>
              <p:cNvSpPr/>
              <p:nvPr/>
            </p:nvSpPr>
            <p:spPr>
              <a:xfrm>
                <a:off x="7216527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EF0DD">
                  <a:alpha val="100000"/>
                </a:srgbClr>
              </a:solidFill>
              <a:ln w="5420" cap="flat">
                <a:solidFill>
                  <a:srgbClr val="C8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78" name="pg506">
                <a:extLst>
                  <a:ext uri="{FF2B5EF4-FFF2-40B4-BE49-F238E27FC236}">
                    <a16:creationId xmlns:a16="http://schemas.microsoft.com/office/drawing/2014/main" id="{1E6A57E0-E729-78EE-E3D6-9E970C8A3FEB}"/>
                  </a:ext>
                </a:extLst>
              </p:cNvPr>
              <p:cNvSpPr/>
              <p:nvPr/>
            </p:nvSpPr>
            <p:spPr>
              <a:xfrm>
                <a:off x="7247590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0F0DE">
                  <a:alpha val="100000"/>
                </a:srgbClr>
              </a:solidFill>
              <a:ln w="5420" cap="flat">
                <a:solidFill>
                  <a:srgbClr val="CBEFD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79" name="pg507">
                <a:extLst>
                  <a:ext uri="{FF2B5EF4-FFF2-40B4-BE49-F238E27FC236}">
                    <a16:creationId xmlns:a16="http://schemas.microsoft.com/office/drawing/2014/main" id="{DF50F9A8-8104-0C9B-B5F0-F279D1B92C76}"/>
                  </a:ext>
                </a:extLst>
              </p:cNvPr>
              <p:cNvSpPr/>
              <p:nvPr/>
            </p:nvSpPr>
            <p:spPr>
              <a:xfrm>
                <a:off x="7278653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1F1DE">
                  <a:alpha val="100000"/>
                </a:srgbClr>
              </a:solidFill>
              <a:ln w="5420" cap="flat">
                <a:solidFill>
                  <a:srgbClr val="CCEFD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80" name="pg508">
                <a:extLst>
                  <a:ext uri="{FF2B5EF4-FFF2-40B4-BE49-F238E27FC236}">
                    <a16:creationId xmlns:a16="http://schemas.microsoft.com/office/drawing/2014/main" id="{36A9E04A-ED9A-26FD-FEE7-17DD62EA620B}"/>
                  </a:ext>
                </a:extLst>
              </p:cNvPr>
              <p:cNvSpPr/>
              <p:nvPr/>
            </p:nvSpPr>
            <p:spPr>
              <a:xfrm>
                <a:off x="7309716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0F1DE">
                  <a:alpha val="100000"/>
                </a:srgbClr>
              </a:solidFill>
              <a:ln w="5420" cap="flat">
                <a:solidFill>
                  <a:srgbClr val="CCEFD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81" name="pg509">
                <a:extLst>
                  <a:ext uri="{FF2B5EF4-FFF2-40B4-BE49-F238E27FC236}">
                    <a16:creationId xmlns:a16="http://schemas.microsoft.com/office/drawing/2014/main" id="{33B9EC63-D357-1ACC-D53C-5659FEFF0B2E}"/>
                  </a:ext>
                </a:extLst>
              </p:cNvPr>
              <p:cNvSpPr/>
              <p:nvPr/>
            </p:nvSpPr>
            <p:spPr>
              <a:xfrm>
                <a:off x="7340779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BEFDB">
                  <a:alpha val="100000"/>
                </a:srgbClr>
              </a:solidFill>
              <a:ln w="5420" cap="flat">
                <a:solidFill>
                  <a:srgbClr val="C5ED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82" name="pg510">
                <a:extLst>
                  <a:ext uri="{FF2B5EF4-FFF2-40B4-BE49-F238E27FC236}">
                    <a16:creationId xmlns:a16="http://schemas.microsoft.com/office/drawing/2014/main" id="{BBFE5139-63BF-0678-4D78-85D1060FE334}"/>
                  </a:ext>
                </a:extLst>
              </p:cNvPr>
              <p:cNvSpPr/>
              <p:nvPr/>
            </p:nvSpPr>
            <p:spPr>
              <a:xfrm>
                <a:off x="7371842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DD9">
                  <a:alpha val="100000"/>
                </a:srgbClr>
              </a:solidFill>
              <a:ln w="5420" cap="flat">
                <a:solidFill>
                  <a:srgbClr val="BF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83" name="pg511">
                <a:extLst>
                  <a:ext uri="{FF2B5EF4-FFF2-40B4-BE49-F238E27FC236}">
                    <a16:creationId xmlns:a16="http://schemas.microsoft.com/office/drawing/2014/main" id="{503673C9-86D8-16FD-75F9-A901DEC9F2B1}"/>
                  </a:ext>
                </a:extLst>
              </p:cNvPr>
              <p:cNvSpPr/>
              <p:nvPr/>
            </p:nvSpPr>
            <p:spPr>
              <a:xfrm>
                <a:off x="7402905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84" name="pg512">
                <a:extLst>
                  <a:ext uri="{FF2B5EF4-FFF2-40B4-BE49-F238E27FC236}">
                    <a16:creationId xmlns:a16="http://schemas.microsoft.com/office/drawing/2014/main" id="{4B3CD339-A8F9-2A31-B741-1A2E84AA8606}"/>
                  </a:ext>
                </a:extLst>
              </p:cNvPr>
              <p:cNvSpPr/>
              <p:nvPr/>
            </p:nvSpPr>
            <p:spPr>
              <a:xfrm>
                <a:off x="7433968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EEAD5">
                  <a:alpha val="100000"/>
                </a:srgbClr>
              </a:solidFill>
              <a:ln w="5420" cap="flat">
                <a:solidFill>
                  <a:srgbClr val="B3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85" name="pg513">
                <a:extLst>
                  <a:ext uri="{FF2B5EF4-FFF2-40B4-BE49-F238E27FC236}">
                    <a16:creationId xmlns:a16="http://schemas.microsoft.com/office/drawing/2014/main" id="{8DD5919F-8206-950C-EA29-1D2930798417}"/>
                  </a:ext>
                </a:extLst>
              </p:cNvPr>
              <p:cNvSpPr/>
              <p:nvPr/>
            </p:nvSpPr>
            <p:spPr>
              <a:xfrm>
                <a:off x="7465031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86" name="pg514">
                <a:extLst>
                  <a:ext uri="{FF2B5EF4-FFF2-40B4-BE49-F238E27FC236}">
                    <a16:creationId xmlns:a16="http://schemas.microsoft.com/office/drawing/2014/main" id="{AB923B05-0AA9-2E76-C792-5800BE9A874C}"/>
                  </a:ext>
                </a:extLst>
              </p:cNvPr>
              <p:cNvSpPr/>
              <p:nvPr/>
            </p:nvSpPr>
            <p:spPr>
              <a:xfrm>
                <a:off x="7496094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AB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87" name="pg515">
                <a:extLst>
                  <a:ext uri="{FF2B5EF4-FFF2-40B4-BE49-F238E27FC236}">
                    <a16:creationId xmlns:a16="http://schemas.microsoft.com/office/drawing/2014/main" id="{546A033E-785F-8AC4-BBB8-D7673DC02D1E}"/>
                  </a:ext>
                </a:extLst>
              </p:cNvPr>
              <p:cNvSpPr/>
              <p:nvPr/>
            </p:nvSpPr>
            <p:spPr>
              <a:xfrm>
                <a:off x="7527156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88" name="pg516">
                <a:extLst>
                  <a:ext uri="{FF2B5EF4-FFF2-40B4-BE49-F238E27FC236}">
                    <a16:creationId xmlns:a16="http://schemas.microsoft.com/office/drawing/2014/main" id="{00DC9AE6-004B-2CA4-CAD6-D7530C6567E3}"/>
                  </a:ext>
                </a:extLst>
              </p:cNvPr>
              <p:cNvSpPr/>
              <p:nvPr/>
            </p:nvSpPr>
            <p:spPr>
              <a:xfrm>
                <a:off x="7558219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89" name="pg517">
                <a:extLst>
                  <a:ext uri="{FF2B5EF4-FFF2-40B4-BE49-F238E27FC236}">
                    <a16:creationId xmlns:a16="http://schemas.microsoft.com/office/drawing/2014/main" id="{7EB3AA94-F6B1-A16D-C6E9-B9A01AA1E126}"/>
                  </a:ext>
                </a:extLst>
              </p:cNvPr>
              <p:cNvSpPr/>
              <p:nvPr/>
            </p:nvSpPr>
            <p:spPr>
              <a:xfrm>
                <a:off x="7589283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90" name="pg518">
                <a:extLst>
                  <a:ext uri="{FF2B5EF4-FFF2-40B4-BE49-F238E27FC236}">
                    <a16:creationId xmlns:a16="http://schemas.microsoft.com/office/drawing/2014/main" id="{5D10F7FF-D2C8-A588-DD30-9B0F79EAC7F0}"/>
                  </a:ext>
                </a:extLst>
              </p:cNvPr>
              <p:cNvSpPr/>
              <p:nvPr/>
            </p:nvSpPr>
            <p:spPr>
              <a:xfrm>
                <a:off x="7061213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1ECD7">
                  <a:alpha val="100000"/>
                </a:srgbClr>
              </a:solidFill>
              <a:ln w="5420" cap="flat">
                <a:solidFill>
                  <a:srgbClr val="B8E8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91" name="pg519">
                <a:extLst>
                  <a:ext uri="{FF2B5EF4-FFF2-40B4-BE49-F238E27FC236}">
                    <a16:creationId xmlns:a16="http://schemas.microsoft.com/office/drawing/2014/main" id="{B9CAC1F9-8BF1-836D-47D4-FA71E901FCE2}"/>
                  </a:ext>
                </a:extLst>
              </p:cNvPr>
              <p:cNvSpPr/>
              <p:nvPr/>
            </p:nvSpPr>
            <p:spPr>
              <a:xfrm>
                <a:off x="7092276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4EDD8">
                  <a:alpha val="100000"/>
                </a:srgbClr>
              </a:solidFill>
              <a:ln w="5420" cap="flat">
                <a:solidFill>
                  <a:srgbClr val="BB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92" name="pg520">
                <a:extLst>
                  <a:ext uri="{FF2B5EF4-FFF2-40B4-BE49-F238E27FC236}">
                    <a16:creationId xmlns:a16="http://schemas.microsoft.com/office/drawing/2014/main" id="{3CE06A3C-2A6D-2FA1-BD0F-5F86C7D6CFC9}"/>
                  </a:ext>
                </a:extLst>
              </p:cNvPr>
              <p:cNvSpPr/>
              <p:nvPr/>
            </p:nvSpPr>
            <p:spPr>
              <a:xfrm>
                <a:off x="7123338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DD9">
                  <a:alpha val="100000"/>
                </a:srgbClr>
              </a:solidFill>
              <a:ln w="5420" cap="flat">
                <a:solidFill>
                  <a:srgbClr val="BF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93" name="pg521">
                <a:extLst>
                  <a:ext uri="{FF2B5EF4-FFF2-40B4-BE49-F238E27FC236}">
                    <a16:creationId xmlns:a16="http://schemas.microsoft.com/office/drawing/2014/main" id="{311BCB88-9D75-7207-D953-F2A17BD941E6}"/>
                  </a:ext>
                </a:extLst>
              </p:cNvPr>
              <p:cNvSpPr/>
              <p:nvPr/>
            </p:nvSpPr>
            <p:spPr>
              <a:xfrm>
                <a:off x="7154402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AEEDB">
                  <a:alpha val="100000"/>
                </a:srgbClr>
              </a:solidFill>
              <a:ln w="5420" cap="flat">
                <a:solidFill>
                  <a:srgbClr val="C3EC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94" name="pg522">
                <a:extLst>
                  <a:ext uri="{FF2B5EF4-FFF2-40B4-BE49-F238E27FC236}">
                    <a16:creationId xmlns:a16="http://schemas.microsoft.com/office/drawing/2014/main" id="{9A02B6A3-E85B-9C0A-FEF5-0AFDED1625A4}"/>
                  </a:ext>
                </a:extLst>
              </p:cNvPr>
              <p:cNvSpPr/>
              <p:nvPr/>
            </p:nvSpPr>
            <p:spPr>
              <a:xfrm>
                <a:off x="7185465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DEFDC">
                  <a:alpha val="100000"/>
                </a:srgbClr>
              </a:solidFill>
              <a:ln w="5420" cap="flat">
                <a:solidFill>
                  <a:srgbClr val="C7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95" name="pg523">
                <a:extLst>
                  <a:ext uri="{FF2B5EF4-FFF2-40B4-BE49-F238E27FC236}">
                    <a16:creationId xmlns:a16="http://schemas.microsoft.com/office/drawing/2014/main" id="{2B1309A6-429C-B525-104E-E124EAA46378}"/>
                  </a:ext>
                </a:extLst>
              </p:cNvPr>
              <p:cNvSpPr/>
              <p:nvPr/>
            </p:nvSpPr>
            <p:spPr>
              <a:xfrm>
                <a:off x="7216527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0F0DE">
                  <a:alpha val="100000"/>
                </a:srgbClr>
              </a:solidFill>
              <a:ln w="5420" cap="flat">
                <a:solidFill>
                  <a:srgbClr val="CBEFD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96" name="pg524">
                <a:extLst>
                  <a:ext uri="{FF2B5EF4-FFF2-40B4-BE49-F238E27FC236}">
                    <a16:creationId xmlns:a16="http://schemas.microsoft.com/office/drawing/2014/main" id="{175BC63A-0218-D428-B13B-F143FB774227}"/>
                  </a:ext>
                </a:extLst>
              </p:cNvPr>
              <p:cNvSpPr/>
              <p:nvPr/>
            </p:nvSpPr>
            <p:spPr>
              <a:xfrm>
                <a:off x="7247590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2F1DF">
                  <a:alpha val="100000"/>
                </a:srgbClr>
              </a:solidFill>
              <a:ln w="5420" cap="flat">
                <a:solidFill>
                  <a:srgbClr val="CEF0D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97" name="pg525">
                <a:extLst>
                  <a:ext uri="{FF2B5EF4-FFF2-40B4-BE49-F238E27FC236}">
                    <a16:creationId xmlns:a16="http://schemas.microsoft.com/office/drawing/2014/main" id="{3E8FB535-4653-6FF9-FDF3-ED147BB87D9C}"/>
                  </a:ext>
                </a:extLst>
              </p:cNvPr>
              <p:cNvSpPr/>
              <p:nvPr/>
            </p:nvSpPr>
            <p:spPr>
              <a:xfrm>
                <a:off x="7278653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3F1DF">
                  <a:alpha val="100000"/>
                </a:srgbClr>
              </a:solidFill>
              <a:ln w="5420" cap="flat">
                <a:solidFill>
                  <a:srgbClr val="CFF0D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98" name="pg526">
                <a:extLst>
                  <a:ext uri="{FF2B5EF4-FFF2-40B4-BE49-F238E27FC236}">
                    <a16:creationId xmlns:a16="http://schemas.microsoft.com/office/drawing/2014/main" id="{1C51E9A9-023F-5E47-D353-F6C8D615069C}"/>
                  </a:ext>
                </a:extLst>
              </p:cNvPr>
              <p:cNvSpPr/>
              <p:nvPr/>
            </p:nvSpPr>
            <p:spPr>
              <a:xfrm>
                <a:off x="7309716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3F1DF">
                  <a:alpha val="100000"/>
                </a:srgbClr>
              </a:solidFill>
              <a:ln w="5420" cap="flat">
                <a:solidFill>
                  <a:srgbClr val="CFF0D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199" name="pg527">
                <a:extLst>
                  <a:ext uri="{FF2B5EF4-FFF2-40B4-BE49-F238E27FC236}">
                    <a16:creationId xmlns:a16="http://schemas.microsoft.com/office/drawing/2014/main" id="{7892CE70-92CF-F409-6B69-CDCB1D1EB428}"/>
                  </a:ext>
                </a:extLst>
              </p:cNvPr>
              <p:cNvSpPr/>
              <p:nvPr/>
            </p:nvSpPr>
            <p:spPr>
              <a:xfrm>
                <a:off x="7340779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EF0DD">
                  <a:alpha val="100000"/>
                </a:srgbClr>
              </a:solidFill>
              <a:ln w="5420" cap="flat">
                <a:solidFill>
                  <a:srgbClr val="C8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00" name="pg528">
                <a:extLst>
                  <a:ext uri="{FF2B5EF4-FFF2-40B4-BE49-F238E27FC236}">
                    <a16:creationId xmlns:a16="http://schemas.microsoft.com/office/drawing/2014/main" id="{EA978181-5664-7EF3-18CD-0E23E22A8603}"/>
                  </a:ext>
                </a:extLst>
              </p:cNvPr>
              <p:cNvSpPr/>
              <p:nvPr/>
            </p:nvSpPr>
            <p:spPr>
              <a:xfrm>
                <a:off x="7371842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9EEDB">
                  <a:alpha val="100000"/>
                </a:srgbClr>
              </a:solidFill>
              <a:ln w="5420" cap="flat">
                <a:solidFill>
                  <a:srgbClr val="C3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01" name="pg529">
                <a:extLst>
                  <a:ext uri="{FF2B5EF4-FFF2-40B4-BE49-F238E27FC236}">
                    <a16:creationId xmlns:a16="http://schemas.microsoft.com/office/drawing/2014/main" id="{2A126D50-D2B5-1351-81E6-6566199C04CD}"/>
                  </a:ext>
                </a:extLst>
              </p:cNvPr>
              <p:cNvSpPr/>
              <p:nvPr/>
            </p:nvSpPr>
            <p:spPr>
              <a:xfrm>
                <a:off x="7402905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5EDD8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02" name="pg530">
                <a:extLst>
                  <a:ext uri="{FF2B5EF4-FFF2-40B4-BE49-F238E27FC236}">
                    <a16:creationId xmlns:a16="http://schemas.microsoft.com/office/drawing/2014/main" id="{EC9FDE89-9EC4-1ADA-A86A-E77311747B71}"/>
                  </a:ext>
                </a:extLst>
              </p:cNvPr>
              <p:cNvSpPr/>
              <p:nvPr/>
            </p:nvSpPr>
            <p:spPr>
              <a:xfrm>
                <a:off x="7433968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03" name="pg531">
                <a:extLst>
                  <a:ext uri="{FF2B5EF4-FFF2-40B4-BE49-F238E27FC236}">
                    <a16:creationId xmlns:a16="http://schemas.microsoft.com/office/drawing/2014/main" id="{22B771E7-7DFC-1D8A-C9DD-9E0C5D8AC322}"/>
                  </a:ext>
                </a:extLst>
              </p:cNvPr>
              <p:cNvSpPr/>
              <p:nvPr/>
            </p:nvSpPr>
            <p:spPr>
              <a:xfrm>
                <a:off x="7465031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04" name="pg532">
                <a:extLst>
                  <a:ext uri="{FF2B5EF4-FFF2-40B4-BE49-F238E27FC236}">
                    <a16:creationId xmlns:a16="http://schemas.microsoft.com/office/drawing/2014/main" id="{01191385-F02D-1610-A7F2-CD39E96780EE}"/>
                  </a:ext>
                </a:extLst>
              </p:cNvPr>
              <p:cNvSpPr/>
              <p:nvPr/>
            </p:nvSpPr>
            <p:spPr>
              <a:xfrm>
                <a:off x="7496094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05" name="pg533">
                <a:extLst>
                  <a:ext uri="{FF2B5EF4-FFF2-40B4-BE49-F238E27FC236}">
                    <a16:creationId xmlns:a16="http://schemas.microsoft.com/office/drawing/2014/main" id="{20E60575-FA47-26A8-F19A-0CB8A99081DF}"/>
                  </a:ext>
                </a:extLst>
              </p:cNvPr>
              <p:cNvSpPr/>
              <p:nvPr/>
            </p:nvSpPr>
            <p:spPr>
              <a:xfrm>
                <a:off x="7527156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06" name="pg534">
                <a:extLst>
                  <a:ext uri="{FF2B5EF4-FFF2-40B4-BE49-F238E27FC236}">
                    <a16:creationId xmlns:a16="http://schemas.microsoft.com/office/drawing/2014/main" id="{92B0D5A9-9577-9594-165D-27FD63F0A4A6}"/>
                  </a:ext>
                </a:extLst>
              </p:cNvPr>
              <p:cNvSpPr/>
              <p:nvPr/>
            </p:nvSpPr>
            <p:spPr>
              <a:xfrm>
                <a:off x="7558219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07" name="pg535">
                <a:extLst>
                  <a:ext uri="{FF2B5EF4-FFF2-40B4-BE49-F238E27FC236}">
                    <a16:creationId xmlns:a16="http://schemas.microsoft.com/office/drawing/2014/main" id="{5046926B-6E94-3A02-C763-C1A4CAF1C89D}"/>
                  </a:ext>
                </a:extLst>
              </p:cNvPr>
              <p:cNvSpPr/>
              <p:nvPr/>
            </p:nvSpPr>
            <p:spPr>
              <a:xfrm>
                <a:off x="7092276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5EDD8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08" name="pg536">
                <a:extLst>
                  <a:ext uri="{FF2B5EF4-FFF2-40B4-BE49-F238E27FC236}">
                    <a16:creationId xmlns:a16="http://schemas.microsoft.com/office/drawing/2014/main" id="{87377A47-CE1C-7CF4-AAE2-54EF1429D078}"/>
                  </a:ext>
                </a:extLst>
              </p:cNvPr>
              <p:cNvSpPr/>
              <p:nvPr/>
            </p:nvSpPr>
            <p:spPr>
              <a:xfrm>
                <a:off x="7123338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EDA">
                  <a:alpha val="100000"/>
                </a:srgbClr>
              </a:solidFill>
              <a:ln w="5420" cap="flat">
                <a:solidFill>
                  <a:srgbClr val="C0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09" name="pg537">
                <a:extLst>
                  <a:ext uri="{FF2B5EF4-FFF2-40B4-BE49-F238E27FC236}">
                    <a16:creationId xmlns:a16="http://schemas.microsoft.com/office/drawing/2014/main" id="{48BFA891-4D72-C06C-1A90-A863A5CC5B9B}"/>
                  </a:ext>
                </a:extLst>
              </p:cNvPr>
              <p:cNvSpPr/>
              <p:nvPr/>
            </p:nvSpPr>
            <p:spPr>
              <a:xfrm>
                <a:off x="7154402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AEFDB">
                  <a:alpha val="100000"/>
                </a:srgbClr>
              </a:solidFill>
              <a:ln w="5420" cap="flat">
                <a:solidFill>
                  <a:srgbClr val="C4EC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10" name="pg538">
                <a:extLst>
                  <a:ext uri="{FF2B5EF4-FFF2-40B4-BE49-F238E27FC236}">
                    <a16:creationId xmlns:a16="http://schemas.microsoft.com/office/drawing/2014/main" id="{548128E4-A06F-6172-E2F6-F0E1A978B3E9}"/>
                  </a:ext>
                </a:extLst>
              </p:cNvPr>
              <p:cNvSpPr/>
              <p:nvPr/>
            </p:nvSpPr>
            <p:spPr>
              <a:xfrm>
                <a:off x="7185465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DF0DD">
                  <a:alpha val="100000"/>
                </a:srgbClr>
              </a:solidFill>
              <a:ln w="5420" cap="flat">
                <a:solidFill>
                  <a:srgbClr val="C8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11" name="pg539">
                <a:extLst>
                  <a:ext uri="{FF2B5EF4-FFF2-40B4-BE49-F238E27FC236}">
                    <a16:creationId xmlns:a16="http://schemas.microsoft.com/office/drawing/2014/main" id="{3CF2E71D-B244-F6FE-1555-3B5CEDD460F4}"/>
                  </a:ext>
                </a:extLst>
              </p:cNvPr>
              <p:cNvSpPr/>
              <p:nvPr/>
            </p:nvSpPr>
            <p:spPr>
              <a:xfrm>
                <a:off x="7216527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0F0DE">
                  <a:alpha val="100000"/>
                </a:srgbClr>
              </a:solidFill>
              <a:ln w="5420" cap="flat">
                <a:solidFill>
                  <a:srgbClr val="CBEFD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12" name="pg540">
                <a:extLst>
                  <a:ext uri="{FF2B5EF4-FFF2-40B4-BE49-F238E27FC236}">
                    <a16:creationId xmlns:a16="http://schemas.microsoft.com/office/drawing/2014/main" id="{2362B002-D2E1-CDA5-71BF-FAF7BAB4D6D7}"/>
                  </a:ext>
                </a:extLst>
              </p:cNvPr>
              <p:cNvSpPr/>
              <p:nvPr/>
            </p:nvSpPr>
            <p:spPr>
              <a:xfrm>
                <a:off x="7247590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2F1DF">
                  <a:alpha val="100000"/>
                </a:srgbClr>
              </a:solidFill>
              <a:ln w="5420" cap="flat">
                <a:solidFill>
                  <a:srgbClr val="CEF0D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13" name="pg541">
                <a:extLst>
                  <a:ext uri="{FF2B5EF4-FFF2-40B4-BE49-F238E27FC236}">
                    <a16:creationId xmlns:a16="http://schemas.microsoft.com/office/drawing/2014/main" id="{F99CB748-E547-0CD5-1C27-C9D8AADC0C2B}"/>
                  </a:ext>
                </a:extLst>
              </p:cNvPr>
              <p:cNvSpPr/>
              <p:nvPr/>
            </p:nvSpPr>
            <p:spPr>
              <a:xfrm>
                <a:off x="7278653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3F1DF">
                  <a:alpha val="100000"/>
                </a:srgbClr>
              </a:solidFill>
              <a:ln w="5420" cap="flat">
                <a:solidFill>
                  <a:srgbClr val="CFF0D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14" name="pg542">
                <a:extLst>
                  <a:ext uri="{FF2B5EF4-FFF2-40B4-BE49-F238E27FC236}">
                    <a16:creationId xmlns:a16="http://schemas.microsoft.com/office/drawing/2014/main" id="{DBBDC5AF-743B-9373-1609-6F371771CE3F}"/>
                  </a:ext>
                </a:extLst>
              </p:cNvPr>
              <p:cNvSpPr/>
              <p:nvPr/>
            </p:nvSpPr>
            <p:spPr>
              <a:xfrm>
                <a:off x="7309716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3F1DF">
                  <a:alpha val="100000"/>
                </a:srgbClr>
              </a:solidFill>
              <a:ln w="5420" cap="flat">
                <a:solidFill>
                  <a:srgbClr val="CFF0D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15" name="pg543">
                <a:extLst>
                  <a:ext uri="{FF2B5EF4-FFF2-40B4-BE49-F238E27FC236}">
                    <a16:creationId xmlns:a16="http://schemas.microsoft.com/office/drawing/2014/main" id="{70AB6EFD-9105-D2AD-48E7-26A711CF81FE}"/>
                  </a:ext>
                </a:extLst>
              </p:cNvPr>
              <p:cNvSpPr/>
              <p:nvPr/>
            </p:nvSpPr>
            <p:spPr>
              <a:xfrm>
                <a:off x="7340779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EF0DD">
                  <a:alpha val="100000"/>
                </a:srgbClr>
              </a:solidFill>
              <a:ln w="5420" cap="flat">
                <a:solidFill>
                  <a:srgbClr val="C9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16" name="pg544">
                <a:extLst>
                  <a:ext uri="{FF2B5EF4-FFF2-40B4-BE49-F238E27FC236}">
                    <a16:creationId xmlns:a16="http://schemas.microsoft.com/office/drawing/2014/main" id="{4956DD9F-CD8A-BFBD-942C-BC66406A0D93}"/>
                  </a:ext>
                </a:extLst>
              </p:cNvPr>
              <p:cNvSpPr/>
              <p:nvPr/>
            </p:nvSpPr>
            <p:spPr>
              <a:xfrm>
                <a:off x="7371842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AEFDB">
                  <a:alpha val="100000"/>
                </a:srgbClr>
              </a:solidFill>
              <a:ln w="5420" cap="flat">
                <a:solidFill>
                  <a:srgbClr val="C4EC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17" name="pg545">
                <a:extLst>
                  <a:ext uri="{FF2B5EF4-FFF2-40B4-BE49-F238E27FC236}">
                    <a16:creationId xmlns:a16="http://schemas.microsoft.com/office/drawing/2014/main" id="{E0BBAA5C-C43D-F0F0-64D6-179810D99D7E}"/>
                  </a:ext>
                </a:extLst>
              </p:cNvPr>
              <p:cNvSpPr/>
              <p:nvPr/>
            </p:nvSpPr>
            <p:spPr>
              <a:xfrm>
                <a:off x="7402905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6EDD9">
                  <a:alpha val="100000"/>
                </a:srgbClr>
              </a:solidFill>
              <a:ln w="5420" cap="flat">
                <a:solidFill>
                  <a:srgbClr val="BE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18" name="pg546">
                <a:extLst>
                  <a:ext uri="{FF2B5EF4-FFF2-40B4-BE49-F238E27FC236}">
                    <a16:creationId xmlns:a16="http://schemas.microsoft.com/office/drawing/2014/main" id="{2FB1177A-5CC1-877F-85C9-A76CC03D9E20}"/>
                  </a:ext>
                </a:extLst>
              </p:cNvPr>
              <p:cNvSpPr/>
              <p:nvPr/>
            </p:nvSpPr>
            <p:spPr>
              <a:xfrm>
                <a:off x="7433968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19" name="pg547">
                <a:extLst>
                  <a:ext uri="{FF2B5EF4-FFF2-40B4-BE49-F238E27FC236}">
                    <a16:creationId xmlns:a16="http://schemas.microsoft.com/office/drawing/2014/main" id="{9CBD7B92-FC91-4BB7-E80F-42EFF3D584BD}"/>
                  </a:ext>
                </a:extLst>
              </p:cNvPr>
              <p:cNvSpPr/>
              <p:nvPr/>
            </p:nvSpPr>
            <p:spPr>
              <a:xfrm>
                <a:off x="7465031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E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20" name="pg548">
                <a:extLst>
                  <a:ext uri="{FF2B5EF4-FFF2-40B4-BE49-F238E27FC236}">
                    <a16:creationId xmlns:a16="http://schemas.microsoft.com/office/drawing/2014/main" id="{AD02DAE0-31B2-2941-79C2-178109BE40F1}"/>
                  </a:ext>
                </a:extLst>
              </p:cNvPr>
              <p:cNvSpPr/>
              <p:nvPr/>
            </p:nvSpPr>
            <p:spPr>
              <a:xfrm>
                <a:off x="7496094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B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21" name="pg549">
                <a:extLst>
                  <a:ext uri="{FF2B5EF4-FFF2-40B4-BE49-F238E27FC236}">
                    <a16:creationId xmlns:a16="http://schemas.microsoft.com/office/drawing/2014/main" id="{9A926408-FFAF-BDFD-BFBC-B118B7B5B4DB}"/>
                  </a:ext>
                </a:extLst>
              </p:cNvPr>
              <p:cNvSpPr/>
              <p:nvPr/>
            </p:nvSpPr>
            <p:spPr>
              <a:xfrm>
                <a:off x="7527156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3">
                  <a:alpha val="100000"/>
                </a:srgbClr>
              </a:solidFill>
              <a:ln w="5420" cap="flat">
                <a:solidFill>
                  <a:srgbClr val="AD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22" name="pg550">
                <a:extLst>
                  <a:ext uri="{FF2B5EF4-FFF2-40B4-BE49-F238E27FC236}">
                    <a16:creationId xmlns:a16="http://schemas.microsoft.com/office/drawing/2014/main" id="{3514AE95-6FBC-E312-C1AE-BC39B4C69966}"/>
                  </a:ext>
                </a:extLst>
              </p:cNvPr>
              <p:cNvSpPr/>
              <p:nvPr/>
            </p:nvSpPr>
            <p:spPr>
              <a:xfrm>
                <a:off x="7185465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DEFDC">
                  <a:alpha val="100000"/>
                </a:srgbClr>
              </a:solidFill>
              <a:ln w="5420" cap="flat">
                <a:solidFill>
                  <a:srgbClr val="C7EDD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23" name="pg551">
                <a:extLst>
                  <a:ext uri="{FF2B5EF4-FFF2-40B4-BE49-F238E27FC236}">
                    <a16:creationId xmlns:a16="http://schemas.microsoft.com/office/drawing/2014/main" id="{D16D89AE-6E3D-2416-4DF9-A05EC1C14242}"/>
                  </a:ext>
                </a:extLst>
              </p:cNvPr>
              <p:cNvSpPr/>
              <p:nvPr/>
            </p:nvSpPr>
            <p:spPr>
              <a:xfrm>
                <a:off x="7216527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FF0DD">
                  <a:alpha val="100000"/>
                </a:srgbClr>
              </a:solidFill>
              <a:ln w="5420" cap="flat">
                <a:solidFill>
                  <a:srgbClr val="CAEED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24" name="pg552">
                <a:extLst>
                  <a:ext uri="{FF2B5EF4-FFF2-40B4-BE49-F238E27FC236}">
                    <a16:creationId xmlns:a16="http://schemas.microsoft.com/office/drawing/2014/main" id="{981DD8C1-5606-FAB0-6083-8926D3B07B39}"/>
                  </a:ext>
                </a:extLst>
              </p:cNvPr>
              <p:cNvSpPr/>
              <p:nvPr/>
            </p:nvSpPr>
            <p:spPr>
              <a:xfrm>
                <a:off x="7247590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0F1DE">
                  <a:alpha val="100000"/>
                </a:srgbClr>
              </a:solidFill>
              <a:ln w="5420" cap="flat">
                <a:solidFill>
                  <a:srgbClr val="CCEFD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25" name="pg553">
                <a:extLst>
                  <a:ext uri="{FF2B5EF4-FFF2-40B4-BE49-F238E27FC236}">
                    <a16:creationId xmlns:a16="http://schemas.microsoft.com/office/drawing/2014/main" id="{29A19C7D-049C-0465-96E2-C2A6796B8FDC}"/>
                  </a:ext>
                </a:extLst>
              </p:cNvPr>
              <p:cNvSpPr/>
              <p:nvPr/>
            </p:nvSpPr>
            <p:spPr>
              <a:xfrm>
                <a:off x="7278653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1F1DE">
                  <a:alpha val="100000"/>
                </a:srgbClr>
              </a:solidFill>
              <a:ln w="5420" cap="flat">
                <a:solidFill>
                  <a:srgbClr val="CDEFD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26" name="pg554">
                <a:extLst>
                  <a:ext uri="{FF2B5EF4-FFF2-40B4-BE49-F238E27FC236}">
                    <a16:creationId xmlns:a16="http://schemas.microsoft.com/office/drawing/2014/main" id="{8A246EE6-542C-AD07-258E-B84DE7E46B6E}"/>
                  </a:ext>
                </a:extLst>
              </p:cNvPr>
              <p:cNvSpPr/>
              <p:nvPr/>
            </p:nvSpPr>
            <p:spPr>
              <a:xfrm>
                <a:off x="7309716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1F1DE">
                  <a:alpha val="100000"/>
                </a:srgbClr>
              </a:solidFill>
              <a:ln w="5420" cap="flat">
                <a:solidFill>
                  <a:srgbClr val="CDEFD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27" name="pg555">
                <a:extLst>
                  <a:ext uri="{FF2B5EF4-FFF2-40B4-BE49-F238E27FC236}">
                    <a16:creationId xmlns:a16="http://schemas.microsoft.com/office/drawing/2014/main" id="{976D3132-AD0A-FC0F-956F-FD74CBAAB96B}"/>
                  </a:ext>
                </a:extLst>
              </p:cNvPr>
              <p:cNvSpPr/>
              <p:nvPr/>
            </p:nvSpPr>
            <p:spPr>
              <a:xfrm>
                <a:off x="7340779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DEFDC">
                  <a:alpha val="100000"/>
                </a:srgbClr>
              </a:solidFill>
              <a:ln w="5420" cap="flat">
                <a:solidFill>
                  <a:srgbClr val="C7EED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28" name="pg556">
                <a:extLst>
                  <a:ext uri="{FF2B5EF4-FFF2-40B4-BE49-F238E27FC236}">
                    <a16:creationId xmlns:a16="http://schemas.microsoft.com/office/drawing/2014/main" id="{655DF888-700A-3DB0-A341-8E50E7ACDDD7}"/>
                  </a:ext>
                </a:extLst>
              </p:cNvPr>
              <p:cNvSpPr/>
              <p:nvPr/>
            </p:nvSpPr>
            <p:spPr>
              <a:xfrm>
                <a:off x="7371842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AEEDB">
                  <a:alpha val="100000"/>
                </a:srgbClr>
              </a:solidFill>
              <a:ln w="5420" cap="flat">
                <a:solidFill>
                  <a:srgbClr val="C3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29" name="pg557">
                <a:extLst>
                  <a:ext uri="{FF2B5EF4-FFF2-40B4-BE49-F238E27FC236}">
                    <a16:creationId xmlns:a16="http://schemas.microsoft.com/office/drawing/2014/main" id="{72C731B6-9812-6A39-92E5-B0F4F7E97270}"/>
                  </a:ext>
                </a:extLst>
              </p:cNvPr>
              <p:cNvSpPr/>
              <p:nvPr/>
            </p:nvSpPr>
            <p:spPr>
              <a:xfrm>
                <a:off x="7402905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6EDD9">
                  <a:alpha val="100000"/>
                </a:srgbClr>
              </a:solidFill>
              <a:ln w="5420" cap="flat">
                <a:solidFill>
                  <a:srgbClr val="BEEA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30" name="pg558">
                <a:extLst>
                  <a:ext uri="{FF2B5EF4-FFF2-40B4-BE49-F238E27FC236}">
                    <a16:creationId xmlns:a16="http://schemas.microsoft.com/office/drawing/2014/main" id="{AA501114-29A1-C4CE-40A4-9544F3C51792}"/>
                  </a:ext>
                </a:extLst>
              </p:cNvPr>
              <p:cNvSpPr/>
              <p:nvPr/>
            </p:nvSpPr>
            <p:spPr>
              <a:xfrm>
                <a:off x="7433968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31" name="pg559">
                <a:extLst>
                  <a:ext uri="{FF2B5EF4-FFF2-40B4-BE49-F238E27FC236}">
                    <a16:creationId xmlns:a16="http://schemas.microsoft.com/office/drawing/2014/main" id="{75640C1F-7B95-63CF-D02A-FCA97E8253F4}"/>
                  </a:ext>
                </a:extLst>
              </p:cNvPr>
              <p:cNvSpPr/>
              <p:nvPr/>
            </p:nvSpPr>
            <p:spPr>
              <a:xfrm>
                <a:off x="7465031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5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32" name="pg560">
                <a:extLst>
                  <a:ext uri="{FF2B5EF4-FFF2-40B4-BE49-F238E27FC236}">
                    <a16:creationId xmlns:a16="http://schemas.microsoft.com/office/drawing/2014/main" id="{925B2B35-7775-824A-FD38-D2068A8CC1C7}"/>
                  </a:ext>
                </a:extLst>
              </p:cNvPr>
              <p:cNvSpPr/>
              <p:nvPr/>
            </p:nvSpPr>
            <p:spPr>
              <a:xfrm>
                <a:off x="7496094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33" name="pg561">
                <a:extLst>
                  <a:ext uri="{FF2B5EF4-FFF2-40B4-BE49-F238E27FC236}">
                    <a16:creationId xmlns:a16="http://schemas.microsoft.com/office/drawing/2014/main" id="{40D13EC5-1311-1581-6EDC-CA4CA5ED4328}"/>
                  </a:ext>
                </a:extLst>
              </p:cNvPr>
              <p:cNvSpPr/>
              <p:nvPr/>
            </p:nvSpPr>
            <p:spPr>
              <a:xfrm>
                <a:off x="7527156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34" name="pg562">
                <a:extLst>
                  <a:ext uri="{FF2B5EF4-FFF2-40B4-BE49-F238E27FC236}">
                    <a16:creationId xmlns:a16="http://schemas.microsoft.com/office/drawing/2014/main" id="{2D7A0219-B232-8DCD-455E-0A9B446348ED}"/>
                  </a:ext>
                </a:extLst>
              </p:cNvPr>
              <p:cNvSpPr/>
              <p:nvPr/>
            </p:nvSpPr>
            <p:spPr>
              <a:xfrm>
                <a:off x="7247590" y="15411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EF0DD">
                  <a:alpha val="100000"/>
                </a:srgbClr>
              </a:solidFill>
              <a:ln w="5420" cap="flat">
                <a:solidFill>
                  <a:srgbClr val="C8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35" name="pg563">
                <a:extLst>
                  <a:ext uri="{FF2B5EF4-FFF2-40B4-BE49-F238E27FC236}">
                    <a16:creationId xmlns:a16="http://schemas.microsoft.com/office/drawing/2014/main" id="{9C41E9A2-ABBE-FB23-52ED-A35D041DCAF8}"/>
                  </a:ext>
                </a:extLst>
              </p:cNvPr>
              <p:cNvSpPr/>
              <p:nvPr/>
            </p:nvSpPr>
            <p:spPr>
              <a:xfrm>
                <a:off x="7278653" y="15411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EF0DD">
                  <a:alpha val="100000"/>
                </a:srgbClr>
              </a:solidFill>
              <a:ln w="5420" cap="flat">
                <a:solidFill>
                  <a:srgbClr val="C9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36" name="pg564">
                <a:extLst>
                  <a:ext uri="{FF2B5EF4-FFF2-40B4-BE49-F238E27FC236}">
                    <a16:creationId xmlns:a16="http://schemas.microsoft.com/office/drawing/2014/main" id="{065320E6-3D64-F2A7-EED8-8EF66BB5FE50}"/>
                  </a:ext>
                </a:extLst>
              </p:cNvPr>
              <p:cNvSpPr/>
              <p:nvPr/>
            </p:nvSpPr>
            <p:spPr>
              <a:xfrm>
                <a:off x="7309716" y="15411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EF0DD">
                  <a:alpha val="100000"/>
                </a:srgbClr>
              </a:solidFill>
              <a:ln w="5420" cap="flat">
                <a:solidFill>
                  <a:srgbClr val="C9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37" name="pg565">
                <a:extLst>
                  <a:ext uri="{FF2B5EF4-FFF2-40B4-BE49-F238E27FC236}">
                    <a16:creationId xmlns:a16="http://schemas.microsoft.com/office/drawing/2014/main" id="{A6C85C8E-744A-3280-B1D6-6E2058401609}"/>
                  </a:ext>
                </a:extLst>
              </p:cNvPr>
              <p:cNvSpPr/>
              <p:nvPr/>
            </p:nvSpPr>
            <p:spPr>
              <a:xfrm>
                <a:off x="7340779" y="15411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BEFDB">
                  <a:alpha val="100000"/>
                </a:srgbClr>
              </a:solidFill>
              <a:ln w="5420" cap="flat">
                <a:solidFill>
                  <a:srgbClr val="C4ED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38" name="pg566">
                <a:extLst>
                  <a:ext uri="{FF2B5EF4-FFF2-40B4-BE49-F238E27FC236}">
                    <a16:creationId xmlns:a16="http://schemas.microsoft.com/office/drawing/2014/main" id="{9EA797BB-77D3-14AF-AEF2-80DC4234D7AB}"/>
                  </a:ext>
                </a:extLst>
              </p:cNvPr>
              <p:cNvSpPr/>
              <p:nvPr/>
            </p:nvSpPr>
            <p:spPr>
              <a:xfrm>
                <a:off x="7371842" y="15411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8EEDA">
                  <a:alpha val="100000"/>
                </a:srgbClr>
              </a:solidFill>
              <a:ln w="5420" cap="flat">
                <a:solidFill>
                  <a:srgbClr val="C1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39" name="pg567">
                <a:extLst>
                  <a:ext uri="{FF2B5EF4-FFF2-40B4-BE49-F238E27FC236}">
                    <a16:creationId xmlns:a16="http://schemas.microsoft.com/office/drawing/2014/main" id="{7C0318A8-AA0F-2F41-E1CA-682BA5DC71F1}"/>
                  </a:ext>
                </a:extLst>
              </p:cNvPr>
              <p:cNvSpPr/>
              <p:nvPr/>
            </p:nvSpPr>
            <p:spPr>
              <a:xfrm>
                <a:off x="7402905" y="15411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5EDD8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40" name="pg568">
                <a:extLst>
                  <a:ext uri="{FF2B5EF4-FFF2-40B4-BE49-F238E27FC236}">
                    <a16:creationId xmlns:a16="http://schemas.microsoft.com/office/drawing/2014/main" id="{51EDF920-35E8-4B79-07A4-1FF45C0C5FAB}"/>
                  </a:ext>
                </a:extLst>
              </p:cNvPr>
              <p:cNvSpPr/>
              <p:nvPr/>
            </p:nvSpPr>
            <p:spPr>
              <a:xfrm>
                <a:off x="7433968" y="15411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41" name="pg569">
                <a:extLst>
                  <a:ext uri="{FF2B5EF4-FFF2-40B4-BE49-F238E27FC236}">
                    <a16:creationId xmlns:a16="http://schemas.microsoft.com/office/drawing/2014/main" id="{74C64B60-68AC-0F7F-ADAD-634F5C6F9D2C}"/>
                  </a:ext>
                </a:extLst>
              </p:cNvPr>
              <p:cNvSpPr/>
              <p:nvPr/>
            </p:nvSpPr>
            <p:spPr>
              <a:xfrm>
                <a:off x="7465031" y="15411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5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42" name="pg570">
                <a:extLst>
                  <a:ext uri="{FF2B5EF4-FFF2-40B4-BE49-F238E27FC236}">
                    <a16:creationId xmlns:a16="http://schemas.microsoft.com/office/drawing/2014/main" id="{4006914C-1E05-E236-F0D4-F215687A9E61}"/>
                  </a:ext>
                </a:extLst>
              </p:cNvPr>
              <p:cNvSpPr/>
              <p:nvPr/>
            </p:nvSpPr>
            <p:spPr>
              <a:xfrm>
                <a:off x="7496094" y="15411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43" name="pg571">
                <a:extLst>
                  <a:ext uri="{FF2B5EF4-FFF2-40B4-BE49-F238E27FC236}">
                    <a16:creationId xmlns:a16="http://schemas.microsoft.com/office/drawing/2014/main" id="{48612BA0-D534-DC47-29A2-68AEDD1777F6}"/>
                  </a:ext>
                </a:extLst>
              </p:cNvPr>
              <p:cNvSpPr/>
              <p:nvPr/>
            </p:nvSpPr>
            <p:spPr>
              <a:xfrm>
                <a:off x="7527156" y="15411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B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44" name="pg572">
                <a:extLst>
                  <a:ext uri="{FF2B5EF4-FFF2-40B4-BE49-F238E27FC236}">
                    <a16:creationId xmlns:a16="http://schemas.microsoft.com/office/drawing/2014/main" id="{AB16CE26-340D-67F1-27DE-A71FD4C6F42A}"/>
                  </a:ext>
                </a:extLst>
              </p:cNvPr>
              <p:cNvSpPr/>
              <p:nvPr/>
            </p:nvSpPr>
            <p:spPr>
              <a:xfrm>
                <a:off x="7278653" y="15805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BEFDB">
                  <a:alpha val="100000"/>
                </a:srgbClr>
              </a:solidFill>
              <a:ln w="5420" cap="flat">
                <a:solidFill>
                  <a:srgbClr val="C4ED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45" name="pg573">
                <a:extLst>
                  <a:ext uri="{FF2B5EF4-FFF2-40B4-BE49-F238E27FC236}">
                    <a16:creationId xmlns:a16="http://schemas.microsoft.com/office/drawing/2014/main" id="{C3E596AD-C873-F5CA-5690-E44139C9FC8D}"/>
                  </a:ext>
                </a:extLst>
              </p:cNvPr>
              <p:cNvSpPr/>
              <p:nvPr/>
            </p:nvSpPr>
            <p:spPr>
              <a:xfrm>
                <a:off x="7309716" y="15805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AEFDB">
                  <a:alpha val="100000"/>
                </a:srgbClr>
              </a:solidFill>
              <a:ln w="5420" cap="flat">
                <a:solidFill>
                  <a:srgbClr val="C4EC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46" name="pg574">
                <a:extLst>
                  <a:ext uri="{FF2B5EF4-FFF2-40B4-BE49-F238E27FC236}">
                    <a16:creationId xmlns:a16="http://schemas.microsoft.com/office/drawing/2014/main" id="{3893765B-B3D0-6959-164E-4DC639FB78D3}"/>
                  </a:ext>
                </a:extLst>
              </p:cNvPr>
              <p:cNvSpPr/>
              <p:nvPr/>
            </p:nvSpPr>
            <p:spPr>
              <a:xfrm>
                <a:off x="7340779" y="15805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8EEDA">
                  <a:alpha val="100000"/>
                </a:srgbClr>
              </a:solidFill>
              <a:ln w="5420" cap="flat">
                <a:solidFill>
                  <a:srgbClr val="C0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47" name="pg575">
                <a:extLst>
                  <a:ext uri="{FF2B5EF4-FFF2-40B4-BE49-F238E27FC236}">
                    <a16:creationId xmlns:a16="http://schemas.microsoft.com/office/drawing/2014/main" id="{9EE76499-CCB0-BD96-01A2-6E830FC79780}"/>
                  </a:ext>
                </a:extLst>
              </p:cNvPr>
              <p:cNvSpPr/>
              <p:nvPr/>
            </p:nvSpPr>
            <p:spPr>
              <a:xfrm>
                <a:off x="7371842" y="15805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6EDD9">
                  <a:alpha val="100000"/>
                </a:srgbClr>
              </a:solidFill>
              <a:ln w="5420" cap="flat">
                <a:solidFill>
                  <a:srgbClr val="BDEA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48" name="pg576">
                <a:extLst>
                  <a:ext uri="{FF2B5EF4-FFF2-40B4-BE49-F238E27FC236}">
                    <a16:creationId xmlns:a16="http://schemas.microsoft.com/office/drawing/2014/main" id="{519652F4-0121-C211-B790-6354DF99AD07}"/>
                  </a:ext>
                </a:extLst>
              </p:cNvPr>
              <p:cNvSpPr/>
              <p:nvPr/>
            </p:nvSpPr>
            <p:spPr>
              <a:xfrm>
                <a:off x="7402905" y="15805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3ECD8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49" name="pg577">
                <a:extLst>
                  <a:ext uri="{FF2B5EF4-FFF2-40B4-BE49-F238E27FC236}">
                    <a16:creationId xmlns:a16="http://schemas.microsoft.com/office/drawing/2014/main" id="{B6F95B83-3F8B-73C3-43F1-F756F9394CD7}"/>
                  </a:ext>
                </a:extLst>
              </p:cNvPr>
              <p:cNvSpPr/>
              <p:nvPr/>
            </p:nvSpPr>
            <p:spPr>
              <a:xfrm>
                <a:off x="7433968" y="15805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1EBD6">
                  <a:alpha val="100000"/>
                </a:srgbClr>
              </a:solidFill>
              <a:ln w="5420" cap="flat">
                <a:solidFill>
                  <a:srgbClr val="B7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50" name="pg578">
                <a:extLst>
                  <a:ext uri="{FF2B5EF4-FFF2-40B4-BE49-F238E27FC236}">
                    <a16:creationId xmlns:a16="http://schemas.microsoft.com/office/drawing/2014/main" id="{B4C9ACC8-269F-138A-0FCB-6A4A2ABDA044}"/>
                  </a:ext>
                </a:extLst>
              </p:cNvPr>
              <p:cNvSpPr/>
              <p:nvPr/>
            </p:nvSpPr>
            <p:spPr>
              <a:xfrm>
                <a:off x="7465031" y="15805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E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51" name="pg579">
                <a:extLst>
                  <a:ext uri="{FF2B5EF4-FFF2-40B4-BE49-F238E27FC236}">
                    <a16:creationId xmlns:a16="http://schemas.microsoft.com/office/drawing/2014/main" id="{C4320559-FD22-62E9-070C-7D41B56773E6}"/>
                  </a:ext>
                </a:extLst>
              </p:cNvPr>
              <p:cNvSpPr/>
              <p:nvPr/>
            </p:nvSpPr>
            <p:spPr>
              <a:xfrm>
                <a:off x="7496094" y="15805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1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52" name="pg580">
                <a:extLst>
                  <a:ext uri="{FF2B5EF4-FFF2-40B4-BE49-F238E27FC236}">
                    <a16:creationId xmlns:a16="http://schemas.microsoft.com/office/drawing/2014/main" id="{14A9AB45-1CD3-4E07-E8D7-63E407566A27}"/>
                  </a:ext>
                </a:extLst>
              </p:cNvPr>
              <p:cNvSpPr/>
              <p:nvPr/>
            </p:nvSpPr>
            <p:spPr>
              <a:xfrm>
                <a:off x="7527156" y="15805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53" name="pg581">
                <a:extLst>
                  <a:ext uri="{FF2B5EF4-FFF2-40B4-BE49-F238E27FC236}">
                    <a16:creationId xmlns:a16="http://schemas.microsoft.com/office/drawing/2014/main" id="{99B9BF3F-8B2F-D825-273E-223C439BE63C}"/>
                  </a:ext>
                </a:extLst>
              </p:cNvPr>
              <p:cNvSpPr/>
              <p:nvPr/>
            </p:nvSpPr>
            <p:spPr>
              <a:xfrm>
                <a:off x="7309716" y="16200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DD9">
                  <a:alpha val="100000"/>
                </a:srgbClr>
              </a:solidFill>
              <a:ln w="5420" cap="flat">
                <a:solidFill>
                  <a:srgbClr val="BF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54" name="pg582">
                <a:extLst>
                  <a:ext uri="{FF2B5EF4-FFF2-40B4-BE49-F238E27FC236}">
                    <a16:creationId xmlns:a16="http://schemas.microsoft.com/office/drawing/2014/main" id="{EE273190-D00E-B318-1867-CCD4EEDC1D01}"/>
                  </a:ext>
                </a:extLst>
              </p:cNvPr>
              <p:cNvSpPr/>
              <p:nvPr/>
            </p:nvSpPr>
            <p:spPr>
              <a:xfrm>
                <a:off x="7340779" y="16200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5EDD8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55" name="pg583">
                <a:extLst>
                  <a:ext uri="{FF2B5EF4-FFF2-40B4-BE49-F238E27FC236}">
                    <a16:creationId xmlns:a16="http://schemas.microsoft.com/office/drawing/2014/main" id="{2E2D2C04-A0D1-5FD2-AE7F-6230F8C120E6}"/>
                  </a:ext>
                </a:extLst>
              </p:cNvPr>
              <p:cNvSpPr/>
              <p:nvPr/>
            </p:nvSpPr>
            <p:spPr>
              <a:xfrm>
                <a:off x="7371842" y="16200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4ECD8">
                  <a:alpha val="100000"/>
                </a:srgbClr>
              </a:solidFill>
              <a:ln w="5420" cap="flat">
                <a:solidFill>
                  <a:srgbClr val="BB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56" name="pg584">
                <a:extLst>
                  <a:ext uri="{FF2B5EF4-FFF2-40B4-BE49-F238E27FC236}">
                    <a16:creationId xmlns:a16="http://schemas.microsoft.com/office/drawing/2014/main" id="{68C31F5B-C27E-68C9-DF67-B754B5090F14}"/>
                  </a:ext>
                </a:extLst>
              </p:cNvPr>
              <p:cNvSpPr/>
              <p:nvPr/>
            </p:nvSpPr>
            <p:spPr>
              <a:xfrm>
                <a:off x="7402905" y="16200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1ECD6">
                  <a:alpha val="100000"/>
                </a:srgbClr>
              </a:solidFill>
              <a:ln w="5420" cap="flat">
                <a:solidFill>
                  <a:srgbClr val="B7E8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57" name="pg585">
                <a:extLst>
                  <a:ext uri="{FF2B5EF4-FFF2-40B4-BE49-F238E27FC236}">
                    <a16:creationId xmlns:a16="http://schemas.microsoft.com/office/drawing/2014/main" id="{41C978EA-7E77-FA77-D2C4-FDFBFECBA1B1}"/>
                  </a:ext>
                </a:extLst>
              </p:cNvPr>
              <p:cNvSpPr/>
              <p:nvPr/>
            </p:nvSpPr>
            <p:spPr>
              <a:xfrm>
                <a:off x="7433968" y="16200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6">
                  <a:alpha val="100000"/>
                </a:srgbClr>
              </a:solidFill>
              <a:ln w="5420" cap="flat">
                <a:solidFill>
                  <a:srgbClr val="B5E8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58" name="pg586">
                <a:extLst>
                  <a:ext uri="{FF2B5EF4-FFF2-40B4-BE49-F238E27FC236}">
                    <a16:creationId xmlns:a16="http://schemas.microsoft.com/office/drawing/2014/main" id="{6C182A6D-7AC7-0C0C-11C7-2945B59BB339}"/>
                  </a:ext>
                </a:extLst>
              </p:cNvPr>
              <p:cNvSpPr/>
              <p:nvPr/>
            </p:nvSpPr>
            <p:spPr>
              <a:xfrm>
                <a:off x="7465031" y="16200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5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59" name="pg587">
                <a:extLst>
                  <a:ext uri="{FF2B5EF4-FFF2-40B4-BE49-F238E27FC236}">
                    <a16:creationId xmlns:a16="http://schemas.microsoft.com/office/drawing/2014/main" id="{179EF4F9-30B6-0BC9-CFBC-09DA89EC0B17}"/>
                  </a:ext>
                </a:extLst>
              </p:cNvPr>
              <p:cNvSpPr/>
              <p:nvPr/>
            </p:nvSpPr>
            <p:spPr>
              <a:xfrm>
                <a:off x="7496094" y="16200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B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60" name="pg588">
                <a:extLst>
                  <a:ext uri="{FF2B5EF4-FFF2-40B4-BE49-F238E27FC236}">
                    <a16:creationId xmlns:a16="http://schemas.microsoft.com/office/drawing/2014/main" id="{8111065F-4504-5411-9088-1A3094C5B6F8}"/>
                  </a:ext>
                </a:extLst>
              </p:cNvPr>
              <p:cNvSpPr/>
              <p:nvPr/>
            </p:nvSpPr>
            <p:spPr>
              <a:xfrm>
                <a:off x="7527156" y="16200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61" name="pg589">
                <a:extLst>
                  <a:ext uri="{FF2B5EF4-FFF2-40B4-BE49-F238E27FC236}">
                    <a16:creationId xmlns:a16="http://schemas.microsoft.com/office/drawing/2014/main" id="{8211F94C-92F4-9A91-893C-F7A2F3037F20}"/>
                  </a:ext>
                </a:extLst>
              </p:cNvPr>
              <p:cNvSpPr/>
              <p:nvPr/>
            </p:nvSpPr>
            <p:spPr>
              <a:xfrm>
                <a:off x="7558219" y="16200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62" name="pg590">
                <a:extLst>
                  <a:ext uri="{FF2B5EF4-FFF2-40B4-BE49-F238E27FC236}">
                    <a16:creationId xmlns:a16="http://schemas.microsoft.com/office/drawing/2014/main" id="{137EA20F-576A-99A1-8D4A-6F56919DB6FA}"/>
                  </a:ext>
                </a:extLst>
              </p:cNvPr>
              <p:cNvSpPr/>
              <p:nvPr/>
            </p:nvSpPr>
            <p:spPr>
              <a:xfrm>
                <a:off x="7402905" y="165941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5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63" name="pg591">
                <a:extLst>
                  <a:ext uri="{FF2B5EF4-FFF2-40B4-BE49-F238E27FC236}">
                    <a16:creationId xmlns:a16="http://schemas.microsoft.com/office/drawing/2014/main" id="{2AB8D83C-0BC4-C520-D99A-BAD02039308D}"/>
                  </a:ext>
                </a:extLst>
              </p:cNvPr>
              <p:cNvSpPr/>
              <p:nvPr/>
            </p:nvSpPr>
            <p:spPr>
              <a:xfrm>
                <a:off x="7433968" y="165941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5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64" name="pg592">
                <a:extLst>
                  <a:ext uri="{FF2B5EF4-FFF2-40B4-BE49-F238E27FC236}">
                    <a16:creationId xmlns:a16="http://schemas.microsoft.com/office/drawing/2014/main" id="{73DA5721-D65A-C6B7-2E4A-B07C2B297D96}"/>
                  </a:ext>
                </a:extLst>
              </p:cNvPr>
              <p:cNvSpPr/>
              <p:nvPr/>
            </p:nvSpPr>
            <p:spPr>
              <a:xfrm>
                <a:off x="7465031" y="165941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65" name="pg593">
                <a:extLst>
                  <a:ext uri="{FF2B5EF4-FFF2-40B4-BE49-F238E27FC236}">
                    <a16:creationId xmlns:a16="http://schemas.microsoft.com/office/drawing/2014/main" id="{E1F55CE0-FBFC-74FA-D4C0-029481EF5575}"/>
                  </a:ext>
                </a:extLst>
              </p:cNvPr>
              <p:cNvSpPr/>
              <p:nvPr/>
            </p:nvSpPr>
            <p:spPr>
              <a:xfrm>
                <a:off x="7496094" y="165941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66" name="pg594">
                <a:extLst>
                  <a:ext uri="{FF2B5EF4-FFF2-40B4-BE49-F238E27FC236}">
                    <a16:creationId xmlns:a16="http://schemas.microsoft.com/office/drawing/2014/main" id="{4F6F4EBF-FDC1-D279-08B0-3565227410AA}"/>
                  </a:ext>
                </a:extLst>
              </p:cNvPr>
              <p:cNvSpPr/>
              <p:nvPr/>
            </p:nvSpPr>
            <p:spPr>
              <a:xfrm>
                <a:off x="7527156" y="165941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67" name="pg595">
                <a:extLst>
                  <a:ext uri="{FF2B5EF4-FFF2-40B4-BE49-F238E27FC236}">
                    <a16:creationId xmlns:a16="http://schemas.microsoft.com/office/drawing/2014/main" id="{1E01C8F9-FEB1-846D-AACD-DBDFE565952F}"/>
                  </a:ext>
                </a:extLst>
              </p:cNvPr>
              <p:cNvSpPr/>
              <p:nvPr/>
            </p:nvSpPr>
            <p:spPr>
              <a:xfrm>
                <a:off x="7558219" y="165941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68" name="pg596">
                <a:extLst>
                  <a:ext uri="{FF2B5EF4-FFF2-40B4-BE49-F238E27FC236}">
                    <a16:creationId xmlns:a16="http://schemas.microsoft.com/office/drawing/2014/main" id="{B77AD2C8-23E7-0A94-D184-FF309539B7EC}"/>
                  </a:ext>
                </a:extLst>
              </p:cNvPr>
              <p:cNvSpPr/>
              <p:nvPr/>
            </p:nvSpPr>
            <p:spPr>
              <a:xfrm>
                <a:off x="7247590" y="169881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69" name="pg597">
                <a:extLst>
                  <a:ext uri="{FF2B5EF4-FFF2-40B4-BE49-F238E27FC236}">
                    <a16:creationId xmlns:a16="http://schemas.microsoft.com/office/drawing/2014/main" id="{01B7398B-C159-EACF-313E-B9A02DF6225A}"/>
                  </a:ext>
                </a:extLst>
              </p:cNvPr>
              <p:cNvSpPr/>
              <p:nvPr/>
            </p:nvSpPr>
            <p:spPr>
              <a:xfrm>
                <a:off x="7371842" y="169881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5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70" name="pg598">
                <a:extLst>
                  <a:ext uri="{FF2B5EF4-FFF2-40B4-BE49-F238E27FC236}">
                    <a16:creationId xmlns:a16="http://schemas.microsoft.com/office/drawing/2014/main" id="{F703151F-C776-5FC7-D278-C57F18D71606}"/>
                  </a:ext>
                </a:extLst>
              </p:cNvPr>
              <p:cNvSpPr/>
              <p:nvPr/>
            </p:nvSpPr>
            <p:spPr>
              <a:xfrm>
                <a:off x="7402905" y="169881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2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71" name="pg599">
                <a:extLst>
                  <a:ext uri="{FF2B5EF4-FFF2-40B4-BE49-F238E27FC236}">
                    <a16:creationId xmlns:a16="http://schemas.microsoft.com/office/drawing/2014/main" id="{0AE3490A-4FCE-0D9B-E939-5A64B4A6E82D}"/>
                  </a:ext>
                </a:extLst>
              </p:cNvPr>
              <p:cNvSpPr/>
              <p:nvPr/>
            </p:nvSpPr>
            <p:spPr>
              <a:xfrm>
                <a:off x="7433968" y="169881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72" name="pg600">
                <a:extLst>
                  <a:ext uri="{FF2B5EF4-FFF2-40B4-BE49-F238E27FC236}">
                    <a16:creationId xmlns:a16="http://schemas.microsoft.com/office/drawing/2014/main" id="{5B607E26-BB47-BE4C-F3E1-27D95656C848}"/>
                  </a:ext>
                </a:extLst>
              </p:cNvPr>
              <p:cNvSpPr/>
              <p:nvPr/>
            </p:nvSpPr>
            <p:spPr>
              <a:xfrm>
                <a:off x="7465031" y="169881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73" name="pg601">
                <a:extLst>
                  <a:ext uri="{FF2B5EF4-FFF2-40B4-BE49-F238E27FC236}">
                    <a16:creationId xmlns:a16="http://schemas.microsoft.com/office/drawing/2014/main" id="{2B659818-D8BD-493C-5BAE-22754AADE7CE}"/>
                  </a:ext>
                </a:extLst>
              </p:cNvPr>
              <p:cNvSpPr/>
              <p:nvPr/>
            </p:nvSpPr>
            <p:spPr>
              <a:xfrm>
                <a:off x="7496094" y="169881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74" name="pg602">
                <a:extLst>
                  <a:ext uri="{FF2B5EF4-FFF2-40B4-BE49-F238E27FC236}">
                    <a16:creationId xmlns:a16="http://schemas.microsoft.com/office/drawing/2014/main" id="{2E22A2DC-B44D-840A-4731-1262210F78F5}"/>
                  </a:ext>
                </a:extLst>
              </p:cNvPr>
              <p:cNvSpPr/>
              <p:nvPr/>
            </p:nvSpPr>
            <p:spPr>
              <a:xfrm>
                <a:off x="7527156" y="169881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75" name="pg603">
                <a:extLst>
                  <a:ext uri="{FF2B5EF4-FFF2-40B4-BE49-F238E27FC236}">
                    <a16:creationId xmlns:a16="http://schemas.microsoft.com/office/drawing/2014/main" id="{B0C3F58B-3F1C-483F-0BF8-C9686DFF0F3D}"/>
                  </a:ext>
                </a:extLst>
              </p:cNvPr>
              <p:cNvSpPr/>
              <p:nvPr/>
            </p:nvSpPr>
            <p:spPr>
              <a:xfrm>
                <a:off x="7558219" y="169881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76" name="pg604">
                <a:extLst>
                  <a:ext uri="{FF2B5EF4-FFF2-40B4-BE49-F238E27FC236}">
                    <a16:creationId xmlns:a16="http://schemas.microsoft.com/office/drawing/2014/main" id="{1567B2AA-4968-2BD0-9949-32AA3F406457}"/>
                  </a:ext>
                </a:extLst>
              </p:cNvPr>
              <p:cNvSpPr/>
              <p:nvPr/>
            </p:nvSpPr>
            <p:spPr>
              <a:xfrm>
                <a:off x="7216527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77" name="pg605">
                <a:extLst>
                  <a:ext uri="{FF2B5EF4-FFF2-40B4-BE49-F238E27FC236}">
                    <a16:creationId xmlns:a16="http://schemas.microsoft.com/office/drawing/2014/main" id="{2D54967B-E836-0A63-3AC2-DE3230CECA23}"/>
                  </a:ext>
                </a:extLst>
              </p:cNvPr>
              <p:cNvSpPr/>
              <p:nvPr/>
            </p:nvSpPr>
            <p:spPr>
              <a:xfrm>
                <a:off x="7247590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78" name="pg606">
                <a:extLst>
                  <a:ext uri="{FF2B5EF4-FFF2-40B4-BE49-F238E27FC236}">
                    <a16:creationId xmlns:a16="http://schemas.microsoft.com/office/drawing/2014/main" id="{C0147BCC-25AD-2D9A-0BE9-D7E1B33337AE}"/>
                  </a:ext>
                </a:extLst>
              </p:cNvPr>
              <p:cNvSpPr/>
              <p:nvPr/>
            </p:nvSpPr>
            <p:spPr>
              <a:xfrm>
                <a:off x="7278653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79" name="pg607">
                <a:extLst>
                  <a:ext uri="{FF2B5EF4-FFF2-40B4-BE49-F238E27FC236}">
                    <a16:creationId xmlns:a16="http://schemas.microsoft.com/office/drawing/2014/main" id="{FCD05A7F-DCEE-A0ED-36AF-8EF9B1AF0B25}"/>
                  </a:ext>
                </a:extLst>
              </p:cNvPr>
              <p:cNvSpPr/>
              <p:nvPr/>
            </p:nvSpPr>
            <p:spPr>
              <a:xfrm>
                <a:off x="7309716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80" name="pg608">
                <a:extLst>
                  <a:ext uri="{FF2B5EF4-FFF2-40B4-BE49-F238E27FC236}">
                    <a16:creationId xmlns:a16="http://schemas.microsoft.com/office/drawing/2014/main" id="{555BE78D-1D67-4F57-6884-B7290F31EF07}"/>
                  </a:ext>
                </a:extLst>
              </p:cNvPr>
              <p:cNvSpPr/>
              <p:nvPr/>
            </p:nvSpPr>
            <p:spPr>
              <a:xfrm>
                <a:off x="7340779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81" name="pg609">
                <a:extLst>
                  <a:ext uri="{FF2B5EF4-FFF2-40B4-BE49-F238E27FC236}">
                    <a16:creationId xmlns:a16="http://schemas.microsoft.com/office/drawing/2014/main" id="{8AC76EBA-14DF-AFCB-934F-01FBE7A2869B}"/>
                  </a:ext>
                </a:extLst>
              </p:cNvPr>
              <p:cNvSpPr/>
              <p:nvPr/>
            </p:nvSpPr>
            <p:spPr>
              <a:xfrm>
                <a:off x="7371842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82" name="pg610">
                <a:extLst>
                  <a:ext uri="{FF2B5EF4-FFF2-40B4-BE49-F238E27FC236}">
                    <a16:creationId xmlns:a16="http://schemas.microsoft.com/office/drawing/2014/main" id="{7B61263F-C88B-5372-9352-D387CE99683A}"/>
                  </a:ext>
                </a:extLst>
              </p:cNvPr>
              <p:cNvSpPr/>
              <p:nvPr/>
            </p:nvSpPr>
            <p:spPr>
              <a:xfrm>
                <a:off x="7402905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BE9D3">
                  <a:alpha val="100000"/>
                </a:srgbClr>
              </a:solidFill>
              <a:ln w="5420" cap="flat">
                <a:solidFill>
                  <a:srgbClr val="AF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83" name="pg611">
                <a:extLst>
                  <a:ext uri="{FF2B5EF4-FFF2-40B4-BE49-F238E27FC236}">
                    <a16:creationId xmlns:a16="http://schemas.microsoft.com/office/drawing/2014/main" id="{8F1DB24D-480C-5099-9598-CFFD7876CD96}"/>
                  </a:ext>
                </a:extLst>
              </p:cNvPr>
              <p:cNvSpPr/>
              <p:nvPr/>
            </p:nvSpPr>
            <p:spPr>
              <a:xfrm>
                <a:off x="7433968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84" name="pg612">
                <a:extLst>
                  <a:ext uri="{FF2B5EF4-FFF2-40B4-BE49-F238E27FC236}">
                    <a16:creationId xmlns:a16="http://schemas.microsoft.com/office/drawing/2014/main" id="{5B58AED1-01AB-5F73-66A8-E73C50F0E2A1}"/>
                  </a:ext>
                </a:extLst>
              </p:cNvPr>
              <p:cNvSpPr/>
              <p:nvPr/>
            </p:nvSpPr>
            <p:spPr>
              <a:xfrm>
                <a:off x="7465031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85" name="pg613">
                <a:extLst>
                  <a:ext uri="{FF2B5EF4-FFF2-40B4-BE49-F238E27FC236}">
                    <a16:creationId xmlns:a16="http://schemas.microsoft.com/office/drawing/2014/main" id="{AA98EE98-819E-BDDA-F6DC-54AF0E601F40}"/>
                  </a:ext>
                </a:extLst>
              </p:cNvPr>
              <p:cNvSpPr/>
              <p:nvPr/>
            </p:nvSpPr>
            <p:spPr>
              <a:xfrm>
                <a:off x="7496094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86" name="pg614">
                <a:extLst>
                  <a:ext uri="{FF2B5EF4-FFF2-40B4-BE49-F238E27FC236}">
                    <a16:creationId xmlns:a16="http://schemas.microsoft.com/office/drawing/2014/main" id="{D2EA2561-FA6D-F0EF-10E4-D7426E5FE5B4}"/>
                  </a:ext>
                </a:extLst>
              </p:cNvPr>
              <p:cNvSpPr/>
              <p:nvPr/>
            </p:nvSpPr>
            <p:spPr>
              <a:xfrm>
                <a:off x="7527156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87" name="pg615">
                <a:extLst>
                  <a:ext uri="{FF2B5EF4-FFF2-40B4-BE49-F238E27FC236}">
                    <a16:creationId xmlns:a16="http://schemas.microsoft.com/office/drawing/2014/main" id="{601D43F0-A4B3-9C95-DF4F-CB629B9C22B2}"/>
                  </a:ext>
                </a:extLst>
              </p:cNvPr>
              <p:cNvSpPr/>
              <p:nvPr/>
            </p:nvSpPr>
            <p:spPr>
              <a:xfrm>
                <a:off x="7558219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88" name="pg616">
                <a:extLst>
                  <a:ext uri="{FF2B5EF4-FFF2-40B4-BE49-F238E27FC236}">
                    <a16:creationId xmlns:a16="http://schemas.microsoft.com/office/drawing/2014/main" id="{3326038B-2CC3-4391-415A-84C3BC5AB890}"/>
                  </a:ext>
                </a:extLst>
              </p:cNvPr>
              <p:cNvSpPr/>
              <p:nvPr/>
            </p:nvSpPr>
            <p:spPr>
              <a:xfrm>
                <a:off x="7185465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89" name="pg617">
                <a:extLst>
                  <a:ext uri="{FF2B5EF4-FFF2-40B4-BE49-F238E27FC236}">
                    <a16:creationId xmlns:a16="http://schemas.microsoft.com/office/drawing/2014/main" id="{14179602-4530-D405-AA2F-9BDDE086D8F5}"/>
                  </a:ext>
                </a:extLst>
              </p:cNvPr>
              <p:cNvSpPr/>
              <p:nvPr/>
            </p:nvSpPr>
            <p:spPr>
              <a:xfrm>
                <a:off x="7216527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90" name="pg618">
                <a:extLst>
                  <a:ext uri="{FF2B5EF4-FFF2-40B4-BE49-F238E27FC236}">
                    <a16:creationId xmlns:a16="http://schemas.microsoft.com/office/drawing/2014/main" id="{C78C925C-4E51-92B9-084D-630E38441A8A}"/>
                  </a:ext>
                </a:extLst>
              </p:cNvPr>
              <p:cNvSpPr/>
              <p:nvPr/>
            </p:nvSpPr>
            <p:spPr>
              <a:xfrm>
                <a:off x="7247590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91" name="pg619">
                <a:extLst>
                  <a:ext uri="{FF2B5EF4-FFF2-40B4-BE49-F238E27FC236}">
                    <a16:creationId xmlns:a16="http://schemas.microsoft.com/office/drawing/2014/main" id="{68F30F21-2778-6B78-5DA5-60DC65B66248}"/>
                  </a:ext>
                </a:extLst>
              </p:cNvPr>
              <p:cNvSpPr/>
              <p:nvPr/>
            </p:nvSpPr>
            <p:spPr>
              <a:xfrm>
                <a:off x="7278653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92" name="pg620">
                <a:extLst>
                  <a:ext uri="{FF2B5EF4-FFF2-40B4-BE49-F238E27FC236}">
                    <a16:creationId xmlns:a16="http://schemas.microsoft.com/office/drawing/2014/main" id="{D70A397D-2716-B9F7-4640-E085F3E33EFB}"/>
                  </a:ext>
                </a:extLst>
              </p:cNvPr>
              <p:cNvSpPr/>
              <p:nvPr/>
            </p:nvSpPr>
            <p:spPr>
              <a:xfrm>
                <a:off x="7309716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93" name="pg621">
                <a:extLst>
                  <a:ext uri="{FF2B5EF4-FFF2-40B4-BE49-F238E27FC236}">
                    <a16:creationId xmlns:a16="http://schemas.microsoft.com/office/drawing/2014/main" id="{C341D2D4-1213-16B7-41E6-47FBB003EC98}"/>
                  </a:ext>
                </a:extLst>
              </p:cNvPr>
              <p:cNvSpPr/>
              <p:nvPr/>
            </p:nvSpPr>
            <p:spPr>
              <a:xfrm>
                <a:off x="7340779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94" name="pg622">
                <a:extLst>
                  <a:ext uri="{FF2B5EF4-FFF2-40B4-BE49-F238E27FC236}">
                    <a16:creationId xmlns:a16="http://schemas.microsoft.com/office/drawing/2014/main" id="{9301061E-A339-F27F-FA70-21268FA94959}"/>
                  </a:ext>
                </a:extLst>
              </p:cNvPr>
              <p:cNvSpPr/>
              <p:nvPr/>
            </p:nvSpPr>
            <p:spPr>
              <a:xfrm>
                <a:off x="7371842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95" name="pg623">
                <a:extLst>
                  <a:ext uri="{FF2B5EF4-FFF2-40B4-BE49-F238E27FC236}">
                    <a16:creationId xmlns:a16="http://schemas.microsoft.com/office/drawing/2014/main" id="{1D0F5F1A-E20D-FA8C-0610-9B878A402882}"/>
                  </a:ext>
                </a:extLst>
              </p:cNvPr>
              <p:cNvSpPr/>
              <p:nvPr/>
            </p:nvSpPr>
            <p:spPr>
              <a:xfrm>
                <a:off x="7402905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96" name="pg624">
                <a:extLst>
                  <a:ext uri="{FF2B5EF4-FFF2-40B4-BE49-F238E27FC236}">
                    <a16:creationId xmlns:a16="http://schemas.microsoft.com/office/drawing/2014/main" id="{6208FC03-2924-7C74-065C-3276AB24D9D4}"/>
                  </a:ext>
                </a:extLst>
              </p:cNvPr>
              <p:cNvSpPr/>
              <p:nvPr/>
            </p:nvSpPr>
            <p:spPr>
              <a:xfrm>
                <a:off x="7433968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97" name="pg625">
                <a:extLst>
                  <a:ext uri="{FF2B5EF4-FFF2-40B4-BE49-F238E27FC236}">
                    <a16:creationId xmlns:a16="http://schemas.microsoft.com/office/drawing/2014/main" id="{B16135E3-1428-BAE6-4D3B-432CBA1762B4}"/>
                  </a:ext>
                </a:extLst>
              </p:cNvPr>
              <p:cNvSpPr/>
              <p:nvPr/>
            </p:nvSpPr>
            <p:spPr>
              <a:xfrm>
                <a:off x="7465031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98" name="pg626">
                <a:extLst>
                  <a:ext uri="{FF2B5EF4-FFF2-40B4-BE49-F238E27FC236}">
                    <a16:creationId xmlns:a16="http://schemas.microsoft.com/office/drawing/2014/main" id="{C8FC3E38-AC36-1C10-7267-0F3963339487}"/>
                  </a:ext>
                </a:extLst>
              </p:cNvPr>
              <p:cNvSpPr/>
              <p:nvPr/>
            </p:nvSpPr>
            <p:spPr>
              <a:xfrm>
                <a:off x="7496094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99" name="pg627">
                <a:extLst>
                  <a:ext uri="{FF2B5EF4-FFF2-40B4-BE49-F238E27FC236}">
                    <a16:creationId xmlns:a16="http://schemas.microsoft.com/office/drawing/2014/main" id="{04A0CFC7-4BBC-47AF-951E-3BBB646B05D5}"/>
                  </a:ext>
                </a:extLst>
              </p:cNvPr>
              <p:cNvSpPr/>
              <p:nvPr/>
            </p:nvSpPr>
            <p:spPr>
              <a:xfrm>
                <a:off x="7527156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00" name="pg628">
                <a:extLst>
                  <a:ext uri="{FF2B5EF4-FFF2-40B4-BE49-F238E27FC236}">
                    <a16:creationId xmlns:a16="http://schemas.microsoft.com/office/drawing/2014/main" id="{A4D99FD6-CF93-B9D3-38DB-C9ADA254BB12}"/>
                  </a:ext>
                </a:extLst>
              </p:cNvPr>
              <p:cNvSpPr/>
              <p:nvPr/>
            </p:nvSpPr>
            <p:spPr>
              <a:xfrm>
                <a:off x="7558219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01" name="pg629">
                <a:extLst>
                  <a:ext uri="{FF2B5EF4-FFF2-40B4-BE49-F238E27FC236}">
                    <a16:creationId xmlns:a16="http://schemas.microsoft.com/office/drawing/2014/main" id="{17A9A894-5AEB-DB2A-043A-866042788D9E}"/>
                  </a:ext>
                </a:extLst>
              </p:cNvPr>
              <p:cNvSpPr/>
              <p:nvPr/>
            </p:nvSpPr>
            <p:spPr>
              <a:xfrm>
                <a:off x="7589283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02" name="pg630">
                <a:extLst>
                  <a:ext uri="{FF2B5EF4-FFF2-40B4-BE49-F238E27FC236}">
                    <a16:creationId xmlns:a16="http://schemas.microsoft.com/office/drawing/2014/main" id="{D2B7A392-B304-A96D-B880-CEB6E39413CE}"/>
                  </a:ext>
                </a:extLst>
              </p:cNvPr>
              <p:cNvSpPr/>
              <p:nvPr/>
            </p:nvSpPr>
            <p:spPr>
              <a:xfrm>
                <a:off x="7185465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A6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03" name="pg631">
                <a:extLst>
                  <a:ext uri="{FF2B5EF4-FFF2-40B4-BE49-F238E27FC236}">
                    <a16:creationId xmlns:a16="http://schemas.microsoft.com/office/drawing/2014/main" id="{CA133683-52CE-6410-F22A-76CA0CC24E36}"/>
                  </a:ext>
                </a:extLst>
              </p:cNvPr>
              <p:cNvSpPr/>
              <p:nvPr/>
            </p:nvSpPr>
            <p:spPr>
              <a:xfrm>
                <a:off x="7216527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04" name="pg632">
                <a:extLst>
                  <a:ext uri="{FF2B5EF4-FFF2-40B4-BE49-F238E27FC236}">
                    <a16:creationId xmlns:a16="http://schemas.microsoft.com/office/drawing/2014/main" id="{78AE42CD-2A02-496C-D20D-232FABA04E31}"/>
                  </a:ext>
                </a:extLst>
              </p:cNvPr>
              <p:cNvSpPr/>
              <p:nvPr/>
            </p:nvSpPr>
            <p:spPr>
              <a:xfrm>
                <a:off x="7247590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05" name="pg633">
                <a:extLst>
                  <a:ext uri="{FF2B5EF4-FFF2-40B4-BE49-F238E27FC236}">
                    <a16:creationId xmlns:a16="http://schemas.microsoft.com/office/drawing/2014/main" id="{A7620FA9-E188-48CF-708A-86C2CEB7BBB2}"/>
                  </a:ext>
                </a:extLst>
              </p:cNvPr>
              <p:cNvSpPr/>
              <p:nvPr/>
            </p:nvSpPr>
            <p:spPr>
              <a:xfrm>
                <a:off x="7278653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06" name="pg634">
                <a:extLst>
                  <a:ext uri="{FF2B5EF4-FFF2-40B4-BE49-F238E27FC236}">
                    <a16:creationId xmlns:a16="http://schemas.microsoft.com/office/drawing/2014/main" id="{9C4A567D-B97B-434A-F2DB-AC94C885582D}"/>
                  </a:ext>
                </a:extLst>
              </p:cNvPr>
              <p:cNvSpPr/>
              <p:nvPr/>
            </p:nvSpPr>
            <p:spPr>
              <a:xfrm>
                <a:off x="7309716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07" name="pg635">
                <a:extLst>
                  <a:ext uri="{FF2B5EF4-FFF2-40B4-BE49-F238E27FC236}">
                    <a16:creationId xmlns:a16="http://schemas.microsoft.com/office/drawing/2014/main" id="{E37494F0-E27A-8630-1895-4596F7152D53}"/>
                  </a:ext>
                </a:extLst>
              </p:cNvPr>
              <p:cNvSpPr/>
              <p:nvPr/>
            </p:nvSpPr>
            <p:spPr>
              <a:xfrm>
                <a:off x="7340779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08" name="pg636">
                <a:extLst>
                  <a:ext uri="{FF2B5EF4-FFF2-40B4-BE49-F238E27FC236}">
                    <a16:creationId xmlns:a16="http://schemas.microsoft.com/office/drawing/2014/main" id="{79E23D60-57DE-13E9-6202-42C4D8A81BBE}"/>
                  </a:ext>
                </a:extLst>
              </p:cNvPr>
              <p:cNvSpPr/>
              <p:nvPr/>
            </p:nvSpPr>
            <p:spPr>
              <a:xfrm>
                <a:off x="7371842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09" name="pg637">
                <a:extLst>
                  <a:ext uri="{FF2B5EF4-FFF2-40B4-BE49-F238E27FC236}">
                    <a16:creationId xmlns:a16="http://schemas.microsoft.com/office/drawing/2014/main" id="{4C193BD8-83BE-DD41-B7CB-658E046B983C}"/>
                  </a:ext>
                </a:extLst>
              </p:cNvPr>
              <p:cNvSpPr/>
              <p:nvPr/>
            </p:nvSpPr>
            <p:spPr>
              <a:xfrm>
                <a:off x="7402905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10" name="pg638">
                <a:extLst>
                  <a:ext uri="{FF2B5EF4-FFF2-40B4-BE49-F238E27FC236}">
                    <a16:creationId xmlns:a16="http://schemas.microsoft.com/office/drawing/2014/main" id="{145F6DBB-8482-84AE-AC6F-25C0E1558898}"/>
                  </a:ext>
                </a:extLst>
              </p:cNvPr>
              <p:cNvSpPr/>
              <p:nvPr/>
            </p:nvSpPr>
            <p:spPr>
              <a:xfrm>
                <a:off x="7433968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11" name="pg639">
                <a:extLst>
                  <a:ext uri="{FF2B5EF4-FFF2-40B4-BE49-F238E27FC236}">
                    <a16:creationId xmlns:a16="http://schemas.microsoft.com/office/drawing/2014/main" id="{83415FD0-6B7F-FDAD-B03A-55BE03717D01}"/>
                  </a:ext>
                </a:extLst>
              </p:cNvPr>
              <p:cNvSpPr/>
              <p:nvPr/>
            </p:nvSpPr>
            <p:spPr>
              <a:xfrm>
                <a:off x="7465031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12" name="pg640">
                <a:extLst>
                  <a:ext uri="{FF2B5EF4-FFF2-40B4-BE49-F238E27FC236}">
                    <a16:creationId xmlns:a16="http://schemas.microsoft.com/office/drawing/2014/main" id="{F13160E7-23ED-6E4A-A3B2-AD6E06CD89E3}"/>
                  </a:ext>
                </a:extLst>
              </p:cNvPr>
              <p:cNvSpPr/>
              <p:nvPr/>
            </p:nvSpPr>
            <p:spPr>
              <a:xfrm>
                <a:off x="7496094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13" name="pg641">
                <a:extLst>
                  <a:ext uri="{FF2B5EF4-FFF2-40B4-BE49-F238E27FC236}">
                    <a16:creationId xmlns:a16="http://schemas.microsoft.com/office/drawing/2014/main" id="{837BAD27-0DB0-1B2E-3A88-476FE7E9DAF8}"/>
                  </a:ext>
                </a:extLst>
              </p:cNvPr>
              <p:cNvSpPr/>
              <p:nvPr/>
            </p:nvSpPr>
            <p:spPr>
              <a:xfrm>
                <a:off x="7527156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14" name="pg642">
                <a:extLst>
                  <a:ext uri="{FF2B5EF4-FFF2-40B4-BE49-F238E27FC236}">
                    <a16:creationId xmlns:a16="http://schemas.microsoft.com/office/drawing/2014/main" id="{A6CAE1D3-83D3-29B3-1DF2-7C4AB4DE4C85}"/>
                  </a:ext>
                </a:extLst>
              </p:cNvPr>
              <p:cNvSpPr/>
              <p:nvPr/>
            </p:nvSpPr>
            <p:spPr>
              <a:xfrm>
                <a:off x="7558219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15" name="pg643">
                <a:extLst>
                  <a:ext uri="{FF2B5EF4-FFF2-40B4-BE49-F238E27FC236}">
                    <a16:creationId xmlns:a16="http://schemas.microsoft.com/office/drawing/2014/main" id="{BF719905-984D-A04C-5E4C-3AA35659B74A}"/>
                  </a:ext>
                </a:extLst>
              </p:cNvPr>
              <p:cNvSpPr/>
              <p:nvPr/>
            </p:nvSpPr>
            <p:spPr>
              <a:xfrm>
                <a:off x="7589283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16" name="pg644">
                <a:extLst>
                  <a:ext uri="{FF2B5EF4-FFF2-40B4-BE49-F238E27FC236}">
                    <a16:creationId xmlns:a16="http://schemas.microsoft.com/office/drawing/2014/main" id="{1F835FAB-FBE0-22C0-7E47-5315760E0CA7}"/>
                  </a:ext>
                </a:extLst>
              </p:cNvPr>
              <p:cNvSpPr/>
              <p:nvPr/>
            </p:nvSpPr>
            <p:spPr>
              <a:xfrm>
                <a:off x="7620345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17" name="pg645">
                <a:extLst>
                  <a:ext uri="{FF2B5EF4-FFF2-40B4-BE49-F238E27FC236}">
                    <a16:creationId xmlns:a16="http://schemas.microsoft.com/office/drawing/2014/main" id="{AD3FEF8C-5A0C-C4E3-E2A2-908680A0B830}"/>
                  </a:ext>
                </a:extLst>
              </p:cNvPr>
              <p:cNvSpPr/>
              <p:nvPr/>
            </p:nvSpPr>
            <p:spPr>
              <a:xfrm>
                <a:off x="7185465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18" name="pg646">
                <a:extLst>
                  <a:ext uri="{FF2B5EF4-FFF2-40B4-BE49-F238E27FC236}">
                    <a16:creationId xmlns:a16="http://schemas.microsoft.com/office/drawing/2014/main" id="{55DEF03C-35AE-4701-1594-1640FFEC9F2A}"/>
                  </a:ext>
                </a:extLst>
              </p:cNvPr>
              <p:cNvSpPr/>
              <p:nvPr/>
            </p:nvSpPr>
            <p:spPr>
              <a:xfrm>
                <a:off x="7216527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19" name="pg647">
                <a:extLst>
                  <a:ext uri="{FF2B5EF4-FFF2-40B4-BE49-F238E27FC236}">
                    <a16:creationId xmlns:a16="http://schemas.microsoft.com/office/drawing/2014/main" id="{EB34B133-C5D2-929A-C34E-71937C223EE0}"/>
                  </a:ext>
                </a:extLst>
              </p:cNvPr>
              <p:cNvSpPr/>
              <p:nvPr/>
            </p:nvSpPr>
            <p:spPr>
              <a:xfrm>
                <a:off x="7247590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20" name="pg648">
                <a:extLst>
                  <a:ext uri="{FF2B5EF4-FFF2-40B4-BE49-F238E27FC236}">
                    <a16:creationId xmlns:a16="http://schemas.microsoft.com/office/drawing/2014/main" id="{D0C377C4-1D61-EA69-D881-CF16B573705D}"/>
                  </a:ext>
                </a:extLst>
              </p:cNvPr>
              <p:cNvSpPr/>
              <p:nvPr/>
            </p:nvSpPr>
            <p:spPr>
              <a:xfrm>
                <a:off x="7278653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21" name="pg649">
                <a:extLst>
                  <a:ext uri="{FF2B5EF4-FFF2-40B4-BE49-F238E27FC236}">
                    <a16:creationId xmlns:a16="http://schemas.microsoft.com/office/drawing/2014/main" id="{FECAE1EF-A3F0-C639-38CD-470A170F1A2D}"/>
                  </a:ext>
                </a:extLst>
              </p:cNvPr>
              <p:cNvSpPr/>
              <p:nvPr/>
            </p:nvSpPr>
            <p:spPr>
              <a:xfrm>
                <a:off x="7309716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22" name="pg650">
                <a:extLst>
                  <a:ext uri="{FF2B5EF4-FFF2-40B4-BE49-F238E27FC236}">
                    <a16:creationId xmlns:a16="http://schemas.microsoft.com/office/drawing/2014/main" id="{6A254238-9353-54FD-85AD-E801367A76A8}"/>
                  </a:ext>
                </a:extLst>
              </p:cNvPr>
              <p:cNvSpPr/>
              <p:nvPr/>
            </p:nvSpPr>
            <p:spPr>
              <a:xfrm>
                <a:off x="7340779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23" name="pg651">
                <a:extLst>
                  <a:ext uri="{FF2B5EF4-FFF2-40B4-BE49-F238E27FC236}">
                    <a16:creationId xmlns:a16="http://schemas.microsoft.com/office/drawing/2014/main" id="{9FDA4223-1CDF-B066-6457-369B05ECF387}"/>
                  </a:ext>
                </a:extLst>
              </p:cNvPr>
              <p:cNvSpPr/>
              <p:nvPr/>
            </p:nvSpPr>
            <p:spPr>
              <a:xfrm>
                <a:off x="7371842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24" name="pg652">
                <a:extLst>
                  <a:ext uri="{FF2B5EF4-FFF2-40B4-BE49-F238E27FC236}">
                    <a16:creationId xmlns:a16="http://schemas.microsoft.com/office/drawing/2014/main" id="{9C8370AF-6B96-F23C-6847-CFAC9E86D17B}"/>
                  </a:ext>
                </a:extLst>
              </p:cNvPr>
              <p:cNvSpPr/>
              <p:nvPr/>
            </p:nvSpPr>
            <p:spPr>
              <a:xfrm>
                <a:off x="7402905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25" name="pg653">
                <a:extLst>
                  <a:ext uri="{FF2B5EF4-FFF2-40B4-BE49-F238E27FC236}">
                    <a16:creationId xmlns:a16="http://schemas.microsoft.com/office/drawing/2014/main" id="{284131AD-BF36-55D3-8C3C-3D1FE56CDD50}"/>
                  </a:ext>
                </a:extLst>
              </p:cNvPr>
              <p:cNvSpPr/>
              <p:nvPr/>
            </p:nvSpPr>
            <p:spPr>
              <a:xfrm>
                <a:off x="7433968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26" name="pg654">
                <a:extLst>
                  <a:ext uri="{FF2B5EF4-FFF2-40B4-BE49-F238E27FC236}">
                    <a16:creationId xmlns:a16="http://schemas.microsoft.com/office/drawing/2014/main" id="{C9360D21-C43D-CE87-10AD-B4E7AEB1FE7E}"/>
                  </a:ext>
                </a:extLst>
              </p:cNvPr>
              <p:cNvSpPr/>
              <p:nvPr/>
            </p:nvSpPr>
            <p:spPr>
              <a:xfrm>
                <a:off x="7465031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27" name="pg655">
                <a:extLst>
                  <a:ext uri="{FF2B5EF4-FFF2-40B4-BE49-F238E27FC236}">
                    <a16:creationId xmlns:a16="http://schemas.microsoft.com/office/drawing/2014/main" id="{1CDE9702-9035-13E7-0D99-67AC0D13A85A}"/>
                  </a:ext>
                </a:extLst>
              </p:cNvPr>
              <p:cNvSpPr/>
              <p:nvPr/>
            </p:nvSpPr>
            <p:spPr>
              <a:xfrm>
                <a:off x="7496094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28" name="pg656">
                <a:extLst>
                  <a:ext uri="{FF2B5EF4-FFF2-40B4-BE49-F238E27FC236}">
                    <a16:creationId xmlns:a16="http://schemas.microsoft.com/office/drawing/2014/main" id="{11FA9D25-0AE5-7EB9-FC2E-FD8BCAB80E29}"/>
                  </a:ext>
                </a:extLst>
              </p:cNvPr>
              <p:cNvSpPr/>
              <p:nvPr/>
            </p:nvSpPr>
            <p:spPr>
              <a:xfrm>
                <a:off x="7527156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29" name="pg657">
                <a:extLst>
                  <a:ext uri="{FF2B5EF4-FFF2-40B4-BE49-F238E27FC236}">
                    <a16:creationId xmlns:a16="http://schemas.microsoft.com/office/drawing/2014/main" id="{994EF5D7-17C0-4C96-FC72-34841C2C50F7}"/>
                  </a:ext>
                </a:extLst>
              </p:cNvPr>
              <p:cNvSpPr/>
              <p:nvPr/>
            </p:nvSpPr>
            <p:spPr>
              <a:xfrm>
                <a:off x="7558219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30" name="pg658">
                <a:extLst>
                  <a:ext uri="{FF2B5EF4-FFF2-40B4-BE49-F238E27FC236}">
                    <a16:creationId xmlns:a16="http://schemas.microsoft.com/office/drawing/2014/main" id="{4C1849CB-11C0-421F-0718-9E4ED1E85947}"/>
                  </a:ext>
                </a:extLst>
              </p:cNvPr>
              <p:cNvSpPr/>
              <p:nvPr/>
            </p:nvSpPr>
            <p:spPr>
              <a:xfrm>
                <a:off x="7589283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31" name="pg659">
                <a:extLst>
                  <a:ext uri="{FF2B5EF4-FFF2-40B4-BE49-F238E27FC236}">
                    <a16:creationId xmlns:a16="http://schemas.microsoft.com/office/drawing/2014/main" id="{EB6D2C5E-C8AD-2C05-8B6A-4F23DC881779}"/>
                  </a:ext>
                </a:extLst>
              </p:cNvPr>
              <p:cNvSpPr/>
              <p:nvPr/>
            </p:nvSpPr>
            <p:spPr>
              <a:xfrm>
                <a:off x="7620345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32" name="pg660">
                <a:extLst>
                  <a:ext uri="{FF2B5EF4-FFF2-40B4-BE49-F238E27FC236}">
                    <a16:creationId xmlns:a16="http://schemas.microsoft.com/office/drawing/2014/main" id="{9C2481E9-7082-1811-61DC-4F3C1EDDB523}"/>
                  </a:ext>
                </a:extLst>
              </p:cNvPr>
              <p:cNvSpPr/>
              <p:nvPr/>
            </p:nvSpPr>
            <p:spPr>
              <a:xfrm>
                <a:off x="8013933" y="474902"/>
                <a:ext cx="10529" cy="54128"/>
              </a:xfrm>
              <a:custGeom>
                <a:avLst/>
                <a:gdLst/>
                <a:ahLst/>
                <a:cxnLst/>
                <a:rect l="0" t="0" r="0" b="0"/>
                <a:pathLst>
                  <a:path w="27605" h="141906">
                    <a:moveTo>
                      <a:pt x="25965" y="15142"/>
                    </a:moveTo>
                    <a:lnTo>
                      <a:pt x="3001" y="141906"/>
                    </a:lnTo>
                    <a:lnTo>
                      <a:pt x="0" y="103414"/>
                    </a:lnTo>
                    <a:lnTo>
                      <a:pt x="9634" y="0"/>
                    </a:lnTo>
                    <a:lnTo>
                      <a:pt x="27605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33" name="pg661">
                <a:extLst>
                  <a:ext uri="{FF2B5EF4-FFF2-40B4-BE49-F238E27FC236}">
                    <a16:creationId xmlns:a16="http://schemas.microsoft.com/office/drawing/2014/main" id="{14A8C3C3-2AA2-0745-27F8-C817044FC995}"/>
                  </a:ext>
                </a:extLst>
              </p:cNvPr>
              <p:cNvSpPr/>
              <p:nvPr/>
            </p:nvSpPr>
            <p:spPr>
              <a:xfrm>
                <a:off x="7607067" y="474902"/>
                <a:ext cx="397528" cy="357698"/>
              </a:xfrm>
              <a:custGeom>
                <a:avLst/>
                <a:gdLst/>
                <a:ahLst/>
                <a:cxnLst/>
                <a:rect l="0" t="0" r="0" b="0"/>
                <a:pathLst>
                  <a:path w="1042192" h="937770">
                    <a:moveTo>
                      <a:pt x="1041757" y="966"/>
                    </a:moveTo>
                    <a:lnTo>
                      <a:pt x="998433" y="199714"/>
                    </a:lnTo>
                    <a:lnTo>
                      <a:pt x="938872" y="305648"/>
                    </a:lnTo>
                    <a:lnTo>
                      <a:pt x="884012" y="378917"/>
                    </a:lnTo>
                    <a:lnTo>
                      <a:pt x="827417" y="366805"/>
                    </a:lnTo>
                    <a:lnTo>
                      <a:pt x="840146" y="425026"/>
                    </a:lnTo>
                    <a:lnTo>
                      <a:pt x="824596" y="455352"/>
                    </a:lnTo>
                    <a:lnTo>
                      <a:pt x="811288" y="518619"/>
                    </a:lnTo>
                    <a:lnTo>
                      <a:pt x="777548" y="560552"/>
                    </a:lnTo>
                    <a:lnTo>
                      <a:pt x="745832" y="556515"/>
                    </a:lnTo>
                    <a:lnTo>
                      <a:pt x="700266" y="585419"/>
                    </a:lnTo>
                    <a:lnTo>
                      <a:pt x="682293" y="607532"/>
                    </a:lnTo>
                    <a:lnTo>
                      <a:pt x="680955" y="649879"/>
                    </a:lnTo>
                    <a:lnTo>
                      <a:pt x="650470" y="687132"/>
                    </a:lnTo>
                    <a:lnTo>
                      <a:pt x="540461" y="880650"/>
                    </a:lnTo>
                    <a:lnTo>
                      <a:pt x="444953" y="937770"/>
                    </a:lnTo>
                    <a:lnTo>
                      <a:pt x="422098" y="929465"/>
                    </a:lnTo>
                    <a:lnTo>
                      <a:pt x="447268" y="838120"/>
                    </a:lnTo>
                    <a:lnTo>
                      <a:pt x="464518" y="745766"/>
                    </a:lnTo>
                    <a:lnTo>
                      <a:pt x="406548" y="705576"/>
                    </a:lnTo>
                    <a:lnTo>
                      <a:pt x="351073" y="684334"/>
                    </a:lnTo>
                    <a:lnTo>
                      <a:pt x="287426" y="687132"/>
                    </a:lnTo>
                    <a:lnTo>
                      <a:pt x="217124" y="615332"/>
                    </a:lnTo>
                    <a:lnTo>
                      <a:pt x="126499" y="563121"/>
                    </a:lnTo>
                    <a:lnTo>
                      <a:pt x="0" y="421860"/>
                    </a:lnTo>
                    <a:lnTo>
                      <a:pt x="3688" y="382679"/>
                    </a:lnTo>
                    <a:lnTo>
                      <a:pt x="506" y="316935"/>
                    </a:lnTo>
                    <a:lnTo>
                      <a:pt x="38947" y="213064"/>
                    </a:lnTo>
                    <a:lnTo>
                      <a:pt x="75798" y="140438"/>
                    </a:lnTo>
                    <a:lnTo>
                      <a:pt x="126680" y="102817"/>
                    </a:lnTo>
                    <a:lnTo>
                      <a:pt x="274335" y="64508"/>
                    </a:lnTo>
                    <a:lnTo>
                      <a:pt x="311366" y="6884"/>
                    </a:lnTo>
                    <a:lnTo>
                      <a:pt x="314479" y="0"/>
                    </a:lnTo>
                    <a:lnTo>
                      <a:pt x="1042192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34" name="pg662">
                <a:extLst>
                  <a:ext uri="{FF2B5EF4-FFF2-40B4-BE49-F238E27FC236}">
                    <a16:creationId xmlns:a16="http://schemas.microsoft.com/office/drawing/2014/main" id="{C5E1DA6E-5744-488F-948F-6434BE79CCE3}"/>
                  </a:ext>
                </a:extLst>
              </p:cNvPr>
              <p:cNvSpPr/>
              <p:nvPr/>
            </p:nvSpPr>
            <p:spPr>
              <a:xfrm>
                <a:off x="6948204" y="474902"/>
                <a:ext cx="796815" cy="1404773"/>
              </a:xfrm>
              <a:custGeom>
                <a:avLst/>
                <a:gdLst/>
                <a:ahLst/>
                <a:cxnLst/>
                <a:rect l="0" t="0" r="0" b="0"/>
                <a:pathLst>
                  <a:path w="2088998" h="3682871">
                    <a:moveTo>
                      <a:pt x="1987487" y="41706"/>
                    </a:moveTo>
                    <a:lnTo>
                      <a:pt x="1877912" y="69968"/>
                    </a:lnTo>
                    <a:lnTo>
                      <a:pt x="1818858" y="101074"/>
                    </a:lnTo>
                    <a:lnTo>
                      <a:pt x="1771628" y="148650"/>
                    </a:lnTo>
                    <a:lnTo>
                      <a:pt x="1743674" y="208385"/>
                    </a:lnTo>
                    <a:lnTo>
                      <a:pt x="1680388" y="280369"/>
                    </a:lnTo>
                    <a:lnTo>
                      <a:pt x="1684836" y="328588"/>
                    </a:lnTo>
                    <a:lnTo>
                      <a:pt x="1695432" y="362859"/>
                    </a:lnTo>
                    <a:lnTo>
                      <a:pt x="1690550" y="434293"/>
                    </a:lnTo>
                    <a:lnTo>
                      <a:pt x="1730583" y="503937"/>
                    </a:lnTo>
                    <a:lnTo>
                      <a:pt x="1809961" y="618039"/>
                    </a:lnTo>
                    <a:lnTo>
                      <a:pt x="1825114" y="795269"/>
                    </a:lnTo>
                    <a:lnTo>
                      <a:pt x="1885687" y="913867"/>
                    </a:lnTo>
                    <a:lnTo>
                      <a:pt x="1978519" y="1052146"/>
                    </a:lnTo>
                    <a:lnTo>
                      <a:pt x="2049905" y="1091464"/>
                    </a:lnTo>
                    <a:lnTo>
                      <a:pt x="2053377" y="1142895"/>
                    </a:lnTo>
                    <a:lnTo>
                      <a:pt x="2020432" y="1227817"/>
                    </a:lnTo>
                    <a:lnTo>
                      <a:pt x="1977000" y="1266630"/>
                    </a:lnTo>
                    <a:lnTo>
                      <a:pt x="2033487" y="1258877"/>
                    </a:lnTo>
                    <a:lnTo>
                      <a:pt x="2061622" y="1278284"/>
                    </a:lnTo>
                    <a:lnTo>
                      <a:pt x="2088998" y="1349121"/>
                    </a:lnTo>
                    <a:lnTo>
                      <a:pt x="2086864" y="1421426"/>
                    </a:lnTo>
                    <a:lnTo>
                      <a:pt x="2077606" y="1462167"/>
                    </a:lnTo>
                    <a:lnTo>
                      <a:pt x="2060501" y="1478408"/>
                    </a:lnTo>
                    <a:lnTo>
                      <a:pt x="2061224" y="1436796"/>
                    </a:lnTo>
                    <a:lnTo>
                      <a:pt x="2049110" y="1422344"/>
                    </a:lnTo>
                    <a:lnTo>
                      <a:pt x="2029111" y="1440374"/>
                    </a:lnTo>
                    <a:lnTo>
                      <a:pt x="2016165" y="1460928"/>
                    </a:lnTo>
                    <a:lnTo>
                      <a:pt x="2010776" y="1541905"/>
                    </a:lnTo>
                    <a:lnTo>
                      <a:pt x="1997071" y="1582370"/>
                    </a:lnTo>
                    <a:lnTo>
                      <a:pt x="1948612" y="1594390"/>
                    </a:lnTo>
                    <a:lnTo>
                      <a:pt x="1899466" y="1700646"/>
                    </a:lnTo>
                    <a:lnTo>
                      <a:pt x="1853755" y="1760931"/>
                    </a:lnTo>
                    <a:lnTo>
                      <a:pt x="1673879" y="2168566"/>
                    </a:lnTo>
                    <a:lnTo>
                      <a:pt x="1680750" y="2236697"/>
                    </a:lnTo>
                    <a:lnTo>
                      <a:pt x="1647841" y="2258627"/>
                    </a:lnTo>
                    <a:lnTo>
                      <a:pt x="1598008" y="2276474"/>
                    </a:lnTo>
                    <a:lnTo>
                      <a:pt x="1547596" y="2317214"/>
                    </a:lnTo>
                    <a:lnTo>
                      <a:pt x="1514145" y="2362130"/>
                    </a:lnTo>
                    <a:lnTo>
                      <a:pt x="1483081" y="2482929"/>
                    </a:lnTo>
                    <a:lnTo>
                      <a:pt x="1423556" y="2618915"/>
                    </a:lnTo>
                    <a:lnTo>
                      <a:pt x="1386416" y="2562254"/>
                    </a:lnTo>
                    <a:lnTo>
                      <a:pt x="1376905" y="2513760"/>
                    </a:lnTo>
                    <a:lnTo>
                      <a:pt x="1393432" y="2387272"/>
                    </a:lnTo>
                    <a:lnTo>
                      <a:pt x="1457803" y="2179898"/>
                    </a:lnTo>
                    <a:lnTo>
                      <a:pt x="1528719" y="2050978"/>
                    </a:lnTo>
                    <a:lnTo>
                      <a:pt x="1582819" y="1989868"/>
                    </a:lnTo>
                    <a:lnTo>
                      <a:pt x="1627300" y="1865306"/>
                    </a:lnTo>
                    <a:lnTo>
                      <a:pt x="1571103" y="1846725"/>
                    </a:lnTo>
                    <a:lnTo>
                      <a:pt x="1485432" y="1848744"/>
                    </a:lnTo>
                    <a:lnTo>
                      <a:pt x="1501560" y="1791257"/>
                    </a:lnTo>
                    <a:lnTo>
                      <a:pt x="1526549" y="1740607"/>
                    </a:lnTo>
                    <a:lnTo>
                      <a:pt x="1481888" y="1690140"/>
                    </a:lnTo>
                    <a:lnTo>
                      <a:pt x="1455452" y="1683717"/>
                    </a:lnTo>
                    <a:lnTo>
                      <a:pt x="1428221" y="1663025"/>
                    </a:lnTo>
                    <a:lnTo>
                      <a:pt x="1460153" y="1621000"/>
                    </a:lnTo>
                    <a:lnTo>
                      <a:pt x="1475740" y="1576589"/>
                    </a:lnTo>
                    <a:lnTo>
                      <a:pt x="1466229" y="1522544"/>
                    </a:lnTo>
                    <a:lnTo>
                      <a:pt x="1479609" y="1481849"/>
                    </a:lnTo>
                    <a:lnTo>
                      <a:pt x="1457296" y="1487997"/>
                    </a:lnTo>
                    <a:lnTo>
                      <a:pt x="1421422" y="1531077"/>
                    </a:lnTo>
                    <a:lnTo>
                      <a:pt x="1399110" y="1548282"/>
                    </a:lnTo>
                    <a:lnTo>
                      <a:pt x="1385512" y="1510156"/>
                    </a:lnTo>
                    <a:lnTo>
                      <a:pt x="1369998" y="1518782"/>
                    </a:lnTo>
                    <a:lnTo>
                      <a:pt x="1359909" y="1544979"/>
                    </a:lnTo>
                    <a:lnTo>
                      <a:pt x="1337017" y="1559385"/>
                    </a:lnTo>
                    <a:lnTo>
                      <a:pt x="1288667" y="1523553"/>
                    </a:lnTo>
                    <a:lnTo>
                      <a:pt x="1218184" y="1482537"/>
                    </a:lnTo>
                    <a:lnTo>
                      <a:pt x="1178947" y="1411975"/>
                    </a:lnTo>
                    <a:lnTo>
                      <a:pt x="1156562" y="1357287"/>
                    </a:lnTo>
                    <a:lnTo>
                      <a:pt x="1179309" y="1258326"/>
                    </a:lnTo>
                    <a:lnTo>
                      <a:pt x="1228021" y="1240755"/>
                    </a:lnTo>
                    <a:lnTo>
                      <a:pt x="1291307" y="1256812"/>
                    </a:lnTo>
                    <a:lnTo>
                      <a:pt x="1374265" y="1256675"/>
                    </a:lnTo>
                    <a:lnTo>
                      <a:pt x="1362404" y="1234699"/>
                    </a:lnTo>
                    <a:lnTo>
                      <a:pt x="1332786" y="1238323"/>
                    </a:lnTo>
                    <a:lnTo>
                      <a:pt x="1245343" y="1158035"/>
                    </a:lnTo>
                    <a:lnTo>
                      <a:pt x="1217208" y="1109541"/>
                    </a:lnTo>
                    <a:lnTo>
                      <a:pt x="1168821" y="1096236"/>
                    </a:lnTo>
                    <a:lnTo>
                      <a:pt x="1146762" y="1142849"/>
                    </a:lnTo>
                    <a:lnTo>
                      <a:pt x="1122279" y="1155236"/>
                    </a:lnTo>
                    <a:lnTo>
                      <a:pt x="1152512" y="1053247"/>
                    </a:lnTo>
                    <a:lnTo>
                      <a:pt x="1192038" y="1049072"/>
                    </a:lnTo>
                    <a:lnTo>
                      <a:pt x="1250406" y="1020811"/>
                    </a:lnTo>
                    <a:lnTo>
                      <a:pt x="1233445" y="961764"/>
                    </a:lnTo>
                    <a:lnTo>
                      <a:pt x="1196595" y="935934"/>
                    </a:lnTo>
                    <a:lnTo>
                      <a:pt x="1130054" y="968325"/>
                    </a:lnTo>
                    <a:lnTo>
                      <a:pt x="1130850" y="926804"/>
                    </a:lnTo>
                    <a:lnTo>
                      <a:pt x="1143326" y="873631"/>
                    </a:lnTo>
                    <a:lnTo>
                      <a:pt x="1193485" y="873814"/>
                    </a:lnTo>
                    <a:lnTo>
                      <a:pt x="1237423" y="891156"/>
                    </a:lnTo>
                    <a:lnTo>
                      <a:pt x="1274816" y="805271"/>
                    </a:lnTo>
                    <a:lnTo>
                      <a:pt x="1276480" y="766916"/>
                    </a:lnTo>
                    <a:lnTo>
                      <a:pt x="1214351" y="822659"/>
                    </a:lnTo>
                    <a:lnTo>
                      <a:pt x="1200392" y="702410"/>
                    </a:lnTo>
                    <a:lnTo>
                      <a:pt x="1261544" y="586428"/>
                    </a:lnTo>
                    <a:lnTo>
                      <a:pt x="1319876" y="535869"/>
                    </a:lnTo>
                    <a:lnTo>
                      <a:pt x="1392745" y="537337"/>
                    </a:lnTo>
                    <a:lnTo>
                      <a:pt x="1466807" y="529171"/>
                    </a:lnTo>
                    <a:lnTo>
                      <a:pt x="1420338" y="507929"/>
                    </a:lnTo>
                    <a:lnTo>
                      <a:pt x="1372638" y="496413"/>
                    </a:lnTo>
                    <a:lnTo>
                      <a:pt x="1408476" y="450580"/>
                    </a:lnTo>
                    <a:lnTo>
                      <a:pt x="1439034" y="442368"/>
                    </a:lnTo>
                    <a:lnTo>
                      <a:pt x="1469050" y="402407"/>
                    </a:lnTo>
                    <a:lnTo>
                      <a:pt x="1396868" y="408326"/>
                    </a:lnTo>
                    <a:lnTo>
                      <a:pt x="1405366" y="332717"/>
                    </a:lnTo>
                    <a:lnTo>
                      <a:pt x="1370287" y="348086"/>
                    </a:lnTo>
                    <a:lnTo>
                      <a:pt x="1328302" y="355198"/>
                    </a:lnTo>
                    <a:lnTo>
                      <a:pt x="1311956" y="387267"/>
                    </a:lnTo>
                    <a:lnTo>
                      <a:pt x="1315175" y="440533"/>
                    </a:lnTo>
                    <a:lnTo>
                      <a:pt x="1302915" y="475492"/>
                    </a:lnTo>
                    <a:lnTo>
                      <a:pt x="1270260" y="503570"/>
                    </a:lnTo>
                    <a:lnTo>
                      <a:pt x="1215111" y="525455"/>
                    </a:lnTo>
                    <a:lnTo>
                      <a:pt x="1209758" y="487513"/>
                    </a:lnTo>
                    <a:lnTo>
                      <a:pt x="1191532" y="470308"/>
                    </a:lnTo>
                    <a:lnTo>
                      <a:pt x="1184733" y="551560"/>
                    </a:lnTo>
                    <a:lnTo>
                      <a:pt x="1170268" y="579179"/>
                    </a:lnTo>
                    <a:lnTo>
                      <a:pt x="1129946" y="502928"/>
                    </a:lnTo>
                    <a:lnTo>
                      <a:pt x="1117831" y="518298"/>
                    </a:lnTo>
                    <a:lnTo>
                      <a:pt x="1119386" y="539952"/>
                    </a:lnTo>
                    <a:lnTo>
                      <a:pt x="1109080" y="577390"/>
                    </a:lnTo>
                    <a:lnTo>
                      <a:pt x="1074507" y="596888"/>
                    </a:lnTo>
                    <a:lnTo>
                      <a:pt x="1076641" y="644878"/>
                    </a:lnTo>
                    <a:lnTo>
                      <a:pt x="1063225" y="671029"/>
                    </a:lnTo>
                    <a:lnTo>
                      <a:pt x="952492" y="629371"/>
                    </a:lnTo>
                    <a:lnTo>
                      <a:pt x="949889" y="643501"/>
                    </a:lnTo>
                    <a:lnTo>
                      <a:pt x="1012524" y="733333"/>
                    </a:lnTo>
                    <a:lnTo>
                      <a:pt x="1058270" y="764026"/>
                    </a:lnTo>
                    <a:lnTo>
                      <a:pt x="1063839" y="813024"/>
                    </a:lnTo>
                    <a:lnTo>
                      <a:pt x="1024566" y="853673"/>
                    </a:lnTo>
                    <a:lnTo>
                      <a:pt x="970393" y="818576"/>
                    </a:lnTo>
                    <a:lnTo>
                      <a:pt x="961280" y="821145"/>
                    </a:lnTo>
                    <a:lnTo>
                      <a:pt x="990717" y="881338"/>
                    </a:lnTo>
                    <a:lnTo>
                      <a:pt x="1009269" y="933916"/>
                    </a:lnTo>
                    <a:lnTo>
                      <a:pt x="990175" y="977960"/>
                    </a:lnTo>
                    <a:lnTo>
                      <a:pt x="993140" y="1032189"/>
                    </a:lnTo>
                    <a:lnTo>
                      <a:pt x="989017" y="1081371"/>
                    </a:lnTo>
                    <a:lnTo>
                      <a:pt x="977337" y="1124268"/>
                    </a:lnTo>
                    <a:lnTo>
                      <a:pt x="1003663" y="1322006"/>
                    </a:lnTo>
                    <a:lnTo>
                      <a:pt x="1035379" y="1375777"/>
                    </a:lnTo>
                    <a:lnTo>
                      <a:pt x="1066552" y="1427207"/>
                    </a:lnTo>
                    <a:lnTo>
                      <a:pt x="1083078" y="1475334"/>
                    </a:lnTo>
                    <a:lnTo>
                      <a:pt x="1049989" y="1482354"/>
                    </a:lnTo>
                    <a:lnTo>
                      <a:pt x="997299" y="1442760"/>
                    </a:lnTo>
                    <a:lnTo>
                      <a:pt x="951010" y="1412572"/>
                    </a:lnTo>
                    <a:lnTo>
                      <a:pt x="895861" y="1316042"/>
                    </a:lnTo>
                    <a:lnTo>
                      <a:pt x="886747" y="1277504"/>
                    </a:lnTo>
                    <a:lnTo>
                      <a:pt x="873295" y="1247040"/>
                    </a:lnTo>
                    <a:lnTo>
                      <a:pt x="879804" y="1317006"/>
                    </a:lnTo>
                    <a:lnTo>
                      <a:pt x="899477" y="1395138"/>
                    </a:lnTo>
                    <a:lnTo>
                      <a:pt x="1072193" y="1569983"/>
                    </a:lnTo>
                    <a:lnTo>
                      <a:pt x="1104089" y="1637058"/>
                    </a:lnTo>
                    <a:lnTo>
                      <a:pt x="1128391" y="1689773"/>
                    </a:lnTo>
                    <a:lnTo>
                      <a:pt x="1122279" y="1740286"/>
                    </a:lnTo>
                    <a:lnTo>
                      <a:pt x="1077256" y="1704546"/>
                    </a:lnTo>
                    <a:lnTo>
                      <a:pt x="1038416" y="1658988"/>
                    </a:lnTo>
                    <a:lnTo>
                      <a:pt x="935315" y="1607512"/>
                    </a:lnTo>
                    <a:lnTo>
                      <a:pt x="805308" y="1574983"/>
                    </a:lnTo>
                    <a:lnTo>
                      <a:pt x="732004" y="1455331"/>
                    </a:lnTo>
                    <a:lnTo>
                      <a:pt x="732258" y="1505247"/>
                    </a:lnTo>
                    <a:lnTo>
                      <a:pt x="715984" y="1547594"/>
                    </a:lnTo>
                    <a:lnTo>
                      <a:pt x="671178" y="1495980"/>
                    </a:lnTo>
                    <a:lnTo>
                      <a:pt x="642934" y="1451936"/>
                    </a:lnTo>
                    <a:lnTo>
                      <a:pt x="633459" y="1403671"/>
                    </a:lnTo>
                    <a:lnTo>
                      <a:pt x="577515" y="1406974"/>
                    </a:lnTo>
                    <a:lnTo>
                      <a:pt x="518858" y="1448908"/>
                    </a:lnTo>
                    <a:lnTo>
                      <a:pt x="462117" y="1438952"/>
                    </a:lnTo>
                    <a:lnTo>
                      <a:pt x="455391" y="1357104"/>
                    </a:lnTo>
                    <a:lnTo>
                      <a:pt x="470724" y="1313748"/>
                    </a:lnTo>
                    <a:lnTo>
                      <a:pt x="534408" y="1211209"/>
                    </a:lnTo>
                    <a:lnTo>
                      <a:pt x="594403" y="1158861"/>
                    </a:lnTo>
                    <a:lnTo>
                      <a:pt x="620875" y="1091281"/>
                    </a:lnTo>
                    <a:lnTo>
                      <a:pt x="611834" y="986493"/>
                    </a:lnTo>
                    <a:lnTo>
                      <a:pt x="600551" y="1093116"/>
                    </a:lnTo>
                    <a:lnTo>
                      <a:pt x="566268" y="1145969"/>
                    </a:lnTo>
                    <a:lnTo>
                      <a:pt x="512384" y="1186342"/>
                    </a:lnTo>
                    <a:lnTo>
                      <a:pt x="441468" y="1258280"/>
                    </a:lnTo>
                    <a:lnTo>
                      <a:pt x="424146" y="1324805"/>
                    </a:lnTo>
                    <a:lnTo>
                      <a:pt x="402014" y="1449367"/>
                    </a:lnTo>
                    <a:lnTo>
                      <a:pt x="431957" y="1491529"/>
                    </a:lnTo>
                    <a:lnTo>
                      <a:pt x="462551" y="1502540"/>
                    </a:lnTo>
                    <a:lnTo>
                      <a:pt x="552924" y="1474279"/>
                    </a:lnTo>
                    <a:lnTo>
                      <a:pt x="599683" y="1486896"/>
                    </a:lnTo>
                    <a:lnTo>
                      <a:pt x="703689" y="1636874"/>
                    </a:lnTo>
                    <a:lnTo>
                      <a:pt x="897343" y="1696196"/>
                    </a:lnTo>
                    <a:lnTo>
                      <a:pt x="967970" y="1733266"/>
                    </a:lnTo>
                    <a:lnTo>
                      <a:pt x="1025542" y="1811536"/>
                    </a:lnTo>
                    <a:lnTo>
                      <a:pt x="1112081" y="1856589"/>
                    </a:lnTo>
                    <a:lnTo>
                      <a:pt x="1179237" y="1922058"/>
                    </a:lnTo>
                    <a:lnTo>
                      <a:pt x="1181045" y="1964772"/>
                    </a:lnTo>
                    <a:lnTo>
                      <a:pt x="1157792" y="2015285"/>
                    </a:lnTo>
                    <a:lnTo>
                      <a:pt x="1148606" y="2083644"/>
                    </a:lnTo>
                    <a:lnTo>
                      <a:pt x="1120073" y="2126771"/>
                    </a:lnTo>
                    <a:lnTo>
                      <a:pt x="1051580" y="2131726"/>
                    </a:lnTo>
                    <a:lnTo>
                      <a:pt x="1010209" y="2120623"/>
                    </a:lnTo>
                    <a:lnTo>
                      <a:pt x="787804" y="1880308"/>
                    </a:lnTo>
                    <a:lnTo>
                      <a:pt x="761261" y="1858195"/>
                    </a:lnTo>
                    <a:lnTo>
                      <a:pt x="678772" y="1732349"/>
                    </a:lnTo>
                    <a:lnTo>
                      <a:pt x="581999" y="1664952"/>
                    </a:lnTo>
                    <a:lnTo>
                      <a:pt x="552056" y="1666374"/>
                    </a:lnTo>
                    <a:lnTo>
                      <a:pt x="689802" y="1791028"/>
                    </a:lnTo>
                    <a:lnTo>
                      <a:pt x="746036" y="1878198"/>
                    </a:lnTo>
                    <a:lnTo>
                      <a:pt x="845087" y="2000420"/>
                    </a:lnTo>
                    <a:lnTo>
                      <a:pt x="915895" y="2052171"/>
                    </a:lnTo>
                    <a:lnTo>
                      <a:pt x="968006" y="2132918"/>
                    </a:lnTo>
                    <a:lnTo>
                      <a:pt x="1016429" y="2170769"/>
                    </a:lnTo>
                    <a:lnTo>
                      <a:pt x="1148642" y="2224676"/>
                    </a:lnTo>
                    <a:lnTo>
                      <a:pt x="1102679" y="2263398"/>
                    </a:lnTo>
                    <a:lnTo>
                      <a:pt x="1176054" y="2296385"/>
                    </a:lnTo>
                    <a:lnTo>
                      <a:pt x="1186542" y="2357037"/>
                    </a:lnTo>
                    <a:lnTo>
                      <a:pt x="1179815" y="2426177"/>
                    </a:lnTo>
                    <a:lnTo>
                      <a:pt x="1077979" y="2398833"/>
                    </a:lnTo>
                    <a:lnTo>
                      <a:pt x="1074652" y="2449759"/>
                    </a:lnTo>
                    <a:lnTo>
                      <a:pt x="1083765" y="2479810"/>
                    </a:lnTo>
                    <a:lnTo>
                      <a:pt x="1038778" y="2504630"/>
                    </a:lnTo>
                    <a:lnTo>
                      <a:pt x="976216" y="2470955"/>
                    </a:lnTo>
                    <a:lnTo>
                      <a:pt x="813770" y="2286751"/>
                    </a:lnTo>
                    <a:lnTo>
                      <a:pt x="815144" y="2311388"/>
                    </a:lnTo>
                    <a:lnTo>
                      <a:pt x="828307" y="2339970"/>
                    </a:lnTo>
                    <a:lnTo>
                      <a:pt x="922513" y="2458568"/>
                    </a:lnTo>
                    <a:lnTo>
                      <a:pt x="1006593" y="2529680"/>
                    </a:lnTo>
                    <a:lnTo>
                      <a:pt x="1077871" y="2561796"/>
                    </a:lnTo>
                    <a:lnTo>
                      <a:pt x="1132803" y="2621392"/>
                    </a:lnTo>
                    <a:lnTo>
                      <a:pt x="1152186" y="2657453"/>
                    </a:lnTo>
                    <a:lnTo>
                      <a:pt x="1165133" y="2712141"/>
                    </a:lnTo>
                    <a:lnTo>
                      <a:pt x="1124413" y="2749303"/>
                    </a:lnTo>
                    <a:lnTo>
                      <a:pt x="1078051" y="2769811"/>
                    </a:lnTo>
                    <a:lnTo>
                      <a:pt x="1032775" y="2732741"/>
                    </a:lnTo>
                    <a:lnTo>
                      <a:pt x="999577" y="2693698"/>
                    </a:lnTo>
                    <a:lnTo>
                      <a:pt x="928878" y="2627403"/>
                    </a:lnTo>
                    <a:lnTo>
                      <a:pt x="907686" y="2553308"/>
                    </a:lnTo>
                    <a:lnTo>
                      <a:pt x="853911" y="2557116"/>
                    </a:lnTo>
                    <a:lnTo>
                      <a:pt x="629156" y="2463156"/>
                    </a:lnTo>
                    <a:lnTo>
                      <a:pt x="448520" y="2452328"/>
                    </a:lnTo>
                    <a:lnTo>
                      <a:pt x="466168" y="2471230"/>
                    </a:lnTo>
                    <a:lnTo>
                      <a:pt x="489023" y="2483801"/>
                    </a:lnTo>
                    <a:lnTo>
                      <a:pt x="632881" y="2506970"/>
                    </a:lnTo>
                    <a:lnTo>
                      <a:pt x="689730" y="2550234"/>
                    </a:lnTo>
                    <a:lnTo>
                      <a:pt x="808056" y="2588635"/>
                    </a:lnTo>
                    <a:lnTo>
                      <a:pt x="877345" y="2599141"/>
                    </a:lnTo>
                    <a:lnTo>
                      <a:pt x="905444" y="2717096"/>
                    </a:lnTo>
                    <a:lnTo>
                      <a:pt x="1001204" y="2798256"/>
                    </a:lnTo>
                    <a:lnTo>
                      <a:pt x="1013645" y="2858403"/>
                    </a:lnTo>
                    <a:lnTo>
                      <a:pt x="1079028" y="2865148"/>
                    </a:lnTo>
                    <a:lnTo>
                      <a:pt x="1194063" y="2806147"/>
                    </a:lnTo>
                    <a:lnTo>
                      <a:pt x="1268307" y="2826839"/>
                    </a:lnTo>
                    <a:lnTo>
                      <a:pt x="1375386" y="2843722"/>
                    </a:lnTo>
                    <a:lnTo>
                      <a:pt x="1399869" y="2891345"/>
                    </a:lnTo>
                    <a:lnTo>
                      <a:pt x="1418240" y="2981956"/>
                    </a:lnTo>
                    <a:lnTo>
                      <a:pt x="1456103" y="3083899"/>
                    </a:lnTo>
                    <a:lnTo>
                      <a:pt x="1554287" y="3485845"/>
                    </a:lnTo>
                    <a:lnTo>
                      <a:pt x="1642687" y="3682871"/>
                    </a:lnTo>
                    <a:lnTo>
                      <a:pt x="1615976" y="3682871"/>
                    </a:lnTo>
                    <a:lnTo>
                      <a:pt x="1576238" y="3603800"/>
                    </a:lnTo>
                    <a:lnTo>
                      <a:pt x="1515845" y="3446573"/>
                    </a:lnTo>
                    <a:lnTo>
                      <a:pt x="1453789" y="3168959"/>
                    </a:lnTo>
                    <a:lnTo>
                      <a:pt x="1435779" y="3106793"/>
                    </a:lnTo>
                    <a:lnTo>
                      <a:pt x="1414588" y="3081972"/>
                    </a:lnTo>
                    <a:lnTo>
                      <a:pt x="1400629" y="3102159"/>
                    </a:lnTo>
                    <a:lnTo>
                      <a:pt x="1394625" y="3137532"/>
                    </a:lnTo>
                    <a:lnTo>
                      <a:pt x="1404751" y="3164692"/>
                    </a:lnTo>
                    <a:lnTo>
                      <a:pt x="1380305" y="3256083"/>
                    </a:lnTo>
                    <a:lnTo>
                      <a:pt x="1390901" y="3298016"/>
                    </a:lnTo>
                    <a:lnTo>
                      <a:pt x="1430608" y="3341372"/>
                    </a:lnTo>
                    <a:lnTo>
                      <a:pt x="1473751" y="3449555"/>
                    </a:lnTo>
                    <a:lnTo>
                      <a:pt x="1508214" y="3595221"/>
                    </a:lnTo>
                    <a:lnTo>
                      <a:pt x="1461600" y="3536174"/>
                    </a:lnTo>
                    <a:lnTo>
                      <a:pt x="1411839" y="3504885"/>
                    </a:lnTo>
                    <a:lnTo>
                      <a:pt x="1334413" y="3480890"/>
                    </a:lnTo>
                    <a:lnTo>
                      <a:pt x="1265450" y="3438819"/>
                    </a:lnTo>
                    <a:lnTo>
                      <a:pt x="1270477" y="3499150"/>
                    </a:lnTo>
                    <a:lnTo>
                      <a:pt x="1263859" y="3564298"/>
                    </a:lnTo>
                    <a:lnTo>
                      <a:pt x="1210699" y="3544433"/>
                    </a:lnTo>
                    <a:lnTo>
                      <a:pt x="1174535" y="3522824"/>
                    </a:lnTo>
                    <a:lnTo>
                      <a:pt x="1206540" y="3592239"/>
                    </a:lnTo>
                    <a:lnTo>
                      <a:pt x="1137070" y="3571410"/>
                    </a:lnTo>
                    <a:lnTo>
                      <a:pt x="1090781" y="3575768"/>
                    </a:lnTo>
                    <a:lnTo>
                      <a:pt x="1060693" y="3637384"/>
                    </a:lnTo>
                    <a:lnTo>
                      <a:pt x="1020335" y="3674775"/>
                    </a:lnTo>
                    <a:lnTo>
                      <a:pt x="980297" y="3682871"/>
                    </a:lnTo>
                    <a:lnTo>
                      <a:pt x="954427" y="3682871"/>
                    </a:lnTo>
                    <a:lnTo>
                      <a:pt x="872137" y="3630502"/>
                    </a:lnTo>
                    <a:lnTo>
                      <a:pt x="843460" y="3562096"/>
                    </a:lnTo>
                    <a:lnTo>
                      <a:pt x="831598" y="3485937"/>
                    </a:lnTo>
                    <a:lnTo>
                      <a:pt x="826861" y="3575997"/>
                    </a:lnTo>
                    <a:lnTo>
                      <a:pt x="842628" y="3669774"/>
                    </a:lnTo>
                    <a:lnTo>
                      <a:pt x="841612" y="3682871"/>
                    </a:lnTo>
                    <a:lnTo>
                      <a:pt x="0" y="3682871"/>
                    </a:lnTo>
                    <a:lnTo>
                      <a:pt x="0" y="0"/>
                    </a:lnTo>
                    <a:lnTo>
                      <a:pt x="2024089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35" name="pg663">
                <a:extLst>
                  <a:ext uri="{FF2B5EF4-FFF2-40B4-BE49-F238E27FC236}">
                    <a16:creationId xmlns:a16="http://schemas.microsoft.com/office/drawing/2014/main" id="{15162C48-3724-DCC0-E468-9A0C2CB15CDC}"/>
                  </a:ext>
                </a:extLst>
              </p:cNvPr>
              <p:cNvSpPr/>
              <p:nvPr/>
            </p:nvSpPr>
            <p:spPr>
              <a:xfrm>
                <a:off x="7966137" y="543975"/>
                <a:ext cx="41368" cy="77787"/>
              </a:xfrm>
              <a:custGeom>
                <a:avLst/>
                <a:gdLst/>
                <a:ahLst/>
                <a:cxnLst/>
                <a:rect l="0" t="0" r="0" b="0"/>
                <a:pathLst>
                  <a:path w="108453" h="203932">
                    <a:moveTo>
                      <a:pt x="1988" y="203932"/>
                    </a:moveTo>
                    <a:lnTo>
                      <a:pt x="0" y="176588"/>
                    </a:lnTo>
                    <a:lnTo>
                      <a:pt x="108453" y="0"/>
                    </a:lnTo>
                    <a:lnTo>
                      <a:pt x="88853" y="6170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36" name="pg664">
                <a:extLst>
                  <a:ext uri="{FF2B5EF4-FFF2-40B4-BE49-F238E27FC236}">
                    <a16:creationId xmlns:a16="http://schemas.microsoft.com/office/drawing/2014/main" id="{7A3174E4-BF65-5D30-4773-6D64CFFC5024}"/>
                  </a:ext>
                </a:extLst>
              </p:cNvPr>
              <p:cNvSpPr/>
              <p:nvPr/>
            </p:nvSpPr>
            <p:spPr>
              <a:xfrm>
                <a:off x="7648228" y="1063055"/>
                <a:ext cx="79273" cy="152686"/>
              </a:xfrm>
              <a:custGeom>
                <a:avLst/>
                <a:gdLst/>
                <a:ahLst/>
                <a:cxnLst/>
                <a:rect l="0" t="0" r="0" b="0"/>
                <a:pathLst>
                  <a:path w="207830" h="400294">
                    <a:moveTo>
                      <a:pt x="0" y="400294"/>
                    </a:moveTo>
                    <a:lnTo>
                      <a:pt x="112974" y="212144"/>
                    </a:lnTo>
                    <a:lnTo>
                      <a:pt x="178574" y="54504"/>
                    </a:lnTo>
                    <a:lnTo>
                      <a:pt x="207830" y="0"/>
                    </a:lnTo>
                    <a:lnTo>
                      <a:pt x="179442" y="110476"/>
                    </a:lnTo>
                    <a:lnTo>
                      <a:pt x="129826" y="212052"/>
                    </a:lnTo>
                    <a:lnTo>
                      <a:pt x="33668" y="38506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37" name="pt665">
                <a:extLst>
                  <a:ext uri="{FF2B5EF4-FFF2-40B4-BE49-F238E27FC236}">
                    <a16:creationId xmlns:a16="http://schemas.microsoft.com/office/drawing/2014/main" id="{39EC596C-0AA3-23E9-A36F-CAFE42BEF242}"/>
                  </a:ext>
                </a:extLst>
              </p:cNvPr>
              <p:cNvSpPr/>
              <p:nvPr/>
            </p:nvSpPr>
            <p:spPr>
              <a:xfrm>
                <a:off x="7540037" y="1279735"/>
                <a:ext cx="55120" cy="55120"/>
              </a:xfrm>
              <a:prstGeom prst="ellipse">
                <a:avLst/>
              </a:prstGeom>
              <a:solidFill>
                <a:srgbClr val="B5E8D1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38" name="pt666">
                <a:extLst>
                  <a:ext uri="{FF2B5EF4-FFF2-40B4-BE49-F238E27FC236}">
                    <a16:creationId xmlns:a16="http://schemas.microsoft.com/office/drawing/2014/main" id="{379646ED-9AAD-12F7-1D67-FCD4BF4FDDC3}"/>
                  </a:ext>
                </a:extLst>
              </p:cNvPr>
              <p:cNvSpPr/>
              <p:nvPr/>
            </p:nvSpPr>
            <p:spPr>
              <a:xfrm>
                <a:off x="7752171" y="757561"/>
                <a:ext cx="55120" cy="55120"/>
              </a:xfrm>
              <a:prstGeom prst="ellipse">
                <a:avLst/>
              </a:prstGeom>
              <a:solidFill>
                <a:srgbClr val="C7EDD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39" name="pt667">
                <a:extLst>
                  <a:ext uri="{FF2B5EF4-FFF2-40B4-BE49-F238E27FC236}">
                    <a16:creationId xmlns:a16="http://schemas.microsoft.com/office/drawing/2014/main" id="{435783C7-EC59-3AD8-3603-BFB14E011AC0}"/>
                  </a:ext>
                </a:extLst>
              </p:cNvPr>
              <p:cNvSpPr/>
              <p:nvPr/>
            </p:nvSpPr>
            <p:spPr>
              <a:xfrm>
                <a:off x="7581562" y="628133"/>
                <a:ext cx="55120" cy="55120"/>
              </a:xfrm>
              <a:prstGeom prst="ellipse">
                <a:avLst/>
              </a:prstGeom>
              <a:solidFill>
                <a:srgbClr val="ACE5C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40" name="pt668">
                <a:extLst>
                  <a:ext uri="{FF2B5EF4-FFF2-40B4-BE49-F238E27FC236}">
                    <a16:creationId xmlns:a16="http://schemas.microsoft.com/office/drawing/2014/main" id="{58CA380C-BC23-890A-1AFA-5BFCF63178E4}"/>
                  </a:ext>
                </a:extLst>
              </p:cNvPr>
              <p:cNvSpPr/>
              <p:nvPr/>
            </p:nvSpPr>
            <p:spPr>
              <a:xfrm>
                <a:off x="7169184" y="1021567"/>
                <a:ext cx="55120" cy="55120"/>
              </a:xfrm>
              <a:prstGeom prst="ellipse">
                <a:avLst/>
              </a:prstGeom>
              <a:solidFill>
                <a:srgbClr val="B3E7D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41" name="pt669">
                <a:extLst>
                  <a:ext uri="{FF2B5EF4-FFF2-40B4-BE49-F238E27FC236}">
                    <a16:creationId xmlns:a16="http://schemas.microsoft.com/office/drawing/2014/main" id="{E950E961-470F-CB77-D7BB-3DBC77642ABB}"/>
                  </a:ext>
                </a:extLst>
              </p:cNvPr>
              <p:cNvSpPr/>
              <p:nvPr/>
            </p:nvSpPr>
            <p:spPr>
              <a:xfrm>
                <a:off x="7265559" y="1447371"/>
                <a:ext cx="55120" cy="55120"/>
              </a:xfrm>
              <a:prstGeom prst="ellipse">
                <a:avLst/>
              </a:prstGeom>
              <a:solidFill>
                <a:srgbClr val="D6F2E1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42" name="pt670">
                <a:extLst>
                  <a:ext uri="{FF2B5EF4-FFF2-40B4-BE49-F238E27FC236}">
                    <a16:creationId xmlns:a16="http://schemas.microsoft.com/office/drawing/2014/main" id="{949F9E2C-A093-6E46-82ED-0881D04DD056}"/>
                  </a:ext>
                </a:extLst>
              </p:cNvPr>
              <p:cNvSpPr/>
              <p:nvPr/>
            </p:nvSpPr>
            <p:spPr>
              <a:xfrm>
                <a:off x="7254491" y="1426695"/>
                <a:ext cx="98419" cy="97738"/>
              </a:xfrm>
              <a:prstGeom prst="ellipse">
                <a:avLst/>
              </a:prstGeom>
              <a:solidFill>
                <a:srgbClr val="BAE9D3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43" name="pt671">
                <a:extLst>
                  <a:ext uri="{FF2B5EF4-FFF2-40B4-BE49-F238E27FC236}">
                    <a16:creationId xmlns:a16="http://schemas.microsoft.com/office/drawing/2014/main" id="{C4F9B797-395B-4F26-6B0E-6BAFA541123E}"/>
                  </a:ext>
                </a:extLst>
              </p:cNvPr>
              <p:cNvSpPr/>
              <p:nvPr/>
            </p:nvSpPr>
            <p:spPr>
              <a:xfrm>
                <a:off x="7293936" y="1128717"/>
                <a:ext cx="98419" cy="97738"/>
              </a:xfrm>
              <a:prstGeom prst="ellipse">
                <a:avLst/>
              </a:prstGeom>
              <a:solidFill>
                <a:srgbClr val="94DDC1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44" name="pt672">
                <a:extLst>
                  <a:ext uri="{FF2B5EF4-FFF2-40B4-BE49-F238E27FC236}">
                    <a16:creationId xmlns:a16="http://schemas.microsoft.com/office/drawing/2014/main" id="{10634C3D-678E-9894-8BAA-3B19867BCEDC}"/>
                  </a:ext>
                </a:extLst>
              </p:cNvPr>
              <p:cNvSpPr/>
              <p:nvPr/>
            </p:nvSpPr>
            <p:spPr>
              <a:xfrm>
                <a:off x="7283351" y="1391429"/>
                <a:ext cx="98419" cy="97738"/>
              </a:xfrm>
              <a:prstGeom prst="ellipse">
                <a:avLst/>
              </a:prstGeom>
              <a:solidFill>
                <a:srgbClr val="D7F3E1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45" name="pl675">
                <a:extLst>
                  <a:ext uri="{FF2B5EF4-FFF2-40B4-BE49-F238E27FC236}">
                    <a16:creationId xmlns:a16="http://schemas.microsoft.com/office/drawing/2014/main" id="{6D964F58-E46E-D6FB-D79A-C7A4635162D5}"/>
                  </a:ext>
                </a:extLst>
              </p:cNvPr>
              <p:cNvSpPr/>
              <p:nvPr/>
            </p:nvSpPr>
            <p:spPr>
              <a:xfrm>
                <a:off x="7347203" y="1000663"/>
                <a:ext cx="414952" cy="174178"/>
              </a:xfrm>
              <a:custGeom>
                <a:avLst/>
                <a:gdLst/>
                <a:ahLst/>
                <a:cxnLst/>
                <a:rect l="0" t="0" r="0" b="0"/>
                <a:pathLst>
                  <a:path w="1087872" h="456639">
                    <a:moveTo>
                      <a:pt x="1087872" y="0"/>
                    </a:moveTo>
                    <a:lnTo>
                      <a:pt x="0" y="456639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46" name="pl676">
                <a:extLst>
                  <a:ext uri="{FF2B5EF4-FFF2-40B4-BE49-F238E27FC236}">
                    <a16:creationId xmlns:a16="http://schemas.microsoft.com/office/drawing/2014/main" id="{2237627B-7CE6-9B70-72FF-A46B67F6693E}"/>
                  </a:ext>
                </a:extLst>
              </p:cNvPr>
              <p:cNvSpPr/>
              <p:nvPr/>
            </p:nvSpPr>
            <p:spPr>
              <a:xfrm>
                <a:off x="7336428" y="1191311"/>
                <a:ext cx="476290" cy="245854"/>
              </a:xfrm>
              <a:custGeom>
                <a:avLst/>
                <a:gdLst/>
                <a:ahLst/>
                <a:cxnLst/>
                <a:rect l="0" t="0" r="0" b="0"/>
                <a:pathLst>
                  <a:path w="1248681" h="644551">
                    <a:moveTo>
                      <a:pt x="1248681" y="0"/>
                    </a:moveTo>
                    <a:lnTo>
                      <a:pt x="0" y="644551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347" name="rc683">
                <a:extLst>
                  <a:ext uri="{FF2B5EF4-FFF2-40B4-BE49-F238E27FC236}">
                    <a16:creationId xmlns:a16="http://schemas.microsoft.com/office/drawing/2014/main" id="{E0E61F29-4979-2FC1-D123-4E502988DC85}"/>
                  </a:ext>
                </a:extLst>
              </p:cNvPr>
              <p:cNvSpPr/>
              <p:nvPr/>
            </p:nvSpPr>
            <p:spPr>
              <a:xfrm>
                <a:off x="6948264" y="476671"/>
                <a:ext cx="1510855" cy="1410009"/>
              </a:xfrm>
              <a:prstGeom prst="rect">
                <a:avLst/>
              </a:prstGeom>
              <a:ln w="13550" cap="rnd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8694" name="pg675">
              <a:extLst>
                <a:ext uri="{FF2B5EF4-FFF2-40B4-BE49-F238E27FC236}">
                  <a16:creationId xmlns:a16="http://schemas.microsoft.com/office/drawing/2014/main" id="{553459A8-69D2-C2FD-6795-969625724788}"/>
                </a:ext>
              </a:extLst>
            </p:cNvPr>
            <p:cNvSpPr/>
            <p:nvPr/>
          </p:nvSpPr>
          <p:spPr>
            <a:xfrm>
              <a:off x="2718803" y="3172150"/>
              <a:ext cx="123475" cy="106933"/>
            </a:xfrm>
            <a:custGeom>
              <a:avLst/>
              <a:gdLst/>
              <a:ahLst/>
              <a:cxnLst/>
              <a:rect l="0" t="0" r="0" b="0"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96" name="pl674">
              <a:extLst>
                <a:ext uri="{FF2B5EF4-FFF2-40B4-BE49-F238E27FC236}">
                  <a16:creationId xmlns:a16="http://schemas.microsoft.com/office/drawing/2014/main" id="{A26F94DF-457D-A3AF-3889-E5244DAC0E64}"/>
                </a:ext>
              </a:extLst>
            </p:cNvPr>
            <p:cNvSpPr/>
            <p:nvPr/>
          </p:nvSpPr>
          <p:spPr>
            <a:xfrm flipV="1">
              <a:off x="2815452" y="3333716"/>
              <a:ext cx="580713" cy="69002"/>
            </a:xfrm>
            <a:custGeom>
              <a:avLst/>
              <a:gdLst/>
              <a:ahLst/>
              <a:cxnLst/>
              <a:rect l="0" t="0" r="0" b="0"/>
              <a:pathLst>
                <a:path w="1102704" h="234974">
                  <a:moveTo>
                    <a:pt x="1102704" y="0"/>
                  </a:moveTo>
                  <a:lnTo>
                    <a:pt x="0" y="23497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97" name="pg683">
              <a:extLst>
                <a:ext uri="{FF2B5EF4-FFF2-40B4-BE49-F238E27FC236}">
                  <a16:creationId xmlns:a16="http://schemas.microsoft.com/office/drawing/2014/main" id="{E0318AA0-70A1-DDAD-5DF1-421BA952E76A}"/>
                </a:ext>
              </a:extLst>
            </p:cNvPr>
            <p:cNvSpPr/>
            <p:nvPr/>
          </p:nvSpPr>
          <p:spPr>
            <a:xfrm>
              <a:off x="3419872" y="2935826"/>
              <a:ext cx="717432" cy="173736"/>
            </a:xfrm>
            <a:custGeom>
              <a:avLst/>
              <a:gdLst/>
              <a:ahLst/>
              <a:cxnLst/>
              <a:rect l="0" t="0" r="0" b="0"/>
              <a:pathLst>
                <a:path w="1554937" h="324612">
                  <a:moveTo>
                    <a:pt x="27431" y="324612"/>
                  </a:moveTo>
                  <a:lnTo>
                    <a:pt x="1527505" y="324612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80"/>
                  </a:lnTo>
                  <a:lnTo>
                    <a:pt x="1554937" y="27432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r>
                <a:rPr lang="en-US" sz="1100" dirty="0"/>
                <a:t>  </a:t>
              </a:r>
              <a:r>
                <a:rPr lang="en-US" sz="1100" dirty="0">
                  <a:latin typeface="Helvetica" pitchFamily="2" charset="0"/>
                </a:rPr>
                <a:t>S2-DEBY</a:t>
              </a:r>
              <a:endParaRPr sz="1100" dirty="0">
                <a:latin typeface="Helvetica" pitchFamily="2" charset="0"/>
              </a:endParaRPr>
            </a:p>
          </p:txBody>
        </p:sp>
        <p:sp>
          <p:nvSpPr>
            <p:cNvPr id="18698" name="pg681">
              <a:extLst>
                <a:ext uri="{FF2B5EF4-FFF2-40B4-BE49-F238E27FC236}">
                  <a16:creationId xmlns:a16="http://schemas.microsoft.com/office/drawing/2014/main" id="{D006BC78-A503-1134-BEB0-09354F34EE02}"/>
                </a:ext>
              </a:extLst>
            </p:cNvPr>
            <p:cNvSpPr/>
            <p:nvPr/>
          </p:nvSpPr>
          <p:spPr>
            <a:xfrm>
              <a:off x="3397695" y="2650801"/>
              <a:ext cx="692540" cy="173736"/>
            </a:xfrm>
            <a:custGeom>
              <a:avLst/>
              <a:gdLst/>
              <a:ahLst/>
              <a:cxnLst/>
              <a:rect l="0" t="0" r="0" b="0"/>
              <a:pathLst>
                <a:path w="1500987" h="324611">
                  <a:moveTo>
                    <a:pt x="27432" y="324611"/>
                  </a:moveTo>
                  <a:lnTo>
                    <a:pt x="1473555" y="324611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6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r>
                <a:rPr lang="en-US" sz="1100" dirty="0">
                  <a:latin typeface="Helvetica" pitchFamily="2" charset="0"/>
                </a:rPr>
                <a:t>  S1-LOLA</a:t>
              </a:r>
              <a:endParaRPr sz="1100" dirty="0">
                <a:latin typeface="Helvetica" pitchFamily="2" charset="0"/>
              </a:endParaRPr>
            </a:p>
          </p:txBody>
        </p:sp>
        <p:sp>
          <p:nvSpPr>
            <p:cNvPr id="18695" name="pg679">
              <a:extLst>
                <a:ext uri="{FF2B5EF4-FFF2-40B4-BE49-F238E27FC236}">
                  <a16:creationId xmlns:a16="http://schemas.microsoft.com/office/drawing/2014/main" id="{F664191B-4307-68F2-0C7D-B73B7E03E4CF}"/>
                </a:ext>
              </a:extLst>
            </p:cNvPr>
            <p:cNvSpPr/>
            <p:nvPr/>
          </p:nvSpPr>
          <p:spPr>
            <a:xfrm>
              <a:off x="3358687" y="3313810"/>
              <a:ext cx="550615" cy="173736"/>
            </a:xfrm>
            <a:custGeom>
              <a:avLst/>
              <a:gdLst/>
              <a:ahLst/>
              <a:cxnLst/>
              <a:rect l="0" t="0" r="0" b="0"/>
              <a:pathLst>
                <a:path w="1193383" h="324612">
                  <a:moveTo>
                    <a:pt x="27431" y="324612"/>
                  </a:moveTo>
                  <a:lnTo>
                    <a:pt x="1165951" y="324612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79"/>
                  </a:lnTo>
                  <a:lnTo>
                    <a:pt x="1193383" y="27431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r>
                <a:rPr lang="en-US" sz="1100" dirty="0">
                  <a:latin typeface="Helvetica" pitchFamily="2" charset="0"/>
                </a:rPr>
                <a:t>  W4-VA</a:t>
              </a:r>
              <a:endParaRPr sz="1100" dirty="0">
                <a:latin typeface="Helvetica" pitchFamily="2" charset="0"/>
              </a:endParaRPr>
            </a:p>
          </p:txBody>
        </p:sp>
      </p:grpSp>
      <p:sp>
        <p:nvSpPr>
          <p:cNvPr id="19348" name="pg681">
            <a:extLst>
              <a:ext uri="{FF2B5EF4-FFF2-40B4-BE49-F238E27FC236}">
                <a16:creationId xmlns:a16="http://schemas.microsoft.com/office/drawing/2014/main" id="{88715DB9-D53D-548D-FBF4-7C285A755B14}"/>
              </a:ext>
            </a:extLst>
          </p:cNvPr>
          <p:cNvSpPr/>
          <p:nvPr/>
        </p:nvSpPr>
        <p:spPr>
          <a:xfrm>
            <a:off x="2496844" y="3542282"/>
            <a:ext cx="717348" cy="173736"/>
          </a:xfrm>
          <a:custGeom>
            <a:avLst/>
            <a:gdLst/>
            <a:ahLst/>
            <a:cxnLst/>
            <a:rect l="0" t="0" r="0" b="0"/>
            <a:pathLst>
              <a:path w="1500987" h="324611">
                <a:moveTo>
                  <a:pt x="27432" y="324611"/>
                </a:moveTo>
                <a:lnTo>
                  <a:pt x="1473555" y="324611"/>
                </a:lnTo>
                <a:lnTo>
                  <a:pt x="1472451" y="324589"/>
                </a:lnTo>
                <a:lnTo>
                  <a:pt x="1476862" y="324411"/>
                </a:lnTo>
                <a:lnTo>
                  <a:pt x="1481187" y="323528"/>
                </a:lnTo>
                <a:lnTo>
                  <a:pt x="1485315" y="321963"/>
                </a:lnTo>
                <a:lnTo>
                  <a:pt x="1489138" y="319756"/>
                </a:lnTo>
                <a:lnTo>
                  <a:pt x="1492558" y="316964"/>
                </a:lnTo>
                <a:lnTo>
                  <a:pt x="1495485" y="313659"/>
                </a:lnTo>
                <a:lnTo>
                  <a:pt x="1497845" y="309928"/>
                </a:lnTo>
                <a:lnTo>
                  <a:pt x="1499575" y="305866"/>
                </a:lnTo>
                <a:lnTo>
                  <a:pt x="1500632" y="301580"/>
                </a:lnTo>
                <a:lnTo>
                  <a:pt x="1500987" y="297180"/>
                </a:lnTo>
                <a:lnTo>
                  <a:pt x="1500987" y="27432"/>
                </a:lnTo>
                <a:lnTo>
                  <a:pt x="1500632" y="23031"/>
                </a:lnTo>
                <a:lnTo>
                  <a:pt x="1499575" y="18745"/>
                </a:lnTo>
                <a:lnTo>
                  <a:pt x="1497845" y="14683"/>
                </a:lnTo>
                <a:lnTo>
                  <a:pt x="1495485" y="10952"/>
                </a:lnTo>
                <a:lnTo>
                  <a:pt x="1492558" y="7647"/>
                </a:lnTo>
                <a:lnTo>
                  <a:pt x="1489138" y="4855"/>
                </a:lnTo>
                <a:lnTo>
                  <a:pt x="1485315" y="2648"/>
                </a:lnTo>
                <a:lnTo>
                  <a:pt x="1481187" y="1083"/>
                </a:lnTo>
                <a:lnTo>
                  <a:pt x="1476862" y="200"/>
                </a:lnTo>
                <a:lnTo>
                  <a:pt x="1473555" y="0"/>
                </a:lnTo>
                <a:lnTo>
                  <a:pt x="27432" y="0"/>
                </a:lnTo>
                <a:lnTo>
                  <a:pt x="30738" y="200"/>
                </a:lnTo>
                <a:lnTo>
                  <a:pt x="26327" y="22"/>
                </a:lnTo>
                <a:lnTo>
                  <a:pt x="21944" y="554"/>
                </a:lnTo>
                <a:lnTo>
                  <a:pt x="17704" y="1782"/>
                </a:lnTo>
                <a:lnTo>
                  <a:pt x="13716" y="3675"/>
                </a:lnTo>
                <a:lnTo>
                  <a:pt x="10082" y="6183"/>
                </a:lnTo>
                <a:lnTo>
                  <a:pt x="6898" y="9241"/>
                </a:lnTo>
                <a:lnTo>
                  <a:pt x="4246" y="12770"/>
                </a:lnTo>
                <a:lnTo>
                  <a:pt x="2195" y="16679"/>
                </a:lnTo>
                <a:lnTo>
                  <a:pt x="797" y="20867"/>
                </a:lnTo>
                <a:lnTo>
                  <a:pt x="88" y="25224"/>
                </a:lnTo>
                <a:lnTo>
                  <a:pt x="0" y="27432"/>
                </a:lnTo>
                <a:lnTo>
                  <a:pt x="0" y="297180"/>
                </a:lnTo>
                <a:lnTo>
                  <a:pt x="88" y="294972"/>
                </a:lnTo>
                <a:lnTo>
                  <a:pt x="88" y="299387"/>
                </a:lnTo>
                <a:lnTo>
                  <a:pt x="797" y="303744"/>
                </a:lnTo>
                <a:lnTo>
                  <a:pt x="2195" y="307932"/>
                </a:lnTo>
                <a:lnTo>
                  <a:pt x="4246" y="311841"/>
                </a:lnTo>
                <a:lnTo>
                  <a:pt x="6898" y="315370"/>
                </a:lnTo>
                <a:lnTo>
                  <a:pt x="10082" y="318428"/>
                </a:lnTo>
                <a:lnTo>
                  <a:pt x="13716" y="320936"/>
                </a:lnTo>
                <a:lnTo>
                  <a:pt x="17704" y="322829"/>
                </a:lnTo>
                <a:lnTo>
                  <a:pt x="21944" y="324057"/>
                </a:lnTo>
                <a:lnTo>
                  <a:pt x="26327" y="324589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6775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r>
              <a:rPr lang="en-US" sz="1100" dirty="0">
                <a:latin typeface="Helvetica" pitchFamily="2" charset="0"/>
              </a:rPr>
              <a:t> York River</a:t>
            </a:r>
            <a:endParaRPr sz="1100" dirty="0">
              <a:latin typeface="Helvetica" pitchFamily="2" charset="0"/>
            </a:endParaRPr>
          </a:p>
        </p:txBody>
      </p:sp>
      <p:sp>
        <p:nvSpPr>
          <p:cNvPr id="19349" name="pl677">
            <a:extLst>
              <a:ext uri="{FF2B5EF4-FFF2-40B4-BE49-F238E27FC236}">
                <a16:creationId xmlns:a16="http://schemas.microsoft.com/office/drawing/2014/main" id="{212061F3-5642-29CA-D66C-9994F1446F51}"/>
              </a:ext>
            </a:extLst>
          </p:cNvPr>
          <p:cNvSpPr/>
          <p:nvPr/>
        </p:nvSpPr>
        <p:spPr>
          <a:xfrm>
            <a:off x="2627090" y="3254250"/>
            <a:ext cx="153868" cy="288032"/>
          </a:xfrm>
          <a:custGeom>
            <a:avLst/>
            <a:gdLst/>
            <a:ahLst/>
            <a:cxnLst/>
            <a:rect l="0" t="0" r="0" b="0"/>
            <a:pathLst>
              <a:path w="1087883" h="456649">
                <a:moveTo>
                  <a:pt x="1087883" y="0"/>
                </a:moveTo>
                <a:lnTo>
                  <a:pt x="0" y="456649"/>
                </a:lnTo>
              </a:path>
            </a:pathLst>
          </a:custGeom>
          <a:ln w="1355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>
              <a:latin typeface="Helvetica" pitchFamily="2" charset="0"/>
            </a:endParaRPr>
          </a:p>
        </p:txBody>
      </p:sp>
      <p:pic>
        <p:nvPicPr>
          <p:cNvPr id="24730" name="Picture 24729">
            <a:extLst>
              <a:ext uri="{FF2B5EF4-FFF2-40B4-BE49-F238E27FC236}">
                <a16:creationId xmlns:a16="http://schemas.microsoft.com/office/drawing/2014/main" id="{86E33E64-EEA8-4719-05D3-9C97E3364C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937" y="2017252"/>
            <a:ext cx="1799263" cy="84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4880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8D7CF-8984-6243-98F2-4EAEEE35C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073" name="Group 19072">
            <a:extLst>
              <a:ext uri="{FF2B5EF4-FFF2-40B4-BE49-F238E27FC236}">
                <a16:creationId xmlns:a16="http://schemas.microsoft.com/office/drawing/2014/main" id="{F9B7297B-D5E2-E07B-7586-5B93847DA3E0}"/>
              </a:ext>
            </a:extLst>
          </p:cNvPr>
          <p:cNvGrpSpPr/>
          <p:nvPr/>
        </p:nvGrpSpPr>
        <p:grpSpPr>
          <a:xfrm>
            <a:off x="2313432" y="2103120"/>
            <a:ext cx="1911807" cy="1728216"/>
            <a:chOff x="2313432" y="2103120"/>
            <a:chExt cx="1911807" cy="1728216"/>
          </a:xfrm>
        </p:grpSpPr>
        <p:sp>
          <p:nvSpPr>
            <p:cNvPr id="9460" name="pl677">
              <a:extLst>
                <a:ext uri="{FF2B5EF4-FFF2-40B4-BE49-F238E27FC236}">
                  <a16:creationId xmlns:a16="http://schemas.microsoft.com/office/drawing/2014/main" id="{9A9D6D8F-C7E6-C218-C371-B8F004D9F68C}"/>
                </a:ext>
              </a:extLst>
            </p:cNvPr>
            <p:cNvSpPr/>
            <p:nvPr/>
          </p:nvSpPr>
          <p:spPr>
            <a:xfrm>
              <a:off x="2815452" y="2508458"/>
              <a:ext cx="45719" cy="428121"/>
            </a:xfrm>
            <a:custGeom>
              <a:avLst/>
              <a:gdLst/>
              <a:ahLst/>
              <a:cxnLst/>
              <a:rect l="0" t="0" r="0" b="0"/>
              <a:pathLst>
                <a:path w="1087496" h="365184">
                  <a:moveTo>
                    <a:pt x="1087496" y="0"/>
                  </a:moveTo>
                  <a:lnTo>
                    <a:pt x="0" y="36518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2" name="pg675">
              <a:extLst>
                <a:ext uri="{FF2B5EF4-FFF2-40B4-BE49-F238E27FC236}">
                  <a16:creationId xmlns:a16="http://schemas.microsoft.com/office/drawing/2014/main" id="{DD523EDB-C544-F2B7-1725-5F0AC0E42E9B}"/>
                </a:ext>
              </a:extLst>
            </p:cNvPr>
            <p:cNvSpPr/>
            <p:nvPr/>
          </p:nvSpPr>
          <p:spPr>
            <a:xfrm>
              <a:off x="2762405" y="2895464"/>
              <a:ext cx="137160" cy="118872"/>
            </a:xfrm>
            <a:custGeom>
              <a:avLst/>
              <a:gdLst/>
              <a:ahLst/>
              <a:cxnLst/>
              <a:rect l="0" t="0" r="0" b="0"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grpSp>
          <p:nvGrpSpPr>
            <p:cNvPr id="9463" name="Group 9462">
              <a:extLst>
                <a:ext uri="{FF2B5EF4-FFF2-40B4-BE49-F238E27FC236}">
                  <a16:creationId xmlns:a16="http://schemas.microsoft.com/office/drawing/2014/main" id="{FEC112BE-F925-814A-9858-F76EB8F8479F}"/>
                </a:ext>
              </a:extLst>
            </p:cNvPr>
            <p:cNvGrpSpPr/>
            <p:nvPr/>
          </p:nvGrpSpPr>
          <p:grpSpPr>
            <a:xfrm>
              <a:off x="2313432" y="2103120"/>
              <a:ext cx="1911807" cy="1728216"/>
              <a:chOff x="6876256" y="474902"/>
              <a:chExt cx="1582863" cy="1420959"/>
            </a:xfrm>
          </p:grpSpPr>
          <p:sp>
            <p:nvSpPr>
              <p:cNvPr id="9464" name="rc5">
                <a:extLst>
                  <a:ext uri="{FF2B5EF4-FFF2-40B4-BE49-F238E27FC236}">
                    <a16:creationId xmlns:a16="http://schemas.microsoft.com/office/drawing/2014/main" id="{FFCAFF5F-14BF-6924-C259-2299D914BCAA}"/>
                  </a:ext>
                </a:extLst>
              </p:cNvPr>
              <p:cNvSpPr/>
              <p:nvPr/>
            </p:nvSpPr>
            <p:spPr>
              <a:xfrm>
                <a:off x="6948264" y="477161"/>
                <a:ext cx="1510855" cy="1409520"/>
              </a:xfrm>
              <a:prstGeom prst="rect">
                <a:avLst/>
              </a:prstGeom>
              <a:solidFill>
                <a:srgbClr val="F0F8FF">
                  <a:alpha val="100000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65" name="pl12">
                <a:extLst>
                  <a:ext uri="{FF2B5EF4-FFF2-40B4-BE49-F238E27FC236}">
                    <a16:creationId xmlns:a16="http://schemas.microsoft.com/office/drawing/2014/main" id="{A74B2FFB-18CB-3D00-3CD5-9C1BDB52A5CF}"/>
                  </a:ext>
                </a:extLst>
              </p:cNvPr>
              <p:cNvSpPr/>
              <p:nvPr/>
            </p:nvSpPr>
            <p:spPr>
              <a:xfrm>
                <a:off x="6876256" y="1886685"/>
                <a:ext cx="1582863" cy="0"/>
              </a:xfrm>
              <a:custGeom>
                <a:avLst/>
                <a:gdLst/>
                <a:ahLst/>
                <a:cxnLst/>
                <a:rect l="0" t="0" r="0" b="0"/>
                <a:pathLst>
                  <a:path w="4149766">
                    <a:moveTo>
                      <a:pt x="0" y="0"/>
                    </a:moveTo>
                    <a:lnTo>
                      <a:pt x="22479" y="0"/>
                    </a:lnTo>
                    <a:lnTo>
                      <a:pt x="74847" y="0"/>
                    </a:lnTo>
                    <a:lnTo>
                      <a:pt x="127214" y="0"/>
                    </a:lnTo>
                    <a:lnTo>
                      <a:pt x="179582" y="0"/>
                    </a:lnTo>
                    <a:lnTo>
                      <a:pt x="231949" y="0"/>
                    </a:lnTo>
                    <a:lnTo>
                      <a:pt x="284316" y="0"/>
                    </a:lnTo>
                    <a:lnTo>
                      <a:pt x="336684" y="0"/>
                    </a:lnTo>
                    <a:lnTo>
                      <a:pt x="389051" y="0"/>
                    </a:lnTo>
                    <a:lnTo>
                      <a:pt x="441419" y="0"/>
                    </a:lnTo>
                    <a:lnTo>
                      <a:pt x="493786" y="0"/>
                    </a:lnTo>
                    <a:lnTo>
                      <a:pt x="546154" y="0"/>
                    </a:lnTo>
                    <a:lnTo>
                      <a:pt x="598521" y="0"/>
                    </a:lnTo>
                    <a:lnTo>
                      <a:pt x="650889" y="0"/>
                    </a:lnTo>
                    <a:lnTo>
                      <a:pt x="703256" y="0"/>
                    </a:lnTo>
                    <a:lnTo>
                      <a:pt x="755623" y="0"/>
                    </a:lnTo>
                    <a:lnTo>
                      <a:pt x="807991" y="0"/>
                    </a:lnTo>
                    <a:lnTo>
                      <a:pt x="860358" y="0"/>
                    </a:lnTo>
                    <a:lnTo>
                      <a:pt x="912726" y="0"/>
                    </a:lnTo>
                    <a:lnTo>
                      <a:pt x="965093" y="0"/>
                    </a:lnTo>
                    <a:lnTo>
                      <a:pt x="1017461" y="0"/>
                    </a:lnTo>
                    <a:lnTo>
                      <a:pt x="1069828" y="0"/>
                    </a:lnTo>
                    <a:lnTo>
                      <a:pt x="1122196" y="0"/>
                    </a:lnTo>
                    <a:lnTo>
                      <a:pt x="1174563" y="0"/>
                    </a:lnTo>
                    <a:lnTo>
                      <a:pt x="1226930" y="0"/>
                    </a:lnTo>
                    <a:lnTo>
                      <a:pt x="1279298" y="0"/>
                    </a:lnTo>
                    <a:lnTo>
                      <a:pt x="1331665" y="0"/>
                    </a:lnTo>
                    <a:lnTo>
                      <a:pt x="1384033" y="0"/>
                    </a:lnTo>
                    <a:lnTo>
                      <a:pt x="1436400" y="0"/>
                    </a:lnTo>
                    <a:lnTo>
                      <a:pt x="1488768" y="0"/>
                    </a:lnTo>
                    <a:lnTo>
                      <a:pt x="1541135" y="0"/>
                    </a:lnTo>
                    <a:lnTo>
                      <a:pt x="1593503" y="0"/>
                    </a:lnTo>
                    <a:lnTo>
                      <a:pt x="1645870" y="0"/>
                    </a:lnTo>
                    <a:lnTo>
                      <a:pt x="1698237" y="0"/>
                    </a:lnTo>
                    <a:lnTo>
                      <a:pt x="1750605" y="0"/>
                    </a:lnTo>
                    <a:lnTo>
                      <a:pt x="1802972" y="0"/>
                    </a:lnTo>
                    <a:lnTo>
                      <a:pt x="1855340" y="0"/>
                    </a:lnTo>
                    <a:lnTo>
                      <a:pt x="1907707" y="0"/>
                    </a:lnTo>
                    <a:lnTo>
                      <a:pt x="1960075" y="0"/>
                    </a:lnTo>
                    <a:lnTo>
                      <a:pt x="2012442" y="0"/>
                    </a:lnTo>
                    <a:lnTo>
                      <a:pt x="2064810" y="0"/>
                    </a:lnTo>
                    <a:lnTo>
                      <a:pt x="2117177" y="0"/>
                    </a:lnTo>
                    <a:lnTo>
                      <a:pt x="2169544" y="0"/>
                    </a:lnTo>
                    <a:lnTo>
                      <a:pt x="2221912" y="0"/>
                    </a:lnTo>
                    <a:lnTo>
                      <a:pt x="2274279" y="0"/>
                    </a:lnTo>
                    <a:lnTo>
                      <a:pt x="2326647" y="0"/>
                    </a:lnTo>
                    <a:lnTo>
                      <a:pt x="2379014" y="0"/>
                    </a:lnTo>
                    <a:lnTo>
                      <a:pt x="2431382" y="0"/>
                    </a:lnTo>
                    <a:lnTo>
                      <a:pt x="2483749" y="0"/>
                    </a:lnTo>
                    <a:lnTo>
                      <a:pt x="2536117" y="0"/>
                    </a:lnTo>
                    <a:lnTo>
                      <a:pt x="2588484" y="0"/>
                    </a:lnTo>
                    <a:lnTo>
                      <a:pt x="2640851" y="0"/>
                    </a:lnTo>
                    <a:lnTo>
                      <a:pt x="2693219" y="0"/>
                    </a:lnTo>
                    <a:lnTo>
                      <a:pt x="2745586" y="0"/>
                    </a:lnTo>
                    <a:lnTo>
                      <a:pt x="2797954" y="0"/>
                    </a:lnTo>
                    <a:lnTo>
                      <a:pt x="2850321" y="0"/>
                    </a:lnTo>
                    <a:lnTo>
                      <a:pt x="2902689" y="0"/>
                    </a:lnTo>
                    <a:lnTo>
                      <a:pt x="2955056" y="0"/>
                    </a:lnTo>
                    <a:lnTo>
                      <a:pt x="3007424" y="0"/>
                    </a:lnTo>
                    <a:lnTo>
                      <a:pt x="3059791" y="0"/>
                    </a:lnTo>
                    <a:lnTo>
                      <a:pt x="3112158" y="0"/>
                    </a:lnTo>
                    <a:lnTo>
                      <a:pt x="3164526" y="0"/>
                    </a:lnTo>
                    <a:lnTo>
                      <a:pt x="3216893" y="0"/>
                    </a:lnTo>
                    <a:lnTo>
                      <a:pt x="3269261" y="0"/>
                    </a:lnTo>
                    <a:lnTo>
                      <a:pt x="3321628" y="0"/>
                    </a:lnTo>
                    <a:lnTo>
                      <a:pt x="3373996" y="0"/>
                    </a:lnTo>
                    <a:lnTo>
                      <a:pt x="3426363" y="0"/>
                    </a:lnTo>
                    <a:lnTo>
                      <a:pt x="3478730" y="0"/>
                    </a:lnTo>
                    <a:lnTo>
                      <a:pt x="3531098" y="0"/>
                    </a:lnTo>
                    <a:lnTo>
                      <a:pt x="3583465" y="0"/>
                    </a:lnTo>
                    <a:lnTo>
                      <a:pt x="3635833" y="0"/>
                    </a:lnTo>
                    <a:lnTo>
                      <a:pt x="3688200" y="0"/>
                    </a:lnTo>
                    <a:lnTo>
                      <a:pt x="3740568" y="0"/>
                    </a:lnTo>
                    <a:lnTo>
                      <a:pt x="3792935" y="0"/>
                    </a:lnTo>
                    <a:lnTo>
                      <a:pt x="3845303" y="0"/>
                    </a:lnTo>
                    <a:lnTo>
                      <a:pt x="3897670" y="0"/>
                    </a:lnTo>
                    <a:lnTo>
                      <a:pt x="3950037" y="0"/>
                    </a:lnTo>
                    <a:lnTo>
                      <a:pt x="4002405" y="0"/>
                    </a:lnTo>
                    <a:lnTo>
                      <a:pt x="4054772" y="0"/>
                    </a:lnTo>
                    <a:lnTo>
                      <a:pt x="4107140" y="0"/>
                    </a:lnTo>
                    <a:lnTo>
                      <a:pt x="4149766" y="0"/>
                    </a:lnTo>
                    <a:lnTo>
                      <a:pt x="4149766" y="0"/>
                    </a:lnTo>
                  </a:path>
                </a:pathLst>
              </a:custGeom>
              <a:ln w="13550" cap="rnd">
                <a:solidFill>
                  <a:srgbClr val="F0F8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66" name="pg29">
                <a:extLst>
                  <a:ext uri="{FF2B5EF4-FFF2-40B4-BE49-F238E27FC236}">
                    <a16:creationId xmlns:a16="http://schemas.microsoft.com/office/drawing/2014/main" id="{4F5A8992-92CD-CB76-C9B1-C42CC11EFF95}"/>
                  </a:ext>
                </a:extLst>
              </p:cNvPr>
              <p:cNvSpPr/>
              <p:nvPr/>
            </p:nvSpPr>
            <p:spPr>
              <a:xfrm>
                <a:off x="7558219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67" name="pg30">
                <a:extLst>
                  <a:ext uri="{FF2B5EF4-FFF2-40B4-BE49-F238E27FC236}">
                    <a16:creationId xmlns:a16="http://schemas.microsoft.com/office/drawing/2014/main" id="{ADDA768E-5B1D-ED11-712D-A050826B3D15}"/>
                  </a:ext>
                </a:extLst>
              </p:cNvPr>
              <p:cNvSpPr/>
              <p:nvPr/>
            </p:nvSpPr>
            <p:spPr>
              <a:xfrm>
                <a:off x="7589283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68" name="pg31">
                <a:extLst>
                  <a:ext uri="{FF2B5EF4-FFF2-40B4-BE49-F238E27FC236}">
                    <a16:creationId xmlns:a16="http://schemas.microsoft.com/office/drawing/2014/main" id="{D81BA560-DB30-F57E-3FA1-8EA41626E457}"/>
                  </a:ext>
                </a:extLst>
              </p:cNvPr>
              <p:cNvSpPr/>
              <p:nvPr/>
            </p:nvSpPr>
            <p:spPr>
              <a:xfrm>
                <a:off x="7620345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69" name="pg32">
                <a:extLst>
                  <a:ext uri="{FF2B5EF4-FFF2-40B4-BE49-F238E27FC236}">
                    <a16:creationId xmlns:a16="http://schemas.microsoft.com/office/drawing/2014/main" id="{155BE144-9216-B0C3-E886-CD1D9018F09F}"/>
                  </a:ext>
                </a:extLst>
              </p:cNvPr>
              <p:cNvSpPr/>
              <p:nvPr/>
            </p:nvSpPr>
            <p:spPr>
              <a:xfrm>
                <a:off x="7651408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70" name="pg33">
                <a:extLst>
                  <a:ext uri="{FF2B5EF4-FFF2-40B4-BE49-F238E27FC236}">
                    <a16:creationId xmlns:a16="http://schemas.microsoft.com/office/drawing/2014/main" id="{A628FC98-9025-F24F-A158-27B0B2C84094}"/>
                  </a:ext>
                </a:extLst>
              </p:cNvPr>
              <p:cNvSpPr/>
              <p:nvPr/>
            </p:nvSpPr>
            <p:spPr>
              <a:xfrm>
                <a:off x="7682471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71" name="pg34">
                <a:extLst>
                  <a:ext uri="{FF2B5EF4-FFF2-40B4-BE49-F238E27FC236}">
                    <a16:creationId xmlns:a16="http://schemas.microsoft.com/office/drawing/2014/main" id="{0B0FAB29-5EF6-303D-EA8E-1F353C93A204}"/>
                  </a:ext>
                </a:extLst>
              </p:cNvPr>
              <p:cNvSpPr/>
              <p:nvPr/>
            </p:nvSpPr>
            <p:spPr>
              <a:xfrm>
                <a:off x="7713534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72" name="pg35">
                <a:extLst>
                  <a:ext uri="{FF2B5EF4-FFF2-40B4-BE49-F238E27FC236}">
                    <a16:creationId xmlns:a16="http://schemas.microsoft.com/office/drawing/2014/main" id="{F8794F9F-4141-2F45-0B7E-6A77EE09B694}"/>
                  </a:ext>
                </a:extLst>
              </p:cNvPr>
              <p:cNvSpPr/>
              <p:nvPr/>
            </p:nvSpPr>
            <p:spPr>
              <a:xfrm>
                <a:off x="7744597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73" name="pg36">
                <a:extLst>
                  <a:ext uri="{FF2B5EF4-FFF2-40B4-BE49-F238E27FC236}">
                    <a16:creationId xmlns:a16="http://schemas.microsoft.com/office/drawing/2014/main" id="{D667056A-1E11-7B41-EF20-CF2E91FE3094}"/>
                  </a:ext>
                </a:extLst>
              </p:cNvPr>
              <p:cNvSpPr/>
              <p:nvPr/>
            </p:nvSpPr>
            <p:spPr>
              <a:xfrm>
                <a:off x="7775660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74" name="pg37">
                <a:extLst>
                  <a:ext uri="{FF2B5EF4-FFF2-40B4-BE49-F238E27FC236}">
                    <a16:creationId xmlns:a16="http://schemas.microsoft.com/office/drawing/2014/main" id="{88AF64BE-F08C-F739-0A8A-3406462F120D}"/>
                  </a:ext>
                </a:extLst>
              </p:cNvPr>
              <p:cNvSpPr/>
              <p:nvPr/>
            </p:nvSpPr>
            <p:spPr>
              <a:xfrm>
                <a:off x="7930974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2E2C8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75" name="pg38">
                <a:extLst>
                  <a:ext uri="{FF2B5EF4-FFF2-40B4-BE49-F238E27FC236}">
                    <a16:creationId xmlns:a16="http://schemas.microsoft.com/office/drawing/2014/main" id="{45A09AC2-496C-EBAB-7178-33A7A151A85F}"/>
                  </a:ext>
                </a:extLst>
              </p:cNvPr>
              <p:cNvSpPr/>
              <p:nvPr/>
            </p:nvSpPr>
            <p:spPr>
              <a:xfrm>
                <a:off x="7962037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DE0C5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76" name="pg39">
                <a:extLst>
                  <a:ext uri="{FF2B5EF4-FFF2-40B4-BE49-F238E27FC236}">
                    <a16:creationId xmlns:a16="http://schemas.microsoft.com/office/drawing/2014/main" id="{9BD0F20D-A753-78C1-BEA8-72B77190A809}"/>
                  </a:ext>
                </a:extLst>
              </p:cNvPr>
              <p:cNvSpPr/>
              <p:nvPr/>
            </p:nvSpPr>
            <p:spPr>
              <a:xfrm>
                <a:off x="7993100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ADFC4">
                  <a:alpha val="100000"/>
                </a:srgbClr>
              </a:solidFill>
              <a:ln w="5420" cap="flat">
                <a:solidFill>
                  <a:srgbClr val="82D7B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77" name="pg40">
                <a:extLst>
                  <a:ext uri="{FF2B5EF4-FFF2-40B4-BE49-F238E27FC236}">
                    <a16:creationId xmlns:a16="http://schemas.microsoft.com/office/drawing/2014/main" id="{509A5583-1D08-A07E-9910-17FA5309513D}"/>
                  </a:ext>
                </a:extLst>
              </p:cNvPr>
              <p:cNvSpPr/>
              <p:nvPr/>
            </p:nvSpPr>
            <p:spPr>
              <a:xfrm>
                <a:off x="8024163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7DEC3">
                  <a:alpha val="100000"/>
                </a:srgbClr>
              </a:solidFill>
              <a:ln w="5420" cap="flat">
                <a:solidFill>
                  <a:srgbClr val="7DD6B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78" name="pg41">
                <a:extLst>
                  <a:ext uri="{FF2B5EF4-FFF2-40B4-BE49-F238E27FC236}">
                    <a16:creationId xmlns:a16="http://schemas.microsoft.com/office/drawing/2014/main" id="{500C74CC-A2F1-B4AF-5392-AD5BC5A12211}"/>
                  </a:ext>
                </a:extLst>
              </p:cNvPr>
              <p:cNvSpPr/>
              <p:nvPr/>
            </p:nvSpPr>
            <p:spPr>
              <a:xfrm>
                <a:off x="8055226" y="4771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79D5B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79" name="pg42">
                <a:extLst>
                  <a:ext uri="{FF2B5EF4-FFF2-40B4-BE49-F238E27FC236}">
                    <a16:creationId xmlns:a16="http://schemas.microsoft.com/office/drawing/2014/main" id="{BAA00D64-731A-E942-5C17-21D108A707FA}"/>
                  </a:ext>
                </a:extLst>
              </p:cNvPr>
              <p:cNvSpPr/>
              <p:nvPr/>
            </p:nvSpPr>
            <p:spPr>
              <a:xfrm>
                <a:off x="7402905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80" name="pg43">
                <a:extLst>
                  <a:ext uri="{FF2B5EF4-FFF2-40B4-BE49-F238E27FC236}">
                    <a16:creationId xmlns:a16="http://schemas.microsoft.com/office/drawing/2014/main" id="{E358A833-343A-7027-374A-419977BDFDF6}"/>
                  </a:ext>
                </a:extLst>
              </p:cNvPr>
              <p:cNvSpPr/>
              <p:nvPr/>
            </p:nvSpPr>
            <p:spPr>
              <a:xfrm>
                <a:off x="7433968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81" name="pg44">
                <a:extLst>
                  <a:ext uri="{FF2B5EF4-FFF2-40B4-BE49-F238E27FC236}">
                    <a16:creationId xmlns:a16="http://schemas.microsoft.com/office/drawing/2014/main" id="{A2E6F80E-1158-F24A-4FAD-ECB3A6BD3B0A}"/>
                  </a:ext>
                </a:extLst>
              </p:cNvPr>
              <p:cNvSpPr/>
              <p:nvPr/>
            </p:nvSpPr>
            <p:spPr>
              <a:xfrm>
                <a:off x="7465031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82" name="pg45">
                <a:extLst>
                  <a:ext uri="{FF2B5EF4-FFF2-40B4-BE49-F238E27FC236}">
                    <a16:creationId xmlns:a16="http://schemas.microsoft.com/office/drawing/2014/main" id="{1AD12976-5447-BD06-CAB6-312125BA48A9}"/>
                  </a:ext>
                </a:extLst>
              </p:cNvPr>
              <p:cNvSpPr/>
              <p:nvPr/>
            </p:nvSpPr>
            <p:spPr>
              <a:xfrm>
                <a:off x="7496094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83" name="pg46">
                <a:extLst>
                  <a:ext uri="{FF2B5EF4-FFF2-40B4-BE49-F238E27FC236}">
                    <a16:creationId xmlns:a16="http://schemas.microsoft.com/office/drawing/2014/main" id="{F783E6E0-B183-9966-969A-00E3C6BEA79C}"/>
                  </a:ext>
                </a:extLst>
              </p:cNvPr>
              <p:cNvSpPr/>
              <p:nvPr/>
            </p:nvSpPr>
            <p:spPr>
              <a:xfrm>
                <a:off x="7527156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84" name="pg47">
                <a:extLst>
                  <a:ext uri="{FF2B5EF4-FFF2-40B4-BE49-F238E27FC236}">
                    <a16:creationId xmlns:a16="http://schemas.microsoft.com/office/drawing/2014/main" id="{F802FD00-FCDD-53F8-4630-AD31063645BB}"/>
                  </a:ext>
                </a:extLst>
              </p:cNvPr>
              <p:cNvSpPr/>
              <p:nvPr/>
            </p:nvSpPr>
            <p:spPr>
              <a:xfrm>
                <a:off x="7558219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85" name="pg48">
                <a:extLst>
                  <a:ext uri="{FF2B5EF4-FFF2-40B4-BE49-F238E27FC236}">
                    <a16:creationId xmlns:a16="http://schemas.microsoft.com/office/drawing/2014/main" id="{A2581B47-C2B8-DABC-80DE-0AD0EBDA4D90}"/>
                  </a:ext>
                </a:extLst>
              </p:cNvPr>
              <p:cNvSpPr/>
              <p:nvPr/>
            </p:nvSpPr>
            <p:spPr>
              <a:xfrm>
                <a:off x="7589283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86" name="pg49">
                <a:extLst>
                  <a:ext uri="{FF2B5EF4-FFF2-40B4-BE49-F238E27FC236}">
                    <a16:creationId xmlns:a16="http://schemas.microsoft.com/office/drawing/2014/main" id="{AF51E5B1-BFCC-DD0C-BC29-67557D4DA696}"/>
                  </a:ext>
                </a:extLst>
              </p:cNvPr>
              <p:cNvSpPr/>
              <p:nvPr/>
            </p:nvSpPr>
            <p:spPr>
              <a:xfrm>
                <a:off x="7620345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87" name="pg50">
                <a:extLst>
                  <a:ext uri="{FF2B5EF4-FFF2-40B4-BE49-F238E27FC236}">
                    <a16:creationId xmlns:a16="http://schemas.microsoft.com/office/drawing/2014/main" id="{39F694B8-B73C-FB76-219E-E7F659D29EA3}"/>
                  </a:ext>
                </a:extLst>
              </p:cNvPr>
              <p:cNvSpPr/>
              <p:nvPr/>
            </p:nvSpPr>
            <p:spPr>
              <a:xfrm>
                <a:off x="7651408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88" name="pg51">
                <a:extLst>
                  <a:ext uri="{FF2B5EF4-FFF2-40B4-BE49-F238E27FC236}">
                    <a16:creationId xmlns:a16="http://schemas.microsoft.com/office/drawing/2014/main" id="{441D5F24-21C6-8276-F103-9EA89B09FA91}"/>
                  </a:ext>
                </a:extLst>
              </p:cNvPr>
              <p:cNvSpPr/>
              <p:nvPr/>
            </p:nvSpPr>
            <p:spPr>
              <a:xfrm>
                <a:off x="7682471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89" name="pg52">
                <a:extLst>
                  <a:ext uri="{FF2B5EF4-FFF2-40B4-BE49-F238E27FC236}">
                    <a16:creationId xmlns:a16="http://schemas.microsoft.com/office/drawing/2014/main" id="{20FF49BB-EA56-3D94-0162-B4FF2C3FABC9}"/>
                  </a:ext>
                </a:extLst>
              </p:cNvPr>
              <p:cNvSpPr/>
              <p:nvPr/>
            </p:nvSpPr>
            <p:spPr>
              <a:xfrm>
                <a:off x="7713534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90" name="pg53">
                <a:extLst>
                  <a:ext uri="{FF2B5EF4-FFF2-40B4-BE49-F238E27FC236}">
                    <a16:creationId xmlns:a16="http://schemas.microsoft.com/office/drawing/2014/main" id="{7D6189F9-F2F8-2FCC-FED7-B854F74AA840}"/>
                  </a:ext>
                </a:extLst>
              </p:cNvPr>
              <p:cNvSpPr/>
              <p:nvPr/>
            </p:nvSpPr>
            <p:spPr>
              <a:xfrm>
                <a:off x="7744597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91" name="pg54">
                <a:extLst>
                  <a:ext uri="{FF2B5EF4-FFF2-40B4-BE49-F238E27FC236}">
                    <a16:creationId xmlns:a16="http://schemas.microsoft.com/office/drawing/2014/main" id="{DF1B4084-338D-BB67-B6F8-92BE4E8AA4B3}"/>
                  </a:ext>
                </a:extLst>
              </p:cNvPr>
              <p:cNvSpPr/>
              <p:nvPr/>
            </p:nvSpPr>
            <p:spPr>
              <a:xfrm>
                <a:off x="7899912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AE4CB">
                  <a:alpha val="100000"/>
                </a:srgbClr>
              </a:solidFill>
              <a:ln w="5420" cap="flat">
                <a:solidFill>
                  <a:srgbClr val="98DE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92" name="pg55">
                <a:extLst>
                  <a:ext uri="{FF2B5EF4-FFF2-40B4-BE49-F238E27FC236}">
                    <a16:creationId xmlns:a16="http://schemas.microsoft.com/office/drawing/2014/main" id="{5DD18618-F25A-9600-F9A6-B581F642EEE7}"/>
                  </a:ext>
                </a:extLst>
              </p:cNvPr>
              <p:cNvSpPr/>
              <p:nvPr/>
            </p:nvSpPr>
            <p:spPr>
              <a:xfrm>
                <a:off x="7930974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7E3CA">
                  <a:alpha val="100000"/>
                </a:srgbClr>
              </a:solidFill>
              <a:ln w="5420" cap="flat">
                <a:solidFill>
                  <a:srgbClr val="94DDC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93" name="pg56">
                <a:extLst>
                  <a:ext uri="{FF2B5EF4-FFF2-40B4-BE49-F238E27FC236}">
                    <a16:creationId xmlns:a16="http://schemas.microsoft.com/office/drawing/2014/main" id="{539C65DF-76C6-CCFF-E12E-88DEFF2D4388}"/>
                  </a:ext>
                </a:extLst>
              </p:cNvPr>
              <p:cNvSpPr/>
              <p:nvPr/>
            </p:nvSpPr>
            <p:spPr>
              <a:xfrm>
                <a:off x="7962037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2E1C7">
                  <a:alpha val="100000"/>
                </a:srgbClr>
              </a:solidFill>
              <a:ln w="5420" cap="flat">
                <a:solidFill>
                  <a:srgbClr val="8DDBB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94" name="pg57">
                <a:extLst>
                  <a:ext uri="{FF2B5EF4-FFF2-40B4-BE49-F238E27FC236}">
                    <a16:creationId xmlns:a16="http://schemas.microsoft.com/office/drawing/2014/main" id="{58F8A01D-86C9-C7C3-61AC-99FE638DEC78}"/>
                  </a:ext>
                </a:extLst>
              </p:cNvPr>
              <p:cNvSpPr/>
              <p:nvPr/>
            </p:nvSpPr>
            <p:spPr>
              <a:xfrm>
                <a:off x="7993100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FE1C6">
                  <a:alpha val="100000"/>
                </a:srgbClr>
              </a:solidFill>
              <a:ln w="5420" cap="flat">
                <a:solidFill>
                  <a:srgbClr val="89D9B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95" name="pg58">
                <a:extLst>
                  <a:ext uri="{FF2B5EF4-FFF2-40B4-BE49-F238E27FC236}">
                    <a16:creationId xmlns:a16="http://schemas.microsoft.com/office/drawing/2014/main" id="{ABB1AB4B-73C6-B454-453F-32E14F1357DA}"/>
                  </a:ext>
                </a:extLst>
              </p:cNvPr>
              <p:cNvSpPr/>
              <p:nvPr/>
            </p:nvSpPr>
            <p:spPr>
              <a:xfrm>
                <a:off x="8024163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CE0C5">
                  <a:alpha val="100000"/>
                </a:srgbClr>
              </a:solidFill>
              <a:ln w="5420" cap="flat">
                <a:solidFill>
                  <a:srgbClr val="84D8B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96" name="pg59">
                <a:extLst>
                  <a:ext uri="{FF2B5EF4-FFF2-40B4-BE49-F238E27FC236}">
                    <a16:creationId xmlns:a16="http://schemas.microsoft.com/office/drawing/2014/main" id="{975FB755-2869-997B-4FC0-F379664F63E7}"/>
                  </a:ext>
                </a:extLst>
              </p:cNvPr>
              <p:cNvSpPr/>
              <p:nvPr/>
            </p:nvSpPr>
            <p:spPr>
              <a:xfrm>
                <a:off x="8055226" y="5165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9DFC3">
                  <a:alpha val="100000"/>
                </a:srgbClr>
              </a:solidFill>
              <a:ln w="5420" cap="flat">
                <a:solidFill>
                  <a:srgbClr val="80D7B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97" name="pg60">
                <a:extLst>
                  <a:ext uri="{FF2B5EF4-FFF2-40B4-BE49-F238E27FC236}">
                    <a16:creationId xmlns:a16="http://schemas.microsoft.com/office/drawing/2014/main" id="{9ABE663E-EE5E-BE8A-C5EF-83A6CF70F21E}"/>
                  </a:ext>
                </a:extLst>
              </p:cNvPr>
              <p:cNvSpPr/>
              <p:nvPr/>
            </p:nvSpPr>
            <p:spPr>
              <a:xfrm>
                <a:off x="7371842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C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98" name="pg61">
                <a:extLst>
                  <a:ext uri="{FF2B5EF4-FFF2-40B4-BE49-F238E27FC236}">
                    <a16:creationId xmlns:a16="http://schemas.microsoft.com/office/drawing/2014/main" id="{5B246409-4A6D-08A0-BD0F-20D5B0F7EB09}"/>
                  </a:ext>
                </a:extLst>
              </p:cNvPr>
              <p:cNvSpPr/>
              <p:nvPr/>
            </p:nvSpPr>
            <p:spPr>
              <a:xfrm>
                <a:off x="7402905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499" name="pg62">
                <a:extLst>
                  <a:ext uri="{FF2B5EF4-FFF2-40B4-BE49-F238E27FC236}">
                    <a16:creationId xmlns:a16="http://schemas.microsoft.com/office/drawing/2014/main" id="{5A581966-B059-7E23-6266-A849CC55B7EB}"/>
                  </a:ext>
                </a:extLst>
              </p:cNvPr>
              <p:cNvSpPr/>
              <p:nvPr/>
            </p:nvSpPr>
            <p:spPr>
              <a:xfrm>
                <a:off x="7433968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00" name="pg63">
                <a:extLst>
                  <a:ext uri="{FF2B5EF4-FFF2-40B4-BE49-F238E27FC236}">
                    <a16:creationId xmlns:a16="http://schemas.microsoft.com/office/drawing/2014/main" id="{A8101D24-6ED8-2FAB-7994-406C85F1ADCA}"/>
                  </a:ext>
                </a:extLst>
              </p:cNvPr>
              <p:cNvSpPr/>
              <p:nvPr/>
            </p:nvSpPr>
            <p:spPr>
              <a:xfrm>
                <a:off x="7465031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01" name="pg64">
                <a:extLst>
                  <a:ext uri="{FF2B5EF4-FFF2-40B4-BE49-F238E27FC236}">
                    <a16:creationId xmlns:a16="http://schemas.microsoft.com/office/drawing/2014/main" id="{37141987-B0A7-209C-EB05-099E75F3F7D2}"/>
                  </a:ext>
                </a:extLst>
              </p:cNvPr>
              <p:cNvSpPr/>
              <p:nvPr/>
            </p:nvSpPr>
            <p:spPr>
              <a:xfrm>
                <a:off x="7496094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02" name="pg65">
                <a:extLst>
                  <a:ext uri="{FF2B5EF4-FFF2-40B4-BE49-F238E27FC236}">
                    <a16:creationId xmlns:a16="http://schemas.microsoft.com/office/drawing/2014/main" id="{39F59126-4C57-FAFE-4275-DBDEE3AC3DCC}"/>
                  </a:ext>
                </a:extLst>
              </p:cNvPr>
              <p:cNvSpPr/>
              <p:nvPr/>
            </p:nvSpPr>
            <p:spPr>
              <a:xfrm>
                <a:off x="7527156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03" name="pg66">
                <a:extLst>
                  <a:ext uri="{FF2B5EF4-FFF2-40B4-BE49-F238E27FC236}">
                    <a16:creationId xmlns:a16="http://schemas.microsoft.com/office/drawing/2014/main" id="{C096F806-0963-61C2-4049-8924F5E1F023}"/>
                  </a:ext>
                </a:extLst>
              </p:cNvPr>
              <p:cNvSpPr/>
              <p:nvPr/>
            </p:nvSpPr>
            <p:spPr>
              <a:xfrm>
                <a:off x="7558219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04" name="pg67">
                <a:extLst>
                  <a:ext uri="{FF2B5EF4-FFF2-40B4-BE49-F238E27FC236}">
                    <a16:creationId xmlns:a16="http://schemas.microsoft.com/office/drawing/2014/main" id="{625FA2F6-60ED-0548-E66E-481F9D25ADBC}"/>
                  </a:ext>
                </a:extLst>
              </p:cNvPr>
              <p:cNvSpPr/>
              <p:nvPr/>
            </p:nvSpPr>
            <p:spPr>
              <a:xfrm>
                <a:off x="7589283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05" name="pg68">
                <a:extLst>
                  <a:ext uri="{FF2B5EF4-FFF2-40B4-BE49-F238E27FC236}">
                    <a16:creationId xmlns:a16="http://schemas.microsoft.com/office/drawing/2014/main" id="{3C8BA2B9-CB6C-C335-734F-3367F6D7E68B}"/>
                  </a:ext>
                </a:extLst>
              </p:cNvPr>
              <p:cNvSpPr/>
              <p:nvPr/>
            </p:nvSpPr>
            <p:spPr>
              <a:xfrm>
                <a:off x="7620345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16" name="pg69">
                <a:extLst>
                  <a:ext uri="{FF2B5EF4-FFF2-40B4-BE49-F238E27FC236}">
                    <a16:creationId xmlns:a16="http://schemas.microsoft.com/office/drawing/2014/main" id="{EE4DFE14-0C51-7F7E-A940-485C976B42C3}"/>
                  </a:ext>
                </a:extLst>
              </p:cNvPr>
              <p:cNvSpPr/>
              <p:nvPr/>
            </p:nvSpPr>
            <p:spPr>
              <a:xfrm>
                <a:off x="7651408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17" name="pg70">
                <a:extLst>
                  <a:ext uri="{FF2B5EF4-FFF2-40B4-BE49-F238E27FC236}">
                    <a16:creationId xmlns:a16="http://schemas.microsoft.com/office/drawing/2014/main" id="{E9D5AC19-08A2-4664-C18E-11C1CEAE70BE}"/>
                  </a:ext>
                </a:extLst>
              </p:cNvPr>
              <p:cNvSpPr/>
              <p:nvPr/>
            </p:nvSpPr>
            <p:spPr>
              <a:xfrm>
                <a:off x="7682471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18" name="pg71">
                <a:extLst>
                  <a:ext uri="{FF2B5EF4-FFF2-40B4-BE49-F238E27FC236}">
                    <a16:creationId xmlns:a16="http://schemas.microsoft.com/office/drawing/2014/main" id="{4AB89616-4107-2D8D-C6CC-0EEFED2F42CF}"/>
                  </a:ext>
                </a:extLst>
              </p:cNvPr>
              <p:cNvSpPr/>
              <p:nvPr/>
            </p:nvSpPr>
            <p:spPr>
              <a:xfrm>
                <a:off x="7713534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19" name="pg72">
                <a:extLst>
                  <a:ext uri="{FF2B5EF4-FFF2-40B4-BE49-F238E27FC236}">
                    <a16:creationId xmlns:a16="http://schemas.microsoft.com/office/drawing/2014/main" id="{368D544F-8403-4547-B84C-2D0384221F4D}"/>
                  </a:ext>
                </a:extLst>
              </p:cNvPr>
              <p:cNvSpPr/>
              <p:nvPr/>
            </p:nvSpPr>
            <p:spPr>
              <a:xfrm>
                <a:off x="7868849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20" name="pg73">
                <a:extLst>
                  <a:ext uri="{FF2B5EF4-FFF2-40B4-BE49-F238E27FC236}">
                    <a16:creationId xmlns:a16="http://schemas.microsoft.com/office/drawing/2014/main" id="{6BF3DBE9-6565-8ACE-0705-AB71BD6A5DDD}"/>
                  </a:ext>
                </a:extLst>
              </p:cNvPr>
              <p:cNvSpPr/>
              <p:nvPr/>
            </p:nvSpPr>
            <p:spPr>
              <a:xfrm>
                <a:off x="7899912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24" name="pg74">
                <a:extLst>
                  <a:ext uri="{FF2B5EF4-FFF2-40B4-BE49-F238E27FC236}">
                    <a16:creationId xmlns:a16="http://schemas.microsoft.com/office/drawing/2014/main" id="{9786B1DC-8C43-22D8-1CAD-32A2ACCFF8BC}"/>
                  </a:ext>
                </a:extLst>
              </p:cNvPr>
              <p:cNvSpPr/>
              <p:nvPr/>
            </p:nvSpPr>
            <p:spPr>
              <a:xfrm>
                <a:off x="7930974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A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29" name="pg75">
                <a:extLst>
                  <a:ext uri="{FF2B5EF4-FFF2-40B4-BE49-F238E27FC236}">
                    <a16:creationId xmlns:a16="http://schemas.microsoft.com/office/drawing/2014/main" id="{EF536165-92F4-6187-AE38-8B482AEB3879}"/>
                  </a:ext>
                </a:extLst>
              </p:cNvPr>
              <p:cNvSpPr/>
              <p:nvPr/>
            </p:nvSpPr>
            <p:spPr>
              <a:xfrm>
                <a:off x="7962037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6E3C9">
                  <a:alpha val="100000"/>
                </a:srgbClr>
              </a:solidFill>
              <a:ln w="5420" cap="flat">
                <a:solidFill>
                  <a:srgbClr val="93DDC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30" name="pg76">
                <a:extLst>
                  <a:ext uri="{FF2B5EF4-FFF2-40B4-BE49-F238E27FC236}">
                    <a16:creationId xmlns:a16="http://schemas.microsoft.com/office/drawing/2014/main" id="{E3ABE2AE-EFC4-15E6-F327-B4B7F6550022}"/>
                  </a:ext>
                </a:extLst>
              </p:cNvPr>
              <p:cNvSpPr/>
              <p:nvPr/>
            </p:nvSpPr>
            <p:spPr>
              <a:xfrm>
                <a:off x="7993100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3E2C8">
                  <a:alpha val="100000"/>
                </a:srgbClr>
              </a:solidFill>
              <a:ln w="5420" cap="flat">
                <a:solidFill>
                  <a:srgbClr val="8FDBB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31" name="pg77">
                <a:extLst>
                  <a:ext uri="{FF2B5EF4-FFF2-40B4-BE49-F238E27FC236}">
                    <a16:creationId xmlns:a16="http://schemas.microsoft.com/office/drawing/2014/main" id="{1AEE2BB4-AC7E-D112-4C4B-A9B47342A7E5}"/>
                  </a:ext>
                </a:extLst>
              </p:cNvPr>
              <p:cNvSpPr/>
              <p:nvPr/>
            </p:nvSpPr>
            <p:spPr>
              <a:xfrm>
                <a:off x="8024163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0E1C7">
                  <a:alpha val="100000"/>
                </a:srgbClr>
              </a:solidFill>
              <a:ln w="5420" cap="flat">
                <a:solidFill>
                  <a:srgbClr val="8BDAB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32" name="pg78">
                <a:extLst>
                  <a:ext uri="{FF2B5EF4-FFF2-40B4-BE49-F238E27FC236}">
                    <a16:creationId xmlns:a16="http://schemas.microsoft.com/office/drawing/2014/main" id="{C4CDFA4D-DE4D-B50F-FA13-A9AA735D1588}"/>
                  </a:ext>
                </a:extLst>
              </p:cNvPr>
              <p:cNvSpPr/>
              <p:nvPr/>
            </p:nvSpPr>
            <p:spPr>
              <a:xfrm>
                <a:off x="8055226" y="5559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9EE0C5">
                  <a:alpha val="100000"/>
                </a:srgbClr>
              </a:solidFill>
              <a:ln w="5420" cap="flat">
                <a:solidFill>
                  <a:srgbClr val="86D9B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33" name="pg79">
                <a:extLst>
                  <a:ext uri="{FF2B5EF4-FFF2-40B4-BE49-F238E27FC236}">
                    <a16:creationId xmlns:a16="http://schemas.microsoft.com/office/drawing/2014/main" id="{52541477-5636-4D41-8203-EF9029F97E50}"/>
                  </a:ext>
                </a:extLst>
              </p:cNvPr>
              <p:cNvSpPr/>
              <p:nvPr/>
            </p:nvSpPr>
            <p:spPr>
              <a:xfrm>
                <a:off x="7309716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C">
                  <a:alpha val="100000"/>
                </a:srgbClr>
              </a:solidFill>
              <a:ln w="5420" cap="flat">
                <a:solidFill>
                  <a:srgbClr val="9BDFC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34" name="pg80">
                <a:extLst>
                  <a:ext uri="{FF2B5EF4-FFF2-40B4-BE49-F238E27FC236}">
                    <a16:creationId xmlns:a16="http://schemas.microsoft.com/office/drawing/2014/main" id="{1A93390A-0CD7-27D2-6960-B6614D8B2F44}"/>
                  </a:ext>
                </a:extLst>
              </p:cNvPr>
              <p:cNvSpPr/>
              <p:nvPr/>
            </p:nvSpPr>
            <p:spPr>
              <a:xfrm>
                <a:off x="7340779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535" name="pg81">
                <a:extLst>
                  <a:ext uri="{FF2B5EF4-FFF2-40B4-BE49-F238E27FC236}">
                    <a16:creationId xmlns:a16="http://schemas.microsoft.com/office/drawing/2014/main" id="{EEDED5CF-4077-4D4B-6A31-B91BF8D65BF7}"/>
                  </a:ext>
                </a:extLst>
              </p:cNvPr>
              <p:cNvSpPr/>
              <p:nvPr/>
            </p:nvSpPr>
            <p:spPr>
              <a:xfrm>
                <a:off x="7371842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80" name="pg82">
                <a:extLst>
                  <a:ext uri="{FF2B5EF4-FFF2-40B4-BE49-F238E27FC236}">
                    <a16:creationId xmlns:a16="http://schemas.microsoft.com/office/drawing/2014/main" id="{EEC7471B-ED81-1A95-2720-42923D983723}"/>
                  </a:ext>
                </a:extLst>
              </p:cNvPr>
              <p:cNvSpPr/>
              <p:nvPr/>
            </p:nvSpPr>
            <p:spPr>
              <a:xfrm>
                <a:off x="7402905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81" name="pg83">
                <a:extLst>
                  <a:ext uri="{FF2B5EF4-FFF2-40B4-BE49-F238E27FC236}">
                    <a16:creationId xmlns:a16="http://schemas.microsoft.com/office/drawing/2014/main" id="{4EDFED99-9D2C-BCB7-FCEB-72548F0BC2A0}"/>
                  </a:ext>
                </a:extLst>
              </p:cNvPr>
              <p:cNvSpPr/>
              <p:nvPr/>
            </p:nvSpPr>
            <p:spPr>
              <a:xfrm>
                <a:off x="7433968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82" name="pg84">
                <a:extLst>
                  <a:ext uri="{FF2B5EF4-FFF2-40B4-BE49-F238E27FC236}">
                    <a16:creationId xmlns:a16="http://schemas.microsoft.com/office/drawing/2014/main" id="{4F9AD373-783F-AB2E-6654-FED8859B95C4}"/>
                  </a:ext>
                </a:extLst>
              </p:cNvPr>
              <p:cNvSpPr/>
              <p:nvPr/>
            </p:nvSpPr>
            <p:spPr>
              <a:xfrm>
                <a:off x="7465031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83" name="pg85">
                <a:extLst>
                  <a:ext uri="{FF2B5EF4-FFF2-40B4-BE49-F238E27FC236}">
                    <a16:creationId xmlns:a16="http://schemas.microsoft.com/office/drawing/2014/main" id="{34CC6CFA-EC0F-3828-708C-D93DF73558E9}"/>
                  </a:ext>
                </a:extLst>
              </p:cNvPr>
              <p:cNvSpPr/>
              <p:nvPr/>
            </p:nvSpPr>
            <p:spPr>
              <a:xfrm>
                <a:off x="7496094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84" name="pg86">
                <a:extLst>
                  <a:ext uri="{FF2B5EF4-FFF2-40B4-BE49-F238E27FC236}">
                    <a16:creationId xmlns:a16="http://schemas.microsoft.com/office/drawing/2014/main" id="{AA9F2F1C-D271-A7CA-411E-F3410CF2102D}"/>
                  </a:ext>
                </a:extLst>
              </p:cNvPr>
              <p:cNvSpPr/>
              <p:nvPr/>
            </p:nvSpPr>
            <p:spPr>
              <a:xfrm>
                <a:off x="7527156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85" name="pg87">
                <a:extLst>
                  <a:ext uri="{FF2B5EF4-FFF2-40B4-BE49-F238E27FC236}">
                    <a16:creationId xmlns:a16="http://schemas.microsoft.com/office/drawing/2014/main" id="{5AA12B53-4D0A-B279-2BDF-297A0ACF59BD}"/>
                  </a:ext>
                </a:extLst>
              </p:cNvPr>
              <p:cNvSpPr/>
              <p:nvPr/>
            </p:nvSpPr>
            <p:spPr>
              <a:xfrm>
                <a:off x="7558219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86" name="pg88">
                <a:extLst>
                  <a:ext uri="{FF2B5EF4-FFF2-40B4-BE49-F238E27FC236}">
                    <a16:creationId xmlns:a16="http://schemas.microsoft.com/office/drawing/2014/main" id="{1BFEDCF1-D5FE-915A-F698-5887676AA6CF}"/>
                  </a:ext>
                </a:extLst>
              </p:cNvPr>
              <p:cNvSpPr/>
              <p:nvPr/>
            </p:nvSpPr>
            <p:spPr>
              <a:xfrm>
                <a:off x="7589283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87" name="pg89">
                <a:extLst>
                  <a:ext uri="{FF2B5EF4-FFF2-40B4-BE49-F238E27FC236}">
                    <a16:creationId xmlns:a16="http://schemas.microsoft.com/office/drawing/2014/main" id="{F7315E02-3A7C-2D9C-BDB1-3921A1FDBA6E}"/>
                  </a:ext>
                </a:extLst>
              </p:cNvPr>
              <p:cNvSpPr/>
              <p:nvPr/>
            </p:nvSpPr>
            <p:spPr>
              <a:xfrm>
                <a:off x="7620345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88" name="pg90">
                <a:extLst>
                  <a:ext uri="{FF2B5EF4-FFF2-40B4-BE49-F238E27FC236}">
                    <a16:creationId xmlns:a16="http://schemas.microsoft.com/office/drawing/2014/main" id="{A605ADE5-623E-B087-AF6D-3F13D05A988B}"/>
                  </a:ext>
                </a:extLst>
              </p:cNvPr>
              <p:cNvSpPr/>
              <p:nvPr/>
            </p:nvSpPr>
            <p:spPr>
              <a:xfrm>
                <a:off x="7651408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89" name="pg91">
                <a:extLst>
                  <a:ext uri="{FF2B5EF4-FFF2-40B4-BE49-F238E27FC236}">
                    <a16:creationId xmlns:a16="http://schemas.microsoft.com/office/drawing/2014/main" id="{C7B43AC5-6580-FC67-40F4-18C29D69C5B7}"/>
                  </a:ext>
                </a:extLst>
              </p:cNvPr>
              <p:cNvSpPr/>
              <p:nvPr/>
            </p:nvSpPr>
            <p:spPr>
              <a:xfrm>
                <a:off x="7837786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90" name="pg92">
                <a:extLst>
                  <a:ext uri="{FF2B5EF4-FFF2-40B4-BE49-F238E27FC236}">
                    <a16:creationId xmlns:a16="http://schemas.microsoft.com/office/drawing/2014/main" id="{B6959098-38DC-54A1-08E8-416E57F5E62C}"/>
                  </a:ext>
                </a:extLst>
              </p:cNvPr>
              <p:cNvSpPr/>
              <p:nvPr/>
            </p:nvSpPr>
            <p:spPr>
              <a:xfrm>
                <a:off x="7868849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91" name="pg93">
                <a:extLst>
                  <a:ext uri="{FF2B5EF4-FFF2-40B4-BE49-F238E27FC236}">
                    <a16:creationId xmlns:a16="http://schemas.microsoft.com/office/drawing/2014/main" id="{4F4F890F-F520-DE3C-FBC3-CB675F8FDD3A}"/>
                  </a:ext>
                </a:extLst>
              </p:cNvPr>
              <p:cNvSpPr/>
              <p:nvPr/>
            </p:nvSpPr>
            <p:spPr>
              <a:xfrm>
                <a:off x="7899912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92" name="pg94">
                <a:extLst>
                  <a:ext uri="{FF2B5EF4-FFF2-40B4-BE49-F238E27FC236}">
                    <a16:creationId xmlns:a16="http://schemas.microsoft.com/office/drawing/2014/main" id="{8A2527F3-FDF3-E2AB-F976-097799DF89B2}"/>
                  </a:ext>
                </a:extLst>
              </p:cNvPr>
              <p:cNvSpPr/>
              <p:nvPr/>
            </p:nvSpPr>
            <p:spPr>
              <a:xfrm>
                <a:off x="7930974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93" name="pg95">
                <a:extLst>
                  <a:ext uri="{FF2B5EF4-FFF2-40B4-BE49-F238E27FC236}">
                    <a16:creationId xmlns:a16="http://schemas.microsoft.com/office/drawing/2014/main" id="{6BA4980C-CCB5-0A3E-10A7-298272849C26}"/>
                  </a:ext>
                </a:extLst>
              </p:cNvPr>
              <p:cNvSpPr/>
              <p:nvPr/>
            </p:nvSpPr>
            <p:spPr>
              <a:xfrm>
                <a:off x="7962037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94" name="pg96">
                <a:extLst>
                  <a:ext uri="{FF2B5EF4-FFF2-40B4-BE49-F238E27FC236}">
                    <a16:creationId xmlns:a16="http://schemas.microsoft.com/office/drawing/2014/main" id="{965E0E00-4E02-06C1-A508-0DC9CDA41C5F}"/>
                  </a:ext>
                </a:extLst>
              </p:cNvPr>
              <p:cNvSpPr/>
              <p:nvPr/>
            </p:nvSpPr>
            <p:spPr>
              <a:xfrm>
                <a:off x="7993100" y="5953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BE4CC">
                  <a:alpha val="100000"/>
                </a:srgbClr>
              </a:solidFill>
              <a:ln w="5420" cap="flat">
                <a:solidFill>
                  <a:srgbClr val="99DFC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95" name="pg97">
                <a:extLst>
                  <a:ext uri="{FF2B5EF4-FFF2-40B4-BE49-F238E27FC236}">
                    <a16:creationId xmlns:a16="http://schemas.microsoft.com/office/drawing/2014/main" id="{BEC61DDD-E784-B52F-E970-053174FB5701}"/>
                  </a:ext>
                </a:extLst>
              </p:cNvPr>
              <p:cNvSpPr/>
              <p:nvPr/>
            </p:nvSpPr>
            <p:spPr>
              <a:xfrm>
                <a:off x="7247590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DF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96" name="pg98">
                <a:extLst>
                  <a:ext uri="{FF2B5EF4-FFF2-40B4-BE49-F238E27FC236}">
                    <a16:creationId xmlns:a16="http://schemas.microsoft.com/office/drawing/2014/main" id="{BC4014F8-CA48-B106-F658-96AB1CE79A7F}"/>
                  </a:ext>
                </a:extLst>
              </p:cNvPr>
              <p:cNvSpPr/>
              <p:nvPr/>
            </p:nvSpPr>
            <p:spPr>
              <a:xfrm>
                <a:off x="7278653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97" name="pg99">
                <a:extLst>
                  <a:ext uri="{FF2B5EF4-FFF2-40B4-BE49-F238E27FC236}">
                    <a16:creationId xmlns:a16="http://schemas.microsoft.com/office/drawing/2014/main" id="{C3315173-EF80-3315-7111-4E5588A48B78}"/>
                  </a:ext>
                </a:extLst>
              </p:cNvPr>
              <p:cNvSpPr/>
              <p:nvPr/>
            </p:nvSpPr>
            <p:spPr>
              <a:xfrm>
                <a:off x="7309716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DE5CD">
                  <a:alpha val="100000"/>
                </a:srgbClr>
              </a:solidFill>
              <a:ln w="5420" cap="flat">
                <a:solidFill>
                  <a:srgbClr val="9C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98" name="pg100">
                <a:extLst>
                  <a:ext uri="{FF2B5EF4-FFF2-40B4-BE49-F238E27FC236}">
                    <a16:creationId xmlns:a16="http://schemas.microsoft.com/office/drawing/2014/main" id="{4FE0D117-73D6-A22F-CC09-A00A12073F29}"/>
                  </a:ext>
                </a:extLst>
              </p:cNvPr>
              <p:cNvSpPr/>
              <p:nvPr/>
            </p:nvSpPr>
            <p:spPr>
              <a:xfrm>
                <a:off x="7340779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099" name="pg101">
                <a:extLst>
                  <a:ext uri="{FF2B5EF4-FFF2-40B4-BE49-F238E27FC236}">
                    <a16:creationId xmlns:a16="http://schemas.microsoft.com/office/drawing/2014/main" id="{2A78DCB1-3D26-314F-0229-9299636460C4}"/>
                  </a:ext>
                </a:extLst>
              </p:cNvPr>
              <p:cNvSpPr/>
              <p:nvPr/>
            </p:nvSpPr>
            <p:spPr>
              <a:xfrm>
                <a:off x="7371842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00" name="pg102">
                <a:extLst>
                  <a:ext uri="{FF2B5EF4-FFF2-40B4-BE49-F238E27FC236}">
                    <a16:creationId xmlns:a16="http://schemas.microsoft.com/office/drawing/2014/main" id="{CF7202AE-34C5-91D4-2A82-228159BE64D5}"/>
                  </a:ext>
                </a:extLst>
              </p:cNvPr>
              <p:cNvSpPr/>
              <p:nvPr/>
            </p:nvSpPr>
            <p:spPr>
              <a:xfrm>
                <a:off x="7402905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01" name="pg103">
                <a:extLst>
                  <a:ext uri="{FF2B5EF4-FFF2-40B4-BE49-F238E27FC236}">
                    <a16:creationId xmlns:a16="http://schemas.microsoft.com/office/drawing/2014/main" id="{07F19C5D-DB0A-ECC0-B246-847124EF1BDB}"/>
                  </a:ext>
                </a:extLst>
              </p:cNvPr>
              <p:cNvSpPr/>
              <p:nvPr/>
            </p:nvSpPr>
            <p:spPr>
              <a:xfrm>
                <a:off x="7433968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02" name="pg104">
                <a:extLst>
                  <a:ext uri="{FF2B5EF4-FFF2-40B4-BE49-F238E27FC236}">
                    <a16:creationId xmlns:a16="http://schemas.microsoft.com/office/drawing/2014/main" id="{6BA2AE9E-8731-4CE3-9D6B-AD8A701CF5DF}"/>
                  </a:ext>
                </a:extLst>
              </p:cNvPr>
              <p:cNvSpPr/>
              <p:nvPr/>
            </p:nvSpPr>
            <p:spPr>
              <a:xfrm>
                <a:off x="7465031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03" name="pg105">
                <a:extLst>
                  <a:ext uri="{FF2B5EF4-FFF2-40B4-BE49-F238E27FC236}">
                    <a16:creationId xmlns:a16="http://schemas.microsoft.com/office/drawing/2014/main" id="{7B9A0418-EAF9-EAC4-A442-46CCE28872EF}"/>
                  </a:ext>
                </a:extLst>
              </p:cNvPr>
              <p:cNvSpPr/>
              <p:nvPr/>
            </p:nvSpPr>
            <p:spPr>
              <a:xfrm>
                <a:off x="7496094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04" name="pg106">
                <a:extLst>
                  <a:ext uri="{FF2B5EF4-FFF2-40B4-BE49-F238E27FC236}">
                    <a16:creationId xmlns:a16="http://schemas.microsoft.com/office/drawing/2014/main" id="{0E6A4372-AC7A-1CF5-49A8-8EB7B50F3FEF}"/>
                  </a:ext>
                </a:extLst>
              </p:cNvPr>
              <p:cNvSpPr/>
              <p:nvPr/>
            </p:nvSpPr>
            <p:spPr>
              <a:xfrm>
                <a:off x="7527156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05" name="pg107">
                <a:extLst>
                  <a:ext uri="{FF2B5EF4-FFF2-40B4-BE49-F238E27FC236}">
                    <a16:creationId xmlns:a16="http://schemas.microsoft.com/office/drawing/2014/main" id="{DB25C07F-55A0-E50D-5540-0E3FD16B0212}"/>
                  </a:ext>
                </a:extLst>
              </p:cNvPr>
              <p:cNvSpPr/>
              <p:nvPr/>
            </p:nvSpPr>
            <p:spPr>
              <a:xfrm>
                <a:off x="7558219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06" name="pg108">
                <a:extLst>
                  <a:ext uri="{FF2B5EF4-FFF2-40B4-BE49-F238E27FC236}">
                    <a16:creationId xmlns:a16="http://schemas.microsoft.com/office/drawing/2014/main" id="{5750CB19-08B1-5176-ABFA-788EA11AF3CF}"/>
                  </a:ext>
                </a:extLst>
              </p:cNvPr>
              <p:cNvSpPr/>
              <p:nvPr/>
            </p:nvSpPr>
            <p:spPr>
              <a:xfrm>
                <a:off x="7589283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07" name="pg109">
                <a:extLst>
                  <a:ext uri="{FF2B5EF4-FFF2-40B4-BE49-F238E27FC236}">
                    <a16:creationId xmlns:a16="http://schemas.microsoft.com/office/drawing/2014/main" id="{BE8BB7AD-ACC0-9C56-0A3B-E38F8769419D}"/>
                  </a:ext>
                </a:extLst>
              </p:cNvPr>
              <p:cNvSpPr/>
              <p:nvPr/>
            </p:nvSpPr>
            <p:spPr>
              <a:xfrm>
                <a:off x="7620345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08" name="pg110">
                <a:extLst>
                  <a:ext uri="{FF2B5EF4-FFF2-40B4-BE49-F238E27FC236}">
                    <a16:creationId xmlns:a16="http://schemas.microsoft.com/office/drawing/2014/main" id="{6F7184C8-44E3-94F6-A2DD-6285D96C3AFB}"/>
                  </a:ext>
                </a:extLst>
              </p:cNvPr>
              <p:cNvSpPr/>
              <p:nvPr/>
            </p:nvSpPr>
            <p:spPr>
              <a:xfrm>
                <a:off x="7651408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09" name="pg111">
                <a:extLst>
                  <a:ext uri="{FF2B5EF4-FFF2-40B4-BE49-F238E27FC236}">
                    <a16:creationId xmlns:a16="http://schemas.microsoft.com/office/drawing/2014/main" id="{B110EA37-444B-279D-FC32-E7AC9A0178EA}"/>
                  </a:ext>
                </a:extLst>
              </p:cNvPr>
              <p:cNvSpPr/>
              <p:nvPr/>
            </p:nvSpPr>
            <p:spPr>
              <a:xfrm>
                <a:off x="7682471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10" name="pg112">
                <a:extLst>
                  <a:ext uri="{FF2B5EF4-FFF2-40B4-BE49-F238E27FC236}">
                    <a16:creationId xmlns:a16="http://schemas.microsoft.com/office/drawing/2014/main" id="{D41F30E7-24C0-CAFA-50E5-52F40D253F8D}"/>
                  </a:ext>
                </a:extLst>
              </p:cNvPr>
              <p:cNvSpPr/>
              <p:nvPr/>
            </p:nvSpPr>
            <p:spPr>
              <a:xfrm>
                <a:off x="7713534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11" name="pg113">
                <a:extLst>
                  <a:ext uri="{FF2B5EF4-FFF2-40B4-BE49-F238E27FC236}">
                    <a16:creationId xmlns:a16="http://schemas.microsoft.com/office/drawing/2014/main" id="{22EE01F4-C8CD-806B-E085-0B1C77D9706C}"/>
                  </a:ext>
                </a:extLst>
              </p:cNvPr>
              <p:cNvSpPr/>
              <p:nvPr/>
            </p:nvSpPr>
            <p:spPr>
              <a:xfrm>
                <a:off x="7744597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12" name="pg114">
                <a:extLst>
                  <a:ext uri="{FF2B5EF4-FFF2-40B4-BE49-F238E27FC236}">
                    <a16:creationId xmlns:a16="http://schemas.microsoft.com/office/drawing/2014/main" id="{AFDA88DA-8908-0E29-D021-23A26604E40D}"/>
                  </a:ext>
                </a:extLst>
              </p:cNvPr>
              <p:cNvSpPr/>
              <p:nvPr/>
            </p:nvSpPr>
            <p:spPr>
              <a:xfrm>
                <a:off x="7806723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EEAD5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13" name="pg115">
                <a:extLst>
                  <a:ext uri="{FF2B5EF4-FFF2-40B4-BE49-F238E27FC236}">
                    <a16:creationId xmlns:a16="http://schemas.microsoft.com/office/drawing/2014/main" id="{F6EEDDA7-5117-5ACC-C5E2-6ADF66D68FA7}"/>
                  </a:ext>
                </a:extLst>
              </p:cNvPr>
              <p:cNvSpPr/>
              <p:nvPr/>
            </p:nvSpPr>
            <p:spPr>
              <a:xfrm>
                <a:off x="7837786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14" name="pg116">
                <a:extLst>
                  <a:ext uri="{FF2B5EF4-FFF2-40B4-BE49-F238E27FC236}">
                    <a16:creationId xmlns:a16="http://schemas.microsoft.com/office/drawing/2014/main" id="{FEA04589-B835-967E-F21F-0BDE3F34CDAD}"/>
                  </a:ext>
                </a:extLst>
              </p:cNvPr>
              <p:cNvSpPr/>
              <p:nvPr/>
            </p:nvSpPr>
            <p:spPr>
              <a:xfrm>
                <a:off x="7868849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BEAD3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15" name="pg117">
                <a:extLst>
                  <a:ext uri="{FF2B5EF4-FFF2-40B4-BE49-F238E27FC236}">
                    <a16:creationId xmlns:a16="http://schemas.microsoft.com/office/drawing/2014/main" id="{D02FC8BC-09B9-22B6-1BE4-1585230A0522}"/>
                  </a:ext>
                </a:extLst>
              </p:cNvPr>
              <p:cNvSpPr/>
              <p:nvPr/>
            </p:nvSpPr>
            <p:spPr>
              <a:xfrm>
                <a:off x="7899912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16" name="pg118">
                <a:extLst>
                  <a:ext uri="{FF2B5EF4-FFF2-40B4-BE49-F238E27FC236}">
                    <a16:creationId xmlns:a16="http://schemas.microsoft.com/office/drawing/2014/main" id="{AC147BDF-1FC7-DDB9-DF25-02E29FA4AE5E}"/>
                  </a:ext>
                </a:extLst>
              </p:cNvPr>
              <p:cNvSpPr/>
              <p:nvPr/>
            </p:nvSpPr>
            <p:spPr>
              <a:xfrm>
                <a:off x="7930974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17" name="pg119">
                <a:extLst>
                  <a:ext uri="{FF2B5EF4-FFF2-40B4-BE49-F238E27FC236}">
                    <a16:creationId xmlns:a16="http://schemas.microsoft.com/office/drawing/2014/main" id="{5C2A2E08-30AF-9389-9976-A1CABC4E69BB}"/>
                  </a:ext>
                </a:extLst>
              </p:cNvPr>
              <p:cNvSpPr/>
              <p:nvPr/>
            </p:nvSpPr>
            <p:spPr>
              <a:xfrm>
                <a:off x="7962037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18" name="pg120">
                <a:extLst>
                  <a:ext uri="{FF2B5EF4-FFF2-40B4-BE49-F238E27FC236}">
                    <a16:creationId xmlns:a16="http://schemas.microsoft.com/office/drawing/2014/main" id="{0DE966DC-41C5-40ED-EC4E-4CF4F493F684}"/>
                  </a:ext>
                </a:extLst>
              </p:cNvPr>
              <p:cNvSpPr/>
              <p:nvPr/>
            </p:nvSpPr>
            <p:spPr>
              <a:xfrm>
                <a:off x="7993100" y="6347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19" name="pg121">
                <a:extLst>
                  <a:ext uri="{FF2B5EF4-FFF2-40B4-BE49-F238E27FC236}">
                    <a16:creationId xmlns:a16="http://schemas.microsoft.com/office/drawing/2014/main" id="{A65ABEE9-64B6-4E55-BE98-9CE9DDA5D6CF}"/>
                  </a:ext>
                </a:extLst>
              </p:cNvPr>
              <p:cNvSpPr/>
              <p:nvPr/>
            </p:nvSpPr>
            <p:spPr>
              <a:xfrm>
                <a:off x="7247590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20" name="pg122">
                <a:extLst>
                  <a:ext uri="{FF2B5EF4-FFF2-40B4-BE49-F238E27FC236}">
                    <a16:creationId xmlns:a16="http://schemas.microsoft.com/office/drawing/2014/main" id="{0E85637A-B1A8-29EB-8566-A69541BB4F96}"/>
                  </a:ext>
                </a:extLst>
              </p:cNvPr>
              <p:cNvSpPr/>
              <p:nvPr/>
            </p:nvSpPr>
            <p:spPr>
              <a:xfrm>
                <a:off x="7278653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21" name="pg123">
                <a:extLst>
                  <a:ext uri="{FF2B5EF4-FFF2-40B4-BE49-F238E27FC236}">
                    <a16:creationId xmlns:a16="http://schemas.microsoft.com/office/drawing/2014/main" id="{DFA0793C-53A7-9320-EA7F-7E6C761CC1E5}"/>
                  </a:ext>
                </a:extLst>
              </p:cNvPr>
              <p:cNvSpPr/>
              <p:nvPr/>
            </p:nvSpPr>
            <p:spPr>
              <a:xfrm>
                <a:off x="7309716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D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22" name="pg124">
                <a:extLst>
                  <a:ext uri="{FF2B5EF4-FFF2-40B4-BE49-F238E27FC236}">
                    <a16:creationId xmlns:a16="http://schemas.microsoft.com/office/drawing/2014/main" id="{E9341F74-AAD9-4EE8-CB2F-3BCCCACAE48E}"/>
                  </a:ext>
                </a:extLst>
              </p:cNvPr>
              <p:cNvSpPr/>
              <p:nvPr/>
            </p:nvSpPr>
            <p:spPr>
              <a:xfrm>
                <a:off x="7340779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23" name="pg125">
                <a:extLst>
                  <a:ext uri="{FF2B5EF4-FFF2-40B4-BE49-F238E27FC236}">
                    <a16:creationId xmlns:a16="http://schemas.microsoft.com/office/drawing/2014/main" id="{0D9C2EE9-87F7-6A2B-5318-3755F63E1EE1}"/>
                  </a:ext>
                </a:extLst>
              </p:cNvPr>
              <p:cNvSpPr/>
              <p:nvPr/>
            </p:nvSpPr>
            <p:spPr>
              <a:xfrm>
                <a:off x="7371842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24" name="pg126">
                <a:extLst>
                  <a:ext uri="{FF2B5EF4-FFF2-40B4-BE49-F238E27FC236}">
                    <a16:creationId xmlns:a16="http://schemas.microsoft.com/office/drawing/2014/main" id="{E73444D2-2D2D-9936-2C1D-297F67DD5D13}"/>
                  </a:ext>
                </a:extLst>
              </p:cNvPr>
              <p:cNvSpPr/>
              <p:nvPr/>
            </p:nvSpPr>
            <p:spPr>
              <a:xfrm>
                <a:off x="7402905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25" name="pg127">
                <a:extLst>
                  <a:ext uri="{FF2B5EF4-FFF2-40B4-BE49-F238E27FC236}">
                    <a16:creationId xmlns:a16="http://schemas.microsoft.com/office/drawing/2014/main" id="{27809CA6-B708-BFD4-3634-80AD16CE7BA7}"/>
                  </a:ext>
                </a:extLst>
              </p:cNvPr>
              <p:cNvSpPr/>
              <p:nvPr/>
            </p:nvSpPr>
            <p:spPr>
              <a:xfrm>
                <a:off x="7433968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26" name="pg128">
                <a:extLst>
                  <a:ext uri="{FF2B5EF4-FFF2-40B4-BE49-F238E27FC236}">
                    <a16:creationId xmlns:a16="http://schemas.microsoft.com/office/drawing/2014/main" id="{7FE58BB1-658D-7BC1-294F-0D48BD15BB41}"/>
                  </a:ext>
                </a:extLst>
              </p:cNvPr>
              <p:cNvSpPr/>
              <p:nvPr/>
            </p:nvSpPr>
            <p:spPr>
              <a:xfrm>
                <a:off x="7465031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28" name="pg129">
                <a:extLst>
                  <a:ext uri="{FF2B5EF4-FFF2-40B4-BE49-F238E27FC236}">
                    <a16:creationId xmlns:a16="http://schemas.microsoft.com/office/drawing/2014/main" id="{1EB9F0BB-435C-9FA9-33B3-43142FB8C8C0}"/>
                  </a:ext>
                </a:extLst>
              </p:cNvPr>
              <p:cNvSpPr/>
              <p:nvPr/>
            </p:nvSpPr>
            <p:spPr>
              <a:xfrm>
                <a:off x="7496094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29" name="pg130">
                <a:extLst>
                  <a:ext uri="{FF2B5EF4-FFF2-40B4-BE49-F238E27FC236}">
                    <a16:creationId xmlns:a16="http://schemas.microsoft.com/office/drawing/2014/main" id="{5130367C-3C20-5699-0066-AF4C89068920}"/>
                  </a:ext>
                </a:extLst>
              </p:cNvPr>
              <p:cNvSpPr/>
              <p:nvPr/>
            </p:nvSpPr>
            <p:spPr>
              <a:xfrm>
                <a:off x="7527156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30" name="pg131">
                <a:extLst>
                  <a:ext uri="{FF2B5EF4-FFF2-40B4-BE49-F238E27FC236}">
                    <a16:creationId xmlns:a16="http://schemas.microsoft.com/office/drawing/2014/main" id="{BBD44038-C1BA-D06B-28F2-7B7D5629CA29}"/>
                  </a:ext>
                </a:extLst>
              </p:cNvPr>
              <p:cNvSpPr/>
              <p:nvPr/>
            </p:nvSpPr>
            <p:spPr>
              <a:xfrm>
                <a:off x="7558219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37" name="pg132">
                <a:extLst>
                  <a:ext uri="{FF2B5EF4-FFF2-40B4-BE49-F238E27FC236}">
                    <a16:creationId xmlns:a16="http://schemas.microsoft.com/office/drawing/2014/main" id="{F13BFD0A-A330-5A00-9EC5-C4D46FD3E65D}"/>
                  </a:ext>
                </a:extLst>
              </p:cNvPr>
              <p:cNvSpPr/>
              <p:nvPr/>
            </p:nvSpPr>
            <p:spPr>
              <a:xfrm>
                <a:off x="7589283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38" name="pg133">
                <a:extLst>
                  <a:ext uri="{FF2B5EF4-FFF2-40B4-BE49-F238E27FC236}">
                    <a16:creationId xmlns:a16="http://schemas.microsoft.com/office/drawing/2014/main" id="{D8E2FEB9-775D-431D-C00A-0CFFDA7FB9CB}"/>
                  </a:ext>
                </a:extLst>
              </p:cNvPr>
              <p:cNvSpPr/>
              <p:nvPr/>
            </p:nvSpPr>
            <p:spPr>
              <a:xfrm>
                <a:off x="7620345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39" name="pg134">
                <a:extLst>
                  <a:ext uri="{FF2B5EF4-FFF2-40B4-BE49-F238E27FC236}">
                    <a16:creationId xmlns:a16="http://schemas.microsoft.com/office/drawing/2014/main" id="{E6B034E8-3AEA-C16E-A819-8F3096918469}"/>
                  </a:ext>
                </a:extLst>
              </p:cNvPr>
              <p:cNvSpPr/>
              <p:nvPr/>
            </p:nvSpPr>
            <p:spPr>
              <a:xfrm>
                <a:off x="7651408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40" name="pg135">
                <a:extLst>
                  <a:ext uri="{FF2B5EF4-FFF2-40B4-BE49-F238E27FC236}">
                    <a16:creationId xmlns:a16="http://schemas.microsoft.com/office/drawing/2014/main" id="{81190910-CA7F-3D4F-BB01-B4F5C989304D}"/>
                  </a:ext>
                </a:extLst>
              </p:cNvPr>
              <p:cNvSpPr/>
              <p:nvPr/>
            </p:nvSpPr>
            <p:spPr>
              <a:xfrm>
                <a:off x="7682471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41" name="pg136">
                <a:extLst>
                  <a:ext uri="{FF2B5EF4-FFF2-40B4-BE49-F238E27FC236}">
                    <a16:creationId xmlns:a16="http://schemas.microsoft.com/office/drawing/2014/main" id="{6CB998BD-BD57-217A-CF72-ED4131FCA041}"/>
                  </a:ext>
                </a:extLst>
              </p:cNvPr>
              <p:cNvSpPr/>
              <p:nvPr/>
            </p:nvSpPr>
            <p:spPr>
              <a:xfrm>
                <a:off x="7713534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42" name="pg137">
                <a:extLst>
                  <a:ext uri="{FF2B5EF4-FFF2-40B4-BE49-F238E27FC236}">
                    <a16:creationId xmlns:a16="http://schemas.microsoft.com/office/drawing/2014/main" id="{BAEF4045-C437-F6ED-B4B1-7BB7080B5277}"/>
                  </a:ext>
                </a:extLst>
              </p:cNvPr>
              <p:cNvSpPr/>
              <p:nvPr/>
            </p:nvSpPr>
            <p:spPr>
              <a:xfrm>
                <a:off x="7744597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43" name="pg138">
                <a:extLst>
                  <a:ext uri="{FF2B5EF4-FFF2-40B4-BE49-F238E27FC236}">
                    <a16:creationId xmlns:a16="http://schemas.microsoft.com/office/drawing/2014/main" id="{B996196E-46D8-57C0-2A86-45A4FC6A40AC}"/>
                  </a:ext>
                </a:extLst>
              </p:cNvPr>
              <p:cNvSpPr/>
              <p:nvPr/>
            </p:nvSpPr>
            <p:spPr>
              <a:xfrm>
                <a:off x="7775660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73" name="pg139">
                <a:extLst>
                  <a:ext uri="{FF2B5EF4-FFF2-40B4-BE49-F238E27FC236}">
                    <a16:creationId xmlns:a16="http://schemas.microsoft.com/office/drawing/2014/main" id="{ADDE3B13-B465-368E-907F-790BF4AF8511}"/>
                  </a:ext>
                </a:extLst>
              </p:cNvPr>
              <p:cNvSpPr/>
              <p:nvPr/>
            </p:nvSpPr>
            <p:spPr>
              <a:xfrm>
                <a:off x="7806723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74" name="pg140">
                <a:extLst>
                  <a:ext uri="{FF2B5EF4-FFF2-40B4-BE49-F238E27FC236}">
                    <a16:creationId xmlns:a16="http://schemas.microsoft.com/office/drawing/2014/main" id="{E4A871E6-8509-9FF1-8FDE-80CDE6D673C9}"/>
                  </a:ext>
                </a:extLst>
              </p:cNvPr>
              <p:cNvSpPr/>
              <p:nvPr/>
            </p:nvSpPr>
            <p:spPr>
              <a:xfrm>
                <a:off x="7837786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1EBD6">
                  <a:alpha val="100000"/>
                </a:srgbClr>
              </a:solidFill>
              <a:ln w="5420" cap="flat">
                <a:solidFill>
                  <a:srgbClr val="B7E8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77" name="pg141">
                <a:extLst>
                  <a:ext uri="{FF2B5EF4-FFF2-40B4-BE49-F238E27FC236}">
                    <a16:creationId xmlns:a16="http://schemas.microsoft.com/office/drawing/2014/main" id="{C4FF31B9-EFEF-CD77-F961-E72C2F830C82}"/>
                  </a:ext>
                </a:extLst>
              </p:cNvPr>
              <p:cNvSpPr/>
              <p:nvPr/>
            </p:nvSpPr>
            <p:spPr>
              <a:xfrm>
                <a:off x="7868849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78" name="pg142">
                <a:extLst>
                  <a:ext uri="{FF2B5EF4-FFF2-40B4-BE49-F238E27FC236}">
                    <a16:creationId xmlns:a16="http://schemas.microsoft.com/office/drawing/2014/main" id="{4E694856-779E-56FF-7F13-6AC065A1A004}"/>
                  </a:ext>
                </a:extLst>
              </p:cNvPr>
              <p:cNvSpPr/>
              <p:nvPr/>
            </p:nvSpPr>
            <p:spPr>
              <a:xfrm>
                <a:off x="7899912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1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79" name="pg143">
                <a:extLst>
                  <a:ext uri="{FF2B5EF4-FFF2-40B4-BE49-F238E27FC236}">
                    <a16:creationId xmlns:a16="http://schemas.microsoft.com/office/drawing/2014/main" id="{92BF2055-3C58-DE7C-DEFF-AA1F95AC011E}"/>
                  </a:ext>
                </a:extLst>
              </p:cNvPr>
              <p:cNvSpPr/>
              <p:nvPr/>
            </p:nvSpPr>
            <p:spPr>
              <a:xfrm>
                <a:off x="7930974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80" name="pg144">
                <a:extLst>
                  <a:ext uri="{FF2B5EF4-FFF2-40B4-BE49-F238E27FC236}">
                    <a16:creationId xmlns:a16="http://schemas.microsoft.com/office/drawing/2014/main" id="{6E1663AF-2398-3BEF-B1D9-2105B839625D}"/>
                  </a:ext>
                </a:extLst>
              </p:cNvPr>
              <p:cNvSpPr/>
              <p:nvPr/>
            </p:nvSpPr>
            <p:spPr>
              <a:xfrm>
                <a:off x="7962037" y="6742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81" name="pg145">
                <a:extLst>
                  <a:ext uri="{FF2B5EF4-FFF2-40B4-BE49-F238E27FC236}">
                    <a16:creationId xmlns:a16="http://schemas.microsoft.com/office/drawing/2014/main" id="{D3E2720D-383C-2C48-1D2E-94991C408436}"/>
                  </a:ext>
                </a:extLst>
              </p:cNvPr>
              <p:cNvSpPr/>
              <p:nvPr/>
            </p:nvSpPr>
            <p:spPr>
              <a:xfrm>
                <a:off x="7247590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82" name="pg146">
                <a:extLst>
                  <a:ext uri="{FF2B5EF4-FFF2-40B4-BE49-F238E27FC236}">
                    <a16:creationId xmlns:a16="http://schemas.microsoft.com/office/drawing/2014/main" id="{38BE857B-8A36-7685-81D5-71F115BBA9FF}"/>
                  </a:ext>
                </a:extLst>
              </p:cNvPr>
              <p:cNvSpPr/>
              <p:nvPr/>
            </p:nvSpPr>
            <p:spPr>
              <a:xfrm>
                <a:off x="7278653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E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84" name="pg147">
                <a:extLst>
                  <a:ext uri="{FF2B5EF4-FFF2-40B4-BE49-F238E27FC236}">
                    <a16:creationId xmlns:a16="http://schemas.microsoft.com/office/drawing/2014/main" id="{BDF2E30B-DE08-0552-545A-5391DF188DE7}"/>
                  </a:ext>
                </a:extLst>
              </p:cNvPr>
              <p:cNvSpPr/>
              <p:nvPr/>
            </p:nvSpPr>
            <p:spPr>
              <a:xfrm>
                <a:off x="7309716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44" name="pg148">
                <a:extLst>
                  <a:ext uri="{FF2B5EF4-FFF2-40B4-BE49-F238E27FC236}">
                    <a16:creationId xmlns:a16="http://schemas.microsoft.com/office/drawing/2014/main" id="{2498F7B1-376A-C8C3-D3F0-2639161A52B1}"/>
                  </a:ext>
                </a:extLst>
              </p:cNvPr>
              <p:cNvSpPr/>
              <p:nvPr/>
            </p:nvSpPr>
            <p:spPr>
              <a:xfrm>
                <a:off x="7340779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45" name="pg149">
                <a:extLst>
                  <a:ext uri="{FF2B5EF4-FFF2-40B4-BE49-F238E27FC236}">
                    <a16:creationId xmlns:a16="http://schemas.microsoft.com/office/drawing/2014/main" id="{6DED2A2A-1EEB-1319-1AA7-A8F1A54D2282}"/>
                  </a:ext>
                </a:extLst>
              </p:cNvPr>
              <p:cNvSpPr/>
              <p:nvPr/>
            </p:nvSpPr>
            <p:spPr>
              <a:xfrm>
                <a:off x="7371842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46" name="pg150">
                <a:extLst>
                  <a:ext uri="{FF2B5EF4-FFF2-40B4-BE49-F238E27FC236}">
                    <a16:creationId xmlns:a16="http://schemas.microsoft.com/office/drawing/2014/main" id="{73D37E20-34C4-B854-6D17-CD75229788D4}"/>
                  </a:ext>
                </a:extLst>
              </p:cNvPr>
              <p:cNvSpPr/>
              <p:nvPr/>
            </p:nvSpPr>
            <p:spPr>
              <a:xfrm>
                <a:off x="7402905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47" name="pg151">
                <a:extLst>
                  <a:ext uri="{FF2B5EF4-FFF2-40B4-BE49-F238E27FC236}">
                    <a16:creationId xmlns:a16="http://schemas.microsoft.com/office/drawing/2014/main" id="{85AECCED-CCEC-6A73-93F1-F7AF55BEA530}"/>
                  </a:ext>
                </a:extLst>
              </p:cNvPr>
              <p:cNvSpPr/>
              <p:nvPr/>
            </p:nvSpPr>
            <p:spPr>
              <a:xfrm>
                <a:off x="7433968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48" name="pg152">
                <a:extLst>
                  <a:ext uri="{FF2B5EF4-FFF2-40B4-BE49-F238E27FC236}">
                    <a16:creationId xmlns:a16="http://schemas.microsoft.com/office/drawing/2014/main" id="{3F5FF7C1-BA2D-B935-3AAA-BEF24035A4FA}"/>
                  </a:ext>
                </a:extLst>
              </p:cNvPr>
              <p:cNvSpPr/>
              <p:nvPr/>
            </p:nvSpPr>
            <p:spPr>
              <a:xfrm>
                <a:off x="7465031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49" name="pg153">
                <a:extLst>
                  <a:ext uri="{FF2B5EF4-FFF2-40B4-BE49-F238E27FC236}">
                    <a16:creationId xmlns:a16="http://schemas.microsoft.com/office/drawing/2014/main" id="{5452DC52-65DE-476C-BB79-FC935C84BB0B}"/>
                  </a:ext>
                </a:extLst>
              </p:cNvPr>
              <p:cNvSpPr/>
              <p:nvPr/>
            </p:nvSpPr>
            <p:spPr>
              <a:xfrm>
                <a:off x="7496094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50" name="pg154">
                <a:extLst>
                  <a:ext uri="{FF2B5EF4-FFF2-40B4-BE49-F238E27FC236}">
                    <a16:creationId xmlns:a16="http://schemas.microsoft.com/office/drawing/2014/main" id="{92D84874-1D59-0FD1-F5BC-C56A7C2210DC}"/>
                  </a:ext>
                </a:extLst>
              </p:cNvPr>
              <p:cNvSpPr/>
              <p:nvPr/>
            </p:nvSpPr>
            <p:spPr>
              <a:xfrm>
                <a:off x="7527156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51" name="pg155">
                <a:extLst>
                  <a:ext uri="{FF2B5EF4-FFF2-40B4-BE49-F238E27FC236}">
                    <a16:creationId xmlns:a16="http://schemas.microsoft.com/office/drawing/2014/main" id="{37565627-0AC3-907D-3D1F-21BAAC1F3956}"/>
                  </a:ext>
                </a:extLst>
              </p:cNvPr>
              <p:cNvSpPr/>
              <p:nvPr/>
            </p:nvSpPr>
            <p:spPr>
              <a:xfrm>
                <a:off x="7558219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152" name="pg156">
                <a:extLst>
                  <a:ext uri="{FF2B5EF4-FFF2-40B4-BE49-F238E27FC236}">
                    <a16:creationId xmlns:a16="http://schemas.microsoft.com/office/drawing/2014/main" id="{F0FF23B3-8CFB-E9BC-C62D-8443F1D23710}"/>
                  </a:ext>
                </a:extLst>
              </p:cNvPr>
              <p:cNvSpPr/>
              <p:nvPr/>
            </p:nvSpPr>
            <p:spPr>
              <a:xfrm>
                <a:off x="7589283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55" name="pg157">
                <a:extLst>
                  <a:ext uri="{FF2B5EF4-FFF2-40B4-BE49-F238E27FC236}">
                    <a16:creationId xmlns:a16="http://schemas.microsoft.com/office/drawing/2014/main" id="{14D79F1E-C8E9-2184-648D-E6308DC0C36C}"/>
                  </a:ext>
                </a:extLst>
              </p:cNvPr>
              <p:cNvSpPr/>
              <p:nvPr/>
            </p:nvSpPr>
            <p:spPr>
              <a:xfrm>
                <a:off x="7620345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56" name="pg158">
                <a:extLst>
                  <a:ext uri="{FF2B5EF4-FFF2-40B4-BE49-F238E27FC236}">
                    <a16:creationId xmlns:a16="http://schemas.microsoft.com/office/drawing/2014/main" id="{66671E28-3BA0-105A-5B32-F135E4B9DAE7}"/>
                  </a:ext>
                </a:extLst>
              </p:cNvPr>
              <p:cNvSpPr/>
              <p:nvPr/>
            </p:nvSpPr>
            <p:spPr>
              <a:xfrm>
                <a:off x="7651408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57" name="pg159">
                <a:extLst>
                  <a:ext uri="{FF2B5EF4-FFF2-40B4-BE49-F238E27FC236}">
                    <a16:creationId xmlns:a16="http://schemas.microsoft.com/office/drawing/2014/main" id="{B42C3884-F4A0-D7B7-80AD-FC2D28355FAC}"/>
                  </a:ext>
                </a:extLst>
              </p:cNvPr>
              <p:cNvSpPr/>
              <p:nvPr/>
            </p:nvSpPr>
            <p:spPr>
              <a:xfrm>
                <a:off x="7682471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6">
                  <a:alpha val="100000"/>
                </a:srgbClr>
              </a:solidFill>
              <a:ln w="5420" cap="flat">
                <a:solidFill>
                  <a:srgbClr val="B5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58" name="pg160">
                <a:extLst>
                  <a:ext uri="{FF2B5EF4-FFF2-40B4-BE49-F238E27FC236}">
                    <a16:creationId xmlns:a16="http://schemas.microsoft.com/office/drawing/2014/main" id="{30D26028-1A4A-70E1-3B53-A291971F2E38}"/>
                  </a:ext>
                </a:extLst>
              </p:cNvPr>
              <p:cNvSpPr/>
              <p:nvPr/>
            </p:nvSpPr>
            <p:spPr>
              <a:xfrm>
                <a:off x="7713534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4EDD8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59" name="pg161">
                <a:extLst>
                  <a:ext uri="{FF2B5EF4-FFF2-40B4-BE49-F238E27FC236}">
                    <a16:creationId xmlns:a16="http://schemas.microsoft.com/office/drawing/2014/main" id="{699DFBB4-6181-22F7-4D82-F7E4B1ED6DEC}"/>
                  </a:ext>
                </a:extLst>
              </p:cNvPr>
              <p:cNvSpPr/>
              <p:nvPr/>
            </p:nvSpPr>
            <p:spPr>
              <a:xfrm>
                <a:off x="7744597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DD9">
                  <a:alpha val="100000"/>
                </a:srgbClr>
              </a:solidFill>
              <a:ln w="5420" cap="flat">
                <a:solidFill>
                  <a:srgbClr val="BF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0" name="pg162">
                <a:extLst>
                  <a:ext uri="{FF2B5EF4-FFF2-40B4-BE49-F238E27FC236}">
                    <a16:creationId xmlns:a16="http://schemas.microsoft.com/office/drawing/2014/main" id="{6EF337AC-D756-614B-539F-15A06AF14FCB}"/>
                  </a:ext>
                </a:extLst>
              </p:cNvPr>
              <p:cNvSpPr/>
              <p:nvPr/>
            </p:nvSpPr>
            <p:spPr>
              <a:xfrm>
                <a:off x="7775660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8EEDA">
                  <a:alpha val="100000"/>
                </a:srgbClr>
              </a:solidFill>
              <a:ln w="5420" cap="flat">
                <a:solidFill>
                  <a:srgbClr val="C0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1" name="pg163">
                <a:extLst>
                  <a:ext uri="{FF2B5EF4-FFF2-40B4-BE49-F238E27FC236}">
                    <a16:creationId xmlns:a16="http://schemas.microsoft.com/office/drawing/2014/main" id="{DA004A83-307B-A6CF-5E24-CEA481654473}"/>
                  </a:ext>
                </a:extLst>
              </p:cNvPr>
              <p:cNvSpPr/>
              <p:nvPr/>
            </p:nvSpPr>
            <p:spPr>
              <a:xfrm>
                <a:off x="7806723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DD9">
                  <a:alpha val="100000"/>
                </a:srgbClr>
              </a:solidFill>
              <a:ln w="5420" cap="flat">
                <a:solidFill>
                  <a:srgbClr val="BF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2" name="pg164">
                <a:extLst>
                  <a:ext uri="{FF2B5EF4-FFF2-40B4-BE49-F238E27FC236}">
                    <a16:creationId xmlns:a16="http://schemas.microsoft.com/office/drawing/2014/main" id="{D21BB88B-FA87-7D97-C465-D05578971C76}"/>
                  </a:ext>
                </a:extLst>
              </p:cNvPr>
              <p:cNvSpPr/>
              <p:nvPr/>
            </p:nvSpPr>
            <p:spPr>
              <a:xfrm>
                <a:off x="7837786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4EDD8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3" name="pg165">
                <a:extLst>
                  <a:ext uri="{FF2B5EF4-FFF2-40B4-BE49-F238E27FC236}">
                    <a16:creationId xmlns:a16="http://schemas.microsoft.com/office/drawing/2014/main" id="{EFECA837-B877-6434-3AE8-B4745A77639A}"/>
                  </a:ext>
                </a:extLst>
              </p:cNvPr>
              <p:cNvSpPr/>
              <p:nvPr/>
            </p:nvSpPr>
            <p:spPr>
              <a:xfrm>
                <a:off x="7868849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4" name="pg166">
                <a:extLst>
                  <a:ext uri="{FF2B5EF4-FFF2-40B4-BE49-F238E27FC236}">
                    <a16:creationId xmlns:a16="http://schemas.microsoft.com/office/drawing/2014/main" id="{E3D0BB67-D823-55B0-D541-23B7B4426CC8}"/>
                  </a:ext>
                </a:extLst>
              </p:cNvPr>
              <p:cNvSpPr/>
              <p:nvPr/>
            </p:nvSpPr>
            <p:spPr>
              <a:xfrm>
                <a:off x="7899912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5" name="pg167">
                <a:extLst>
                  <a:ext uri="{FF2B5EF4-FFF2-40B4-BE49-F238E27FC236}">
                    <a16:creationId xmlns:a16="http://schemas.microsoft.com/office/drawing/2014/main" id="{990A65D7-513F-67EB-04B6-A4DCE3886988}"/>
                  </a:ext>
                </a:extLst>
              </p:cNvPr>
              <p:cNvSpPr/>
              <p:nvPr/>
            </p:nvSpPr>
            <p:spPr>
              <a:xfrm>
                <a:off x="7930974" y="7136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6" name="pg168">
                <a:extLst>
                  <a:ext uri="{FF2B5EF4-FFF2-40B4-BE49-F238E27FC236}">
                    <a16:creationId xmlns:a16="http://schemas.microsoft.com/office/drawing/2014/main" id="{BDAECBB4-F415-0276-69BE-F50257C81D87}"/>
                  </a:ext>
                </a:extLst>
              </p:cNvPr>
              <p:cNvSpPr/>
              <p:nvPr/>
            </p:nvSpPr>
            <p:spPr>
              <a:xfrm>
                <a:off x="7154402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5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7" name="pg169">
                <a:extLst>
                  <a:ext uri="{FF2B5EF4-FFF2-40B4-BE49-F238E27FC236}">
                    <a16:creationId xmlns:a16="http://schemas.microsoft.com/office/drawing/2014/main" id="{49A03DA5-AA6A-BC97-6B0C-3F5F720B1C3C}"/>
                  </a:ext>
                </a:extLst>
              </p:cNvPr>
              <p:cNvSpPr/>
              <p:nvPr/>
            </p:nvSpPr>
            <p:spPr>
              <a:xfrm>
                <a:off x="7185465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D">
                  <a:alpha val="100000"/>
                </a:srgbClr>
              </a:solidFill>
              <a:ln w="5420" cap="flat">
                <a:solidFill>
                  <a:srgbClr val="9E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8" name="pg170">
                <a:extLst>
                  <a:ext uri="{FF2B5EF4-FFF2-40B4-BE49-F238E27FC236}">
                    <a16:creationId xmlns:a16="http://schemas.microsoft.com/office/drawing/2014/main" id="{C9763F1E-1BAC-2C90-7F0B-83626EE86C52}"/>
                  </a:ext>
                </a:extLst>
              </p:cNvPr>
              <p:cNvSpPr/>
              <p:nvPr/>
            </p:nvSpPr>
            <p:spPr>
              <a:xfrm>
                <a:off x="7247590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69" name="pg171">
                <a:extLst>
                  <a:ext uri="{FF2B5EF4-FFF2-40B4-BE49-F238E27FC236}">
                    <a16:creationId xmlns:a16="http://schemas.microsoft.com/office/drawing/2014/main" id="{24A748D2-C8C1-2565-CD87-53930FBF4238}"/>
                  </a:ext>
                </a:extLst>
              </p:cNvPr>
              <p:cNvSpPr/>
              <p:nvPr/>
            </p:nvSpPr>
            <p:spPr>
              <a:xfrm>
                <a:off x="7278653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0" name="pg172">
                <a:extLst>
                  <a:ext uri="{FF2B5EF4-FFF2-40B4-BE49-F238E27FC236}">
                    <a16:creationId xmlns:a16="http://schemas.microsoft.com/office/drawing/2014/main" id="{7E2217C6-9314-710D-962F-F28F7CE0F00A}"/>
                  </a:ext>
                </a:extLst>
              </p:cNvPr>
              <p:cNvSpPr/>
              <p:nvPr/>
            </p:nvSpPr>
            <p:spPr>
              <a:xfrm>
                <a:off x="7309716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1" name="pg173">
                <a:extLst>
                  <a:ext uri="{FF2B5EF4-FFF2-40B4-BE49-F238E27FC236}">
                    <a16:creationId xmlns:a16="http://schemas.microsoft.com/office/drawing/2014/main" id="{8FA62C3B-A8BF-A528-67A5-EC0E9ABB805B}"/>
                  </a:ext>
                </a:extLst>
              </p:cNvPr>
              <p:cNvSpPr/>
              <p:nvPr/>
            </p:nvSpPr>
            <p:spPr>
              <a:xfrm>
                <a:off x="7340779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2" name="pg174">
                <a:extLst>
                  <a:ext uri="{FF2B5EF4-FFF2-40B4-BE49-F238E27FC236}">
                    <a16:creationId xmlns:a16="http://schemas.microsoft.com/office/drawing/2014/main" id="{7109F81E-B0DF-7653-C87C-27BEA70792E3}"/>
                  </a:ext>
                </a:extLst>
              </p:cNvPr>
              <p:cNvSpPr/>
              <p:nvPr/>
            </p:nvSpPr>
            <p:spPr>
              <a:xfrm>
                <a:off x="7371842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3" name="pg175">
                <a:extLst>
                  <a:ext uri="{FF2B5EF4-FFF2-40B4-BE49-F238E27FC236}">
                    <a16:creationId xmlns:a16="http://schemas.microsoft.com/office/drawing/2014/main" id="{E722C0B2-36E7-24E4-A30F-34FBA8C89256}"/>
                  </a:ext>
                </a:extLst>
              </p:cNvPr>
              <p:cNvSpPr/>
              <p:nvPr/>
            </p:nvSpPr>
            <p:spPr>
              <a:xfrm>
                <a:off x="7402905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4" name="pg176">
                <a:extLst>
                  <a:ext uri="{FF2B5EF4-FFF2-40B4-BE49-F238E27FC236}">
                    <a16:creationId xmlns:a16="http://schemas.microsoft.com/office/drawing/2014/main" id="{1CBE2268-57A2-623D-A649-69D97CFCA907}"/>
                  </a:ext>
                </a:extLst>
              </p:cNvPr>
              <p:cNvSpPr/>
              <p:nvPr/>
            </p:nvSpPr>
            <p:spPr>
              <a:xfrm>
                <a:off x="7433968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5" name="pg177">
                <a:extLst>
                  <a:ext uri="{FF2B5EF4-FFF2-40B4-BE49-F238E27FC236}">
                    <a16:creationId xmlns:a16="http://schemas.microsoft.com/office/drawing/2014/main" id="{6302D809-D584-6B3D-C2E4-7A815D4F6D14}"/>
                  </a:ext>
                </a:extLst>
              </p:cNvPr>
              <p:cNvSpPr/>
              <p:nvPr/>
            </p:nvSpPr>
            <p:spPr>
              <a:xfrm>
                <a:off x="7465031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6" name="pg178">
                <a:extLst>
                  <a:ext uri="{FF2B5EF4-FFF2-40B4-BE49-F238E27FC236}">
                    <a16:creationId xmlns:a16="http://schemas.microsoft.com/office/drawing/2014/main" id="{71F67F5C-E262-C757-519D-8401E1421AB8}"/>
                  </a:ext>
                </a:extLst>
              </p:cNvPr>
              <p:cNvSpPr/>
              <p:nvPr/>
            </p:nvSpPr>
            <p:spPr>
              <a:xfrm>
                <a:off x="7558219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7" name="pg179">
                <a:extLst>
                  <a:ext uri="{FF2B5EF4-FFF2-40B4-BE49-F238E27FC236}">
                    <a16:creationId xmlns:a16="http://schemas.microsoft.com/office/drawing/2014/main" id="{D0ED2C58-52CE-77F5-F8ED-8048962EE52D}"/>
                  </a:ext>
                </a:extLst>
              </p:cNvPr>
              <p:cNvSpPr/>
              <p:nvPr/>
            </p:nvSpPr>
            <p:spPr>
              <a:xfrm>
                <a:off x="7589283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8" name="pg180">
                <a:extLst>
                  <a:ext uri="{FF2B5EF4-FFF2-40B4-BE49-F238E27FC236}">
                    <a16:creationId xmlns:a16="http://schemas.microsoft.com/office/drawing/2014/main" id="{35E49A4E-017B-C2C0-5F0A-8492C1287587}"/>
                  </a:ext>
                </a:extLst>
              </p:cNvPr>
              <p:cNvSpPr/>
              <p:nvPr/>
            </p:nvSpPr>
            <p:spPr>
              <a:xfrm>
                <a:off x="7620345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79" name="pg181">
                <a:extLst>
                  <a:ext uri="{FF2B5EF4-FFF2-40B4-BE49-F238E27FC236}">
                    <a16:creationId xmlns:a16="http://schemas.microsoft.com/office/drawing/2014/main" id="{8D286BDE-ABCF-799A-4373-BA4E3C006360}"/>
                  </a:ext>
                </a:extLst>
              </p:cNvPr>
              <p:cNvSpPr/>
              <p:nvPr/>
            </p:nvSpPr>
            <p:spPr>
              <a:xfrm>
                <a:off x="7651408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EEAD5">
                  <a:alpha val="100000"/>
                </a:srgbClr>
              </a:solidFill>
              <a:ln w="5420" cap="flat">
                <a:solidFill>
                  <a:srgbClr val="B3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0" name="pg182">
                <a:extLst>
                  <a:ext uri="{FF2B5EF4-FFF2-40B4-BE49-F238E27FC236}">
                    <a16:creationId xmlns:a16="http://schemas.microsoft.com/office/drawing/2014/main" id="{EA2856A0-8247-0483-2463-AD96A764D208}"/>
                  </a:ext>
                </a:extLst>
              </p:cNvPr>
              <p:cNvSpPr/>
              <p:nvPr/>
            </p:nvSpPr>
            <p:spPr>
              <a:xfrm>
                <a:off x="7682471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1" name="pg183">
                <a:extLst>
                  <a:ext uri="{FF2B5EF4-FFF2-40B4-BE49-F238E27FC236}">
                    <a16:creationId xmlns:a16="http://schemas.microsoft.com/office/drawing/2014/main" id="{0F6FE4DD-F82E-8613-7954-20B1639CEF09}"/>
                  </a:ext>
                </a:extLst>
              </p:cNvPr>
              <p:cNvSpPr/>
              <p:nvPr/>
            </p:nvSpPr>
            <p:spPr>
              <a:xfrm>
                <a:off x="7713534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EDA">
                  <a:alpha val="100000"/>
                </a:srgbClr>
              </a:solidFill>
              <a:ln w="5420" cap="flat">
                <a:solidFill>
                  <a:srgbClr val="C0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2" name="pg184">
                <a:extLst>
                  <a:ext uri="{FF2B5EF4-FFF2-40B4-BE49-F238E27FC236}">
                    <a16:creationId xmlns:a16="http://schemas.microsoft.com/office/drawing/2014/main" id="{37784934-CE1C-A8F7-E533-D799CDA32537}"/>
                  </a:ext>
                </a:extLst>
              </p:cNvPr>
              <p:cNvSpPr/>
              <p:nvPr/>
            </p:nvSpPr>
            <p:spPr>
              <a:xfrm>
                <a:off x="7744597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AEEDB">
                  <a:alpha val="100000"/>
                </a:srgbClr>
              </a:solidFill>
              <a:ln w="5420" cap="flat">
                <a:solidFill>
                  <a:srgbClr val="C3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3" name="pg185">
                <a:extLst>
                  <a:ext uri="{FF2B5EF4-FFF2-40B4-BE49-F238E27FC236}">
                    <a16:creationId xmlns:a16="http://schemas.microsoft.com/office/drawing/2014/main" id="{99871D58-07CF-0C49-CC82-FEC7CF83AFDE}"/>
                  </a:ext>
                </a:extLst>
              </p:cNvPr>
              <p:cNvSpPr/>
              <p:nvPr/>
            </p:nvSpPr>
            <p:spPr>
              <a:xfrm>
                <a:off x="7775660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AEEDB">
                  <a:alpha val="100000"/>
                </a:srgbClr>
              </a:solidFill>
              <a:ln w="5420" cap="flat">
                <a:solidFill>
                  <a:srgbClr val="C3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4" name="pg186">
                <a:extLst>
                  <a:ext uri="{FF2B5EF4-FFF2-40B4-BE49-F238E27FC236}">
                    <a16:creationId xmlns:a16="http://schemas.microsoft.com/office/drawing/2014/main" id="{F38C4C4D-7DFF-B7D1-9AE6-4D0E2F1EB01D}"/>
                  </a:ext>
                </a:extLst>
              </p:cNvPr>
              <p:cNvSpPr/>
              <p:nvPr/>
            </p:nvSpPr>
            <p:spPr>
              <a:xfrm>
                <a:off x="7806723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9EEDA">
                  <a:alpha val="100000"/>
                </a:srgbClr>
              </a:solidFill>
              <a:ln w="5420" cap="flat">
                <a:solidFill>
                  <a:srgbClr val="C1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5" name="pg187">
                <a:extLst>
                  <a:ext uri="{FF2B5EF4-FFF2-40B4-BE49-F238E27FC236}">
                    <a16:creationId xmlns:a16="http://schemas.microsoft.com/office/drawing/2014/main" id="{E9454ED5-34A6-8434-C7EA-0BA83076B794}"/>
                  </a:ext>
                </a:extLst>
              </p:cNvPr>
              <p:cNvSpPr/>
              <p:nvPr/>
            </p:nvSpPr>
            <p:spPr>
              <a:xfrm>
                <a:off x="7837786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6EDD9">
                  <a:alpha val="100000"/>
                </a:srgbClr>
              </a:solidFill>
              <a:ln w="5420" cap="flat">
                <a:solidFill>
                  <a:srgbClr val="BE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6" name="pg188">
                <a:extLst>
                  <a:ext uri="{FF2B5EF4-FFF2-40B4-BE49-F238E27FC236}">
                    <a16:creationId xmlns:a16="http://schemas.microsoft.com/office/drawing/2014/main" id="{BCEFD15C-789E-186D-E3CC-CA08023F785C}"/>
                  </a:ext>
                </a:extLst>
              </p:cNvPr>
              <p:cNvSpPr/>
              <p:nvPr/>
            </p:nvSpPr>
            <p:spPr>
              <a:xfrm>
                <a:off x="7868849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7" name="pg189">
                <a:extLst>
                  <a:ext uri="{FF2B5EF4-FFF2-40B4-BE49-F238E27FC236}">
                    <a16:creationId xmlns:a16="http://schemas.microsoft.com/office/drawing/2014/main" id="{662EE8B6-4770-76C9-3649-054C8499D804}"/>
                  </a:ext>
                </a:extLst>
              </p:cNvPr>
              <p:cNvSpPr/>
              <p:nvPr/>
            </p:nvSpPr>
            <p:spPr>
              <a:xfrm>
                <a:off x="7899912" y="7530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8" name="pg190">
                <a:extLst>
                  <a:ext uri="{FF2B5EF4-FFF2-40B4-BE49-F238E27FC236}">
                    <a16:creationId xmlns:a16="http://schemas.microsoft.com/office/drawing/2014/main" id="{BB9D3332-2A19-9A69-3B13-157E153C5A22}"/>
                  </a:ext>
                </a:extLst>
              </p:cNvPr>
              <p:cNvSpPr/>
              <p:nvPr/>
            </p:nvSpPr>
            <p:spPr>
              <a:xfrm>
                <a:off x="7123338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0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89" name="pg191">
                <a:extLst>
                  <a:ext uri="{FF2B5EF4-FFF2-40B4-BE49-F238E27FC236}">
                    <a16:creationId xmlns:a16="http://schemas.microsoft.com/office/drawing/2014/main" id="{4FA12066-EE47-E6F1-D00D-E758B48208A4}"/>
                  </a:ext>
                </a:extLst>
              </p:cNvPr>
              <p:cNvSpPr/>
              <p:nvPr/>
            </p:nvSpPr>
            <p:spPr>
              <a:xfrm>
                <a:off x="7154402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0" name="pg192">
                <a:extLst>
                  <a:ext uri="{FF2B5EF4-FFF2-40B4-BE49-F238E27FC236}">
                    <a16:creationId xmlns:a16="http://schemas.microsoft.com/office/drawing/2014/main" id="{00F03E89-2BDD-8EBF-A5A0-E3ED31CD1CBE}"/>
                  </a:ext>
                </a:extLst>
              </p:cNvPr>
              <p:cNvSpPr/>
              <p:nvPr/>
            </p:nvSpPr>
            <p:spPr>
              <a:xfrm>
                <a:off x="7185465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1" name="pg193">
                <a:extLst>
                  <a:ext uri="{FF2B5EF4-FFF2-40B4-BE49-F238E27FC236}">
                    <a16:creationId xmlns:a16="http://schemas.microsoft.com/office/drawing/2014/main" id="{971602F3-537A-717B-97A0-7B0BA8B9EF2A}"/>
                  </a:ext>
                </a:extLst>
              </p:cNvPr>
              <p:cNvSpPr/>
              <p:nvPr/>
            </p:nvSpPr>
            <p:spPr>
              <a:xfrm>
                <a:off x="7216527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2" name="pg194">
                <a:extLst>
                  <a:ext uri="{FF2B5EF4-FFF2-40B4-BE49-F238E27FC236}">
                    <a16:creationId xmlns:a16="http://schemas.microsoft.com/office/drawing/2014/main" id="{F76B3B4E-9334-A347-012D-421A831A79DC}"/>
                  </a:ext>
                </a:extLst>
              </p:cNvPr>
              <p:cNvSpPr/>
              <p:nvPr/>
            </p:nvSpPr>
            <p:spPr>
              <a:xfrm>
                <a:off x="7247590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3" name="pg195">
                <a:extLst>
                  <a:ext uri="{FF2B5EF4-FFF2-40B4-BE49-F238E27FC236}">
                    <a16:creationId xmlns:a16="http://schemas.microsoft.com/office/drawing/2014/main" id="{64DD7F26-0D6D-9013-E81F-4EF5D32A6F0C}"/>
                  </a:ext>
                </a:extLst>
              </p:cNvPr>
              <p:cNvSpPr/>
              <p:nvPr/>
            </p:nvSpPr>
            <p:spPr>
              <a:xfrm>
                <a:off x="7278653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4" name="pg196">
                <a:extLst>
                  <a:ext uri="{FF2B5EF4-FFF2-40B4-BE49-F238E27FC236}">
                    <a16:creationId xmlns:a16="http://schemas.microsoft.com/office/drawing/2014/main" id="{97FEA9BD-A908-51C1-4C38-B0B49EB14C3D}"/>
                  </a:ext>
                </a:extLst>
              </p:cNvPr>
              <p:cNvSpPr/>
              <p:nvPr/>
            </p:nvSpPr>
            <p:spPr>
              <a:xfrm>
                <a:off x="7309716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95" name="pg197">
                <a:extLst>
                  <a:ext uri="{FF2B5EF4-FFF2-40B4-BE49-F238E27FC236}">
                    <a16:creationId xmlns:a16="http://schemas.microsoft.com/office/drawing/2014/main" id="{EE8D8247-D0D6-87E9-D177-1945EE868E52}"/>
                  </a:ext>
                </a:extLst>
              </p:cNvPr>
              <p:cNvSpPr/>
              <p:nvPr/>
            </p:nvSpPr>
            <p:spPr>
              <a:xfrm>
                <a:off x="7340779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68" name="pg198">
                <a:extLst>
                  <a:ext uri="{FF2B5EF4-FFF2-40B4-BE49-F238E27FC236}">
                    <a16:creationId xmlns:a16="http://schemas.microsoft.com/office/drawing/2014/main" id="{FACD0D29-2981-43B2-A479-4BC2AA99EE04}"/>
                  </a:ext>
                </a:extLst>
              </p:cNvPr>
              <p:cNvSpPr/>
              <p:nvPr/>
            </p:nvSpPr>
            <p:spPr>
              <a:xfrm>
                <a:off x="7371842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69" name="pg199">
                <a:extLst>
                  <a:ext uri="{FF2B5EF4-FFF2-40B4-BE49-F238E27FC236}">
                    <a16:creationId xmlns:a16="http://schemas.microsoft.com/office/drawing/2014/main" id="{25359C2A-5339-B662-9211-AA31A480FC01}"/>
                  </a:ext>
                </a:extLst>
              </p:cNvPr>
              <p:cNvSpPr/>
              <p:nvPr/>
            </p:nvSpPr>
            <p:spPr>
              <a:xfrm>
                <a:off x="7402905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70" name="pg200">
                <a:extLst>
                  <a:ext uri="{FF2B5EF4-FFF2-40B4-BE49-F238E27FC236}">
                    <a16:creationId xmlns:a16="http://schemas.microsoft.com/office/drawing/2014/main" id="{CBC269AC-E91B-82B7-6E7F-2551E0AFFF80}"/>
                  </a:ext>
                </a:extLst>
              </p:cNvPr>
              <p:cNvSpPr/>
              <p:nvPr/>
            </p:nvSpPr>
            <p:spPr>
              <a:xfrm>
                <a:off x="7433968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71" name="pg201">
                <a:extLst>
                  <a:ext uri="{FF2B5EF4-FFF2-40B4-BE49-F238E27FC236}">
                    <a16:creationId xmlns:a16="http://schemas.microsoft.com/office/drawing/2014/main" id="{8E38A1A3-3064-1C15-8BF3-182376F5B09C}"/>
                  </a:ext>
                </a:extLst>
              </p:cNvPr>
              <p:cNvSpPr/>
              <p:nvPr/>
            </p:nvSpPr>
            <p:spPr>
              <a:xfrm>
                <a:off x="7465031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72" name="pg202">
                <a:extLst>
                  <a:ext uri="{FF2B5EF4-FFF2-40B4-BE49-F238E27FC236}">
                    <a16:creationId xmlns:a16="http://schemas.microsoft.com/office/drawing/2014/main" id="{81A888A4-2D8C-CF93-9C8F-DDEF3DD61A14}"/>
                  </a:ext>
                </a:extLst>
              </p:cNvPr>
              <p:cNvSpPr/>
              <p:nvPr/>
            </p:nvSpPr>
            <p:spPr>
              <a:xfrm>
                <a:off x="7589283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74" name="pg203">
                <a:extLst>
                  <a:ext uri="{FF2B5EF4-FFF2-40B4-BE49-F238E27FC236}">
                    <a16:creationId xmlns:a16="http://schemas.microsoft.com/office/drawing/2014/main" id="{F402AE65-69C6-A65D-0840-BD95EAEABF41}"/>
                  </a:ext>
                </a:extLst>
              </p:cNvPr>
              <p:cNvSpPr/>
              <p:nvPr/>
            </p:nvSpPr>
            <p:spPr>
              <a:xfrm>
                <a:off x="7620345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75" name="pg204">
                <a:extLst>
                  <a:ext uri="{FF2B5EF4-FFF2-40B4-BE49-F238E27FC236}">
                    <a16:creationId xmlns:a16="http://schemas.microsoft.com/office/drawing/2014/main" id="{DAA610CA-0576-D082-0D4E-2F364685ADC1}"/>
                  </a:ext>
                </a:extLst>
              </p:cNvPr>
              <p:cNvSpPr/>
              <p:nvPr/>
            </p:nvSpPr>
            <p:spPr>
              <a:xfrm>
                <a:off x="7651408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6">
                  <a:alpha val="100000"/>
                </a:srgbClr>
              </a:solidFill>
              <a:ln w="5420" cap="flat">
                <a:solidFill>
                  <a:srgbClr val="B5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77" name="pg205">
                <a:extLst>
                  <a:ext uri="{FF2B5EF4-FFF2-40B4-BE49-F238E27FC236}">
                    <a16:creationId xmlns:a16="http://schemas.microsoft.com/office/drawing/2014/main" id="{3A0438F5-8082-83F8-26A4-C853F3D2EE35}"/>
                  </a:ext>
                </a:extLst>
              </p:cNvPr>
              <p:cNvSpPr/>
              <p:nvPr/>
            </p:nvSpPr>
            <p:spPr>
              <a:xfrm>
                <a:off x="7682471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4ECD8">
                  <a:alpha val="100000"/>
                </a:srgbClr>
              </a:solidFill>
              <a:ln w="5420" cap="flat">
                <a:solidFill>
                  <a:srgbClr val="BB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78" name="pg206">
                <a:extLst>
                  <a:ext uri="{FF2B5EF4-FFF2-40B4-BE49-F238E27FC236}">
                    <a16:creationId xmlns:a16="http://schemas.microsoft.com/office/drawing/2014/main" id="{9DA0BF58-8AA2-A238-558E-8205EB3180EF}"/>
                  </a:ext>
                </a:extLst>
              </p:cNvPr>
              <p:cNvSpPr/>
              <p:nvPr/>
            </p:nvSpPr>
            <p:spPr>
              <a:xfrm>
                <a:off x="7713534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ED9">
                  <a:alpha val="100000"/>
                </a:srgbClr>
              </a:solidFill>
              <a:ln w="5420" cap="flat">
                <a:solidFill>
                  <a:srgbClr val="BF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79" name="pg207">
                <a:extLst>
                  <a:ext uri="{FF2B5EF4-FFF2-40B4-BE49-F238E27FC236}">
                    <a16:creationId xmlns:a16="http://schemas.microsoft.com/office/drawing/2014/main" id="{77033329-B91C-1E32-8495-779B97E4DE0B}"/>
                  </a:ext>
                </a:extLst>
              </p:cNvPr>
              <p:cNvSpPr/>
              <p:nvPr/>
            </p:nvSpPr>
            <p:spPr>
              <a:xfrm>
                <a:off x="7744597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9EEDA">
                  <a:alpha val="100000"/>
                </a:srgbClr>
              </a:solidFill>
              <a:ln w="5420" cap="flat">
                <a:solidFill>
                  <a:srgbClr val="C2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80" name="pg208">
                <a:extLst>
                  <a:ext uri="{FF2B5EF4-FFF2-40B4-BE49-F238E27FC236}">
                    <a16:creationId xmlns:a16="http://schemas.microsoft.com/office/drawing/2014/main" id="{C4110FAB-0B45-C8E7-8A08-897316B7EA59}"/>
                  </a:ext>
                </a:extLst>
              </p:cNvPr>
              <p:cNvSpPr/>
              <p:nvPr/>
            </p:nvSpPr>
            <p:spPr>
              <a:xfrm>
                <a:off x="7775660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9EEDB">
                  <a:alpha val="100000"/>
                </a:srgbClr>
              </a:solidFill>
              <a:ln w="5420" cap="flat">
                <a:solidFill>
                  <a:srgbClr val="C2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81" name="pg209">
                <a:extLst>
                  <a:ext uri="{FF2B5EF4-FFF2-40B4-BE49-F238E27FC236}">
                    <a16:creationId xmlns:a16="http://schemas.microsoft.com/office/drawing/2014/main" id="{7D73309C-8919-733C-8D9C-60AEB3A59544}"/>
                  </a:ext>
                </a:extLst>
              </p:cNvPr>
              <p:cNvSpPr/>
              <p:nvPr/>
            </p:nvSpPr>
            <p:spPr>
              <a:xfrm>
                <a:off x="7806723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8EEDA">
                  <a:alpha val="100000"/>
                </a:srgbClr>
              </a:solidFill>
              <a:ln w="5420" cap="flat">
                <a:solidFill>
                  <a:srgbClr val="C1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82" name="pg210">
                <a:extLst>
                  <a:ext uri="{FF2B5EF4-FFF2-40B4-BE49-F238E27FC236}">
                    <a16:creationId xmlns:a16="http://schemas.microsoft.com/office/drawing/2014/main" id="{BDA7A7CE-9F28-EB00-F43E-A3ED2D3C9C72}"/>
                  </a:ext>
                </a:extLst>
              </p:cNvPr>
              <p:cNvSpPr/>
              <p:nvPr/>
            </p:nvSpPr>
            <p:spPr>
              <a:xfrm>
                <a:off x="7837786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6EDD9">
                  <a:alpha val="100000"/>
                </a:srgbClr>
              </a:solidFill>
              <a:ln w="5420" cap="flat">
                <a:solidFill>
                  <a:srgbClr val="BEEA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83" name="pg211">
                <a:extLst>
                  <a:ext uri="{FF2B5EF4-FFF2-40B4-BE49-F238E27FC236}">
                    <a16:creationId xmlns:a16="http://schemas.microsoft.com/office/drawing/2014/main" id="{D70865DC-C31C-0AC7-9867-C93E3C8CEBB6}"/>
                  </a:ext>
                </a:extLst>
              </p:cNvPr>
              <p:cNvSpPr/>
              <p:nvPr/>
            </p:nvSpPr>
            <p:spPr>
              <a:xfrm>
                <a:off x="7868849" y="7924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84" name="pg212">
                <a:extLst>
                  <a:ext uri="{FF2B5EF4-FFF2-40B4-BE49-F238E27FC236}">
                    <a16:creationId xmlns:a16="http://schemas.microsoft.com/office/drawing/2014/main" id="{7F8353FF-1D4C-9DE7-E439-84CDFC75CC2D}"/>
                  </a:ext>
                </a:extLst>
              </p:cNvPr>
              <p:cNvSpPr/>
              <p:nvPr/>
            </p:nvSpPr>
            <p:spPr>
              <a:xfrm>
                <a:off x="7092276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85" name="pg213">
                <a:extLst>
                  <a:ext uri="{FF2B5EF4-FFF2-40B4-BE49-F238E27FC236}">
                    <a16:creationId xmlns:a16="http://schemas.microsoft.com/office/drawing/2014/main" id="{FB3925A3-5922-68D3-A4AA-021267926C9B}"/>
                  </a:ext>
                </a:extLst>
              </p:cNvPr>
              <p:cNvSpPr/>
              <p:nvPr/>
            </p:nvSpPr>
            <p:spPr>
              <a:xfrm>
                <a:off x="7123338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86" name="pg214">
                <a:extLst>
                  <a:ext uri="{FF2B5EF4-FFF2-40B4-BE49-F238E27FC236}">
                    <a16:creationId xmlns:a16="http://schemas.microsoft.com/office/drawing/2014/main" id="{EF6DFC9D-2B9C-2634-80F5-9435AC570BD3}"/>
                  </a:ext>
                </a:extLst>
              </p:cNvPr>
              <p:cNvSpPr/>
              <p:nvPr/>
            </p:nvSpPr>
            <p:spPr>
              <a:xfrm>
                <a:off x="7154402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87" name="pg215">
                <a:extLst>
                  <a:ext uri="{FF2B5EF4-FFF2-40B4-BE49-F238E27FC236}">
                    <a16:creationId xmlns:a16="http://schemas.microsoft.com/office/drawing/2014/main" id="{36AA0B0E-130B-D04A-55BE-B9E2607ED5C3}"/>
                  </a:ext>
                </a:extLst>
              </p:cNvPr>
              <p:cNvSpPr/>
              <p:nvPr/>
            </p:nvSpPr>
            <p:spPr>
              <a:xfrm>
                <a:off x="7185465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88" name="pg216">
                <a:extLst>
                  <a:ext uri="{FF2B5EF4-FFF2-40B4-BE49-F238E27FC236}">
                    <a16:creationId xmlns:a16="http://schemas.microsoft.com/office/drawing/2014/main" id="{E06B286E-5BB7-D5A5-65BC-761A988D19C7}"/>
                  </a:ext>
                </a:extLst>
              </p:cNvPr>
              <p:cNvSpPr/>
              <p:nvPr/>
            </p:nvSpPr>
            <p:spPr>
              <a:xfrm>
                <a:off x="7216527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89" name="pg217">
                <a:extLst>
                  <a:ext uri="{FF2B5EF4-FFF2-40B4-BE49-F238E27FC236}">
                    <a16:creationId xmlns:a16="http://schemas.microsoft.com/office/drawing/2014/main" id="{C4B53D7A-CE23-3000-6476-F0F8CDF40EE6}"/>
                  </a:ext>
                </a:extLst>
              </p:cNvPr>
              <p:cNvSpPr/>
              <p:nvPr/>
            </p:nvSpPr>
            <p:spPr>
              <a:xfrm>
                <a:off x="7247590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90" name="pg218">
                <a:extLst>
                  <a:ext uri="{FF2B5EF4-FFF2-40B4-BE49-F238E27FC236}">
                    <a16:creationId xmlns:a16="http://schemas.microsoft.com/office/drawing/2014/main" id="{E92A73B6-A0C3-80B3-BCB2-F432532C7AAE}"/>
                  </a:ext>
                </a:extLst>
              </p:cNvPr>
              <p:cNvSpPr/>
              <p:nvPr/>
            </p:nvSpPr>
            <p:spPr>
              <a:xfrm>
                <a:off x="7278653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91" name="pg219">
                <a:extLst>
                  <a:ext uri="{FF2B5EF4-FFF2-40B4-BE49-F238E27FC236}">
                    <a16:creationId xmlns:a16="http://schemas.microsoft.com/office/drawing/2014/main" id="{853795D2-7009-2E60-5BAC-819DF54B7A87}"/>
                  </a:ext>
                </a:extLst>
              </p:cNvPr>
              <p:cNvSpPr/>
              <p:nvPr/>
            </p:nvSpPr>
            <p:spPr>
              <a:xfrm>
                <a:off x="7309716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92" name="pg220">
                <a:extLst>
                  <a:ext uri="{FF2B5EF4-FFF2-40B4-BE49-F238E27FC236}">
                    <a16:creationId xmlns:a16="http://schemas.microsoft.com/office/drawing/2014/main" id="{08B55094-C2E4-5D2F-D75B-6C985F31AB42}"/>
                  </a:ext>
                </a:extLst>
              </p:cNvPr>
              <p:cNvSpPr/>
              <p:nvPr/>
            </p:nvSpPr>
            <p:spPr>
              <a:xfrm>
                <a:off x="7340779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93" name="pg221">
                <a:extLst>
                  <a:ext uri="{FF2B5EF4-FFF2-40B4-BE49-F238E27FC236}">
                    <a16:creationId xmlns:a16="http://schemas.microsoft.com/office/drawing/2014/main" id="{96667A43-DAF8-97DB-4A89-F7F72C3BAF92}"/>
                  </a:ext>
                </a:extLst>
              </p:cNvPr>
              <p:cNvSpPr/>
              <p:nvPr/>
            </p:nvSpPr>
            <p:spPr>
              <a:xfrm>
                <a:off x="7371842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94" name="pg222">
                <a:extLst>
                  <a:ext uri="{FF2B5EF4-FFF2-40B4-BE49-F238E27FC236}">
                    <a16:creationId xmlns:a16="http://schemas.microsoft.com/office/drawing/2014/main" id="{8272D99F-3307-2849-B775-B8D74E3110FF}"/>
                  </a:ext>
                </a:extLst>
              </p:cNvPr>
              <p:cNvSpPr/>
              <p:nvPr/>
            </p:nvSpPr>
            <p:spPr>
              <a:xfrm>
                <a:off x="7402905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95" name="pg223">
                <a:extLst>
                  <a:ext uri="{FF2B5EF4-FFF2-40B4-BE49-F238E27FC236}">
                    <a16:creationId xmlns:a16="http://schemas.microsoft.com/office/drawing/2014/main" id="{D39A20E0-65F2-33A6-9FCE-4340047F64FF}"/>
                  </a:ext>
                </a:extLst>
              </p:cNvPr>
              <p:cNvSpPr/>
              <p:nvPr/>
            </p:nvSpPr>
            <p:spPr>
              <a:xfrm>
                <a:off x="7433968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96" name="pg224">
                <a:extLst>
                  <a:ext uri="{FF2B5EF4-FFF2-40B4-BE49-F238E27FC236}">
                    <a16:creationId xmlns:a16="http://schemas.microsoft.com/office/drawing/2014/main" id="{43735DCA-4AD5-2A22-A82B-62877D3EFE30}"/>
                  </a:ext>
                </a:extLst>
              </p:cNvPr>
              <p:cNvSpPr/>
              <p:nvPr/>
            </p:nvSpPr>
            <p:spPr>
              <a:xfrm>
                <a:off x="7465031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97" name="pg225">
                <a:extLst>
                  <a:ext uri="{FF2B5EF4-FFF2-40B4-BE49-F238E27FC236}">
                    <a16:creationId xmlns:a16="http://schemas.microsoft.com/office/drawing/2014/main" id="{984E2824-5EDD-B997-9D3C-933BA0315BFE}"/>
                  </a:ext>
                </a:extLst>
              </p:cNvPr>
              <p:cNvSpPr/>
              <p:nvPr/>
            </p:nvSpPr>
            <p:spPr>
              <a:xfrm>
                <a:off x="7589283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98" name="pg226">
                <a:extLst>
                  <a:ext uri="{FF2B5EF4-FFF2-40B4-BE49-F238E27FC236}">
                    <a16:creationId xmlns:a16="http://schemas.microsoft.com/office/drawing/2014/main" id="{54ED4F97-CFCC-C716-E15C-7DDEA61A27E3}"/>
                  </a:ext>
                </a:extLst>
              </p:cNvPr>
              <p:cNvSpPr/>
              <p:nvPr/>
            </p:nvSpPr>
            <p:spPr>
              <a:xfrm>
                <a:off x="7620345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99" name="pg227">
                <a:extLst>
                  <a:ext uri="{FF2B5EF4-FFF2-40B4-BE49-F238E27FC236}">
                    <a16:creationId xmlns:a16="http://schemas.microsoft.com/office/drawing/2014/main" id="{A645A94C-8AE0-C403-2ECD-402CA557595A}"/>
                  </a:ext>
                </a:extLst>
              </p:cNvPr>
              <p:cNvSpPr/>
              <p:nvPr/>
            </p:nvSpPr>
            <p:spPr>
              <a:xfrm>
                <a:off x="7651408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04" name="pg228">
                <a:extLst>
                  <a:ext uri="{FF2B5EF4-FFF2-40B4-BE49-F238E27FC236}">
                    <a16:creationId xmlns:a16="http://schemas.microsoft.com/office/drawing/2014/main" id="{EA5D7BB6-76C5-C618-E1CD-B4E8ADB05730}"/>
                  </a:ext>
                </a:extLst>
              </p:cNvPr>
              <p:cNvSpPr/>
              <p:nvPr/>
            </p:nvSpPr>
            <p:spPr>
              <a:xfrm>
                <a:off x="7682471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06" name="pg229">
                <a:extLst>
                  <a:ext uri="{FF2B5EF4-FFF2-40B4-BE49-F238E27FC236}">
                    <a16:creationId xmlns:a16="http://schemas.microsoft.com/office/drawing/2014/main" id="{181C9E7C-6999-8FAC-D3CF-F9357F3256E4}"/>
                  </a:ext>
                </a:extLst>
              </p:cNvPr>
              <p:cNvSpPr/>
              <p:nvPr/>
            </p:nvSpPr>
            <p:spPr>
              <a:xfrm>
                <a:off x="7713534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5EDD8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07" name="pg230">
                <a:extLst>
                  <a:ext uri="{FF2B5EF4-FFF2-40B4-BE49-F238E27FC236}">
                    <a16:creationId xmlns:a16="http://schemas.microsoft.com/office/drawing/2014/main" id="{E839ED76-AEBC-2FDC-C01D-C1BB561CFB83}"/>
                  </a:ext>
                </a:extLst>
              </p:cNvPr>
              <p:cNvSpPr/>
              <p:nvPr/>
            </p:nvSpPr>
            <p:spPr>
              <a:xfrm>
                <a:off x="7744597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6EDD9">
                  <a:alpha val="100000"/>
                </a:srgbClr>
              </a:solidFill>
              <a:ln w="5420" cap="flat">
                <a:solidFill>
                  <a:srgbClr val="BF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08" name="pg231">
                <a:extLst>
                  <a:ext uri="{FF2B5EF4-FFF2-40B4-BE49-F238E27FC236}">
                    <a16:creationId xmlns:a16="http://schemas.microsoft.com/office/drawing/2014/main" id="{7BC5CE9D-8C0A-3E28-BCE2-0BD6F36EF85A}"/>
                  </a:ext>
                </a:extLst>
              </p:cNvPr>
              <p:cNvSpPr/>
              <p:nvPr/>
            </p:nvSpPr>
            <p:spPr>
              <a:xfrm>
                <a:off x="7775660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DD9">
                  <a:alpha val="100000"/>
                </a:srgbClr>
              </a:solidFill>
              <a:ln w="5420" cap="flat">
                <a:solidFill>
                  <a:srgbClr val="BF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09" name="pg232">
                <a:extLst>
                  <a:ext uri="{FF2B5EF4-FFF2-40B4-BE49-F238E27FC236}">
                    <a16:creationId xmlns:a16="http://schemas.microsoft.com/office/drawing/2014/main" id="{64074B7E-14A3-961A-6B1B-4C2BD4C57CE8}"/>
                  </a:ext>
                </a:extLst>
              </p:cNvPr>
              <p:cNvSpPr/>
              <p:nvPr/>
            </p:nvSpPr>
            <p:spPr>
              <a:xfrm>
                <a:off x="7806723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6EDD9">
                  <a:alpha val="100000"/>
                </a:srgbClr>
              </a:solidFill>
              <a:ln w="5420" cap="flat">
                <a:solidFill>
                  <a:srgbClr val="BEEA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10" name="pg233">
                <a:extLst>
                  <a:ext uri="{FF2B5EF4-FFF2-40B4-BE49-F238E27FC236}">
                    <a16:creationId xmlns:a16="http://schemas.microsoft.com/office/drawing/2014/main" id="{AE310EC9-27CA-088C-E498-D6D2F8EB47D4}"/>
                  </a:ext>
                </a:extLst>
              </p:cNvPr>
              <p:cNvSpPr/>
              <p:nvPr/>
            </p:nvSpPr>
            <p:spPr>
              <a:xfrm>
                <a:off x="7837786" y="8318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4EDD8">
                  <a:alpha val="100000"/>
                </a:srgbClr>
              </a:solidFill>
              <a:ln w="5420" cap="flat">
                <a:solidFill>
                  <a:srgbClr val="BB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11" name="pg234">
                <a:extLst>
                  <a:ext uri="{FF2B5EF4-FFF2-40B4-BE49-F238E27FC236}">
                    <a16:creationId xmlns:a16="http://schemas.microsoft.com/office/drawing/2014/main" id="{FE006F8A-822A-B9FD-B675-F6ED73978175}"/>
                  </a:ext>
                </a:extLst>
              </p:cNvPr>
              <p:cNvSpPr/>
              <p:nvPr/>
            </p:nvSpPr>
            <p:spPr>
              <a:xfrm>
                <a:off x="7061213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13" name="pg235">
                <a:extLst>
                  <a:ext uri="{FF2B5EF4-FFF2-40B4-BE49-F238E27FC236}">
                    <a16:creationId xmlns:a16="http://schemas.microsoft.com/office/drawing/2014/main" id="{E1994DF5-753F-8749-1AD9-6953BB0197D9}"/>
                  </a:ext>
                </a:extLst>
              </p:cNvPr>
              <p:cNvSpPr/>
              <p:nvPr/>
            </p:nvSpPr>
            <p:spPr>
              <a:xfrm>
                <a:off x="7092276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14" name="pg236">
                <a:extLst>
                  <a:ext uri="{FF2B5EF4-FFF2-40B4-BE49-F238E27FC236}">
                    <a16:creationId xmlns:a16="http://schemas.microsoft.com/office/drawing/2014/main" id="{D9D2B194-5A67-6BE1-4F53-2534BF48E94A}"/>
                  </a:ext>
                </a:extLst>
              </p:cNvPr>
              <p:cNvSpPr/>
              <p:nvPr/>
            </p:nvSpPr>
            <p:spPr>
              <a:xfrm>
                <a:off x="7123338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15" name="pg237">
                <a:extLst>
                  <a:ext uri="{FF2B5EF4-FFF2-40B4-BE49-F238E27FC236}">
                    <a16:creationId xmlns:a16="http://schemas.microsoft.com/office/drawing/2014/main" id="{490ED69D-7454-B556-F624-2782FAAAAF1E}"/>
                  </a:ext>
                </a:extLst>
              </p:cNvPr>
              <p:cNvSpPr/>
              <p:nvPr/>
            </p:nvSpPr>
            <p:spPr>
              <a:xfrm>
                <a:off x="7154402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16" name="pg238">
                <a:extLst>
                  <a:ext uri="{FF2B5EF4-FFF2-40B4-BE49-F238E27FC236}">
                    <a16:creationId xmlns:a16="http://schemas.microsoft.com/office/drawing/2014/main" id="{5A07B74E-ACE5-7C0D-D3D5-F5C656AE0650}"/>
                  </a:ext>
                </a:extLst>
              </p:cNvPr>
              <p:cNvSpPr/>
              <p:nvPr/>
            </p:nvSpPr>
            <p:spPr>
              <a:xfrm>
                <a:off x="7185465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17" name="pg239">
                <a:extLst>
                  <a:ext uri="{FF2B5EF4-FFF2-40B4-BE49-F238E27FC236}">
                    <a16:creationId xmlns:a16="http://schemas.microsoft.com/office/drawing/2014/main" id="{519D92FD-916C-8C80-AD22-19C6EB07AF87}"/>
                  </a:ext>
                </a:extLst>
              </p:cNvPr>
              <p:cNvSpPr/>
              <p:nvPr/>
            </p:nvSpPr>
            <p:spPr>
              <a:xfrm>
                <a:off x="7216527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18" name="pg240">
                <a:extLst>
                  <a:ext uri="{FF2B5EF4-FFF2-40B4-BE49-F238E27FC236}">
                    <a16:creationId xmlns:a16="http://schemas.microsoft.com/office/drawing/2014/main" id="{4736C11F-CFCB-56C5-3378-1DF2E3F60A67}"/>
                  </a:ext>
                </a:extLst>
              </p:cNvPr>
              <p:cNvSpPr/>
              <p:nvPr/>
            </p:nvSpPr>
            <p:spPr>
              <a:xfrm>
                <a:off x="7247590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19" name="pg241">
                <a:extLst>
                  <a:ext uri="{FF2B5EF4-FFF2-40B4-BE49-F238E27FC236}">
                    <a16:creationId xmlns:a16="http://schemas.microsoft.com/office/drawing/2014/main" id="{3BA1E4EE-AB13-3121-43B0-3D1C7364EF4E}"/>
                  </a:ext>
                </a:extLst>
              </p:cNvPr>
              <p:cNvSpPr/>
              <p:nvPr/>
            </p:nvSpPr>
            <p:spPr>
              <a:xfrm>
                <a:off x="7278653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20" name="pg242">
                <a:extLst>
                  <a:ext uri="{FF2B5EF4-FFF2-40B4-BE49-F238E27FC236}">
                    <a16:creationId xmlns:a16="http://schemas.microsoft.com/office/drawing/2014/main" id="{759D24A0-1B01-092D-D778-D1D1D541130F}"/>
                  </a:ext>
                </a:extLst>
              </p:cNvPr>
              <p:cNvSpPr/>
              <p:nvPr/>
            </p:nvSpPr>
            <p:spPr>
              <a:xfrm>
                <a:off x="7309716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21" name="pg243">
                <a:extLst>
                  <a:ext uri="{FF2B5EF4-FFF2-40B4-BE49-F238E27FC236}">
                    <a16:creationId xmlns:a16="http://schemas.microsoft.com/office/drawing/2014/main" id="{B431C486-9523-F1AD-4165-591F71BBD4F8}"/>
                  </a:ext>
                </a:extLst>
              </p:cNvPr>
              <p:cNvSpPr/>
              <p:nvPr/>
            </p:nvSpPr>
            <p:spPr>
              <a:xfrm>
                <a:off x="7340779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22" name="pg244">
                <a:extLst>
                  <a:ext uri="{FF2B5EF4-FFF2-40B4-BE49-F238E27FC236}">
                    <a16:creationId xmlns:a16="http://schemas.microsoft.com/office/drawing/2014/main" id="{B4FE2121-A1EA-F48E-6E01-FAF981402C99}"/>
                  </a:ext>
                </a:extLst>
              </p:cNvPr>
              <p:cNvSpPr/>
              <p:nvPr/>
            </p:nvSpPr>
            <p:spPr>
              <a:xfrm>
                <a:off x="7371842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23" name="pg245">
                <a:extLst>
                  <a:ext uri="{FF2B5EF4-FFF2-40B4-BE49-F238E27FC236}">
                    <a16:creationId xmlns:a16="http://schemas.microsoft.com/office/drawing/2014/main" id="{E4F6829C-19BF-B4F2-A299-61F1BAC1659F}"/>
                  </a:ext>
                </a:extLst>
              </p:cNvPr>
              <p:cNvSpPr/>
              <p:nvPr/>
            </p:nvSpPr>
            <p:spPr>
              <a:xfrm>
                <a:off x="7402905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24" name="pg246">
                <a:extLst>
                  <a:ext uri="{FF2B5EF4-FFF2-40B4-BE49-F238E27FC236}">
                    <a16:creationId xmlns:a16="http://schemas.microsoft.com/office/drawing/2014/main" id="{3F1A00EC-44C8-3C38-9ED0-A2836489866A}"/>
                  </a:ext>
                </a:extLst>
              </p:cNvPr>
              <p:cNvSpPr/>
              <p:nvPr/>
            </p:nvSpPr>
            <p:spPr>
              <a:xfrm>
                <a:off x="7433968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25" name="pg247">
                <a:extLst>
                  <a:ext uri="{FF2B5EF4-FFF2-40B4-BE49-F238E27FC236}">
                    <a16:creationId xmlns:a16="http://schemas.microsoft.com/office/drawing/2014/main" id="{C0031914-0B59-F651-6F5E-6CF80D99888C}"/>
                  </a:ext>
                </a:extLst>
              </p:cNvPr>
              <p:cNvSpPr/>
              <p:nvPr/>
            </p:nvSpPr>
            <p:spPr>
              <a:xfrm>
                <a:off x="7465031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26" name="pg248">
                <a:extLst>
                  <a:ext uri="{FF2B5EF4-FFF2-40B4-BE49-F238E27FC236}">
                    <a16:creationId xmlns:a16="http://schemas.microsoft.com/office/drawing/2014/main" id="{6E2BF133-D4CF-384E-5D9A-60BFBA502BDC}"/>
                  </a:ext>
                </a:extLst>
              </p:cNvPr>
              <p:cNvSpPr/>
              <p:nvPr/>
            </p:nvSpPr>
            <p:spPr>
              <a:xfrm>
                <a:off x="7496094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27" name="pg249">
                <a:extLst>
                  <a:ext uri="{FF2B5EF4-FFF2-40B4-BE49-F238E27FC236}">
                    <a16:creationId xmlns:a16="http://schemas.microsoft.com/office/drawing/2014/main" id="{A2761B77-7980-2458-E160-5D889CAC2A40}"/>
                  </a:ext>
                </a:extLst>
              </p:cNvPr>
              <p:cNvSpPr/>
              <p:nvPr/>
            </p:nvSpPr>
            <p:spPr>
              <a:xfrm>
                <a:off x="7620345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028" name="pg250">
                <a:extLst>
                  <a:ext uri="{FF2B5EF4-FFF2-40B4-BE49-F238E27FC236}">
                    <a16:creationId xmlns:a16="http://schemas.microsoft.com/office/drawing/2014/main" id="{1678EA12-662D-6727-B1B3-81DBB38C525F}"/>
                  </a:ext>
                </a:extLst>
              </p:cNvPr>
              <p:cNvSpPr/>
              <p:nvPr/>
            </p:nvSpPr>
            <p:spPr>
              <a:xfrm>
                <a:off x="7651408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5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40" name="pg251">
                <a:extLst>
                  <a:ext uri="{FF2B5EF4-FFF2-40B4-BE49-F238E27FC236}">
                    <a16:creationId xmlns:a16="http://schemas.microsoft.com/office/drawing/2014/main" id="{A0D9A371-3499-2129-1210-84B503BFE929}"/>
                  </a:ext>
                </a:extLst>
              </p:cNvPr>
              <p:cNvSpPr/>
              <p:nvPr/>
            </p:nvSpPr>
            <p:spPr>
              <a:xfrm>
                <a:off x="7682471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41" name="pg252">
                <a:extLst>
                  <a:ext uri="{FF2B5EF4-FFF2-40B4-BE49-F238E27FC236}">
                    <a16:creationId xmlns:a16="http://schemas.microsoft.com/office/drawing/2014/main" id="{FFA1EF5D-2FA5-28FF-0CC6-CC2C62AEEBAA}"/>
                  </a:ext>
                </a:extLst>
              </p:cNvPr>
              <p:cNvSpPr/>
              <p:nvPr/>
            </p:nvSpPr>
            <p:spPr>
              <a:xfrm>
                <a:off x="7713534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42" name="pg253">
                <a:extLst>
                  <a:ext uri="{FF2B5EF4-FFF2-40B4-BE49-F238E27FC236}">
                    <a16:creationId xmlns:a16="http://schemas.microsoft.com/office/drawing/2014/main" id="{C76D9346-56BF-BF53-053C-76F08D588A60}"/>
                  </a:ext>
                </a:extLst>
              </p:cNvPr>
              <p:cNvSpPr/>
              <p:nvPr/>
            </p:nvSpPr>
            <p:spPr>
              <a:xfrm>
                <a:off x="7744597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43" name="pg254">
                <a:extLst>
                  <a:ext uri="{FF2B5EF4-FFF2-40B4-BE49-F238E27FC236}">
                    <a16:creationId xmlns:a16="http://schemas.microsoft.com/office/drawing/2014/main" id="{BAB9A602-4CC8-32DA-88AF-47F3580A3E8C}"/>
                  </a:ext>
                </a:extLst>
              </p:cNvPr>
              <p:cNvSpPr/>
              <p:nvPr/>
            </p:nvSpPr>
            <p:spPr>
              <a:xfrm>
                <a:off x="7775660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3ECD8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44" name="pg255">
                <a:extLst>
                  <a:ext uri="{FF2B5EF4-FFF2-40B4-BE49-F238E27FC236}">
                    <a16:creationId xmlns:a16="http://schemas.microsoft.com/office/drawing/2014/main" id="{4B50F7CA-7912-6885-FF08-B8D5FEB04ED1}"/>
                  </a:ext>
                </a:extLst>
              </p:cNvPr>
              <p:cNvSpPr/>
              <p:nvPr/>
            </p:nvSpPr>
            <p:spPr>
              <a:xfrm>
                <a:off x="7806723" y="8712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45" name="pg256">
                <a:extLst>
                  <a:ext uri="{FF2B5EF4-FFF2-40B4-BE49-F238E27FC236}">
                    <a16:creationId xmlns:a16="http://schemas.microsoft.com/office/drawing/2014/main" id="{00721275-38BE-8E0E-37C5-7B471BF65CBB}"/>
                  </a:ext>
                </a:extLst>
              </p:cNvPr>
              <p:cNvSpPr/>
              <p:nvPr/>
            </p:nvSpPr>
            <p:spPr>
              <a:xfrm>
                <a:off x="7061213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46" name="pg257">
                <a:extLst>
                  <a:ext uri="{FF2B5EF4-FFF2-40B4-BE49-F238E27FC236}">
                    <a16:creationId xmlns:a16="http://schemas.microsoft.com/office/drawing/2014/main" id="{67B39A6B-B448-8AF1-0C50-C50AFD115D60}"/>
                  </a:ext>
                </a:extLst>
              </p:cNvPr>
              <p:cNvSpPr/>
              <p:nvPr/>
            </p:nvSpPr>
            <p:spPr>
              <a:xfrm>
                <a:off x="7092276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47" name="pg258">
                <a:extLst>
                  <a:ext uri="{FF2B5EF4-FFF2-40B4-BE49-F238E27FC236}">
                    <a16:creationId xmlns:a16="http://schemas.microsoft.com/office/drawing/2014/main" id="{BDD0DF04-242A-C18A-B3D9-0C7B0C3A818C}"/>
                  </a:ext>
                </a:extLst>
              </p:cNvPr>
              <p:cNvSpPr/>
              <p:nvPr/>
            </p:nvSpPr>
            <p:spPr>
              <a:xfrm>
                <a:off x="7123338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48" name="pg259">
                <a:extLst>
                  <a:ext uri="{FF2B5EF4-FFF2-40B4-BE49-F238E27FC236}">
                    <a16:creationId xmlns:a16="http://schemas.microsoft.com/office/drawing/2014/main" id="{B8718CBC-AF57-676D-1B9D-66559036C61D}"/>
                  </a:ext>
                </a:extLst>
              </p:cNvPr>
              <p:cNvSpPr/>
              <p:nvPr/>
            </p:nvSpPr>
            <p:spPr>
              <a:xfrm>
                <a:off x="7154402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49" name="pg260">
                <a:extLst>
                  <a:ext uri="{FF2B5EF4-FFF2-40B4-BE49-F238E27FC236}">
                    <a16:creationId xmlns:a16="http://schemas.microsoft.com/office/drawing/2014/main" id="{51F5749D-626A-3471-4A31-5A866A89B07A}"/>
                  </a:ext>
                </a:extLst>
              </p:cNvPr>
              <p:cNvSpPr/>
              <p:nvPr/>
            </p:nvSpPr>
            <p:spPr>
              <a:xfrm>
                <a:off x="7185465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A2E1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50" name="pg261">
                <a:extLst>
                  <a:ext uri="{FF2B5EF4-FFF2-40B4-BE49-F238E27FC236}">
                    <a16:creationId xmlns:a16="http://schemas.microsoft.com/office/drawing/2014/main" id="{71E00AFB-85FA-C2E4-781C-13B0C19262EA}"/>
                  </a:ext>
                </a:extLst>
              </p:cNvPr>
              <p:cNvSpPr/>
              <p:nvPr/>
            </p:nvSpPr>
            <p:spPr>
              <a:xfrm>
                <a:off x="7216527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51" name="pg262">
                <a:extLst>
                  <a:ext uri="{FF2B5EF4-FFF2-40B4-BE49-F238E27FC236}">
                    <a16:creationId xmlns:a16="http://schemas.microsoft.com/office/drawing/2014/main" id="{49358167-53FD-4F55-D562-FA47CA96C019}"/>
                  </a:ext>
                </a:extLst>
              </p:cNvPr>
              <p:cNvSpPr/>
              <p:nvPr/>
            </p:nvSpPr>
            <p:spPr>
              <a:xfrm>
                <a:off x="7247590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52" name="pg263">
                <a:extLst>
                  <a:ext uri="{FF2B5EF4-FFF2-40B4-BE49-F238E27FC236}">
                    <a16:creationId xmlns:a16="http://schemas.microsoft.com/office/drawing/2014/main" id="{D41D822E-B25E-B340-7613-4683C0072169}"/>
                  </a:ext>
                </a:extLst>
              </p:cNvPr>
              <p:cNvSpPr/>
              <p:nvPr/>
            </p:nvSpPr>
            <p:spPr>
              <a:xfrm>
                <a:off x="7278653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53" name="pg264">
                <a:extLst>
                  <a:ext uri="{FF2B5EF4-FFF2-40B4-BE49-F238E27FC236}">
                    <a16:creationId xmlns:a16="http://schemas.microsoft.com/office/drawing/2014/main" id="{4EA6EFB0-5EED-2ECD-C955-2CBADD619806}"/>
                  </a:ext>
                </a:extLst>
              </p:cNvPr>
              <p:cNvSpPr/>
              <p:nvPr/>
            </p:nvSpPr>
            <p:spPr>
              <a:xfrm>
                <a:off x="7309716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54" name="pg265">
                <a:extLst>
                  <a:ext uri="{FF2B5EF4-FFF2-40B4-BE49-F238E27FC236}">
                    <a16:creationId xmlns:a16="http://schemas.microsoft.com/office/drawing/2014/main" id="{36565F88-B247-2975-B1FA-4F89F44E5EC8}"/>
                  </a:ext>
                </a:extLst>
              </p:cNvPr>
              <p:cNvSpPr/>
              <p:nvPr/>
            </p:nvSpPr>
            <p:spPr>
              <a:xfrm>
                <a:off x="7340779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55" name="pg266">
                <a:extLst>
                  <a:ext uri="{FF2B5EF4-FFF2-40B4-BE49-F238E27FC236}">
                    <a16:creationId xmlns:a16="http://schemas.microsoft.com/office/drawing/2014/main" id="{4113187C-54AD-8B42-4893-DE641F184DEA}"/>
                  </a:ext>
                </a:extLst>
              </p:cNvPr>
              <p:cNvSpPr/>
              <p:nvPr/>
            </p:nvSpPr>
            <p:spPr>
              <a:xfrm>
                <a:off x="7371842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56" name="pg267">
                <a:extLst>
                  <a:ext uri="{FF2B5EF4-FFF2-40B4-BE49-F238E27FC236}">
                    <a16:creationId xmlns:a16="http://schemas.microsoft.com/office/drawing/2014/main" id="{A7FEB421-1541-368F-4F55-41AC8BD696D8}"/>
                  </a:ext>
                </a:extLst>
              </p:cNvPr>
              <p:cNvSpPr/>
              <p:nvPr/>
            </p:nvSpPr>
            <p:spPr>
              <a:xfrm>
                <a:off x="7402905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57" name="pg268">
                <a:extLst>
                  <a:ext uri="{FF2B5EF4-FFF2-40B4-BE49-F238E27FC236}">
                    <a16:creationId xmlns:a16="http://schemas.microsoft.com/office/drawing/2014/main" id="{5CBDEB32-1669-C63D-BBCE-71FDD47A2B5B}"/>
                  </a:ext>
                </a:extLst>
              </p:cNvPr>
              <p:cNvSpPr/>
              <p:nvPr/>
            </p:nvSpPr>
            <p:spPr>
              <a:xfrm>
                <a:off x="7433968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58" name="pg269">
                <a:extLst>
                  <a:ext uri="{FF2B5EF4-FFF2-40B4-BE49-F238E27FC236}">
                    <a16:creationId xmlns:a16="http://schemas.microsoft.com/office/drawing/2014/main" id="{FE2FE92E-4D23-159D-0DE1-9592FEF242F3}"/>
                  </a:ext>
                </a:extLst>
              </p:cNvPr>
              <p:cNvSpPr/>
              <p:nvPr/>
            </p:nvSpPr>
            <p:spPr>
              <a:xfrm>
                <a:off x="7465031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60" name="pg270">
                <a:extLst>
                  <a:ext uri="{FF2B5EF4-FFF2-40B4-BE49-F238E27FC236}">
                    <a16:creationId xmlns:a16="http://schemas.microsoft.com/office/drawing/2014/main" id="{8FFDABD4-AF26-3F57-62C6-A7E18C178B40}"/>
                  </a:ext>
                </a:extLst>
              </p:cNvPr>
              <p:cNvSpPr/>
              <p:nvPr/>
            </p:nvSpPr>
            <p:spPr>
              <a:xfrm>
                <a:off x="7496094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66" name="pg271">
                <a:extLst>
                  <a:ext uri="{FF2B5EF4-FFF2-40B4-BE49-F238E27FC236}">
                    <a16:creationId xmlns:a16="http://schemas.microsoft.com/office/drawing/2014/main" id="{6B254062-A2FB-5074-9960-7A6B3888AF50}"/>
                  </a:ext>
                </a:extLst>
              </p:cNvPr>
              <p:cNvSpPr/>
              <p:nvPr/>
            </p:nvSpPr>
            <p:spPr>
              <a:xfrm>
                <a:off x="7620345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83" name="pg272">
                <a:extLst>
                  <a:ext uri="{FF2B5EF4-FFF2-40B4-BE49-F238E27FC236}">
                    <a16:creationId xmlns:a16="http://schemas.microsoft.com/office/drawing/2014/main" id="{6BC4291D-6180-B5FA-EB83-CC17D4747D19}"/>
                  </a:ext>
                </a:extLst>
              </p:cNvPr>
              <p:cNvSpPr/>
              <p:nvPr/>
            </p:nvSpPr>
            <p:spPr>
              <a:xfrm>
                <a:off x="7651408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B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84" name="pg273">
                <a:extLst>
                  <a:ext uri="{FF2B5EF4-FFF2-40B4-BE49-F238E27FC236}">
                    <a16:creationId xmlns:a16="http://schemas.microsoft.com/office/drawing/2014/main" id="{178209FC-E4A0-9544-9CAB-BF6D5EF0E4CC}"/>
                  </a:ext>
                </a:extLst>
              </p:cNvPr>
              <p:cNvSpPr/>
              <p:nvPr/>
            </p:nvSpPr>
            <p:spPr>
              <a:xfrm>
                <a:off x="7682471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85" name="pg274">
                <a:extLst>
                  <a:ext uri="{FF2B5EF4-FFF2-40B4-BE49-F238E27FC236}">
                    <a16:creationId xmlns:a16="http://schemas.microsoft.com/office/drawing/2014/main" id="{CB808952-1B70-49D0-43EF-6E7E14E2BA5D}"/>
                  </a:ext>
                </a:extLst>
              </p:cNvPr>
              <p:cNvSpPr/>
              <p:nvPr/>
            </p:nvSpPr>
            <p:spPr>
              <a:xfrm>
                <a:off x="7713534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86" name="pg275">
                <a:extLst>
                  <a:ext uri="{FF2B5EF4-FFF2-40B4-BE49-F238E27FC236}">
                    <a16:creationId xmlns:a16="http://schemas.microsoft.com/office/drawing/2014/main" id="{DB8DEFBE-42CE-ABBF-6AF8-100C2A63FBD5}"/>
                  </a:ext>
                </a:extLst>
              </p:cNvPr>
              <p:cNvSpPr/>
              <p:nvPr/>
            </p:nvSpPr>
            <p:spPr>
              <a:xfrm>
                <a:off x="7744597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6">
                  <a:alpha val="100000"/>
                </a:srgbClr>
              </a:solidFill>
              <a:ln w="5420" cap="flat">
                <a:solidFill>
                  <a:srgbClr val="B5E8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87" name="pg276">
                <a:extLst>
                  <a:ext uri="{FF2B5EF4-FFF2-40B4-BE49-F238E27FC236}">
                    <a16:creationId xmlns:a16="http://schemas.microsoft.com/office/drawing/2014/main" id="{BC6FCB6E-7735-2294-B665-2A9FF2DBE357}"/>
                  </a:ext>
                </a:extLst>
              </p:cNvPr>
              <p:cNvSpPr/>
              <p:nvPr/>
            </p:nvSpPr>
            <p:spPr>
              <a:xfrm>
                <a:off x="7775660" y="9106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88" name="pg277">
                <a:extLst>
                  <a:ext uri="{FF2B5EF4-FFF2-40B4-BE49-F238E27FC236}">
                    <a16:creationId xmlns:a16="http://schemas.microsoft.com/office/drawing/2014/main" id="{8E41DC8F-C5EC-60E7-CA17-331B66CBC444}"/>
                  </a:ext>
                </a:extLst>
              </p:cNvPr>
              <p:cNvSpPr/>
              <p:nvPr/>
            </p:nvSpPr>
            <p:spPr>
              <a:xfrm>
                <a:off x="7030150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89" name="pg278">
                <a:extLst>
                  <a:ext uri="{FF2B5EF4-FFF2-40B4-BE49-F238E27FC236}">
                    <a16:creationId xmlns:a16="http://schemas.microsoft.com/office/drawing/2014/main" id="{0E825711-D6C2-CBDE-9028-3DED53D65135}"/>
                  </a:ext>
                </a:extLst>
              </p:cNvPr>
              <p:cNvSpPr/>
              <p:nvPr/>
            </p:nvSpPr>
            <p:spPr>
              <a:xfrm>
                <a:off x="7061213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2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90" name="pg279">
                <a:extLst>
                  <a:ext uri="{FF2B5EF4-FFF2-40B4-BE49-F238E27FC236}">
                    <a16:creationId xmlns:a16="http://schemas.microsoft.com/office/drawing/2014/main" id="{1C7EEA61-472F-A6E4-D26A-D1C5E68FA9FB}"/>
                  </a:ext>
                </a:extLst>
              </p:cNvPr>
              <p:cNvSpPr/>
              <p:nvPr/>
            </p:nvSpPr>
            <p:spPr>
              <a:xfrm>
                <a:off x="7092276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91" name="pg280">
                <a:extLst>
                  <a:ext uri="{FF2B5EF4-FFF2-40B4-BE49-F238E27FC236}">
                    <a16:creationId xmlns:a16="http://schemas.microsoft.com/office/drawing/2014/main" id="{07D0C8C9-1FA3-7DC8-5095-515553A8000B}"/>
                  </a:ext>
                </a:extLst>
              </p:cNvPr>
              <p:cNvSpPr/>
              <p:nvPr/>
            </p:nvSpPr>
            <p:spPr>
              <a:xfrm>
                <a:off x="7123338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92" name="pg281">
                <a:extLst>
                  <a:ext uri="{FF2B5EF4-FFF2-40B4-BE49-F238E27FC236}">
                    <a16:creationId xmlns:a16="http://schemas.microsoft.com/office/drawing/2014/main" id="{D0F9ABD3-24C5-00DE-7386-82E43E9DF35C}"/>
                  </a:ext>
                </a:extLst>
              </p:cNvPr>
              <p:cNvSpPr/>
              <p:nvPr/>
            </p:nvSpPr>
            <p:spPr>
              <a:xfrm>
                <a:off x="7154402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93" name="pg282">
                <a:extLst>
                  <a:ext uri="{FF2B5EF4-FFF2-40B4-BE49-F238E27FC236}">
                    <a16:creationId xmlns:a16="http://schemas.microsoft.com/office/drawing/2014/main" id="{1C890224-E195-8E93-7573-FD2F67CAF9F7}"/>
                  </a:ext>
                </a:extLst>
              </p:cNvPr>
              <p:cNvSpPr/>
              <p:nvPr/>
            </p:nvSpPr>
            <p:spPr>
              <a:xfrm>
                <a:off x="7185465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94" name="pg283">
                <a:extLst>
                  <a:ext uri="{FF2B5EF4-FFF2-40B4-BE49-F238E27FC236}">
                    <a16:creationId xmlns:a16="http://schemas.microsoft.com/office/drawing/2014/main" id="{96C8DA4D-6535-953A-D8D7-1BE998F90C00}"/>
                  </a:ext>
                </a:extLst>
              </p:cNvPr>
              <p:cNvSpPr/>
              <p:nvPr/>
            </p:nvSpPr>
            <p:spPr>
              <a:xfrm>
                <a:off x="7216527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95" name="pg284">
                <a:extLst>
                  <a:ext uri="{FF2B5EF4-FFF2-40B4-BE49-F238E27FC236}">
                    <a16:creationId xmlns:a16="http://schemas.microsoft.com/office/drawing/2014/main" id="{4F5BB846-08EF-D44A-C55B-75C1FFFBC964}"/>
                  </a:ext>
                </a:extLst>
              </p:cNvPr>
              <p:cNvSpPr/>
              <p:nvPr/>
            </p:nvSpPr>
            <p:spPr>
              <a:xfrm>
                <a:off x="7247590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96" name="pg285">
                <a:extLst>
                  <a:ext uri="{FF2B5EF4-FFF2-40B4-BE49-F238E27FC236}">
                    <a16:creationId xmlns:a16="http://schemas.microsoft.com/office/drawing/2014/main" id="{E7A8FEEC-ADAF-0A91-26FC-84BEA4E8A198}"/>
                  </a:ext>
                </a:extLst>
              </p:cNvPr>
              <p:cNvSpPr/>
              <p:nvPr/>
            </p:nvSpPr>
            <p:spPr>
              <a:xfrm>
                <a:off x="7278653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97" name="pg286">
                <a:extLst>
                  <a:ext uri="{FF2B5EF4-FFF2-40B4-BE49-F238E27FC236}">
                    <a16:creationId xmlns:a16="http://schemas.microsoft.com/office/drawing/2014/main" id="{C3C1D9BA-A159-B699-7D9B-0D4D6945F0F3}"/>
                  </a:ext>
                </a:extLst>
              </p:cNvPr>
              <p:cNvSpPr/>
              <p:nvPr/>
            </p:nvSpPr>
            <p:spPr>
              <a:xfrm>
                <a:off x="7309716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98" name="pg287">
                <a:extLst>
                  <a:ext uri="{FF2B5EF4-FFF2-40B4-BE49-F238E27FC236}">
                    <a16:creationId xmlns:a16="http://schemas.microsoft.com/office/drawing/2014/main" id="{12D5108D-D75C-7127-77B2-E29F4FA6556D}"/>
                  </a:ext>
                </a:extLst>
              </p:cNvPr>
              <p:cNvSpPr/>
              <p:nvPr/>
            </p:nvSpPr>
            <p:spPr>
              <a:xfrm>
                <a:off x="7340779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499" name="pg288">
                <a:extLst>
                  <a:ext uri="{FF2B5EF4-FFF2-40B4-BE49-F238E27FC236}">
                    <a16:creationId xmlns:a16="http://schemas.microsoft.com/office/drawing/2014/main" id="{C9E30F76-0EB3-B459-5966-7C4377786142}"/>
                  </a:ext>
                </a:extLst>
              </p:cNvPr>
              <p:cNvSpPr/>
              <p:nvPr/>
            </p:nvSpPr>
            <p:spPr>
              <a:xfrm>
                <a:off x="7371842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00" name="pg289">
                <a:extLst>
                  <a:ext uri="{FF2B5EF4-FFF2-40B4-BE49-F238E27FC236}">
                    <a16:creationId xmlns:a16="http://schemas.microsoft.com/office/drawing/2014/main" id="{F6A3CED1-3CD9-E352-4FB8-3EA55ACCEA5C}"/>
                  </a:ext>
                </a:extLst>
              </p:cNvPr>
              <p:cNvSpPr/>
              <p:nvPr/>
            </p:nvSpPr>
            <p:spPr>
              <a:xfrm>
                <a:off x="7402905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01" name="pg290">
                <a:extLst>
                  <a:ext uri="{FF2B5EF4-FFF2-40B4-BE49-F238E27FC236}">
                    <a16:creationId xmlns:a16="http://schemas.microsoft.com/office/drawing/2014/main" id="{5D061E64-875C-8273-B7DD-62CCEF9178F4}"/>
                  </a:ext>
                </a:extLst>
              </p:cNvPr>
              <p:cNvSpPr/>
              <p:nvPr/>
            </p:nvSpPr>
            <p:spPr>
              <a:xfrm>
                <a:off x="7433968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02" name="pg291">
                <a:extLst>
                  <a:ext uri="{FF2B5EF4-FFF2-40B4-BE49-F238E27FC236}">
                    <a16:creationId xmlns:a16="http://schemas.microsoft.com/office/drawing/2014/main" id="{9726EACF-1757-E14A-321F-F65B4C05C413}"/>
                  </a:ext>
                </a:extLst>
              </p:cNvPr>
              <p:cNvSpPr/>
              <p:nvPr/>
            </p:nvSpPr>
            <p:spPr>
              <a:xfrm>
                <a:off x="7465031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503" name="pg292">
                <a:extLst>
                  <a:ext uri="{FF2B5EF4-FFF2-40B4-BE49-F238E27FC236}">
                    <a16:creationId xmlns:a16="http://schemas.microsoft.com/office/drawing/2014/main" id="{DAF0B1FD-D5F4-3CBD-D67F-FB946DC258F2}"/>
                  </a:ext>
                </a:extLst>
              </p:cNvPr>
              <p:cNvSpPr/>
              <p:nvPr/>
            </p:nvSpPr>
            <p:spPr>
              <a:xfrm>
                <a:off x="7496094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88" name="pg293">
                <a:extLst>
                  <a:ext uri="{FF2B5EF4-FFF2-40B4-BE49-F238E27FC236}">
                    <a16:creationId xmlns:a16="http://schemas.microsoft.com/office/drawing/2014/main" id="{42C5BB40-19B1-7A36-8FFB-13F094DB0A9C}"/>
                  </a:ext>
                </a:extLst>
              </p:cNvPr>
              <p:cNvSpPr/>
              <p:nvPr/>
            </p:nvSpPr>
            <p:spPr>
              <a:xfrm>
                <a:off x="7527156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89" name="pg294">
                <a:extLst>
                  <a:ext uri="{FF2B5EF4-FFF2-40B4-BE49-F238E27FC236}">
                    <a16:creationId xmlns:a16="http://schemas.microsoft.com/office/drawing/2014/main" id="{990E9B5D-46E1-771C-06C0-6C43DE821FC2}"/>
                  </a:ext>
                </a:extLst>
              </p:cNvPr>
              <p:cNvSpPr/>
              <p:nvPr/>
            </p:nvSpPr>
            <p:spPr>
              <a:xfrm>
                <a:off x="7620345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90" name="pg295">
                <a:extLst>
                  <a:ext uri="{FF2B5EF4-FFF2-40B4-BE49-F238E27FC236}">
                    <a16:creationId xmlns:a16="http://schemas.microsoft.com/office/drawing/2014/main" id="{65121D45-B4D3-2D6F-F2B5-694FAAB79C26}"/>
                  </a:ext>
                </a:extLst>
              </p:cNvPr>
              <p:cNvSpPr/>
              <p:nvPr/>
            </p:nvSpPr>
            <p:spPr>
              <a:xfrm>
                <a:off x="7651408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91" name="pg296">
                <a:extLst>
                  <a:ext uri="{FF2B5EF4-FFF2-40B4-BE49-F238E27FC236}">
                    <a16:creationId xmlns:a16="http://schemas.microsoft.com/office/drawing/2014/main" id="{741A2ADB-C437-B3C9-67A2-F682C0FDF210}"/>
                  </a:ext>
                </a:extLst>
              </p:cNvPr>
              <p:cNvSpPr/>
              <p:nvPr/>
            </p:nvSpPr>
            <p:spPr>
              <a:xfrm>
                <a:off x="7682471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B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92" name="pg297">
                <a:extLst>
                  <a:ext uri="{FF2B5EF4-FFF2-40B4-BE49-F238E27FC236}">
                    <a16:creationId xmlns:a16="http://schemas.microsoft.com/office/drawing/2014/main" id="{750B96F3-EA70-4986-760B-78E09A4C7606}"/>
                  </a:ext>
                </a:extLst>
              </p:cNvPr>
              <p:cNvSpPr/>
              <p:nvPr/>
            </p:nvSpPr>
            <p:spPr>
              <a:xfrm>
                <a:off x="7713534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93" name="pg298">
                <a:extLst>
                  <a:ext uri="{FF2B5EF4-FFF2-40B4-BE49-F238E27FC236}">
                    <a16:creationId xmlns:a16="http://schemas.microsoft.com/office/drawing/2014/main" id="{E9A62B69-705B-008F-E579-2BB506E439EC}"/>
                  </a:ext>
                </a:extLst>
              </p:cNvPr>
              <p:cNvSpPr/>
              <p:nvPr/>
            </p:nvSpPr>
            <p:spPr>
              <a:xfrm>
                <a:off x="7744597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1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94" name="pg299">
                <a:extLst>
                  <a:ext uri="{FF2B5EF4-FFF2-40B4-BE49-F238E27FC236}">
                    <a16:creationId xmlns:a16="http://schemas.microsoft.com/office/drawing/2014/main" id="{2E0F1D9A-E356-4CD3-2E07-C5AA243374C9}"/>
                  </a:ext>
                </a:extLst>
              </p:cNvPr>
              <p:cNvSpPr/>
              <p:nvPr/>
            </p:nvSpPr>
            <p:spPr>
              <a:xfrm>
                <a:off x="7775660" y="95006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1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95" name="pg300">
                <a:extLst>
                  <a:ext uri="{FF2B5EF4-FFF2-40B4-BE49-F238E27FC236}">
                    <a16:creationId xmlns:a16="http://schemas.microsoft.com/office/drawing/2014/main" id="{9B194147-6709-F0A4-B9D4-281D5727747C}"/>
                  </a:ext>
                </a:extLst>
              </p:cNvPr>
              <p:cNvSpPr/>
              <p:nvPr/>
            </p:nvSpPr>
            <p:spPr>
              <a:xfrm>
                <a:off x="7030150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96" name="pg301">
                <a:extLst>
                  <a:ext uri="{FF2B5EF4-FFF2-40B4-BE49-F238E27FC236}">
                    <a16:creationId xmlns:a16="http://schemas.microsoft.com/office/drawing/2014/main" id="{48717274-C37C-18BE-382F-AAE120FB548D}"/>
                  </a:ext>
                </a:extLst>
              </p:cNvPr>
              <p:cNvSpPr/>
              <p:nvPr/>
            </p:nvSpPr>
            <p:spPr>
              <a:xfrm>
                <a:off x="7061213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97" name="pg302">
                <a:extLst>
                  <a:ext uri="{FF2B5EF4-FFF2-40B4-BE49-F238E27FC236}">
                    <a16:creationId xmlns:a16="http://schemas.microsoft.com/office/drawing/2014/main" id="{23F60366-553B-C323-8548-94857FA2E3ED}"/>
                  </a:ext>
                </a:extLst>
              </p:cNvPr>
              <p:cNvSpPr/>
              <p:nvPr/>
            </p:nvSpPr>
            <p:spPr>
              <a:xfrm>
                <a:off x="7092276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98" name="pg303">
                <a:extLst>
                  <a:ext uri="{FF2B5EF4-FFF2-40B4-BE49-F238E27FC236}">
                    <a16:creationId xmlns:a16="http://schemas.microsoft.com/office/drawing/2014/main" id="{4D24C25F-AF5A-9CAB-4A32-D3462A7A9DC8}"/>
                  </a:ext>
                </a:extLst>
              </p:cNvPr>
              <p:cNvSpPr/>
              <p:nvPr/>
            </p:nvSpPr>
            <p:spPr>
              <a:xfrm>
                <a:off x="7123338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699" name="pg304">
                <a:extLst>
                  <a:ext uri="{FF2B5EF4-FFF2-40B4-BE49-F238E27FC236}">
                    <a16:creationId xmlns:a16="http://schemas.microsoft.com/office/drawing/2014/main" id="{4FBE53C7-A46F-615E-02A6-4B0C5A5B7280}"/>
                  </a:ext>
                </a:extLst>
              </p:cNvPr>
              <p:cNvSpPr/>
              <p:nvPr/>
            </p:nvSpPr>
            <p:spPr>
              <a:xfrm>
                <a:off x="7154402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00" name="pg305">
                <a:extLst>
                  <a:ext uri="{FF2B5EF4-FFF2-40B4-BE49-F238E27FC236}">
                    <a16:creationId xmlns:a16="http://schemas.microsoft.com/office/drawing/2014/main" id="{BFF129EA-8CA7-962D-B38B-C85506B97BEC}"/>
                  </a:ext>
                </a:extLst>
              </p:cNvPr>
              <p:cNvSpPr/>
              <p:nvPr/>
            </p:nvSpPr>
            <p:spPr>
              <a:xfrm>
                <a:off x="7185465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01" name="pg306">
                <a:extLst>
                  <a:ext uri="{FF2B5EF4-FFF2-40B4-BE49-F238E27FC236}">
                    <a16:creationId xmlns:a16="http://schemas.microsoft.com/office/drawing/2014/main" id="{251D5D67-F075-3982-D994-CC7378256687}"/>
                  </a:ext>
                </a:extLst>
              </p:cNvPr>
              <p:cNvSpPr/>
              <p:nvPr/>
            </p:nvSpPr>
            <p:spPr>
              <a:xfrm>
                <a:off x="7216527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02" name="pg307">
                <a:extLst>
                  <a:ext uri="{FF2B5EF4-FFF2-40B4-BE49-F238E27FC236}">
                    <a16:creationId xmlns:a16="http://schemas.microsoft.com/office/drawing/2014/main" id="{4ED26764-4B73-DFCB-B54B-578CCD52AFEB}"/>
                  </a:ext>
                </a:extLst>
              </p:cNvPr>
              <p:cNvSpPr/>
              <p:nvPr/>
            </p:nvSpPr>
            <p:spPr>
              <a:xfrm>
                <a:off x="7247590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03" name="pg308">
                <a:extLst>
                  <a:ext uri="{FF2B5EF4-FFF2-40B4-BE49-F238E27FC236}">
                    <a16:creationId xmlns:a16="http://schemas.microsoft.com/office/drawing/2014/main" id="{87DA5415-AD71-C38B-76B1-20643C54C579}"/>
                  </a:ext>
                </a:extLst>
              </p:cNvPr>
              <p:cNvSpPr/>
              <p:nvPr/>
            </p:nvSpPr>
            <p:spPr>
              <a:xfrm>
                <a:off x="7278653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04" name="pg309">
                <a:extLst>
                  <a:ext uri="{FF2B5EF4-FFF2-40B4-BE49-F238E27FC236}">
                    <a16:creationId xmlns:a16="http://schemas.microsoft.com/office/drawing/2014/main" id="{81A588C7-8DB7-D729-CDFA-86426960C627}"/>
                  </a:ext>
                </a:extLst>
              </p:cNvPr>
              <p:cNvSpPr/>
              <p:nvPr/>
            </p:nvSpPr>
            <p:spPr>
              <a:xfrm>
                <a:off x="7309716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05" name="pg310">
                <a:extLst>
                  <a:ext uri="{FF2B5EF4-FFF2-40B4-BE49-F238E27FC236}">
                    <a16:creationId xmlns:a16="http://schemas.microsoft.com/office/drawing/2014/main" id="{5F3B11AD-D64A-0557-AA91-3FB88C6EBFC3}"/>
                  </a:ext>
                </a:extLst>
              </p:cNvPr>
              <p:cNvSpPr/>
              <p:nvPr/>
            </p:nvSpPr>
            <p:spPr>
              <a:xfrm>
                <a:off x="7340779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06" name="pg311">
                <a:extLst>
                  <a:ext uri="{FF2B5EF4-FFF2-40B4-BE49-F238E27FC236}">
                    <a16:creationId xmlns:a16="http://schemas.microsoft.com/office/drawing/2014/main" id="{361E0727-D146-C421-3318-D1AAA88E4A28}"/>
                  </a:ext>
                </a:extLst>
              </p:cNvPr>
              <p:cNvSpPr/>
              <p:nvPr/>
            </p:nvSpPr>
            <p:spPr>
              <a:xfrm>
                <a:off x="7371842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07" name="pg312">
                <a:extLst>
                  <a:ext uri="{FF2B5EF4-FFF2-40B4-BE49-F238E27FC236}">
                    <a16:creationId xmlns:a16="http://schemas.microsoft.com/office/drawing/2014/main" id="{3463F317-F369-41E1-E6C9-12BF55269B3B}"/>
                  </a:ext>
                </a:extLst>
              </p:cNvPr>
              <p:cNvSpPr/>
              <p:nvPr/>
            </p:nvSpPr>
            <p:spPr>
              <a:xfrm>
                <a:off x="7402905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08" name="pg313">
                <a:extLst>
                  <a:ext uri="{FF2B5EF4-FFF2-40B4-BE49-F238E27FC236}">
                    <a16:creationId xmlns:a16="http://schemas.microsoft.com/office/drawing/2014/main" id="{E4685AFF-55C0-CAEB-04D0-6B5A03ADA566}"/>
                  </a:ext>
                </a:extLst>
              </p:cNvPr>
              <p:cNvSpPr/>
              <p:nvPr/>
            </p:nvSpPr>
            <p:spPr>
              <a:xfrm>
                <a:off x="7433968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09" name="pg314">
                <a:extLst>
                  <a:ext uri="{FF2B5EF4-FFF2-40B4-BE49-F238E27FC236}">
                    <a16:creationId xmlns:a16="http://schemas.microsoft.com/office/drawing/2014/main" id="{783E3291-FB72-C8FE-CFBA-2668FC064F51}"/>
                  </a:ext>
                </a:extLst>
              </p:cNvPr>
              <p:cNvSpPr/>
              <p:nvPr/>
            </p:nvSpPr>
            <p:spPr>
              <a:xfrm>
                <a:off x="7465031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10" name="pg315">
                <a:extLst>
                  <a:ext uri="{FF2B5EF4-FFF2-40B4-BE49-F238E27FC236}">
                    <a16:creationId xmlns:a16="http://schemas.microsoft.com/office/drawing/2014/main" id="{F59F2199-DCF6-37A4-70B9-B3C16AF7380C}"/>
                  </a:ext>
                </a:extLst>
              </p:cNvPr>
              <p:cNvSpPr/>
              <p:nvPr/>
            </p:nvSpPr>
            <p:spPr>
              <a:xfrm>
                <a:off x="7496094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11" name="pg316">
                <a:extLst>
                  <a:ext uri="{FF2B5EF4-FFF2-40B4-BE49-F238E27FC236}">
                    <a16:creationId xmlns:a16="http://schemas.microsoft.com/office/drawing/2014/main" id="{4CFF269A-B89E-2F88-E691-15236F62A893}"/>
                  </a:ext>
                </a:extLst>
              </p:cNvPr>
              <p:cNvSpPr/>
              <p:nvPr/>
            </p:nvSpPr>
            <p:spPr>
              <a:xfrm>
                <a:off x="7527156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12" name="pg317">
                <a:extLst>
                  <a:ext uri="{FF2B5EF4-FFF2-40B4-BE49-F238E27FC236}">
                    <a16:creationId xmlns:a16="http://schemas.microsoft.com/office/drawing/2014/main" id="{84BBE07E-DE51-299E-687F-C32742D478E4}"/>
                  </a:ext>
                </a:extLst>
              </p:cNvPr>
              <p:cNvSpPr/>
              <p:nvPr/>
            </p:nvSpPr>
            <p:spPr>
              <a:xfrm>
                <a:off x="7558219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13" name="pg318">
                <a:extLst>
                  <a:ext uri="{FF2B5EF4-FFF2-40B4-BE49-F238E27FC236}">
                    <a16:creationId xmlns:a16="http://schemas.microsoft.com/office/drawing/2014/main" id="{B810A8AA-E063-B68B-B697-572431EB6CB2}"/>
                  </a:ext>
                </a:extLst>
              </p:cNvPr>
              <p:cNvSpPr/>
              <p:nvPr/>
            </p:nvSpPr>
            <p:spPr>
              <a:xfrm>
                <a:off x="7651408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14" name="pg319">
                <a:extLst>
                  <a:ext uri="{FF2B5EF4-FFF2-40B4-BE49-F238E27FC236}">
                    <a16:creationId xmlns:a16="http://schemas.microsoft.com/office/drawing/2014/main" id="{FE896E91-7AEE-A621-251E-DC8ABF9951D5}"/>
                  </a:ext>
                </a:extLst>
              </p:cNvPr>
              <p:cNvSpPr/>
              <p:nvPr/>
            </p:nvSpPr>
            <p:spPr>
              <a:xfrm>
                <a:off x="7682471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15" name="pg320">
                <a:extLst>
                  <a:ext uri="{FF2B5EF4-FFF2-40B4-BE49-F238E27FC236}">
                    <a16:creationId xmlns:a16="http://schemas.microsoft.com/office/drawing/2014/main" id="{975F4B9F-0573-BB93-968C-C2D546C8ED44}"/>
                  </a:ext>
                </a:extLst>
              </p:cNvPr>
              <p:cNvSpPr/>
              <p:nvPr/>
            </p:nvSpPr>
            <p:spPr>
              <a:xfrm>
                <a:off x="7713534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16" name="pg321">
                <a:extLst>
                  <a:ext uri="{FF2B5EF4-FFF2-40B4-BE49-F238E27FC236}">
                    <a16:creationId xmlns:a16="http://schemas.microsoft.com/office/drawing/2014/main" id="{3F6187D7-4BC2-9F96-BC16-351AF6A6863B}"/>
                  </a:ext>
                </a:extLst>
              </p:cNvPr>
              <p:cNvSpPr/>
              <p:nvPr/>
            </p:nvSpPr>
            <p:spPr>
              <a:xfrm>
                <a:off x="7744597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17" name="pg322">
                <a:extLst>
                  <a:ext uri="{FF2B5EF4-FFF2-40B4-BE49-F238E27FC236}">
                    <a16:creationId xmlns:a16="http://schemas.microsoft.com/office/drawing/2014/main" id="{81543237-EC94-3DC3-67D1-A9106427663A}"/>
                  </a:ext>
                </a:extLst>
              </p:cNvPr>
              <p:cNvSpPr/>
              <p:nvPr/>
            </p:nvSpPr>
            <p:spPr>
              <a:xfrm>
                <a:off x="7775660" y="98947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18" name="pg323">
                <a:extLst>
                  <a:ext uri="{FF2B5EF4-FFF2-40B4-BE49-F238E27FC236}">
                    <a16:creationId xmlns:a16="http://schemas.microsoft.com/office/drawing/2014/main" id="{DDEE83A9-93F2-1686-7912-BEB02DA127BC}"/>
                  </a:ext>
                </a:extLst>
              </p:cNvPr>
              <p:cNvSpPr/>
              <p:nvPr/>
            </p:nvSpPr>
            <p:spPr>
              <a:xfrm>
                <a:off x="7030150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19" name="pg324">
                <a:extLst>
                  <a:ext uri="{FF2B5EF4-FFF2-40B4-BE49-F238E27FC236}">
                    <a16:creationId xmlns:a16="http://schemas.microsoft.com/office/drawing/2014/main" id="{7B28EA86-41D8-00A2-59F0-B661E53635EB}"/>
                  </a:ext>
                </a:extLst>
              </p:cNvPr>
              <p:cNvSpPr/>
              <p:nvPr/>
            </p:nvSpPr>
            <p:spPr>
              <a:xfrm>
                <a:off x="7061213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20" name="pg325">
                <a:extLst>
                  <a:ext uri="{FF2B5EF4-FFF2-40B4-BE49-F238E27FC236}">
                    <a16:creationId xmlns:a16="http://schemas.microsoft.com/office/drawing/2014/main" id="{7C4BFD68-6A80-045F-7776-30ED7F890D12}"/>
                  </a:ext>
                </a:extLst>
              </p:cNvPr>
              <p:cNvSpPr/>
              <p:nvPr/>
            </p:nvSpPr>
            <p:spPr>
              <a:xfrm>
                <a:off x="7092276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21" name="pg326">
                <a:extLst>
                  <a:ext uri="{FF2B5EF4-FFF2-40B4-BE49-F238E27FC236}">
                    <a16:creationId xmlns:a16="http://schemas.microsoft.com/office/drawing/2014/main" id="{1A7C9420-395A-82F6-9A5D-0CB8EEB8DA2F}"/>
                  </a:ext>
                </a:extLst>
              </p:cNvPr>
              <p:cNvSpPr/>
              <p:nvPr/>
            </p:nvSpPr>
            <p:spPr>
              <a:xfrm>
                <a:off x="7123338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22" name="pg327">
                <a:extLst>
                  <a:ext uri="{FF2B5EF4-FFF2-40B4-BE49-F238E27FC236}">
                    <a16:creationId xmlns:a16="http://schemas.microsoft.com/office/drawing/2014/main" id="{BC4C7672-47A5-D71E-1AC7-64B46A9EB4E9}"/>
                  </a:ext>
                </a:extLst>
              </p:cNvPr>
              <p:cNvSpPr/>
              <p:nvPr/>
            </p:nvSpPr>
            <p:spPr>
              <a:xfrm>
                <a:off x="7154402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23" name="pg328">
                <a:extLst>
                  <a:ext uri="{FF2B5EF4-FFF2-40B4-BE49-F238E27FC236}">
                    <a16:creationId xmlns:a16="http://schemas.microsoft.com/office/drawing/2014/main" id="{C6CDC928-F786-A20B-8A89-D765C408058B}"/>
                  </a:ext>
                </a:extLst>
              </p:cNvPr>
              <p:cNvSpPr/>
              <p:nvPr/>
            </p:nvSpPr>
            <p:spPr>
              <a:xfrm>
                <a:off x="7185465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24" name="pg329">
                <a:extLst>
                  <a:ext uri="{FF2B5EF4-FFF2-40B4-BE49-F238E27FC236}">
                    <a16:creationId xmlns:a16="http://schemas.microsoft.com/office/drawing/2014/main" id="{8F42F957-3F44-1E35-3FD3-D3AEC4798D69}"/>
                  </a:ext>
                </a:extLst>
              </p:cNvPr>
              <p:cNvSpPr/>
              <p:nvPr/>
            </p:nvSpPr>
            <p:spPr>
              <a:xfrm>
                <a:off x="7216527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25" name="pg330">
                <a:extLst>
                  <a:ext uri="{FF2B5EF4-FFF2-40B4-BE49-F238E27FC236}">
                    <a16:creationId xmlns:a16="http://schemas.microsoft.com/office/drawing/2014/main" id="{34F9ABF3-1EFF-857A-BCD7-2058CA6CD445}"/>
                  </a:ext>
                </a:extLst>
              </p:cNvPr>
              <p:cNvSpPr/>
              <p:nvPr/>
            </p:nvSpPr>
            <p:spPr>
              <a:xfrm>
                <a:off x="7247590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26" name="pg331">
                <a:extLst>
                  <a:ext uri="{FF2B5EF4-FFF2-40B4-BE49-F238E27FC236}">
                    <a16:creationId xmlns:a16="http://schemas.microsoft.com/office/drawing/2014/main" id="{CC6DAEDF-E0F0-32E0-B2EF-A01E56AD5C38}"/>
                  </a:ext>
                </a:extLst>
              </p:cNvPr>
              <p:cNvSpPr/>
              <p:nvPr/>
            </p:nvSpPr>
            <p:spPr>
              <a:xfrm>
                <a:off x="7278653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27" name="pg332">
                <a:extLst>
                  <a:ext uri="{FF2B5EF4-FFF2-40B4-BE49-F238E27FC236}">
                    <a16:creationId xmlns:a16="http://schemas.microsoft.com/office/drawing/2014/main" id="{444F861D-A0C7-F9D4-B2E9-D00D3A125336}"/>
                  </a:ext>
                </a:extLst>
              </p:cNvPr>
              <p:cNvSpPr/>
              <p:nvPr/>
            </p:nvSpPr>
            <p:spPr>
              <a:xfrm>
                <a:off x="7309716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28" name="pg333">
                <a:extLst>
                  <a:ext uri="{FF2B5EF4-FFF2-40B4-BE49-F238E27FC236}">
                    <a16:creationId xmlns:a16="http://schemas.microsoft.com/office/drawing/2014/main" id="{46B5DD3C-14F2-6519-E5F0-01A19664D018}"/>
                  </a:ext>
                </a:extLst>
              </p:cNvPr>
              <p:cNvSpPr/>
              <p:nvPr/>
            </p:nvSpPr>
            <p:spPr>
              <a:xfrm>
                <a:off x="7340779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29" name="pg334">
                <a:extLst>
                  <a:ext uri="{FF2B5EF4-FFF2-40B4-BE49-F238E27FC236}">
                    <a16:creationId xmlns:a16="http://schemas.microsoft.com/office/drawing/2014/main" id="{EFF05585-5102-E5E3-E2AB-98CB63B4D37B}"/>
                  </a:ext>
                </a:extLst>
              </p:cNvPr>
              <p:cNvSpPr/>
              <p:nvPr/>
            </p:nvSpPr>
            <p:spPr>
              <a:xfrm>
                <a:off x="7371842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30" name="pg335">
                <a:extLst>
                  <a:ext uri="{FF2B5EF4-FFF2-40B4-BE49-F238E27FC236}">
                    <a16:creationId xmlns:a16="http://schemas.microsoft.com/office/drawing/2014/main" id="{0E4E219C-BB8C-B5E5-A807-207AD0675251}"/>
                  </a:ext>
                </a:extLst>
              </p:cNvPr>
              <p:cNvSpPr/>
              <p:nvPr/>
            </p:nvSpPr>
            <p:spPr>
              <a:xfrm>
                <a:off x="7402905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31" name="pg336">
                <a:extLst>
                  <a:ext uri="{FF2B5EF4-FFF2-40B4-BE49-F238E27FC236}">
                    <a16:creationId xmlns:a16="http://schemas.microsoft.com/office/drawing/2014/main" id="{4578DDA4-E3D6-C2FA-6B88-1233D4043F83}"/>
                  </a:ext>
                </a:extLst>
              </p:cNvPr>
              <p:cNvSpPr/>
              <p:nvPr/>
            </p:nvSpPr>
            <p:spPr>
              <a:xfrm>
                <a:off x="7433968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32" name="pg337">
                <a:extLst>
                  <a:ext uri="{FF2B5EF4-FFF2-40B4-BE49-F238E27FC236}">
                    <a16:creationId xmlns:a16="http://schemas.microsoft.com/office/drawing/2014/main" id="{8835D0AD-7BF1-6DBD-6A5D-724369A4EE83}"/>
                  </a:ext>
                </a:extLst>
              </p:cNvPr>
              <p:cNvSpPr/>
              <p:nvPr/>
            </p:nvSpPr>
            <p:spPr>
              <a:xfrm>
                <a:off x="7465031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33" name="pg338">
                <a:extLst>
                  <a:ext uri="{FF2B5EF4-FFF2-40B4-BE49-F238E27FC236}">
                    <a16:creationId xmlns:a16="http://schemas.microsoft.com/office/drawing/2014/main" id="{E8C93B18-5BBE-F869-64D0-27F71A31D8C0}"/>
                  </a:ext>
                </a:extLst>
              </p:cNvPr>
              <p:cNvSpPr/>
              <p:nvPr/>
            </p:nvSpPr>
            <p:spPr>
              <a:xfrm>
                <a:off x="7496094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34" name="pg339">
                <a:extLst>
                  <a:ext uri="{FF2B5EF4-FFF2-40B4-BE49-F238E27FC236}">
                    <a16:creationId xmlns:a16="http://schemas.microsoft.com/office/drawing/2014/main" id="{DFF2F47C-8884-20C9-B230-DCBAB6DB5690}"/>
                  </a:ext>
                </a:extLst>
              </p:cNvPr>
              <p:cNvSpPr/>
              <p:nvPr/>
            </p:nvSpPr>
            <p:spPr>
              <a:xfrm>
                <a:off x="7527156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35" name="pg340">
                <a:extLst>
                  <a:ext uri="{FF2B5EF4-FFF2-40B4-BE49-F238E27FC236}">
                    <a16:creationId xmlns:a16="http://schemas.microsoft.com/office/drawing/2014/main" id="{4AACBEA0-4075-4071-24A6-34436DCDB780}"/>
                  </a:ext>
                </a:extLst>
              </p:cNvPr>
              <p:cNvSpPr/>
              <p:nvPr/>
            </p:nvSpPr>
            <p:spPr>
              <a:xfrm>
                <a:off x="7558219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36" name="pg341">
                <a:extLst>
                  <a:ext uri="{FF2B5EF4-FFF2-40B4-BE49-F238E27FC236}">
                    <a16:creationId xmlns:a16="http://schemas.microsoft.com/office/drawing/2014/main" id="{B6AD0893-1FD5-A260-AE2E-1B26325F234B}"/>
                  </a:ext>
                </a:extLst>
              </p:cNvPr>
              <p:cNvSpPr/>
              <p:nvPr/>
            </p:nvSpPr>
            <p:spPr>
              <a:xfrm>
                <a:off x="7620345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37" name="pg342">
                <a:extLst>
                  <a:ext uri="{FF2B5EF4-FFF2-40B4-BE49-F238E27FC236}">
                    <a16:creationId xmlns:a16="http://schemas.microsoft.com/office/drawing/2014/main" id="{3C58AC51-5E3B-DA23-6675-D887CF4F4E9B}"/>
                  </a:ext>
                </a:extLst>
              </p:cNvPr>
              <p:cNvSpPr/>
              <p:nvPr/>
            </p:nvSpPr>
            <p:spPr>
              <a:xfrm>
                <a:off x="7651408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38" name="pg343">
                <a:extLst>
                  <a:ext uri="{FF2B5EF4-FFF2-40B4-BE49-F238E27FC236}">
                    <a16:creationId xmlns:a16="http://schemas.microsoft.com/office/drawing/2014/main" id="{189DDB6E-3F92-E29B-F4AA-BB31B845F26C}"/>
                  </a:ext>
                </a:extLst>
              </p:cNvPr>
              <p:cNvSpPr/>
              <p:nvPr/>
            </p:nvSpPr>
            <p:spPr>
              <a:xfrm>
                <a:off x="7682471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39" name="pg344">
                <a:extLst>
                  <a:ext uri="{FF2B5EF4-FFF2-40B4-BE49-F238E27FC236}">
                    <a16:creationId xmlns:a16="http://schemas.microsoft.com/office/drawing/2014/main" id="{F79E903D-64BB-29C8-20D3-DD6BE5824176}"/>
                  </a:ext>
                </a:extLst>
              </p:cNvPr>
              <p:cNvSpPr/>
              <p:nvPr/>
            </p:nvSpPr>
            <p:spPr>
              <a:xfrm>
                <a:off x="7713534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40" name="pg345">
                <a:extLst>
                  <a:ext uri="{FF2B5EF4-FFF2-40B4-BE49-F238E27FC236}">
                    <a16:creationId xmlns:a16="http://schemas.microsoft.com/office/drawing/2014/main" id="{AABE6D4E-941D-6594-062F-ED6DFF695081}"/>
                  </a:ext>
                </a:extLst>
              </p:cNvPr>
              <p:cNvSpPr/>
              <p:nvPr/>
            </p:nvSpPr>
            <p:spPr>
              <a:xfrm>
                <a:off x="7744597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41" name="pg346">
                <a:extLst>
                  <a:ext uri="{FF2B5EF4-FFF2-40B4-BE49-F238E27FC236}">
                    <a16:creationId xmlns:a16="http://schemas.microsoft.com/office/drawing/2014/main" id="{C919AA73-76A6-3163-2C04-32A8E131C7AF}"/>
                  </a:ext>
                </a:extLst>
              </p:cNvPr>
              <p:cNvSpPr/>
              <p:nvPr/>
            </p:nvSpPr>
            <p:spPr>
              <a:xfrm>
                <a:off x="7775660" y="10288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42" name="pg347">
                <a:extLst>
                  <a:ext uri="{FF2B5EF4-FFF2-40B4-BE49-F238E27FC236}">
                    <a16:creationId xmlns:a16="http://schemas.microsoft.com/office/drawing/2014/main" id="{E3905075-DF20-B9F0-55F4-781706FA584D}"/>
                  </a:ext>
                </a:extLst>
              </p:cNvPr>
              <p:cNvSpPr/>
              <p:nvPr/>
            </p:nvSpPr>
            <p:spPr>
              <a:xfrm>
                <a:off x="7061213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43" name="pg348">
                <a:extLst>
                  <a:ext uri="{FF2B5EF4-FFF2-40B4-BE49-F238E27FC236}">
                    <a16:creationId xmlns:a16="http://schemas.microsoft.com/office/drawing/2014/main" id="{96D83E00-51F4-DF47-9219-0BB145E50E04}"/>
                  </a:ext>
                </a:extLst>
              </p:cNvPr>
              <p:cNvSpPr/>
              <p:nvPr/>
            </p:nvSpPr>
            <p:spPr>
              <a:xfrm>
                <a:off x="7092276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44" name="pg349">
                <a:extLst>
                  <a:ext uri="{FF2B5EF4-FFF2-40B4-BE49-F238E27FC236}">
                    <a16:creationId xmlns:a16="http://schemas.microsoft.com/office/drawing/2014/main" id="{FFA7CC95-BD2D-D8A5-EC12-253F6C8260FD}"/>
                  </a:ext>
                </a:extLst>
              </p:cNvPr>
              <p:cNvSpPr/>
              <p:nvPr/>
            </p:nvSpPr>
            <p:spPr>
              <a:xfrm>
                <a:off x="7123338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45" name="pg350">
                <a:extLst>
                  <a:ext uri="{FF2B5EF4-FFF2-40B4-BE49-F238E27FC236}">
                    <a16:creationId xmlns:a16="http://schemas.microsoft.com/office/drawing/2014/main" id="{6E87816E-ED33-C1C4-5B3D-73931C3355E2}"/>
                  </a:ext>
                </a:extLst>
              </p:cNvPr>
              <p:cNvSpPr/>
              <p:nvPr/>
            </p:nvSpPr>
            <p:spPr>
              <a:xfrm>
                <a:off x="7154402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46" name="pg351">
                <a:extLst>
                  <a:ext uri="{FF2B5EF4-FFF2-40B4-BE49-F238E27FC236}">
                    <a16:creationId xmlns:a16="http://schemas.microsoft.com/office/drawing/2014/main" id="{8029D15B-87E5-1993-9FE6-F17CB5A85893}"/>
                  </a:ext>
                </a:extLst>
              </p:cNvPr>
              <p:cNvSpPr/>
              <p:nvPr/>
            </p:nvSpPr>
            <p:spPr>
              <a:xfrm>
                <a:off x="7185465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47" name="pg352">
                <a:extLst>
                  <a:ext uri="{FF2B5EF4-FFF2-40B4-BE49-F238E27FC236}">
                    <a16:creationId xmlns:a16="http://schemas.microsoft.com/office/drawing/2014/main" id="{0CD48853-87C0-9C01-EB78-B29F479D7C4E}"/>
                  </a:ext>
                </a:extLst>
              </p:cNvPr>
              <p:cNvSpPr/>
              <p:nvPr/>
            </p:nvSpPr>
            <p:spPr>
              <a:xfrm>
                <a:off x="7216527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48" name="pg353">
                <a:extLst>
                  <a:ext uri="{FF2B5EF4-FFF2-40B4-BE49-F238E27FC236}">
                    <a16:creationId xmlns:a16="http://schemas.microsoft.com/office/drawing/2014/main" id="{6AAA7BF4-F29A-323C-CE19-6DC84A4ECDA9}"/>
                  </a:ext>
                </a:extLst>
              </p:cNvPr>
              <p:cNvSpPr/>
              <p:nvPr/>
            </p:nvSpPr>
            <p:spPr>
              <a:xfrm>
                <a:off x="7247590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49" name="pg354">
                <a:extLst>
                  <a:ext uri="{FF2B5EF4-FFF2-40B4-BE49-F238E27FC236}">
                    <a16:creationId xmlns:a16="http://schemas.microsoft.com/office/drawing/2014/main" id="{B7E44093-A1F3-6D10-7422-D7FBC4FB71DF}"/>
                  </a:ext>
                </a:extLst>
              </p:cNvPr>
              <p:cNvSpPr/>
              <p:nvPr/>
            </p:nvSpPr>
            <p:spPr>
              <a:xfrm>
                <a:off x="7278653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50" name="pg355">
                <a:extLst>
                  <a:ext uri="{FF2B5EF4-FFF2-40B4-BE49-F238E27FC236}">
                    <a16:creationId xmlns:a16="http://schemas.microsoft.com/office/drawing/2014/main" id="{CA763F43-6CAD-1A5A-4F6D-78828000DB1C}"/>
                  </a:ext>
                </a:extLst>
              </p:cNvPr>
              <p:cNvSpPr/>
              <p:nvPr/>
            </p:nvSpPr>
            <p:spPr>
              <a:xfrm>
                <a:off x="7309716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51" name="pg356">
                <a:extLst>
                  <a:ext uri="{FF2B5EF4-FFF2-40B4-BE49-F238E27FC236}">
                    <a16:creationId xmlns:a16="http://schemas.microsoft.com/office/drawing/2014/main" id="{04301498-1B3A-BEF5-CFD8-60AF02701D26}"/>
                  </a:ext>
                </a:extLst>
              </p:cNvPr>
              <p:cNvSpPr/>
              <p:nvPr/>
            </p:nvSpPr>
            <p:spPr>
              <a:xfrm>
                <a:off x="7340779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52" name="pg357">
                <a:extLst>
                  <a:ext uri="{FF2B5EF4-FFF2-40B4-BE49-F238E27FC236}">
                    <a16:creationId xmlns:a16="http://schemas.microsoft.com/office/drawing/2014/main" id="{207BFE96-BF84-AE9B-C0E0-94AE03CB5233}"/>
                  </a:ext>
                </a:extLst>
              </p:cNvPr>
              <p:cNvSpPr/>
              <p:nvPr/>
            </p:nvSpPr>
            <p:spPr>
              <a:xfrm>
                <a:off x="7371842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53" name="pg358">
                <a:extLst>
                  <a:ext uri="{FF2B5EF4-FFF2-40B4-BE49-F238E27FC236}">
                    <a16:creationId xmlns:a16="http://schemas.microsoft.com/office/drawing/2014/main" id="{9707BCB0-8F03-3020-7C52-8B79257B9C88}"/>
                  </a:ext>
                </a:extLst>
              </p:cNvPr>
              <p:cNvSpPr/>
              <p:nvPr/>
            </p:nvSpPr>
            <p:spPr>
              <a:xfrm>
                <a:off x="7402905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54" name="pg359">
                <a:extLst>
                  <a:ext uri="{FF2B5EF4-FFF2-40B4-BE49-F238E27FC236}">
                    <a16:creationId xmlns:a16="http://schemas.microsoft.com/office/drawing/2014/main" id="{026F03A4-0B94-987D-7B14-B1BB1B52DFC2}"/>
                  </a:ext>
                </a:extLst>
              </p:cNvPr>
              <p:cNvSpPr/>
              <p:nvPr/>
            </p:nvSpPr>
            <p:spPr>
              <a:xfrm>
                <a:off x="7433968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55" name="pg360">
                <a:extLst>
                  <a:ext uri="{FF2B5EF4-FFF2-40B4-BE49-F238E27FC236}">
                    <a16:creationId xmlns:a16="http://schemas.microsoft.com/office/drawing/2014/main" id="{38B25242-3F80-CFE3-15A1-5F724FC260F1}"/>
                  </a:ext>
                </a:extLst>
              </p:cNvPr>
              <p:cNvSpPr/>
              <p:nvPr/>
            </p:nvSpPr>
            <p:spPr>
              <a:xfrm>
                <a:off x="7465031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56" name="pg361">
                <a:extLst>
                  <a:ext uri="{FF2B5EF4-FFF2-40B4-BE49-F238E27FC236}">
                    <a16:creationId xmlns:a16="http://schemas.microsoft.com/office/drawing/2014/main" id="{71118977-F049-BEC1-D552-16B81BEB51AE}"/>
                  </a:ext>
                </a:extLst>
              </p:cNvPr>
              <p:cNvSpPr/>
              <p:nvPr/>
            </p:nvSpPr>
            <p:spPr>
              <a:xfrm>
                <a:off x="7496094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57" name="pg362">
                <a:extLst>
                  <a:ext uri="{FF2B5EF4-FFF2-40B4-BE49-F238E27FC236}">
                    <a16:creationId xmlns:a16="http://schemas.microsoft.com/office/drawing/2014/main" id="{7CBC9F51-81DF-AE3B-91EC-42994E33D5CE}"/>
                  </a:ext>
                </a:extLst>
              </p:cNvPr>
              <p:cNvSpPr/>
              <p:nvPr/>
            </p:nvSpPr>
            <p:spPr>
              <a:xfrm>
                <a:off x="7527156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58" name="pg363">
                <a:extLst>
                  <a:ext uri="{FF2B5EF4-FFF2-40B4-BE49-F238E27FC236}">
                    <a16:creationId xmlns:a16="http://schemas.microsoft.com/office/drawing/2014/main" id="{318E6CE6-53E0-1170-7F6B-214F972D74DB}"/>
                  </a:ext>
                </a:extLst>
              </p:cNvPr>
              <p:cNvSpPr/>
              <p:nvPr/>
            </p:nvSpPr>
            <p:spPr>
              <a:xfrm>
                <a:off x="7558219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59" name="pg364">
                <a:extLst>
                  <a:ext uri="{FF2B5EF4-FFF2-40B4-BE49-F238E27FC236}">
                    <a16:creationId xmlns:a16="http://schemas.microsoft.com/office/drawing/2014/main" id="{5EB6C3D8-3CBF-DF8C-A973-F9C8CE8E10A3}"/>
                  </a:ext>
                </a:extLst>
              </p:cNvPr>
              <p:cNvSpPr/>
              <p:nvPr/>
            </p:nvSpPr>
            <p:spPr>
              <a:xfrm>
                <a:off x="7589283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60" name="pg365">
                <a:extLst>
                  <a:ext uri="{FF2B5EF4-FFF2-40B4-BE49-F238E27FC236}">
                    <a16:creationId xmlns:a16="http://schemas.microsoft.com/office/drawing/2014/main" id="{52954565-EF1F-5A62-2FAE-47B2A930819C}"/>
                  </a:ext>
                </a:extLst>
              </p:cNvPr>
              <p:cNvSpPr/>
              <p:nvPr/>
            </p:nvSpPr>
            <p:spPr>
              <a:xfrm>
                <a:off x="7620345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61" name="pg366">
                <a:extLst>
                  <a:ext uri="{FF2B5EF4-FFF2-40B4-BE49-F238E27FC236}">
                    <a16:creationId xmlns:a16="http://schemas.microsoft.com/office/drawing/2014/main" id="{775886E2-20BD-ECC1-44D5-143271DA46FB}"/>
                  </a:ext>
                </a:extLst>
              </p:cNvPr>
              <p:cNvSpPr/>
              <p:nvPr/>
            </p:nvSpPr>
            <p:spPr>
              <a:xfrm>
                <a:off x="7651408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62" name="pg367">
                <a:extLst>
                  <a:ext uri="{FF2B5EF4-FFF2-40B4-BE49-F238E27FC236}">
                    <a16:creationId xmlns:a16="http://schemas.microsoft.com/office/drawing/2014/main" id="{153FBA98-321A-DD00-233E-C094112B3FD5}"/>
                  </a:ext>
                </a:extLst>
              </p:cNvPr>
              <p:cNvSpPr/>
              <p:nvPr/>
            </p:nvSpPr>
            <p:spPr>
              <a:xfrm>
                <a:off x="7682471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63" name="pg368">
                <a:extLst>
                  <a:ext uri="{FF2B5EF4-FFF2-40B4-BE49-F238E27FC236}">
                    <a16:creationId xmlns:a16="http://schemas.microsoft.com/office/drawing/2014/main" id="{03DDB82B-0ECB-C19C-5D6D-F9D8D0928202}"/>
                  </a:ext>
                </a:extLst>
              </p:cNvPr>
              <p:cNvSpPr/>
              <p:nvPr/>
            </p:nvSpPr>
            <p:spPr>
              <a:xfrm>
                <a:off x="7713534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64" name="pg369">
                <a:extLst>
                  <a:ext uri="{FF2B5EF4-FFF2-40B4-BE49-F238E27FC236}">
                    <a16:creationId xmlns:a16="http://schemas.microsoft.com/office/drawing/2014/main" id="{4188F7E2-CF5E-468E-A831-3EF31F586C4E}"/>
                  </a:ext>
                </a:extLst>
              </p:cNvPr>
              <p:cNvSpPr/>
              <p:nvPr/>
            </p:nvSpPr>
            <p:spPr>
              <a:xfrm>
                <a:off x="7744597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65" name="pg370">
                <a:extLst>
                  <a:ext uri="{FF2B5EF4-FFF2-40B4-BE49-F238E27FC236}">
                    <a16:creationId xmlns:a16="http://schemas.microsoft.com/office/drawing/2014/main" id="{8DD49021-9E68-313A-410F-09130A73BB65}"/>
                  </a:ext>
                </a:extLst>
              </p:cNvPr>
              <p:cNvSpPr/>
              <p:nvPr/>
            </p:nvSpPr>
            <p:spPr>
              <a:xfrm>
                <a:off x="7775660" y="10682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66" name="pg371">
                <a:extLst>
                  <a:ext uri="{FF2B5EF4-FFF2-40B4-BE49-F238E27FC236}">
                    <a16:creationId xmlns:a16="http://schemas.microsoft.com/office/drawing/2014/main" id="{02C5339E-F867-0B45-CC0C-11A28AA5CAAD}"/>
                  </a:ext>
                </a:extLst>
              </p:cNvPr>
              <p:cNvSpPr/>
              <p:nvPr/>
            </p:nvSpPr>
            <p:spPr>
              <a:xfrm>
                <a:off x="7092276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67" name="pg372">
                <a:extLst>
                  <a:ext uri="{FF2B5EF4-FFF2-40B4-BE49-F238E27FC236}">
                    <a16:creationId xmlns:a16="http://schemas.microsoft.com/office/drawing/2014/main" id="{F6644DB4-D76D-CEC8-E65C-10E5D6752593}"/>
                  </a:ext>
                </a:extLst>
              </p:cNvPr>
              <p:cNvSpPr/>
              <p:nvPr/>
            </p:nvSpPr>
            <p:spPr>
              <a:xfrm>
                <a:off x="7123338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68" name="pg373">
                <a:extLst>
                  <a:ext uri="{FF2B5EF4-FFF2-40B4-BE49-F238E27FC236}">
                    <a16:creationId xmlns:a16="http://schemas.microsoft.com/office/drawing/2014/main" id="{13CF7987-3F57-0372-44DB-365CC8BD7BA4}"/>
                  </a:ext>
                </a:extLst>
              </p:cNvPr>
              <p:cNvSpPr/>
              <p:nvPr/>
            </p:nvSpPr>
            <p:spPr>
              <a:xfrm>
                <a:off x="7154402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69" name="pg374">
                <a:extLst>
                  <a:ext uri="{FF2B5EF4-FFF2-40B4-BE49-F238E27FC236}">
                    <a16:creationId xmlns:a16="http://schemas.microsoft.com/office/drawing/2014/main" id="{E866B4C2-C27F-3207-FEDA-AF70485B527E}"/>
                  </a:ext>
                </a:extLst>
              </p:cNvPr>
              <p:cNvSpPr/>
              <p:nvPr/>
            </p:nvSpPr>
            <p:spPr>
              <a:xfrm>
                <a:off x="7185465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70" name="pg375">
                <a:extLst>
                  <a:ext uri="{FF2B5EF4-FFF2-40B4-BE49-F238E27FC236}">
                    <a16:creationId xmlns:a16="http://schemas.microsoft.com/office/drawing/2014/main" id="{BC3DFD67-998A-21FE-5D92-65704446ED93}"/>
                  </a:ext>
                </a:extLst>
              </p:cNvPr>
              <p:cNvSpPr/>
              <p:nvPr/>
            </p:nvSpPr>
            <p:spPr>
              <a:xfrm>
                <a:off x="7216527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71" name="pg376">
                <a:extLst>
                  <a:ext uri="{FF2B5EF4-FFF2-40B4-BE49-F238E27FC236}">
                    <a16:creationId xmlns:a16="http://schemas.microsoft.com/office/drawing/2014/main" id="{028EDD21-5431-180C-5D50-2EAE9DCC94C9}"/>
                  </a:ext>
                </a:extLst>
              </p:cNvPr>
              <p:cNvSpPr/>
              <p:nvPr/>
            </p:nvSpPr>
            <p:spPr>
              <a:xfrm>
                <a:off x="7247590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72" name="pg377">
                <a:extLst>
                  <a:ext uri="{FF2B5EF4-FFF2-40B4-BE49-F238E27FC236}">
                    <a16:creationId xmlns:a16="http://schemas.microsoft.com/office/drawing/2014/main" id="{019E454F-7507-388D-B50A-54C0459A74F0}"/>
                  </a:ext>
                </a:extLst>
              </p:cNvPr>
              <p:cNvSpPr/>
              <p:nvPr/>
            </p:nvSpPr>
            <p:spPr>
              <a:xfrm>
                <a:off x="7278653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73" name="pg378">
                <a:extLst>
                  <a:ext uri="{FF2B5EF4-FFF2-40B4-BE49-F238E27FC236}">
                    <a16:creationId xmlns:a16="http://schemas.microsoft.com/office/drawing/2014/main" id="{07A51513-41FC-FEB5-B2A8-248428D3D0EE}"/>
                  </a:ext>
                </a:extLst>
              </p:cNvPr>
              <p:cNvSpPr/>
              <p:nvPr/>
            </p:nvSpPr>
            <p:spPr>
              <a:xfrm>
                <a:off x="7309716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74" name="pg379">
                <a:extLst>
                  <a:ext uri="{FF2B5EF4-FFF2-40B4-BE49-F238E27FC236}">
                    <a16:creationId xmlns:a16="http://schemas.microsoft.com/office/drawing/2014/main" id="{D37D6173-0CAF-4FDA-880E-5290E9A0AB3F}"/>
                  </a:ext>
                </a:extLst>
              </p:cNvPr>
              <p:cNvSpPr/>
              <p:nvPr/>
            </p:nvSpPr>
            <p:spPr>
              <a:xfrm>
                <a:off x="7340779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75" name="pg380">
                <a:extLst>
                  <a:ext uri="{FF2B5EF4-FFF2-40B4-BE49-F238E27FC236}">
                    <a16:creationId xmlns:a16="http://schemas.microsoft.com/office/drawing/2014/main" id="{268A0B65-58EC-6978-2ECF-00CF330C901A}"/>
                  </a:ext>
                </a:extLst>
              </p:cNvPr>
              <p:cNvSpPr/>
              <p:nvPr/>
            </p:nvSpPr>
            <p:spPr>
              <a:xfrm>
                <a:off x="7371842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76" name="pg381">
                <a:extLst>
                  <a:ext uri="{FF2B5EF4-FFF2-40B4-BE49-F238E27FC236}">
                    <a16:creationId xmlns:a16="http://schemas.microsoft.com/office/drawing/2014/main" id="{45659AC3-6874-389C-A7EF-1A06BB29E461}"/>
                  </a:ext>
                </a:extLst>
              </p:cNvPr>
              <p:cNvSpPr/>
              <p:nvPr/>
            </p:nvSpPr>
            <p:spPr>
              <a:xfrm>
                <a:off x="7402905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77" name="pg382">
                <a:extLst>
                  <a:ext uri="{FF2B5EF4-FFF2-40B4-BE49-F238E27FC236}">
                    <a16:creationId xmlns:a16="http://schemas.microsoft.com/office/drawing/2014/main" id="{2C976C23-6646-8EAC-E907-742F79E17393}"/>
                  </a:ext>
                </a:extLst>
              </p:cNvPr>
              <p:cNvSpPr/>
              <p:nvPr/>
            </p:nvSpPr>
            <p:spPr>
              <a:xfrm>
                <a:off x="7433968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78" name="pg383">
                <a:extLst>
                  <a:ext uri="{FF2B5EF4-FFF2-40B4-BE49-F238E27FC236}">
                    <a16:creationId xmlns:a16="http://schemas.microsoft.com/office/drawing/2014/main" id="{B18621A6-51D1-A0E0-02FC-76BD7FE2AD27}"/>
                  </a:ext>
                </a:extLst>
              </p:cNvPr>
              <p:cNvSpPr/>
              <p:nvPr/>
            </p:nvSpPr>
            <p:spPr>
              <a:xfrm>
                <a:off x="7465031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79" name="pg384">
                <a:extLst>
                  <a:ext uri="{FF2B5EF4-FFF2-40B4-BE49-F238E27FC236}">
                    <a16:creationId xmlns:a16="http://schemas.microsoft.com/office/drawing/2014/main" id="{B21B8EBD-E6DF-8B92-81F8-756E505673B1}"/>
                  </a:ext>
                </a:extLst>
              </p:cNvPr>
              <p:cNvSpPr/>
              <p:nvPr/>
            </p:nvSpPr>
            <p:spPr>
              <a:xfrm>
                <a:off x="7496094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80" name="pg385">
                <a:extLst>
                  <a:ext uri="{FF2B5EF4-FFF2-40B4-BE49-F238E27FC236}">
                    <a16:creationId xmlns:a16="http://schemas.microsoft.com/office/drawing/2014/main" id="{16BB6038-B64D-1988-2E14-338EC9810A68}"/>
                  </a:ext>
                </a:extLst>
              </p:cNvPr>
              <p:cNvSpPr/>
              <p:nvPr/>
            </p:nvSpPr>
            <p:spPr>
              <a:xfrm>
                <a:off x="7527156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81" name="pg386">
                <a:extLst>
                  <a:ext uri="{FF2B5EF4-FFF2-40B4-BE49-F238E27FC236}">
                    <a16:creationId xmlns:a16="http://schemas.microsoft.com/office/drawing/2014/main" id="{72AC8298-D33C-274F-A8DB-C996ADB947A8}"/>
                  </a:ext>
                </a:extLst>
              </p:cNvPr>
              <p:cNvSpPr/>
              <p:nvPr/>
            </p:nvSpPr>
            <p:spPr>
              <a:xfrm>
                <a:off x="7558219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82" name="pg387">
                <a:extLst>
                  <a:ext uri="{FF2B5EF4-FFF2-40B4-BE49-F238E27FC236}">
                    <a16:creationId xmlns:a16="http://schemas.microsoft.com/office/drawing/2014/main" id="{A96CE9B2-50E6-C865-65EC-43D464B11C16}"/>
                  </a:ext>
                </a:extLst>
              </p:cNvPr>
              <p:cNvSpPr/>
              <p:nvPr/>
            </p:nvSpPr>
            <p:spPr>
              <a:xfrm>
                <a:off x="7589283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83" name="pg388">
                <a:extLst>
                  <a:ext uri="{FF2B5EF4-FFF2-40B4-BE49-F238E27FC236}">
                    <a16:creationId xmlns:a16="http://schemas.microsoft.com/office/drawing/2014/main" id="{288DBED1-CC77-6269-7C3C-4078CD4CE63A}"/>
                  </a:ext>
                </a:extLst>
              </p:cNvPr>
              <p:cNvSpPr/>
              <p:nvPr/>
            </p:nvSpPr>
            <p:spPr>
              <a:xfrm>
                <a:off x="7620345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84" name="pg389">
                <a:extLst>
                  <a:ext uri="{FF2B5EF4-FFF2-40B4-BE49-F238E27FC236}">
                    <a16:creationId xmlns:a16="http://schemas.microsoft.com/office/drawing/2014/main" id="{480BF047-0C8A-F532-5201-16BA933C07EB}"/>
                  </a:ext>
                </a:extLst>
              </p:cNvPr>
              <p:cNvSpPr/>
              <p:nvPr/>
            </p:nvSpPr>
            <p:spPr>
              <a:xfrm>
                <a:off x="7651408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85" name="pg390">
                <a:extLst>
                  <a:ext uri="{FF2B5EF4-FFF2-40B4-BE49-F238E27FC236}">
                    <a16:creationId xmlns:a16="http://schemas.microsoft.com/office/drawing/2014/main" id="{C93DBA72-ED82-8500-8573-948CB40E0D09}"/>
                  </a:ext>
                </a:extLst>
              </p:cNvPr>
              <p:cNvSpPr/>
              <p:nvPr/>
            </p:nvSpPr>
            <p:spPr>
              <a:xfrm>
                <a:off x="7682471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86" name="pg391">
                <a:extLst>
                  <a:ext uri="{FF2B5EF4-FFF2-40B4-BE49-F238E27FC236}">
                    <a16:creationId xmlns:a16="http://schemas.microsoft.com/office/drawing/2014/main" id="{05F18050-9C5F-C476-BF00-200044B54FED}"/>
                  </a:ext>
                </a:extLst>
              </p:cNvPr>
              <p:cNvSpPr/>
              <p:nvPr/>
            </p:nvSpPr>
            <p:spPr>
              <a:xfrm>
                <a:off x="7713534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87" name="pg392">
                <a:extLst>
                  <a:ext uri="{FF2B5EF4-FFF2-40B4-BE49-F238E27FC236}">
                    <a16:creationId xmlns:a16="http://schemas.microsoft.com/office/drawing/2014/main" id="{37CF0ED0-E6C2-76DD-B14D-AF009223CBF1}"/>
                  </a:ext>
                </a:extLst>
              </p:cNvPr>
              <p:cNvSpPr/>
              <p:nvPr/>
            </p:nvSpPr>
            <p:spPr>
              <a:xfrm>
                <a:off x="7744597" y="11076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88" name="pg393">
                <a:extLst>
                  <a:ext uri="{FF2B5EF4-FFF2-40B4-BE49-F238E27FC236}">
                    <a16:creationId xmlns:a16="http://schemas.microsoft.com/office/drawing/2014/main" id="{ABB30A95-68D4-8EFC-A9FF-935B6AB961A4}"/>
                  </a:ext>
                </a:extLst>
              </p:cNvPr>
              <p:cNvSpPr/>
              <p:nvPr/>
            </p:nvSpPr>
            <p:spPr>
              <a:xfrm>
                <a:off x="7092276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89" name="pg394">
                <a:extLst>
                  <a:ext uri="{FF2B5EF4-FFF2-40B4-BE49-F238E27FC236}">
                    <a16:creationId xmlns:a16="http://schemas.microsoft.com/office/drawing/2014/main" id="{F3B0E151-700E-40B1-2296-9EE604BCFDE4}"/>
                  </a:ext>
                </a:extLst>
              </p:cNvPr>
              <p:cNvSpPr/>
              <p:nvPr/>
            </p:nvSpPr>
            <p:spPr>
              <a:xfrm>
                <a:off x="7123338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90" name="pg395">
                <a:extLst>
                  <a:ext uri="{FF2B5EF4-FFF2-40B4-BE49-F238E27FC236}">
                    <a16:creationId xmlns:a16="http://schemas.microsoft.com/office/drawing/2014/main" id="{67441673-C16D-368F-A890-F9616DE524D7}"/>
                  </a:ext>
                </a:extLst>
              </p:cNvPr>
              <p:cNvSpPr/>
              <p:nvPr/>
            </p:nvSpPr>
            <p:spPr>
              <a:xfrm>
                <a:off x="7154402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91" name="pg396">
                <a:extLst>
                  <a:ext uri="{FF2B5EF4-FFF2-40B4-BE49-F238E27FC236}">
                    <a16:creationId xmlns:a16="http://schemas.microsoft.com/office/drawing/2014/main" id="{00A68A28-D53A-F6AD-8F48-0468C3C27EF9}"/>
                  </a:ext>
                </a:extLst>
              </p:cNvPr>
              <p:cNvSpPr/>
              <p:nvPr/>
            </p:nvSpPr>
            <p:spPr>
              <a:xfrm>
                <a:off x="7185465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92" name="pg397">
                <a:extLst>
                  <a:ext uri="{FF2B5EF4-FFF2-40B4-BE49-F238E27FC236}">
                    <a16:creationId xmlns:a16="http://schemas.microsoft.com/office/drawing/2014/main" id="{27AD0AF2-73F7-B343-2884-268847384867}"/>
                  </a:ext>
                </a:extLst>
              </p:cNvPr>
              <p:cNvSpPr/>
              <p:nvPr/>
            </p:nvSpPr>
            <p:spPr>
              <a:xfrm>
                <a:off x="7216527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93" name="pg398">
                <a:extLst>
                  <a:ext uri="{FF2B5EF4-FFF2-40B4-BE49-F238E27FC236}">
                    <a16:creationId xmlns:a16="http://schemas.microsoft.com/office/drawing/2014/main" id="{54B494B6-3203-B5F9-DB81-0E2CC6D12408}"/>
                  </a:ext>
                </a:extLst>
              </p:cNvPr>
              <p:cNvSpPr/>
              <p:nvPr/>
            </p:nvSpPr>
            <p:spPr>
              <a:xfrm>
                <a:off x="7247590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94" name="pg399">
                <a:extLst>
                  <a:ext uri="{FF2B5EF4-FFF2-40B4-BE49-F238E27FC236}">
                    <a16:creationId xmlns:a16="http://schemas.microsoft.com/office/drawing/2014/main" id="{79E207E7-1256-15CE-D456-16A8C09C6349}"/>
                  </a:ext>
                </a:extLst>
              </p:cNvPr>
              <p:cNvSpPr/>
              <p:nvPr/>
            </p:nvSpPr>
            <p:spPr>
              <a:xfrm>
                <a:off x="7278653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95" name="pg400">
                <a:extLst>
                  <a:ext uri="{FF2B5EF4-FFF2-40B4-BE49-F238E27FC236}">
                    <a16:creationId xmlns:a16="http://schemas.microsoft.com/office/drawing/2014/main" id="{459E3287-2B94-01F4-7454-C5881B8E4BD9}"/>
                  </a:ext>
                </a:extLst>
              </p:cNvPr>
              <p:cNvSpPr/>
              <p:nvPr/>
            </p:nvSpPr>
            <p:spPr>
              <a:xfrm>
                <a:off x="7309716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96" name="pg401">
                <a:extLst>
                  <a:ext uri="{FF2B5EF4-FFF2-40B4-BE49-F238E27FC236}">
                    <a16:creationId xmlns:a16="http://schemas.microsoft.com/office/drawing/2014/main" id="{E7773C45-DACA-F26E-B0F9-69BBC47ADF8C}"/>
                  </a:ext>
                </a:extLst>
              </p:cNvPr>
              <p:cNvSpPr/>
              <p:nvPr/>
            </p:nvSpPr>
            <p:spPr>
              <a:xfrm>
                <a:off x="7340779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97" name="pg402">
                <a:extLst>
                  <a:ext uri="{FF2B5EF4-FFF2-40B4-BE49-F238E27FC236}">
                    <a16:creationId xmlns:a16="http://schemas.microsoft.com/office/drawing/2014/main" id="{75139FEA-C0C4-2376-3846-9AFA162FFCB0}"/>
                  </a:ext>
                </a:extLst>
              </p:cNvPr>
              <p:cNvSpPr/>
              <p:nvPr/>
            </p:nvSpPr>
            <p:spPr>
              <a:xfrm>
                <a:off x="7371842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98" name="pg403">
                <a:extLst>
                  <a:ext uri="{FF2B5EF4-FFF2-40B4-BE49-F238E27FC236}">
                    <a16:creationId xmlns:a16="http://schemas.microsoft.com/office/drawing/2014/main" id="{BB5573DE-4EF9-243C-4A14-A8111B9BFE5D}"/>
                  </a:ext>
                </a:extLst>
              </p:cNvPr>
              <p:cNvSpPr/>
              <p:nvPr/>
            </p:nvSpPr>
            <p:spPr>
              <a:xfrm>
                <a:off x="7402905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799" name="pg404">
                <a:extLst>
                  <a:ext uri="{FF2B5EF4-FFF2-40B4-BE49-F238E27FC236}">
                    <a16:creationId xmlns:a16="http://schemas.microsoft.com/office/drawing/2014/main" id="{ECD80F05-EA52-1B30-9028-341C47472E9D}"/>
                  </a:ext>
                </a:extLst>
              </p:cNvPr>
              <p:cNvSpPr/>
              <p:nvPr/>
            </p:nvSpPr>
            <p:spPr>
              <a:xfrm>
                <a:off x="7433968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00" name="pg405">
                <a:extLst>
                  <a:ext uri="{FF2B5EF4-FFF2-40B4-BE49-F238E27FC236}">
                    <a16:creationId xmlns:a16="http://schemas.microsoft.com/office/drawing/2014/main" id="{F110BBD0-56CC-6BAE-70C2-08F944725D12}"/>
                  </a:ext>
                </a:extLst>
              </p:cNvPr>
              <p:cNvSpPr/>
              <p:nvPr/>
            </p:nvSpPr>
            <p:spPr>
              <a:xfrm>
                <a:off x="7465031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01" name="pg406">
                <a:extLst>
                  <a:ext uri="{FF2B5EF4-FFF2-40B4-BE49-F238E27FC236}">
                    <a16:creationId xmlns:a16="http://schemas.microsoft.com/office/drawing/2014/main" id="{F10833B8-0B60-DB8E-91BD-E8F584503959}"/>
                  </a:ext>
                </a:extLst>
              </p:cNvPr>
              <p:cNvSpPr/>
              <p:nvPr/>
            </p:nvSpPr>
            <p:spPr>
              <a:xfrm>
                <a:off x="7496094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02" name="pg407">
                <a:extLst>
                  <a:ext uri="{FF2B5EF4-FFF2-40B4-BE49-F238E27FC236}">
                    <a16:creationId xmlns:a16="http://schemas.microsoft.com/office/drawing/2014/main" id="{9036487C-5294-2BF5-97D2-515B1A912D11}"/>
                  </a:ext>
                </a:extLst>
              </p:cNvPr>
              <p:cNvSpPr/>
              <p:nvPr/>
            </p:nvSpPr>
            <p:spPr>
              <a:xfrm>
                <a:off x="7527156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03" name="pg408">
                <a:extLst>
                  <a:ext uri="{FF2B5EF4-FFF2-40B4-BE49-F238E27FC236}">
                    <a16:creationId xmlns:a16="http://schemas.microsoft.com/office/drawing/2014/main" id="{C7E3D95F-F19F-5164-2892-4BD6468B2337}"/>
                  </a:ext>
                </a:extLst>
              </p:cNvPr>
              <p:cNvSpPr/>
              <p:nvPr/>
            </p:nvSpPr>
            <p:spPr>
              <a:xfrm>
                <a:off x="7558219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04" name="pg409">
                <a:extLst>
                  <a:ext uri="{FF2B5EF4-FFF2-40B4-BE49-F238E27FC236}">
                    <a16:creationId xmlns:a16="http://schemas.microsoft.com/office/drawing/2014/main" id="{0833580B-79EE-4CF0-CC20-98DDA0C206A2}"/>
                  </a:ext>
                </a:extLst>
              </p:cNvPr>
              <p:cNvSpPr/>
              <p:nvPr/>
            </p:nvSpPr>
            <p:spPr>
              <a:xfrm>
                <a:off x="7589283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05" name="pg410">
                <a:extLst>
                  <a:ext uri="{FF2B5EF4-FFF2-40B4-BE49-F238E27FC236}">
                    <a16:creationId xmlns:a16="http://schemas.microsoft.com/office/drawing/2014/main" id="{217FA66F-091A-477D-E32D-B52F6748DCA6}"/>
                  </a:ext>
                </a:extLst>
              </p:cNvPr>
              <p:cNvSpPr/>
              <p:nvPr/>
            </p:nvSpPr>
            <p:spPr>
              <a:xfrm>
                <a:off x="7620345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06" name="pg411">
                <a:extLst>
                  <a:ext uri="{FF2B5EF4-FFF2-40B4-BE49-F238E27FC236}">
                    <a16:creationId xmlns:a16="http://schemas.microsoft.com/office/drawing/2014/main" id="{92BCB830-EE90-AE64-8ACD-D8F4A50F5A6F}"/>
                  </a:ext>
                </a:extLst>
              </p:cNvPr>
              <p:cNvSpPr/>
              <p:nvPr/>
            </p:nvSpPr>
            <p:spPr>
              <a:xfrm>
                <a:off x="7651408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07" name="pg412">
                <a:extLst>
                  <a:ext uri="{FF2B5EF4-FFF2-40B4-BE49-F238E27FC236}">
                    <a16:creationId xmlns:a16="http://schemas.microsoft.com/office/drawing/2014/main" id="{EF833893-8C8C-6001-2D4D-47E380126059}"/>
                  </a:ext>
                </a:extLst>
              </p:cNvPr>
              <p:cNvSpPr/>
              <p:nvPr/>
            </p:nvSpPr>
            <p:spPr>
              <a:xfrm>
                <a:off x="7682471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08" name="pg413">
                <a:extLst>
                  <a:ext uri="{FF2B5EF4-FFF2-40B4-BE49-F238E27FC236}">
                    <a16:creationId xmlns:a16="http://schemas.microsoft.com/office/drawing/2014/main" id="{A0C01FEE-E73D-FDA1-112A-479210A8D841}"/>
                  </a:ext>
                </a:extLst>
              </p:cNvPr>
              <p:cNvSpPr/>
              <p:nvPr/>
            </p:nvSpPr>
            <p:spPr>
              <a:xfrm>
                <a:off x="7713534" y="11471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09" name="pg414">
                <a:extLst>
                  <a:ext uri="{FF2B5EF4-FFF2-40B4-BE49-F238E27FC236}">
                    <a16:creationId xmlns:a16="http://schemas.microsoft.com/office/drawing/2014/main" id="{7B1739A2-5CE5-DFD2-3D6C-25520BECAE13}"/>
                  </a:ext>
                </a:extLst>
              </p:cNvPr>
              <p:cNvSpPr/>
              <p:nvPr/>
            </p:nvSpPr>
            <p:spPr>
              <a:xfrm>
                <a:off x="7154402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10" name="pg415">
                <a:extLst>
                  <a:ext uri="{FF2B5EF4-FFF2-40B4-BE49-F238E27FC236}">
                    <a16:creationId xmlns:a16="http://schemas.microsoft.com/office/drawing/2014/main" id="{B780DD44-1F47-0671-D254-0ECF23F0D61F}"/>
                  </a:ext>
                </a:extLst>
              </p:cNvPr>
              <p:cNvSpPr/>
              <p:nvPr/>
            </p:nvSpPr>
            <p:spPr>
              <a:xfrm>
                <a:off x="7185465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11" name="pg416">
                <a:extLst>
                  <a:ext uri="{FF2B5EF4-FFF2-40B4-BE49-F238E27FC236}">
                    <a16:creationId xmlns:a16="http://schemas.microsoft.com/office/drawing/2014/main" id="{5A94506C-C5D8-853D-71FB-1C9B2C7A1841}"/>
                  </a:ext>
                </a:extLst>
              </p:cNvPr>
              <p:cNvSpPr/>
              <p:nvPr/>
            </p:nvSpPr>
            <p:spPr>
              <a:xfrm>
                <a:off x="7216527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12" name="pg417">
                <a:extLst>
                  <a:ext uri="{FF2B5EF4-FFF2-40B4-BE49-F238E27FC236}">
                    <a16:creationId xmlns:a16="http://schemas.microsoft.com/office/drawing/2014/main" id="{BEFC09C5-9D56-703F-7B88-B6B578DB706B}"/>
                  </a:ext>
                </a:extLst>
              </p:cNvPr>
              <p:cNvSpPr/>
              <p:nvPr/>
            </p:nvSpPr>
            <p:spPr>
              <a:xfrm>
                <a:off x="7247590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13" name="pg418">
                <a:extLst>
                  <a:ext uri="{FF2B5EF4-FFF2-40B4-BE49-F238E27FC236}">
                    <a16:creationId xmlns:a16="http://schemas.microsoft.com/office/drawing/2014/main" id="{820E1F91-9030-9220-AAB2-5339F833110D}"/>
                  </a:ext>
                </a:extLst>
              </p:cNvPr>
              <p:cNvSpPr/>
              <p:nvPr/>
            </p:nvSpPr>
            <p:spPr>
              <a:xfrm>
                <a:off x="7278653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14" name="pg419">
                <a:extLst>
                  <a:ext uri="{FF2B5EF4-FFF2-40B4-BE49-F238E27FC236}">
                    <a16:creationId xmlns:a16="http://schemas.microsoft.com/office/drawing/2014/main" id="{4E05D6D8-1E1D-915D-EDE6-94BAC8358987}"/>
                  </a:ext>
                </a:extLst>
              </p:cNvPr>
              <p:cNvSpPr/>
              <p:nvPr/>
            </p:nvSpPr>
            <p:spPr>
              <a:xfrm>
                <a:off x="7309716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15" name="pg420">
                <a:extLst>
                  <a:ext uri="{FF2B5EF4-FFF2-40B4-BE49-F238E27FC236}">
                    <a16:creationId xmlns:a16="http://schemas.microsoft.com/office/drawing/2014/main" id="{39D10032-F9CA-457D-85F3-20A18DF1AB51}"/>
                  </a:ext>
                </a:extLst>
              </p:cNvPr>
              <p:cNvSpPr/>
              <p:nvPr/>
            </p:nvSpPr>
            <p:spPr>
              <a:xfrm>
                <a:off x="7340779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16" name="pg421">
                <a:extLst>
                  <a:ext uri="{FF2B5EF4-FFF2-40B4-BE49-F238E27FC236}">
                    <a16:creationId xmlns:a16="http://schemas.microsoft.com/office/drawing/2014/main" id="{487AEE45-009B-87BD-1EF1-4683285D629C}"/>
                  </a:ext>
                </a:extLst>
              </p:cNvPr>
              <p:cNvSpPr/>
              <p:nvPr/>
            </p:nvSpPr>
            <p:spPr>
              <a:xfrm>
                <a:off x="7371842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17" name="pg422">
                <a:extLst>
                  <a:ext uri="{FF2B5EF4-FFF2-40B4-BE49-F238E27FC236}">
                    <a16:creationId xmlns:a16="http://schemas.microsoft.com/office/drawing/2014/main" id="{4F1188A5-04B6-AFF9-E1D1-D15755C4DB4D}"/>
                  </a:ext>
                </a:extLst>
              </p:cNvPr>
              <p:cNvSpPr/>
              <p:nvPr/>
            </p:nvSpPr>
            <p:spPr>
              <a:xfrm>
                <a:off x="7402905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18" name="pg423">
                <a:extLst>
                  <a:ext uri="{FF2B5EF4-FFF2-40B4-BE49-F238E27FC236}">
                    <a16:creationId xmlns:a16="http://schemas.microsoft.com/office/drawing/2014/main" id="{F7415200-3FB8-2260-C006-2945481ADA93}"/>
                  </a:ext>
                </a:extLst>
              </p:cNvPr>
              <p:cNvSpPr/>
              <p:nvPr/>
            </p:nvSpPr>
            <p:spPr>
              <a:xfrm>
                <a:off x="7433968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19" name="pg424">
                <a:extLst>
                  <a:ext uri="{FF2B5EF4-FFF2-40B4-BE49-F238E27FC236}">
                    <a16:creationId xmlns:a16="http://schemas.microsoft.com/office/drawing/2014/main" id="{4B6C4629-721C-4DA6-771E-206CAC190899}"/>
                  </a:ext>
                </a:extLst>
              </p:cNvPr>
              <p:cNvSpPr/>
              <p:nvPr/>
            </p:nvSpPr>
            <p:spPr>
              <a:xfrm>
                <a:off x="7465031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20" name="pg425">
                <a:extLst>
                  <a:ext uri="{FF2B5EF4-FFF2-40B4-BE49-F238E27FC236}">
                    <a16:creationId xmlns:a16="http://schemas.microsoft.com/office/drawing/2014/main" id="{D8F0AE98-CCCC-140D-ABAD-C40BC04BF565}"/>
                  </a:ext>
                </a:extLst>
              </p:cNvPr>
              <p:cNvSpPr/>
              <p:nvPr/>
            </p:nvSpPr>
            <p:spPr>
              <a:xfrm>
                <a:off x="7496094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21" name="pg426">
                <a:extLst>
                  <a:ext uri="{FF2B5EF4-FFF2-40B4-BE49-F238E27FC236}">
                    <a16:creationId xmlns:a16="http://schemas.microsoft.com/office/drawing/2014/main" id="{BE976C17-9AD7-AB9F-CD7B-9BDE2A95F4C0}"/>
                  </a:ext>
                </a:extLst>
              </p:cNvPr>
              <p:cNvSpPr/>
              <p:nvPr/>
            </p:nvSpPr>
            <p:spPr>
              <a:xfrm>
                <a:off x="7527156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22" name="pg427">
                <a:extLst>
                  <a:ext uri="{FF2B5EF4-FFF2-40B4-BE49-F238E27FC236}">
                    <a16:creationId xmlns:a16="http://schemas.microsoft.com/office/drawing/2014/main" id="{E7D6FEE2-AACE-79E7-9919-EFCA7E5E9CCD}"/>
                  </a:ext>
                </a:extLst>
              </p:cNvPr>
              <p:cNvSpPr/>
              <p:nvPr/>
            </p:nvSpPr>
            <p:spPr>
              <a:xfrm>
                <a:off x="7558219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23" name="pg428">
                <a:extLst>
                  <a:ext uri="{FF2B5EF4-FFF2-40B4-BE49-F238E27FC236}">
                    <a16:creationId xmlns:a16="http://schemas.microsoft.com/office/drawing/2014/main" id="{B0E3B969-B732-65EA-2DAD-5BA9D5557E6E}"/>
                  </a:ext>
                </a:extLst>
              </p:cNvPr>
              <p:cNvSpPr/>
              <p:nvPr/>
            </p:nvSpPr>
            <p:spPr>
              <a:xfrm>
                <a:off x="7589283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24" name="pg429">
                <a:extLst>
                  <a:ext uri="{FF2B5EF4-FFF2-40B4-BE49-F238E27FC236}">
                    <a16:creationId xmlns:a16="http://schemas.microsoft.com/office/drawing/2014/main" id="{BB6F1250-767A-3AF1-659E-3677C75F130B}"/>
                  </a:ext>
                </a:extLst>
              </p:cNvPr>
              <p:cNvSpPr/>
              <p:nvPr/>
            </p:nvSpPr>
            <p:spPr>
              <a:xfrm>
                <a:off x="7620345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25" name="pg430">
                <a:extLst>
                  <a:ext uri="{FF2B5EF4-FFF2-40B4-BE49-F238E27FC236}">
                    <a16:creationId xmlns:a16="http://schemas.microsoft.com/office/drawing/2014/main" id="{11A18737-557E-856B-7124-AEA5B0CC3C7A}"/>
                  </a:ext>
                </a:extLst>
              </p:cNvPr>
              <p:cNvSpPr/>
              <p:nvPr/>
            </p:nvSpPr>
            <p:spPr>
              <a:xfrm>
                <a:off x="7651408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26" name="pg431">
                <a:extLst>
                  <a:ext uri="{FF2B5EF4-FFF2-40B4-BE49-F238E27FC236}">
                    <a16:creationId xmlns:a16="http://schemas.microsoft.com/office/drawing/2014/main" id="{4558C80D-5197-C04C-9A6A-F46A3688E471}"/>
                  </a:ext>
                </a:extLst>
              </p:cNvPr>
              <p:cNvSpPr/>
              <p:nvPr/>
            </p:nvSpPr>
            <p:spPr>
              <a:xfrm>
                <a:off x="7682471" y="1186512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27" name="pg432">
                <a:extLst>
                  <a:ext uri="{FF2B5EF4-FFF2-40B4-BE49-F238E27FC236}">
                    <a16:creationId xmlns:a16="http://schemas.microsoft.com/office/drawing/2014/main" id="{A29F0336-77D8-F4EB-A099-CF68B21BE780}"/>
                  </a:ext>
                </a:extLst>
              </p:cNvPr>
              <p:cNvSpPr/>
              <p:nvPr/>
            </p:nvSpPr>
            <p:spPr>
              <a:xfrm>
                <a:off x="7185465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28" name="pg433">
                <a:extLst>
                  <a:ext uri="{FF2B5EF4-FFF2-40B4-BE49-F238E27FC236}">
                    <a16:creationId xmlns:a16="http://schemas.microsoft.com/office/drawing/2014/main" id="{2438994C-3108-88E5-014D-F009DC2DF426}"/>
                  </a:ext>
                </a:extLst>
              </p:cNvPr>
              <p:cNvSpPr/>
              <p:nvPr/>
            </p:nvSpPr>
            <p:spPr>
              <a:xfrm>
                <a:off x="7216527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29" name="pg434">
                <a:extLst>
                  <a:ext uri="{FF2B5EF4-FFF2-40B4-BE49-F238E27FC236}">
                    <a16:creationId xmlns:a16="http://schemas.microsoft.com/office/drawing/2014/main" id="{27B04F30-C1E1-2135-CF3F-9B51681E6ED2}"/>
                  </a:ext>
                </a:extLst>
              </p:cNvPr>
              <p:cNvSpPr/>
              <p:nvPr/>
            </p:nvSpPr>
            <p:spPr>
              <a:xfrm>
                <a:off x="7247590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30" name="pg435">
                <a:extLst>
                  <a:ext uri="{FF2B5EF4-FFF2-40B4-BE49-F238E27FC236}">
                    <a16:creationId xmlns:a16="http://schemas.microsoft.com/office/drawing/2014/main" id="{35FC3604-D5B8-CCF5-3496-6BE7A7D78A55}"/>
                  </a:ext>
                </a:extLst>
              </p:cNvPr>
              <p:cNvSpPr/>
              <p:nvPr/>
            </p:nvSpPr>
            <p:spPr>
              <a:xfrm>
                <a:off x="7278653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31" name="pg436">
                <a:extLst>
                  <a:ext uri="{FF2B5EF4-FFF2-40B4-BE49-F238E27FC236}">
                    <a16:creationId xmlns:a16="http://schemas.microsoft.com/office/drawing/2014/main" id="{4137C087-6F5A-F7B1-5432-0E01CC6B65BB}"/>
                  </a:ext>
                </a:extLst>
              </p:cNvPr>
              <p:cNvSpPr/>
              <p:nvPr/>
            </p:nvSpPr>
            <p:spPr>
              <a:xfrm>
                <a:off x="7309716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32" name="pg437">
                <a:extLst>
                  <a:ext uri="{FF2B5EF4-FFF2-40B4-BE49-F238E27FC236}">
                    <a16:creationId xmlns:a16="http://schemas.microsoft.com/office/drawing/2014/main" id="{36CAF9D2-B235-788A-1F76-62455E6CE314}"/>
                  </a:ext>
                </a:extLst>
              </p:cNvPr>
              <p:cNvSpPr/>
              <p:nvPr/>
            </p:nvSpPr>
            <p:spPr>
              <a:xfrm>
                <a:off x="7340779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33" name="pg438">
                <a:extLst>
                  <a:ext uri="{FF2B5EF4-FFF2-40B4-BE49-F238E27FC236}">
                    <a16:creationId xmlns:a16="http://schemas.microsoft.com/office/drawing/2014/main" id="{53FB1EC1-0AE7-8E7E-78B9-1C398707E859}"/>
                  </a:ext>
                </a:extLst>
              </p:cNvPr>
              <p:cNvSpPr/>
              <p:nvPr/>
            </p:nvSpPr>
            <p:spPr>
              <a:xfrm>
                <a:off x="7371842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34" name="pg439">
                <a:extLst>
                  <a:ext uri="{FF2B5EF4-FFF2-40B4-BE49-F238E27FC236}">
                    <a16:creationId xmlns:a16="http://schemas.microsoft.com/office/drawing/2014/main" id="{1AB153DD-2B1C-5515-B0A3-C8890684B079}"/>
                  </a:ext>
                </a:extLst>
              </p:cNvPr>
              <p:cNvSpPr/>
              <p:nvPr/>
            </p:nvSpPr>
            <p:spPr>
              <a:xfrm>
                <a:off x="7402905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35" name="pg440">
                <a:extLst>
                  <a:ext uri="{FF2B5EF4-FFF2-40B4-BE49-F238E27FC236}">
                    <a16:creationId xmlns:a16="http://schemas.microsoft.com/office/drawing/2014/main" id="{6EB81613-94A2-096E-E66E-D5426EA7B07F}"/>
                  </a:ext>
                </a:extLst>
              </p:cNvPr>
              <p:cNvSpPr/>
              <p:nvPr/>
            </p:nvSpPr>
            <p:spPr>
              <a:xfrm>
                <a:off x="7433968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36" name="pg441">
                <a:extLst>
                  <a:ext uri="{FF2B5EF4-FFF2-40B4-BE49-F238E27FC236}">
                    <a16:creationId xmlns:a16="http://schemas.microsoft.com/office/drawing/2014/main" id="{62DB9BD2-C847-FFED-5111-47F5665F096D}"/>
                  </a:ext>
                </a:extLst>
              </p:cNvPr>
              <p:cNvSpPr/>
              <p:nvPr/>
            </p:nvSpPr>
            <p:spPr>
              <a:xfrm>
                <a:off x="7465031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37" name="pg442">
                <a:extLst>
                  <a:ext uri="{FF2B5EF4-FFF2-40B4-BE49-F238E27FC236}">
                    <a16:creationId xmlns:a16="http://schemas.microsoft.com/office/drawing/2014/main" id="{65FF8757-4FFA-DE43-892E-BA6620338D72}"/>
                  </a:ext>
                </a:extLst>
              </p:cNvPr>
              <p:cNvSpPr/>
              <p:nvPr/>
            </p:nvSpPr>
            <p:spPr>
              <a:xfrm>
                <a:off x="7496094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38" name="pg443">
                <a:extLst>
                  <a:ext uri="{FF2B5EF4-FFF2-40B4-BE49-F238E27FC236}">
                    <a16:creationId xmlns:a16="http://schemas.microsoft.com/office/drawing/2014/main" id="{5110F8BE-0ACD-6B27-1DA1-DFF4B56BC905}"/>
                  </a:ext>
                </a:extLst>
              </p:cNvPr>
              <p:cNvSpPr/>
              <p:nvPr/>
            </p:nvSpPr>
            <p:spPr>
              <a:xfrm>
                <a:off x="7527156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39" name="pg444">
                <a:extLst>
                  <a:ext uri="{FF2B5EF4-FFF2-40B4-BE49-F238E27FC236}">
                    <a16:creationId xmlns:a16="http://schemas.microsoft.com/office/drawing/2014/main" id="{A0587737-2929-8834-2EA4-D2F677A9FD3D}"/>
                  </a:ext>
                </a:extLst>
              </p:cNvPr>
              <p:cNvSpPr/>
              <p:nvPr/>
            </p:nvSpPr>
            <p:spPr>
              <a:xfrm>
                <a:off x="7558219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40" name="pg445">
                <a:extLst>
                  <a:ext uri="{FF2B5EF4-FFF2-40B4-BE49-F238E27FC236}">
                    <a16:creationId xmlns:a16="http://schemas.microsoft.com/office/drawing/2014/main" id="{9F501049-D4A2-F463-ECD6-7D6B8AB8ED65}"/>
                  </a:ext>
                </a:extLst>
              </p:cNvPr>
              <p:cNvSpPr/>
              <p:nvPr/>
            </p:nvSpPr>
            <p:spPr>
              <a:xfrm>
                <a:off x="7589283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41" name="pg446">
                <a:extLst>
                  <a:ext uri="{FF2B5EF4-FFF2-40B4-BE49-F238E27FC236}">
                    <a16:creationId xmlns:a16="http://schemas.microsoft.com/office/drawing/2014/main" id="{C507DAC4-7945-5FEC-D0C4-5DC4AED7A7C3}"/>
                  </a:ext>
                </a:extLst>
              </p:cNvPr>
              <p:cNvSpPr/>
              <p:nvPr/>
            </p:nvSpPr>
            <p:spPr>
              <a:xfrm>
                <a:off x="7620345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42" name="pg447">
                <a:extLst>
                  <a:ext uri="{FF2B5EF4-FFF2-40B4-BE49-F238E27FC236}">
                    <a16:creationId xmlns:a16="http://schemas.microsoft.com/office/drawing/2014/main" id="{6EB5A1A2-2325-6B71-2A57-B50D306FCBCF}"/>
                  </a:ext>
                </a:extLst>
              </p:cNvPr>
              <p:cNvSpPr/>
              <p:nvPr/>
            </p:nvSpPr>
            <p:spPr>
              <a:xfrm>
                <a:off x="7651408" y="1225920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43" name="pg448">
                <a:extLst>
                  <a:ext uri="{FF2B5EF4-FFF2-40B4-BE49-F238E27FC236}">
                    <a16:creationId xmlns:a16="http://schemas.microsoft.com/office/drawing/2014/main" id="{0C3D66C0-0918-3843-5107-76E11FBD268E}"/>
                  </a:ext>
                </a:extLst>
              </p:cNvPr>
              <p:cNvSpPr/>
              <p:nvPr/>
            </p:nvSpPr>
            <p:spPr>
              <a:xfrm>
                <a:off x="7216527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2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44" name="pg449">
                <a:extLst>
                  <a:ext uri="{FF2B5EF4-FFF2-40B4-BE49-F238E27FC236}">
                    <a16:creationId xmlns:a16="http://schemas.microsoft.com/office/drawing/2014/main" id="{3EFE237C-8A3A-D676-F594-FD984B6D80F6}"/>
                  </a:ext>
                </a:extLst>
              </p:cNvPr>
              <p:cNvSpPr/>
              <p:nvPr/>
            </p:nvSpPr>
            <p:spPr>
              <a:xfrm>
                <a:off x="7247590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5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45" name="pg450">
                <a:extLst>
                  <a:ext uri="{FF2B5EF4-FFF2-40B4-BE49-F238E27FC236}">
                    <a16:creationId xmlns:a16="http://schemas.microsoft.com/office/drawing/2014/main" id="{F51103CD-161B-424C-574A-2CEB34C95B4B}"/>
                  </a:ext>
                </a:extLst>
              </p:cNvPr>
              <p:cNvSpPr/>
              <p:nvPr/>
            </p:nvSpPr>
            <p:spPr>
              <a:xfrm>
                <a:off x="7278653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EEAD5">
                  <a:alpha val="100000"/>
                </a:srgbClr>
              </a:solidFill>
              <a:ln w="5420" cap="flat">
                <a:solidFill>
                  <a:srgbClr val="B3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46" name="pg451">
                <a:extLst>
                  <a:ext uri="{FF2B5EF4-FFF2-40B4-BE49-F238E27FC236}">
                    <a16:creationId xmlns:a16="http://schemas.microsoft.com/office/drawing/2014/main" id="{77F79147-CCF1-FFBA-91F2-B9802C1AAD26}"/>
                  </a:ext>
                </a:extLst>
              </p:cNvPr>
              <p:cNvSpPr/>
              <p:nvPr/>
            </p:nvSpPr>
            <p:spPr>
              <a:xfrm>
                <a:off x="7309716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5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47" name="pg452">
                <a:extLst>
                  <a:ext uri="{FF2B5EF4-FFF2-40B4-BE49-F238E27FC236}">
                    <a16:creationId xmlns:a16="http://schemas.microsoft.com/office/drawing/2014/main" id="{8D0B52FA-88B7-5C7E-E961-C14E919A3805}"/>
                  </a:ext>
                </a:extLst>
              </p:cNvPr>
              <p:cNvSpPr/>
              <p:nvPr/>
            </p:nvSpPr>
            <p:spPr>
              <a:xfrm>
                <a:off x="7340779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BEAD4">
                  <a:alpha val="100000"/>
                </a:srgbClr>
              </a:solidFill>
              <a:ln w="5420" cap="flat">
                <a:solidFill>
                  <a:srgbClr val="AF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48" name="pg453">
                <a:extLst>
                  <a:ext uri="{FF2B5EF4-FFF2-40B4-BE49-F238E27FC236}">
                    <a16:creationId xmlns:a16="http://schemas.microsoft.com/office/drawing/2014/main" id="{A9DCD552-A816-C904-8BB5-F2D1A0FA8DF1}"/>
                  </a:ext>
                </a:extLst>
              </p:cNvPr>
              <p:cNvSpPr/>
              <p:nvPr/>
            </p:nvSpPr>
            <p:spPr>
              <a:xfrm>
                <a:off x="7371842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49" name="pg454">
                <a:extLst>
                  <a:ext uri="{FF2B5EF4-FFF2-40B4-BE49-F238E27FC236}">
                    <a16:creationId xmlns:a16="http://schemas.microsoft.com/office/drawing/2014/main" id="{89444757-72C5-E12A-9F44-4DFB10A57C56}"/>
                  </a:ext>
                </a:extLst>
              </p:cNvPr>
              <p:cNvSpPr/>
              <p:nvPr/>
            </p:nvSpPr>
            <p:spPr>
              <a:xfrm>
                <a:off x="7402905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50" name="pg455">
                <a:extLst>
                  <a:ext uri="{FF2B5EF4-FFF2-40B4-BE49-F238E27FC236}">
                    <a16:creationId xmlns:a16="http://schemas.microsoft.com/office/drawing/2014/main" id="{99452ABA-4429-7FB1-8591-C564DA9DFCF5}"/>
                  </a:ext>
                </a:extLst>
              </p:cNvPr>
              <p:cNvSpPr/>
              <p:nvPr/>
            </p:nvSpPr>
            <p:spPr>
              <a:xfrm>
                <a:off x="7433968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51" name="pg456">
                <a:extLst>
                  <a:ext uri="{FF2B5EF4-FFF2-40B4-BE49-F238E27FC236}">
                    <a16:creationId xmlns:a16="http://schemas.microsoft.com/office/drawing/2014/main" id="{D864F349-9206-956C-23D0-F9DEB07D30C7}"/>
                  </a:ext>
                </a:extLst>
              </p:cNvPr>
              <p:cNvSpPr/>
              <p:nvPr/>
            </p:nvSpPr>
            <p:spPr>
              <a:xfrm>
                <a:off x="7465031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52" name="pg457">
                <a:extLst>
                  <a:ext uri="{FF2B5EF4-FFF2-40B4-BE49-F238E27FC236}">
                    <a16:creationId xmlns:a16="http://schemas.microsoft.com/office/drawing/2014/main" id="{2C8F4F58-2FEB-8E15-9C00-8EFAAA2B3870}"/>
                  </a:ext>
                </a:extLst>
              </p:cNvPr>
              <p:cNvSpPr/>
              <p:nvPr/>
            </p:nvSpPr>
            <p:spPr>
              <a:xfrm>
                <a:off x="7496094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53" name="pg458">
                <a:extLst>
                  <a:ext uri="{FF2B5EF4-FFF2-40B4-BE49-F238E27FC236}">
                    <a16:creationId xmlns:a16="http://schemas.microsoft.com/office/drawing/2014/main" id="{50B1AED3-8CED-5302-3981-AB5F9F3527F0}"/>
                  </a:ext>
                </a:extLst>
              </p:cNvPr>
              <p:cNvSpPr/>
              <p:nvPr/>
            </p:nvSpPr>
            <p:spPr>
              <a:xfrm>
                <a:off x="7527156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54" name="pg459">
                <a:extLst>
                  <a:ext uri="{FF2B5EF4-FFF2-40B4-BE49-F238E27FC236}">
                    <a16:creationId xmlns:a16="http://schemas.microsoft.com/office/drawing/2014/main" id="{2ACA3AEE-FA6C-5E39-1A5D-E13F01040567}"/>
                  </a:ext>
                </a:extLst>
              </p:cNvPr>
              <p:cNvSpPr/>
              <p:nvPr/>
            </p:nvSpPr>
            <p:spPr>
              <a:xfrm>
                <a:off x="7558219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55" name="pg460">
                <a:extLst>
                  <a:ext uri="{FF2B5EF4-FFF2-40B4-BE49-F238E27FC236}">
                    <a16:creationId xmlns:a16="http://schemas.microsoft.com/office/drawing/2014/main" id="{EAD4B218-3B06-95C1-8214-8CC2D779A535}"/>
                  </a:ext>
                </a:extLst>
              </p:cNvPr>
              <p:cNvSpPr/>
              <p:nvPr/>
            </p:nvSpPr>
            <p:spPr>
              <a:xfrm>
                <a:off x="7589283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56" name="pg461">
                <a:extLst>
                  <a:ext uri="{FF2B5EF4-FFF2-40B4-BE49-F238E27FC236}">
                    <a16:creationId xmlns:a16="http://schemas.microsoft.com/office/drawing/2014/main" id="{42CDD924-E30E-7322-C9A1-48101DEA7B30}"/>
                  </a:ext>
                </a:extLst>
              </p:cNvPr>
              <p:cNvSpPr/>
              <p:nvPr/>
            </p:nvSpPr>
            <p:spPr>
              <a:xfrm>
                <a:off x="7620345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57" name="pg462">
                <a:extLst>
                  <a:ext uri="{FF2B5EF4-FFF2-40B4-BE49-F238E27FC236}">
                    <a16:creationId xmlns:a16="http://schemas.microsoft.com/office/drawing/2014/main" id="{136FCE15-DD2B-2EA7-00A6-74466DE1062B}"/>
                  </a:ext>
                </a:extLst>
              </p:cNvPr>
              <p:cNvSpPr/>
              <p:nvPr/>
            </p:nvSpPr>
            <p:spPr>
              <a:xfrm>
                <a:off x="7651408" y="12653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58" name="pg463">
                <a:extLst>
                  <a:ext uri="{FF2B5EF4-FFF2-40B4-BE49-F238E27FC236}">
                    <a16:creationId xmlns:a16="http://schemas.microsoft.com/office/drawing/2014/main" id="{61A3DDF2-9E75-5AD4-CB6D-6CE54B305EAB}"/>
                  </a:ext>
                </a:extLst>
              </p:cNvPr>
              <p:cNvSpPr/>
              <p:nvPr/>
            </p:nvSpPr>
            <p:spPr>
              <a:xfrm>
                <a:off x="7092276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59" name="pg464">
                <a:extLst>
                  <a:ext uri="{FF2B5EF4-FFF2-40B4-BE49-F238E27FC236}">
                    <a16:creationId xmlns:a16="http://schemas.microsoft.com/office/drawing/2014/main" id="{677D74BE-12E4-A228-2CC2-23B445FA3867}"/>
                  </a:ext>
                </a:extLst>
              </p:cNvPr>
              <p:cNvSpPr/>
              <p:nvPr/>
            </p:nvSpPr>
            <p:spPr>
              <a:xfrm>
                <a:off x="7123338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60" name="pg465">
                <a:extLst>
                  <a:ext uri="{FF2B5EF4-FFF2-40B4-BE49-F238E27FC236}">
                    <a16:creationId xmlns:a16="http://schemas.microsoft.com/office/drawing/2014/main" id="{6E24AECF-8C8D-18C0-29CD-6364CA9212E2}"/>
                  </a:ext>
                </a:extLst>
              </p:cNvPr>
              <p:cNvSpPr/>
              <p:nvPr/>
            </p:nvSpPr>
            <p:spPr>
              <a:xfrm>
                <a:off x="7154402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61" name="pg466">
                <a:extLst>
                  <a:ext uri="{FF2B5EF4-FFF2-40B4-BE49-F238E27FC236}">
                    <a16:creationId xmlns:a16="http://schemas.microsoft.com/office/drawing/2014/main" id="{C87CB373-B6EE-12E1-A5AF-EFA15B268D4D}"/>
                  </a:ext>
                </a:extLst>
              </p:cNvPr>
              <p:cNvSpPr/>
              <p:nvPr/>
            </p:nvSpPr>
            <p:spPr>
              <a:xfrm>
                <a:off x="7185465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1EBD6">
                  <a:alpha val="100000"/>
                </a:srgbClr>
              </a:solidFill>
              <a:ln w="5420" cap="flat">
                <a:solidFill>
                  <a:srgbClr val="B7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62" name="pg467">
                <a:extLst>
                  <a:ext uri="{FF2B5EF4-FFF2-40B4-BE49-F238E27FC236}">
                    <a16:creationId xmlns:a16="http://schemas.microsoft.com/office/drawing/2014/main" id="{A6A4E2CD-A594-F236-86CC-F4A39CBEFAD0}"/>
                  </a:ext>
                </a:extLst>
              </p:cNvPr>
              <p:cNvSpPr/>
              <p:nvPr/>
            </p:nvSpPr>
            <p:spPr>
              <a:xfrm>
                <a:off x="7216527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1ECD6">
                  <a:alpha val="100000"/>
                </a:srgbClr>
              </a:solidFill>
              <a:ln w="5420" cap="flat">
                <a:solidFill>
                  <a:srgbClr val="B7E8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63" name="pg468">
                <a:extLst>
                  <a:ext uri="{FF2B5EF4-FFF2-40B4-BE49-F238E27FC236}">
                    <a16:creationId xmlns:a16="http://schemas.microsoft.com/office/drawing/2014/main" id="{A6BAC0E4-8027-4686-79F2-6CA5164159F0}"/>
                  </a:ext>
                </a:extLst>
              </p:cNvPr>
              <p:cNvSpPr/>
              <p:nvPr/>
            </p:nvSpPr>
            <p:spPr>
              <a:xfrm>
                <a:off x="7247590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64" name="pg469">
                <a:extLst>
                  <a:ext uri="{FF2B5EF4-FFF2-40B4-BE49-F238E27FC236}">
                    <a16:creationId xmlns:a16="http://schemas.microsoft.com/office/drawing/2014/main" id="{C6A3C39D-3C81-9DFF-9393-49676CE5A96C}"/>
                  </a:ext>
                </a:extLst>
              </p:cNvPr>
              <p:cNvSpPr/>
              <p:nvPr/>
            </p:nvSpPr>
            <p:spPr>
              <a:xfrm>
                <a:off x="7278653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65" name="pg470">
                <a:extLst>
                  <a:ext uri="{FF2B5EF4-FFF2-40B4-BE49-F238E27FC236}">
                    <a16:creationId xmlns:a16="http://schemas.microsoft.com/office/drawing/2014/main" id="{C633A477-C8B6-A8FD-576A-D57310704E28}"/>
                  </a:ext>
                </a:extLst>
              </p:cNvPr>
              <p:cNvSpPr/>
              <p:nvPr/>
            </p:nvSpPr>
            <p:spPr>
              <a:xfrm>
                <a:off x="7309716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66" name="pg471">
                <a:extLst>
                  <a:ext uri="{FF2B5EF4-FFF2-40B4-BE49-F238E27FC236}">
                    <a16:creationId xmlns:a16="http://schemas.microsoft.com/office/drawing/2014/main" id="{458E9ACB-CDE6-0F6C-B0DC-9C5B7555CBCE}"/>
                  </a:ext>
                </a:extLst>
              </p:cNvPr>
              <p:cNvSpPr/>
              <p:nvPr/>
            </p:nvSpPr>
            <p:spPr>
              <a:xfrm>
                <a:off x="7340779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E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67" name="pg472">
                <a:extLst>
                  <a:ext uri="{FF2B5EF4-FFF2-40B4-BE49-F238E27FC236}">
                    <a16:creationId xmlns:a16="http://schemas.microsoft.com/office/drawing/2014/main" id="{52FAB6BE-0830-F261-BF30-EE23937B0CE7}"/>
                  </a:ext>
                </a:extLst>
              </p:cNvPr>
              <p:cNvSpPr/>
              <p:nvPr/>
            </p:nvSpPr>
            <p:spPr>
              <a:xfrm>
                <a:off x="7371842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68" name="pg473">
                <a:extLst>
                  <a:ext uri="{FF2B5EF4-FFF2-40B4-BE49-F238E27FC236}">
                    <a16:creationId xmlns:a16="http://schemas.microsoft.com/office/drawing/2014/main" id="{9F704CC9-EECC-07D0-E627-BA5B04418437}"/>
                  </a:ext>
                </a:extLst>
              </p:cNvPr>
              <p:cNvSpPr/>
              <p:nvPr/>
            </p:nvSpPr>
            <p:spPr>
              <a:xfrm>
                <a:off x="7402905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69" name="pg474">
                <a:extLst>
                  <a:ext uri="{FF2B5EF4-FFF2-40B4-BE49-F238E27FC236}">
                    <a16:creationId xmlns:a16="http://schemas.microsoft.com/office/drawing/2014/main" id="{B04E80B9-7711-A540-A96D-E54A6253A46D}"/>
                  </a:ext>
                </a:extLst>
              </p:cNvPr>
              <p:cNvSpPr/>
              <p:nvPr/>
            </p:nvSpPr>
            <p:spPr>
              <a:xfrm>
                <a:off x="7433968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70" name="pg475">
                <a:extLst>
                  <a:ext uri="{FF2B5EF4-FFF2-40B4-BE49-F238E27FC236}">
                    <a16:creationId xmlns:a16="http://schemas.microsoft.com/office/drawing/2014/main" id="{8980D62F-CDD7-71FE-251E-BAC42D579B9E}"/>
                  </a:ext>
                </a:extLst>
              </p:cNvPr>
              <p:cNvSpPr/>
              <p:nvPr/>
            </p:nvSpPr>
            <p:spPr>
              <a:xfrm>
                <a:off x="7465031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A6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71" name="pg476">
                <a:extLst>
                  <a:ext uri="{FF2B5EF4-FFF2-40B4-BE49-F238E27FC236}">
                    <a16:creationId xmlns:a16="http://schemas.microsoft.com/office/drawing/2014/main" id="{39B34120-B3FD-9BC2-2703-822779B7FEEB}"/>
                  </a:ext>
                </a:extLst>
              </p:cNvPr>
              <p:cNvSpPr/>
              <p:nvPr/>
            </p:nvSpPr>
            <p:spPr>
              <a:xfrm>
                <a:off x="7496094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72" name="pg477">
                <a:extLst>
                  <a:ext uri="{FF2B5EF4-FFF2-40B4-BE49-F238E27FC236}">
                    <a16:creationId xmlns:a16="http://schemas.microsoft.com/office/drawing/2014/main" id="{6D9FDF22-0292-3C42-E334-222189B819F9}"/>
                  </a:ext>
                </a:extLst>
              </p:cNvPr>
              <p:cNvSpPr/>
              <p:nvPr/>
            </p:nvSpPr>
            <p:spPr>
              <a:xfrm>
                <a:off x="7527156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73" name="pg478">
                <a:extLst>
                  <a:ext uri="{FF2B5EF4-FFF2-40B4-BE49-F238E27FC236}">
                    <a16:creationId xmlns:a16="http://schemas.microsoft.com/office/drawing/2014/main" id="{8BCB6107-2EA4-B260-63CF-2E86B6981CF8}"/>
                  </a:ext>
                </a:extLst>
              </p:cNvPr>
              <p:cNvSpPr/>
              <p:nvPr/>
            </p:nvSpPr>
            <p:spPr>
              <a:xfrm>
                <a:off x="7558219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74" name="pg479">
                <a:extLst>
                  <a:ext uri="{FF2B5EF4-FFF2-40B4-BE49-F238E27FC236}">
                    <a16:creationId xmlns:a16="http://schemas.microsoft.com/office/drawing/2014/main" id="{5D26215F-5C70-8E48-ACCF-E7809C8CEF9A}"/>
                  </a:ext>
                </a:extLst>
              </p:cNvPr>
              <p:cNvSpPr/>
              <p:nvPr/>
            </p:nvSpPr>
            <p:spPr>
              <a:xfrm>
                <a:off x="7589283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75" name="pg480">
                <a:extLst>
                  <a:ext uri="{FF2B5EF4-FFF2-40B4-BE49-F238E27FC236}">
                    <a16:creationId xmlns:a16="http://schemas.microsoft.com/office/drawing/2014/main" id="{9FC57976-2532-9ADD-FD0B-27CD07A03BED}"/>
                  </a:ext>
                </a:extLst>
              </p:cNvPr>
              <p:cNvSpPr/>
              <p:nvPr/>
            </p:nvSpPr>
            <p:spPr>
              <a:xfrm>
                <a:off x="7620345" y="13047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76" name="pg481">
                <a:extLst>
                  <a:ext uri="{FF2B5EF4-FFF2-40B4-BE49-F238E27FC236}">
                    <a16:creationId xmlns:a16="http://schemas.microsoft.com/office/drawing/2014/main" id="{D8168571-6D8C-84BF-BA0C-857060446B79}"/>
                  </a:ext>
                </a:extLst>
              </p:cNvPr>
              <p:cNvSpPr/>
              <p:nvPr/>
            </p:nvSpPr>
            <p:spPr>
              <a:xfrm>
                <a:off x="7061213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77" name="pg482">
                <a:extLst>
                  <a:ext uri="{FF2B5EF4-FFF2-40B4-BE49-F238E27FC236}">
                    <a16:creationId xmlns:a16="http://schemas.microsoft.com/office/drawing/2014/main" id="{31B13AB8-A8C9-C5DE-003F-61D0842B2873}"/>
                  </a:ext>
                </a:extLst>
              </p:cNvPr>
              <p:cNvSpPr/>
              <p:nvPr/>
            </p:nvSpPr>
            <p:spPr>
              <a:xfrm>
                <a:off x="7092276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78" name="pg483">
                <a:extLst>
                  <a:ext uri="{FF2B5EF4-FFF2-40B4-BE49-F238E27FC236}">
                    <a16:creationId xmlns:a16="http://schemas.microsoft.com/office/drawing/2014/main" id="{65B17EC6-0A73-4BD6-D751-51D9A187FF78}"/>
                  </a:ext>
                </a:extLst>
              </p:cNvPr>
              <p:cNvSpPr/>
              <p:nvPr/>
            </p:nvSpPr>
            <p:spPr>
              <a:xfrm>
                <a:off x="7123338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1EBD6">
                  <a:alpha val="100000"/>
                </a:srgbClr>
              </a:solidFill>
              <a:ln w="5420" cap="flat">
                <a:solidFill>
                  <a:srgbClr val="B7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79" name="pg484">
                <a:extLst>
                  <a:ext uri="{FF2B5EF4-FFF2-40B4-BE49-F238E27FC236}">
                    <a16:creationId xmlns:a16="http://schemas.microsoft.com/office/drawing/2014/main" id="{F905EA27-4521-8E0E-9D46-A733613CE40A}"/>
                  </a:ext>
                </a:extLst>
              </p:cNvPr>
              <p:cNvSpPr/>
              <p:nvPr/>
            </p:nvSpPr>
            <p:spPr>
              <a:xfrm>
                <a:off x="7154402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80" name="pg485">
                <a:extLst>
                  <a:ext uri="{FF2B5EF4-FFF2-40B4-BE49-F238E27FC236}">
                    <a16:creationId xmlns:a16="http://schemas.microsoft.com/office/drawing/2014/main" id="{0EAB1C4E-54FD-126D-4369-CFCBD6FF81C4}"/>
                  </a:ext>
                </a:extLst>
              </p:cNvPr>
              <p:cNvSpPr/>
              <p:nvPr/>
            </p:nvSpPr>
            <p:spPr>
              <a:xfrm>
                <a:off x="7185465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4EDD8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81" name="pg486">
                <a:extLst>
                  <a:ext uri="{FF2B5EF4-FFF2-40B4-BE49-F238E27FC236}">
                    <a16:creationId xmlns:a16="http://schemas.microsoft.com/office/drawing/2014/main" id="{DF88E382-C0DC-0F2D-44D9-28A4003DFE1B}"/>
                  </a:ext>
                </a:extLst>
              </p:cNvPr>
              <p:cNvSpPr/>
              <p:nvPr/>
            </p:nvSpPr>
            <p:spPr>
              <a:xfrm>
                <a:off x="7216527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6EDD9">
                  <a:alpha val="100000"/>
                </a:srgbClr>
              </a:solidFill>
              <a:ln w="5420" cap="flat">
                <a:solidFill>
                  <a:srgbClr val="BEEA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82" name="pg487">
                <a:extLst>
                  <a:ext uri="{FF2B5EF4-FFF2-40B4-BE49-F238E27FC236}">
                    <a16:creationId xmlns:a16="http://schemas.microsoft.com/office/drawing/2014/main" id="{C665E9FB-856A-5A2E-7279-10F4C015FAB4}"/>
                  </a:ext>
                </a:extLst>
              </p:cNvPr>
              <p:cNvSpPr/>
              <p:nvPr/>
            </p:nvSpPr>
            <p:spPr>
              <a:xfrm>
                <a:off x="7247590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DD9">
                  <a:alpha val="100000"/>
                </a:srgbClr>
              </a:solidFill>
              <a:ln w="5420" cap="flat">
                <a:solidFill>
                  <a:srgbClr val="BF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83" name="pg488">
                <a:extLst>
                  <a:ext uri="{FF2B5EF4-FFF2-40B4-BE49-F238E27FC236}">
                    <a16:creationId xmlns:a16="http://schemas.microsoft.com/office/drawing/2014/main" id="{489017F7-F4A1-60EA-901F-4EEC6F858B52}"/>
                  </a:ext>
                </a:extLst>
              </p:cNvPr>
              <p:cNvSpPr/>
              <p:nvPr/>
            </p:nvSpPr>
            <p:spPr>
              <a:xfrm>
                <a:off x="7278653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ED9">
                  <a:alpha val="100000"/>
                </a:srgbClr>
              </a:solidFill>
              <a:ln w="5420" cap="flat">
                <a:solidFill>
                  <a:srgbClr val="C0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84" name="pg489">
                <a:extLst>
                  <a:ext uri="{FF2B5EF4-FFF2-40B4-BE49-F238E27FC236}">
                    <a16:creationId xmlns:a16="http://schemas.microsoft.com/office/drawing/2014/main" id="{A35280A1-28DB-1B5A-5CEF-A3D5EF8B1438}"/>
                  </a:ext>
                </a:extLst>
              </p:cNvPr>
              <p:cNvSpPr/>
              <p:nvPr/>
            </p:nvSpPr>
            <p:spPr>
              <a:xfrm>
                <a:off x="7309716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DD9">
                  <a:alpha val="100000"/>
                </a:srgbClr>
              </a:solidFill>
              <a:ln w="5420" cap="flat">
                <a:solidFill>
                  <a:srgbClr val="BF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85" name="pg490">
                <a:extLst>
                  <a:ext uri="{FF2B5EF4-FFF2-40B4-BE49-F238E27FC236}">
                    <a16:creationId xmlns:a16="http://schemas.microsoft.com/office/drawing/2014/main" id="{3D8F292F-3AD8-C683-79A8-B730B390A8CA}"/>
                  </a:ext>
                </a:extLst>
              </p:cNvPr>
              <p:cNvSpPr/>
              <p:nvPr/>
            </p:nvSpPr>
            <p:spPr>
              <a:xfrm>
                <a:off x="7340779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86" name="pg491">
                <a:extLst>
                  <a:ext uri="{FF2B5EF4-FFF2-40B4-BE49-F238E27FC236}">
                    <a16:creationId xmlns:a16="http://schemas.microsoft.com/office/drawing/2014/main" id="{DF5A9D6F-3D9B-5EAA-F214-CFE09518D415}"/>
                  </a:ext>
                </a:extLst>
              </p:cNvPr>
              <p:cNvSpPr/>
              <p:nvPr/>
            </p:nvSpPr>
            <p:spPr>
              <a:xfrm>
                <a:off x="7371842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6">
                  <a:alpha val="100000"/>
                </a:srgbClr>
              </a:solidFill>
              <a:ln w="5420" cap="flat">
                <a:solidFill>
                  <a:srgbClr val="B5E8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87" name="pg492">
                <a:extLst>
                  <a:ext uri="{FF2B5EF4-FFF2-40B4-BE49-F238E27FC236}">
                    <a16:creationId xmlns:a16="http://schemas.microsoft.com/office/drawing/2014/main" id="{BEEE7404-692A-A69B-E6CD-3F8CB0D0EA5F}"/>
                  </a:ext>
                </a:extLst>
              </p:cNvPr>
              <p:cNvSpPr/>
              <p:nvPr/>
            </p:nvSpPr>
            <p:spPr>
              <a:xfrm>
                <a:off x="7402905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88" name="pg493">
                <a:extLst>
                  <a:ext uri="{FF2B5EF4-FFF2-40B4-BE49-F238E27FC236}">
                    <a16:creationId xmlns:a16="http://schemas.microsoft.com/office/drawing/2014/main" id="{5BA64C72-5842-EE84-CA74-F8F194EDBD9A}"/>
                  </a:ext>
                </a:extLst>
              </p:cNvPr>
              <p:cNvSpPr/>
              <p:nvPr/>
            </p:nvSpPr>
            <p:spPr>
              <a:xfrm>
                <a:off x="7433968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89" name="pg494">
                <a:extLst>
                  <a:ext uri="{FF2B5EF4-FFF2-40B4-BE49-F238E27FC236}">
                    <a16:creationId xmlns:a16="http://schemas.microsoft.com/office/drawing/2014/main" id="{C19ABCB8-9D88-CB94-1019-DFB4DB9659CD}"/>
                  </a:ext>
                </a:extLst>
              </p:cNvPr>
              <p:cNvSpPr/>
              <p:nvPr/>
            </p:nvSpPr>
            <p:spPr>
              <a:xfrm>
                <a:off x="7465031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90" name="pg495">
                <a:extLst>
                  <a:ext uri="{FF2B5EF4-FFF2-40B4-BE49-F238E27FC236}">
                    <a16:creationId xmlns:a16="http://schemas.microsoft.com/office/drawing/2014/main" id="{E165D4C4-A7B2-8A96-43E3-F4B2440BB600}"/>
                  </a:ext>
                </a:extLst>
              </p:cNvPr>
              <p:cNvSpPr/>
              <p:nvPr/>
            </p:nvSpPr>
            <p:spPr>
              <a:xfrm>
                <a:off x="7496094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91" name="pg496">
                <a:extLst>
                  <a:ext uri="{FF2B5EF4-FFF2-40B4-BE49-F238E27FC236}">
                    <a16:creationId xmlns:a16="http://schemas.microsoft.com/office/drawing/2014/main" id="{9B59DC3B-BD85-FF1F-EE6E-B18D210B731D}"/>
                  </a:ext>
                </a:extLst>
              </p:cNvPr>
              <p:cNvSpPr/>
              <p:nvPr/>
            </p:nvSpPr>
            <p:spPr>
              <a:xfrm>
                <a:off x="7527156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92" name="pg497">
                <a:extLst>
                  <a:ext uri="{FF2B5EF4-FFF2-40B4-BE49-F238E27FC236}">
                    <a16:creationId xmlns:a16="http://schemas.microsoft.com/office/drawing/2014/main" id="{2E44068B-5685-C5CF-67BE-37E158743D06}"/>
                  </a:ext>
                </a:extLst>
              </p:cNvPr>
              <p:cNvSpPr/>
              <p:nvPr/>
            </p:nvSpPr>
            <p:spPr>
              <a:xfrm>
                <a:off x="7558219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93" name="pg498">
                <a:extLst>
                  <a:ext uri="{FF2B5EF4-FFF2-40B4-BE49-F238E27FC236}">
                    <a16:creationId xmlns:a16="http://schemas.microsoft.com/office/drawing/2014/main" id="{D2D610BC-5E3B-76EE-BCD5-975FF9A1F6C4}"/>
                  </a:ext>
                </a:extLst>
              </p:cNvPr>
              <p:cNvSpPr/>
              <p:nvPr/>
            </p:nvSpPr>
            <p:spPr>
              <a:xfrm>
                <a:off x="7589283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94" name="pg499">
                <a:extLst>
                  <a:ext uri="{FF2B5EF4-FFF2-40B4-BE49-F238E27FC236}">
                    <a16:creationId xmlns:a16="http://schemas.microsoft.com/office/drawing/2014/main" id="{2B7D26ED-4A5B-E1BE-0809-6FDA96CA2F3B}"/>
                  </a:ext>
                </a:extLst>
              </p:cNvPr>
              <p:cNvSpPr/>
              <p:nvPr/>
            </p:nvSpPr>
            <p:spPr>
              <a:xfrm>
                <a:off x="7620345" y="13441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95" name="pg500">
                <a:extLst>
                  <a:ext uri="{FF2B5EF4-FFF2-40B4-BE49-F238E27FC236}">
                    <a16:creationId xmlns:a16="http://schemas.microsoft.com/office/drawing/2014/main" id="{3A47143E-AD4A-2080-40E9-947858554254}"/>
                  </a:ext>
                </a:extLst>
              </p:cNvPr>
              <p:cNvSpPr/>
              <p:nvPr/>
            </p:nvSpPr>
            <p:spPr>
              <a:xfrm>
                <a:off x="7061213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96" name="pg501">
                <a:extLst>
                  <a:ext uri="{FF2B5EF4-FFF2-40B4-BE49-F238E27FC236}">
                    <a16:creationId xmlns:a16="http://schemas.microsoft.com/office/drawing/2014/main" id="{47D547E7-2B80-986E-3599-A8D096774CF9}"/>
                  </a:ext>
                </a:extLst>
              </p:cNvPr>
              <p:cNvSpPr/>
              <p:nvPr/>
            </p:nvSpPr>
            <p:spPr>
              <a:xfrm>
                <a:off x="7092276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3ECD7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97" name="pg502">
                <a:extLst>
                  <a:ext uri="{FF2B5EF4-FFF2-40B4-BE49-F238E27FC236}">
                    <a16:creationId xmlns:a16="http://schemas.microsoft.com/office/drawing/2014/main" id="{4FA61CCA-B84B-11A5-B9F5-748404A67F4E}"/>
                  </a:ext>
                </a:extLst>
              </p:cNvPr>
              <p:cNvSpPr/>
              <p:nvPr/>
            </p:nvSpPr>
            <p:spPr>
              <a:xfrm>
                <a:off x="7123338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6EDD9">
                  <a:alpha val="100000"/>
                </a:srgbClr>
              </a:solidFill>
              <a:ln w="5420" cap="flat">
                <a:solidFill>
                  <a:srgbClr val="BDEA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98" name="pg503">
                <a:extLst>
                  <a:ext uri="{FF2B5EF4-FFF2-40B4-BE49-F238E27FC236}">
                    <a16:creationId xmlns:a16="http://schemas.microsoft.com/office/drawing/2014/main" id="{46038140-1602-0D0B-64FC-7C893DE7B5F4}"/>
                  </a:ext>
                </a:extLst>
              </p:cNvPr>
              <p:cNvSpPr/>
              <p:nvPr/>
            </p:nvSpPr>
            <p:spPr>
              <a:xfrm>
                <a:off x="7154402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8EEDA">
                  <a:alpha val="100000"/>
                </a:srgbClr>
              </a:solidFill>
              <a:ln w="5420" cap="flat">
                <a:solidFill>
                  <a:srgbClr val="C1EC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899" name="pg504">
                <a:extLst>
                  <a:ext uri="{FF2B5EF4-FFF2-40B4-BE49-F238E27FC236}">
                    <a16:creationId xmlns:a16="http://schemas.microsoft.com/office/drawing/2014/main" id="{CFA2D973-E373-5A79-EC30-61795A4BCA46}"/>
                  </a:ext>
                </a:extLst>
              </p:cNvPr>
              <p:cNvSpPr/>
              <p:nvPr/>
            </p:nvSpPr>
            <p:spPr>
              <a:xfrm>
                <a:off x="7185465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BEFDC">
                  <a:alpha val="100000"/>
                </a:srgbClr>
              </a:solidFill>
              <a:ln w="5420" cap="flat">
                <a:solidFill>
                  <a:srgbClr val="C5ED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00" name="pg505">
                <a:extLst>
                  <a:ext uri="{FF2B5EF4-FFF2-40B4-BE49-F238E27FC236}">
                    <a16:creationId xmlns:a16="http://schemas.microsoft.com/office/drawing/2014/main" id="{0DEB2BEF-A26D-C1CA-5863-7ECED66D5AE2}"/>
                  </a:ext>
                </a:extLst>
              </p:cNvPr>
              <p:cNvSpPr/>
              <p:nvPr/>
            </p:nvSpPr>
            <p:spPr>
              <a:xfrm>
                <a:off x="7216527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EF0DD">
                  <a:alpha val="100000"/>
                </a:srgbClr>
              </a:solidFill>
              <a:ln w="5420" cap="flat">
                <a:solidFill>
                  <a:srgbClr val="C8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01" name="pg506">
                <a:extLst>
                  <a:ext uri="{FF2B5EF4-FFF2-40B4-BE49-F238E27FC236}">
                    <a16:creationId xmlns:a16="http://schemas.microsoft.com/office/drawing/2014/main" id="{DB5BE59A-06DF-FE48-28C2-19CBFB43E515}"/>
                  </a:ext>
                </a:extLst>
              </p:cNvPr>
              <p:cNvSpPr/>
              <p:nvPr/>
            </p:nvSpPr>
            <p:spPr>
              <a:xfrm>
                <a:off x="7247590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0F0DE">
                  <a:alpha val="100000"/>
                </a:srgbClr>
              </a:solidFill>
              <a:ln w="5420" cap="flat">
                <a:solidFill>
                  <a:srgbClr val="CBEFD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02" name="pg507">
                <a:extLst>
                  <a:ext uri="{FF2B5EF4-FFF2-40B4-BE49-F238E27FC236}">
                    <a16:creationId xmlns:a16="http://schemas.microsoft.com/office/drawing/2014/main" id="{13270A95-CB08-B3BC-F921-CAF423EFD8E0}"/>
                  </a:ext>
                </a:extLst>
              </p:cNvPr>
              <p:cNvSpPr/>
              <p:nvPr/>
            </p:nvSpPr>
            <p:spPr>
              <a:xfrm>
                <a:off x="7278653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1F1DE">
                  <a:alpha val="100000"/>
                </a:srgbClr>
              </a:solidFill>
              <a:ln w="5420" cap="flat">
                <a:solidFill>
                  <a:srgbClr val="CCEFD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03" name="pg508">
                <a:extLst>
                  <a:ext uri="{FF2B5EF4-FFF2-40B4-BE49-F238E27FC236}">
                    <a16:creationId xmlns:a16="http://schemas.microsoft.com/office/drawing/2014/main" id="{DFC28922-AFBD-6D30-7003-168514A0AB9F}"/>
                  </a:ext>
                </a:extLst>
              </p:cNvPr>
              <p:cNvSpPr/>
              <p:nvPr/>
            </p:nvSpPr>
            <p:spPr>
              <a:xfrm>
                <a:off x="7309716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0F1DE">
                  <a:alpha val="100000"/>
                </a:srgbClr>
              </a:solidFill>
              <a:ln w="5420" cap="flat">
                <a:solidFill>
                  <a:srgbClr val="CCEFD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04" name="pg509">
                <a:extLst>
                  <a:ext uri="{FF2B5EF4-FFF2-40B4-BE49-F238E27FC236}">
                    <a16:creationId xmlns:a16="http://schemas.microsoft.com/office/drawing/2014/main" id="{2BE8C874-B11E-5685-12ED-BA79D4B9297D}"/>
                  </a:ext>
                </a:extLst>
              </p:cNvPr>
              <p:cNvSpPr/>
              <p:nvPr/>
            </p:nvSpPr>
            <p:spPr>
              <a:xfrm>
                <a:off x="7340779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BEFDB">
                  <a:alpha val="100000"/>
                </a:srgbClr>
              </a:solidFill>
              <a:ln w="5420" cap="flat">
                <a:solidFill>
                  <a:srgbClr val="C5ED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05" name="pg510">
                <a:extLst>
                  <a:ext uri="{FF2B5EF4-FFF2-40B4-BE49-F238E27FC236}">
                    <a16:creationId xmlns:a16="http://schemas.microsoft.com/office/drawing/2014/main" id="{EAF759FF-42E6-1571-733A-2DD2B7954C28}"/>
                  </a:ext>
                </a:extLst>
              </p:cNvPr>
              <p:cNvSpPr/>
              <p:nvPr/>
            </p:nvSpPr>
            <p:spPr>
              <a:xfrm>
                <a:off x="7371842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DD9">
                  <a:alpha val="100000"/>
                </a:srgbClr>
              </a:solidFill>
              <a:ln w="5420" cap="flat">
                <a:solidFill>
                  <a:srgbClr val="BF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06" name="pg511">
                <a:extLst>
                  <a:ext uri="{FF2B5EF4-FFF2-40B4-BE49-F238E27FC236}">
                    <a16:creationId xmlns:a16="http://schemas.microsoft.com/office/drawing/2014/main" id="{FA0033A1-BFE5-1C52-DD4D-5A4935C25FD6}"/>
                  </a:ext>
                </a:extLst>
              </p:cNvPr>
              <p:cNvSpPr/>
              <p:nvPr/>
            </p:nvSpPr>
            <p:spPr>
              <a:xfrm>
                <a:off x="7402905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07" name="pg512">
                <a:extLst>
                  <a:ext uri="{FF2B5EF4-FFF2-40B4-BE49-F238E27FC236}">
                    <a16:creationId xmlns:a16="http://schemas.microsoft.com/office/drawing/2014/main" id="{87295206-A1CD-CC16-24B9-152964AE0FBA}"/>
                  </a:ext>
                </a:extLst>
              </p:cNvPr>
              <p:cNvSpPr/>
              <p:nvPr/>
            </p:nvSpPr>
            <p:spPr>
              <a:xfrm>
                <a:off x="7433968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EEAD5">
                  <a:alpha val="100000"/>
                </a:srgbClr>
              </a:solidFill>
              <a:ln w="5420" cap="flat">
                <a:solidFill>
                  <a:srgbClr val="B3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08" name="pg513">
                <a:extLst>
                  <a:ext uri="{FF2B5EF4-FFF2-40B4-BE49-F238E27FC236}">
                    <a16:creationId xmlns:a16="http://schemas.microsoft.com/office/drawing/2014/main" id="{0A59ADAE-2C7E-22C9-8CDA-76F63978D3F4}"/>
                  </a:ext>
                </a:extLst>
              </p:cNvPr>
              <p:cNvSpPr/>
              <p:nvPr/>
            </p:nvSpPr>
            <p:spPr>
              <a:xfrm>
                <a:off x="7465031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09" name="pg514">
                <a:extLst>
                  <a:ext uri="{FF2B5EF4-FFF2-40B4-BE49-F238E27FC236}">
                    <a16:creationId xmlns:a16="http://schemas.microsoft.com/office/drawing/2014/main" id="{E066EE11-B85D-94C6-07D8-2548FCBE44DA}"/>
                  </a:ext>
                </a:extLst>
              </p:cNvPr>
              <p:cNvSpPr/>
              <p:nvPr/>
            </p:nvSpPr>
            <p:spPr>
              <a:xfrm>
                <a:off x="7496094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AB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10" name="pg515">
                <a:extLst>
                  <a:ext uri="{FF2B5EF4-FFF2-40B4-BE49-F238E27FC236}">
                    <a16:creationId xmlns:a16="http://schemas.microsoft.com/office/drawing/2014/main" id="{A5A9FB01-CCC5-4180-48A8-10FC09125533}"/>
                  </a:ext>
                </a:extLst>
              </p:cNvPr>
              <p:cNvSpPr/>
              <p:nvPr/>
            </p:nvSpPr>
            <p:spPr>
              <a:xfrm>
                <a:off x="7527156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11" name="pg516">
                <a:extLst>
                  <a:ext uri="{FF2B5EF4-FFF2-40B4-BE49-F238E27FC236}">
                    <a16:creationId xmlns:a16="http://schemas.microsoft.com/office/drawing/2014/main" id="{240D3B01-EF8C-25A8-DEC1-FC5D2FDEBFF2}"/>
                  </a:ext>
                </a:extLst>
              </p:cNvPr>
              <p:cNvSpPr/>
              <p:nvPr/>
            </p:nvSpPr>
            <p:spPr>
              <a:xfrm>
                <a:off x="7558219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12" name="pg517">
                <a:extLst>
                  <a:ext uri="{FF2B5EF4-FFF2-40B4-BE49-F238E27FC236}">
                    <a16:creationId xmlns:a16="http://schemas.microsoft.com/office/drawing/2014/main" id="{8E42F4D0-58FA-40AF-1180-CF095AB866A6}"/>
                  </a:ext>
                </a:extLst>
              </p:cNvPr>
              <p:cNvSpPr/>
              <p:nvPr/>
            </p:nvSpPr>
            <p:spPr>
              <a:xfrm>
                <a:off x="7589283" y="13835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13" name="pg518">
                <a:extLst>
                  <a:ext uri="{FF2B5EF4-FFF2-40B4-BE49-F238E27FC236}">
                    <a16:creationId xmlns:a16="http://schemas.microsoft.com/office/drawing/2014/main" id="{FA4425B6-501B-DE6A-855F-2F9BCEECCBBB}"/>
                  </a:ext>
                </a:extLst>
              </p:cNvPr>
              <p:cNvSpPr/>
              <p:nvPr/>
            </p:nvSpPr>
            <p:spPr>
              <a:xfrm>
                <a:off x="7061213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1ECD7">
                  <a:alpha val="100000"/>
                </a:srgbClr>
              </a:solidFill>
              <a:ln w="5420" cap="flat">
                <a:solidFill>
                  <a:srgbClr val="B8E8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14" name="pg519">
                <a:extLst>
                  <a:ext uri="{FF2B5EF4-FFF2-40B4-BE49-F238E27FC236}">
                    <a16:creationId xmlns:a16="http://schemas.microsoft.com/office/drawing/2014/main" id="{968B5305-9200-79DF-3C44-26CE2D7056C1}"/>
                  </a:ext>
                </a:extLst>
              </p:cNvPr>
              <p:cNvSpPr/>
              <p:nvPr/>
            </p:nvSpPr>
            <p:spPr>
              <a:xfrm>
                <a:off x="7092276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4EDD8">
                  <a:alpha val="100000"/>
                </a:srgbClr>
              </a:solidFill>
              <a:ln w="5420" cap="flat">
                <a:solidFill>
                  <a:srgbClr val="BB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15" name="pg520">
                <a:extLst>
                  <a:ext uri="{FF2B5EF4-FFF2-40B4-BE49-F238E27FC236}">
                    <a16:creationId xmlns:a16="http://schemas.microsoft.com/office/drawing/2014/main" id="{50035EFA-5288-5721-098E-59993032B863}"/>
                  </a:ext>
                </a:extLst>
              </p:cNvPr>
              <p:cNvSpPr/>
              <p:nvPr/>
            </p:nvSpPr>
            <p:spPr>
              <a:xfrm>
                <a:off x="7123338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DD9">
                  <a:alpha val="100000"/>
                </a:srgbClr>
              </a:solidFill>
              <a:ln w="5420" cap="flat">
                <a:solidFill>
                  <a:srgbClr val="BF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16" name="pg521">
                <a:extLst>
                  <a:ext uri="{FF2B5EF4-FFF2-40B4-BE49-F238E27FC236}">
                    <a16:creationId xmlns:a16="http://schemas.microsoft.com/office/drawing/2014/main" id="{AB178CD2-564E-B7EB-0E8C-81296CD1BFD8}"/>
                  </a:ext>
                </a:extLst>
              </p:cNvPr>
              <p:cNvSpPr/>
              <p:nvPr/>
            </p:nvSpPr>
            <p:spPr>
              <a:xfrm>
                <a:off x="7154402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AEEDB">
                  <a:alpha val="100000"/>
                </a:srgbClr>
              </a:solidFill>
              <a:ln w="5420" cap="flat">
                <a:solidFill>
                  <a:srgbClr val="C3EC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17" name="pg522">
                <a:extLst>
                  <a:ext uri="{FF2B5EF4-FFF2-40B4-BE49-F238E27FC236}">
                    <a16:creationId xmlns:a16="http://schemas.microsoft.com/office/drawing/2014/main" id="{2EA959C5-E02F-C938-E746-E6249D2ADA5F}"/>
                  </a:ext>
                </a:extLst>
              </p:cNvPr>
              <p:cNvSpPr/>
              <p:nvPr/>
            </p:nvSpPr>
            <p:spPr>
              <a:xfrm>
                <a:off x="7185465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DEFDC">
                  <a:alpha val="100000"/>
                </a:srgbClr>
              </a:solidFill>
              <a:ln w="5420" cap="flat">
                <a:solidFill>
                  <a:srgbClr val="C7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18" name="pg523">
                <a:extLst>
                  <a:ext uri="{FF2B5EF4-FFF2-40B4-BE49-F238E27FC236}">
                    <a16:creationId xmlns:a16="http://schemas.microsoft.com/office/drawing/2014/main" id="{FCED4A06-8F38-C289-A319-BE663DB500EB}"/>
                  </a:ext>
                </a:extLst>
              </p:cNvPr>
              <p:cNvSpPr/>
              <p:nvPr/>
            </p:nvSpPr>
            <p:spPr>
              <a:xfrm>
                <a:off x="7216527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0F0DE">
                  <a:alpha val="100000"/>
                </a:srgbClr>
              </a:solidFill>
              <a:ln w="5420" cap="flat">
                <a:solidFill>
                  <a:srgbClr val="CBEFD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19" name="pg524">
                <a:extLst>
                  <a:ext uri="{FF2B5EF4-FFF2-40B4-BE49-F238E27FC236}">
                    <a16:creationId xmlns:a16="http://schemas.microsoft.com/office/drawing/2014/main" id="{F6DD7899-D9C9-ACE7-AAAF-CBE36A9DC3F3}"/>
                  </a:ext>
                </a:extLst>
              </p:cNvPr>
              <p:cNvSpPr/>
              <p:nvPr/>
            </p:nvSpPr>
            <p:spPr>
              <a:xfrm>
                <a:off x="7247590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2F1DF">
                  <a:alpha val="100000"/>
                </a:srgbClr>
              </a:solidFill>
              <a:ln w="5420" cap="flat">
                <a:solidFill>
                  <a:srgbClr val="CEF0D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20" name="pg525">
                <a:extLst>
                  <a:ext uri="{FF2B5EF4-FFF2-40B4-BE49-F238E27FC236}">
                    <a16:creationId xmlns:a16="http://schemas.microsoft.com/office/drawing/2014/main" id="{C01D81E4-C4C8-AF3D-2E5F-23ACA513E26E}"/>
                  </a:ext>
                </a:extLst>
              </p:cNvPr>
              <p:cNvSpPr/>
              <p:nvPr/>
            </p:nvSpPr>
            <p:spPr>
              <a:xfrm>
                <a:off x="7278653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3F1DF">
                  <a:alpha val="100000"/>
                </a:srgbClr>
              </a:solidFill>
              <a:ln w="5420" cap="flat">
                <a:solidFill>
                  <a:srgbClr val="CFF0D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21" name="pg526">
                <a:extLst>
                  <a:ext uri="{FF2B5EF4-FFF2-40B4-BE49-F238E27FC236}">
                    <a16:creationId xmlns:a16="http://schemas.microsoft.com/office/drawing/2014/main" id="{A8037A40-F490-B804-E444-6EB4B99A965B}"/>
                  </a:ext>
                </a:extLst>
              </p:cNvPr>
              <p:cNvSpPr/>
              <p:nvPr/>
            </p:nvSpPr>
            <p:spPr>
              <a:xfrm>
                <a:off x="7309716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3F1DF">
                  <a:alpha val="100000"/>
                </a:srgbClr>
              </a:solidFill>
              <a:ln w="5420" cap="flat">
                <a:solidFill>
                  <a:srgbClr val="CFF0D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22" name="pg527">
                <a:extLst>
                  <a:ext uri="{FF2B5EF4-FFF2-40B4-BE49-F238E27FC236}">
                    <a16:creationId xmlns:a16="http://schemas.microsoft.com/office/drawing/2014/main" id="{74D764E3-C35C-3806-FBA2-E9CC8D1D16B0}"/>
                  </a:ext>
                </a:extLst>
              </p:cNvPr>
              <p:cNvSpPr/>
              <p:nvPr/>
            </p:nvSpPr>
            <p:spPr>
              <a:xfrm>
                <a:off x="7340779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EF0DD">
                  <a:alpha val="100000"/>
                </a:srgbClr>
              </a:solidFill>
              <a:ln w="5420" cap="flat">
                <a:solidFill>
                  <a:srgbClr val="C8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23" name="pg528">
                <a:extLst>
                  <a:ext uri="{FF2B5EF4-FFF2-40B4-BE49-F238E27FC236}">
                    <a16:creationId xmlns:a16="http://schemas.microsoft.com/office/drawing/2014/main" id="{E4BD7D4E-EDBB-6D05-339F-B9834D88D06B}"/>
                  </a:ext>
                </a:extLst>
              </p:cNvPr>
              <p:cNvSpPr/>
              <p:nvPr/>
            </p:nvSpPr>
            <p:spPr>
              <a:xfrm>
                <a:off x="7371842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9EEDB">
                  <a:alpha val="100000"/>
                </a:srgbClr>
              </a:solidFill>
              <a:ln w="5420" cap="flat">
                <a:solidFill>
                  <a:srgbClr val="C3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24" name="pg529">
                <a:extLst>
                  <a:ext uri="{FF2B5EF4-FFF2-40B4-BE49-F238E27FC236}">
                    <a16:creationId xmlns:a16="http://schemas.microsoft.com/office/drawing/2014/main" id="{02F93A59-F9C3-4114-B634-9322F4E99BFF}"/>
                  </a:ext>
                </a:extLst>
              </p:cNvPr>
              <p:cNvSpPr/>
              <p:nvPr/>
            </p:nvSpPr>
            <p:spPr>
              <a:xfrm>
                <a:off x="7402905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5EDD8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25" name="pg530">
                <a:extLst>
                  <a:ext uri="{FF2B5EF4-FFF2-40B4-BE49-F238E27FC236}">
                    <a16:creationId xmlns:a16="http://schemas.microsoft.com/office/drawing/2014/main" id="{0F54CB55-4D71-0051-95C2-D1EF49926484}"/>
                  </a:ext>
                </a:extLst>
              </p:cNvPr>
              <p:cNvSpPr/>
              <p:nvPr/>
            </p:nvSpPr>
            <p:spPr>
              <a:xfrm>
                <a:off x="7433968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0EBD6">
                  <a:alpha val="100000"/>
                </a:srgbClr>
              </a:solidFill>
              <a:ln w="5420" cap="flat">
                <a:solidFill>
                  <a:srgbClr val="B6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26" name="pg531">
                <a:extLst>
                  <a:ext uri="{FF2B5EF4-FFF2-40B4-BE49-F238E27FC236}">
                    <a16:creationId xmlns:a16="http://schemas.microsoft.com/office/drawing/2014/main" id="{DB9775C2-D454-9892-F823-DF65BC436C3D}"/>
                  </a:ext>
                </a:extLst>
              </p:cNvPr>
              <p:cNvSpPr/>
              <p:nvPr/>
            </p:nvSpPr>
            <p:spPr>
              <a:xfrm>
                <a:off x="7465031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27" name="pg532">
                <a:extLst>
                  <a:ext uri="{FF2B5EF4-FFF2-40B4-BE49-F238E27FC236}">
                    <a16:creationId xmlns:a16="http://schemas.microsoft.com/office/drawing/2014/main" id="{B748718F-954A-C856-2C1B-6DF4A158751D}"/>
                  </a:ext>
                </a:extLst>
              </p:cNvPr>
              <p:cNvSpPr/>
              <p:nvPr/>
            </p:nvSpPr>
            <p:spPr>
              <a:xfrm>
                <a:off x="7496094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28" name="pg533">
                <a:extLst>
                  <a:ext uri="{FF2B5EF4-FFF2-40B4-BE49-F238E27FC236}">
                    <a16:creationId xmlns:a16="http://schemas.microsoft.com/office/drawing/2014/main" id="{5CB3AFAC-704F-5DC7-3845-CACA8E017024}"/>
                  </a:ext>
                </a:extLst>
              </p:cNvPr>
              <p:cNvSpPr/>
              <p:nvPr/>
            </p:nvSpPr>
            <p:spPr>
              <a:xfrm>
                <a:off x="7527156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29" name="pg534">
                <a:extLst>
                  <a:ext uri="{FF2B5EF4-FFF2-40B4-BE49-F238E27FC236}">
                    <a16:creationId xmlns:a16="http://schemas.microsoft.com/office/drawing/2014/main" id="{7F95B7E8-207F-AFDB-35B8-D08AE0A6C1FB}"/>
                  </a:ext>
                </a:extLst>
              </p:cNvPr>
              <p:cNvSpPr/>
              <p:nvPr/>
            </p:nvSpPr>
            <p:spPr>
              <a:xfrm>
                <a:off x="7558219" y="142296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30" name="pg535">
                <a:extLst>
                  <a:ext uri="{FF2B5EF4-FFF2-40B4-BE49-F238E27FC236}">
                    <a16:creationId xmlns:a16="http://schemas.microsoft.com/office/drawing/2014/main" id="{7BDC23B9-3E31-F95A-7ACE-7B1EFF02E392}"/>
                  </a:ext>
                </a:extLst>
              </p:cNvPr>
              <p:cNvSpPr/>
              <p:nvPr/>
            </p:nvSpPr>
            <p:spPr>
              <a:xfrm>
                <a:off x="7092276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5EDD8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31" name="pg536">
                <a:extLst>
                  <a:ext uri="{FF2B5EF4-FFF2-40B4-BE49-F238E27FC236}">
                    <a16:creationId xmlns:a16="http://schemas.microsoft.com/office/drawing/2014/main" id="{9B7794A3-7258-A153-F730-51CC0EB931D4}"/>
                  </a:ext>
                </a:extLst>
              </p:cNvPr>
              <p:cNvSpPr/>
              <p:nvPr/>
            </p:nvSpPr>
            <p:spPr>
              <a:xfrm>
                <a:off x="7123338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EDA">
                  <a:alpha val="100000"/>
                </a:srgbClr>
              </a:solidFill>
              <a:ln w="5420" cap="flat">
                <a:solidFill>
                  <a:srgbClr val="C0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32" name="pg537">
                <a:extLst>
                  <a:ext uri="{FF2B5EF4-FFF2-40B4-BE49-F238E27FC236}">
                    <a16:creationId xmlns:a16="http://schemas.microsoft.com/office/drawing/2014/main" id="{357A9077-CF35-B5DD-88D2-AFF5A78100B8}"/>
                  </a:ext>
                </a:extLst>
              </p:cNvPr>
              <p:cNvSpPr/>
              <p:nvPr/>
            </p:nvSpPr>
            <p:spPr>
              <a:xfrm>
                <a:off x="7154402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AEFDB">
                  <a:alpha val="100000"/>
                </a:srgbClr>
              </a:solidFill>
              <a:ln w="5420" cap="flat">
                <a:solidFill>
                  <a:srgbClr val="C4EC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33" name="pg538">
                <a:extLst>
                  <a:ext uri="{FF2B5EF4-FFF2-40B4-BE49-F238E27FC236}">
                    <a16:creationId xmlns:a16="http://schemas.microsoft.com/office/drawing/2014/main" id="{432E8227-926D-077B-6061-86BFBEF8822F}"/>
                  </a:ext>
                </a:extLst>
              </p:cNvPr>
              <p:cNvSpPr/>
              <p:nvPr/>
            </p:nvSpPr>
            <p:spPr>
              <a:xfrm>
                <a:off x="7185465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DF0DD">
                  <a:alpha val="100000"/>
                </a:srgbClr>
              </a:solidFill>
              <a:ln w="5420" cap="flat">
                <a:solidFill>
                  <a:srgbClr val="C8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34" name="pg539">
                <a:extLst>
                  <a:ext uri="{FF2B5EF4-FFF2-40B4-BE49-F238E27FC236}">
                    <a16:creationId xmlns:a16="http://schemas.microsoft.com/office/drawing/2014/main" id="{3FA90862-F746-0900-6032-F4883EA8017F}"/>
                  </a:ext>
                </a:extLst>
              </p:cNvPr>
              <p:cNvSpPr/>
              <p:nvPr/>
            </p:nvSpPr>
            <p:spPr>
              <a:xfrm>
                <a:off x="7216527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0F0DE">
                  <a:alpha val="100000"/>
                </a:srgbClr>
              </a:solidFill>
              <a:ln w="5420" cap="flat">
                <a:solidFill>
                  <a:srgbClr val="CBEFD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35" name="pg540">
                <a:extLst>
                  <a:ext uri="{FF2B5EF4-FFF2-40B4-BE49-F238E27FC236}">
                    <a16:creationId xmlns:a16="http://schemas.microsoft.com/office/drawing/2014/main" id="{D1DE5F86-4DB3-007B-9E6F-A5381E988764}"/>
                  </a:ext>
                </a:extLst>
              </p:cNvPr>
              <p:cNvSpPr/>
              <p:nvPr/>
            </p:nvSpPr>
            <p:spPr>
              <a:xfrm>
                <a:off x="7247590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2F1DF">
                  <a:alpha val="100000"/>
                </a:srgbClr>
              </a:solidFill>
              <a:ln w="5420" cap="flat">
                <a:solidFill>
                  <a:srgbClr val="CEF0D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36" name="pg541">
                <a:extLst>
                  <a:ext uri="{FF2B5EF4-FFF2-40B4-BE49-F238E27FC236}">
                    <a16:creationId xmlns:a16="http://schemas.microsoft.com/office/drawing/2014/main" id="{C1163F94-B522-F1B1-CC3B-8A8F51F63D37}"/>
                  </a:ext>
                </a:extLst>
              </p:cNvPr>
              <p:cNvSpPr/>
              <p:nvPr/>
            </p:nvSpPr>
            <p:spPr>
              <a:xfrm>
                <a:off x="7278653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3F1DF">
                  <a:alpha val="100000"/>
                </a:srgbClr>
              </a:solidFill>
              <a:ln w="5420" cap="flat">
                <a:solidFill>
                  <a:srgbClr val="CFF0D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37" name="pg542">
                <a:extLst>
                  <a:ext uri="{FF2B5EF4-FFF2-40B4-BE49-F238E27FC236}">
                    <a16:creationId xmlns:a16="http://schemas.microsoft.com/office/drawing/2014/main" id="{9F9F711E-FEF6-218F-F2CC-2A05CE4F6466}"/>
                  </a:ext>
                </a:extLst>
              </p:cNvPr>
              <p:cNvSpPr/>
              <p:nvPr/>
            </p:nvSpPr>
            <p:spPr>
              <a:xfrm>
                <a:off x="7309716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3F1DF">
                  <a:alpha val="100000"/>
                </a:srgbClr>
              </a:solidFill>
              <a:ln w="5420" cap="flat">
                <a:solidFill>
                  <a:srgbClr val="CFF0D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38" name="pg543">
                <a:extLst>
                  <a:ext uri="{FF2B5EF4-FFF2-40B4-BE49-F238E27FC236}">
                    <a16:creationId xmlns:a16="http://schemas.microsoft.com/office/drawing/2014/main" id="{59F396A4-DA14-484E-9D2A-2C5D72F36436}"/>
                  </a:ext>
                </a:extLst>
              </p:cNvPr>
              <p:cNvSpPr/>
              <p:nvPr/>
            </p:nvSpPr>
            <p:spPr>
              <a:xfrm>
                <a:off x="7340779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EF0DD">
                  <a:alpha val="100000"/>
                </a:srgbClr>
              </a:solidFill>
              <a:ln w="5420" cap="flat">
                <a:solidFill>
                  <a:srgbClr val="C9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39" name="pg544">
                <a:extLst>
                  <a:ext uri="{FF2B5EF4-FFF2-40B4-BE49-F238E27FC236}">
                    <a16:creationId xmlns:a16="http://schemas.microsoft.com/office/drawing/2014/main" id="{F23FEB17-2626-4ECA-5825-CFC4FD79EE00}"/>
                  </a:ext>
                </a:extLst>
              </p:cNvPr>
              <p:cNvSpPr/>
              <p:nvPr/>
            </p:nvSpPr>
            <p:spPr>
              <a:xfrm>
                <a:off x="7371842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AEFDB">
                  <a:alpha val="100000"/>
                </a:srgbClr>
              </a:solidFill>
              <a:ln w="5420" cap="flat">
                <a:solidFill>
                  <a:srgbClr val="C4EC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40" name="pg545">
                <a:extLst>
                  <a:ext uri="{FF2B5EF4-FFF2-40B4-BE49-F238E27FC236}">
                    <a16:creationId xmlns:a16="http://schemas.microsoft.com/office/drawing/2014/main" id="{47EC6D15-F09C-F61E-FE05-DE3687EFFDCC}"/>
                  </a:ext>
                </a:extLst>
              </p:cNvPr>
              <p:cNvSpPr/>
              <p:nvPr/>
            </p:nvSpPr>
            <p:spPr>
              <a:xfrm>
                <a:off x="7402905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6EDD9">
                  <a:alpha val="100000"/>
                </a:srgbClr>
              </a:solidFill>
              <a:ln w="5420" cap="flat">
                <a:solidFill>
                  <a:srgbClr val="BEEB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41" name="pg546">
                <a:extLst>
                  <a:ext uri="{FF2B5EF4-FFF2-40B4-BE49-F238E27FC236}">
                    <a16:creationId xmlns:a16="http://schemas.microsoft.com/office/drawing/2014/main" id="{34CA4078-9641-AED4-9FCE-82BA778E9F56}"/>
                  </a:ext>
                </a:extLst>
              </p:cNvPr>
              <p:cNvSpPr/>
              <p:nvPr/>
            </p:nvSpPr>
            <p:spPr>
              <a:xfrm>
                <a:off x="7433968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42" name="pg547">
                <a:extLst>
                  <a:ext uri="{FF2B5EF4-FFF2-40B4-BE49-F238E27FC236}">
                    <a16:creationId xmlns:a16="http://schemas.microsoft.com/office/drawing/2014/main" id="{C621600A-9CB5-F161-F1A5-A8862EACB9C2}"/>
                  </a:ext>
                </a:extLst>
              </p:cNvPr>
              <p:cNvSpPr/>
              <p:nvPr/>
            </p:nvSpPr>
            <p:spPr>
              <a:xfrm>
                <a:off x="7465031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E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43" name="pg548">
                <a:extLst>
                  <a:ext uri="{FF2B5EF4-FFF2-40B4-BE49-F238E27FC236}">
                    <a16:creationId xmlns:a16="http://schemas.microsoft.com/office/drawing/2014/main" id="{4F374610-8C07-0863-01E9-0F665AA9D1F6}"/>
                  </a:ext>
                </a:extLst>
              </p:cNvPr>
              <p:cNvSpPr/>
              <p:nvPr/>
            </p:nvSpPr>
            <p:spPr>
              <a:xfrm>
                <a:off x="7496094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B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44" name="pg549">
                <a:extLst>
                  <a:ext uri="{FF2B5EF4-FFF2-40B4-BE49-F238E27FC236}">
                    <a16:creationId xmlns:a16="http://schemas.microsoft.com/office/drawing/2014/main" id="{6D283C13-DF8E-C9F5-CC7D-DD3A881CA960}"/>
                  </a:ext>
                </a:extLst>
              </p:cNvPr>
              <p:cNvSpPr/>
              <p:nvPr/>
            </p:nvSpPr>
            <p:spPr>
              <a:xfrm>
                <a:off x="7527156" y="146236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3">
                  <a:alpha val="100000"/>
                </a:srgbClr>
              </a:solidFill>
              <a:ln w="5420" cap="flat">
                <a:solidFill>
                  <a:srgbClr val="AD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45" name="pg550">
                <a:extLst>
                  <a:ext uri="{FF2B5EF4-FFF2-40B4-BE49-F238E27FC236}">
                    <a16:creationId xmlns:a16="http://schemas.microsoft.com/office/drawing/2014/main" id="{26F6012E-369B-3B72-C64C-254592F79997}"/>
                  </a:ext>
                </a:extLst>
              </p:cNvPr>
              <p:cNvSpPr/>
              <p:nvPr/>
            </p:nvSpPr>
            <p:spPr>
              <a:xfrm>
                <a:off x="7185465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DEFDC">
                  <a:alpha val="100000"/>
                </a:srgbClr>
              </a:solidFill>
              <a:ln w="5420" cap="flat">
                <a:solidFill>
                  <a:srgbClr val="C7EDD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46" name="pg551">
                <a:extLst>
                  <a:ext uri="{FF2B5EF4-FFF2-40B4-BE49-F238E27FC236}">
                    <a16:creationId xmlns:a16="http://schemas.microsoft.com/office/drawing/2014/main" id="{B0E29757-0581-1BAA-59EE-C8BC08D22C96}"/>
                  </a:ext>
                </a:extLst>
              </p:cNvPr>
              <p:cNvSpPr/>
              <p:nvPr/>
            </p:nvSpPr>
            <p:spPr>
              <a:xfrm>
                <a:off x="7216527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FF0DD">
                  <a:alpha val="100000"/>
                </a:srgbClr>
              </a:solidFill>
              <a:ln w="5420" cap="flat">
                <a:solidFill>
                  <a:srgbClr val="CAEED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47" name="pg552">
                <a:extLst>
                  <a:ext uri="{FF2B5EF4-FFF2-40B4-BE49-F238E27FC236}">
                    <a16:creationId xmlns:a16="http://schemas.microsoft.com/office/drawing/2014/main" id="{CBFA398E-CB6C-E445-86D6-AD913119393A}"/>
                  </a:ext>
                </a:extLst>
              </p:cNvPr>
              <p:cNvSpPr/>
              <p:nvPr/>
            </p:nvSpPr>
            <p:spPr>
              <a:xfrm>
                <a:off x="7247590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0F1DE">
                  <a:alpha val="100000"/>
                </a:srgbClr>
              </a:solidFill>
              <a:ln w="5420" cap="flat">
                <a:solidFill>
                  <a:srgbClr val="CCEFD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48" name="pg553">
                <a:extLst>
                  <a:ext uri="{FF2B5EF4-FFF2-40B4-BE49-F238E27FC236}">
                    <a16:creationId xmlns:a16="http://schemas.microsoft.com/office/drawing/2014/main" id="{AD08F784-FCC1-11CD-208E-215BD9D61473}"/>
                  </a:ext>
                </a:extLst>
              </p:cNvPr>
              <p:cNvSpPr/>
              <p:nvPr/>
            </p:nvSpPr>
            <p:spPr>
              <a:xfrm>
                <a:off x="7278653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1F1DE">
                  <a:alpha val="100000"/>
                </a:srgbClr>
              </a:solidFill>
              <a:ln w="5420" cap="flat">
                <a:solidFill>
                  <a:srgbClr val="CDEFD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49" name="pg554">
                <a:extLst>
                  <a:ext uri="{FF2B5EF4-FFF2-40B4-BE49-F238E27FC236}">
                    <a16:creationId xmlns:a16="http://schemas.microsoft.com/office/drawing/2014/main" id="{F136FF58-C192-B6F3-560B-8F4729235FE3}"/>
                  </a:ext>
                </a:extLst>
              </p:cNvPr>
              <p:cNvSpPr/>
              <p:nvPr/>
            </p:nvSpPr>
            <p:spPr>
              <a:xfrm>
                <a:off x="7309716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D1F1DE">
                  <a:alpha val="100000"/>
                </a:srgbClr>
              </a:solidFill>
              <a:ln w="5420" cap="flat">
                <a:solidFill>
                  <a:srgbClr val="CDEFD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50" name="pg555">
                <a:extLst>
                  <a:ext uri="{FF2B5EF4-FFF2-40B4-BE49-F238E27FC236}">
                    <a16:creationId xmlns:a16="http://schemas.microsoft.com/office/drawing/2014/main" id="{9C353186-A362-6DFE-2AA3-4A66CF9F66B6}"/>
                  </a:ext>
                </a:extLst>
              </p:cNvPr>
              <p:cNvSpPr/>
              <p:nvPr/>
            </p:nvSpPr>
            <p:spPr>
              <a:xfrm>
                <a:off x="7340779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DEFDC">
                  <a:alpha val="100000"/>
                </a:srgbClr>
              </a:solidFill>
              <a:ln w="5420" cap="flat">
                <a:solidFill>
                  <a:srgbClr val="C7EED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51" name="pg556">
                <a:extLst>
                  <a:ext uri="{FF2B5EF4-FFF2-40B4-BE49-F238E27FC236}">
                    <a16:creationId xmlns:a16="http://schemas.microsoft.com/office/drawing/2014/main" id="{DA3A98D1-CF06-F098-F3BE-7009B70F6D45}"/>
                  </a:ext>
                </a:extLst>
              </p:cNvPr>
              <p:cNvSpPr/>
              <p:nvPr/>
            </p:nvSpPr>
            <p:spPr>
              <a:xfrm>
                <a:off x="7371842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AEEDB">
                  <a:alpha val="100000"/>
                </a:srgbClr>
              </a:solidFill>
              <a:ln w="5420" cap="flat">
                <a:solidFill>
                  <a:srgbClr val="C3ECD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52" name="pg557">
                <a:extLst>
                  <a:ext uri="{FF2B5EF4-FFF2-40B4-BE49-F238E27FC236}">
                    <a16:creationId xmlns:a16="http://schemas.microsoft.com/office/drawing/2014/main" id="{8A2AE347-D949-D9FB-5F6E-68E7EAA9CBDE}"/>
                  </a:ext>
                </a:extLst>
              </p:cNvPr>
              <p:cNvSpPr/>
              <p:nvPr/>
            </p:nvSpPr>
            <p:spPr>
              <a:xfrm>
                <a:off x="7402905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6EDD9">
                  <a:alpha val="100000"/>
                </a:srgbClr>
              </a:solidFill>
              <a:ln w="5420" cap="flat">
                <a:solidFill>
                  <a:srgbClr val="BEEA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53" name="pg558">
                <a:extLst>
                  <a:ext uri="{FF2B5EF4-FFF2-40B4-BE49-F238E27FC236}">
                    <a16:creationId xmlns:a16="http://schemas.microsoft.com/office/drawing/2014/main" id="{08F95C6E-6ECC-C084-CFE0-DF920B114E9C}"/>
                  </a:ext>
                </a:extLst>
              </p:cNvPr>
              <p:cNvSpPr/>
              <p:nvPr/>
            </p:nvSpPr>
            <p:spPr>
              <a:xfrm>
                <a:off x="7433968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9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54" name="pg559">
                <a:extLst>
                  <a:ext uri="{FF2B5EF4-FFF2-40B4-BE49-F238E27FC236}">
                    <a16:creationId xmlns:a16="http://schemas.microsoft.com/office/drawing/2014/main" id="{A65DA9F2-B151-2000-0939-55DEA4CBBD53}"/>
                  </a:ext>
                </a:extLst>
              </p:cNvPr>
              <p:cNvSpPr/>
              <p:nvPr/>
            </p:nvSpPr>
            <p:spPr>
              <a:xfrm>
                <a:off x="7465031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5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55" name="pg560">
                <a:extLst>
                  <a:ext uri="{FF2B5EF4-FFF2-40B4-BE49-F238E27FC236}">
                    <a16:creationId xmlns:a16="http://schemas.microsoft.com/office/drawing/2014/main" id="{64296EB7-2A7E-1D26-724E-EF308C9F4622}"/>
                  </a:ext>
                </a:extLst>
              </p:cNvPr>
              <p:cNvSpPr/>
              <p:nvPr/>
            </p:nvSpPr>
            <p:spPr>
              <a:xfrm>
                <a:off x="7496094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56" name="pg561">
                <a:extLst>
                  <a:ext uri="{FF2B5EF4-FFF2-40B4-BE49-F238E27FC236}">
                    <a16:creationId xmlns:a16="http://schemas.microsoft.com/office/drawing/2014/main" id="{0595C469-D94D-3786-CD53-2D6289CFEE44}"/>
                  </a:ext>
                </a:extLst>
              </p:cNvPr>
              <p:cNvSpPr/>
              <p:nvPr/>
            </p:nvSpPr>
            <p:spPr>
              <a:xfrm>
                <a:off x="7527156" y="150177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57" name="pg562">
                <a:extLst>
                  <a:ext uri="{FF2B5EF4-FFF2-40B4-BE49-F238E27FC236}">
                    <a16:creationId xmlns:a16="http://schemas.microsoft.com/office/drawing/2014/main" id="{E79EB488-BFD6-AE33-F389-75A2EBEEFBE7}"/>
                  </a:ext>
                </a:extLst>
              </p:cNvPr>
              <p:cNvSpPr/>
              <p:nvPr/>
            </p:nvSpPr>
            <p:spPr>
              <a:xfrm>
                <a:off x="7247590" y="15411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EF0DD">
                  <a:alpha val="100000"/>
                </a:srgbClr>
              </a:solidFill>
              <a:ln w="5420" cap="flat">
                <a:solidFill>
                  <a:srgbClr val="C8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58" name="pg563">
                <a:extLst>
                  <a:ext uri="{FF2B5EF4-FFF2-40B4-BE49-F238E27FC236}">
                    <a16:creationId xmlns:a16="http://schemas.microsoft.com/office/drawing/2014/main" id="{003B539E-4AA3-FC05-7FAB-ABBFA2B2AFC2}"/>
                  </a:ext>
                </a:extLst>
              </p:cNvPr>
              <p:cNvSpPr/>
              <p:nvPr/>
            </p:nvSpPr>
            <p:spPr>
              <a:xfrm>
                <a:off x="7278653" y="15411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EF0DD">
                  <a:alpha val="100000"/>
                </a:srgbClr>
              </a:solidFill>
              <a:ln w="5420" cap="flat">
                <a:solidFill>
                  <a:srgbClr val="C9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59" name="pg564">
                <a:extLst>
                  <a:ext uri="{FF2B5EF4-FFF2-40B4-BE49-F238E27FC236}">
                    <a16:creationId xmlns:a16="http://schemas.microsoft.com/office/drawing/2014/main" id="{13A3EEFB-98DE-6702-45F5-C532AAC77D70}"/>
                  </a:ext>
                </a:extLst>
              </p:cNvPr>
              <p:cNvSpPr/>
              <p:nvPr/>
            </p:nvSpPr>
            <p:spPr>
              <a:xfrm>
                <a:off x="7309716" y="15411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EF0DD">
                  <a:alpha val="100000"/>
                </a:srgbClr>
              </a:solidFill>
              <a:ln w="5420" cap="flat">
                <a:solidFill>
                  <a:srgbClr val="C9EED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60" name="pg565">
                <a:extLst>
                  <a:ext uri="{FF2B5EF4-FFF2-40B4-BE49-F238E27FC236}">
                    <a16:creationId xmlns:a16="http://schemas.microsoft.com/office/drawing/2014/main" id="{9BBF9EB8-6E06-A795-CE6E-3958C3F1A17D}"/>
                  </a:ext>
                </a:extLst>
              </p:cNvPr>
              <p:cNvSpPr/>
              <p:nvPr/>
            </p:nvSpPr>
            <p:spPr>
              <a:xfrm>
                <a:off x="7340779" y="15411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BEFDB">
                  <a:alpha val="100000"/>
                </a:srgbClr>
              </a:solidFill>
              <a:ln w="5420" cap="flat">
                <a:solidFill>
                  <a:srgbClr val="C4ED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61" name="pg566">
                <a:extLst>
                  <a:ext uri="{FF2B5EF4-FFF2-40B4-BE49-F238E27FC236}">
                    <a16:creationId xmlns:a16="http://schemas.microsoft.com/office/drawing/2014/main" id="{48A6EC1F-1677-75EF-3B86-F3518F3A1134}"/>
                  </a:ext>
                </a:extLst>
              </p:cNvPr>
              <p:cNvSpPr/>
              <p:nvPr/>
            </p:nvSpPr>
            <p:spPr>
              <a:xfrm>
                <a:off x="7371842" y="15411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8EEDA">
                  <a:alpha val="100000"/>
                </a:srgbClr>
              </a:solidFill>
              <a:ln w="5420" cap="flat">
                <a:solidFill>
                  <a:srgbClr val="C1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62" name="pg567">
                <a:extLst>
                  <a:ext uri="{FF2B5EF4-FFF2-40B4-BE49-F238E27FC236}">
                    <a16:creationId xmlns:a16="http://schemas.microsoft.com/office/drawing/2014/main" id="{AB5E5FB9-70F6-1063-0951-B93C4B1EF3D4}"/>
                  </a:ext>
                </a:extLst>
              </p:cNvPr>
              <p:cNvSpPr/>
              <p:nvPr/>
            </p:nvSpPr>
            <p:spPr>
              <a:xfrm>
                <a:off x="7402905" y="15411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5EDD8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63" name="pg568">
                <a:extLst>
                  <a:ext uri="{FF2B5EF4-FFF2-40B4-BE49-F238E27FC236}">
                    <a16:creationId xmlns:a16="http://schemas.microsoft.com/office/drawing/2014/main" id="{8F5DC27E-787F-1BDA-0393-E7E78473AFC1}"/>
                  </a:ext>
                </a:extLst>
              </p:cNvPr>
              <p:cNvSpPr/>
              <p:nvPr/>
            </p:nvSpPr>
            <p:spPr>
              <a:xfrm>
                <a:off x="7433968" y="15411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2ECD7">
                  <a:alpha val="100000"/>
                </a:srgbClr>
              </a:solidFill>
              <a:ln w="5420" cap="flat">
                <a:solidFill>
                  <a:srgbClr val="B8E9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64" name="pg569">
                <a:extLst>
                  <a:ext uri="{FF2B5EF4-FFF2-40B4-BE49-F238E27FC236}">
                    <a16:creationId xmlns:a16="http://schemas.microsoft.com/office/drawing/2014/main" id="{6928450B-CB95-E624-729A-E7EBF23787A3}"/>
                  </a:ext>
                </a:extLst>
              </p:cNvPr>
              <p:cNvSpPr/>
              <p:nvPr/>
            </p:nvSpPr>
            <p:spPr>
              <a:xfrm>
                <a:off x="7465031" y="15411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5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65" name="pg570">
                <a:extLst>
                  <a:ext uri="{FF2B5EF4-FFF2-40B4-BE49-F238E27FC236}">
                    <a16:creationId xmlns:a16="http://schemas.microsoft.com/office/drawing/2014/main" id="{6E31DD3A-013D-DD85-004F-3B0FC356CF44}"/>
                  </a:ext>
                </a:extLst>
              </p:cNvPr>
              <p:cNvSpPr/>
              <p:nvPr/>
            </p:nvSpPr>
            <p:spPr>
              <a:xfrm>
                <a:off x="7496094" y="15411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66" name="pg571">
                <a:extLst>
                  <a:ext uri="{FF2B5EF4-FFF2-40B4-BE49-F238E27FC236}">
                    <a16:creationId xmlns:a16="http://schemas.microsoft.com/office/drawing/2014/main" id="{A34DE729-5909-235A-85C7-A83A60169675}"/>
                  </a:ext>
                </a:extLst>
              </p:cNvPr>
              <p:cNvSpPr/>
              <p:nvPr/>
            </p:nvSpPr>
            <p:spPr>
              <a:xfrm>
                <a:off x="7527156" y="154118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B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67" name="pg572">
                <a:extLst>
                  <a:ext uri="{FF2B5EF4-FFF2-40B4-BE49-F238E27FC236}">
                    <a16:creationId xmlns:a16="http://schemas.microsoft.com/office/drawing/2014/main" id="{FCA21349-9C9E-ACA9-8FD2-FF5D635B3AD9}"/>
                  </a:ext>
                </a:extLst>
              </p:cNvPr>
              <p:cNvSpPr/>
              <p:nvPr/>
            </p:nvSpPr>
            <p:spPr>
              <a:xfrm>
                <a:off x="7278653" y="15805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BEFDB">
                  <a:alpha val="100000"/>
                </a:srgbClr>
              </a:solidFill>
              <a:ln w="5420" cap="flat">
                <a:solidFill>
                  <a:srgbClr val="C4ED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68" name="pg573">
                <a:extLst>
                  <a:ext uri="{FF2B5EF4-FFF2-40B4-BE49-F238E27FC236}">
                    <a16:creationId xmlns:a16="http://schemas.microsoft.com/office/drawing/2014/main" id="{581E0FF2-3768-E25B-AA26-6C466464825D}"/>
                  </a:ext>
                </a:extLst>
              </p:cNvPr>
              <p:cNvSpPr/>
              <p:nvPr/>
            </p:nvSpPr>
            <p:spPr>
              <a:xfrm>
                <a:off x="7309716" y="15805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AEFDB">
                  <a:alpha val="100000"/>
                </a:srgbClr>
              </a:solidFill>
              <a:ln w="5420" cap="flat">
                <a:solidFill>
                  <a:srgbClr val="C4ECD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69" name="pg574">
                <a:extLst>
                  <a:ext uri="{FF2B5EF4-FFF2-40B4-BE49-F238E27FC236}">
                    <a16:creationId xmlns:a16="http://schemas.microsoft.com/office/drawing/2014/main" id="{C290B486-DCDF-06C3-CECE-23AD03F537C0}"/>
                  </a:ext>
                </a:extLst>
              </p:cNvPr>
              <p:cNvSpPr/>
              <p:nvPr/>
            </p:nvSpPr>
            <p:spPr>
              <a:xfrm>
                <a:off x="7340779" y="15805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8EEDA">
                  <a:alpha val="100000"/>
                </a:srgbClr>
              </a:solidFill>
              <a:ln w="5420" cap="flat">
                <a:solidFill>
                  <a:srgbClr val="C0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70" name="pg575">
                <a:extLst>
                  <a:ext uri="{FF2B5EF4-FFF2-40B4-BE49-F238E27FC236}">
                    <a16:creationId xmlns:a16="http://schemas.microsoft.com/office/drawing/2014/main" id="{F51F8678-0728-B6B2-87D9-649DE025264A}"/>
                  </a:ext>
                </a:extLst>
              </p:cNvPr>
              <p:cNvSpPr/>
              <p:nvPr/>
            </p:nvSpPr>
            <p:spPr>
              <a:xfrm>
                <a:off x="7371842" y="15805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6EDD9">
                  <a:alpha val="100000"/>
                </a:srgbClr>
              </a:solidFill>
              <a:ln w="5420" cap="flat">
                <a:solidFill>
                  <a:srgbClr val="BDEAD5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71" name="pg576">
                <a:extLst>
                  <a:ext uri="{FF2B5EF4-FFF2-40B4-BE49-F238E27FC236}">
                    <a16:creationId xmlns:a16="http://schemas.microsoft.com/office/drawing/2014/main" id="{2A751BF0-096F-C5C1-0ADD-B0DA5621AD4F}"/>
                  </a:ext>
                </a:extLst>
              </p:cNvPr>
              <p:cNvSpPr/>
              <p:nvPr/>
            </p:nvSpPr>
            <p:spPr>
              <a:xfrm>
                <a:off x="7402905" y="15805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3ECD8">
                  <a:alpha val="100000"/>
                </a:srgbClr>
              </a:solidFill>
              <a:ln w="5420" cap="flat">
                <a:solidFill>
                  <a:srgbClr val="BA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72" name="pg577">
                <a:extLst>
                  <a:ext uri="{FF2B5EF4-FFF2-40B4-BE49-F238E27FC236}">
                    <a16:creationId xmlns:a16="http://schemas.microsoft.com/office/drawing/2014/main" id="{7887C13A-5056-CF11-228E-0CB81A3C9E66}"/>
                  </a:ext>
                </a:extLst>
              </p:cNvPr>
              <p:cNvSpPr/>
              <p:nvPr/>
            </p:nvSpPr>
            <p:spPr>
              <a:xfrm>
                <a:off x="7433968" y="15805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1EBD6">
                  <a:alpha val="100000"/>
                </a:srgbClr>
              </a:solidFill>
              <a:ln w="5420" cap="flat">
                <a:solidFill>
                  <a:srgbClr val="B7E8D1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73" name="pg578">
                <a:extLst>
                  <a:ext uri="{FF2B5EF4-FFF2-40B4-BE49-F238E27FC236}">
                    <a16:creationId xmlns:a16="http://schemas.microsoft.com/office/drawing/2014/main" id="{C2FF4836-25CA-5A75-48DB-A49F1848E977}"/>
                  </a:ext>
                </a:extLst>
              </p:cNvPr>
              <p:cNvSpPr/>
              <p:nvPr/>
            </p:nvSpPr>
            <p:spPr>
              <a:xfrm>
                <a:off x="7465031" y="15805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E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74" name="pg579">
                <a:extLst>
                  <a:ext uri="{FF2B5EF4-FFF2-40B4-BE49-F238E27FC236}">
                    <a16:creationId xmlns:a16="http://schemas.microsoft.com/office/drawing/2014/main" id="{3801FD81-F878-7254-DADC-70E7D13B3ABC}"/>
                  </a:ext>
                </a:extLst>
              </p:cNvPr>
              <p:cNvSpPr/>
              <p:nvPr/>
            </p:nvSpPr>
            <p:spPr>
              <a:xfrm>
                <a:off x="7496094" y="15805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1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75" name="pg580">
                <a:extLst>
                  <a:ext uri="{FF2B5EF4-FFF2-40B4-BE49-F238E27FC236}">
                    <a16:creationId xmlns:a16="http://schemas.microsoft.com/office/drawing/2014/main" id="{9AA1534C-9A12-037C-0955-5B42419F7065}"/>
                  </a:ext>
                </a:extLst>
              </p:cNvPr>
              <p:cNvSpPr/>
              <p:nvPr/>
            </p:nvSpPr>
            <p:spPr>
              <a:xfrm>
                <a:off x="7527156" y="158059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76" name="pg581">
                <a:extLst>
                  <a:ext uri="{FF2B5EF4-FFF2-40B4-BE49-F238E27FC236}">
                    <a16:creationId xmlns:a16="http://schemas.microsoft.com/office/drawing/2014/main" id="{5EF73F55-8CAE-3C6F-D6B2-6A76679DA9FD}"/>
                  </a:ext>
                </a:extLst>
              </p:cNvPr>
              <p:cNvSpPr/>
              <p:nvPr/>
            </p:nvSpPr>
            <p:spPr>
              <a:xfrm>
                <a:off x="7309716" y="16200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7EDD9">
                  <a:alpha val="100000"/>
                </a:srgbClr>
              </a:solidFill>
              <a:ln w="5420" cap="flat">
                <a:solidFill>
                  <a:srgbClr val="BFEBD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77" name="pg582">
                <a:extLst>
                  <a:ext uri="{FF2B5EF4-FFF2-40B4-BE49-F238E27FC236}">
                    <a16:creationId xmlns:a16="http://schemas.microsoft.com/office/drawing/2014/main" id="{35610EA3-B861-0A9F-A499-9BB986BBBA3D}"/>
                  </a:ext>
                </a:extLst>
              </p:cNvPr>
              <p:cNvSpPr/>
              <p:nvPr/>
            </p:nvSpPr>
            <p:spPr>
              <a:xfrm>
                <a:off x="7340779" y="16200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5EDD8">
                  <a:alpha val="100000"/>
                </a:srgbClr>
              </a:solidFill>
              <a:ln w="5420" cap="flat">
                <a:solidFill>
                  <a:srgbClr val="BCEAD4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78" name="pg583">
                <a:extLst>
                  <a:ext uri="{FF2B5EF4-FFF2-40B4-BE49-F238E27FC236}">
                    <a16:creationId xmlns:a16="http://schemas.microsoft.com/office/drawing/2014/main" id="{13F72CA0-FED5-1567-3D6D-BE4C0A3D8E63}"/>
                  </a:ext>
                </a:extLst>
              </p:cNvPr>
              <p:cNvSpPr/>
              <p:nvPr/>
            </p:nvSpPr>
            <p:spPr>
              <a:xfrm>
                <a:off x="7371842" y="16200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4ECD8">
                  <a:alpha val="100000"/>
                </a:srgbClr>
              </a:solidFill>
              <a:ln w="5420" cap="flat">
                <a:solidFill>
                  <a:srgbClr val="BBE9D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79" name="pg584">
                <a:extLst>
                  <a:ext uri="{FF2B5EF4-FFF2-40B4-BE49-F238E27FC236}">
                    <a16:creationId xmlns:a16="http://schemas.microsoft.com/office/drawing/2014/main" id="{D7AAF370-203F-7B25-6A57-859264F2EBA5}"/>
                  </a:ext>
                </a:extLst>
              </p:cNvPr>
              <p:cNvSpPr/>
              <p:nvPr/>
            </p:nvSpPr>
            <p:spPr>
              <a:xfrm>
                <a:off x="7402905" y="16200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C1ECD6">
                  <a:alpha val="100000"/>
                </a:srgbClr>
              </a:solidFill>
              <a:ln w="5420" cap="flat">
                <a:solidFill>
                  <a:srgbClr val="B7E8D2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80" name="pg585">
                <a:extLst>
                  <a:ext uri="{FF2B5EF4-FFF2-40B4-BE49-F238E27FC236}">
                    <a16:creationId xmlns:a16="http://schemas.microsoft.com/office/drawing/2014/main" id="{16DC937B-7EB0-9A3B-727C-F8EFD200719F}"/>
                  </a:ext>
                </a:extLst>
              </p:cNvPr>
              <p:cNvSpPr/>
              <p:nvPr/>
            </p:nvSpPr>
            <p:spPr>
              <a:xfrm>
                <a:off x="7433968" y="16200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6">
                  <a:alpha val="100000"/>
                </a:srgbClr>
              </a:solidFill>
              <a:ln w="5420" cap="flat">
                <a:solidFill>
                  <a:srgbClr val="B5E8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81" name="pg586">
                <a:extLst>
                  <a:ext uri="{FF2B5EF4-FFF2-40B4-BE49-F238E27FC236}">
                    <a16:creationId xmlns:a16="http://schemas.microsoft.com/office/drawing/2014/main" id="{7CC0A67D-6C31-6A74-A6F5-6D5A039DF0F3}"/>
                  </a:ext>
                </a:extLst>
              </p:cNvPr>
              <p:cNvSpPr/>
              <p:nvPr/>
            </p:nvSpPr>
            <p:spPr>
              <a:xfrm>
                <a:off x="7465031" y="16200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5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82" name="pg587">
                <a:extLst>
                  <a:ext uri="{FF2B5EF4-FFF2-40B4-BE49-F238E27FC236}">
                    <a16:creationId xmlns:a16="http://schemas.microsoft.com/office/drawing/2014/main" id="{7436AE0B-7BC1-8BE3-6308-6D315A2F942C}"/>
                  </a:ext>
                </a:extLst>
              </p:cNvPr>
              <p:cNvSpPr/>
              <p:nvPr/>
            </p:nvSpPr>
            <p:spPr>
              <a:xfrm>
                <a:off x="7496094" y="16200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B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83" name="pg588">
                <a:extLst>
                  <a:ext uri="{FF2B5EF4-FFF2-40B4-BE49-F238E27FC236}">
                    <a16:creationId xmlns:a16="http://schemas.microsoft.com/office/drawing/2014/main" id="{5BD128CD-467C-46DE-8E21-B454D67C9418}"/>
                  </a:ext>
                </a:extLst>
              </p:cNvPr>
              <p:cNvSpPr/>
              <p:nvPr/>
            </p:nvSpPr>
            <p:spPr>
              <a:xfrm>
                <a:off x="7527156" y="16200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84" name="pg589">
                <a:extLst>
                  <a:ext uri="{FF2B5EF4-FFF2-40B4-BE49-F238E27FC236}">
                    <a16:creationId xmlns:a16="http://schemas.microsoft.com/office/drawing/2014/main" id="{84B7EAEC-6563-FD83-6919-0DE109B9F5FC}"/>
                  </a:ext>
                </a:extLst>
              </p:cNvPr>
              <p:cNvSpPr/>
              <p:nvPr/>
            </p:nvSpPr>
            <p:spPr>
              <a:xfrm>
                <a:off x="7558219" y="162000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85" name="pg590">
                <a:extLst>
                  <a:ext uri="{FF2B5EF4-FFF2-40B4-BE49-F238E27FC236}">
                    <a16:creationId xmlns:a16="http://schemas.microsoft.com/office/drawing/2014/main" id="{C7FE1F09-E8D8-4CE9-9FEC-B83A591BCC65}"/>
                  </a:ext>
                </a:extLst>
              </p:cNvPr>
              <p:cNvSpPr/>
              <p:nvPr/>
            </p:nvSpPr>
            <p:spPr>
              <a:xfrm>
                <a:off x="7402905" y="165941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5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86" name="pg591">
                <a:extLst>
                  <a:ext uri="{FF2B5EF4-FFF2-40B4-BE49-F238E27FC236}">
                    <a16:creationId xmlns:a16="http://schemas.microsoft.com/office/drawing/2014/main" id="{E782DA42-1DDC-D601-F854-C870E55234CF}"/>
                  </a:ext>
                </a:extLst>
              </p:cNvPr>
              <p:cNvSpPr/>
              <p:nvPr/>
            </p:nvSpPr>
            <p:spPr>
              <a:xfrm>
                <a:off x="7433968" y="165941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5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87" name="pg592">
                <a:extLst>
                  <a:ext uri="{FF2B5EF4-FFF2-40B4-BE49-F238E27FC236}">
                    <a16:creationId xmlns:a16="http://schemas.microsoft.com/office/drawing/2014/main" id="{107E97FB-13FC-888D-82E8-45967CE669FF}"/>
                  </a:ext>
                </a:extLst>
              </p:cNvPr>
              <p:cNvSpPr/>
              <p:nvPr/>
            </p:nvSpPr>
            <p:spPr>
              <a:xfrm>
                <a:off x="7465031" y="165941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88" name="pg593">
                <a:extLst>
                  <a:ext uri="{FF2B5EF4-FFF2-40B4-BE49-F238E27FC236}">
                    <a16:creationId xmlns:a16="http://schemas.microsoft.com/office/drawing/2014/main" id="{4136BE3C-CB92-CA52-5B15-5E2FB0474AD8}"/>
                  </a:ext>
                </a:extLst>
              </p:cNvPr>
              <p:cNvSpPr/>
              <p:nvPr/>
            </p:nvSpPr>
            <p:spPr>
              <a:xfrm>
                <a:off x="7496094" y="165941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89" name="pg594">
                <a:extLst>
                  <a:ext uri="{FF2B5EF4-FFF2-40B4-BE49-F238E27FC236}">
                    <a16:creationId xmlns:a16="http://schemas.microsoft.com/office/drawing/2014/main" id="{6BD4D309-1AE5-6ED3-7960-3B49ECDFB6D9}"/>
                  </a:ext>
                </a:extLst>
              </p:cNvPr>
              <p:cNvSpPr/>
              <p:nvPr/>
            </p:nvSpPr>
            <p:spPr>
              <a:xfrm>
                <a:off x="7527156" y="165941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90" name="pg595">
                <a:extLst>
                  <a:ext uri="{FF2B5EF4-FFF2-40B4-BE49-F238E27FC236}">
                    <a16:creationId xmlns:a16="http://schemas.microsoft.com/office/drawing/2014/main" id="{83679E57-C54F-AE57-35D5-DDE467A9AF2B}"/>
                  </a:ext>
                </a:extLst>
              </p:cNvPr>
              <p:cNvSpPr/>
              <p:nvPr/>
            </p:nvSpPr>
            <p:spPr>
              <a:xfrm>
                <a:off x="7558219" y="1659411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91" name="pg596">
                <a:extLst>
                  <a:ext uri="{FF2B5EF4-FFF2-40B4-BE49-F238E27FC236}">
                    <a16:creationId xmlns:a16="http://schemas.microsoft.com/office/drawing/2014/main" id="{1CFCA6E3-8632-1DCF-A582-05F22D77E934}"/>
                  </a:ext>
                </a:extLst>
              </p:cNvPr>
              <p:cNvSpPr/>
              <p:nvPr/>
            </p:nvSpPr>
            <p:spPr>
              <a:xfrm>
                <a:off x="7247590" y="169881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FEBD5">
                  <a:alpha val="100000"/>
                </a:srgbClr>
              </a:solidFill>
              <a:ln w="5420" cap="flat">
                <a:solidFill>
                  <a:srgbClr val="B4E7D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92" name="pg597">
                <a:extLst>
                  <a:ext uri="{FF2B5EF4-FFF2-40B4-BE49-F238E27FC236}">
                    <a16:creationId xmlns:a16="http://schemas.microsoft.com/office/drawing/2014/main" id="{245F61B7-0287-2884-057F-855FB425835C}"/>
                  </a:ext>
                </a:extLst>
              </p:cNvPr>
              <p:cNvSpPr/>
              <p:nvPr/>
            </p:nvSpPr>
            <p:spPr>
              <a:xfrm>
                <a:off x="7371842" y="169881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5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93" name="pg598">
                <a:extLst>
                  <a:ext uri="{FF2B5EF4-FFF2-40B4-BE49-F238E27FC236}">
                    <a16:creationId xmlns:a16="http://schemas.microsoft.com/office/drawing/2014/main" id="{745DC8D4-2F84-7EFC-40A1-98C73638AE07}"/>
                  </a:ext>
                </a:extLst>
              </p:cNvPr>
              <p:cNvSpPr/>
              <p:nvPr/>
            </p:nvSpPr>
            <p:spPr>
              <a:xfrm>
                <a:off x="7402905" y="169881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2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94" name="pg599">
                <a:extLst>
                  <a:ext uri="{FF2B5EF4-FFF2-40B4-BE49-F238E27FC236}">
                    <a16:creationId xmlns:a16="http://schemas.microsoft.com/office/drawing/2014/main" id="{B9B75401-A07B-0152-C208-B8E11EE6CF7C}"/>
                  </a:ext>
                </a:extLst>
              </p:cNvPr>
              <p:cNvSpPr/>
              <p:nvPr/>
            </p:nvSpPr>
            <p:spPr>
              <a:xfrm>
                <a:off x="7433968" y="169881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95" name="pg600">
                <a:extLst>
                  <a:ext uri="{FF2B5EF4-FFF2-40B4-BE49-F238E27FC236}">
                    <a16:creationId xmlns:a16="http://schemas.microsoft.com/office/drawing/2014/main" id="{B5528558-3346-AD4B-86A3-59D0C7D080B0}"/>
                  </a:ext>
                </a:extLst>
              </p:cNvPr>
              <p:cNvSpPr/>
              <p:nvPr/>
            </p:nvSpPr>
            <p:spPr>
              <a:xfrm>
                <a:off x="7465031" y="169881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E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96" name="pg601">
                <a:extLst>
                  <a:ext uri="{FF2B5EF4-FFF2-40B4-BE49-F238E27FC236}">
                    <a16:creationId xmlns:a16="http://schemas.microsoft.com/office/drawing/2014/main" id="{A8FC62BA-9870-8FEE-D2AF-694EC453FC43}"/>
                  </a:ext>
                </a:extLst>
              </p:cNvPr>
              <p:cNvSpPr/>
              <p:nvPr/>
            </p:nvSpPr>
            <p:spPr>
              <a:xfrm>
                <a:off x="7496094" y="169881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97" name="pg602">
                <a:extLst>
                  <a:ext uri="{FF2B5EF4-FFF2-40B4-BE49-F238E27FC236}">
                    <a16:creationId xmlns:a16="http://schemas.microsoft.com/office/drawing/2014/main" id="{E6064D5B-48D9-D9CC-E9EC-3EE8DA1C317E}"/>
                  </a:ext>
                </a:extLst>
              </p:cNvPr>
              <p:cNvSpPr/>
              <p:nvPr/>
            </p:nvSpPr>
            <p:spPr>
              <a:xfrm>
                <a:off x="7527156" y="169881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98" name="pg603">
                <a:extLst>
                  <a:ext uri="{FF2B5EF4-FFF2-40B4-BE49-F238E27FC236}">
                    <a16:creationId xmlns:a16="http://schemas.microsoft.com/office/drawing/2014/main" id="{92172D44-1B84-9B96-9BD5-778DC3F6492F}"/>
                  </a:ext>
                </a:extLst>
              </p:cNvPr>
              <p:cNvSpPr/>
              <p:nvPr/>
            </p:nvSpPr>
            <p:spPr>
              <a:xfrm>
                <a:off x="7558219" y="1698819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99" name="pg604">
                <a:extLst>
                  <a:ext uri="{FF2B5EF4-FFF2-40B4-BE49-F238E27FC236}">
                    <a16:creationId xmlns:a16="http://schemas.microsoft.com/office/drawing/2014/main" id="{DFD0F82C-39D1-2DB7-E98A-F4C419AD6AA0}"/>
                  </a:ext>
                </a:extLst>
              </p:cNvPr>
              <p:cNvSpPr/>
              <p:nvPr/>
            </p:nvSpPr>
            <p:spPr>
              <a:xfrm>
                <a:off x="7216527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00" name="pg605">
                <a:extLst>
                  <a:ext uri="{FF2B5EF4-FFF2-40B4-BE49-F238E27FC236}">
                    <a16:creationId xmlns:a16="http://schemas.microsoft.com/office/drawing/2014/main" id="{098246CD-C4B8-AD1A-B70F-F23FD1C45EB2}"/>
                  </a:ext>
                </a:extLst>
              </p:cNvPr>
              <p:cNvSpPr/>
              <p:nvPr/>
            </p:nvSpPr>
            <p:spPr>
              <a:xfrm>
                <a:off x="7247590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01" name="pg606">
                <a:extLst>
                  <a:ext uri="{FF2B5EF4-FFF2-40B4-BE49-F238E27FC236}">
                    <a16:creationId xmlns:a16="http://schemas.microsoft.com/office/drawing/2014/main" id="{511034A9-B0BA-B649-4946-850EBE8BC3EE}"/>
                  </a:ext>
                </a:extLst>
              </p:cNvPr>
              <p:cNvSpPr/>
              <p:nvPr/>
            </p:nvSpPr>
            <p:spPr>
              <a:xfrm>
                <a:off x="7278653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2E7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02" name="pg607">
                <a:extLst>
                  <a:ext uri="{FF2B5EF4-FFF2-40B4-BE49-F238E27FC236}">
                    <a16:creationId xmlns:a16="http://schemas.microsoft.com/office/drawing/2014/main" id="{453B0A37-20EA-509E-95CE-AAD9E98802DE}"/>
                  </a:ext>
                </a:extLst>
              </p:cNvPr>
              <p:cNvSpPr/>
              <p:nvPr/>
            </p:nvSpPr>
            <p:spPr>
              <a:xfrm>
                <a:off x="7309716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DEAD4">
                  <a:alpha val="100000"/>
                </a:srgbClr>
              </a:solidFill>
              <a:ln w="5420" cap="flat">
                <a:solidFill>
                  <a:srgbClr val="B1E6C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03" name="pg608">
                <a:extLst>
                  <a:ext uri="{FF2B5EF4-FFF2-40B4-BE49-F238E27FC236}">
                    <a16:creationId xmlns:a16="http://schemas.microsoft.com/office/drawing/2014/main" id="{704477A8-217F-33B9-DE7A-06BBE02E52CE}"/>
                  </a:ext>
                </a:extLst>
              </p:cNvPr>
              <p:cNvSpPr/>
              <p:nvPr/>
            </p:nvSpPr>
            <p:spPr>
              <a:xfrm>
                <a:off x="7340779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04" name="pg609">
                <a:extLst>
                  <a:ext uri="{FF2B5EF4-FFF2-40B4-BE49-F238E27FC236}">
                    <a16:creationId xmlns:a16="http://schemas.microsoft.com/office/drawing/2014/main" id="{87F652B7-1232-DB43-B549-BFDAC7551F7E}"/>
                  </a:ext>
                </a:extLst>
              </p:cNvPr>
              <p:cNvSpPr/>
              <p:nvPr/>
            </p:nvSpPr>
            <p:spPr>
              <a:xfrm>
                <a:off x="7371842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CEAD4">
                  <a:alpha val="100000"/>
                </a:srgbClr>
              </a:solidFill>
              <a:ln w="5420" cap="flat">
                <a:solidFill>
                  <a:srgbClr val="B0E6CE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05" name="pg610">
                <a:extLst>
                  <a:ext uri="{FF2B5EF4-FFF2-40B4-BE49-F238E27FC236}">
                    <a16:creationId xmlns:a16="http://schemas.microsoft.com/office/drawing/2014/main" id="{B15ED921-AA7E-C410-47E5-5625C12B81D1}"/>
                  </a:ext>
                </a:extLst>
              </p:cNvPr>
              <p:cNvSpPr/>
              <p:nvPr/>
            </p:nvSpPr>
            <p:spPr>
              <a:xfrm>
                <a:off x="7402905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BE9D3">
                  <a:alpha val="100000"/>
                </a:srgbClr>
              </a:solidFill>
              <a:ln w="5420" cap="flat">
                <a:solidFill>
                  <a:srgbClr val="AF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06" name="pg611">
                <a:extLst>
                  <a:ext uri="{FF2B5EF4-FFF2-40B4-BE49-F238E27FC236}">
                    <a16:creationId xmlns:a16="http://schemas.microsoft.com/office/drawing/2014/main" id="{1B994FBD-8ADB-B9B0-1A61-1B6D9017F3DB}"/>
                  </a:ext>
                </a:extLst>
              </p:cNvPr>
              <p:cNvSpPr/>
              <p:nvPr/>
            </p:nvSpPr>
            <p:spPr>
              <a:xfrm>
                <a:off x="7433968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AE9D3">
                  <a:alpha val="100000"/>
                </a:srgbClr>
              </a:solidFill>
              <a:ln w="5420" cap="flat">
                <a:solidFill>
                  <a:srgbClr val="ADE5CD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07" name="pg612">
                <a:extLst>
                  <a:ext uri="{FF2B5EF4-FFF2-40B4-BE49-F238E27FC236}">
                    <a16:creationId xmlns:a16="http://schemas.microsoft.com/office/drawing/2014/main" id="{FE6FBE56-EA3A-ECDB-A9EA-FABB338F243E}"/>
                  </a:ext>
                </a:extLst>
              </p:cNvPr>
              <p:cNvSpPr/>
              <p:nvPr/>
            </p:nvSpPr>
            <p:spPr>
              <a:xfrm>
                <a:off x="7465031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9E9D2">
                  <a:alpha val="100000"/>
                </a:srgbClr>
              </a:solidFill>
              <a:ln w="5420" cap="flat">
                <a:solidFill>
                  <a:srgbClr val="ACE5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08" name="pg613">
                <a:extLst>
                  <a:ext uri="{FF2B5EF4-FFF2-40B4-BE49-F238E27FC236}">
                    <a16:creationId xmlns:a16="http://schemas.microsoft.com/office/drawing/2014/main" id="{6DFF3B6E-98B3-8985-12FB-9CA98243058A}"/>
                  </a:ext>
                </a:extLst>
              </p:cNvPr>
              <p:cNvSpPr/>
              <p:nvPr/>
            </p:nvSpPr>
            <p:spPr>
              <a:xfrm>
                <a:off x="7496094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09" name="pg614">
                <a:extLst>
                  <a:ext uri="{FF2B5EF4-FFF2-40B4-BE49-F238E27FC236}">
                    <a16:creationId xmlns:a16="http://schemas.microsoft.com/office/drawing/2014/main" id="{8EF2809E-7E7B-D916-AD73-95014D2B1E72}"/>
                  </a:ext>
                </a:extLst>
              </p:cNvPr>
              <p:cNvSpPr/>
              <p:nvPr/>
            </p:nvSpPr>
            <p:spPr>
              <a:xfrm>
                <a:off x="7527156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10" name="pg615">
                <a:extLst>
                  <a:ext uri="{FF2B5EF4-FFF2-40B4-BE49-F238E27FC236}">
                    <a16:creationId xmlns:a16="http://schemas.microsoft.com/office/drawing/2014/main" id="{B607AD3D-CAD4-CDAE-049A-28C700B5152E}"/>
                  </a:ext>
                </a:extLst>
              </p:cNvPr>
              <p:cNvSpPr/>
              <p:nvPr/>
            </p:nvSpPr>
            <p:spPr>
              <a:xfrm>
                <a:off x="7558219" y="1738228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11" name="pg616">
                <a:extLst>
                  <a:ext uri="{FF2B5EF4-FFF2-40B4-BE49-F238E27FC236}">
                    <a16:creationId xmlns:a16="http://schemas.microsoft.com/office/drawing/2014/main" id="{81DCA9F0-E517-40CC-7D2D-45C6CD9C3792}"/>
                  </a:ext>
                </a:extLst>
              </p:cNvPr>
              <p:cNvSpPr/>
              <p:nvPr/>
            </p:nvSpPr>
            <p:spPr>
              <a:xfrm>
                <a:off x="7185465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12" name="pg617">
                <a:extLst>
                  <a:ext uri="{FF2B5EF4-FFF2-40B4-BE49-F238E27FC236}">
                    <a16:creationId xmlns:a16="http://schemas.microsoft.com/office/drawing/2014/main" id="{2E4DF7B9-F67D-DEE1-8FFB-4F74695A4E0E}"/>
                  </a:ext>
                </a:extLst>
              </p:cNvPr>
              <p:cNvSpPr/>
              <p:nvPr/>
            </p:nvSpPr>
            <p:spPr>
              <a:xfrm>
                <a:off x="7216527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13" name="pg618">
                <a:extLst>
                  <a:ext uri="{FF2B5EF4-FFF2-40B4-BE49-F238E27FC236}">
                    <a16:creationId xmlns:a16="http://schemas.microsoft.com/office/drawing/2014/main" id="{F4976798-2E57-3144-9FA0-66C0FDC1F173}"/>
                  </a:ext>
                </a:extLst>
              </p:cNvPr>
              <p:cNvSpPr/>
              <p:nvPr/>
            </p:nvSpPr>
            <p:spPr>
              <a:xfrm>
                <a:off x="7247590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14" name="pg619">
                <a:extLst>
                  <a:ext uri="{FF2B5EF4-FFF2-40B4-BE49-F238E27FC236}">
                    <a16:creationId xmlns:a16="http://schemas.microsoft.com/office/drawing/2014/main" id="{338B7CCB-DB6F-5D45-41AC-F0F5F9D474C4}"/>
                  </a:ext>
                </a:extLst>
              </p:cNvPr>
              <p:cNvSpPr/>
              <p:nvPr/>
            </p:nvSpPr>
            <p:spPr>
              <a:xfrm>
                <a:off x="7278653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8D2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15" name="pg620">
                <a:extLst>
                  <a:ext uri="{FF2B5EF4-FFF2-40B4-BE49-F238E27FC236}">
                    <a16:creationId xmlns:a16="http://schemas.microsoft.com/office/drawing/2014/main" id="{9F78BA2E-C4AA-EDA9-89E5-D698C79714CE}"/>
                  </a:ext>
                </a:extLst>
              </p:cNvPr>
              <p:cNvSpPr/>
              <p:nvPr/>
            </p:nvSpPr>
            <p:spPr>
              <a:xfrm>
                <a:off x="7309716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8E9D2">
                  <a:alpha val="100000"/>
                </a:srgbClr>
              </a:solidFill>
              <a:ln w="5420" cap="flat">
                <a:solidFill>
                  <a:srgbClr val="ABE4CC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16" name="pg621">
                <a:extLst>
                  <a:ext uri="{FF2B5EF4-FFF2-40B4-BE49-F238E27FC236}">
                    <a16:creationId xmlns:a16="http://schemas.microsoft.com/office/drawing/2014/main" id="{6C538C6D-B890-2A02-D3BA-EA19F67C695D}"/>
                  </a:ext>
                </a:extLst>
              </p:cNvPr>
              <p:cNvSpPr/>
              <p:nvPr/>
            </p:nvSpPr>
            <p:spPr>
              <a:xfrm>
                <a:off x="7340779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2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17" name="pg622">
                <a:extLst>
                  <a:ext uri="{FF2B5EF4-FFF2-40B4-BE49-F238E27FC236}">
                    <a16:creationId xmlns:a16="http://schemas.microsoft.com/office/drawing/2014/main" id="{F9D9F46F-2A42-9FC8-31AE-18251430B789}"/>
                  </a:ext>
                </a:extLst>
              </p:cNvPr>
              <p:cNvSpPr/>
              <p:nvPr/>
            </p:nvSpPr>
            <p:spPr>
              <a:xfrm>
                <a:off x="7371842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A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18" name="pg623">
                <a:extLst>
                  <a:ext uri="{FF2B5EF4-FFF2-40B4-BE49-F238E27FC236}">
                    <a16:creationId xmlns:a16="http://schemas.microsoft.com/office/drawing/2014/main" id="{5C593F2D-D146-48E8-D8EA-074DCB078031}"/>
                  </a:ext>
                </a:extLst>
              </p:cNvPr>
              <p:cNvSpPr/>
              <p:nvPr/>
            </p:nvSpPr>
            <p:spPr>
              <a:xfrm>
                <a:off x="7402905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7E8D1">
                  <a:alpha val="100000"/>
                </a:srgbClr>
              </a:solidFill>
              <a:ln w="5420" cap="flat">
                <a:solidFill>
                  <a:srgbClr val="A9E4CB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19" name="pg624">
                <a:extLst>
                  <a:ext uri="{FF2B5EF4-FFF2-40B4-BE49-F238E27FC236}">
                    <a16:creationId xmlns:a16="http://schemas.microsoft.com/office/drawing/2014/main" id="{771FDA5D-C5AC-4493-5595-375780DC272B}"/>
                  </a:ext>
                </a:extLst>
              </p:cNvPr>
              <p:cNvSpPr/>
              <p:nvPr/>
            </p:nvSpPr>
            <p:spPr>
              <a:xfrm>
                <a:off x="7433968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20" name="pg625">
                <a:extLst>
                  <a:ext uri="{FF2B5EF4-FFF2-40B4-BE49-F238E27FC236}">
                    <a16:creationId xmlns:a16="http://schemas.microsoft.com/office/drawing/2014/main" id="{C0E70ED8-21B2-CD92-9F52-F05B2743075A}"/>
                  </a:ext>
                </a:extLst>
              </p:cNvPr>
              <p:cNvSpPr/>
              <p:nvPr/>
            </p:nvSpPr>
            <p:spPr>
              <a:xfrm>
                <a:off x="7465031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21" name="pg626">
                <a:extLst>
                  <a:ext uri="{FF2B5EF4-FFF2-40B4-BE49-F238E27FC236}">
                    <a16:creationId xmlns:a16="http://schemas.microsoft.com/office/drawing/2014/main" id="{022A1B39-73B7-A908-61BD-CCC2B90AFF6F}"/>
                  </a:ext>
                </a:extLst>
              </p:cNvPr>
              <p:cNvSpPr/>
              <p:nvPr/>
            </p:nvSpPr>
            <p:spPr>
              <a:xfrm>
                <a:off x="7496094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22" name="pg627">
                <a:extLst>
                  <a:ext uri="{FF2B5EF4-FFF2-40B4-BE49-F238E27FC236}">
                    <a16:creationId xmlns:a16="http://schemas.microsoft.com/office/drawing/2014/main" id="{5EDD88DF-9487-B015-1CB4-C3E4FC7888B6}"/>
                  </a:ext>
                </a:extLst>
              </p:cNvPr>
              <p:cNvSpPr/>
              <p:nvPr/>
            </p:nvSpPr>
            <p:spPr>
              <a:xfrm>
                <a:off x="7527156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23" name="pg628">
                <a:extLst>
                  <a:ext uri="{FF2B5EF4-FFF2-40B4-BE49-F238E27FC236}">
                    <a16:creationId xmlns:a16="http://schemas.microsoft.com/office/drawing/2014/main" id="{E62E3FF1-3EC9-A3BA-7ACD-B25BFBA5D9FA}"/>
                  </a:ext>
                </a:extLst>
              </p:cNvPr>
              <p:cNvSpPr/>
              <p:nvPr/>
            </p:nvSpPr>
            <p:spPr>
              <a:xfrm>
                <a:off x="7558219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24" name="pg629">
                <a:extLst>
                  <a:ext uri="{FF2B5EF4-FFF2-40B4-BE49-F238E27FC236}">
                    <a16:creationId xmlns:a16="http://schemas.microsoft.com/office/drawing/2014/main" id="{44C2FB0C-2499-D3D5-F921-8A35F81669BB}"/>
                  </a:ext>
                </a:extLst>
              </p:cNvPr>
              <p:cNvSpPr/>
              <p:nvPr/>
            </p:nvSpPr>
            <p:spPr>
              <a:xfrm>
                <a:off x="7589283" y="1777636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25" name="pg630">
                <a:extLst>
                  <a:ext uri="{FF2B5EF4-FFF2-40B4-BE49-F238E27FC236}">
                    <a16:creationId xmlns:a16="http://schemas.microsoft.com/office/drawing/2014/main" id="{66DEBE44-F6CA-D266-767C-F0CCF44E43F1}"/>
                  </a:ext>
                </a:extLst>
              </p:cNvPr>
              <p:cNvSpPr/>
              <p:nvPr/>
            </p:nvSpPr>
            <p:spPr>
              <a:xfrm>
                <a:off x="7185465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A6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26" name="pg631">
                <a:extLst>
                  <a:ext uri="{FF2B5EF4-FFF2-40B4-BE49-F238E27FC236}">
                    <a16:creationId xmlns:a16="http://schemas.microsoft.com/office/drawing/2014/main" id="{B6D1EA68-4675-3EC3-34A9-2201A05F3E37}"/>
                  </a:ext>
                </a:extLst>
              </p:cNvPr>
              <p:cNvSpPr/>
              <p:nvPr/>
            </p:nvSpPr>
            <p:spPr>
              <a:xfrm>
                <a:off x="7216527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27" name="pg632">
                <a:extLst>
                  <a:ext uri="{FF2B5EF4-FFF2-40B4-BE49-F238E27FC236}">
                    <a16:creationId xmlns:a16="http://schemas.microsoft.com/office/drawing/2014/main" id="{900829B5-3B37-1159-BB29-B2C9A92821FE}"/>
                  </a:ext>
                </a:extLst>
              </p:cNvPr>
              <p:cNvSpPr/>
              <p:nvPr/>
            </p:nvSpPr>
            <p:spPr>
              <a:xfrm>
                <a:off x="7247590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28" name="pg633">
                <a:extLst>
                  <a:ext uri="{FF2B5EF4-FFF2-40B4-BE49-F238E27FC236}">
                    <a16:creationId xmlns:a16="http://schemas.microsoft.com/office/drawing/2014/main" id="{4CB5CBBF-B540-64DD-2EA9-87928AE73C60}"/>
                  </a:ext>
                </a:extLst>
              </p:cNvPr>
              <p:cNvSpPr/>
              <p:nvPr/>
            </p:nvSpPr>
            <p:spPr>
              <a:xfrm>
                <a:off x="7278653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29" name="pg634">
                <a:extLst>
                  <a:ext uri="{FF2B5EF4-FFF2-40B4-BE49-F238E27FC236}">
                    <a16:creationId xmlns:a16="http://schemas.microsoft.com/office/drawing/2014/main" id="{8AEAB51D-B3E0-D4D6-968A-EE5334CA26DB}"/>
                  </a:ext>
                </a:extLst>
              </p:cNvPr>
              <p:cNvSpPr/>
              <p:nvPr/>
            </p:nvSpPr>
            <p:spPr>
              <a:xfrm>
                <a:off x="7309716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6E8D1">
                  <a:alpha val="100000"/>
                </a:srgbClr>
              </a:solidFill>
              <a:ln w="5420" cap="flat">
                <a:solidFill>
                  <a:srgbClr val="A8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30" name="pg635">
                <a:extLst>
                  <a:ext uri="{FF2B5EF4-FFF2-40B4-BE49-F238E27FC236}">
                    <a16:creationId xmlns:a16="http://schemas.microsoft.com/office/drawing/2014/main" id="{340ADF15-ADC5-DE42-07E3-FC61904B8232}"/>
                  </a:ext>
                </a:extLst>
              </p:cNvPr>
              <p:cNvSpPr/>
              <p:nvPr/>
            </p:nvSpPr>
            <p:spPr>
              <a:xfrm>
                <a:off x="7340779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1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31" name="pg636">
                <a:extLst>
                  <a:ext uri="{FF2B5EF4-FFF2-40B4-BE49-F238E27FC236}">
                    <a16:creationId xmlns:a16="http://schemas.microsoft.com/office/drawing/2014/main" id="{D83B5AD3-9714-D914-DAA0-A37D80B8CD53}"/>
                  </a:ext>
                </a:extLst>
              </p:cNvPr>
              <p:cNvSpPr/>
              <p:nvPr/>
            </p:nvSpPr>
            <p:spPr>
              <a:xfrm>
                <a:off x="7371842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8D0">
                  <a:alpha val="100000"/>
                </a:srgbClr>
              </a:solidFill>
              <a:ln w="5420" cap="flat">
                <a:solidFill>
                  <a:srgbClr val="A7E3CA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32" name="pg637">
                <a:extLst>
                  <a:ext uri="{FF2B5EF4-FFF2-40B4-BE49-F238E27FC236}">
                    <a16:creationId xmlns:a16="http://schemas.microsoft.com/office/drawing/2014/main" id="{0C971A11-E847-986E-8A0D-80CB92D27875}"/>
                  </a:ext>
                </a:extLst>
              </p:cNvPr>
              <p:cNvSpPr/>
              <p:nvPr/>
            </p:nvSpPr>
            <p:spPr>
              <a:xfrm>
                <a:off x="7402905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5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33" name="pg638">
                <a:extLst>
                  <a:ext uri="{FF2B5EF4-FFF2-40B4-BE49-F238E27FC236}">
                    <a16:creationId xmlns:a16="http://schemas.microsoft.com/office/drawing/2014/main" id="{FCD6D490-413F-232F-0AED-E861288309AB}"/>
                  </a:ext>
                </a:extLst>
              </p:cNvPr>
              <p:cNvSpPr/>
              <p:nvPr/>
            </p:nvSpPr>
            <p:spPr>
              <a:xfrm>
                <a:off x="7433968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6E3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34" name="pg639">
                <a:extLst>
                  <a:ext uri="{FF2B5EF4-FFF2-40B4-BE49-F238E27FC236}">
                    <a16:creationId xmlns:a16="http://schemas.microsoft.com/office/drawing/2014/main" id="{17562E08-4B31-796F-2B7A-5B89831ADB97}"/>
                  </a:ext>
                </a:extLst>
              </p:cNvPr>
              <p:cNvSpPr/>
              <p:nvPr/>
            </p:nvSpPr>
            <p:spPr>
              <a:xfrm>
                <a:off x="7465031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35" name="pg640">
                <a:extLst>
                  <a:ext uri="{FF2B5EF4-FFF2-40B4-BE49-F238E27FC236}">
                    <a16:creationId xmlns:a16="http://schemas.microsoft.com/office/drawing/2014/main" id="{7582BCA7-0617-412E-8691-0D3B6E008795}"/>
                  </a:ext>
                </a:extLst>
              </p:cNvPr>
              <p:cNvSpPr/>
              <p:nvPr/>
            </p:nvSpPr>
            <p:spPr>
              <a:xfrm>
                <a:off x="7496094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36" name="pg641">
                <a:extLst>
                  <a:ext uri="{FF2B5EF4-FFF2-40B4-BE49-F238E27FC236}">
                    <a16:creationId xmlns:a16="http://schemas.microsoft.com/office/drawing/2014/main" id="{E262A137-DE0C-2C43-517B-EA4472478D22}"/>
                  </a:ext>
                </a:extLst>
              </p:cNvPr>
              <p:cNvSpPr/>
              <p:nvPr/>
            </p:nvSpPr>
            <p:spPr>
              <a:xfrm>
                <a:off x="7527156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37" name="pg642">
                <a:extLst>
                  <a:ext uri="{FF2B5EF4-FFF2-40B4-BE49-F238E27FC236}">
                    <a16:creationId xmlns:a16="http://schemas.microsoft.com/office/drawing/2014/main" id="{ABAAC4DA-7544-CF75-47B8-52F896C496FF}"/>
                  </a:ext>
                </a:extLst>
              </p:cNvPr>
              <p:cNvSpPr/>
              <p:nvPr/>
            </p:nvSpPr>
            <p:spPr>
              <a:xfrm>
                <a:off x="7558219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38" name="pg643">
                <a:extLst>
                  <a:ext uri="{FF2B5EF4-FFF2-40B4-BE49-F238E27FC236}">
                    <a16:creationId xmlns:a16="http://schemas.microsoft.com/office/drawing/2014/main" id="{5A53A5FF-29E7-CC83-D3A6-56E8C9628189}"/>
                  </a:ext>
                </a:extLst>
              </p:cNvPr>
              <p:cNvSpPr/>
              <p:nvPr/>
            </p:nvSpPr>
            <p:spPr>
              <a:xfrm>
                <a:off x="7589283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39" name="pg644">
                <a:extLst>
                  <a:ext uri="{FF2B5EF4-FFF2-40B4-BE49-F238E27FC236}">
                    <a16:creationId xmlns:a16="http://schemas.microsoft.com/office/drawing/2014/main" id="{F21B01AA-BFB5-1DE3-C392-B7D72B8D0DCE}"/>
                  </a:ext>
                </a:extLst>
              </p:cNvPr>
              <p:cNvSpPr/>
              <p:nvPr/>
            </p:nvSpPr>
            <p:spPr>
              <a:xfrm>
                <a:off x="7620345" y="1817045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40" name="pg645">
                <a:extLst>
                  <a:ext uri="{FF2B5EF4-FFF2-40B4-BE49-F238E27FC236}">
                    <a16:creationId xmlns:a16="http://schemas.microsoft.com/office/drawing/2014/main" id="{C72DFD55-9C67-3A5B-E042-2C1B49F89594}"/>
                  </a:ext>
                </a:extLst>
              </p:cNvPr>
              <p:cNvSpPr/>
              <p:nvPr/>
            </p:nvSpPr>
            <p:spPr>
              <a:xfrm>
                <a:off x="7185465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41" name="pg646">
                <a:extLst>
                  <a:ext uri="{FF2B5EF4-FFF2-40B4-BE49-F238E27FC236}">
                    <a16:creationId xmlns:a16="http://schemas.microsoft.com/office/drawing/2014/main" id="{DC2B2263-DA62-8CD6-443F-E004AAB1C95E}"/>
                  </a:ext>
                </a:extLst>
              </p:cNvPr>
              <p:cNvSpPr/>
              <p:nvPr/>
            </p:nvSpPr>
            <p:spPr>
              <a:xfrm>
                <a:off x="7216527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42" name="pg647">
                <a:extLst>
                  <a:ext uri="{FF2B5EF4-FFF2-40B4-BE49-F238E27FC236}">
                    <a16:creationId xmlns:a16="http://schemas.microsoft.com/office/drawing/2014/main" id="{D70FA3E9-0658-0FB6-8804-CCF8E7D05257}"/>
                  </a:ext>
                </a:extLst>
              </p:cNvPr>
              <p:cNvSpPr/>
              <p:nvPr/>
            </p:nvSpPr>
            <p:spPr>
              <a:xfrm>
                <a:off x="7247590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43" name="pg648">
                <a:extLst>
                  <a:ext uri="{FF2B5EF4-FFF2-40B4-BE49-F238E27FC236}">
                    <a16:creationId xmlns:a16="http://schemas.microsoft.com/office/drawing/2014/main" id="{3601FBFD-312E-4E51-274A-6C9ACD2BE199}"/>
                  </a:ext>
                </a:extLst>
              </p:cNvPr>
              <p:cNvSpPr/>
              <p:nvPr/>
            </p:nvSpPr>
            <p:spPr>
              <a:xfrm>
                <a:off x="7278653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44" name="pg649">
                <a:extLst>
                  <a:ext uri="{FF2B5EF4-FFF2-40B4-BE49-F238E27FC236}">
                    <a16:creationId xmlns:a16="http://schemas.microsoft.com/office/drawing/2014/main" id="{3C266402-7374-F9BB-9926-BC0926AD59FA}"/>
                  </a:ext>
                </a:extLst>
              </p:cNvPr>
              <p:cNvSpPr/>
              <p:nvPr/>
            </p:nvSpPr>
            <p:spPr>
              <a:xfrm>
                <a:off x="7309716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4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45" name="pg650">
                <a:extLst>
                  <a:ext uri="{FF2B5EF4-FFF2-40B4-BE49-F238E27FC236}">
                    <a16:creationId xmlns:a16="http://schemas.microsoft.com/office/drawing/2014/main" id="{120B3ADD-9FD3-1E01-75D9-BB65BFB3BAFC}"/>
                  </a:ext>
                </a:extLst>
              </p:cNvPr>
              <p:cNvSpPr/>
              <p:nvPr/>
            </p:nvSpPr>
            <p:spPr>
              <a:xfrm>
                <a:off x="7340779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5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46" name="pg651">
                <a:extLst>
                  <a:ext uri="{FF2B5EF4-FFF2-40B4-BE49-F238E27FC236}">
                    <a16:creationId xmlns:a16="http://schemas.microsoft.com/office/drawing/2014/main" id="{3FF35238-A758-E34A-154C-80FFA0A2BAFD}"/>
                  </a:ext>
                </a:extLst>
              </p:cNvPr>
              <p:cNvSpPr/>
              <p:nvPr/>
            </p:nvSpPr>
            <p:spPr>
              <a:xfrm>
                <a:off x="7371842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D0">
                  <a:alpha val="100000"/>
                </a:srgbClr>
              </a:solidFill>
              <a:ln w="5420" cap="flat">
                <a:solidFill>
                  <a:srgbClr val="A4E2C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47" name="pg652">
                <a:extLst>
                  <a:ext uri="{FF2B5EF4-FFF2-40B4-BE49-F238E27FC236}">
                    <a16:creationId xmlns:a16="http://schemas.microsoft.com/office/drawing/2014/main" id="{68A97ACC-48E3-4EA9-F819-03F4A16A8EFB}"/>
                  </a:ext>
                </a:extLst>
              </p:cNvPr>
              <p:cNvSpPr/>
              <p:nvPr/>
            </p:nvSpPr>
            <p:spPr>
              <a:xfrm>
                <a:off x="7402905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3E7CF">
                  <a:alpha val="100000"/>
                </a:srgbClr>
              </a:solidFill>
              <a:ln w="5420" cap="flat">
                <a:solidFill>
                  <a:srgbClr val="A4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48" name="pg653">
                <a:extLst>
                  <a:ext uri="{FF2B5EF4-FFF2-40B4-BE49-F238E27FC236}">
                    <a16:creationId xmlns:a16="http://schemas.microsoft.com/office/drawing/2014/main" id="{35F4EDE1-8AC3-3953-C2BC-8CB5346D438C}"/>
                  </a:ext>
                </a:extLst>
              </p:cNvPr>
              <p:cNvSpPr/>
              <p:nvPr/>
            </p:nvSpPr>
            <p:spPr>
              <a:xfrm>
                <a:off x="7433968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49" name="pg654">
                <a:extLst>
                  <a:ext uri="{FF2B5EF4-FFF2-40B4-BE49-F238E27FC236}">
                    <a16:creationId xmlns:a16="http://schemas.microsoft.com/office/drawing/2014/main" id="{E6696F22-D82E-3BBE-A434-344B67702D84}"/>
                  </a:ext>
                </a:extLst>
              </p:cNvPr>
              <p:cNvSpPr/>
              <p:nvPr/>
            </p:nvSpPr>
            <p:spPr>
              <a:xfrm>
                <a:off x="7465031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7CF">
                  <a:alpha val="100000"/>
                </a:srgbClr>
              </a:solidFill>
              <a:ln w="5420" cap="flat">
                <a:solidFill>
                  <a:srgbClr val="A3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50" name="pg655">
                <a:extLst>
                  <a:ext uri="{FF2B5EF4-FFF2-40B4-BE49-F238E27FC236}">
                    <a16:creationId xmlns:a16="http://schemas.microsoft.com/office/drawing/2014/main" id="{610F89FC-DFC1-F46E-A8F7-45F4DB65950D}"/>
                  </a:ext>
                </a:extLst>
              </p:cNvPr>
              <p:cNvSpPr/>
              <p:nvPr/>
            </p:nvSpPr>
            <p:spPr>
              <a:xfrm>
                <a:off x="7496094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2E6CF">
                  <a:alpha val="100000"/>
                </a:srgbClr>
              </a:solidFill>
              <a:ln w="5420" cap="flat">
                <a:solidFill>
                  <a:srgbClr val="A2E2C8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51" name="pg656">
                <a:extLst>
                  <a:ext uri="{FF2B5EF4-FFF2-40B4-BE49-F238E27FC236}">
                    <a16:creationId xmlns:a16="http://schemas.microsoft.com/office/drawing/2014/main" id="{8DCD2D8E-8209-32F3-EC9E-1B3E4788F80F}"/>
                  </a:ext>
                </a:extLst>
              </p:cNvPr>
              <p:cNvSpPr/>
              <p:nvPr/>
            </p:nvSpPr>
            <p:spPr>
              <a:xfrm>
                <a:off x="7527156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1E6CF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52" name="pg657">
                <a:extLst>
                  <a:ext uri="{FF2B5EF4-FFF2-40B4-BE49-F238E27FC236}">
                    <a16:creationId xmlns:a16="http://schemas.microsoft.com/office/drawing/2014/main" id="{0E633EEE-831C-F648-689C-4857EB77BAC2}"/>
                  </a:ext>
                </a:extLst>
              </p:cNvPr>
              <p:cNvSpPr/>
              <p:nvPr/>
            </p:nvSpPr>
            <p:spPr>
              <a:xfrm>
                <a:off x="7558219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1E1C7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53" name="pg658">
                <a:extLst>
                  <a:ext uri="{FF2B5EF4-FFF2-40B4-BE49-F238E27FC236}">
                    <a16:creationId xmlns:a16="http://schemas.microsoft.com/office/drawing/2014/main" id="{080FAE1B-B06C-58DC-E1B4-0A8BBF0F841D}"/>
                  </a:ext>
                </a:extLst>
              </p:cNvPr>
              <p:cNvSpPr/>
              <p:nvPr/>
            </p:nvSpPr>
            <p:spPr>
              <a:xfrm>
                <a:off x="7589283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B0E6CE">
                  <a:alpha val="100000"/>
                </a:srgbClr>
              </a:solidFill>
              <a:ln w="5420" cap="flat">
                <a:solidFill>
                  <a:srgbClr val="A0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54" name="pg659">
                <a:extLst>
                  <a:ext uri="{FF2B5EF4-FFF2-40B4-BE49-F238E27FC236}">
                    <a16:creationId xmlns:a16="http://schemas.microsoft.com/office/drawing/2014/main" id="{9892206A-571C-EEA8-8634-574486888817}"/>
                  </a:ext>
                </a:extLst>
              </p:cNvPr>
              <p:cNvSpPr/>
              <p:nvPr/>
            </p:nvSpPr>
            <p:spPr>
              <a:xfrm>
                <a:off x="7620345" y="1856453"/>
                <a:ext cx="31063" cy="39408"/>
              </a:xfrm>
              <a:custGeom>
                <a:avLst/>
                <a:gdLst/>
                <a:ahLst/>
                <a:cxnLst/>
                <a:rect l="0" t="0" r="0" b="0"/>
                <a:pathLst>
                  <a:path w="81437" h="103316">
                    <a:moveTo>
                      <a:pt x="0" y="0"/>
                    </a:moveTo>
                    <a:lnTo>
                      <a:pt x="81437" y="0"/>
                    </a:lnTo>
                    <a:lnTo>
                      <a:pt x="81437" y="103316"/>
                    </a:lnTo>
                    <a:lnTo>
                      <a:pt x="0" y="103316"/>
                    </a:lnTo>
                    <a:close/>
                  </a:path>
                </a:pathLst>
              </a:custGeom>
              <a:solidFill>
                <a:srgbClr val="AFE6CE">
                  <a:alpha val="100000"/>
                </a:srgbClr>
              </a:solidFill>
              <a:ln w="5420" cap="flat">
                <a:solidFill>
                  <a:srgbClr val="9FE1C6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55" name="pg660">
                <a:extLst>
                  <a:ext uri="{FF2B5EF4-FFF2-40B4-BE49-F238E27FC236}">
                    <a16:creationId xmlns:a16="http://schemas.microsoft.com/office/drawing/2014/main" id="{6850B088-271B-D762-B581-3F9750DFBEFF}"/>
                  </a:ext>
                </a:extLst>
              </p:cNvPr>
              <p:cNvSpPr/>
              <p:nvPr/>
            </p:nvSpPr>
            <p:spPr>
              <a:xfrm>
                <a:off x="8013933" y="474902"/>
                <a:ext cx="10529" cy="54128"/>
              </a:xfrm>
              <a:custGeom>
                <a:avLst/>
                <a:gdLst/>
                <a:ahLst/>
                <a:cxnLst/>
                <a:rect l="0" t="0" r="0" b="0"/>
                <a:pathLst>
                  <a:path w="27605" h="141906">
                    <a:moveTo>
                      <a:pt x="25965" y="15142"/>
                    </a:moveTo>
                    <a:lnTo>
                      <a:pt x="3001" y="141906"/>
                    </a:lnTo>
                    <a:lnTo>
                      <a:pt x="0" y="103414"/>
                    </a:lnTo>
                    <a:lnTo>
                      <a:pt x="9634" y="0"/>
                    </a:lnTo>
                    <a:lnTo>
                      <a:pt x="27605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56" name="pg661">
                <a:extLst>
                  <a:ext uri="{FF2B5EF4-FFF2-40B4-BE49-F238E27FC236}">
                    <a16:creationId xmlns:a16="http://schemas.microsoft.com/office/drawing/2014/main" id="{18196698-7B01-331B-3AEB-62B4892650D5}"/>
                  </a:ext>
                </a:extLst>
              </p:cNvPr>
              <p:cNvSpPr/>
              <p:nvPr/>
            </p:nvSpPr>
            <p:spPr>
              <a:xfrm>
                <a:off x="7607067" y="474902"/>
                <a:ext cx="397528" cy="357698"/>
              </a:xfrm>
              <a:custGeom>
                <a:avLst/>
                <a:gdLst/>
                <a:ahLst/>
                <a:cxnLst/>
                <a:rect l="0" t="0" r="0" b="0"/>
                <a:pathLst>
                  <a:path w="1042192" h="937770">
                    <a:moveTo>
                      <a:pt x="1041757" y="966"/>
                    </a:moveTo>
                    <a:lnTo>
                      <a:pt x="998433" y="199714"/>
                    </a:lnTo>
                    <a:lnTo>
                      <a:pt x="938872" y="305648"/>
                    </a:lnTo>
                    <a:lnTo>
                      <a:pt x="884012" y="378917"/>
                    </a:lnTo>
                    <a:lnTo>
                      <a:pt x="827417" y="366805"/>
                    </a:lnTo>
                    <a:lnTo>
                      <a:pt x="840146" y="425026"/>
                    </a:lnTo>
                    <a:lnTo>
                      <a:pt x="824596" y="455352"/>
                    </a:lnTo>
                    <a:lnTo>
                      <a:pt x="811288" y="518619"/>
                    </a:lnTo>
                    <a:lnTo>
                      <a:pt x="777548" y="560552"/>
                    </a:lnTo>
                    <a:lnTo>
                      <a:pt x="745832" y="556515"/>
                    </a:lnTo>
                    <a:lnTo>
                      <a:pt x="700266" y="585419"/>
                    </a:lnTo>
                    <a:lnTo>
                      <a:pt x="682293" y="607532"/>
                    </a:lnTo>
                    <a:lnTo>
                      <a:pt x="680955" y="649879"/>
                    </a:lnTo>
                    <a:lnTo>
                      <a:pt x="650470" y="687132"/>
                    </a:lnTo>
                    <a:lnTo>
                      <a:pt x="540461" y="880650"/>
                    </a:lnTo>
                    <a:lnTo>
                      <a:pt x="444953" y="937770"/>
                    </a:lnTo>
                    <a:lnTo>
                      <a:pt x="422098" y="929465"/>
                    </a:lnTo>
                    <a:lnTo>
                      <a:pt x="447268" y="838120"/>
                    </a:lnTo>
                    <a:lnTo>
                      <a:pt x="464518" y="745766"/>
                    </a:lnTo>
                    <a:lnTo>
                      <a:pt x="406548" y="705576"/>
                    </a:lnTo>
                    <a:lnTo>
                      <a:pt x="351073" y="684334"/>
                    </a:lnTo>
                    <a:lnTo>
                      <a:pt x="287426" y="687132"/>
                    </a:lnTo>
                    <a:lnTo>
                      <a:pt x="217124" y="615332"/>
                    </a:lnTo>
                    <a:lnTo>
                      <a:pt x="126499" y="563121"/>
                    </a:lnTo>
                    <a:lnTo>
                      <a:pt x="0" y="421860"/>
                    </a:lnTo>
                    <a:lnTo>
                      <a:pt x="3688" y="382679"/>
                    </a:lnTo>
                    <a:lnTo>
                      <a:pt x="506" y="316935"/>
                    </a:lnTo>
                    <a:lnTo>
                      <a:pt x="38947" y="213064"/>
                    </a:lnTo>
                    <a:lnTo>
                      <a:pt x="75798" y="140438"/>
                    </a:lnTo>
                    <a:lnTo>
                      <a:pt x="126680" y="102817"/>
                    </a:lnTo>
                    <a:lnTo>
                      <a:pt x="274335" y="64508"/>
                    </a:lnTo>
                    <a:lnTo>
                      <a:pt x="311366" y="6884"/>
                    </a:lnTo>
                    <a:lnTo>
                      <a:pt x="314479" y="0"/>
                    </a:lnTo>
                    <a:lnTo>
                      <a:pt x="1042192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57" name="pg662">
                <a:extLst>
                  <a:ext uri="{FF2B5EF4-FFF2-40B4-BE49-F238E27FC236}">
                    <a16:creationId xmlns:a16="http://schemas.microsoft.com/office/drawing/2014/main" id="{6AB6958E-BF72-19DC-AE5A-61897F6C69BE}"/>
                  </a:ext>
                </a:extLst>
              </p:cNvPr>
              <p:cNvSpPr/>
              <p:nvPr/>
            </p:nvSpPr>
            <p:spPr>
              <a:xfrm>
                <a:off x="6948204" y="474902"/>
                <a:ext cx="796815" cy="1404773"/>
              </a:xfrm>
              <a:custGeom>
                <a:avLst/>
                <a:gdLst/>
                <a:ahLst/>
                <a:cxnLst/>
                <a:rect l="0" t="0" r="0" b="0"/>
                <a:pathLst>
                  <a:path w="2088998" h="3682871">
                    <a:moveTo>
                      <a:pt x="1987487" y="41706"/>
                    </a:moveTo>
                    <a:lnTo>
                      <a:pt x="1877912" y="69968"/>
                    </a:lnTo>
                    <a:lnTo>
                      <a:pt x="1818858" y="101074"/>
                    </a:lnTo>
                    <a:lnTo>
                      <a:pt x="1771628" y="148650"/>
                    </a:lnTo>
                    <a:lnTo>
                      <a:pt x="1743674" y="208385"/>
                    </a:lnTo>
                    <a:lnTo>
                      <a:pt x="1680388" y="280369"/>
                    </a:lnTo>
                    <a:lnTo>
                      <a:pt x="1684836" y="328588"/>
                    </a:lnTo>
                    <a:lnTo>
                      <a:pt x="1695432" y="362859"/>
                    </a:lnTo>
                    <a:lnTo>
                      <a:pt x="1690550" y="434293"/>
                    </a:lnTo>
                    <a:lnTo>
                      <a:pt x="1730583" y="503937"/>
                    </a:lnTo>
                    <a:lnTo>
                      <a:pt x="1809961" y="618039"/>
                    </a:lnTo>
                    <a:lnTo>
                      <a:pt x="1825114" y="795269"/>
                    </a:lnTo>
                    <a:lnTo>
                      <a:pt x="1885687" y="913867"/>
                    </a:lnTo>
                    <a:lnTo>
                      <a:pt x="1978519" y="1052146"/>
                    </a:lnTo>
                    <a:lnTo>
                      <a:pt x="2049905" y="1091464"/>
                    </a:lnTo>
                    <a:lnTo>
                      <a:pt x="2053377" y="1142895"/>
                    </a:lnTo>
                    <a:lnTo>
                      <a:pt x="2020432" y="1227817"/>
                    </a:lnTo>
                    <a:lnTo>
                      <a:pt x="1977000" y="1266630"/>
                    </a:lnTo>
                    <a:lnTo>
                      <a:pt x="2033487" y="1258877"/>
                    </a:lnTo>
                    <a:lnTo>
                      <a:pt x="2061622" y="1278284"/>
                    </a:lnTo>
                    <a:lnTo>
                      <a:pt x="2088998" y="1349121"/>
                    </a:lnTo>
                    <a:lnTo>
                      <a:pt x="2086864" y="1421426"/>
                    </a:lnTo>
                    <a:lnTo>
                      <a:pt x="2077606" y="1462167"/>
                    </a:lnTo>
                    <a:lnTo>
                      <a:pt x="2060501" y="1478408"/>
                    </a:lnTo>
                    <a:lnTo>
                      <a:pt x="2061224" y="1436796"/>
                    </a:lnTo>
                    <a:lnTo>
                      <a:pt x="2049110" y="1422344"/>
                    </a:lnTo>
                    <a:lnTo>
                      <a:pt x="2029111" y="1440374"/>
                    </a:lnTo>
                    <a:lnTo>
                      <a:pt x="2016165" y="1460928"/>
                    </a:lnTo>
                    <a:lnTo>
                      <a:pt x="2010776" y="1541905"/>
                    </a:lnTo>
                    <a:lnTo>
                      <a:pt x="1997071" y="1582370"/>
                    </a:lnTo>
                    <a:lnTo>
                      <a:pt x="1948612" y="1594390"/>
                    </a:lnTo>
                    <a:lnTo>
                      <a:pt x="1899466" y="1700646"/>
                    </a:lnTo>
                    <a:lnTo>
                      <a:pt x="1853755" y="1760931"/>
                    </a:lnTo>
                    <a:lnTo>
                      <a:pt x="1673879" y="2168566"/>
                    </a:lnTo>
                    <a:lnTo>
                      <a:pt x="1680750" y="2236697"/>
                    </a:lnTo>
                    <a:lnTo>
                      <a:pt x="1647841" y="2258627"/>
                    </a:lnTo>
                    <a:lnTo>
                      <a:pt x="1598008" y="2276474"/>
                    </a:lnTo>
                    <a:lnTo>
                      <a:pt x="1547596" y="2317214"/>
                    </a:lnTo>
                    <a:lnTo>
                      <a:pt x="1514145" y="2362130"/>
                    </a:lnTo>
                    <a:lnTo>
                      <a:pt x="1483081" y="2482929"/>
                    </a:lnTo>
                    <a:lnTo>
                      <a:pt x="1423556" y="2618915"/>
                    </a:lnTo>
                    <a:lnTo>
                      <a:pt x="1386416" y="2562254"/>
                    </a:lnTo>
                    <a:lnTo>
                      <a:pt x="1376905" y="2513760"/>
                    </a:lnTo>
                    <a:lnTo>
                      <a:pt x="1393432" y="2387272"/>
                    </a:lnTo>
                    <a:lnTo>
                      <a:pt x="1457803" y="2179898"/>
                    </a:lnTo>
                    <a:lnTo>
                      <a:pt x="1528719" y="2050978"/>
                    </a:lnTo>
                    <a:lnTo>
                      <a:pt x="1582819" y="1989868"/>
                    </a:lnTo>
                    <a:lnTo>
                      <a:pt x="1627300" y="1865306"/>
                    </a:lnTo>
                    <a:lnTo>
                      <a:pt x="1571103" y="1846725"/>
                    </a:lnTo>
                    <a:lnTo>
                      <a:pt x="1485432" y="1848744"/>
                    </a:lnTo>
                    <a:lnTo>
                      <a:pt x="1501560" y="1791257"/>
                    </a:lnTo>
                    <a:lnTo>
                      <a:pt x="1526549" y="1740607"/>
                    </a:lnTo>
                    <a:lnTo>
                      <a:pt x="1481888" y="1690140"/>
                    </a:lnTo>
                    <a:lnTo>
                      <a:pt x="1455452" y="1683717"/>
                    </a:lnTo>
                    <a:lnTo>
                      <a:pt x="1428221" y="1663025"/>
                    </a:lnTo>
                    <a:lnTo>
                      <a:pt x="1460153" y="1621000"/>
                    </a:lnTo>
                    <a:lnTo>
                      <a:pt x="1475740" y="1576589"/>
                    </a:lnTo>
                    <a:lnTo>
                      <a:pt x="1466229" y="1522544"/>
                    </a:lnTo>
                    <a:lnTo>
                      <a:pt x="1479609" y="1481849"/>
                    </a:lnTo>
                    <a:lnTo>
                      <a:pt x="1457296" y="1487997"/>
                    </a:lnTo>
                    <a:lnTo>
                      <a:pt x="1421422" y="1531077"/>
                    </a:lnTo>
                    <a:lnTo>
                      <a:pt x="1399110" y="1548282"/>
                    </a:lnTo>
                    <a:lnTo>
                      <a:pt x="1385512" y="1510156"/>
                    </a:lnTo>
                    <a:lnTo>
                      <a:pt x="1369998" y="1518782"/>
                    </a:lnTo>
                    <a:lnTo>
                      <a:pt x="1359909" y="1544979"/>
                    </a:lnTo>
                    <a:lnTo>
                      <a:pt x="1337017" y="1559385"/>
                    </a:lnTo>
                    <a:lnTo>
                      <a:pt x="1288667" y="1523553"/>
                    </a:lnTo>
                    <a:lnTo>
                      <a:pt x="1218184" y="1482537"/>
                    </a:lnTo>
                    <a:lnTo>
                      <a:pt x="1178947" y="1411975"/>
                    </a:lnTo>
                    <a:lnTo>
                      <a:pt x="1156562" y="1357287"/>
                    </a:lnTo>
                    <a:lnTo>
                      <a:pt x="1179309" y="1258326"/>
                    </a:lnTo>
                    <a:lnTo>
                      <a:pt x="1228021" y="1240755"/>
                    </a:lnTo>
                    <a:lnTo>
                      <a:pt x="1291307" y="1256812"/>
                    </a:lnTo>
                    <a:lnTo>
                      <a:pt x="1374265" y="1256675"/>
                    </a:lnTo>
                    <a:lnTo>
                      <a:pt x="1362404" y="1234699"/>
                    </a:lnTo>
                    <a:lnTo>
                      <a:pt x="1332786" y="1238323"/>
                    </a:lnTo>
                    <a:lnTo>
                      <a:pt x="1245343" y="1158035"/>
                    </a:lnTo>
                    <a:lnTo>
                      <a:pt x="1217208" y="1109541"/>
                    </a:lnTo>
                    <a:lnTo>
                      <a:pt x="1168821" y="1096236"/>
                    </a:lnTo>
                    <a:lnTo>
                      <a:pt x="1146762" y="1142849"/>
                    </a:lnTo>
                    <a:lnTo>
                      <a:pt x="1122279" y="1155236"/>
                    </a:lnTo>
                    <a:lnTo>
                      <a:pt x="1152512" y="1053247"/>
                    </a:lnTo>
                    <a:lnTo>
                      <a:pt x="1192038" y="1049072"/>
                    </a:lnTo>
                    <a:lnTo>
                      <a:pt x="1250406" y="1020811"/>
                    </a:lnTo>
                    <a:lnTo>
                      <a:pt x="1233445" y="961764"/>
                    </a:lnTo>
                    <a:lnTo>
                      <a:pt x="1196595" y="935934"/>
                    </a:lnTo>
                    <a:lnTo>
                      <a:pt x="1130054" y="968325"/>
                    </a:lnTo>
                    <a:lnTo>
                      <a:pt x="1130850" y="926804"/>
                    </a:lnTo>
                    <a:lnTo>
                      <a:pt x="1143326" y="873631"/>
                    </a:lnTo>
                    <a:lnTo>
                      <a:pt x="1193485" y="873814"/>
                    </a:lnTo>
                    <a:lnTo>
                      <a:pt x="1237423" y="891156"/>
                    </a:lnTo>
                    <a:lnTo>
                      <a:pt x="1274816" y="805271"/>
                    </a:lnTo>
                    <a:lnTo>
                      <a:pt x="1276480" y="766916"/>
                    </a:lnTo>
                    <a:lnTo>
                      <a:pt x="1214351" y="822659"/>
                    </a:lnTo>
                    <a:lnTo>
                      <a:pt x="1200392" y="702410"/>
                    </a:lnTo>
                    <a:lnTo>
                      <a:pt x="1261544" y="586428"/>
                    </a:lnTo>
                    <a:lnTo>
                      <a:pt x="1319876" y="535869"/>
                    </a:lnTo>
                    <a:lnTo>
                      <a:pt x="1392745" y="537337"/>
                    </a:lnTo>
                    <a:lnTo>
                      <a:pt x="1466807" y="529171"/>
                    </a:lnTo>
                    <a:lnTo>
                      <a:pt x="1420338" y="507929"/>
                    </a:lnTo>
                    <a:lnTo>
                      <a:pt x="1372638" y="496413"/>
                    </a:lnTo>
                    <a:lnTo>
                      <a:pt x="1408476" y="450580"/>
                    </a:lnTo>
                    <a:lnTo>
                      <a:pt x="1439034" y="442368"/>
                    </a:lnTo>
                    <a:lnTo>
                      <a:pt x="1469050" y="402407"/>
                    </a:lnTo>
                    <a:lnTo>
                      <a:pt x="1396868" y="408326"/>
                    </a:lnTo>
                    <a:lnTo>
                      <a:pt x="1405366" y="332717"/>
                    </a:lnTo>
                    <a:lnTo>
                      <a:pt x="1370287" y="348086"/>
                    </a:lnTo>
                    <a:lnTo>
                      <a:pt x="1328302" y="355198"/>
                    </a:lnTo>
                    <a:lnTo>
                      <a:pt x="1311956" y="387267"/>
                    </a:lnTo>
                    <a:lnTo>
                      <a:pt x="1315175" y="440533"/>
                    </a:lnTo>
                    <a:lnTo>
                      <a:pt x="1302915" y="475492"/>
                    </a:lnTo>
                    <a:lnTo>
                      <a:pt x="1270260" y="503570"/>
                    </a:lnTo>
                    <a:lnTo>
                      <a:pt x="1215111" y="525455"/>
                    </a:lnTo>
                    <a:lnTo>
                      <a:pt x="1209758" y="487513"/>
                    </a:lnTo>
                    <a:lnTo>
                      <a:pt x="1191532" y="470308"/>
                    </a:lnTo>
                    <a:lnTo>
                      <a:pt x="1184733" y="551560"/>
                    </a:lnTo>
                    <a:lnTo>
                      <a:pt x="1170268" y="579179"/>
                    </a:lnTo>
                    <a:lnTo>
                      <a:pt x="1129946" y="502928"/>
                    </a:lnTo>
                    <a:lnTo>
                      <a:pt x="1117831" y="518298"/>
                    </a:lnTo>
                    <a:lnTo>
                      <a:pt x="1119386" y="539952"/>
                    </a:lnTo>
                    <a:lnTo>
                      <a:pt x="1109080" y="577390"/>
                    </a:lnTo>
                    <a:lnTo>
                      <a:pt x="1074507" y="596888"/>
                    </a:lnTo>
                    <a:lnTo>
                      <a:pt x="1076641" y="644878"/>
                    </a:lnTo>
                    <a:lnTo>
                      <a:pt x="1063225" y="671029"/>
                    </a:lnTo>
                    <a:lnTo>
                      <a:pt x="952492" y="629371"/>
                    </a:lnTo>
                    <a:lnTo>
                      <a:pt x="949889" y="643501"/>
                    </a:lnTo>
                    <a:lnTo>
                      <a:pt x="1012524" y="733333"/>
                    </a:lnTo>
                    <a:lnTo>
                      <a:pt x="1058270" y="764026"/>
                    </a:lnTo>
                    <a:lnTo>
                      <a:pt x="1063839" y="813024"/>
                    </a:lnTo>
                    <a:lnTo>
                      <a:pt x="1024566" y="853673"/>
                    </a:lnTo>
                    <a:lnTo>
                      <a:pt x="970393" y="818576"/>
                    </a:lnTo>
                    <a:lnTo>
                      <a:pt x="961280" y="821145"/>
                    </a:lnTo>
                    <a:lnTo>
                      <a:pt x="990717" y="881338"/>
                    </a:lnTo>
                    <a:lnTo>
                      <a:pt x="1009269" y="933916"/>
                    </a:lnTo>
                    <a:lnTo>
                      <a:pt x="990175" y="977960"/>
                    </a:lnTo>
                    <a:lnTo>
                      <a:pt x="993140" y="1032189"/>
                    </a:lnTo>
                    <a:lnTo>
                      <a:pt x="989017" y="1081371"/>
                    </a:lnTo>
                    <a:lnTo>
                      <a:pt x="977337" y="1124268"/>
                    </a:lnTo>
                    <a:lnTo>
                      <a:pt x="1003663" y="1322006"/>
                    </a:lnTo>
                    <a:lnTo>
                      <a:pt x="1035379" y="1375777"/>
                    </a:lnTo>
                    <a:lnTo>
                      <a:pt x="1066552" y="1427207"/>
                    </a:lnTo>
                    <a:lnTo>
                      <a:pt x="1083078" y="1475334"/>
                    </a:lnTo>
                    <a:lnTo>
                      <a:pt x="1049989" y="1482354"/>
                    </a:lnTo>
                    <a:lnTo>
                      <a:pt x="997299" y="1442760"/>
                    </a:lnTo>
                    <a:lnTo>
                      <a:pt x="951010" y="1412572"/>
                    </a:lnTo>
                    <a:lnTo>
                      <a:pt x="895861" y="1316042"/>
                    </a:lnTo>
                    <a:lnTo>
                      <a:pt x="886747" y="1277504"/>
                    </a:lnTo>
                    <a:lnTo>
                      <a:pt x="873295" y="1247040"/>
                    </a:lnTo>
                    <a:lnTo>
                      <a:pt x="879804" y="1317006"/>
                    </a:lnTo>
                    <a:lnTo>
                      <a:pt x="899477" y="1395138"/>
                    </a:lnTo>
                    <a:lnTo>
                      <a:pt x="1072193" y="1569983"/>
                    </a:lnTo>
                    <a:lnTo>
                      <a:pt x="1104089" y="1637058"/>
                    </a:lnTo>
                    <a:lnTo>
                      <a:pt x="1128391" y="1689773"/>
                    </a:lnTo>
                    <a:lnTo>
                      <a:pt x="1122279" y="1740286"/>
                    </a:lnTo>
                    <a:lnTo>
                      <a:pt x="1077256" y="1704546"/>
                    </a:lnTo>
                    <a:lnTo>
                      <a:pt x="1038416" y="1658988"/>
                    </a:lnTo>
                    <a:lnTo>
                      <a:pt x="935315" y="1607512"/>
                    </a:lnTo>
                    <a:lnTo>
                      <a:pt x="805308" y="1574983"/>
                    </a:lnTo>
                    <a:lnTo>
                      <a:pt x="732004" y="1455331"/>
                    </a:lnTo>
                    <a:lnTo>
                      <a:pt x="732258" y="1505247"/>
                    </a:lnTo>
                    <a:lnTo>
                      <a:pt x="715984" y="1547594"/>
                    </a:lnTo>
                    <a:lnTo>
                      <a:pt x="671178" y="1495980"/>
                    </a:lnTo>
                    <a:lnTo>
                      <a:pt x="642934" y="1451936"/>
                    </a:lnTo>
                    <a:lnTo>
                      <a:pt x="633459" y="1403671"/>
                    </a:lnTo>
                    <a:lnTo>
                      <a:pt x="577515" y="1406974"/>
                    </a:lnTo>
                    <a:lnTo>
                      <a:pt x="518858" y="1448908"/>
                    </a:lnTo>
                    <a:lnTo>
                      <a:pt x="462117" y="1438952"/>
                    </a:lnTo>
                    <a:lnTo>
                      <a:pt x="455391" y="1357104"/>
                    </a:lnTo>
                    <a:lnTo>
                      <a:pt x="470724" y="1313748"/>
                    </a:lnTo>
                    <a:lnTo>
                      <a:pt x="534408" y="1211209"/>
                    </a:lnTo>
                    <a:lnTo>
                      <a:pt x="594403" y="1158861"/>
                    </a:lnTo>
                    <a:lnTo>
                      <a:pt x="620875" y="1091281"/>
                    </a:lnTo>
                    <a:lnTo>
                      <a:pt x="611834" y="986493"/>
                    </a:lnTo>
                    <a:lnTo>
                      <a:pt x="600551" y="1093116"/>
                    </a:lnTo>
                    <a:lnTo>
                      <a:pt x="566268" y="1145969"/>
                    </a:lnTo>
                    <a:lnTo>
                      <a:pt x="512384" y="1186342"/>
                    </a:lnTo>
                    <a:lnTo>
                      <a:pt x="441468" y="1258280"/>
                    </a:lnTo>
                    <a:lnTo>
                      <a:pt x="424146" y="1324805"/>
                    </a:lnTo>
                    <a:lnTo>
                      <a:pt x="402014" y="1449367"/>
                    </a:lnTo>
                    <a:lnTo>
                      <a:pt x="431957" y="1491529"/>
                    </a:lnTo>
                    <a:lnTo>
                      <a:pt x="462551" y="1502540"/>
                    </a:lnTo>
                    <a:lnTo>
                      <a:pt x="552924" y="1474279"/>
                    </a:lnTo>
                    <a:lnTo>
                      <a:pt x="599683" y="1486896"/>
                    </a:lnTo>
                    <a:lnTo>
                      <a:pt x="703689" y="1636874"/>
                    </a:lnTo>
                    <a:lnTo>
                      <a:pt x="897343" y="1696196"/>
                    </a:lnTo>
                    <a:lnTo>
                      <a:pt x="967970" y="1733266"/>
                    </a:lnTo>
                    <a:lnTo>
                      <a:pt x="1025542" y="1811536"/>
                    </a:lnTo>
                    <a:lnTo>
                      <a:pt x="1112081" y="1856589"/>
                    </a:lnTo>
                    <a:lnTo>
                      <a:pt x="1179237" y="1922058"/>
                    </a:lnTo>
                    <a:lnTo>
                      <a:pt x="1181045" y="1964772"/>
                    </a:lnTo>
                    <a:lnTo>
                      <a:pt x="1157792" y="2015285"/>
                    </a:lnTo>
                    <a:lnTo>
                      <a:pt x="1148606" y="2083644"/>
                    </a:lnTo>
                    <a:lnTo>
                      <a:pt x="1120073" y="2126771"/>
                    </a:lnTo>
                    <a:lnTo>
                      <a:pt x="1051580" y="2131726"/>
                    </a:lnTo>
                    <a:lnTo>
                      <a:pt x="1010209" y="2120623"/>
                    </a:lnTo>
                    <a:lnTo>
                      <a:pt x="787804" y="1880308"/>
                    </a:lnTo>
                    <a:lnTo>
                      <a:pt x="761261" y="1858195"/>
                    </a:lnTo>
                    <a:lnTo>
                      <a:pt x="678772" y="1732349"/>
                    </a:lnTo>
                    <a:lnTo>
                      <a:pt x="581999" y="1664952"/>
                    </a:lnTo>
                    <a:lnTo>
                      <a:pt x="552056" y="1666374"/>
                    </a:lnTo>
                    <a:lnTo>
                      <a:pt x="689802" y="1791028"/>
                    </a:lnTo>
                    <a:lnTo>
                      <a:pt x="746036" y="1878198"/>
                    </a:lnTo>
                    <a:lnTo>
                      <a:pt x="845087" y="2000420"/>
                    </a:lnTo>
                    <a:lnTo>
                      <a:pt x="915895" y="2052171"/>
                    </a:lnTo>
                    <a:lnTo>
                      <a:pt x="968006" y="2132918"/>
                    </a:lnTo>
                    <a:lnTo>
                      <a:pt x="1016429" y="2170769"/>
                    </a:lnTo>
                    <a:lnTo>
                      <a:pt x="1148642" y="2224676"/>
                    </a:lnTo>
                    <a:lnTo>
                      <a:pt x="1102679" y="2263398"/>
                    </a:lnTo>
                    <a:lnTo>
                      <a:pt x="1176054" y="2296385"/>
                    </a:lnTo>
                    <a:lnTo>
                      <a:pt x="1186542" y="2357037"/>
                    </a:lnTo>
                    <a:lnTo>
                      <a:pt x="1179815" y="2426177"/>
                    </a:lnTo>
                    <a:lnTo>
                      <a:pt x="1077979" y="2398833"/>
                    </a:lnTo>
                    <a:lnTo>
                      <a:pt x="1074652" y="2449759"/>
                    </a:lnTo>
                    <a:lnTo>
                      <a:pt x="1083765" y="2479810"/>
                    </a:lnTo>
                    <a:lnTo>
                      <a:pt x="1038778" y="2504630"/>
                    </a:lnTo>
                    <a:lnTo>
                      <a:pt x="976216" y="2470955"/>
                    </a:lnTo>
                    <a:lnTo>
                      <a:pt x="813770" y="2286751"/>
                    </a:lnTo>
                    <a:lnTo>
                      <a:pt x="815144" y="2311388"/>
                    </a:lnTo>
                    <a:lnTo>
                      <a:pt x="828307" y="2339970"/>
                    </a:lnTo>
                    <a:lnTo>
                      <a:pt x="922513" y="2458568"/>
                    </a:lnTo>
                    <a:lnTo>
                      <a:pt x="1006593" y="2529680"/>
                    </a:lnTo>
                    <a:lnTo>
                      <a:pt x="1077871" y="2561796"/>
                    </a:lnTo>
                    <a:lnTo>
                      <a:pt x="1132803" y="2621392"/>
                    </a:lnTo>
                    <a:lnTo>
                      <a:pt x="1152186" y="2657453"/>
                    </a:lnTo>
                    <a:lnTo>
                      <a:pt x="1165133" y="2712141"/>
                    </a:lnTo>
                    <a:lnTo>
                      <a:pt x="1124413" y="2749303"/>
                    </a:lnTo>
                    <a:lnTo>
                      <a:pt x="1078051" y="2769811"/>
                    </a:lnTo>
                    <a:lnTo>
                      <a:pt x="1032775" y="2732741"/>
                    </a:lnTo>
                    <a:lnTo>
                      <a:pt x="999577" y="2693698"/>
                    </a:lnTo>
                    <a:lnTo>
                      <a:pt x="928878" y="2627403"/>
                    </a:lnTo>
                    <a:lnTo>
                      <a:pt x="907686" y="2553308"/>
                    </a:lnTo>
                    <a:lnTo>
                      <a:pt x="853911" y="2557116"/>
                    </a:lnTo>
                    <a:lnTo>
                      <a:pt x="629156" y="2463156"/>
                    </a:lnTo>
                    <a:lnTo>
                      <a:pt x="448520" y="2452328"/>
                    </a:lnTo>
                    <a:lnTo>
                      <a:pt x="466168" y="2471230"/>
                    </a:lnTo>
                    <a:lnTo>
                      <a:pt x="489023" y="2483801"/>
                    </a:lnTo>
                    <a:lnTo>
                      <a:pt x="632881" y="2506970"/>
                    </a:lnTo>
                    <a:lnTo>
                      <a:pt x="689730" y="2550234"/>
                    </a:lnTo>
                    <a:lnTo>
                      <a:pt x="808056" y="2588635"/>
                    </a:lnTo>
                    <a:lnTo>
                      <a:pt x="877345" y="2599141"/>
                    </a:lnTo>
                    <a:lnTo>
                      <a:pt x="905444" y="2717096"/>
                    </a:lnTo>
                    <a:lnTo>
                      <a:pt x="1001204" y="2798256"/>
                    </a:lnTo>
                    <a:lnTo>
                      <a:pt x="1013645" y="2858403"/>
                    </a:lnTo>
                    <a:lnTo>
                      <a:pt x="1079028" y="2865148"/>
                    </a:lnTo>
                    <a:lnTo>
                      <a:pt x="1194063" y="2806147"/>
                    </a:lnTo>
                    <a:lnTo>
                      <a:pt x="1268307" y="2826839"/>
                    </a:lnTo>
                    <a:lnTo>
                      <a:pt x="1375386" y="2843722"/>
                    </a:lnTo>
                    <a:lnTo>
                      <a:pt x="1399869" y="2891345"/>
                    </a:lnTo>
                    <a:lnTo>
                      <a:pt x="1418240" y="2981956"/>
                    </a:lnTo>
                    <a:lnTo>
                      <a:pt x="1456103" y="3083899"/>
                    </a:lnTo>
                    <a:lnTo>
                      <a:pt x="1554287" y="3485845"/>
                    </a:lnTo>
                    <a:lnTo>
                      <a:pt x="1642687" y="3682871"/>
                    </a:lnTo>
                    <a:lnTo>
                      <a:pt x="1615976" y="3682871"/>
                    </a:lnTo>
                    <a:lnTo>
                      <a:pt x="1576238" y="3603800"/>
                    </a:lnTo>
                    <a:lnTo>
                      <a:pt x="1515845" y="3446573"/>
                    </a:lnTo>
                    <a:lnTo>
                      <a:pt x="1453789" y="3168959"/>
                    </a:lnTo>
                    <a:lnTo>
                      <a:pt x="1435779" y="3106793"/>
                    </a:lnTo>
                    <a:lnTo>
                      <a:pt x="1414588" y="3081972"/>
                    </a:lnTo>
                    <a:lnTo>
                      <a:pt x="1400629" y="3102159"/>
                    </a:lnTo>
                    <a:lnTo>
                      <a:pt x="1394625" y="3137532"/>
                    </a:lnTo>
                    <a:lnTo>
                      <a:pt x="1404751" y="3164692"/>
                    </a:lnTo>
                    <a:lnTo>
                      <a:pt x="1380305" y="3256083"/>
                    </a:lnTo>
                    <a:lnTo>
                      <a:pt x="1390901" y="3298016"/>
                    </a:lnTo>
                    <a:lnTo>
                      <a:pt x="1430608" y="3341372"/>
                    </a:lnTo>
                    <a:lnTo>
                      <a:pt x="1473751" y="3449555"/>
                    </a:lnTo>
                    <a:lnTo>
                      <a:pt x="1508214" y="3595221"/>
                    </a:lnTo>
                    <a:lnTo>
                      <a:pt x="1461600" y="3536174"/>
                    </a:lnTo>
                    <a:lnTo>
                      <a:pt x="1411839" y="3504885"/>
                    </a:lnTo>
                    <a:lnTo>
                      <a:pt x="1334413" y="3480890"/>
                    </a:lnTo>
                    <a:lnTo>
                      <a:pt x="1265450" y="3438819"/>
                    </a:lnTo>
                    <a:lnTo>
                      <a:pt x="1270477" y="3499150"/>
                    </a:lnTo>
                    <a:lnTo>
                      <a:pt x="1263859" y="3564298"/>
                    </a:lnTo>
                    <a:lnTo>
                      <a:pt x="1210699" y="3544433"/>
                    </a:lnTo>
                    <a:lnTo>
                      <a:pt x="1174535" y="3522824"/>
                    </a:lnTo>
                    <a:lnTo>
                      <a:pt x="1206540" y="3592239"/>
                    </a:lnTo>
                    <a:lnTo>
                      <a:pt x="1137070" y="3571410"/>
                    </a:lnTo>
                    <a:lnTo>
                      <a:pt x="1090781" y="3575768"/>
                    </a:lnTo>
                    <a:lnTo>
                      <a:pt x="1060693" y="3637384"/>
                    </a:lnTo>
                    <a:lnTo>
                      <a:pt x="1020335" y="3674775"/>
                    </a:lnTo>
                    <a:lnTo>
                      <a:pt x="980297" y="3682871"/>
                    </a:lnTo>
                    <a:lnTo>
                      <a:pt x="954427" y="3682871"/>
                    </a:lnTo>
                    <a:lnTo>
                      <a:pt x="872137" y="3630502"/>
                    </a:lnTo>
                    <a:lnTo>
                      <a:pt x="843460" y="3562096"/>
                    </a:lnTo>
                    <a:lnTo>
                      <a:pt x="831598" y="3485937"/>
                    </a:lnTo>
                    <a:lnTo>
                      <a:pt x="826861" y="3575997"/>
                    </a:lnTo>
                    <a:lnTo>
                      <a:pt x="842628" y="3669774"/>
                    </a:lnTo>
                    <a:lnTo>
                      <a:pt x="841612" y="3682871"/>
                    </a:lnTo>
                    <a:lnTo>
                      <a:pt x="0" y="3682871"/>
                    </a:lnTo>
                    <a:lnTo>
                      <a:pt x="0" y="0"/>
                    </a:lnTo>
                    <a:lnTo>
                      <a:pt x="2024089" y="0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58" name="pg663">
                <a:extLst>
                  <a:ext uri="{FF2B5EF4-FFF2-40B4-BE49-F238E27FC236}">
                    <a16:creationId xmlns:a16="http://schemas.microsoft.com/office/drawing/2014/main" id="{92CEA519-42C5-60C7-3A2A-7E929EFEFDC7}"/>
                  </a:ext>
                </a:extLst>
              </p:cNvPr>
              <p:cNvSpPr/>
              <p:nvPr/>
            </p:nvSpPr>
            <p:spPr>
              <a:xfrm>
                <a:off x="7966137" y="543975"/>
                <a:ext cx="41368" cy="77787"/>
              </a:xfrm>
              <a:custGeom>
                <a:avLst/>
                <a:gdLst/>
                <a:ahLst/>
                <a:cxnLst/>
                <a:rect l="0" t="0" r="0" b="0"/>
                <a:pathLst>
                  <a:path w="108453" h="203932">
                    <a:moveTo>
                      <a:pt x="1988" y="203932"/>
                    </a:moveTo>
                    <a:lnTo>
                      <a:pt x="0" y="176588"/>
                    </a:lnTo>
                    <a:lnTo>
                      <a:pt x="108453" y="0"/>
                    </a:lnTo>
                    <a:lnTo>
                      <a:pt x="88853" y="61707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59" name="pg664">
                <a:extLst>
                  <a:ext uri="{FF2B5EF4-FFF2-40B4-BE49-F238E27FC236}">
                    <a16:creationId xmlns:a16="http://schemas.microsoft.com/office/drawing/2014/main" id="{0E6F36D0-8298-BAB6-14E2-6F54099C3EE5}"/>
                  </a:ext>
                </a:extLst>
              </p:cNvPr>
              <p:cNvSpPr/>
              <p:nvPr/>
            </p:nvSpPr>
            <p:spPr>
              <a:xfrm>
                <a:off x="7648228" y="1063055"/>
                <a:ext cx="79273" cy="152686"/>
              </a:xfrm>
              <a:custGeom>
                <a:avLst/>
                <a:gdLst/>
                <a:ahLst/>
                <a:cxnLst/>
                <a:rect l="0" t="0" r="0" b="0"/>
                <a:pathLst>
                  <a:path w="207830" h="400294">
                    <a:moveTo>
                      <a:pt x="0" y="400294"/>
                    </a:moveTo>
                    <a:lnTo>
                      <a:pt x="112974" y="212144"/>
                    </a:lnTo>
                    <a:lnTo>
                      <a:pt x="178574" y="54504"/>
                    </a:lnTo>
                    <a:lnTo>
                      <a:pt x="207830" y="0"/>
                    </a:lnTo>
                    <a:lnTo>
                      <a:pt x="179442" y="110476"/>
                    </a:lnTo>
                    <a:lnTo>
                      <a:pt x="129826" y="212052"/>
                    </a:lnTo>
                    <a:lnTo>
                      <a:pt x="33668" y="385062"/>
                    </a:lnTo>
                    <a:close/>
                  </a:path>
                </a:pathLst>
              </a:custGeom>
              <a:solidFill>
                <a:srgbClr val="FFEFDB">
                  <a:alpha val="100000"/>
                </a:srgbClr>
              </a:solidFill>
              <a:ln w="5420" cap="flat">
                <a:solidFill>
                  <a:srgbClr val="595959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60" name="pt665">
                <a:extLst>
                  <a:ext uri="{FF2B5EF4-FFF2-40B4-BE49-F238E27FC236}">
                    <a16:creationId xmlns:a16="http://schemas.microsoft.com/office/drawing/2014/main" id="{4F328F6B-E17A-369B-2CAF-EE66DDA8A0B7}"/>
                  </a:ext>
                </a:extLst>
              </p:cNvPr>
              <p:cNvSpPr/>
              <p:nvPr/>
            </p:nvSpPr>
            <p:spPr>
              <a:xfrm>
                <a:off x="7540037" y="1279735"/>
                <a:ext cx="55120" cy="55120"/>
              </a:xfrm>
              <a:prstGeom prst="ellipse">
                <a:avLst/>
              </a:prstGeom>
              <a:solidFill>
                <a:srgbClr val="B5E8D1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61" name="pt666">
                <a:extLst>
                  <a:ext uri="{FF2B5EF4-FFF2-40B4-BE49-F238E27FC236}">
                    <a16:creationId xmlns:a16="http://schemas.microsoft.com/office/drawing/2014/main" id="{099BFC78-6BBD-65EF-EDD4-F20AF3323DBF}"/>
                  </a:ext>
                </a:extLst>
              </p:cNvPr>
              <p:cNvSpPr/>
              <p:nvPr/>
            </p:nvSpPr>
            <p:spPr>
              <a:xfrm>
                <a:off x="7752171" y="757561"/>
                <a:ext cx="55120" cy="55120"/>
              </a:xfrm>
              <a:prstGeom prst="ellipse">
                <a:avLst/>
              </a:prstGeom>
              <a:solidFill>
                <a:srgbClr val="C7EDD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62" name="pt667">
                <a:extLst>
                  <a:ext uri="{FF2B5EF4-FFF2-40B4-BE49-F238E27FC236}">
                    <a16:creationId xmlns:a16="http://schemas.microsoft.com/office/drawing/2014/main" id="{D01F922E-AC78-7E4D-A6B3-8F3E73355B1E}"/>
                  </a:ext>
                </a:extLst>
              </p:cNvPr>
              <p:cNvSpPr/>
              <p:nvPr/>
            </p:nvSpPr>
            <p:spPr>
              <a:xfrm>
                <a:off x="7581562" y="628133"/>
                <a:ext cx="55120" cy="55120"/>
              </a:xfrm>
              <a:prstGeom prst="ellipse">
                <a:avLst/>
              </a:prstGeom>
              <a:solidFill>
                <a:srgbClr val="ACE5CC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63" name="pt668">
                <a:extLst>
                  <a:ext uri="{FF2B5EF4-FFF2-40B4-BE49-F238E27FC236}">
                    <a16:creationId xmlns:a16="http://schemas.microsoft.com/office/drawing/2014/main" id="{0AC86332-D65A-2DFE-0C57-399EDB429E5E}"/>
                  </a:ext>
                </a:extLst>
              </p:cNvPr>
              <p:cNvSpPr/>
              <p:nvPr/>
            </p:nvSpPr>
            <p:spPr>
              <a:xfrm>
                <a:off x="7169184" y="1021567"/>
                <a:ext cx="55120" cy="55120"/>
              </a:xfrm>
              <a:prstGeom prst="ellipse">
                <a:avLst/>
              </a:prstGeom>
              <a:solidFill>
                <a:srgbClr val="B3E7D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64" name="pt669">
                <a:extLst>
                  <a:ext uri="{FF2B5EF4-FFF2-40B4-BE49-F238E27FC236}">
                    <a16:creationId xmlns:a16="http://schemas.microsoft.com/office/drawing/2014/main" id="{CF0467A3-26C1-372C-4F87-BFB800DF870A}"/>
                  </a:ext>
                </a:extLst>
              </p:cNvPr>
              <p:cNvSpPr/>
              <p:nvPr/>
            </p:nvSpPr>
            <p:spPr>
              <a:xfrm>
                <a:off x="7265559" y="1447371"/>
                <a:ext cx="55120" cy="55120"/>
              </a:xfrm>
              <a:prstGeom prst="ellipse">
                <a:avLst/>
              </a:prstGeom>
              <a:solidFill>
                <a:srgbClr val="D6F2E1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65" name="pt670">
                <a:extLst>
                  <a:ext uri="{FF2B5EF4-FFF2-40B4-BE49-F238E27FC236}">
                    <a16:creationId xmlns:a16="http://schemas.microsoft.com/office/drawing/2014/main" id="{C2A6EFE6-7A57-27DF-0591-42A2D5E3653D}"/>
                  </a:ext>
                </a:extLst>
              </p:cNvPr>
              <p:cNvSpPr/>
              <p:nvPr/>
            </p:nvSpPr>
            <p:spPr>
              <a:xfrm>
                <a:off x="7211834" y="1426695"/>
                <a:ext cx="98419" cy="97738"/>
              </a:xfrm>
              <a:prstGeom prst="ellipse">
                <a:avLst/>
              </a:prstGeom>
              <a:solidFill>
                <a:srgbClr val="BAE9D3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66" name="pt671">
                <a:extLst>
                  <a:ext uri="{FF2B5EF4-FFF2-40B4-BE49-F238E27FC236}">
                    <a16:creationId xmlns:a16="http://schemas.microsoft.com/office/drawing/2014/main" id="{8978FF91-648D-7DE5-C207-AE29016D3D46}"/>
                  </a:ext>
                </a:extLst>
              </p:cNvPr>
              <p:cNvSpPr/>
              <p:nvPr/>
            </p:nvSpPr>
            <p:spPr>
              <a:xfrm>
                <a:off x="7293936" y="1128717"/>
                <a:ext cx="98419" cy="97738"/>
              </a:xfrm>
              <a:prstGeom prst="ellipse">
                <a:avLst/>
              </a:prstGeom>
              <a:solidFill>
                <a:srgbClr val="94DDC1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67" name="pt672">
                <a:extLst>
                  <a:ext uri="{FF2B5EF4-FFF2-40B4-BE49-F238E27FC236}">
                    <a16:creationId xmlns:a16="http://schemas.microsoft.com/office/drawing/2014/main" id="{76D439C4-31D9-945E-5A4B-34973989B449}"/>
                  </a:ext>
                </a:extLst>
              </p:cNvPr>
              <p:cNvSpPr/>
              <p:nvPr/>
            </p:nvSpPr>
            <p:spPr>
              <a:xfrm>
                <a:off x="7283351" y="1391429"/>
                <a:ext cx="98419" cy="97738"/>
              </a:xfrm>
              <a:prstGeom prst="ellipse">
                <a:avLst/>
              </a:prstGeom>
              <a:solidFill>
                <a:srgbClr val="D7F3E1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68" name="pl675">
                <a:extLst>
                  <a:ext uri="{FF2B5EF4-FFF2-40B4-BE49-F238E27FC236}">
                    <a16:creationId xmlns:a16="http://schemas.microsoft.com/office/drawing/2014/main" id="{1D048031-894A-52FD-AA94-73F97C08E1B2}"/>
                  </a:ext>
                </a:extLst>
              </p:cNvPr>
              <p:cNvSpPr/>
              <p:nvPr/>
            </p:nvSpPr>
            <p:spPr>
              <a:xfrm>
                <a:off x="7347203" y="1000663"/>
                <a:ext cx="414952" cy="174178"/>
              </a:xfrm>
              <a:custGeom>
                <a:avLst/>
                <a:gdLst/>
                <a:ahLst/>
                <a:cxnLst/>
                <a:rect l="0" t="0" r="0" b="0"/>
                <a:pathLst>
                  <a:path w="1087872" h="456639">
                    <a:moveTo>
                      <a:pt x="1087872" y="0"/>
                    </a:moveTo>
                    <a:lnTo>
                      <a:pt x="0" y="456639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69" name="pl676">
                <a:extLst>
                  <a:ext uri="{FF2B5EF4-FFF2-40B4-BE49-F238E27FC236}">
                    <a16:creationId xmlns:a16="http://schemas.microsoft.com/office/drawing/2014/main" id="{466AA29E-4711-27A0-2C05-4DE58807F9CC}"/>
                  </a:ext>
                </a:extLst>
              </p:cNvPr>
              <p:cNvSpPr/>
              <p:nvPr/>
            </p:nvSpPr>
            <p:spPr>
              <a:xfrm>
                <a:off x="7336428" y="1191311"/>
                <a:ext cx="476290" cy="245854"/>
              </a:xfrm>
              <a:custGeom>
                <a:avLst/>
                <a:gdLst/>
                <a:ahLst/>
                <a:cxnLst/>
                <a:rect l="0" t="0" r="0" b="0"/>
                <a:pathLst>
                  <a:path w="1248681" h="644551">
                    <a:moveTo>
                      <a:pt x="1248681" y="0"/>
                    </a:moveTo>
                    <a:lnTo>
                      <a:pt x="0" y="644551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070" name="rc683">
                <a:extLst>
                  <a:ext uri="{FF2B5EF4-FFF2-40B4-BE49-F238E27FC236}">
                    <a16:creationId xmlns:a16="http://schemas.microsoft.com/office/drawing/2014/main" id="{49881ABB-30E7-2038-943C-B83DA9CEB039}"/>
                  </a:ext>
                </a:extLst>
              </p:cNvPr>
              <p:cNvSpPr/>
              <p:nvPr/>
            </p:nvSpPr>
            <p:spPr>
              <a:xfrm>
                <a:off x="6948264" y="476671"/>
                <a:ext cx="1510855" cy="1410009"/>
              </a:xfrm>
              <a:prstGeom prst="rect">
                <a:avLst/>
              </a:prstGeom>
              <a:ln w="13550" cap="rnd">
                <a:solidFill>
                  <a:srgbClr val="333333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9071" name="pg675">
              <a:extLst>
                <a:ext uri="{FF2B5EF4-FFF2-40B4-BE49-F238E27FC236}">
                  <a16:creationId xmlns:a16="http://schemas.microsoft.com/office/drawing/2014/main" id="{FA03776E-0308-8B82-9B3F-D39CB9B9CF2C}"/>
                </a:ext>
              </a:extLst>
            </p:cNvPr>
            <p:cNvSpPr/>
            <p:nvPr/>
          </p:nvSpPr>
          <p:spPr>
            <a:xfrm>
              <a:off x="2780958" y="3172150"/>
              <a:ext cx="123475" cy="106933"/>
            </a:xfrm>
            <a:custGeom>
              <a:avLst/>
              <a:gdLst/>
              <a:ahLst/>
              <a:cxnLst/>
              <a:rect l="0" t="0" r="0" b="0"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9" name="pg679">
              <a:extLst>
                <a:ext uri="{FF2B5EF4-FFF2-40B4-BE49-F238E27FC236}">
                  <a16:creationId xmlns:a16="http://schemas.microsoft.com/office/drawing/2014/main" id="{A5CAF5B5-173F-BB82-8F93-F3A779BC6F7A}"/>
                </a:ext>
              </a:extLst>
            </p:cNvPr>
            <p:cNvSpPr/>
            <p:nvPr/>
          </p:nvSpPr>
          <p:spPr>
            <a:xfrm>
              <a:off x="3161795" y="3574703"/>
              <a:ext cx="550615" cy="173736"/>
            </a:xfrm>
            <a:custGeom>
              <a:avLst/>
              <a:gdLst/>
              <a:ahLst/>
              <a:cxnLst/>
              <a:rect l="0" t="0" r="0" b="0"/>
              <a:pathLst>
                <a:path w="1193383" h="324612">
                  <a:moveTo>
                    <a:pt x="27431" y="324612"/>
                  </a:moveTo>
                  <a:lnTo>
                    <a:pt x="1165951" y="324612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79"/>
                  </a:lnTo>
                  <a:lnTo>
                    <a:pt x="1193383" y="27431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r>
                <a:rPr lang="en-US" sz="1100" dirty="0"/>
                <a:t>  W4-VA</a:t>
              </a:r>
              <a:endParaRPr sz="1100" dirty="0"/>
            </a:p>
          </p:txBody>
        </p:sp>
        <p:sp>
          <p:nvSpPr>
            <p:cNvPr id="19072" name="pl674">
              <a:extLst>
                <a:ext uri="{FF2B5EF4-FFF2-40B4-BE49-F238E27FC236}">
                  <a16:creationId xmlns:a16="http://schemas.microsoft.com/office/drawing/2014/main" id="{9D769FFE-F59E-937E-1D35-D22672D626BF}"/>
                </a:ext>
              </a:extLst>
            </p:cNvPr>
            <p:cNvSpPr/>
            <p:nvPr/>
          </p:nvSpPr>
          <p:spPr>
            <a:xfrm flipV="1">
              <a:off x="2815452" y="3333716"/>
              <a:ext cx="346343" cy="288032"/>
            </a:xfrm>
            <a:custGeom>
              <a:avLst/>
              <a:gdLst/>
              <a:ahLst/>
              <a:cxnLst/>
              <a:rect l="0" t="0" r="0" b="0"/>
              <a:pathLst>
                <a:path w="1102704" h="234974">
                  <a:moveTo>
                    <a:pt x="1102704" y="0"/>
                  </a:moveTo>
                  <a:lnTo>
                    <a:pt x="0" y="23497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8" name="pg683">
              <a:extLst>
                <a:ext uri="{FF2B5EF4-FFF2-40B4-BE49-F238E27FC236}">
                  <a16:creationId xmlns:a16="http://schemas.microsoft.com/office/drawing/2014/main" id="{CAE9D9AA-20F1-6485-BDF1-4F89B2A64214}"/>
                </a:ext>
              </a:extLst>
            </p:cNvPr>
            <p:cNvSpPr/>
            <p:nvPr/>
          </p:nvSpPr>
          <p:spPr>
            <a:xfrm>
              <a:off x="3419872" y="2935826"/>
              <a:ext cx="717432" cy="173736"/>
            </a:xfrm>
            <a:custGeom>
              <a:avLst/>
              <a:gdLst/>
              <a:ahLst/>
              <a:cxnLst/>
              <a:rect l="0" t="0" r="0" b="0"/>
              <a:pathLst>
                <a:path w="1554937" h="324612">
                  <a:moveTo>
                    <a:pt x="27431" y="324612"/>
                  </a:moveTo>
                  <a:lnTo>
                    <a:pt x="1527505" y="324612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80"/>
                  </a:lnTo>
                  <a:lnTo>
                    <a:pt x="1554937" y="27432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r>
                <a:rPr lang="en-US" sz="1100" dirty="0"/>
                <a:t>   S2-DEBY</a:t>
              </a:r>
              <a:endParaRPr sz="1100" dirty="0"/>
            </a:p>
          </p:txBody>
        </p:sp>
        <p:sp>
          <p:nvSpPr>
            <p:cNvPr id="3" name="pg681">
              <a:extLst>
                <a:ext uri="{FF2B5EF4-FFF2-40B4-BE49-F238E27FC236}">
                  <a16:creationId xmlns:a16="http://schemas.microsoft.com/office/drawing/2014/main" id="{7BA04630-C2E9-1E46-1F55-E90DFEB45216}"/>
                </a:ext>
              </a:extLst>
            </p:cNvPr>
            <p:cNvSpPr/>
            <p:nvPr/>
          </p:nvSpPr>
          <p:spPr>
            <a:xfrm>
              <a:off x="3397695" y="2650801"/>
              <a:ext cx="692540" cy="173736"/>
            </a:xfrm>
            <a:custGeom>
              <a:avLst/>
              <a:gdLst/>
              <a:ahLst/>
              <a:cxnLst/>
              <a:rect l="0" t="0" r="0" b="0"/>
              <a:pathLst>
                <a:path w="1500987" h="324611">
                  <a:moveTo>
                    <a:pt x="27432" y="324611"/>
                  </a:moveTo>
                  <a:lnTo>
                    <a:pt x="1473555" y="324611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6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r>
                <a:rPr lang="en-US" sz="1100" dirty="0"/>
                <a:t>    S1-LOLA</a:t>
              </a:r>
              <a:endParaRPr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22433254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1654055" y="1600200"/>
              <a:ext cx="5835888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l6"/>
            <p:cNvSpPr/>
            <p:nvPr/>
          </p:nvSpPr>
          <p:spPr>
            <a:xfrm>
              <a:off x="2610961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l7"/>
            <p:cNvSpPr/>
            <p:nvPr/>
          </p:nvSpPr>
          <p:spPr>
            <a:xfrm>
              <a:off x="314013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l8"/>
            <p:cNvSpPr/>
            <p:nvPr/>
          </p:nvSpPr>
          <p:spPr>
            <a:xfrm>
              <a:off x="366931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l9"/>
            <p:cNvSpPr/>
            <p:nvPr/>
          </p:nvSpPr>
          <p:spPr>
            <a:xfrm>
              <a:off x="419848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l10"/>
            <p:cNvSpPr/>
            <p:nvPr/>
          </p:nvSpPr>
          <p:spPr>
            <a:xfrm>
              <a:off x="472766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l11"/>
            <p:cNvSpPr/>
            <p:nvPr/>
          </p:nvSpPr>
          <p:spPr>
            <a:xfrm>
              <a:off x="525683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l12"/>
            <p:cNvSpPr/>
            <p:nvPr/>
          </p:nvSpPr>
          <p:spPr>
            <a:xfrm>
              <a:off x="578601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l13"/>
            <p:cNvSpPr/>
            <p:nvPr/>
          </p:nvSpPr>
          <p:spPr>
            <a:xfrm>
              <a:off x="631518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l14"/>
            <p:cNvSpPr/>
            <p:nvPr/>
          </p:nvSpPr>
          <p:spPr>
            <a:xfrm>
              <a:off x="2201917" y="5407850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5"/>
            <p:cNvSpPr/>
            <p:nvPr/>
          </p:nvSpPr>
          <p:spPr>
            <a:xfrm>
              <a:off x="2201917" y="4757570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l16"/>
            <p:cNvSpPr/>
            <p:nvPr/>
          </p:nvSpPr>
          <p:spPr>
            <a:xfrm>
              <a:off x="2201917" y="410729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l17"/>
            <p:cNvSpPr/>
            <p:nvPr/>
          </p:nvSpPr>
          <p:spPr>
            <a:xfrm>
              <a:off x="2201917" y="345701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l18"/>
            <p:cNvSpPr/>
            <p:nvPr/>
          </p:nvSpPr>
          <p:spPr>
            <a:xfrm>
              <a:off x="2201917" y="280673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g19"/>
            <p:cNvSpPr/>
            <p:nvPr/>
          </p:nvSpPr>
          <p:spPr>
            <a:xfrm>
              <a:off x="5671824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g20"/>
            <p:cNvSpPr/>
            <p:nvPr/>
          </p:nvSpPr>
          <p:spPr>
            <a:xfrm>
              <a:off x="5683461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g21"/>
            <p:cNvSpPr/>
            <p:nvPr/>
          </p:nvSpPr>
          <p:spPr>
            <a:xfrm>
              <a:off x="5695098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g22"/>
            <p:cNvSpPr/>
            <p:nvPr/>
          </p:nvSpPr>
          <p:spPr>
            <a:xfrm>
              <a:off x="5718373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g23"/>
            <p:cNvSpPr/>
            <p:nvPr/>
          </p:nvSpPr>
          <p:spPr>
            <a:xfrm>
              <a:off x="5730010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g24"/>
            <p:cNvSpPr/>
            <p:nvPr/>
          </p:nvSpPr>
          <p:spPr>
            <a:xfrm>
              <a:off x="5741648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g25"/>
            <p:cNvSpPr/>
            <p:nvPr/>
          </p:nvSpPr>
          <p:spPr>
            <a:xfrm>
              <a:off x="6276965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g26"/>
            <p:cNvSpPr/>
            <p:nvPr/>
          </p:nvSpPr>
          <p:spPr>
            <a:xfrm>
              <a:off x="6288602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g27"/>
            <p:cNvSpPr/>
            <p:nvPr/>
          </p:nvSpPr>
          <p:spPr>
            <a:xfrm>
              <a:off x="6300240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g28"/>
            <p:cNvSpPr/>
            <p:nvPr/>
          </p:nvSpPr>
          <p:spPr>
            <a:xfrm>
              <a:off x="5648549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g29"/>
            <p:cNvSpPr/>
            <p:nvPr/>
          </p:nvSpPr>
          <p:spPr>
            <a:xfrm>
              <a:off x="5660186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5671824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g31"/>
            <p:cNvSpPr/>
            <p:nvPr/>
          </p:nvSpPr>
          <p:spPr>
            <a:xfrm>
              <a:off x="5683461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g32"/>
            <p:cNvSpPr/>
            <p:nvPr/>
          </p:nvSpPr>
          <p:spPr>
            <a:xfrm>
              <a:off x="569509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g33"/>
            <p:cNvSpPr/>
            <p:nvPr/>
          </p:nvSpPr>
          <p:spPr>
            <a:xfrm>
              <a:off x="5706736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g34"/>
            <p:cNvSpPr/>
            <p:nvPr/>
          </p:nvSpPr>
          <p:spPr>
            <a:xfrm>
              <a:off x="5718373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g35"/>
            <p:cNvSpPr/>
            <p:nvPr/>
          </p:nvSpPr>
          <p:spPr>
            <a:xfrm>
              <a:off x="5730010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g36"/>
            <p:cNvSpPr/>
            <p:nvPr/>
          </p:nvSpPr>
          <p:spPr>
            <a:xfrm>
              <a:off x="574164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g37"/>
            <p:cNvSpPr/>
            <p:nvPr/>
          </p:nvSpPr>
          <p:spPr>
            <a:xfrm>
              <a:off x="626532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g38"/>
            <p:cNvSpPr/>
            <p:nvPr/>
          </p:nvSpPr>
          <p:spPr>
            <a:xfrm>
              <a:off x="6276965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g39"/>
            <p:cNvSpPr/>
            <p:nvPr/>
          </p:nvSpPr>
          <p:spPr>
            <a:xfrm>
              <a:off x="6288602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g40"/>
            <p:cNvSpPr/>
            <p:nvPr/>
          </p:nvSpPr>
          <p:spPr>
            <a:xfrm>
              <a:off x="6300240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g41"/>
            <p:cNvSpPr/>
            <p:nvPr/>
          </p:nvSpPr>
          <p:spPr>
            <a:xfrm>
              <a:off x="6311877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g42"/>
            <p:cNvSpPr/>
            <p:nvPr/>
          </p:nvSpPr>
          <p:spPr>
            <a:xfrm>
              <a:off x="5636912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g43"/>
            <p:cNvSpPr/>
            <p:nvPr/>
          </p:nvSpPr>
          <p:spPr>
            <a:xfrm>
              <a:off x="5648549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g44"/>
            <p:cNvSpPr/>
            <p:nvPr/>
          </p:nvSpPr>
          <p:spPr>
            <a:xfrm>
              <a:off x="5660186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g45"/>
            <p:cNvSpPr/>
            <p:nvPr/>
          </p:nvSpPr>
          <p:spPr>
            <a:xfrm>
              <a:off x="5671824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g46"/>
            <p:cNvSpPr/>
            <p:nvPr/>
          </p:nvSpPr>
          <p:spPr>
            <a:xfrm>
              <a:off x="5683461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g47"/>
            <p:cNvSpPr/>
            <p:nvPr/>
          </p:nvSpPr>
          <p:spPr>
            <a:xfrm>
              <a:off x="569509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g48"/>
            <p:cNvSpPr/>
            <p:nvPr/>
          </p:nvSpPr>
          <p:spPr>
            <a:xfrm>
              <a:off x="5706736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g49"/>
            <p:cNvSpPr/>
            <p:nvPr/>
          </p:nvSpPr>
          <p:spPr>
            <a:xfrm>
              <a:off x="5718373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g50"/>
            <p:cNvSpPr/>
            <p:nvPr/>
          </p:nvSpPr>
          <p:spPr>
            <a:xfrm>
              <a:off x="5730010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g51"/>
            <p:cNvSpPr/>
            <p:nvPr/>
          </p:nvSpPr>
          <p:spPr>
            <a:xfrm>
              <a:off x="574164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g52"/>
            <p:cNvSpPr/>
            <p:nvPr/>
          </p:nvSpPr>
          <p:spPr>
            <a:xfrm>
              <a:off x="5753285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g53"/>
            <p:cNvSpPr/>
            <p:nvPr/>
          </p:nvSpPr>
          <p:spPr>
            <a:xfrm>
              <a:off x="626532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g54"/>
            <p:cNvSpPr/>
            <p:nvPr/>
          </p:nvSpPr>
          <p:spPr>
            <a:xfrm>
              <a:off x="6276965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g55"/>
            <p:cNvSpPr/>
            <p:nvPr/>
          </p:nvSpPr>
          <p:spPr>
            <a:xfrm>
              <a:off x="6288602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/>
            <p:cNvSpPr/>
            <p:nvPr/>
          </p:nvSpPr>
          <p:spPr>
            <a:xfrm>
              <a:off x="6300240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g57"/>
            <p:cNvSpPr/>
            <p:nvPr/>
          </p:nvSpPr>
          <p:spPr>
            <a:xfrm>
              <a:off x="6311877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/>
            <p:cNvSpPr/>
            <p:nvPr/>
          </p:nvSpPr>
          <p:spPr>
            <a:xfrm>
              <a:off x="557872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g59"/>
            <p:cNvSpPr/>
            <p:nvPr/>
          </p:nvSpPr>
          <p:spPr>
            <a:xfrm>
              <a:off x="5590363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g60"/>
            <p:cNvSpPr/>
            <p:nvPr/>
          </p:nvSpPr>
          <p:spPr>
            <a:xfrm>
              <a:off x="560200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pg61"/>
            <p:cNvSpPr/>
            <p:nvPr/>
          </p:nvSpPr>
          <p:spPr>
            <a:xfrm>
              <a:off x="5613637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g62"/>
            <p:cNvSpPr/>
            <p:nvPr/>
          </p:nvSpPr>
          <p:spPr>
            <a:xfrm>
              <a:off x="562527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g63"/>
            <p:cNvSpPr/>
            <p:nvPr/>
          </p:nvSpPr>
          <p:spPr>
            <a:xfrm>
              <a:off x="5636912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g64"/>
            <p:cNvSpPr/>
            <p:nvPr/>
          </p:nvSpPr>
          <p:spPr>
            <a:xfrm>
              <a:off x="5648549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g65"/>
            <p:cNvSpPr/>
            <p:nvPr/>
          </p:nvSpPr>
          <p:spPr>
            <a:xfrm>
              <a:off x="5660186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g66"/>
            <p:cNvSpPr/>
            <p:nvPr/>
          </p:nvSpPr>
          <p:spPr>
            <a:xfrm>
              <a:off x="5671824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g67"/>
            <p:cNvSpPr/>
            <p:nvPr/>
          </p:nvSpPr>
          <p:spPr>
            <a:xfrm>
              <a:off x="5683461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g68"/>
            <p:cNvSpPr/>
            <p:nvPr/>
          </p:nvSpPr>
          <p:spPr>
            <a:xfrm>
              <a:off x="5695098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g69"/>
            <p:cNvSpPr/>
            <p:nvPr/>
          </p:nvSpPr>
          <p:spPr>
            <a:xfrm>
              <a:off x="5706736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g70"/>
            <p:cNvSpPr/>
            <p:nvPr/>
          </p:nvSpPr>
          <p:spPr>
            <a:xfrm>
              <a:off x="5718373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g71"/>
            <p:cNvSpPr/>
            <p:nvPr/>
          </p:nvSpPr>
          <p:spPr>
            <a:xfrm>
              <a:off x="573001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g72"/>
            <p:cNvSpPr/>
            <p:nvPr/>
          </p:nvSpPr>
          <p:spPr>
            <a:xfrm>
              <a:off x="5741648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g73"/>
            <p:cNvSpPr/>
            <p:nvPr/>
          </p:nvSpPr>
          <p:spPr>
            <a:xfrm>
              <a:off x="627696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g74"/>
            <p:cNvSpPr/>
            <p:nvPr/>
          </p:nvSpPr>
          <p:spPr>
            <a:xfrm>
              <a:off x="6288602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g75"/>
            <p:cNvSpPr/>
            <p:nvPr/>
          </p:nvSpPr>
          <p:spPr>
            <a:xfrm>
              <a:off x="630024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g76"/>
            <p:cNvSpPr/>
            <p:nvPr/>
          </p:nvSpPr>
          <p:spPr>
            <a:xfrm>
              <a:off x="554381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g77"/>
            <p:cNvSpPr/>
            <p:nvPr/>
          </p:nvSpPr>
          <p:spPr>
            <a:xfrm>
              <a:off x="5555451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g78"/>
            <p:cNvSpPr/>
            <p:nvPr/>
          </p:nvSpPr>
          <p:spPr>
            <a:xfrm>
              <a:off x="5567088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g79"/>
            <p:cNvSpPr/>
            <p:nvPr/>
          </p:nvSpPr>
          <p:spPr>
            <a:xfrm>
              <a:off x="5578725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g80"/>
            <p:cNvSpPr/>
            <p:nvPr/>
          </p:nvSpPr>
          <p:spPr>
            <a:xfrm>
              <a:off x="559036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g81"/>
            <p:cNvSpPr/>
            <p:nvPr/>
          </p:nvSpPr>
          <p:spPr>
            <a:xfrm>
              <a:off x="5602000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g82"/>
            <p:cNvSpPr/>
            <p:nvPr/>
          </p:nvSpPr>
          <p:spPr>
            <a:xfrm>
              <a:off x="5613637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g83"/>
            <p:cNvSpPr/>
            <p:nvPr/>
          </p:nvSpPr>
          <p:spPr>
            <a:xfrm>
              <a:off x="5625275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g84"/>
            <p:cNvSpPr/>
            <p:nvPr/>
          </p:nvSpPr>
          <p:spPr>
            <a:xfrm>
              <a:off x="5636912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g85"/>
            <p:cNvSpPr/>
            <p:nvPr/>
          </p:nvSpPr>
          <p:spPr>
            <a:xfrm>
              <a:off x="5648549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/>
            <p:cNvSpPr/>
            <p:nvPr/>
          </p:nvSpPr>
          <p:spPr>
            <a:xfrm>
              <a:off x="5660186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pg87"/>
            <p:cNvSpPr/>
            <p:nvPr/>
          </p:nvSpPr>
          <p:spPr>
            <a:xfrm>
              <a:off x="5671824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pg88"/>
            <p:cNvSpPr/>
            <p:nvPr/>
          </p:nvSpPr>
          <p:spPr>
            <a:xfrm>
              <a:off x="5683461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pg89"/>
            <p:cNvSpPr/>
            <p:nvPr/>
          </p:nvSpPr>
          <p:spPr>
            <a:xfrm>
              <a:off x="5695098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g90"/>
            <p:cNvSpPr/>
            <p:nvPr/>
          </p:nvSpPr>
          <p:spPr>
            <a:xfrm>
              <a:off x="5706736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g91"/>
            <p:cNvSpPr/>
            <p:nvPr/>
          </p:nvSpPr>
          <p:spPr>
            <a:xfrm>
              <a:off x="571837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g92"/>
            <p:cNvSpPr/>
            <p:nvPr/>
          </p:nvSpPr>
          <p:spPr>
            <a:xfrm>
              <a:off x="5730010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g93"/>
            <p:cNvSpPr/>
            <p:nvPr/>
          </p:nvSpPr>
          <p:spPr>
            <a:xfrm>
              <a:off x="6288602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g94"/>
            <p:cNvSpPr/>
            <p:nvPr/>
          </p:nvSpPr>
          <p:spPr>
            <a:xfrm>
              <a:off x="5532176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g95"/>
            <p:cNvSpPr/>
            <p:nvPr/>
          </p:nvSpPr>
          <p:spPr>
            <a:xfrm>
              <a:off x="5543813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g96"/>
            <p:cNvSpPr/>
            <p:nvPr/>
          </p:nvSpPr>
          <p:spPr>
            <a:xfrm>
              <a:off x="5555451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g97"/>
            <p:cNvSpPr/>
            <p:nvPr/>
          </p:nvSpPr>
          <p:spPr>
            <a:xfrm>
              <a:off x="5567088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g98"/>
            <p:cNvSpPr/>
            <p:nvPr/>
          </p:nvSpPr>
          <p:spPr>
            <a:xfrm>
              <a:off x="5578725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g99"/>
            <p:cNvSpPr/>
            <p:nvPr/>
          </p:nvSpPr>
          <p:spPr>
            <a:xfrm>
              <a:off x="5590363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g100"/>
            <p:cNvSpPr/>
            <p:nvPr/>
          </p:nvSpPr>
          <p:spPr>
            <a:xfrm>
              <a:off x="5602000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g101"/>
            <p:cNvSpPr/>
            <p:nvPr/>
          </p:nvSpPr>
          <p:spPr>
            <a:xfrm>
              <a:off x="5613637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g102"/>
            <p:cNvSpPr/>
            <p:nvPr/>
          </p:nvSpPr>
          <p:spPr>
            <a:xfrm>
              <a:off x="5625275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g103"/>
            <p:cNvSpPr/>
            <p:nvPr/>
          </p:nvSpPr>
          <p:spPr>
            <a:xfrm>
              <a:off x="5636912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g104"/>
            <p:cNvSpPr/>
            <p:nvPr/>
          </p:nvSpPr>
          <p:spPr>
            <a:xfrm>
              <a:off x="5648549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g105"/>
            <p:cNvSpPr/>
            <p:nvPr/>
          </p:nvSpPr>
          <p:spPr>
            <a:xfrm>
              <a:off x="5660186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g106"/>
            <p:cNvSpPr/>
            <p:nvPr/>
          </p:nvSpPr>
          <p:spPr>
            <a:xfrm>
              <a:off x="5671824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g107"/>
            <p:cNvSpPr/>
            <p:nvPr/>
          </p:nvSpPr>
          <p:spPr>
            <a:xfrm>
              <a:off x="5683461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g108"/>
            <p:cNvSpPr/>
            <p:nvPr/>
          </p:nvSpPr>
          <p:spPr>
            <a:xfrm>
              <a:off x="5695098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g109"/>
            <p:cNvSpPr/>
            <p:nvPr/>
          </p:nvSpPr>
          <p:spPr>
            <a:xfrm>
              <a:off x="5508901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g110"/>
            <p:cNvSpPr/>
            <p:nvPr/>
          </p:nvSpPr>
          <p:spPr>
            <a:xfrm>
              <a:off x="5520539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g111"/>
            <p:cNvSpPr/>
            <p:nvPr/>
          </p:nvSpPr>
          <p:spPr>
            <a:xfrm>
              <a:off x="5532176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g112"/>
            <p:cNvSpPr/>
            <p:nvPr/>
          </p:nvSpPr>
          <p:spPr>
            <a:xfrm>
              <a:off x="5543813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g113"/>
            <p:cNvSpPr/>
            <p:nvPr/>
          </p:nvSpPr>
          <p:spPr>
            <a:xfrm>
              <a:off x="5555451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g114"/>
            <p:cNvSpPr/>
            <p:nvPr/>
          </p:nvSpPr>
          <p:spPr>
            <a:xfrm>
              <a:off x="5567088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pg115"/>
            <p:cNvSpPr/>
            <p:nvPr/>
          </p:nvSpPr>
          <p:spPr>
            <a:xfrm>
              <a:off x="5578725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g116"/>
            <p:cNvSpPr/>
            <p:nvPr/>
          </p:nvSpPr>
          <p:spPr>
            <a:xfrm>
              <a:off x="5590363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pg117"/>
            <p:cNvSpPr/>
            <p:nvPr/>
          </p:nvSpPr>
          <p:spPr>
            <a:xfrm>
              <a:off x="5602000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g118"/>
            <p:cNvSpPr/>
            <p:nvPr/>
          </p:nvSpPr>
          <p:spPr>
            <a:xfrm>
              <a:off x="5613637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pg119"/>
            <p:cNvSpPr/>
            <p:nvPr/>
          </p:nvSpPr>
          <p:spPr>
            <a:xfrm>
              <a:off x="5625275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pg120"/>
            <p:cNvSpPr/>
            <p:nvPr/>
          </p:nvSpPr>
          <p:spPr>
            <a:xfrm>
              <a:off x="5636912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pg121"/>
            <p:cNvSpPr/>
            <p:nvPr/>
          </p:nvSpPr>
          <p:spPr>
            <a:xfrm>
              <a:off x="5648549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pg122"/>
            <p:cNvSpPr/>
            <p:nvPr/>
          </p:nvSpPr>
          <p:spPr>
            <a:xfrm>
              <a:off x="5660186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g123"/>
            <p:cNvSpPr/>
            <p:nvPr/>
          </p:nvSpPr>
          <p:spPr>
            <a:xfrm>
              <a:off x="5473989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g124"/>
            <p:cNvSpPr/>
            <p:nvPr/>
          </p:nvSpPr>
          <p:spPr>
            <a:xfrm>
              <a:off x="5485627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g125"/>
            <p:cNvSpPr/>
            <p:nvPr/>
          </p:nvSpPr>
          <p:spPr>
            <a:xfrm>
              <a:off x="5497264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g126"/>
            <p:cNvSpPr/>
            <p:nvPr/>
          </p:nvSpPr>
          <p:spPr>
            <a:xfrm>
              <a:off x="5508901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g127"/>
            <p:cNvSpPr/>
            <p:nvPr/>
          </p:nvSpPr>
          <p:spPr>
            <a:xfrm>
              <a:off x="5520539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g128"/>
            <p:cNvSpPr/>
            <p:nvPr/>
          </p:nvSpPr>
          <p:spPr>
            <a:xfrm>
              <a:off x="5532176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g129"/>
            <p:cNvSpPr/>
            <p:nvPr/>
          </p:nvSpPr>
          <p:spPr>
            <a:xfrm>
              <a:off x="5543813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g130"/>
            <p:cNvSpPr/>
            <p:nvPr/>
          </p:nvSpPr>
          <p:spPr>
            <a:xfrm>
              <a:off x="5555451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g131"/>
            <p:cNvSpPr/>
            <p:nvPr/>
          </p:nvSpPr>
          <p:spPr>
            <a:xfrm>
              <a:off x="5567088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g132"/>
            <p:cNvSpPr/>
            <p:nvPr/>
          </p:nvSpPr>
          <p:spPr>
            <a:xfrm>
              <a:off x="5578725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g133"/>
            <p:cNvSpPr/>
            <p:nvPr/>
          </p:nvSpPr>
          <p:spPr>
            <a:xfrm>
              <a:off x="5590363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pg134"/>
            <p:cNvSpPr/>
            <p:nvPr/>
          </p:nvSpPr>
          <p:spPr>
            <a:xfrm>
              <a:off x="5602000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pg135"/>
            <p:cNvSpPr/>
            <p:nvPr/>
          </p:nvSpPr>
          <p:spPr>
            <a:xfrm>
              <a:off x="5613637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pg136"/>
            <p:cNvSpPr/>
            <p:nvPr/>
          </p:nvSpPr>
          <p:spPr>
            <a:xfrm>
              <a:off x="5625275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pg137"/>
            <p:cNvSpPr/>
            <p:nvPr/>
          </p:nvSpPr>
          <p:spPr>
            <a:xfrm>
              <a:off x="5450715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pg138"/>
            <p:cNvSpPr/>
            <p:nvPr/>
          </p:nvSpPr>
          <p:spPr>
            <a:xfrm>
              <a:off x="5462352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pg139"/>
            <p:cNvSpPr/>
            <p:nvPr/>
          </p:nvSpPr>
          <p:spPr>
            <a:xfrm>
              <a:off x="5473989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pg140"/>
            <p:cNvSpPr/>
            <p:nvPr/>
          </p:nvSpPr>
          <p:spPr>
            <a:xfrm>
              <a:off x="5485627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pg141"/>
            <p:cNvSpPr/>
            <p:nvPr/>
          </p:nvSpPr>
          <p:spPr>
            <a:xfrm>
              <a:off x="5497264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pg142"/>
            <p:cNvSpPr/>
            <p:nvPr/>
          </p:nvSpPr>
          <p:spPr>
            <a:xfrm>
              <a:off x="5508901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pg143"/>
            <p:cNvSpPr/>
            <p:nvPr/>
          </p:nvSpPr>
          <p:spPr>
            <a:xfrm>
              <a:off x="5520539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pg144"/>
            <p:cNvSpPr/>
            <p:nvPr/>
          </p:nvSpPr>
          <p:spPr>
            <a:xfrm>
              <a:off x="5532176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pg145"/>
            <p:cNvSpPr/>
            <p:nvPr/>
          </p:nvSpPr>
          <p:spPr>
            <a:xfrm>
              <a:off x="5543813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pg146"/>
            <p:cNvSpPr/>
            <p:nvPr/>
          </p:nvSpPr>
          <p:spPr>
            <a:xfrm>
              <a:off x="5555451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pg147"/>
            <p:cNvSpPr/>
            <p:nvPr/>
          </p:nvSpPr>
          <p:spPr>
            <a:xfrm>
              <a:off x="5567088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pg148"/>
            <p:cNvSpPr/>
            <p:nvPr/>
          </p:nvSpPr>
          <p:spPr>
            <a:xfrm>
              <a:off x="5578725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pg149"/>
            <p:cNvSpPr/>
            <p:nvPr/>
          </p:nvSpPr>
          <p:spPr>
            <a:xfrm>
              <a:off x="5439077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pg150"/>
            <p:cNvSpPr/>
            <p:nvPr/>
          </p:nvSpPr>
          <p:spPr>
            <a:xfrm>
              <a:off x="5450715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pg151"/>
            <p:cNvSpPr/>
            <p:nvPr/>
          </p:nvSpPr>
          <p:spPr>
            <a:xfrm>
              <a:off x="5462352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pg152"/>
            <p:cNvSpPr/>
            <p:nvPr/>
          </p:nvSpPr>
          <p:spPr>
            <a:xfrm>
              <a:off x="5473989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pg153"/>
            <p:cNvSpPr/>
            <p:nvPr/>
          </p:nvSpPr>
          <p:spPr>
            <a:xfrm>
              <a:off x="5485627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pg154"/>
            <p:cNvSpPr/>
            <p:nvPr/>
          </p:nvSpPr>
          <p:spPr>
            <a:xfrm>
              <a:off x="5497264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pg155"/>
            <p:cNvSpPr/>
            <p:nvPr/>
          </p:nvSpPr>
          <p:spPr>
            <a:xfrm>
              <a:off x="5508901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pg156"/>
            <p:cNvSpPr/>
            <p:nvPr/>
          </p:nvSpPr>
          <p:spPr>
            <a:xfrm>
              <a:off x="5520539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pg157"/>
            <p:cNvSpPr/>
            <p:nvPr/>
          </p:nvSpPr>
          <p:spPr>
            <a:xfrm>
              <a:off x="5532176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pg158"/>
            <p:cNvSpPr/>
            <p:nvPr/>
          </p:nvSpPr>
          <p:spPr>
            <a:xfrm>
              <a:off x="5543813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pg159"/>
            <p:cNvSpPr/>
            <p:nvPr/>
          </p:nvSpPr>
          <p:spPr>
            <a:xfrm>
              <a:off x="5555451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pg160"/>
            <p:cNvSpPr/>
            <p:nvPr/>
          </p:nvSpPr>
          <p:spPr>
            <a:xfrm>
              <a:off x="5427440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pg161"/>
            <p:cNvSpPr/>
            <p:nvPr/>
          </p:nvSpPr>
          <p:spPr>
            <a:xfrm>
              <a:off x="5439077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pg162"/>
            <p:cNvSpPr/>
            <p:nvPr/>
          </p:nvSpPr>
          <p:spPr>
            <a:xfrm>
              <a:off x="5450715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pg163"/>
            <p:cNvSpPr/>
            <p:nvPr/>
          </p:nvSpPr>
          <p:spPr>
            <a:xfrm>
              <a:off x="5462352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pg164"/>
            <p:cNvSpPr/>
            <p:nvPr/>
          </p:nvSpPr>
          <p:spPr>
            <a:xfrm>
              <a:off x="5473989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pg165"/>
            <p:cNvSpPr/>
            <p:nvPr/>
          </p:nvSpPr>
          <p:spPr>
            <a:xfrm>
              <a:off x="5485627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pg166"/>
            <p:cNvSpPr/>
            <p:nvPr/>
          </p:nvSpPr>
          <p:spPr>
            <a:xfrm>
              <a:off x="5497264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pg167"/>
            <p:cNvSpPr/>
            <p:nvPr/>
          </p:nvSpPr>
          <p:spPr>
            <a:xfrm>
              <a:off x="5508901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pg168"/>
            <p:cNvSpPr/>
            <p:nvPr/>
          </p:nvSpPr>
          <p:spPr>
            <a:xfrm>
              <a:off x="5520539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pg169"/>
            <p:cNvSpPr/>
            <p:nvPr/>
          </p:nvSpPr>
          <p:spPr>
            <a:xfrm>
              <a:off x="5532176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pg170"/>
            <p:cNvSpPr/>
            <p:nvPr/>
          </p:nvSpPr>
          <p:spPr>
            <a:xfrm>
              <a:off x="5415803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pg171"/>
            <p:cNvSpPr/>
            <p:nvPr/>
          </p:nvSpPr>
          <p:spPr>
            <a:xfrm>
              <a:off x="5427440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pg172"/>
            <p:cNvSpPr/>
            <p:nvPr/>
          </p:nvSpPr>
          <p:spPr>
            <a:xfrm>
              <a:off x="5439077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pg173"/>
            <p:cNvSpPr/>
            <p:nvPr/>
          </p:nvSpPr>
          <p:spPr>
            <a:xfrm>
              <a:off x="5450715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pg174"/>
            <p:cNvSpPr/>
            <p:nvPr/>
          </p:nvSpPr>
          <p:spPr>
            <a:xfrm>
              <a:off x="5462352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pg175"/>
            <p:cNvSpPr/>
            <p:nvPr/>
          </p:nvSpPr>
          <p:spPr>
            <a:xfrm>
              <a:off x="5473989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pg176"/>
            <p:cNvSpPr/>
            <p:nvPr/>
          </p:nvSpPr>
          <p:spPr>
            <a:xfrm>
              <a:off x="5485627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pg177"/>
            <p:cNvSpPr/>
            <p:nvPr/>
          </p:nvSpPr>
          <p:spPr>
            <a:xfrm>
              <a:off x="5497264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pg178"/>
            <p:cNvSpPr/>
            <p:nvPr/>
          </p:nvSpPr>
          <p:spPr>
            <a:xfrm>
              <a:off x="5508901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pg179"/>
            <p:cNvSpPr/>
            <p:nvPr/>
          </p:nvSpPr>
          <p:spPr>
            <a:xfrm>
              <a:off x="5380891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pg180"/>
            <p:cNvSpPr/>
            <p:nvPr/>
          </p:nvSpPr>
          <p:spPr>
            <a:xfrm>
              <a:off x="5392528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pg181"/>
            <p:cNvSpPr/>
            <p:nvPr/>
          </p:nvSpPr>
          <p:spPr>
            <a:xfrm>
              <a:off x="5404165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2">
                <a:alpha val="100000"/>
              </a:srgbClr>
            </a:solidFill>
            <a:ln w="5420" cap="flat">
              <a:solidFill>
                <a:srgbClr val="3A74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pg182"/>
            <p:cNvSpPr/>
            <p:nvPr/>
          </p:nvSpPr>
          <p:spPr>
            <a:xfrm>
              <a:off x="5415803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pg183"/>
            <p:cNvSpPr/>
            <p:nvPr/>
          </p:nvSpPr>
          <p:spPr>
            <a:xfrm>
              <a:off x="5427440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pg184"/>
            <p:cNvSpPr/>
            <p:nvPr/>
          </p:nvSpPr>
          <p:spPr>
            <a:xfrm>
              <a:off x="5439077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pg185"/>
            <p:cNvSpPr/>
            <p:nvPr/>
          </p:nvSpPr>
          <p:spPr>
            <a:xfrm>
              <a:off x="5450715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pg186"/>
            <p:cNvSpPr/>
            <p:nvPr/>
          </p:nvSpPr>
          <p:spPr>
            <a:xfrm>
              <a:off x="5462352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pg187"/>
            <p:cNvSpPr/>
            <p:nvPr/>
          </p:nvSpPr>
          <p:spPr>
            <a:xfrm>
              <a:off x="5473989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pg188"/>
            <p:cNvSpPr/>
            <p:nvPr/>
          </p:nvSpPr>
          <p:spPr>
            <a:xfrm>
              <a:off x="5485627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pg189"/>
            <p:cNvSpPr/>
            <p:nvPr/>
          </p:nvSpPr>
          <p:spPr>
            <a:xfrm>
              <a:off x="5369253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pg190"/>
            <p:cNvSpPr/>
            <p:nvPr/>
          </p:nvSpPr>
          <p:spPr>
            <a:xfrm>
              <a:off x="5380891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pg191"/>
            <p:cNvSpPr/>
            <p:nvPr/>
          </p:nvSpPr>
          <p:spPr>
            <a:xfrm>
              <a:off x="5392528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pg192"/>
            <p:cNvSpPr/>
            <p:nvPr/>
          </p:nvSpPr>
          <p:spPr>
            <a:xfrm>
              <a:off x="5404165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pg193"/>
            <p:cNvSpPr/>
            <p:nvPr/>
          </p:nvSpPr>
          <p:spPr>
            <a:xfrm>
              <a:off x="5415803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pg194"/>
            <p:cNvSpPr/>
            <p:nvPr/>
          </p:nvSpPr>
          <p:spPr>
            <a:xfrm>
              <a:off x="5427440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pg195"/>
            <p:cNvSpPr/>
            <p:nvPr/>
          </p:nvSpPr>
          <p:spPr>
            <a:xfrm>
              <a:off x="5439077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pg196"/>
            <p:cNvSpPr/>
            <p:nvPr/>
          </p:nvSpPr>
          <p:spPr>
            <a:xfrm>
              <a:off x="5450715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pg197"/>
            <p:cNvSpPr/>
            <p:nvPr/>
          </p:nvSpPr>
          <p:spPr>
            <a:xfrm>
              <a:off x="5462352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pg198"/>
            <p:cNvSpPr/>
            <p:nvPr/>
          </p:nvSpPr>
          <p:spPr>
            <a:xfrm>
              <a:off x="6311877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pg199"/>
            <p:cNvSpPr/>
            <p:nvPr/>
          </p:nvSpPr>
          <p:spPr>
            <a:xfrm>
              <a:off x="531106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pg200"/>
            <p:cNvSpPr/>
            <p:nvPr/>
          </p:nvSpPr>
          <p:spPr>
            <a:xfrm>
              <a:off x="5322704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pg201"/>
            <p:cNvSpPr/>
            <p:nvPr/>
          </p:nvSpPr>
          <p:spPr>
            <a:xfrm>
              <a:off x="5334341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pg202"/>
            <p:cNvSpPr/>
            <p:nvPr/>
          </p:nvSpPr>
          <p:spPr>
            <a:xfrm>
              <a:off x="5345979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pg203"/>
            <p:cNvSpPr/>
            <p:nvPr/>
          </p:nvSpPr>
          <p:spPr>
            <a:xfrm>
              <a:off x="5357616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pg204"/>
            <p:cNvSpPr/>
            <p:nvPr/>
          </p:nvSpPr>
          <p:spPr>
            <a:xfrm>
              <a:off x="5369253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pg205"/>
            <p:cNvSpPr/>
            <p:nvPr/>
          </p:nvSpPr>
          <p:spPr>
            <a:xfrm>
              <a:off x="5380891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pg206"/>
            <p:cNvSpPr/>
            <p:nvPr/>
          </p:nvSpPr>
          <p:spPr>
            <a:xfrm>
              <a:off x="5392528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pg207"/>
            <p:cNvSpPr/>
            <p:nvPr/>
          </p:nvSpPr>
          <p:spPr>
            <a:xfrm>
              <a:off x="540416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pg208"/>
            <p:cNvSpPr/>
            <p:nvPr/>
          </p:nvSpPr>
          <p:spPr>
            <a:xfrm>
              <a:off x="5415803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pg209"/>
            <p:cNvSpPr/>
            <p:nvPr/>
          </p:nvSpPr>
          <p:spPr>
            <a:xfrm>
              <a:off x="5427440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pg210"/>
            <p:cNvSpPr/>
            <p:nvPr/>
          </p:nvSpPr>
          <p:spPr>
            <a:xfrm>
              <a:off x="543907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pg211"/>
            <p:cNvSpPr/>
            <p:nvPr/>
          </p:nvSpPr>
          <p:spPr>
            <a:xfrm>
              <a:off x="545071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pg212"/>
            <p:cNvSpPr/>
            <p:nvPr/>
          </p:nvSpPr>
          <p:spPr>
            <a:xfrm>
              <a:off x="627696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pg213"/>
            <p:cNvSpPr/>
            <p:nvPr/>
          </p:nvSpPr>
          <p:spPr>
            <a:xfrm>
              <a:off x="6288602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pg214"/>
            <p:cNvSpPr/>
            <p:nvPr/>
          </p:nvSpPr>
          <p:spPr>
            <a:xfrm>
              <a:off x="6300240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pg215"/>
            <p:cNvSpPr/>
            <p:nvPr/>
          </p:nvSpPr>
          <p:spPr>
            <a:xfrm>
              <a:off x="631187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pg216"/>
            <p:cNvSpPr/>
            <p:nvPr/>
          </p:nvSpPr>
          <p:spPr>
            <a:xfrm>
              <a:off x="6323514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pg217"/>
            <p:cNvSpPr/>
            <p:nvPr/>
          </p:nvSpPr>
          <p:spPr>
            <a:xfrm>
              <a:off x="5299429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pg218"/>
            <p:cNvSpPr/>
            <p:nvPr/>
          </p:nvSpPr>
          <p:spPr>
            <a:xfrm>
              <a:off x="531106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pg219"/>
            <p:cNvSpPr/>
            <p:nvPr/>
          </p:nvSpPr>
          <p:spPr>
            <a:xfrm>
              <a:off x="532270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pg220"/>
            <p:cNvSpPr/>
            <p:nvPr/>
          </p:nvSpPr>
          <p:spPr>
            <a:xfrm>
              <a:off x="533434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pg221"/>
            <p:cNvSpPr/>
            <p:nvPr/>
          </p:nvSpPr>
          <p:spPr>
            <a:xfrm>
              <a:off x="5345979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pg222"/>
            <p:cNvSpPr/>
            <p:nvPr/>
          </p:nvSpPr>
          <p:spPr>
            <a:xfrm>
              <a:off x="5357616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pg223"/>
            <p:cNvSpPr/>
            <p:nvPr/>
          </p:nvSpPr>
          <p:spPr>
            <a:xfrm>
              <a:off x="5369253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pg224"/>
            <p:cNvSpPr/>
            <p:nvPr/>
          </p:nvSpPr>
          <p:spPr>
            <a:xfrm>
              <a:off x="538089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pg225"/>
            <p:cNvSpPr/>
            <p:nvPr/>
          </p:nvSpPr>
          <p:spPr>
            <a:xfrm>
              <a:off x="539252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pg226"/>
            <p:cNvSpPr/>
            <p:nvPr/>
          </p:nvSpPr>
          <p:spPr>
            <a:xfrm>
              <a:off x="5404165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2">
                <a:alpha val="100000"/>
              </a:srgbClr>
            </a:solidFill>
            <a:ln w="5420" cap="flat">
              <a:solidFill>
                <a:srgbClr val="3A74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pg227"/>
            <p:cNvSpPr/>
            <p:nvPr/>
          </p:nvSpPr>
          <p:spPr>
            <a:xfrm>
              <a:off x="5415803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pg228"/>
            <p:cNvSpPr/>
            <p:nvPr/>
          </p:nvSpPr>
          <p:spPr>
            <a:xfrm>
              <a:off x="542744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pg229"/>
            <p:cNvSpPr/>
            <p:nvPr/>
          </p:nvSpPr>
          <p:spPr>
            <a:xfrm>
              <a:off x="543907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pg230"/>
            <p:cNvSpPr/>
            <p:nvPr/>
          </p:nvSpPr>
          <p:spPr>
            <a:xfrm>
              <a:off x="6183866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pg231"/>
            <p:cNvSpPr/>
            <p:nvPr/>
          </p:nvSpPr>
          <p:spPr>
            <a:xfrm>
              <a:off x="619550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pg232"/>
            <p:cNvSpPr/>
            <p:nvPr/>
          </p:nvSpPr>
          <p:spPr>
            <a:xfrm>
              <a:off x="620714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pg233"/>
            <p:cNvSpPr/>
            <p:nvPr/>
          </p:nvSpPr>
          <p:spPr>
            <a:xfrm>
              <a:off x="621877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pg234"/>
            <p:cNvSpPr/>
            <p:nvPr/>
          </p:nvSpPr>
          <p:spPr>
            <a:xfrm>
              <a:off x="625369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pg235"/>
            <p:cNvSpPr/>
            <p:nvPr/>
          </p:nvSpPr>
          <p:spPr>
            <a:xfrm>
              <a:off x="626532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pg236"/>
            <p:cNvSpPr/>
            <p:nvPr/>
          </p:nvSpPr>
          <p:spPr>
            <a:xfrm>
              <a:off x="6276965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pg237"/>
            <p:cNvSpPr/>
            <p:nvPr/>
          </p:nvSpPr>
          <p:spPr>
            <a:xfrm>
              <a:off x="6288602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pg238"/>
            <p:cNvSpPr/>
            <p:nvPr/>
          </p:nvSpPr>
          <p:spPr>
            <a:xfrm>
              <a:off x="630024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pg239"/>
            <p:cNvSpPr/>
            <p:nvPr/>
          </p:nvSpPr>
          <p:spPr>
            <a:xfrm>
              <a:off x="631187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pg240"/>
            <p:cNvSpPr/>
            <p:nvPr/>
          </p:nvSpPr>
          <p:spPr>
            <a:xfrm>
              <a:off x="632351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pg241"/>
            <p:cNvSpPr/>
            <p:nvPr/>
          </p:nvSpPr>
          <p:spPr>
            <a:xfrm>
              <a:off x="6335152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pg242"/>
            <p:cNvSpPr/>
            <p:nvPr/>
          </p:nvSpPr>
          <p:spPr>
            <a:xfrm>
              <a:off x="529942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pg243"/>
            <p:cNvSpPr/>
            <p:nvPr/>
          </p:nvSpPr>
          <p:spPr>
            <a:xfrm>
              <a:off x="5311067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pg244"/>
            <p:cNvSpPr/>
            <p:nvPr/>
          </p:nvSpPr>
          <p:spPr>
            <a:xfrm>
              <a:off x="532270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pg245"/>
            <p:cNvSpPr/>
            <p:nvPr/>
          </p:nvSpPr>
          <p:spPr>
            <a:xfrm>
              <a:off x="533434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pg246"/>
            <p:cNvSpPr/>
            <p:nvPr/>
          </p:nvSpPr>
          <p:spPr>
            <a:xfrm>
              <a:off x="534597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pg247"/>
            <p:cNvSpPr/>
            <p:nvPr/>
          </p:nvSpPr>
          <p:spPr>
            <a:xfrm>
              <a:off x="535761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pg248"/>
            <p:cNvSpPr/>
            <p:nvPr/>
          </p:nvSpPr>
          <p:spPr>
            <a:xfrm>
              <a:off x="536925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pg249"/>
            <p:cNvSpPr/>
            <p:nvPr/>
          </p:nvSpPr>
          <p:spPr>
            <a:xfrm>
              <a:off x="538089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pg250"/>
            <p:cNvSpPr/>
            <p:nvPr/>
          </p:nvSpPr>
          <p:spPr>
            <a:xfrm>
              <a:off x="539252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pg251"/>
            <p:cNvSpPr/>
            <p:nvPr/>
          </p:nvSpPr>
          <p:spPr>
            <a:xfrm>
              <a:off x="5404165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pg252"/>
            <p:cNvSpPr/>
            <p:nvPr/>
          </p:nvSpPr>
          <p:spPr>
            <a:xfrm>
              <a:off x="541580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pg253"/>
            <p:cNvSpPr/>
            <p:nvPr/>
          </p:nvSpPr>
          <p:spPr>
            <a:xfrm>
              <a:off x="542744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pg254"/>
            <p:cNvSpPr/>
            <p:nvPr/>
          </p:nvSpPr>
          <p:spPr>
            <a:xfrm>
              <a:off x="617222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pg255"/>
            <p:cNvSpPr/>
            <p:nvPr/>
          </p:nvSpPr>
          <p:spPr>
            <a:xfrm>
              <a:off x="618386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pg256"/>
            <p:cNvSpPr/>
            <p:nvPr/>
          </p:nvSpPr>
          <p:spPr>
            <a:xfrm>
              <a:off x="619550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pg257"/>
            <p:cNvSpPr/>
            <p:nvPr/>
          </p:nvSpPr>
          <p:spPr>
            <a:xfrm>
              <a:off x="620714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pg258"/>
            <p:cNvSpPr/>
            <p:nvPr/>
          </p:nvSpPr>
          <p:spPr>
            <a:xfrm>
              <a:off x="621877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pg259"/>
            <p:cNvSpPr/>
            <p:nvPr/>
          </p:nvSpPr>
          <p:spPr>
            <a:xfrm>
              <a:off x="623041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pg260"/>
            <p:cNvSpPr/>
            <p:nvPr/>
          </p:nvSpPr>
          <p:spPr>
            <a:xfrm>
              <a:off x="624205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pg261"/>
            <p:cNvSpPr/>
            <p:nvPr/>
          </p:nvSpPr>
          <p:spPr>
            <a:xfrm>
              <a:off x="625369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pg262"/>
            <p:cNvSpPr/>
            <p:nvPr/>
          </p:nvSpPr>
          <p:spPr>
            <a:xfrm>
              <a:off x="626532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pg263"/>
            <p:cNvSpPr/>
            <p:nvPr/>
          </p:nvSpPr>
          <p:spPr>
            <a:xfrm>
              <a:off x="6276965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pg264"/>
            <p:cNvSpPr/>
            <p:nvPr/>
          </p:nvSpPr>
          <p:spPr>
            <a:xfrm>
              <a:off x="6288602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pg265"/>
            <p:cNvSpPr/>
            <p:nvPr/>
          </p:nvSpPr>
          <p:spPr>
            <a:xfrm>
              <a:off x="630024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pg266"/>
            <p:cNvSpPr/>
            <p:nvPr/>
          </p:nvSpPr>
          <p:spPr>
            <a:xfrm>
              <a:off x="6311877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pg267"/>
            <p:cNvSpPr/>
            <p:nvPr/>
          </p:nvSpPr>
          <p:spPr>
            <a:xfrm>
              <a:off x="632351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pg268"/>
            <p:cNvSpPr/>
            <p:nvPr/>
          </p:nvSpPr>
          <p:spPr>
            <a:xfrm>
              <a:off x="529942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pg269"/>
            <p:cNvSpPr/>
            <p:nvPr/>
          </p:nvSpPr>
          <p:spPr>
            <a:xfrm>
              <a:off x="5311067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pg270"/>
            <p:cNvSpPr/>
            <p:nvPr/>
          </p:nvSpPr>
          <p:spPr>
            <a:xfrm>
              <a:off x="532270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pg271"/>
            <p:cNvSpPr/>
            <p:nvPr/>
          </p:nvSpPr>
          <p:spPr>
            <a:xfrm>
              <a:off x="533434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pg272"/>
            <p:cNvSpPr/>
            <p:nvPr/>
          </p:nvSpPr>
          <p:spPr>
            <a:xfrm>
              <a:off x="534597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pg273"/>
            <p:cNvSpPr/>
            <p:nvPr/>
          </p:nvSpPr>
          <p:spPr>
            <a:xfrm>
              <a:off x="535761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pg274"/>
            <p:cNvSpPr/>
            <p:nvPr/>
          </p:nvSpPr>
          <p:spPr>
            <a:xfrm>
              <a:off x="536925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pg275"/>
            <p:cNvSpPr/>
            <p:nvPr/>
          </p:nvSpPr>
          <p:spPr>
            <a:xfrm>
              <a:off x="538089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pg276"/>
            <p:cNvSpPr/>
            <p:nvPr/>
          </p:nvSpPr>
          <p:spPr>
            <a:xfrm>
              <a:off x="539252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pg277"/>
            <p:cNvSpPr/>
            <p:nvPr/>
          </p:nvSpPr>
          <p:spPr>
            <a:xfrm>
              <a:off x="540416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pg278"/>
            <p:cNvSpPr/>
            <p:nvPr/>
          </p:nvSpPr>
          <p:spPr>
            <a:xfrm>
              <a:off x="541580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pg279"/>
            <p:cNvSpPr/>
            <p:nvPr/>
          </p:nvSpPr>
          <p:spPr>
            <a:xfrm>
              <a:off x="542744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pg280"/>
            <p:cNvSpPr/>
            <p:nvPr/>
          </p:nvSpPr>
          <p:spPr>
            <a:xfrm>
              <a:off x="607913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pg281"/>
            <p:cNvSpPr/>
            <p:nvPr/>
          </p:nvSpPr>
          <p:spPr>
            <a:xfrm>
              <a:off x="609076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pg282"/>
            <p:cNvSpPr/>
            <p:nvPr/>
          </p:nvSpPr>
          <p:spPr>
            <a:xfrm>
              <a:off x="610240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pg283"/>
            <p:cNvSpPr/>
            <p:nvPr/>
          </p:nvSpPr>
          <p:spPr>
            <a:xfrm>
              <a:off x="611404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pg284"/>
            <p:cNvSpPr/>
            <p:nvPr/>
          </p:nvSpPr>
          <p:spPr>
            <a:xfrm>
              <a:off x="614895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pg285"/>
            <p:cNvSpPr/>
            <p:nvPr/>
          </p:nvSpPr>
          <p:spPr>
            <a:xfrm>
              <a:off x="616059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pg286"/>
            <p:cNvSpPr/>
            <p:nvPr/>
          </p:nvSpPr>
          <p:spPr>
            <a:xfrm>
              <a:off x="617222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pg287"/>
            <p:cNvSpPr/>
            <p:nvPr/>
          </p:nvSpPr>
          <p:spPr>
            <a:xfrm>
              <a:off x="618386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pg288"/>
            <p:cNvSpPr/>
            <p:nvPr/>
          </p:nvSpPr>
          <p:spPr>
            <a:xfrm>
              <a:off x="619550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pg289"/>
            <p:cNvSpPr/>
            <p:nvPr/>
          </p:nvSpPr>
          <p:spPr>
            <a:xfrm>
              <a:off x="620714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pg290"/>
            <p:cNvSpPr/>
            <p:nvPr/>
          </p:nvSpPr>
          <p:spPr>
            <a:xfrm>
              <a:off x="621877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pg291"/>
            <p:cNvSpPr/>
            <p:nvPr/>
          </p:nvSpPr>
          <p:spPr>
            <a:xfrm>
              <a:off x="623041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pg292"/>
            <p:cNvSpPr/>
            <p:nvPr/>
          </p:nvSpPr>
          <p:spPr>
            <a:xfrm>
              <a:off x="624205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pg293"/>
            <p:cNvSpPr/>
            <p:nvPr/>
          </p:nvSpPr>
          <p:spPr>
            <a:xfrm>
              <a:off x="625369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pg294"/>
            <p:cNvSpPr/>
            <p:nvPr/>
          </p:nvSpPr>
          <p:spPr>
            <a:xfrm>
              <a:off x="626532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pg295"/>
            <p:cNvSpPr/>
            <p:nvPr/>
          </p:nvSpPr>
          <p:spPr>
            <a:xfrm>
              <a:off x="627696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pg296"/>
            <p:cNvSpPr/>
            <p:nvPr/>
          </p:nvSpPr>
          <p:spPr>
            <a:xfrm>
              <a:off x="628860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pg297"/>
            <p:cNvSpPr/>
            <p:nvPr/>
          </p:nvSpPr>
          <p:spPr>
            <a:xfrm>
              <a:off x="630024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pg298"/>
            <p:cNvSpPr/>
            <p:nvPr/>
          </p:nvSpPr>
          <p:spPr>
            <a:xfrm>
              <a:off x="6311877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pg299"/>
            <p:cNvSpPr/>
            <p:nvPr/>
          </p:nvSpPr>
          <p:spPr>
            <a:xfrm>
              <a:off x="632351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pg300"/>
            <p:cNvSpPr/>
            <p:nvPr/>
          </p:nvSpPr>
          <p:spPr>
            <a:xfrm>
              <a:off x="528779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pg301"/>
            <p:cNvSpPr/>
            <p:nvPr/>
          </p:nvSpPr>
          <p:spPr>
            <a:xfrm>
              <a:off x="529942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pg302"/>
            <p:cNvSpPr/>
            <p:nvPr/>
          </p:nvSpPr>
          <p:spPr>
            <a:xfrm>
              <a:off x="531106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pg303"/>
            <p:cNvSpPr/>
            <p:nvPr/>
          </p:nvSpPr>
          <p:spPr>
            <a:xfrm>
              <a:off x="532270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pg304"/>
            <p:cNvSpPr/>
            <p:nvPr/>
          </p:nvSpPr>
          <p:spPr>
            <a:xfrm>
              <a:off x="533434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pg305"/>
            <p:cNvSpPr/>
            <p:nvPr/>
          </p:nvSpPr>
          <p:spPr>
            <a:xfrm>
              <a:off x="534597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pg306"/>
            <p:cNvSpPr/>
            <p:nvPr/>
          </p:nvSpPr>
          <p:spPr>
            <a:xfrm>
              <a:off x="535761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pg307"/>
            <p:cNvSpPr/>
            <p:nvPr/>
          </p:nvSpPr>
          <p:spPr>
            <a:xfrm>
              <a:off x="536925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pg308"/>
            <p:cNvSpPr/>
            <p:nvPr/>
          </p:nvSpPr>
          <p:spPr>
            <a:xfrm>
              <a:off x="538089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pg309"/>
            <p:cNvSpPr/>
            <p:nvPr/>
          </p:nvSpPr>
          <p:spPr>
            <a:xfrm>
              <a:off x="539252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pg310"/>
            <p:cNvSpPr/>
            <p:nvPr/>
          </p:nvSpPr>
          <p:spPr>
            <a:xfrm>
              <a:off x="540416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pg311"/>
            <p:cNvSpPr/>
            <p:nvPr/>
          </p:nvSpPr>
          <p:spPr>
            <a:xfrm>
              <a:off x="541580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pg312"/>
            <p:cNvSpPr/>
            <p:nvPr/>
          </p:nvSpPr>
          <p:spPr>
            <a:xfrm>
              <a:off x="606749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pg313"/>
            <p:cNvSpPr/>
            <p:nvPr/>
          </p:nvSpPr>
          <p:spPr>
            <a:xfrm>
              <a:off x="607913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pg314"/>
            <p:cNvSpPr/>
            <p:nvPr/>
          </p:nvSpPr>
          <p:spPr>
            <a:xfrm>
              <a:off x="609076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pg315"/>
            <p:cNvSpPr/>
            <p:nvPr/>
          </p:nvSpPr>
          <p:spPr>
            <a:xfrm>
              <a:off x="610240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pg316"/>
            <p:cNvSpPr/>
            <p:nvPr/>
          </p:nvSpPr>
          <p:spPr>
            <a:xfrm>
              <a:off x="611404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pg317"/>
            <p:cNvSpPr/>
            <p:nvPr/>
          </p:nvSpPr>
          <p:spPr>
            <a:xfrm>
              <a:off x="612568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pg318"/>
            <p:cNvSpPr/>
            <p:nvPr/>
          </p:nvSpPr>
          <p:spPr>
            <a:xfrm>
              <a:off x="613731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pg319"/>
            <p:cNvSpPr/>
            <p:nvPr/>
          </p:nvSpPr>
          <p:spPr>
            <a:xfrm>
              <a:off x="614895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pg320"/>
            <p:cNvSpPr/>
            <p:nvPr/>
          </p:nvSpPr>
          <p:spPr>
            <a:xfrm>
              <a:off x="616059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pg321"/>
            <p:cNvSpPr/>
            <p:nvPr/>
          </p:nvSpPr>
          <p:spPr>
            <a:xfrm>
              <a:off x="617222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pg322"/>
            <p:cNvSpPr/>
            <p:nvPr/>
          </p:nvSpPr>
          <p:spPr>
            <a:xfrm>
              <a:off x="618386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pg323"/>
            <p:cNvSpPr/>
            <p:nvPr/>
          </p:nvSpPr>
          <p:spPr>
            <a:xfrm>
              <a:off x="619550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pg324"/>
            <p:cNvSpPr/>
            <p:nvPr/>
          </p:nvSpPr>
          <p:spPr>
            <a:xfrm>
              <a:off x="620714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pg325"/>
            <p:cNvSpPr/>
            <p:nvPr/>
          </p:nvSpPr>
          <p:spPr>
            <a:xfrm>
              <a:off x="621877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pg326"/>
            <p:cNvSpPr/>
            <p:nvPr/>
          </p:nvSpPr>
          <p:spPr>
            <a:xfrm>
              <a:off x="623041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pg327"/>
            <p:cNvSpPr/>
            <p:nvPr/>
          </p:nvSpPr>
          <p:spPr>
            <a:xfrm>
              <a:off x="624205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pg328"/>
            <p:cNvSpPr/>
            <p:nvPr/>
          </p:nvSpPr>
          <p:spPr>
            <a:xfrm>
              <a:off x="625369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pg329"/>
            <p:cNvSpPr/>
            <p:nvPr/>
          </p:nvSpPr>
          <p:spPr>
            <a:xfrm>
              <a:off x="626532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pg330"/>
            <p:cNvSpPr/>
            <p:nvPr/>
          </p:nvSpPr>
          <p:spPr>
            <a:xfrm>
              <a:off x="627696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pg331"/>
            <p:cNvSpPr/>
            <p:nvPr/>
          </p:nvSpPr>
          <p:spPr>
            <a:xfrm>
              <a:off x="628860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pg332"/>
            <p:cNvSpPr/>
            <p:nvPr/>
          </p:nvSpPr>
          <p:spPr>
            <a:xfrm>
              <a:off x="630024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pg333"/>
            <p:cNvSpPr/>
            <p:nvPr/>
          </p:nvSpPr>
          <p:spPr>
            <a:xfrm>
              <a:off x="631187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pg334"/>
            <p:cNvSpPr/>
            <p:nvPr/>
          </p:nvSpPr>
          <p:spPr>
            <a:xfrm>
              <a:off x="632351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pg335"/>
            <p:cNvSpPr/>
            <p:nvPr/>
          </p:nvSpPr>
          <p:spPr>
            <a:xfrm>
              <a:off x="526451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pg336"/>
            <p:cNvSpPr/>
            <p:nvPr/>
          </p:nvSpPr>
          <p:spPr>
            <a:xfrm>
              <a:off x="527615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pg337"/>
            <p:cNvSpPr/>
            <p:nvPr/>
          </p:nvSpPr>
          <p:spPr>
            <a:xfrm>
              <a:off x="528779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pg338"/>
            <p:cNvSpPr/>
            <p:nvPr/>
          </p:nvSpPr>
          <p:spPr>
            <a:xfrm>
              <a:off x="529942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pg339"/>
            <p:cNvSpPr/>
            <p:nvPr/>
          </p:nvSpPr>
          <p:spPr>
            <a:xfrm>
              <a:off x="531106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pg340"/>
            <p:cNvSpPr/>
            <p:nvPr/>
          </p:nvSpPr>
          <p:spPr>
            <a:xfrm>
              <a:off x="532270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pg341"/>
            <p:cNvSpPr/>
            <p:nvPr/>
          </p:nvSpPr>
          <p:spPr>
            <a:xfrm>
              <a:off x="533434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pg342"/>
            <p:cNvSpPr/>
            <p:nvPr/>
          </p:nvSpPr>
          <p:spPr>
            <a:xfrm>
              <a:off x="534597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pg343"/>
            <p:cNvSpPr/>
            <p:nvPr/>
          </p:nvSpPr>
          <p:spPr>
            <a:xfrm>
              <a:off x="535761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pg344"/>
            <p:cNvSpPr/>
            <p:nvPr/>
          </p:nvSpPr>
          <p:spPr>
            <a:xfrm>
              <a:off x="536925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pg345"/>
            <p:cNvSpPr/>
            <p:nvPr/>
          </p:nvSpPr>
          <p:spPr>
            <a:xfrm>
              <a:off x="538089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pg346"/>
            <p:cNvSpPr/>
            <p:nvPr/>
          </p:nvSpPr>
          <p:spPr>
            <a:xfrm>
              <a:off x="606749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pg347"/>
            <p:cNvSpPr/>
            <p:nvPr/>
          </p:nvSpPr>
          <p:spPr>
            <a:xfrm>
              <a:off x="607913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pg348"/>
            <p:cNvSpPr/>
            <p:nvPr/>
          </p:nvSpPr>
          <p:spPr>
            <a:xfrm>
              <a:off x="609076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pg349"/>
            <p:cNvSpPr/>
            <p:nvPr/>
          </p:nvSpPr>
          <p:spPr>
            <a:xfrm>
              <a:off x="610240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pg350"/>
            <p:cNvSpPr/>
            <p:nvPr/>
          </p:nvSpPr>
          <p:spPr>
            <a:xfrm>
              <a:off x="611404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pg351"/>
            <p:cNvSpPr/>
            <p:nvPr/>
          </p:nvSpPr>
          <p:spPr>
            <a:xfrm>
              <a:off x="612568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pg352"/>
            <p:cNvSpPr/>
            <p:nvPr/>
          </p:nvSpPr>
          <p:spPr>
            <a:xfrm>
              <a:off x="613731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pg353"/>
            <p:cNvSpPr/>
            <p:nvPr/>
          </p:nvSpPr>
          <p:spPr>
            <a:xfrm>
              <a:off x="614895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pg354"/>
            <p:cNvSpPr/>
            <p:nvPr/>
          </p:nvSpPr>
          <p:spPr>
            <a:xfrm>
              <a:off x="616059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pg355"/>
            <p:cNvSpPr/>
            <p:nvPr/>
          </p:nvSpPr>
          <p:spPr>
            <a:xfrm>
              <a:off x="617222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pg356"/>
            <p:cNvSpPr/>
            <p:nvPr/>
          </p:nvSpPr>
          <p:spPr>
            <a:xfrm>
              <a:off x="618386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pg357"/>
            <p:cNvSpPr/>
            <p:nvPr/>
          </p:nvSpPr>
          <p:spPr>
            <a:xfrm>
              <a:off x="619550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pg358"/>
            <p:cNvSpPr/>
            <p:nvPr/>
          </p:nvSpPr>
          <p:spPr>
            <a:xfrm>
              <a:off x="620714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pg359"/>
            <p:cNvSpPr/>
            <p:nvPr/>
          </p:nvSpPr>
          <p:spPr>
            <a:xfrm>
              <a:off x="621877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pg360"/>
            <p:cNvSpPr/>
            <p:nvPr/>
          </p:nvSpPr>
          <p:spPr>
            <a:xfrm>
              <a:off x="623041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pg361"/>
            <p:cNvSpPr/>
            <p:nvPr/>
          </p:nvSpPr>
          <p:spPr>
            <a:xfrm>
              <a:off x="624205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pg362"/>
            <p:cNvSpPr/>
            <p:nvPr/>
          </p:nvSpPr>
          <p:spPr>
            <a:xfrm>
              <a:off x="625369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pg363"/>
            <p:cNvSpPr/>
            <p:nvPr/>
          </p:nvSpPr>
          <p:spPr>
            <a:xfrm>
              <a:off x="626532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pg364"/>
            <p:cNvSpPr/>
            <p:nvPr/>
          </p:nvSpPr>
          <p:spPr>
            <a:xfrm>
              <a:off x="627696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pg365"/>
            <p:cNvSpPr/>
            <p:nvPr/>
          </p:nvSpPr>
          <p:spPr>
            <a:xfrm>
              <a:off x="628860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pg366"/>
            <p:cNvSpPr/>
            <p:nvPr/>
          </p:nvSpPr>
          <p:spPr>
            <a:xfrm>
              <a:off x="630024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pg367"/>
            <p:cNvSpPr/>
            <p:nvPr/>
          </p:nvSpPr>
          <p:spPr>
            <a:xfrm>
              <a:off x="631187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pg368"/>
            <p:cNvSpPr/>
            <p:nvPr/>
          </p:nvSpPr>
          <p:spPr>
            <a:xfrm>
              <a:off x="632351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pg369"/>
            <p:cNvSpPr/>
            <p:nvPr/>
          </p:nvSpPr>
          <p:spPr>
            <a:xfrm>
              <a:off x="526451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pg370"/>
            <p:cNvSpPr/>
            <p:nvPr/>
          </p:nvSpPr>
          <p:spPr>
            <a:xfrm>
              <a:off x="527615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pg371"/>
            <p:cNvSpPr/>
            <p:nvPr/>
          </p:nvSpPr>
          <p:spPr>
            <a:xfrm>
              <a:off x="528779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pg372"/>
            <p:cNvSpPr/>
            <p:nvPr/>
          </p:nvSpPr>
          <p:spPr>
            <a:xfrm>
              <a:off x="529942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pg373"/>
            <p:cNvSpPr/>
            <p:nvPr/>
          </p:nvSpPr>
          <p:spPr>
            <a:xfrm>
              <a:off x="531106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pg374"/>
            <p:cNvSpPr/>
            <p:nvPr/>
          </p:nvSpPr>
          <p:spPr>
            <a:xfrm>
              <a:off x="532270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pg375"/>
            <p:cNvSpPr/>
            <p:nvPr/>
          </p:nvSpPr>
          <p:spPr>
            <a:xfrm>
              <a:off x="5334341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pg376"/>
            <p:cNvSpPr/>
            <p:nvPr/>
          </p:nvSpPr>
          <p:spPr>
            <a:xfrm>
              <a:off x="534597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pg377"/>
            <p:cNvSpPr/>
            <p:nvPr/>
          </p:nvSpPr>
          <p:spPr>
            <a:xfrm>
              <a:off x="535761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pg378"/>
            <p:cNvSpPr/>
            <p:nvPr/>
          </p:nvSpPr>
          <p:spPr>
            <a:xfrm>
              <a:off x="6067493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pg379"/>
            <p:cNvSpPr/>
            <p:nvPr/>
          </p:nvSpPr>
          <p:spPr>
            <a:xfrm>
              <a:off x="607913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pg380"/>
            <p:cNvSpPr/>
            <p:nvPr/>
          </p:nvSpPr>
          <p:spPr>
            <a:xfrm>
              <a:off x="609076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pg381"/>
            <p:cNvSpPr/>
            <p:nvPr/>
          </p:nvSpPr>
          <p:spPr>
            <a:xfrm>
              <a:off x="610240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pg382"/>
            <p:cNvSpPr/>
            <p:nvPr/>
          </p:nvSpPr>
          <p:spPr>
            <a:xfrm>
              <a:off x="611404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pg383"/>
            <p:cNvSpPr/>
            <p:nvPr/>
          </p:nvSpPr>
          <p:spPr>
            <a:xfrm>
              <a:off x="612568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pg384"/>
            <p:cNvSpPr/>
            <p:nvPr/>
          </p:nvSpPr>
          <p:spPr>
            <a:xfrm>
              <a:off x="613731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pg385"/>
            <p:cNvSpPr/>
            <p:nvPr/>
          </p:nvSpPr>
          <p:spPr>
            <a:xfrm>
              <a:off x="614895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pg386"/>
            <p:cNvSpPr/>
            <p:nvPr/>
          </p:nvSpPr>
          <p:spPr>
            <a:xfrm>
              <a:off x="616059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pg387"/>
            <p:cNvSpPr/>
            <p:nvPr/>
          </p:nvSpPr>
          <p:spPr>
            <a:xfrm>
              <a:off x="617222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pg388"/>
            <p:cNvSpPr/>
            <p:nvPr/>
          </p:nvSpPr>
          <p:spPr>
            <a:xfrm>
              <a:off x="618386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pg389"/>
            <p:cNvSpPr/>
            <p:nvPr/>
          </p:nvSpPr>
          <p:spPr>
            <a:xfrm>
              <a:off x="619550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pg390"/>
            <p:cNvSpPr/>
            <p:nvPr/>
          </p:nvSpPr>
          <p:spPr>
            <a:xfrm>
              <a:off x="6207141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pg391"/>
            <p:cNvSpPr/>
            <p:nvPr/>
          </p:nvSpPr>
          <p:spPr>
            <a:xfrm>
              <a:off x="621877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pg392"/>
            <p:cNvSpPr/>
            <p:nvPr/>
          </p:nvSpPr>
          <p:spPr>
            <a:xfrm>
              <a:off x="623041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pg393"/>
            <p:cNvSpPr/>
            <p:nvPr/>
          </p:nvSpPr>
          <p:spPr>
            <a:xfrm>
              <a:off x="6242053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pg394"/>
            <p:cNvSpPr/>
            <p:nvPr/>
          </p:nvSpPr>
          <p:spPr>
            <a:xfrm>
              <a:off x="625369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pg395"/>
            <p:cNvSpPr/>
            <p:nvPr/>
          </p:nvSpPr>
          <p:spPr>
            <a:xfrm>
              <a:off x="626532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pg396"/>
            <p:cNvSpPr/>
            <p:nvPr/>
          </p:nvSpPr>
          <p:spPr>
            <a:xfrm>
              <a:off x="627696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pg397"/>
            <p:cNvSpPr/>
            <p:nvPr/>
          </p:nvSpPr>
          <p:spPr>
            <a:xfrm>
              <a:off x="628860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pg398"/>
            <p:cNvSpPr/>
            <p:nvPr/>
          </p:nvSpPr>
          <p:spPr>
            <a:xfrm>
              <a:off x="630024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pg399"/>
            <p:cNvSpPr/>
            <p:nvPr/>
          </p:nvSpPr>
          <p:spPr>
            <a:xfrm>
              <a:off x="631187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pg400"/>
            <p:cNvSpPr/>
            <p:nvPr/>
          </p:nvSpPr>
          <p:spPr>
            <a:xfrm>
              <a:off x="632351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pg401"/>
            <p:cNvSpPr/>
            <p:nvPr/>
          </p:nvSpPr>
          <p:spPr>
            <a:xfrm>
              <a:off x="633515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pg402"/>
            <p:cNvSpPr/>
            <p:nvPr/>
          </p:nvSpPr>
          <p:spPr>
            <a:xfrm>
              <a:off x="526451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pg403"/>
            <p:cNvSpPr/>
            <p:nvPr/>
          </p:nvSpPr>
          <p:spPr>
            <a:xfrm>
              <a:off x="527615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pg404"/>
            <p:cNvSpPr/>
            <p:nvPr/>
          </p:nvSpPr>
          <p:spPr>
            <a:xfrm>
              <a:off x="528779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pg405"/>
            <p:cNvSpPr/>
            <p:nvPr/>
          </p:nvSpPr>
          <p:spPr>
            <a:xfrm>
              <a:off x="5299429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pg406"/>
            <p:cNvSpPr/>
            <p:nvPr/>
          </p:nvSpPr>
          <p:spPr>
            <a:xfrm>
              <a:off x="531106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pg407"/>
            <p:cNvSpPr/>
            <p:nvPr/>
          </p:nvSpPr>
          <p:spPr>
            <a:xfrm>
              <a:off x="532270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pg408"/>
            <p:cNvSpPr/>
            <p:nvPr/>
          </p:nvSpPr>
          <p:spPr>
            <a:xfrm>
              <a:off x="6055856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pg409"/>
            <p:cNvSpPr/>
            <p:nvPr/>
          </p:nvSpPr>
          <p:spPr>
            <a:xfrm>
              <a:off x="6067493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pg410"/>
            <p:cNvSpPr/>
            <p:nvPr/>
          </p:nvSpPr>
          <p:spPr>
            <a:xfrm>
              <a:off x="607913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pg411"/>
            <p:cNvSpPr/>
            <p:nvPr/>
          </p:nvSpPr>
          <p:spPr>
            <a:xfrm>
              <a:off x="6090768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pg412"/>
            <p:cNvSpPr/>
            <p:nvPr/>
          </p:nvSpPr>
          <p:spPr>
            <a:xfrm>
              <a:off x="610240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pg413"/>
            <p:cNvSpPr/>
            <p:nvPr/>
          </p:nvSpPr>
          <p:spPr>
            <a:xfrm>
              <a:off x="611404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pg414"/>
            <p:cNvSpPr/>
            <p:nvPr/>
          </p:nvSpPr>
          <p:spPr>
            <a:xfrm>
              <a:off x="612568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pg415"/>
            <p:cNvSpPr/>
            <p:nvPr/>
          </p:nvSpPr>
          <p:spPr>
            <a:xfrm>
              <a:off x="613731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pg416"/>
            <p:cNvSpPr/>
            <p:nvPr/>
          </p:nvSpPr>
          <p:spPr>
            <a:xfrm>
              <a:off x="614895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pg417"/>
            <p:cNvSpPr/>
            <p:nvPr/>
          </p:nvSpPr>
          <p:spPr>
            <a:xfrm>
              <a:off x="616059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pg418"/>
            <p:cNvSpPr/>
            <p:nvPr/>
          </p:nvSpPr>
          <p:spPr>
            <a:xfrm>
              <a:off x="6172229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pg419"/>
            <p:cNvSpPr/>
            <p:nvPr/>
          </p:nvSpPr>
          <p:spPr>
            <a:xfrm>
              <a:off x="6230416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pg420"/>
            <p:cNvSpPr/>
            <p:nvPr/>
          </p:nvSpPr>
          <p:spPr>
            <a:xfrm>
              <a:off x="6242053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pg421"/>
            <p:cNvSpPr/>
            <p:nvPr/>
          </p:nvSpPr>
          <p:spPr>
            <a:xfrm>
              <a:off x="625369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pg422"/>
            <p:cNvSpPr/>
            <p:nvPr/>
          </p:nvSpPr>
          <p:spPr>
            <a:xfrm>
              <a:off x="6265328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pg423"/>
            <p:cNvSpPr/>
            <p:nvPr/>
          </p:nvSpPr>
          <p:spPr>
            <a:xfrm>
              <a:off x="627696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pg424"/>
            <p:cNvSpPr/>
            <p:nvPr/>
          </p:nvSpPr>
          <p:spPr>
            <a:xfrm>
              <a:off x="628860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pg425"/>
            <p:cNvSpPr/>
            <p:nvPr/>
          </p:nvSpPr>
          <p:spPr>
            <a:xfrm>
              <a:off x="630024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pg426"/>
            <p:cNvSpPr/>
            <p:nvPr/>
          </p:nvSpPr>
          <p:spPr>
            <a:xfrm>
              <a:off x="631187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pg427"/>
            <p:cNvSpPr/>
            <p:nvPr/>
          </p:nvSpPr>
          <p:spPr>
            <a:xfrm>
              <a:off x="632351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pg428"/>
            <p:cNvSpPr/>
            <p:nvPr/>
          </p:nvSpPr>
          <p:spPr>
            <a:xfrm>
              <a:off x="5264517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pg429"/>
            <p:cNvSpPr/>
            <p:nvPr/>
          </p:nvSpPr>
          <p:spPr>
            <a:xfrm>
              <a:off x="527615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pg430"/>
            <p:cNvSpPr/>
            <p:nvPr/>
          </p:nvSpPr>
          <p:spPr>
            <a:xfrm>
              <a:off x="528779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pg431"/>
            <p:cNvSpPr/>
            <p:nvPr/>
          </p:nvSpPr>
          <p:spPr>
            <a:xfrm>
              <a:off x="5299429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pg432"/>
            <p:cNvSpPr/>
            <p:nvPr/>
          </p:nvSpPr>
          <p:spPr>
            <a:xfrm>
              <a:off x="600930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pg433"/>
            <p:cNvSpPr/>
            <p:nvPr/>
          </p:nvSpPr>
          <p:spPr>
            <a:xfrm>
              <a:off x="6020944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pg434"/>
            <p:cNvSpPr/>
            <p:nvPr/>
          </p:nvSpPr>
          <p:spPr>
            <a:xfrm>
              <a:off x="6032581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pg435"/>
            <p:cNvSpPr/>
            <p:nvPr/>
          </p:nvSpPr>
          <p:spPr>
            <a:xfrm>
              <a:off x="604421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pg436"/>
            <p:cNvSpPr/>
            <p:nvPr/>
          </p:nvSpPr>
          <p:spPr>
            <a:xfrm>
              <a:off x="605585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pg437"/>
            <p:cNvSpPr/>
            <p:nvPr/>
          </p:nvSpPr>
          <p:spPr>
            <a:xfrm>
              <a:off x="6067493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pg438"/>
            <p:cNvSpPr/>
            <p:nvPr/>
          </p:nvSpPr>
          <p:spPr>
            <a:xfrm>
              <a:off x="607913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pg439"/>
            <p:cNvSpPr/>
            <p:nvPr/>
          </p:nvSpPr>
          <p:spPr>
            <a:xfrm>
              <a:off x="609076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pg440"/>
            <p:cNvSpPr/>
            <p:nvPr/>
          </p:nvSpPr>
          <p:spPr>
            <a:xfrm>
              <a:off x="610240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pg441"/>
            <p:cNvSpPr/>
            <p:nvPr/>
          </p:nvSpPr>
          <p:spPr>
            <a:xfrm>
              <a:off x="611404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pg442"/>
            <p:cNvSpPr/>
            <p:nvPr/>
          </p:nvSpPr>
          <p:spPr>
            <a:xfrm>
              <a:off x="6207141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pg443"/>
            <p:cNvSpPr/>
            <p:nvPr/>
          </p:nvSpPr>
          <p:spPr>
            <a:xfrm>
              <a:off x="621877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pg444"/>
            <p:cNvSpPr/>
            <p:nvPr/>
          </p:nvSpPr>
          <p:spPr>
            <a:xfrm>
              <a:off x="623041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pg445"/>
            <p:cNvSpPr/>
            <p:nvPr/>
          </p:nvSpPr>
          <p:spPr>
            <a:xfrm>
              <a:off x="6242053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pg446"/>
            <p:cNvSpPr/>
            <p:nvPr/>
          </p:nvSpPr>
          <p:spPr>
            <a:xfrm>
              <a:off x="625369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pg447"/>
            <p:cNvSpPr/>
            <p:nvPr/>
          </p:nvSpPr>
          <p:spPr>
            <a:xfrm>
              <a:off x="626532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pg448"/>
            <p:cNvSpPr/>
            <p:nvPr/>
          </p:nvSpPr>
          <p:spPr>
            <a:xfrm>
              <a:off x="627696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pg449"/>
            <p:cNvSpPr/>
            <p:nvPr/>
          </p:nvSpPr>
          <p:spPr>
            <a:xfrm>
              <a:off x="628860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pg450"/>
            <p:cNvSpPr/>
            <p:nvPr/>
          </p:nvSpPr>
          <p:spPr>
            <a:xfrm>
              <a:off x="630024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pg451"/>
            <p:cNvSpPr/>
            <p:nvPr/>
          </p:nvSpPr>
          <p:spPr>
            <a:xfrm>
              <a:off x="6311877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pg452"/>
            <p:cNvSpPr/>
            <p:nvPr/>
          </p:nvSpPr>
          <p:spPr>
            <a:xfrm>
              <a:off x="589293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pg453"/>
            <p:cNvSpPr/>
            <p:nvPr/>
          </p:nvSpPr>
          <p:spPr>
            <a:xfrm>
              <a:off x="590457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pg454"/>
            <p:cNvSpPr/>
            <p:nvPr/>
          </p:nvSpPr>
          <p:spPr>
            <a:xfrm>
              <a:off x="591620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pg455"/>
            <p:cNvSpPr/>
            <p:nvPr/>
          </p:nvSpPr>
          <p:spPr>
            <a:xfrm>
              <a:off x="592784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pg456"/>
            <p:cNvSpPr/>
            <p:nvPr/>
          </p:nvSpPr>
          <p:spPr>
            <a:xfrm>
              <a:off x="593948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pg457"/>
            <p:cNvSpPr/>
            <p:nvPr/>
          </p:nvSpPr>
          <p:spPr>
            <a:xfrm>
              <a:off x="595112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pg458"/>
            <p:cNvSpPr/>
            <p:nvPr/>
          </p:nvSpPr>
          <p:spPr>
            <a:xfrm>
              <a:off x="5962757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pg459"/>
            <p:cNvSpPr/>
            <p:nvPr/>
          </p:nvSpPr>
          <p:spPr>
            <a:xfrm>
              <a:off x="597439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pg460"/>
            <p:cNvSpPr/>
            <p:nvPr/>
          </p:nvSpPr>
          <p:spPr>
            <a:xfrm>
              <a:off x="598603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pg461"/>
            <p:cNvSpPr/>
            <p:nvPr/>
          </p:nvSpPr>
          <p:spPr>
            <a:xfrm>
              <a:off x="5997669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pg462"/>
            <p:cNvSpPr/>
            <p:nvPr/>
          </p:nvSpPr>
          <p:spPr>
            <a:xfrm>
              <a:off x="600930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pg463"/>
            <p:cNvSpPr/>
            <p:nvPr/>
          </p:nvSpPr>
          <p:spPr>
            <a:xfrm>
              <a:off x="602094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pg464"/>
            <p:cNvSpPr/>
            <p:nvPr/>
          </p:nvSpPr>
          <p:spPr>
            <a:xfrm>
              <a:off x="6032581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pg465"/>
            <p:cNvSpPr/>
            <p:nvPr/>
          </p:nvSpPr>
          <p:spPr>
            <a:xfrm>
              <a:off x="604421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pg466"/>
            <p:cNvSpPr/>
            <p:nvPr/>
          </p:nvSpPr>
          <p:spPr>
            <a:xfrm>
              <a:off x="605585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pg467"/>
            <p:cNvSpPr/>
            <p:nvPr/>
          </p:nvSpPr>
          <p:spPr>
            <a:xfrm>
              <a:off x="606749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pg468"/>
            <p:cNvSpPr/>
            <p:nvPr/>
          </p:nvSpPr>
          <p:spPr>
            <a:xfrm>
              <a:off x="607913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pg469"/>
            <p:cNvSpPr/>
            <p:nvPr/>
          </p:nvSpPr>
          <p:spPr>
            <a:xfrm>
              <a:off x="609076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pg470"/>
            <p:cNvSpPr/>
            <p:nvPr/>
          </p:nvSpPr>
          <p:spPr>
            <a:xfrm>
              <a:off x="610240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pg471"/>
            <p:cNvSpPr/>
            <p:nvPr/>
          </p:nvSpPr>
          <p:spPr>
            <a:xfrm>
              <a:off x="611404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pg472"/>
            <p:cNvSpPr/>
            <p:nvPr/>
          </p:nvSpPr>
          <p:spPr>
            <a:xfrm>
              <a:off x="618386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3">
                <a:alpha val="100000"/>
              </a:srgbClr>
            </a:solidFill>
            <a:ln w="5420" cap="flat">
              <a:solidFill>
                <a:srgbClr val="3C41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pg473"/>
            <p:cNvSpPr/>
            <p:nvPr/>
          </p:nvSpPr>
          <p:spPr>
            <a:xfrm>
              <a:off x="619550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pg474"/>
            <p:cNvSpPr/>
            <p:nvPr/>
          </p:nvSpPr>
          <p:spPr>
            <a:xfrm>
              <a:off x="6207141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3">
                <a:alpha val="100000"/>
              </a:srgbClr>
            </a:solidFill>
            <a:ln w="5420" cap="flat">
              <a:solidFill>
                <a:srgbClr val="3B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pg475"/>
            <p:cNvSpPr/>
            <p:nvPr/>
          </p:nvSpPr>
          <p:spPr>
            <a:xfrm>
              <a:off x="621877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pg476"/>
            <p:cNvSpPr/>
            <p:nvPr/>
          </p:nvSpPr>
          <p:spPr>
            <a:xfrm>
              <a:off x="623041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pg477"/>
            <p:cNvSpPr/>
            <p:nvPr/>
          </p:nvSpPr>
          <p:spPr>
            <a:xfrm>
              <a:off x="624205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pg478"/>
            <p:cNvSpPr/>
            <p:nvPr/>
          </p:nvSpPr>
          <p:spPr>
            <a:xfrm>
              <a:off x="625369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pg479"/>
            <p:cNvSpPr/>
            <p:nvPr/>
          </p:nvSpPr>
          <p:spPr>
            <a:xfrm>
              <a:off x="626532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pg480"/>
            <p:cNvSpPr/>
            <p:nvPr/>
          </p:nvSpPr>
          <p:spPr>
            <a:xfrm>
              <a:off x="627696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pg481"/>
            <p:cNvSpPr/>
            <p:nvPr/>
          </p:nvSpPr>
          <p:spPr>
            <a:xfrm>
              <a:off x="628860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pg482"/>
            <p:cNvSpPr/>
            <p:nvPr/>
          </p:nvSpPr>
          <p:spPr>
            <a:xfrm>
              <a:off x="588129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pg483"/>
            <p:cNvSpPr/>
            <p:nvPr/>
          </p:nvSpPr>
          <p:spPr>
            <a:xfrm>
              <a:off x="589293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pg484"/>
            <p:cNvSpPr/>
            <p:nvPr/>
          </p:nvSpPr>
          <p:spPr>
            <a:xfrm>
              <a:off x="590457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pg485"/>
            <p:cNvSpPr/>
            <p:nvPr/>
          </p:nvSpPr>
          <p:spPr>
            <a:xfrm>
              <a:off x="591620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pg486"/>
            <p:cNvSpPr/>
            <p:nvPr/>
          </p:nvSpPr>
          <p:spPr>
            <a:xfrm>
              <a:off x="592784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pg487"/>
            <p:cNvSpPr/>
            <p:nvPr/>
          </p:nvSpPr>
          <p:spPr>
            <a:xfrm>
              <a:off x="5939482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pg488"/>
            <p:cNvSpPr/>
            <p:nvPr/>
          </p:nvSpPr>
          <p:spPr>
            <a:xfrm>
              <a:off x="595112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pg489"/>
            <p:cNvSpPr/>
            <p:nvPr/>
          </p:nvSpPr>
          <p:spPr>
            <a:xfrm>
              <a:off x="5962757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pg490"/>
            <p:cNvSpPr/>
            <p:nvPr/>
          </p:nvSpPr>
          <p:spPr>
            <a:xfrm>
              <a:off x="597439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pg491"/>
            <p:cNvSpPr/>
            <p:nvPr/>
          </p:nvSpPr>
          <p:spPr>
            <a:xfrm>
              <a:off x="5986032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pg492"/>
            <p:cNvSpPr/>
            <p:nvPr/>
          </p:nvSpPr>
          <p:spPr>
            <a:xfrm>
              <a:off x="5997669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pg493"/>
            <p:cNvSpPr/>
            <p:nvPr/>
          </p:nvSpPr>
          <p:spPr>
            <a:xfrm>
              <a:off x="600930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pg494"/>
            <p:cNvSpPr/>
            <p:nvPr/>
          </p:nvSpPr>
          <p:spPr>
            <a:xfrm>
              <a:off x="602094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pg495"/>
            <p:cNvSpPr/>
            <p:nvPr/>
          </p:nvSpPr>
          <p:spPr>
            <a:xfrm>
              <a:off x="6032581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pg496"/>
            <p:cNvSpPr/>
            <p:nvPr/>
          </p:nvSpPr>
          <p:spPr>
            <a:xfrm>
              <a:off x="604421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pg497"/>
            <p:cNvSpPr/>
            <p:nvPr/>
          </p:nvSpPr>
          <p:spPr>
            <a:xfrm>
              <a:off x="605585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pg498"/>
            <p:cNvSpPr/>
            <p:nvPr/>
          </p:nvSpPr>
          <p:spPr>
            <a:xfrm>
              <a:off x="606749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pg499"/>
            <p:cNvSpPr/>
            <p:nvPr/>
          </p:nvSpPr>
          <p:spPr>
            <a:xfrm>
              <a:off x="607913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pg500"/>
            <p:cNvSpPr/>
            <p:nvPr/>
          </p:nvSpPr>
          <p:spPr>
            <a:xfrm>
              <a:off x="609076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pg501"/>
            <p:cNvSpPr/>
            <p:nvPr/>
          </p:nvSpPr>
          <p:spPr>
            <a:xfrm>
              <a:off x="610240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pg502"/>
            <p:cNvSpPr/>
            <p:nvPr/>
          </p:nvSpPr>
          <p:spPr>
            <a:xfrm>
              <a:off x="6172229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pg503"/>
            <p:cNvSpPr/>
            <p:nvPr/>
          </p:nvSpPr>
          <p:spPr>
            <a:xfrm>
              <a:off x="618386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pg504"/>
            <p:cNvSpPr/>
            <p:nvPr/>
          </p:nvSpPr>
          <p:spPr>
            <a:xfrm>
              <a:off x="619550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pg505"/>
            <p:cNvSpPr/>
            <p:nvPr/>
          </p:nvSpPr>
          <p:spPr>
            <a:xfrm>
              <a:off x="6207141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pg506"/>
            <p:cNvSpPr/>
            <p:nvPr/>
          </p:nvSpPr>
          <p:spPr>
            <a:xfrm>
              <a:off x="621877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pg507"/>
            <p:cNvSpPr/>
            <p:nvPr/>
          </p:nvSpPr>
          <p:spPr>
            <a:xfrm>
              <a:off x="623041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pg508"/>
            <p:cNvSpPr/>
            <p:nvPr/>
          </p:nvSpPr>
          <p:spPr>
            <a:xfrm>
              <a:off x="624205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pg509"/>
            <p:cNvSpPr/>
            <p:nvPr/>
          </p:nvSpPr>
          <p:spPr>
            <a:xfrm>
              <a:off x="625369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pg510"/>
            <p:cNvSpPr/>
            <p:nvPr/>
          </p:nvSpPr>
          <p:spPr>
            <a:xfrm>
              <a:off x="626532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pg511"/>
            <p:cNvSpPr/>
            <p:nvPr/>
          </p:nvSpPr>
          <p:spPr>
            <a:xfrm>
              <a:off x="627696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pg512"/>
            <p:cNvSpPr/>
            <p:nvPr/>
          </p:nvSpPr>
          <p:spPr>
            <a:xfrm>
              <a:off x="586965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pg513"/>
            <p:cNvSpPr/>
            <p:nvPr/>
          </p:nvSpPr>
          <p:spPr>
            <a:xfrm>
              <a:off x="588129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pg514"/>
            <p:cNvSpPr/>
            <p:nvPr/>
          </p:nvSpPr>
          <p:spPr>
            <a:xfrm>
              <a:off x="589293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pg515"/>
            <p:cNvSpPr/>
            <p:nvPr/>
          </p:nvSpPr>
          <p:spPr>
            <a:xfrm>
              <a:off x="590457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pg516"/>
            <p:cNvSpPr/>
            <p:nvPr/>
          </p:nvSpPr>
          <p:spPr>
            <a:xfrm>
              <a:off x="591620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pg517"/>
            <p:cNvSpPr/>
            <p:nvPr/>
          </p:nvSpPr>
          <p:spPr>
            <a:xfrm>
              <a:off x="5927845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pg518"/>
            <p:cNvSpPr/>
            <p:nvPr/>
          </p:nvSpPr>
          <p:spPr>
            <a:xfrm>
              <a:off x="5939482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pg519"/>
            <p:cNvSpPr/>
            <p:nvPr/>
          </p:nvSpPr>
          <p:spPr>
            <a:xfrm>
              <a:off x="595112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pg520"/>
            <p:cNvSpPr/>
            <p:nvPr/>
          </p:nvSpPr>
          <p:spPr>
            <a:xfrm>
              <a:off x="5962757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pg521"/>
            <p:cNvSpPr/>
            <p:nvPr/>
          </p:nvSpPr>
          <p:spPr>
            <a:xfrm>
              <a:off x="597439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pg522"/>
            <p:cNvSpPr/>
            <p:nvPr/>
          </p:nvSpPr>
          <p:spPr>
            <a:xfrm>
              <a:off x="5986032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pg523"/>
            <p:cNvSpPr/>
            <p:nvPr/>
          </p:nvSpPr>
          <p:spPr>
            <a:xfrm>
              <a:off x="5997669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pg524"/>
            <p:cNvSpPr/>
            <p:nvPr/>
          </p:nvSpPr>
          <p:spPr>
            <a:xfrm>
              <a:off x="600930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pg525"/>
            <p:cNvSpPr/>
            <p:nvPr/>
          </p:nvSpPr>
          <p:spPr>
            <a:xfrm>
              <a:off x="602094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pg526"/>
            <p:cNvSpPr/>
            <p:nvPr/>
          </p:nvSpPr>
          <p:spPr>
            <a:xfrm>
              <a:off x="6032581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pg527"/>
            <p:cNvSpPr/>
            <p:nvPr/>
          </p:nvSpPr>
          <p:spPr>
            <a:xfrm>
              <a:off x="604421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pg528"/>
            <p:cNvSpPr/>
            <p:nvPr/>
          </p:nvSpPr>
          <p:spPr>
            <a:xfrm>
              <a:off x="605585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pg529"/>
            <p:cNvSpPr/>
            <p:nvPr/>
          </p:nvSpPr>
          <p:spPr>
            <a:xfrm>
              <a:off x="606749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pg530"/>
            <p:cNvSpPr/>
            <p:nvPr/>
          </p:nvSpPr>
          <p:spPr>
            <a:xfrm>
              <a:off x="607913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pg531"/>
            <p:cNvSpPr/>
            <p:nvPr/>
          </p:nvSpPr>
          <p:spPr>
            <a:xfrm>
              <a:off x="609076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pg532"/>
            <p:cNvSpPr/>
            <p:nvPr/>
          </p:nvSpPr>
          <p:spPr>
            <a:xfrm>
              <a:off x="6172229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pg533"/>
            <p:cNvSpPr/>
            <p:nvPr/>
          </p:nvSpPr>
          <p:spPr>
            <a:xfrm>
              <a:off x="618386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pg534"/>
            <p:cNvSpPr/>
            <p:nvPr/>
          </p:nvSpPr>
          <p:spPr>
            <a:xfrm>
              <a:off x="619550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pg535"/>
            <p:cNvSpPr/>
            <p:nvPr/>
          </p:nvSpPr>
          <p:spPr>
            <a:xfrm>
              <a:off x="6207141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pg536"/>
            <p:cNvSpPr/>
            <p:nvPr/>
          </p:nvSpPr>
          <p:spPr>
            <a:xfrm>
              <a:off x="621877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pg537"/>
            <p:cNvSpPr/>
            <p:nvPr/>
          </p:nvSpPr>
          <p:spPr>
            <a:xfrm>
              <a:off x="623041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pg538"/>
            <p:cNvSpPr/>
            <p:nvPr/>
          </p:nvSpPr>
          <p:spPr>
            <a:xfrm>
              <a:off x="624205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pg539"/>
            <p:cNvSpPr/>
            <p:nvPr/>
          </p:nvSpPr>
          <p:spPr>
            <a:xfrm>
              <a:off x="625369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pg540"/>
            <p:cNvSpPr/>
            <p:nvPr/>
          </p:nvSpPr>
          <p:spPr>
            <a:xfrm>
              <a:off x="586965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pg541"/>
            <p:cNvSpPr/>
            <p:nvPr/>
          </p:nvSpPr>
          <p:spPr>
            <a:xfrm>
              <a:off x="588129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pg542"/>
            <p:cNvSpPr/>
            <p:nvPr/>
          </p:nvSpPr>
          <p:spPr>
            <a:xfrm>
              <a:off x="5892933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pg543"/>
            <p:cNvSpPr/>
            <p:nvPr/>
          </p:nvSpPr>
          <p:spPr>
            <a:xfrm>
              <a:off x="5904570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pg544"/>
            <p:cNvSpPr/>
            <p:nvPr/>
          </p:nvSpPr>
          <p:spPr>
            <a:xfrm>
              <a:off x="591620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pg545"/>
            <p:cNvSpPr/>
            <p:nvPr/>
          </p:nvSpPr>
          <p:spPr>
            <a:xfrm>
              <a:off x="5927845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pg546"/>
            <p:cNvSpPr/>
            <p:nvPr/>
          </p:nvSpPr>
          <p:spPr>
            <a:xfrm>
              <a:off x="5939482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pg547"/>
            <p:cNvSpPr/>
            <p:nvPr/>
          </p:nvSpPr>
          <p:spPr>
            <a:xfrm>
              <a:off x="5951120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pg548"/>
            <p:cNvSpPr/>
            <p:nvPr/>
          </p:nvSpPr>
          <p:spPr>
            <a:xfrm>
              <a:off x="5962757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pg549"/>
            <p:cNvSpPr/>
            <p:nvPr/>
          </p:nvSpPr>
          <p:spPr>
            <a:xfrm>
              <a:off x="597439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pg550"/>
            <p:cNvSpPr/>
            <p:nvPr/>
          </p:nvSpPr>
          <p:spPr>
            <a:xfrm>
              <a:off x="5986032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pg551"/>
            <p:cNvSpPr/>
            <p:nvPr/>
          </p:nvSpPr>
          <p:spPr>
            <a:xfrm>
              <a:off x="5997669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pg552"/>
            <p:cNvSpPr/>
            <p:nvPr/>
          </p:nvSpPr>
          <p:spPr>
            <a:xfrm>
              <a:off x="600930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pg553"/>
            <p:cNvSpPr/>
            <p:nvPr/>
          </p:nvSpPr>
          <p:spPr>
            <a:xfrm>
              <a:off x="602094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pg554"/>
            <p:cNvSpPr/>
            <p:nvPr/>
          </p:nvSpPr>
          <p:spPr>
            <a:xfrm>
              <a:off x="6032581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pg555"/>
            <p:cNvSpPr/>
            <p:nvPr/>
          </p:nvSpPr>
          <p:spPr>
            <a:xfrm>
              <a:off x="604421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pg556"/>
            <p:cNvSpPr/>
            <p:nvPr/>
          </p:nvSpPr>
          <p:spPr>
            <a:xfrm>
              <a:off x="6172229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pg557"/>
            <p:cNvSpPr/>
            <p:nvPr/>
          </p:nvSpPr>
          <p:spPr>
            <a:xfrm>
              <a:off x="618386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pg558"/>
            <p:cNvSpPr/>
            <p:nvPr/>
          </p:nvSpPr>
          <p:spPr>
            <a:xfrm>
              <a:off x="619550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pg559"/>
            <p:cNvSpPr/>
            <p:nvPr/>
          </p:nvSpPr>
          <p:spPr>
            <a:xfrm>
              <a:off x="6207141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pg560"/>
            <p:cNvSpPr/>
            <p:nvPr/>
          </p:nvSpPr>
          <p:spPr>
            <a:xfrm>
              <a:off x="621877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pg561"/>
            <p:cNvSpPr/>
            <p:nvPr/>
          </p:nvSpPr>
          <p:spPr>
            <a:xfrm>
              <a:off x="623041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pg562"/>
            <p:cNvSpPr/>
            <p:nvPr/>
          </p:nvSpPr>
          <p:spPr>
            <a:xfrm>
              <a:off x="5858021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pg563"/>
            <p:cNvSpPr/>
            <p:nvPr/>
          </p:nvSpPr>
          <p:spPr>
            <a:xfrm>
              <a:off x="586965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pg564"/>
            <p:cNvSpPr/>
            <p:nvPr/>
          </p:nvSpPr>
          <p:spPr>
            <a:xfrm>
              <a:off x="588129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pg565"/>
            <p:cNvSpPr/>
            <p:nvPr/>
          </p:nvSpPr>
          <p:spPr>
            <a:xfrm>
              <a:off x="5892933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pg566"/>
            <p:cNvSpPr/>
            <p:nvPr/>
          </p:nvSpPr>
          <p:spPr>
            <a:xfrm>
              <a:off x="5904570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pg567"/>
            <p:cNvSpPr/>
            <p:nvPr/>
          </p:nvSpPr>
          <p:spPr>
            <a:xfrm>
              <a:off x="591620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pg568"/>
            <p:cNvSpPr/>
            <p:nvPr/>
          </p:nvSpPr>
          <p:spPr>
            <a:xfrm>
              <a:off x="5927845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pg569"/>
            <p:cNvSpPr/>
            <p:nvPr/>
          </p:nvSpPr>
          <p:spPr>
            <a:xfrm>
              <a:off x="593948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pg570"/>
            <p:cNvSpPr/>
            <p:nvPr/>
          </p:nvSpPr>
          <p:spPr>
            <a:xfrm>
              <a:off x="5951120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pg571"/>
            <p:cNvSpPr/>
            <p:nvPr/>
          </p:nvSpPr>
          <p:spPr>
            <a:xfrm>
              <a:off x="5962757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pg572"/>
            <p:cNvSpPr/>
            <p:nvPr/>
          </p:nvSpPr>
          <p:spPr>
            <a:xfrm>
              <a:off x="5974394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pg573"/>
            <p:cNvSpPr/>
            <p:nvPr/>
          </p:nvSpPr>
          <p:spPr>
            <a:xfrm>
              <a:off x="598603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pg574"/>
            <p:cNvSpPr/>
            <p:nvPr/>
          </p:nvSpPr>
          <p:spPr>
            <a:xfrm>
              <a:off x="5997669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pg575"/>
            <p:cNvSpPr/>
            <p:nvPr/>
          </p:nvSpPr>
          <p:spPr>
            <a:xfrm>
              <a:off x="600930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pg576"/>
            <p:cNvSpPr/>
            <p:nvPr/>
          </p:nvSpPr>
          <p:spPr>
            <a:xfrm>
              <a:off x="616059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pg577"/>
            <p:cNvSpPr/>
            <p:nvPr/>
          </p:nvSpPr>
          <p:spPr>
            <a:xfrm>
              <a:off x="6172229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pg578"/>
            <p:cNvSpPr/>
            <p:nvPr/>
          </p:nvSpPr>
          <p:spPr>
            <a:xfrm>
              <a:off x="618386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pg579"/>
            <p:cNvSpPr/>
            <p:nvPr/>
          </p:nvSpPr>
          <p:spPr>
            <a:xfrm>
              <a:off x="6195504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pg580"/>
            <p:cNvSpPr/>
            <p:nvPr/>
          </p:nvSpPr>
          <p:spPr>
            <a:xfrm>
              <a:off x="6207141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pg581"/>
            <p:cNvSpPr/>
            <p:nvPr/>
          </p:nvSpPr>
          <p:spPr>
            <a:xfrm>
              <a:off x="621877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pg582"/>
            <p:cNvSpPr/>
            <p:nvPr/>
          </p:nvSpPr>
          <p:spPr>
            <a:xfrm>
              <a:off x="579983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pg583"/>
            <p:cNvSpPr/>
            <p:nvPr/>
          </p:nvSpPr>
          <p:spPr>
            <a:xfrm>
              <a:off x="581147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pg584"/>
            <p:cNvSpPr/>
            <p:nvPr/>
          </p:nvSpPr>
          <p:spPr>
            <a:xfrm>
              <a:off x="582310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pg585"/>
            <p:cNvSpPr/>
            <p:nvPr/>
          </p:nvSpPr>
          <p:spPr>
            <a:xfrm>
              <a:off x="583474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pg586"/>
            <p:cNvSpPr/>
            <p:nvPr/>
          </p:nvSpPr>
          <p:spPr>
            <a:xfrm>
              <a:off x="584638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pg587"/>
            <p:cNvSpPr/>
            <p:nvPr/>
          </p:nvSpPr>
          <p:spPr>
            <a:xfrm>
              <a:off x="5858021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pg588"/>
            <p:cNvSpPr/>
            <p:nvPr/>
          </p:nvSpPr>
          <p:spPr>
            <a:xfrm>
              <a:off x="5869658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pg589"/>
            <p:cNvSpPr/>
            <p:nvPr/>
          </p:nvSpPr>
          <p:spPr>
            <a:xfrm>
              <a:off x="588129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pg590"/>
            <p:cNvSpPr/>
            <p:nvPr/>
          </p:nvSpPr>
          <p:spPr>
            <a:xfrm>
              <a:off x="5892933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pg591"/>
            <p:cNvSpPr/>
            <p:nvPr/>
          </p:nvSpPr>
          <p:spPr>
            <a:xfrm>
              <a:off x="5904570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pg592"/>
            <p:cNvSpPr/>
            <p:nvPr/>
          </p:nvSpPr>
          <p:spPr>
            <a:xfrm>
              <a:off x="5916208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pg593"/>
            <p:cNvSpPr/>
            <p:nvPr/>
          </p:nvSpPr>
          <p:spPr>
            <a:xfrm>
              <a:off x="5927845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pg594"/>
            <p:cNvSpPr/>
            <p:nvPr/>
          </p:nvSpPr>
          <p:spPr>
            <a:xfrm>
              <a:off x="593948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pg595"/>
            <p:cNvSpPr/>
            <p:nvPr/>
          </p:nvSpPr>
          <p:spPr>
            <a:xfrm>
              <a:off x="5951120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pg596"/>
            <p:cNvSpPr/>
            <p:nvPr/>
          </p:nvSpPr>
          <p:spPr>
            <a:xfrm>
              <a:off x="597439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pg597"/>
            <p:cNvSpPr/>
            <p:nvPr/>
          </p:nvSpPr>
          <p:spPr>
            <a:xfrm>
              <a:off x="598603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pg598"/>
            <p:cNvSpPr/>
            <p:nvPr/>
          </p:nvSpPr>
          <p:spPr>
            <a:xfrm>
              <a:off x="599766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pg599"/>
            <p:cNvSpPr/>
            <p:nvPr/>
          </p:nvSpPr>
          <p:spPr>
            <a:xfrm>
              <a:off x="616059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pg600"/>
            <p:cNvSpPr/>
            <p:nvPr/>
          </p:nvSpPr>
          <p:spPr>
            <a:xfrm>
              <a:off x="617222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pg601"/>
            <p:cNvSpPr/>
            <p:nvPr/>
          </p:nvSpPr>
          <p:spPr>
            <a:xfrm>
              <a:off x="618386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pg602"/>
            <p:cNvSpPr/>
            <p:nvPr/>
          </p:nvSpPr>
          <p:spPr>
            <a:xfrm>
              <a:off x="619550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pg603"/>
            <p:cNvSpPr/>
            <p:nvPr/>
          </p:nvSpPr>
          <p:spPr>
            <a:xfrm>
              <a:off x="6207141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pg604"/>
            <p:cNvSpPr/>
            <p:nvPr/>
          </p:nvSpPr>
          <p:spPr>
            <a:xfrm>
              <a:off x="576492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pg605"/>
            <p:cNvSpPr/>
            <p:nvPr/>
          </p:nvSpPr>
          <p:spPr>
            <a:xfrm>
              <a:off x="5776560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pg606"/>
            <p:cNvSpPr/>
            <p:nvPr/>
          </p:nvSpPr>
          <p:spPr>
            <a:xfrm>
              <a:off x="5788197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pg607"/>
            <p:cNvSpPr/>
            <p:nvPr/>
          </p:nvSpPr>
          <p:spPr>
            <a:xfrm>
              <a:off x="579983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pg608"/>
            <p:cNvSpPr/>
            <p:nvPr/>
          </p:nvSpPr>
          <p:spPr>
            <a:xfrm>
              <a:off x="581147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pg609"/>
            <p:cNvSpPr/>
            <p:nvPr/>
          </p:nvSpPr>
          <p:spPr>
            <a:xfrm>
              <a:off x="5823109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pg610"/>
            <p:cNvSpPr/>
            <p:nvPr/>
          </p:nvSpPr>
          <p:spPr>
            <a:xfrm>
              <a:off x="583474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pg611"/>
            <p:cNvSpPr/>
            <p:nvPr/>
          </p:nvSpPr>
          <p:spPr>
            <a:xfrm>
              <a:off x="584638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pg612"/>
            <p:cNvSpPr/>
            <p:nvPr/>
          </p:nvSpPr>
          <p:spPr>
            <a:xfrm>
              <a:off x="5858021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pg613"/>
            <p:cNvSpPr/>
            <p:nvPr/>
          </p:nvSpPr>
          <p:spPr>
            <a:xfrm>
              <a:off x="5869658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pg614"/>
            <p:cNvSpPr/>
            <p:nvPr/>
          </p:nvSpPr>
          <p:spPr>
            <a:xfrm>
              <a:off x="588129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pg615"/>
            <p:cNvSpPr/>
            <p:nvPr/>
          </p:nvSpPr>
          <p:spPr>
            <a:xfrm>
              <a:off x="5892933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pg616"/>
            <p:cNvSpPr/>
            <p:nvPr/>
          </p:nvSpPr>
          <p:spPr>
            <a:xfrm>
              <a:off x="5904570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pg617"/>
            <p:cNvSpPr/>
            <p:nvPr/>
          </p:nvSpPr>
          <p:spPr>
            <a:xfrm>
              <a:off x="5927845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pg618"/>
            <p:cNvSpPr/>
            <p:nvPr/>
          </p:nvSpPr>
          <p:spPr>
            <a:xfrm>
              <a:off x="593948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pg619"/>
            <p:cNvSpPr/>
            <p:nvPr/>
          </p:nvSpPr>
          <p:spPr>
            <a:xfrm>
              <a:off x="616059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pg620"/>
            <p:cNvSpPr/>
            <p:nvPr/>
          </p:nvSpPr>
          <p:spPr>
            <a:xfrm>
              <a:off x="6172229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pg621"/>
            <p:cNvSpPr/>
            <p:nvPr/>
          </p:nvSpPr>
          <p:spPr>
            <a:xfrm>
              <a:off x="618386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pg622"/>
            <p:cNvSpPr/>
            <p:nvPr/>
          </p:nvSpPr>
          <p:spPr>
            <a:xfrm>
              <a:off x="619550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pg623"/>
            <p:cNvSpPr/>
            <p:nvPr/>
          </p:nvSpPr>
          <p:spPr>
            <a:xfrm>
              <a:off x="6207141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pg624"/>
            <p:cNvSpPr/>
            <p:nvPr/>
          </p:nvSpPr>
          <p:spPr>
            <a:xfrm>
              <a:off x="5753285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pg625"/>
            <p:cNvSpPr/>
            <p:nvPr/>
          </p:nvSpPr>
          <p:spPr>
            <a:xfrm>
              <a:off x="576492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pg626"/>
            <p:cNvSpPr/>
            <p:nvPr/>
          </p:nvSpPr>
          <p:spPr>
            <a:xfrm>
              <a:off x="5776560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pg627"/>
            <p:cNvSpPr/>
            <p:nvPr/>
          </p:nvSpPr>
          <p:spPr>
            <a:xfrm>
              <a:off x="5788197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pg628"/>
            <p:cNvSpPr/>
            <p:nvPr/>
          </p:nvSpPr>
          <p:spPr>
            <a:xfrm>
              <a:off x="579983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pg629"/>
            <p:cNvSpPr/>
            <p:nvPr/>
          </p:nvSpPr>
          <p:spPr>
            <a:xfrm>
              <a:off x="581147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pg630"/>
            <p:cNvSpPr/>
            <p:nvPr/>
          </p:nvSpPr>
          <p:spPr>
            <a:xfrm>
              <a:off x="5823109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pg631"/>
            <p:cNvSpPr/>
            <p:nvPr/>
          </p:nvSpPr>
          <p:spPr>
            <a:xfrm>
              <a:off x="583474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pg632"/>
            <p:cNvSpPr/>
            <p:nvPr/>
          </p:nvSpPr>
          <p:spPr>
            <a:xfrm>
              <a:off x="584638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pg633"/>
            <p:cNvSpPr/>
            <p:nvPr/>
          </p:nvSpPr>
          <p:spPr>
            <a:xfrm>
              <a:off x="5858021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pg634"/>
            <p:cNvSpPr/>
            <p:nvPr/>
          </p:nvSpPr>
          <p:spPr>
            <a:xfrm>
              <a:off x="5869658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pg635"/>
            <p:cNvSpPr/>
            <p:nvPr/>
          </p:nvSpPr>
          <p:spPr>
            <a:xfrm>
              <a:off x="588129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pg636"/>
            <p:cNvSpPr/>
            <p:nvPr/>
          </p:nvSpPr>
          <p:spPr>
            <a:xfrm>
              <a:off x="5892933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pg637"/>
            <p:cNvSpPr/>
            <p:nvPr/>
          </p:nvSpPr>
          <p:spPr>
            <a:xfrm>
              <a:off x="616059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pg638"/>
            <p:cNvSpPr/>
            <p:nvPr/>
          </p:nvSpPr>
          <p:spPr>
            <a:xfrm>
              <a:off x="6172229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pg639"/>
            <p:cNvSpPr/>
            <p:nvPr/>
          </p:nvSpPr>
          <p:spPr>
            <a:xfrm>
              <a:off x="618386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pg640"/>
            <p:cNvSpPr/>
            <p:nvPr/>
          </p:nvSpPr>
          <p:spPr>
            <a:xfrm>
              <a:off x="619550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pg641"/>
            <p:cNvSpPr/>
            <p:nvPr/>
          </p:nvSpPr>
          <p:spPr>
            <a:xfrm>
              <a:off x="6207141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pg642"/>
            <p:cNvSpPr/>
            <p:nvPr/>
          </p:nvSpPr>
          <p:spPr>
            <a:xfrm>
              <a:off x="6218778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pg643"/>
            <p:cNvSpPr/>
            <p:nvPr/>
          </p:nvSpPr>
          <p:spPr>
            <a:xfrm>
              <a:off x="623041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pg644"/>
            <p:cNvSpPr/>
            <p:nvPr/>
          </p:nvSpPr>
          <p:spPr>
            <a:xfrm>
              <a:off x="6276965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pg645"/>
            <p:cNvSpPr/>
            <p:nvPr/>
          </p:nvSpPr>
          <p:spPr>
            <a:xfrm>
              <a:off x="628860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pg646"/>
            <p:cNvSpPr/>
            <p:nvPr/>
          </p:nvSpPr>
          <p:spPr>
            <a:xfrm>
              <a:off x="6300240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pg647"/>
            <p:cNvSpPr/>
            <p:nvPr/>
          </p:nvSpPr>
          <p:spPr>
            <a:xfrm>
              <a:off x="6311877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pg648"/>
            <p:cNvSpPr/>
            <p:nvPr/>
          </p:nvSpPr>
          <p:spPr>
            <a:xfrm>
              <a:off x="632351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pg649"/>
            <p:cNvSpPr/>
            <p:nvPr/>
          </p:nvSpPr>
          <p:spPr>
            <a:xfrm>
              <a:off x="574164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pg650"/>
            <p:cNvSpPr/>
            <p:nvPr/>
          </p:nvSpPr>
          <p:spPr>
            <a:xfrm>
              <a:off x="5753285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pg651"/>
            <p:cNvSpPr/>
            <p:nvPr/>
          </p:nvSpPr>
          <p:spPr>
            <a:xfrm>
              <a:off x="576492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pg652"/>
            <p:cNvSpPr/>
            <p:nvPr/>
          </p:nvSpPr>
          <p:spPr>
            <a:xfrm>
              <a:off x="5776560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pg653"/>
            <p:cNvSpPr/>
            <p:nvPr/>
          </p:nvSpPr>
          <p:spPr>
            <a:xfrm>
              <a:off x="5788197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pg654"/>
            <p:cNvSpPr/>
            <p:nvPr/>
          </p:nvSpPr>
          <p:spPr>
            <a:xfrm>
              <a:off x="579983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pg655"/>
            <p:cNvSpPr/>
            <p:nvPr/>
          </p:nvSpPr>
          <p:spPr>
            <a:xfrm>
              <a:off x="581147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pg656"/>
            <p:cNvSpPr/>
            <p:nvPr/>
          </p:nvSpPr>
          <p:spPr>
            <a:xfrm>
              <a:off x="5823109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pg657"/>
            <p:cNvSpPr/>
            <p:nvPr/>
          </p:nvSpPr>
          <p:spPr>
            <a:xfrm>
              <a:off x="583474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pg658"/>
            <p:cNvSpPr/>
            <p:nvPr/>
          </p:nvSpPr>
          <p:spPr>
            <a:xfrm>
              <a:off x="584638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pg659"/>
            <p:cNvSpPr/>
            <p:nvPr/>
          </p:nvSpPr>
          <p:spPr>
            <a:xfrm>
              <a:off x="5858021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pg660"/>
            <p:cNvSpPr/>
            <p:nvPr/>
          </p:nvSpPr>
          <p:spPr>
            <a:xfrm>
              <a:off x="586965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pg661"/>
            <p:cNvSpPr/>
            <p:nvPr/>
          </p:nvSpPr>
          <p:spPr>
            <a:xfrm>
              <a:off x="588129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pg662"/>
            <p:cNvSpPr/>
            <p:nvPr/>
          </p:nvSpPr>
          <p:spPr>
            <a:xfrm>
              <a:off x="6172229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pg663"/>
            <p:cNvSpPr/>
            <p:nvPr/>
          </p:nvSpPr>
          <p:spPr>
            <a:xfrm>
              <a:off x="618386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pg664"/>
            <p:cNvSpPr/>
            <p:nvPr/>
          </p:nvSpPr>
          <p:spPr>
            <a:xfrm>
              <a:off x="619550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pg665"/>
            <p:cNvSpPr/>
            <p:nvPr/>
          </p:nvSpPr>
          <p:spPr>
            <a:xfrm>
              <a:off x="6207141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pg666"/>
            <p:cNvSpPr/>
            <p:nvPr/>
          </p:nvSpPr>
          <p:spPr>
            <a:xfrm>
              <a:off x="621877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pg667"/>
            <p:cNvSpPr/>
            <p:nvPr/>
          </p:nvSpPr>
          <p:spPr>
            <a:xfrm>
              <a:off x="623041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pg668"/>
            <p:cNvSpPr/>
            <p:nvPr/>
          </p:nvSpPr>
          <p:spPr>
            <a:xfrm>
              <a:off x="6242053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pg669"/>
            <p:cNvSpPr/>
            <p:nvPr/>
          </p:nvSpPr>
          <p:spPr>
            <a:xfrm>
              <a:off x="626532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pg670"/>
            <p:cNvSpPr/>
            <p:nvPr/>
          </p:nvSpPr>
          <p:spPr>
            <a:xfrm>
              <a:off x="6276965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pg671"/>
            <p:cNvSpPr/>
            <p:nvPr/>
          </p:nvSpPr>
          <p:spPr>
            <a:xfrm>
              <a:off x="628860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pg672"/>
            <p:cNvSpPr/>
            <p:nvPr/>
          </p:nvSpPr>
          <p:spPr>
            <a:xfrm>
              <a:off x="6300240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pg673"/>
            <p:cNvSpPr/>
            <p:nvPr/>
          </p:nvSpPr>
          <p:spPr>
            <a:xfrm>
              <a:off x="6311877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pg674"/>
            <p:cNvSpPr/>
            <p:nvPr/>
          </p:nvSpPr>
          <p:spPr>
            <a:xfrm>
              <a:off x="632351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pg675"/>
            <p:cNvSpPr/>
            <p:nvPr/>
          </p:nvSpPr>
          <p:spPr>
            <a:xfrm>
              <a:off x="633515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pg676"/>
            <p:cNvSpPr/>
            <p:nvPr/>
          </p:nvSpPr>
          <p:spPr>
            <a:xfrm>
              <a:off x="573001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pg677"/>
            <p:cNvSpPr/>
            <p:nvPr/>
          </p:nvSpPr>
          <p:spPr>
            <a:xfrm>
              <a:off x="574164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pg678"/>
            <p:cNvSpPr/>
            <p:nvPr/>
          </p:nvSpPr>
          <p:spPr>
            <a:xfrm>
              <a:off x="5753285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pg679"/>
            <p:cNvSpPr/>
            <p:nvPr/>
          </p:nvSpPr>
          <p:spPr>
            <a:xfrm>
              <a:off x="576492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pg680"/>
            <p:cNvSpPr/>
            <p:nvPr/>
          </p:nvSpPr>
          <p:spPr>
            <a:xfrm>
              <a:off x="577656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pg681"/>
            <p:cNvSpPr/>
            <p:nvPr/>
          </p:nvSpPr>
          <p:spPr>
            <a:xfrm>
              <a:off x="5788197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pg682"/>
            <p:cNvSpPr/>
            <p:nvPr/>
          </p:nvSpPr>
          <p:spPr>
            <a:xfrm>
              <a:off x="579983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pg683"/>
            <p:cNvSpPr/>
            <p:nvPr/>
          </p:nvSpPr>
          <p:spPr>
            <a:xfrm>
              <a:off x="581147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pg684"/>
            <p:cNvSpPr/>
            <p:nvPr/>
          </p:nvSpPr>
          <p:spPr>
            <a:xfrm>
              <a:off x="5823109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pg685"/>
            <p:cNvSpPr/>
            <p:nvPr/>
          </p:nvSpPr>
          <p:spPr>
            <a:xfrm>
              <a:off x="583474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pg686"/>
            <p:cNvSpPr/>
            <p:nvPr/>
          </p:nvSpPr>
          <p:spPr>
            <a:xfrm>
              <a:off x="584638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pg687"/>
            <p:cNvSpPr/>
            <p:nvPr/>
          </p:nvSpPr>
          <p:spPr>
            <a:xfrm>
              <a:off x="6172229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pg688"/>
            <p:cNvSpPr/>
            <p:nvPr/>
          </p:nvSpPr>
          <p:spPr>
            <a:xfrm>
              <a:off x="618386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pg689"/>
            <p:cNvSpPr/>
            <p:nvPr/>
          </p:nvSpPr>
          <p:spPr>
            <a:xfrm>
              <a:off x="619550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pg690"/>
            <p:cNvSpPr/>
            <p:nvPr/>
          </p:nvSpPr>
          <p:spPr>
            <a:xfrm>
              <a:off x="6207141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pg691"/>
            <p:cNvSpPr/>
            <p:nvPr/>
          </p:nvSpPr>
          <p:spPr>
            <a:xfrm>
              <a:off x="621877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pg692"/>
            <p:cNvSpPr/>
            <p:nvPr/>
          </p:nvSpPr>
          <p:spPr>
            <a:xfrm>
              <a:off x="623041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pg693"/>
            <p:cNvSpPr/>
            <p:nvPr/>
          </p:nvSpPr>
          <p:spPr>
            <a:xfrm>
              <a:off x="6242053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pg694"/>
            <p:cNvSpPr/>
            <p:nvPr/>
          </p:nvSpPr>
          <p:spPr>
            <a:xfrm>
              <a:off x="625369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pg695"/>
            <p:cNvSpPr/>
            <p:nvPr/>
          </p:nvSpPr>
          <p:spPr>
            <a:xfrm>
              <a:off x="626532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pg696"/>
            <p:cNvSpPr/>
            <p:nvPr/>
          </p:nvSpPr>
          <p:spPr>
            <a:xfrm>
              <a:off x="6276965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pg697"/>
            <p:cNvSpPr/>
            <p:nvPr/>
          </p:nvSpPr>
          <p:spPr>
            <a:xfrm>
              <a:off x="628860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pg698"/>
            <p:cNvSpPr/>
            <p:nvPr/>
          </p:nvSpPr>
          <p:spPr>
            <a:xfrm>
              <a:off x="630024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pg699"/>
            <p:cNvSpPr/>
            <p:nvPr/>
          </p:nvSpPr>
          <p:spPr>
            <a:xfrm>
              <a:off x="6311877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pg700"/>
            <p:cNvSpPr/>
            <p:nvPr/>
          </p:nvSpPr>
          <p:spPr>
            <a:xfrm>
              <a:off x="632351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pg701"/>
            <p:cNvSpPr/>
            <p:nvPr/>
          </p:nvSpPr>
          <p:spPr>
            <a:xfrm>
              <a:off x="633515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pg702"/>
            <p:cNvSpPr/>
            <p:nvPr/>
          </p:nvSpPr>
          <p:spPr>
            <a:xfrm>
              <a:off x="5718373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pg703"/>
            <p:cNvSpPr/>
            <p:nvPr/>
          </p:nvSpPr>
          <p:spPr>
            <a:xfrm>
              <a:off x="573001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pg704"/>
            <p:cNvSpPr/>
            <p:nvPr/>
          </p:nvSpPr>
          <p:spPr>
            <a:xfrm>
              <a:off x="574164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pg705"/>
            <p:cNvSpPr/>
            <p:nvPr/>
          </p:nvSpPr>
          <p:spPr>
            <a:xfrm>
              <a:off x="5753285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pg706"/>
            <p:cNvSpPr/>
            <p:nvPr/>
          </p:nvSpPr>
          <p:spPr>
            <a:xfrm>
              <a:off x="576492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pg707"/>
            <p:cNvSpPr/>
            <p:nvPr/>
          </p:nvSpPr>
          <p:spPr>
            <a:xfrm>
              <a:off x="577656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pg708"/>
            <p:cNvSpPr/>
            <p:nvPr/>
          </p:nvSpPr>
          <p:spPr>
            <a:xfrm>
              <a:off x="5788197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pg709"/>
            <p:cNvSpPr/>
            <p:nvPr/>
          </p:nvSpPr>
          <p:spPr>
            <a:xfrm>
              <a:off x="579983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pg710"/>
            <p:cNvSpPr/>
            <p:nvPr/>
          </p:nvSpPr>
          <p:spPr>
            <a:xfrm>
              <a:off x="581147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pg711"/>
            <p:cNvSpPr/>
            <p:nvPr/>
          </p:nvSpPr>
          <p:spPr>
            <a:xfrm>
              <a:off x="6183866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pg712"/>
            <p:cNvSpPr/>
            <p:nvPr/>
          </p:nvSpPr>
          <p:spPr>
            <a:xfrm>
              <a:off x="619550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pg713"/>
            <p:cNvSpPr/>
            <p:nvPr/>
          </p:nvSpPr>
          <p:spPr>
            <a:xfrm>
              <a:off x="6207141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pg714"/>
            <p:cNvSpPr/>
            <p:nvPr/>
          </p:nvSpPr>
          <p:spPr>
            <a:xfrm>
              <a:off x="621877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pg715"/>
            <p:cNvSpPr/>
            <p:nvPr/>
          </p:nvSpPr>
          <p:spPr>
            <a:xfrm>
              <a:off x="6230416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pg716"/>
            <p:cNvSpPr/>
            <p:nvPr/>
          </p:nvSpPr>
          <p:spPr>
            <a:xfrm>
              <a:off x="6242053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pg717"/>
            <p:cNvSpPr/>
            <p:nvPr/>
          </p:nvSpPr>
          <p:spPr>
            <a:xfrm>
              <a:off x="625369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pg718"/>
            <p:cNvSpPr/>
            <p:nvPr/>
          </p:nvSpPr>
          <p:spPr>
            <a:xfrm>
              <a:off x="626532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pg719"/>
            <p:cNvSpPr/>
            <p:nvPr/>
          </p:nvSpPr>
          <p:spPr>
            <a:xfrm>
              <a:off x="6276965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pg720"/>
            <p:cNvSpPr/>
            <p:nvPr/>
          </p:nvSpPr>
          <p:spPr>
            <a:xfrm>
              <a:off x="628860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pg721"/>
            <p:cNvSpPr/>
            <p:nvPr/>
          </p:nvSpPr>
          <p:spPr>
            <a:xfrm>
              <a:off x="630024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pg722"/>
            <p:cNvSpPr/>
            <p:nvPr/>
          </p:nvSpPr>
          <p:spPr>
            <a:xfrm>
              <a:off x="6311877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pg723"/>
            <p:cNvSpPr/>
            <p:nvPr/>
          </p:nvSpPr>
          <p:spPr>
            <a:xfrm>
              <a:off x="632351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pg724"/>
            <p:cNvSpPr/>
            <p:nvPr/>
          </p:nvSpPr>
          <p:spPr>
            <a:xfrm>
              <a:off x="5706736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pg725"/>
            <p:cNvSpPr/>
            <p:nvPr/>
          </p:nvSpPr>
          <p:spPr>
            <a:xfrm>
              <a:off x="5718373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pg726"/>
            <p:cNvSpPr/>
            <p:nvPr/>
          </p:nvSpPr>
          <p:spPr>
            <a:xfrm>
              <a:off x="573001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pg727"/>
            <p:cNvSpPr/>
            <p:nvPr/>
          </p:nvSpPr>
          <p:spPr>
            <a:xfrm>
              <a:off x="574164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pg728"/>
            <p:cNvSpPr/>
            <p:nvPr/>
          </p:nvSpPr>
          <p:spPr>
            <a:xfrm>
              <a:off x="5753285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pg729"/>
            <p:cNvSpPr/>
            <p:nvPr/>
          </p:nvSpPr>
          <p:spPr>
            <a:xfrm>
              <a:off x="5764922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pg730"/>
            <p:cNvSpPr/>
            <p:nvPr/>
          </p:nvSpPr>
          <p:spPr>
            <a:xfrm>
              <a:off x="577656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pg731"/>
            <p:cNvSpPr/>
            <p:nvPr/>
          </p:nvSpPr>
          <p:spPr>
            <a:xfrm>
              <a:off x="6195504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pg732"/>
            <p:cNvSpPr/>
            <p:nvPr/>
          </p:nvSpPr>
          <p:spPr>
            <a:xfrm>
              <a:off x="6207141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pg733"/>
            <p:cNvSpPr/>
            <p:nvPr/>
          </p:nvSpPr>
          <p:spPr>
            <a:xfrm>
              <a:off x="621877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pg734"/>
            <p:cNvSpPr/>
            <p:nvPr/>
          </p:nvSpPr>
          <p:spPr>
            <a:xfrm>
              <a:off x="6230416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pg735"/>
            <p:cNvSpPr/>
            <p:nvPr/>
          </p:nvSpPr>
          <p:spPr>
            <a:xfrm>
              <a:off x="6242053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pg736"/>
            <p:cNvSpPr/>
            <p:nvPr/>
          </p:nvSpPr>
          <p:spPr>
            <a:xfrm>
              <a:off x="625369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pg737"/>
            <p:cNvSpPr/>
            <p:nvPr/>
          </p:nvSpPr>
          <p:spPr>
            <a:xfrm>
              <a:off x="626532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pg738"/>
            <p:cNvSpPr/>
            <p:nvPr/>
          </p:nvSpPr>
          <p:spPr>
            <a:xfrm>
              <a:off x="6276965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pg739"/>
            <p:cNvSpPr/>
            <p:nvPr/>
          </p:nvSpPr>
          <p:spPr>
            <a:xfrm>
              <a:off x="6288602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pg740"/>
            <p:cNvSpPr/>
            <p:nvPr/>
          </p:nvSpPr>
          <p:spPr>
            <a:xfrm>
              <a:off x="630024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pg741"/>
            <p:cNvSpPr/>
            <p:nvPr/>
          </p:nvSpPr>
          <p:spPr>
            <a:xfrm>
              <a:off x="6311877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pg742"/>
            <p:cNvSpPr/>
            <p:nvPr/>
          </p:nvSpPr>
          <p:spPr>
            <a:xfrm>
              <a:off x="5706736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pg743"/>
            <p:cNvSpPr/>
            <p:nvPr/>
          </p:nvSpPr>
          <p:spPr>
            <a:xfrm>
              <a:off x="5718373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pg744"/>
            <p:cNvSpPr/>
            <p:nvPr/>
          </p:nvSpPr>
          <p:spPr>
            <a:xfrm>
              <a:off x="5730010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pg745"/>
            <p:cNvSpPr/>
            <p:nvPr/>
          </p:nvSpPr>
          <p:spPr>
            <a:xfrm>
              <a:off x="574164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pg746"/>
            <p:cNvSpPr/>
            <p:nvPr/>
          </p:nvSpPr>
          <p:spPr>
            <a:xfrm>
              <a:off x="5753285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pg747"/>
            <p:cNvSpPr/>
            <p:nvPr/>
          </p:nvSpPr>
          <p:spPr>
            <a:xfrm>
              <a:off x="5764922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pg748"/>
            <p:cNvSpPr/>
            <p:nvPr/>
          </p:nvSpPr>
          <p:spPr>
            <a:xfrm>
              <a:off x="621877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pg749"/>
            <p:cNvSpPr/>
            <p:nvPr/>
          </p:nvSpPr>
          <p:spPr>
            <a:xfrm>
              <a:off x="6230416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pg750"/>
            <p:cNvSpPr/>
            <p:nvPr/>
          </p:nvSpPr>
          <p:spPr>
            <a:xfrm>
              <a:off x="6242053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pg751"/>
            <p:cNvSpPr/>
            <p:nvPr/>
          </p:nvSpPr>
          <p:spPr>
            <a:xfrm>
              <a:off x="6253690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pg752"/>
            <p:cNvSpPr/>
            <p:nvPr/>
          </p:nvSpPr>
          <p:spPr>
            <a:xfrm>
              <a:off x="626532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pg753"/>
            <p:cNvSpPr/>
            <p:nvPr/>
          </p:nvSpPr>
          <p:spPr>
            <a:xfrm>
              <a:off x="6276965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pg754"/>
            <p:cNvSpPr/>
            <p:nvPr/>
          </p:nvSpPr>
          <p:spPr>
            <a:xfrm>
              <a:off x="6288602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pg755"/>
            <p:cNvSpPr/>
            <p:nvPr/>
          </p:nvSpPr>
          <p:spPr>
            <a:xfrm>
              <a:off x="569509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pg756"/>
            <p:cNvSpPr/>
            <p:nvPr/>
          </p:nvSpPr>
          <p:spPr>
            <a:xfrm>
              <a:off x="5706736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pg757"/>
            <p:cNvSpPr/>
            <p:nvPr/>
          </p:nvSpPr>
          <p:spPr>
            <a:xfrm>
              <a:off x="5718373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pg758"/>
            <p:cNvSpPr/>
            <p:nvPr/>
          </p:nvSpPr>
          <p:spPr>
            <a:xfrm>
              <a:off x="5730010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pg759"/>
            <p:cNvSpPr/>
            <p:nvPr/>
          </p:nvSpPr>
          <p:spPr>
            <a:xfrm>
              <a:off x="574164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pg760"/>
            <p:cNvSpPr/>
            <p:nvPr/>
          </p:nvSpPr>
          <p:spPr>
            <a:xfrm>
              <a:off x="5753285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pg761"/>
            <p:cNvSpPr/>
            <p:nvPr/>
          </p:nvSpPr>
          <p:spPr>
            <a:xfrm>
              <a:off x="6242053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pg762"/>
            <p:cNvSpPr/>
            <p:nvPr/>
          </p:nvSpPr>
          <p:spPr>
            <a:xfrm>
              <a:off x="6253690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pg763"/>
            <p:cNvSpPr/>
            <p:nvPr/>
          </p:nvSpPr>
          <p:spPr>
            <a:xfrm>
              <a:off x="626532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pg764"/>
            <p:cNvSpPr/>
            <p:nvPr/>
          </p:nvSpPr>
          <p:spPr>
            <a:xfrm>
              <a:off x="5683461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pg765"/>
            <p:cNvSpPr/>
            <p:nvPr/>
          </p:nvSpPr>
          <p:spPr>
            <a:xfrm>
              <a:off x="5695098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pg766"/>
            <p:cNvSpPr/>
            <p:nvPr/>
          </p:nvSpPr>
          <p:spPr>
            <a:xfrm>
              <a:off x="5706736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pg767"/>
            <p:cNvSpPr/>
            <p:nvPr/>
          </p:nvSpPr>
          <p:spPr>
            <a:xfrm>
              <a:off x="5718373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pg768"/>
            <p:cNvSpPr/>
            <p:nvPr/>
          </p:nvSpPr>
          <p:spPr>
            <a:xfrm>
              <a:off x="5730010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pg769"/>
            <p:cNvSpPr/>
            <p:nvPr/>
          </p:nvSpPr>
          <p:spPr>
            <a:xfrm>
              <a:off x="5741648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pg770"/>
            <p:cNvSpPr/>
            <p:nvPr/>
          </p:nvSpPr>
          <p:spPr>
            <a:xfrm>
              <a:off x="5683461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pg771"/>
            <p:cNvSpPr/>
            <p:nvPr/>
          </p:nvSpPr>
          <p:spPr>
            <a:xfrm>
              <a:off x="5695098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pg772"/>
            <p:cNvSpPr/>
            <p:nvPr/>
          </p:nvSpPr>
          <p:spPr>
            <a:xfrm>
              <a:off x="5706736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pg773"/>
            <p:cNvSpPr/>
            <p:nvPr/>
          </p:nvSpPr>
          <p:spPr>
            <a:xfrm>
              <a:off x="5718373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pg774"/>
            <p:cNvSpPr/>
            <p:nvPr/>
          </p:nvSpPr>
          <p:spPr>
            <a:xfrm>
              <a:off x="5730010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pg775"/>
            <p:cNvSpPr/>
            <p:nvPr/>
          </p:nvSpPr>
          <p:spPr>
            <a:xfrm>
              <a:off x="5671824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pg776"/>
            <p:cNvSpPr/>
            <p:nvPr/>
          </p:nvSpPr>
          <p:spPr>
            <a:xfrm>
              <a:off x="5683461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pg777"/>
            <p:cNvSpPr/>
            <p:nvPr/>
          </p:nvSpPr>
          <p:spPr>
            <a:xfrm>
              <a:off x="5695098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pg778"/>
            <p:cNvSpPr/>
            <p:nvPr/>
          </p:nvSpPr>
          <p:spPr>
            <a:xfrm>
              <a:off x="5706736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pg779"/>
            <p:cNvSpPr/>
            <p:nvPr/>
          </p:nvSpPr>
          <p:spPr>
            <a:xfrm>
              <a:off x="5718373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pg780"/>
            <p:cNvSpPr/>
            <p:nvPr/>
          </p:nvSpPr>
          <p:spPr>
            <a:xfrm>
              <a:off x="5730010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pg781"/>
            <p:cNvSpPr/>
            <p:nvPr/>
          </p:nvSpPr>
          <p:spPr>
            <a:xfrm>
              <a:off x="5671824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pg782"/>
            <p:cNvSpPr/>
            <p:nvPr/>
          </p:nvSpPr>
          <p:spPr>
            <a:xfrm>
              <a:off x="5683461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pg783"/>
            <p:cNvSpPr/>
            <p:nvPr/>
          </p:nvSpPr>
          <p:spPr>
            <a:xfrm>
              <a:off x="5695098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pg784"/>
            <p:cNvSpPr/>
            <p:nvPr/>
          </p:nvSpPr>
          <p:spPr>
            <a:xfrm>
              <a:off x="5706736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pg785"/>
            <p:cNvSpPr/>
            <p:nvPr/>
          </p:nvSpPr>
          <p:spPr>
            <a:xfrm>
              <a:off x="5718373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pg786"/>
            <p:cNvSpPr/>
            <p:nvPr/>
          </p:nvSpPr>
          <p:spPr>
            <a:xfrm>
              <a:off x="5730010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pg787"/>
            <p:cNvSpPr/>
            <p:nvPr/>
          </p:nvSpPr>
          <p:spPr>
            <a:xfrm>
              <a:off x="5671824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pg788"/>
            <p:cNvSpPr/>
            <p:nvPr/>
          </p:nvSpPr>
          <p:spPr>
            <a:xfrm>
              <a:off x="5683461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pg789"/>
            <p:cNvSpPr/>
            <p:nvPr/>
          </p:nvSpPr>
          <p:spPr>
            <a:xfrm>
              <a:off x="5695098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pg790"/>
            <p:cNvSpPr/>
            <p:nvPr/>
          </p:nvSpPr>
          <p:spPr>
            <a:xfrm>
              <a:off x="5706736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pg791"/>
            <p:cNvSpPr/>
            <p:nvPr/>
          </p:nvSpPr>
          <p:spPr>
            <a:xfrm>
              <a:off x="5718373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pg792"/>
            <p:cNvSpPr/>
            <p:nvPr/>
          </p:nvSpPr>
          <p:spPr>
            <a:xfrm>
              <a:off x="5730010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pg793"/>
            <p:cNvSpPr/>
            <p:nvPr/>
          </p:nvSpPr>
          <p:spPr>
            <a:xfrm>
              <a:off x="5671824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pg794"/>
            <p:cNvSpPr/>
            <p:nvPr/>
          </p:nvSpPr>
          <p:spPr>
            <a:xfrm>
              <a:off x="5683461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pg795"/>
            <p:cNvSpPr/>
            <p:nvPr/>
          </p:nvSpPr>
          <p:spPr>
            <a:xfrm>
              <a:off x="5695098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pg796"/>
            <p:cNvSpPr/>
            <p:nvPr/>
          </p:nvSpPr>
          <p:spPr>
            <a:xfrm>
              <a:off x="5706736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pg797"/>
            <p:cNvSpPr/>
            <p:nvPr/>
          </p:nvSpPr>
          <p:spPr>
            <a:xfrm>
              <a:off x="5718373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pg798"/>
            <p:cNvSpPr/>
            <p:nvPr/>
          </p:nvSpPr>
          <p:spPr>
            <a:xfrm>
              <a:off x="5730010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pg799"/>
            <p:cNvSpPr/>
            <p:nvPr/>
          </p:nvSpPr>
          <p:spPr>
            <a:xfrm>
              <a:off x="5741648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pg800"/>
            <p:cNvSpPr/>
            <p:nvPr/>
          </p:nvSpPr>
          <p:spPr>
            <a:xfrm>
              <a:off x="5660186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pg801"/>
            <p:cNvSpPr/>
            <p:nvPr/>
          </p:nvSpPr>
          <p:spPr>
            <a:xfrm>
              <a:off x="5671824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pg802"/>
            <p:cNvSpPr/>
            <p:nvPr/>
          </p:nvSpPr>
          <p:spPr>
            <a:xfrm>
              <a:off x="5683461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pg803"/>
            <p:cNvSpPr/>
            <p:nvPr/>
          </p:nvSpPr>
          <p:spPr>
            <a:xfrm>
              <a:off x="5695098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pg804"/>
            <p:cNvSpPr/>
            <p:nvPr/>
          </p:nvSpPr>
          <p:spPr>
            <a:xfrm>
              <a:off x="5706736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pg805"/>
            <p:cNvSpPr/>
            <p:nvPr/>
          </p:nvSpPr>
          <p:spPr>
            <a:xfrm>
              <a:off x="5718373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pg806"/>
            <p:cNvSpPr/>
            <p:nvPr/>
          </p:nvSpPr>
          <p:spPr>
            <a:xfrm>
              <a:off x="5730010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pg807"/>
            <p:cNvSpPr/>
            <p:nvPr/>
          </p:nvSpPr>
          <p:spPr>
            <a:xfrm>
              <a:off x="5648549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pg808"/>
            <p:cNvSpPr/>
            <p:nvPr/>
          </p:nvSpPr>
          <p:spPr>
            <a:xfrm>
              <a:off x="5660186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pg809"/>
            <p:cNvSpPr/>
            <p:nvPr/>
          </p:nvSpPr>
          <p:spPr>
            <a:xfrm>
              <a:off x="5671824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pg810"/>
            <p:cNvSpPr/>
            <p:nvPr/>
          </p:nvSpPr>
          <p:spPr>
            <a:xfrm>
              <a:off x="5683461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pg811"/>
            <p:cNvSpPr/>
            <p:nvPr/>
          </p:nvSpPr>
          <p:spPr>
            <a:xfrm>
              <a:off x="5695098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pg812"/>
            <p:cNvSpPr/>
            <p:nvPr/>
          </p:nvSpPr>
          <p:spPr>
            <a:xfrm>
              <a:off x="5706736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pg813"/>
            <p:cNvSpPr/>
            <p:nvPr/>
          </p:nvSpPr>
          <p:spPr>
            <a:xfrm>
              <a:off x="5718373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pg814"/>
            <p:cNvSpPr/>
            <p:nvPr/>
          </p:nvSpPr>
          <p:spPr>
            <a:xfrm>
              <a:off x="5648549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pg815"/>
            <p:cNvSpPr/>
            <p:nvPr/>
          </p:nvSpPr>
          <p:spPr>
            <a:xfrm>
              <a:off x="5660186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pg816"/>
            <p:cNvSpPr/>
            <p:nvPr/>
          </p:nvSpPr>
          <p:spPr>
            <a:xfrm>
              <a:off x="5671824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pg817"/>
            <p:cNvSpPr/>
            <p:nvPr/>
          </p:nvSpPr>
          <p:spPr>
            <a:xfrm>
              <a:off x="5683461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pg818"/>
            <p:cNvSpPr/>
            <p:nvPr/>
          </p:nvSpPr>
          <p:spPr>
            <a:xfrm>
              <a:off x="5695098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pg819"/>
            <p:cNvSpPr/>
            <p:nvPr/>
          </p:nvSpPr>
          <p:spPr>
            <a:xfrm>
              <a:off x="5706736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pg820"/>
            <p:cNvSpPr/>
            <p:nvPr/>
          </p:nvSpPr>
          <p:spPr>
            <a:xfrm>
              <a:off x="5718373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pg821"/>
            <p:cNvSpPr/>
            <p:nvPr/>
          </p:nvSpPr>
          <p:spPr>
            <a:xfrm>
              <a:off x="5741648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pg822"/>
            <p:cNvSpPr/>
            <p:nvPr/>
          </p:nvSpPr>
          <p:spPr>
            <a:xfrm>
              <a:off x="5753285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pg823"/>
            <p:cNvSpPr/>
            <p:nvPr/>
          </p:nvSpPr>
          <p:spPr>
            <a:xfrm>
              <a:off x="5764922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pg824"/>
            <p:cNvSpPr/>
            <p:nvPr/>
          </p:nvSpPr>
          <p:spPr>
            <a:xfrm>
              <a:off x="5776560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pg825"/>
            <p:cNvSpPr/>
            <p:nvPr/>
          </p:nvSpPr>
          <p:spPr>
            <a:xfrm>
              <a:off x="5648549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pg826"/>
            <p:cNvSpPr/>
            <p:nvPr/>
          </p:nvSpPr>
          <p:spPr>
            <a:xfrm>
              <a:off x="5660186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pg827"/>
            <p:cNvSpPr/>
            <p:nvPr/>
          </p:nvSpPr>
          <p:spPr>
            <a:xfrm>
              <a:off x="5671824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pg828"/>
            <p:cNvSpPr/>
            <p:nvPr/>
          </p:nvSpPr>
          <p:spPr>
            <a:xfrm>
              <a:off x="5683461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pg829"/>
            <p:cNvSpPr/>
            <p:nvPr/>
          </p:nvSpPr>
          <p:spPr>
            <a:xfrm>
              <a:off x="5695098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pg830"/>
            <p:cNvSpPr/>
            <p:nvPr/>
          </p:nvSpPr>
          <p:spPr>
            <a:xfrm>
              <a:off x="5706736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pg831"/>
            <p:cNvSpPr/>
            <p:nvPr/>
          </p:nvSpPr>
          <p:spPr>
            <a:xfrm>
              <a:off x="5718373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pg832"/>
            <p:cNvSpPr/>
            <p:nvPr/>
          </p:nvSpPr>
          <p:spPr>
            <a:xfrm>
              <a:off x="5730010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pg833"/>
            <p:cNvSpPr/>
            <p:nvPr/>
          </p:nvSpPr>
          <p:spPr>
            <a:xfrm>
              <a:off x="5741648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pg834"/>
            <p:cNvSpPr/>
            <p:nvPr/>
          </p:nvSpPr>
          <p:spPr>
            <a:xfrm>
              <a:off x="5753285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pg835"/>
            <p:cNvSpPr/>
            <p:nvPr/>
          </p:nvSpPr>
          <p:spPr>
            <a:xfrm>
              <a:off x="5764922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pg836"/>
            <p:cNvSpPr/>
            <p:nvPr/>
          </p:nvSpPr>
          <p:spPr>
            <a:xfrm>
              <a:off x="5776560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pg837"/>
            <p:cNvSpPr/>
            <p:nvPr/>
          </p:nvSpPr>
          <p:spPr>
            <a:xfrm>
              <a:off x="5788197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pg838"/>
            <p:cNvSpPr/>
            <p:nvPr/>
          </p:nvSpPr>
          <p:spPr>
            <a:xfrm>
              <a:off x="5671824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pg839"/>
            <p:cNvSpPr/>
            <p:nvPr/>
          </p:nvSpPr>
          <p:spPr>
            <a:xfrm>
              <a:off x="5683461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pg840"/>
            <p:cNvSpPr/>
            <p:nvPr/>
          </p:nvSpPr>
          <p:spPr>
            <a:xfrm>
              <a:off x="5695098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pg841"/>
            <p:cNvSpPr/>
            <p:nvPr/>
          </p:nvSpPr>
          <p:spPr>
            <a:xfrm>
              <a:off x="5706736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pg842"/>
            <p:cNvSpPr/>
            <p:nvPr/>
          </p:nvSpPr>
          <p:spPr>
            <a:xfrm>
              <a:off x="5718373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pg843"/>
            <p:cNvSpPr/>
            <p:nvPr/>
          </p:nvSpPr>
          <p:spPr>
            <a:xfrm>
              <a:off x="5730010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pg844"/>
            <p:cNvSpPr/>
            <p:nvPr/>
          </p:nvSpPr>
          <p:spPr>
            <a:xfrm>
              <a:off x="5741648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pg845"/>
            <p:cNvSpPr/>
            <p:nvPr/>
          </p:nvSpPr>
          <p:spPr>
            <a:xfrm>
              <a:off x="5753285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pg846"/>
            <p:cNvSpPr/>
            <p:nvPr/>
          </p:nvSpPr>
          <p:spPr>
            <a:xfrm>
              <a:off x="5764922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pg847"/>
            <p:cNvSpPr/>
            <p:nvPr/>
          </p:nvSpPr>
          <p:spPr>
            <a:xfrm>
              <a:off x="5776560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pg848"/>
            <p:cNvSpPr/>
            <p:nvPr/>
          </p:nvSpPr>
          <p:spPr>
            <a:xfrm>
              <a:off x="5788197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pg849"/>
            <p:cNvSpPr/>
            <p:nvPr/>
          </p:nvSpPr>
          <p:spPr>
            <a:xfrm>
              <a:off x="5799834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pg850"/>
            <p:cNvSpPr/>
            <p:nvPr/>
          </p:nvSpPr>
          <p:spPr>
            <a:xfrm>
              <a:off x="5625275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pg851"/>
            <p:cNvSpPr/>
            <p:nvPr/>
          </p:nvSpPr>
          <p:spPr>
            <a:xfrm>
              <a:off x="5636912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pg852"/>
            <p:cNvSpPr/>
            <p:nvPr/>
          </p:nvSpPr>
          <p:spPr>
            <a:xfrm>
              <a:off x="5648549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pg853"/>
            <p:cNvSpPr/>
            <p:nvPr/>
          </p:nvSpPr>
          <p:spPr>
            <a:xfrm>
              <a:off x="5660186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pg854"/>
            <p:cNvSpPr/>
            <p:nvPr/>
          </p:nvSpPr>
          <p:spPr>
            <a:xfrm>
              <a:off x="5695098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pg855"/>
            <p:cNvSpPr/>
            <p:nvPr/>
          </p:nvSpPr>
          <p:spPr>
            <a:xfrm>
              <a:off x="5706736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pg856"/>
            <p:cNvSpPr/>
            <p:nvPr/>
          </p:nvSpPr>
          <p:spPr>
            <a:xfrm>
              <a:off x="5718373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pg857"/>
            <p:cNvSpPr/>
            <p:nvPr/>
          </p:nvSpPr>
          <p:spPr>
            <a:xfrm>
              <a:off x="5730010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pg858"/>
            <p:cNvSpPr/>
            <p:nvPr/>
          </p:nvSpPr>
          <p:spPr>
            <a:xfrm>
              <a:off x="5741648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pg859"/>
            <p:cNvSpPr/>
            <p:nvPr/>
          </p:nvSpPr>
          <p:spPr>
            <a:xfrm>
              <a:off x="5753285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pg860"/>
            <p:cNvSpPr/>
            <p:nvPr/>
          </p:nvSpPr>
          <p:spPr>
            <a:xfrm>
              <a:off x="5764922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pg861"/>
            <p:cNvSpPr/>
            <p:nvPr/>
          </p:nvSpPr>
          <p:spPr>
            <a:xfrm>
              <a:off x="5776560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pg862"/>
            <p:cNvSpPr/>
            <p:nvPr/>
          </p:nvSpPr>
          <p:spPr>
            <a:xfrm>
              <a:off x="5788197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pg863"/>
            <p:cNvSpPr/>
            <p:nvPr/>
          </p:nvSpPr>
          <p:spPr>
            <a:xfrm>
              <a:off x="5799834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pg864"/>
            <p:cNvSpPr/>
            <p:nvPr/>
          </p:nvSpPr>
          <p:spPr>
            <a:xfrm>
              <a:off x="5613637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pg865"/>
            <p:cNvSpPr/>
            <p:nvPr/>
          </p:nvSpPr>
          <p:spPr>
            <a:xfrm>
              <a:off x="5625275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pg866"/>
            <p:cNvSpPr/>
            <p:nvPr/>
          </p:nvSpPr>
          <p:spPr>
            <a:xfrm>
              <a:off x="563691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pg867"/>
            <p:cNvSpPr/>
            <p:nvPr/>
          </p:nvSpPr>
          <p:spPr>
            <a:xfrm>
              <a:off x="5648549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pg868"/>
            <p:cNvSpPr/>
            <p:nvPr/>
          </p:nvSpPr>
          <p:spPr>
            <a:xfrm>
              <a:off x="5660186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pg869"/>
            <p:cNvSpPr/>
            <p:nvPr/>
          </p:nvSpPr>
          <p:spPr>
            <a:xfrm>
              <a:off x="5671824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pg870"/>
            <p:cNvSpPr/>
            <p:nvPr/>
          </p:nvSpPr>
          <p:spPr>
            <a:xfrm>
              <a:off x="5683461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pg871"/>
            <p:cNvSpPr/>
            <p:nvPr/>
          </p:nvSpPr>
          <p:spPr>
            <a:xfrm>
              <a:off x="5695098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pg872"/>
            <p:cNvSpPr/>
            <p:nvPr/>
          </p:nvSpPr>
          <p:spPr>
            <a:xfrm>
              <a:off x="5706736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pg873"/>
            <p:cNvSpPr/>
            <p:nvPr/>
          </p:nvSpPr>
          <p:spPr>
            <a:xfrm>
              <a:off x="5718373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pg874"/>
            <p:cNvSpPr/>
            <p:nvPr/>
          </p:nvSpPr>
          <p:spPr>
            <a:xfrm>
              <a:off x="5730010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pg875"/>
            <p:cNvSpPr/>
            <p:nvPr/>
          </p:nvSpPr>
          <p:spPr>
            <a:xfrm>
              <a:off x="5741648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pg876"/>
            <p:cNvSpPr/>
            <p:nvPr/>
          </p:nvSpPr>
          <p:spPr>
            <a:xfrm>
              <a:off x="5753285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pg877"/>
            <p:cNvSpPr/>
            <p:nvPr/>
          </p:nvSpPr>
          <p:spPr>
            <a:xfrm>
              <a:off x="576492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pg878"/>
            <p:cNvSpPr/>
            <p:nvPr/>
          </p:nvSpPr>
          <p:spPr>
            <a:xfrm>
              <a:off x="5776560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pg879"/>
            <p:cNvSpPr/>
            <p:nvPr/>
          </p:nvSpPr>
          <p:spPr>
            <a:xfrm>
              <a:off x="5788197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pg880"/>
            <p:cNvSpPr/>
            <p:nvPr/>
          </p:nvSpPr>
          <p:spPr>
            <a:xfrm>
              <a:off x="5799834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pg881"/>
            <p:cNvSpPr/>
            <p:nvPr/>
          </p:nvSpPr>
          <p:spPr>
            <a:xfrm>
              <a:off x="581147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pg882"/>
            <p:cNvSpPr/>
            <p:nvPr/>
          </p:nvSpPr>
          <p:spPr>
            <a:xfrm>
              <a:off x="5613637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pg883"/>
            <p:cNvSpPr/>
            <p:nvPr/>
          </p:nvSpPr>
          <p:spPr>
            <a:xfrm>
              <a:off x="5625275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pg884"/>
            <p:cNvSpPr/>
            <p:nvPr/>
          </p:nvSpPr>
          <p:spPr>
            <a:xfrm>
              <a:off x="563691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F39">
                <a:alpha val="100000"/>
              </a:srgbClr>
            </a:solidFill>
            <a:ln w="5420" cap="flat">
              <a:solidFill>
                <a:srgbClr val="29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pg885"/>
            <p:cNvSpPr/>
            <p:nvPr/>
          </p:nvSpPr>
          <p:spPr>
            <a:xfrm>
              <a:off x="5648549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pg886"/>
            <p:cNvSpPr/>
            <p:nvPr/>
          </p:nvSpPr>
          <p:spPr>
            <a:xfrm>
              <a:off x="5660186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pg887"/>
            <p:cNvSpPr/>
            <p:nvPr/>
          </p:nvSpPr>
          <p:spPr>
            <a:xfrm>
              <a:off x="5671824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pg888"/>
            <p:cNvSpPr/>
            <p:nvPr/>
          </p:nvSpPr>
          <p:spPr>
            <a:xfrm>
              <a:off x="5683461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pg889"/>
            <p:cNvSpPr/>
            <p:nvPr/>
          </p:nvSpPr>
          <p:spPr>
            <a:xfrm>
              <a:off x="5695098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pg890"/>
            <p:cNvSpPr/>
            <p:nvPr/>
          </p:nvSpPr>
          <p:spPr>
            <a:xfrm>
              <a:off x="5706736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pg891"/>
            <p:cNvSpPr/>
            <p:nvPr/>
          </p:nvSpPr>
          <p:spPr>
            <a:xfrm>
              <a:off x="5718373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pg892"/>
            <p:cNvSpPr/>
            <p:nvPr/>
          </p:nvSpPr>
          <p:spPr>
            <a:xfrm>
              <a:off x="5730010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pg893"/>
            <p:cNvSpPr/>
            <p:nvPr/>
          </p:nvSpPr>
          <p:spPr>
            <a:xfrm>
              <a:off x="5741648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pg894"/>
            <p:cNvSpPr/>
            <p:nvPr/>
          </p:nvSpPr>
          <p:spPr>
            <a:xfrm>
              <a:off x="5753285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pg895"/>
            <p:cNvSpPr/>
            <p:nvPr/>
          </p:nvSpPr>
          <p:spPr>
            <a:xfrm>
              <a:off x="576492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pg896"/>
            <p:cNvSpPr/>
            <p:nvPr/>
          </p:nvSpPr>
          <p:spPr>
            <a:xfrm>
              <a:off x="5776560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pg897"/>
            <p:cNvSpPr/>
            <p:nvPr/>
          </p:nvSpPr>
          <p:spPr>
            <a:xfrm>
              <a:off x="5788197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pg898"/>
            <p:cNvSpPr/>
            <p:nvPr/>
          </p:nvSpPr>
          <p:spPr>
            <a:xfrm>
              <a:off x="5799834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pg899"/>
            <p:cNvSpPr/>
            <p:nvPr/>
          </p:nvSpPr>
          <p:spPr>
            <a:xfrm>
              <a:off x="581147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pg900"/>
            <p:cNvSpPr/>
            <p:nvPr/>
          </p:nvSpPr>
          <p:spPr>
            <a:xfrm>
              <a:off x="5613637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4">
                <a:alpha val="100000"/>
              </a:srgbClr>
            </a:solidFill>
            <a:ln w="5420" cap="flat">
              <a:solidFill>
                <a:srgbClr val="261C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pg901"/>
            <p:cNvSpPr/>
            <p:nvPr/>
          </p:nvSpPr>
          <p:spPr>
            <a:xfrm>
              <a:off x="5625275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30">
                <a:alpha val="100000"/>
              </a:srgbClr>
            </a:solidFill>
            <a:ln w="5420" cap="flat">
              <a:solidFill>
                <a:srgbClr val="241B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pg902"/>
            <p:cNvSpPr/>
            <p:nvPr/>
          </p:nvSpPr>
          <p:spPr>
            <a:xfrm>
              <a:off x="563691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pg903"/>
            <p:cNvSpPr/>
            <p:nvPr/>
          </p:nvSpPr>
          <p:spPr>
            <a:xfrm>
              <a:off x="5648549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D36">
                <a:alpha val="100000"/>
              </a:srgbClr>
            </a:solidFill>
            <a:ln w="5420" cap="flat">
              <a:solidFill>
                <a:srgbClr val="281D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pg904"/>
            <p:cNvSpPr/>
            <p:nvPr/>
          </p:nvSpPr>
          <p:spPr>
            <a:xfrm>
              <a:off x="5660186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pg905"/>
            <p:cNvSpPr/>
            <p:nvPr/>
          </p:nvSpPr>
          <p:spPr>
            <a:xfrm>
              <a:off x="5671824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pg906"/>
            <p:cNvSpPr/>
            <p:nvPr/>
          </p:nvSpPr>
          <p:spPr>
            <a:xfrm>
              <a:off x="5683461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pg907"/>
            <p:cNvSpPr/>
            <p:nvPr/>
          </p:nvSpPr>
          <p:spPr>
            <a:xfrm>
              <a:off x="5695098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pg908"/>
            <p:cNvSpPr/>
            <p:nvPr/>
          </p:nvSpPr>
          <p:spPr>
            <a:xfrm>
              <a:off x="5706736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pg909"/>
            <p:cNvSpPr/>
            <p:nvPr/>
          </p:nvSpPr>
          <p:spPr>
            <a:xfrm>
              <a:off x="5718373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pg910"/>
            <p:cNvSpPr/>
            <p:nvPr/>
          </p:nvSpPr>
          <p:spPr>
            <a:xfrm>
              <a:off x="5730010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pg911"/>
            <p:cNvSpPr/>
            <p:nvPr/>
          </p:nvSpPr>
          <p:spPr>
            <a:xfrm>
              <a:off x="5741648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pg912"/>
            <p:cNvSpPr/>
            <p:nvPr/>
          </p:nvSpPr>
          <p:spPr>
            <a:xfrm>
              <a:off x="5753285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pg913"/>
            <p:cNvSpPr/>
            <p:nvPr/>
          </p:nvSpPr>
          <p:spPr>
            <a:xfrm>
              <a:off x="576492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pg914"/>
            <p:cNvSpPr/>
            <p:nvPr/>
          </p:nvSpPr>
          <p:spPr>
            <a:xfrm>
              <a:off x="5776560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pg915"/>
            <p:cNvSpPr/>
            <p:nvPr/>
          </p:nvSpPr>
          <p:spPr>
            <a:xfrm>
              <a:off x="5788197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pg916"/>
            <p:cNvSpPr/>
            <p:nvPr/>
          </p:nvSpPr>
          <p:spPr>
            <a:xfrm>
              <a:off x="5799834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pg917"/>
            <p:cNvSpPr/>
            <p:nvPr/>
          </p:nvSpPr>
          <p:spPr>
            <a:xfrm>
              <a:off x="581147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pg918"/>
            <p:cNvSpPr/>
            <p:nvPr/>
          </p:nvSpPr>
          <p:spPr>
            <a:xfrm>
              <a:off x="547398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pg919"/>
            <p:cNvSpPr/>
            <p:nvPr/>
          </p:nvSpPr>
          <p:spPr>
            <a:xfrm>
              <a:off x="552053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pg920"/>
            <p:cNvSpPr/>
            <p:nvPr/>
          </p:nvSpPr>
          <p:spPr>
            <a:xfrm>
              <a:off x="553217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pg921"/>
            <p:cNvSpPr/>
            <p:nvPr/>
          </p:nvSpPr>
          <p:spPr>
            <a:xfrm>
              <a:off x="554381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pg922"/>
            <p:cNvSpPr/>
            <p:nvPr/>
          </p:nvSpPr>
          <p:spPr>
            <a:xfrm>
              <a:off x="5555451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pg923"/>
            <p:cNvSpPr/>
            <p:nvPr/>
          </p:nvSpPr>
          <p:spPr>
            <a:xfrm>
              <a:off x="556708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pg924"/>
            <p:cNvSpPr/>
            <p:nvPr/>
          </p:nvSpPr>
          <p:spPr>
            <a:xfrm>
              <a:off x="557872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pg925"/>
            <p:cNvSpPr/>
            <p:nvPr/>
          </p:nvSpPr>
          <p:spPr>
            <a:xfrm>
              <a:off x="559036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pg926"/>
            <p:cNvSpPr/>
            <p:nvPr/>
          </p:nvSpPr>
          <p:spPr>
            <a:xfrm>
              <a:off x="560200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pg927"/>
            <p:cNvSpPr/>
            <p:nvPr/>
          </p:nvSpPr>
          <p:spPr>
            <a:xfrm>
              <a:off x="5613637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4">
                <a:alpha val="100000"/>
              </a:srgbClr>
            </a:solidFill>
            <a:ln w="5420" cap="flat">
              <a:solidFill>
                <a:srgbClr val="271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pg928"/>
            <p:cNvSpPr/>
            <p:nvPr/>
          </p:nvSpPr>
          <p:spPr>
            <a:xfrm>
              <a:off x="562527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pg929"/>
            <p:cNvSpPr/>
            <p:nvPr/>
          </p:nvSpPr>
          <p:spPr>
            <a:xfrm>
              <a:off x="5636912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pg930"/>
            <p:cNvSpPr/>
            <p:nvPr/>
          </p:nvSpPr>
          <p:spPr>
            <a:xfrm>
              <a:off x="564854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D36">
                <a:alpha val="100000"/>
              </a:srgbClr>
            </a:solidFill>
            <a:ln w="5420" cap="flat">
              <a:solidFill>
                <a:srgbClr val="281D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pg931"/>
            <p:cNvSpPr/>
            <p:nvPr/>
          </p:nvSpPr>
          <p:spPr>
            <a:xfrm>
              <a:off x="566018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pg932"/>
            <p:cNvSpPr/>
            <p:nvPr/>
          </p:nvSpPr>
          <p:spPr>
            <a:xfrm>
              <a:off x="5671824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pg933"/>
            <p:cNvSpPr/>
            <p:nvPr/>
          </p:nvSpPr>
          <p:spPr>
            <a:xfrm>
              <a:off x="5683461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pg934"/>
            <p:cNvSpPr/>
            <p:nvPr/>
          </p:nvSpPr>
          <p:spPr>
            <a:xfrm>
              <a:off x="569509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pg935"/>
            <p:cNvSpPr/>
            <p:nvPr/>
          </p:nvSpPr>
          <p:spPr>
            <a:xfrm>
              <a:off x="570673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pg936"/>
            <p:cNvSpPr/>
            <p:nvPr/>
          </p:nvSpPr>
          <p:spPr>
            <a:xfrm>
              <a:off x="571837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pg937"/>
            <p:cNvSpPr/>
            <p:nvPr/>
          </p:nvSpPr>
          <p:spPr>
            <a:xfrm>
              <a:off x="573001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pg938"/>
            <p:cNvSpPr/>
            <p:nvPr/>
          </p:nvSpPr>
          <p:spPr>
            <a:xfrm>
              <a:off x="574164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pg939"/>
            <p:cNvSpPr/>
            <p:nvPr/>
          </p:nvSpPr>
          <p:spPr>
            <a:xfrm>
              <a:off x="575328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pg940"/>
            <p:cNvSpPr/>
            <p:nvPr/>
          </p:nvSpPr>
          <p:spPr>
            <a:xfrm>
              <a:off x="5764922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pg941"/>
            <p:cNvSpPr/>
            <p:nvPr/>
          </p:nvSpPr>
          <p:spPr>
            <a:xfrm>
              <a:off x="577656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pg942"/>
            <p:cNvSpPr/>
            <p:nvPr/>
          </p:nvSpPr>
          <p:spPr>
            <a:xfrm>
              <a:off x="5788197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pg943"/>
            <p:cNvSpPr/>
            <p:nvPr/>
          </p:nvSpPr>
          <p:spPr>
            <a:xfrm>
              <a:off x="5799834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pg944"/>
            <p:cNvSpPr/>
            <p:nvPr/>
          </p:nvSpPr>
          <p:spPr>
            <a:xfrm>
              <a:off x="534597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pg945"/>
            <p:cNvSpPr/>
            <p:nvPr/>
          </p:nvSpPr>
          <p:spPr>
            <a:xfrm>
              <a:off x="535761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pg946"/>
            <p:cNvSpPr/>
            <p:nvPr/>
          </p:nvSpPr>
          <p:spPr>
            <a:xfrm>
              <a:off x="536925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pg947"/>
            <p:cNvSpPr/>
            <p:nvPr/>
          </p:nvSpPr>
          <p:spPr>
            <a:xfrm>
              <a:off x="543907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pg948"/>
            <p:cNvSpPr/>
            <p:nvPr/>
          </p:nvSpPr>
          <p:spPr>
            <a:xfrm>
              <a:off x="545071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pg949"/>
            <p:cNvSpPr/>
            <p:nvPr/>
          </p:nvSpPr>
          <p:spPr>
            <a:xfrm>
              <a:off x="546235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pg950"/>
            <p:cNvSpPr/>
            <p:nvPr/>
          </p:nvSpPr>
          <p:spPr>
            <a:xfrm>
              <a:off x="547398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pg951"/>
            <p:cNvSpPr/>
            <p:nvPr/>
          </p:nvSpPr>
          <p:spPr>
            <a:xfrm>
              <a:off x="548562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pg952"/>
            <p:cNvSpPr/>
            <p:nvPr/>
          </p:nvSpPr>
          <p:spPr>
            <a:xfrm>
              <a:off x="5497264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pg953"/>
            <p:cNvSpPr/>
            <p:nvPr/>
          </p:nvSpPr>
          <p:spPr>
            <a:xfrm>
              <a:off x="550890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pg954"/>
            <p:cNvSpPr/>
            <p:nvPr/>
          </p:nvSpPr>
          <p:spPr>
            <a:xfrm>
              <a:off x="552053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pg955"/>
            <p:cNvSpPr/>
            <p:nvPr/>
          </p:nvSpPr>
          <p:spPr>
            <a:xfrm>
              <a:off x="553217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pg956"/>
            <p:cNvSpPr/>
            <p:nvPr/>
          </p:nvSpPr>
          <p:spPr>
            <a:xfrm>
              <a:off x="554381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pg957"/>
            <p:cNvSpPr/>
            <p:nvPr/>
          </p:nvSpPr>
          <p:spPr>
            <a:xfrm>
              <a:off x="555545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pg958"/>
            <p:cNvSpPr/>
            <p:nvPr/>
          </p:nvSpPr>
          <p:spPr>
            <a:xfrm>
              <a:off x="556708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9" name="pg959"/>
            <p:cNvSpPr/>
            <p:nvPr/>
          </p:nvSpPr>
          <p:spPr>
            <a:xfrm>
              <a:off x="557872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0" name="pg960"/>
            <p:cNvSpPr/>
            <p:nvPr/>
          </p:nvSpPr>
          <p:spPr>
            <a:xfrm>
              <a:off x="559036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1" name="pg961"/>
            <p:cNvSpPr/>
            <p:nvPr/>
          </p:nvSpPr>
          <p:spPr>
            <a:xfrm>
              <a:off x="5602000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2" name="pg962"/>
            <p:cNvSpPr/>
            <p:nvPr/>
          </p:nvSpPr>
          <p:spPr>
            <a:xfrm>
              <a:off x="561363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3" name="pg963"/>
            <p:cNvSpPr/>
            <p:nvPr/>
          </p:nvSpPr>
          <p:spPr>
            <a:xfrm>
              <a:off x="562527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4" name="pg964"/>
            <p:cNvSpPr/>
            <p:nvPr/>
          </p:nvSpPr>
          <p:spPr>
            <a:xfrm>
              <a:off x="563691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F39">
                <a:alpha val="100000"/>
              </a:srgbClr>
            </a:solidFill>
            <a:ln w="5420" cap="flat">
              <a:solidFill>
                <a:srgbClr val="29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5" name="pg965"/>
            <p:cNvSpPr/>
            <p:nvPr/>
          </p:nvSpPr>
          <p:spPr>
            <a:xfrm>
              <a:off x="564854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6" name="pg966"/>
            <p:cNvSpPr/>
            <p:nvPr/>
          </p:nvSpPr>
          <p:spPr>
            <a:xfrm>
              <a:off x="566018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7" name="pg967"/>
            <p:cNvSpPr/>
            <p:nvPr/>
          </p:nvSpPr>
          <p:spPr>
            <a:xfrm>
              <a:off x="5671824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8" name="pg968"/>
            <p:cNvSpPr/>
            <p:nvPr/>
          </p:nvSpPr>
          <p:spPr>
            <a:xfrm>
              <a:off x="568346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pg969"/>
            <p:cNvSpPr/>
            <p:nvPr/>
          </p:nvSpPr>
          <p:spPr>
            <a:xfrm>
              <a:off x="569509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pg970"/>
            <p:cNvSpPr/>
            <p:nvPr/>
          </p:nvSpPr>
          <p:spPr>
            <a:xfrm>
              <a:off x="570673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pg971"/>
            <p:cNvSpPr/>
            <p:nvPr/>
          </p:nvSpPr>
          <p:spPr>
            <a:xfrm>
              <a:off x="571837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pg972"/>
            <p:cNvSpPr/>
            <p:nvPr/>
          </p:nvSpPr>
          <p:spPr>
            <a:xfrm>
              <a:off x="5730010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pg973"/>
            <p:cNvSpPr/>
            <p:nvPr/>
          </p:nvSpPr>
          <p:spPr>
            <a:xfrm>
              <a:off x="574164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4" name="pg974"/>
            <p:cNvSpPr/>
            <p:nvPr/>
          </p:nvSpPr>
          <p:spPr>
            <a:xfrm>
              <a:off x="575328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pg975"/>
            <p:cNvSpPr/>
            <p:nvPr/>
          </p:nvSpPr>
          <p:spPr>
            <a:xfrm>
              <a:off x="576492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pg976"/>
            <p:cNvSpPr/>
            <p:nvPr/>
          </p:nvSpPr>
          <p:spPr>
            <a:xfrm>
              <a:off x="533434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pg977"/>
            <p:cNvSpPr/>
            <p:nvPr/>
          </p:nvSpPr>
          <p:spPr>
            <a:xfrm>
              <a:off x="534597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pg978"/>
            <p:cNvSpPr/>
            <p:nvPr/>
          </p:nvSpPr>
          <p:spPr>
            <a:xfrm>
              <a:off x="535761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pg979"/>
            <p:cNvSpPr/>
            <p:nvPr/>
          </p:nvSpPr>
          <p:spPr>
            <a:xfrm>
              <a:off x="536925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pg980"/>
            <p:cNvSpPr/>
            <p:nvPr/>
          </p:nvSpPr>
          <p:spPr>
            <a:xfrm>
              <a:off x="538089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1" name="pg981"/>
            <p:cNvSpPr/>
            <p:nvPr/>
          </p:nvSpPr>
          <p:spPr>
            <a:xfrm>
              <a:off x="541580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pg982"/>
            <p:cNvSpPr/>
            <p:nvPr/>
          </p:nvSpPr>
          <p:spPr>
            <a:xfrm>
              <a:off x="5427440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pg983"/>
            <p:cNvSpPr/>
            <p:nvPr/>
          </p:nvSpPr>
          <p:spPr>
            <a:xfrm>
              <a:off x="543907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pg984"/>
            <p:cNvSpPr/>
            <p:nvPr/>
          </p:nvSpPr>
          <p:spPr>
            <a:xfrm>
              <a:off x="545071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pg985"/>
            <p:cNvSpPr/>
            <p:nvPr/>
          </p:nvSpPr>
          <p:spPr>
            <a:xfrm>
              <a:off x="5462352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pg986"/>
            <p:cNvSpPr/>
            <p:nvPr/>
          </p:nvSpPr>
          <p:spPr>
            <a:xfrm>
              <a:off x="547398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pg987"/>
            <p:cNvSpPr/>
            <p:nvPr/>
          </p:nvSpPr>
          <p:spPr>
            <a:xfrm>
              <a:off x="548562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8" name="pg988"/>
            <p:cNvSpPr/>
            <p:nvPr/>
          </p:nvSpPr>
          <p:spPr>
            <a:xfrm>
              <a:off x="5497264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9" name="pg989"/>
            <p:cNvSpPr/>
            <p:nvPr/>
          </p:nvSpPr>
          <p:spPr>
            <a:xfrm>
              <a:off x="550890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0" name="pg990"/>
            <p:cNvSpPr/>
            <p:nvPr/>
          </p:nvSpPr>
          <p:spPr>
            <a:xfrm>
              <a:off x="552053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1" name="pg991"/>
            <p:cNvSpPr/>
            <p:nvPr/>
          </p:nvSpPr>
          <p:spPr>
            <a:xfrm>
              <a:off x="553217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2" name="pg992"/>
            <p:cNvSpPr/>
            <p:nvPr/>
          </p:nvSpPr>
          <p:spPr>
            <a:xfrm>
              <a:off x="554381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3" name="pg993"/>
            <p:cNvSpPr/>
            <p:nvPr/>
          </p:nvSpPr>
          <p:spPr>
            <a:xfrm>
              <a:off x="555545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4" name="pg994"/>
            <p:cNvSpPr/>
            <p:nvPr/>
          </p:nvSpPr>
          <p:spPr>
            <a:xfrm>
              <a:off x="5567088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5" name="pg995"/>
            <p:cNvSpPr/>
            <p:nvPr/>
          </p:nvSpPr>
          <p:spPr>
            <a:xfrm>
              <a:off x="557872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6" name="pg996"/>
            <p:cNvSpPr/>
            <p:nvPr/>
          </p:nvSpPr>
          <p:spPr>
            <a:xfrm>
              <a:off x="559036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7" name="pg997"/>
            <p:cNvSpPr/>
            <p:nvPr/>
          </p:nvSpPr>
          <p:spPr>
            <a:xfrm>
              <a:off x="5602000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8" name="pg998"/>
            <p:cNvSpPr/>
            <p:nvPr/>
          </p:nvSpPr>
          <p:spPr>
            <a:xfrm>
              <a:off x="561363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9" name="pg999"/>
            <p:cNvSpPr/>
            <p:nvPr/>
          </p:nvSpPr>
          <p:spPr>
            <a:xfrm>
              <a:off x="562527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0" name="pg1000"/>
            <p:cNvSpPr/>
            <p:nvPr/>
          </p:nvSpPr>
          <p:spPr>
            <a:xfrm>
              <a:off x="5636912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1" name="pg1001"/>
            <p:cNvSpPr/>
            <p:nvPr/>
          </p:nvSpPr>
          <p:spPr>
            <a:xfrm>
              <a:off x="564854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2" name="pg1002"/>
            <p:cNvSpPr/>
            <p:nvPr/>
          </p:nvSpPr>
          <p:spPr>
            <a:xfrm>
              <a:off x="566018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3" name="pg1003"/>
            <p:cNvSpPr/>
            <p:nvPr/>
          </p:nvSpPr>
          <p:spPr>
            <a:xfrm>
              <a:off x="5671824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4" name="pg1004"/>
            <p:cNvSpPr/>
            <p:nvPr/>
          </p:nvSpPr>
          <p:spPr>
            <a:xfrm>
              <a:off x="568346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5" name="pg1005"/>
            <p:cNvSpPr/>
            <p:nvPr/>
          </p:nvSpPr>
          <p:spPr>
            <a:xfrm>
              <a:off x="570673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6" name="pg1006"/>
            <p:cNvSpPr/>
            <p:nvPr/>
          </p:nvSpPr>
          <p:spPr>
            <a:xfrm>
              <a:off x="571837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7" name="pg1007"/>
            <p:cNvSpPr/>
            <p:nvPr/>
          </p:nvSpPr>
          <p:spPr>
            <a:xfrm>
              <a:off x="533434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8" name="pg1008"/>
            <p:cNvSpPr/>
            <p:nvPr/>
          </p:nvSpPr>
          <p:spPr>
            <a:xfrm>
              <a:off x="534597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9" name="pg1009"/>
            <p:cNvSpPr/>
            <p:nvPr/>
          </p:nvSpPr>
          <p:spPr>
            <a:xfrm>
              <a:off x="5357616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0" name="pg1010"/>
            <p:cNvSpPr/>
            <p:nvPr/>
          </p:nvSpPr>
          <p:spPr>
            <a:xfrm>
              <a:off x="536925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1" name="pg1011"/>
            <p:cNvSpPr/>
            <p:nvPr/>
          </p:nvSpPr>
          <p:spPr>
            <a:xfrm>
              <a:off x="538089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2" name="pg1012"/>
            <p:cNvSpPr/>
            <p:nvPr/>
          </p:nvSpPr>
          <p:spPr>
            <a:xfrm>
              <a:off x="5392528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3" name="pg1013"/>
            <p:cNvSpPr/>
            <p:nvPr/>
          </p:nvSpPr>
          <p:spPr>
            <a:xfrm>
              <a:off x="540416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4" name="pg1014"/>
            <p:cNvSpPr/>
            <p:nvPr/>
          </p:nvSpPr>
          <p:spPr>
            <a:xfrm>
              <a:off x="541580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5" name="pg1015"/>
            <p:cNvSpPr/>
            <p:nvPr/>
          </p:nvSpPr>
          <p:spPr>
            <a:xfrm>
              <a:off x="5427440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6" name="pg1016"/>
            <p:cNvSpPr/>
            <p:nvPr/>
          </p:nvSpPr>
          <p:spPr>
            <a:xfrm>
              <a:off x="543907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7" name="pg1017"/>
            <p:cNvSpPr/>
            <p:nvPr/>
          </p:nvSpPr>
          <p:spPr>
            <a:xfrm>
              <a:off x="545071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8" name="pg1018"/>
            <p:cNvSpPr/>
            <p:nvPr/>
          </p:nvSpPr>
          <p:spPr>
            <a:xfrm>
              <a:off x="5462352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9" name="pg1019"/>
            <p:cNvSpPr/>
            <p:nvPr/>
          </p:nvSpPr>
          <p:spPr>
            <a:xfrm>
              <a:off x="547398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0" name="pg1020"/>
            <p:cNvSpPr/>
            <p:nvPr/>
          </p:nvSpPr>
          <p:spPr>
            <a:xfrm>
              <a:off x="548562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1" name="pg1021"/>
            <p:cNvSpPr/>
            <p:nvPr/>
          </p:nvSpPr>
          <p:spPr>
            <a:xfrm>
              <a:off x="5497264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2" name="pg1022"/>
            <p:cNvSpPr/>
            <p:nvPr/>
          </p:nvSpPr>
          <p:spPr>
            <a:xfrm>
              <a:off x="550890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3" name="pg1023"/>
            <p:cNvSpPr/>
            <p:nvPr/>
          </p:nvSpPr>
          <p:spPr>
            <a:xfrm>
              <a:off x="552053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4" name="pg1024"/>
            <p:cNvSpPr/>
            <p:nvPr/>
          </p:nvSpPr>
          <p:spPr>
            <a:xfrm>
              <a:off x="5532176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5" name="pg1025"/>
            <p:cNvSpPr/>
            <p:nvPr/>
          </p:nvSpPr>
          <p:spPr>
            <a:xfrm>
              <a:off x="554381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6" name="pg1026"/>
            <p:cNvSpPr/>
            <p:nvPr/>
          </p:nvSpPr>
          <p:spPr>
            <a:xfrm>
              <a:off x="555545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7" name="pg1027"/>
            <p:cNvSpPr/>
            <p:nvPr/>
          </p:nvSpPr>
          <p:spPr>
            <a:xfrm>
              <a:off x="5567088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8" name="pg1028"/>
            <p:cNvSpPr/>
            <p:nvPr/>
          </p:nvSpPr>
          <p:spPr>
            <a:xfrm>
              <a:off x="557872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9" name="pg1029"/>
            <p:cNvSpPr/>
            <p:nvPr/>
          </p:nvSpPr>
          <p:spPr>
            <a:xfrm>
              <a:off x="559036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0" name="pg1030"/>
            <p:cNvSpPr/>
            <p:nvPr/>
          </p:nvSpPr>
          <p:spPr>
            <a:xfrm>
              <a:off x="5602000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1" name="pg1031"/>
            <p:cNvSpPr/>
            <p:nvPr/>
          </p:nvSpPr>
          <p:spPr>
            <a:xfrm>
              <a:off x="561363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2" name="pg1032"/>
            <p:cNvSpPr/>
            <p:nvPr/>
          </p:nvSpPr>
          <p:spPr>
            <a:xfrm>
              <a:off x="562527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3" name="pg1033"/>
            <p:cNvSpPr/>
            <p:nvPr/>
          </p:nvSpPr>
          <p:spPr>
            <a:xfrm>
              <a:off x="5636912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4" name="pg1034"/>
            <p:cNvSpPr/>
            <p:nvPr/>
          </p:nvSpPr>
          <p:spPr>
            <a:xfrm>
              <a:off x="534597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5" name="pg1035"/>
            <p:cNvSpPr/>
            <p:nvPr/>
          </p:nvSpPr>
          <p:spPr>
            <a:xfrm>
              <a:off x="5357616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6" name="pg1036"/>
            <p:cNvSpPr/>
            <p:nvPr/>
          </p:nvSpPr>
          <p:spPr>
            <a:xfrm>
              <a:off x="536925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7" name="pg1037"/>
            <p:cNvSpPr/>
            <p:nvPr/>
          </p:nvSpPr>
          <p:spPr>
            <a:xfrm>
              <a:off x="538089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8" name="pg1038"/>
            <p:cNvSpPr/>
            <p:nvPr/>
          </p:nvSpPr>
          <p:spPr>
            <a:xfrm>
              <a:off x="5392528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9" name="pg1039"/>
            <p:cNvSpPr/>
            <p:nvPr/>
          </p:nvSpPr>
          <p:spPr>
            <a:xfrm>
              <a:off x="5404165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0" name="pg1040"/>
            <p:cNvSpPr/>
            <p:nvPr/>
          </p:nvSpPr>
          <p:spPr>
            <a:xfrm>
              <a:off x="541580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1" name="pg1041"/>
            <p:cNvSpPr/>
            <p:nvPr/>
          </p:nvSpPr>
          <p:spPr>
            <a:xfrm>
              <a:off x="5427440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2" name="pg1042"/>
            <p:cNvSpPr/>
            <p:nvPr/>
          </p:nvSpPr>
          <p:spPr>
            <a:xfrm>
              <a:off x="5439077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3" name="pg1043"/>
            <p:cNvSpPr/>
            <p:nvPr/>
          </p:nvSpPr>
          <p:spPr>
            <a:xfrm>
              <a:off x="5450715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4" name="pg1044"/>
            <p:cNvSpPr/>
            <p:nvPr/>
          </p:nvSpPr>
          <p:spPr>
            <a:xfrm>
              <a:off x="5462352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5" name="pg1045"/>
            <p:cNvSpPr/>
            <p:nvPr/>
          </p:nvSpPr>
          <p:spPr>
            <a:xfrm>
              <a:off x="547398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6" name="pg1046"/>
            <p:cNvSpPr/>
            <p:nvPr/>
          </p:nvSpPr>
          <p:spPr>
            <a:xfrm>
              <a:off x="5485627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7" name="pg1047"/>
            <p:cNvSpPr/>
            <p:nvPr/>
          </p:nvSpPr>
          <p:spPr>
            <a:xfrm>
              <a:off x="5497264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8" name="pg1048"/>
            <p:cNvSpPr/>
            <p:nvPr/>
          </p:nvSpPr>
          <p:spPr>
            <a:xfrm>
              <a:off x="550890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9" name="pg1049"/>
            <p:cNvSpPr/>
            <p:nvPr/>
          </p:nvSpPr>
          <p:spPr>
            <a:xfrm>
              <a:off x="552053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0" name="pg1050"/>
            <p:cNvSpPr/>
            <p:nvPr/>
          </p:nvSpPr>
          <p:spPr>
            <a:xfrm>
              <a:off x="5532176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1" name="pg1051"/>
            <p:cNvSpPr/>
            <p:nvPr/>
          </p:nvSpPr>
          <p:spPr>
            <a:xfrm>
              <a:off x="554381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2" name="pg1052"/>
            <p:cNvSpPr/>
            <p:nvPr/>
          </p:nvSpPr>
          <p:spPr>
            <a:xfrm>
              <a:off x="555545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3" name="pg1053"/>
            <p:cNvSpPr/>
            <p:nvPr/>
          </p:nvSpPr>
          <p:spPr>
            <a:xfrm>
              <a:off x="5567088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4" name="pg1054"/>
            <p:cNvSpPr/>
            <p:nvPr/>
          </p:nvSpPr>
          <p:spPr>
            <a:xfrm>
              <a:off x="559036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5" name="pg1055"/>
            <p:cNvSpPr/>
            <p:nvPr/>
          </p:nvSpPr>
          <p:spPr>
            <a:xfrm>
              <a:off x="5345979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6" name="pg1056"/>
            <p:cNvSpPr/>
            <p:nvPr/>
          </p:nvSpPr>
          <p:spPr>
            <a:xfrm>
              <a:off x="5357616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7" name="pg1057"/>
            <p:cNvSpPr/>
            <p:nvPr/>
          </p:nvSpPr>
          <p:spPr>
            <a:xfrm>
              <a:off x="5369253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8" name="pg1058"/>
            <p:cNvSpPr/>
            <p:nvPr/>
          </p:nvSpPr>
          <p:spPr>
            <a:xfrm>
              <a:off x="5380891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9" name="pg1059"/>
            <p:cNvSpPr/>
            <p:nvPr/>
          </p:nvSpPr>
          <p:spPr>
            <a:xfrm>
              <a:off x="5392528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0" name="pg1060"/>
            <p:cNvSpPr/>
            <p:nvPr/>
          </p:nvSpPr>
          <p:spPr>
            <a:xfrm>
              <a:off x="5404165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1" name="pg1061"/>
            <p:cNvSpPr/>
            <p:nvPr/>
          </p:nvSpPr>
          <p:spPr>
            <a:xfrm>
              <a:off x="5415803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2" name="pg1062"/>
            <p:cNvSpPr/>
            <p:nvPr/>
          </p:nvSpPr>
          <p:spPr>
            <a:xfrm>
              <a:off x="5427440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3" name="pg1063"/>
            <p:cNvSpPr/>
            <p:nvPr/>
          </p:nvSpPr>
          <p:spPr>
            <a:xfrm>
              <a:off x="5439077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4" name="pg1064"/>
            <p:cNvSpPr/>
            <p:nvPr/>
          </p:nvSpPr>
          <p:spPr>
            <a:xfrm>
              <a:off x="5450715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5" name="pg1065"/>
            <p:cNvSpPr/>
            <p:nvPr/>
          </p:nvSpPr>
          <p:spPr>
            <a:xfrm>
              <a:off x="5462352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6" name="pg1066"/>
            <p:cNvSpPr/>
            <p:nvPr/>
          </p:nvSpPr>
          <p:spPr>
            <a:xfrm>
              <a:off x="5334341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7" name="pg1067"/>
            <p:cNvSpPr/>
            <p:nvPr/>
          </p:nvSpPr>
          <p:spPr>
            <a:xfrm>
              <a:off x="5345979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8" name="pg1068"/>
            <p:cNvSpPr/>
            <p:nvPr/>
          </p:nvSpPr>
          <p:spPr>
            <a:xfrm>
              <a:off x="5357616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9" name="pg1069"/>
            <p:cNvSpPr/>
            <p:nvPr/>
          </p:nvSpPr>
          <p:spPr>
            <a:xfrm>
              <a:off x="5369253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0" name="pg1070"/>
            <p:cNvSpPr/>
            <p:nvPr/>
          </p:nvSpPr>
          <p:spPr>
            <a:xfrm>
              <a:off x="5380891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1" name="pg1071"/>
            <p:cNvSpPr/>
            <p:nvPr/>
          </p:nvSpPr>
          <p:spPr>
            <a:xfrm>
              <a:off x="5392528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2" name="pg1072"/>
            <p:cNvSpPr/>
            <p:nvPr/>
          </p:nvSpPr>
          <p:spPr>
            <a:xfrm>
              <a:off x="5404165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3" name="pg1073"/>
            <p:cNvSpPr/>
            <p:nvPr/>
          </p:nvSpPr>
          <p:spPr>
            <a:xfrm>
              <a:off x="5415803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4" name="pg1074"/>
            <p:cNvSpPr/>
            <p:nvPr/>
          </p:nvSpPr>
          <p:spPr>
            <a:xfrm>
              <a:off x="5427440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5" name="pg1075"/>
            <p:cNvSpPr/>
            <p:nvPr/>
          </p:nvSpPr>
          <p:spPr>
            <a:xfrm>
              <a:off x="5322704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6" name="pg1076"/>
            <p:cNvSpPr/>
            <p:nvPr/>
          </p:nvSpPr>
          <p:spPr>
            <a:xfrm>
              <a:off x="5334341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7" name="pg1077"/>
            <p:cNvSpPr/>
            <p:nvPr/>
          </p:nvSpPr>
          <p:spPr>
            <a:xfrm>
              <a:off x="5345979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8" name="pg1078"/>
            <p:cNvSpPr/>
            <p:nvPr/>
          </p:nvSpPr>
          <p:spPr>
            <a:xfrm>
              <a:off x="5357616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9" name="pg1079"/>
            <p:cNvSpPr/>
            <p:nvPr/>
          </p:nvSpPr>
          <p:spPr>
            <a:xfrm>
              <a:off x="5369253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0" name="pg1080"/>
            <p:cNvSpPr/>
            <p:nvPr/>
          </p:nvSpPr>
          <p:spPr>
            <a:xfrm>
              <a:off x="5380891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1" name="pg1081"/>
            <p:cNvSpPr/>
            <p:nvPr/>
          </p:nvSpPr>
          <p:spPr>
            <a:xfrm>
              <a:off x="5392528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2" name="pg1082"/>
            <p:cNvSpPr/>
            <p:nvPr/>
          </p:nvSpPr>
          <p:spPr>
            <a:xfrm>
              <a:off x="5404165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3" name="pg1083"/>
            <p:cNvSpPr/>
            <p:nvPr/>
          </p:nvSpPr>
          <p:spPr>
            <a:xfrm>
              <a:off x="5311067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4" name="pg1084"/>
            <p:cNvSpPr/>
            <p:nvPr/>
          </p:nvSpPr>
          <p:spPr>
            <a:xfrm>
              <a:off x="5322704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5" name="pg1085"/>
            <p:cNvSpPr/>
            <p:nvPr/>
          </p:nvSpPr>
          <p:spPr>
            <a:xfrm>
              <a:off x="5334341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6" name="pg1086"/>
            <p:cNvSpPr/>
            <p:nvPr/>
          </p:nvSpPr>
          <p:spPr>
            <a:xfrm>
              <a:off x="5345979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7" name="pg1087"/>
            <p:cNvSpPr/>
            <p:nvPr/>
          </p:nvSpPr>
          <p:spPr>
            <a:xfrm>
              <a:off x="5357616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8" name="pg1088"/>
            <p:cNvSpPr/>
            <p:nvPr/>
          </p:nvSpPr>
          <p:spPr>
            <a:xfrm>
              <a:off x="5369253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9" name="pg1089"/>
            <p:cNvSpPr/>
            <p:nvPr/>
          </p:nvSpPr>
          <p:spPr>
            <a:xfrm>
              <a:off x="5380891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0" name="pg1090"/>
            <p:cNvSpPr/>
            <p:nvPr/>
          </p:nvSpPr>
          <p:spPr>
            <a:xfrm>
              <a:off x="5311067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1" name="pg1091"/>
            <p:cNvSpPr/>
            <p:nvPr/>
          </p:nvSpPr>
          <p:spPr>
            <a:xfrm>
              <a:off x="5322704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2" name="pg1092"/>
            <p:cNvSpPr/>
            <p:nvPr/>
          </p:nvSpPr>
          <p:spPr>
            <a:xfrm>
              <a:off x="5334341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3" name="pg1093"/>
            <p:cNvSpPr/>
            <p:nvPr/>
          </p:nvSpPr>
          <p:spPr>
            <a:xfrm>
              <a:off x="5345979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4" name="pg1094"/>
            <p:cNvSpPr/>
            <p:nvPr/>
          </p:nvSpPr>
          <p:spPr>
            <a:xfrm>
              <a:off x="5357616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5" name="pg1095"/>
            <p:cNvSpPr/>
            <p:nvPr/>
          </p:nvSpPr>
          <p:spPr>
            <a:xfrm>
              <a:off x="5369253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6" name="pg1096"/>
            <p:cNvSpPr/>
            <p:nvPr/>
          </p:nvSpPr>
          <p:spPr>
            <a:xfrm>
              <a:off x="5380891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7" name="pg1097"/>
            <p:cNvSpPr/>
            <p:nvPr/>
          </p:nvSpPr>
          <p:spPr>
            <a:xfrm>
              <a:off x="5311067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8" name="pg1098"/>
            <p:cNvSpPr/>
            <p:nvPr/>
          </p:nvSpPr>
          <p:spPr>
            <a:xfrm>
              <a:off x="5322704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9" name="pg1099"/>
            <p:cNvSpPr/>
            <p:nvPr/>
          </p:nvSpPr>
          <p:spPr>
            <a:xfrm>
              <a:off x="5334341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0" name="pg1100"/>
            <p:cNvSpPr/>
            <p:nvPr/>
          </p:nvSpPr>
          <p:spPr>
            <a:xfrm>
              <a:off x="5345979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1" name="pg1101"/>
            <p:cNvSpPr/>
            <p:nvPr/>
          </p:nvSpPr>
          <p:spPr>
            <a:xfrm>
              <a:off x="5357616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2" name="pg1102"/>
            <p:cNvSpPr/>
            <p:nvPr/>
          </p:nvSpPr>
          <p:spPr>
            <a:xfrm>
              <a:off x="5369253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3" name="pg1103"/>
            <p:cNvSpPr/>
            <p:nvPr/>
          </p:nvSpPr>
          <p:spPr>
            <a:xfrm>
              <a:off x="5380891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4" name="pg1104"/>
            <p:cNvSpPr/>
            <p:nvPr/>
          </p:nvSpPr>
          <p:spPr>
            <a:xfrm>
              <a:off x="5311067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5" name="pg1105"/>
            <p:cNvSpPr/>
            <p:nvPr/>
          </p:nvSpPr>
          <p:spPr>
            <a:xfrm>
              <a:off x="5322704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6" name="pg1106"/>
            <p:cNvSpPr/>
            <p:nvPr/>
          </p:nvSpPr>
          <p:spPr>
            <a:xfrm>
              <a:off x="5334341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7" name="pg1107"/>
            <p:cNvSpPr/>
            <p:nvPr/>
          </p:nvSpPr>
          <p:spPr>
            <a:xfrm>
              <a:off x="5345979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8" name="pg1108"/>
            <p:cNvSpPr/>
            <p:nvPr/>
          </p:nvSpPr>
          <p:spPr>
            <a:xfrm>
              <a:off x="5357616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9" name="pg1109"/>
            <p:cNvSpPr/>
            <p:nvPr/>
          </p:nvSpPr>
          <p:spPr>
            <a:xfrm>
              <a:off x="5369253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0" name="pg1110"/>
            <p:cNvSpPr/>
            <p:nvPr/>
          </p:nvSpPr>
          <p:spPr>
            <a:xfrm>
              <a:off x="5380891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1" name="pg1111"/>
            <p:cNvSpPr/>
            <p:nvPr/>
          </p:nvSpPr>
          <p:spPr>
            <a:xfrm>
              <a:off x="5241243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2" name="pg1112"/>
            <p:cNvSpPr/>
            <p:nvPr/>
          </p:nvSpPr>
          <p:spPr>
            <a:xfrm>
              <a:off x="5252880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3" name="pg1113"/>
            <p:cNvSpPr/>
            <p:nvPr/>
          </p:nvSpPr>
          <p:spPr>
            <a:xfrm>
              <a:off x="5334341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4" name="pg1114"/>
            <p:cNvSpPr/>
            <p:nvPr/>
          </p:nvSpPr>
          <p:spPr>
            <a:xfrm>
              <a:off x="5345979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5" name="pg1115"/>
            <p:cNvSpPr/>
            <p:nvPr/>
          </p:nvSpPr>
          <p:spPr>
            <a:xfrm>
              <a:off x="5357616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6" name="pg1116"/>
            <p:cNvSpPr/>
            <p:nvPr/>
          </p:nvSpPr>
          <p:spPr>
            <a:xfrm>
              <a:off x="5369253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7" name="pg1117"/>
            <p:cNvSpPr/>
            <p:nvPr/>
          </p:nvSpPr>
          <p:spPr>
            <a:xfrm>
              <a:off x="5380891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8" name="pg1118"/>
            <p:cNvSpPr/>
            <p:nvPr/>
          </p:nvSpPr>
          <p:spPr>
            <a:xfrm>
              <a:off x="5217968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9" name="pg1119"/>
            <p:cNvSpPr/>
            <p:nvPr/>
          </p:nvSpPr>
          <p:spPr>
            <a:xfrm>
              <a:off x="5229605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0" name="pg1120"/>
            <p:cNvSpPr/>
            <p:nvPr/>
          </p:nvSpPr>
          <p:spPr>
            <a:xfrm>
              <a:off x="5241243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1" name="pg1121"/>
            <p:cNvSpPr/>
            <p:nvPr/>
          </p:nvSpPr>
          <p:spPr>
            <a:xfrm>
              <a:off x="5252880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2" name="pg1122"/>
            <p:cNvSpPr/>
            <p:nvPr/>
          </p:nvSpPr>
          <p:spPr>
            <a:xfrm>
              <a:off x="5264517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3" name="pg1123"/>
            <p:cNvSpPr/>
            <p:nvPr/>
          </p:nvSpPr>
          <p:spPr>
            <a:xfrm>
              <a:off x="5334341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4" name="pg1124"/>
            <p:cNvSpPr/>
            <p:nvPr/>
          </p:nvSpPr>
          <p:spPr>
            <a:xfrm>
              <a:off x="5345979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5" name="pg1125"/>
            <p:cNvSpPr/>
            <p:nvPr/>
          </p:nvSpPr>
          <p:spPr>
            <a:xfrm>
              <a:off x="5357616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6" name="pg1126"/>
            <p:cNvSpPr/>
            <p:nvPr/>
          </p:nvSpPr>
          <p:spPr>
            <a:xfrm>
              <a:off x="5369253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4AA">
                <a:alpha val="100000"/>
              </a:srgbClr>
            </a:solidFill>
            <a:ln w="5420" cap="flat">
              <a:solidFill>
                <a:srgbClr val="42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7" name="pg1127"/>
            <p:cNvSpPr/>
            <p:nvPr/>
          </p:nvSpPr>
          <p:spPr>
            <a:xfrm>
              <a:off x="5380891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8" name="pg1128"/>
            <p:cNvSpPr/>
            <p:nvPr/>
          </p:nvSpPr>
          <p:spPr>
            <a:xfrm>
              <a:off x="519469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9" name="pg1129"/>
            <p:cNvSpPr/>
            <p:nvPr/>
          </p:nvSpPr>
          <p:spPr>
            <a:xfrm>
              <a:off x="5206331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0" name="pg1130"/>
            <p:cNvSpPr/>
            <p:nvPr/>
          </p:nvSpPr>
          <p:spPr>
            <a:xfrm>
              <a:off x="5217968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1" name="pg1131"/>
            <p:cNvSpPr/>
            <p:nvPr/>
          </p:nvSpPr>
          <p:spPr>
            <a:xfrm>
              <a:off x="5229605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2" name="pg1132"/>
            <p:cNvSpPr/>
            <p:nvPr/>
          </p:nvSpPr>
          <p:spPr>
            <a:xfrm>
              <a:off x="524124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3" name="pg1133"/>
            <p:cNvSpPr/>
            <p:nvPr/>
          </p:nvSpPr>
          <p:spPr>
            <a:xfrm>
              <a:off x="5252880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4" name="pg1134"/>
            <p:cNvSpPr/>
            <p:nvPr/>
          </p:nvSpPr>
          <p:spPr>
            <a:xfrm>
              <a:off x="5264517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5" name="pg1135"/>
            <p:cNvSpPr/>
            <p:nvPr/>
          </p:nvSpPr>
          <p:spPr>
            <a:xfrm>
              <a:off x="5322704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6" name="pg1136"/>
            <p:cNvSpPr/>
            <p:nvPr/>
          </p:nvSpPr>
          <p:spPr>
            <a:xfrm>
              <a:off x="5334341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7" name="pg1137"/>
            <p:cNvSpPr/>
            <p:nvPr/>
          </p:nvSpPr>
          <p:spPr>
            <a:xfrm>
              <a:off x="5345979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8" name="pg1138"/>
            <p:cNvSpPr/>
            <p:nvPr/>
          </p:nvSpPr>
          <p:spPr>
            <a:xfrm>
              <a:off x="5357616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9" name="pg1139"/>
            <p:cNvSpPr/>
            <p:nvPr/>
          </p:nvSpPr>
          <p:spPr>
            <a:xfrm>
              <a:off x="536925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0" name="pg1140"/>
            <p:cNvSpPr/>
            <p:nvPr/>
          </p:nvSpPr>
          <p:spPr>
            <a:xfrm>
              <a:off x="5183056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1" name="pg1141"/>
            <p:cNvSpPr/>
            <p:nvPr/>
          </p:nvSpPr>
          <p:spPr>
            <a:xfrm>
              <a:off x="519469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2" name="pg1142"/>
            <p:cNvSpPr/>
            <p:nvPr/>
          </p:nvSpPr>
          <p:spPr>
            <a:xfrm>
              <a:off x="5206331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3" name="pg1143"/>
            <p:cNvSpPr/>
            <p:nvPr/>
          </p:nvSpPr>
          <p:spPr>
            <a:xfrm>
              <a:off x="5217968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4" name="pg1144"/>
            <p:cNvSpPr/>
            <p:nvPr/>
          </p:nvSpPr>
          <p:spPr>
            <a:xfrm>
              <a:off x="5229605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5" name="pg1145"/>
            <p:cNvSpPr/>
            <p:nvPr/>
          </p:nvSpPr>
          <p:spPr>
            <a:xfrm>
              <a:off x="524124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6" name="pg1146"/>
            <p:cNvSpPr/>
            <p:nvPr/>
          </p:nvSpPr>
          <p:spPr>
            <a:xfrm>
              <a:off x="5252880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7" name="pg1147"/>
            <p:cNvSpPr/>
            <p:nvPr/>
          </p:nvSpPr>
          <p:spPr>
            <a:xfrm>
              <a:off x="5264517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8" name="pg1148"/>
            <p:cNvSpPr/>
            <p:nvPr/>
          </p:nvSpPr>
          <p:spPr>
            <a:xfrm>
              <a:off x="5322704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9" name="pg1149"/>
            <p:cNvSpPr/>
            <p:nvPr/>
          </p:nvSpPr>
          <p:spPr>
            <a:xfrm>
              <a:off x="5334341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0" name="pg1150"/>
            <p:cNvSpPr/>
            <p:nvPr/>
          </p:nvSpPr>
          <p:spPr>
            <a:xfrm>
              <a:off x="5345979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1" name="pg1151"/>
            <p:cNvSpPr/>
            <p:nvPr/>
          </p:nvSpPr>
          <p:spPr>
            <a:xfrm>
              <a:off x="5357616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2" name="pg1152"/>
            <p:cNvSpPr/>
            <p:nvPr/>
          </p:nvSpPr>
          <p:spPr>
            <a:xfrm>
              <a:off x="536925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3" name="pg1153"/>
            <p:cNvSpPr/>
            <p:nvPr/>
          </p:nvSpPr>
          <p:spPr>
            <a:xfrm>
              <a:off x="512486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4" name="pg1154"/>
            <p:cNvSpPr/>
            <p:nvPr/>
          </p:nvSpPr>
          <p:spPr>
            <a:xfrm>
              <a:off x="5136507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5" name="pg1155"/>
            <p:cNvSpPr/>
            <p:nvPr/>
          </p:nvSpPr>
          <p:spPr>
            <a:xfrm>
              <a:off x="5148144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6" name="pg1156"/>
            <p:cNvSpPr/>
            <p:nvPr/>
          </p:nvSpPr>
          <p:spPr>
            <a:xfrm>
              <a:off x="515978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7" name="pg1157"/>
            <p:cNvSpPr/>
            <p:nvPr/>
          </p:nvSpPr>
          <p:spPr>
            <a:xfrm>
              <a:off x="517141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8" name="pg1158"/>
            <p:cNvSpPr/>
            <p:nvPr/>
          </p:nvSpPr>
          <p:spPr>
            <a:xfrm>
              <a:off x="5183056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9" name="pg1159"/>
            <p:cNvSpPr/>
            <p:nvPr/>
          </p:nvSpPr>
          <p:spPr>
            <a:xfrm>
              <a:off x="519469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0" name="pg1160"/>
            <p:cNvSpPr/>
            <p:nvPr/>
          </p:nvSpPr>
          <p:spPr>
            <a:xfrm>
              <a:off x="520633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1" name="pg1161"/>
            <p:cNvSpPr/>
            <p:nvPr/>
          </p:nvSpPr>
          <p:spPr>
            <a:xfrm>
              <a:off x="5217968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2" name="pg1162"/>
            <p:cNvSpPr/>
            <p:nvPr/>
          </p:nvSpPr>
          <p:spPr>
            <a:xfrm>
              <a:off x="5229605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3" name="pg1163"/>
            <p:cNvSpPr/>
            <p:nvPr/>
          </p:nvSpPr>
          <p:spPr>
            <a:xfrm>
              <a:off x="524124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4" name="pg1164"/>
            <p:cNvSpPr/>
            <p:nvPr/>
          </p:nvSpPr>
          <p:spPr>
            <a:xfrm>
              <a:off x="5252880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5" name="pg1165"/>
            <p:cNvSpPr/>
            <p:nvPr/>
          </p:nvSpPr>
          <p:spPr>
            <a:xfrm>
              <a:off x="5311067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6" name="pg1166"/>
            <p:cNvSpPr/>
            <p:nvPr/>
          </p:nvSpPr>
          <p:spPr>
            <a:xfrm>
              <a:off x="5322704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7" name="pg1167"/>
            <p:cNvSpPr/>
            <p:nvPr/>
          </p:nvSpPr>
          <p:spPr>
            <a:xfrm>
              <a:off x="533434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8" name="pg1168"/>
            <p:cNvSpPr/>
            <p:nvPr/>
          </p:nvSpPr>
          <p:spPr>
            <a:xfrm>
              <a:off x="534597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9" name="pg1169"/>
            <p:cNvSpPr/>
            <p:nvPr/>
          </p:nvSpPr>
          <p:spPr>
            <a:xfrm>
              <a:off x="5357616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0" name="pg1170"/>
            <p:cNvSpPr/>
            <p:nvPr/>
          </p:nvSpPr>
          <p:spPr>
            <a:xfrm>
              <a:off x="536925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1" name="pg1171"/>
            <p:cNvSpPr/>
            <p:nvPr/>
          </p:nvSpPr>
          <p:spPr>
            <a:xfrm>
              <a:off x="5113232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2" name="pg1172"/>
            <p:cNvSpPr/>
            <p:nvPr/>
          </p:nvSpPr>
          <p:spPr>
            <a:xfrm>
              <a:off x="512486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3" name="pg1173"/>
            <p:cNvSpPr/>
            <p:nvPr/>
          </p:nvSpPr>
          <p:spPr>
            <a:xfrm>
              <a:off x="5136507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4" name="pg1174"/>
            <p:cNvSpPr/>
            <p:nvPr/>
          </p:nvSpPr>
          <p:spPr>
            <a:xfrm>
              <a:off x="5148144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5" name="pg1175"/>
            <p:cNvSpPr/>
            <p:nvPr/>
          </p:nvSpPr>
          <p:spPr>
            <a:xfrm>
              <a:off x="515978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6" name="pg1176"/>
            <p:cNvSpPr/>
            <p:nvPr/>
          </p:nvSpPr>
          <p:spPr>
            <a:xfrm>
              <a:off x="517141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7" name="pg1177"/>
            <p:cNvSpPr/>
            <p:nvPr/>
          </p:nvSpPr>
          <p:spPr>
            <a:xfrm>
              <a:off x="5183056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8" name="pg1178"/>
            <p:cNvSpPr/>
            <p:nvPr/>
          </p:nvSpPr>
          <p:spPr>
            <a:xfrm>
              <a:off x="519469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9" name="pg1179"/>
            <p:cNvSpPr/>
            <p:nvPr/>
          </p:nvSpPr>
          <p:spPr>
            <a:xfrm>
              <a:off x="520633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0" name="pg1180"/>
            <p:cNvSpPr/>
            <p:nvPr/>
          </p:nvSpPr>
          <p:spPr>
            <a:xfrm>
              <a:off x="5217968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1" name="pg1181"/>
            <p:cNvSpPr/>
            <p:nvPr/>
          </p:nvSpPr>
          <p:spPr>
            <a:xfrm>
              <a:off x="5229605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2" name="pg1182"/>
            <p:cNvSpPr/>
            <p:nvPr/>
          </p:nvSpPr>
          <p:spPr>
            <a:xfrm>
              <a:off x="524124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3" name="pg1183"/>
            <p:cNvSpPr/>
            <p:nvPr/>
          </p:nvSpPr>
          <p:spPr>
            <a:xfrm>
              <a:off x="529942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4" name="pg1184"/>
            <p:cNvSpPr/>
            <p:nvPr/>
          </p:nvSpPr>
          <p:spPr>
            <a:xfrm>
              <a:off x="5311067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5" name="pg1185"/>
            <p:cNvSpPr/>
            <p:nvPr/>
          </p:nvSpPr>
          <p:spPr>
            <a:xfrm>
              <a:off x="5322704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6" name="pg1186"/>
            <p:cNvSpPr/>
            <p:nvPr/>
          </p:nvSpPr>
          <p:spPr>
            <a:xfrm>
              <a:off x="533434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7" name="pg1187"/>
            <p:cNvSpPr/>
            <p:nvPr/>
          </p:nvSpPr>
          <p:spPr>
            <a:xfrm>
              <a:off x="534597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8" name="pg1188"/>
            <p:cNvSpPr/>
            <p:nvPr/>
          </p:nvSpPr>
          <p:spPr>
            <a:xfrm>
              <a:off x="5357616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9" name="pg1189"/>
            <p:cNvSpPr/>
            <p:nvPr/>
          </p:nvSpPr>
          <p:spPr>
            <a:xfrm>
              <a:off x="536925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0" name="pg1190"/>
            <p:cNvSpPr/>
            <p:nvPr/>
          </p:nvSpPr>
          <p:spPr>
            <a:xfrm>
              <a:off x="508995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1" name="pg1191"/>
            <p:cNvSpPr/>
            <p:nvPr/>
          </p:nvSpPr>
          <p:spPr>
            <a:xfrm>
              <a:off x="5101595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2" name="pg1192"/>
            <p:cNvSpPr/>
            <p:nvPr/>
          </p:nvSpPr>
          <p:spPr>
            <a:xfrm>
              <a:off x="5113232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3" name="pg1193"/>
            <p:cNvSpPr/>
            <p:nvPr/>
          </p:nvSpPr>
          <p:spPr>
            <a:xfrm>
              <a:off x="512486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4" name="pg1194"/>
            <p:cNvSpPr/>
            <p:nvPr/>
          </p:nvSpPr>
          <p:spPr>
            <a:xfrm>
              <a:off x="513650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5" name="pg1195"/>
            <p:cNvSpPr/>
            <p:nvPr/>
          </p:nvSpPr>
          <p:spPr>
            <a:xfrm>
              <a:off x="5148144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6" name="pg1196"/>
            <p:cNvSpPr/>
            <p:nvPr/>
          </p:nvSpPr>
          <p:spPr>
            <a:xfrm>
              <a:off x="515978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7" name="pg1197"/>
            <p:cNvSpPr/>
            <p:nvPr/>
          </p:nvSpPr>
          <p:spPr>
            <a:xfrm>
              <a:off x="517141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8" name="pg1198"/>
            <p:cNvSpPr/>
            <p:nvPr/>
          </p:nvSpPr>
          <p:spPr>
            <a:xfrm>
              <a:off x="5183056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9" name="pg1199"/>
            <p:cNvSpPr/>
            <p:nvPr/>
          </p:nvSpPr>
          <p:spPr>
            <a:xfrm>
              <a:off x="5194693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0" name="pg1200"/>
            <p:cNvSpPr/>
            <p:nvPr/>
          </p:nvSpPr>
          <p:spPr>
            <a:xfrm>
              <a:off x="520633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1" name="pg1201"/>
            <p:cNvSpPr/>
            <p:nvPr/>
          </p:nvSpPr>
          <p:spPr>
            <a:xfrm>
              <a:off x="5217968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2" name="pg1202"/>
            <p:cNvSpPr/>
            <p:nvPr/>
          </p:nvSpPr>
          <p:spPr>
            <a:xfrm>
              <a:off x="5287792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3" name="pg1203"/>
            <p:cNvSpPr/>
            <p:nvPr/>
          </p:nvSpPr>
          <p:spPr>
            <a:xfrm>
              <a:off x="529942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4" name="pg1204"/>
            <p:cNvSpPr/>
            <p:nvPr/>
          </p:nvSpPr>
          <p:spPr>
            <a:xfrm>
              <a:off x="531106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5" name="pg1205"/>
            <p:cNvSpPr/>
            <p:nvPr/>
          </p:nvSpPr>
          <p:spPr>
            <a:xfrm>
              <a:off x="5322704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6" name="pg1206"/>
            <p:cNvSpPr/>
            <p:nvPr/>
          </p:nvSpPr>
          <p:spPr>
            <a:xfrm>
              <a:off x="533434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7" name="pg1207"/>
            <p:cNvSpPr/>
            <p:nvPr/>
          </p:nvSpPr>
          <p:spPr>
            <a:xfrm>
              <a:off x="534597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8" name="pg1208"/>
            <p:cNvSpPr/>
            <p:nvPr/>
          </p:nvSpPr>
          <p:spPr>
            <a:xfrm>
              <a:off x="506668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9" name="pg1209"/>
            <p:cNvSpPr/>
            <p:nvPr/>
          </p:nvSpPr>
          <p:spPr>
            <a:xfrm>
              <a:off x="5078320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0" name="pg1210"/>
            <p:cNvSpPr/>
            <p:nvPr/>
          </p:nvSpPr>
          <p:spPr>
            <a:xfrm>
              <a:off x="508995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1" name="pg1211"/>
            <p:cNvSpPr/>
            <p:nvPr/>
          </p:nvSpPr>
          <p:spPr>
            <a:xfrm>
              <a:off x="510159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2" name="pg1212"/>
            <p:cNvSpPr/>
            <p:nvPr/>
          </p:nvSpPr>
          <p:spPr>
            <a:xfrm>
              <a:off x="5113232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3" name="pg1213"/>
            <p:cNvSpPr/>
            <p:nvPr/>
          </p:nvSpPr>
          <p:spPr>
            <a:xfrm>
              <a:off x="512486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4" name="pg1214"/>
            <p:cNvSpPr/>
            <p:nvPr/>
          </p:nvSpPr>
          <p:spPr>
            <a:xfrm>
              <a:off x="513650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5" name="pg1215"/>
            <p:cNvSpPr/>
            <p:nvPr/>
          </p:nvSpPr>
          <p:spPr>
            <a:xfrm>
              <a:off x="5148144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6" name="pg1216"/>
            <p:cNvSpPr/>
            <p:nvPr/>
          </p:nvSpPr>
          <p:spPr>
            <a:xfrm>
              <a:off x="515978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7" name="pg1217"/>
            <p:cNvSpPr/>
            <p:nvPr/>
          </p:nvSpPr>
          <p:spPr>
            <a:xfrm>
              <a:off x="517141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8" name="pg1218"/>
            <p:cNvSpPr/>
            <p:nvPr/>
          </p:nvSpPr>
          <p:spPr>
            <a:xfrm>
              <a:off x="5183056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9" name="pg1219"/>
            <p:cNvSpPr/>
            <p:nvPr/>
          </p:nvSpPr>
          <p:spPr>
            <a:xfrm>
              <a:off x="519469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0" name="pg1220"/>
            <p:cNvSpPr/>
            <p:nvPr/>
          </p:nvSpPr>
          <p:spPr>
            <a:xfrm>
              <a:off x="520633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1" name="pg1221"/>
            <p:cNvSpPr/>
            <p:nvPr/>
          </p:nvSpPr>
          <p:spPr>
            <a:xfrm>
              <a:off x="5217968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2" name="pg1222"/>
            <p:cNvSpPr/>
            <p:nvPr/>
          </p:nvSpPr>
          <p:spPr>
            <a:xfrm>
              <a:off x="522960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3" name="pg1223"/>
            <p:cNvSpPr/>
            <p:nvPr/>
          </p:nvSpPr>
          <p:spPr>
            <a:xfrm>
              <a:off x="524124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4" name="pg1224"/>
            <p:cNvSpPr/>
            <p:nvPr/>
          </p:nvSpPr>
          <p:spPr>
            <a:xfrm>
              <a:off x="5252880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5" name="pg1225"/>
            <p:cNvSpPr/>
            <p:nvPr/>
          </p:nvSpPr>
          <p:spPr>
            <a:xfrm>
              <a:off x="527615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6" name="pg1226"/>
            <p:cNvSpPr/>
            <p:nvPr/>
          </p:nvSpPr>
          <p:spPr>
            <a:xfrm>
              <a:off x="5287792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7" name="pg1227"/>
            <p:cNvSpPr/>
            <p:nvPr/>
          </p:nvSpPr>
          <p:spPr>
            <a:xfrm>
              <a:off x="529942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8" name="pg1228"/>
            <p:cNvSpPr/>
            <p:nvPr/>
          </p:nvSpPr>
          <p:spPr>
            <a:xfrm>
              <a:off x="531106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9" name="pg1229"/>
            <p:cNvSpPr/>
            <p:nvPr/>
          </p:nvSpPr>
          <p:spPr>
            <a:xfrm>
              <a:off x="5322704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0" name="pg1230"/>
            <p:cNvSpPr/>
            <p:nvPr/>
          </p:nvSpPr>
          <p:spPr>
            <a:xfrm>
              <a:off x="533434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1" name="pg1231"/>
            <p:cNvSpPr/>
            <p:nvPr/>
          </p:nvSpPr>
          <p:spPr>
            <a:xfrm>
              <a:off x="534597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2" name="pg1232"/>
            <p:cNvSpPr/>
            <p:nvPr/>
          </p:nvSpPr>
          <p:spPr>
            <a:xfrm>
              <a:off x="506668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3" name="pg1233"/>
            <p:cNvSpPr/>
            <p:nvPr/>
          </p:nvSpPr>
          <p:spPr>
            <a:xfrm>
              <a:off x="5078320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4" name="pg1234"/>
            <p:cNvSpPr/>
            <p:nvPr/>
          </p:nvSpPr>
          <p:spPr>
            <a:xfrm>
              <a:off x="508995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5" name="pg1235"/>
            <p:cNvSpPr/>
            <p:nvPr/>
          </p:nvSpPr>
          <p:spPr>
            <a:xfrm>
              <a:off x="510159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6" name="pg1236"/>
            <p:cNvSpPr/>
            <p:nvPr/>
          </p:nvSpPr>
          <p:spPr>
            <a:xfrm>
              <a:off x="5113232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7" name="pg1237"/>
            <p:cNvSpPr/>
            <p:nvPr/>
          </p:nvSpPr>
          <p:spPr>
            <a:xfrm>
              <a:off x="512486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8" name="pg1238"/>
            <p:cNvSpPr/>
            <p:nvPr/>
          </p:nvSpPr>
          <p:spPr>
            <a:xfrm>
              <a:off x="513650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9" name="pg1239"/>
            <p:cNvSpPr/>
            <p:nvPr/>
          </p:nvSpPr>
          <p:spPr>
            <a:xfrm>
              <a:off x="5148144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0" name="pg1240"/>
            <p:cNvSpPr/>
            <p:nvPr/>
          </p:nvSpPr>
          <p:spPr>
            <a:xfrm>
              <a:off x="515978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1" name="pg1241"/>
            <p:cNvSpPr/>
            <p:nvPr/>
          </p:nvSpPr>
          <p:spPr>
            <a:xfrm>
              <a:off x="517141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2" name="pg1242"/>
            <p:cNvSpPr/>
            <p:nvPr/>
          </p:nvSpPr>
          <p:spPr>
            <a:xfrm>
              <a:off x="5183056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3" name="pg1243"/>
            <p:cNvSpPr/>
            <p:nvPr/>
          </p:nvSpPr>
          <p:spPr>
            <a:xfrm>
              <a:off x="519469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4" name="pg1244"/>
            <p:cNvSpPr/>
            <p:nvPr/>
          </p:nvSpPr>
          <p:spPr>
            <a:xfrm>
              <a:off x="520633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5" name="pg1245"/>
            <p:cNvSpPr/>
            <p:nvPr/>
          </p:nvSpPr>
          <p:spPr>
            <a:xfrm>
              <a:off x="5217968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6" name="pg1246"/>
            <p:cNvSpPr/>
            <p:nvPr/>
          </p:nvSpPr>
          <p:spPr>
            <a:xfrm>
              <a:off x="522960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7" name="pg1247"/>
            <p:cNvSpPr/>
            <p:nvPr/>
          </p:nvSpPr>
          <p:spPr>
            <a:xfrm>
              <a:off x="524124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8" name="pg1248"/>
            <p:cNvSpPr/>
            <p:nvPr/>
          </p:nvSpPr>
          <p:spPr>
            <a:xfrm>
              <a:off x="5252880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9" name="pg1249"/>
            <p:cNvSpPr/>
            <p:nvPr/>
          </p:nvSpPr>
          <p:spPr>
            <a:xfrm>
              <a:off x="526451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0" name="pg1250"/>
            <p:cNvSpPr/>
            <p:nvPr/>
          </p:nvSpPr>
          <p:spPr>
            <a:xfrm>
              <a:off x="527615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1" name="pg1251"/>
            <p:cNvSpPr/>
            <p:nvPr/>
          </p:nvSpPr>
          <p:spPr>
            <a:xfrm>
              <a:off x="5287792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2" name="pg1252"/>
            <p:cNvSpPr/>
            <p:nvPr/>
          </p:nvSpPr>
          <p:spPr>
            <a:xfrm>
              <a:off x="529942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3" name="pg1253"/>
            <p:cNvSpPr/>
            <p:nvPr/>
          </p:nvSpPr>
          <p:spPr>
            <a:xfrm>
              <a:off x="531106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4" name="pg1254"/>
            <p:cNvSpPr/>
            <p:nvPr/>
          </p:nvSpPr>
          <p:spPr>
            <a:xfrm>
              <a:off x="5322704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5" name="pg1255"/>
            <p:cNvSpPr/>
            <p:nvPr/>
          </p:nvSpPr>
          <p:spPr>
            <a:xfrm>
              <a:off x="533434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6" name="pg1256"/>
            <p:cNvSpPr/>
            <p:nvPr/>
          </p:nvSpPr>
          <p:spPr>
            <a:xfrm>
              <a:off x="506668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7" name="pg1257"/>
            <p:cNvSpPr/>
            <p:nvPr/>
          </p:nvSpPr>
          <p:spPr>
            <a:xfrm>
              <a:off x="5078320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8" name="pg1258"/>
            <p:cNvSpPr/>
            <p:nvPr/>
          </p:nvSpPr>
          <p:spPr>
            <a:xfrm>
              <a:off x="508995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9" name="pg1259"/>
            <p:cNvSpPr/>
            <p:nvPr/>
          </p:nvSpPr>
          <p:spPr>
            <a:xfrm>
              <a:off x="510159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0" name="pg1260"/>
            <p:cNvSpPr/>
            <p:nvPr/>
          </p:nvSpPr>
          <p:spPr>
            <a:xfrm>
              <a:off x="5113232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1" name="pg1261"/>
            <p:cNvSpPr/>
            <p:nvPr/>
          </p:nvSpPr>
          <p:spPr>
            <a:xfrm>
              <a:off x="512486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2" name="pg1262"/>
            <p:cNvSpPr/>
            <p:nvPr/>
          </p:nvSpPr>
          <p:spPr>
            <a:xfrm>
              <a:off x="513650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3" name="pg1263"/>
            <p:cNvSpPr/>
            <p:nvPr/>
          </p:nvSpPr>
          <p:spPr>
            <a:xfrm>
              <a:off x="5148144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4" name="pg1264"/>
            <p:cNvSpPr/>
            <p:nvPr/>
          </p:nvSpPr>
          <p:spPr>
            <a:xfrm>
              <a:off x="5159781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5" name="pg1265"/>
            <p:cNvSpPr/>
            <p:nvPr/>
          </p:nvSpPr>
          <p:spPr>
            <a:xfrm>
              <a:off x="517141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6" name="pg1266"/>
            <p:cNvSpPr/>
            <p:nvPr/>
          </p:nvSpPr>
          <p:spPr>
            <a:xfrm>
              <a:off x="5183056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7" name="pg1267"/>
            <p:cNvSpPr/>
            <p:nvPr/>
          </p:nvSpPr>
          <p:spPr>
            <a:xfrm>
              <a:off x="519469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8" name="pg1268"/>
            <p:cNvSpPr/>
            <p:nvPr/>
          </p:nvSpPr>
          <p:spPr>
            <a:xfrm>
              <a:off x="5206331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9" name="pg1269"/>
            <p:cNvSpPr/>
            <p:nvPr/>
          </p:nvSpPr>
          <p:spPr>
            <a:xfrm>
              <a:off x="5217968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0" name="pg1270"/>
            <p:cNvSpPr/>
            <p:nvPr/>
          </p:nvSpPr>
          <p:spPr>
            <a:xfrm>
              <a:off x="522960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1" name="pg1271"/>
            <p:cNvSpPr/>
            <p:nvPr/>
          </p:nvSpPr>
          <p:spPr>
            <a:xfrm>
              <a:off x="524124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2" name="pg1272"/>
            <p:cNvSpPr/>
            <p:nvPr/>
          </p:nvSpPr>
          <p:spPr>
            <a:xfrm>
              <a:off x="5252880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3" name="pg1273"/>
            <p:cNvSpPr/>
            <p:nvPr/>
          </p:nvSpPr>
          <p:spPr>
            <a:xfrm>
              <a:off x="526451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4" name="pg1274"/>
            <p:cNvSpPr/>
            <p:nvPr/>
          </p:nvSpPr>
          <p:spPr>
            <a:xfrm>
              <a:off x="527615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5" name="pg1275"/>
            <p:cNvSpPr/>
            <p:nvPr/>
          </p:nvSpPr>
          <p:spPr>
            <a:xfrm>
              <a:off x="5287792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6" name="pg1276"/>
            <p:cNvSpPr/>
            <p:nvPr/>
          </p:nvSpPr>
          <p:spPr>
            <a:xfrm>
              <a:off x="529942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7" name="pg1277"/>
            <p:cNvSpPr/>
            <p:nvPr/>
          </p:nvSpPr>
          <p:spPr>
            <a:xfrm>
              <a:off x="531106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8" name="pg1278"/>
            <p:cNvSpPr/>
            <p:nvPr/>
          </p:nvSpPr>
          <p:spPr>
            <a:xfrm>
              <a:off x="5322704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9" name="pg1279"/>
            <p:cNvSpPr/>
            <p:nvPr/>
          </p:nvSpPr>
          <p:spPr>
            <a:xfrm>
              <a:off x="5031771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0" name="pg1280"/>
            <p:cNvSpPr/>
            <p:nvPr/>
          </p:nvSpPr>
          <p:spPr>
            <a:xfrm>
              <a:off x="5043408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1" name="pg1281"/>
            <p:cNvSpPr/>
            <p:nvPr/>
          </p:nvSpPr>
          <p:spPr>
            <a:xfrm>
              <a:off x="506668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2" name="pg1282"/>
            <p:cNvSpPr/>
            <p:nvPr/>
          </p:nvSpPr>
          <p:spPr>
            <a:xfrm>
              <a:off x="5078320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3" name="pg1283"/>
            <p:cNvSpPr/>
            <p:nvPr/>
          </p:nvSpPr>
          <p:spPr>
            <a:xfrm>
              <a:off x="508995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4" name="pg1284"/>
            <p:cNvSpPr/>
            <p:nvPr/>
          </p:nvSpPr>
          <p:spPr>
            <a:xfrm>
              <a:off x="510159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5" name="pg1285"/>
            <p:cNvSpPr/>
            <p:nvPr/>
          </p:nvSpPr>
          <p:spPr>
            <a:xfrm>
              <a:off x="5113232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6" name="pg1286"/>
            <p:cNvSpPr/>
            <p:nvPr/>
          </p:nvSpPr>
          <p:spPr>
            <a:xfrm>
              <a:off x="5124869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7" name="pg1287"/>
            <p:cNvSpPr/>
            <p:nvPr/>
          </p:nvSpPr>
          <p:spPr>
            <a:xfrm>
              <a:off x="513650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8" name="pg1288"/>
            <p:cNvSpPr/>
            <p:nvPr/>
          </p:nvSpPr>
          <p:spPr>
            <a:xfrm>
              <a:off x="5148144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9" name="pg1289"/>
            <p:cNvSpPr/>
            <p:nvPr/>
          </p:nvSpPr>
          <p:spPr>
            <a:xfrm>
              <a:off x="5183056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0" name="pg1290"/>
            <p:cNvSpPr/>
            <p:nvPr/>
          </p:nvSpPr>
          <p:spPr>
            <a:xfrm>
              <a:off x="519469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1" name="pg1291"/>
            <p:cNvSpPr/>
            <p:nvPr/>
          </p:nvSpPr>
          <p:spPr>
            <a:xfrm>
              <a:off x="5206331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2" name="pg1292"/>
            <p:cNvSpPr/>
            <p:nvPr/>
          </p:nvSpPr>
          <p:spPr>
            <a:xfrm>
              <a:off x="5217968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3" name="pg1293"/>
            <p:cNvSpPr/>
            <p:nvPr/>
          </p:nvSpPr>
          <p:spPr>
            <a:xfrm>
              <a:off x="522960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4" name="pg1294"/>
            <p:cNvSpPr/>
            <p:nvPr/>
          </p:nvSpPr>
          <p:spPr>
            <a:xfrm>
              <a:off x="524124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5" name="pg1295"/>
            <p:cNvSpPr/>
            <p:nvPr/>
          </p:nvSpPr>
          <p:spPr>
            <a:xfrm>
              <a:off x="5252880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6" name="pg1296"/>
            <p:cNvSpPr/>
            <p:nvPr/>
          </p:nvSpPr>
          <p:spPr>
            <a:xfrm>
              <a:off x="526451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7" name="pg1297"/>
            <p:cNvSpPr/>
            <p:nvPr/>
          </p:nvSpPr>
          <p:spPr>
            <a:xfrm>
              <a:off x="527615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8" name="pg1298"/>
            <p:cNvSpPr/>
            <p:nvPr/>
          </p:nvSpPr>
          <p:spPr>
            <a:xfrm>
              <a:off x="5287792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9" name="pg1299"/>
            <p:cNvSpPr/>
            <p:nvPr/>
          </p:nvSpPr>
          <p:spPr>
            <a:xfrm>
              <a:off x="5299429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0" name="pg1300"/>
            <p:cNvSpPr/>
            <p:nvPr/>
          </p:nvSpPr>
          <p:spPr>
            <a:xfrm>
              <a:off x="531106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1" name="pg1301"/>
            <p:cNvSpPr/>
            <p:nvPr/>
          </p:nvSpPr>
          <p:spPr>
            <a:xfrm>
              <a:off x="502013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2" name="pg1302"/>
            <p:cNvSpPr/>
            <p:nvPr/>
          </p:nvSpPr>
          <p:spPr>
            <a:xfrm>
              <a:off x="5031771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3" name="pg1303"/>
            <p:cNvSpPr/>
            <p:nvPr/>
          </p:nvSpPr>
          <p:spPr>
            <a:xfrm>
              <a:off x="5043408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4" name="pg1304"/>
            <p:cNvSpPr/>
            <p:nvPr/>
          </p:nvSpPr>
          <p:spPr>
            <a:xfrm>
              <a:off x="505504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5" name="pg1305"/>
            <p:cNvSpPr/>
            <p:nvPr/>
          </p:nvSpPr>
          <p:spPr>
            <a:xfrm>
              <a:off x="506668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6" name="pg1306"/>
            <p:cNvSpPr/>
            <p:nvPr/>
          </p:nvSpPr>
          <p:spPr>
            <a:xfrm>
              <a:off x="5078320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7" name="pg1307"/>
            <p:cNvSpPr/>
            <p:nvPr/>
          </p:nvSpPr>
          <p:spPr>
            <a:xfrm>
              <a:off x="508995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8" name="pg1308"/>
            <p:cNvSpPr/>
            <p:nvPr/>
          </p:nvSpPr>
          <p:spPr>
            <a:xfrm>
              <a:off x="510159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9" name="pg1309"/>
            <p:cNvSpPr/>
            <p:nvPr/>
          </p:nvSpPr>
          <p:spPr>
            <a:xfrm>
              <a:off x="5113232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0" name="pg1310"/>
            <p:cNvSpPr/>
            <p:nvPr/>
          </p:nvSpPr>
          <p:spPr>
            <a:xfrm>
              <a:off x="5124869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1" name="pg1311"/>
            <p:cNvSpPr/>
            <p:nvPr/>
          </p:nvSpPr>
          <p:spPr>
            <a:xfrm>
              <a:off x="513650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2" name="pg1312"/>
            <p:cNvSpPr/>
            <p:nvPr/>
          </p:nvSpPr>
          <p:spPr>
            <a:xfrm>
              <a:off x="5148144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3" name="pg1313"/>
            <p:cNvSpPr/>
            <p:nvPr/>
          </p:nvSpPr>
          <p:spPr>
            <a:xfrm>
              <a:off x="519469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4" name="pg1314"/>
            <p:cNvSpPr/>
            <p:nvPr/>
          </p:nvSpPr>
          <p:spPr>
            <a:xfrm>
              <a:off x="5206331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5" name="pg1315"/>
            <p:cNvSpPr/>
            <p:nvPr/>
          </p:nvSpPr>
          <p:spPr>
            <a:xfrm>
              <a:off x="5217968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6" name="pg1316"/>
            <p:cNvSpPr/>
            <p:nvPr/>
          </p:nvSpPr>
          <p:spPr>
            <a:xfrm>
              <a:off x="522960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7" name="pg1317"/>
            <p:cNvSpPr/>
            <p:nvPr/>
          </p:nvSpPr>
          <p:spPr>
            <a:xfrm>
              <a:off x="524124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8" name="pg1318"/>
            <p:cNvSpPr/>
            <p:nvPr/>
          </p:nvSpPr>
          <p:spPr>
            <a:xfrm>
              <a:off x="5252880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9" name="pg1319"/>
            <p:cNvSpPr/>
            <p:nvPr/>
          </p:nvSpPr>
          <p:spPr>
            <a:xfrm>
              <a:off x="526451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0" name="pg1320"/>
            <p:cNvSpPr/>
            <p:nvPr/>
          </p:nvSpPr>
          <p:spPr>
            <a:xfrm>
              <a:off x="527615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1" name="pg1321"/>
            <p:cNvSpPr/>
            <p:nvPr/>
          </p:nvSpPr>
          <p:spPr>
            <a:xfrm>
              <a:off x="5287792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2" name="pg1322"/>
            <p:cNvSpPr/>
            <p:nvPr/>
          </p:nvSpPr>
          <p:spPr>
            <a:xfrm>
              <a:off x="5299429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3" name="pg1323"/>
            <p:cNvSpPr/>
            <p:nvPr/>
          </p:nvSpPr>
          <p:spPr>
            <a:xfrm>
              <a:off x="5008496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4" name="pg1324"/>
            <p:cNvSpPr/>
            <p:nvPr/>
          </p:nvSpPr>
          <p:spPr>
            <a:xfrm>
              <a:off x="502013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5" name="pg1325"/>
            <p:cNvSpPr/>
            <p:nvPr/>
          </p:nvSpPr>
          <p:spPr>
            <a:xfrm>
              <a:off x="5031771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6" name="pg1326"/>
            <p:cNvSpPr/>
            <p:nvPr/>
          </p:nvSpPr>
          <p:spPr>
            <a:xfrm>
              <a:off x="5043408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7" name="pg1327"/>
            <p:cNvSpPr/>
            <p:nvPr/>
          </p:nvSpPr>
          <p:spPr>
            <a:xfrm>
              <a:off x="505504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8" name="pg1328"/>
            <p:cNvSpPr/>
            <p:nvPr/>
          </p:nvSpPr>
          <p:spPr>
            <a:xfrm>
              <a:off x="506668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9" name="pg1329"/>
            <p:cNvSpPr/>
            <p:nvPr/>
          </p:nvSpPr>
          <p:spPr>
            <a:xfrm>
              <a:off x="5078320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0" name="pg1330"/>
            <p:cNvSpPr/>
            <p:nvPr/>
          </p:nvSpPr>
          <p:spPr>
            <a:xfrm>
              <a:off x="508995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1" name="pg1331"/>
            <p:cNvSpPr/>
            <p:nvPr/>
          </p:nvSpPr>
          <p:spPr>
            <a:xfrm>
              <a:off x="510159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2" name="pg1332"/>
            <p:cNvSpPr/>
            <p:nvPr/>
          </p:nvSpPr>
          <p:spPr>
            <a:xfrm>
              <a:off x="5113232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3" name="pg1333"/>
            <p:cNvSpPr/>
            <p:nvPr/>
          </p:nvSpPr>
          <p:spPr>
            <a:xfrm>
              <a:off x="5124869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4" name="pg1334"/>
            <p:cNvSpPr/>
            <p:nvPr/>
          </p:nvSpPr>
          <p:spPr>
            <a:xfrm>
              <a:off x="513650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5" name="pg1335"/>
            <p:cNvSpPr/>
            <p:nvPr/>
          </p:nvSpPr>
          <p:spPr>
            <a:xfrm>
              <a:off x="5148144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6" name="pg1336"/>
            <p:cNvSpPr/>
            <p:nvPr/>
          </p:nvSpPr>
          <p:spPr>
            <a:xfrm>
              <a:off x="519469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7" name="pg1337"/>
            <p:cNvSpPr/>
            <p:nvPr/>
          </p:nvSpPr>
          <p:spPr>
            <a:xfrm>
              <a:off x="5206331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8" name="pg1338"/>
            <p:cNvSpPr/>
            <p:nvPr/>
          </p:nvSpPr>
          <p:spPr>
            <a:xfrm>
              <a:off x="5217968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9" name="pg1339"/>
            <p:cNvSpPr/>
            <p:nvPr/>
          </p:nvSpPr>
          <p:spPr>
            <a:xfrm>
              <a:off x="522960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0" name="pg1340"/>
            <p:cNvSpPr/>
            <p:nvPr/>
          </p:nvSpPr>
          <p:spPr>
            <a:xfrm>
              <a:off x="524124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1" name="pg1341"/>
            <p:cNvSpPr/>
            <p:nvPr/>
          </p:nvSpPr>
          <p:spPr>
            <a:xfrm>
              <a:off x="5252880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2" name="pg1342"/>
            <p:cNvSpPr/>
            <p:nvPr/>
          </p:nvSpPr>
          <p:spPr>
            <a:xfrm>
              <a:off x="526451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3" name="pg1343"/>
            <p:cNvSpPr/>
            <p:nvPr/>
          </p:nvSpPr>
          <p:spPr>
            <a:xfrm>
              <a:off x="527615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4" name="pg1344"/>
            <p:cNvSpPr/>
            <p:nvPr/>
          </p:nvSpPr>
          <p:spPr>
            <a:xfrm>
              <a:off x="5287792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5" name="pg1345"/>
            <p:cNvSpPr/>
            <p:nvPr/>
          </p:nvSpPr>
          <p:spPr>
            <a:xfrm>
              <a:off x="4996859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6" name="pg1346"/>
            <p:cNvSpPr/>
            <p:nvPr/>
          </p:nvSpPr>
          <p:spPr>
            <a:xfrm>
              <a:off x="5008496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7" name="pg1347"/>
            <p:cNvSpPr/>
            <p:nvPr/>
          </p:nvSpPr>
          <p:spPr>
            <a:xfrm>
              <a:off x="502013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DC0">
                <a:alpha val="100000"/>
              </a:srgbClr>
            </a:solidFill>
            <a:ln w="5420" cap="flat">
              <a:solidFill>
                <a:srgbClr val="92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8" name="pg1348"/>
            <p:cNvSpPr/>
            <p:nvPr/>
          </p:nvSpPr>
          <p:spPr>
            <a:xfrm>
              <a:off x="503177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9" name="pg1349"/>
            <p:cNvSpPr/>
            <p:nvPr/>
          </p:nvSpPr>
          <p:spPr>
            <a:xfrm>
              <a:off x="5043408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0" name="pg1350"/>
            <p:cNvSpPr/>
            <p:nvPr/>
          </p:nvSpPr>
          <p:spPr>
            <a:xfrm>
              <a:off x="505504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1" name="pg1351"/>
            <p:cNvSpPr/>
            <p:nvPr/>
          </p:nvSpPr>
          <p:spPr>
            <a:xfrm>
              <a:off x="506668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2" name="pg1352"/>
            <p:cNvSpPr/>
            <p:nvPr/>
          </p:nvSpPr>
          <p:spPr>
            <a:xfrm>
              <a:off x="5078320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3" name="pg1353"/>
            <p:cNvSpPr/>
            <p:nvPr/>
          </p:nvSpPr>
          <p:spPr>
            <a:xfrm>
              <a:off x="508995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4" name="pg1354"/>
            <p:cNvSpPr/>
            <p:nvPr/>
          </p:nvSpPr>
          <p:spPr>
            <a:xfrm>
              <a:off x="510159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5" name="pg1355"/>
            <p:cNvSpPr/>
            <p:nvPr/>
          </p:nvSpPr>
          <p:spPr>
            <a:xfrm>
              <a:off x="5113232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6" name="pg1356"/>
            <p:cNvSpPr/>
            <p:nvPr/>
          </p:nvSpPr>
          <p:spPr>
            <a:xfrm>
              <a:off x="5124869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7" name="pg1357"/>
            <p:cNvSpPr/>
            <p:nvPr/>
          </p:nvSpPr>
          <p:spPr>
            <a:xfrm>
              <a:off x="513650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8" name="pg1358"/>
            <p:cNvSpPr/>
            <p:nvPr/>
          </p:nvSpPr>
          <p:spPr>
            <a:xfrm>
              <a:off x="5148144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9" name="pg1359"/>
            <p:cNvSpPr/>
            <p:nvPr/>
          </p:nvSpPr>
          <p:spPr>
            <a:xfrm>
              <a:off x="515978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0" name="pg1360"/>
            <p:cNvSpPr/>
            <p:nvPr/>
          </p:nvSpPr>
          <p:spPr>
            <a:xfrm>
              <a:off x="520633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1" name="pg1361"/>
            <p:cNvSpPr/>
            <p:nvPr/>
          </p:nvSpPr>
          <p:spPr>
            <a:xfrm>
              <a:off x="5217968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2" name="pg1362"/>
            <p:cNvSpPr/>
            <p:nvPr/>
          </p:nvSpPr>
          <p:spPr>
            <a:xfrm>
              <a:off x="522960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3" name="pg1363"/>
            <p:cNvSpPr/>
            <p:nvPr/>
          </p:nvSpPr>
          <p:spPr>
            <a:xfrm>
              <a:off x="524124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4" name="pg1364"/>
            <p:cNvSpPr/>
            <p:nvPr/>
          </p:nvSpPr>
          <p:spPr>
            <a:xfrm>
              <a:off x="5252880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5" name="pg1365"/>
            <p:cNvSpPr/>
            <p:nvPr/>
          </p:nvSpPr>
          <p:spPr>
            <a:xfrm>
              <a:off x="526451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6" name="pg1366"/>
            <p:cNvSpPr/>
            <p:nvPr/>
          </p:nvSpPr>
          <p:spPr>
            <a:xfrm>
              <a:off x="527615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7" name="pg1367"/>
            <p:cNvSpPr/>
            <p:nvPr/>
          </p:nvSpPr>
          <p:spPr>
            <a:xfrm>
              <a:off x="4996859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8" name="pg1368"/>
            <p:cNvSpPr/>
            <p:nvPr/>
          </p:nvSpPr>
          <p:spPr>
            <a:xfrm>
              <a:off x="5008496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9" name="pg1369"/>
            <p:cNvSpPr/>
            <p:nvPr/>
          </p:nvSpPr>
          <p:spPr>
            <a:xfrm>
              <a:off x="502013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0" name="pg1370"/>
            <p:cNvSpPr/>
            <p:nvPr/>
          </p:nvSpPr>
          <p:spPr>
            <a:xfrm>
              <a:off x="503177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1" name="pg1371"/>
            <p:cNvSpPr/>
            <p:nvPr/>
          </p:nvSpPr>
          <p:spPr>
            <a:xfrm>
              <a:off x="5043408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2" name="pg1372"/>
            <p:cNvSpPr/>
            <p:nvPr/>
          </p:nvSpPr>
          <p:spPr>
            <a:xfrm>
              <a:off x="505504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3" name="pg1373"/>
            <p:cNvSpPr/>
            <p:nvPr/>
          </p:nvSpPr>
          <p:spPr>
            <a:xfrm>
              <a:off x="506668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4" name="pg1374"/>
            <p:cNvSpPr/>
            <p:nvPr/>
          </p:nvSpPr>
          <p:spPr>
            <a:xfrm>
              <a:off x="5078320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5" name="pg1375"/>
            <p:cNvSpPr/>
            <p:nvPr/>
          </p:nvSpPr>
          <p:spPr>
            <a:xfrm>
              <a:off x="508995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6" name="pg1376"/>
            <p:cNvSpPr/>
            <p:nvPr/>
          </p:nvSpPr>
          <p:spPr>
            <a:xfrm>
              <a:off x="510159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7" name="pg1377"/>
            <p:cNvSpPr/>
            <p:nvPr/>
          </p:nvSpPr>
          <p:spPr>
            <a:xfrm>
              <a:off x="5113232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8" name="pg1378"/>
            <p:cNvSpPr/>
            <p:nvPr/>
          </p:nvSpPr>
          <p:spPr>
            <a:xfrm>
              <a:off x="5124869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9" name="pg1379"/>
            <p:cNvSpPr/>
            <p:nvPr/>
          </p:nvSpPr>
          <p:spPr>
            <a:xfrm>
              <a:off x="513650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0" name="pg1380"/>
            <p:cNvSpPr/>
            <p:nvPr/>
          </p:nvSpPr>
          <p:spPr>
            <a:xfrm>
              <a:off x="5148144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1" name="pg1381"/>
            <p:cNvSpPr/>
            <p:nvPr/>
          </p:nvSpPr>
          <p:spPr>
            <a:xfrm>
              <a:off x="515978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2" name="pg1382"/>
            <p:cNvSpPr/>
            <p:nvPr/>
          </p:nvSpPr>
          <p:spPr>
            <a:xfrm>
              <a:off x="520633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3" name="pg1383"/>
            <p:cNvSpPr/>
            <p:nvPr/>
          </p:nvSpPr>
          <p:spPr>
            <a:xfrm>
              <a:off x="5217968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4" name="pg1384"/>
            <p:cNvSpPr/>
            <p:nvPr/>
          </p:nvSpPr>
          <p:spPr>
            <a:xfrm>
              <a:off x="522960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5" name="pg1385"/>
            <p:cNvSpPr/>
            <p:nvPr/>
          </p:nvSpPr>
          <p:spPr>
            <a:xfrm>
              <a:off x="524124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6" name="pg1386"/>
            <p:cNvSpPr/>
            <p:nvPr/>
          </p:nvSpPr>
          <p:spPr>
            <a:xfrm>
              <a:off x="5252880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7" name="pg1387"/>
            <p:cNvSpPr/>
            <p:nvPr/>
          </p:nvSpPr>
          <p:spPr>
            <a:xfrm>
              <a:off x="526451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8" name="pg1388"/>
            <p:cNvSpPr/>
            <p:nvPr/>
          </p:nvSpPr>
          <p:spPr>
            <a:xfrm>
              <a:off x="498522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4">
                <a:alpha val="100000"/>
              </a:srgbClr>
            </a:solidFill>
            <a:ln w="5420" cap="flat">
              <a:solidFill>
                <a:srgbClr val="99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9" name="pg1389"/>
            <p:cNvSpPr/>
            <p:nvPr/>
          </p:nvSpPr>
          <p:spPr>
            <a:xfrm>
              <a:off x="499685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0" name="pg1390"/>
            <p:cNvSpPr/>
            <p:nvPr/>
          </p:nvSpPr>
          <p:spPr>
            <a:xfrm>
              <a:off x="5008496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1" name="pg1391"/>
            <p:cNvSpPr/>
            <p:nvPr/>
          </p:nvSpPr>
          <p:spPr>
            <a:xfrm>
              <a:off x="502013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2" name="pg1392"/>
            <p:cNvSpPr/>
            <p:nvPr/>
          </p:nvSpPr>
          <p:spPr>
            <a:xfrm>
              <a:off x="503177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3" name="pg1393"/>
            <p:cNvSpPr/>
            <p:nvPr/>
          </p:nvSpPr>
          <p:spPr>
            <a:xfrm>
              <a:off x="5043408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4" name="pg1394"/>
            <p:cNvSpPr/>
            <p:nvPr/>
          </p:nvSpPr>
          <p:spPr>
            <a:xfrm>
              <a:off x="505504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5CD">
                <a:alpha val="100000"/>
              </a:srgbClr>
            </a:solidFill>
            <a:ln w="5420" cap="flat">
              <a:solidFill>
                <a:srgbClr val="AF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5" name="pg1395"/>
            <p:cNvSpPr/>
            <p:nvPr/>
          </p:nvSpPr>
          <p:spPr>
            <a:xfrm>
              <a:off x="506668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6" name="pg1396"/>
            <p:cNvSpPr/>
            <p:nvPr/>
          </p:nvSpPr>
          <p:spPr>
            <a:xfrm>
              <a:off x="5078320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7" name="pg1397"/>
            <p:cNvSpPr/>
            <p:nvPr/>
          </p:nvSpPr>
          <p:spPr>
            <a:xfrm>
              <a:off x="508995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8" name="pg1398"/>
            <p:cNvSpPr/>
            <p:nvPr/>
          </p:nvSpPr>
          <p:spPr>
            <a:xfrm>
              <a:off x="510159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9" name="pg1399"/>
            <p:cNvSpPr/>
            <p:nvPr/>
          </p:nvSpPr>
          <p:spPr>
            <a:xfrm>
              <a:off x="5113232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0" name="pg1400"/>
            <p:cNvSpPr/>
            <p:nvPr/>
          </p:nvSpPr>
          <p:spPr>
            <a:xfrm>
              <a:off x="512486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1" name="pg1401"/>
            <p:cNvSpPr/>
            <p:nvPr/>
          </p:nvSpPr>
          <p:spPr>
            <a:xfrm>
              <a:off x="513650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2" name="pg1402"/>
            <p:cNvSpPr/>
            <p:nvPr/>
          </p:nvSpPr>
          <p:spPr>
            <a:xfrm>
              <a:off x="5148144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3" name="pg1403"/>
            <p:cNvSpPr/>
            <p:nvPr/>
          </p:nvSpPr>
          <p:spPr>
            <a:xfrm>
              <a:off x="515978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4" name="pg1404"/>
            <p:cNvSpPr/>
            <p:nvPr/>
          </p:nvSpPr>
          <p:spPr>
            <a:xfrm>
              <a:off x="517141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5" name="pg1405"/>
            <p:cNvSpPr/>
            <p:nvPr/>
          </p:nvSpPr>
          <p:spPr>
            <a:xfrm>
              <a:off x="520633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6" name="pg1406"/>
            <p:cNvSpPr/>
            <p:nvPr/>
          </p:nvSpPr>
          <p:spPr>
            <a:xfrm>
              <a:off x="5217968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7" name="pg1407"/>
            <p:cNvSpPr/>
            <p:nvPr/>
          </p:nvSpPr>
          <p:spPr>
            <a:xfrm>
              <a:off x="522960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8" name="pg1408"/>
            <p:cNvSpPr/>
            <p:nvPr/>
          </p:nvSpPr>
          <p:spPr>
            <a:xfrm>
              <a:off x="524124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9" name="pg1409"/>
            <p:cNvSpPr/>
            <p:nvPr/>
          </p:nvSpPr>
          <p:spPr>
            <a:xfrm>
              <a:off x="5252880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0" name="pg1410"/>
            <p:cNvSpPr/>
            <p:nvPr/>
          </p:nvSpPr>
          <p:spPr>
            <a:xfrm>
              <a:off x="526451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1" name="pg1411"/>
            <p:cNvSpPr/>
            <p:nvPr/>
          </p:nvSpPr>
          <p:spPr>
            <a:xfrm>
              <a:off x="498522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2" name="pg1412"/>
            <p:cNvSpPr/>
            <p:nvPr/>
          </p:nvSpPr>
          <p:spPr>
            <a:xfrm>
              <a:off x="499685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3" name="pg1413"/>
            <p:cNvSpPr/>
            <p:nvPr/>
          </p:nvSpPr>
          <p:spPr>
            <a:xfrm>
              <a:off x="5008496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4" name="pg1414"/>
            <p:cNvSpPr/>
            <p:nvPr/>
          </p:nvSpPr>
          <p:spPr>
            <a:xfrm>
              <a:off x="502013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5" name="pg1415"/>
            <p:cNvSpPr/>
            <p:nvPr/>
          </p:nvSpPr>
          <p:spPr>
            <a:xfrm>
              <a:off x="503177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6" name="pg1416"/>
            <p:cNvSpPr/>
            <p:nvPr/>
          </p:nvSpPr>
          <p:spPr>
            <a:xfrm>
              <a:off x="5043408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7" name="pg1417"/>
            <p:cNvSpPr/>
            <p:nvPr/>
          </p:nvSpPr>
          <p:spPr>
            <a:xfrm>
              <a:off x="505504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C4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8" name="pg1418"/>
            <p:cNvSpPr/>
            <p:nvPr/>
          </p:nvSpPr>
          <p:spPr>
            <a:xfrm>
              <a:off x="506668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9" name="pg1419"/>
            <p:cNvSpPr/>
            <p:nvPr/>
          </p:nvSpPr>
          <p:spPr>
            <a:xfrm>
              <a:off x="5078320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0" name="pg1420"/>
            <p:cNvSpPr/>
            <p:nvPr/>
          </p:nvSpPr>
          <p:spPr>
            <a:xfrm>
              <a:off x="508995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1" name="pg1421"/>
            <p:cNvSpPr/>
            <p:nvPr/>
          </p:nvSpPr>
          <p:spPr>
            <a:xfrm>
              <a:off x="510159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2" name="pg1422"/>
            <p:cNvSpPr/>
            <p:nvPr/>
          </p:nvSpPr>
          <p:spPr>
            <a:xfrm>
              <a:off x="5113232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3" name="pg1423"/>
            <p:cNvSpPr/>
            <p:nvPr/>
          </p:nvSpPr>
          <p:spPr>
            <a:xfrm>
              <a:off x="512486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4" name="pg1424"/>
            <p:cNvSpPr/>
            <p:nvPr/>
          </p:nvSpPr>
          <p:spPr>
            <a:xfrm>
              <a:off x="513650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5" name="pg1425"/>
            <p:cNvSpPr/>
            <p:nvPr/>
          </p:nvSpPr>
          <p:spPr>
            <a:xfrm>
              <a:off x="5148144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6" name="pg1426"/>
            <p:cNvSpPr/>
            <p:nvPr/>
          </p:nvSpPr>
          <p:spPr>
            <a:xfrm>
              <a:off x="515978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7" name="pg1427"/>
            <p:cNvSpPr/>
            <p:nvPr/>
          </p:nvSpPr>
          <p:spPr>
            <a:xfrm>
              <a:off x="517141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8" name="pg1428"/>
            <p:cNvSpPr/>
            <p:nvPr/>
          </p:nvSpPr>
          <p:spPr>
            <a:xfrm>
              <a:off x="5183056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9" name="pg1429"/>
            <p:cNvSpPr/>
            <p:nvPr/>
          </p:nvSpPr>
          <p:spPr>
            <a:xfrm>
              <a:off x="5217968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0" name="pg1430"/>
            <p:cNvSpPr/>
            <p:nvPr/>
          </p:nvSpPr>
          <p:spPr>
            <a:xfrm>
              <a:off x="522960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1" name="pg1431"/>
            <p:cNvSpPr/>
            <p:nvPr/>
          </p:nvSpPr>
          <p:spPr>
            <a:xfrm>
              <a:off x="524124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2" name="pg1432"/>
            <p:cNvSpPr/>
            <p:nvPr/>
          </p:nvSpPr>
          <p:spPr>
            <a:xfrm>
              <a:off x="5252880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3" name="pg1433"/>
            <p:cNvSpPr/>
            <p:nvPr/>
          </p:nvSpPr>
          <p:spPr>
            <a:xfrm>
              <a:off x="526451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4" name="pg1434"/>
            <p:cNvSpPr/>
            <p:nvPr/>
          </p:nvSpPr>
          <p:spPr>
            <a:xfrm>
              <a:off x="498522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5" name="pg1435"/>
            <p:cNvSpPr/>
            <p:nvPr/>
          </p:nvSpPr>
          <p:spPr>
            <a:xfrm>
              <a:off x="499685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6" name="pg1436"/>
            <p:cNvSpPr/>
            <p:nvPr/>
          </p:nvSpPr>
          <p:spPr>
            <a:xfrm>
              <a:off x="5008496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7" name="pg1437"/>
            <p:cNvSpPr/>
            <p:nvPr/>
          </p:nvSpPr>
          <p:spPr>
            <a:xfrm>
              <a:off x="502013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8" name="pg1438"/>
            <p:cNvSpPr/>
            <p:nvPr/>
          </p:nvSpPr>
          <p:spPr>
            <a:xfrm>
              <a:off x="503177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9" name="pg1439"/>
            <p:cNvSpPr/>
            <p:nvPr/>
          </p:nvSpPr>
          <p:spPr>
            <a:xfrm>
              <a:off x="5043408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0" name="pg1440"/>
            <p:cNvSpPr/>
            <p:nvPr/>
          </p:nvSpPr>
          <p:spPr>
            <a:xfrm>
              <a:off x="505504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1" name="pg1441"/>
            <p:cNvSpPr/>
            <p:nvPr/>
          </p:nvSpPr>
          <p:spPr>
            <a:xfrm>
              <a:off x="506668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2" name="pg1442"/>
            <p:cNvSpPr/>
            <p:nvPr/>
          </p:nvSpPr>
          <p:spPr>
            <a:xfrm>
              <a:off x="5078320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3" name="pg1443"/>
            <p:cNvSpPr/>
            <p:nvPr/>
          </p:nvSpPr>
          <p:spPr>
            <a:xfrm>
              <a:off x="508995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4" name="pg1444"/>
            <p:cNvSpPr/>
            <p:nvPr/>
          </p:nvSpPr>
          <p:spPr>
            <a:xfrm>
              <a:off x="510159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5" name="pg1445"/>
            <p:cNvSpPr/>
            <p:nvPr/>
          </p:nvSpPr>
          <p:spPr>
            <a:xfrm>
              <a:off x="5113232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6" name="pg1446"/>
            <p:cNvSpPr/>
            <p:nvPr/>
          </p:nvSpPr>
          <p:spPr>
            <a:xfrm>
              <a:off x="512486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7" name="pg1447"/>
            <p:cNvSpPr/>
            <p:nvPr/>
          </p:nvSpPr>
          <p:spPr>
            <a:xfrm>
              <a:off x="513650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8" name="pg1448"/>
            <p:cNvSpPr/>
            <p:nvPr/>
          </p:nvSpPr>
          <p:spPr>
            <a:xfrm>
              <a:off x="5148144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9" name="pg1449"/>
            <p:cNvSpPr/>
            <p:nvPr/>
          </p:nvSpPr>
          <p:spPr>
            <a:xfrm>
              <a:off x="515978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0" name="pg1450"/>
            <p:cNvSpPr/>
            <p:nvPr/>
          </p:nvSpPr>
          <p:spPr>
            <a:xfrm>
              <a:off x="517141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1" name="pg1451"/>
            <p:cNvSpPr/>
            <p:nvPr/>
          </p:nvSpPr>
          <p:spPr>
            <a:xfrm>
              <a:off x="5183056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2" name="pg1452"/>
            <p:cNvSpPr/>
            <p:nvPr/>
          </p:nvSpPr>
          <p:spPr>
            <a:xfrm>
              <a:off x="520633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3" name="pg1453"/>
            <p:cNvSpPr/>
            <p:nvPr/>
          </p:nvSpPr>
          <p:spPr>
            <a:xfrm>
              <a:off x="5217968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4" name="pg1454"/>
            <p:cNvSpPr/>
            <p:nvPr/>
          </p:nvSpPr>
          <p:spPr>
            <a:xfrm>
              <a:off x="522960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5" name="pg1455"/>
            <p:cNvSpPr/>
            <p:nvPr/>
          </p:nvSpPr>
          <p:spPr>
            <a:xfrm>
              <a:off x="524124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6" name="pg1456"/>
            <p:cNvSpPr/>
            <p:nvPr/>
          </p:nvSpPr>
          <p:spPr>
            <a:xfrm>
              <a:off x="5252880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7" name="pg1457"/>
            <p:cNvSpPr/>
            <p:nvPr/>
          </p:nvSpPr>
          <p:spPr>
            <a:xfrm>
              <a:off x="526451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8" name="pg1458"/>
            <p:cNvSpPr/>
            <p:nvPr/>
          </p:nvSpPr>
          <p:spPr>
            <a:xfrm>
              <a:off x="499685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9" name="pg1459"/>
            <p:cNvSpPr/>
            <p:nvPr/>
          </p:nvSpPr>
          <p:spPr>
            <a:xfrm>
              <a:off x="5008496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0" name="pg1460"/>
            <p:cNvSpPr/>
            <p:nvPr/>
          </p:nvSpPr>
          <p:spPr>
            <a:xfrm>
              <a:off x="502013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1" name="pg1461"/>
            <p:cNvSpPr/>
            <p:nvPr/>
          </p:nvSpPr>
          <p:spPr>
            <a:xfrm>
              <a:off x="503177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2" name="pg1462"/>
            <p:cNvSpPr/>
            <p:nvPr/>
          </p:nvSpPr>
          <p:spPr>
            <a:xfrm>
              <a:off x="5043408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3" name="pg1463"/>
            <p:cNvSpPr/>
            <p:nvPr/>
          </p:nvSpPr>
          <p:spPr>
            <a:xfrm>
              <a:off x="505504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D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4" name="pg1464"/>
            <p:cNvSpPr/>
            <p:nvPr/>
          </p:nvSpPr>
          <p:spPr>
            <a:xfrm>
              <a:off x="506668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5" name="pg1465"/>
            <p:cNvSpPr/>
            <p:nvPr/>
          </p:nvSpPr>
          <p:spPr>
            <a:xfrm>
              <a:off x="5078320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6" name="pg1466"/>
            <p:cNvSpPr/>
            <p:nvPr/>
          </p:nvSpPr>
          <p:spPr>
            <a:xfrm>
              <a:off x="508995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7" name="pg1467"/>
            <p:cNvSpPr/>
            <p:nvPr/>
          </p:nvSpPr>
          <p:spPr>
            <a:xfrm>
              <a:off x="510159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8" name="pg1468"/>
            <p:cNvSpPr/>
            <p:nvPr/>
          </p:nvSpPr>
          <p:spPr>
            <a:xfrm>
              <a:off x="5113232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9" name="pg1469"/>
            <p:cNvSpPr/>
            <p:nvPr/>
          </p:nvSpPr>
          <p:spPr>
            <a:xfrm>
              <a:off x="512486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0" name="pg1470"/>
            <p:cNvSpPr/>
            <p:nvPr/>
          </p:nvSpPr>
          <p:spPr>
            <a:xfrm>
              <a:off x="513650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1" name="pg1471"/>
            <p:cNvSpPr/>
            <p:nvPr/>
          </p:nvSpPr>
          <p:spPr>
            <a:xfrm>
              <a:off x="5148144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2" name="pg1472"/>
            <p:cNvSpPr/>
            <p:nvPr/>
          </p:nvSpPr>
          <p:spPr>
            <a:xfrm>
              <a:off x="515978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3" name="pg1473"/>
            <p:cNvSpPr/>
            <p:nvPr/>
          </p:nvSpPr>
          <p:spPr>
            <a:xfrm>
              <a:off x="517141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4" name="pg1474"/>
            <p:cNvSpPr/>
            <p:nvPr/>
          </p:nvSpPr>
          <p:spPr>
            <a:xfrm>
              <a:off x="5183056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5" name="pg1475"/>
            <p:cNvSpPr/>
            <p:nvPr/>
          </p:nvSpPr>
          <p:spPr>
            <a:xfrm>
              <a:off x="519469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6" name="pg1476"/>
            <p:cNvSpPr/>
            <p:nvPr/>
          </p:nvSpPr>
          <p:spPr>
            <a:xfrm>
              <a:off x="520633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7" name="pg1477"/>
            <p:cNvSpPr/>
            <p:nvPr/>
          </p:nvSpPr>
          <p:spPr>
            <a:xfrm>
              <a:off x="5217968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8" name="pg1478"/>
            <p:cNvSpPr/>
            <p:nvPr/>
          </p:nvSpPr>
          <p:spPr>
            <a:xfrm>
              <a:off x="522960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9" name="pg1479"/>
            <p:cNvSpPr/>
            <p:nvPr/>
          </p:nvSpPr>
          <p:spPr>
            <a:xfrm>
              <a:off x="524124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0" name="pg1480"/>
            <p:cNvSpPr/>
            <p:nvPr/>
          </p:nvSpPr>
          <p:spPr>
            <a:xfrm>
              <a:off x="5252880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1" name="pg1481"/>
            <p:cNvSpPr/>
            <p:nvPr/>
          </p:nvSpPr>
          <p:spPr>
            <a:xfrm>
              <a:off x="526451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2" name="pg1482"/>
            <p:cNvSpPr/>
            <p:nvPr/>
          </p:nvSpPr>
          <p:spPr>
            <a:xfrm>
              <a:off x="5008496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3" name="pg1483"/>
            <p:cNvSpPr/>
            <p:nvPr/>
          </p:nvSpPr>
          <p:spPr>
            <a:xfrm>
              <a:off x="502013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4" name="pg1484"/>
            <p:cNvSpPr/>
            <p:nvPr/>
          </p:nvSpPr>
          <p:spPr>
            <a:xfrm>
              <a:off x="503177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5" name="pg1485"/>
            <p:cNvSpPr/>
            <p:nvPr/>
          </p:nvSpPr>
          <p:spPr>
            <a:xfrm>
              <a:off x="5043408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6" name="pg1486"/>
            <p:cNvSpPr/>
            <p:nvPr/>
          </p:nvSpPr>
          <p:spPr>
            <a:xfrm>
              <a:off x="505504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7" name="pg1487"/>
            <p:cNvSpPr/>
            <p:nvPr/>
          </p:nvSpPr>
          <p:spPr>
            <a:xfrm>
              <a:off x="506668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8" name="pg1488"/>
            <p:cNvSpPr/>
            <p:nvPr/>
          </p:nvSpPr>
          <p:spPr>
            <a:xfrm>
              <a:off x="5078320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9" name="pg1489"/>
            <p:cNvSpPr/>
            <p:nvPr/>
          </p:nvSpPr>
          <p:spPr>
            <a:xfrm>
              <a:off x="5089957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0" name="pg1490"/>
            <p:cNvSpPr/>
            <p:nvPr/>
          </p:nvSpPr>
          <p:spPr>
            <a:xfrm>
              <a:off x="510159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1" name="pg1491"/>
            <p:cNvSpPr/>
            <p:nvPr/>
          </p:nvSpPr>
          <p:spPr>
            <a:xfrm>
              <a:off x="5113232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2" name="pg1492"/>
            <p:cNvSpPr/>
            <p:nvPr/>
          </p:nvSpPr>
          <p:spPr>
            <a:xfrm>
              <a:off x="5124869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3" name="pg1493"/>
            <p:cNvSpPr/>
            <p:nvPr/>
          </p:nvSpPr>
          <p:spPr>
            <a:xfrm>
              <a:off x="5136507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4" name="pg1494"/>
            <p:cNvSpPr/>
            <p:nvPr/>
          </p:nvSpPr>
          <p:spPr>
            <a:xfrm>
              <a:off x="5148144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5" name="pg1495"/>
            <p:cNvSpPr/>
            <p:nvPr/>
          </p:nvSpPr>
          <p:spPr>
            <a:xfrm>
              <a:off x="515978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6" name="pg1496"/>
            <p:cNvSpPr/>
            <p:nvPr/>
          </p:nvSpPr>
          <p:spPr>
            <a:xfrm>
              <a:off x="5171419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7" name="pg1497"/>
            <p:cNvSpPr/>
            <p:nvPr/>
          </p:nvSpPr>
          <p:spPr>
            <a:xfrm>
              <a:off x="5183056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8" name="pg1498"/>
            <p:cNvSpPr/>
            <p:nvPr/>
          </p:nvSpPr>
          <p:spPr>
            <a:xfrm>
              <a:off x="519469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9" name="pg1499"/>
            <p:cNvSpPr/>
            <p:nvPr/>
          </p:nvSpPr>
          <p:spPr>
            <a:xfrm>
              <a:off x="520633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0" name="pg1500"/>
            <p:cNvSpPr/>
            <p:nvPr/>
          </p:nvSpPr>
          <p:spPr>
            <a:xfrm>
              <a:off x="5217968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1" name="pg1501"/>
            <p:cNvSpPr/>
            <p:nvPr/>
          </p:nvSpPr>
          <p:spPr>
            <a:xfrm>
              <a:off x="522960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2" name="pg1502"/>
            <p:cNvSpPr/>
            <p:nvPr/>
          </p:nvSpPr>
          <p:spPr>
            <a:xfrm>
              <a:off x="524124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3" name="pg1503"/>
            <p:cNvSpPr/>
            <p:nvPr/>
          </p:nvSpPr>
          <p:spPr>
            <a:xfrm>
              <a:off x="5252880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4" name="pg1504"/>
            <p:cNvSpPr/>
            <p:nvPr/>
          </p:nvSpPr>
          <p:spPr>
            <a:xfrm>
              <a:off x="5008496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5" name="pg1505"/>
            <p:cNvSpPr/>
            <p:nvPr/>
          </p:nvSpPr>
          <p:spPr>
            <a:xfrm>
              <a:off x="502013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6" name="pg1506"/>
            <p:cNvSpPr/>
            <p:nvPr/>
          </p:nvSpPr>
          <p:spPr>
            <a:xfrm>
              <a:off x="503177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7" name="pg1507"/>
            <p:cNvSpPr/>
            <p:nvPr/>
          </p:nvSpPr>
          <p:spPr>
            <a:xfrm>
              <a:off x="5043408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8" name="pg1508"/>
            <p:cNvSpPr/>
            <p:nvPr/>
          </p:nvSpPr>
          <p:spPr>
            <a:xfrm>
              <a:off x="505504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9" name="pg1509"/>
            <p:cNvSpPr/>
            <p:nvPr/>
          </p:nvSpPr>
          <p:spPr>
            <a:xfrm>
              <a:off x="506668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0" name="pg1510"/>
            <p:cNvSpPr/>
            <p:nvPr/>
          </p:nvSpPr>
          <p:spPr>
            <a:xfrm>
              <a:off x="5078320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1" name="pg1511"/>
            <p:cNvSpPr/>
            <p:nvPr/>
          </p:nvSpPr>
          <p:spPr>
            <a:xfrm>
              <a:off x="5089957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2" name="pg1512"/>
            <p:cNvSpPr/>
            <p:nvPr/>
          </p:nvSpPr>
          <p:spPr>
            <a:xfrm>
              <a:off x="510159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3" name="pg1513"/>
            <p:cNvSpPr/>
            <p:nvPr/>
          </p:nvSpPr>
          <p:spPr>
            <a:xfrm>
              <a:off x="5113232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4" name="pg1514"/>
            <p:cNvSpPr/>
            <p:nvPr/>
          </p:nvSpPr>
          <p:spPr>
            <a:xfrm>
              <a:off x="5124869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5" name="pg1515"/>
            <p:cNvSpPr/>
            <p:nvPr/>
          </p:nvSpPr>
          <p:spPr>
            <a:xfrm>
              <a:off x="5136507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6" name="pg1516"/>
            <p:cNvSpPr/>
            <p:nvPr/>
          </p:nvSpPr>
          <p:spPr>
            <a:xfrm>
              <a:off x="5148144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7" name="pg1517"/>
            <p:cNvSpPr/>
            <p:nvPr/>
          </p:nvSpPr>
          <p:spPr>
            <a:xfrm>
              <a:off x="515978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8" name="pg1518"/>
            <p:cNvSpPr/>
            <p:nvPr/>
          </p:nvSpPr>
          <p:spPr>
            <a:xfrm>
              <a:off x="5171419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9" name="pg1519"/>
            <p:cNvSpPr/>
            <p:nvPr/>
          </p:nvSpPr>
          <p:spPr>
            <a:xfrm>
              <a:off x="5183056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0" name="pg1520"/>
            <p:cNvSpPr/>
            <p:nvPr/>
          </p:nvSpPr>
          <p:spPr>
            <a:xfrm>
              <a:off x="519469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1" name="pg1521"/>
            <p:cNvSpPr/>
            <p:nvPr/>
          </p:nvSpPr>
          <p:spPr>
            <a:xfrm>
              <a:off x="520633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2" name="pg1522"/>
            <p:cNvSpPr/>
            <p:nvPr/>
          </p:nvSpPr>
          <p:spPr>
            <a:xfrm>
              <a:off x="5217968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3" name="pg1523"/>
            <p:cNvSpPr/>
            <p:nvPr/>
          </p:nvSpPr>
          <p:spPr>
            <a:xfrm>
              <a:off x="522960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4" name="pg1524"/>
            <p:cNvSpPr/>
            <p:nvPr/>
          </p:nvSpPr>
          <p:spPr>
            <a:xfrm>
              <a:off x="524124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5" name="pg1525"/>
            <p:cNvSpPr/>
            <p:nvPr/>
          </p:nvSpPr>
          <p:spPr>
            <a:xfrm>
              <a:off x="503177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6" name="pg1526"/>
            <p:cNvSpPr/>
            <p:nvPr/>
          </p:nvSpPr>
          <p:spPr>
            <a:xfrm>
              <a:off x="5043408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7" name="pg1527"/>
            <p:cNvSpPr/>
            <p:nvPr/>
          </p:nvSpPr>
          <p:spPr>
            <a:xfrm>
              <a:off x="505504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8" name="pg1528"/>
            <p:cNvSpPr/>
            <p:nvPr/>
          </p:nvSpPr>
          <p:spPr>
            <a:xfrm>
              <a:off x="5066683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9" name="pg1529"/>
            <p:cNvSpPr/>
            <p:nvPr/>
          </p:nvSpPr>
          <p:spPr>
            <a:xfrm>
              <a:off x="5078320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0" name="pg1530"/>
            <p:cNvSpPr/>
            <p:nvPr/>
          </p:nvSpPr>
          <p:spPr>
            <a:xfrm>
              <a:off x="5089957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1" name="pg1531"/>
            <p:cNvSpPr/>
            <p:nvPr/>
          </p:nvSpPr>
          <p:spPr>
            <a:xfrm>
              <a:off x="510159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2" name="pg1532"/>
            <p:cNvSpPr/>
            <p:nvPr/>
          </p:nvSpPr>
          <p:spPr>
            <a:xfrm>
              <a:off x="5113232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3" name="pg1533"/>
            <p:cNvSpPr/>
            <p:nvPr/>
          </p:nvSpPr>
          <p:spPr>
            <a:xfrm>
              <a:off x="5124869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4AA">
                <a:alpha val="100000"/>
              </a:srgbClr>
            </a:solidFill>
            <a:ln w="5420" cap="flat">
              <a:solidFill>
                <a:srgbClr val="42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4" name="pg1534"/>
            <p:cNvSpPr/>
            <p:nvPr/>
          </p:nvSpPr>
          <p:spPr>
            <a:xfrm>
              <a:off x="5136507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5" name="pg1535"/>
            <p:cNvSpPr/>
            <p:nvPr/>
          </p:nvSpPr>
          <p:spPr>
            <a:xfrm>
              <a:off x="5148144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6" name="pg1536"/>
            <p:cNvSpPr/>
            <p:nvPr/>
          </p:nvSpPr>
          <p:spPr>
            <a:xfrm>
              <a:off x="515978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7" name="pg1537"/>
            <p:cNvSpPr/>
            <p:nvPr/>
          </p:nvSpPr>
          <p:spPr>
            <a:xfrm>
              <a:off x="5171419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8" name="pg1538"/>
            <p:cNvSpPr/>
            <p:nvPr/>
          </p:nvSpPr>
          <p:spPr>
            <a:xfrm>
              <a:off x="5183056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9" name="pg1539"/>
            <p:cNvSpPr/>
            <p:nvPr/>
          </p:nvSpPr>
          <p:spPr>
            <a:xfrm>
              <a:off x="5194693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0" name="pg1540"/>
            <p:cNvSpPr/>
            <p:nvPr/>
          </p:nvSpPr>
          <p:spPr>
            <a:xfrm>
              <a:off x="520633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1" name="pg1541"/>
            <p:cNvSpPr/>
            <p:nvPr/>
          </p:nvSpPr>
          <p:spPr>
            <a:xfrm>
              <a:off x="5217968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2" name="pg1542"/>
            <p:cNvSpPr/>
            <p:nvPr/>
          </p:nvSpPr>
          <p:spPr>
            <a:xfrm>
              <a:off x="522960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3" name="pg1543"/>
            <p:cNvSpPr/>
            <p:nvPr/>
          </p:nvSpPr>
          <p:spPr>
            <a:xfrm>
              <a:off x="5043408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4" name="pg1544"/>
            <p:cNvSpPr/>
            <p:nvPr/>
          </p:nvSpPr>
          <p:spPr>
            <a:xfrm>
              <a:off x="5055045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5" name="pg1545"/>
            <p:cNvSpPr/>
            <p:nvPr/>
          </p:nvSpPr>
          <p:spPr>
            <a:xfrm>
              <a:off x="5066683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6" name="pg1546"/>
            <p:cNvSpPr/>
            <p:nvPr/>
          </p:nvSpPr>
          <p:spPr>
            <a:xfrm>
              <a:off x="5078320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7" name="pg1547"/>
            <p:cNvSpPr/>
            <p:nvPr/>
          </p:nvSpPr>
          <p:spPr>
            <a:xfrm>
              <a:off x="5089957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8" name="pg1548"/>
            <p:cNvSpPr/>
            <p:nvPr/>
          </p:nvSpPr>
          <p:spPr>
            <a:xfrm>
              <a:off x="5101595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9" name="pg1549"/>
            <p:cNvSpPr/>
            <p:nvPr/>
          </p:nvSpPr>
          <p:spPr>
            <a:xfrm>
              <a:off x="5113232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0" name="pg1550"/>
            <p:cNvSpPr/>
            <p:nvPr/>
          </p:nvSpPr>
          <p:spPr>
            <a:xfrm>
              <a:off x="5124869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1" name="pg1551"/>
            <p:cNvSpPr/>
            <p:nvPr/>
          </p:nvSpPr>
          <p:spPr>
            <a:xfrm>
              <a:off x="5136507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2" name="pg1552"/>
            <p:cNvSpPr/>
            <p:nvPr/>
          </p:nvSpPr>
          <p:spPr>
            <a:xfrm>
              <a:off x="5148144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3" name="pg1553"/>
            <p:cNvSpPr/>
            <p:nvPr/>
          </p:nvSpPr>
          <p:spPr>
            <a:xfrm>
              <a:off x="5159781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4" name="pg1554"/>
            <p:cNvSpPr/>
            <p:nvPr/>
          </p:nvSpPr>
          <p:spPr>
            <a:xfrm>
              <a:off x="5171419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5" name="pg1555"/>
            <p:cNvSpPr/>
            <p:nvPr/>
          </p:nvSpPr>
          <p:spPr>
            <a:xfrm>
              <a:off x="5183056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6" name="pg1556"/>
            <p:cNvSpPr/>
            <p:nvPr/>
          </p:nvSpPr>
          <p:spPr>
            <a:xfrm>
              <a:off x="5194693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7" name="pg1557"/>
            <p:cNvSpPr/>
            <p:nvPr/>
          </p:nvSpPr>
          <p:spPr>
            <a:xfrm>
              <a:off x="5206331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8" name="pg1558"/>
            <p:cNvSpPr/>
            <p:nvPr/>
          </p:nvSpPr>
          <p:spPr>
            <a:xfrm>
              <a:off x="5217968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9" name="pg1559"/>
            <p:cNvSpPr/>
            <p:nvPr/>
          </p:nvSpPr>
          <p:spPr>
            <a:xfrm>
              <a:off x="5055045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0" name="pg1560"/>
            <p:cNvSpPr/>
            <p:nvPr/>
          </p:nvSpPr>
          <p:spPr>
            <a:xfrm>
              <a:off x="5066683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1" name="pg1561"/>
            <p:cNvSpPr/>
            <p:nvPr/>
          </p:nvSpPr>
          <p:spPr>
            <a:xfrm>
              <a:off x="5078320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2" name="pg1562"/>
            <p:cNvSpPr/>
            <p:nvPr/>
          </p:nvSpPr>
          <p:spPr>
            <a:xfrm>
              <a:off x="5089957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3" name="pg1563"/>
            <p:cNvSpPr/>
            <p:nvPr/>
          </p:nvSpPr>
          <p:spPr>
            <a:xfrm>
              <a:off x="5101595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4" name="pg1564"/>
            <p:cNvSpPr/>
            <p:nvPr/>
          </p:nvSpPr>
          <p:spPr>
            <a:xfrm>
              <a:off x="5113232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5" name="pg1565"/>
            <p:cNvSpPr/>
            <p:nvPr/>
          </p:nvSpPr>
          <p:spPr>
            <a:xfrm>
              <a:off x="5124869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6" name="pg1566"/>
            <p:cNvSpPr/>
            <p:nvPr/>
          </p:nvSpPr>
          <p:spPr>
            <a:xfrm>
              <a:off x="5136507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7" name="pg1567"/>
            <p:cNvSpPr/>
            <p:nvPr/>
          </p:nvSpPr>
          <p:spPr>
            <a:xfrm>
              <a:off x="5148144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8" name="pg1568"/>
            <p:cNvSpPr/>
            <p:nvPr/>
          </p:nvSpPr>
          <p:spPr>
            <a:xfrm>
              <a:off x="5159781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9" name="pg1569"/>
            <p:cNvSpPr/>
            <p:nvPr/>
          </p:nvSpPr>
          <p:spPr>
            <a:xfrm>
              <a:off x="5171419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0" name="pg1570"/>
            <p:cNvSpPr/>
            <p:nvPr/>
          </p:nvSpPr>
          <p:spPr>
            <a:xfrm>
              <a:off x="5183056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1" name="pg1571"/>
            <p:cNvSpPr/>
            <p:nvPr/>
          </p:nvSpPr>
          <p:spPr>
            <a:xfrm>
              <a:off x="5194693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2" name="pg1572"/>
            <p:cNvSpPr/>
            <p:nvPr/>
          </p:nvSpPr>
          <p:spPr>
            <a:xfrm>
              <a:off x="5206331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3" name="pg1573"/>
            <p:cNvSpPr/>
            <p:nvPr/>
          </p:nvSpPr>
          <p:spPr>
            <a:xfrm>
              <a:off x="5217968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4" name="pg1574"/>
            <p:cNvSpPr/>
            <p:nvPr/>
          </p:nvSpPr>
          <p:spPr>
            <a:xfrm>
              <a:off x="5008496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5" name="pg1575"/>
            <p:cNvSpPr/>
            <p:nvPr/>
          </p:nvSpPr>
          <p:spPr>
            <a:xfrm>
              <a:off x="502013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6" name="pg1576"/>
            <p:cNvSpPr/>
            <p:nvPr/>
          </p:nvSpPr>
          <p:spPr>
            <a:xfrm>
              <a:off x="503177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7" name="pg1577"/>
            <p:cNvSpPr/>
            <p:nvPr/>
          </p:nvSpPr>
          <p:spPr>
            <a:xfrm>
              <a:off x="5043408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8" name="pg1578"/>
            <p:cNvSpPr/>
            <p:nvPr/>
          </p:nvSpPr>
          <p:spPr>
            <a:xfrm>
              <a:off x="5055045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9" name="pg1579"/>
            <p:cNvSpPr/>
            <p:nvPr/>
          </p:nvSpPr>
          <p:spPr>
            <a:xfrm>
              <a:off x="506668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0" name="pg1580"/>
            <p:cNvSpPr/>
            <p:nvPr/>
          </p:nvSpPr>
          <p:spPr>
            <a:xfrm>
              <a:off x="5078320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1" name="pg1581"/>
            <p:cNvSpPr/>
            <p:nvPr/>
          </p:nvSpPr>
          <p:spPr>
            <a:xfrm>
              <a:off x="5089957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2" name="pg1582"/>
            <p:cNvSpPr/>
            <p:nvPr/>
          </p:nvSpPr>
          <p:spPr>
            <a:xfrm>
              <a:off x="5101595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3" name="pg1583"/>
            <p:cNvSpPr/>
            <p:nvPr/>
          </p:nvSpPr>
          <p:spPr>
            <a:xfrm>
              <a:off x="5113232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4" name="pg1584"/>
            <p:cNvSpPr/>
            <p:nvPr/>
          </p:nvSpPr>
          <p:spPr>
            <a:xfrm>
              <a:off x="5124869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5" name="pg1585"/>
            <p:cNvSpPr/>
            <p:nvPr/>
          </p:nvSpPr>
          <p:spPr>
            <a:xfrm>
              <a:off x="5136507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6" name="pg1586"/>
            <p:cNvSpPr/>
            <p:nvPr/>
          </p:nvSpPr>
          <p:spPr>
            <a:xfrm>
              <a:off x="5148144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7" name="pg1587"/>
            <p:cNvSpPr/>
            <p:nvPr/>
          </p:nvSpPr>
          <p:spPr>
            <a:xfrm>
              <a:off x="515978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8" name="pg1588"/>
            <p:cNvSpPr/>
            <p:nvPr/>
          </p:nvSpPr>
          <p:spPr>
            <a:xfrm>
              <a:off x="5171419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9" name="pg1589"/>
            <p:cNvSpPr/>
            <p:nvPr/>
          </p:nvSpPr>
          <p:spPr>
            <a:xfrm>
              <a:off x="5183056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0" name="pg1590"/>
            <p:cNvSpPr/>
            <p:nvPr/>
          </p:nvSpPr>
          <p:spPr>
            <a:xfrm>
              <a:off x="519469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1" name="pg1591"/>
            <p:cNvSpPr/>
            <p:nvPr/>
          </p:nvSpPr>
          <p:spPr>
            <a:xfrm>
              <a:off x="520633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2" name="pg1592"/>
            <p:cNvSpPr/>
            <p:nvPr/>
          </p:nvSpPr>
          <p:spPr>
            <a:xfrm>
              <a:off x="499685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3" name="pg1593"/>
            <p:cNvSpPr/>
            <p:nvPr/>
          </p:nvSpPr>
          <p:spPr>
            <a:xfrm>
              <a:off x="5008496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4" name="pg1594"/>
            <p:cNvSpPr/>
            <p:nvPr/>
          </p:nvSpPr>
          <p:spPr>
            <a:xfrm>
              <a:off x="502013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5" name="pg1595"/>
            <p:cNvSpPr/>
            <p:nvPr/>
          </p:nvSpPr>
          <p:spPr>
            <a:xfrm>
              <a:off x="503177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6" name="pg1596"/>
            <p:cNvSpPr/>
            <p:nvPr/>
          </p:nvSpPr>
          <p:spPr>
            <a:xfrm>
              <a:off x="5043408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7" name="pg1597"/>
            <p:cNvSpPr/>
            <p:nvPr/>
          </p:nvSpPr>
          <p:spPr>
            <a:xfrm>
              <a:off x="5055045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8" name="pg1598"/>
            <p:cNvSpPr/>
            <p:nvPr/>
          </p:nvSpPr>
          <p:spPr>
            <a:xfrm>
              <a:off x="506668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9" name="pg1599"/>
            <p:cNvSpPr/>
            <p:nvPr/>
          </p:nvSpPr>
          <p:spPr>
            <a:xfrm>
              <a:off x="5078320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0" name="pg1600"/>
            <p:cNvSpPr/>
            <p:nvPr/>
          </p:nvSpPr>
          <p:spPr>
            <a:xfrm>
              <a:off x="5089957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1" name="pg1601"/>
            <p:cNvSpPr/>
            <p:nvPr/>
          </p:nvSpPr>
          <p:spPr>
            <a:xfrm>
              <a:off x="5101595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2" name="pg1602"/>
            <p:cNvSpPr/>
            <p:nvPr/>
          </p:nvSpPr>
          <p:spPr>
            <a:xfrm>
              <a:off x="5113232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3" name="pg1603"/>
            <p:cNvSpPr/>
            <p:nvPr/>
          </p:nvSpPr>
          <p:spPr>
            <a:xfrm>
              <a:off x="512486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4" name="pg1604"/>
            <p:cNvSpPr/>
            <p:nvPr/>
          </p:nvSpPr>
          <p:spPr>
            <a:xfrm>
              <a:off x="5136507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5" name="pg1605"/>
            <p:cNvSpPr/>
            <p:nvPr/>
          </p:nvSpPr>
          <p:spPr>
            <a:xfrm>
              <a:off x="5148144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6" name="pg1606"/>
            <p:cNvSpPr/>
            <p:nvPr/>
          </p:nvSpPr>
          <p:spPr>
            <a:xfrm>
              <a:off x="515978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7" name="pg1607"/>
            <p:cNvSpPr/>
            <p:nvPr/>
          </p:nvSpPr>
          <p:spPr>
            <a:xfrm>
              <a:off x="517141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8" name="pg1608"/>
            <p:cNvSpPr/>
            <p:nvPr/>
          </p:nvSpPr>
          <p:spPr>
            <a:xfrm>
              <a:off x="5183056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9" name="pg1609"/>
            <p:cNvSpPr/>
            <p:nvPr/>
          </p:nvSpPr>
          <p:spPr>
            <a:xfrm>
              <a:off x="519469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0" name="pg1610"/>
            <p:cNvSpPr/>
            <p:nvPr/>
          </p:nvSpPr>
          <p:spPr>
            <a:xfrm>
              <a:off x="520633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1" name="pg1611"/>
            <p:cNvSpPr/>
            <p:nvPr/>
          </p:nvSpPr>
          <p:spPr>
            <a:xfrm>
              <a:off x="499685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2" name="pg1612"/>
            <p:cNvSpPr/>
            <p:nvPr/>
          </p:nvSpPr>
          <p:spPr>
            <a:xfrm>
              <a:off x="5008496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3" name="pg1613"/>
            <p:cNvSpPr/>
            <p:nvPr/>
          </p:nvSpPr>
          <p:spPr>
            <a:xfrm>
              <a:off x="502013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4" name="pg1614"/>
            <p:cNvSpPr/>
            <p:nvPr/>
          </p:nvSpPr>
          <p:spPr>
            <a:xfrm>
              <a:off x="5031771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5" name="pg1615"/>
            <p:cNvSpPr/>
            <p:nvPr/>
          </p:nvSpPr>
          <p:spPr>
            <a:xfrm>
              <a:off x="5043408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6" name="pg1616"/>
            <p:cNvSpPr/>
            <p:nvPr/>
          </p:nvSpPr>
          <p:spPr>
            <a:xfrm>
              <a:off x="5055045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7" name="pg1617"/>
            <p:cNvSpPr/>
            <p:nvPr/>
          </p:nvSpPr>
          <p:spPr>
            <a:xfrm>
              <a:off x="506668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8" name="pg1618"/>
            <p:cNvSpPr/>
            <p:nvPr/>
          </p:nvSpPr>
          <p:spPr>
            <a:xfrm>
              <a:off x="5078320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9" name="pg1619"/>
            <p:cNvSpPr/>
            <p:nvPr/>
          </p:nvSpPr>
          <p:spPr>
            <a:xfrm>
              <a:off x="5089957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0" name="pg1620"/>
            <p:cNvSpPr/>
            <p:nvPr/>
          </p:nvSpPr>
          <p:spPr>
            <a:xfrm>
              <a:off x="5101595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1" name="pg1621"/>
            <p:cNvSpPr/>
            <p:nvPr/>
          </p:nvSpPr>
          <p:spPr>
            <a:xfrm>
              <a:off x="5113232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2" name="pg1622"/>
            <p:cNvSpPr/>
            <p:nvPr/>
          </p:nvSpPr>
          <p:spPr>
            <a:xfrm>
              <a:off x="512486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3" name="pg1623"/>
            <p:cNvSpPr/>
            <p:nvPr/>
          </p:nvSpPr>
          <p:spPr>
            <a:xfrm>
              <a:off x="5136507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4" name="pg1624"/>
            <p:cNvSpPr/>
            <p:nvPr/>
          </p:nvSpPr>
          <p:spPr>
            <a:xfrm>
              <a:off x="5148144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5" name="pg1625"/>
            <p:cNvSpPr/>
            <p:nvPr/>
          </p:nvSpPr>
          <p:spPr>
            <a:xfrm>
              <a:off x="5159781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6" name="pg1626"/>
            <p:cNvSpPr/>
            <p:nvPr/>
          </p:nvSpPr>
          <p:spPr>
            <a:xfrm>
              <a:off x="517141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7" name="pg1627"/>
            <p:cNvSpPr/>
            <p:nvPr/>
          </p:nvSpPr>
          <p:spPr>
            <a:xfrm>
              <a:off x="5183056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8" name="pg1628"/>
            <p:cNvSpPr/>
            <p:nvPr/>
          </p:nvSpPr>
          <p:spPr>
            <a:xfrm>
              <a:off x="519469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9" name="pg1629"/>
            <p:cNvSpPr/>
            <p:nvPr/>
          </p:nvSpPr>
          <p:spPr>
            <a:xfrm>
              <a:off x="499685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0" name="pg1630"/>
            <p:cNvSpPr/>
            <p:nvPr/>
          </p:nvSpPr>
          <p:spPr>
            <a:xfrm>
              <a:off x="5008496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1" name="pg1631"/>
            <p:cNvSpPr/>
            <p:nvPr/>
          </p:nvSpPr>
          <p:spPr>
            <a:xfrm>
              <a:off x="5020133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2" name="pg1632"/>
            <p:cNvSpPr/>
            <p:nvPr/>
          </p:nvSpPr>
          <p:spPr>
            <a:xfrm>
              <a:off x="5031771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3" name="pg1633"/>
            <p:cNvSpPr/>
            <p:nvPr/>
          </p:nvSpPr>
          <p:spPr>
            <a:xfrm>
              <a:off x="5043408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4" name="pg1634"/>
            <p:cNvSpPr/>
            <p:nvPr/>
          </p:nvSpPr>
          <p:spPr>
            <a:xfrm>
              <a:off x="5055045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5" name="pg1635"/>
            <p:cNvSpPr/>
            <p:nvPr/>
          </p:nvSpPr>
          <p:spPr>
            <a:xfrm>
              <a:off x="5066683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6" name="pg1636"/>
            <p:cNvSpPr/>
            <p:nvPr/>
          </p:nvSpPr>
          <p:spPr>
            <a:xfrm>
              <a:off x="5078320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7" name="pg1637"/>
            <p:cNvSpPr/>
            <p:nvPr/>
          </p:nvSpPr>
          <p:spPr>
            <a:xfrm>
              <a:off x="5089957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8" name="pg1638"/>
            <p:cNvSpPr/>
            <p:nvPr/>
          </p:nvSpPr>
          <p:spPr>
            <a:xfrm>
              <a:off x="5101595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9" name="pg1639"/>
            <p:cNvSpPr/>
            <p:nvPr/>
          </p:nvSpPr>
          <p:spPr>
            <a:xfrm>
              <a:off x="5113232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0" name="pg1640"/>
            <p:cNvSpPr/>
            <p:nvPr/>
          </p:nvSpPr>
          <p:spPr>
            <a:xfrm>
              <a:off x="512486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1" name="pg1641"/>
            <p:cNvSpPr/>
            <p:nvPr/>
          </p:nvSpPr>
          <p:spPr>
            <a:xfrm>
              <a:off x="5136507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2" name="pg1642"/>
            <p:cNvSpPr/>
            <p:nvPr/>
          </p:nvSpPr>
          <p:spPr>
            <a:xfrm>
              <a:off x="5148144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3" name="pg1643"/>
            <p:cNvSpPr/>
            <p:nvPr/>
          </p:nvSpPr>
          <p:spPr>
            <a:xfrm>
              <a:off x="5159781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4" name="pg1644"/>
            <p:cNvSpPr/>
            <p:nvPr/>
          </p:nvSpPr>
          <p:spPr>
            <a:xfrm>
              <a:off x="517141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5" name="pg1645"/>
            <p:cNvSpPr/>
            <p:nvPr/>
          </p:nvSpPr>
          <p:spPr>
            <a:xfrm>
              <a:off x="5183056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6" name="pg1646"/>
            <p:cNvSpPr/>
            <p:nvPr/>
          </p:nvSpPr>
          <p:spPr>
            <a:xfrm>
              <a:off x="5008496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7" name="pg1647"/>
            <p:cNvSpPr/>
            <p:nvPr/>
          </p:nvSpPr>
          <p:spPr>
            <a:xfrm>
              <a:off x="5020133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8" name="pg1648"/>
            <p:cNvSpPr/>
            <p:nvPr/>
          </p:nvSpPr>
          <p:spPr>
            <a:xfrm>
              <a:off x="5031771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9" name="pg1649"/>
            <p:cNvSpPr/>
            <p:nvPr/>
          </p:nvSpPr>
          <p:spPr>
            <a:xfrm>
              <a:off x="5043408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0" name="pg1650"/>
            <p:cNvSpPr/>
            <p:nvPr/>
          </p:nvSpPr>
          <p:spPr>
            <a:xfrm>
              <a:off x="5055045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1" name="pg1651"/>
            <p:cNvSpPr/>
            <p:nvPr/>
          </p:nvSpPr>
          <p:spPr>
            <a:xfrm>
              <a:off x="5066683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2" name="pg1652"/>
            <p:cNvSpPr/>
            <p:nvPr/>
          </p:nvSpPr>
          <p:spPr>
            <a:xfrm>
              <a:off x="5078320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3" name="pg1653"/>
            <p:cNvSpPr/>
            <p:nvPr/>
          </p:nvSpPr>
          <p:spPr>
            <a:xfrm>
              <a:off x="5089957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4" name="pg1654"/>
            <p:cNvSpPr/>
            <p:nvPr/>
          </p:nvSpPr>
          <p:spPr>
            <a:xfrm>
              <a:off x="5101595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5" name="pg1655"/>
            <p:cNvSpPr/>
            <p:nvPr/>
          </p:nvSpPr>
          <p:spPr>
            <a:xfrm>
              <a:off x="5113232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6" name="pg1656"/>
            <p:cNvSpPr/>
            <p:nvPr/>
          </p:nvSpPr>
          <p:spPr>
            <a:xfrm>
              <a:off x="5124869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7" name="pg1657"/>
            <p:cNvSpPr/>
            <p:nvPr/>
          </p:nvSpPr>
          <p:spPr>
            <a:xfrm>
              <a:off x="5136507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8" name="pg1658"/>
            <p:cNvSpPr/>
            <p:nvPr/>
          </p:nvSpPr>
          <p:spPr>
            <a:xfrm>
              <a:off x="5148144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9" name="pg1659"/>
            <p:cNvSpPr/>
            <p:nvPr/>
          </p:nvSpPr>
          <p:spPr>
            <a:xfrm>
              <a:off x="5159781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0" name="pg1660"/>
            <p:cNvSpPr/>
            <p:nvPr/>
          </p:nvSpPr>
          <p:spPr>
            <a:xfrm>
              <a:off x="5171419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1" name="pg1661"/>
            <p:cNvSpPr/>
            <p:nvPr/>
          </p:nvSpPr>
          <p:spPr>
            <a:xfrm>
              <a:off x="5043408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2" name="pg1662"/>
            <p:cNvSpPr/>
            <p:nvPr/>
          </p:nvSpPr>
          <p:spPr>
            <a:xfrm>
              <a:off x="5055045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3" name="pg1663"/>
            <p:cNvSpPr/>
            <p:nvPr/>
          </p:nvSpPr>
          <p:spPr>
            <a:xfrm>
              <a:off x="5066683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4" name="pg1664"/>
            <p:cNvSpPr/>
            <p:nvPr/>
          </p:nvSpPr>
          <p:spPr>
            <a:xfrm>
              <a:off x="5078320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5" name="pg1665"/>
            <p:cNvSpPr/>
            <p:nvPr/>
          </p:nvSpPr>
          <p:spPr>
            <a:xfrm>
              <a:off x="5089957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6" name="pg1666"/>
            <p:cNvSpPr/>
            <p:nvPr/>
          </p:nvSpPr>
          <p:spPr>
            <a:xfrm>
              <a:off x="5101595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7" name="pg1667"/>
            <p:cNvSpPr/>
            <p:nvPr/>
          </p:nvSpPr>
          <p:spPr>
            <a:xfrm>
              <a:off x="5113232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8" name="pg1668"/>
            <p:cNvSpPr/>
            <p:nvPr/>
          </p:nvSpPr>
          <p:spPr>
            <a:xfrm>
              <a:off x="5124869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9" name="pg1669"/>
            <p:cNvSpPr/>
            <p:nvPr/>
          </p:nvSpPr>
          <p:spPr>
            <a:xfrm>
              <a:off x="5136507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0" name="pg1670"/>
            <p:cNvSpPr/>
            <p:nvPr/>
          </p:nvSpPr>
          <p:spPr>
            <a:xfrm>
              <a:off x="5148144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1" name="pg1671"/>
            <p:cNvSpPr/>
            <p:nvPr/>
          </p:nvSpPr>
          <p:spPr>
            <a:xfrm>
              <a:off x="5159781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2" name="pg1672"/>
            <p:cNvSpPr/>
            <p:nvPr/>
          </p:nvSpPr>
          <p:spPr>
            <a:xfrm>
              <a:off x="5171419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3" name="pg1673"/>
            <p:cNvSpPr/>
            <p:nvPr/>
          </p:nvSpPr>
          <p:spPr>
            <a:xfrm>
              <a:off x="5066683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4" name="pg1674"/>
            <p:cNvSpPr/>
            <p:nvPr/>
          </p:nvSpPr>
          <p:spPr>
            <a:xfrm>
              <a:off x="5078320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5" name="pg1675"/>
            <p:cNvSpPr/>
            <p:nvPr/>
          </p:nvSpPr>
          <p:spPr>
            <a:xfrm>
              <a:off x="5089957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6" name="pg1676"/>
            <p:cNvSpPr/>
            <p:nvPr/>
          </p:nvSpPr>
          <p:spPr>
            <a:xfrm>
              <a:off x="5101595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7" name="pg1677"/>
            <p:cNvSpPr/>
            <p:nvPr/>
          </p:nvSpPr>
          <p:spPr>
            <a:xfrm>
              <a:off x="5113232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8" name="pg1678"/>
            <p:cNvSpPr/>
            <p:nvPr/>
          </p:nvSpPr>
          <p:spPr>
            <a:xfrm>
              <a:off x="5124869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9" name="pg1679"/>
            <p:cNvSpPr/>
            <p:nvPr/>
          </p:nvSpPr>
          <p:spPr>
            <a:xfrm>
              <a:off x="5136507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0" name="pg1680"/>
            <p:cNvSpPr/>
            <p:nvPr/>
          </p:nvSpPr>
          <p:spPr>
            <a:xfrm>
              <a:off x="5148144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1" name="pg1681"/>
            <p:cNvSpPr/>
            <p:nvPr/>
          </p:nvSpPr>
          <p:spPr>
            <a:xfrm>
              <a:off x="5159781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2" name="pg1682"/>
            <p:cNvSpPr/>
            <p:nvPr/>
          </p:nvSpPr>
          <p:spPr>
            <a:xfrm>
              <a:off x="5171419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3" name="pg1683"/>
            <p:cNvSpPr/>
            <p:nvPr/>
          </p:nvSpPr>
          <p:spPr>
            <a:xfrm>
              <a:off x="5078320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4" name="pg1684"/>
            <p:cNvSpPr/>
            <p:nvPr/>
          </p:nvSpPr>
          <p:spPr>
            <a:xfrm>
              <a:off x="5089957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5" name="pg1685"/>
            <p:cNvSpPr/>
            <p:nvPr/>
          </p:nvSpPr>
          <p:spPr>
            <a:xfrm>
              <a:off x="5101595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6" name="pg1686"/>
            <p:cNvSpPr/>
            <p:nvPr/>
          </p:nvSpPr>
          <p:spPr>
            <a:xfrm>
              <a:off x="5113232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7" name="pg1687"/>
            <p:cNvSpPr/>
            <p:nvPr/>
          </p:nvSpPr>
          <p:spPr>
            <a:xfrm>
              <a:off x="5124869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8" name="pg1688"/>
            <p:cNvSpPr/>
            <p:nvPr/>
          </p:nvSpPr>
          <p:spPr>
            <a:xfrm>
              <a:off x="5136507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9" name="pg1689"/>
            <p:cNvSpPr/>
            <p:nvPr/>
          </p:nvSpPr>
          <p:spPr>
            <a:xfrm>
              <a:off x="5148144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0" name="pg1690"/>
            <p:cNvSpPr/>
            <p:nvPr/>
          </p:nvSpPr>
          <p:spPr>
            <a:xfrm>
              <a:off x="5159781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1" name="pg1691"/>
            <p:cNvSpPr/>
            <p:nvPr/>
          </p:nvSpPr>
          <p:spPr>
            <a:xfrm>
              <a:off x="5171419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2" name="pg1692"/>
            <p:cNvSpPr/>
            <p:nvPr/>
          </p:nvSpPr>
          <p:spPr>
            <a:xfrm>
              <a:off x="5089957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3" name="pg1693"/>
            <p:cNvSpPr/>
            <p:nvPr/>
          </p:nvSpPr>
          <p:spPr>
            <a:xfrm>
              <a:off x="5101595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4" name="pg1694"/>
            <p:cNvSpPr/>
            <p:nvPr/>
          </p:nvSpPr>
          <p:spPr>
            <a:xfrm>
              <a:off x="5113232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5" name="pg1695"/>
            <p:cNvSpPr/>
            <p:nvPr/>
          </p:nvSpPr>
          <p:spPr>
            <a:xfrm>
              <a:off x="5124869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6" name="pg1696"/>
            <p:cNvSpPr/>
            <p:nvPr/>
          </p:nvSpPr>
          <p:spPr>
            <a:xfrm>
              <a:off x="5136507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7" name="pg1697"/>
            <p:cNvSpPr/>
            <p:nvPr/>
          </p:nvSpPr>
          <p:spPr>
            <a:xfrm>
              <a:off x="5148144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8" name="pg1698"/>
            <p:cNvSpPr/>
            <p:nvPr/>
          </p:nvSpPr>
          <p:spPr>
            <a:xfrm>
              <a:off x="5159781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9" name="pg1699"/>
            <p:cNvSpPr/>
            <p:nvPr/>
          </p:nvSpPr>
          <p:spPr>
            <a:xfrm>
              <a:off x="5171419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0" name="pg1700"/>
            <p:cNvSpPr/>
            <p:nvPr/>
          </p:nvSpPr>
          <p:spPr>
            <a:xfrm>
              <a:off x="5183056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1" name="pg1701"/>
            <p:cNvSpPr/>
            <p:nvPr/>
          </p:nvSpPr>
          <p:spPr>
            <a:xfrm>
              <a:off x="5124869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2" name="pg1702"/>
            <p:cNvSpPr/>
            <p:nvPr/>
          </p:nvSpPr>
          <p:spPr>
            <a:xfrm>
              <a:off x="5136507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3" name="pg1703"/>
            <p:cNvSpPr/>
            <p:nvPr/>
          </p:nvSpPr>
          <p:spPr>
            <a:xfrm>
              <a:off x="5148144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4" name="pg1704"/>
            <p:cNvSpPr/>
            <p:nvPr/>
          </p:nvSpPr>
          <p:spPr>
            <a:xfrm>
              <a:off x="5159781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5" name="pg1705"/>
            <p:cNvSpPr/>
            <p:nvPr/>
          </p:nvSpPr>
          <p:spPr>
            <a:xfrm>
              <a:off x="5171419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6" name="pg1706"/>
            <p:cNvSpPr/>
            <p:nvPr/>
          </p:nvSpPr>
          <p:spPr>
            <a:xfrm>
              <a:off x="5183056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7" name="pg1707"/>
            <p:cNvSpPr/>
            <p:nvPr/>
          </p:nvSpPr>
          <p:spPr>
            <a:xfrm>
              <a:off x="5066683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8" name="pg1708"/>
            <p:cNvSpPr/>
            <p:nvPr/>
          </p:nvSpPr>
          <p:spPr>
            <a:xfrm>
              <a:off x="5113232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9" name="pg1709"/>
            <p:cNvSpPr/>
            <p:nvPr/>
          </p:nvSpPr>
          <p:spPr>
            <a:xfrm>
              <a:off x="5124869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0" name="pg1710"/>
            <p:cNvSpPr/>
            <p:nvPr/>
          </p:nvSpPr>
          <p:spPr>
            <a:xfrm>
              <a:off x="5136507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1" name="pg1711"/>
            <p:cNvSpPr/>
            <p:nvPr/>
          </p:nvSpPr>
          <p:spPr>
            <a:xfrm>
              <a:off x="5148144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2" name="pg1712"/>
            <p:cNvSpPr/>
            <p:nvPr/>
          </p:nvSpPr>
          <p:spPr>
            <a:xfrm>
              <a:off x="5159781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3" name="pg1713"/>
            <p:cNvSpPr/>
            <p:nvPr/>
          </p:nvSpPr>
          <p:spPr>
            <a:xfrm>
              <a:off x="5171419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4" name="pg1714"/>
            <p:cNvSpPr/>
            <p:nvPr/>
          </p:nvSpPr>
          <p:spPr>
            <a:xfrm>
              <a:off x="5183056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5" name="pg1715"/>
            <p:cNvSpPr/>
            <p:nvPr/>
          </p:nvSpPr>
          <p:spPr>
            <a:xfrm>
              <a:off x="5055045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6" name="pg1716"/>
            <p:cNvSpPr/>
            <p:nvPr/>
          </p:nvSpPr>
          <p:spPr>
            <a:xfrm>
              <a:off x="5066683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7" name="pg1717"/>
            <p:cNvSpPr/>
            <p:nvPr/>
          </p:nvSpPr>
          <p:spPr>
            <a:xfrm>
              <a:off x="5078320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8" name="pg1718"/>
            <p:cNvSpPr/>
            <p:nvPr/>
          </p:nvSpPr>
          <p:spPr>
            <a:xfrm>
              <a:off x="5089957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9" name="pg1719"/>
            <p:cNvSpPr/>
            <p:nvPr/>
          </p:nvSpPr>
          <p:spPr>
            <a:xfrm>
              <a:off x="5101595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0" name="pg1720"/>
            <p:cNvSpPr/>
            <p:nvPr/>
          </p:nvSpPr>
          <p:spPr>
            <a:xfrm>
              <a:off x="5113232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1" name="pg1721"/>
            <p:cNvSpPr/>
            <p:nvPr/>
          </p:nvSpPr>
          <p:spPr>
            <a:xfrm>
              <a:off x="5124869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2" name="pg1722"/>
            <p:cNvSpPr/>
            <p:nvPr/>
          </p:nvSpPr>
          <p:spPr>
            <a:xfrm>
              <a:off x="5136507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3" name="pg1723"/>
            <p:cNvSpPr/>
            <p:nvPr/>
          </p:nvSpPr>
          <p:spPr>
            <a:xfrm>
              <a:off x="5148144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4" name="pg1724"/>
            <p:cNvSpPr/>
            <p:nvPr/>
          </p:nvSpPr>
          <p:spPr>
            <a:xfrm>
              <a:off x="5159781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5" name="pg1725"/>
            <p:cNvSpPr/>
            <p:nvPr/>
          </p:nvSpPr>
          <p:spPr>
            <a:xfrm>
              <a:off x="5171419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6" name="pg1726"/>
            <p:cNvSpPr/>
            <p:nvPr/>
          </p:nvSpPr>
          <p:spPr>
            <a:xfrm>
              <a:off x="5183056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7" name="pg1727"/>
            <p:cNvSpPr/>
            <p:nvPr/>
          </p:nvSpPr>
          <p:spPr>
            <a:xfrm>
              <a:off x="5043408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8" name="pg1728"/>
            <p:cNvSpPr/>
            <p:nvPr/>
          </p:nvSpPr>
          <p:spPr>
            <a:xfrm>
              <a:off x="5055045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9" name="pg1729"/>
            <p:cNvSpPr/>
            <p:nvPr/>
          </p:nvSpPr>
          <p:spPr>
            <a:xfrm>
              <a:off x="5066683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0" name="pg1730"/>
            <p:cNvSpPr/>
            <p:nvPr/>
          </p:nvSpPr>
          <p:spPr>
            <a:xfrm>
              <a:off x="5078320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1" name="pg1731"/>
            <p:cNvSpPr/>
            <p:nvPr/>
          </p:nvSpPr>
          <p:spPr>
            <a:xfrm>
              <a:off x="5089957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2" name="pg1732"/>
            <p:cNvSpPr/>
            <p:nvPr/>
          </p:nvSpPr>
          <p:spPr>
            <a:xfrm>
              <a:off x="5101595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3" name="pg1733"/>
            <p:cNvSpPr/>
            <p:nvPr/>
          </p:nvSpPr>
          <p:spPr>
            <a:xfrm>
              <a:off x="5113232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4" name="pg1734"/>
            <p:cNvSpPr/>
            <p:nvPr/>
          </p:nvSpPr>
          <p:spPr>
            <a:xfrm>
              <a:off x="5124869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5" name="pg1735"/>
            <p:cNvSpPr/>
            <p:nvPr/>
          </p:nvSpPr>
          <p:spPr>
            <a:xfrm>
              <a:off x="5136507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6" name="pg1736"/>
            <p:cNvSpPr/>
            <p:nvPr/>
          </p:nvSpPr>
          <p:spPr>
            <a:xfrm>
              <a:off x="5148144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7" name="pg1737"/>
            <p:cNvSpPr/>
            <p:nvPr/>
          </p:nvSpPr>
          <p:spPr>
            <a:xfrm>
              <a:off x="5159781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8" name="pg1738"/>
            <p:cNvSpPr/>
            <p:nvPr/>
          </p:nvSpPr>
          <p:spPr>
            <a:xfrm>
              <a:off x="5171419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9" name="pg1739"/>
            <p:cNvSpPr/>
            <p:nvPr/>
          </p:nvSpPr>
          <p:spPr>
            <a:xfrm>
              <a:off x="5183056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0" name="pg1740"/>
            <p:cNvSpPr/>
            <p:nvPr/>
          </p:nvSpPr>
          <p:spPr>
            <a:xfrm>
              <a:off x="5194693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1" name="pg1741"/>
            <p:cNvSpPr/>
            <p:nvPr/>
          </p:nvSpPr>
          <p:spPr>
            <a:xfrm>
              <a:off x="5043408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2" name="pg1742"/>
            <p:cNvSpPr/>
            <p:nvPr/>
          </p:nvSpPr>
          <p:spPr>
            <a:xfrm>
              <a:off x="5055045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3" name="pg1743"/>
            <p:cNvSpPr/>
            <p:nvPr/>
          </p:nvSpPr>
          <p:spPr>
            <a:xfrm>
              <a:off x="5066683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4" name="pg1744"/>
            <p:cNvSpPr/>
            <p:nvPr/>
          </p:nvSpPr>
          <p:spPr>
            <a:xfrm>
              <a:off x="5078320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5" name="pg1745"/>
            <p:cNvSpPr/>
            <p:nvPr/>
          </p:nvSpPr>
          <p:spPr>
            <a:xfrm>
              <a:off x="5089957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6" name="pg1746"/>
            <p:cNvSpPr/>
            <p:nvPr/>
          </p:nvSpPr>
          <p:spPr>
            <a:xfrm>
              <a:off x="5101595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7" name="pg1747"/>
            <p:cNvSpPr/>
            <p:nvPr/>
          </p:nvSpPr>
          <p:spPr>
            <a:xfrm>
              <a:off x="5113232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8" name="pg1748"/>
            <p:cNvSpPr/>
            <p:nvPr/>
          </p:nvSpPr>
          <p:spPr>
            <a:xfrm>
              <a:off x="5124869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9" name="pg1749"/>
            <p:cNvSpPr/>
            <p:nvPr/>
          </p:nvSpPr>
          <p:spPr>
            <a:xfrm>
              <a:off x="5136507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0" name="pg1750"/>
            <p:cNvSpPr/>
            <p:nvPr/>
          </p:nvSpPr>
          <p:spPr>
            <a:xfrm>
              <a:off x="5148144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1" name="pg1751"/>
            <p:cNvSpPr/>
            <p:nvPr/>
          </p:nvSpPr>
          <p:spPr>
            <a:xfrm>
              <a:off x="5159781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2" name="pg1752"/>
            <p:cNvSpPr/>
            <p:nvPr/>
          </p:nvSpPr>
          <p:spPr>
            <a:xfrm>
              <a:off x="5171419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3" name="pg1753"/>
            <p:cNvSpPr/>
            <p:nvPr/>
          </p:nvSpPr>
          <p:spPr>
            <a:xfrm>
              <a:off x="5183056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4" name="pg1754"/>
            <p:cNvSpPr/>
            <p:nvPr/>
          </p:nvSpPr>
          <p:spPr>
            <a:xfrm>
              <a:off x="5194693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5" name="pg1755"/>
            <p:cNvSpPr/>
            <p:nvPr/>
          </p:nvSpPr>
          <p:spPr>
            <a:xfrm>
              <a:off x="5206331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6" name="pg1756"/>
            <p:cNvSpPr/>
            <p:nvPr/>
          </p:nvSpPr>
          <p:spPr>
            <a:xfrm>
              <a:off x="5043408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7" name="pg1757"/>
            <p:cNvSpPr/>
            <p:nvPr/>
          </p:nvSpPr>
          <p:spPr>
            <a:xfrm>
              <a:off x="5055045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8" name="pg1758"/>
            <p:cNvSpPr/>
            <p:nvPr/>
          </p:nvSpPr>
          <p:spPr>
            <a:xfrm>
              <a:off x="5066683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9" name="pg1759"/>
            <p:cNvSpPr/>
            <p:nvPr/>
          </p:nvSpPr>
          <p:spPr>
            <a:xfrm>
              <a:off x="5078320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0" name="pg1760"/>
            <p:cNvSpPr/>
            <p:nvPr/>
          </p:nvSpPr>
          <p:spPr>
            <a:xfrm>
              <a:off x="5089957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1" name="pg1761"/>
            <p:cNvSpPr/>
            <p:nvPr/>
          </p:nvSpPr>
          <p:spPr>
            <a:xfrm>
              <a:off x="5101595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2" name="pg1762"/>
            <p:cNvSpPr/>
            <p:nvPr/>
          </p:nvSpPr>
          <p:spPr>
            <a:xfrm>
              <a:off x="5113232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3" name="pg1763"/>
            <p:cNvSpPr/>
            <p:nvPr/>
          </p:nvSpPr>
          <p:spPr>
            <a:xfrm>
              <a:off x="5124869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4" name="pg1764"/>
            <p:cNvSpPr/>
            <p:nvPr/>
          </p:nvSpPr>
          <p:spPr>
            <a:xfrm>
              <a:off x="5136507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5" name="pg1765"/>
            <p:cNvSpPr/>
            <p:nvPr/>
          </p:nvSpPr>
          <p:spPr>
            <a:xfrm>
              <a:off x="5148144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6" name="pg1766"/>
            <p:cNvSpPr/>
            <p:nvPr/>
          </p:nvSpPr>
          <p:spPr>
            <a:xfrm>
              <a:off x="5159781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7" name="pg1767"/>
            <p:cNvSpPr/>
            <p:nvPr/>
          </p:nvSpPr>
          <p:spPr>
            <a:xfrm>
              <a:off x="5171419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8" name="pg1768"/>
            <p:cNvSpPr/>
            <p:nvPr/>
          </p:nvSpPr>
          <p:spPr>
            <a:xfrm>
              <a:off x="5183056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9" name="pg1769"/>
            <p:cNvSpPr/>
            <p:nvPr/>
          </p:nvSpPr>
          <p:spPr>
            <a:xfrm>
              <a:off x="5194693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0" name="pg1770"/>
            <p:cNvSpPr/>
            <p:nvPr/>
          </p:nvSpPr>
          <p:spPr>
            <a:xfrm>
              <a:off x="5206331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1" name="pg1771"/>
            <p:cNvSpPr/>
            <p:nvPr/>
          </p:nvSpPr>
          <p:spPr>
            <a:xfrm>
              <a:off x="5043408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2" name="pg1772"/>
            <p:cNvSpPr/>
            <p:nvPr/>
          </p:nvSpPr>
          <p:spPr>
            <a:xfrm>
              <a:off x="5055045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3" name="pg1773"/>
            <p:cNvSpPr/>
            <p:nvPr/>
          </p:nvSpPr>
          <p:spPr>
            <a:xfrm>
              <a:off x="5066683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4" name="pg1774"/>
            <p:cNvSpPr/>
            <p:nvPr/>
          </p:nvSpPr>
          <p:spPr>
            <a:xfrm>
              <a:off x="5078320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5" name="pg1775"/>
            <p:cNvSpPr/>
            <p:nvPr/>
          </p:nvSpPr>
          <p:spPr>
            <a:xfrm>
              <a:off x="5089957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6" name="pg1776"/>
            <p:cNvSpPr/>
            <p:nvPr/>
          </p:nvSpPr>
          <p:spPr>
            <a:xfrm>
              <a:off x="5101595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7" name="pg1777"/>
            <p:cNvSpPr/>
            <p:nvPr/>
          </p:nvSpPr>
          <p:spPr>
            <a:xfrm>
              <a:off x="5113232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8" name="pg1778"/>
            <p:cNvSpPr/>
            <p:nvPr/>
          </p:nvSpPr>
          <p:spPr>
            <a:xfrm>
              <a:off x="5124869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9" name="pg1779"/>
            <p:cNvSpPr/>
            <p:nvPr/>
          </p:nvSpPr>
          <p:spPr>
            <a:xfrm>
              <a:off x="5136507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0" name="pg1780"/>
            <p:cNvSpPr/>
            <p:nvPr/>
          </p:nvSpPr>
          <p:spPr>
            <a:xfrm>
              <a:off x="5148144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1" name="pg1781"/>
            <p:cNvSpPr/>
            <p:nvPr/>
          </p:nvSpPr>
          <p:spPr>
            <a:xfrm>
              <a:off x="5159781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2" name="pg1782"/>
            <p:cNvSpPr/>
            <p:nvPr/>
          </p:nvSpPr>
          <p:spPr>
            <a:xfrm>
              <a:off x="5171419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3" name="pg1783"/>
            <p:cNvSpPr/>
            <p:nvPr/>
          </p:nvSpPr>
          <p:spPr>
            <a:xfrm>
              <a:off x="5183056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4" name="pg1784"/>
            <p:cNvSpPr/>
            <p:nvPr/>
          </p:nvSpPr>
          <p:spPr>
            <a:xfrm>
              <a:off x="5194693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5" name="pg1785"/>
            <p:cNvSpPr/>
            <p:nvPr/>
          </p:nvSpPr>
          <p:spPr>
            <a:xfrm>
              <a:off x="5206331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6" name="pg1786"/>
            <p:cNvSpPr/>
            <p:nvPr/>
          </p:nvSpPr>
          <p:spPr>
            <a:xfrm>
              <a:off x="5217968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7" name="pg1787"/>
            <p:cNvSpPr/>
            <p:nvPr/>
          </p:nvSpPr>
          <p:spPr>
            <a:xfrm>
              <a:off x="5055045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8" name="pg1788"/>
            <p:cNvSpPr/>
            <p:nvPr/>
          </p:nvSpPr>
          <p:spPr>
            <a:xfrm>
              <a:off x="5066683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9" name="pg1789"/>
            <p:cNvSpPr/>
            <p:nvPr/>
          </p:nvSpPr>
          <p:spPr>
            <a:xfrm>
              <a:off x="5078320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0" name="pg1790"/>
            <p:cNvSpPr/>
            <p:nvPr/>
          </p:nvSpPr>
          <p:spPr>
            <a:xfrm>
              <a:off x="5089957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1" name="pg1791"/>
            <p:cNvSpPr/>
            <p:nvPr/>
          </p:nvSpPr>
          <p:spPr>
            <a:xfrm>
              <a:off x="5101595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2" name="pg1792"/>
            <p:cNvSpPr/>
            <p:nvPr/>
          </p:nvSpPr>
          <p:spPr>
            <a:xfrm>
              <a:off x="5113232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3" name="pg1793"/>
            <p:cNvSpPr/>
            <p:nvPr/>
          </p:nvSpPr>
          <p:spPr>
            <a:xfrm>
              <a:off x="5124869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4" name="pg1794"/>
            <p:cNvSpPr/>
            <p:nvPr/>
          </p:nvSpPr>
          <p:spPr>
            <a:xfrm>
              <a:off x="5136507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5" name="pg1795"/>
            <p:cNvSpPr/>
            <p:nvPr/>
          </p:nvSpPr>
          <p:spPr>
            <a:xfrm>
              <a:off x="5148144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6" name="pg1796"/>
            <p:cNvSpPr/>
            <p:nvPr/>
          </p:nvSpPr>
          <p:spPr>
            <a:xfrm>
              <a:off x="5159781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7" name="pg1797"/>
            <p:cNvSpPr/>
            <p:nvPr/>
          </p:nvSpPr>
          <p:spPr>
            <a:xfrm>
              <a:off x="5171419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8" name="pg1798"/>
            <p:cNvSpPr/>
            <p:nvPr/>
          </p:nvSpPr>
          <p:spPr>
            <a:xfrm>
              <a:off x="5183056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9" name="pg1799"/>
            <p:cNvSpPr/>
            <p:nvPr/>
          </p:nvSpPr>
          <p:spPr>
            <a:xfrm>
              <a:off x="5194693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0" name="pg1800"/>
            <p:cNvSpPr/>
            <p:nvPr/>
          </p:nvSpPr>
          <p:spPr>
            <a:xfrm>
              <a:off x="5206331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1" name="pg1801"/>
            <p:cNvSpPr/>
            <p:nvPr/>
          </p:nvSpPr>
          <p:spPr>
            <a:xfrm>
              <a:off x="5217968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2" name="pg1802"/>
            <p:cNvSpPr/>
            <p:nvPr/>
          </p:nvSpPr>
          <p:spPr>
            <a:xfrm>
              <a:off x="502013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3" name="pg1803"/>
            <p:cNvSpPr/>
            <p:nvPr/>
          </p:nvSpPr>
          <p:spPr>
            <a:xfrm>
              <a:off x="503177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4" name="pg1804"/>
            <p:cNvSpPr/>
            <p:nvPr/>
          </p:nvSpPr>
          <p:spPr>
            <a:xfrm>
              <a:off x="5043408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5" name="pg1805"/>
            <p:cNvSpPr/>
            <p:nvPr/>
          </p:nvSpPr>
          <p:spPr>
            <a:xfrm>
              <a:off x="5055045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6" name="pg1806"/>
            <p:cNvSpPr/>
            <p:nvPr/>
          </p:nvSpPr>
          <p:spPr>
            <a:xfrm>
              <a:off x="506668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7" name="pg1807"/>
            <p:cNvSpPr/>
            <p:nvPr/>
          </p:nvSpPr>
          <p:spPr>
            <a:xfrm>
              <a:off x="5078320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8" name="pg1808"/>
            <p:cNvSpPr/>
            <p:nvPr/>
          </p:nvSpPr>
          <p:spPr>
            <a:xfrm>
              <a:off x="5089957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9" name="pg1809"/>
            <p:cNvSpPr/>
            <p:nvPr/>
          </p:nvSpPr>
          <p:spPr>
            <a:xfrm>
              <a:off x="5101595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0" name="pg1810"/>
            <p:cNvSpPr/>
            <p:nvPr/>
          </p:nvSpPr>
          <p:spPr>
            <a:xfrm>
              <a:off x="5113232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1" name="pg1811"/>
            <p:cNvSpPr/>
            <p:nvPr/>
          </p:nvSpPr>
          <p:spPr>
            <a:xfrm>
              <a:off x="5124869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2" name="pg1812"/>
            <p:cNvSpPr/>
            <p:nvPr/>
          </p:nvSpPr>
          <p:spPr>
            <a:xfrm>
              <a:off x="5136507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3" name="pg1813"/>
            <p:cNvSpPr/>
            <p:nvPr/>
          </p:nvSpPr>
          <p:spPr>
            <a:xfrm>
              <a:off x="5148144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4" name="pg1814"/>
            <p:cNvSpPr/>
            <p:nvPr/>
          </p:nvSpPr>
          <p:spPr>
            <a:xfrm>
              <a:off x="515978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5" name="pg1815"/>
            <p:cNvSpPr/>
            <p:nvPr/>
          </p:nvSpPr>
          <p:spPr>
            <a:xfrm>
              <a:off x="5171419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6" name="pg1816"/>
            <p:cNvSpPr/>
            <p:nvPr/>
          </p:nvSpPr>
          <p:spPr>
            <a:xfrm>
              <a:off x="5183056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7" name="pg1817"/>
            <p:cNvSpPr/>
            <p:nvPr/>
          </p:nvSpPr>
          <p:spPr>
            <a:xfrm>
              <a:off x="519469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8" name="pg1818"/>
            <p:cNvSpPr/>
            <p:nvPr/>
          </p:nvSpPr>
          <p:spPr>
            <a:xfrm>
              <a:off x="520633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9" name="pg1819"/>
            <p:cNvSpPr/>
            <p:nvPr/>
          </p:nvSpPr>
          <p:spPr>
            <a:xfrm>
              <a:off x="502013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0" name="pg1820"/>
            <p:cNvSpPr/>
            <p:nvPr/>
          </p:nvSpPr>
          <p:spPr>
            <a:xfrm>
              <a:off x="5031771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1" name="pg1821"/>
            <p:cNvSpPr/>
            <p:nvPr/>
          </p:nvSpPr>
          <p:spPr>
            <a:xfrm>
              <a:off x="5043408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2" name="pg1822"/>
            <p:cNvSpPr/>
            <p:nvPr/>
          </p:nvSpPr>
          <p:spPr>
            <a:xfrm>
              <a:off x="5055045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3" name="pg1823"/>
            <p:cNvSpPr/>
            <p:nvPr/>
          </p:nvSpPr>
          <p:spPr>
            <a:xfrm>
              <a:off x="506668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4" name="pg1824"/>
            <p:cNvSpPr/>
            <p:nvPr/>
          </p:nvSpPr>
          <p:spPr>
            <a:xfrm>
              <a:off x="5078320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5" name="pg1825"/>
            <p:cNvSpPr/>
            <p:nvPr/>
          </p:nvSpPr>
          <p:spPr>
            <a:xfrm>
              <a:off x="5089957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6" name="pg1826"/>
            <p:cNvSpPr/>
            <p:nvPr/>
          </p:nvSpPr>
          <p:spPr>
            <a:xfrm>
              <a:off x="5101595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7" name="pg1827"/>
            <p:cNvSpPr/>
            <p:nvPr/>
          </p:nvSpPr>
          <p:spPr>
            <a:xfrm>
              <a:off x="5113232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8" name="pg1828"/>
            <p:cNvSpPr/>
            <p:nvPr/>
          </p:nvSpPr>
          <p:spPr>
            <a:xfrm>
              <a:off x="5124869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9" name="pg1829"/>
            <p:cNvSpPr/>
            <p:nvPr/>
          </p:nvSpPr>
          <p:spPr>
            <a:xfrm>
              <a:off x="5136507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0" name="pg1830"/>
            <p:cNvSpPr/>
            <p:nvPr/>
          </p:nvSpPr>
          <p:spPr>
            <a:xfrm>
              <a:off x="5148144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1" name="pg1831"/>
            <p:cNvSpPr/>
            <p:nvPr/>
          </p:nvSpPr>
          <p:spPr>
            <a:xfrm>
              <a:off x="5159781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2" name="pg1832"/>
            <p:cNvSpPr/>
            <p:nvPr/>
          </p:nvSpPr>
          <p:spPr>
            <a:xfrm>
              <a:off x="5171419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3" name="pg1833"/>
            <p:cNvSpPr/>
            <p:nvPr/>
          </p:nvSpPr>
          <p:spPr>
            <a:xfrm>
              <a:off x="5183056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4" name="pg1834"/>
            <p:cNvSpPr/>
            <p:nvPr/>
          </p:nvSpPr>
          <p:spPr>
            <a:xfrm>
              <a:off x="519469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5" name="pg1835"/>
            <p:cNvSpPr/>
            <p:nvPr/>
          </p:nvSpPr>
          <p:spPr>
            <a:xfrm>
              <a:off x="5020133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6" name="pg1836"/>
            <p:cNvSpPr/>
            <p:nvPr/>
          </p:nvSpPr>
          <p:spPr>
            <a:xfrm>
              <a:off x="5031771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7" name="pg1837"/>
            <p:cNvSpPr/>
            <p:nvPr/>
          </p:nvSpPr>
          <p:spPr>
            <a:xfrm>
              <a:off x="5043408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8" name="pg1838"/>
            <p:cNvSpPr/>
            <p:nvPr/>
          </p:nvSpPr>
          <p:spPr>
            <a:xfrm>
              <a:off x="5055045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9" name="pg1839"/>
            <p:cNvSpPr/>
            <p:nvPr/>
          </p:nvSpPr>
          <p:spPr>
            <a:xfrm>
              <a:off x="5066683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0" name="pg1840"/>
            <p:cNvSpPr/>
            <p:nvPr/>
          </p:nvSpPr>
          <p:spPr>
            <a:xfrm>
              <a:off x="5078320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1" name="pg1841"/>
            <p:cNvSpPr/>
            <p:nvPr/>
          </p:nvSpPr>
          <p:spPr>
            <a:xfrm>
              <a:off x="5089957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2" name="pg1842"/>
            <p:cNvSpPr/>
            <p:nvPr/>
          </p:nvSpPr>
          <p:spPr>
            <a:xfrm>
              <a:off x="5101595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3" name="pg1843"/>
            <p:cNvSpPr/>
            <p:nvPr/>
          </p:nvSpPr>
          <p:spPr>
            <a:xfrm>
              <a:off x="5113232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4" name="pg1844"/>
            <p:cNvSpPr/>
            <p:nvPr/>
          </p:nvSpPr>
          <p:spPr>
            <a:xfrm>
              <a:off x="5124869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5" name="pg1845"/>
            <p:cNvSpPr/>
            <p:nvPr/>
          </p:nvSpPr>
          <p:spPr>
            <a:xfrm>
              <a:off x="5136507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6" name="pg1846"/>
            <p:cNvSpPr/>
            <p:nvPr/>
          </p:nvSpPr>
          <p:spPr>
            <a:xfrm>
              <a:off x="5148144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7" name="pg1847"/>
            <p:cNvSpPr/>
            <p:nvPr/>
          </p:nvSpPr>
          <p:spPr>
            <a:xfrm>
              <a:off x="5159781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8" name="pg1848"/>
            <p:cNvSpPr/>
            <p:nvPr/>
          </p:nvSpPr>
          <p:spPr>
            <a:xfrm>
              <a:off x="5171419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9" name="pg1849"/>
            <p:cNvSpPr/>
            <p:nvPr/>
          </p:nvSpPr>
          <p:spPr>
            <a:xfrm>
              <a:off x="5183056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0" name="pg1850"/>
            <p:cNvSpPr/>
            <p:nvPr/>
          </p:nvSpPr>
          <p:spPr>
            <a:xfrm>
              <a:off x="5020133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1" name="pg1851"/>
            <p:cNvSpPr/>
            <p:nvPr/>
          </p:nvSpPr>
          <p:spPr>
            <a:xfrm>
              <a:off x="5031771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2" name="pg1852"/>
            <p:cNvSpPr/>
            <p:nvPr/>
          </p:nvSpPr>
          <p:spPr>
            <a:xfrm>
              <a:off x="5043408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3" name="pg1853"/>
            <p:cNvSpPr/>
            <p:nvPr/>
          </p:nvSpPr>
          <p:spPr>
            <a:xfrm>
              <a:off x="5055045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4" name="pg1854"/>
            <p:cNvSpPr/>
            <p:nvPr/>
          </p:nvSpPr>
          <p:spPr>
            <a:xfrm>
              <a:off x="5066683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5" name="pg1855"/>
            <p:cNvSpPr/>
            <p:nvPr/>
          </p:nvSpPr>
          <p:spPr>
            <a:xfrm>
              <a:off x="5078320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6" name="pg1856"/>
            <p:cNvSpPr/>
            <p:nvPr/>
          </p:nvSpPr>
          <p:spPr>
            <a:xfrm>
              <a:off x="5089957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7" name="pg1857"/>
            <p:cNvSpPr/>
            <p:nvPr/>
          </p:nvSpPr>
          <p:spPr>
            <a:xfrm>
              <a:off x="5101595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8" name="pg1858"/>
            <p:cNvSpPr/>
            <p:nvPr/>
          </p:nvSpPr>
          <p:spPr>
            <a:xfrm>
              <a:off x="5113232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9" name="pg1859"/>
            <p:cNvSpPr/>
            <p:nvPr/>
          </p:nvSpPr>
          <p:spPr>
            <a:xfrm>
              <a:off x="5124869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0" name="pg1860"/>
            <p:cNvSpPr/>
            <p:nvPr/>
          </p:nvSpPr>
          <p:spPr>
            <a:xfrm>
              <a:off x="5136507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1" name="pg1861"/>
            <p:cNvSpPr/>
            <p:nvPr/>
          </p:nvSpPr>
          <p:spPr>
            <a:xfrm>
              <a:off x="5148144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2" name="pg1862"/>
            <p:cNvSpPr/>
            <p:nvPr/>
          </p:nvSpPr>
          <p:spPr>
            <a:xfrm>
              <a:off x="5159781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3" name="pg1863"/>
            <p:cNvSpPr/>
            <p:nvPr/>
          </p:nvSpPr>
          <p:spPr>
            <a:xfrm>
              <a:off x="5171419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4" name="pg1864"/>
            <p:cNvSpPr/>
            <p:nvPr/>
          </p:nvSpPr>
          <p:spPr>
            <a:xfrm>
              <a:off x="5008496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5" name="pg1865"/>
            <p:cNvSpPr/>
            <p:nvPr/>
          </p:nvSpPr>
          <p:spPr>
            <a:xfrm>
              <a:off x="5020133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6" name="pg1866"/>
            <p:cNvSpPr/>
            <p:nvPr/>
          </p:nvSpPr>
          <p:spPr>
            <a:xfrm>
              <a:off x="5031771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7" name="pg1867"/>
            <p:cNvSpPr/>
            <p:nvPr/>
          </p:nvSpPr>
          <p:spPr>
            <a:xfrm>
              <a:off x="5043408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8" name="pg1868"/>
            <p:cNvSpPr/>
            <p:nvPr/>
          </p:nvSpPr>
          <p:spPr>
            <a:xfrm>
              <a:off x="5055045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9" name="pg1869"/>
            <p:cNvSpPr/>
            <p:nvPr/>
          </p:nvSpPr>
          <p:spPr>
            <a:xfrm>
              <a:off x="5066683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0" name="pg1870"/>
            <p:cNvSpPr/>
            <p:nvPr/>
          </p:nvSpPr>
          <p:spPr>
            <a:xfrm>
              <a:off x="5078320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1" name="pg1871"/>
            <p:cNvSpPr/>
            <p:nvPr/>
          </p:nvSpPr>
          <p:spPr>
            <a:xfrm>
              <a:off x="5089957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2" name="pg1872"/>
            <p:cNvSpPr/>
            <p:nvPr/>
          </p:nvSpPr>
          <p:spPr>
            <a:xfrm>
              <a:off x="5101595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3" name="pg1873"/>
            <p:cNvSpPr/>
            <p:nvPr/>
          </p:nvSpPr>
          <p:spPr>
            <a:xfrm>
              <a:off x="5113232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4" name="pg1874"/>
            <p:cNvSpPr/>
            <p:nvPr/>
          </p:nvSpPr>
          <p:spPr>
            <a:xfrm>
              <a:off x="5124869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5" name="pg1875"/>
            <p:cNvSpPr/>
            <p:nvPr/>
          </p:nvSpPr>
          <p:spPr>
            <a:xfrm>
              <a:off x="5136507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6" name="pg1876"/>
            <p:cNvSpPr/>
            <p:nvPr/>
          </p:nvSpPr>
          <p:spPr>
            <a:xfrm>
              <a:off x="5148144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7" name="pg1877"/>
            <p:cNvSpPr/>
            <p:nvPr/>
          </p:nvSpPr>
          <p:spPr>
            <a:xfrm>
              <a:off x="5008496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8" name="pg1878"/>
            <p:cNvSpPr/>
            <p:nvPr/>
          </p:nvSpPr>
          <p:spPr>
            <a:xfrm>
              <a:off x="5020133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9" name="pg1879"/>
            <p:cNvSpPr/>
            <p:nvPr/>
          </p:nvSpPr>
          <p:spPr>
            <a:xfrm>
              <a:off x="5031771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0" name="pg1880"/>
            <p:cNvSpPr/>
            <p:nvPr/>
          </p:nvSpPr>
          <p:spPr>
            <a:xfrm>
              <a:off x="5043408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1" name="pg1881"/>
            <p:cNvSpPr/>
            <p:nvPr/>
          </p:nvSpPr>
          <p:spPr>
            <a:xfrm>
              <a:off x="5055045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2" name="pg1882"/>
            <p:cNvSpPr/>
            <p:nvPr/>
          </p:nvSpPr>
          <p:spPr>
            <a:xfrm>
              <a:off x="5066683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3" name="pg1883"/>
            <p:cNvSpPr/>
            <p:nvPr/>
          </p:nvSpPr>
          <p:spPr>
            <a:xfrm>
              <a:off x="5078320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4" name="pg1884"/>
            <p:cNvSpPr/>
            <p:nvPr/>
          </p:nvSpPr>
          <p:spPr>
            <a:xfrm>
              <a:off x="5089957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5" name="pg1885"/>
            <p:cNvSpPr/>
            <p:nvPr/>
          </p:nvSpPr>
          <p:spPr>
            <a:xfrm>
              <a:off x="5101595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6" name="pg1886"/>
            <p:cNvSpPr/>
            <p:nvPr/>
          </p:nvSpPr>
          <p:spPr>
            <a:xfrm>
              <a:off x="5113232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7" name="pg1887"/>
            <p:cNvSpPr/>
            <p:nvPr/>
          </p:nvSpPr>
          <p:spPr>
            <a:xfrm>
              <a:off x="5124869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8" name="pg1888"/>
            <p:cNvSpPr/>
            <p:nvPr/>
          </p:nvSpPr>
          <p:spPr>
            <a:xfrm>
              <a:off x="5136507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9" name="pg1889"/>
            <p:cNvSpPr/>
            <p:nvPr/>
          </p:nvSpPr>
          <p:spPr>
            <a:xfrm>
              <a:off x="5008496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0" name="pg1890"/>
            <p:cNvSpPr/>
            <p:nvPr/>
          </p:nvSpPr>
          <p:spPr>
            <a:xfrm>
              <a:off x="5020133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1" name="pg1891"/>
            <p:cNvSpPr/>
            <p:nvPr/>
          </p:nvSpPr>
          <p:spPr>
            <a:xfrm>
              <a:off x="5031771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2" name="pg1892"/>
            <p:cNvSpPr/>
            <p:nvPr/>
          </p:nvSpPr>
          <p:spPr>
            <a:xfrm>
              <a:off x="5043408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3" name="pg1893"/>
            <p:cNvSpPr/>
            <p:nvPr/>
          </p:nvSpPr>
          <p:spPr>
            <a:xfrm>
              <a:off x="5055045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4" name="pg1894"/>
            <p:cNvSpPr/>
            <p:nvPr/>
          </p:nvSpPr>
          <p:spPr>
            <a:xfrm>
              <a:off x="5066683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5" name="pg1895"/>
            <p:cNvSpPr/>
            <p:nvPr/>
          </p:nvSpPr>
          <p:spPr>
            <a:xfrm>
              <a:off x="5078320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6" name="pg1896"/>
            <p:cNvSpPr/>
            <p:nvPr/>
          </p:nvSpPr>
          <p:spPr>
            <a:xfrm>
              <a:off x="5089957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7" name="pg1897"/>
            <p:cNvSpPr/>
            <p:nvPr/>
          </p:nvSpPr>
          <p:spPr>
            <a:xfrm>
              <a:off x="5101595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8" name="pg1898"/>
            <p:cNvSpPr/>
            <p:nvPr/>
          </p:nvSpPr>
          <p:spPr>
            <a:xfrm>
              <a:off x="5113232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9" name="pg1899"/>
            <p:cNvSpPr/>
            <p:nvPr/>
          </p:nvSpPr>
          <p:spPr>
            <a:xfrm>
              <a:off x="5124869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0" name="pg1900"/>
            <p:cNvSpPr/>
            <p:nvPr/>
          </p:nvSpPr>
          <p:spPr>
            <a:xfrm>
              <a:off x="4985221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1" name="pg1901"/>
            <p:cNvSpPr/>
            <p:nvPr/>
          </p:nvSpPr>
          <p:spPr>
            <a:xfrm>
              <a:off x="4996859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2" name="pg1902"/>
            <p:cNvSpPr/>
            <p:nvPr/>
          </p:nvSpPr>
          <p:spPr>
            <a:xfrm>
              <a:off x="5008496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3" name="pg1903"/>
            <p:cNvSpPr/>
            <p:nvPr/>
          </p:nvSpPr>
          <p:spPr>
            <a:xfrm>
              <a:off x="5020133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4" name="pg1904"/>
            <p:cNvSpPr/>
            <p:nvPr/>
          </p:nvSpPr>
          <p:spPr>
            <a:xfrm>
              <a:off x="5031771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5" name="pg1905"/>
            <p:cNvSpPr/>
            <p:nvPr/>
          </p:nvSpPr>
          <p:spPr>
            <a:xfrm>
              <a:off x="5043408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6" name="pg1906"/>
            <p:cNvSpPr/>
            <p:nvPr/>
          </p:nvSpPr>
          <p:spPr>
            <a:xfrm>
              <a:off x="5055045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7" name="pg1907"/>
            <p:cNvSpPr/>
            <p:nvPr/>
          </p:nvSpPr>
          <p:spPr>
            <a:xfrm>
              <a:off x="5066683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8" name="pg1908"/>
            <p:cNvSpPr/>
            <p:nvPr/>
          </p:nvSpPr>
          <p:spPr>
            <a:xfrm>
              <a:off x="5078320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9" name="pg1909"/>
            <p:cNvSpPr/>
            <p:nvPr/>
          </p:nvSpPr>
          <p:spPr>
            <a:xfrm>
              <a:off x="5089957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0" name="pg1910"/>
            <p:cNvSpPr/>
            <p:nvPr/>
          </p:nvSpPr>
          <p:spPr>
            <a:xfrm>
              <a:off x="5101595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1" name="pg1911"/>
            <p:cNvSpPr/>
            <p:nvPr/>
          </p:nvSpPr>
          <p:spPr>
            <a:xfrm>
              <a:off x="5113232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2" name="pg1912"/>
            <p:cNvSpPr/>
            <p:nvPr/>
          </p:nvSpPr>
          <p:spPr>
            <a:xfrm>
              <a:off x="5124869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3" name="pg1913"/>
            <p:cNvSpPr/>
            <p:nvPr/>
          </p:nvSpPr>
          <p:spPr>
            <a:xfrm>
              <a:off x="4973584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4" name="pg1914"/>
            <p:cNvSpPr/>
            <p:nvPr/>
          </p:nvSpPr>
          <p:spPr>
            <a:xfrm>
              <a:off x="4985221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5" name="pg1915"/>
            <p:cNvSpPr/>
            <p:nvPr/>
          </p:nvSpPr>
          <p:spPr>
            <a:xfrm>
              <a:off x="4996859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6" name="pg1916"/>
            <p:cNvSpPr/>
            <p:nvPr/>
          </p:nvSpPr>
          <p:spPr>
            <a:xfrm>
              <a:off x="5008496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7" name="pg1917"/>
            <p:cNvSpPr/>
            <p:nvPr/>
          </p:nvSpPr>
          <p:spPr>
            <a:xfrm>
              <a:off x="5020133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8" name="pg1918"/>
            <p:cNvSpPr/>
            <p:nvPr/>
          </p:nvSpPr>
          <p:spPr>
            <a:xfrm>
              <a:off x="5031771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9" name="pg1919"/>
            <p:cNvSpPr/>
            <p:nvPr/>
          </p:nvSpPr>
          <p:spPr>
            <a:xfrm>
              <a:off x="5043408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0" name="pg1920"/>
            <p:cNvSpPr/>
            <p:nvPr/>
          </p:nvSpPr>
          <p:spPr>
            <a:xfrm>
              <a:off x="5055045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1" name="pg1921"/>
            <p:cNvSpPr/>
            <p:nvPr/>
          </p:nvSpPr>
          <p:spPr>
            <a:xfrm>
              <a:off x="5066683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2" name="pg1922"/>
            <p:cNvSpPr/>
            <p:nvPr/>
          </p:nvSpPr>
          <p:spPr>
            <a:xfrm>
              <a:off x="5078320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3" name="pg1923"/>
            <p:cNvSpPr/>
            <p:nvPr/>
          </p:nvSpPr>
          <p:spPr>
            <a:xfrm>
              <a:off x="5089957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4" name="pg1924"/>
            <p:cNvSpPr/>
            <p:nvPr/>
          </p:nvSpPr>
          <p:spPr>
            <a:xfrm>
              <a:off x="5101595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5" name="pg1925"/>
            <p:cNvSpPr/>
            <p:nvPr/>
          </p:nvSpPr>
          <p:spPr>
            <a:xfrm>
              <a:off x="5113232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6" name="pg1926"/>
            <p:cNvSpPr/>
            <p:nvPr/>
          </p:nvSpPr>
          <p:spPr>
            <a:xfrm>
              <a:off x="5124869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7" name="pg1927"/>
            <p:cNvSpPr/>
            <p:nvPr/>
          </p:nvSpPr>
          <p:spPr>
            <a:xfrm>
              <a:off x="4973584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8" name="pg1928"/>
            <p:cNvSpPr/>
            <p:nvPr/>
          </p:nvSpPr>
          <p:spPr>
            <a:xfrm>
              <a:off x="4985221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9" name="pg1929"/>
            <p:cNvSpPr/>
            <p:nvPr/>
          </p:nvSpPr>
          <p:spPr>
            <a:xfrm>
              <a:off x="4996859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0" name="pg1930"/>
            <p:cNvSpPr/>
            <p:nvPr/>
          </p:nvSpPr>
          <p:spPr>
            <a:xfrm>
              <a:off x="5008496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1" name="pg1931"/>
            <p:cNvSpPr/>
            <p:nvPr/>
          </p:nvSpPr>
          <p:spPr>
            <a:xfrm>
              <a:off x="5020133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2" name="pg1932"/>
            <p:cNvSpPr/>
            <p:nvPr/>
          </p:nvSpPr>
          <p:spPr>
            <a:xfrm>
              <a:off x="5031771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3" name="pg1933"/>
            <p:cNvSpPr/>
            <p:nvPr/>
          </p:nvSpPr>
          <p:spPr>
            <a:xfrm>
              <a:off x="5043408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4" name="pg1934"/>
            <p:cNvSpPr/>
            <p:nvPr/>
          </p:nvSpPr>
          <p:spPr>
            <a:xfrm>
              <a:off x="5055045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5" name="pg1935"/>
            <p:cNvSpPr/>
            <p:nvPr/>
          </p:nvSpPr>
          <p:spPr>
            <a:xfrm>
              <a:off x="5066683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6" name="pg1936"/>
            <p:cNvSpPr/>
            <p:nvPr/>
          </p:nvSpPr>
          <p:spPr>
            <a:xfrm>
              <a:off x="5078320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7" name="pg1937"/>
            <p:cNvSpPr/>
            <p:nvPr/>
          </p:nvSpPr>
          <p:spPr>
            <a:xfrm>
              <a:off x="5089957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8" name="pg1938"/>
            <p:cNvSpPr/>
            <p:nvPr/>
          </p:nvSpPr>
          <p:spPr>
            <a:xfrm>
              <a:off x="5101595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9" name="pg1939"/>
            <p:cNvSpPr/>
            <p:nvPr/>
          </p:nvSpPr>
          <p:spPr>
            <a:xfrm>
              <a:off x="5113232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0" name="pg1940"/>
            <p:cNvSpPr/>
            <p:nvPr/>
          </p:nvSpPr>
          <p:spPr>
            <a:xfrm>
              <a:off x="4961947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1" name="pg1941"/>
            <p:cNvSpPr/>
            <p:nvPr/>
          </p:nvSpPr>
          <p:spPr>
            <a:xfrm>
              <a:off x="4973584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2" name="pg1942"/>
            <p:cNvSpPr/>
            <p:nvPr/>
          </p:nvSpPr>
          <p:spPr>
            <a:xfrm>
              <a:off x="4985221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3" name="pg1943"/>
            <p:cNvSpPr/>
            <p:nvPr/>
          </p:nvSpPr>
          <p:spPr>
            <a:xfrm>
              <a:off x="4996859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4" name="pg1944"/>
            <p:cNvSpPr/>
            <p:nvPr/>
          </p:nvSpPr>
          <p:spPr>
            <a:xfrm>
              <a:off x="5008496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5" name="pg1945"/>
            <p:cNvSpPr/>
            <p:nvPr/>
          </p:nvSpPr>
          <p:spPr>
            <a:xfrm>
              <a:off x="5020133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6" name="pg1946"/>
            <p:cNvSpPr/>
            <p:nvPr/>
          </p:nvSpPr>
          <p:spPr>
            <a:xfrm>
              <a:off x="5031771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7" name="pg1947"/>
            <p:cNvSpPr/>
            <p:nvPr/>
          </p:nvSpPr>
          <p:spPr>
            <a:xfrm>
              <a:off x="5043408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8" name="pg1948"/>
            <p:cNvSpPr/>
            <p:nvPr/>
          </p:nvSpPr>
          <p:spPr>
            <a:xfrm>
              <a:off x="5055045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9" name="pg1949"/>
            <p:cNvSpPr/>
            <p:nvPr/>
          </p:nvSpPr>
          <p:spPr>
            <a:xfrm>
              <a:off x="5066683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0" name="pg1950"/>
            <p:cNvSpPr/>
            <p:nvPr/>
          </p:nvSpPr>
          <p:spPr>
            <a:xfrm>
              <a:off x="5078320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1" name="pg1951"/>
            <p:cNvSpPr/>
            <p:nvPr/>
          </p:nvSpPr>
          <p:spPr>
            <a:xfrm>
              <a:off x="5089957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2" name="pg1952"/>
            <p:cNvSpPr/>
            <p:nvPr/>
          </p:nvSpPr>
          <p:spPr>
            <a:xfrm>
              <a:off x="5101595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3" name="pg1953"/>
            <p:cNvSpPr/>
            <p:nvPr/>
          </p:nvSpPr>
          <p:spPr>
            <a:xfrm>
              <a:off x="4950309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4" name="pg1954"/>
            <p:cNvSpPr/>
            <p:nvPr/>
          </p:nvSpPr>
          <p:spPr>
            <a:xfrm>
              <a:off x="4961947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5" name="pg1955"/>
            <p:cNvSpPr/>
            <p:nvPr/>
          </p:nvSpPr>
          <p:spPr>
            <a:xfrm>
              <a:off x="4973584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6" name="pg1956"/>
            <p:cNvSpPr/>
            <p:nvPr/>
          </p:nvSpPr>
          <p:spPr>
            <a:xfrm>
              <a:off x="4985221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7" name="pg1957"/>
            <p:cNvSpPr/>
            <p:nvPr/>
          </p:nvSpPr>
          <p:spPr>
            <a:xfrm>
              <a:off x="4996859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8" name="pg1958"/>
            <p:cNvSpPr/>
            <p:nvPr/>
          </p:nvSpPr>
          <p:spPr>
            <a:xfrm>
              <a:off x="5008496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9" name="pg1959"/>
            <p:cNvSpPr/>
            <p:nvPr/>
          </p:nvSpPr>
          <p:spPr>
            <a:xfrm>
              <a:off x="5020133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0" name="pg1960"/>
            <p:cNvSpPr/>
            <p:nvPr/>
          </p:nvSpPr>
          <p:spPr>
            <a:xfrm>
              <a:off x="5031771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1" name="pg1961"/>
            <p:cNvSpPr/>
            <p:nvPr/>
          </p:nvSpPr>
          <p:spPr>
            <a:xfrm>
              <a:off x="5043408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2" name="pg1962"/>
            <p:cNvSpPr/>
            <p:nvPr/>
          </p:nvSpPr>
          <p:spPr>
            <a:xfrm>
              <a:off x="5055045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3" name="pg1963"/>
            <p:cNvSpPr/>
            <p:nvPr/>
          </p:nvSpPr>
          <p:spPr>
            <a:xfrm>
              <a:off x="5066683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4" name="pg1964"/>
            <p:cNvSpPr/>
            <p:nvPr/>
          </p:nvSpPr>
          <p:spPr>
            <a:xfrm>
              <a:off x="5078320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5" name="pg1965"/>
            <p:cNvSpPr/>
            <p:nvPr/>
          </p:nvSpPr>
          <p:spPr>
            <a:xfrm>
              <a:off x="4927035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6" name="pg1966"/>
            <p:cNvSpPr/>
            <p:nvPr/>
          </p:nvSpPr>
          <p:spPr>
            <a:xfrm>
              <a:off x="4938672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7" name="pg1967"/>
            <p:cNvSpPr/>
            <p:nvPr/>
          </p:nvSpPr>
          <p:spPr>
            <a:xfrm>
              <a:off x="4950309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8" name="pg1968"/>
            <p:cNvSpPr/>
            <p:nvPr/>
          </p:nvSpPr>
          <p:spPr>
            <a:xfrm>
              <a:off x="4961947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9" name="pg1969"/>
            <p:cNvSpPr/>
            <p:nvPr/>
          </p:nvSpPr>
          <p:spPr>
            <a:xfrm>
              <a:off x="4973584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0" name="pg1970"/>
            <p:cNvSpPr/>
            <p:nvPr/>
          </p:nvSpPr>
          <p:spPr>
            <a:xfrm>
              <a:off x="4985221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1" name="pg1971"/>
            <p:cNvSpPr/>
            <p:nvPr/>
          </p:nvSpPr>
          <p:spPr>
            <a:xfrm>
              <a:off x="4996859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2" name="pg1972"/>
            <p:cNvSpPr/>
            <p:nvPr/>
          </p:nvSpPr>
          <p:spPr>
            <a:xfrm>
              <a:off x="5008496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3" name="pg1973"/>
            <p:cNvSpPr/>
            <p:nvPr/>
          </p:nvSpPr>
          <p:spPr>
            <a:xfrm>
              <a:off x="5020133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4" name="pg1974"/>
            <p:cNvSpPr/>
            <p:nvPr/>
          </p:nvSpPr>
          <p:spPr>
            <a:xfrm>
              <a:off x="4915397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5" name="pg1975"/>
            <p:cNvSpPr/>
            <p:nvPr/>
          </p:nvSpPr>
          <p:spPr>
            <a:xfrm>
              <a:off x="4927035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6" name="pg1976"/>
            <p:cNvSpPr/>
            <p:nvPr/>
          </p:nvSpPr>
          <p:spPr>
            <a:xfrm>
              <a:off x="4938672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7" name="pg1977"/>
            <p:cNvSpPr/>
            <p:nvPr/>
          </p:nvSpPr>
          <p:spPr>
            <a:xfrm>
              <a:off x="4950309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8" name="pg1978"/>
            <p:cNvSpPr/>
            <p:nvPr/>
          </p:nvSpPr>
          <p:spPr>
            <a:xfrm>
              <a:off x="4961947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9" name="pg1979"/>
            <p:cNvSpPr/>
            <p:nvPr/>
          </p:nvSpPr>
          <p:spPr>
            <a:xfrm>
              <a:off x="4973584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0" name="pg1980"/>
            <p:cNvSpPr/>
            <p:nvPr/>
          </p:nvSpPr>
          <p:spPr>
            <a:xfrm>
              <a:off x="4985221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1" name="pg1981"/>
            <p:cNvSpPr/>
            <p:nvPr/>
          </p:nvSpPr>
          <p:spPr>
            <a:xfrm>
              <a:off x="4996859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2" name="pg1982"/>
            <p:cNvSpPr/>
            <p:nvPr/>
          </p:nvSpPr>
          <p:spPr>
            <a:xfrm>
              <a:off x="4892123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3" name="pg1983"/>
            <p:cNvSpPr/>
            <p:nvPr/>
          </p:nvSpPr>
          <p:spPr>
            <a:xfrm>
              <a:off x="4903760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4" name="pg1984"/>
            <p:cNvSpPr/>
            <p:nvPr/>
          </p:nvSpPr>
          <p:spPr>
            <a:xfrm>
              <a:off x="4915397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5" name="pg1985"/>
            <p:cNvSpPr/>
            <p:nvPr/>
          </p:nvSpPr>
          <p:spPr>
            <a:xfrm>
              <a:off x="4927035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6" name="pg1986"/>
            <p:cNvSpPr/>
            <p:nvPr/>
          </p:nvSpPr>
          <p:spPr>
            <a:xfrm>
              <a:off x="4938672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7" name="pg1987"/>
            <p:cNvSpPr/>
            <p:nvPr/>
          </p:nvSpPr>
          <p:spPr>
            <a:xfrm>
              <a:off x="4950309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8" name="pg1988"/>
            <p:cNvSpPr/>
            <p:nvPr/>
          </p:nvSpPr>
          <p:spPr>
            <a:xfrm>
              <a:off x="4961947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9" name="pg1989"/>
            <p:cNvSpPr/>
            <p:nvPr/>
          </p:nvSpPr>
          <p:spPr>
            <a:xfrm>
              <a:off x="4973584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0" name="pg1990"/>
            <p:cNvSpPr/>
            <p:nvPr/>
          </p:nvSpPr>
          <p:spPr>
            <a:xfrm>
              <a:off x="4985221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1" name="pg1991"/>
            <p:cNvSpPr/>
            <p:nvPr/>
          </p:nvSpPr>
          <p:spPr>
            <a:xfrm>
              <a:off x="4857211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2" name="pg1992"/>
            <p:cNvSpPr/>
            <p:nvPr/>
          </p:nvSpPr>
          <p:spPr>
            <a:xfrm>
              <a:off x="4868848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3" name="pg1993"/>
            <p:cNvSpPr/>
            <p:nvPr/>
          </p:nvSpPr>
          <p:spPr>
            <a:xfrm>
              <a:off x="4880485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4" name="pg1994"/>
            <p:cNvSpPr/>
            <p:nvPr/>
          </p:nvSpPr>
          <p:spPr>
            <a:xfrm>
              <a:off x="4892123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5" name="pg1995"/>
            <p:cNvSpPr/>
            <p:nvPr/>
          </p:nvSpPr>
          <p:spPr>
            <a:xfrm>
              <a:off x="4903760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6" name="pg1996"/>
            <p:cNvSpPr/>
            <p:nvPr/>
          </p:nvSpPr>
          <p:spPr>
            <a:xfrm>
              <a:off x="4915397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7" name="pg1997"/>
            <p:cNvSpPr/>
            <p:nvPr/>
          </p:nvSpPr>
          <p:spPr>
            <a:xfrm>
              <a:off x="4927035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8" name="pg1998"/>
            <p:cNvSpPr/>
            <p:nvPr/>
          </p:nvSpPr>
          <p:spPr>
            <a:xfrm>
              <a:off x="4938672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9" name="pg1999"/>
            <p:cNvSpPr/>
            <p:nvPr/>
          </p:nvSpPr>
          <p:spPr>
            <a:xfrm>
              <a:off x="4950309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0" name="pg2000"/>
            <p:cNvSpPr/>
            <p:nvPr/>
          </p:nvSpPr>
          <p:spPr>
            <a:xfrm>
              <a:off x="4961947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1" name="pg2001"/>
            <p:cNvSpPr/>
            <p:nvPr/>
          </p:nvSpPr>
          <p:spPr>
            <a:xfrm>
              <a:off x="4973584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2" name="pg2002"/>
            <p:cNvSpPr/>
            <p:nvPr/>
          </p:nvSpPr>
          <p:spPr>
            <a:xfrm>
              <a:off x="4833936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3" name="pg2003"/>
            <p:cNvSpPr/>
            <p:nvPr/>
          </p:nvSpPr>
          <p:spPr>
            <a:xfrm>
              <a:off x="4845573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4" name="pg2004"/>
            <p:cNvSpPr/>
            <p:nvPr/>
          </p:nvSpPr>
          <p:spPr>
            <a:xfrm>
              <a:off x="4857211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5" name="pg2005"/>
            <p:cNvSpPr/>
            <p:nvPr/>
          </p:nvSpPr>
          <p:spPr>
            <a:xfrm>
              <a:off x="4868848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6" name="pg2006"/>
            <p:cNvSpPr/>
            <p:nvPr/>
          </p:nvSpPr>
          <p:spPr>
            <a:xfrm>
              <a:off x="4880485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7" name="pg2007"/>
            <p:cNvSpPr/>
            <p:nvPr/>
          </p:nvSpPr>
          <p:spPr>
            <a:xfrm>
              <a:off x="4892123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8" name="pg2008"/>
            <p:cNvSpPr/>
            <p:nvPr/>
          </p:nvSpPr>
          <p:spPr>
            <a:xfrm>
              <a:off x="4903760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9" name="pg2009"/>
            <p:cNvSpPr/>
            <p:nvPr/>
          </p:nvSpPr>
          <p:spPr>
            <a:xfrm>
              <a:off x="4915397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0" name="pg2010"/>
            <p:cNvSpPr/>
            <p:nvPr/>
          </p:nvSpPr>
          <p:spPr>
            <a:xfrm>
              <a:off x="4927035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1" name="pg2011"/>
            <p:cNvSpPr/>
            <p:nvPr/>
          </p:nvSpPr>
          <p:spPr>
            <a:xfrm>
              <a:off x="4938672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2" name="pg2012"/>
            <p:cNvSpPr/>
            <p:nvPr/>
          </p:nvSpPr>
          <p:spPr>
            <a:xfrm>
              <a:off x="4950309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3" name="pg2013"/>
            <p:cNvSpPr/>
            <p:nvPr/>
          </p:nvSpPr>
          <p:spPr>
            <a:xfrm>
              <a:off x="4961947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4" name="pg2014"/>
            <p:cNvSpPr/>
            <p:nvPr/>
          </p:nvSpPr>
          <p:spPr>
            <a:xfrm>
              <a:off x="4822299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5" name="pg2015"/>
            <p:cNvSpPr/>
            <p:nvPr/>
          </p:nvSpPr>
          <p:spPr>
            <a:xfrm>
              <a:off x="4833936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6" name="pg2016"/>
            <p:cNvSpPr/>
            <p:nvPr/>
          </p:nvSpPr>
          <p:spPr>
            <a:xfrm>
              <a:off x="4845573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7" name="pg2017"/>
            <p:cNvSpPr/>
            <p:nvPr/>
          </p:nvSpPr>
          <p:spPr>
            <a:xfrm>
              <a:off x="4857211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8" name="pg2018"/>
            <p:cNvSpPr/>
            <p:nvPr/>
          </p:nvSpPr>
          <p:spPr>
            <a:xfrm>
              <a:off x="4868848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9" name="pg2019"/>
            <p:cNvSpPr/>
            <p:nvPr/>
          </p:nvSpPr>
          <p:spPr>
            <a:xfrm>
              <a:off x="4880485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0" name="pg2020"/>
            <p:cNvSpPr/>
            <p:nvPr/>
          </p:nvSpPr>
          <p:spPr>
            <a:xfrm>
              <a:off x="4892123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1" name="pg2021"/>
            <p:cNvSpPr/>
            <p:nvPr/>
          </p:nvSpPr>
          <p:spPr>
            <a:xfrm>
              <a:off x="4903760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2" name="pg2022"/>
            <p:cNvSpPr/>
            <p:nvPr/>
          </p:nvSpPr>
          <p:spPr>
            <a:xfrm>
              <a:off x="4915397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3" name="pg2023"/>
            <p:cNvSpPr/>
            <p:nvPr/>
          </p:nvSpPr>
          <p:spPr>
            <a:xfrm>
              <a:off x="4927035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4" name="pg2024"/>
            <p:cNvSpPr/>
            <p:nvPr/>
          </p:nvSpPr>
          <p:spPr>
            <a:xfrm>
              <a:off x="4938672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5" name="pg2025"/>
            <p:cNvSpPr/>
            <p:nvPr/>
          </p:nvSpPr>
          <p:spPr>
            <a:xfrm>
              <a:off x="4950309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6" name="pg2026"/>
            <p:cNvSpPr/>
            <p:nvPr/>
          </p:nvSpPr>
          <p:spPr>
            <a:xfrm>
              <a:off x="4961947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7" name="pg2027"/>
            <p:cNvSpPr/>
            <p:nvPr/>
          </p:nvSpPr>
          <p:spPr>
            <a:xfrm>
              <a:off x="4810661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8" name="pg2028"/>
            <p:cNvSpPr/>
            <p:nvPr/>
          </p:nvSpPr>
          <p:spPr>
            <a:xfrm>
              <a:off x="4822299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9" name="pg2029"/>
            <p:cNvSpPr/>
            <p:nvPr/>
          </p:nvSpPr>
          <p:spPr>
            <a:xfrm>
              <a:off x="4833936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0" name="pg2030"/>
            <p:cNvSpPr/>
            <p:nvPr/>
          </p:nvSpPr>
          <p:spPr>
            <a:xfrm>
              <a:off x="4845573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1" name="pg2031"/>
            <p:cNvSpPr/>
            <p:nvPr/>
          </p:nvSpPr>
          <p:spPr>
            <a:xfrm>
              <a:off x="4857211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2" name="pg2032"/>
            <p:cNvSpPr/>
            <p:nvPr/>
          </p:nvSpPr>
          <p:spPr>
            <a:xfrm>
              <a:off x="4868848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3" name="pg2033"/>
            <p:cNvSpPr/>
            <p:nvPr/>
          </p:nvSpPr>
          <p:spPr>
            <a:xfrm>
              <a:off x="4880485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4" name="pg2034"/>
            <p:cNvSpPr/>
            <p:nvPr/>
          </p:nvSpPr>
          <p:spPr>
            <a:xfrm>
              <a:off x="4892123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5" name="pg2035"/>
            <p:cNvSpPr/>
            <p:nvPr/>
          </p:nvSpPr>
          <p:spPr>
            <a:xfrm>
              <a:off x="4903760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6" name="pg2036"/>
            <p:cNvSpPr/>
            <p:nvPr/>
          </p:nvSpPr>
          <p:spPr>
            <a:xfrm>
              <a:off x="4915397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7" name="pg2037"/>
            <p:cNvSpPr/>
            <p:nvPr/>
          </p:nvSpPr>
          <p:spPr>
            <a:xfrm>
              <a:off x="4927035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8" name="pg2038"/>
            <p:cNvSpPr/>
            <p:nvPr/>
          </p:nvSpPr>
          <p:spPr>
            <a:xfrm>
              <a:off x="4938672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9" name="pg2039"/>
            <p:cNvSpPr/>
            <p:nvPr/>
          </p:nvSpPr>
          <p:spPr>
            <a:xfrm>
              <a:off x="4950309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0" name="pg2040"/>
            <p:cNvSpPr/>
            <p:nvPr/>
          </p:nvSpPr>
          <p:spPr>
            <a:xfrm>
              <a:off x="4799024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1" name="pg2041"/>
            <p:cNvSpPr/>
            <p:nvPr/>
          </p:nvSpPr>
          <p:spPr>
            <a:xfrm>
              <a:off x="4810661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2" name="pg2042"/>
            <p:cNvSpPr/>
            <p:nvPr/>
          </p:nvSpPr>
          <p:spPr>
            <a:xfrm>
              <a:off x="4822299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3" name="pg2043"/>
            <p:cNvSpPr/>
            <p:nvPr/>
          </p:nvSpPr>
          <p:spPr>
            <a:xfrm>
              <a:off x="4833936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4" name="pg2044"/>
            <p:cNvSpPr/>
            <p:nvPr/>
          </p:nvSpPr>
          <p:spPr>
            <a:xfrm>
              <a:off x="4845573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5" name="pg2045"/>
            <p:cNvSpPr/>
            <p:nvPr/>
          </p:nvSpPr>
          <p:spPr>
            <a:xfrm>
              <a:off x="4857211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6" name="pg2046"/>
            <p:cNvSpPr/>
            <p:nvPr/>
          </p:nvSpPr>
          <p:spPr>
            <a:xfrm>
              <a:off x="4868848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7" name="pg2047"/>
            <p:cNvSpPr/>
            <p:nvPr/>
          </p:nvSpPr>
          <p:spPr>
            <a:xfrm>
              <a:off x="4787387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8" name="pg2048"/>
            <p:cNvSpPr/>
            <p:nvPr/>
          </p:nvSpPr>
          <p:spPr>
            <a:xfrm>
              <a:off x="4799024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9" name="pg2049"/>
            <p:cNvSpPr/>
            <p:nvPr/>
          </p:nvSpPr>
          <p:spPr>
            <a:xfrm>
              <a:off x="4810661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0" name="pg2050"/>
            <p:cNvSpPr/>
            <p:nvPr/>
          </p:nvSpPr>
          <p:spPr>
            <a:xfrm>
              <a:off x="4822299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1" name="pg2051"/>
            <p:cNvSpPr/>
            <p:nvPr/>
          </p:nvSpPr>
          <p:spPr>
            <a:xfrm>
              <a:off x="4833936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2" name="pg2052"/>
            <p:cNvSpPr/>
            <p:nvPr/>
          </p:nvSpPr>
          <p:spPr>
            <a:xfrm>
              <a:off x="4845573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3" name="pg2053"/>
            <p:cNvSpPr/>
            <p:nvPr/>
          </p:nvSpPr>
          <p:spPr>
            <a:xfrm>
              <a:off x="4857211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4" name="pg2054"/>
            <p:cNvSpPr/>
            <p:nvPr/>
          </p:nvSpPr>
          <p:spPr>
            <a:xfrm>
              <a:off x="4775749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5" name="pg2055"/>
            <p:cNvSpPr/>
            <p:nvPr/>
          </p:nvSpPr>
          <p:spPr>
            <a:xfrm>
              <a:off x="4787387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6" name="pg2056"/>
            <p:cNvSpPr/>
            <p:nvPr/>
          </p:nvSpPr>
          <p:spPr>
            <a:xfrm>
              <a:off x="4799024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7" name="pg2057"/>
            <p:cNvSpPr/>
            <p:nvPr/>
          </p:nvSpPr>
          <p:spPr>
            <a:xfrm>
              <a:off x="4810661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8" name="pg2058"/>
            <p:cNvSpPr/>
            <p:nvPr/>
          </p:nvSpPr>
          <p:spPr>
            <a:xfrm>
              <a:off x="4822299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9" name="pg2059"/>
            <p:cNvSpPr/>
            <p:nvPr/>
          </p:nvSpPr>
          <p:spPr>
            <a:xfrm>
              <a:off x="4833936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0" name="pg2060"/>
            <p:cNvSpPr/>
            <p:nvPr/>
          </p:nvSpPr>
          <p:spPr>
            <a:xfrm>
              <a:off x="4845573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1" name="pg2061"/>
            <p:cNvSpPr/>
            <p:nvPr/>
          </p:nvSpPr>
          <p:spPr>
            <a:xfrm>
              <a:off x="4775749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2" name="pg2062"/>
            <p:cNvSpPr/>
            <p:nvPr/>
          </p:nvSpPr>
          <p:spPr>
            <a:xfrm>
              <a:off x="4787387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3" name="pg2063"/>
            <p:cNvSpPr/>
            <p:nvPr/>
          </p:nvSpPr>
          <p:spPr>
            <a:xfrm>
              <a:off x="4799024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4" name="pg2064"/>
            <p:cNvSpPr/>
            <p:nvPr/>
          </p:nvSpPr>
          <p:spPr>
            <a:xfrm>
              <a:off x="4810661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5" name="pg2065"/>
            <p:cNvSpPr/>
            <p:nvPr/>
          </p:nvSpPr>
          <p:spPr>
            <a:xfrm>
              <a:off x="4822299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6" name="pg2066"/>
            <p:cNvSpPr/>
            <p:nvPr/>
          </p:nvSpPr>
          <p:spPr>
            <a:xfrm>
              <a:off x="4833936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7" name="pg2067"/>
            <p:cNvSpPr/>
            <p:nvPr/>
          </p:nvSpPr>
          <p:spPr>
            <a:xfrm>
              <a:off x="4752475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8" name="pg2068"/>
            <p:cNvSpPr/>
            <p:nvPr/>
          </p:nvSpPr>
          <p:spPr>
            <a:xfrm>
              <a:off x="4764112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9" name="pg2069"/>
            <p:cNvSpPr/>
            <p:nvPr/>
          </p:nvSpPr>
          <p:spPr>
            <a:xfrm>
              <a:off x="4775749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0" name="pg2070"/>
            <p:cNvSpPr/>
            <p:nvPr/>
          </p:nvSpPr>
          <p:spPr>
            <a:xfrm>
              <a:off x="4787387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1" name="pg2071"/>
            <p:cNvSpPr/>
            <p:nvPr/>
          </p:nvSpPr>
          <p:spPr>
            <a:xfrm>
              <a:off x="4799024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2" name="pg2072"/>
            <p:cNvSpPr/>
            <p:nvPr/>
          </p:nvSpPr>
          <p:spPr>
            <a:xfrm>
              <a:off x="4810661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3" name="pg2073"/>
            <p:cNvSpPr/>
            <p:nvPr/>
          </p:nvSpPr>
          <p:spPr>
            <a:xfrm>
              <a:off x="4822299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4" name="pg2074"/>
            <p:cNvSpPr/>
            <p:nvPr/>
          </p:nvSpPr>
          <p:spPr>
            <a:xfrm>
              <a:off x="4740837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5" name="pg2075"/>
            <p:cNvSpPr/>
            <p:nvPr/>
          </p:nvSpPr>
          <p:spPr>
            <a:xfrm>
              <a:off x="4752475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6" name="pg2076"/>
            <p:cNvSpPr/>
            <p:nvPr/>
          </p:nvSpPr>
          <p:spPr>
            <a:xfrm>
              <a:off x="4764112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7" name="pg2077"/>
            <p:cNvSpPr/>
            <p:nvPr/>
          </p:nvSpPr>
          <p:spPr>
            <a:xfrm>
              <a:off x="4775749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8" name="pg2078"/>
            <p:cNvSpPr/>
            <p:nvPr/>
          </p:nvSpPr>
          <p:spPr>
            <a:xfrm>
              <a:off x="4787387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9" name="pg2079"/>
            <p:cNvSpPr/>
            <p:nvPr/>
          </p:nvSpPr>
          <p:spPr>
            <a:xfrm>
              <a:off x="4799024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0" name="pg2080"/>
            <p:cNvSpPr/>
            <p:nvPr/>
          </p:nvSpPr>
          <p:spPr>
            <a:xfrm>
              <a:off x="4810661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1" name="pg2081"/>
            <p:cNvSpPr/>
            <p:nvPr/>
          </p:nvSpPr>
          <p:spPr>
            <a:xfrm>
              <a:off x="4822299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2" name="pg2082"/>
            <p:cNvSpPr/>
            <p:nvPr/>
          </p:nvSpPr>
          <p:spPr>
            <a:xfrm>
              <a:off x="4717563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3" name="pg2083"/>
            <p:cNvSpPr/>
            <p:nvPr/>
          </p:nvSpPr>
          <p:spPr>
            <a:xfrm>
              <a:off x="4729200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4" name="pg2084"/>
            <p:cNvSpPr/>
            <p:nvPr/>
          </p:nvSpPr>
          <p:spPr>
            <a:xfrm>
              <a:off x="4740837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5" name="pg2085"/>
            <p:cNvSpPr/>
            <p:nvPr/>
          </p:nvSpPr>
          <p:spPr>
            <a:xfrm>
              <a:off x="4752475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6" name="pg2086"/>
            <p:cNvSpPr/>
            <p:nvPr/>
          </p:nvSpPr>
          <p:spPr>
            <a:xfrm>
              <a:off x="4764112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7" name="pg2087"/>
            <p:cNvSpPr/>
            <p:nvPr/>
          </p:nvSpPr>
          <p:spPr>
            <a:xfrm>
              <a:off x="4775749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8" name="pg2088"/>
            <p:cNvSpPr/>
            <p:nvPr/>
          </p:nvSpPr>
          <p:spPr>
            <a:xfrm>
              <a:off x="4787387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9" name="pg2089"/>
            <p:cNvSpPr/>
            <p:nvPr/>
          </p:nvSpPr>
          <p:spPr>
            <a:xfrm>
              <a:off x="4799024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0" name="pg2090"/>
            <p:cNvSpPr/>
            <p:nvPr/>
          </p:nvSpPr>
          <p:spPr>
            <a:xfrm>
              <a:off x="4810661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1" name="pg2091"/>
            <p:cNvSpPr/>
            <p:nvPr/>
          </p:nvSpPr>
          <p:spPr>
            <a:xfrm>
              <a:off x="4705925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2" name="pg2092"/>
            <p:cNvSpPr/>
            <p:nvPr/>
          </p:nvSpPr>
          <p:spPr>
            <a:xfrm>
              <a:off x="4717563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3" name="pg2093"/>
            <p:cNvSpPr/>
            <p:nvPr/>
          </p:nvSpPr>
          <p:spPr>
            <a:xfrm>
              <a:off x="4729200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4" name="pg2094"/>
            <p:cNvSpPr/>
            <p:nvPr/>
          </p:nvSpPr>
          <p:spPr>
            <a:xfrm>
              <a:off x="4740837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5" name="pg2095"/>
            <p:cNvSpPr/>
            <p:nvPr/>
          </p:nvSpPr>
          <p:spPr>
            <a:xfrm>
              <a:off x="4752475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6" name="pg2096"/>
            <p:cNvSpPr/>
            <p:nvPr/>
          </p:nvSpPr>
          <p:spPr>
            <a:xfrm>
              <a:off x="4764112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7" name="pg2097"/>
            <p:cNvSpPr/>
            <p:nvPr/>
          </p:nvSpPr>
          <p:spPr>
            <a:xfrm>
              <a:off x="4775749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8" name="pg2098"/>
            <p:cNvSpPr/>
            <p:nvPr/>
          </p:nvSpPr>
          <p:spPr>
            <a:xfrm>
              <a:off x="4787387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9" name="pg2099"/>
            <p:cNvSpPr/>
            <p:nvPr/>
          </p:nvSpPr>
          <p:spPr>
            <a:xfrm>
              <a:off x="4647739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0" name="pg2100"/>
            <p:cNvSpPr/>
            <p:nvPr/>
          </p:nvSpPr>
          <p:spPr>
            <a:xfrm>
              <a:off x="4659376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1" name="pg2101"/>
            <p:cNvSpPr/>
            <p:nvPr/>
          </p:nvSpPr>
          <p:spPr>
            <a:xfrm>
              <a:off x="4671013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2" name="pg2102"/>
            <p:cNvSpPr/>
            <p:nvPr/>
          </p:nvSpPr>
          <p:spPr>
            <a:xfrm>
              <a:off x="4682651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3" name="pg2103"/>
            <p:cNvSpPr/>
            <p:nvPr/>
          </p:nvSpPr>
          <p:spPr>
            <a:xfrm>
              <a:off x="4694288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4" name="pg2104"/>
            <p:cNvSpPr/>
            <p:nvPr/>
          </p:nvSpPr>
          <p:spPr>
            <a:xfrm>
              <a:off x="4705925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5" name="pg2105"/>
            <p:cNvSpPr/>
            <p:nvPr/>
          </p:nvSpPr>
          <p:spPr>
            <a:xfrm>
              <a:off x="4717563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6" name="pg2106"/>
            <p:cNvSpPr/>
            <p:nvPr/>
          </p:nvSpPr>
          <p:spPr>
            <a:xfrm>
              <a:off x="4729200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7" name="pg2107"/>
            <p:cNvSpPr/>
            <p:nvPr/>
          </p:nvSpPr>
          <p:spPr>
            <a:xfrm>
              <a:off x="4740837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8" name="pg2108"/>
            <p:cNvSpPr/>
            <p:nvPr/>
          </p:nvSpPr>
          <p:spPr>
            <a:xfrm>
              <a:off x="4752475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9" name="pg2109"/>
            <p:cNvSpPr/>
            <p:nvPr/>
          </p:nvSpPr>
          <p:spPr>
            <a:xfrm>
              <a:off x="4764112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0" name="pg2110"/>
            <p:cNvSpPr/>
            <p:nvPr/>
          </p:nvSpPr>
          <p:spPr>
            <a:xfrm>
              <a:off x="4775749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1" name="pg2111"/>
            <p:cNvSpPr/>
            <p:nvPr/>
          </p:nvSpPr>
          <p:spPr>
            <a:xfrm>
              <a:off x="4624464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2" name="pg2112"/>
            <p:cNvSpPr/>
            <p:nvPr/>
          </p:nvSpPr>
          <p:spPr>
            <a:xfrm>
              <a:off x="4636101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3" name="pg2113"/>
            <p:cNvSpPr/>
            <p:nvPr/>
          </p:nvSpPr>
          <p:spPr>
            <a:xfrm>
              <a:off x="4647739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4" name="pg2114"/>
            <p:cNvSpPr/>
            <p:nvPr/>
          </p:nvSpPr>
          <p:spPr>
            <a:xfrm>
              <a:off x="4659376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5" name="pg2115"/>
            <p:cNvSpPr/>
            <p:nvPr/>
          </p:nvSpPr>
          <p:spPr>
            <a:xfrm>
              <a:off x="4671013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6" name="pg2116"/>
            <p:cNvSpPr/>
            <p:nvPr/>
          </p:nvSpPr>
          <p:spPr>
            <a:xfrm>
              <a:off x="4682651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7" name="pg2117"/>
            <p:cNvSpPr/>
            <p:nvPr/>
          </p:nvSpPr>
          <p:spPr>
            <a:xfrm>
              <a:off x="4694288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8" name="pg2118"/>
            <p:cNvSpPr/>
            <p:nvPr/>
          </p:nvSpPr>
          <p:spPr>
            <a:xfrm>
              <a:off x="4705925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9" name="pg2119"/>
            <p:cNvSpPr/>
            <p:nvPr/>
          </p:nvSpPr>
          <p:spPr>
            <a:xfrm>
              <a:off x="4717563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0" name="pg2120"/>
            <p:cNvSpPr/>
            <p:nvPr/>
          </p:nvSpPr>
          <p:spPr>
            <a:xfrm>
              <a:off x="4729200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1" name="pg2121"/>
            <p:cNvSpPr/>
            <p:nvPr/>
          </p:nvSpPr>
          <p:spPr>
            <a:xfrm>
              <a:off x="4740837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2" name="pg2122"/>
            <p:cNvSpPr/>
            <p:nvPr/>
          </p:nvSpPr>
          <p:spPr>
            <a:xfrm>
              <a:off x="4752475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3" name="pg2123"/>
            <p:cNvSpPr/>
            <p:nvPr/>
          </p:nvSpPr>
          <p:spPr>
            <a:xfrm>
              <a:off x="4764112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4" name="pg2124"/>
            <p:cNvSpPr/>
            <p:nvPr/>
          </p:nvSpPr>
          <p:spPr>
            <a:xfrm>
              <a:off x="4612827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5" name="pg2125"/>
            <p:cNvSpPr/>
            <p:nvPr/>
          </p:nvSpPr>
          <p:spPr>
            <a:xfrm>
              <a:off x="4624464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6" name="pg2126"/>
            <p:cNvSpPr/>
            <p:nvPr/>
          </p:nvSpPr>
          <p:spPr>
            <a:xfrm>
              <a:off x="4636101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7" name="pg2127"/>
            <p:cNvSpPr/>
            <p:nvPr/>
          </p:nvSpPr>
          <p:spPr>
            <a:xfrm>
              <a:off x="4647739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8" name="pg2128"/>
            <p:cNvSpPr/>
            <p:nvPr/>
          </p:nvSpPr>
          <p:spPr>
            <a:xfrm>
              <a:off x="4659376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9" name="pg2129"/>
            <p:cNvSpPr/>
            <p:nvPr/>
          </p:nvSpPr>
          <p:spPr>
            <a:xfrm>
              <a:off x="4671013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0" name="pg2130"/>
            <p:cNvSpPr/>
            <p:nvPr/>
          </p:nvSpPr>
          <p:spPr>
            <a:xfrm>
              <a:off x="4682651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1" name="pg2131"/>
            <p:cNvSpPr/>
            <p:nvPr/>
          </p:nvSpPr>
          <p:spPr>
            <a:xfrm>
              <a:off x="4694288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2" name="pg2132"/>
            <p:cNvSpPr/>
            <p:nvPr/>
          </p:nvSpPr>
          <p:spPr>
            <a:xfrm>
              <a:off x="4705925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3" name="pg2133"/>
            <p:cNvSpPr/>
            <p:nvPr/>
          </p:nvSpPr>
          <p:spPr>
            <a:xfrm>
              <a:off x="4717563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4" name="pg2134"/>
            <p:cNvSpPr/>
            <p:nvPr/>
          </p:nvSpPr>
          <p:spPr>
            <a:xfrm>
              <a:off x="4729200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5" name="pg2135"/>
            <p:cNvSpPr/>
            <p:nvPr/>
          </p:nvSpPr>
          <p:spPr>
            <a:xfrm>
              <a:off x="4740837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6" name="pg2136"/>
            <p:cNvSpPr/>
            <p:nvPr/>
          </p:nvSpPr>
          <p:spPr>
            <a:xfrm>
              <a:off x="4612827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7" name="pg2137"/>
            <p:cNvSpPr/>
            <p:nvPr/>
          </p:nvSpPr>
          <p:spPr>
            <a:xfrm>
              <a:off x="4624464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8" name="pg2138"/>
            <p:cNvSpPr/>
            <p:nvPr/>
          </p:nvSpPr>
          <p:spPr>
            <a:xfrm>
              <a:off x="4636101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9" name="pg2139"/>
            <p:cNvSpPr/>
            <p:nvPr/>
          </p:nvSpPr>
          <p:spPr>
            <a:xfrm>
              <a:off x="4647739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0" name="pg2140"/>
            <p:cNvSpPr/>
            <p:nvPr/>
          </p:nvSpPr>
          <p:spPr>
            <a:xfrm>
              <a:off x="4659376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1" name="pg2141"/>
            <p:cNvSpPr/>
            <p:nvPr/>
          </p:nvSpPr>
          <p:spPr>
            <a:xfrm>
              <a:off x="4671013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2" name="pg2142"/>
            <p:cNvSpPr/>
            <p:nvPr/>
          </p:nvSpPr>
          <p:spPr>
            <a:xfrm>
              <a:off x="4682651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3" name="pg2143"/>
            <p:cNvSpPr/>
            <p:nvPr/>
          </p:nvSpPr>
          <p:spPr>
            <a:xfrm>
              <a:off x="4694288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4" name="pg2144"/>
            <p:cNvSpPr/>
            <p:nvPr/>
          </p:nvSpPr>
          <p:spPr>
            <a:xfrm>
              <a:off x="4705925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5" name="pg2145"/>
            <p:cNvSpPr/>
            <p:nvPr/>
          </p:nvSpPr>
          <p:spPr>
            <a:xfrm>
              <a:off x="4717563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6" name="pg2146"/>
            <p:cNvSpPr/>
            <p:nvPr/>
          </p:nvSpPr>
          <p:spPr>
            <a:xfrm>
              <a:off x="4729200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7" name="pg2147"/>
            <p:cNvSpPr/>
            <p:nvPr/>
          </p:nvSpPr>
          <p:spPr>
            <a:xfrm>
              <a:off x="4612827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8" name="pg2148"/>
            <p:cNvSpPr/>
            <p:nvPr/>
          </p:nvSpPr>
          <p:spPr>
            <a:xfrm>
              <a:off x="4624464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9" name="pg2149"/>
            <p:cNvSpPr/>
            <p:nvPr/>
          </p:nvSpPr>
          <p:spPr>
            <a:xfrm>
              <a:off x="4636101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0" name="pg2150"/>
            <p:cNvSpPr/>
            <p:nvPr/>
          </p:nvSpPr>
          <p:spPr>
            <a:xfrm>
              <a:off x="4647739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1" name="pg2151"/>
            <p:cNvSpPr/>
            <p:nvPr/>
          </p:nvSpPr>
          <p:spPr>
            <a:xfrm>
              <a:off x="4659376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2" name="pg2152"/>
            <p:cNvSpPr/>
            <p:nvPr/>
          </p:nvSpPr>
          <p:spPr>
            <a:xfrm>
              <a:off x="4671013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3" name="pg2153"/>
            <p:cNvSpPr/>
            <p:nvPr/>
          </p:nvSpPr>
          <p:spPr>
            <a:xfrm>
              <a:off x="4682651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4" name="pg2154"/>
            <p:cNvSpPr/>
            <p:nvPr/>
          </p:nvSpPr>
          <p:spPr>
            <a:xfrm>
              <a:off x="4694288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5" name="pg2155"/>
            <p:cNvSpPr/>
            <p:nvPr/>
          </p:nvSpPr>
          <p:spPr>
            <a:xfrm>
              <a:off x="4612827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6" name="pg2156"/>
            <p:cNvSpPr/>
            <p:nvPr/>
          </p:nvSpPr>
          <p:spPr>
            <a:xfrm>
              <a:off x="4624464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7" name="pg2157"/>
            <p:cNvSpPr/>
            <p:nvPr/>
          </p:nvSpPr>
          <p:spPr>
            <a:xfrm>
              <a:off x="4636101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8" name="pg2158"/>
            <p:cNvSpPr/>
            <p:nvPr/>
          </p:nvSpPr>
          <p:spPr>
            <a:xfrm>
              <a:off x="4647739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9" name="pg2159"/>
            <p:cNvSpPr/>
            <p:nvPr/>
          </p:nvSpPr>
          <p:spPr>
            <a:xfrm>
              <a:off x="4659376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0" name="pg2160"/>
            <p:cNvSpPr/>
            <p:nvPr/>
          </p:nvSpPr>
          <p:spPr>
            <a:xfrm>
              <a:off x="4671013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1" name="pg2161"/>
            <p:cNvSpPr/>
            <p:nvPr/>
          </p:nvSpPr>
          <p:spPr>
            <a:xfrm>
              <a:off x="4682651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2" name="pg2162"/>
            <p:cNvSpPr/>
            <p:nvPr/>
          </p:nvSpPr>
          <p:spPr>
            <a:xfrm>
              <a:off x="4589552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3" name="pg2163"/>
            <p:cNvSpPr/>
            <p:nvPr/>
          </p:nvSpPr>
          <p:spPr>
            <a:xfrm>
              <a:off x="4601190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4" name="pg2164"/>
            <p:cNvSpPr/>
            <p:nvPr/>
          </p:nvSpPr>
          <p:spPr>
            <a:xfrm>
              <a:off x="4612827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5" name="pg2165"/>
            <p:cNvSpPr/>
            <p:nvPr/>
          </p:nvSpPr>
          <p:spPr>
            <a:xfrm>
              <a:off x="4624464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6" name="pg2166"/>
            <p:cNvSpPr/>
            <p:nvPr/>
          </p:nvSpPr>
          <p:spPr>
            <a:xfrm>
              <a:off x="4636101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7" name="pg2167"/>
            <p:cNvSpPr/>
            <p:nvPr/>
          </p:nvSpPr>
          <p:spPr>
            <a:xfrm>
              <a:off x="4647739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8" name="pg2168"/>
            <p:cNvSpPr/>
            <p:nvPr/>
          </p:nvSpPr>
          <p:spPr>
            <a:xfrm>
              <a:off x="4659376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9" name="pg2169"/>
            <p:cNvSpPr/>
            <p:nvPr/>
          </p:nvSpPr>
          <p:spPr>
            <a:xfrm>
              <a:off x="4671013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0" name="pg2170"/>
            <p:cNvSpPr/>
            <p:nvPr/>
          </p:nvSpPr>
          <p:spPr>
            <a:xfrm>
              <a:off x="4589552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1" name="pg2171"/>
            <p:cNvSpPr/>
            <p:nvPr/>
          </p:nvSpPr>
          <p:spPr>
            <a:xfrm>
              <a:off x="4601190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2" name="pg2172"/>
            <p:cNvSpPr/>
            <p:nvPr/>
          </p:nvSpPr>
          <p:spPr>
            <a:xfrm>
              <a:off x="4612827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3" name="pg2173"/>
            <p:cNvSpPr/>
            <p:nvPr/>
          </p:nvSpPr>
          <p:spPr>
            <a:xfrm>
              <a:off x="4624464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4" name="pg2174"/>
            <p:cNvSpPr/>
            <p:nvPr/>
          </p:nvSpPr>
          <p:spPr>
            <a:xfrm>
              <a:off x="4636101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5" name="pg2175"/>
            <p:cNvSpPr/>
            <p:nvPr/>
          </p:nvSpPr>
          <p:spPr>
            <a:xfrm>
              <a:off x="4647739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6" name="pg2176"/>
            <p:cNvSpPr/>
            <p:nvPr/>
          </p:nvSpPr>
          <p:spPr>
            <a:xfrm>
              <a:off x="4659376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7" name="pg2177"/>
            <p:cNvSpPr/>
            <p:nvPr/>
          </p:nvSpPr>
          <p:spPr>
            <a:xfrm>
              <a:off x="4577915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8" name="pg2178"/>
            <p:cNvSpPr/>
            <p:nvPr/>
          </p:nvSpPr>
          <p:spPr>
            <a:xfrm>
              <a:off x="4589552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9" name="pg2179"/>
            <p:cNvSpPr/>
            <p:nvPr/>
          </p:nvSpPr>
          <p:spPr>
            <a:xfrm>
              <a:off x="4601190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0" name="pg2180"/>
            <p:cNvSpPr/>
            <p:nvPr/>
          </p:nvSpPr>
          <p:spPr>
            <a:xfrm>
              <a:off x="4612827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1" name="pg2181"/>
            <p:cNvSpPr/>
            <p:nvPr/>
          </p:nvSpPr>
          <p:spPr>
            <a:xfrm>
              <a:off x="4624464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2" name="pg2182"/>
            <p:cNvSpPr/>
            <p:nvPr/>
          </p:nvSpPr>
          <p:spPr>
            <a:xfrm>
              <a:off x="4636101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3" name="pg2183"/>
            <p:cNvSpPr/>
            <p:nvPr/>
          </p:nvSpPr>
          <p:spPr>
            <a:xfrm>
              <a:off x="4647739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4" name="pg2184"/>
            <p:cNvSpPr/>
            <p:nvPr/>
          </p:nvSpPr>
          <p:spPr>
            <a:xfrm>
              <a:off x="4577915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5" name="pg2185"/>
            <p:cNvSpPr/>
            <p:nvPr/>
          </p:nvSpPr>
          <p:spPr>
            <a:xfrm>
              <a:off x="4589552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6" name="pg2186"/>
            <p:cNvSpPr/>
            <p:nvPr/>
          </p:nvSpPr>
          <p:spPr>
            <a:xfrm>
              <a:off x="4601190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7" name="pg2187"/>
            <p:cNvSpPr/>
            <p:nvPr/>
          </p:nvSpPr>
          <p:spPr>
            <a:xfrm>
              <a:off x="4612827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8" name="pg2188"/>
            <p:cNvSpPr/>
            <p:nvPr/>
          </p:nvSpPr>
          <p:spPr>
            <a:xfrm>
              <a:off x="4624464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9" name="pg2189"/>
            <p:cNvSpPr/>
            <p:nvPr/>
          </p:nvSpPr>
          <p:spPr>
            <a:xfrm>
              <a:off x="4636101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0" name="pg2190"/>
            <p:cNvSpPr/>
            <p:nvPr/>
          </p:nvSpPr>
          <p:spPr>
            <a:xfrm>
              <a:off x="4566278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1" name="pg2191"/>
            <p:cNvSpPr/>
            <p:nvPr/>
          </p:nvSpPr>
          <p:spPr>
            <a:xfrm>
              <a:off x="4577915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2" name="pg2192"/>
            <p:cNvSpPr/>
            <p:nvPr/>
          </p:nvSpPr>
          <p:spPr>
            <a:xfrm>
              <a:off x="4589552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3" name="pg2193"/>
            <p:cNvSpPr/>
            <p:nvPr/>
          </p:nvSpPr>
          <p:spPr>
            <a:xfrm>
              <a:off x="4601190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4" name="pg2194"/>
            <p:cNvSpPr/>
            <p:nvPr/>
          </p:nvSpPr>
          <p:spPr>
            <a:xfrm>
              <a:off x="4612827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5" name="pg2195"/>
            <p:cNvSpPr/>
            <p:nvPr/>
          </p:nvSpPr>
          <p:spPr>
            <a:xfrm>
              <a:off x="4624464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6" name="pg2196"/>
            <p:cNvSpPr/>
            <p:nvPr/>
          </p:nvSpPr>
          <p:spPr>
            <a:xfrm>
              <a:off x="4566278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7" name="pg2197"/>
            <p:cNvSpPr/>
            <p:nvPr/>
          </p:nvSpPr>
          <p:spPr>
            <a:xfrm>
              <a:off x="4577915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8" name="pg2198"/>
            <p:cNvSpPr/>
            <p:nvPr/>
          </p:nvSpPr>
          <p:spPr>
            <a:xfrm>
              <a:off x="4589552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9" name="pg2199"/>
            <p:cNvSpPr/>
            <p:nvPr/>
          </p:nvSpPr>
          <p:spPr>
            <a:xfrm>
              <a:off x="4601190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0" name="pg2200"/>
            <p:cNvSpPr/>
            <p:nvPr/>
          </p:nvSpPr>
          <p:spPr>
            <a:xfrm>
              <a:off x="4612827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1" name="pg2201"/>
            <p:cNvSpPr/>
            <p:nvPr/>
          </p:nvSpPr>
          <p:spPr>
            <a:xfrm>
              <a:off x="4554640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2" name="pg2202"/>
            <p:cNvSpPr/>
            <p:nvPr/>
          </p:nvSpPr>
          <p:spPr>
            <a:xfrm>
              <a:off x="4566278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3" name="pg2203"/>
            <p:cNvSpPr/>
            <p:nvPr/>
          </p:nvSpPr>
          <p:spPr>
            <a:xfrm>
              <a:off x="4577915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4" name="pg2204"/>
            <p:cNvSpPr/>
            <p:nvPr/>
          </p:nvSpPr>
          <p:spPr>
            <a:xfrm>
              <a:off x="4589552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5" name="pg2205"/>
            <p:cNvSpPr/>
            <p:nvPr/>
          </p:nvSpPr>
          <p:spPr>
            <a:xfrm>
              <a:off x="4601190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6" name="pg2206"/>
            <p:cNvSpPr/>
            <p:nvPr/>
          </p:nvSpPr>
          <p:spPr>
            <a:xfrm>
              <a:off x="4612827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7" name="pg2207"/>
            <p:cNvSpPr/>
            <p:nvPr/>
          </p:nvSpPr>
          <p:spPr>
            <a:xfrm>
              <a:off x="4554640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8" name="pg2208"/>
            <p:cNvSpPr/>
            <p:nvPr/>
          </p:nvSpPr>
          <p:spPr>
            <a:xfrm>
              <a:off x="4566278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9" name="pg2209"/>
            <p:cNvSpPr/>
            <p:nvPr/>
          </p:nvSpPr>
          <p:spPr>
            <a:xfrm>
              <a:off x="4577915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0" name="pg2210"/>
            <p:cNvSpPr/>
            <p:nvPr/>
          </p:nvSpPr>
          <p:spPr>
            <a:xfrm>
              <a:off x="4589552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1" name="pg2211"/>
            <p:cNvSpPr/>
            <p:nvPr/>
          </p:nvSpPr>
          <p:spPr>
            <a:xfrm>
              <a:off x="4601190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2" name="pg2212"/>
            <p:cNvSpPr/>
            <p:nvPr/>
          </p:nvSpPr>
          <p:spPr>
            <a:xfrm>
              <a:off x="4543003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3" name="pg2213"/>
            <p:cNvSpPr/>
            <p:nvPr/>
          </p:nvSpPr>
          <p:spPr>
            <a:xfrm>
              <a:off x="4554640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4" name="pg2214"/>
            <p:cNvSpPr/>
            <p:nvPr/>
          </p:nvSpPr>
          <p:spPr>
            <a:xfrm>
              <a:off x="4566278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5" name="pg2215"/>
            <p:cNvSpPr/>
            <p:nvPr/>
          </p:nvSpPr>
          <p:spPr>
            <a:xfrm>
              <a:off x="4577915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6" name="pg2216"/>
            <p:cNvSpPr/>
            <p:nvPr/>
          </p:nvSpPr>
          <p:spPr>
            <a:xfrm>
              <a:off x="4589552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7" name="pg2217"/>
            <p:cNvSpPr/>
            <p:nvPr/>
          </p:nvSpPr>
          <p:spPr>
            <a:xfrm>
              <a:off x="4601190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8" name="pg2218"/>
            <p:cNvSpPr/>
            <p:nvPr/>
          </p:nvSpPr>
          <p:spPr>
            <a:xfrm>
              <a:off x="4543003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9" name="pg2219"/>
            <p:cNvSpPr/>
            <p:nvPr/>
          </p:nvSpPr>
          <p:spPr>
            <a:xfrm>
              <a:off x="4554640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0" name="pg2220"/>
            <p:cNvSpPr/>
            <p:nvPr/>
          </p:nvSpPr>
          <p:spPr>
            <a:xfrm>
              <a:off x="4566278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1" name="pg2221"/>
            <p:cNvSpPr/>
            <p:nvPr/>
          </p:nvSpPr>
          <p:spPr>
            <a:xfrm>
              <a:off x="4577915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2" name="pg2222"/>
            <p:cNvSpPr/>
            <p:nvPr/>
          </p:nvSpPr>
          <p:spPr>
            <a:xfrm>
              <a:off x="4589552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3" name="pg2223"/>
            <p:cNvSpPr/>
            <p:nvPr/>
          </p:nvSpPr>
          <p:spPr>
            <a:xfrm>
              <a:off x="4601190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4" name="pg2224"/>
            <p:cNvSpPr/>
            <p:nvPr/>
          </p:nvSpPr>
          <p:spPr>
            <a:xfrm>
              <a:off x="4543003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5" name="pg2225"/>
            <p:cNvSpPr/>
            <p:nvPr/>
          </p:nvSpPr>
          <p:spPr>
            <a:xfrm>
              <a:off x="4554640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6" name="pg2226"/>
            <p:cNvSpPr/>
            <p:nvPr/>
          </p:nvSpPr>
          <p:spPr>
            <a:xfrm>
              <a:off x="4566278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7" name="pg2227"/>
            <p:cNvSpPr/>
            <p:nvPr/>
          </p:nvSpPr>
          <p:spPr>
            <a:xfrm>
              <a:off x="4577915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8" name="pg2228"/>
            <p:cNvSpPr/>
            <p:nvPr/>
          </p:nvSpPr>
          <p:spPr>
            <a:xfrm>
              <a:off x="4589552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9" name="pg2229"/>
            <p:cNvSpPr/>
            <p:nvPr/>
          </p:nvSpPr>
          <p:spPr>
            <a:xfrm>
              <a:off x="3856400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0" name="pg2230"/>
            <p:cNvSpPr/>
            <p:nvPr/>
          </p:nvSpPr>
          <p:spPr>
            <a:xfrm>
              <a:off x="3868038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1" name="pg2231"/>
            <p:cNvSpPr/>
            <p:nvPr/>
          </p:nvSpPr>
          <p:spPr>
            <a:xfrm>
              <a:off x="3879675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2" name="pg2232"/>
            <p:cNvSpPr/>
            <p:nvPr/>
          </p:nvSpPr>
          <p:spPr>
            <a:xfrm>
              <a:off x="3891312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3" name="pg2233"/>
            <p:cNvSpPr/>
            <p:nvPr/>
          </p:nvSpPr>
          <p:spPr>
            <a:xfrm>
              <a:off x="4543003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4" name="pg2234"/>
            <p:cNvSpPr/>
            <p:nvPr/>
          </p:nvSpPr>
          <p:spPr>
            <a:xfrm>
              <a:off x="4554640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5" name="pg2235"/>
            <p:cNvSpPr/>
            <p:nvPr/>
          </p:nvSpPr>
          <p:spPr>
            <a:xfrm>
              <a:off x="4566278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6" name="pg2236"/>
            <p:cNvSpPr/>
            <p:nvPr/>
          </p:nvSpPr>
          <p:spPr>
            <a:xfrm>
              <a:off x="4577915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7" name="pg2237"/>
            <p:cNvSpPr/>
            <p:nvPr/>
          </p:nvSpPr>
          <p:spPr>
            <a:xfrm>
              <a:off x="385640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8" name="pg2238"/>
            <p:cNvSpPr/>
            <p:nvPr/>
          </p:nvSpPr>
          <p:spPr>
            <a:xfrm>
              <a:off x="386803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9" name="pg2239"/>
            <p:cNvSpPr/>
            <p:nvPr/>
          </p:nvSpPr>
          <p:spPr>
            <a:xfrm>
              <a:off x="3879675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0" name="pg2240"/>
            <p:cNvSpPr/>
            <p:nvPr/>
          </p:nvSpPr>
          <p:spPr>
            <a:xfrm>
              <a:off x="3891312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1" name="pg2241"/>
            <p:cNvSpPr/>
            <p:nvPr/>
          </p:nvSpPr>
          <p:spPr>
            <a:xfrm>
              <a:off x="390295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2" name="pg2242"/>
            <p:cNvSpPr/>
            <p:nvPr/>
          </p:nvSpPr>
          <p:spPr>
            <a:xfrm>
              <a:off x="3949499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3" name="pg2243"/>
            <p:cNvSpPr/>
            <p:nvPr/>
          </p:nvSpPr>
          <p:spPr>
            <a:xfrm>
              <a:off x="3961136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4" name="pg2244"/>
            <p:cNvSpPr/>
            <p:nvPr/>
          </p:nvSpPr>
          <p:spPr>
            <a:xfrm>
              <a:off x="3972774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5" name="pg2245"/>
            <p:cNvSpPr/>
            <p:nvPr/>
          </p:nvSpPr>
          <p:spPr>
            <a:xfrm>
              <a:off x="3984411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6" name="pg2246"/>
            <p:cNvSpPr/>
            <p:nvPr/>
          </p:nvSpPr>
          <p:spPr>
            <a:xfrm>
              <a:off x="399604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7" name="pg2247"/>
            <p:cNvSpPr/>
            <p:nvPr/>
          </p:nvSpPr>
          <p:spPr>
            <a:xfrm>
              <a:off x="4543003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8" name="pg2248"/>
            <p:cNvSpPr/>
            <p:nvPr/>
          </p:nvSpPr>
          <p:spPr>
            <a:xfrm>
              <a:off x="455464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9" name="pg2249"/>
            <p:cNvSpPr/>
            <p:nvPr/>
          </p:nvSpPr>
          <p:spPr>
            <a:xfrm>
              <a:off x="456627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0" name="pg2250"/>
            <p:cNvSpPr/>
            <p:nvPr/>
          </p:nvSpPr>
          <p:spPr>
            <a:xfrm>
              <a:off x="4577915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1" name="pg2251"/>
            <p:cNvSpPr/>
            <p:nvPr/>
          </p:nvSpPr>
          <p:spPr>
            <a:xfrm>
              <a:off x="4589552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2" name="pg2252"/>
            <p:cNvSpPr/>
            <p:nvPr/>
          </p:nvSpPr>
          <p:spPr>
            <a:xfrm>
              <a:off x="3774939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3" name="pg2253"/>
            <p:cNvSpPr/>
            <p:nvPr/>
          </p:nvSpPr>
          <p:spPr>
            <a:xfrm>
              <a:off x="378657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4" name="pg2254"/>
            <p:cNvSpPr/>
            <p:nvPr/>
          </p:nvSpPr>
          <p:spPr>
            <a:xfrm>
              <a:off x="384476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5" name="pg2255"/>
            <p:cNvSpPr/>
            <p:nvPr/>
          </p:nvSpPr>
          <p:spPr>
            <a:xfrm>
              <a:off x="385640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6" name="pg2256"/>
            <p:cNvSpPr/>
            <p:nvPr/>
          </p:nvSpPr>
          <p:spPr>
            <a:xfrm>
              <a:off x="386803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7" name="pg2257"/>
            <p:cNvSpPr/>
            <p:nvPr/>
          </p:nvSpPr>
          <p:spPr>
            <a:xfrm>
              <a:off x="387967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8" name="pg2258"/>
            <p:cNvSpPr/>
            <p:nvPr/>
          </p:nvSpPr>
          <p:spPr>
            <a:xfrm>
              <a:off x="389131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9" name="pg2259"/>
            <p:cNvSpPr/>
            <p:nvPr/>
          </p:nvSpPr>
          <p:spPr>
            <a:xfrm>
              <a:off x="390295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0" name="pg2260"/>
            <p:cNvSpPr/>
            <p:nvPr/>
          </p:nvSpPr>
          <p:spPr>
            <a:xfrm>
              <a:off x="3949499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1" name="pg2261"/>
            <p:cNvSpPr/>
            <p:nvPr/>
          </p:nvSpPr>
          <p:spPr>
            <a:xfrm>
              <a:off x="396113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2" name="pg2262"/>
            <p:cNvSpPr/>
            <p:nvPr/>
          </p:nvSpPr>
          <p:spPr>
            <a:xfrm>
              <a:off x="3972774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3" name="pg2263"/>
            <p:cNvSpPr/>
            <p:nvPr/>
          </p:nvSpPr>
          <p:spPr>
            <a:xfrm>
              <a:off x="3984411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4" name="pg2264"/>
            <p:cNvSpPr/>
            <p:nvPr/>
          </p:nvSpPr>
          <p:spPr>
            <a:xfrm>
              <a:off x="399604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5" name="pg2265"/>
            <p:cNvSpPr/>
            <p:nvPr/>
          </p:nvSpPr>
          <p:spPr>
            <a:xfrm>
              <a:off x="400768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6" name="pg2266"/>
            <p:cNvSpPr/>
            <p:nvPr/>
          </p:nvSpPr>
          <p:spPr>
            <a:xfrm>
              <a:off x="401932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7" name="pg2267"/>
            <p:cNvSpPr/>
            <p:nvPr/>
          </p:nvSpPr>
          <p:spPr>
            <a:xfrm>
              <a:off x="403096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8" name="pg2268"/>
            <p:cNvSpPr/>
            <p:nvPr/>
          </p:nvSpPr>
          <p:spPr>
            <a:xfrm>
              <a:off x="404259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9" name="pg2269"/>
            <p:cNvSpPr/>
            <p:nvPr/>
          </p:nvSpPr>
          <p:spPr>
            <a:xfrm>
              <a:off x="405423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0" name="pg2270"/>
            <p:cNvSpPr/>
            <p:nvPr/>
          </p:nvSpPr>
          <p:spPr>
            <a:xfrm>
              <a:off x="406587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1" name="pg2271"/>
            <p:cNvSpPr/>
            <p:nvPr/>
          </p:nvSpPr>
          <p:spPr>
            <a:xfrm>
              <a:off x="407751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2" name="pg2272"/>
            <p:cNvSpPr/>
            <p:nvPr/>
          </p:nvSpPr>
          <p:spPr>
            <a:xfrm>
              <a:off x="454300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3" name="pg2273"/>
            <p:cNvSpPr/>
            <p:nvPr/>
          </p:nvSpPr>
          <p:spPr>
            <a:xfrm>
              <a:off x="455464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4" name="pg2274"/>
            <p:cNvSpPr/>
            <p:nvPr/>
          </p:nvSpPr>
          <p:spPr>
            <a:xfrm>
              <a:off x="456627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5" name="pg2275"/>
            <p:cNvSpPr/>
            <p:nvPr/>
          </p:nvSpPr>
          <p:spPr>
            <a:xfrm>
              <a:off x="457791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6" name="pg2276"/>
            <p:cNvSpPr/>
            <p:nvPr/>
          </p:nvSpPr>
          <p:spPr>
            <a:xfrm>
              <a:off x="458955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7" name="pg2277"/>
            <p:cNvSpPr/>
            <p:nvPr/>
          </p:nvSpPr>
          <p:spPr>
            <a:xfrm>
              <a:off x="362365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8" name="pg2278"/>
            <p:cNvSpPr/>
            <p:nvPr/>
          </p:nvSpPr>
          <p:spPr>
            <a:xfrm>
              <a:off x="363529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9" name="pg2279"/>
            <p:cNvSpPr/>
            <p:nvPr/>
          </p:nvSpPr>
          <p:spPr>
            <a:xfrm>
              <a:off x="364692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0" name="pg2280"/>
            <p:cNvSpPr/>
            <p:nvPr/>
          </p:nvSpPr>
          <p:spPr>
            <a:xfrm>
              <a:off x="365856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1" name="pg2281"/>
            <p:cNvSpPr/>
            <p:nvPr/>
          </p:nvSpPr>
          <p:spPr>
            <a:xfrm>
              <a:off x="367020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2" name="pg2282"/>
            <p:cNvSpPr/>
            <p:nvPr/>
          </p:nvSpPr>
          <p:spPr>
            <a:xfrm>
              <a:off x="372839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3" name="pg2283"/>
            <p:cNvSpPr/>
            <p:nvPr/>
          </p:nvSpPr>
          <p:spPr>
            <a:xfrm>
              <a:off x="374002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4" name="pg2284"/>
            <p:cNvSpPr/>
            <p:nvPr/>
          </p:nvSpPr>
          <p:spPr>
            <a:xfrm>
              <a:off x="375166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5" name="pg2285"/>
            <p:cNvSpPr/>
            <p:nvPr/>
          </p:nvSpPr>
          <p:spPr>
            <a:xfrm>
              <a:off x="376330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6" name="pg2286"/>
            <p:cNvSpPr/>
            <p:nvPr/>
          </p:nvSpPr>
          <p:spPr>
            <a:xfrm>
              <a:off x="377493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7" name="pg2287"/>
            <p:cNvSpPr/>
            <p:nvPr/>
          </p:nvSpPr>
          <p:spPr>
            <a:xfrm>
              <a:off x="378657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8" name="pg2288"/>
            <p:cNvSpPr/>
            <p:nvPr/>
          </p:nvSpPr>
          <p:spPr>
            <a:xfrm>
              <a:off x="379821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9" name="pg2289"/>
            <p:cNvSpPr/>
            <p:nvPr/>
          </p:nvSpPr>
          <p:spPr>
            <a:xfrm>
              <a:off x="380985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0" name="pg2290"/>
            <p:cNvSpPr/>
            <p:nvPr/>
          </p:nvSpPr>
          <p:spPr>
            <a:xfrm>
              <a:off x="382148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1" name="pg2291"/>
            <p:cNvSpPr/>
            <p:nvPr/>
          </p:nvSpPr>
          <p:spPr>
            <a:xfrm>
              <a:off x="383312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2" name="pg2292"/>
            <p:cNvSpPr/>
            <p:nvPr/>
          </p:nvSpPr>
          <p:spPr>
            <a:xfrm>
              <a:off x="384476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3" name="pg2293"/>
            <p:cNvSpPr/>
            <p:nvPr/>
          </p:nvSpPr>
          <p:spPr>
            <a:xfrm>
              <a:off x="385640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4" name="pg2294"/>
            <p:cNvSpPr/>
            <p:nvPr/>
          </p:nvSpPr>
          <p:spPr>
            <a:xfrm>
              <a:off x="386803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5" name="pg2295"/>
            <p:cNvSpPr/>
            <p:nvPr/>
          </p:nvSpPr>
          <p:spPr>
            <a:xfrm>
              <a:off x="387967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6" name="pg2296"/>
            <p:cNvSpPr/>
            <p:nvPr/>
          </p:nvSpPr>
          <p:spPr>
            <a:xfrm>
              <a:off x="389131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7" name="pg2297"/>
            <p:cNvSpPr/>
            <p:nvPr/>
          </p:nvSpPr>
          <p:spPr>
            <a:xfrm>
              <a:off x="390295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8" name="pg2298"/>
            <p:cNvSpPr/>
            <p:nvPr/>
          </p:nvSpPr>
          <p:spPr>
            <a:xfrm>
              <a:off x="391458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9" name="pg2299"/>
            <p:cNvSpPr/>
            <p:nvPr/>
          </p:nvSpPr>
          <p:spPr>
            <a:xfrm>
              <a:off x="392622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0" name="pg2300"/>
            <p:cNvSpPr/>
            <p:nvPr/>
          </p:nvSpPr>
          <p:spPr>
            <a:xfrm>
              <a:off x="393786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1" name="pg2301"/>
            <p:cNvSpPr/>
            <p:nvPr/>
          </p:nvSpPr>
          <p:spPr>
            <a:xfrm>
              <a:off x="394949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2" name="pg2302"/>
            <p:cNvSpPr/>
            <p:nvPr/>
          </p:nvSpPr>
          <p:spPr>
            <a:xfrm>
              <a:off x="396113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3" name="pg2303"/>
            <p:cNvSpPr/>
            <p:nvPr/>
          </p:nvSpPr>
          <p:spPr>
            <a:xfrm>
              <a:off x="397277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4" name="pg2304"/>
            <p:cNvSpPr/>
            <p:nvPr/>
          </p:nvSpPr>
          <p:spPr>
            <a:xfrm>
              <a:off x="398441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5" name="pg2305"/>
            <p:cNvSpPr/>
            <p:nvPr/>
          </p:nvSpPr>
          <p:spPr>
            <a:xfrm>
              <a:off x="399604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6" name="pg2306"/>
            <p:cNvSpPr/>
            <p:nvPr/>
          </p:nvSpPr>
          <p:spPr>
            <a:xfrm>
              <a:off x="400768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7" name="pg2307"/>
            <p:cNvSpPr/>
            <p:nvPr/>
          </p:nvSpPr>
          <p:spPr>
            <a:xfrm>
              <a:off x="401932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8" name="pg2308"/>
            <p:cNvSpPr/>
            <p:nvPr/>
          </p:nvSpPr>
          <p:spPr>
            <a:xfrm>
              <a:off x="403096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9" name="pg2309"/>
            <p:cNvSpPr/>
            <p:nvPr/>
          </p:nvSpPr>
          <p:spPr>
            <a:xfrm>
              <a:off x="404259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0" name="pg2310"/>
            <p:cNvSpPr/>
            <p:nvPr/>
          </p:nvSpPr>
          <p:spPr>
            <a:xfrm>
              <a:off x="405423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1" name="pg2311"/>
            <p:cNvSpPr/>
            <p:nvPr/>
          </p:nvSpPr>
          <p:spPr>
            <a:xfrm>
              <a:off x="406587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2" name="pg2312"/>
            <p:cNvSpPr/>
            <p:nvPr/>
          </p:nvSpPr>
          <p:spPr>
            <a:xfrm>
              <a:off x="407751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3" name="pg2313"/>
            <p:cNvSpPr/>
            <p:nvPr/>
          </p:nvSpPr>
          <p:spPr>
            <a:xfrm>
              <a:off x="408914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4" name="pg2314"/>
            <p:cNvSpPr/>
            <p:nvPr/>
          </p:nvSpPr>
          <p:spPr>
            <a:xfrm>
              <a:off x="412405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5" name="pg2315"/>
            <p:cNvSpPr/>
            <p:nvPr/>
          </p:nvSpPr>
          <p:spPr>
            <a:xfrm>
              <a:off x="454300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6" name="pg2316"/>
            <p:cNvSpPr/>
            <p:nvPr/>
          </p:nvSpPr>
          <p:spPr>
            <a:xfrm>
              <a:off x="455464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7" name="pg2317"/>
            <p:cNvSpPr/>
            <p:nvPr/>
          </p:nvSpPr>
          <p:spPr>
            <a:xfrm>
              <a:off x="456627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8" name="pg2318"/>
            <p:cNvSpPr/>
            <p:nvPr/>
          </p:nvSpPr>
          <p:spPr>
            <a:xfrm>
              <a:off x="457791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9" name="pg2319"/>
            <p:cNvSpPr/>
            <p:nvPr/>
          </p:nvSpPr>
          <p:spPr>
            <a:xfrm>
              <a:off x="458955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0" name="pg2320"/>
            <p:cNvSpPr/>
            <p:nvPr/>
          </p:nvSpPr>
          <p:spPr>
            <a:xfrm>
              <a:off x="361201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1" name="pg2321"/>
            <p:cNvSpPr/>
            <p:nvPr/>
          </p:nvSpPr>
          <p:spPr>
            <a:xfrm>
              <a:off x="362365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2" name="pg2322"/>
            <p:cNvSpPr/>
            <p:nvPr/>
          </p:nvSpPr>
          <p:spPr>
            <a:xfrm>
              <a:off x="363529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3" name="pg2323"/>
            <p:cNvSpPr/>
            <p:nvPr/>
          </p:nvSpPr>
          <p:spPr>
            <a:xfrm>
              <a:off x="364692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4" name="pg2324"/>
            <p:cNvSpPr/>
            <p:nvPr/>
          </p:nvSpPr>
          <p:spPr>
            <a:xfrm>
              <a:off x="365856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5" name="pg2325"/>
            <p:cNvSpPr/>
            <p:nvPr/>
          </p:nvSpPr>
          <p:spPr>
            <a:xfrm>
              <a:off x="367020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6" name="pg2326"/>
            <p:cNvSpPr/>
            <p:nvPr/>
          </p:nvSpPr>
          <p:spPr>
            <a:xfrm>
              <a:off x="368184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7" name="pg2327"/>
            <p:cNvSpPr/>
            <p:nvPr/>
          </p:nvSpPr>
          <p:spPr>
            <a:xfrm>
              <a:off x="369347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8" name="pg2328"/>
            <p:cNvSpPr/>
            <p:nvPr/>
          </p:nvSpPr>
          <p:spPr>
            <a:xfrm>
              <a:off x="370511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9" name="pg2329"/>
            <p:cNvSpPr/>
            <p:nvPr/>
          </p:nvSpPr>
          <p:spPr>
            <a:xfrm>
              <a:off x="371675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0" name="pg2330"/>
            <p:cNvSpPr/>
            <p:nvPr/>
          </p:nvSpPr>
          <p:spPr>
            <a:xfrm>
              <a:off x="372839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1" name="pg2331"/>
            <p:cNvSpPr/>
            <p:nvPr/>
          </p:nvSpPr>
          <p:spPr>
            <a:xfrm>
              <a:off x="374002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2" name="pg2332"/>
            <p:cNvSpPr/>
            <p:nvPr/>
          </p:nvSpPr>
          <p:spPr>
            <a:xfrm>
              <a:off x="375166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3" name="pg2333"/>
            <p:cNvSpPr/>
            <p:nvPr/>
          </p:nvSpPr>
          <p:spPr>
            <a:xfrm>
              <a:off x="376330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4" name="pg2334"/>
            <p:cNvSpPr/>
            <p:nvPr/>
          </p:nvSpPr>
          <p:spPr>
            <a:xfrm>
              <a:off x="377493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5" name="pg2335"/>
            <p:cNvSpPr/>
            <p:nvPr/>
          </p:nvSpPr>
          <p:spPr>
            <a:xfrm>
              <a:off x="378657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6" name="pg2336"/>
            <p:cNvSpPr/>
            <p:nvPr/>
          </p:nvSpPr>
          <p:spPr>
            <a:xfrm>
              <a:off x="379821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7" name="pg2337"/>
            <p:cNvSpPr/>
            <p:nvPr/>
          </p:nvSpPr>
          <p:spPr>
            <a:xfrm>
              <a:off x="380985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8" name="pg2338"/>
            <p:cNvSpPr/>
            <p:nvPr/>
          </p:nvSpPr>
          <p:spPr>
            <a:xfrm>
              <a:off x="382148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9" name="pg2339"/>
            <p:cNvSpPr/>
            <p:nvPr/>
          </p:nvSpPr>
          <p:spPr>
            <a:xfrm>
              <a:off x="383312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0" name="pg2340"/>
            <p:cNvSpPr/>
            <p:nvPr/>
          </p:nvSpPr>
          <p:spPr>
            <a:xfrm>
              <a:off x="384476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1" name="pg2341"/>
            <p:cNvSpPr/>
            <p:nvPr/>
          </p:nvSpPr>
          <p:spPr>
            <a:xfrm>
              <a:off x="385640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2" name="pg2342"/>
            <p:cNvSpPr/>
            <p:nvPr/>
          </p:nvSpPr>
          <p:spPr>
            <a:xfrm>
              <a:off x="386803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3" name="pg2343"/>
            <p:cNvSpPr/>
            <p:nvPr/>
          </p:nvSpPr>
          <p:spPr>
            <a:xfrm>
              <a:off x="387967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4" name="pg2344"/>
            <p:cNvSpPr/>
            <p:nvPr/>
          </p:nvSpPr>
          <p:spPr>
            <a:xfrm>
              <a:off x="389131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5" name="pg2345"/>
            <p:cNvSpPr/>
            <p:nvPr/>
          </p:nvSpPr>
          <p:spPr>
            <a:xfrm>
              <a:off x="390295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6" name="pg2346"/>
            <p:cNvSpPr/>
            <p:nvPr/>
          </p:nvSpPr>
          <p:spPr>
            <a:xfrm>
              <a:off x="391458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7" name="pg2347"/>
            <p:cNvSpPr/>
            <p:nvPr/>
          </p:nvSpPr>
          <p:spPr>
            <a:xfrm>
              <a:off x="392622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8" name="pg2348"/>
            <p:cNvSpPr/>
            <p:nvPr/>
          </p:nvSpPr>
          <p:spPr>
            <a:xfrm>
              <a:off x="393786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9" name="pg2349"/>
            <p:cNvSpPr/>
            <p:nvPr/>
          </p:nvSpPr>
          <p:spPr>
            <a:xfrm>
              <a:off x="394949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0" name="pg2350"/>
            <p:cNvSpPr/>
            <p:nvPr/>
          </p:nvSpPr>
          <p:spPr>
            <a:xfrm>
              <a:off x="396113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1" name="pg2351"/>
            <p:cNvSpPr/>
            <p:nvPr/>
          </p:nvSpPr>
          <p:spPr>
            <a:xfrm>
              <a:off x="397277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2" name="pg2352"/>
            <p:cNvSpPr/>
            <p:nvPr/>
          </p:nvSpPr>
          <p:spPr>
            <a:xfrm>
              <a:off x="398441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3" name="pg2353"/>
            <p:cNvSpPr/>
            <p:nvPr/>
          </p:nvSpPr>
          <p:spPr>
            <a:xfrm>
              <a:off x="399604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4" name="pg2354"/>
            <p:cNvSpPr/>
            <p:nvPr/>
          </p:nvSpPr>
          <p:spPr>
            <a:xfrm>
              <a:off x="400768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5" name="pg2355"/>
            <p:cNvSpPr/>
            <p:nvPr/>
          </p:nvSpPr>
          <p:spPr>
            <a:xfrm>
              <a:off x="401932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6" name="pg2356"/>
            <p:cNvSpPr/>
            <p:nvPr/>
          </p:nvSpPr>
          <p:spPr>
            <a:xfrm>
              <a:off x="403096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7" name="pg2357"/>
            <p:cNvSpPr/>
            <p:nvPr/>
          </p:nvSpPr>
          <p:spPr>
            <a:xfrm>
              <a:off x="404259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8" name="pg2358"/>
            <p:cNvSpPr/>
            <p:nvPr/>
          </p:nvSpPr>
          <p:spPr>
            <a:xfrm>
              <a:off x="405423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9" name="pg2359"/>
            <p:cNvSpPr/>
            <p:nvPr/>
          </p:nvSpPr>
          <p:spPr>
            <a:xfrm>
              <a:off x="406587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0" name="pg2360"/>
            <p:cNvSpPr/>
            <p:nvPr/>
          </p:nvSpPr>
          <p:spPr>
            <a:xfrm>
              <a:off x="407751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1" name="pg2361"/>
            <p:cNvSpPr/>
            <p:nvPr/>
          </p:nvSpPr>
          <p:spPr>
            <a:xfrm>
              <a:off x="408914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2" name="pg2362"/>
            <p:cNvSpPr/>
            <p:nvPr/>
          </p:nvSpPr>
          <p:spPr>
            <a:xfrm>
              <a:off x="410078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3" name="pg2363"/>
            <p:cNvSpPr/>
            <p:nvPr/>
          </p:nvSpPr>
          <p:spPr>
            <a:xfrm>
              <a:off x="411242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4" name="pg2364"/>
            <p:cNvSpPr/>
            <p:nvPr/>
          </p:nvSpPr>
          <p:spPr>
            <a:xfrm>
              <a:off x="412405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5" name="pg2365"/>
            <p:cNvSpPr/>
            <p:nvPr/>
          </p:nvSpPr>
          <p:spPr>
            <a:xfrm>
              <a:off x="413569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6" name="pg2366"/>
            <p:cNvSpPr/>
            <p:nvPr/>
          </p:nvSpPr>
          <p:spPr>
            <a:xfrm>
              <a:off x="414733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7" name="pg2367"/>
            <p:cNvSpPr/>
            <p:nvPr/>
          </p:nvSpPr>
          <p:spPr>
            <a:xfrm>
              <a:off x="455464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8" name="pg2368"/>
            <p:cNvSpPr/>
            <p:nvPr/>
          </p:nvSpPr>
          <p:spPr>
            <a:xfrm>
              <a:off x="456627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9" name="pg2369"/>
            <p:cNvSpPr/>
            <p:nvPr/>
          </p:nvSpPr>
          <p:spPr>
            <a:xfrm>
              <a:off x="457791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0" name="pg2370"/>
            <p:cNvSpPr/>
            <p:nvPr/>
          </p:nvSpPr>
          <p:spPr>
            <a:xfrm>
              <a:off x="458955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1" name="pg2371"/>
            <p:cNvSpPr/>
            <p:nvPr/>
          </p:nvSpPr>
          <p:spPr>
            <a:xfrm>
              <a:off x="360037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2" name="pg2372"/>
            <p:cNvSpPr/>
            <p:nvPr/>
          </p:nvSpPr>
          <p:spPr>
            <a:xfrm>
              <a:off x="361201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3" name="pg2373"/>
            <p:cNvSpPr/>
            <p:nvPr/>
          </p:nvSpPr>
          <p:spPr>
            <a:xfrm>
              <a:off x="362365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4" name="pg2374"/>
            <p:cNvSpPr/>
            <p:nvPr/>
          </p:nvSpPr>
          <p:spPr>
            <a:xfrm>
              <a:off x="363529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5" name="pg2375"/>
            <p:cNvSpPr/>
            <p:nvPr/>
          </p:nvSpPr>
          <p:spPr>
            <a:xfrm>
              <a:off x="364692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6" name="pg2376"/>
            <p:cNvSpPr/>
            <p:nvPr/>
          </p:nvSpPr>
          <p:spPr>
            <a:xfrm>
              <a:off x="365856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7" name="pg2377"/>
            <p:cNvSpPr/>
            <p:nvPr/>
          </p:nvSpPr>
          <p:spPr>
            <a:xfrm>
              <a:off x="367020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8" name="pg2378"/>
            <p:cNvSpPr/>
            <p:nvPr/>
          </p:nvSpPr>
          <p:spPr>
            <a:xfrm>
              <a:off x="368184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9" name="pg2379"/>
            <p:cNvSpPr/>
            <p:nvPr/>
          </p:nvSpPr>
          <p:spPr>
            <a:xfrm>
              <a:off x="369347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0" name="pg2380"/>
            <p:cNvSpPr/>
            <p:nvPr/>
          </p:nvSpPr>
          <p:spPr>
            <a:xfrm>
              <a:off x="370511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1" name="pg2381"/>
            <p:cNvSpPr/>
            <p:nvPr/>
          </p:nvSpPr>
          <p:spPr>
            <a:xfrm>
              <a:off x="371675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2" name="pg2382"/>
            <p:cNvSpPr/>
            <p:nvPr/>
          </p:nvSpPr>
          <p:spPr>
            <a:xfrm>
              <a:off x="372839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3" name="pg2383"/>
            <p:cNvSpPr/>
            <p:nvPr/>
          </p:nvSpPr>
          <p:spPr>
            <a:xfrm>
              <a:off x="374002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4" name="pg2384"/>
            <p:cNvSpPr/>
            <p:nvPr/>
          </p:nvSpPr>
          <p:spPr>
            <a:xfrm>
              <a:off x="375166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5" name="pg2385"/>
            <p:cNvSpPr/>
            <p:nvPr/>
          </p:nvSpPr>
          <p:spPr>
            <a:xfrm>
              <a:off x="376330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6" name="pg2386"/>
            <p:cNvSpPr/>
            <p:nvPr/>
          </p:nvSpPr>
          <p:spPr>
            <a:xfrm>
              <a:off x="377493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7" name="pg2387"/>
            <p:cNvSpPr/>
            <p:nvPr/>
          </p:nvSpPr>
          <p:spPr>
            <a:xfrm>
              <a:off x="378657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8" name="pg2388"/>
            <p:cNvSpPr/>
            <p:nvPr/>
          </p:nvSpPr>
          <p:spPr>
            <a:xfrm>
              <a:off x="379821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9" name="pg2389"/>
            <p:cNvSpPr/>
            <p:nvPr/>
          </p:nvSpPr>
          <p:spPr>
            <a:xfrm>
              <a:off x="380985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0" name="pg2390"/>
            <p:cNvSpPr/>
            <p:nvPr/>
          </p:nvSpPr>
          <p:spPr>
            <a:xfrm>
              <a:off x="382148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1" name="pg2391"/>
            <p:cNvSpPr/>
            <p:nvPr/>
          </p:nvSpPr>
          <p:spPr>
            <a:xfrm>
              <a:off x="383312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2" name="pg2392"/>
            <p:cNvSpPr/>
            <p:nvPr/>
          </p:nvSpPr>
          <p:spPr>
            <a:xfrm>
              <a:off x="384476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3" name="pg2393"/>
            <p:cNvSpPr/>
            <p:nvPr/>
          </p:nvSpPr>
          <p:spPr>
            <a:xfrm>
              <a:off x="385640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4" name="pg2394"/>
            <p:cNvSpPr/>
            <p:nvPr/>
          </p:nvSpPr>
          <p:spPr>
            <a:xfrm>
              <a:off x="386803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5" name="pg2395"/>
            <p:cNvSpPr/>
            <p:nvPr/>
          </p:nvSpPr>
          <p:spPr>
            <a:xfrm>
              <a:off x="387967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6" name="pg2396"/>
            <p:cNvSpPr/>
            <p:nvPr/>
          </p:nvSpPr>
          <p:spPr>
            <a:xfrm>
              <a:off x="389131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7" name="pg2397"/>
            <p:cNvSpPr/>
            <p:nvPr/>
          </p:nvSpPr>
          <p:spPr>
            <a:xfrm>
              <a:off x="390295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8" name="pg2398"/>
            <p:cNvSpPr/>
            <p:nvPr/>
          </p:nvSpPr>
          <p:spPr>
            <a:xfrm>
              <a:off x="391458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9" name="pg2399"/>
            <p:cNvSpPr/>
            <p:nvPr/>
          </p:nvSpPr>
          <p:spPr>
            <a:xfrm>
              <a:off x="392622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0" name="pg2400"/>
            <p:cNvSpPr/>
            <p:nvPr/>
          </p:nvSpPr>
          <p:spPr>
            <a:xfrm>
              <a:off x="393786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1" name="pg2401"/>
            <p:cNvSpPr/>
            <p:nvPr/>
          </p:nvSpPr>
          <p:spPr>
            <a:xfrm>
              <a:off x="394949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2" name="pg2402"/>
            <p:cNvSpPr/>
            <p:nvPr/>
          </p:nvSpPr>
          <p:spPr>
            <a:xfrm>
              <a:off x="396113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3" name="pg2403"/>
            <p:cNvSpPr/>
            <p:nvPr/>
          </p:nvSpPr>
          <p:spPr>
            <a:xfrm>
              <a:off x="397277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4" name="pg2404"/>
            <p:cNvSpPr/>
            <p:nvPr/>
          </p:nvSpPr>
          <p:spPr>
            <a:xfrm>
              <a:off x="398441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5" name="pg2405"/>
            <p:cNvSpPr/>
            <p:nvPr/>
          </p:nvSpPr>
          <p:spPr>
            <a:xfrm>
              <a:off x="399604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6" name="pg2406"/>
            <p:cNvSpPr/>
            <p:nvPr/>
          </p:nvSpPr>
          <p:spPr>
            <a:xfrm>
              <a:off x="400768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7" name="pg2407"/>
            <p:cNvSpPr/>
            <p:nvPr/>
          </p:nvSpPr>
          <p:spPr>
            <a:xfrm>
              <a:off x="401932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8" name="pg2408"/>
            <p:cNvSpPr/>
            <p:nvPr/>
          </p:nvSpPr>
          <p:spPr>
            <a:xfrm>
              <a:off x="403096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9" name="pg2409"/>
            <p:cNvSpPr/>
            <p:nvPr/>
          </p:nvSpPr>
          <p:spPr>
            <a:xfrm>
              <a:off x="404259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0" name="pg2410"/>
            <p:cNvSpPr/>
            <p:nvPr/>
          </p:nvSpPr>
          <p:spPr>
            <a:xfrm>
              <a:off x="405423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1" name="pg2411"/>
            <p:cNvSpPr/>
            <p:nvPr/>
          </p:nvSpPr>
          <p:spPr>
            <a:xfrm>
              <a:off x="406587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2" name="pg2412"/>
            <p:cNvSpPr/>
            <p:nvPr/>
          </p:nvSpPr>
          <p:spPr>
            <a:xfrm>
              <a:off x="407751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3" name="pg2413"/>
            <p:cNvSpPr/>
            <p:nvPr/>
          </p:nvSpPr>
          <p:spPr>
            <a:xfrm>
              <a:off x="408914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4" name="pg2414"/>
            <p:cNvSpPr/>
            <p:nvPr/>
          </p:nvSpPr>
          <p:spPr>
            <a:xfrm>
              <a:off x="410078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5" name="pg2415"/>
            <p:cNvSpPr/>
            <p:nvPr/>
          </p:nvSpPr>
          <p:spPr>
            <a:xfrm>
              <a:off x="411242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6" name="pg2416"/>
            <p:cNvSpPr/>
            <p:nvPr/>
          </p:nvSpPr>
          <p:spPr>
            <a:xfrm>
              <a:off x="412405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7" name="pg2417"/>
            <p:cNvSpPr/>
            <p:nvPr/>
          </p:nvSpPr>
          <p:spPr>
            <a:xfrm>
              <a:off x="413569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8" name="pg2418"/>
            <p:cNvSpPr/>
            <p:nvPr/>
          </p:nvSpPr>
          <p:spPr>
            <a:xfrm>
              <a:off x="414733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9" name="pg2419"/>
            <p:cNvSpPr/>
            <p:nvPr/>
          </p:nvSpPr>
          <p:spPr>
            <a:xfrm>
              <a:off x="426370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0" name="pg2420"/>
            <p:cNvSpPr/>
            <p:nvPr/>
          </p:nvSpPr>
          <p:spPr>
            <a:xfrm>
              <a:off x="427534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1" name="pg2421"/>
            <p:cNvSpPr/>
            <p:nvPr/>
          </p:nvSpPr>
          <p:spPr>
            <a:xfrm>
              <a:off x="428698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2" name="pg2422"/>
            <p:cNvSpPr/>
            <p:nvPr/>
          </p:nvSpPr>
          <p:spPr>
            <a:xfrm>
              <a:off x="429861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3" name="pg2423"/>
            <p:cNvSpPr/>
            <p:nvPr/>
          </p:nvSpPr>
          <p:spPr>
            <a:xfrm>
              <a:off x="455464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4" name="pg2424"/>
            <p:cNvSpPr/>
            <p:nvPr/>
          </p:nvSpPr>
          <p:spPr>
            <a:xfrm>
              <a:off x="456627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5" name="pg2425"/>
            <p:cNvSpPr/>
            <p:nvPr/>
          </p:nvSpPr>
          <p:spPr>
            <a:xfrm>
              <a:off x="457791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6" name="pg2426"/>
            <p:cNvSpPr/>
            <p:nvPr/>
          </p:nvSpPr>
          <p:spPr>
            <a:xfrm>
              <a:off x="458955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7" name="pg2427"/>
            <p:cNvSpPr/>
            <p:nvPr/>
          </p:nvSpPr>
          <p:spPr>
            <a:xfrm>
              <a:off x="460119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8" name="pg2428"/>
            <p:cNvSpPr/>
            <p:nvPr/>
          </p:nvSpPr>
          <p:spPr>
            <a:xfrm>
              <a:off x="325125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9" name="pg2429"/>
            <p:cNvSpPr/>
            <p:nvPr/>
          </p:nvSpPr>
          <p:spPr>
            <a:xfrm>
              <a:off x="326289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0" name="pg2430"/>
            <p:cNvSpPr/>
            <p:nvPr/>
          </p:nvSpPr>
          <p:spPr>
            <a:xfrm>
              <a:off x="360037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1" name="pg2431"/>
            <p:cNvSpPr/>
            <p:nvPr/>
          </p:nvSpPr>
          <p:spPr>
            <a:xfrm>
              <a:off x="361201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2" name="pg2432"/>
            <p:cNvSpPr/>
            <p:nvPr/>
          </p:nvSpPr>
          <p:spPr>
            <a:xfrm>
              <a:off x="362365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3" name="pg2433"/>
            <p:cNvSpPr/>
            <p:nvPr/>
          </p:nvSpPr>
          <p:spPr>
            <a:xfrm>
              <a:off x="363529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4" name="pg2434"/>
            <p:cNvSpPr/>
            <p:nvPr/>
          </p:nvSpPr>
          <p:spPr>
            <a:xfrm>
              <a:off x="364692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5" name="pg2435"/>
            <p:cNvSpPr/>
            <p:nvPr/>
          </p:nvSpPr>
          <p:spPr>
            <a:xfrm>
              <a:off x="365856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6" name="pg2436"/>
            <p:cNvSpPr/>
            <p:nvPr/>
          </p:nvSpPr>
          <p:spPr>
            <a:xfrm>
              <a:off x="367020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7" name="pg2437"/>
            <p:cNvSpPr/>
            <p:nvPr/>
          </p:nvSpPr>
          <p:spPr>
            <a:xfrm>
              <a:off x="368184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8" name="pg2438"/>
            <p:cNvSpPr/>
            <p:nvPr/>
          </p:nvSpPr>
          <p:spPr>
            <a:xfrm>
              <a:off x="369347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9" name="pg2439"/>
            <p:cNvSpPr/>
            <p:nvPr/>
          </p:nvSpPr>
          <p:spPr>
            <a:xfrm>
              <a:off x="370511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0" name="pg2440"/>
            <p:cNvSpPr/>
            <p:nvPr/>
          </p:nvSpPr>
          <p:spPr>
            <a:xfrm>
              <a:off x="371675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1" name="pg2441"/>
            <p:cNvSpPr/>
            <p:nvPr/>
          </p:nvSpPr>
          <p:spPr>
            <a:xfrm>
              <a:off x="372839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2" name="pg2442"/>
            <p:cNvSpPr/>
            <p:nvPr/>
          </p:nvSpPr>
          <p:spPr>
            <a:xfrm>
              <a:off x="374002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3" name="pg2443"/>
            <p:cNvSpPr/>
            <p:nvPr/>
          </p:nvSpPr>
          <p:spPr>
            <a:xfrm>
              <a:off x="375166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4" name="pg2444"/>
            <p:cNvSpPr/>
            <p:nvPr/>
          </p:nvSpPr>
          <p:spPr>
            <a:xfrm>
              <a:off x="376330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5" name="pg2445"/>
            <p:cNvSpPr/>
            <p:nvPr/>
          </p:nvSpPr>
          <p:spPr>
            <a:xfrm>
              <a:off x="377493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6" name="pg2446"/>
            <p:cNvSpPr/>
            <p:nvPr/>
          </p:nvSpPr>
          <p:spPr>
            <a:xfrm>
              <a:off x="378657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7" name="pg2447"/>
            <p:cNvSpPr/>
            <p:nvPr/>
          </p:nvSpPr>
          <p:spPr>
            <a:xfrm>
              <a:off x="379821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8" name="pg2448"/>
            <p:cNvSpPr/>
            <p:nvPr/>
          </p:nvSpPr>
          <p:spPr>
            <a:xfrm>
              <a:off x="380985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9" name="pg2449"/>
            <p:cNvSpPr/>
            <p:nvPr/>
          </p:nvSpPr>
          <p:spPr>
            <a:xfrm>
              <a:off x="382148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0" name="pg2450"/>
            <p:cNvSpPr/>
            <p:nvPr/>
          </p:nvSpPr>
          <p:spPr>
            <a:xfrm>
              <a:off x="383312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1" name="pg2451"/>
            <p:cNvSpPr/>
            <p:nvPr/>
          </p:nvSpPr>
          <p:spPr>
            <a:xfrm>
              <a:off x="384476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2" name="pg2452"/>
            <p:cNvSpPr/>
            <p:nvPr/>
          </p:nvSpPr>
          <p:spPr>
            <a:xfrm>
              <a:off x="385640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3" name="pg2453"/>
            <p:cNvSpPr/>
            <p:nvPr/>
          </p:nvSpPr>
          <p:spPr>
            <a:xfrm>
              <a:off x="386803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4" name="pg2454"/>
            <p:cNvSpPr/>
            <p:nvPr/>
          </p:nvSpPr>
          <p:spPr>
            <a:xfrm>
              <a:off x="387967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5" name="pg2455"/>
            <p:cNvSpPr/>
            <p:nvPr/>
          </p:nvSpPr>
          <p:spPr>
            <a:xfrm>
              <a:off x="389131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6" name="pg2456"/>
            <p:cNvSpPr/>
            <p:nvPr/>
          </p:nvSpPr>
          <p:spPr>
            <a:xfrm>
              <a:off x="390295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7" name="pg2457"/>
            <p:cNvSpPr/>
            <p:nvPr/>
          </p:nvSpPr>
          <p:spPr>
            <a:xfrm>
              <a:off x="391458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8" name="pg2458"/>
            <p:cNvSpPr/>
            <p:nvPr/>
          </p:nvSpPr>
          <p:spPr>
            <a:xfrm>
              <a:off x="392622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9" name="pg2459"/>
            <p:cNvSpPr/>
            <p:nvPr/>
          </p:nvSpPr>
          <p:spPr>
            <a:xfrm>
              <a:off x="393786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0" name="pg2460"/>
            <p:cNvSpPr/>
            <p:nvPr/>
          </p:nvSpPr>
          <p:spPr>
            <a:xfrm>
              <a:off x="394949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1" name="pg2461"/>
            <p:cNvSpPr/>
            <p:nvPr/>
          </p:nvSpPr>
          <p:spPr>
            <a:xfrm>
              <a:off x="396113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2" name="pg2462"/>
            <p:cNvSpPr/>
            <p:nvPr/>
          </p:nvSpPr>
          <p:spPr>
            <a:xfrm>
              <a:off x="397277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3" name="pg2463"/>
            <p:cNvSpPr/>
            <p:nvPr/>
          </p:nvSpPr>
          <p:spPr>
            <a:xfrm>
              <a:off x="398441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4" name="pg2464"/>
            <p:cNvSpPr/>
            <p:nvPr/>
          </p:nvSpPr>
          <p:spPr>
            <a:xfrm>
              <a:off x="399604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5" name="pg2465"/>
            <p:cNvSpPr/>
            <p:nvPr/>
          </p:nvSpPr>
          <p:spPr>
            <a:xfrm>
              <a:off x="400768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6" name="pg2466"/>
            <p:cNvSpPr/>
            <p:nvPr/>
          </p:nvSpPr>
          <p:spPr>
            <a:xfrm>
              <a:off x="401932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7" name="pg2467"/>
            <p:cNvSpPr/>
            <p:nvPr/>
          </p:nvSpPr>
          <p:spPr>
            <a:xfrm>
              <a:off x="403096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8" name="pg2468"/>
            <p:cNvSpPr/>
            <p:nvPr/>
          </p:nvSpPr>
          <p:spPr>
            <a:xfrm>
              <a:off x="404259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9" name="pg2469"/>
            <p:cNvSpPr/>
            <p:nvPr/>
          </p:nvSpPr>
          <p:spPr>
            <a:xfrm>
              <a:off x="405423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0" name="pg2470"/>
            <p:cNvSpPr/>
            <p:nvPr/>
          </p:nvSpPr>
          <p:spPr>
            <a:xfrm>
              <a:off x="406587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1" name="pg2471"/>
            <p:cNvSpPr/>
            <p:nvPr/>
          </p:nvSpPr>
          <p:spPr>
            <a:xfrm>
              <a:off x="407751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2" name="pg2472"/>
            <p:cNvSpPr/>
            <p:nvPr/>
          </p:nvSpPr>
          <p:spPr>
            <a:xfrm>
              <a:off x="408914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3" name="pg2473"/>
            <p:cNvSpPr/>
            <p:nvPr/>
          </p:nvSpPr>
          <p:spPr>
            <a:xfrm>
              <a:off x="410078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4" name="pg2474"/>
            <p:cNvSpPr/>
            <p:nvPr/>
          </p:nvSpPr>
          <p:spPr>
            <a:xfrm>
              <a:off x="411242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5" name="pg2475"/>
            <p:cNvSpPr/>
            <p:nvPr/>
          </p:nvSpPr>
          <p:spPr>
            <a:xfrm>
              <a:off x="412405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6" name="pg2476"/>
            <p:cNvSpPr/>
            <p:nvPr/>
          </p:nvSpPr>
          <p:spPr>
            <a:xfrm>
              <a:off x="413569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7" name="pg2477"/>
            <p:cNvSpPr/>
            <p:nvPr/>
          </p:nvSpPr>
          <p:spPr>
            <a:xfrm>
              <a:off x="414733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8" name="pg2478"/>
            <p:cNvSpPr/>
            <p:nvPr/>
          </p:nvSpPr>
          <p:spPr>
            <a:xfrm>
              <a:off x="425207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9" name="pg2479"/>
            <p:cNvSpPr/>
            <p:nvPr/>
          </p:nvSpPr>
          <p:spPr>
            <a:xfrm>
              <a:off x="426370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0" name="pg2480"/>
            <p:cNvSpPr/>
            <p:nvPr/>
          </p:nvSpPr>
          <p:spPr>
            <a:xfrm>
              <a:off x="427534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1" name="pg2481"/>
            <p:cNvSpPr/>
            <p:nvPr/>
          </p:nvSpPr>
          <p:spPr>
            <a:xfrm>
              <a:off x="428698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2" name="pg2482"/>
            <p:cNvSpPr/>
            <p:nvPr/>
          </p:nvSpPr>
          <p:spPr>
            <a:xfrm>
              <a:off x="429861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3" name="pg2483"/>
            <p:cNvSpPr/>
            <p:nvPr/>
          </p:nvSpPr>
          <p:spPr>
            <a:xfrm>
              <a:off x="431025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4" name="pg2484"/>
            <p:cNvSpPr/>
            <p:nvPr/>
          </p:nvSpPr>
          <p:spPr>
            <a:xfrm>
              <a:off x="432189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5" name="pg2485"/>
            <p:cNvSpPr/>
            <p:nvPr/>
          </p:nvSpPr>
          <p:spPr>
            <a:xfrm>
              <a:off x="455464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6" name="pg2486"/>
            <p:cNvSpPr/>
            <p:nvPr/>
          </p:nvSpPr>
          <p:spPr>
            <a:xfrm>
              <a:off x="456627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7" name="pg2487"/>
            <p:cNvSpPr/>
            <p:nvPr/>
          </p:nvSpPr>
          <p:spPr>
            <a:xfrm>
              <a:off x="457791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8" name="pg2488"/>
            <p:cNvSpPr/>
            <p:nvPr/>
          </p:nvSpPr>
          <p:spPr>
            <a:xfrm>
              <a:off x="458955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9" name="pg2489"/>
            <p:cNvSpPr/>
            <p:nvPr/>
          </p:nvSpPr>
          <p:spPr>
            <a:xfrm>
              <a:off x="460119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0" name="pg2490"/>
            <p:cNvSpPr/>
            <p:nvPr/>
          </p:nvSpPr>
          <p:spPr>
            <a:xfrm>
              <a:off x="323962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1" name="pg2491"/>
            <p:cNvSpPr/>
            <p:nvPr/>
          </p:nvSpPr>
          <p:spPr>
            <a:xfrm>
              <a:off x="325125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2" name="pg2492"/>
            <p:cNvSpPr/>
            <p:nvPr/>
          </p:nvSpPr>
          <p:spPr>
            <a:xfrm>
              <a:off x="326289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3" name="pg2493"/>
            <p:cNvSpPr/>
            <p:nvPr/>
          </p:nvSpPr>
          <p:spPr>
            <a:xfrm>
              <a:off x="327453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4" name="pg2494"/>
            <p:cNvSpPr/>
            <p:nvPr/>
          </p:nvSpPr>
          <p:spPr>
            <a:xfrm>
              <a:off x="328617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5" name="pg2495"/>
            <p:cNvSpPr/>
            <p:nvPr/>
          </p:nvSpPr>
          <p:spPr>
            <a:xfrm>
              <a:off x="360037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6" name="pg2496"/>
            <p:cNvSpPr/>
            <p:nvPr/>
          </p:nvSpPr>
          <p:spPr>
            <a:xfrm>
              <a:off x="361201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7" name="pg2497"/>
            <p:cNvSpPr/>
            <p:nvPr/>
          </p:nvSpPr>
          <p:spPr>
            <a:xfrm>
              <a:off x="362365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8" name="pg2498"/>
            <p:cNvSpPr/>
            <p:nvPr/>
          </p:nvSpPr>
          <p:spPr>
            <a:xfrm>
              <a:off x="363529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9" name="pg2499"/>
            <p:cNvSpPr/>
            <p:nvPr/>
          </p:nvSpPr>
          <p:spPr>
            <a:xfrm>
              <a:off x="364692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0" name="pg2500"/>
            <p:cNvSpPr/>
            <p:nvPr/>
          </p:nvSpPr>
          <p:spPr>
            <a:xfrm>
              <a:off x="365856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1" name="pg2501"/>
            <p:cNvSpPr/>
            <p:nvPr/>
          </p:nvSpPr>
          <p:spPr>
            <a:xfrm>
              <a:off x="3670203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2" name="pg2502"/>
            <p:cNvSpPr/>
            <p:nvPr/>
          </p:nvSpPr>
          <p:spPr>
            <a:xfrm>
              <a:off x="368184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3" name="pg2503"/>
            <p:cNvSpPr/>
            <p:nvPr/>
          </p:nvSpPr>
          <p:spPr>
            <a:xfrm>
              <a:off x="369347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4" name="pg2504"/>
            <p:cNvSpPr/>
            <p:nvPr/>
          </p:nvSpPr>
          <p:spPr>
            <a:xfrm>
              <a:off x="370511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5" name="pg2505"/>
            <p:cNvSpPr/>
            <p:nvPr/>
          </p:nvSpPr>
          <p:spPr>
            <a:xfrm>
              <a:off x="371675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6" name="pg2506"/>
            <p:cNvSpPr/>
            <p:nvPr/>
          </p:nvSpPr>
          <p:spPr>
            <a:xfrm>
              <a:off x="372839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7" name="pg2507"/>
            <p:cNvSpPr/>
            <p:nvPr/>
          </p:nvSpPr>
          <p:spPr>
            <a:xfrm>
              <a:off x="374002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8" name="pg2508"/>
            <p:cNvSpPr/>
            <p:nvPr/>
          </p:nvSpPr>
          <p:spPr>
            <a:xfrm>
              <a:off x="375166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9" name="pg2509"/>
            <p:cNvSpPr/>
            <p:nvPr/>
          </p:nvSpPr>
          <p:spPr>
            <a:xfrm>
              <a:off x="385640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0" name="pg2510"/>
            <p:cNvSpPr/>
            <p:nvPr/>
          </p:nvSpPr>
          <p:spPr>
            <a:xfrm>
              <a:off x="386803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1" name="pg2511"/>
            <p:cNvSpPr/>
            <p:nvPr/>
          </p:nvSpPr>
          <p:spPr>
            <a:xfrm>
              <a:off x="387967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2" name="pg2512"/>
            <p:cNvSpPr/>
            <p:nvPr/>
          </p:nvSpPr>
          <p:spPr>
            <a:xfrm>
              <a:off x="389131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3" name="pg2513"/>
            <p:cNvSpPr/>
            <p:nvPr/>
          </p:nvSpPr>
          <p:spPr>
            <a:xfrm>
              <a:off x="390295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4" name="pg2514"/>
            <p:cNvSpPr/>
            <p:nvPr/>
          </p:nvSpPr>
          <p:spPr>
            <a:xfrm>
              <a:off x="391458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5" name="pg2515"/>
            <p:cNvSpPr/>
            <p:nvPr/>
          </p:nvSpPr>
          <p:spPr>
            <a:xfrm>
              <a:off x="392622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6" name="pg2516"/>
            <p:cNvSpPr/>
            <p:nvPr/>
          </p:nvSpPr>
          <p:spPr>
            <a:xfrm>
              <a:off x="393786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7" name="pg2517"/>
            <p:cNvSpPr/>
            <p:nvPr/>
          </p:nvSpPr>
          <p:spPr>
            <a:xfrm>
              <a:off x="394949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8" name="pg2518"/>
            <p:cNvSpPr/>
            <p:nvPr/>
          </p:nvSpPr>
          <p:spPr>
            <a:xfrm>
              <a:off x="396113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9" name="pg2519"/>
            <p:cNvSpPr/>
            <p:nvPr/>
          </p:nvSpPr>
          <p:spPr>
            <a:xfrm>
              <a:off x="406587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0" name="pg2520"/>
            <p:cNvSpPr/>
            <p:nvPr/>
          </p:nvSpPr>
          <p:spPr>
            <a:xfrm>
              <a:off x="407751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1" name="pg2521"/>
            <p:cNvSpPr/>
            <p:nvPr/>
          </p:nvSpPr>
          <p:spPr>
            <a:xfrm>
              <a:off x="408914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2" name="pg2522"/>
            <p:cNvSpPr/>
            <p:nvPr/>
          </p:nvSpPr>
          <p:spPr>
            <a:xfrm>
              <a:off x="410078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3" name="pg2523"/>
            <p:cNvSpPr/>
            <p:nvPr/>
          </p:nvSpPr>
          <p:spPr>
            <a:xfrm>
              <a:off x="411242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4" name="pg2524"/>
            <p:cNvSpPr/>
            <p:nvPr/>
          </p:nvSpPr>
          <p:spPr>
            <a:xfrm>
              <a:off x="412405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5" name="pg2525"/>
            <p:cNvSpPr/>
            <p:nvPr/>
          </p:nvSpPr>
          <p:spPr>
            <a:xfrm>
              <a:off x="413569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6" name="pg2526"/>
            <p:cNvSpPr/>
            <p:nvPr/>
          </p:nvSpPr>
          <p:spPr>
            <a:xfrm>
              <a:off x="414733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7" name="pg2527"/>
            <p:cNvSpPr/>
            <p:nvPr/>
          </p:nvSpPr>
          <p:spPr>
            <a:xfrm>
              <a:off x="415897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8" name="pg2528"/>
            <p:cNvSpPr/>
            <p:nvPr/>
          </p:nvSpPr>
          <p:spPr>
            <a:xfrm>
              <a:off x="422879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9" name="pg2529"/>
            <p:cNvSpPr/>
            <p:nvPr/>
          </p:nvSpPr>
          <p:spPr>
            <a:xfrm>
              <a:off x="424043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0" name="pg2530"/>
            <p:cNvSpPr/>
            <p:nvPr/>
          </p:nvSpPr>
          <p:spPr>
            <a:xfrm>
              <a:off x="425207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1" name="pg2531"/>
            <p:cNvSpPr/>
            <p:nvPr/>
          </p:nvSpPr>
          <p:spPr>
            <a:xfrm>
              <a:off x="426370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2" name="pg2532"/>
            <p:cNvSpPr/>
            <p:nvPr/>
          </p:nvSpPr>
          <p:spPr>
            <a:xfrm>
              <a:off x="427534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3" name="pg2533"/>
            <p:cNvSpPr/>
            <p:nvPr/>
          </p:nvSpPr>
          <p:spPr>
            <a:xfrm>
              <a:off x="428698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4" name="pg2534"/>
            <p:cNvSpPr/>
            <p:nvPr/>
          </p:nvSpPr>
          <p:spPr>
            <a:xfrm>
              <a:off x="429861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5" name="pg2535"/>
            <p:cNvSpPr/>
            <p:nvPr/>
          </p:nvSpPr>
          <p:spPr>
            <a:xfrm>
              <a:off x="431025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6" name="pg2536"/>
            <p:cNvSpPr/>
            <p:nvPr/>
          </p:nvSpPr>
          <p:spPr>
            <a:xfrm>
              <a:off x="432189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7" name="pg2537"/>
            <p:cNvSpPr/>
            <p:nvPr/>
          </p:nvSpPr>
          <p:spPr>
            <a:xfrm>
              <a:off x="433353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8" name="pg2538"/>
            <p:cNvSpPr/>
            <p:nvPr/>
          </p:nvSpPr>
          <p:spPr>
            <a:xfrm>
              <a:off x="434516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9" name="pg2539"/>
            <p:cNvSpPr/>
            <p:nvPr/>
          </p:nvSpPr>
          <p:spPr>
            <a:xfrm>
              <a:off x="455464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0" name="pg2540"/>
            <p:cNvSpPr/>
            <p:nvPr/>
          </p:nvSpPr>
          <p:spPr>
            <a:xfrm>
              <a:off x="456627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1" name="pg2541"/>
            <p:cNvSpPr/>
            <p:nvPr/>
          </p:nvSpPr>
          <p:spPr>
            <a:xfrm>
              <a:off x="457791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2" name="pg2542"/>
            <p:cNvSpPr/>
            <p:nvPr/>
          </p:nvSpPr>
          <p:spPr>
            <a:xfrm>
              <a:off x="458955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3" name="pg2543"/>
            <p:cNvSpPr/>
            <p:nvPr/>
          </p:nvSpPr>
          <p:spPr>
            <a:xfrm>
              <a:off x="460119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4" name="pg2544"/>
            <p:cNvSpPr/>
            <p:nvPr/>
          </p:nvSpPr>
          <p:spPr>
            <a:xfrm>
              <a:off x="314652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5" name="pg2545"/>
            <p:cNvSpPr/>
            <p:nvPr/>
          </p:nvSpPr>
          <p:spPr>
            <a:xfrm>
              <a:off x="315816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6" name="pg2546"/>
            <p:cNvSpPr/>
            <p:nvPr/>
          </p:nvSpPr>
          <p:spPr>
            <a:xfrm>
              <a:off x="316979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7" name="pg2547"/>
            <p:cNvSpPr/>
            <p:nvPr/>
          </p:nvSpPr>
          <p:spPr>
            <a:xfrm>
              <a:off x="322798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8" name="pg2548"/>
            <p:cNvSpPr/>
            <p:nvPr/>
          </p:nvSpPr>
          <p:spPr>
            <a:xfrm>
              <a:off x="323962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9" name="pg2549"/>
            <p:cNvSpPr/>
            <p:nvPr/>
          </p:nvSpPr>
          <p:spPr>
            <a:xfrm>
              <a:off x="325125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0" name="pg2550"/>
            <p:cNvSpPr/>
            <p:nvPr/>
          </p:nvSpPr>
          <p:spPr>
            <a:xfrm>
              <a:off x="326289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1" name="pg2551"/>
            <p:cNvSpPr/>
            <p:nvPr/>
          </p:nvSpPr>
          <p:spPr>
            <a:xfrm>
              <a:off x="327453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2" name="pg2552"/>
            <p:cNvSpPr/>
            <p:nvPr/>
          </p:nvSpPr>
          <p:spPr>
            <a:xfrm>
              <a:off x="328617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3" name="pg2553"/>
            <p:cNvSpPr/>
            <p:nvPr/>
          </p:nvSpPr>
          <p:spPr>
            <a:xfrm>
              <a:off x="329780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4" name="pg2554"/>
            <p:cNvSpPr/>
            <p:nvPr/>
          </p:nvSpPr>
          <p:spPr>
            <a:xfrm>
              <a:off x="330944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5" name="pg2555"/>
            <p:cNvSpPr/>
            <p:nvPr/>
          </p:nvSpPr>
          <p:spPr>
            <a:xfrm>
              <a:off x="332108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6" name="pg2556"/>
            <p:cNvSpPr/>
            <p:nvPr/>
          </p:nvSpPr>
          <p:spPr>
            <a:xfrm>
              <a:off x="333272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7" name="pg2557"/>
            <p:cNvSpPr/>
            <p:nvPr/>
          </p:nvSpPr>
          <p:spPr>
            <a:xfrm>
              <a:off x="334435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8" name="pg2558"/>
            <p:cNvSpPr/>
            <p:nvPr/>
          </p:nvSpPr>
          <p:spPr>
            <a:xfrm>
              <a:off x="343745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9" name="pg2559"/>
            <p:cNvSpPr/>
            <p:nvPr/>
          </p:nvSpPr>
          <p:spPr>
            <a:xfrm>
              <a:off x="344909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0" name="pg2560"/>
            <p:cNvSpPr/>
            <p:nvPr/>
          </p:nvSpPr>
          <p:spPr>
            <a:xfrm>
              <a:off x="346073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1" name="pg2561"/>
            <p:cNvSpPr/>
            <p:nvPr/>
          </p:nvSpPr>
          <p:spPr>
            <a:xfrm>
              <a:off x="347236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2" name="pg2562"/>
            <p:cNvSpPr/>
            <p:nvPr/>
          </p:nvSpPr>
          <p:spPr>
            <a:xfrm>
              <a:off x="348400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3" name="pg2563"/>
            <p:cNvSpPr/>
            <p:nvPr/>
          </p:nvSpPr>
          <p:spPr>
            <a:xfrm>
              <a:off x="360037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4" name="pg2564"/>
            <p:cNvSpPr/>
            <p:nvPr/>
          </p:nvSpPr>
          <p:spPr>
            <a:xfrm>
              <a:off x="361201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5" name="pg2565"/>
            <p:cNvSpPr/>
            <p:nvPr/>
          </p:nvSpPr>
          <p:spPr>
            <a:xfrm>
              <a:off x="362365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6" name="pg2566"/>
            <p:cNvSpPr/>
            <p:nvPr/>
          </p:nvSpPr>
          <p:spPr>
            <a:xfrm>
              <a:off x="363529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7" name="pg2567"/>
            <p:cNvSpPr/>
            <p:nvPr/>
          </p:nvSpPr>
          <p:spPr>
            <a:xfrm>
              <a:off x="364692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8" name="pg2568"/>
            <p:cNvSpPr/>
            <p:nvPr/>
          </p:nvSpPr>
          <p:spPr>
            <a:xfrm>
              <a:off x="365856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9" name="pg2569"/>
            <p:cNvSpPr/>
            <p:nvPr/>
          </p:nvSpPr>
          <p:spPr>
            <a:xfrm>
              <a:off x="367020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0" name="pg2570"/>
            <p:cNvSpPr/>
            <p:nvPr/>
          </p:nvSpPr>
          <p:spPr>
            <a:xfrm>
              <a:off x="368184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1" name="pg2571"/>
            <p:cNvSpPr/>
            <p:nvPr/>
          </p:nvSpPr>
          <p:spPr>
            <a:xfrm>
              <a:off x="369347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2" name="pg2572"/>
            <p:cNvSpPr/>
            <p:nvPr/>
          </p:nvSpPr>
          <p:spPr>
            <a:xfrm>
              <a:off x="370511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3" name="pg2573"/>
            <p:cNvSpPr/>
            <p:nvPr/>
          </p:nvSpPr>
          <p:spPr>
            <a:xfrm>
              <a:off x="371675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4" name="pg2574"/>
            <p:cNvSpPr/>
            <p:nvPr/>
          </p:nvSpPr>
          <p:spPr>
            <a:xfrm>
              <a:off x="372839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5" name="pg2575"/>
            <p:cNvSpPr/>
            <p:nvPr/>
          </p:nvSpPr>
          <p:spPr>
            <a:xfrm>
              <a:off x="374002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6" name="pg2576"/>
            <p:cNvSpPr/>
            <p:nvPr/>
          </p:nvSpPr>
          <p:spPr>
            <a:xfrm>
              <a:off x="375166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7" name="pg2577"/>
            <p:cNvSpPr/>
            <p:nvPr/>
          </p:nvSpPr>
          <p:spPr>
            <a:xfrm>
              <a:off x="410078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8" name="pg2578"/>
            <p:cNvSpPr/>
            <p:nvPr/>
          </p:nvSpPr>
          <p:spPr>
            <a:xfrm>
              <a:off x="411242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9" name="pg2579"/>
            <p:cNvSpPr/>
            <p:nvPr/>
          </p:nvSpPr>
          <p:spPr>
            <a:xfrm>
              <a:off x="412405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0" name="pg2580"/>
            <p:cNvSpPr/>
            <p:nvPr/>
          </p:nvSpPr>
          <p:spPr>
            <a:xfrm>
              <a:off x="413569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1" name="pg2581"/>
            <p:cNvSpPr/>
            <p:nvPr/>
          </p:nvSpPr>
          <p:spPr>
            <a:xfrm>
              <a:off x="414733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2" name="pg2582"/>
            <p:cNvSpPr/>
            <p:nvPr/>
          </p:nvSpPr>
          <p:spPr>
            <a:xfrm>
              <a:off x="415897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3" name="pg2583"/>
            <p:cNvSpPr/>
            <p:nvPr/>
          </p:nvSpPr>
          <p:spPr>
            <a:xfrm>
              <a:off x="417060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4" name="pg2584"/>
            <p:cNvSpPr/>
            <p:nvPr/>
          </p:nvSpPr>
          <p:spPr>
            <a:xfrm>
              <a:off x="419388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5" name="pg2585"/>
            <p:cNvSpPr/>
            <p:nvPr/>
          </p:nvSpPr>
          <p:spPr>
            <a:xfrm>
              <a:off x="420552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6" name="pg2586"/>
            <p:cNvSpPr/>
            <p:nvPr/>
          </p:nvSpPr>
          <p:spPr>
            <a:xfrm>
              <a:off x="421715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7" name="pg2587"/>
            <p:cNvSpPr/>
            <p:nvPr/>
          </p:nvSpPr>
          <p:spPr>
            <a:xfrm>
              <a:off x="422879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8" name="pg2588"/>
            <p:cNvSpPr/>
            <p:nvPr/>
          </p:nvSpPr>
          <p:spPr>
            <a:xfrm>
              <a:off x="424043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9" name="pg2589"/>
            <p:cNvSpPr/>
            <p:nvPr/>
          </p:nvSpPr>
          <p:spPr>
            <a:xfrm>
              <a:off x="425207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0" name="pg2590"/>
            <p:cNvSpPr/>
            <p:nvPr/>
          </p:nvSpPr>
          <p:spPr>
            <a:xfrm>
              <a:off x="426370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1" name="pg2591"/>
            <p:cNvSpPr/>
            <p:nvPr/>
          </p:nvSpPr>
          <p:spPr>
            <a:xfrm>
              <a:off x="427534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2" name="pg2592"/>
            <p:cNvSpPr/>
            <p:nvPr/>
          </p:nvSpPr>
          <p:spPr>
            <a:xfrm>
              <a:off x="428698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3" name="pg2593"/>
            <p:cNvSpPr/>
            <p:nvPr/>
          </p:nvSpPr>
          <p:spPr>
            <a:xfrm>
              <a:off x="429861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4" name="pg2594"/>
            <p:cNvSpPr/>
            <p:nvPr/>
          </p:nvSpPr>
          <p:spPr>
            <a:xfrm>
              <a:off x="431025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5" name="pg2595"/>
            <p:cNvSpPr/>
            <p:nvPr/>
          </p:nvSpPr>
          <p:spPr>
            <a:xfrm>
              <a:off x="432189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6" name="pg2596"/>
            <p:cNvSpPr/>
            <p:nvPr/>
          </p:nvSpPr>
          <p:spPr>
            <a:xfrm>
              <a:off x="433353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7" name="pg2597"/>
            <p:cNvSpPr/>
            <p:nvPr/>
          </p:nvSpPr>
          <p:spPr>
            <a:xfrm>
              <a:off x="434516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8" name="pg2598"/>
            <p:cNvSpPr/>
            <p:nvPr/>
          </p:nvSpPr>
          <p:spPr>
            <a:xfrm>
              <a:off x="435680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9" name="pg2599"/>
            <p:cNvSpPr/>
            <p:nvPr/>
          </p:nvSpPr>
          <p:spPr>
            <a:xfrm>
              <a:off x="456627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0" name="pg2600"/>
            <p:cNvSpPr/>
            <p:nvPr/>
          </p:nvSpPr>
          <p:spPr>
            <a:xfrm>
              <a:off x="457791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1" name="pg2601"/>
            <p:cNvSpPr/>
            <p:nvPr/>
          </p:nvSpPr>
          <p:spPr>
            <a:xfrm>
              <a:off x="458955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2" name="pg2602"/>
            <p:cNvSpPr/>
            <p:nvPr/>
          </p:nvSpPr>
          <p:spPr>
            <a:xfrm>
              <a:off x="460119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3" name="pg2603"/>
            <p:cNvSpPr/>
            <p:nvPr/>
          </p:nvSpPr>
          <p:spPr>
            <a:xfrm>
              <a:off x="312324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4" name="pg2604"/>
            <p:cNvSpPr/>
            <p:nvPr/>
          </p:nvSpPr>
          <p:spPr>
            <a:xfrm>
              <a:off x="313488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5" name="pg2605"/>
            <p:cNvSpPr/>
            <p:nvPr/>
          </p:nvSpPr>
          <p:spPr>
            <a:xfrm>
              <a:off x="314652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6" name="pg2606"/>
            <p:cNvSpPr/>
            <p:nvPr/>
          </p:nvSpPr>
          <p:spPr>
            <a:xfrm>
              <a:off x="315816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7" name="pg2607"/>
            <p:cNvSpPr/>
            <p:nvPr/>
          </p:nvSpPr>
          <p:spPr>
            <a:xfrm>
              <a:off x="316979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8" name="pg2608"/>
            <p:cNvSpPr/>
            <p:nvPr/>
          </p:nvSpPr>
          <p:spPr>
            <a:xfrm>
              <a:off x="318143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9" name="pg2609"/>
            <p:cNvSpPr/>
            <p:nvPr/>
          </p:nvSpPr>
          <p:spPr>
            <a:xfrm>
              <a:off x="321634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0" name="pg2610"/>
            <p:cNvSpPr/>
            <p:nvPr/>
          </p:nvSpPr>
          <p:spPr>
            <a:xfrm>
              <a:off x="322798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1" name="pg2611"/>
            <p:cNvSpPr/>
            <p:nvPr/>
          </p:nvSpPr>
          <p:spPr>
            <a:xfrm>
              <a:off x="323962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2" name="pg2612"/>
            <p:cNvSpPr/>
            <p:nvPr/>
          </p:nvSpPr>
          <p:spPr>
            <a:xfrm>
              <a:off x="325125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3" name="pg2613"/>
            <p:cNvSpPr/>
            <p:nvPr/>
          </p:nvSpPr>
          <p:spPr>
            <a:xfrm>
              <a:off x="326289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4" name="pg2614"/>
            <p:cNvSpPr/>
            <p:nvPr/>
          </p:nvSpPr>
          <p:spPr>
            <a:xfrm>
              <a:off x="327453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5" name="pg2615"/>
            <p:cNvSpPr/>
            <p:nvPr/>
          </p:nvSpPr>
          <p:spPr>
            <a:xfrm>
              <a:off x="328617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6" name="pg2616"/>
            <p:cNvSpPr/>
            <p:nvPr/>
          </p:nvSpPr>
          <p:spPr>
            <a:xfrm>
              <a:off x="329780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7" name="pg2617"/>
            <p:cNvSpPr/>
            <p:nvPr/>
          </p:nvSpPr>
          <p:spPr>
            <a:xfrm>
              <a:off x="330944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8" name="pg2618"/>
            <p:cNvSpPr/>
            <p:nvPr/>
          </p:nvSpPr>
          <p:spPr>
            <a:xfrm>
              <a:off x="332108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9" name="pg2619"/>
            <p:cNvSpPr/>
            <p:nvPr/>
          </p:nvSpPr>
          <p:spPr>
            <a:xfrm>
              <a:off x="333272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0" name="pg2620"/>
            <p:cNvSpPr/>
            <p:nvPr/>
          </p:nvSpPr>
          <p:spPr>
            <a:xfrm>
              <a:off x="334435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1" name="pg2621"/>
            <p:cNvSpPr/>
            <p:nvPr/>
          </p:nvSpPr>
          <p:spPr>
            <a:xfrm>
              <a:off x="335599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2" name="pg2622"/>
            <p:cNvSpPr/>
            <p:nvPr/>
          </p:nvSpPr>
          <p:spPr>
            <a:xfrm>
              <a:off x="336763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3" name="pg2623"/>
            <p:cNvSpPr/>
            <p:nvPr/>
          </p:nvSpPr>
          <p:spPr>
            <a:xfrm>
              <a:off x="342581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4" name="pg2624"/>
            <p:cNvSpPr/>
            <p:nvPr/>
          </p:nvSpPr>
          <p:spPr>
            <a:xfrm>
              <a:off x="343745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5" name="pg2625"/>
            <p:cNvSpPr/>
            <p:nvPr/>
          </p:nvSpPr>
          <p:spPr>
            <a:xfrm>
              <a:off x="344909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6" name="pg2626"/>
            <p:cNvSpPr/>
            <p:nvPr/>
          </p:nvSpPr>
          <p:spPr>
            <a:xfrm>
              <a:off x="346073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7" name="pg2627"/>
            <p:cNvSpPr/>
            <p:nvPr/>
          </p:nvSpPr>
          <p:spPr>
            <a:xfrm>
              <a:off x="347236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8" name="pg2628"/>
            <p:cNvSpPr/>
            <p:nvPr/>
          </p:nvSpPr>
          <p:spPr>
            <a:xfrm>
              <a:off x="348400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9" name="pg2629"/>
            <p:cNvSpPr/>
            <p:nvPr/>
          </p:nvSpPr>
          <p:spPr>
            <a:xfrm>
              <a:off x="349564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0" name="pg2630"/>
            <p:cNvSpPr/>
            <p:nvPr/>
          </p:nvSpPr>
          <p:spPr>
            <a:xfrm>
              <a:off x="350728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1" name="pg2631"/>
            <p:cNvSpPr/>
            <p:nvPr/>
          </p:nvSpPr>
          <p:spPr>
            <a:xfrm>
              <a:off x="362365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2" name="pg2632"/>
            <p:cNvSpPr/>
            <p:nvPr/>
          </p:nvSpPr>
          <p:spPr>
            <a:xfrm>
              <a:off x="363529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3" name="pg2633"/>
            <p:cNvSpPr/>
            <p:nvPr/>
          </p:nvSpPr>
          <p:spPr>
            <a:xfrm>
              <a:off x="364692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4" name="pg2634"/>
            <p:cNvSpPr/>
            <p:nvPr/>
          </p:nvSpPr>
          <p:spPr>
            <a:xfrm>
              <a:off x="365856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5" name="pg2635"/>
            <p:cNvSpPr/>
            <p:nvPr/>
          </p:nvSpPr>
          <p:spPr>
            <a:xfrm>
              <a:off x="367020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6" name="pg2636"/>
            <p:cNvSpPr/>
            <p:nvPr/>
          </p:nvSpPr>
          <p:spPr>
            <a:xfrm>
              <a:off x="368184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7" name="pg2637"/>
            <p:cNvSpPr/>
            <p:nvPr/>
          </p:nvSpPr>
          <p:spPr>
            <a:xfrm>
              <a:off x="369347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8" name="pg2638"/>
            <p:cNvSpPr/>
            <p:nvPr/>
          </p:nvSpPr>
          <p:spPr>
            <a:xfrm>
              <a:off x="370511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9" name="pg2639"/>
            <p:cNvSpPr/>
            <p:nvPr/>
          </p:nvSpPr>
          <p:spPr>
            <a:xfrm>
              <a:off x="371675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0" name="pg2640"/>
            <p:cNvSpPr/>
            <p:nvPr/>
          </p:nvSpPr>
          <p:spPr>
            <a:xfrm>
              <a:off x="372839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1" name="pg2641"/>
            <p:cNvSpPr/>
            <p:nvPr/>
          </p:nvSpPr>
          <p:spPr>
            <a:xfrm>
              <a:off x="374002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2" name="pg2642"/>
            <p:cNvSpPr/>
            <p:nvPr/>
          </p:nvSpPr>
          <p:spPr>
            <a:xfrm>
              <a:off x="375166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3" name="pg2643"/>
            <p:cNvSpPr/>
            <p:nvPr/>
          </p:nvSpPr>
          <p:spPr>
            <a:xfrm>
              <a:off x="411242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4" name="pg2644"/>
            <p:cNvSpPr/>
            <p:nvPr/>
          </p:nvSpPr>
          <p:spPr>
            <a:xfrm>
              <a:off x="412405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5" name="pg2645"/>
            <p:cNvSpPr/>
            <p:nvPr/>
          </p:nvSpPr>
          <p:spPr>
            <a:xfrm>
              <a:off x="413569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6" name="pg2646"/>
            <p:cNvSpPr/>
            <p:nvPr/>
          </p:nvSpPr>
          <p:spPr>
            <a:xfrm>
              <a:off x="414733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7" name="pg2647"/>
            <p:cNvSpPr/>
            <p:nvPr/>
          </p:nvSpPr>
          <p:spPr>
            <a:xfrm>
              <a:off x="415897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8" name="pg2648"/>
            <p:cNvSpPr/>
            <p:nvPr/>
          </p:nvSpPr>
          <p:spPr>
            <a:xfrm>
              <a:off x="417060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9" name="pg2649"/>
            <p:cNvSpPr/>
            <p:nvPr/>
          </p:nvSpPr>
          <p:spPr>
            <a:xfrm>
              <a:off x="418224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0" name="pg2650"/>
            <p:cNvSpPr/>
            <p:nvPr/>
          </p:nvSpPr>
          <p:spPr>
            <a:xfrm>
              <a:off x="419388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1" name="pg2651"/>
            <p:cNvSpPr/>
            <p:nvPr/>
          </p:nvSpPr>
          <p:spPr>
            <a:xfrm>
              <a:off x="420552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2" name="pg2652"/>
            <p:cNvSpPr/>
            <p:nvPr/>
          </p:nvSpPr>
          <p:spPr>
            <a:xfrm>
              <a:off x="421715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3" name="pg2653"/>
            <p:cNvSpPr/>
            <p:nvPr/>
          </p:nvSpPr>
          <p:spPr>
            <a:xfrm>
              <a:off x="422879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4" name="pg2654"/>
            <p:cNvSpPr/>
            <p:nvPr/>
          </p:nvSpPr>
          <p:spPr>
            <a:xfrm>
              <a:off x="424043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5" name="pg2655"/>
            <p:cNvSpPr/>
            <p:nvPr/>
          </p:nvSpPr>
          <p:spPr>
            <a:xfrm>
              <a:off x="425207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6" name="pg2656"/>
            <p:cNvSpPr/>
            <p:nvPr/>
          </p:nvSpPr>
          <p:spPr>
            <a:xfrm>
              <a:off x="426370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7" name="pg2657"/>
            <p:cNvSpPr/>
            <p:nvPr/>
          </p:nvSpPr>
          <p:spPr>
            <a:xfrm>
              <a:off x="427534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8" name="pg2658"/>
            <p:cNvSpPr/>
            <p:nvPr/>
          </p:nvSpPr>
          <p:spPr>
            <a:xfrm>
              <a:off x="428698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9" name="pg2659"/>
            <p:cNvSpPr/>
            <p:nvPr/>
          </p:nvSpPr>
          <p:spPr>
            <a:xfrm>
              <a:off x="429861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0" name="pg2660"/>
            <p:cNvSpPr/>
            <p:nvPr/>
          </p:nvSpPr>
          <p:spPr>
            <a:xfrm>
              <a:off x="431025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1" name="pg2661"/>
            <p:cNvSpPr/>
            <p:nvPr/>
          </p:nvSpPr>
          <p:spPr>
            <a:xfrm>
              <a:off x="432189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2" name="pg2662"/>
            <p:cNvSpPr/>
            <p:nvPr/>
          </p:nvSpPr>
          <p:spPr>
            <a:xfrm>
              <a:off x="433353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3" name="pg2663"/>
            <p:cNvSpPr/>
            <p:nvPr/>
          </p:nvSpPr>
          <p:spPr>
            <a:xfrm>
              <a:off x="434516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4" name="pg2664"/>
            <p:cNvSpPr/>
            <p:nvPr/>
          </p:nvSpPr>
          <p:spPr>
            <a:xfrm>
              <a:off x="435680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5" name="pg2665"/>
            <p:cNvSpPr/>
            <p:nvPr/>
          </p:nvSpPr>
          <p:spPr>
            <a:xfrm>
              <a:off x="436844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6" name="pg2666"/>
            <p:cNvSpPr/>
            <p:nvPr/>
          </p:nvSpPr>
          <p:spPr>
            <a:xfrm>
              <a:off x="456627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7" name="pg2667"/>
            <p:cNvSpPr/>
            <p:nvPr/>
          </p:nvSpPr>
          <p:spPr>
            <a:xfrm>
              <a:off x="457791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8" name="pg2668"/>
            <p:cNvSpPr/>
            <p:nvPr/>
          </p:nvSpPr>
          <p:spPr>
            <a:xfrm>
              <a:off x="458955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9" name="pg2669"/>
            <p:cNvSpPr/>
            <p:nvPr/>
          </p:nvSpPr>
          <p:spPr>
            <a:xfrm>
              <a:off x="460119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0" name="pg2670"/>
            <p:cNvSpPr/>
            <p:nvPr/>
          </p:nvSpPr>
          <p:spPr>
            <a:xfrm>
              <a:off x="461282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1" name="pg2671"/>
            <p:cNvSpPr/>
            <p:nvPr/>
          </p:nvSpPr>
          <p:spPr>
            <a:xfrm>
              <a:off x="311161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2" name="pg2672"/>
            <p:cNvSpPr/>
            <p:nvPr/>
          </p:nvSpPr>
          <p:spPr>
            <a:xfrm>
              <a:off x="312324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3" name="pg2673"/>
            <p:cNvSpPr/>
            <p:nvPr/>
          </p:nvSpPr>
          <p:spPr>
            <a:xfrm>
              <a:off x="313488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4" name="pg2674"/>
            <p:cNvSpPr/>
            <p:nvPr/>
          </p:nvSpPr>
          <p:spPr>
            <a:xfrm>
              <a:off x="314652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5" name="pg2675"/>
            <p:cNvSpPr/>
            <p:nvPr/>
          </p:nvSpPr>
          <p:spPr>
            <a:xfrm>
              <a:off x="315816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6" name="pg2676"/>
            <p:cNvSpPr/>
            <p:nvPr/>
          </p:nvSpPr>
          <p:spPr>
            <a:xfrm>
              <a:off x="316979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7" name="pg2677"/>
            <p:cNvSpPr/>
            <p:nvPr/>
          </p:nvSpPr>
          <p:spPr>
            <a:xfrm>
              <a:off x="318143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8" name="pg2678"/>
            <p:cNvSpPr/>
            <p:nvPr/>
          </p:nvSpPr>
          <p:spPr>
            <a:xfrm>
              <a:off x="319307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9" name="pg2679"/>
            <p:cNvSpPr/>
            <p:nvPr/>
          </p:nvSpPr>
          <p:spPr>
            <a:xfrm>
              <a:off x="320471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0" name="pg2680"/>
            <p:cNvSpPr/>
            <p:nvPr/>
          </p:nvSpPr>
          <p:spPr>
            <a:xfrm>
              <a:off x="321634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1" name="pg2681"/>
            <p:cNvSpPr/>
            <p:nvPr/>
          </p:nvSpPr>
          <p:spPr>
            <a:xfrm>
              <a:off x="322798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2" name="pg2682"/>
            <p:cNvSpPr/>
            <p:nvPr/>
          </p:nvSpPr>
          <p:spPr>
            <a:xfrm>
              <a:off x="323962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3" name="pg2683"/>
            <p:cNvSpPr/>
            <p:nvPr/>
          </p:nvSpPr>
          <p:spPr>
            <a:xfrm>
              <a:off x="325125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4" name="pg2684"/>
            <p:cNvSpPr/>
            <p:nvPr/>
          </p:nvSpPr>
          <p:spPr>
            <a:xfrm>
              <a:off x="326289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5" name="pg2685"/>
            <p:cNvSpPr/>
            <p:nvPr/>
          </p:nvSpPr>
          <p:spPr>
            <a:xfrm>
              <a:off x="327453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6" name="pg2686"/>
            <p:cNvSpPr/>
            <p:nvPr/>
          </p:nvSpPr>
          <p:spPr>
            <a:xfrm>
              <a:off x="328617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7" name="pg2687"/>
            <p:cNvSpPr/>
            <p:nvPr/>
          </p:nvSpPr>
          <p:spPr>
            <a:xfrm>
              <a:off x="329780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8" name="pg2688"/>
            <p:cNvSpPr/>
            <p:nvPr/>
          </p:nvSpPr>
          <p:spPr>
            <a:xfrm>
              <a:off x="330944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9" name="pg2689"/>
            <p:cNvSpPr/>
            <p:nvPr/>
          </p:nvSpPr>
          <p:spPr>
            <a:xfrm>
              <a:off x="332108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0" name="pg2690"/>
            <p:cNvSpPr/>
            <p:nvPr/>
          </p:nvSpPr>
          <p:spPr>
            <a:xfrm>
              <a:off x="333272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1" name="pg2691"/>
            <p:cNvSpPr/>
            <p:nvPr/>
          </p:nvSpPr>
          <p:spPr>
            <a:xfrm>
              <a:off x="334435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2" name="pg2692"/>
            <p:cNvSpPr/>
            <p:nvPr/>
          </p:nvSpPr>
          <p:spPr>
            <a:xfrm>
              <a:off x="335599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3" name="pg2693"/>
            <p:cNvSpPr/>
            <p:nvPr/>
          </p:nvSpPr>
          <p:spPr>
            <a:xfrm>
              <a:off x="336763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4" name="pg2694"/>
            <p:cNvSpPr/>
            <p:nvPr/>
          </p:nvSpPr>
          <p:spPr>
            <a:xfrm>
              <a:off x="337927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5" name="pg2695"/>
            <p:cNvSpPr/>
            <p:nvPr/>
          </p:nvSpPr>
          <p:spPr>
            <a:xfrm>
              <a:off x="339090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6" name="pg2696"/>
            <p:cNvSpPr/>
            <p:nvPr/>
          </p:nvSpPr>
          <p:spPr>
            <a:xfrm>
              <a:off x="340254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7" name="pg2697"/>
            <p:cNvSpPr/>
            <p:nvPr/>
          </p:nvSpPr>
          <p:spPr>
            <a:xfrm>
              <a:off x="341418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8" name="pg2698"/>
            <p:cNvSpPr/>
            <p:nvPr/>
          </p:nvSpPr>
          <p:spPr>
            <a:xfrm>
              <a:off x="342581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9" name="pg2699"/>
            <p:cNvSpPr/>
            <p:nvPr/>
          </p:nvSpPr>
          <p:spPr>
            <a:xfrm>
              <a:off x="343745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0" name="pg2700"/>
            <p:cNvSpPr/>
            <p:nvPr/>
          </p:nvSpPr>
          <p:spPr>
            <a:xfrm>
              <a:off x="344909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1" name="pg2701"/>
            <p:cNvSpPr/>
            <p:nvPr/>
          </p:nvSpPr>
          <p:spPr>
            <a:xfrm>
              <a:off x="346073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2" name="pg2702"/>
            <p:cNvSpPr/>
            <p:nvPr/>
          </p:nvSpPr>
          <p:spPr>
            <a:xfrm>
              <a:off x="347236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3" name="pg2703"/>
            <p:cNvSpPr/>
            <p:nvPr/>
          </p:nvSpPr>
          <p:spPr>
            <a:xfrm>
              <a:off x="348400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4" name="pg2704"/>
            <p:cNvSpPr/>
            <p:nvPr/>
          </p:nvSpPr>
          <p:spPr>
            <a:xfrm>
              <a:off x="349564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5" name="pg2705"/>
            <p:cNvSpPr/>
            <p:nvPr/>
          </p:nvSpPr>
          <p:spPr>
            <a:xfrm>
              <a:off x="350728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6" name="pg2706"/>
            <p:cNvSpPr/>
            <p:nvPr/>
          </p:nvSpPr>
          <p:spPr>
            <a:xfrm>
              <a:off x="351891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7" name="pg2707"/>
            <p:cNvSpPr/>
            <p:nvPr/>
          </p:nvSpPr>
          <p:spPr>
            <a:xfrm>
              <a:off x="353055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8" name="pg2708"/>
            <p:cNvSpPr/>
            <p:nvPr/>
          </p:nvSpPr>
          <p:spPr>
            <a:xfrm>
              <a:off x="354219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9" name="pg2709"/>
            <p:cNvSpPr/>
            <p:nvPr/>
          </p:nvSpPr>
          <p:spPr>
            <a:xfrm>
              <a:off x="363529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0" name="pg2710"/>
            <p:cNvSpPr/>
            <p:nvPr/>
          </p:nvSpPr>
          <p:spPr>
            <a:xfrm>
              <a:off x="364692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1" name="pg2711"/>
            <p:cNvSpPr/>
            <p:nvPr/>
          </p:nvSpPr>
          <p:spPr>
            <a:xfrm>
              <a:off x="365856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2" name="pg2712"/>
            <p:cNvSpPr/>
            <p:nvPr/>
          </p:nvSpPr>
          <p:spPr>
            <a:xfrm>
              <a:off x="368184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3" name="pg2713"/>
            <p:cNvSpPr/>
            <p:nvPr/>
          </p:nvSpPr>
          <p:spPr>
            <a:xfrm>
              <a:off x="369347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4" name="pg2714"/>
            <p:cNvSpPr/>
            <p:nvPr/>
          </p:nvSpPr>
          <p:spPr>
            <a:xfrm>
              <a:off x="370511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5" name="pg2715"/>
            <p:cNvSpPr/>
            <p:nvPr/>
          </p:nvSpPr>
          <p:spPr>
            <a:xfrm>
              <a:off x="371675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6" name="pg2716"/>
            <p:cNvSpPr/>
            <p:nvPr/>
          </p:nvSpPr>
          <p:spPr>
            <a:xfrm>
              <a:off x="372839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7" name="pg2717"/>
            <p:cNvSpPr/>
            <p:nvPr/>
          </p:nvSpPr>
          <p:spPr>
            <a:xfrm>
              <a:off x="374002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8" name="pg2718"/>
            <p:cNvSpPr/>
            <p:nvPr/>
          </p:nvSpPr>
          <p:spPr>
            <a:xfrm>
              <a:off x="375166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9" name="pg2719"/>
            <p:cNvSpPr/>
            <p:nvPr/>
          </p:nvSpPr>
          <p:spPr>
            <a:xfrm>
              <a:off x="412405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0" name="pg2720"/>
            <p:cNvSpPr/>
            <p:nvPr/>
          </p:nvSpPr>
          <p:spPr>
            <a:xfrm>
              <a:off x="413569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1" name="pg2721"/>
            <p:cNvSpPr/>
            <p:nvPr/>
          </p:nvSpPr>
          <p:spPr>
            <a:xfrm>
              <a:off x="414733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2" name="pg2722"/>
            <p:cNvSpPr/>
            <p:nvPr/>
          </p:nvSpPr>
          <p:spPr>
            <a:xfrm>
              <a:off x="415897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3" name="pg2723"/>
            <p:cNvSpPr/>
            <p:nvPr/>
          </p:nvSpPr>
          <p:spPr>
            <a:xfrm>
              <a:off x="417060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4" name="pg2724"/>
            <p:cNvSpPr/>
            <p:nvPr/>
          </p:nvSpPr>
          <p:spPr>
            <a:xfrm>
              <a:off x="418224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5" name="pg2725"/>
            <p:cNvSpPr/>
            <p:nvPr/>
          </p:nvSpPr>
          <p:spPr>
            <a:xfrm>
              <a:off x="419388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6" name="pg2726"/>
            <p:cNvSpPr/>
            <p:nvPr/>
          </p:nvSpPr>
          <p:spPr>
            <a:xfrm>
              <a:off x="420552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7" name="pg2727"/>
            <p:cNvSpPr/>
            <p:nvPr/>
          </p:nvSpPr>
          <p:spPr>
            <a:xfrm>
              <a:off x="421715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8" name="pg2728"/>
            <p:cNvSpPr/>
            <p:nvPr/>
          </p:nvSpPr>
          <p:spPr>
            <a:xfrm>
              <a:off x="422879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9" name="pg2729"/>
            <p:cNvSpPr/>
            <p:nvPr/>
          </p:nvSpPr>
          <p:spPr>
            <a:xfrm>
              <a:off x="424043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0" name="pg2730"/>
            <p:cNvSpPr/>
            <p:nvPr/>
          </p:nvSpPr>
          <p:spPr>
            <a:xfrm>
              <a:off x="425207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1" name="pg2731"/>
            <p:cNvSpPr/>
            <p:nvPr/>
          </p:nvSpPr>
          <p:spPr>
            <a:xfrm>
              <a:off x="426370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2" name="pg2732"/>
            <p:cNvSpPr/>
            <p:nvPr/>
          </p:nvSpPr>
          <p:spPr>
            <a:xfrm>
              <a:off x="427534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3" name="pg2733"/>
            <p:cNvSpPr/>
            <p:nvPr/>
          </p:nvSpPr>
          <p:spPr>
            <a:xfrm>
              <a:off x="431025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4" name="pg2734"/>
            <p:cNvSpPr/>
            <p:nvPr/>
          </p:nvSpPr>
          <p:spPr>
            <a:xfrm>
              <a:off x="432189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5" name="pg2735"/>
            <p:cNvSpPr/>
            <p:nvPr/>
          </p:nvSpPr>
          <p:spPr>
            <a:xfrm>
              <a:off x="433353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6" name="pg2736"/>
            <p:cNvSpPr/>
            <p:nvPr/>
          </p:nvSpPr>
          <p:spPr>
            <a:xfrm>
              <a:off x="434516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7" name="pg2737"/>
            <p:cNvSpPr/>
            <p:nvPr/>
          </p:nvSpPr>
          <p:spPr>
            <a:xfrm>
              <a:off x="435680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8" name="pg2738"/>
            <p:cNvSpPr/>
            <p:nvPr/>
          </p:nvSpPr>
          <p:spPr>
            <a:xfrm>
              <a:off x="436844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9" name="pg2739"/>
            <p:cNvSpPr/>
            <p:nvPr/>
          </p:nvSpPr>
          <p:spPr>
            <a:xfrm>
              <a:off x="438008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0" name="pg2740"/>
            <p:cNvSpPr/>
            <p:nvPr/>
          </p:nvSpPr>
          <p:spPr>
            <a:xfrm>
              <a:off x="456627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1" name="pg2741"/>
            <p:cNvSpPr/>
            <p:nvPr/>
          </p:nvSpPr>
          <p:spPr>
            <a:xfrm>
              <a:off x="457791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2" name="pg2742"/>
            <p:cNvSpPr/>
            <p:nvPr/>
          </p:nvSpPr>
          <p:spPr>
            <a:xfrm>
              <a:off x="458955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3" name="pg2743"/>
            <p:cNvSpPr/>
            <p:nvPr/>
          </p:nvSpPr>
          <p:spPr>
            <a:xfrm>
              <a:off x="460119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4" name="pg2744"/>
            <p:cNvSpPr/>
            <p:nvPr/>
          </p:nvSpPr>
          <p:spPr>
            <a:xfrm>
              <a:off x="461282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5" name="pg2745"/>
            <p:cNvSpPr/>
            <p:nvPr/>
          </p:nvSpPr>
          <p:spPr>
            <a:xfrm>
              <a:off x="311161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6" name="pg2746"/>
            <p:cNvSpPr/>
            <p:nvPr/>
          </p:nvSpPr>
          <p:spPr>
            <a:xfrm>
              <a:off x="312324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7" name="pg2747"/>
            <p:cNvSpPr/>
            <p:nvPr/>
          </p:nvSpPr>
          <p:spPr>
            <a:xfrm>
              <a:off x="313488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8" name="pg2748"/>
            <p:cNvSpPr/>
            <p:nvPr/>
          </p:nvSpPr>
          <p:spPr>
            <a:xfrm>
              <a:off x="314652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9" name="pg2749"/>
            <p:cNvSpPr/>
            <p:nvPr/>
          </p:nvSpPr>
          <p:spPr>
            <a:xfrm>
              <a:off x="315816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0" name="pg2750"/>
            <p:cNvSpPr/>
            <p:nvPr/>
          </p:nvSpPr>
          <p:spPr>
            <a:xfrm>
              <a:off x="316979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1" name="pg2751"/>
            <p:cNvSpPr/>
            <p:nvPr/>
          </p:nvSpPr>
          <p:spPr>
            <a:xfrm>
              <a:off x="318143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2" name="pg2752"/>
            <p:cNvSpPr/>
            <p:nvPr/>
          </p:nvSpPr>
          <p:spPr>
            <a:xfrm>
              <a:off x="319307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3" name="pg2753"/>
            <p:cNvSpPr/>
            <p:nvPr/>
          </p:nvSpPr>
          <p:spPr>
            <a:xfrm>
              <a:off x="320471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4" name="pg2754"/>
            <p:cNvSpPr/>
            <p:nvPr/>
          </p:nvSpPr>
          <p:spPr>
            <a:xfrm>
              <a:off x="321634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5" name="pg2755"/>
            <p:cNvSpPr/>
            <p:nvPr/>
          </p:nvSpPr>
          <p:spPr>
            <a:xfrm>
              <a:off x="322798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6" name="pg2756"/>
            <p:cNvSpPr/>
            <p:nvPr/>
          </p:nvSpPr>
          <p:spPr>
            <a:xfrm>
              <a:off x="323962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7" name="pg2757"/>
            <p:cNvSpPr/>
            <p:nvPr/>
          </p:nvSpPr>
          <p:spPr>
            <a:xfrm>
              <a:off x="325125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8" name="pg2758"/>
            <p:cNvSpPr/>
            <p:nvPr/>
          </p:nvSpPr>
          <p:spPr>
            <a:xfrm>
              <a:off x="326289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9" name="pg2759"/>
            <p:cNvSpPr/>
            <p:nvPr/>
          </p:nvSpPr>
          <p:spPr>
            <a:xfrm>
              <a:off x="327453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0" name="pg2760"/>
            <p:cNvSpPr/>
            <p:nvPr/>
          </p:nvSpPr>
          <p:spPr>
            <a:xfrm>
              <a:off x="328617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1" name="pg2761"/>
            <p:cNvSpPr/>
            <p:nvPr/>
          </p:nvSpPr>
          <p:spPr>
            <a:xfrm>
              <a:off x="329780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2" name="pg2762"/>
            <p:cNvSpPr/>
            <p:nvPr/>
          </p:nvSpPr>
          <p:spPr>
            <a:xfrm>
              <a:off x="330944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3" name="pg2763"/>
            <p:cNvSpPr/>
            <p:nvPr/>
          </p:nvSpPr>
          <p:spPr>
            <a:xfrm>
              <a:off x="332108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4" name="pg2764"/>
            <p:cNvSpPr/>
            <p:nvPr/>
          </p:nvSpPr>
          <p:spPr>
            <a:xfrm>
              <a:off x="333272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5" name="pg2765"/>
            <p:cNvSpPr/>
            <p:nvPr/>
          </p:nvSpPr>
          <p:spPr>
            <a:xfrm>
              <a:off x="334435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6" name="pg2766"/>
            <p:cNvSpPr/>
            <p:nvPr/>
          </p:nvSpPr>
          <p:spPr>
            <a:xfrm>
              <a:off x="335599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7" name="pg2767"/>
            <p:cNvSpPr/>
            <p:nvPr/>
          </p:nvSpPr>
          <p:spPr>
            <a:xfrm>
              <a:off x="336763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8" name="pg2768"/>
            <p:cNvSpPr/>
            <p:nvPr/>
          </p:nvSpPr>
          <p:spPr>
            <a:xfrm>
              <a:off x="337927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9" name="pg2769"/>
            <p:cNvSpPr/>
            <p:nvPr/>
          </p:nvSpPr>
          <p:spPr>
            <a:xfrm>
              <a:off x="339090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0" name="pg2770"/>
            <p:cNvSpPr/>
            <p:nvPr/>
          </p:nvSpPr>
          <p:spPr>
            <a:xfrm>
              <a:off x="340254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1" name="pg2771"/>
            <p:cNvSpPr/>
            <p:nvPr/>
          </p:nvSpPr>
          <p:spPr>
            <a:xfrm>
              <a:off x="341418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2" name="pg2772"/>
            <p:cNvSpPr/>
            <p:nvPr/>
          </p:nvSpPr>
          <p:spPr>
            <a:xfrm>
              <a:off x="342581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3" name="pg2773"/>
            <p:cNvSpPr/>
            <p:nvPr/>
          </p:nvSpPr>
          <p:spPr>
            <a:xfrm>
              <a:off x="343745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4" name="pg2774"/>
            <p:cNvSpPr/>
            <p:nvPr/>
          </p:nvSpPr>
          <p:spPr>
            <a:xfrm>
              <a:off x="344909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5" name="pg2775"/>
            <p:cNvSpPr/>
            <p:nvPr/>
          </p:nvSpPr>
          <p:spPr>
            <a:xfrm>
              <a:off x="346073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6" name="pg2776"/>
            <p:cNvSpPr/>
            <p:nvPr/>
          </p:nvSpPr>
          <p:spPr>
            <a:xfrm>
              <a:off x="347236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7" name="pg2777"/>
            <p:cNvSpPr/>
            <p:nvPr/>
          </p:nvSpPr>
          <p:spPr>
            <a:xfrm>
              <a:off x="348400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8" name="pg2778"/>
            <p:cNvSpPr/>
            <p:nvPr/>
          </p:nvSpPr>
          <p:spPr>
            <a:xfrm>
              <a:off x="349564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9" name="pg2779"/>
            <p:cNvSpPr/>
            <p:nvPr/>
          </p:nvSpPr>
          <p:spPr>
            <a:xfrm>
              <a:off x="350728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0" name="pg2780"/>
            <p:cNvSpPr/>
            <p:nvPr/>
          </p:nvSpPr>
          <p:spPr>
            <a:xfrm>
              <a:off x="351891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1" name="pg2781"/>
            <p:cNvSpPr/>
            <p:nvPr/>
          </p:nvSpPr>
          <p:spPr>
            <a:xfrm>
              <a:off x="353055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2" name="pg2782"/>
            <p:cNvSpPr/>
            <p:nvPr/>
          </p:nvSpPr>
          <p:spPr>
            <a:xfrm>
              <a:off x="354219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3" name="pg2783"/>
            <p:cNvSpPr/>
            <p:nvPr/>
          </p:nvSpPr>
          <p:spPr>
            <a:xfrm>
              <a:off x="355383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4" name="pg2784"/>
            <p:cNvSpPr/>
            <p:nvPr/>
          </p:nvSpPr>
          <p:spPr>
            <a:xfrm>
              <a:off x="362365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5" name="pg2785"/>
            <p:cNvSpPr/>
            <p:nvPr/>
          </p:nvSpPr>
          <p:spPr>
            <a:xfrm>
              <a:off x="363529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6" name="pg2786"/>
            <p:cNvSpPr/>
            <p:nvPr/>
          </p:nvSpPr>
          <p:spPr>
            <a:xfrm>
              <a:off x="364692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7" name="pg2787"/>
            <p:cNvSpPr/>
            <p:nvPr/>
          </p:nvSpPr>
          <p:spPr>
            <a:xfrm>
              <a:off x="365856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8" name="pg2788"/>
            <p:cNvSpPr/>
            <p:nvPr/>
          </p:nvSpPr>
          <p:spPr>
            <a:xfrm>
              <a:off x="367020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9" name="pg2789"/>
            <p:cNvSpPr/>
            <p:nvPr/>
          </p:nvSpPr>
          <p:spPr>
            <a:xfrm>
              <a:off x="368184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0" name="pg2790"/>
            <p:cNvSpPr/>
            <p:nvPr/>
          </p:nvSpPr>
          <p:spPr>
            <a:xfrm>
              <a:off x="369347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1" name="pg2791"/>
            <p:cNvSpPr/>
            <p:nvPr/>
          </p:nvSpPr>
          <p:spPr>
            <a:xfrm>
              <a:off x="370511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2" name="pg2792"/>
            <p:cNvSpPr/>
            <p:nvPr/>
          </p:nvSpPr>
          <p:spPr>
            <a:xfrm>
              <a:off x="371675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3" name="pg2793"/>
            <p:cNvSpPr/>
            <p:nvPr/>
          </p:nvSpPr>
          <p:spPr>
            <a:xfrm>
              <a:off x="372839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4" name="pg2794"/>
            <p:cNvSpPr/>
            <p:nvPr/>
          </p:nvSpPr>
          <p:spPr>
            <a:xfrm>
              <a:off x="374002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5" name="pg2795"/>
            <p:cNvSpPr/>
            <p:nvPr/>
          </p:nvSpPr>
          <p:spPr>
            <a:xfrm>
              <a:off x="413569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6" name="pg2796"/>
            <p:cNvSpPr/>
            <p:nvPr/>
          </p:nvSpPr>
          <p:spPr>
            <a:xfrm>
              <a:off x="414733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7" name="pg2797"/>
            <p:cNvSpPr/>
            <p:nvPr/>
          </p:nvSpPr>
          <p:spPr>
            <a:xfrm>
              <a:off x="415897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8" name="pg2798"/>
            <p:cNvSpPr/>
            <p:nvPr/>
          </p:nvSpPr>
          <p:spPr>
            <a:xfrm>
              <a:off x="417060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9" name="pg2799"/>
            <p:cNvSpPr/>
            <p:nvPr/>
          </p:nvSpPr>
          <p:spPr>
            <a:xfrm>
              <a:off x="418224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0" name="pg2800"/>
            <p:cNvSpPr/>
            <p:nvPr/>
          </p:nvSpPr>
          <p:spPr>
            <a:xfrm>
              <a:off x="419388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1" name="pg2801"/>
            <p:cNvSpPr/>
            <p:nvPr/>
          </p:nvSpPr>
          <p:spPr>
            <a:xfrm>
              <a:off x="420552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2" name="pg2802"/>
            <p:cNvSpPr/>
            <p:nvPr/>
          </p:nvSpPr>
          <p:spPr>
            <a:xfrm>
              <a:off x="421715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3" name="pg2803"/>
            <p:cNvSpPr/>
            <p:nvPr/>
          </p:nvSpPr>
          <p:spPr>
            <a:xfrm>
              <a:off x="422879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4" name="pg2804"/>
            <p:cNvSpPr/>
            <p:nvPr/>
          </p:nvSpPr>
          <p:spPr>
            <a:xfrm>
              <a:off x="424043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5" name="pg2805"/>
            <p:cNvSpPr/>
            <p:nvPr/>
          </p:nvSpPr>
          <p:spPr>
            <a:xfrm>
              <a:off x="432189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6" name="pg2806"/>
            <p:cNvSpPr/>
            <p:nvPr/>
          </p:nvSpPr>
          <p:spPr>
            <a:xfrm>
              <a:off x="433353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7" name="pg2807"/>
            <p:cNvSpPr/>
            <p:nvPr/>
          </p:nvSpPr>
          <p:spPr>
            <a:xfrm>
              <a:off x="434516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8" name="pg2808"/>
            <p:cNvSpPr/>
            <p:nvPr/>
          </p:nvSpPr>
          <p:spPr>
            <a:xfrm>
              <a:off x="435680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9" name="pg2809"/>
            <p:cNvSpPr/>
            <p:nvPr/>
          </p:nvSpPr>
          <p:spPr>
            <a:xfrm>
              <a:off x="436844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0" name="pg2810"/>
            <p:cNvSpPr/>
            <p:nvPr/>
          </p:nvSpPr>
          <p:spPr>
            <a:xfrm>
              <a:off x="438008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1" name="pg2811"/>
            <p:cNvSpPr/>
            <p:nvPr/>
          </p:nvSpPr>
          <p:spPr>
            <a:xfrm>
              <a:off x="457791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2" name="pg2812"/>
            <p:cNvSpPr/>
            <p:nvPr/>
          </p:nvSpPr>
          <p:spPr>
            <a:xfrm>
              <a:off x="458955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3" name="pg2813"/>
            <p:cNvSpPr/>
            <p:nvPr/>
          </p:nvSpPr>
          <p:spPr>
            <a:xfrm>
              <a:off x="460119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4" name="pg2814"/>
            <p:cNvSpPr/>
            <p:nvPr/>
          </p:nvSpPr>
          <p:spPr>
            <a:xfrm>
              <a:off x="461282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5" name="pg2815"/>
            <p:cNvSpPr/>
            <p:nvPr/>
          </p:nvSpPr>
          <p:spPr>
            <a:xfrm>
              <a:off x="462446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6" name="pg2816"/>
            <p:cNvSpPr/>
            <p:nvPr/>
          </p:nvSpPr>
          <p:spPr>
            <a:xfrm>
              <a:off x="311161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7" name="pg2817"/>
            <p:cNvSpPr/>
            <p:nvPr/>
          </p:nvSpPr>
          <p:spPr>
            <a:xfrm>
              <a:off x="312324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8" name="pg2818"/>
            <p:cNvSpPr/>
            <p:nvPr/>
          </p:nvSpPr>
          <p:spPr>
            <a:xfrm>
              <a:off x="313488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9" name="pg2819"/>
            <p:cNvSpPr/>
            <p:nvPr/>
          </p:nvSpPr>
          <p:spPr>
            <a:xfrm>
              <a:off x="314652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0" name="pg2820"/>
            <p:cNvSpPr/>
            <p:nvPr/>
          </p:nvSpPr>
          <p:spPr>
            <a:xfrm>
              <a:off x="315816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1" name="pg2821"/>
            <p:cNvSpPr/>
            <p:nvPr/>
          </p:nvSpPr>
          <p:spPr>
            <a:xfrm>
              <a:off x="316979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2" name="pg2822"/>
            <p:cNvSpPr/>
            <p:nvPr/>
          </p:nvSpPr>
          <p:spPr>
            <a:xfrm>
              <a:off x="318143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3" name="pg2823"/>
            <p:cNvSpPr/>
            <p:nvPr/>
          </p:nvSpPr>
          <p:spPr>
            <a:xfrm>
              <a:off x="319307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4" name="pg2824"/>
            <p:cNvSpPr/>
            <p:nvPr/>
          </p:nvSpPr>
          <p:spPr>
            <a:xfrm>
              <a:off x="320471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5" name="pg2825"/>
            <p:cNvSpPr/>
            <p:nvPr/>
          </p:nvSpPr>
          <p:spPr>
            <a:xfrm>
              <a:off x="321634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6" name="pg2826"/>
            <p:cNvSpPr/>
            <p:nvPr/>
          </p:nvSpPr>
          <p:spPr>
            <a:xfrm>
              <a:off x="322798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7" name="pg2827"/>
            <p:cNvSpPr/>
            <p:nvPr/>
          </p:nvSpPr>
          <p:spPr>
            <a:xfrm>
              <a:off x="323962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8" name="pg2828"/>
            <p:cNvSpPr/>
            <p:nvPr/>
          </p:nvSpPr>
          <p:spPr>
            <a:xfrm>
              <a:off x="325125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9" name="pg2829"/>
            <p:cNvSpPr/>
            <p:nvPr/>
          </p:nvSpPr>
          <p:spPr>
            <a:xfrm>
              <a:off x="326289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0" name="pg2830"/>
            <p:cNvSpPr/>
            <p:nvPr/>
          </p:nvSpPr>
          <p:spPr>
            <a:xfrm>
              <a:off x="327453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1" name="pg2831"/>
            <p:cNvSpPr/>
            <p:nvPr/>
          </p:nvSpPr>
          <p:spPr>
            <a:xfrm>
              <a:off x="328617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2" name="pg2832"/>
            <p:cNvSpPr/>
            <p:nvPr/>
          </p:nvSpPr>
          <p:spPr>
            <a:xfrm>
              <a:off x="329780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3" name="pg2833"/>
            <p:cNvSpPr/>
            <p:nvPr/>
          </p:nvSpPr>
          <p:spPr>
            <a:xfrm>
              <a:off x="330944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4" name="pg2834"/>
            <p:cNvSpPr/>
            <p:nvPr/>
          </p:nvSpPr>
          <p:spPr>
            <a:xfrm>
              <a:off x="332108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5" name="pg2835"/>
            <p:cNvSpPr/>
            <p:nvPr/>
          </p:nvSpPr>
          <p:spPr>
            <a:xfrm>
              <a:off x="333272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6" name="pg2836"/>
            <p:cNvSpPr/>
            <p:nvPr/>
          </p:nvSpPr>
          <p:spPr>
            <a:xfrm>
              <a:off x="334435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7" name="pg2837"/>
            <p:cNvSpPr/>
            <p:nvPr/>
          </p:nvSpPr>
          <p:spPr>
            <a:xfrm>
              <a:off x="335599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8" name="pg2838"/>
            <p:cNvSpPr/>
            <p:nvPr/>
          </p:nvSpPr>
          <p:spPr>
            <a:xfrm>
              <a:off x="336763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9" name="pg2839"/>
            <p:cNvSpPr/>
            <p:nvPr/>
          </p:nvSpPr>
          <p:spPr>
            <a:xfrm>
              <a:off x="337927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0" name="pg2840"/>
            <p:cNvSpPr/>
            <p:nvPr/>
          </p:nvSpPr>
          <p:spPr>
            <a:xfrm>
              <a:off x="339090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1" name="pg2841"/>
            <p:cNvSpPr/>
            <p:nvPr/>
          </p:nvSpPr>
          <p:spPr>
            <a:xfrm>
              <a:off x="340254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2" name="pg2842"/>
            <p:cNvSpPr/>
            <p:nvPr/>
          </p:nvSpPr>
          <p:spPr>
            <a:xfrm>
              <a:off x="341418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3" name="pg2843"/>
            <p:cNvSpPr/>
            <p:nvPr/>
          </p:nvSpPr>
          <p:spPr>
            <a:xfrm>
              <a:off x="342581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4" name="pg2844"/>
            <p:cNvSpPr/>
            <p:nvPr/>
          </p:nvSpPr>
          <p:spPr>
            <a:xfrm>
              <a:off x="343745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5" name="pg2845"/>
            <p:cNvSpPr/>
            <p:nvPr/>
          </p:nvSpPr>
          <p:spPr>
            <a:xfrm>
              <a:off x="344909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6" name="pg2846"/>
            <p:cNvSpPr/>
            <p:nvPr/>
          </p:nvSpPr>
          <p:spPr>
            <a:xfrm>
              <a:off x="346073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7" name="pg2847"/>
            <p:cNvSpPr/>
            <p:nvPr/>
          </p:nvSpPr>
          <p:spPr>
            <a:xfrm>
              <a:off x="347236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8" name="pg2848"/>
            <p:cNvSpPr/>
            <p:nvPr/>
          </p:nvSpPr>
          <p:spPr>
            <a:xfrm>
              <a:off x="348400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9" name="pg2849"/>
            <p:cNvSpPr/>
            <p:nvPr/>
          </p:nvSpPr>
          <p:spPr>
            <a:xfrm>
              <a:off x="349564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0" name="pg2850"/>
            <p:cNvSpPr/>
            <p:nvPr/>
          </p:nvSpPr>
          <p:spPr>
            <a:xfrm>
              <a:off x="350728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1" name="pg2851"/>
            <p:cNvSpPr/>
            <p:nvPr/>
          </p:nvSpPr>
          <p:spPr>
            <a:xfrm>
              <a:off x="351891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2" name="pg2852"/>
            <p:cNvSpPr/>
            <p:nvPr/>
          </p:nvSpPr>
          <p:spPr>
            <a:xfrm>
              <a:off x="353055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3" name="pg2853"/>
            <p:cNvSpPr/>
            <p:nvPr/>
          </p:nvSpPr>
          <p:spPr>
            <a:xfrm>
              <a:off x="354219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4" name="pg2854"/>
            <p:cNvSpPr/>
            <p:nvPr/>
          </p:nvSpPr>
          <p:spPr>
            <a:xfrm>
              <a:off x="355383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5" name="pg2855"/>
            <p:cNvSpPr/>
            <p:nvPr/>
          </p:nvSpPr>
          <p:spPr>
            <a:xfrm>
              <a:off x="361201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6" name="pg2856"/>
            <p:cNvSpPr/>
            <p:nvPr/>
          </p:nvSpPr>
          <p:spPr>
            <a:xfrm>
              <a:off x="362365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7" name="pg2857"/>
            <p:cNvSpPr/>
            <p:nvPr/>
          </p:nvSpPr>
          <p:spPr>
            <a:xfrm>
              <a:off x="363529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8" name="pg2858"/>
            <p:cNvSpPr/>
            <p:nvPr/>
          </p:nvSpPr>
          <p:spPr>
            <a:xfrm>
              <a:off x="364692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9" name="pg2859"/>
            <p:cNvSpPr/>
            <p:nvPr/>
          </p:nvSpPr>
          <p:spPr>
            <a:xfrm>
              <a:off x="365856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0" name="pg2860"/>
            <p:cNvSpPr/>
            <p:nvPr/>
          </p:nvSpPr>
          <p:spPr>
            <a:xfrm>
              <a:off x="367020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1" name="pg2861"/>
            <p:cNvSpPr/>
            <p:nvPr/>
          </p:nvSpPr>
          <p:spPr>
            <a:xfrm>
              <a:off x="368184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2" name="pg2862"/>
            <p:cNvSpPr/>
            <p:nvPr/>
          </p:nvSpPr>
          <p:spPr>
            <a:xfrm>
              <a:off x="369347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3" name="pg2863"/>
            <p:cNvSpPr/>
            <p:nvPr/>
          </p:nvSpPr>
          <p:spPr>
            <a:xfrm>
              <a:off x="370511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4" name="pg2864"/>
            <p:cNvSpPr/>
            <p:nvPr/>
          </p:nvSpPr>
          <p:spPr>
            <a:xfrm>
              <a:off x="371675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5" name="pg2865"/>
            <p:cNvSpPr/>
            <p:nvPr/>
          </p:nvSpPr>
          <p:spPr>
            <a:xfrm>
              <a:off x="372839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6" name="pg2866"/>
            <p:cNvSpPr/>
            <p:nvPr/>
          </p:nvSpPr>
          <p:spPr>
            <a:xfrm>
              <a:off x="374002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7" name="pg2867"/>
            <p:cNvSpPr/>
            <p:nvPr/>
          </p:nvSpPr>
          <p:spPr>
            <a:xfrm>
              <a:off x="375166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8" name="pg2868"/>
            <p:cNvSpPr/>
            <p:nvPr/>
          </p:nvSpPr>
          <p:spPr>
            <a:xfrm>
              <a:off x="376330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9" name="pg2869"/>
            <p:cNvSpPr/>
            <p:nvPr/>
          </p:nvSpPr>
          <p:spPr>
            <a:xfrm>
              <a:off x="413569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0" name="pg2870"/>
            <p:cNvSpPr/>
            <p:nvPr/>
          </p:nvSpPr>
          <p:spPr>
            <a:xfrm>
              <a:off x="414733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1" name="pg2871"/>
            <p:cNvSpPr/>
            <p:nvPr/>
          </p:nvSpPr>
          <p:spPr>
            <a:xfrm>
              <a:off x="415897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2" name="pg2872"/>
            <p:cNvSpPr/>
            <p:nvPr/>
          </p:nvSpPr>
          <p:spPr>
            <a:xfrm>
              <a:off x="417060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3" name="pg2873"/>
            <p:cNvSpPr/>
            <p:nvPr/>
          </p:nvSpPr>
          <p:spPr>
            <a:xfrm>
              <a:off x="418224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4" name="pg2874"/>
            <p:cNvSpPr/>
            <p:nvPr/>
          </p:nvSpPr>
          <p:spPr>
            <a:xfrm>
              <a:off x="419388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5" name="pg2875"/>
            <p:cNvSpPr/>
            <p:nvPr/>
          </p:nvSpPr>
          <p:spPr>
            <a:xfrm>
              <a:off x="420552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6" name="pg2876"/>
            <p:cNvSpPr/>
            <p:nvPr/>
          </p:nvSpPr>
          <p:spPr>
            <a:xfrm>
              <a:off x="421715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7" name="pg2877"/>
            <p:cNvSpPr/>
            <p:nvPr/>
          </p:nvSpPr>
          <p:spPr>
            <a:xfrm>
              <a:off x="433353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8" name="pg2878"/>
            <p:cNvSpPr/>
            <p:nvPr/>
          </p:nvSpPr>
          <p:spPr>
            <a:xfrm>
              <a:off x="434516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9" name="pg2879"/>
            <p:cNvSpPr/>
            <p:nvPr/>
          </p:nvSpPr>
          <p:spPr>
            <a:xfrm>
              <a:off x="435680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0" name="pg2880"/>
            <p:cNvSpPr/>
            <p:nvPr/>
          </p:nvSpPr>
          <p:spPr>
            <a:xfrm>
              <a:off x="436844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1" name="pg2881"/>
            <p:cNvSpPr/>
            <p:nvPr/>
          </p:nvSpPr>
          <p:spPr>
            <a:xfrm>
              <a:off x="438008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2" name="pg2882"/>
            <p:cNvSpPr/>
            <p:nvPr/>
          </p:nvSpPr>
          <p:spPr>
            <a:xfrm>
              <a:off x="439171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3" name="pg2883"/>
            <p:cNvSpPr/>
            <p:nvPr/>
          </p:nvSpPr>
          <p:spPr>
            <a:xfrm>
              <a:off x="440335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4" name="pg2884"/>
            <p:cNvSpPr/>
            <p:nvPr/>
          </p:nvSpPr>
          <p:spPr>
            <a:xfrm>
              <a:off x="457791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5" name="pg2885"/>
            <p:cNvSpPr/>
            <p:nvPr/>
          </p:nvSpPr>
          <p:spPr>
            <a:xfrm>
              <a:off x="458955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6" name="pg2886"/>
            <p:cNvSpPr/>
            <p:nvPr/>
          </p:nvSpPr>
          <p:spPr>
            <a:xfrm>
              <a:off x="460119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7" name="pg2887"/>
            <p:cNvSpPr/>
            <p:nvPr/>
          </p:nvSpPr>
          <p:spPr>
            <a:xfrm>
              <a:off x="461282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8" name="pg2888"/>
            <p:cNvSpPr/>
            <p:nvPr/>
          </p:nvSpPr>
          <p:spPr>
            <a:xfrm>
              <a:off x="462446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9" name="pg2889"/>
            <p:cNvSpPr/>
            <p:nvPr/>
          </p:nvSpPr>
          <p:spPr>
            <a:xfrm>
              <a:off x="311161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0" name="pg2890"/>
            <p:cNvSpPr/>
            <p:nvPr/>
          </p:nvSpPr>
          <p:spPr>
            <a:xfrm>
              <a:off x="312324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1" name="pg2891"/>
            <p:cNvSpPr/>
            <p:nvPr/>
          </p:nvSpPr>
          <p:spPr>
            <a:xfrm>
              <a:off x="313488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2" name="pg2892"/>
            <p:cNvSpPr/>
            <p:nvPr/>
          </p:nvSpPr>
          <p:spPr>
            <a:xfrm>
              <a:off x="314652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3" name="pg2893"/>
            <p:cNvSpPr/>
            <p:nvPr/>
          </p:nvSpPr>
          <p:spPr>
            <a:xfrm>
              <a:off x="315816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4" name="pg2894"/>
            <p:cNvSpPr/>
            <p:nvPr/>
          </p:nvSpPr>
          <p:spPr>
            <a:xfrm>
              <a:off x="316979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5" name="pg2895"/>
            <p:cNvSpPr/>
            <p:nvPr/>
          </p:nvSpPr>
          <p:spPr>
            <a:xfrm>
              <a:off x="318143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6" name="pg2896"/>
            <p:cNvSpPr/>
            <p:nvPr/>
          </p:nvSpPr>
          <p:spPr>
            <a:xfrm>
              <a:off x="319307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7" name="pg2897"/>
            <p:cNvSpPr/>
            <p:nvPr/>
          </p:nvSpPr>
          <p:spPr>
            <a:xfrm>
              <a:off x="320471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8" name="pg2898"/>
            <p:cNvSpPr/>
            <p:nvPr/>
          </p:nvSpPr>
          <p:spPr>
            <a:xfrm>
              <a:off x="321634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9" name="pg2899"/>
            <p:cNvSpPr/>
            <p:nvPr/>
          </p:nvSpPr>
          <p:spPr>
            <a:xfrm>
              <a:off x="322798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0" name="pg2900"/>
            <p:cNvSpPr/>
            <p:nvPr/>
          </p:nvSpPr>
          <p:spPr>
            <a:xfrm>
              <a:off x="323962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1" name="pg2901"/>
            <p:cNvSpPr/>
            <p:nvPr/>
          </p:nvSpPr>
          <p:spPr>
            <a:xfrm>
              <a:off x="335599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2" name="pg2902"/>
            <p:cNvSpPr/>
            <p:nvPr/>
          </p:nvSpPr>
          <p:spPr>
            <a:xfrm>
              <a:off x="336763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3" name="pg2903"/>
            <p:cNvSpPr/>
            <p:nvPr/>
          </p:nvSpPr>
          <p:spPr>
            <a:xfrm>
              <a:off x="337927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4" name="pg2904"/>
            <p:cNvSpPr/>
            <p:nvPr/>
          </p:nvSpPr>
          <p:spPr>
            <a:xfrm>
              <a:off x="339090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5" name="pg2905"/>
            <p:cNvSpPr/>
            <p:nvPr/>
          </p:nvSpPr>
          <p:spPr>
            <a:xfrm>
              <a:off x="340254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6" name="pg2906"/>
            <p:cNvSpPr/>
            <p:nvPr/>
          </p:nvSpPr>
          <p:spPr>
            <a:xfrm>
              <a:off x="341418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7" name="pg2907"/>
            <p:cNvSpPr/>
            <p:nvPr/>
          </p:nvSpPr>
          <p:spPr>
            <a:xfrm>
              <a:off x="342581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8" name="pg2908"/>
            <p:cNvSpPr/>
            <p:nvPr/>
          </p:nvSpPr>
          <p:spPr>
            <a:xfrm>
              <a:off x="343745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9" name="pg2909"/>
            <p:cNvSpPr/>
            <p:nvPr/>
          </p:nvSpPr>
          <p:spPr>
            <a:xfrm>
              <a:off x="344909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0" name="pg2910"/>
            <p:cNvSpPr/>
            <p:nvPr/>
          </p:nvSpPr>
          <p:spPr>
            <a:xfrm>
              <a:off x="346073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1" name="pg2911"/>
            <p:cNvSpPr/>
            <p:nvPr/>
          </p:nvSpPr>
          <p:spPr>
            <a:xfrm>
              <a:off x="348400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2" name="pg2912"/>
            <p:cNvSpPr/>
            <p:nvPr/>
          </p:nvSpPr>
          <p:spPr>
            <a:xfrm>
              <a:off x="349564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3" name="pg2913"/>
            <p:cNvSpPr/>
            <p:nvPr/>
          </p:nvSpPr>
          <p:spPr>
            <a:xfrm>
              <a:off x="350728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4" name="pg2914"/>
            <p:cNvSpPr/>
            <p:nvPr/>
          </p:nvSpPr>
          <p:spPr>
            <a:xfrm>
              <a:off x="351891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5" name="pg2915"/>
            <p:cNvSpPr/>
            <p:nvPr/>
          </p:nvSpPr>
          <p:spPr>
            <a:xfrm>
              <a:off x="353055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6" name="pg2916"/>
            <p:cNvSpPr/>
            <p:nvPr/>
          </p:nvSpPr>
          <p:spPr>
            <a:xfrm>
              <a:off x="354219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7" name="pg2917"/>
            <p:cNvSpPr/>
            <p:nvPr/>
          </p:nvSpPr>
          <p:spPr>
            <a:xfrm>
              <a:off x="355383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8" name="pg2918"/>
            <p:cNvSpPr/>
            <p:nvPr/>
          </p:nvSpPr>
          <p:spPr>
            <a:xfrm>
              <a:off x="356546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9" name="pg2919"/>
            <p:cNvSpPr/>
            <p:nvPr/>
          </p:nvSpPr>
          <p:spPr>
            <a:xfrm>
              <a:off x="358874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0" name="pg2920"/>
            <p:cNvSpPr/>
            <p:nvPr/>
          </p:nvSpPr>
          <p:spPr>
            <a:xfrm>
              <a:off x="360037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1" name="pg2921"/>
            <p:cNvSpPr/>
            <p:nvPr/>
          </p:nvSpPr>
          <p:spPr>
            <a:xfrm>
              <a:off x="361201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2" name="pg2922"/>
            <p:cNvSpPr/>
            <p:nvPr/>
          </p:nvSpPr>
          <p:spPr>
            <a:xfrm>
              <a:off x="362365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3" name="pg2923"/>
            <p:cNvSpPr/>
            <p:nvPr/>
          </p:nvSpPr>
          <p:spPr>
            <a:xfrm>
              <a:off x="363529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4" name="pg2924"/>
            <p:cNvSpPr/>
            <p:nvPr/>
          </p:nvSpPr>
          <p:spPr>
            <a:xfrm>
              <a:off x="364692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5" name="pg2925"/>
            <p:cNvSpPr/>
            <p:nvPr/>
          </p:nvSpPr>
          <p:spPr>
            <a:xfrm>
              <a:off x="365856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6" name="pg2926"/>
            <p:cNvSpPr/>
            <p:nvPr/>
          </p:nvSpPr>
          <p:spPr>
            <a:xfrm>
              <a:off x="367020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7" name="pg2927"/>
            <p:cNvSpPr/>
            <p:nvPr/>
          </p:nvSpPr>
          <p:spPr>
            <a:xfrm>
              <a:off x="368184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8" name="pg2928"/>
            <p:cNvSpPr/>
            <p:nvPr/>
          </p:nvSpPr>
          <p:spPr>
            <a:xfrm>
              <a:off x="369347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9" name="pg2929"/>
            <p:cNvSpPr/>
            <p:nvPr/>
          </p:nvSpPr>
          <p:spPr>
            <a:xfrm>
              <a:off x="370511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0" name="pg2930"/>
            <p:cNvSpPr/>
            <p:nvPr/>
          </p:nvSpPr>
          <p:spPr>
            <a:xfrm>
              <a:off x="371675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1" name="pg2931"/>
            <p:cNvSpPr/>
            <p:nvPr/>
          </p:nvSpPr>
          <p:spPr>
            <a:xfrm>
              <a:off x="372839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2" name="pg2932"/>
            <p:cNvSpPr/>
            <p:nvPr/>
          </p:nvSpPr>
          <p:spPr>
            <a:xfrm>
              <a:off x="374002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3" name="pg2933"/>
            <p:cNvSpPr/>
            <p:nvPr/>
          </p:nvSpPr>
          <p:spPr>
            <a:xfrm>
              <a:off x="375166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4" name="pg2934"/>
            <p:cNvSpPr/>
            <p:nvPr/>
          </p:nvSpPr>
          <p:spPr>
            <a:xfrm>
              <a:off x="376330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5" name="pg2935"/>
            <p:cNvSpPr/>
            <p:nvPr/>
          </p:nvSpPr>
          <p:spPr>
            <a:xfrm>
              <a:off x="377493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6" name="pg2936"/>
            <p:cNvSpPr/>
            <p:nvPr/>
          </p:nvSpPr>
          <p:spPr>
            <a:xfrm>
              <a:off x="415897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7" name="pg2937"/>
            <p:cNvSpPr/>
            <p:nvPr/>
          </p:nvSpPr>
          <p:spPr>
            <a:xfrm>
              <a:off x="434516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8" name="pg2938"/>
            <p:cNvSpPr/>
            <p:nvPr/>
          </p:nvSpPr>
          <p:spPr>
            <a:xfrm>
              <a:off x="435680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9" name="pg2939"/>
            <p:cNvSpPr/>
            <p:nvPr/>
          </p:nvSpPr>
          <p:spPr>
            <a:xfrm>
              <a:off x="436844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0" name="pg2940"/>
            <p:cNvSpPr/>
            <p:nvPr/>
          </p:nvSpPr>
          <p:spPr>
            <a:xfrm>
              <a:off x="438008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1" name="pg2941"/>
            <p:cNvSpPr/>
            <p:nvPr/>
          </p:nvSpPr>
          <p:spPr>
            <a:xfrm>
              <a:off x="439171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2" name="pg2942"/>
            <p:cNvSpPr/>
            <p:nvPr/>
          </p:nvSpPr>
          <p:spPr>
            <a:xfrm>
              <a:off x="440335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3" name="pg2943"/>
            <p:cNvSpPr/>
            <p:nvPr/>
          </p:nvSpPr>
          <p:spPr>
            <a:xfrm>
              <a:off x="441499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4" name="pg2944"/>
            <p:cNvSpPr/>
            <p:nvPr/>
          </p:nvSpPr>
          <p:spPr>
            <a:xfrm>
              <a:off x="457791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5" name="pg2945"/>
            <p:cNvSpPr/>
            <p:nvPr/>
          </p:nvSpPr>
          <p:spPr>
            <a:xfrm>
              <a:off x="458955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6" name="pg2946"/>
            <p:cNvSpPr/>
            <p:nvPr/>
          </p:nvSpPr>
          <p:spPr>
            <a:xfrm>
              <a:off x="460119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7" name="pg2947"/>
            <p:cNvSpPr/>
            <p:nvPr/>
          </p:nvSpPr>
          <p:spPr>
            <a:xfrm>
              <a:off x="461282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8" name="pg2948"/>
            <p:cNvSpPr/>
            <p:nvPr/>
          </p:nvSpPr>
          <p:spPr>
            <a:xfrm>
              <a:off x="462446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9" name="pg2949"/>
            <p:cNvSpPr/>
            <p:nvPr/>
          </p:nvSpPr>
          <p:spPr>
            <a:xfrm>
              <a:off x="309997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0" name="pg2950"/>
            <p:cNvSpPr/>
            <p:nvPr/>
          </p:nvSpPr>
          <p:spPr>
            <a:xfrm>
              <a:off x="311161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1" name="pg2951"/>
            <p:cNvSpPr/>
            <p:nvPr/>
          </p:nvSpPr>
          <p:spPr>
            <a:xfrm>
              <a:off x="312324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2" name="pg2952"/>
            <p:cNvSpPr/>
            <p:nvPr/>
          </p:nvSpPr>
          <p:spPr>
            <a:xfrm>
              <a:off x="313488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3" name="pg2953"/>
            <p:cNvSpPr/>
            <p:nvPr/>
          </p:nvSpPr>
          <p:spPr>
            <a:xfrm>
              <a:off x="314652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4" name="pg2954"/>
            <p:cNvSpPr/>
            <p:nvPr/>
          </p:nvSpPr>
          <p:spPr>
            <a:xfrm>
              <a:off x="315816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5" name="pg2955"/>
            <p:cNvSpPr/>
            <p:nvPr/>
          </p:nvSpPr>
          <p:spPr>
            <a:xfrm>
              <a:off x="316979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6" name="pg2956"/>
            <p:cNvSpPr/>
            <p:nvPr/>
          </p:nvSpPr>
          <p:spPr>
            <a:xfrm>
              <a:off x="318143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7" name="pg2957"/>
            <p:cNvSpPr/>
            <p:nvPr/>
          </p:nvSpPr>
          <p:spPr>
            <a:xfrm>
              <a:off x="319307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8" name="pg2958"/>
            <p:cNvSpPr/>
            <p:nvPr/>
          </p:nvSpPr>
          <p:spPr>
            <a:xfrm>
              <a:off x="320471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9" name="pg2959"/>
            <p:cNvSpPr/>
            <p:nvPr/>
          </p:nvSpPr>
          <p:spPr>
            <a:xfrm>
              <a:off x="341418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0" name="pg2960"/>
            <p:cNvSpPr/>
            <p:nvPr/>
          </p:nvSpPr>
          <p:spPr>
            <a:xfrm>
              <a:off x="342581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1" name="pg2961"/>
            <p:cNvSpPr/>
            <p:nvPr/>
          </p:nvSpPr>
          <p:spPr>
            <a:xfrm>
              <a:off x="349564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2" name="pg2962"/>
            <p:cNvSpPr/>
            <p:nvPr/>
          </p:nvSpPr>
          <p:spPr>
            <a:xfrm>
              <a:off x="350728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3" name="pg2963"/>
            <p:cNvSpPr/>
            <p:nvPr/>
          </p:nvSpPr>
          <p:spPr>
            <a:xfrm>
              <a:off x="351891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4" name="pg2964"/>
            <p:cNvSpPr/>
            <p:nvPr/>
          </p:nvSpPr>
          <p:spPr>
            <a:xfrm>
              <a:off x="353055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5" name="pg2965"/>
            <p:cNvSpPr/>
            <p:nvPr/>
          </p:nvSpPr>
          <p:spPr>
            <a:xfrm>
              <a:off x="354219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6" name="pg2966"/>
            <p:cNvSpPr/>
            <p:nvPr/>
          </p:nvSpPr>
          <p:spPr>
            <a:xfrm>
              <a:off x="355383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7" name="pg2967"/>
            <p:cNvSpPr/>
            <p:nvPr/>
          </p:nvSpPr>
          <p:spPr>
            <a:xfrm>
              <a:off x="356546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8" name="pg2968"/>
            <p:cNvSpPr/>
            <p:nvPr/>
          </p:nvSpPr>
          <p:spPr>
            <a:xfrm>
              <a:off x="357710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9" name="pg2969"/>
            <p:cNvSpPr/>
            <p:nvPr/>
          </p:nvSpPr>
          <p:spPr>
            <a:xfrm>
              <a:off x="358874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0" name="pg2970"/>
            <p:cNvSpPr/>
            <p:nvPr/>
          </p:nvSpPr>
          <p:spPr>
            <a:xfrm>
              <a:off x="360037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1" name="pg2971"/>
            <p:cNvSpPr/>
            <p:nvPr/>
          </p:nvSpPr>
          <p:spPr>
            <a:xfrm>
              <a:off x="361201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2" name="pg2972"/>
            <p:cNvSpPr/>
            <p:nvPr/>
          </p:nvSpPr>
          <p:spPr>
            <a:xfrm>
              <a:off x="362365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3" name="pg2973"/>
            <p:cNvSpPr/>
            <p:nvPr/>
          </p:nvSpPr>
          <p:spPr>
            <a:xfrm>
              <a:off x="363529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4" name="pg2974"/>
            <p:cNvSpPr/>
            <p:nvPr/>
          </p:nvSpPr>
          <p:spPr>
            <a:xfrm>
              <a:off x="364692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5" name="pg2975"/>
            <p:cNvSpPr/>
            <p:nvPr/>
          </p:nvSpPr>
          <p:spPr>
            <a:xfrm>
              <a:off x="365856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6" name="pg2976"/>
            <p:cNvSpPr/>
            <p:nvPr/>
          </p:nvSpPr>
          <p:spPr>
            <a:xfrm>
              <a:off x="367020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7" name="pg2977"/>
            <p:cNvSpPr/>
            <p:nvPr/>
          </p:nvSpPr>
          <p:spPr>
            <a:xfrm>
              <a:off x="368184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8" name="pg2978"/>
            <p:cNvSpPr/>
            <p:nvPr/>
          </p:nvSpPr>
          <p:spPr>
            <a:xfrm>
              <a:off x="369347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9" name="pg2979"/>
            <p:cNvSpPr/>
            <p:nvPr/>
          </p:nvSpPr>
          <p:spPr>
            <a:xfrm>
              <a:off x="370511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0" name="pg2980"/>
            <p:cNvSpPr/>
            <p:nvPr/>
          </p:nvSpPr>
          <p:spPr>
            <a:xfrm>
              <a:off x="371675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1" name="pg2981"/>
            <p:cNvSpPr/>
            <p:nvPr/>
          </p:nvSpPr>
          <p:spPr>
            <a:xfrm>
              <a:off x="372839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2" name="pg2982"/>
            <p:cNvSpPr/>
            <p:nvPr/>
          </p:nvSpPr>
          <p:spPr>
            <a:xfrm>
              <a:off x="374002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3" name="pg2983"/>
            <p:cNvSpPr/>
            <p:nvPr/>
          </p:nvSpPr>
          <p:spPr>
            <a:xfrm>
              <a:off x="375166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4" name="pg2984"/>
            <p:cNvSpPr/>
            <p:nvPr/>
          </p:nvSpPr>
          <p:spPr>
            <a:xfrm>
              <a:off x="376330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5" name="pg2985"/>
            <p:cNvSpPr/>
            <p:nvPr/>
          </p:nvSpPr>
          <p:spPr>
            <a:xfrm>
              <a:off x="377493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6" name="pg2986"/>
            <p:cNvSpPr/>
            <p:nvPr/>
          </p:nvSpPr>
          <p:spPr>
            <a:xfrm>
              <a:off x="378657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7" name="pg2987"/>
            <p:cNvSpPr/>
            <p:nvPr/>
          </p:nvSpPr>
          <p:spPr>
            <a:xfrm>
              <a:off x="435680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8" name="pg2988"/>
            <p:cNvSpPr/>
            <p:nvPr/>
          </p:nvSpPr>
          <p:spPr>
            <a:xfrm>
              <a:off x="436844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9" name="pg2989"/>
            <p:cNvSpPr/>
            <p:nvPr/>
          </p:nvSpPr>
          <p:spPr>
            <a:xfrm>
              <a:off x="438008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0" name="pg2990"/>
            <p:cNvSpPr/>
            <p:nvPr/>
          </p:nvSpPr>
          <p:spPr>
            <a:xfrm>
              <a:off x="439171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1" name="pg2991"/>
            <p:cNvSpPr/>
            <p:nvPr/>
          </p:nvSpPr>
          <p:spPr>
            <a:xfrm>
              <a:off x="440335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2" name="pg2992"/>
            <p:cNvSpPr/>
            <p:nvPr/>
          </p:nvSpPr>
          <p:spPr>
            <a:xfrm>
              <a:off x="441499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3" name="pg2993"/>
            <p:cNvSpPr/>
            <p:nvPr/>
          </p:nvSpPr>
          <p:spPr>
            <a:xfrm>
              <a:off x="442663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4" name="pg2994"/>
            <p:cNvSpPr/>
            <p:nvPr/>
          </p:nvSpPr>
          <p:spPr>
            <a:xfrm>
              <a:off x="458955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5" name="pg2995"/>
            <p:cNvSpPr/>
            <p:nvPr/>
          </p:nvSpPr>
          <p:spPr>
            <a:xfrm>
              <a:off x="460119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6" name="pg2996"/>
            <p:cNvSpPr/>
            <p:nvPr/>
          </p:nvSpPr>
          <p:spPr>
            <a:xfrm>
              <a:off x="461282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7" name="pg2997"/>
            <p:cNvSpPr/>
            <p:nvPr/>
          </p:nvSpPr>
          <p:spPr>
            <a:xfrm>
              <a:off x="462446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8" name="pg2998"/>
            <p:cNvSpPr/>
            <p:nvPr/>
          </p:nvSpPr>
          <p:spPr>
            <a:xfrm>
              <a:off x="463610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9" name="pg2999"/>
            <p:cNvSpPr/>
            <p:nvPr/>
          </p:nvSpPr>
          <p:spPr>
            <a:xfrm>
              <a:off x="309997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0" name="pg3000"/>
            <p:cNvSpPr/>
            <p:nvPr/>
          </p:nvSpPr>
          <p:spPr>
            <a:xfrm>
              <a:off x="311161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1" name="pg3001"/>
            <p:cNvSpPr/>
            <p:nvPr/>
          </p:nvSpPr>
          <p:spPr>
            <a:xfrm>
              <a:off x="312324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2" name="pg3002"/>
            <p:cNvSpPr/>
            <p:nvPr/>
          </p:nvSpPr>
          <p:spPr>
            <a:xfrm>
              <a:off x="313488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3" name="pg3003"/>
            <p:cNvSpPr/>
            <p:nvPr/>
          </p:nvSpPr>
          <p:spPr>
            <a:xfrm>
              <a:off x="314652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4" name="pg3004"/>
            <p:cNvSpPr/>
            <p:nvPr/>
          </p:nvSpPr>
          <p:spPr>
            <a:xfrm>
              <a:off x="315816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5" name="pg3005"/>
            <p:cNvSpPr/>
            <p:nvPr/>
          </p:nvSpPr>
          <p:spPr>
            <a:xfrm>
              <a:off x="316979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6" name="pg3006"/>
            <p:cNvSpPr/>
            <p:nvPr/>
          </p:nvSpPr>
          <p:spPr>
            <a:xfrm>
              <a:off x="318143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7" name="pg3007"/>
            <p:cNvSpPr/>
            <p:nvPr/>
          </p:nvSpPr>
          <p:spPr>
            <a:xfrm>
              <a:off x="350728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8" name="pg3008"/>
            <p:cNvSpPr/>
            <p:nvPr/>
          </p:nvSpPr>
          <p:spPr>
            <a:xfrm>
              <a:off x="351891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9" name="pg3009"/>
            <p:cNvSpPr/>
            <p:nvPr/>
          </p:nvSpPr>
          <p:spPr>
            <a:xfrm>
              <a:off x="353055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0" name="pg3010"/>
            <p:cNvSpPr/>
            <p:nvPr/>
          </p:nvSpPr>
          <p:spPr>
            <a:xfrm>
              <a:off x="354219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1" name="pg3011"/>
            <p:cNvSpPr/>
            <p:nvPr/>
          </p:nvSpPr>
          <p:spPr>
            <a:xfrm>
              <a:off x="355383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2" name="pg3012"/>
            <p:cNvSpPr/>
            <p:nvPr/>
          </p:nvSpPr>
          <p:spPr>
            <a:xfrm>
              <a:off x="356546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3" name="pg3013"/>
            <p:cNvSpPr/>
            <p:nvPr/>
          </p:nvSpPr>
          <p:spPr>
            <a:xfrm>
              <a:off x="357710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4" name="pg3014"/>
            <p:cNvSpPr/>
            <p:nvPr/>
          </p:nvSpPr>
          <p:spPr>
            <a:xfrm>
              <a:off x="358874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5" name="pg3015"/>
            <p:cNvSpPr/>
            <p:nvPr/>
          </p:nvSpPr>
          <p:spPr>
            <a:xfrm>
              <a:off x="360037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6" name="pg3016"/>
            <p:cNvSpPr/>
            <p:nvPr/>
          </p:nvSpPr>
          <p:spPr>
            <a:xfrm>
              <a:off x="361201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7" name="pg3017"/>
            <p:cNvSpPr/>
            <p:nvPr/>
          </p:nvSpPr>
          <p:spPr>
            <a:xfrm>
              <a:off x="362365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8" name="pg3018"/>
            <p:cNvSpPr/>
            <p:nvPr/>
          </p:nvSpPr>
          <p:spPr>
            <a:xfrm>
              <a:off x="363529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9" name="pg3019"/>
            <p:cNvSpPr/>
            <p:nvPr/>
          </p:nvSpPr>
          <p:spPr>
            <a:xfrm>
              <a:off x="364692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0" name="pg3020"/>
            <p:cNvSpPr/>
            <p:nvPr/>
          </p:nvSpPr>
          <p:spPr>
            <a:xfrm>
              <a:off x="365856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1" name="pg3021"/>
            <p:cNvSpPr/>
            <p:nvPr/>
          </p:nvSpPr>
          <p:spPr>
            <a:xfrm>
              <a:off x="367020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2" name="pg3022"/>
            <p:cNvSpPr/>
            <p:nvPr/>
          </p:nvSpPr>
          <p:spPr>
            <a:xfrm>
              <a:off x="368184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3" name="pg3023"/>
            <p:cNvSpPr/>
            <p:nvPr/>
          </p:nvSpPr>
          <p:spPr>
            <a:xfrm>
              <a:off x="369347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4" name="pg3024"/>
            <p:cNvSpPr/>
            <p:nvPr/>
          </p:nvSpPr>
          <p:spPr>
            <a:xfrm>
              <a:off x="370511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5" name="pg3025"/>
            <p:cNvSpPr/>
            <p:nvPr/>
          </p:nvSpPr>
          <p:spPr>
            <a:xfrm>
              <a:off x="371675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6" name="pg3026"/>
            <p:cNvSpPr/>
            <p:nvPr/>
          </p:nvSpPr>
          <p:spPr>
            <a:xfrm>
              <a:off x="372839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7" name="pg3027"/>
            <p:cNvSpPr/>
            <p:nvPr/>
          </p:nvSpPr>
          <p:spPr>
            <a:xfrm>
              <a:off x="374002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8" name="pg3028"/>
            <p:cNvSpPr/>
            <p:nvPr/>
          </p:nvSpPr>
          <p:spPr>
            <a:xfrm>
              <a:off x="375166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9" name="pg3029"/>
            <p:cNvSpPr/>
            <p:nvPr/>
          </p:nvSpPr>
          <p:spPr>
            <a:xfrm>
              <a:off x="376330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0" name="pg3030"/>
            <p:cNvSpPr/>
            <p:nvPr/>
          </p:nvSpPr>
          <p:spPr>
            <a:xfrm>
              <a:off x="377493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1" name="pg3031"/>
            <p:cNvSpPr/>
            <p:nvPr/>
          </p:nvSpPr>
          <p:spPr>
            <a:xfrm>
              <a:off x="378657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2" name="pg3032"/>
            <p:cNvSpPr/>
            <p:nvPr/>
          </p:nvSpPr>
          <p:spPr>
            <a:xfrm>
              <a:off x="436844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3" name="pg3033"/>
            <p:cNvSpPr/>
            <p:nvPr/>
          </p:nvSpPr>
          <p:spPr>
            <a:xfrm>
              <a:off x="438008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4" name="pg3034"/>
            <p:cNvSpPr/>
            <p:nvPr/>
          </p:nvSpPr>
          <p:spPr>
            <a:xfrm>
              <a:off x="439171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5" name="pg3035"/>
            <p:cNvSpPr/>
            <p:nvPr/>
          </p:nvSpPr>
          <p:spPr>
            <a:xfrm>
              <a:off x="440335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6" name="pg3036"/>
            <p:cNvSpPr/>
            <p:nvPr/>
          </p:nvSpPr>
          <p:spPr>
            <a:xfrm>
              <a:off x="441499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7" name="pg3037"/>
            <p:cNvSpPr/>
            <p:nvPr/>
          </p:nvSpPr>
          <p:spPr>
            <a:xfrm>
              <a:off x="442663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8" name="pg3038"/>
            <p:cNvSpPr/>
            <p:nvPr/>
          </p:nvSpPr>
          <p:spPr>
            <a:xfrm>
              <a:off x="443826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9" name="pg3039"/>
            <p:cNvSpPr/>
            <p:nvPr/>
          </p:nvSpPr>
          <p:spPr>
            <a:xfrm>
              <a:off x="458955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0" name="pg3040"/>
            <p:cNvSpPr/>
            <p:nvPr/>
          </p:nvSpPr>
          <p:spPr>
            <a:xfrm>
              <a:off x="460119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1" name="pg3041"/>
            <p:cNvSpPr/>
            <p:nvPr/>
          </p:nvSpPr>
          <p:spPr>
            <a:xfrm>
              <a:off x="461282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2" name="pg3042"/>
            <p:cNvSpPr/>
            <p:nvPr/>
          </p:nvSpPr>
          <p:spPr>
            <a:xfrm>
              <a:off x="462446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3" name="pg3043"/>
            <p:cNvSpPr/>
            <p:nvPr/>
          </p:nvSpPr>
          <p:spPr>
            <a:xfrm>
              <a:off x="463610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4" name="pg3044"/>
            <p:cNvSpPr/>
            <p:nvPr/>
          </p:nvSpPr>
          <p:spPr>
            <a:xfrm>
              <a:off x="308833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5" name="pg3045"/>
            <p:cNvSpPr/>
            <p:nvPr/>
          </p:nvSpPr>
          <p:spPr>
            <a:xfrm>
              <a:off x="309997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6" name="pg3046"/>
            <p:cNvSpPr/>
            <p:nvPr/>
          </p:nvSpPr>
          <p:spPr>
            <a:xfrm>
              <a:off x="311161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7" name="pg3047"/>
            <p:cNvSpPr/>
            <p:nvPr/>
          </p:nvSpPr>
          <p:spPr>
            <a:xfrm>
              <a:off x="312324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8" name="pg3048"/>
            <p:cNvSpPr/>
            <p:nvPr/>
          </p:nvSpPr>
          <p:spPr>
            <a:xfrm>
              <a:off x="313488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9" name="pg3049"/>
            <p:cNvSpPr/>
            <p:nvPr/>
          </p:nvSpPr>
          <p:spPr>
            <a:xfrm>
              <a:off x="314652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0" name="pg3050"/>
            <p:cNvSpPr/>
            <p:nvPr/>
          </p:nvSpPr>
          <p:spPr>
            <a:xfrm>
              <a:off x="351891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1" name="pg3051"/>
            <p:cNvSpPr/>
            <p:nvPr/>
          </p:nvSpPr>
          <p:spPr>
            <a:xfrm>
              <a:off x="353055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2" name="pg3052"/>
            <p:cNvSpPr/>
            <p:nvPr/>
          </p:nvSpPr>
          <p:spPr>
            <a:xfrm>
              <a:off x="354219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3" name="pg3053"/>
            <p:cNvSpPr/>
            <p:nvPr/>
          </p:nvSpPr>
          <p:spPr>
            <a:xfrm>
              <a:off x="355383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4" name="pg3054"/>
            <p:cNvSpPr/>
            <p:nvPr/>
          </p:nvSpPr>
          <p:spPr>
            <a:xfrm>
              <a:off x="356546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5" name="pg3055"/>
            <p:cNvSpPr/>
            <p:nvPr/>
          </p:nvSpPr>
          <p:spPr>
            <a:xfrm>
              <a:off x="357710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6" name="pg3056"/>
            <p:cNvSpPr/>
            <p:nvPr/>
          </p:nvSpPr>
          <p:spPr>
            <a:xfrm>
              <a:off x="358874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7" name="pg3057"/>
            <p:cNvSpPr/>
            <p:nvPr/>
          </p:nvSpPr>
          <p:spPr>
            <a:xfrm>
              <a:off x="360037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8" name="pg3058"/>
            <p:cNvSpPr/>
            <p:nvPr/>
          </p:nvSpPr>
          <p:spPr>
            <a:xfrm>
              <a:off x="361201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9" name="pg3059"/>
            <p:cNvSpPr/>
            <p:nvPr/>
          </p:nvSpPr>
          <p:spPr>
            <a:xfrm>
              <a:off x="362365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0" name="pg3060"/>
            <p:cNvSpPr/>
            <p:nvPr/>
          </p:nvSpPr>
          <p:spPr>
            <a:xfrm>
              <a:off x="363529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1" name="pg3061"/>
            <p:cNvSpPr/>
            <p:nvPr/>
          </p:nvSpPr>
          <p:spPr>
            <a:xfrm>
              <a:off x="364692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2" name="pg3062"/>
            <p:cNvSpPr/>
            <p:nvPr/>
          </p:nvSpPr>
          <p:spPr>
            <a:xfrm>
              <a:off x="365856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3" name="pg3063"/>
            <p:cNvSpPr/>
            <p:nvPr/>
          </p:nvSpPr>
          <p:spPr>
            <a:xfrm>
              <a:off x="367020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4" name="pg3064"/>
            <p:cNvSpPr/>
            <p:nvPr/>
          </p:nvSpPr>
          <p:spPr>
            <a:xfrm>
              <a:off x="368184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5" name="pg3065"/>
            <p:cNvSpPr/>
            <p:nvPr/>
          </p:nvSpPr>
          <p:spPr>
            <a:xfrm>
              <a:off x="369347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6" name="pg3066"/>
            <p:cNvSpPr/>
            <p:nvPr/>
          </p:nvSpPr>
          <p:spPr>
            <a:xfrm>
              <a:off x="370511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7" name="pg3067"/>
            <p:cNvSpPr/>
            <p:nvPr/>
          </p:nvSpPr>
          <p:spPr>
            <a:xfrm>
              <a:off x="371675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8" name="pg3068"/>
            <p:cNvSpPr/>
            <p:nvPr/>
          </p:nvSpPr>
          <p:spPr>
            <a:xfrm>
              <a:off x="372839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9" name="pg3069"/>
            <p:cNvSpPr/>
            <p:nvPr/>
          </p:nvSpPr>
          <p:spPr>
            <a:xfrm>
              <a:off x="374002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0" name="pg3070"/>
            <p:cNvSpPr/>
            <p:nvPr/>
          </p:nvSpPr>
          <p:spPr>
            <a:xfrm>
              <a:off x="375166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1" name="pg3071"/>
            <p:cNvSpPr/>
            <p:nvPr/>
          </p:nvSpPr>
          <p:spPr>
            <a:xfrm>
              <a:off x="376330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2" name="pg3072"/>
            <p:cNvSpPr/>
            <p:nvPr/>
          </p:nvSpPr>
          <p:spPr>
            <a:xfrm>
              <a:off x="377493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3" name="pg3073"/>
            <p:cNvSpPr/>
            <p:nvPr/>
          </p:nvSpPr>
          <p:spPr>
            <a:xfrm>
              <a:off x="378657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4" name="pg3074"/>
            <p:cNvSpPr/>
            <p:nvPr/>
          </p:nvSpPr>
          <p:spPr>
            <a:xfrm>
              <a:off x="438008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5" name="pg3075"/>
            <p:cNvSpPr/>
            <p:nvPr/>
          </p:nvSpPr>
          <p:spPr>
            <a:xfrm>
              <a:off x="439171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6" name="pg3076"/>
            <p:cNvSpPr/>
            <p:nvPr/>
          </p:nvSpPr>
          <p:spPr>
            <a:xfrm>
              <a:off x="440335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7" name="pg3077"/>
            <p:cNvSpPr/>
            <p:nvPr/>
          </p:nvSpPr>
          <p:spPr>
            <a:xfrm>
              <a:off x="441499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8" name="pg3078"/>
            <p:cNvSpPr/>
            <p:nvPr/>
          </p:nvSpPr>
          <p:spPr>
            <a:xfrm>
              <a:off x="442663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9" name="pg3079"/>
            <p:cNvSpPr/>
            <p:nvPr/>
          </p:nvSpPr>
          <p:spPr>
            <a:xfrm>
              <a:off x="443826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0" name="pg3080"/>
            <p:cNvSpPr/>
            <p:nvPr/>
          </p:nvSpPr>
          <p:spPr>
            <a:xfrm>
              <a:off x="444990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1" name="pg3081"/>
            <p:cNvSpPr/>
            <p:nvPr/>
          </p:nvSpPr>
          <p:spPr>
            <a:xfrm>
              <a:off x="460119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2" name="pg3082"/>
            <p:cNvSpPr/>
            <p:nvPr/>
          </p:nvSpPr>
          <p:spPr>
            <a:xfrm>
              <a:off x="461282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3" name="pg3083"/>
            <p:cNvSpPr/>
            <p:nvPr/>
          </p:nvSpPr>
          <p:spPr>
            <a:xfrm>
              <a:off x="462446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4" name="pg3084"/>
            <p:cNvSpPr/>
            <p:nvPr/>
          </p:nvSpPr>
          <p:spPr>
            <a:xfrm>
              <a:off x="463610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5" name="pg3085"/>
            <p:cNvSpPr/>
            <p:nvPr/>
          </p:nvSpPr>
          <p:spPr>
            <a:xfrm>
              <a:off x="464773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6" name="pg3086"/>
            <p:cNvSpPr/>
            <p:nvPr/>
          </p:nvSpPr>
          <p:spPr>
            <a:xfrm>
              <a:off x="306506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7" name="pg3087"/>
            <p:cNvSpPr/>
            <p:nvPr/>
          </p:nvSpPr>
          <p:spPr>
            <a:xfrm>
              <a:off x="307669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8" name="pg3088"/>
            <p:cNvSpPr/>
            <p:nvPr/>
          </p:nvSpPr>
          <p:spPr>
            <a:xfrm>
              <a:off x="308833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9" name="pg3089"/>
            <p:cNvSpPr/>
            <p:nvPr/>
          </p:nvSpPr>
          <p:spPr>
            <a:xfrm>
              <a:off x="309997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0" name="pg3090"/>
            <p:cNvSpPr/>
            <p:nvPr/>
          </p:nvSpPr>
          <p:spPr>
            <a:xfrm>
              <a:off x="311161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1" name="pg3091"/>
            <p:cNvSpPr/>
            <p:nvPr/>
          </p:nvSpPr>
          <p:spPr>
            <a:xfrm>
              <a:off x="312324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2" name="pg3092"/>
            <p:cNvSpPr/>
            <p:nvPr/>
          </p:nvSpPr>
          <p:spPr>
            <a:xfrm>
              <a:off x="313488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3" name="pg3093"/>
            <p:cNvSpPr/>
            <p:nvPr/>
          </p:nvSpPr>
          <p:spPr>
            <a:xfrm>
              <a:off x="3542193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4" name="pg3094"/>
            <p:cNvSpPr/>
            <p:nvPr/>
          </p:nvSpPr>
          <p:spPr>
            <a:xfrm>
              <a:off x="355383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5" name="pg3095"/>
            <p:cNvSpPr/>
            <p:nvPr/>
          </p:nvSpPr>
          <p:spPr>
            <a:xfrm>
              <a:off x="356546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6" name="pg3096"/>
            <p:cNvSpPr/>
            <p:nvPr/>
          </p:nvSpPr>
          <p:spPr>
            <a:xfrm>
              <a:off x="357710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7" name="pg3097"/>
            <p:cNvSpPr/>
            <p:nvPr/>
          </p:nvSpPr>
          <p:spPr>
            <a:xfrm>
              <a:off x="358874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8" name="pg3098"/>
            <p:cNvSpPr/>
            <p:nvPr/>
          </p:nvSpPr>
          <p:spPr>
            <a:xfrm>
              <a:off x="360037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9" name="pg3099"/>
            <p:cNvSpPr/>
            <p:nvPr/>
          </p:nvSpPr>
          <p:spPr>
            <a:xfrm>
              <a:off x="361201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0" name="pg3100"/>
            <p:cNvSpPr/>
            <p:nvPr/>
          </p:nvSpPr>
          <p:spPr>
            <a:xfrm>
              <a:off x="362365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1" name="pg3101"/>
            <p:cNvSpPr/>
            <p:nvPr/>
          </p:nvSpPr>
          <p:spPr>
            <a:xfrm>
              <a:off x="363529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2" name="pg3102"/>
            <p:cNvSpPr/>
            <p:nvPr/>
          </p:nvSpPr>
          <p:spPr>
            <a:xfrm>
              <a:off x="3646928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3" name="pg3103"/>
            <p:cNvSpPr/>
            <p:nvPr/>
          </p:nvSpPr>
          <p:spPr>
            <a:xfrm>
              <a:off x="365856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4" name="pg3104"/>
            <p:cNvSpPr/>
            <p:nvPr/>
          </p:nvSpPr>
          <p:spPr>
            <a:xfrm>
              <a:off x="3670203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5" name="pg3105"/>
            <p:cNvSpPr/>
            <p:nvPr/>
          </p:nvSpPr>
          <p:spPr>
            <a:xfrm>
              <a:off x="370511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6" name="pg3106"/>
            <p:cNvSpPr/>
            <p:nvPr/>
          </p:nvSpPr>
          <p:spPr>
            <a:xfrm>
              <a:off x="371675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7" name="pg3107"/>
            <p:cNvSpPr/>
            <p:nvPr/>
          </p:nvSpPr>
          <p:spPr>
            <a:xfrm>
              <a:off x="372839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8" name="pg3108"/>
            <p:cNvSpPr/>
            <p:nvPr/>
          </p:nvSpPr>
          <p:spPr>
            <a:xfrm>
              <a:off x="374002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9" name="pg3109"/>
            <p:cNvSpPr/>
            <p:nvPr/>
          </p:nvSpPr>
          <p:spPr>
            <a:xfrm>
              <a:off x="375166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0" name="pg3110"/>
            <p:cNvSpPr/>
            <p:nvPr/>
          </p:nvSpPr>
          <p:spPr>
            <a:xfrm>
              <a:off x="376330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1" name="pg3111"/>
            <p:cNvSpPr/>
            <p:nvPr/>
          </p:nvSpPr>
          <p:spPr>
            <a:xfrm>
              <a:off x="377493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2" name="pg3112"/>
            <p:cNvSpPr/>
            <p:nvPr/>
          </p:nvSpPr>
          <p:spPr>
            <a:xfrm>
              <a:off x="378657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3" name="pg3113"/>
            <p:cNvSpPr/>
            <p:nvPr/>
          </p:nvSpPr>
          <p:spPr>
            <a:xfrm>
              <a:off x="440335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4" name="pg3114"/>
            <p:cNvSpPr/>
            <p:nvPr/>
          </p:nvSpPr>
          <p:spPr>
            <a:xfrm>
              <a:off x="441499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5" name="pg3115"/>
            <p:cNvSpPr/>
            <p:nvPr/>
          </p:nvSpPr>
          <p:spPr>
            <a:xfrm>
              <a:off x="442663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6" name="pg3116"/>
            <p:cNvSpPr/>
            <p:nvPr/>
          </p:nvSpPr>
          <p:spPr>
            <a:xfrm>
              <a:off x="443826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7" name="pg3117"/>
            <p:cNvSpPr/>
            <p:nvPr/>
          </p:nvSpPr>
          <p:spPr>
            <a:xfrm>
              <a:off x="444990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8" name="pg3118"/>
            <p:cNvSpPr/>
            <p:nvPr/>
          </p:nvSpPr>
          <p:spPr>
            <a:xfrm>
              <a:off x="446154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9" name="pg3119"/>
            <p:cNvSpPr/>
            <p:nvPr/>
          </p:nvSpPr>
          <p:spPr>
            <a:xfrm>
              <a:off x="460119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0" name="pg3120"/>
            <p:cNvSpPr/>
            <p:nvPr/>
          </p:nvSpPr>
          <p:spPr>
            <a:xfrm>
              <a:off x="461282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1" name="pg3121"/>
            <p:cNvSpPr/>
            <p:nvPr/>
          </p:nvSpPr>
          <p:spPr>
            <a:xfrm>
              <a:off x="462446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2" name="pg3122"/>
            <p:cNvSpPr/>
            <p:nvPr/>
          </p:nvSpPr>
          <p:spPr>
            <a:xfrm>
              <a:off x="463610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3" name="pg3123"/>
            <p:cNvSpPr/>
            <p:nvPr/>
          </p:nvSpPr>
          <p:spPr>
            <a:xfrm>
              <a:off x="464773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4" name="pg3124"/>
            <p:cNvSpPr/>
            <p:nvPr/>
          </p:nvSpPr>
          <p:spPr>
            <a:xfrm>
              <a:off x="465937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5" name="pg3125"/>
            <p:cNvSpPr/>
            <p:nvPr/>
          </p:nvSpPr>
          <p:spPr>
            <a:xfrm>
              <a:off x="294868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6" name="pg3126"/>
            <p:cNvSpPr/>
            <p:nvPr/>
          </p:nvSpPr>
          <p:spPr>
            <a:xfrm>
              <a:off x="2960326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7" name="pg3127"/>
            <p:cNvSpPr/>
            <p:nvPr/>
          </p:nvSpPr>
          <p:spPr>
            <a:xfrm>
              <a:off x="2971963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8" name="pg3128"/>
            <p:cNvSpPr/>
            <p:nvPr/>
          </p:nvSpPr>
          <p:spPr>
            <a:xfrm>
              <a:off x="298360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9" name="pg3129"/>
            <p:cNvSpPr/>
            <p:nvPr/>
          </p:nvSpPr>
          <p:spPr>
            <a:xfrm>
              <a:off x="2995238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0" name="pg3130"/>
            <p:cNvSpPr/>
            <p:nvPr/>
          </p:nvSpPr>
          <p:spPr>
            <a:xfrm>
              <a:off x="3006875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1" name="pg3131"/>
            <p:cNvSpPr/>
            <p:nvPr/>
          </p:nvSpPr>
          <p:spPr>
            <a:xfrm>
              <a:off x="304178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2" name="pg3132"/>
            <p:cNvSpPr/>
            <p:nvPr/>
          </p:nvSpPr>
          <p:spPr>
            <a:xfrm>
              <a:off x="3053425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3" name="pg3133"/>
            <p:cNvSpPr/>
            <p:nvPr/>
          </p:nvSpPr>
          <p:spPr>
            <a:xfrm>
              <a:off x="306506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4" name="pg3134"/>
            <p:cNvSpPr/>
            <p:nvPr/>
          </p:nvSpPr>
          <p:spPr>
            <a:xfrm>
              <a:off x="307669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5" name="pg3135"/>
            <p:cNvSpPr/>
            <p:nvPr/>
          </p:nvSpPr>
          <p:spPr>
            <a:xfrm>
              <a:off x="308833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6" name="pg3136"/>
            <p:cNvSpPr/>
            <p:nvPr/>
          </p:nvSpPr>
          <p:spPr>
            <a:xfrm>
              <a:off x="309997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7" name="pg3137"/>
            <p:cNvSpPr/>
            <p:nvPr/>
          </p:nvSpPr>
          <p:spPr>
            <a:xfrm>
              <a:off x="311161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8" name="pg3138"/>
            <p:cNvSpPr/>
            <p:nvPr/>
          </p:nvSpPr>
          <p:spPr>
            <a:xfrm>
              <a:off x="312324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9" name="pg3139"/>
            <p:cNvSpPr/>
            <p:nvPr/>
          </p:nvSpPr>
          <p:spPr>
            <a:xfrm>
              <a:off x="363529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0" name="pg3140"/>
            <p:cNvSpPr/>
            <p:nvPr/>
          </p:nvSpPr>
          <p:spPr>
            <a:xfrm>
              <a:off x="3646928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1" name="pg3141"/>
            <p:cNvSpPr/>
            <p:nvPr/>
          </p:nvSpPr>
          <p:spPr>
            <a:xfrm>
              <a:off x="371675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2" name="pg3142"/>
            <p:cNvSpPr/>
            <p:nvPr/>
          </p:nvSpPr>
          <p:spPr>
            <a:xfrm>
              <a:off x="3728390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3" name="pg3143"/>
            <p:cNvSpPr/>
            <p:nvPr/>
          </p:nvSpPr>
          <p:spPr>
            <a:xfrm>
              <a:off x="374002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4" name="pg3144"/>
            <p:cNvSpPr/>
            <p:nvPr/>
          </p:nvSpPr>
          <p:spPr>
            <a:xfrm>
              <a:off x="375166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5" name="pg3145"/>
            <p:cNvSpPr/>
            <p:nvPr/>
          </p:nvSpPr>
          <p:spPr>
            <a:xfrm>
              <a:off x="376330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6" name="pg3146"/>
            <p:cNvSpPr/>
            <p:nvPr/>
          </p:nvSpPr>
          <p:spPr>
            <a:xfrm>
              <a:off x="377493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7" name="pg3147"/>
            <p:cNvSpPr/>
            <p:nvPr/>
          </p:nvSpPr>
          <p:spPr>
            <a:xfrm>
              <a:off x="441499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8" name="pg3148"/>
            <p:cNvSpPr/>
            <p:nvPr/>
          </p:nvSpPr>
          <p:spPr>
            <a:xfrm>
              <a:off x="4426630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9" name="pg3149"/>
            <p:cNvSpPr/>
            <p:nvPr/>
          </p:nvSpPr>
          <p:spPr>
            <a:xfrm>
              <a:off x="443826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0" name="pg3150"/>
            <p:cNvSpPr/>
            <p:nvPr/>
          </p:nvSpPr>
          <p:spPr>
            <a:xfrm>
              <a:off x="444990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1" name="pg3151"/>
            <p:cNvSpPr/>
            <p:nvPr/>
          </p:nvSpPr>
          <p:spPr>
            <a:xfrm>
              <a:off x="446154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2" name="pg3152"/>
            <p:cNvSpPr/>
            <p:nvPr/>
          </p:nvSpPr>
          <p:spPr>
            <a:xfrm>
              <a:off x="461282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3" name="pg3153"/>
            <p:cNvSpPr/>
            <p:nvPr/>
          </p:nvSpPr>
          <p:spPr>
            <a:xfrm>
              <a:off x="462446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4" name="pg3154"/>
            <p:cNvSpPr/>
            <p:nvPr/>
          </p:nvSpPr>
          <p:spPr>
            <a:xfrm>
              <a:off x="463610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5" name="pg3155"/>
            <p:cNvSpPr/>
            <p:nvPr/>
          </p:nvSpPr>
          <p:spPr>
            <a:xfrm>
              <a:off x="464773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6" name="pg3156"/>
            <p:cNvSpPr/>
            <p:nvPr/>
          </p:nvSpPr>
          <p:spPr>
            <a:xfrm>
              <a:off x="4659376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7" name="pg3157"/>
            <p:cNvSpPr/>
            <p:nvPr/>
          </p:nvSpPr>
          <p:spPr>
            <a:xfrm>
              <a:off x="293705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8" name="pg3158"/>
            <p:cNvSpPr/>
            <p:nvPr/>
          </p:nvSpPr>
          <p:spPr>
            <a:xfrm>
              <a:off x="294868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9" name="pg3159"/>
            <p:cNvSpPr/>
            <p:nvPr/>
          </p:nvSpPr>
          <p:spPr>
            <a:xfrm>
              <a:off x="2960326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0" name="pg3160"/>
            <p:cNvSpPr/>
            <p:nvPr/>
          </p:nvSpPr>
          <p:spPr>
            <a:xfrm>
              <a:off x="297196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1" name="pg3161"/>
            <p:cNvSpPr/>
            <p:nvPr/>
          </p:nvSpPr>
          <p:spPr>
            <a:xfrm>
              <a:off x="298360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2" name="pg3162"/>
            <p:cNvSpPr/>
            <p:nvPr/>
          </p:nvSpPr>
          <p:spPr>
            <a:xfrm>
              <a:off x="2995238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3" name="pg3163"/>
            <p:cNvSpPr/>
            <p:nvPr/>
          </p:nvSpPr>
          <p:spPr>
            <a:xfrm>
              <a:off x="3006875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4" name="pg3164"/>
            <p:cNvSpPr/>
            <p:nvPr/>
          </p:nvSpPr>
          <p:spPr>
            <a:xfrm>
              <a:off x="301851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5" name="pg3165"/>
            <p:cNvSpPr/>
            <p:nvPr/>
          </p:nvSpPr>
          <p:spPr>
            <a:xfrm>
              <a:off x="303015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6" name="pg3166"/>
            <p:cNvSpPr/>
            <p:nvPr/>
          </p:nvSpPr>
          <p:spPr>
            <a:xfrm>
              <a:off x="304178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7" name="pg3167"/>
            <p:cNvSpPr/>
            <p:nvPr/>
          </p:nvSpPr>
          <p:spPr>
            <a:xfrm>
              <a:off x="3053425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8" name="pg3168"/>
            <p:cNvSpPr/>
            <p:nvPr/>
          </p:nvSpPr>
          <p:spPr>
            <a:xfrm>
              <a:off x="306506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9" name="pg3169"/>
            <p:cNvSpPr/>
            <p:nvPr/>
          </p:nvSpPr>
          <p:spPr>
            <a:xfrm>
              <a:off x="307669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0" name="pg3170"/>
            <p:cNvSpPr/>
            <p:nvPr/>
          </p:nvSpPr>
          <p:spPr>
            <a:xfrm>
              <a:off x="308833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1" name="pg3171"/>
            <p:cNvSpPr/>
            <p:nvPr/>
          </p:nvSpPr>
          <p:spPr>
            <a:xfrm>
              <a:off x="309997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2" name="pg3172"/>
            <p:cNvSpPr/>
            <p:nvPr/>
          </p:nvSpPr>
          <p:spPr>
            <a:xfrm>
              <a:off x="311161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3" name="pg3173"/>
            <p:cNvSpPr/>
            <p:nvPr/>
          </p:nvSpPr>
          <p:spPr>
            <a:xfrm>
              <a:off x="371675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4" name="pg3174"/>
            <p:cNvSpPr/>
            <p:nvPr/>
          </p:nvSpPr>
          <p:spPr>
            <a:xfrm>
              <a:off x="372839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5" name="pg3175"/>
            <p:cNvSpPr/>
            <p:nvPr/>
          </p:nvSpPr>
          <p:spPr>
            <a:xfrm>
              <a:off x="374002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6" name="pg3176"/>
            <p:cNvSpPr/>
            <p:nvPr/>
          </p:nvSpPr>
          <p:spPr>
            <a:xfrm>
              <a:off x="375166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7" name="pg3177"/>
            <p:cNvSpPr/>
            <p:nvPr/>
          </p:nvSpPr>
          <p:spPr>
            <a:xfrm>
              <a:off x="441499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8" name="pg3178"/>
            <p:cNvSpPr/>
            <p:nvPr/>
          </p:nvSpPr>
          <p:spPr>
            <a:xfrm>
              <a:off x="442663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9" name="pg3179"/>
            <p:cNvSpPr/>
            <p:nvPr/>
          </p:nvSpPr>
          <p:spPr>
            <a:xfrm>
              <a:off x="443826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0" name="pg3180"/>
            <p:cNvSpPr/>
            <p:nvPr/>
          </p:nvSpPr>
          <p:spPr>
            <a:xfrm>
              <a:off x="444990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1" name="pg3181"/>
            <p:cNvSpPr/>
            <p:nvPr/>
          </p:nvSpPr>
          <p:spPr>
            <a:xfrm>
              <a:off x="446154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2" name="pg3182"/>
            <p:cNvSpPr/>
            <p:nvPr/>
          </p:nvSpPr>
          <p:spPr>
            <a:xfrm>
              <a:off x="461282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3" name="pg3183"/>
            <p:cNvSpPr/>
            <p:nvPr/>
          </p:nvSpPr>
          <p:spPr>
            <a:xfrm>
              <a:off x="462446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4" name="pg3184"/>
            <p:cNvSpPr/>
            <p:nvPr/>
          </p:nvSpPr>
          <p:spPr>
            <a:xfrm>
              <a:off x="463610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5" name="pg3185"/>
            <p:cNvSpPr/>
            <p:nvPr/>
          </p:nvSpPr>
          <p:spPr>
            <a:xfrm>
              <a:off x="464773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6" name="pg3186"/>
            <p:cNvSpPr/>
            <p:nvPr/>
          </p:nvSpPr>
          <p:spPr>
            <a:xfrm>
              <a:off x="4659376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7" name="pg3187"/>
            <p:cNvSpPr/>
            <p:nvPr/>
          </p:nvSpPr>
          <p:spPr>
            <a:xfrm>
              <a:off x="467101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8" name="pg3188"/>
            <p:cNvSpPr/>
            <p:nvPr/>
          </p:nvSpPr>
          <p:spPr>
            <a:xfrm>
              <a:off x="293705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9" name="pg3189"/>
            <p:cNvSpPr/>
            <p:nvPr/>
          </p:nvSpPr>
          <p:spPr>
            <a:xfrm>
              <a:off x="294868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0" name="pg3190"/>
            <p:cNvSpPr/>
            <p:nvPr/>
          </p:nvSpPr>
          <p:spPr>
            <a:xfrm>
              <a:off x="2960326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1" name="pg3191"/>
            <p:cNvSpPr/>
            <p:nvPr/>
          </p:nvSpPr>
          <p:spPr>
            <a:xfrm>
              <a:off x="297196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2" name="pg3192"/>
            <p:cNvSpPr/>
            <p:nvPr/>
          </p:nvSpPr>
          <p:spPr>
            <a:xfrm>
              <a:off x="298360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3" name="pg3193"/>
            <p:cNvSpPr/>
            <p:nvPr/>
          </p:nvSpPr>
          <p:spPr>
            <a:xfrm>
              <a:off x="2995238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4" name="pg3194"/>
            <p:cNvSpPr/>
            <p:nvPr/>
          </p:nvSpPr>
          <p:spPr>
            <a:xfrm>
              <a:off x="3006875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5" name="pg3195"/>
            <p:cNvSpPr/>
            <p:nvPr/>
          </p:nvSpPr>
          <p:spPr>
            <a:xfrm>
              <a:off x="301851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6" name="pg3196"/>
            <p:cNvSpPr/>
            <p:nvPr/>
          </p:nvSpPr>
          <p:spPr>
            <a:xfrm>
              <a:off x="3030150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7" name="pg3197"/>
            <p:cNvSpPr/>
            <p:nvPr/>
          </p:nvSpPr>
          <p:spPr>
            <a:xfrm>
              <a:off x="304178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8" name="pg3198"/>
            <p:cNvSpPr/>
            <p:nvPr/>
          </p:nvSpPr>
          <p:spPr>
            <a:xfrm>
              <a:off x="3053425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9" name="pg3199"/>
            <p:cNvSpPr/>
            <p:nvPr/>
          </p:nvSpPr>
          <p:spPr>
            <a:xfrm>
              <a:off x="306506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0" name="pg3200"/>
            <p:cNvSpPr/>
            <p:nvPr/>
          </p:nvSpPr>
          <p:spPr>
            <a:xfrm>
              <a:off x="307669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1" name="pg3201"/>
            <p:cNvSpPr/>
            <p:nvPr/>
          </p:nvSpPr>
          <p:spPr>
            <a:xfrm>
              <a:off x="308833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2" name="pg3202"/>
            <p:cNvSpPr/>
            <p:nvPr/>
          </p:nvSpPr>
          <p:spPr>
            <a:xfrm>
              <a:off x="309997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3" name="pg3203"/>
            <p:cNvSpPr/>
            <p:nvPr/>
          </p:nvSpPr>
          <p:spPr>
            <a:xfrm>
              <a:off x="441499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4" name="pg3204"/>
            <p:cNvSpPr/>
            <p:nvPr/>
          </p:nvSpPr>
          <p:spPr>
            <a:xfrm>
              <a:off x="4426630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5" name="pg3205"/>
            <p:cNvSpPr/>
            <p:nvPr/>
          </p:nvSpPr>
          <p:spPr>
            <a:xfrm>
              <a:off x="443826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6" name="pg3206"/>
            <p:cNvSpPr/>
            <p:nvPr/>
          </p:nvSpPr>
          <p:spPr>
            <a:xfrm>
              <a:off x="444990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7" name="pg3207"/>
            <p:cNvSpPr/>
            <p:nvPr/>
          </p:nvSpPr>
          <p:spPr>
            <a:xfrm>
              <a:off x="446154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8" name="pg3208"/>
            <p:cNvSpPr/>
            <p:nvPr/>
          </p:nvSpPr>
          <p:spPr>
            <a:xfrm>
              <a:off x="461282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9" name="pg3209"/>
            <p:cNvSpPr/>
            <p:nvPr/>
          </p:nvSpPr>
          <p:spPr>
            <a:xfrm>
              <a:off x="462446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0" name="pg3210"/>
            <p:cNvSpPr/>
            <p:nvPr/>
          </p:nvSpPr>
          <p:spPr>
            <a:xfrm>
              <a:off x="463610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1" name="pg3211"/>
            <p:cNvSpPr/>
            <p:nvPr/>
          </p:nvSpPr>
          <p:spPr>
            <a:xfrm>
              <a:off x="464773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2" name="pg3212"/>
            <p:cNvSpPr/>
            <p:nvPr/>
          </p:nvSpPr>
          <p:spPr>
            <a:xfrm>
              <a:off x="4659376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3" name="pg3213"/>
            <p:cNvSpPr/>
            <p:nvPr/>
          </p:nvSpPr>
          <p:spPr>
            <a:xfrm>
              <a:off x="467101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4" name="pg3214"/>
            <p:cNvSpPr/>
            <p:nvPr/>
          </p:nvSpPr>
          <p:spPr>
            <a:xfrm>
              <a:off x="468265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5" name="pg3215"/>
            <p:cNvSpPr/>
            <p:nvPr/>
          </p:nvSpPr>
          <p:spPr>
            <a:xfrm>
              <a:off x="292541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6" name="pg3216"/>
            <p:cNvSpPr/>
            <p:nvPr/>
          </p:nvSpPr>
          <p:spPr>
            <a:xfrm>
              <a:off x="293705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7" name="pg3217"/>
            <p:cNvSpPr/>
            <p:nvPr/>
          </p:nvSpPr>
          <p:spPr>
            <a:xfrm>
              <a:off x="294868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8" name="pg3218"/>
            <p:cNvSpPr/>
            <p:nvPr/>
          </p:nvSpPr>
          <p:spPr>
            <a:xfrm>
              <a:off x="2960326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9" name="pg3219"/>
            <p:cNvSpPr/>
            <p:nvPr/>
          </p:nvSpPr>
          <p:spPr>
            <a:xfrm>
              <a:off x="297196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0" name="pg3220"/>
            <p:cNvSpPr/>
            <p:nvPr/>
          </p:nvSpPr>
          <p:spPr>
            <a:xfrm>
              <a:off x="298360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1" name="pg3221"/>
            <p:cNvSpPr/>
            <p:nvPr/>
          </p:nvSpPr>
          <p:spPr>
            <a:xfrm>
              <a:off x="2995238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2" name="pg3222"/>
            <p:cNvSpPr/>
            <p:nvPr/>
          </p:nvSpPr>
          <p:spPr>
            <a:xfrm>
              <a:off x="3006875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3" name="pg3223"/>
            <p:cNvSpPr/>
            <p:nvPr/>
          </p:nvSpPr>
          <p:spPr>
            <a:xfrm>
              <a:off x="301851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4" name="pg3224"/>
            <p:cNvSpPr/>
            <p:nvPr/>
          </p:nvSpPr>
          <p:spPr>
            <a:xfrm>
              <a:off x="3030150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5" name="pg3225"/>
            <p:cNvSpPr/>
            <p:nvPr/>
          </p:nvSpPr>
          <p:spPr>
            <a:xfrm>
              <a:off x="304178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6" name="pg3226"/>
            <p:cNvSpPr/>
            <p:nvPr/>
          </p:nvSpPr>
          <p:spPr>
            <a:xfrm>
              <a:off x="3053425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7" name="pg3227"/>
            <p:cNvSpPr/>
            <p:nvPr/>
          </p:nvSpPr>
          <p:spPr>
            <a:xfrm>
              <a:off x="306506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8" name="pg3228"/>
            <p:cNvSpPr/>
            <p:nvPr/>
          </p:nvSpPr>
          <p:spPr>
            <a:xfrm>
              <a:off x="307669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9" name="pg3229"/>
            <p:cNvSpPr/>
            <p:nvPr/>
          </p:nvSpPr>
          <p:spPr>
            <a:xfrm>
              <a:off x="441499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0" name="pg3230"/>
            <p:cNvSpPr/>
            <p:nvPr/>
          </p:nvSpPr>
          <p:spPr>
            <a:xfrm>
              <a:off x="4426630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1" name="pg3231"/>
            <p:cNvSpPr/>
            <p:nvPr/>
          </p:nvSpPr>
          <p:spPr>
            <a:xfrm>
              <a:off x="443826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2" name="pg3232"/>
            <p:cNvSpPr/>
            <p:nvPr/>
          </p:nvSpPr>
          <p:spPr>
            <a:xfrm>
              <a:off x="444990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3" name="pg3233"/>
            <p:cNvSpPr/>
            <p:nvPr/>
          </p:nvSpPr>
          <p:spPr>
            <a:xfrm>
              <a:off x="446154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4" name="pg3234"/>
            <p:cNvSpPr/>
            <p:nvPr/>
          </p:nvSpPr>
          <p:spPr>
            <a:xfrm>
              <a:off x="461282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5" name="pg3235"/>
            <p:cNvSpPr/>
            <p:nvPr/>
          </p:nvSpPr>
          <p:spPr>
            <a:xfrm>
              <a:off x="462446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6" name="pg3236"/>
            <p:cNvSpPr/>
            <p:nvPr/>
          </p:nvSpPr>
          <p:spPr>
            <a:xfrm>
              <a:off x="463610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7" name="pg3237"/>
            <p:cNvSpPr/>
            <p:nvPr/>
          </p:nvSpPr>
          <p:spPr>
            <a:xfrm>
              <a:off x="464773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8" name="pg3238"/>
            <p:cNvSpPr/>
            <p:nvPr/>
          </p:nvSpPr>
          <p:spPr>
            <a:xfrm>
              <a:off x="4659376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9" name="pg3239"/>
            <p:cNvSpPr/>
            <p:nvPr/>
          </p:nvSpPr>
          <p:spPr>
            <a:xfrm>
              <a:off x="467101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0" name="pg3240"/>
            <p:cNvSpPr/>
            <p:nvPr/>
          </p:nvSpPr>
          <p:spPr>
            <a:xfrm>
              <a:off x="468265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1" name="pg3241"/>
            <p:cNvSpPr/>
            <p:nvPr/>
          </p:nvSpPr>
          <p:spPr>
            <a:xfrm>
              <a:off x="292541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2" name="pg3242"/>
            <p:cNvSpPr/>
            <p:nvPr/>
          </p:nvSpPr>
          <p:spPr>
            <a:xfrm>
              <a:off x="293705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3" name="pg3243"/>
            <p:cNvSpPr/>
            <p:nvPr/>
          </p:nvSpPr>
          <p:spPr>
            <a:xfrm>
              <a:off x="2948689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4" name="pg3244"/>
            <p:cNvSpPr/>
            <p:nvPr/>
          </p:nvSpPr>
          <p:spPr>
            <a:xfrm>
              <a:off x="2960326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5" name="pg3245"/>
            <p:cNvSpPr/>
            <p:nvPr/>
          </p:nvSpPr>
          <p:spPr>
            <a:xfrm>
              <a:off x="297196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6" name="pg3246"/>
            <p:cNvSpPr/>
            <p:nvPr/>
          </p:nvSpPr>
          <p:spPr>
            <a:xfrm>
              <a:off x="298360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7" name="pg3247"/>
            <p:cNvSpPr/>
            <p:nvPr/>
          </p:nvSpPr>
          <p:spPr>
            <a:xfrm>
              <a:off x="2995238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8" name="pg3248"/>
            <p:cNvSpPr/>
            <p:nvPr/>
          </p:nvSpPr>
          <p:spPr>
            <a:xfrm>
              <a:off x="3006875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9" name="pg3249"/>
            <p:cNvSpPr/>
            <p:nvPr/>
          </p:nvSpPr>
          <p:spPr>
            <a:xfrm>
              <a:off x="301851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0" name="pg3250"/>
            <p:cNvSpPr/>
            <p:nvPr/>
          </p:nvSpPr>
          <p:spPr>
            <a:xfrm>
              <a:off x="3030150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1" name="pg3251"/>
            <p:cNvSpPr/>
            <p:nvPr/>
          </p:nvSpPr>
          <p:spPr>
            <a:xfrm>
              <a:off x="3041787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2" name="pg3252"/>
            <p:cNvSpPr/>
            <p:nvPr/>
          </p:nvSpPr>
          <p:spPr>
            <a:xfrm>
              <a:off x="3053425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3" name="pg3253"/>
            <p:cNvSpPr/>
            <p:nvPr/>
          </p:nvSpPr>
          <p:spPr>
            <a:xfrm>
              <a:off x="4414992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4" name="pg3254"/>
            <p:cNvSpPr/>
            <p:nvPr/>
          </p:nvSpPr>
          <p:spPr>
            <a:xfrm>
              <a:off x="4426630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5" name="pg3255"/>
            <p:cNvSpPr/>
            <p:nvPr/>
          </p:nvSpPr>
          <p:spPr>
            <a:xfrm>
              <a:off x="4438267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6" name="pg3256"/>
            <p:cNvSpPr/>
            <p:nvPr/>
          </p:nvSpPr>
          <p:spPr>
            <a:xfrm>
              <a:off x="444990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7" name="pg3257"/>
            <p:cNvSpPr/>
            <p:nvPr/>
          </p:nvSpPr>
          <p:spPr>
            <a:xfrm>
              <a:off x="4461542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8" name="pg3258"/>
            <p:cNvSpPr/>
            <p:nvPr/>
          </p:nvSpPr>
          <p:spPr>
            <a:xfrm>
              <a:off x="462446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9" name="pg3259"/>
            <p:cNvSpPr/>
            <p:nvPr/>
          </p:nvSpPr>
          <p:spPr>
            <a:xfrm>
              <a:off x="463610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0" name="pg3260"/>
            <p:cNvSpPr/>
            <p:nvPr/>
          </p:nvSpPr>
          <p:spPr>
            <a:xfrm>
              <a:off x="4647739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1" name="pg3261"/>
            <p:cNvSpPr/>
            <p:nvPr/>
          </p:nvSpPr>
          <p:spPr>
            <a:xfrm>
              <a:off x="4659376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2" name="pg3262"/>
            <p:cNvSpPr/>
            <p:nvPr/>
          </p:nvSpPr>
          <p:spPr>
            <a:xfrm>
              <a:off x="467101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3" name="pg3263"/>
            <p:cNvSpPr/>
            <p:nvPr/>
          </p:nvSpPr>
          <p:spPr>
            <a:xfrm>
              <a:off x="468265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4" name="pg3264"/>
            <p:cNvSpPr/>
            <p:nvPr/>
          </p:nvSpPr>
          <p:spPr>
            <a:xfrm>
              <a:off x="289050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5" name="pg3265"/>
            <p:cNvSpPr/>
            <p:nvPr/>
          </p:nvSpPr>
          <p:spPr>
            <a:xfrm>
              <a:off x="290213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6" name="pg3266"/>
            <p:cNvSpPr/>
            <p:nvPr/>
          </p:nvSpPr>
          <p:spPr>
            <a:xfrm>
              <a:off x="2913777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7" name="pg3267"/>
            <p:cNvSpPr/>
            <p:nvPr/>
          </p:nvSpPr>
          <p:spPr>
            <a:xfrm>
              <a:off x="292541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8" name="pg3268"/>
            <p:cNvSpPr/>
            <p:nvPr/>
          </p:nvSpPr>
          <p:spPr>
            <a:xfrm>
              <a:off x="293705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9" name="pg3269"/>
            <p:cNvSpPr/>
            <p:nvPr/>
          </p:nvSpPr>
          <p:spPr>
            <a:xfrm>
              <a:off x="294868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0" name="pg3270"/>
            <p:cNvSpPr/>
            <p:nvPr/>
          </p:nvSpPr>
          <p:spPr>
            <a:xfrm>
              <a:off x="2960326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1" name="pg3271"/>
            <p:cNvSpPr/>
            <p:nvPr/>
          </p:nvSpPr>
          <p:spPr>
            <a:xfrm>
              <a:off x="297196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2" name="pg3272"/>
            <p:cNvSpPr/>
            <p:nvPr/>
          </p:nvSpPr>
          <p:spPr>
            <a:xfrm>
              <a:off x="298360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3" name="pg3273"/>
            <p:cNvSpPr/>
            <p:nvPr/>
          </p:nvSpPr>
          <p:spPr>
            <a:xfrm>
              <a:off x="2995238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4" name="pg3274"/>
            <p:cNvSpPr/>
            <p:nvPr/>
          </p:nvSpPr>
          <p:spPr>
            <a:xfrm>
              <a:off x="3006875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5" name="pg3275"/>
            <p:cNvSpPr/>
            <p:nvPr/>
          </p:nvSpPr>
          <p:spPr>
            <a:xfrm>
              <a:off x="301851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6" name="pg3276"/>
            <p:cNvSpPr/>
            <p:nvPr/>
          </p:nvSpPr>
          <p:spPr>
            <a:xfrm>
              <a:off x="3030150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7" name="pg3277"/>
            <p:cNvSpPr/>
            <p:nvPr/>
          </p:nvSpPr>
          <p:spPr>
            <a:xfrm>
              <a:off x="441499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8" name="pg3278"/>
            <p:cNvSpPr/>
            <p:nvPr/>
          </p:nvSpPr>
          <p:spPr>
            <a:xfrm>
              <a:off x="4426630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9" name="pg3279"/>
            <p:cNvSpPr/>
            <p:nvPr/>
          </p:nvSpPr>
          <p:spPr>
            <a:xfrm>
              <a:off x="4438267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0" name="pg3280"/>
            <p:cNvSpPr/>
            <p:nvPr/>
          </p:nvSpPr>
          <p:spPr>
            <a:xfrm>
              <a:off x="444990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1" name="pg3281"/>
            <p:cNvSpPr/>
            <p:nvPr/>
          </p:nvSpPr>
          <p:spPr>
            <a:xfrm>
              <a:off x="446154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2" name="pg3282"/>
            <p:cNvSpPr/>
            <p:nvPr/>
          </p:nvSpPr>
          <p:spPr>
            <a:xfrm>
              <a:off x="462446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3" name="pg3283"/>
            <p:cNvSpPr/>
            <p:nvPr/>
          </p:nvSpPr>
          <p:spPr>
            <a:xfrm>
              <a:off x="463610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4" name="pg3284"/>
            <p:cNvSpPr/>
            <p:nvPr/>
          </p:nvSpPr>
          <p:spPr>
            <a:xfrm>
              <a:off x="464773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5" name="pg3285"/>
            <p:cNvSpPr/>
            <p:nvPr/>
          </p:nvSpPr>
          <p:spPr>
            <a:xfrm>
              <a:off x="4659376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6" name="pg3286"/>
            <p:cNvSpPr/>
            <p:nvPr/>
          </p:nvSpPr>
          <p:spPr>
            <a:xfrm>
              <a:off x="467101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7" name="pg3287"/>
            <p:cNvSpPr/>
            <p:nvPr/>
          </p:nvSpPr>
          <p:spPr>
            <a:xfrm>
              <a:off x="468265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8" name="pg3288"/>
            <p:cNvSpPr/>
            <p:nvPr/>
          </p:nvSpPr>
          <p:spPr>
            <a:xfrm>
              <a:off x="2890502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9" name="pg3289"/>
            <p:cNvSpPr/>
            <p:nvPr/>
          </p:nvSpPr>
          <p:spPr>
            <a:xfrm>
              <a:off x="290213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0" name="pg3290"/>
            <p:cNvSpPr/>
            <p:nvPr/>
          </p:nvSpPr>
          <p:spPr>
            <a:xfrm>
              <a:off x="2913777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1" name="pg3291"/>
            <p:cNvSpPr/>
            <p:nvPr/>
          </p:nvSpPr>
          <p:spPr>
            <a:xfrm>
              <a:off x="292541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2" name="pg3292"/>
            <p:cNvSpPr/>
            <p:nvPr/>
          </p:nvSpPr>
          <p:spPr>
            <a:xfrm>
              <a:off x="293705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3" name="pg3293"/>
            <p:cNvSpPr/>
            <p:nvPr/>
          </p:nvSpPr>
          <p:spPr>
            <a:xfrm>
              <a:off x="294868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4" name="pg3294"/>
            <p:cNvSpPr/>
            <p:nvPr/>
          </p:nvSpPr>
          <p:spPr>
            <a:xfrm>
              <a:off x="2960326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5" name="pg3295"/>
            <p:cNvSpPr/>
            <p:nvPr/>
          </p:nvSpPr>
          <p:spPr>
            <a:xfrm>
              <a:off x="2971963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6" name="pg3296"/>
            <p:cNvSpPr/>
            <p:nvPr/>
          </p:nvSpPr>
          <p:spPr>
            <a:xfrm>
              <a:off x="298360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7" name="pg3297"/>
            <p:cNvSpPr/>
            <p:nvPr/>
          </p:nvSpPr>
          <p:spPr>
            <a:xfrm>
              <a:off x="4403355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8" name="pg3298"/>
            <p:cNvSpPr/>
            <p:nvPr/>
          </p:nvSpPr>
          <p:spPr>
            <a:xfrm>
              <a:off x="4414992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9" name="pg3299"/>
            <p:cNvSpPr/>
            <p:nvPr/>
          </p:nvSpPr>
          <p:spPr>
            <a:xfrm>
              <a:off x="4426630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0" name="pg3300"/>
            <p:cNvSpPr/>
            <p:nvPr/>
          </p:nvSpPr>
          <p:spPr>
            <a:xfrm>
              <a:off x="4438267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1" name="pg3301"/>
            <p:cNvSpPr/>
            <p:nvPr/>
          </p:nvSpPr>
          <p:spPr>
            <a:xfrm>
              <a:off x="444990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2" name="pg3302"/>
            <p:cNvSpPr/>
            <p:nvPr/>
          </p:nvSpPr>
          <p:spPr>
            <a:xfrm>
              <a:off x="462446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3" name="pg3303"/>
            <p:cNvSpPr/>
            <p:nvPr/>
          </p:nvSpPr>
          <p:spPr>
            <a:xfrm>
              <a:off x="463610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4" name="pg3304"/>
            <p:cNvSpPr/>
            <p:nvPr/>
          </p:nvSpPr>
          <p:spPr>
            <a:xfrm>
              <a:off x="464773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5" name="pg3305"/>
            <p:cNvSpPr/>
            <p:nvPr/>
          </p:nvSpPr>
          <p:spPr>
            <a:xfrm>
              <a:off x="4659376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6" name="pg3306"/>
            <p:cNvSpPr/>
            <p:nvPr/>
          </p:nvSpPr>
          <p:spPr>
            <a:xfrm>
              <a:off x="4671013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7" name="pg3307"/>
            <p:cNvSpPr/>
            <p:nvPr/>
          </p:nvSpPr>
          <p:spPr>
            <a:xfrm>
              <a:off x="468265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8" name="pg3308"/>
            <p:cNvSpPr/>
            <p:nvPr/>
          </p:nvSpPr>
          <p:spPr>
            <a:xfrm>
              <a:off x="2878865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9" name="pg3309"/>
            <p:cNvSpPr/>
            <p:nvPr/>
          </p:nvSpPr>
          <p:spPr>
            <a:xfrm>
              <a:off x="289050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0" name="pg3310"/>
            <p:cNvSpPr/>
            <p:nvPr/>
          </p:nvSpPr>
          <p:spPr>
            <a:xfrm>
              <a:off x="290213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1" name="pg3311"/>
            <p:cNvSpPr/>
            <p:nvPr/>
          </p:nvSpPr>
          <p:spPr>
            <a:xfrm>
              <a:off x="2913777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2" name="pg3312"/>
            <p:cNvSpPr/>
            <p:nvPr/>
          </p:nvSpPr>
          <p:spPr>
            <a:xfrm>
              <a:off x="2925414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3" name="pg3313"/>
            <p:cNvSpPr/>
            <p:nvPr/>
          </p:nvSpPr>
          <p:spPr>
            <a:xfrm>
              <a:off x="293705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4" name="pg3314"/>
            <p:cNvSpPr/>
            <p:nvPr/>
          </p:nvSpPr>
          <p:spPr>
            <a:xfrm>
              <a:off x="294868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5" name="pg3315"/>
            <p:cNvSpPr/>
            <p:nvPr/>
          </p:nvSpPr>
          <p:spPr>
            <a:xfrm>
              <a:off x="2960326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6" name="pg3316"/>
            <p:cNvSpPr/>
            <p:nvPr/>
          </p:nvSpPr>
          <p:spPr>
            <a:xfrm>
              <a:off x="4403355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7" name="pg3317"/>
            <p:cNvSpPr/>
            <p:nvPr/>
          </p:nvSpPr>
          <p:spPr>
            <a:xfrm>
              <a:off x="441499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8" name="pg3318"/>
            <p:cNvSpPr/>
            <p:nvPr/>
          </p:nvSpPr>
          <p:spPr>
            <a:xfrm>
              <a:off x="4426630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9" name="pg3319"/>
            <p:cNvSpPr/>
            <p:nvPr/>
          </p:nvSpPr>
          <p:spPr>
            <a:xfrm>
              <a:off x="4438267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0" name="pg3320"/>
            <p:cNvSpPr/>
            <p:nvPr/>
          </p:nvSpPr>
          <p:spPr>
            <a:xfrm>
              <a:off x="4449904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1" name="pg3321"/>
            <p:cNvSpPr/>
            <p:nvPr/>
          </p:nvSpPr>
          <p:spPr>
            <a:xfrm>
              <a:off x="446154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2" name="pg3322"/>
            <p:cNvSpPr/>
            <p:nvPr/>
          </p:nvSpPr>
          <p:spPr>
            <a:xfrm>
              <a:off x="447317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3" name="pg3323"/>
            <p:cNvSpPr/>
            <p:nvPr/>
          </p:nvSpPr>
          <p:spPr>
            <a:xfrm>
              <a:off x="463610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4" name="pg3324"/>
            <p:cNvSpPr/>
            <p:nvPr/>
          </p:nvSpPr>
          <p:spPr>
            <a:xfrm>
              <a:off x="464773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5" name="pg3325"/>
            <p:cNvSpPr/>
            <p:nvPr/>
          </p:nvSpPr>
          <p:spPr>
            <a:xfrm>
              <a:off x="4659376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6" name="pg3326"/>
            <p:cNvSpPr/>
            <p:nvPr/>
          </p:nvSpPr>
          <p:spPr>
            <a:xfrm>
              <a:off x="4671013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7" name="pg3327"/>
            <p:cNvSpPr/>
            <p:nvPr/>
          </p:nvSpPr>
          <p:spPr>
            <a:xfrm>
              <a:off x="468265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8" name="pg3328"/>
            <p:cNvSpPr/>
            <p:nvPr/>
          </p:nvSpPr>
          <p:spPr>
            <a:xfrm>
              <a:off x="286722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9" name="pg3329"/>
            <p:cNvSpPr/>
            <p:nvPr/>
          </p:nvSpPr>
          <p:spPr>
            <a:xfrm>
              <a:off x="2878865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0" name="pg3330"/>
            <p:cNvSpPr/>
            <p:nvPr/>
          </p:nvSpPr>
          <p:spPr>
            <a:xfrm>
              <a:off x="289050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1" name="pg3331"/>
            <p:cNvSpPr/>
            <p:nvPr/>
          </p:nvSpPr>
          <p:spPr>
            <a:xfrm>
              <a:off x="290213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2" name="pg3332"/>
            <p:cNvSpPr/>
            <p:nvPr/>
          </p:nvSpPr>
          <p:spPr>
            <a:xfrm>
              <a:off x="291377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3" name="pg3333"/>
            <p:cNvSpPr/>
            <p:nvPr/>
          </p:nvSpPr>
          <p:spPr>
            <a:xfrm>
              <a:off x="2925414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4" name="pg3334"/>
            <p:cNvSpPr/>
            <p:nvPr/>
          </p:nvSpPr>
          <p:spPr>
            <a:xfrm>
              <a:off x="293705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5" name="pg3335"/>
            <p:cNvSpPr/>
            <p:nvPr/>
          </p:nvSpPr>
          <p:spPr>
            <a:xfrm>
              <a:off x="294868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6" name="pg3336"/>
            <p:cNvSpPr/>
            <p:nvPr/>
          </p:nvSpPr>
          <p:spPr>
            <a:xfrm>
              <a:off x="4403355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7" name="pg3337"/>
            <p:cNvSpPr/>
            <p:nvPr/>
          </p:nvSpPr>
          <p:spPr>
            <a:xfrm>
              <a:off x="441499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8" name="pg3338"/>
            <p:cNvSpPr/>
            <p:nvPr/>
          </p:nvSpPr>
          <p:spPr>
            <a:xfrm>
              <a:off x="4426630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9" name="pg3339"/>
            <p:cNvSpPr/>
            <p:nvPr/>
          </p:nvSpPr>
          <p:spPr>
            <a:xfrm>
              <a:off x="443826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0" name="pg3340"/>
            <p:cNvSpPr/>
            <p:nvPr/>
          </p:nvSpPr>
          <p:spPr>
            <a:xfrm>
              <a:off x="4449904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1" name="pg3341"/>
            <p:cNvSpPr/>
            <p:nvPr/>
          </p:nvSpPr>
          <p:spPr>
            <a:xfrm>
              <a:off x="446154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2" name="pg3342"/>
            <p:cNvSpPr/>
            <p:nvPr/>
          </p:nvSpPr>
          <p:spPr>
            <a:xfrm>
              <a:off x="447317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3" name="pg3343"/>
            <p:cNvSpPr/>
            <p:nvPr/>
          </p:nvSpPr>
          <p:spPr>
            <a:xfrm>
              <a:off x="4484816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4" name="pg3344"/>
            <p:cNvSpPr/>
            <p:nvPr/>
          </p:nvSpPr>
          <p:spPr>
            <a:xfrm>
              <a:off x="463610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5" name="pg3345"/>
            <p:cNvSpPr/>
            <p:nvPr/>
          </p:nvSpPr>
          <p:spPr>
            <a:xfrm>
              <a:off x="464773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6" name="pg3346"/>
            <p:cNvSpPr/>
            <p:nvPr/>
          </p:nvSpPr>
          <p:spPr>
            <a:xfrm>
              <a:off x="4659376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7" name="pg3347"/>
            <p:cNvSpPr/>
            <p:nvPr/>
          </p:nvSpPr>
          <p:spPr>
            <a:xfrm>
              <a:off x="4671013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8" name="pg3348"/>
            <p:cNvSpPr/>
            <p:nvPr/>
          </p:nvSpPr>
          <p:spPr>
            <a:xfrm>
              <a:off x="468265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9" name="pg3349"/>
            <p:cNvSpPr/>
            <p:nvPr/>
          </p:nvSpPr>
          <p:spPr>
            <a:xfrm>
              <a:off x="4694288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0" name="pg3350"/>
            <p:cNvSpPr/>
            <p:nvPr/>
          </p:nvSpPr>
          <p:spPr>
            <a:xfrm>
              <a:off x="2855590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1" name="pg3351"/>
            <p:cNvSpPr/>
            <p:nvPr/>
          </p:nvSpPr>
          <p:spPr>
            <a:xfrm>
              <a:off x="286722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2" name="pg3352"/>
            <p:cNvSpPr/>
            <p:nvPr/>
          </p:nvSpPr>
          <p:spPr>
            <a:xfrm>
              <a:off x="2878865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3" name="pg3353"/>
            <p:cNvSpPr/>
            <p:nvPr/>
          </p:nvSpPr>
          <p:spPr>
            <a:xfrm>
              <a:off x="289050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4" name="pg3354"/>
            <p:cNvSpPr/>
            <p:nvPr/>
          </p:nvSpPr>
          <p:spPr>
            <a:xfrm>
              <a:off x="290213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5" name="pg3355"/>
            <p:cNvSpPr/>
            <p:nvPr/>
          </p:nvSpPr>
          <p:spPr>
            <a:xfrm>
              <a:off x="291377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6" name="pg3356"/>
            <p:cNvSpPr/>
            <p:nvPr/>
          </p:nvSpPr>
          <p:spPr>
            <a:xfrm>
              <a:off x="2925414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7" name="pg3357"/>
            <p:cNvSpPr/>
            <p:nvPr/>
          </p:nvSpPr>
          <p:spPr>
            <a:xfrm>
              <a:off x="2937051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8" name="pg3358"/>
            <p:cNvSpPr/>
            <p:nvPr/>
          </p:nvSpPr>
          <p:spPr>
            <a:xfrm>
              <a:off x="4403355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9" name="pg3359"/>
            <p:cNvSpPr/>
            <p:nvPr/>
          </p:nvSpPr>
          <p:spPr>
            <a:xfrm>
              <a:off x="441499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0" name="pg3360"/>
            <p:cNvSpPr/>
            <p:nvPr/>
          </p:nvSpPr>
          <p:spPr>
            <a:xfrm>
              <a:off x="4426630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1" name="pg3361"/>
            <p:cNvSpPr/>
            <p:nvPr/>
          </p:nvSpPr>
          <p:spPr>
            <a:xfrm>
              <a:off x="443826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2" name="pg3362"/>
            <p:cNvSpPr/>
            <p:nvPr/>
          </p:nvSpPr>
          <p:spPr>
            <a:xfrm>
              <a:off x="4449904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3" name="pg3363"/>
            <p:cNvSpPr/>
            <p:nvPr/>
          </p:nvSpPr>
          <p:spPr>
            <a:xfrm>
              <a:off x="446154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4" name="pg3364"/>
            <p:cNvSpPr/>
            <p:nvPr/>
          </p:nvSpPr>
          <p:spPr>
            <a:xfrm>
              <a:off x="447317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5" name="pg3365"/>
            <p:cNvSpPr/>
            <p:nvPr/>
          </p:nvSpPr>
          <p:spPr>
            <a:xfrm>
              <a:off x="4484816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6" name="pg3366"/>
            <p:cNvSpPr/>
            <p:nvPr/>
          </p:nvSpPr>
          <p:spPr>
            <a:xfrm>
              <a:off x="464773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7" name="pg3367"/>
            <p:cNvSpPr/>
            <p:nvPr/>
          </p:nvSpPr>
          <p:spPr>
            <a:xfrm>
              <a:off x="4659376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8" name="pg3368"/>
            <p:cNvSpPr/>
            <p:nvPr/>
          </p:nvSpPr>
          <p:spPr>
            <a:xfrm>
              <a:off x="4671013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9" name="pg3369"/>
            <p:cNvSpPr/>
            <p:nvPr/>
          </p:nvSpPr>
          <p:spPr>
            <a:xfrm>
              <a:off x="4682651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0" name="pg3370"/>
            <p:cNvSpPr/>
            <p:nvPr/>
          </p:nvSpPr>
          <p:spPr>
            <a:xfrm>
              <a:off x="4694288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1" name="pg3371"/>
            <p:cNvSpPr/>
            <p:nvPr/>
          </p:nvSpPr>
          <p:spPr>
            <a:xfrm>
              <a:off x="2855590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2" name="pg3372"/>
            <p:cNvSpPr/>
            <p:nvPr/>
          </p:nvSpPr>
          <p:spPr>
            <a:xfrm>
              <a:off x="286722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3" name="pg3373"/>
            <p:cNvSpPr/>
            <p:nvPr/>
          </p:nvSpPr>
          <p:spPr>
            <a:xfrm>
              <a:off x="2878865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4" name="pg3374"/>
            <p:cNvSpPr/>
            <p:nvPr/>
          </p:nvSpPr>
          <p:spPr>
            <a:xfrm>
              <a:off x="289050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5" name="pg3375"/>
            <p:cNvSpPr/>
            <p:nvPr/>
          </p:nvSpPr>
          <p:spPr>
            <a:xfrm>
              <a:off x="290213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6" name="pg3376"/>
            <p:cNvSpPr/>
            <p:nvPr/>
          </p:nvSpPr>
          <p:spPr>
            <a:xfrm>
              <a:off x="291377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7" name="pg3377"/>
            <p:cNvSpPr/>
            <p:nvPr/>
          </p:nvSpPr>
          <p:spPr>
            <a:xfrm>
              <a:off x="2925414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8" name="pg3378"/>
            <p:cNvSpPr/>
            <p:nvPr/>
          </p:nvSpPr>
          <p:spPr>
            <a:xfrm>
              <a:off x="4403355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9" name="pg3379"/>
            <p:cNvSpPr/>
            <p:nvPr/>
          </p:nvSpPr>
          <p:spPr>
            <a:xfrm>
              <a:off x="441499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0" name="pg3380"/>
            <p:cNvSpPr/>
            <p:nvPr/>
          </p:nvSpPr>
          <p:spPr>
            <a:xfrm>
              <a:off x="4426630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1" name="pg3381"/>
            <p:cNvSpPr/>
            <p:nvPr/>
          </p:nvSpPr>
          <p:spPr>
            <a:xfrm>
              <a:off x="443826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2" name="pg3382"/>
            <p:cNvSpPr/>
            <p:nvPr/>
          </p:nvSpPr>
          <p:spPr>
            <a:xfrm>
              <a:off x="4449904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3" name="pg3383"/>
            <p:cNvSpPr/>
            <p:nvPr/>
          </p:nvSpPr>
          <p:spPr>
            <a:xfrm>
              <a:off x="446154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4" name="pg3384"/>
            <p:cNvSpPr/>
            <p:nvPr/>
          </p:nvSpPr>
          <p:spPr>
            <a:xfrm>
              <a:off x="447317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5" name="pg3385"/>
            <p:cNvSpPr/>
            <p:nvPr/>
          </p:nvSpPr>
          <p:spPr>
            <a:xfrm>
              <a:off x="4484816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6" name="pg3386"/>
            <p:cNvSpPr/>
            <p:nvPr/>
          </p:nvSpPr>
          <p:spPr>
            <a:xfrm>
              <a:off x="464773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7" name="pg3387"/>
            <p:cNvSpPr/>
            <p:nvPr/>
          </p:nvSpPr>
          <p:spPr>
            <a:xfrm>
              <a:off x="4659376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8" name="pg3388"/>
            <p:cNvSpPr/>
            <p:nvPr/>
          </p:nvSpPr>
          <p:spPr>
            <a:xfrm>
              <a:off x="4671013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9" name="pg3389"/>
            <p:cNvSpPr/>
            <p:nvPr/>
          </p:nvSpPr>
          <p:spPr>
            <a:xfrm>
              <a:off x="4682651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0" name="pg3390"/>
            <p:cNvSpPr/>
            <p:nvPr/>
          </p:nvSpPr>
          <p:spPr>
            <a:xfrm>
              <a:off x="4694288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1" name="pg3391"/>
            <p:cNvSpPr/>
            <p:nvPr/>
          </p:nvSpPr>
          <p:spPr>
            <a:xfrm>
              <a:off x="283231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2" name="pg3392"/>
            <p:cNvSpPr/>
            <p:nvPr/>
          </p:nvSpPr>
          <p:spPr>
            <a:xfrm>
              <a:off x="2843953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3" name="pg3393"/>
            <p:cNvSpPr/>
            <p:nvPr/>
          </p:nvSpPr>
          <p:spPr>
            <a:xfrm>
              <a:off x="286722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4" name="pg3394"/>
            <p:cNvSpPr/>
            <p:nvPr/>
          </p:nvSpPr>
          <p:spPr>
            <a:xfrm>
              <a:off x="287886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5" name="pg3395"/>
            <p:cNvSpPr/>
            <p:nvPr/>
          </p:nvSpPr>
          <p:spPr>
            <a:xfrm>
              <a:off x="289050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6" name="pg3396"/>
            <p:cNvSpPr/>
            <p:nvPr/>
          </p:nvSpPr>
          <p:spPr>
            <a:xfrm>
              <a:off x="290213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7" name="pg3397"/>
            <p:cNvSpPr/>
            <p:nvPr/>
          </p:nvSpPr>
          <p:spPr>
            <a:xfrm>
              <a:off x="291377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8" name="pg3398"/>
            <p:cNvSpPr/>
            <p:nvPr/>
          </p:nvSpPr>
          <p:spPr>
            <a:xfrm>
              <a:off x="440335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9" name="pg3399"/>
            <p:cNvSpPr/>
            <p:nvPr/>
          </p:nvSpPr>
          <p:spPr>
            <a:xfrm>
              <a:off x="441499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0" name="pg3400"/>
            <p:cNvSpPr/>
            <p:nvPr/>
          </p:nvSpPr>
          <p:spPr>
            <a:xfrm>
              <a:off x="4426630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1" name="pg3401"/>
            <p:cNvSpPr/>
            <p:nvPr/>
          </p:nvSpPr>
          <p:spPr>
            <a:xfrm>
              <a:off x="443826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2" name="pg3402"/>
            <p:cNvSpPr/>
            <p:nvPr/>
          </p:nvSpPr>
          <p:spPr>
            <a:xfrm>
              <a:off x="4449904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3" name="pg3403"/>
            <p:cNvSpPr/>
            <p:nvPr/>
          </p:nvSpPr>
          <p:spPr>
            <a:xfrm>
              <a:off x="446154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4" name="pg3404"/>
            <p:cNvSpPr/>
            <p:nvPr/>
          </p:nvSpPr>
          <p:spPr>
            <a:xfrm>
              <a:off x="447317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5" name="pg3405"/>
            <p:cNvSpPr/>
            <p:nvPr/>
          </p:nvSpPr>
          <p:spPr>
            <a:xfrm>
              <a:off x="4484816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6" name="pg3406"/>
            <p:cNvSpPr/>
            <p:nvPr/>
          </p:nvSpPr>
          <p:spPr>
            <a:xfrm>
              <a:off x="464773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7" name="pg3407"/>
            <p:cNvSpPr/>
            <p:nvPr/>
          </p:nvSpPr>
          <p:spPr>
            <a:xfrm>
              <a:off x="4659376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8" name="pg3408"/>
            <p:cNvSpPr/>
            <p:nvPr/>
          </p:nvSpPr>
          <p:spPr>
            <a:xfrm>
              <a:off x="4671013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9" name="pg3409"/>
            <p:cNvSpPr/>
            <p:nvPr/>
          </p:nvSpPr>
          <p:spPr>
            <a:xfrm>
              <a:off x="4682651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0" name="pg3410"/>
            <p:cNvSpPr/>
            <p:nvPr/>
          </p:nvSpPr>
          <p:spPr>
            <a:xfrm>
              <a:off x="4694288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1" name="pg3411"/>
            <p:cNvSpPr/>
            <p:nvPr/>
          </p:nvSpPr>
          <p:spPr>
            <a:xfrm>
              <a:off x="2820678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2" name="pg3412"/>
            <p:cNvSpPr/>
            <p:nvPr/>
          </p:nvSpPr>
          <p:spPr>
            <a:xfrm>
              <a:off x="283231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3" name="pg3413"/>
            <p:cNvSpPr/>
            <p:nvPr/>
          </p:nvSpPr>
          <p:spPr>
            <a:xfrm>
              <a:off x="2843953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4" name="pg3414"/>
            <p:cNvSpPr/>
            <p:nvPr/>
          </p:nvSpPr>
          <p:spPr>
            <a:xfrm>
              <a:off x="2855590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5" name="pg3415"/>
            <p:cNvSpPr/>
            <p:nvPr/>
          </p:nvSpPr>
          <p:spPr>
            <a:xfrm>
              <a:off x="286722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6" name="pg3416"/>
            <p:cNvSpPr/>
            <p:nvPr/>
          </p:nvSpPr>
          <p:spPr>
            <a:xfrm>
              <a:off x="287886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7" name="pg3417"/>
            <p:cNvSpPr/>
            <p:nvPr/>
          </p:nvSpPr>
          <p:spPr>
            <a:xfrm>
              <a:off x="289050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8" name="pg3418"/>
            <p:cNvSpPr/>
            <p:nvPr/>
          </p:nvSpPr>
          <p:spPr>
            <a:xfrm>
              <a:off x="2902139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9" name="pg3419"/>
            <p:cNvSpPr/>
            <p:nvPr/>
          </p:nvSpPr>
          <p:spPr>
            <a:xfrm>
              <a:off x="291377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0" name="pg3420"/>
            <p:cNvSpPr/>
            <p:nvPr/>
          </p:nvSpPr>
          <p:spPr>
            <a:xfrm>
              <a:off x="441499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1" name="pg3421"/>
            <p:cNvSpPr/>
            <p:nvPr/>
          </p:nvSpPr>
          <p:spPr>
            <a:xfrm>
              <a:off x="4426630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2" name="pg3422"/>
            <p:cNvSpPr/>
            <p:nvPr/>
          </p:nvSpPr>
          <p:spPr>
            <a:xfrm>
              <a:off x="443826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3" name="pg3423"/>
            <p:cNvSpPr/>
            <p:nvPr/>
          </p:nvSpPr>
          <p:spPr>
            <a:xfrm>
              <a:off x="4449904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4" name="pg3424"/>
            <p:cNvSpPr/>
            <p:nvPr/>
          </p:nvSpPr>
          <p:spPr>
            <a:xfrm>
              <a:off x="446154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5" name="pg3425"/>
            <p:cNvSpPr/>
            <p:nvPr/>
          </p:nvSpPr>
          <p:spPr>
            <a:xfrm>
              <a:off x="4473179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6" name="pg3426"/>
            <p:cNvSpPr/>
            <p:nvPr/>
          </p:nvSpPr>
          <p:spPr>
            <a:xfrm>
              <a:off x="4659376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7" name="pg3427"/>
            <p:cNvSpPr/>
            <p:nvPr/>
          </p:nvSpPr>
          <p:spPr>
            <a:xfrm>
              <a:off x="4671013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8" name="pg3428"/>
            <p:cNvSpPr/>
            <p:nvPr/>
          </p:nvSpPr>
          <p:spPr>
            <a:xfrm>
              <a:off x="4682651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9" name="pg3429"/>
            <p:cNvSpPr/>
            <p:nvPr/>
          </p:nvSpPr>
          <p:spPr>
            <a:xfrm>
              <a:off x="4694288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0" name="pg3430"/>
            <p:cNvSpPr/>
            <p:nvPr/>
          </p:nvSpPr>
          <p:spPr>
            <a:xfrm>
              <a:off x="470592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1" name="pg3431"/>
            <p:cNvSpPr/>
            <p:nvPr/>
          </p:nvSpPr>
          <p:spPr>
            <a:xfrm>
              <a:off x="2820678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2" name="pg3432"/>
            <p:cNvSpPr/>
            <p:nvPr/>
          </p:nvSpPr>
          <p:spPr>
            <a:xfrm>
              <a:off x="283231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3" name="pg3433"/>
            <p:cNvSpPr/>
            <p:nvPr/>
          </p:nvSpPr>
          <p:spPr>
            <a:xfrm>
              <a:off x="2843953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4" name="pg3434"/>
            <p:cNvSpPr/>
            <p:nvPr/>
          </p:nvSpPr>
          <p:spPr>
            <a:xfrm>
              <a:off x="2855590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5" name="pg3435"/>
            <p:cNvSpPr/>
            <p:nvPr/>
          </p:nvSpPr>
          <p:spPr>
            <a:xfrm>
              <a:off x="2867227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6" name="pg3436"/>
            <p:cNvSpPr/>
            <p:nvPr/>
          </p:nvSpPr>
          <p:spPr>
            <a:xfrm>
              <a:off x="287886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7" name="pg3437"/>
            <p:cNvSpPr/>
            <p:nvPr/>
          </p:nvSpPr>
          <p:spPr>
            <a:xfrm>
              <a:off x="289050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8" name="pg3438"/>
            <p:cNvSpPr/>
            <p:nvPr/>
          </p:nvSpPr>
          <p:spPr>
            <a:xfrm>
              <a:off x="2902139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9" name="pg3439"/>
            <p:cNvSpPr/>
            <p:nvPr/>
          </p:nvSpPr>
          <p:spPr>
            <a:xfrm>
              <a:off x="441499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0" name="pg3440"/>
            <p:cNvSpPr/>
            <p:nvPr/>
          </p:nvSpPr>
          <p:spPr>
            <a:xfrm>
              <a:off x="4426630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1" name="pg3441"/>
            <p:cNvSpPr/>
            <p:nvPr/>
          </p:nvSpPr>
          <p:spPr>
            <a:xfrm>
              <a:off x="4438267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2" name="pg3442"/>
            <p:cNvSpPr/>
            <p:nvPr/>
          </p:nvSpPr>
          <p:spPr>
            <a:xfrm>
              <a:off x="4449904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3" name="pg3443"/>
            <p:cNvSpPr/>
            <p:nvPr/>
          </p:nvSpPr>
          <p:spPr>
            <a:xfrm>
              <a:off x="446154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4" name="pg3444"/>
            <p:cNvSpPr/>
            <p:nvPr/>
          </p:nvSpPr>
          <p:spPr>
            <a:xfrm>
              <a:off x="4659376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5" name="pg3445"/>
            <p:cNvSpPr/>
            <p:nvPr/>
          </p:nvSpPr>
          <p:spPr>
            <a:xfrm>
              <a:off x="4671013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6" name="pg3446"/>
            <p:cNvSpPr/>
            <p:nvPr/>
          </p:nvSpPr>
          <p:spPr>
            <a:xfrm>
              <a:off x="4682651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7" name="pg3447"/>
            <p:cNvSpPr/>
            <p:nvPr/>
          </p:nvSpPr>
          <p:spPr>
            <a:xfrm>
              <a:off x="4694288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8" name="pg3448"/>
            <p:cNvSpPr/>
            <p:nvPr/>
          </p:nvSpPr>
          <p:spPr>
            <a:xfrm>
              <a:off x="470592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9" name="pg3449"/>
            <p:cNvSpPr/>
            <p:nvPr/>
          </p:nvSpPr>
          <p:spPr>
            <a:xfrm>
              <a:off x="2820678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0" name="pg3450"/>
            <p:cNvSpPr/>
            <p:nvPr/>
          </p:nvSpPr>
          <p:spPr>
            <a:xfrm>
              <a:off x="283231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1" name="pg3451"/>
            <p:cNvSpPr/>
            <p:nvPr/>
          </p:nvSpPr>
          <p:spPr>
            <a:xfrm>
              <a:off x="284395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2" name="pg3452"/>
            <p:cNvSpPr/>
            <p:nvPr/>
          </p:nvSpPr>
          <p:spPr>
            <a:xfrm>
              <a:off x="2855590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3" name="pg3453"/>
            <p:cNvSpPr/>
            <p:nvPr/>
          </p:nvSpPr>
          <p:spPr>
            <a:xfrm>
              <a:off x="2867227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4" name="pg3454"/>
            <p:cNvSpPr/>
            <p:nvPr/>
          </p:nvSpPr>
          <p:spPr>
            <a:xfrm>
              <a:off x="287886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5" name="pg3455"/>
            <p:cNvSpPr/>
            <p:nvPr/>
          </p:nvSpPr>
          <p:spPr>
            <a:xfrm>
              <a:off x="289050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6" name="pg3456"/>
            <p:cNvSpPr/>
            <p:nvPr/>
          </p:nvSpPr>
          <p:spPr>
            <a:xfrm>
              <a:off x="2902139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7" name="pg3457"/>
            <p:cNvSpPr/>
            <p:nvPr/>
          </p:nvSpPr>
          <p:spPr>
            <a:xfrm>
              <a:off x="441499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8" name="pg3458"/>
            <p:cNvSpPr/>
            <p:nvPr/>
          </p:nvSpPr>
          <p:spPr>
            <a:xfrm>
              <a:off x="4426630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9" name="pg3459"/>
            <p:cNvSpPr/>
            <p:nvPr/>
          </p:nvSpPr>
          <p:spPr>
            <a:xfrm>
              <a:off x="4438267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0" name="pg3460"/>
            <p:cNvSpPr/>
            <p:nvPr/>
          </p:nvSpPr>
          <p:spPr>
            <a:xfrm>
              <a:off x="4449904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1" name="pg3461"/>
            <p:cNvSpPr/>
            <p:nvPr/>
          </p:nvSpPr>
          <p:spPr>
            <a:xfrm>
              <a:off x="446154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2" name="pg3462"/>
            <p:cNvSpPr/>
            <p:nvPr/>
          </p:nvSpPr>
          <p:spPr>
            <a:xfrm>
              <a:off x="4473179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3" name="pg3463"/>
            <p:cNvSpPr/>
            <p:nvPr/>
          </p:nvSpPr>
          <p:spPr>
            <a:xfrm>
              <a:off x="467101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4" name="pg3464"/>
            <p:cNvSpPr/>
            <p:nvPr/>
          </p:nvSpPr>
          <p:spPr>
            <a:xfrm>
              <a:off x="4682651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5" name="pg3465"/>
            <p:cNvSpPr/>
            <p:nvPr/>
          </p:nvSpPr>
          <p:spPr>
            <a:xfrm>
              <a:off x="4694288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6" name="pg3466"/>
            <p:cNvSpPr/>
            <p:nvPr/>
          </p:nvSpPr>
          <p:spPr>
            <a:xfrm>
              <a:off x="470592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7" name="pg3467"/>
            <p:cNvSpPr/>
            <p:nvPr/>
          </p:nvSpPr>
          <p:spPr>
            <a:xfrm>
              <a:off x="471756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8" name="pg3468"/>
            <p:cNvSpPr/>
            <p:nvPr/>
          </p:nvSpPr>
          <p:spPr>
            <a:xfrm>
              <a:off x="283231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9" name="pg3469"/>
            <p:cNvSpPr/>
            <p:nvPr/>
          </p:nvSpPr>
          <p:spPr>
            <a:xfrm>
              <a:off x="284395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0" name="pg3470"/>
            <p:cNvSpPr/>
            <p:nvPr/>
          </p:nvSpPr>
          <p:spPr>
            <a:xfrm>
              <a:off x="285559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1" name="pg3471"/>
            <p:cNvSpPr/>
            <p:nvPr/>
          </p:nvSpPr>
          <p:spPr>
            <a:xfrm>
              <a:off x="2867227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2" name="pg3472"/>
            <p:cNvSpPr/>
            <p:nvPr/>
          </p:nvSpPr>
          <p:spPr>
            <a:xfrm>
              <a:off x="287886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3" name="pg3473"/>
            <p:cNvSpPr/>
            <p:nvPr/>
          </p:nvSpPr>
          <p:spPr>
            <a:xfrm>
              <a:off x="2890502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4" name="pg3474"/>
            <p:cNvSpPr/>
            <p:nvPr/>
          </p:nvSpPr>
          <p:spPr>
            <a:xfrm>
              <a:off x="442663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5" name="pg3475"/>
            <p:cNvSpPr/>
            <p:nvPr/>
          </p:nvSpPr>
          <p:spPr>
            <a:xfrm>
              <a:off x="4438267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6" name="pg3476"/>
            <p:cNvSpPr/>
            <p:nvPr/>
          </p:nvSpPr>
          <p:spPr>
            <a:xfrm>
              <a:off x="4449904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7" name="pg3477"/>
            <p:cNvSpPr/>
            <p:nvPr/>
          </p:nvSpPr>
          <p:spPr>
            <a:xfrm>
              <a:off x="4461542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8" name="pg3478"/>
            <p:cNvSpPr/>
            <p:nvPr/>
          </p:nvSpPr>
          <p:spPr>
            <a:xfrm>
              <a:off x="4473179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9" name="pg3479"/>
            <p:cNvSpPr/>
            <p:nvPr/>
          </p:nvSpPr>
          <p:spPr>
            <a:xfrm>
              <a:off x="467101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0" name="pg3480"/>
            <p:cNvSpPr/>
            <p:nvPr/>
          </p:nvSpPr>
          <p:spPr>
            <a:xfrm>
              <a:off x="4682651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1" name="pg3481"/>
            <p:cNvSpPr/>
            <p:nvPr/>
          </p:nvSpPr>
          <p:spPr>
            <a:xfrm>
              <a:off x="4694288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2" name="pg3482"/>
            <p:cNvSpPr/>
            <p:nvPr/>
          </p:nvSpPr>
          <p:spPr>
            <a:xfrm>
              <a:off x="470592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3" name="pg3483"/>
            <p:cNvSpPr/>
            <p:nvPr/>
          </p:nvSpPr>
          <p:spPr>
            <a:xfrm>
              <a:off x="471756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4" name="pg3484"/>
            <p:cNvSpPr/>
            <p:nvPr/>
          </p:nvSpPr>
          <p:spPr>
            <a:xfrm>
              <a:off x="472920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5" name="pg3485"/>
            <p:cNvSpPr/>
            <p:nvPr/>
          </p:nvSpPr>
          <p:spPr>
            <a:xfrm>
              <a:off x="283231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6" name="pg3486"/>
            <p:cNvSpPr/>
            <p:nvPr/>
          </p:nvSpPr>
          <p:spPr>
            <a:xfrm>
              <a:off x="2843953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7" name="pg3487"/>
            <p:cNvSpPr/>
            <p:nvPr/>
          </p:nvSpPr>
          <p:spPr>
            <a:xfrm>
              <a:off x="2855590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8" name="pg3488"/>
            <p:cNvSpPr/>
            <p:nvPr/>
          </p:nvSpPr>
          <p:spPr>
            <a:xfrm>
              <a:off x="2867227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9" name="pg3489"/>
            <p:cNvSpPr/>
            <p:nvPr/>
          </p:nvSpPr>
          <p:spPr>
            <a:xfrm>
              <a:off x="287886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0" name="pg3490"/>
            <p:cNvSpPr/>
            <p:nvPr/>
          </p:nvSpPr>
          <p:spPr>
            <a:xfrm>
              <a:off x="2890502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1" name="pg3491"/>
            <p:cNvSpPr/>
            <p:nvPr/>
          </p:nvSpPr>
          <p:spPr>
            <a:xfrm>
              <a:off x="4438267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2" name="pg3492"/>
            <p:cNvSpPr/>
            <p:nvPr/>
          </p:nvSpPr>
          <p:spPr>
            <a:xfrm>
              <a:off x="4449904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3" name="pg3493"/>
            <p:cNvSpPr/>
            <p:nvPr/>
          </p:nvSpPr>
          <p:spPr>
            <a:xfrm>
              <a:off x="4461542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4" name="pg3494"/>
            <p:cNvSpPr/>
            <p:nvPr/>
          </p:nvSpPr>
          <p:spPr>
            <a:xfrm>
              <a:off x="4473179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5" name="pg3495"/>
            <p:cNvSpPr/>
            <p:nvPr/>
          </p:nvSpPr>
          <p:spPr>
            <a:xfrm>
              <a:off x="4484816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6" name="pg3496"/>
            <p:cNvSpPr/>
            <p:nvPr/>
          </p:nvSpPr>
          <p:spPr>
            <a:xfrm>
              <a:off x="4496454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7" name="pg3497"/>
            <p:cNvSpPr/>
            <p:nvPr/>
          </p:nvSpPr>
          <p:spPr>
            <a:xfrm>
              <a:off x="4508091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8" name="pg3498"/>
            <p:cNvSpPr/>
            <p:nvPr/>
          </p:nvSpPr>
          <p:spPr>
            <a:xfrm>
              <a:off x="4519728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9" name="pg3499"/>
            <p:cNvSpPr/>
            <p:nvPr/>
          </p:nvSpPr>
          <p:spPr>
            <a:xfrm>
              <a:off x="4682651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0" name="pg3500"/>
            <p:cNvSpPr/>
            <p:nvPr/>
          </p:nvSpPr>
          <p:spPr>
            <a:xfrm>
              <a:off x="4694288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1" name="pg3501"/>
            <p:cNvSpPr/>
            <p:nvPr/>
          </p:nvSpPr>
          <p:spPr>
            <a:xfrm>
              <a:off x="470592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2" name="pg3502"/>
            <p:cNvSpPr/>
            <p:nvPr/>
          </p:nvSpPr>
          <p:spPr>
            <a:xfrm>
              <a:off x="4717563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3" name="pg3503"/>
            <p:cNvSpPr/>
            <p:nvPr/>
          </p:nvSpPr>
          <p:spPr>
            <a:xfrm>
              <a:off x="4729200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4" name="pg3504"/>
            <p:cNvSpPr/>
            <p:nvPr/>
          </p:nvSpPr>
          <p:spPr>
            <a:xfrm>
              <a:off x="2843953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5" name="pg3505"/>
            <p:cNvSpPr/>
            <p:nvPr/>
          </p:nvSpPr>
          <p:spPr>
            <a:xfrm>
              <a:off x="2855590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6" name="pg3506"/>
            <p:cNvSpPr/>
            <p:nvPr/>
          </p:nvSpPr>
          <p:spPr>
            <a:xfrm>
              <a:off x="2867227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7" name="pg3507"/>
            <p:cNvSpPr/>
            <p:nvPr/>
          </p:nvSpPr>
          <p:spPr>
            <a:xfrm>
              <a:off x="2878865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8" name="pg3508"/>
            <p:cNvSpPr/>
            <p:nvPr/>
          </p:nvSpPr>
          <p:spPr>
            <a:xfrm>
              <a:off x="2890502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9" name="pg3509"/>
            <p:cNvSpPr/>
            <p:nvPr/>
          </p:nvSpPr>
          <p:spPr>
            <a:xfrm>
              <a:off x="4438267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0" name="pg3510"/>
            <p:cNvSpPr/>
            <p:nvPr/>
          </p:nvSpPr>
          <p:spPr>
            <a:xfrm>
              <a:off x="4449904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1" name="pg3511"/>
            <p:cNvSpPr/>
            <p:nvPr/>
          </p:nvSpPr>
          <p:spPr>
            <a:xfrm>
              <a:off x="4461542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2" name="pg3512"/>
            <p:cNvSpPr/>
            <p:nvPr/>
          </p:nvSpPr>
          <p:spPr>
            <a:xfrm>
              <a:off x="4473179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3" name="pg3513"/>
            <p:cNvSpPr/>
            <p:nvPr/>
          </p:nvSpPr>
          <p:spPr>
            <a:xfrm>
              <a:off x="4484816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4" name="pg3514"/>
            <p:cNvSpPr/>
            <p:nvPr/>
          </p:nvSpPr>
          <p:spPr>
            <a:xfrm>
              <a:off x="4496454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5" name="pg3515"/>
            <p:cNvSpPr/>
            <p:nvPr/>
          </p:nvSpPr>
          <p:spPr>
            <a:xfrm>
              <a:off x="4508091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6" name="pg3516"/>
            <p:cNvSpPr/>
            <p:nvPr/>
          </p:nvSpPr>
          <p:spPr>
            <a:xfrm>
              <a:off x="4519728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7" name="pg3517"/>
            <p:cNvSpPr/>
            <p:nvPr/>
          </p:nvSpPr>
          <p:spPr>
            <a:xfrm>
              <a:off x="4531366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8" name="pg3518"/>
            <p:cNvSpPr/>
            <p:nvPr/>
          </p:nvSpPr>
          <p:spPr>
            <a:xfrm>
              <a:off x="4682651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9" name="pg3519"/>
            <p:cNvSpPr/>
            <p:nvPr/>
          </p:nvSpPr>
          <p:spPr>
            <a:xfrm>
              <a:off x="4694288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0" name="pg3520"/>
            <p:cNvSpPr/>
            <p:nvPr/>
          </p:nvSpPr>
          <p:spPr>
            <a:xfrm>
              <a:off x="4705925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1" name="pg3521"/>
            <p:cNvSpPr/>
            <p:nvPr/>
          </p:nvSpPr>
          <p:spPr>
            <a:xfrm>
              <a:off x="4717563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2" name="pg3522"/>
            <p:cNvSpPr/>
            <p:nvPr/>
          </p:nvSpPr>
          <p:spPr>
            <a:xfrm>
              <a:off x="4729200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3" name="pg3523"/>
            <p:cNvSpPr/>
            <p:nvPr/>
          </p:nvSpPr>
          <p:spPr>
            <a:xfrm>
              <a:off x="2843953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4" name="pg3524"/>
            <p:cNvSpPr/>
            <p:nvPr/>
          </p:nvSpPr>
          <p:spPr>
            <a:xfrm>
              <a:off x="2855590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5" name="pg3525"/>
            <p:cNvSpPr/>
            <p:nvPr/>
          </p:nvSpPr>
          <p:spPr>
            <a:xfrm>
              <a:off x="2867227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6" name="pg3526"/>
            <p:cNvSpPr/>
            <p:nvPr/>
          </p:nvSpPr>
          <p:spPr>
            <a:xfrm>
              <a:off x="2878865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7" name="pg3527"/>
            <p:cNvSpPr/>
            <p:nvPr/>
          </p:nvSpPr>
          <p:spPr>
            <a:xfrm>
              <a:off x="2890502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8" name="pg3528"/>
            <p:cNvSpPr/>
            <p:nvPr/>
          </p:nvSpPr>
          <p:spPr>
            <a:xfrm>
              <a:off x="4449904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9" name="pg3529"/>
            <p:cNvSpPr/>
            <p:nvPr/>
          </p:nvSpPr>
          <p:spPr>
            <a:xfrm>
              <a:off x="4461542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0" name="pg3530"/>
            <p:cNvSpPr/>
            <p:nvPr/>
          </p:nvSpPr>
          <p:spPr>
            <a:xfrm>
              <a:off x="4473179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1" name="pg3531"/>
            <p:cNvSpPr/>
            <p:nvPr/>
          </p:nvSpPr>
          <p:spPr>
            <a:xfrm>
              <a:off x="4484816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2" name="pg3532"/>
            <p:cNvSpPr/>
            <p:nvPr/>
          </p:nvSpPr>
          <p:spPr>
            <a:xfrm>
              <a:off x="4496454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3" name="pg3533"/>
            <p:cNvSpPr/>
            <p:nvPr/>
          </p:nvSpPr>
          <p:spPr>
            <a:xfrm>
              <a:off x="4508091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4" name="pg3534"/>
            <p:cNvSpPr/>
            <p:nvPr/>
          </p:nvSpPr>
          <p:spPr>
            <a:xfrm>
              <a:off x="4519728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5" name="pg3535"/>
            <p:cNvSpPr/>
            <p:nvPr/>
          </p:nvSpPr>
          <p:spPr>
            <a:xfrm>
              <a:off x="4531366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6" name="pg3536"/>
            <p:cNvSpPr/>
            <p:nvPr/>
          </p:nvSpPr>
          <p:spPr>
            <a:xfrm>
              <a:off x="4694288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7" name="pg3537"/>
            <p:cNvSpPr/>
            <p:nvPr/>
          </p:nvSpPr>
          <p:spPr>
            <a:xfrm>
              <a:off x="4705925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8" name="pg3538"/>
            <p:cNvSpPr/>
            <p:nvPr/>
          </p:nvSpPr>
          <p:spPr>
            <a:xfrm>
              <a:off x="4717563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9" name="pg3539"/>
            <p:cNvSpPr/>
            <p:nvPr/>
          </p:nvSpPr>
          <p:spPr>
            <a:xfrm>
              <a:off x="4729200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0" name="pg3540"/>
            <p:cNvSpPr/>
            <p:nvPr/>
          </p:nvSpPr>
          <p:spPr>
            <a:xfrm>
              <a:off x="4740837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1" name="pg3541"/>
            <p:cNvSpPr/>
            <p:nvPr/>
          </p:nvSpPr>
          <p:spPr>
            <a:xfrm>
              <a:off x="284395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2" name="pg3542"/>
            <p:cNvSpPr/>
            <p:nvPr/>
          </p:nvSpPr>
          <p:spPr>
            <a:xfrm>
              <a:off x="2855590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3" name="pg3543"/>
            <p:cNvSpPr/>
            <p:nvPr/>
          </p:nvSpPr>
          <p:spPr>
            <a:xfrm>
              <a:off x="2867227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4" name="pg3544"/>
            <p:cNvSpPr/>
            <p:nvPr/>
          </p:nvSpPr>
          <p:spPr>
            <a:xfrm>
              <a:off x="2878865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5" name="pg3545"/>
            <p:cNvSpPr/>
            <p:nvPr/>
          </p:nvSpPr>
          <p:spPr>
            <a:xfrm>
              <a:off x="2890502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6" name="pg3546"/>
            <p:cNvSpPr/>
            <p:nvPr/>
          </p:nvSpPr>
          <p:spPr>
            <a:xfrm>
              <a:off x="4461542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7" name="pg3547"/>
            <p:cNvSpPr/>
            <p:nvPr/>
          </p:nvSpPr>
          <p:spPr>
            <a:xfrm>
              <a:off x="4473179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8" name="pg3548"/>
            <p:cNvSpPr/>
            <p:nvPr/>
          </p:nvSpPr>
          <p:spPr>
            <a:xfrm>
              <a:off x="4484816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9" name="pg3549"/>
            <p:cNvSpPr/>
            <p:nvPr/>
          </p:nvSpPr>
          <p:spPr>
            <a:xfrm>
              <a:off x="4496454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0" name="pg3550"/>
            <p:cNvSpPr/>
            <p:nvPr/>
          </p:nvSpPr>
          <p:spPr>
            <a:xfrm>
              <a:off x="4508091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1" name="pg3551"/>
            <p:cNvSpPr/>
            <p:nvPr/>
          </p:nvSpPr>
          <p:spPr>
            <a:xfrm>
              <a:off x="4519728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2" name="pg3552"/>
            <p:cNvSpPr/>
            <p:nvPr/>
          </p:nvSpPr>
          <p:spPr>
            <a:xfrm>
              <a:off x="4531366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3" name="pg3553"/>
            <p:cNvSpPr/>
            <p:nvPr/>
          </p:nvSpPr>
          <p:spPr>
            <a:xfrm>
              <a:off x="454300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4" name="pg3554"/>
            <p:cNvSpPr/>
            <p:nvPr/>
          </p:nvSpPr>
          <p:spPr>
            <a:xfrm>
              <a:off x="4694288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5" name="pg3555"/>
            <p:cNvSpPr/>
            <p:nvPr/>
          </p:nvSpPr>
          <p:spPr>
            <a:xfrm>
              <a:off x="4705925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6" name="pg3556"/>
            <p:cNvSpPr/>
            <p:nvPr/>
          </p:nvSpPr>
          <p:spPr>
            <a:xfrm>
              <a:off x="471756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7" name="pg3557"/>
            <p:cNvSpPr/>
            <p:nvPr/>
          </p:nvSpPr>
          <p:spPr>
            <a:xfrm>
              <a:off x="4729200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8" name="pg3558"/>
            <p:cNvSpPr/>
            <p:nvPr/>
          </p:nvSpPr>
          <p:spPr>
            <a:xfrm>
              <a:off x="4740837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9" name="pg3559"/>
            <p:cNvSpPr/>
            <p:nvPr/>
          </p:nvSpPr>
          <p:spPr>
            <a:xfrm>
              <a:off x="285559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0" name="pg3560"/>
            <p:cNvSpPr/>
            <p:nvPr/>
          </p:nvSpPr>
          <p:spPr>
            <a:xfrm>
              <a:off x="2867227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1" name="pg3561"/>
            <p:cNvSpPr/>
            <p:nvPr/>
          </p:nvSpPr>
          <p:spPr>
            <a:xfrm>
              <a:off x="2878865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2" name="pg3562"/>
            <p:cNvSpPr/>
            <p:nvPr/>
          </p:nvSpPr>
          <p:spPr>
            <a:xfrm>
              <a:off x="2890502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3" name="pg3563"/>
            <p:cNvSpPr/>
            <p:nvPr/>
          </p:nvSpPr>
          <p:spPr>
            <a:xfrm>
              <a:off x="4473179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4" name="pg3564"/>
            <p:cNvSpPr/>
            <p:nvPr/>
          </p:nvSpPr>
          <p:spPr>
            <a:xfrm>
              <a:off x="4484816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5" name="pg3565"/>
            <p:cNvSpPr/>
            <p:nvPr/>
          </p:nvSpPr>
          <p:spPr>
            <a:xfrm>
              <a:off x="4496454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6" name="pg3566"/>
            <p:cNvSpPr/>
            <p:nvPr/>
          </p:nvSpPr>
          <p:spPr>
            <a:xfrm>
              <a:off x="4508091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7" name="pg3567"/>
            <p:cNvSpPr/>
            <p:nvPr/>
          </p:nvSpPr>
          <p:spPr>
            <a:xfrm>
              <a:off x="4519728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8" name="pg3568"/>
            <p:cNvSpPr/>
            <p:nvPr/>
          </p:nvSpPr>
          <p:spPr>
            <a:xfrm>
              <a:off x="4531366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9" name="pg3569"/>
            <p:cNvSpPr/>
            <p:nvPr/>
          </p:nvSpPr>
          <p:spPr>
            <a:xfrm>
              <a:off x="4543003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0" name="pg3570"/>
            <p:cNvSpPr/>
            <p:nvPr/>
          </p:nvSpPr>
          <p:spPr>
            <a:xfrm>
              <a:off x="455464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1" name="pg3571"/>
            <p:cNvSpPr/>
            <p:nvPr/>
          </p:nvSpPr>
          <p:spPr>
            <a:xfrm>
              <a:off x="4694288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2" name="pg3572"/>
            <p:cNvSpPr/>
            <p:nvPr/>
          </p:nvSpPr>
          <p:spPr>
            <a:xfrm>
              <a:off x="4705925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3" name="pg3573"/>
            <p:cNvSpPr/>
            <p:nvPr/>
          </p:nvSpPr>
          <p:spPr>
            <a:xfrm>
              <a:off x="4717563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4" name="pg3574"/>
            <p:cNvSpPr/>
            <p:nvPr/>
          </p:nvSpPr>
          <p:spPr>
            <a:xfrm>
              <a:off x="472920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5" name="pg3575"/>
            <p:cNvSpPr/>
            <p:nvPr/>
          </p:nvSpPr>
          <p:spPr>
            <a:xfrm>
              <a:off x="4740837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6" name="pg3576"/>
            <p:cNvSpPr/>
            <p:nvPr/>
          </p:nvSpPr>
          <p:spPr>
            <a:xfrm>
              <a:off x="2855590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7" name="pg3577"/>
            <p:cNvSpPr/>
            <p:nvPr/>
          </p:nvSpPr>
          <p:spPr>
            <a:xfrm>
              <a:off x="2867227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8" name="pg3578"/>
            <p:cNvSpPr/>
            <p:nvPr/>
          </p:nvSpPr>
          <p:spPr>
            <a:xfrm>
              <a:off x="2878865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9" name="pg3579"/>
            <p:cNvSpPr/>
            <p:nvPr/>
          </p:nvSpPr>
          <p:spPr>
            <a:xfrm>
              <a:off x="2890502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0" name="pg3580"/>
            <p:cNvSpPr/>
            <p:nvPr/>
          </p:nvSpPr>
          <p:spPr>
            <a:xfrm>
              <a:off x="4484816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1" name="pg3581"/>
            <p:cNvSpPr/>
            <p:nvPr/>
          </p:nvSpPr>
          <p:spPr>
            <a:xfrm>
              <a:off x="4496454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2" name="pg3582"/>
            <p:cNvSpPr/>
            <p:nvPr/>
          </p:nvSpPr>
          <p:spPr>
            <a:xfrm>
              <a:off x="4508091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3" name="pg3583"/>
            <p:cNvSpPr/>
            <p:nvPr/>
          </p:nvSpPr>
          <p:spPr>
            <a:xfrm>
              <a:off x="4519728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4" name="pg3584"/>
            <p:cNvSpPr/>
            <p:nvPr/>
          </p:nvSpPr>
          <p:spPr>
            <a:xfrm>
              <a:off x="4531366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5" name="pg3585"/>
            <p:cNvSpPr/>
            <p:nvPr/>
          </p:nvSpPr>
          <p:spPr>
            <a:xfrm>
              <a:off x="4543003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6" name="pg3586"/>
            <p:cNvSpPr/>
            <p:nvPr/>
          </p:nvSpPr>
          <p:spPr>
            <a:xfrm>
              <a:off x="4694288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7" name="pg3587"/>
            <p:cNvSpPr/>
            <p:nvPr/>
          </p:nvSpPr>
          <p:spPr>
            <a:xfrm>
              <a:off x="4705925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8" name="pg3588"/>
            <p:cNvSpPr/>
            <p:nvPr/>
          </p:nvSpPr>
          <p:spPr>
            <a:xfrm>
              <a:off x="4717563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9" name="pg3589"/>
            <p:cNvSpPr/>
            <p:nvPr/>
          </p:nvSpPr>
          <p:spPr>
            <a:xfrm>
              <a:off x="4729200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0" name="pg3590"/>
            <p:cNvSpPr/>
            <p:nvPr/>
          </p:nvSpPr>
          <p:spPr>
            <a:xfrm>
              <a:off x="4740837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1" name="pg3591"/>
            <p:cNvSpPr/>
            <p:nvPr/>
          </p:nvSpPr>
          <p:spPr>
            <a:xfrm>
              <a:off x="2855590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2" name="pg3592"/>
            <p:cNvSpPr/>
            <p:nvPr/>
          </p:nvSpPr>
          <p:spPr>
            <a:xfrm>
              <a:off x="2867227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3" name="pg3593"/>
            <p:cNvSpPr/>
            <p:nvPr/>
          </p:nvSpPr>
          <p:spPr>
            <a:xfrm>
              <a:off x="2878865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4" name="pg3594"/>
            <p:cNvSpPr/>
            <p:nvPr/>
          </p:nvSpPr>
          <p:spPr>
            <a:xfrm>
              <a:off x="2890502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5" name="pg3595"/>
            <p:cNvSpPr/>
            <p:nvPr/>
          </p:nvSpPr>
          <p:spPr>
            <a:xfrm>
              <a:off x="2902139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6" name="pg3596"/>
            <p:cNvSpPr/>
            <p:nvPr/>
          </p:nvSpPr>
          <p:spPr>
            <a:xfrm>
              <a:off x="4484816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7" name="pg3597"/>
            <p:cNvSpPr/>
            <p:nvPr/>
          </p:nvSpPr>
          <p:spPr>
            <a:xfrm>
              <a:off x="4496454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8" name="pg3598"/>
            <p:cNvSpPr/>
            <p:nvPr/>
          </p:nvSpPr>
          <p:spPr>
            <a:xfrm>
              <a:off x="4508091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9" name="pg3599"/>
            <p:cNvSpPr/>
            <p:nvPr/>
          </p:nvSpPr>
          <p:spPr>
            <a:xfrm>
              <a:off x="4519728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0" name="pg3600"/>
            <p:cNvSpPr/>
            <p:nvPr/>
          </p:nvSpPr>
          <p:spPr>
            <a:xfrm>
              <a:off x="4531366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1" name="pg3601"/>
            <p:cNvSpPr/>
            <p:nvPr/>
          </p:nvSpPr>
          <p:spPr>
            <a:xfrm>
              <a:off x="4543003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2" name="pg3602"/>
            <p:cNvSpPr/>
            <p:nvPr/>
          </p:nvSpPr>
          <p:spPr>
            <a:xfrm>
              <a:off x="4694288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3" name="pg3603"/>
            <p:cNvSpPr/>
            <p:nvPr/>
          </p:nvSpPr>
          <p:spPr>
            <a:xfrm>
              <a:off x="4705925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4" name="pg3604"/>
            <p:cNvSpPr/>
            <p:nvPr/>
          </p:nvSpPr>
          <p:spPr>
            <a:xfrm>
              <a:off x="4717563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5" name="pg3605"/>
            <p:cNvSpPr/>
            <p:nvPr/>
          </p:nvSpPr>
          <p:spPr>
            <a:xfrm>
              <a:off x="4729200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6" name="pg3606"/>
            <p:cNvSpPr/>
            <p:nvPr/>
          </p:nvSpPr>
          <p:spPr>
            <a:xfrm>
              <a:off x="4740837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7" name="pg3607"/>
            <p:cNvSpPr/>
            <p:nvPr/>
          </p:nvSpPr>
          <p:spPr>
            <a:xfrm>
              <a:off x="2855590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8" name="pg3608"/>
            <p:cNvSpPr/>
            <p:nvPr/>
          </p:nvSpPr>
          <p:spPr>
            <a:xfrm>
              <a:off x="2867227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9" name="pg3609"/>
            <p:cNvSpPr/>
            <p:nvPr/>
          </p:nvSpPr>
          <p:spPr>
            <a:xfrm>
              <a:off x="2878865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0" name="pg3610"/>
            <p:cNvSpPr/>
            <p:nvPr/>
          </p:nvSpPr>
          <p:spPr>
            <a:xfrm>
              <a:off x="2890502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1" name="pg3611"/>
            <p:cNvSpPr/>
            <p:nvPr/>
          </p:nvSpPr>
          <p:spPr>
            <a:xfrm>
              <a:off x="2902139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2" name="pg3612"/>
            <p:cNvSpPr/>
            <p:nvPr/>
          </p:nvSpPr>
          <p:spPr>
            <a:xfrm>
              <a:off x="4496454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3" name="pg3613"/>
            <p:cNvSpPr/>
            <p:nvPr/>
          </p:nvSpPr>
          <p:spPr>
            <a:xfrm>
              <a:off x="4508091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4" name="pg3614"/>
            <p:cNvSpPr/>
            <p:nvPr/>
          </p:nvSpPr>
          <p:spPr>
            <a:xfrm>
              <a:off x="4519728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5" name="pg3615"/>
            <p:cNvSpPr/>
            <p:nvPr/>
          </p:nvSpPr>
          <p:spPr>
            <a:xfrm>
              <a:off x="4531366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6" name="pg3616"/>
            <p:cNvSpPr/>
            <p:nvPr/>
          </p:nvSpPr>
          <p:spPr>
            <a:xfrm>
              <a:off x="4543003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7" name="pg3617"/>
            <p:cNvSpPr/>
            <p:nvPr/>
          </p:nvSpPr>
          <p:spPr>
            <a:xfrm>
              <a:off x="4694288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8" name="pg3618"/>
            <p:cNvSpPr/>
            <p:nvPr/>
          </p:nvSpPr>
          <p:spPr>
            <a:xfrm>
              <a:off x="4705925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9" name="pg3619"/>
            <p:cNvSpPr/>
            <p:nvPr/>
          </p:nvSpPr>
          <p:spPr>
            <a:xfrm>
              <a:off x="4717563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0" name="pg3620"/>
            <p:cNvSpPr/>
            <p:nvPr/>
          </p:nvSpPr>
          <p:spPr>
            <a:xfrm>
              <a:off x="4729200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1" name="pg3621"/>
            <p:cNvSpPr/>
            <p:nvPr/>
          </p:nvSpPr>
          <p:spPr>
            <a:xfrm>
              <a:off x="2867227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2" name="pg3622"/>
            <p:cNvSpPr/>
            <p:nvPr/>
          </p:nvSpPr>
          <p:spPr>
            <a:xfrm>
              <a:off x="2878865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3" name="pg3623"/>
            <p:cNvSpPr/>
            <p:nvPr/>
          </p:nvSpPr>
          <p:spPr>
            <a:xfrm>
              <a:off x="2890502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4" name="pg3624"/>
            <p:cNvSpPr/>
            <p:nvPr/>
          </p:nvSpPr>
          <p:spPr>
            <a:xfrm>
              <a:off x="2902139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5" name="pg3625"/>
            <p:cNvSpPr/>
            <p:nvPr/>
          </p:nvSpPr>
          <p:spPr>
            <a:xfrm>
              <a:off x="2913777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6" name="pg3626"/>
            <p:cNvSpPr/>
            <p:nvPr/>
          </p:nvSpPr>
          <p:spPr>
            <a:xfrm>
              <a:off x="4508091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7" name="pg3627"/>
            <p:cNvSpPr/>
            <p:nvPr/>
          </p:nvSpPr>
          <p:spPr>
            <a:xfrm>
              <a:off x="4519728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8" name="pg3628"/>
            <p:cNvSpPr/>
            <p:nvPr/>
          </p:nvSpPr>
          <p:spPr>
            <a:xfrm>
              <a:off x="4531366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9" name="pg3629"/>
            <p:cNvSpPr/>
            <p:nvPr/>
          </p:nvSpPr>
          <p:spPr>
            <a:xfrm>
              <a:off x="4543003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0" name="pg3630"/>
            <p:cNvSpPr/>
            <p:nvPr/>
          </p:nvSpPr>
          <p:spPr>
            <a:xfrm>
              <a:off x="4554640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1" name="pg3631"/>
            <p:cNvSpPr/>
            <p:nvPr/>
          </p:nvSpPr>
          <p:spPr>
            <a:xfrm>
              <a:off x="4694288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2" name="pg3632"/>
            <p:cNvSpPr/>
            <p:nvPr/>
          </p:nvSpPr>
          <p:spPr>
            <a:xfrm>
              <a:off x="4705925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3" name="pg3633"/>
            <p:cNvSpPr/>
            <p:nvPr/>
          </p:nvSpPr>
          <p:spPr>
            <a:xfrm>
              <a:off x="4717563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4" name="pg3634"/>
            <p:cNvSpPr/>
            <p:nvPr/>
          </p:nvSpPr>
          <p:spPr>
            <a:xfrm>
              <a:off x="4729200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5" name="pg3635"/>
            <p:cNvSpPr/>
            <p:nvPr/>
          </p:nvSpPr>
          <p:spPr>
            <a:xfrm>
              <a:off x="2867227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6" name="pg3636"/>
            <p:cNvSpPr/>
            <p:nvPr/>
          </p:nvSpPr>
          <p:spPr>
            <a:xfrm>
              <a:off x="2878865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7" name="pg3637"/>
            <p:cNvSpPr/>
            <p:nvPr/>
          </p:nvSpPr>
          <p:spPr>
            <a:xfrm>
              <a:off x="2890502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8" name="pg3638"/>
            <p:cNvSpPr/>
            <p:nvPr/>
          </p:nvSpPr>
          <p:spPr>
            <a:xfrm>
              <a:off x="2902139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9" name="pg3639"/>
            <p:cNvSpPr/>
            <p:nvPr/>
          </p:nvSpPr>
          <p:spPr>
            <a:xfrm>
              <a:off x="2913777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0" name="pg3640"/>
            <p:cNvSpPr/>
            <p:nvPr/>
          </p:nvSpPr>
          <p:spPr>
            <a:xfrm>
              <a:off x="2925414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1" name="pg3641"/>
            <p:cNvSpPr/>
            <p:nvPr/>
          </p:nvSpPr>
          <p:spPr>
            <a:xfrm>
              <a:off x="4508091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2" name="pg3642"/>
            <p:cNvSpPr/>
            <p:nvPr/>
          </p:nvSpPr>
          <p:spPr>
            <a:xfrm>
              <a:off x="4519728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3" name="pg3643"/>
            <p:cNvSpPr/>
            <p:nvPr/>
          </p:nvSpPr>
          <p:spPr>
            <a:xfrm>
              <a:off x="4531366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4" name="pg3644"/>
            <p:cNvSpPr/>
            <p:nvPr/>
          </p:nvSpPr>
          <p:spPr>
            <a:xfrm>
              <a:off x="4543003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5" name="pg3645"/>
            <p:cNvSpPr/>
            <p:nvPr/>
          </p:nvSpPr>
          <p:spPr>
            <a:xfrm>
              <a:off x="4554640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6" name="pg3646"/>
            <p:cNvSpPr/>
            <p:nvPr/>
          </p:nvSpPr>
          <p:spPr>
            <a:xfrm>
              <a:off x="4694288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7" name="pg3647"/>
            <p:cNvSpPr/>
            <p:nvPr/>
          </p:nvSpPr>
          <p:spPr>
            <a:xfrm>
              <a:off x="4705925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8" name="pg3648"/>
            <p:cNvSpPr/>
            <p:nvPr/>
          </p:nvSpPr>
          <p:spPr>
            <a:xfrm>
              <a:off x="4717563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9" name="pg3649"/>
            <p:cNvSpPr/>
            <p:nvPr/>
          </p:nvSpPr>
          <p:spPr>
            <a:xfrm>
              <a:off x="4729200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0" name="pg3650"/>
            <p:cNvSpPr/>
            <p:nvPr/>
          </p:nvSpPr>
          <p:spPr>
            <a:xfrm>
              <a:off x="287886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1" name="pg3651"/>
            <p:cNvSpPr/>
            <p:nvPr/>
          </p:nvSpPr>
          <p:spPr>
            <a:xfrm>
              <a:off x="2890502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2" name="pg3652"/>
            <p:cNvSpPr/>
            <p:nvPr/>
          </p:nvSpPr>
          <p:spPr>
            <a:xfrm>
              <a:off x="2902139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3" name="pg3653"/>
            <p:cNvSpPr/>
            <p:nvPr/>
          </p:nvSpPr>
          <p:spPr>
            <a:xfrm>
              <a:off x="2913777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4" name="pg3654"/>
            <p:cNvSpPr/>
            <p:nvPr/>
          </p:nvSpPr>
          <p:spPr>
            <a:xfrm>
              <a:off x="2925414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5" name="pg3655"/>
            <p:cNvSpPr/>
            <p:nvPr/>
          </p:nvSpPr>
          <p:spPr>
            <a:xfrm>
              <a:off x="4508091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6" name="pg3656"/>
            <p:cNvSpPr/>
            <p:nvPr/>
          </p:nvSpPr>
          <p:spPr>
            <a:xfrm>
              <a:off x="451972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7" name="pg3657"/>
            <p:cNvSpPr/>
            <p:nvPr/>
          </p:nvSpPr>
          <p:spPr>
            <a:xfrm>
              <a:off x="4531366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8" name="pg3658"/>
            <p:cNvSpPr/>
            <p:nvPr/>
          </p:nvSpPr>
          <p:spPr>
            <a:xfrm>
              <a:off x="4543003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9" name="pg3659"/>
            <p:cNvSpPr/>
            <p:nvPr/>
          </p:nvSpPr>
          <p:spPr>
            <a:xfrm>
              <a:off x="4554640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0" name="pg3660"/>
            <p:cNvSpPr/>
            <p:nvPr/>
          </p:nvSpPr>
          <p:spPr>
            <a:xfrm>
              <a:off x="456627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1" name="pg3661"/>
            <p:cNvSpPr/>
            <p:nvPr/>
          </p:nvSpPr>
          <p:spPr>
            <a:xfrm>
              <a:off x="457791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2" name="pg3662"/>
            <p:cNvSpPr/>
            <p:nvPr/>
          </p:nvSpPr>
          <p:spPr>
            <a:xfrm>
              <a:off x="4589552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3" name="pg3663"/>
            <p:cNvSpPr/>
            <p:nvPr/>
          </p:nvSpPr>
          <p:spPr>
            <a:xfrm>
              <a:off x="469428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4" name="pg3664"/>
            <p:cNvSpPr/>
            <p:nvPr/>
          </p:nvSpPr>
          <p:spPr>
            <a:xfrm>
              <a:off x="470592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5" name="pg3665"/>
            <p:cNvSpPr/>
            <p:nvPr/>
          </p:nvSpPr>
          <p:spPr>
            <a:xfrm>
              <a:off x="4717563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6" name="pg3666"/>
            <p:cNvSpPr/>
            <p:nvPr/>
          </p:nvSpPr>
          <p:spPr>
            <a:xfrm>
              <a:off x="4729200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7" name="pg3667"/>
            <p:cNvSpPr/>
            <p:nvPr/>
          </p:nvSpPr>
          <p:spPr>
            <a:xfrm>
              <a:off x="2890502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8" name="pg3668"/>
            <p:cNvSpPr/>
            <p:nvPr/>
          </p:nvSpPr>
          <p:spPr>
            <a:xfrm>
              <a:off x="2902139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9" name="pg3669"/>
            <p:cNvSpPr/>
            <p:nvPr/>
          </p:nvSpPr>
          <p:spPr>
            <a:xfrm>
              <a:off x="2913777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0" name="pg3670"/>
            <p:cNvSpPr/>
            <p:nvPr/>
          </p:nvSpPr>
          <p:spPr>
            <a:xfrm>
              <a:off x="2925414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1" name="pg3671"/>
            <p:cNvSpPr/>
            <p:nvPr/>
          </p:nvSpPr>
          <p:spPr>
            <a:xfrm>
              <a:off x="451972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2" name="pg3672"/>
            <p:cNvSpPr/>
            <p:nvPr/>
          </p:nvSpPr>
          <p:spPr>
            <a:xfrm>
              <a:off x="4531366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3" name="pg3673"/>
            <p:cNvSpPr/>
            <p:nvPr/>
          </p:nvSpPr>
          <p:spPr>
            <a:xfrm>
              <a:off x="4543003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4" name="pg3674"/>
            <p:cNvSpPr/>
            <p:nvPr/>
          </p:nvSpPr>
          <p:spPr>
            <a:xfrm>
              <a:off x="455464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5" name="pg3675"/>
            <p:cNvSpPr/>
            <p:nvPr/>
          </p:nvSpPr>
          <p:spPr>
            <a:xfrm>
              <a:off x="456627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6" name="pg3676"/>
            <p:cNvSpPr/>
            <p:nvPr/>
          </p:nvSpPr>
          <p:spPr>
            <a:xfrm>
              <a:off x="4577915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7" name="pg3677"/>
            <p:cNvSpPr/>
            <p:nvPr/>
          </p:nvSpPr>
          <p:spPr>
            <a:xfrm>
              <a:off x="4589552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8" name="pg3678"/>
            <p:cNvSpPr/>
            <p:nvPr/>
          </p:nvSpPr>
          <p:spPr>
            <a:xfrm>
              <a:off x="460119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9" name="pg3679"/>
            <p:cNvSpPr/>
            <p:nvPr/>
          </p:nvSpPr>
          <p:spPr>
            <a:xfrm>
              <a:off x="4682651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0" name="pg3680"/>
            <p:cNvSpPr/>
            <p:nvPr/>
          </p:nvSpPr>
          <p:spPr>
            <a:xfrm>
              <a:off x="469428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1" name="pg3681"/>
            <p:cNvSpPr/>
            <p:nvPr/>
          </p:nvSpPr>
          <p:spPr>
            <a:xfrm>
              <a:off x="4705925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2" name="pg3682"/>
            <p:cNvSpPr/>
            <p:nvPr/>
          </p:nvSpPr>
          <p:spPr>
            <a:xfrm>
              <a:off x="4717563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3" name="pg3683"/>
            <p:cNvSpPr/>
            <p:nvPr/>
          </p:nvSpPr>
          <p:spPr>
            <a:xfrm>
              <a:off x="472920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4" name="pg3684"/>
            <p:cNvSpPr/>
            <p:nvPr/>
          </p:nvSpPr>
          <p:spPr>
            <a:xfrm>
              <a:off x="2890502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5" name="pg3685"/>
            <p:cNvSpPr/>
            <p:nvPr/>
          </p:nvSpPr>
          <p:spPr>
            <a:xfrm>
              <a:off x="2902139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6" name="pg3686"/>
            <p:cNvSpPr/>
            <p:nvPr/>
          </p:nvSpPr>
          <p:spPr>
            <a:xfrm>
              <a:off x="2913777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7" name="pg3687"/>
            <p:cNvSpPr/>
            <p:nvPr/>
          </p:nvSpPr>
          <p:spPr>
            <a:xfrm>
              <a:off x="2925414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8" name="pg3688"/>
            <p:cNvSpPr/>
            <p:nvPr/>
          </p:nvSpPr>
          <p:spPr>
            <a:xfrm>
              <a:off x="4531366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9" name="pg3689"/>
            <p:cNvSpPr/>
            <p:nvPr/>
          </p:nvSpPr>
          <p:spPr>
            <a:xfrm>
              <a:off x="4543003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0" name="pg3690"/>
            <p:cNvSpPr/>
            <p:nvPr/>
          </p:nvSpPr>
          <p:spPr>
            <a:xfrm>
              <a:off x="455464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1" name="pg3691"/>
            <p:cNvSpPr/>
            <p:nvPr/>
          </p:nvSpPr>
          <p:spPr>
            <a:xfrm>
              <a:off x="4566278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2" name="pg3692"/>
            <p:cNvSpPr/>
            <p:nvPr/>
          </p:nvSpPr>
          <p:spPr>
            <a:xfrm>
              <a:off x="4577915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3" name="pg3693"/>
            <p:cNvSpPr/>
            <p:nvPr/>
          </p:nvSpPr>
          <p:spPr>
            <a:xfrm>
              <a:off x="4589552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4" name="pg3694"/>
            <p:cNvSpPr/>
            <p:nvPr/>
          </p:nvSpPr>
          <p:spPr>
            <a:xfrm>
              <a:off x="460119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5" name="pg3695"/>
            <p:cNvSpPr/>
            <p:nvPr/>
          </p:nvSpPr>
          <p:spPr>
            <a:xfrm>
              <a:off x="4682651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6" name="pg3696"/>
            <p:cNvSpPr/>
            <p:nvPr/>
          </p:nvSpPr>
          <p:spPr>
            <a:xfrm>
              <a:off x="4694288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7" name="pg3697"/>
            <p:cNvSpPr/>
            <p:nvPr/>
          </p:nvSpPr>
          <p:spPr>
            <a:xfrm>
              <a:off x="4705925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8" name="pg3698"/>
            <p:cNvSpPr/>
            <p:nvPr/>
          </p:nvSpPr>
          <p:spPr>
            <a:xfrm>
              <a:off x="4717563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9" name="pg3699"/>
            <p:cNvSpPr/>
            <p:nvPr/>
          </p:nvSpPr>
          <p:spPr>
            <a:xfrm>
              <a:off x="472920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0" name="pg3700"/>
            <p:cNvSpPr/>
            <p:nvPr/>
          </p:nvSpPr>
          <p:spPr>
            <a:xfrm>
              <a:off x="287886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1" name="pg3701"/>
            <p:cNvSpPr/>
            <p:nvPr/>
          </p:nvSpPr>
          <p:spPr>
            <a:xfrm>
              <a:off x="2890502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2" name="pg3702"/>
            <p:cNvSpPr/>
            <p:nvPr/>
          </p:nvSpPr>
          <p:spPr>
            <a:xfrm>
              <a:off x="2902139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3" name="pg3703"/>
            <p:cNvSpPr/>
            <p:nvPr/>
          </p:nvSpPr>
          <p:spPr>
            <a:xfrm>
              <a:off x="2913777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4" name="pg3704"/>
            <p:cNvSpPr/>
            <p:nvPr/>
          </p:nvSpPr>
          <p:spPr>
            <a:xfrm>
              <a:off x="2925414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5" name="pg3705"/>
            <p:cNvSpPr/>
            <p:nvPr/>
          </p:nvSpPr>
          <p:spPr>
            <a:xfrm>
              <a:off x="454300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6" name="pg3706"/>
            <p:cNvSpPr/>
            <p:nvPr/>
          </p:nvSpPr>
          <p:spPr>
            <a:xfrm>
              <a:off x="455464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7" name="pg3707"/>
            <p:cNvSpPr/>
            <p:nvPr/>
          </p:nvSpPr>
          <p:spPr>
            <a:xfrm>
              <a:off x="4566278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8" name="pg3708"/>
            <p:cNvSpPr/>
            <p:nvPr/>
          </p:nvSpPr>
          <p:spPr>
            <a:xfrm>
              <a:off x="457791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9" name="pg3709"/>
            <p:cNvSpPr/>
            <p:nvPr/>
          </p:nvSpPr>
          <p:spPr>
            <a:xfrm>
              <a:off x="4589552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0" name="pg3710"/>
            <p:cNvSpPr/>
            <p:nvPr/>
          </p:nvSpPr>
          <p:spPr>
            <a:xfrm>
              <a:off x="460119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1" name="pg3711"/>
            <p:cNvSpPr/>
            <p:nvPr/>
          </p:nvSpPr>
          <p:spPr>
            <a:xfrm>
              <a:off x="4612827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2" name="pg3712"/>
            <p:cNvSpPr/>
            <p:nvPr/>
          </p:nvSpPr>
          <p:spPr>
            <a:xfrm>
              <a:off x="467101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3" name="pg3713"/>
            <p:cNvSpPr/>
            <p:nvPr/>
          </p:nvSpPr>
          <p:spPr>
            <a:xfrm>
              <a:off x="4682651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4" name="pg3714"/>
            <p:cNvSpPr/>
            <p:nvPr/>
          </p:nvSpPr>
          <p:spPr>
            <a:xfrm>
              <a:off x="4694288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5" name="pg3715"/>
            <p:cNvSpPr/>
            <p:nvPr/>
          </p:nvSpPr>
          <p:spPr>
            <a:xfrm>
              <a:off x="470592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6" name="pg3716"/>
            <p:cNvSpPr/>
            <p:nvPr/>
          </p:nvSpPr>
          <p:spPr>
            <a:xfrm>
              <a:off x="471756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7" name="pg3717"/>
            <p:cNvSpPr/>
            <p:nvPr/>
          </p:nvSpPr>
          <p:spPr>
            <a:xfrm>
              <a:off x="472920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8" name="pg3718"/>
            <p:cNvSpPr/>
            <p:nvPr/>
          </p:nvSpPr>
          <p:spPr>
            <a:xfrm>
              <a:off x="287886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9" name="pg3719"/>
            <p:cNvSpPr/>
            <p:nvPr/>
          </p:nvSpPr>
          <p:spPr>
            <a:xfrm>
              <a:off x="2890502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0" name="pg3720"/>
            <p:cNvSpPr/>
            <p:nvPr/>
          </p:nvSpPr>
          <p:spPr>
            <a:xfrm>
              <a:off x="2902139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1" name="pg3721"/>
            <p:cNvSpPr/>
            <p:nvPr/>
          </p:nvSpPr>
          <p:spPr>
            <a:xfrm>
              <a:off x="2913777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2" name="pg3722"/>
            <p:cNvSpPr/>
            <p:nvPr/>
          </p:nvSpPr>
          <p:spPr>
            <a:xfrm>
              <a:off x="2925414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3" name="pg3723"/>
            <p:cNvSpPr/>
            <p:nvPr/>
          </p:nvSpPr>
          <p:spPr>
            <a:xfrm>
              <a:off x="4566278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4" name="pg3724"/>
            <p:cNvSpPr/>
            <p:nvPr/>
          </p:nvSpPr>
          <p:spPr>
            <a:xfrm>
              <a:off x="457791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5" name="pg3725"/>
            <p:cNvSpPr/>
            <p:nvPr/>
          </p:nvSpPr>
          <p:spPr>
            <a:xfrm>
              <a:off x="4589552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6" name="pg3726"/>
            <p:cNvSpPr/>
            <p:nvPr/>
          </p:nvSpPr>
          <p:spPr>
            <a:xfrm>
              <a:off x="4601190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7" name="pg3727"/>
            <p:cNvSpPr/>
            <p:nvPr/>
          </p:nvSpPr>
          <p:spPr>
            <a:xfrm>
              <a:off x="4612827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8" name="pg3728"/>
            <p:cNvSpPr/>
            <p:nvPr/>
          </p:nvSpPr>
          <p:spPr>
            <a:xfrm>
              <a:off x="4671013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9" name="pg3729"/>
            <p:cNvSpPr/>
            <p:nvPr/>
          </p:nvSpPr>
          <p:spPr>
            <a:xfrm>
              <a:off x="4682651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0" name="pg3730"/>
            <p:cNvSpPr/>
            <p:nvPr/>
          </p:nvSpPr>
          <p:spPr>
            <a:xfrm>
              <a:off x="4694288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1" name="pg3731"/>
            <p:cNvSpPr/>
            <p:nvPr/>
          </p:nvSpPr>
          <p:spPr>
            <a:xfrm>
              <a:off x="470592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2" name="pg3732"/>
            <p:cNvSpPr/>
            <p:nvPr/>
          </p:nvSpPr>
          <p:spPr>
            <a:xfrm>
              <a:off x="4717563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3" name="pg3733"/>
            <p:cNvSpPr/>
            <p:nvPr/>
          </p:nvSpPr>
          <p:spPr>
            <a:xfrm>
              <a:off x="286722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4" name="pg3734"/>
            <p:cNvSpPr/>
            <p:nvPr/>
          </p:nvSpPr>
          <p:spPr>
            <a:xfrm>
              <a:off x="287886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5" name="pg3735"/>
            <p:cNvSpPr/>
            <p:nvPr/>
          </p:nvSpPr>
          <p:spPr>
            <a:xfrm>
              <a:off x="2890502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6" name="pg3736"/>
            <p:cNvSpPr/>
            <p:nvPr/>
          </p:nvSpPr>
          <p:spPr>
            <a:xfrm>
              <a:off x="2902139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7" name="pg3737"/>
            <p:cNvSpPr/>
            <p:nvPr/>
          </p:nvSpPr>
          <p:spPr>
            <a:xfrm>
              <a:off x="291377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8" name="pg3738"/>
            <p:cNvSpPr/>
            <p:nvPr/>
          </p:nvSpPr>
          <p:spPr>
            <a:xfrm>
              <a:off x="457791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9" name="pg3739"/>
            <p:cNvSpPr/>
            <p:nvPr/>
          </p:nvSpPr>
          <p:spPr>
            <a:xfrm>
              <a:off x="4589552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0" name="pg3740"/>
            <p:cNvSpPr/>
            <p:nvPr/>
          </p:nvSpPr>
          <p:spPr>
            <a:xfrm>
              <a:off x="4601190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1" name="pg3741"/>
            <p:cNvSpPr/>
            <p:nvPr/>
          </p:nvSpPr>
          <p:spPr>
            <a:xfrm>
              <a:off x="461282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2" name="pg3742"/>
            <p:cNvSpPr/>
            <p:nvPr/>
          </p:nvSpPr>
          <p:spPr>
            <a:xfrm>
              <a:off x="4624464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3" name="pg3743"/>
            <p:cNvSpPr/>
            <p:nvPr/>
          </p:nvSpPr>
          <p:spPr>
            <a:xfrm>
              <a:off x="4636101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4" name="pg3744"/>
            <p:cNvSpPr/>
            <p:nvPr/>
          </p:nvSpPr>
          <p:spPr>
            <a:xfrm>
              <a:off x="4659376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5" name="pg3745"/>
            <p:cNvSpPr/>
            <p:nvPr/>
          </p:nvSpPr>
          <p:spPr>
            <a:xfrm>
              <a:off x="4671013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6" name="pg3746"/>
            <p:cNvSpPr/>
            <p:nvPr/>
          </p:nvSpPr>
          <p:spPr>
            <a:xfrm>
              <a:off x="4682651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7" name="pg3747"/>
            <p:cNvSpPr/>
            <p:nvPr/>
          </p:nvSpPr>
          <p:spPr>
            <a:xfrm>
              <a:off x="4694288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8" name="pg3748"/>
            <p:cNvSpPr/>
            <p:nvPr/>
          </p:nvSpPr>
          <p:spPr>
            <a:xfrm>
              <a:off x="470592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9" name="pg3749"/>
            <p:cNvSpPr/>
            <p:nvPr/>
          </p:nvSpPr>
          <p:spPr>
            <a:xfrm>
              <a:off x="2855590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0" name="pg3750"/>
            <p:cNvSpPr/>
            <p:nvPr/>
          </p:nvSpPr>
          <p:spPr>
            <a:xfrm>
              <a:off x="286722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1" name="pg3751"/>
            <p:cNvSpPr/>
            <p:nvPr/>
          </p:nvSpPr>
          <p:spPr>
            <a:xfrm>
              <a:off x="287886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2" name="pg3752"/>
            <p:cNvSpPr/>
            <p:nvPr/>
          </p:nvSpPr>
          <p:spPr>
            <a:xfrm>
              <a:off x="2890502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3" name="pg3753"/>
            <p:cNvSpPr/>
            <p:nvPr/>
          </p:nvSpPr>
          <p:spPr>
            <a:xfrm>
              <a:off x="2902139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4" name="pg3754"/>
            <p:cNvSpPr/>
            <p:nvPr/>
          </p:nvSpPr>
          <p:spPr>
            <a:xfrm>
              <a:off x="291377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5" name="pg3755"/>
            <p:cNvSpPr/>
            <p:nvPr/>
          </p:nvSpPr>
          <p:spPr>
            <a:xfrm>
              <a:off x="457791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6" name="pg3756"/>
            <p:cNvSpPr/>
            <p:nvPr/>
          </p:nvSpPr>
          <p:spPr>
            <a:xfrm>
              <a:off x="4589552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7" name="pg3757"/>
            <p:cNvSpPr/>
            <p:nvPr/>
          </p:nvSpPr>
          <p:spPr>
            <a:xfrm>
              <a:off x="4601190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8" name="pg3758"/>
            <p:cNvSpPr/>
            <p:nvPr/>
          </p:nvSpPr>
          <p:spPr>
            <a:xfrm>
              <a:off x="461282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9" name="pg3759"/>
            <p:cNvSpPr/>
            <p:nvPr/>
          </p:nvSpPr>
          <p:spPr>
            <a:xfrm>
              <a:off x="4624464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0" name="pg3760"/>
            <p:cNvSpPr/>
            <p:nvPr/>
          </p:nvSpPr>
          <p:spPr>
            <a:xfrm>
              <a:off x="4636101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1" name="pg3761"/>
            <p:cNvSpPr/>
            <p:nvPr/>
          </p:nvSpPr>
          <p:spPr>
            <a:xfrm>
              <a:off x="4647739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2" name="pg3762"/>
            <p:cNvSpPr/>
            <p:nvPr/>
          </p:nvSpPr>
          <p:spPr>
            <a:xfrm>
              <a:off x="4659376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3" name="pg3763"/>
            <p:cNvSpPr/>
            <p:nvPr/>
          </p:nvSpPr>
          <p:spPr>
            <a:xfrm>
              <a:off x="4671013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4" name="pg3764"/>
            <p:cNvSpPr/>
            <p:nvPr/>
          </p:nvSpPr>
          <p:spPr>
            <a:xfrm>
              <a:off x="4682651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5" name="pg3765"/>
            <p:cNvSpPr/>
            <p:nvPr/>
          </p:nvSpPr>
          <p:spPr>
            <a:xfrm>
              <a:off x="4694288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6" name="pg3766"/>
            <p:cNvSpPr/>
            <p:nvPr/>
          </p:nvSpPr>
          <p:spPr>
            <a:xfrm>
              <a:off x="470592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7" name="pg3767"/>
            <p:cNvSpPr/>
            <p:nvPr/>
          </p:nvSpPr>
          <p:spPr>
            <a:xfrm>
              <a:off x="2855590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8" name="pg3768"/>
            <p:cNvSpPr/>
            <p:nvPr/>
          </p:nvSpPr>
          <p:spPr>
            <a:xfrm>
              <a:off x="2867227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9" name="pg3769"/>
            <p:cNvSpPr/>
            <p:nvPr/>
          </p:nvSpPr>
          <p:spPr>
            <a:xfrm>
              <a:off x="287886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0" name="pg3770"/>
            <p:cNvSpPr/>
            <p:nvPr/>
          </p:nvSpPr>
          <p:spPr>
            <a:xfrm>
              <a:off x="2890502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1" name="pg3771"/>
            <p:cNvSpPr/>
            <p:nvPr/>
          </p:nvSpPr>
          <p:spPr>
            <a:xfrm>
              <a:off x="2902139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2" name="pg3772"/>
            <p:cNvSpPr/>
            <p:nvPr/>
          </p:nvSpPr>
          <p:spPr>
            <a:xfrm>
              <a:off x="457791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3" name="pg3773"/>
            <p:cNvSpPr/>
            <p:nvPr/>
          </p:nvSpPr>
          <p:spPr>
            <a:xfrm>
              <a:off x="4589552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4" name="pg3774"/>
            <p:cNvSpPr/>
            <p:nvPr/>
          </p:nvSpPr>
          <p:spPr>
            <a:xfrm>
              <a:off x="4601190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5" name="pg3775"/>
            <p:cNvSpPr/>
            <p:nvPr/>
          </p:nvSpPr>
          <p:spPr>
            <a:xfrm>
              <a:off x="4612827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6" name="pg3776"/>
            <p:cNvSpPr/>
            <p:nvPr/>
          </p:nvSpPr>
          <p:spPr>
            <a:xfrm>
              <a:off x="4624464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7" name="pg3777"/>
            <p:cNvSpPr/>
            <p:nvPr/>
          </p:nvSpPr>
          <p:spPr>
            <a:xfrm>
              <a:off x="4636101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8" name="pg3778"/>
            <p:cNvSpPr/>
            <p:nvPr/>
          </p:nvSpPr>
          <p:spPr>
            <a:xfrm>
              <a:off x="4647739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9" name="pg3779"/>
            <p:cNvSpPr/>
            <p:nvPr/>
          </p:nvSpPr>
          <p:spPr>
            <a:xfrm>
              <a:off x="4659376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0" name="pg3780"/>
            <p:cNvSpPr/>
            <p:nvPr/>
          </p:nvSpPr>
          <p:spPr>
            <a:xfrm>
              <a:off x="4671013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1" name="pg3781"/>
            <p:cNvSpPr/>
            <p:nvPr/>
          </p:nvSpPr>
          <p:spPr>
            <a:xfrm>
              <a:off x="4682651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2" name="pg3782"/>
            <p:cNvSpPr/>
            <p:nvPr/>
          </p:nvSpPr>
          <p:spPr>
            <a:xfrm>
              <a:off x="4694288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3" name="pg3783"/>
            <p:cNvSpPr/>
            <p:nvPr/>
          </p:nvSpPr>
          <p:spPr>
            <a:xfrm>
              <a:off x="470592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4" name="pg3784"/>
            <p:cNvSpPr/>
            <p:nvPr/>
          </p:nvSpPr>
          <p:spPr>
            <a:xfrm>
              <a:off x="2855590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5" name="pg3785"/>
            <p:cNvSpPr/>
            <p:nvPr/>
          </p:nvSpPr>
          <p:spPr>
            <a:xfrm>
              <a:off x="2867227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6" name="pg3786"/>
            <p:cNvSpPr/>
            <p:nvPr/>
          </p:nvSpPr>
          <p:spPr>
            <a:xfrm>
              <a:off x="2878865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7" name="pg3787"/>
            <p:cNvSpPr/>
            <p:nvPr/>
          </p:nvSpPr>
          <p:spPr>
            <a:xfrm>
              <a:off x="2890502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8" name="pg3788"/>
            <p:cNvSpPr/>
            <p:nvPr/>
          </p:nvSpPr>
          <p:spPr>
            <a:xfrm>
              <a:off x="2902139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9" name="pg3789"/>
            <p:cNvSpPr/>
            <p:nvPr/>
          </p:nvSpPr>
          <p:spPr>
            <a:xfrm>
              <a:off x="4577915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0" name="pg3790"/>
            <p:cNvSpPr/>
            <p:nvPr/>
          </p:nvSpPr>
          <p:spPr>
            <a:xfrm>
              <a:off x="4589552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1" name="pg3791"/>
            <p:cNvSpPr/>
            <p:nvPr/>
          </p:nvSpPr>
          <p:spPr>
            <a:xfrm>
              <a:off x="4601190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2" name="pg3792"/>
            <p:cNvSpPr/>
            <p:nvPr/>
          </p:nvSpPr>
          <p:spPr>
            <a:xfrm>
              <a:off x="4612827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3" name="pg3793"/>
            <p:cNvSpPr/>
            <p:nvPr/>
          </p:nvSpPr>
          <p:spPr>
            <a:xfrm>
              <a:off x="4624464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4" name="pg3794"/>
            <p:cNvSpPr/>
            <p:nvPr/>
          </p:nvSpPr>
          <p:spPr>
            <a:xfrm>
              <a:off x="4636101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5" name="pg3795"/>
            <p:cNvSpPr/>
            <p:nvPr/>
          </p:nvSpPr>
          <p:spPr>
            <a:xfrm>
              <a:off x="4647739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6" name="pg3796"/>
            <p:cNvSpPr/>
            <p:nvPr/>
          </p:nvSpPr>
          <p:spPr>
            <a:xfrm>
              <a:off x="4659376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7" name="pg3797"/>
            <p:cNvSpPr/>
            <p:nvPr/>
          </p:nvSpPr>
          <p:spPr>
            <a:xfrm>
              <a:off x="4671013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8" name="pg3798"/>
            <p:cNvSpPr/>
            <p:nvPr/>
          </p:nvSpPr>
          <p:spPr>
            <a:xfrm>
              <a:off x="4682651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9" name="pg3799"/>
            <p:cNvSpPr/>
            <p:nvPr/>
          </p:nvSpPr>
          <p:spPr>
            <a:xfrm>
              <a:off x="4694288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0" name="pg3800"/>
            <p:cNvSpPr/>
            <p:nvPr/>
          </p:nvSpPr>
          <p:spPr>
            <a:xfrm>
              <a:off x="2843953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1" name="pg3801"/>
            <p:cNvSpPr/>
            <p:nvPr/>
          </p:nvSpPr>
          <p:spPr>
            <a:xfrm>
              <a:off x="2855590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2" name="pg3802"/>
            <p:cNvSpPr/>
            <p:nvPr/>
          </p:nvSpPr>
          <p:spPr>
            <a:xfrm>
              <a:off x="2867227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3" name="pg3803"/>
            <p:cNvSpPr/>
            <p:nvPr/>
          </p:nvSpPr>
          <p:spPr>
            <a:xfrm>
              <a:off x="2878865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4" name="pg3804"/>
            <p:cNvSpPr/>
            <p:nvPr/>
          </p:nvSpPr>
          <p:spPr>
            <a:xfrm>
              <a:off x="2890502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5" name="pg3805"/>
            <p:cNvSpPr/>
            <p:nvPr/>
          </p:nvSpPr>
          <p:spPr>
            <a:xfrm>
              <a:off x="4589552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6" name="pg3806"/>
            <p:cNvSpPr/>
            <p:nvPr/>
          </p:nvSpPr>
          <p:spPr>
            <a:xfrm>
              <a:off x="4601190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7" name="pg3807"/>
            <p:cNvSpPr/>
            <p:nvPr/>
          </p:nvSpPr>
          <p:spPr>
            <a:xfrm>
              <a:off x="4612827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8" name="pg3808"/>
            <p:cNvSpPr/>
            <p:nvPr/>
          </p:nvSpPr>
          <p:spPr>
            <a:xfrm>
              <a:off x="4624464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9" name="pg3809"/>
            <p:cNvSpPr/>
            <p:nvPr/>
          </p:nvSpPr>
          <p:spPr>
            <a:xfrm>
              <a:off x="4636101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0" name="pg3810"/>
            <p:cNvSpPr/>
            <p:nvPr/>
          </p:nvSpPr>
          <p:spPr>
            <a:xfrm>
              <a:off x="4647739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1" name="pg3811"/>
            <p:cNvSpPr/>
            <p:nvPr/>
          </p:nvSpPr>
          <p:spPr>
            <a:xfrm>
              <a:off x="4659376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2" name="pg3812"/>
            <p:cNvSpPr/>
            <p:nvPr/>
          </p:nvSpPr>
          <p:spPr>
            <a:xfrm>
              <a:off x="4671013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3" name="pg3813"/>
            <p:cNvSpPr/>
            <p:nvPr/>
          </p:nvSpPr>
          <p:spPr>
            <a:xfrm>
              <a:off x="4682651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4" name="pg3814"/>
            <p:cNvSpPr/>
            <p:nvPr/>
          </p:nvSpPr>
          <p:spPr>
            <a:xfrm>
              <a:off x="2843953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5" name="pg3815"/>
            <p:cNvSpPr/>
            <p:nvPr/>
          </p:nvSpPr>
          <p:spPr>
            <a:xfrm>
              <a:off x="2855590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6" name="pg3816"/>
            <p:cNvSpPr/>
            <p:nvPr/>
          </p:nvSpPr>
          <p:spPr>
            <a:xfrm>
              <a:off x="2867227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7" name="pg3817"/>
            <p:cNvSpPr/>
            <p:nvPr/>
          </p:nvSpPr>
          <p:spPr>
            <a:xfrm>
              <a:off x="2878865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8" name="pg3818"/>
            <p:cNvSpPr/>
            <p:nvPr/>
          </p:nvSpPr>
          <p:spPr>
            <a:xfrm>
              <a:off x="2890502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9" name="pg3819"/>
            <p:cNvSpPr/>
            <p:nvPr/>
          </p:nvSpPr>
          <p:spPr>
            <a:xfrm>
              <a:off x="4601190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0" name="pg3820"/>
            <p:cNvSpPr/>
            <p:nvPr/>
          </p:nvSpPr>
          <p:spPr>
            <a:xfrm>
              <a:off x="4612827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1" name="pg3821"/>
            <p:cNvSpPr/>
            <p:nvPr/>
          </p:nvSpPr>
          <p:spPr>
            <a:xfrm>
              <a:off x="4624464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2" name="pg3822"/>
            <p:cNvSpPr/>
            <p:nvPr/>
          </p:nvSpPr>
          <p:spPr>
            <a:xfrm>
              <a:off x="4636101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3" name="pg3823"/>
            <p:cNvSpPr/>
            <p:nvPr/>
          </p:nvSpPr>
          <p:spPr>
            <a:xfrm>
              <a:off x="4647739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4" name="pg3824"/>
            <p:cNvSpPr/>
            <p:nvPr/>
          </p:nvSpPr>
          <p:spPr>
            <a:xfrm>
              <a:off x="2843953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5" name="pg3825"/>
            <p:cNvSpPr/>
            <p:nvPr/>
          </p:nvSpPr>
          <p:spPr>
            <a:xfrm>
              <a:off x="2855590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6" name="pg3826"/>
            <p:cNvSpPr/>
            <p:nvPr/>
          </p:nvSpPr>
          <p:spPr>
            <a:xfrm>
              <a:off x="2867227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7" name="pg3827"/>
            <p:cNvSpPr/>
            <p:nvPr/>
          </p:nvSpPr>
          <p:spPr>
            <a:xfrm>
              <a:off x="2878865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8" name="pg3828"/>
            <p:cNvSpPr/>
            <p:nvPr/>
          </p:nvSpPr>
          <p:spPr>
            <a:xfrm>
              <a:off x="2890502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9" name="pg3829"/>
            <p:cNvSpPr/>
            <p:nvPr/>
          </p:nvSpPr>
          <p:spPr>
            <a:xfrm>
              <a:off x="2843953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0" name="pg3830"/>
            <p:cNvSpPr/>
            <p:nvPr/>
          </p:nvSpPr>
          <p:spPr>
            <a:xfrm>
              <a:off x="2855590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1" name="pg3831"/>
            <p:cNvSpPr/>
            <p:nvPr/>
          </p:nvSpPr>
          <p:spPr>
            <a:xfrm>
              <a:off x="2867227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2" name="pg3832"/>
            <p:cNvSpPr/>
            <p:nvPr/>
          </p:nvSpPr>
          <p:spPr>
            <a:xfrm>
              <a:off x="2878865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3" name="pg3833"/>
            <p:cNvSpPr/>
            <p:nvPr/>
          </p:nvSpPr>
          <p:spPr>
            <a:xfrm>
              <a:off x="2832315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4" name="pg3834"/>
            <p:cNvSpPr/>
            <p:nvPr/>
          </p:nvSpPr>
          <p:spPr>
            <a:xfrm>
              <a:off x="2843953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5" name="pg3835"/>
            <p:cNvSpPr/>
            <p:nvPr/>
          </p:nvSpPr>
          <p:spPr>
            <a:xfrm>
              <a:off x="2855590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6" name="pg3836"/>
            <p:cNvSpPr/>
            <p:nvPr/>
          </p:nvSpPr>
          <p:spPr>
            <a:xfrm>
              <a:off x="2867227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7" name="pg3837"/>
            <p:cNvSpPr/>
            <p:nvPr/>
          </p:nvSpPr>
          <p:spPr>
            <a:xfrm>
              <a:off x="2878865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8" name="pg3838"/>
            <p:cNvSpPr/>
            <p:nvPr/>
          </p:nvSpPr>
          <p:spPr>
            <a:xfrm>
              <a:off x="2832315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9" name="pg3839"/>
            <p:cNvSpPr/>
            <p:nvPr/>
          </p:nvSpPr>
          <p:spPr>
            <a:xfrm>
              <a:off x="2843953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0" name="pg3840"/>
            <p:cNvSpPr/>
            <p:nvPr/>
          </p:nvSpPr>
          <p:spPr>
            <a:xfrm>
              <a:off x="2855590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1" name="pg3841"/>
            <p:cNvSpPr/>
            <p:nvPr/>
          </p:nvSpPr>
          <p:spPr>
            <a:xfrm>
              <a:off x="2867227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2" name="pg3842"/>
            <p:cNvSpPr/>
            <p:nvPr/>
          </p:nvSpPr>
          <p:spPr>
            <a:xfrm>
              <a:off x="2878865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3" name="pg3843"/>
            <p:cNvSpPr/>
            <p:nvPr/>
          </p:nvSpPr>
          <p:spPr>
            <a:xfrm>
              <a:off x="2832315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4" name="pg3844"/>
            <p:cNvSpPr/>
            <p:nvPr/>
          </p:nvSpPr>
          <p:spPr>
            <a:xfrm>
              <a:off x="2843953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5" name="pg3845"/>
            <p:cNvSpPr/>
            <p:nvPr/>
          </p:nvSpPr>
          <p:spPr>
            <a:xfrm>
              <a:off x="2855590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6" name="pg3846"/>
            <p:cNvSpPr/>
            <p:nvPr/>
          </p:nvSpPr>
          <p:spPr>
            <a:xfrm>
              <a:off x="2867227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7" name="pg3847"/>
            <p:cNvSpPr/>
            <p:nvPr/>
          </p:nvSpPr>
          <p:spPr>
            <a:xfrm>
              <a:off x="2878865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8" name="pg3848"/>
            <p:cNvSpPr/>
            <p:nvPr/>
          </p:nvSpPr>
          <p:spPr>
            <a:xfrm>
              <a:off x="2832315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9" name="pg3849"/>
            <p:cNvSpPr/>
            <p:nvPr/>
          </p:nvSpPr>
          <p:spPr>
            <a:xfrm>
              <a:off x="2843953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0" name="pg3850"/>
            <p:cNvSpPr/>
            <p:nvPr/>
          </p:nvSpPr>
          <p:spPr>
            <a:xfrm>
              <a:off x="2855590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1" name="pg3851"/>
            <p:cNvSpPr/>
            <p:nvPr/>
          </p:nvSpPr>
          <p:spPr>
            <a:xfrm>
              <a:off x="2867227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2" name="pg3852"/>
            <p:cNvSpPr/>
            <p:nvPr/>
          </p:nvSpPr>
          <p:spPr>
            <a:xfrm>
              <a:off x="2832315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3" name="pg3853"/>
            <p:cNvSpPr/>
            <p:nvPr/>
          </p:nvSpPr>
          <p:spPr>
            <a:xfrm>
              <a:off x="2843953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4" name="pg3854"/>
            <p:cNvSpPr/>
            <p:nvPr/>
          </p:nvSpPr>
          <p:spPr>
            <a:xfrm>
              <a:off x="2855590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5" name="pg3855"/>
            <p:cNvSpPr/>
            <p:nvPr/>
          </p:nvSpPr>
          <p:spPr>
            <a:xfrm>
              <a:off x="2867227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6" name="pg3856"/>
            <p:cNvSpPr/>
            <p:nvPr/>
          </p:nvSpPr>
          <p:spPr>
            <a:xfrm>
              <a:off x="2832315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7" name="pg3857"/>
            <p:cNvSpPr/>
            <p:nvPr/>
          </p:nvSpPr>
          <p:spPr>
            <a:xfrm>
              <a:off x="2843953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8" name="pg3858"/>
            <p:cNvSpPr/>
            <p:nvPr/>
          </p:nvSpPr>
          <p:spPr>
            <a:xfrm>
              <a:off x="2855590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9" name="pg3859"/>
            <p:cNvSpPr/>
            <p:nvPr/>
          </p:nvSpPr>
          <p:spPr>
            <a:xfrm>
              <a:off x="2867227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0" name="pg3860"/>
            <p:cNvSpPr/>
            <p:nvPr/>
          </p:nvSpPr>
          <p:spPr>
            <a:xfrm>
              <a:off x="2832315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1" name="pg3861"/>
            <p:cNvSpPr/>
            <p:nvPr/>
          </p:nvSpPr>
          <p:spPr>
            <a:xfrm>
              <a:off x="2843953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2" name="pg3862"/>
            <p:cNvSpPr/>
            <p:nvPr/>
          </p:nvSpPr>
          <p:spPr>
            <a:xfrm>
              <a:off x="2855590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3" name="pg3863"/>
            <p:cNvSpPr/>
            <p:nvPr/>
          </p:nvSpPr>
          <p:spPr>
            <a:xfrm>
              <a:off x="2867227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4" name="pg3864"/>
            <p:cNvSpPr/>
            <p:nvPr/>
          </p:nvSpPr>
          <p:spPr>
            <a:xfrm>
              <a:off x="2832315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5" name="pg3865"/>
            <p:cNvSpPr/>
            <p:nvPr/>
          </p:nvSpPr>
          <p:spPr>
            <a:xfrm>
              <a:off x="2843953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6" name="pg3866"/>
            <p:cNvSpPr/>
            <p:nvPr/>
          </p:nvSpPr>
          <p:spPr>
            <a:xfrm>
              <a:off x="2855590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7" name="pg3867"/>
            <p:cNvSpPr/>
            <p:nvPr/>
          </p:nvSpPr>
          <p:spPr>
            <a:xfrm>
              <a:off x="2399291" y="2540116"/>
              <a:ext cx="3705599" cy="2850404"/>
            </a:xfrm>
            <a:custGeom>
              <a:avLst/>
              <a:gdLst/>
              <a:ahLst/>
              <a:cxnLst/>
              <a:rect l="0" t="0" r="0" b="0"/>
              <a:pathLst>
                <a:path w="3705599" h="2850404">
                  <a:moveTo>
                    <a:pt x="2893187" y="266106"/>
                  </a:moveTo>
                  <a:lnTo>
                    <a:pt x="2917831" y="266068"/>
                  </a:lnTo>
                  <a:lnTo>
                    <a:pt x="2961871" y="266005"/>
                  </a:lnTo>
                  <a:lnTo>
                    <a:pt x="3005910" y="265941"/>
                  </a:lnTo>
                  <a:lnTo>
                    <a:pt x="3049950" y="265884"/>
                  </a:lnTo>
                  <a:lnTo>
                    <a:pt x="3093989" y="265820"/>
                  </a:lnTo>
                  <a:lnTo>
                    <a:pt x="3138033" y="265757"/>
                  </a:lnTo>
                  <a:lnTo>
                    <a:pt x="3182073" y="265693"/>
                  </a:lnTo>
                  <a:lnTo>
                    <a:pt x="3226112" y="265630"/>
                  </a:lnTo>
                  <a:lnTo>
                    <a:pt x="3236535" y="240559"/>
                  </a:lnTo>
                  <a:lnTo>
                    <a:pt x="3246246" y="228887"/>
                  </a:lnTo>
                  <a:lnTo>
                    <a:pt x="3259547" y="232754"/>
                  </a:lnTo>
                  <a:lnTo>
                    <a:pt x="3266632" y="232430"/>
                  </a:lnTo>
                  <a:lnTo>
                    <a:pt x="3274508" y="226410"/>
                  </a:lnTo>
                  <a:lnTo>
                    <a:pt x="3280895" y="222752"/>
                  </a:lnTo>
                  <a:lnTo>
                    <a:pt x="3285102" y="223292"/>
                  </a:lnTo>
                  <a:lnTo>
                    <a:pt x="3288693" y="228804"/>
                  </a:lnTo>
                  <a:lnTo>
                    <a:pt x="3291680" y="232481"/>
                  </a:lnTo>
                  <a:lnTo>
                    <a:pt x="3295168" y="231408"/>
                  </a:lnTo>
                  <a:lnTo>
                    <a:pt x="3298155" y="226207"/>
                  </a:lnTo>
                  <a:lnTo>
                    <a:pt x="3298052" y="218993"/>
                  </a:lnTo>
                  <a:lnTo>
                    <a:pt x="3302140" y="213970"/>
                  </a:lnTo>
                  <a:lnTo>
                    <a:pt x="3306992" y="213201"/>
                  </a:lnTo>
                  <a:lnTo>
                    <a:pt x="3311478" y="213360"/>
                  </a:lnTo>
                  <a:lnTo>
                    <a:pt x="3313715" y="210909"/>
                  </a:lnTo>
                  <a:lnTo>
                    <a:pt x="3313467" y="207391"/>
                  </a:lnTo>
                  <a:lnTo>
                    <a:pt x="3311850" y="201726"/>
                  </a:lnTo>
                  <a:lnTo>
                    <a:pt x="3312398" y="194906"/>
                  </a:lnTo>
                  <a:lnTo>
                    <a:pt x="3323601" y="182859"/>
                  </a:lnTo>
                  <a:lnTo>
                    <a:pt x="3337337" y="174686"/>
                  </a:lnTo>
                  <a:lnTo>
                    <a:pt x="3342153" y="170603"/>
                  </a:lnTo>
                  <a:lnTo>
                    <a:pt x="3343554" y="162322"/>
                  </a:lnTo>
                  <a:lnTo>
                    <a:pt x="3351429" y="153717"/>
                  </a:lnTo>
                  <a:lnTo>
                    <a:pt x="3355367" y="148770"/>
                  </a:lnTo>
                  <a:lnTo>
                    <a:pt x="3356328" y="144471"/>
                  </a:lnTo>
                  <a:lnTo>
                    <a:pt x="3354287" y="139181"/>
                  </a:lnTo>
                  <a:lnTo>
                    <a:pt x="3354494" y="129097"/>
                  </a:lnTo>
                  <a:lnTo>
                    <a:pt x="3357202" y="117050"/>
                  </a:lnTo>
                  <a:lnTo>
                    <a:pt x="3360442" y="103930"/>
                  </a:lnTo>
                  <a:lnTo>
                    <a:pt x="3367703" y="92099"/>
                  </a:lnTo>
                  <a:lnTo>
                    <a:pt x="3379609" y="79195"/>
                  </a:lnTo>
                  <a:lnTo>
                    <a:pt x="3382673" y="62240"/>
                  </a:lnTo>
                  <a:lnTo>
                    <a:pt x="3385903" y="44357"/>
                  </a:lnTo>
                  <a:lnTo>
                    <a:pt x="3400295" y="26932"/>
                  </a:lnTo>
                  <a:lnTo>
                    <a:pt x="3416615" y="7169"/>
                  </a:lnTo>
                  <a:lnTo>
                    <a:pt x="3422535" y="0"/>
                  </a:lnTo>
                  <a:lnTo>
                    <a:pt x="3618932" y="0"/>
                  </a:lnTo>
                  <a:lnTo>
                    <a:pt x="3619257" y="14859"/>
                  </a:lnTo>
                  <a:lnTo>
                    <a:pt x="3619521" y="35130"/>
                  </a:lnTo>
                  <a:lnTo>
                    <a:pt x="3619800" y="56493"/>
                  </a:lnTo>
                  <a:lnTo>
                    <a:pt x="3620001" y="71740"/>
                  </a:lnTo>
                  <a:lnTo>
                    <a:pt x="3620347" y="92677"/>
                  </a:lnTo>
                  <a:lnTo>
                    <a:pt x="3620621" y="109334"/>
                  </a:lnTo>
                  <a:lnTo>
                    <a:pt x="3620988" y="131078"/>
                  </a:lnTo>
                  <a:lnTo>
                    <a:pt x="3621179" y="142699"/>
                  </a:lnTo>
                  <a:lnTo>
                    <a:pt x="3623045" y="146052"/>
                  </a:lnTo>
                  <a:lnTo>
                    <a:pt x="3621924" y="150631"/>
                  </a:lnTo>
                  <a:lnTo>
                    <a:pt x="3621433" y="152923"/>
                  </a:lnTo>
                  <a:lnTo>
                    <a:pt x="3621552" y="154746"/>
                  </a:lnTo>
                  <a:lnTo>
                    <a:pt x="3622296" y="157038"/>
                  </a:lnTo>
                  <a:lnTo>
                    <a:pt x="3622172" y="160245"/>
                  </a:lnTo>
                  <a:lnTo>
                    <a:pt x="3620435" y="163147"/>
                  </a:lnTo>
                  <a:lnTo>
                    <a:pt x="3619567" y="166500"/>
                  </a:lnTo>
                  <a:lnTo>
                    <a:pt x="3619319" y="171993"/>
                  </a:lnTo>
                  <a:lnTo>
                    <a:pt x="3621179" y="175353"/>
                  </a:lnTo>
                  <a:lnTo>
                    <a:pt x="3624285" y="177334"/>
                  </a:lnTo>
                  <a:lnTo>
                    <a:pt x="3626895" y="177334"/>
                  </a:lnTo>
                  <a:lnTo>
                    <a:pt x="3630249" y="179322"/>
                  </a:lnTo>
                  <a:lnTo>
                    <a:pt x="3634595" y="182834"/>
                  </a:lnTo>
                  <a:lnTo>
                    <a:pt x="3641173" y="185882"/>
                  </a:lnTo>
                  <a:lnTo>
                    <a:pt x="3648005" y="186949"/>
                  </a:lnTo>
                  <a:lnTo>
                    <a:pt x="3652723" y="186187"/>
                  </a:lnTo>
                  <a:lnTo>
                    <a:pt x="3658434" y="188174"/>
                  </a:lnTo>
                  <a:lnTo>
                    <a:pt x="3660423" y="193058"/>
                  </a:lnTo>
                  <a:lnTo>
                    <a:pt x="3659307" y="197630"/>
                  </a:lnTo>
                  <a:lnTo>
                    <a:pt x="3656077" y="199770"/>
                  </a:lnTo>
                  <a:lnTo>
                    <a:pt x="3652599" y="201453"/>
                  </a:lnTo>
                  <a:lnTo>
                    <a:pt x="3651979" y="204958"/>
                  </a:lnTo>
                  <a:lnTo>
                    <a:pt x="3653715" y="208623"/>
                  </a:lnTo>
                  <a:lnTo>
                    <a:pt x="3656201" y="211829"/>
                  </a:lnTo>
                  <a:lnTo>
                    <a:pt x="3658935" y="217462"/>
                  </a:lnTo>
                  <a:lnTo>
                    <a:pt x="3657813" y="222346"/>
                  </a:lnTo>
                  <a:lnTo>
                    <a:pt x="3655333" y="226467"/>
                  </a:lnTo>
                  <a:lnTo>
                    <a:pt x="3654212" y="230735"/>
                  </a:lnTo>
                  <a:lnTo>
                    <a:pt x="3656325" y="234405"/>
                  </a:lnTo>
                  <a:lnTo>
                    <a:pt x="3661912" y="239282"/>
                  </a:lnTo>
                  <a:lnTo>
                    <a:pt x="3665389" y="244013"/>
                  </a:lnTo>
                  <a:lnTo>
                    <a:pt x="3670857" y="246611"/>
                  </a:lnTo>
                  <a:lnTo>
                    <a:pt x="3673461" y="244775"/>
                  </a:lnTo>
                  <a:lnTo>
                    <a:pt x="3675575" y="242330"/>
                  </a:lnTo>
                  <a:lnTo>
                    <a:pt x="3677807" y="240501"/>
                  </a:lnTo>
                  <a:lnTo>
                    <a:pt x="3681657" y="241575"/>
                  </a:lnTo>
                  <a:lnTo>
                    <a:pt x="3686127" y="242946"/>
                  </a:lnTo>
                  <a:lnTo>
                    <a:pt x="3691011" y="244578"/>
                  </a:lnTo>
                  <a:lnTo>
                    <a:pt x="3690427" y="248535"/>
                  </a:lnTo>
                  <a:lnTo>
                    <a:pt x="3693404" y="255203"/>
                  </a:lnTo>
                  <a:lnTo>
                    <a:pt x="3695708" y="268024"/>
                  </a:lnTo>
                  <a:lnTo>
                    <a:pt x="3692169" y="273847"/>
                  </a:lnTo>
                  <a:lnTo>
                    <a:pt x="3692928" y="281563"/>
                  </a:lnTo>
                  <a:lnTo>
                    <a:pt x="3702742" y="283811"/>
                  </a:lnTo>
                  <a:lnTo>
                    <a:pt x="3705129" y="286173"/>
                  </a:lnTo>
                  <a:lnTo>
                    <a:pt x="3705599" y="289025"/>
                  </a:lnTo>
                  <a:lnTo>
                    <a:pt x="3683983" y="308806"/>
                  </a:lnTo>
                  <a:lnTo>
                    <a:pt x="3665694" y="306037"/>
                  </a:lnTo>
                  <a:lnTo>
                    <a:pt x="3655772" y="311283"/>
                  </a:lnTo>
                  <a:lnTo>
                    <a:pt x="3645380" y="312813"/>
                  </a:lnTo>
                  <a:lnTo>
                    <a:pt x="3640822" y="321653"/>
                  </a:lnTo>
                  <a:lnTo>
                    <a:pt x="3635117" y="323526"/>
                  </a:lnTo>
                  <a:lnTo>
                    <a:pt x="3627303" y="322993"/>
                  </a:lnTo>
                  <a:lnTo>
                    <a:pt x="3620565" y="320497"/>
                  </a:lnTo>
                  <a:lnTo>
                    <a:pt x="3615423" y="321723"/>
                  </a:lnTo>
                  <a:lnTo>
                    <a:pt x="3608229" y="337675"/>
                  </a:lnTo>
                  <a:lnTo>
                    <a:pt x="3602338" y="336284"/>
                  </a:lnTo>
                  <a:lnTo>
                    <a:pt x="3599992" y="342025"/>
                  </a:lnTo>
                  <a:lnTo>
                    <a:pt x="3596912" y="344534"/>
                  </a:lnTo>
                  <a:lnTo>
                    <a:pt x="3592395" y="346686"/>
                  </a:lnTo>
                  <a:lnTo>
                    <a:pt x="3588473" y="339599"/>
                  </a:lnTo>
                  <a:lnTo>
                    <a:pt x="3585977" y="332862"/>
                  </a:lnTo>
                  <a:lnTo>
                    <a:pt x="3582298" y="331382"/>
                  </a:lnTo>
                  <a:lnTo>
                    <a:pt x="3577409" y="329661"/>
                  </a:lnTo>
                  <a:lnTo>
                    <a:pt x="3572381" y="329718"/>
                  </a:lnTo>
                  <a:lnTo>
                    <a:pt x="3569027" y="330683"/>
                  </a:lnTo>
                  <a:lnTo>
                    <a:pt x="3564867" y="335040"/>
                  </a:lnTo>
                  <a:lnTo>
                    <a:pt x="3558836" y="338780"/>
                  </a:lnTo>
                  <a:lnTo>
                    <a:pt x="3554273" y="335662"/>
                  </a:lnTo>
                  <a:lnTo>
                    <a:pt x="3550702" y="330652"/>
                  </a:lnTo>
                  <a:lnTo>
                    <a:pt x="3547648" y="338710"/>
                  </a:lnTo>
                  <a:lnTo>
                    <a:pt x="3543204" y="347220"/>
                  </a:lnTo>
                  <a:lnTo>
                    <a:pt x="3543943" y="357145"/>
                  </a:lnTo>
                  <a:lnTo>
                    <a:pt x="3542031" y="363032"/>
                  </a:lnTo>
                  <a:lnTo>
                    <a:pt x="3537814" y="361445"/>
                  </a:lnTo>
                  <a:lnTo>
                    <a:pt x="3533618" y="356282"/>
                  </a:lnTo>
                  <a:lnTo>
                    <a:pt x="3521840" y="352154"/>
                  </a:lnTo>
                  <a:lnTo>
                    <a:pt x="3512461" y="352535"/>
                  </a:lnTo>
                  <a:lnTo>
                    <a:pt x="3514368" y="347023"/>
                  </a:lnTo>
                  <a:lnTo>
                    <a:pt x="3523236" y="339110"/>
                  </a:lnTo>
                  <a:lnTo>
                    <a:pt x="3520507" y="337561"/>
                  </a:lnTo>
                  <a:lnTo>
                    <a:pt x="3516156" y="338659"/>
                  </a:lnTo>
                  <a:lnTo>
                    <a:pt x="3514259" y="337561"/>
                  </a:lnTo>
                  <a:lnTo>
                    <a:pt x="3517370" y="330372"/>
                  </a:lnTo>
                  <a:lnTo>
                    <a:pt x="3517670" y="322441"/>
                  </a:lnTo>
                  <a:lnTo>
                    <a:pt x="3513701" y="325216"/>
                  </a:lnTo>
                  <a:lnTo>
                    <a:pt x="3508709" y="333585"/>
                  </a:lnTo>
                  <a:lnTo>
                    <a:pt x="3496632" y="340247"/>
                  </a:lnTo>
                  <a:lnTo>
                    <a:pt x="3497195" y="351398"/>
                  </a:lnTo>
                  <a:lnTo>
                    <a:pt x="3485826" y="374253"/>
                  </a:lnTo>
                  <a:lnTo>
                    <a:pt x="3485320" y="383982"/>
                  </a:lnTo>
                  <a:lnTo>
                    <a:pt x="3478028" y="391749"/>
                  </a:lnTo>
                  <a:lnTo>
                    <a:pt x="3468628" y="398429"/>
                  </a:lnTo>
                  <a:lnTo>
                    <a:pt x="3456091" y="396550"/>
                  </a:lnTo>
                  <a:lnTo>
                    <a:pt x="3446521" y="402354"/>
                  </a:lnTo>
                  <a:lnTo>
                    <a:pt x="3441663" y="409015"/>
                  </a:lnTo>
                  <a:lnTo>
                    <a:pt x="3437441" y="410019"/>
                  </a:lnTo>
                  <a:lnTo>
                    <a:pt x="3435240" y="401535"/>
                  </a:lnTo>
                  <a:lnTo>
                    <a:pt x="3433638" y="398912"/>
                  </a:lnTo>
                  <a:lnTo>
                    <a:pt x="3430113" y="411422"/>
                  </a:lnTo>
                  <a:lnTo>
                    <a:pt x="3426522" y="412197"/>
                  </a:lnTo>
                  <a:lnTo>
                    <a:pt x="3425163" y="403325"/>
                  </a:lnTo>
                  <a:lnTo>
                    <a:pt x="3423457" y="397464"/>
                  </a:lnTo>
                  <a:lnTo>
                    <a:pt x="3418563" y="402519"/>
                  </a:lnTo>
                  <a:lnTo>
                    <a:pt x="3415313" y="415918"/>
                  </a:lnTo>
                  <a:lnTo>
                    <a:pt x="3411907" y="414788"/>
                  </a:lnTo>
                  <a:lnTo>
                    <a:pt x="3410822" y="409803"/>
                  </a:lnTo>
                  <a:lnTo>
                    <a:pt x="3408383" y="408291"/>
                  </a:lnTo>
                  <a:lnTo>
                    <a:pt x="3407546" y="413988"/>
                  </a:lnTo>
                  <a:lnTo>
                    <a:pt x="3408776" y="422002"/>
                  </a:lnTo>
                  <a:lnTo>
                    <a:pt x="3407003" y="426282"/>
                  </a:lnTo>
                  <a:lnTo>
                    <a:pt x="3403618" y="423996"/>
                  </a:lnTo>
                  <a:lnTo>
                    <a:pt x="3400213" y="420141"/>
                  </a:lnTo>
                  <a:lnTo>
                    <a:pt x="3394595" y="423069"/>
                  </a:lnTo>
                  <a:lnTo>
                    <a:pt x="3389438" y="424256"/>
                  </a:lnTo>
                  <a:lnTo>
                    <a:pt x="3389417" y="420332"/>
                  </a:lnTo>
                  <a:lnTo>
                    <a:pt x="3390399" y="415518"/>
                  </a:lnTo>
                  <a:lnTo>
                    <a:pt x="3380121" y="418179"/>
                  </a:lnTo>
                  <a:lnTo>
                    <a:pt x="3367796" y="427057"/>
                  </a:lnTo>
                  <a:lnTo>
                    <a:pt x="3358225" y="439339"/>
                  </a:lnTo>
                  <a:lnTo>
                    <a:pt x="3361543" y="441383"/>
                  </a:lnTo>
                  <a:lnTo>
                    <a:pt x="3365279" y="445295"/>
                  </a:lnTo>
                  <a:lnTo>
                    <a:pt x="3348654" y="464270"/>
                  </a:lnTo>
                  <a:lnTo>
                    <a:pt x="3331611" y="481359"/>
                  </a:lnTo>
                  <a:lnTo>
                    <a:pt x="3318738" y="509244"/>
                  </a:lnTo>
                  <a:lnTo>
                    <a:pt x="3313571" y="512508"/>
                  </a:lnTo>
                  <a:lnTo>
                    <a:pt x="3309132" y="517620"/>
                  </a:lnTo>
                  <a:lnTo>
                    <a:pt x="3304419" y="534455"/>
                  </a:lnTo>
                  <a:lnTo>
                    <a:pt x="3298977" y="549442"/>
                  </a:lnTo>
                  <a:lnTo>
                    <a:pt x="3302021" y="556116"/>
                  </a:lnTo>
                  <a:lnTo>
                    <a:pt x="3304026" y="562981"/>
                  </a:lnTo>
                  <a:lnTo>
                    <a:pt x="3308858" y="569737"/>
                  </a:lnTo>
                  <a:lnTo>
                    <a:pt x="3312966" y="570347"/>
                  </a:lnTo>
                  <a:lnTo>
                    <a:pt x="3317415" y="569128"/>
                  </a:lnTo>
                  <a:lnTo>
                    <a:pt x="3320681" y="569414"/>
                  </a:lnTo>
                  <a:lnTo>
                    <a:pt x="3322780" y="572284"/>
                  </a:lnTo>
                  <a:lnTo>
                    <a:pt x="3321849" y="575726"/>
                  </a:lnTo>
                  <a:lnTo>
                    <a:pt x="3316718" y="576583"/>
                  </a:lnTo>
                  <a:lnTo>
                    <a:pt x="3307147" y="582603"/>
                  </a:lnTo>
                  <a:lnTo>
                    <a:pt x="3298755" y="584915"/>
                  </a:lnTo>
                  <a:lnTo>
                    <a:pt x="3294548" y="592192"/>
                  </a:lnTo>
                  <a:lnTo>
                    <a:pt x="3288244" y="600600"/>
                  </a:lnTo>
                  <a:lnTo>
                    <a:pt x="3275996" y="613720"/>
                  </a:lnTo>
                  <a:lnTo>
                    <a:pt x="3281231" y="617765"/>
                  </a:lnTo>
                  <a:lnTo>
                    <a:pt x="3300150" y="622325"/>
                  </a:lnTo>
                  <a:lnTo>
                    <a:pt x="3308584" y="627018"/>
                  </a:lnTo>
                  <a:lnTo>
                    <a:pt x="3321348" y="651524"/>
                  </a:lnTo>
                  <a:lnTo>
                    <a:pt x="3318433" y="653975"/>
                  </a:lnTo>
                  <a:lnTo>
                    <a:pt x="3317276" y="658465"/>
                  </a:lnTo>
                  <a:lnTo>
                    <a:pt x="3328624" y="664765"/>
                  </a:lnTo>
                  <a:lnTo>
                    <a:pt x="3332247" y="682362"/>
                  </a:lnTo>
                  <a:lnTo>
                    <a:pt x="3341564" y="688350"/>
                  </a:lnTo>
                  <a:lnTo>
                    <a:pt x="3355450" y="692033"/>
                  </a:lnTo>
                  <a:lnTo>
                    <a:pt x="3372431" y="686712"/>
                  </a:lnTo>
                  <a:lnTo>
                    <a:pt x="3386570" y="679390"/>
                  </a:lnTo>
                  <a:lnTo>
                    <a:pt x="3386074" y="673388"/>
                  </a:lnTo>
                  <a:lnTo>
                    <a:pt x="3377191" y="659424"/>
                  </a:lnTo>
                  <a:lnTo>
                    <a:pt x="3375051" y="652864"/>
                  </a:lnTo>
                  <a:lnTo>
                    <a:pt x="3368457" y="648616"/>
                  </a:lnTo>
                  <a:lnTo>
                    <a:pt x="3365951" y="652216"/>
                  </a:lnTo>
                  <a:lnTo>
                    <a:pt x="3361687" y="647542"/>
                  </a:lnTo>
                  <a:lnTo>
                    <a:pt x="3361207" y="644920"/>
                  </a:lnTo>
                  <a:lnTo>
                    <a:pt x="3365181" y="643643"/>
                  </a:lnTo>
                  <a:lnTo>
                    <a:pt x="3369801" y="644151"/>
                  </a:lnTo>
                  <a:lnTo>
                    <a:pt x="3375191" y="646596"/>
                  </a:lnTo>
                  <a:lnTo>
                    <a:pt x="3389061" y="661818"/>
                  </a:lnTo>
                  <a:lnTo>
                    <a:pt x="3392900" y="681771"/>
                  </a:lnTo>
                  <a:lnTo>
                    <a:pt x="3393722" y="694440"/>
                  </a:lnTo>
                  <a:lnTo>
                    <a:pt x="3392156" y="698771"/>
                  </a:lnTo>
                  <a:lnTo>
                    <a:pt x="3388120" y="697882"/>
                  </a:lnTo>
                  <a:lnTo>
                    <a:pt x="3380420" y="698746"/>
                  </a:lnTo>
                  <a:lnTo>
                    <a:pt x="3343890" y="705306"/>
                  </a:lnTo>
                  <a:lnTo>
                    <a:pt x="3335776" y="711084"/>
                  </a:lnTo>
                  <a:lnTo>
                    <a:pt x="3317173" y="717359"/>
                  </a:lnTo>
                  <a:lnTo>
                    <a:pt x="3316015" y="714228"/>
                  </a:lnTo>
                  <a:lnTo>
                    <a:pt x="3317359" y="707750"/>
                  </a:lnTo>
                  <a:lnTo>
                    <a:pt x="3316186" y="694484"/>
                  </a:lnTo>
                  <a:lnTo>
                    <a:pt x="3312516" y="693868"/>
                  </a:lnTo>
                  <a:lnTo>
                    <a:pt x="3283613" y="715498"/>
                  </a:lnTo>
                  <a:lnTo>
                    <a:pt x="3272441" y="716857"/>
                  </a:lnTo>
                  <a:lnTo>
                    <a:pt x="3263046" y="723188"/>
                  </a:lnTo>
                  <a:lnTo>
                    <a:pt x="3260943" y="719676"/>
                  </a:lnTo>
                  <a:lnTo>
                    <a:pt x="3259263" y="703458"/>
                  </a:lnTo>
                  <a:lnTo>
                    <a:pt x="3265144" y="689855"/>
                  </a:lnTo>
                  <a:lnTo>
                    <a:pt x="3262012" y="690071"/>
                  </a:lnTo>
                  <a:lnTo>
                    <a:pt x="3252194" y="698238"/>
                  </a:lnTo>
                  <a:lnTo>
                    <a:pt x="3247997" y="693214"/>
                  </a:lnTo>
                  <a:lnTo>
                    <a:pt x="3245894" y="687702"/>
                  </a:lnTo>
                  <a:lnTo>
                    <a:pt x="3242871" y="684584"/>
                  </a:lnTo>
                  <a:lnTo>
                    <a:pt x="3239595" y="683403"/>
                  </a:lnTo>
                  <a:lnTo>
                    <a:pt x="3242396" y="695443"/>
                  </a:lnTo>
                  <a:lnTo>
                    <a:pt x="3235740" y="704474"/>
                  </a:lnTo>
                  <a:lnTo>
                    <a:pt x="3233915" y="727830"/>
                  </a:lnTo>
                  <a:lnTo>
                    <a:pt x="3225549" y="737553"/>
                  </a:lnTo>
                  <a:lnTo>
                    <a:pt x="3199467" y="743802"/>
                  </a:lnTo>
                  <a:lnTo>
                    <a:pt x="3182465" y="742481"/>
                  </a:lnTo>
                  <a:lnTo>
                    <a:pt x="3167231" y="744424"/>
                  </a:lnTo>
                  <a:lnTo>
                    <a:pt x="3146974" y="748907"/>
                  </a:lnTo>
                  <a:lnTo>
                    <a:pt x="3135780" y="746240"/>
                  </a:lnTo>
                  <a:lnTo>
                    <a:pt x="3124313" y="750971"/>
                  </a:lnTo>
                  <a:lnTo>
                    <a:pt x="3085390" y="752260"/>
                  </a:lnTo>
                  <a:lnTo>
                    <a:pt x="3077183" y="749752"/>
                  </a:lnTo>
                  <a:lnTo>
                    <a:pt x="3066703" y="758687"/>
                  </a:lnTo>
                  <a:lnTo>
                    <a:pt x="3049924" y="763970"/>
                  </a:lnTo>
                  <a:lnTo>
                    <a:pt x="3007512" y="783993"/>
                  </a:lnTo>
                  <a:lnTo>
                    <a:pt x="2998159" y="791277"/>
                  </a:lnTo>
                  <a:lnTo>
                    <a:pt x="2986769" y="802651"/>
                  </a:lnTo>
                  <a:lnTo>
                    <a:pt x="2979121" y="808766"/>
                  </a:lnTo>
                  <a:lnTo>
                    <a:pt x="2972832" y="810754"/>
                  </a:lnTo>
                  <a:lnTo>
                    <a:pt x="2968966" y="815847"/>
                  </a:lnTo>
                  <a:lnTo>
                    <a:pt x="2964744" y="819174"/>
                  </a:lnTo>
                  <a:lnTo>
                    <a:pt x="2968821" y="807807"/>
                  </a:lnTo>
                  <a:lnTo>
                    <a:pt x="2973250" y="798224"/>
                  </a:lnTo>
                  <a:lnTo>
                    <a:pt x="2976930" y="779662"/>
                  </a:lnTo>
                  <a:lnTo>
                    <a:pt x="2975844" y="764650"/>
                  </a:lnTo>
                  <a:lnTo>
                    <a:pt x="2971281" y="758477"/>
                  </a:lnTo>
                  <a:lnTo>
                    <a:pt x="2966563" y="754362"/>
                  </a:lnTo>
                  <a:lnTo>
                    <a:pt x="2972093" y="769178"/>
                  </a:lnTo>
                  <a:lnTo>
                    <a:pt x="2972987" y="787346"/>
                  </a:lnTo>
                  <a:lnTo>
                    <a:pt x="2971085" y="797989"/>
                  </a:lnTo>
                  <a:lnTo>
                    <a:pt x="2960682" y="818520"/>
                  </a:lnTo>
                  <a:lnTo>
                    <a:pt x="2956253" y="823302"/>
                  </a:lnTo>
                  <a:lnTo>
                    <a:pt x="2951075" y="827506"/>
                  </a:lnTo>
                  <a:lnTo>
                    <a:pt x="2947174" y="829335"/>
                  </a:lnTo>
                  <a:lnTo>
                    <a:pt x="2943572" y="832618"/>
                  </a:lnTo>
                  <a:lnTo>
                    <a:pt x="2939386" y="837819"/>
                  </a:lnTo>
                  <a:lnTo>
                    <a:pt x="2935417" y="848145"/>
                  </a:lnTo>
                  <a:lnTo>
                    <a:pt x="2937820" y="857556"/>
                  </a:lnTo>
                  <a:lnTo>
                    <a:pt x="2958104" y="860992"/>
                  </a:lnTo>
                  <a:lnTo>
                    <a:pt x="2963545" y="858090"/>
                  </a:lnTo>
                  <a:lnTo>
                    <a:pt x="2966315" y="864827"/>
                  </a:lnTo>
                  <a:lnTo>
                    <a:pt x="2967865" y="874188"/>
                  </a:lnTo>
                  <a:lnTo>
                    <a:pt x="2966346" y="884310"/>
                  </a:lnTo>
                  <a:lnTo>
                    <a:pt x="2962956" y="894611"/>
                  </a:lnTo>
                  <a:lnTo>
                    <a:pt x="2960382" y="907400"/>
                  </a:lnTo>
                  <a:lnTo>
                    <a:pt x="2958202" y="926902"/>
                  </a:lnTo>
                  <a:lnTo>
                    <a:pt x="2954920" y="944449"/>
                  </a:lnTo>
                  <a:lnTo>
                    <a:pt x="2954491" y="939121"/>
                  </a:lnTo>
                  <a:lnTo>
                    <a:pt x="2956543" y="917790"/>
                  </a:lnTo>
                  <a:lnTo>
                    <a:pt x="2953220" y="920019"/>
                  </a:lnTo>
                  <a:lnTo>
                    <a:pt x="2950931" y="924940"/>
                  </a:lnTo>
                  <a:lnTo>
                    <a:pt x="2944740" y="952450"/>
                  </a:lnTo>
                  <a:lnTo>
                    <a:pt x="2936229" y="967113"/>
                  </a:lnTo>
                  <a:lnTo>
                    <a:pt x="2928389" y="977255"/>
                  </a:lnTo>
                  <a:lnTo>
                    <a:pt x="2920302" y="975578"/>
                  </a:lnTo>
                  <a:lnTo>
                    <a:pt x="2922121" y="983637"/>
                  </a:lnTo>
                  <a:lnTo>
                    <a:pt x="2919899" y="987834"/>
                  </a:lnTo>
                  <a:lnTo>
                    <a:pt x="2917997" y="996592"/>
                  </a:lnTo>
                  <a:lnTo>
                    <a:pt x="2913175" y="1002396"/>
                  </a:lnTo>
                  <a:lnTo>
                    <a:pt x="2908643" y="1001837"/>
                  </a:lnTo>
                  <a:lnTo>
                    <a:pt x="2902132" y="1005838"/>
                  </a:lnTo>
                  <a:lnTo>
                    <a:pt x="2899564" y="1008899"/>
                  </a:lnTo>
                  <a:lnTo>
                    <a:pt x="2899372" y="1014760"/>
                  </a:lnTo>
                  <a:lnTo>
                    <a:pt x="2895016" y="1019917"/>
                  </a:lnTo>
                  <a:lnTo>
                    <a:pt x="2879296" y="1046703"/>
                  </a:lnTo>
                  <a:lnTo>
                    <a:pt x="2865648" y="1054609"/>
                  </a:lnTo>
                  <a:lnTo>
                    <a:pt x="2862382" y="1053459"/>
                  </a:lnTo>
                  <a:lnTo>
                    <a:pt x="2865978" y="1040816"/>
                  </a:lnTo>
                  <a:lnTo>
                    <a:pt x="2868443" y="1028032"/>
                  </a:lnTo>
                  <a:lnTo>
                    <a:pt x="2860160" y="1022469"/>
                  </a:lnTo>
                  <a:lnTo>
                    <a:pt x="2852232" y="1019529"/>
                  </a:lnTo>
                  <a:lnTo>
                    <a:pt x="2843137" y="1019917"/>
                  </a:lnTo>
                  <a:lnTo>
                    <a:pt x="2833091" y="1009978"/>
                  </a:lnTo>
                  <a:lnTo>
                    <a:pt x="2820141" y="1002751"/>
                  </a:lnTo>
                  <a:lnTo>
                    <a:pt x="2802064" y="983199"/>
                  </a:lnTo>
                  <a:lnTo>
                    <a:pt x="2802591" y="977775"/>
                  </a:lnTo>
                  <a:lnTo>
                    <a:pt x="2802136" y="968675"/>
                  </a:lnTo>
                  <a:lnTo>
                    <a:pt x="2807630" y="954298"/>
                  </a:lnTo>
                  <a:lnTo>
                    <a:pt x="2812896" y="944245"/>
                  </a:lnTo>
                  <a:lnTo>
                    <a:pt x="2820167" y="939038"/>
                  </a:lnTo>
                  <a:lnTo>
                    <a:pt x="2841266" y="933735"/>
                  </a:lnTo>
                  <a:lnTo>
                    <a:pt x="2846558" y="925759"/>
                  </a:lnTo>
                  <a:lnTo>
                    <a:pt x="2849695" y="919041"/>
                  </a:lnTo>
                  <a:lnTo>
                    <a:pt x="2839241" y="930579"/>
                  </a:lnTo>
                  <a:lnTo>
                    <a:pt x="2823582" y="934491"/>
                  </a:lnTo>
                  <a:lnTo>
                    <a:pt x="2815144" y="938797"/>
                  </a:lnTo>
                  <a:lnTo>
                    <a:pt x="2808395" y="945382"/>
                  </a:lnTo>
                  <a:lnTo>
                    <a:pt x="2804400" y="953650"/>
                  </a:lnTo>
                  <a:lnTo>
                    <a:pt x="2795356" y="963614"/>
                  </a:lnTo>
                  <a:lnTo>
                    <a:pt x="2795992" y="970288"/>
                  </a:lnTo>
                  <a:lnTo>
                    <a:pt x="2797506" y="975032"/>
                  </a:lnTo>
                  <a:lnTo>
                    <a:pt x="2796808" y="984920"/>
                  </a:lnTo>
                  <a:lnTo>
                    <a:pt x="2802529" y="994559"/>
                  </a:lnTo>
                  <a:lnTo>
                    <a:pt x="2813872" y="1010353"/>
                  </a:lnTo>
                  <a:lnTo>
                    <a:pt x="2816038" y="1034884"/>
                  </a:lnTo>
                  <a:lnTo>
                    <a:pt x="2824694" y="1051300"/>
                  </a:lnTo>
                  <a:lnTo>
                    <a:pt x="2837959" y="1070440"/>
                  </a:lnTo>
                  <a:lnTo>
                    <a:pt x="2848160" y="1075883"/>
                  </a:lnTo>
                  <a:lnTo>
                    <a:pt x="2848656" y="1083001"/>
                  </a:lnTo>
                  <a:lnTo>
                    <a:pt x="2843948" y="1094756"/>
                  </a:lnTo>
                  <a:lnTo>
                    <a:pt x="2837742" y="1100128"/>
                  </a:lnTo>
                  <a:lnTo>
                    <a:pt x="2845814" y="1099055"/>
                  </a:lnTo>
                  <a:lnTo>
                    <a:pt x="2849835" y="1101741"/>
                  </a:lnTo>
                  <a:lnTo>
                    <a:pt x="2853746" y="1111546"/>
                  </a:lnTo>
                  <a:lnTo>
                    <a:pt x="2853442" y="1121555"/>
                  </a:lnTo>
                  <a:lnTo>
                    <a:pt x="2852119" y="1127194"/>
                  </a:lnTo>
                  <a:lnTo>
                    <a:pt x="2849674" y="1129442"/>
                  </a:lnTo>
                  <a:lnTo>
                    <a:pt x="2849778" y="1123682"/>
                  </a:lnTo>
                  <a:lnTo>
                    <a:pt x="2848046" y="1121682"/>
                  </a:lnTo>
                  <a:lnTo>
                    <a:pt x="2845189" y="1124177"/>
                  </a:lnTo>
                  <a:lnTo>
                    <a:pt x="2843339" y="1127022"/>
                  </a:lnTo>
                  <a:lnTo>
                    <a:pt x="2842569" y="1138231"/>
                  </a:lnTo>
                  <a:lnTo>
                    <a:pt x="2840610" y="1143832"/>
                  </a:lnTo>
                  <a:lnTo>
                    <a:pt x="2833685" y="1145496"/>
                  </a:lnTo>
                  <a:lnTo>
                    <a:pt x="2826662" y="1160203"/>
                  </a:lnTo>
                  <a:lnTo>
                    <a:pt x="2820130" y="1168547"/>
                  </a:lnTo>
                  <a:lnTo>
                    <a:pt x="2794426" y="1224971"/>
                  </a:lnTo>
                  <a:lnTo>
                    <a:pt x="2795408" y="1234401"/>
                  </a:lnTo>
                  <a:lnTo>
                    <a:pt x="2790705" y="1237436"/>
                  </a:lnTo>
                  <a:lnTo>
                    <a:pt x="2783584" y="1239907"/>
                  </a:lnTo>
                  <a:lnTo>
                    <a:pt x="2776380" y="1245546"/>
                  </a:lnTo>
                  <a:lnTo>
                    <a:pt x="2771600" y="1251763"/>
                  </a:lnTo>
                  <a:lnTo>
                    <a:pt x="2767161" y="1268484"/>
                  </a:lnTo>
                  <a:lnTo>
                    <a:pt x="2758655" y="1287306"/>
                  </a:lnTo>
                  <a:lnTo>
                    <a:pt x="2753348" y="1279463"/>
                  </a:lnTo>
                  <a:lnTo>
                    <a:pt x="2751989" y="1272751"/>
                  </a:lnTo>
                  <a:lnTo>
                    <a:pt x="2754350" y="1255243"/>
                  </a:lnTo>
                  <a:lnTo>
                    <a:pt x="2763549" y="1226539"/>
                  </a:lnTo>
                  <a:lnTo>
                    <a:pt x="2773683" y="1208695"/>
                  </a:lnTo>
                  <a:lnTo>
                    <a:pt x="2781414" y="1200236"/>
                  </a:lnTo>
                  <a:lnTo>
                    <a:pt x="2787770" y="1182995"/>
                  </a:lnTo>
                  <a:lnTo>
                    <a:pt x="2779739" y="1180423"/>
                  </a:lnTo>
                  <a:lnTo>
                    <a:pt x="2767497" y="1180702"/>
                  </a:lnTo>
                  <a:lnTo>
                    <a:pt x="2769802" y="1172745"/>
                  </a:lnTo>
                  <a:lnTo>
                    <a:pt x="2773373" y="1165734"/>
                  </a:lnTo>
                  <a:lnTo>
                    <a:pt x="2766991" y="1158749"/>
                  </a:lnTo>
                  <a:lnTo>
                    <a:pt x="2763213" y="1157860"/>
                  </a:lnTo>
                  <a:lnTo>
                    <a:pt x="2759322" y="1154996"/>
                  </a:lnTo>
                  <a:lnTo>
                    <a:pt x="2763885" y="1149179"/>
                  </a:lnTo>
                  <a:lnTo>
                    <a:pt x="2766112" y="1143032"/>
                  </a:lnTo>
                  <a:lnTo>
                    <a:pt x="2764753" y="1135551"/>
                  </a:lnTo>
                  <a:lnTo>
                    <a:pt x="2766665" y="1129918"/>
                  </a:lnTo>
                  <a:lnTo>
                    <a:pt x="2763477" y="1130769"/>
                  </a:lnTo>
                  <a:lnTo>
                    <a:pt x="2758350" y="1136732"/>
                  </a:lnTo>
                  <a:lnTo>
                    <a:pt x="2755162" y="1139113"/>
                  </a:lnTo>
                  <a:lnTo>
                    <a:pt x="2753219" y="1133836"/>
                  </a:lnTo>
                  <a:lnTo>
                    <a:pt x="2751002" y="1135030"/>
                  </a:lnTo>
                  <a:lnTo>
                    <a:pt x="2749560" y="1138656"/>
                  </a:lnTo>
                  <a:lnTo>
                    <a:pt x="2746289" y="1140650"/>
                  </a:lnTo>
                  <a:lnTo>
                    <a:pt x="2739380" y="1135691"/>
                  </a:lnTo>
                  <a:lnTo>
                    <a:pt x="2729308" y="1130013"/>
                  </a:lnTo>
                  <a:lnTo>
                    <a:pt x="2723701" y="1120246"/>
                  </a:lnTo>
                  <a:lnTo>
                    <a:pt x="2720502" y="1112677"/>
                  </a:lnTo>
                  <a:lnTo>
                    <a:pt x="2723752" y="1098979"/>
                  </a:lnTo>
                  <a:lnTo>
                    <a:pt x="2730713" y="1096547"/>
                  </a:lnTo>
                  <a:lnTo>
                    <a:pt x="2739757" y="1098769"/>
                  </a:lnTo>
                  <a:lnTo>
                    <a:pt x="2751612" y="1098750"/>
                  </a:lnTo>
                  <a:lnTo>
                    <a:pt x="2749917" y="1095708"/>
                  </a:lnTo>
                  <a:lnTo>
                    <a:pt x="2745684" y="1096210"/>
                  </a:lnTo>
                  <a:lnTo>
                    <a:pt x="2733189" y="1085097"/>
                  </a:lnTo>
                  <a:lnTo>
                    <a:pt x="2729168" y="1078385"/>
                  </a:lnTo>
                  <a:lnTo>
                    <a:pt x="2722254" y="1076543"/>
                  </a:lnTo>
                  <a:lnTo>
                    <a:pt x="2719101" y="1082995"/>
                  </a:lnTo>
                  <a:lnTo>
                    <a:pt x="2715603" y="1084710"/>
                  </a:lnTo>
                  <a:lnTo>
                    <a:pt x="2719923" y="1070593"/>
                  </a:lnTo>
                  <a:lnTo>
                    <a:pt x="2725571" y="1070015"/>
                  </a:lnTo>
                  <a:lnTo>
                    <a:pt x="2733912" y="1066103"/>
                  </a:lnTo>
                  <a:lnTo>
                    <a:pt x="2731488" y="1057930"/>
                  </a:lnTo>
                  <a:lnTo>
                    <a:pt x="2726223" y="1054355"/>
                  </a:lnTo>
                  <a:lnTo>
                    <a:pt x="2716714" y="1058838"/>
                  </a:lnTo>
                  <a:lnTo>
                    <a:pt x="2716828" y="1053091"/>
                  </a:lnTo>
                  <a:lnTo>
                    <a:pt x="2718610" y="1045731"/>
                  </a:lnTo>
                  <a:lnTo>
                    <a:pt x="2725778" y="1045756"/>
                  </a:lnTo>
                  <a:lnTo>
                    <a:pt x="2732057" y="1048157"/>
                  </a:lnTo>
                  <a:lnTo>
                    <a:pt x="2737400" y="1036269"/>
                  </a:lnTo>
                  <a:lnTo>
                    <a:pt x="2737638" y="1030960"/>
                  </a:lnTo>
                  <a:lnTo>
                    <a:pt x="2728760" y="1038676"/>
                  </a:lnTo>
                  <a:lnTo>
                    <a:pt x="2726765" y="1022031"/>
                  </a:lnTo>
                  <a:lnTo>
                    <a:pt x="2735504" y="1005977"/>
                  </a:lnTo>
                  <a:lnTo>
                    <a:pt x="2743839" y="998979"/>
                  </a:lnTo>
                  <a:lnTo>
                    <a:pt x="2754252" y="999183"/>
                  </a:lnTo>
                  <a:lnTo>
                    <a:pt x="2764836" y="998052"/>
                  </a:lnTo>
                  <a:lnTo>
                    <a:pt x="2758195" y="995112"/>
                  </a:lnTo>
                  <a:lnTo>
                    <a:pt x="2751379" y="993518"/>
                  </a:lnTo>
                  <a:lnTo>
                    <a:pt x="2756500" y="987174"/>
                  </a:lnTo>
                  <a:lnTo>
                    <a:pt x="2760867" y="986037"/>
                  </a:lnTo>
                  <a:lnTo>
                    <a:pt x="2765156" y="980506"/>
                  </a:lnTo>
                  <a:lnTo>
                    <a:pt x="2754841" y="981325"/>
                  </a:lnTo>
                  <a:lnTo>
                    <a:pt x="2756056" y="970860"/>
                  </a:lnTo>
                  <a:lnTo>
                    <a:pt x="2751043" y="972987"/>
                  </a:lnTo>
                  <a:lnTo>
                    <a:pt x="2745043" y="973971"/>
                  </a:lnTo>
                  <a:lnTo>
                    <a:pt x="2742708" y="978410"/>
                  </a:lnTo>
                  <a:lnTo>
                    <a:pt x="2743168" y="985783"/>
                  </a:lnTo>
                  <a:lnTo>
                    <a:pt x="2741416" y="990622"/>
                  </a:lnTo>
                  <a:lnTo>
                    <a:pt x="2736749" y="994509"/>
                  </a:lnTo>
                  <a:lnTo>
                    <a:pt x="2728868" y="997538"/>
                  </a:lnTo>
                  <a:lnTo>
                    <a:pt x="2728104" y="992286"/>
                  </a:lnTo>
                  <a:lnTo>
                    <a:pt x="2725499" y="989905"/>
                  </a:lnTo>
                  <a:lnTo>
                    <a:pt x="2724528" y="1001151"/>
                  </a:lnTo>
                  <a:lnTo>
                    <a:pt x="2722460" y="1004974"/>
                  </a:lnTo>
                  <a:lnTo>
                    <a:pt x="2716698" y="994420"/>
                  </a:lnTo>
                  <a:lnTo>
                    <a:pt x="2714967" y="996547"/>
                  </a:lnTo>
                  <a:lnTo>
                    <a:pt x="2715189" y="999545"/>
                  </a:lnTo>
                  <a:lnTo>
                    <a:pt x="2713717" y="1004726"/>
                  </a:lnTo>
                  <a:lnTo>
                    <a:pt x="2708776" y="1007425"/>
                  </a:lnTo>
                  <a:lnTo>
                    <a:pt x="2709081" y="1014068"/>
                  </a:lnTo>
                  <a:lnTo>
                    <a:pt x="2707164" y="1017688"/>
                  </a:lnTo>
                  <a:lnTo>
                    <a:pt x="2691340" y="1011921"/>
                  </a:lnTo>
                  <a:lnTo>
                    <a:pt x="2690968" y="1013877"/>
                  </a:lnTo>
                  <a:lnTo>
                    <a:pt x="2699919" y="1026311"/>
                  </a:lnTo>
                  <a:lnTo>
                    <a:pt x="2706456" y="1030560"/>
                  </a:lnTo>
                  <a:lnTo>
                    <a:pt x="2707252" y="1037342"/>
                  </a:lnTo>
                  <a:lnTo>
                    <a:pt x="2701640" y="1042968"/>
                  </a:lnTo>
                  <a:lnTo>
                    <a:pt x="2693898" y="1038110"/>
                  </a:lnTo>
                  <a:lnTo>
                    <a:pt x="2692596" y="1038466"/>
                  </a:lnTo>
                  <a:lnTo>
                    <a:pt x="2696803" y="1046798"/>
                  </a:lnTo>
                  <a:lnTo>
                    <a:pt x="2699454" y="1054075"/>
                  </a:lnTo>
                  <a:lnTo>
                    <a:pt x="2696725" y="1060172"/>
                  </a:lnTo>
                  <a:lnTo>
                    <a:pt x="2697149" y="1067678"/>
                  </a:lnTo>
                  <a:lnTo>
                    <a:pt x="2696560" y="1074485"/>
                  </a:lnTo>
                  <a:lnTo>
                    <a:pt x="2694891" y="1080423"/>
                  </a:lnTo>
                  <a:lnTo>
                    <a:pt x="2698653" y="1107793"/>
                  </a:lnTo>
                  <a:lnTo>
                    <a:pt x="2703185" y="1115236"/>
                  </a:lnTo>
                  <a:lnTo>
                    <a:pt x="2707639" y="1122355"/>
                  </a:lnTo>
                  <a:lnTo>
                    <a:pt x="2710001" y="1129016"/>
                  </a:lnTo>
                  <a:lnTo>
                    <a:pt x="2705273" y="1129988"/>
                  </a:lnTo>
                  <a:lnTo>
                    <a:pt x="2697743" y="1124507"/>
                  </a:lnTo>
                  <a:lnTo>
                    <a:pt x="2691129" y="1120329"/>
                  </a:lnTo>
                  <a:lnTo>
                    <a:pt x="2683248" y="1106968"/>
                  </a:lnTo>
                  <a:lnTo>
                    <a:pt x="2681945" y="1101633"/>
                  </a:lnTo>
                  <a:lnTo>
                    <a:pt x="2680023" y="1097417"/>
                  </a:lnTo>
                  <a:lnTo>
                    <a:pt x="2680953" y="1107101"/>
                  </a:lnTo>
                  <a:lnTo>
                    <a:pt x="2683765" y="1117916"/>
                  </a:lnTo>
                  <a:lnTo>
                    <a:pt x="2708446" y="1142117"/>
                  </a:lnTo>
                  <a:lnTo>
                    <a:pt x="2713003" y="1151401"/>
                  </a:lnTo>
                  <a:lnTo>
                    <a:pt x="2716476" y="1158698"/>
                  </a:lnTo>
                  <a:lnTo>
                    <a:pt x="2715603" y="1165690"/>
                  </a:lnTo>
                  <a:lnTo>
                    <a:pt x="2709169" y="1160743"/>
                  </a:lnTo>
                  <a:lnTo>
                    <a:pt x="2703619" y="1154437"/>
                  </a:lnTo>
                  <a:lnTo>
                    <a:pt x="2688886" y="1147312"/>
                  </a:lnTo>
                  <a:lnTo>
                    <a:pt x="2670308" y="1142809"/>
                  </a:lnTo>
                  <a:lnTo>
                    <a:pt x="2659833" y="1126247"/>
                  </a:lnTo>
                  <a:lnTo>
                    <a:pt x="2659869" y="1133157"/>
                  </a:lnTo>
                  <a:lnTo>
                    <a:pt x="2657543" y="1139018"/>
                  </a:lnTo>
                  <a:lnTo>
                    <a:pt x="2651141" y="1131874"/>
                  </a:lnTo>
                  <a:lnTo>
                    <a:pt x="2647105" y="1125778"/>
                  </a:lnTo>
                  <a:lnTo>
                    <a:pt x="2645751" y="1119097"/>
                  </a:lnTo>
                  <a:lnTo>
                    <a:pt x="2637756" y="1119554"/>
                  </a:lnTo>
                  <a:lnTo>
                    <a:pt x="2629374" y="1125358"/>
                  </a:lnTo>
                  <a:lnTo>
                    <a:pt x="2621266" y="1123980"/>
                  </a:lnTo>
                  <a:lnTo>
                    <a:pt x="2620305" y="1112651"/>
                  </a:lnTo>
                  <a:lnTo>
                    <a:pt x="2622496" y="1106650"/>
                  </a:lnTo>
                  <a:lnTo>
                    <a:pt x="2631596" y="1092457"/>
                  </a:lnTo>
                  <a:lnTo>
                    <a:pt x="2640170" y="1085211"/>
                  </a:lnTo>
                  <a:lnTo>
                    <a:pt x="2643952" y="1075857"/>
                  </a:lnTo>
                  <a:lnTo>
                    <a:pt x="2642660" y="1061353"/>
                  </a:lnTo>
                  <a:lnTo>
                    <a:pt x="2641048" y="1076111"/>
                  </a:lnTo>
                  <a:lnTo>
                    <a:pt x="2636149" y="1083427"/>
                  </a:lnTo>
                  <a:lnTo>
                    <a:pt x="2628449" y="1089015"/>
                  </a:lnTo>
                  <a:lnTo>
                    <a:pt x="2618315" y="1098973"/>
                  </a:lnTo>
                  <a:lnTo>
                    <a:pt x="2615840" y="1108181"/>
                  </a:lnTo>
                  <a:lnTo>
                    <a:pt x="2612677" y="1125422"/>
                  </a:lnTo>
                  <a:lnTo>
                    <a:pt x="2616956" y="1131258"/>
                  </a:lnTo>
                  <a:lnTo>
                    <a:pt x="2621328" y="1132782"/>
                  </a:lnTo>
                  <a:lnTo>
                    <a:pt x="2634242" y="1128870"/>
                  </a:lnTo>
                  <a:lnTo>
                    <a:pt x="2640924" y="1130617"/>
                  </a:lnTo>
                  <a:lnTo>
                    <a:pt x="2655786" y="1151376"/>
                  </a:lnTo>
                  <a:lnTo>
                    <a:pt x="2683460" y="1159587"/>
                  </a:lnTo>
                  <a:lnTo>
                    <a:pt x="2693552" y="1164718"/>
                  </a:lnTo>
                  <a:lnTo>
                    <a:pt x="2701779" y="1175552"/>
                  </a:lnTo>
                  <a:lnTo>
                    <a:pt x="2714146" y="1181788"/>
                  </a:lnTo>
                  <a:lnTo>
                    <a:pt x="2723742" y="1190850"/>
                  </a:lnTo>
                  <a:lnTo>
                    <a:pt x="2724000" y="1196762"/>
                  </a:lnTo>
                  <a:lnTo>
                    <a:pt x="2720678" y="1203754"/>
                  </a:lnTo>
                  <a:lnTo>
                    <a:pt x="2719365" y="1213216"/>
                  </a:lnTo>
                  <a:lnTo>
                    <a:pt x="2715288" y="1219185"/>
                  </a:lnTo>
                  <a:lnTo>
                    <a:pt x="2705500" y="1219871"/>
                  </a:lnTo>
                  <a:lnTo>
                    <a:pt x="2699588" y="1218334"/>
                  </a:lnTo>
                  <a:lnTo>
                    <a:pt x="2667807" y="1185071"/>
                  </a:lnTo>
                  <a:lnTo>
                    <a:pt x="2664013" y="1182010"/>
                  </a:lnTo>
                  <a:lnTo>
                    <a:pt x="2652226" y="1164591"/>
                  </a:lnTo>
                  <a:lnTo>
                    <a:pt x="2638397" y="1155262"/>
                  </a:lnTo>
                  <a:lnTo>
                    <a:pt x="2634118" y="1155459"/>
                  </a:lnTo>
                  <a:lnTo>
                    <a:pt x="2653802" y="1172713"/>
                  </a:lnTo>
                  <a:lnTo>
                    <a:pt x="2661838" y="1184779"/>
                  </a:lnTo>
                  <a:lnTo>
                    <a:pt x="2675992" y="1201696"/>
                  </a:lnTo>
                  <a:lnTo>
                    <a:pt x="2686111" y="1208860"/>
                  </a:lnTo>
                  <a:lnTo>
                    <a:pt x="2693557" y="1220036"/>
                  </a:lnTo>
                  <a:lnTo>
                    <a:pt x="2700477" y="1225275"/>
                  </a:lnTo>
                  <a:lnTo>
                    <a:pt x="2719370" y="1232737"/>
                  </a:lnTo>
                  <a:lnTo>
                    <a:pt x="2712802" y="1238097"/>
                  </a:lnTo>
                  <a:lnTo>
                    <a:pt x="2723287" y="1242663"/>
                  </a:lnTo>
                  <a:lnTo>
                    <a:pt x="2724786" y="1251058"/>
                  </a:lnTo>
                  <a:lnTo>
                    <a:pt x="2723825" y="1260628"/>
                  </a:lnTo>
                  <a:lnTo>
                    <a:pt x="2709272" y="1256843"/>
                  </a:lnTo>
                  <a:lnTo>
                    <a:pt x="2708797" y="1263892"/>
                  </a:lnTo>
                  <a:lnTo>
                    <a:pt x="2710099" y="1268052"/>
                  </a:lnTo>
                  <a:lnTo>
                    <a:pt x="2703671" y="1271487"/>
                  </a:lnTo>
                  <a:lnTo>
                    <a:pt x="2694730" y="1266826"/>
                  </a:lnTo>
                  <a:lnTo>
                    <a:pt x="2671517" y="1241329"/>
                  </a:lnTo>
                  <a:lnTo>
                    <a:pt x="2671713" y="1244739"/>
                  </a:lnTo>
                  <a:lnTo>
                    <a:pt x="2673594" y="1248696"/>
                  </a:lnTo>
                  <a:lnTo>
                    <a:pt x="2687056" y="1265111"/>
                  </a:lnTo>
                  <a:lnTo>
                    <a:pt x="2699071" y="1274955"/>
                  </a:lnTo>
                  <a:lnTo>
                    <a:pt x="2709257" y="1279400"/>
                  </a:lnTo>
                  <a:lnTo>
                    <a:pt x="2717107" y="1287649"/>
                  </a:lnTo>
                  <a:lnTo>
                    <a:pt x="2719877" y="1292640"/>
                  </a:lnTo>
                  <a:lnTo>
                    <a:pt x="2721727" y="1300210"/>
                  </a:lnTo>
                  <a:lnTo>
                    <a:pt x="2715908" y="1305354"/>
                  </a:lnTo>
                  <a:lnTo>
                    <a:pt x="2709283" y="1308193"/>
                  </a:lnTo>
                  <a:lnTo>
                    <a:pt x="2702813" y="1303061"/>
                  </a:lnTo>
                  <a:lnTo>
                    <a:pt x="2698069" y="1297657"/>
                  </a:lnTo>
                  <a:lnTo>
                    <a:pt x="2687966" y="1288481"/>
                  </a:lnTo>
                  <a:lnTo>
                    <a:pt x="2684938" y="1278225"/>
                  </a:lnTo>
                  <a:lnTo>
                    <a:pt x="2677253" y="1278752"/>
                  </a:lnTo>
                  <a:lnTo>
                    <a:pt x="2645136" y="1265747"/>
                  </a:lnTo>
                  <a:lnTo>
                    <a:pt x="2619323" y="1264248"/>
                  </a:lnTo>
                  <a:lnTo>
                    <a:pt x="2621845" y="1266864"/>
                  </a:lnTo>
                  <a:lnTo>
                    <a:pt x="2625111" y="1268604"/>
                  </a:lnTo>
                  <a:lnTo>
                    <a:pt x="2645668" y="1271811"/>
                  </a:lnTo>
                  <a:lnTo>
                    <a:pt x="2653792" y="1277800"/>
                  </a:lnTo>
                  <a:lnTo>
                    <a:pt x="2670700" y="1283115"/>
                  </a:lnTo>
                  <a:lnTo>
                    <a:pt x="2680602" y="1284569"/>
                  </a:lnTo>
                  <a:lnTo>
                    <a:pt x="2684617" y="1300896"/>
                  </a:lnTo>
                  <a:lnTo>
                    <a:pt x="2698301" y="1312130"/>
                  </a:lnTo>
                  <a:lnTo>
                    <a:pt x="2700079" y="1320455"/>
                  </a:lnTo>
                  <a:lnTo>
                    <a:pt x="2709422" y="1321389"/>
                  </a:lnTo>
                  <a:lnTo>
                    <a:pt x="2725861" y="1313222"/>
                  </a:lnTo>
                  <a:lnTo>
                    <a:pt x="2736470" y="1316086"/>
                  </a:lnTo>
                  <a:lnTo>
                    <a:pt x="2751772" y="1318423"/>
                  </a:lnTo>
                  <a:lnTo>
                    <a:pt x="2755270" y="1325015"/>
                  </a:lnTo>
                  <a:lnTo>
                    <a:pt x="2757896" y="1337557"/>
                  </a:lnTo>
                  <a:lnTo>
                    <a:pt x="2763306" y="1351667"/>
                  </a:lnTo>
                  <a:lnTo>
                    <a:pt x="2777337" y="1407303"/>
                  </a:lnTo>
                  <a:lnTo>
                    <a:pt x="2798416" y="1452810"/>
                  </a:lnTo>
                  <a:lnTo>
                    <a:pt x="2801010" y="1460646"/>
                  </a:lnTo>
                  <a:lnTo>
                    <a:pt x="2796111" y="1453769"/>
                  </a:lnTo>
                  <a:lnTo>
                    <a:pt x="2780473" y="1423630"/>
                  </a:lnTo>
                  <a:lnTo>
                    <a:pt x="2771843" y="1401867"/>
                  </a:lnTo>
                  <a:lnTo>
                    <a:pt x="2762975" y="1363441"/>
                  </a:lnTo>
                  <a:lnTo>
                    <a:pt x="2760402" y="1354836"/>
                  </a:lnTo>
                  <a:lnTo>
                    <a:pt x="2757374" y="1351401"/>
                  </a:lnTo>
                  <a:lnTo>
                    <a:pt x="2755379" y="1354195"/>
                  </a:lnTo>
                  <a:lnTo>
                    <a:pt x="2754521" y="1359091"/>
                  </a:lnTo>
                  <a:lnTo>
                    <a:pt x="2755968" y="1362850"/>
                  </a:lnTo>
                  <a:lnTo>
                    <a:pt x="2752475" y="1375500"/>
                  </a:lnTo>
                  <a:lnTo>
                    <a:pt x="2753989" y="1381305"/>
                  </a:lnTo>
                  <a:lnTo>
                    <a:pt x="2759663" y="1387306"/>
                  </a:lnTo>
                  <a:lnTo>
                    <a:pt x="2765828" y="1402280"/>
                  </a:lnTo>
                  <a:lnTo>
                    <a:pt x="2770753" y="1422442"/>
                  </a:lnTo>
                  <a:lnTo>
                    <a:pt x="2764092" y="1414269"/>
                  </a:lnTo>
                  <a:lnTo>
                    <a:pt x="2756981" y="1409938"/>
                  </a:lnTo>
                  <a:lnTo>
                    <a:pt x="2745917" y="1406617"/>
                  </a:lnTo>
                  <a:lnTo>
                    <a:pt x="2736062" y="1400794"/>
                  </a:lnTo>
                  <a:lnTo>
                    <a:pt x="2736780" y="1409145"/>
                  </a:lnTo>
                  <a:lnTo>
                    <a:pt x="2735835" y="1418162"/>
                  </a:lnTo>
                  <a:lnTo>
                    <a:pt x="2728238" y="1415412"/>
                  </a:lnTo>
                  <a:lnTo>
                    <a:pt x="2723070" y="1412421"/>
                  </a:lnTo>
                  <a:lnTo>
                    <a:pt x="2727644" y="1422030"/>
                  </a:lnTo>
                  <a:lnTo>
                    <a:pt x="2717716" y="1419147"/>
                  </a:lnTo>
                  <a:lnTo>
                    <a:pt x="2711102" y="1419750"/>
                  </a:lnTo>
                  <a:lnTo>
                    <a:pt x="2706802" y="1428278"/>
                  </a:lnTo>
                  <a:lnTo>
                    <a:pt x="2701035" y="1433454"/>
                  </a:lnTo>
                  <a:lnTo>
                    <a:pt x="2692508" y="1435124"/>
                  </a:lnTo>
                  <a:lnTo>
                    <a:pt x="2679858" y="1427326"/>
                  </a:lnTo>
                  <a:lnTo>
                    <a:pt x="2675760" y="1417857"/>
                  </a:lnTo>
                  <a:lnTo>
                    <a:pt x="2674065" y="1407316"/>
                  </a:lnTo>
                  <a:lnTo>
                    <a:pt x="2673388" y="1419782"/>
                  </a:lnTo>
                  <a:lnTo>
                    <a:pt x="2675641" y="1432762"/>
                  </a:lnTo>
                  <a:lnTo>
                    <a:pt x="2674850" y="1442630"/>
                  </a:lnTo>
                  <a:lnTo>
                    <a:pt x="2687031" y="1444446"/>
                  </a:lnTo>
                  <a:lnTo>
                    <a:pt x="2698420" y="1442833"/>
                  </a:lnTo>
                  <a:lnTo>
                    <a:pt x="2713789" y="1443246"/>
                  </a:lnTo>
                  <a:lnTo>
                    <a:pt x="2723814" y="1441398"/>
                  </a:lnTo>
                  <a:lnTo>
                    <a:pt x="2729850" y="1438261"/>
                  </a:lnTo>
                  <a:lnTo>
                    <a:pt x="2744325" y="1440979"/>
                  </a:lnTo>
                  <a:lnTo>
                    <a:pt x="2745353" y="1452899"/>
                  </a:lnTo>
                  <a:lnTo>
                    <a:pt x="2743700" y="1464749"/>
                  </a:lnTo>
                  <a:lnTo>
                    <a:pt x="2742863" y="1477367"/>
                  </a:lnTo>
                  <a:lnTo>
                    <a:pt x="2746873" y="1477284"/>
                  </a:lnTo>
                  <a:lnTo>
                    <a:pt x="2751586" y="1473252"/>
                  </a:lnTo>
                  <a:lnTo>
                    <a:pt x="2753942" y="1450651"/>
                  </a:lnTo>
                  <a:lnTo>
                    <a:pt x="2767172" y="1442300"/>
                  </a:lnTo>
                  <a:lnTo>
                    <a:pt x="2771605" y="1442872"/>
                  </a:lnTo>
                  <a:lnTo>
                    <a:pt x="2775817" y="1450136"/>
                  </a:lnTo>
                  <a:lnTo>
                    <a:pt x="2777233" y="1457503"/>
                  </a:lnTo>
                  <a:lnTo>
                    <a:pt x="2778727" y="1467619"/>
                  </a:lnTo>
                  <a:lnTo>
                    <a:pt x="2775636" y="1483031"/>
                  </a:lnTo>
                  <a:lnTo>
                    <a:pt x="2755312" y="1501054"/>
                  </a:lnTo>
                  <a:lnTo>
                    <a:pt x="2740754" y="1517717"/>
                  </a:lnTo>
                  <a:lnTo>
                    <a:pt x="2733313" y="1521115"/>
                  </a:lnTo>
                  <a:lnTo>
                    <a:pt x="2722579" y="1519178"/>
                  </a:lnTo>
                  <a:lnTo>
                    <a:pt x="2710409" y="1514987"/>
                  </a:lnTo>
                  <a:lnTo>
                    <a:pt x="2704441" y="1514142"/>
                  </a:lnTo>
                  <a:lnTo>
                    <a:pt x="2699903" y="1515539"/>
                  </a:lnTo>
                  <a:lnTo>
                    <a:pt x="2697139" y="1510408"/>
                  </a:lnTo>
                  <a:lnTo>
                    <a:pt x="2695356" y="1501047"/>
                  </a:lnTo>
                  <a:lnTo>
                    <a:pt x="2690622" y="1497942"/>
                  </a:lnTo>
                  <a:lnTo>
                    <a:pt x="2687041" y="1498285"/>
                  </a:lnTo>
                  <a:lnTo>
                    <a:pt x="2684597" y="1508230"/>
                  </a:lnTo>
                  <a:lnTo>
                    <a:pt x="2673243" y="1511056"/>
                  </a:lnTo>
                  <a:lnTo>
                    <a:pt x="2657807" y="1506947"/>
                  </a:lnTo>
                  <a:lnTo>
                    <a:pt x="2641642" y="1498584"/>
                  </a:lnTo>
                  <a:lnTo>
                    <a:pt x="2648577" y="1507557"/>
                  </a:lnTo>
                  <a:lnTo>
                    <a:pt x="2688689" y="1524296"/>
                  </a:lnTo>
                  <a:lnTo>
                    <a:pt x="2693206" y="1527427"/>
                  </a:lnTo>
                  <a:lnTo>
                    <a:pt x="2697423" y="1532006"/>
                  </a:lnTo>
                  <a:lnTo>
                    <a:pt x="2691811" y="1539188"/>
                  </a:lnTo>
                  <a:lnTo>
                    <a:pt x="2687413" y="1547278"/>
                  </a:lnTo>
                  <a:lnTo>
                    <a:pt x="2686793" y="1553629"/>
                  </a:lnTo>
                  <a:lnTo>
                    <a:pt x="2685242" y="1557636"/>
                  </a:lnTo>
                  <a:lnTo>
                    <a:pt x="2669248" y="1568431"/>
                  </a:lnTo>
                  <a:lnTo>
                    <a:pt x="2660582" y="1566526"/>
                  </a:lnTo>
                  <a:lnTo>
                    <a:pt x="2638438" y="1547062"/>
                  </a:lnTo>
                  <a:lnTo>
                    <a:pt x="2648526" y="1563897"/>
                  </a:lnTo>
                  <a:lnTo>
                    <a:pt x="2656603" y="1571041"/>
                  </a:lnTo>
                  <a:lnTo>
                    <a:pt x="2672866" y="1574852"/>
                  </a:lnTo>
                  <a:lnTo>
                    <a:pt x="2703371" y="1568558"/>
                  </a:lnTo>
                  <a:lnTo>
                    <a:pt x="2713376" y="1575430"/>
                  </a:lnTo>
                  <a:lnTo>
                    <a:pt x="2705164" y="1587603"/>
                  </a:lnTo>
                  <a:lnTo>
                    <a:pt x="2697004" y="1596145"/>
                  </a:lnTo>
                  <a:lnTo>
                    <a:pt x="2686302" y="1597097"/>
                  </a:lnTo>
                  <a:lnTo>
                    <a:pt x="2676876" y="1599409"/>
                  </a:lnTo>
                  <a:lnTo>
                    <a:pt x="2674111" y="1605283"/>
                  </a:lnTo>
                  <a:lnTo>
                    <a:pt x="2667393" y="1605651"/>
                  </a:lnTo>
                  <a:lnTo>
                    <a:pt x="2656892" y="1606000"/>
                  </a:lnTo>
                  <a:lnTo>
                    <a:pt x="2640635" y="1606534"/>
                  </a:lnTo>
                  <a:lnTo>
                    <a:pt x="2631705" y="1605162"/>
                  </a:lnTo>
                  <a:lnTo>
                    <a:pt x="2619230" y="1617164"/>
                  </a:lnTo>
                  <a:lnTo>
                    <a:pt x="2614522" y="1618815"/>
                  </a:lnTo>
                  <a:lnTo>
                    <a:pt x="2607944" y="1616561"/>
                  </a:lnTo>
                  <a:lnTo>
                    <a:pt x="2605184" y="1606921"/>
                  </a:lnTo>
                  <a:lnTo>
                    <a:pt x="2602244" y="1602184"/>
                  </a:lnTo>
                  <a:lnTo>
                    <a:pt x="2602171" y="1620219"/>
                  </a:lnTo>
                  <a:lnTo>
                    <a:pt x="2603324" y="1625077"/>
                  </a:lnTo>
                  <a:lnTo>
                    <a:pt x="2605680" y="1628741"/>
                  </a:lnTo>
                  <a:lnTo>
                    <a:pt x="2591087" y="1638527"/>
                  </a:lnTo>
                  <a:lnTo>
                    <a:pt x="2577118" y="1650733"/>
                  </a:lnTo>
                  <a:lnTo>
                    <a:pt x="2572111" y="1654054"/>
                  </a:lnTo>
                  <a:lnTo>
                    <a:pt x="2566421" y="1660169"/>
                  </a:lnTo>
                  <a:lnTo>
                    <a:pt x="2554768" y="1677830"/>
                  </a:lnTo>
                  <a:lnTo>
                    <a:pt x="2551889" y="1690708"/>
                  </a:lnTo>
                  <a:lnTo>
                    <a:pt x="2547678" y="1705066"/>
                  </a:lnTo>
                  <a:lnTo>
                    <a:pt x="2547145" y="1698602"/>
                  </a:lnTo>
                  <a:lnTo>
                    <a:pt x="2547869" y="1687717"/>
                  </a:lnTo>
                  <a:lnTo>
                    <a:pt x="2544985" y="1675251"/>
                  </a:lnTo>
                  <a:lnTo>
                    <a:pt x="2543156" y="1698087"/>
                  </a:lnTo>
                  <a:lnTo>
                    <a:pt x="2538629" y="1708699"/>
                  </a:lnTo>
                  <a:lnTo>
                    <a:pt x="2497086" y="1707950"/>
                  </a:lnTo>
                  <a:lnTo>
                    <a:pt x="2478900" y="1713716"/>
                  </a:lnTo>
                  <a:lnTo>
                    <a:pt x="2450984" y="1733116"/>
                  </a:lnTo>
                  <a:lnTo>
                    <a:pt x="2442638" y="1741619"/>
                  </a:lnTo>
                  <a:lnTo>
                    <a:pt x="2419580" y="1774495"/>
                  </a:lnTo>
                  <a:lnTo>
                    <a:pt x="2413694" y="1795534"/>
                  </a:lnTo>
                  <a:lnTo>
                    <a:pt x="2408976" y="1786688"/>
                  </a:lnTo>
                  <a:lnTo>
                    <a:pt x="2410144" y="1780052"/>
                  </a:lnTo>
                  <a:lnTo>
                    <a:pt x="2410237" y="1774629"/>
                  </a:lnTo>
                  <a:lnTo>
                    <a:pt x="2404428" y="1786263"/>
                  </a:lnTo>
                  <a:lnTo>
                    <a:pt x="2409942" y="1803205"/>
                  </a:lnTo>
                  <a:lnTo>
                    <a:pt x="2404992" y="1809676"/>
                  </a:lnTo>
                  <a:lnTo>
                    <a:pt x="2389762" y="1821755"/>
                  </a:lnTo>
                  <a:lnTo>
                    <a:pt x="2381427" y="1823736"/>
                  </a:lnTo>
                  <a:lnTo>
                    <a:pt x="2372068" y="1827172"/>
                  </a:lnTo>
                  <a:lnTo>
                    <a:pt x="2369122" y="1839085"/>
                  </a:lnTo>
                  <a:lnTo>
                    <a:pt x="2356415" y="1850071"/>
                  </a:lnTo>
                  <a:lnTo>
                    <a:pt x="2349010" y="1854936"/>
                  </a:lnTo>
                  <a:lnTo>
                    <a:pt x="2335449" y="1851989"/>
                  </a:lnTo>
                  <a:lnTo>
                    <a:pt x="2339625" y="1862569"/>
                  </a:lnTo>
                  <a:lnTo>
                    <a:pt x="2334643" y="1870577"/>
                  </a:lnTo>
                  <a:lnTo>
                    <a:pt x="2326065" y="1876718"/>
                  </a:lnTo>
                  <a:lnTo>
                    <a:pt x="2315399" y="1880725"/>
                  </a:lnTo>
                  <a:lnTo>
                    <a:pt x="2309285" y="1880236"/>
                  </a:lnTo>
                  <a:lnTo>
                    <a:pt x="2304061" y="1882363"/>
                  </a:lnTo>
                  <a:lnTo>
                    <a:pt x="2299968" y="1887456"/>
                  </a:lnTo>
                  <a:lnTo>
                    <a:pt x="2289968" y="1892219"/>
                  </a:lnTo>
                  <a:lnTo>
                    <a:pt x="2279581" y="1889539"/>
                  </a:lnTo>
                  <a:lnTo>
                    <a:pt x="2267809" y="1887932"/>
                  </a:lnTo>
                  <a:lnTo>
                    <a:pt x="2261251" y="1890790"/>
                  </a:lnTo>
                  <a:lnTo>
                    <a:pt x="2272274" y="1895515"/>
                  </a:lnTo>
                  <a:lnTo>
                    <a:pt x="2278176" y="1902360"/>
                  </a:lnTo>
                  <a:lnTo>
                    <a:pt x="2276961" y="1911588"/>
                  </a:lnTo>
                  <a:lnTo>
                    <a:pt x="2274010" y="1915150"/>
                  </a:lnTo>
                  <a:lnTo>
                    <a:pt x="2267055" y="1919976"/>
                  </a:lnTo>
                  <a:lnTo>
                    <a:pt x="2264001" y="1919259"/>
                  </a:lnTo>
                  <a:lnTo>
                    <a:pt x="2262135" y="1914909"/>
                  </a:lnTo>
                  <a:lnTo>
                    <a:pt x="2259872" y="1905847"/>
                  </a:lnTo>
                  <a:lnTo>
                    <a:pt x="2256637" y="1907777"/>
                  </a:lnTo>
                  <a:lnTo>
                    <a:pt x="2256078" y="1912000"/>
                  </a:lnTo>
                  <a:lnTo>
                    <a:pt x="2253298" y="1913505"/>
                  </a:lnTo>
                  <a:lnTo>
                    <a:pt x="2243433" y="1899071"/>
                  </a:lnTo>
                  <a:lnTo>
                    <a:pt x="2243924" y="1910082"/>
                  </a:lnTo>
                  <a:lnTo>
                    <a:pt x="2247371" y="1918541"/>
                  </a:lnTo>
                  <a:lnTo>
                    <a:pt x="2250704" y="1922834"/>
                  </a:lnTo>
                  <a:lnTo>
                    <a:pt x="2254068" y="1925361"/>
                  </a:lnTo>
                  <a:lnTo>
                    <a:pt x="2254895" y="1929286"/>
                  </a:lnTo>
                  <a:lnTo>
                    <a:pt x="2248146" y="1938850"/>
                  </a:lnTo>
                  <a:lnTo>
                    <a:pt x="2244673" y="1940977"/>
                  </a:lnTo>
                  <a:lnTo>
                    <a:pt x="2238493" y="1942527"/>
                  </a:lnTo>
                  <a:lnTo>
                    <a:pt x="2235015" y="1948420"/>
                  </a:lnTo>
                  <a:lnTo>
                    <a:pt x="2236043" y="1953494"/>
                  </a:lnTo>
                  <a:lnTo>
                    <a:pt x="2230638" y="1964505"/>
                  </a:lnTo>
                  <a:lnTo>
                    <a:pt x="2217713" y="1971383"/>
                  </a:lnTo>
                  <a:lnTo>
                    <a:pt x="2213765" y="1971116"/>
                  </a:lnTo>
                  <a:lnTo>
                    <a:pt x="2210546" y="1973129"/>
                  </a:lnTo>
                  <a:lnTo>
                    <a:pt x="2212427" y="1978032"/>
                  </a:lnTo>
                  <a:lnTo>
                    <a:pt x="2215651" y="1981601"/>
                  </a:lnTo>
                  <a:lnTo>
                    <a:pt x="2215538" y="1984915"/>
                  </a:lnTo>
                  <a:lnTo>
                    <a:pt x="2212122" y="1989418"/>
                  </a:lnTo>
                  <a:lnTo>
                    <a:pt x="2205378" y="1990675"/>
                  </a:lnTo>
                  <a:lnTo>
                    <a:pt x="2201590" y="1995813"/>
                  </a:lnTo>
                  <a:lnTo>
                    <a:pt x="2202789" y="2000658"/>
                  </a:lnTo>
                  <a:lnTo>
                    <a:pt x="2205016" y="2003363"/>
                  </a:lnTo>
                  <a:lnTo>
                    <a:pt x="2204551" y="2008025"/>
                  </a:lnTo>
                  <a:lnTo>
                    <a:pt x="2196882" y="2012705"/>
                  </a:lnTo>
                  <a:lnTo>
                    <a:pt x="2195084" y="2017309"/>
                  </a:lnTo>
                  <a:lnTo>
                    <a:pt x="2198892" y="2018668"/>
                  </a:lnTo>
                  <a:lnTo>
                    <a:pt x="2201822" y="2017309"/>
                  </a:lnTo>
                  <a:lnTo>
                    <a:pt x="2203967" y="2018299"/>
                  </a:lnTo>
                  <a:lnTo>
                    <a:pt x="2199368" y="2025996"/>
                  </a:lnTo>
                  <a:lnTo>
                    <a:pt x="2195239" y="2030689"/>
                  </a:lnTo>
                  <a:lnTo>
                    <a:pt x="2191316" y="2039122"/>
                  </a:lnTo>
                  <a:lnTo>
                    <a:pt x="2182216" y="2041453"/>
                  </a:lnTo>
                  <a:lnTo>
                    <a:pt x="2182557" y="2044177"/>
                  </a:lnTo>
                  <a:lnTo>
                    <a:pt x="2187699" y="2046590"/>
                  </a:lnTo>
                  <a:lnTo>
                    <a:pt x="2192004" y="2053074"/>
                  </a:lnTo>
                  <a:lnTo>
                    <a:pt x="2183916" y="2065045"/>
                  </a:lnTo>
                  <a:lnTo>
                    <a:pt x="2178867" y="2064060"/>
                  </a:lnTo>
                  <a:lnTo>
                    <a:pt x="2175782" y="2061425"/>
                  </a:lnTo>
                  <a:lnTo>
                    <a:pt x="2173813" y="2070874"/>
                  </a:lnTo>
                  <a:lnTo>
                    <a:pt x="2174568" y="2075917"/>
                  </a:lnTo>
                  <a:lnTo>
                    <a:pt x="2172645" y="2086223"/>
                  </a:lnTo>
                  <a:lnTo>
                    <a:pt x="2169555" y="2098613"/>
                  </a:lnTo>
                  <a:lnTo>
                    <a:pt x="2167457" y="2103699"/>
                  </a:lnTo>
                  <a:lnTo>
                    <a:pt x="2167902" y="2113174"/>
                  </a:lnTo>
                  <a:lnTo>
                    <a:pt x="2169199" y="2122325"/>
                  </a:lnTo>
                  <a:lnTo>
                    <a:pt x="2174149" y="2134118"/>
                  </a:lnTo>
                  <a:lnTo>
                    <a:pt x="2181710" y="2182343"/>
                  </a:lnTo>
                  <a:lnTo>
                    <a:pt x="2186857" y="2199089"/>
                  </a:lnTo>
                  <a:lnTo>
                    <a:pt x="2196128" y="2244272"/>
                  </a:lnTo>
                  <a:lnTo>
                    <a:pt x="2211471" y="2288077"/>
                  </a:lnTo>
                  <a:lnTo>
                    <a:pt x="2233118" y="2341026"/>
                  </a:lnTo>
                  <a:lnTo>
                    <a:pt x="2268646" y="2405203"/>
                  </a:lnTo>
                  <a:lnTo>
                    <a:pt x="2272899" y="2414348"/>
                  </a:lnTo>
                  <a:lnTo>
                    <a:pt x="2268274" y="2422102"/>
                  </a:lnTo>
                  <a:lnTo>
                    <a:pt x="2266863" y="2430135"/>
                  </a:lnTo>
                  <a:lnTo>
                    <a:pt x="2266460" y="2442245"/>
                  </a:lnTo>
                  <a:lnTo>
                    <a:pt x="2267742" y="2454044"/>
                  </a:lnTo>
                  <a:lnTo>
                    <a:pt x="2271943" y="2468453"/>
                  </a:lnTo>
                  <a:lnTo>
                    <a:pt x="2280015" y="2490483"/>
                  </a:lnTo>
                  <a:lnTo>
                    <a:pt x="2275499" y="2486088"/>
                  </a:lnTo>
                  <a:lnTo>
                    <a:pt x="2263809" y="2454470"/>
                  </a:lnTo>
                  <a:lnTo>
                    <a:pt x="2262450" y="2435901"/>
                  </a:lnTo>
                  <a:lnTo>
                    <a:pt x="2264135" y="2409560"/>
                  </a:lnTo>
                  <a:lnTo>
                    <a:pt x="2261391" y="2410195"/>
                  </a:lnTo>
                  <a:lnTo>
                    <a:pt x="2259164" y="2418755"/>
                  </a:lnTo>
                  <a:lnTo>
                    <a:pt x="2257939" y="2428808"/>
                  </a:lnTo>
                  <a:lnTo>
                    <a:pt x="2254973" y="2432700"/>
                  </a:lnTo>
                  <a:lnTo>
                    <a:pt x="2250926" y="2417364"/>
                  </a:lnTo>
                  <a:lnTo>
                    <a:pt x="2251210" y="2410430"/>
                  </a:lnTo>
                  <a:lnTo>
                    <a:pt x="2255505" y="2402327"/>
                  </a:lnTo>
                  <a:lnTo>
                    <a:pt x="2254259" y="2399412"/>
                  </a:lnTo>
                  <a:lnTo>
                    <a:pt x="2247309" y="2395265"/>
                  </a:lnTo>
                  <a:lnTo>
                    <a:pt x="2245831" y="2388743"/>
                  </a:lnTo>
                  <a:lnTo>
                    <a:pt x="2246771" y="2382304"/>
                  </a:lnTo>
                  <a:lnTo>
                    <a:pt x="2242782" y="2378862"/>
                  </a:lnTo>
                  <a:lnTo>
                    <a:pt x="2239661" y="2379027"/>
                  </a:lnTo>
                  <a:lnTo>
                    <a:pt x="2241753" y="2394903"/>
                  </a:lnTo>
                  <a:lnTo>
                    <a:pt x="2245056" y="2404651"/>
                  </a:lnTo>
                  <a:lnTo>
                    <a:pt x="2249138" y="2428014"/>
                  </a:lnTo>
                  <a:lnTo>
                    <a:pt x="2255727" y="2442169"/>
                  </a:lnTo>
                  <a:lnTo>
                    <a:pt x="2259567" y="2454038"/>
                  </a:lnTo>
                  <a:lnTo>
                    <a:pt x="2304438" y="2580696"/>
                  </a:lnTo>
                  <a:lnTo>
                    <a:pt x="2315058" y="2596826"/>
                  </a:lnTo>
                  <a:lnTo>
                    <a:pt x="2318985" y="2608409"/>
                  </a:lnTo>
                  <a:lnTo>
                    <a:pt x="2323073" y="2632630"/>
                  </a:lnTo>
                  <a:lnTo>
                    <a:pt x="2323998" y="2663728"/>
                  </a:lnTo>
                  <a:lnTo>
                    <a:pt x="2316665" y="2720564"/>
                  </a:lnTo>
                  <a:lnTo>
                    <a:pt x="2314996" y="2759333"/>
                  </a:lnTo>
                  <a:lnTo>
                    <a:pt x="2313947" y="2758145"/>
                  </a:lnTo>
                  <a:lnTo>
                    <a:pt x="2313244" y="2754062"/>
                  </a:lnTo>
                  <a:lnTo>
                    <a:pt x="2311549" y="2753503"/>
                  </a:lnTo>
                  <a:lnTo>
                    <a:pt x="2305182" y="2771265"/>
                  </a:lnTo>
                  <a:lnTo>
                    <a:pt x="2296531" y="2787287"/>
                  </a:lnTo>
                  <a:lnTo>
                    <a:pt x="2293684" y="2812187"/>
                  </a:lnTo>
                  <a:lnTo>
                    <a:pt x="2289534" y="2824653"/>
                  </a:lnTo>
                  <a:lnTo>
                    <a:pt x="2277075" y="2837843"/>
                  </a:lnTo>
                  <a:lnTo>
                    <a:pt x="2269354" y="2837506"/>
                  </a:lnTo>
                  <a:lnTo>
                    <a:pt x="2250420" y="2847400"/>
                  </a:lnTo>
                  <a:lnTo>
                    <a:pt x="2237118" y="2844822"/>
                  </a:lnTo>
                  <a:lnTo>
                    <a:pt x="2221269" y="2850404"/>
                  </a:lnTo>
                  <a:lnTo>
                    <a:pt x="2210840" y="2849781"/>
                  </a:lnTo>
                  <a:lnTo>
                    <a:pt x="2204820" y="2838014"/>
                  </a:lnTo>
                  <a:lnTo>
                    <a:pt x="2205740" y="2832750"/>
                  </a:lnTo>
                  <a:lnTo>
                    <a:pt x="2208137" y="2827460"/>
                  </a:lnTo>
                  <a:lnTo>
                    <a:pt x="2212199" y="2826228"/>
                  </a:lnTo>
                  <a:lnTo>
                    <a:pt x="2226199" y="2838560"/>
                  </a:lnTo>
                  <a:lnTo>
                    <a:pt x="2228839" y="2833372"/>
                  </a:lnTo>
                  <a:lnTo>
                    <a:pt x="2224612" y="2827199"/>
                  </a:lnTo>
                  <a:lnTo>
                    <a:pt x="2216519" y="2823757"/>
                  </a:lnTo>
                  <a:lnTo>
                    <a:pt x="2210540" y="2819973"/>
                  </a:lnTo>
                  <a:lnTo>
                    <a:pt x="2198494" y="2791859"/>
                  </a:lnTo>
                  <a:lnTo>
                    <a:pt x="2186014" y="2772554"/>
                  </a:lnTo>
                  <a:lnTo>
                    <a:pt x="2183911" y="2759650"/>
                  </a:lnTo>
                  <a:lnTo>
                    <a:pt x="2162393" y="2751782"/>
                  </a:lnTo>
                  <a:lnTo>
                    <a:pt x="2146812" y="2739869"/>
                  </a:lnTo>
                  <a:lnTo>
                    <a:pt x="2136652" y="2718678"/>
                  </a:lnTo>
                  <a:lnTo>
                    <a:pt x="2130823" y="2681102"/>
                  </a:lnTo>
                  <a:lnTo>
                    <a:pt x="2123950" y="2676879"/>
                  </a:lnTo>
                  <a:lnTo>
                    <a:pt x="2121046" y="2673958"/>
                  </a:lnTo>
                  <a:lnTo>
                    <a:pt x="2127759" y="2660013"/>
                  </a:lnTo>
                  <a:lnTo>
                    <a:pt x="2134833" y="2648322"/>
                  </a:lnTo>
                  <a:lnTo>
                    <a:pt x="2129237" y="2651230"/>
                  </a:lnTo>
                  <a:lnTo>
                    <a:pt x="2125108" y="2655555"/>
                  </a:lnTo>
                  <a:lnTo>
                    <a:pt x="2119857" y="2665880"/>
                  </a:lnTo>
                  <a:lnTo>
                    <a:pt x="2116023" y="2667468"/>
                  </a:lnTo>
                  <a:lnTo>
                    <a:pt x="2112509" y="2665880"/>
                  </a:lnTo>
                  <a:lnTo>
                    <a:pt x="2108457" y="2646074"/>
                  </a:lnTo>
                  <a:lnTo>
                    <a:pt x="2109615" y="2621726"/>
                  </a:lnTo>
                  <a:lnTo>
                    <a:pt x="2115294" y="2612620"/>
                  </a:lnTo>
                  <a:lnTo>
                    <a:pt x="2106571" y="2612378"/>
                  </a:lnTo>
                  <a:lnTo>
                    <a:pt x="2097533" y="2615846"/>
                  </a:lnTo>
                  <a:lnTo>
                    <a:pt x="2098856" y="2623962"/>
                  </a:lnTo>
                  <a:lnTo>
                    <a:pt x="2097579" y="2628420"/>
                  </a:lnTo>
                  <a:lnTo>
                    <a:pt x="2090995" y="2627276"/>
                  </a:lnTo>
                  <a:lnTo>
                    <a:pt x="2086003" y="2624425"/>
                  </a:lnTo>
                  <a:lnTo>
                    <a:pt x="2079229" y="2615979"/>
                  </a:lnTo>
                  <a:lnTo>
                    <a:pt x="2069989" y="2599862"/>
                  </a:lnTo>
                  <a:lnTo>
                    <a:pt x="2051033" y="2555460"/>
                  </a:lnTo>
                  <a:lnTo>
                    <a:pt x="2047338" y="2549198"/>
                  </a:lnTo>
                  <a:lnTo>
                    <a:pt x="2041070" y="2542645"/>
                  </a:lnTo>
                  <a:lnTo>
                    <a:pt x="2044021" y="2540606"/>
                  </a:lnTo>
                  <a:lnTo>
                    <a:pt x="2049406" y="2539400"/>
                  </a:lnTo>
                  <a:lnTo>
                    <a:pt x="2061576" y="2519409"/>
                  </a:lnTo>
                  <a:lnTo>
                    <a:pt x="2071136" y="2507330"/>
                  </a:lnTo>
                  <a:lnTo>
                    <a:pt x="2074309" y="2498973"/>
                  </a:lnTo>
                  <a:lnTo>
                    <a:pt x="2073756" y="2495398"/>
                  </a:lnTo>
                  <a:lnTo>
                    <a:pt x="2069529" y="2490203"/>
                  </a:lnTo>
                  <a:lnTo>
                    <a:pt x="2063979" y="2494744"/>
                  </a:lnTo>
                  <a:lnTo>
                    <a:pt x="2061601" y="2493448"/>
                  </a:lnTo>
                  <a:lnTo>
                    <a:pt x="2055359" y="2482970"/>
                  </a:lnTo>
                  <a:lnTo>
                    <a:pt x="2049395" y="2480011"/>
                  </a:lnTo>
                  <a:lnTo>
                    <a:pt x="2045240" y="2482278"/>
                  </a:lnTo>
                  <a:lnTo>
                    <a:pt x="2049623" y="2490864"/>
                  </a:lnTo>
                  <a:lnTo>
                    <a:pt x="2053560" y="2494052"/>
                  </a:lnTo>
                  <a:lnTo>
                    <a:pt x="2052036" y="2506536"/>
                  </a:lnTo>
                  <a:lnTo>
                    <a:pt x="2050444" y="2510601"/>
                  </a:lnTo>
                  <a:lnTo>
                    <a:pt x="2046755" y="2514189"/>
                  </a:lnTo>
                  <a:lnTo>
                    <a:pt x="2040993" y="2512277"/>
                  </a:lnTo>
                  <a:lnTo>
                    <a:pt x="2038078" y="2515364"/>
                  </a:lnTo>
                  <a:lnTo>
                    <a:pt x="2034647" y="2512112"/>
                  </a:lnTo>
                  <a:lnTo>
                    <a:pt x="2031231" y="2506625"/>
                  </a:lnTo>
                  <a:lnTo>
                    <a:pt x="2027427" y="2497595"/>
                  </a:lnTo>
                  <a:lnTo>
                    <a:pt x="2037478" y="2446767"/>
                  </a:lnTo>
                  <a:lnTo>
                    <a:pt x="2046780" y="2414380"/>
                  </a:lnTo>
                  <a:lnTo>
                    <a:pt x="2047845" y="2377433"/>
                  </a:lnTo>
                  <a:lnTo>
                    <a:pt x="2048537" y="2371959"/>
                  </a:lnTo>
                  <a:lnTo>
                    <a:pt x="2047752" y="2362141"/>
                  </a:lnTo>
                  <a:lnTo>
                    <a:pt x="2035277" y="2340804"/>
                  </a:lnTo>
                  <a:lnTo>
                    <a:pt x="1980122" y="2288737"/>
                  </a:lnTo>
                  <a:lnTo>
                    <a:pt x="1937374" y="2227081"/>
                  </a:lnTo>
                  <a:lnTo>
                    <a:pt x="1900348" y="2203953"/>
                  </a:lnTo>
                  <a:lnTo>
                    <a:pt x="1872256" y="2209033"/>
                  </a:lnTo>
                  <a:lnTo>
                    <a:pt x="1867393" y="2213682"/>
                  </a:lnTo>
                  <a:lnTo>
                    <a:pt x="1865305" y="2219759"/>
                  </a:lnTo>
                  <a:lnTo>
                    <a:pt x="1867068" y="2226637"/>
                  </a:lnTo>
                  <a:lnTo>
                    <a:pt x="1864515" y="2229501"/>
                  </a:lnTo>
                  <a:lnTo>
                    <a:pt x="1856975" y="2229139"/>
                  </a:lnTo>
                  <a:lnTo>
                    <a:pt x="1846820" y="2230739"/>
                  </a:lnTo>
                  <a:lnTo>
                    <a:pt x="1820305" y="2246971"/>
                  </a:lnTo>
                  <a:lnTo>
                    <a:pt x="1810951" y="2246374"/>
                  </a:lnTo>
                  <a:lnTo>
                    <a:pt x="1802455" y="2250578"/>
                  </a:lnTo>
                  <a:lnTo>
                    <a:pt x="1796094" y="2253727"/>
                  </a:lnTo>
                  <a:lnTo>
                    <a:pt x="1779506" y="2255442"/>
                  </a:lnTo>
                  <a:lnTo>
                    <a:pt x="1765439" y="2259043"/>
                  </a:lnTo>
                  <a:lnTo>
                    <a:pt x="1759362" y="2257093"/>
                  </a:lnTo>
                  <a:lnTo>
                    <a:pt x="1755398" y="2247682"/>
                  </a:lnTo>
                  <a:lnTo>
                    <a:pt x="1755398" y="2237940"/>
                  </a:lnTo>
                  <a:lnTo>
                    <a:pt x="1758613" y="2245408"/>
                  </a:lnTo>
                  <a:lnTo>
                    <a:pt x="1763589" y="2251251"/>
                  </a:lnTo>
                  <a:lnTo>
                    <a:pt x="1765868" y="2248914"/>
                  </a:lnTo>
                  <a:lnTo>
                    <a:pt x="1766721" y="2243745"/>
                  </a:lnTo>
                  <a:lnTo>
                    <a:pt x="1761770" y="2233616"/>
                  </a:lnTo>
                  <a:lnTo>
                    <a:pt x="1745822" y="2220604"/>
                  </a:lnTo>
                  <a:lnTo>
                    <a:pt x="1727673" y="2201597"/>
                  </a:lnTo>
                  <a:lnTo>
                    <a:pt x="1733208" y="2202226"/>
                  </a:lnTo>
                  <a:lnTo>
                    <a:pt x="1734608" y="2198155"/>
                  </a:lnTo>
                  <a:lnTo>
                    <a:pt x="1728981" y="2192815"/>
                  </a:lnTo>
                  <a:lnTo>
                    <a:pt x="1731358" y="2186642"/>
                  </a:lnTo>
                  <a:lnTo>
                    <a:pt x="1735322" y="2180158"/>
                  </a:lnTo>
                  <a:lnTo>
                    <a:pt x="1727663" y="2181130"/>
                  </a:lnTo>
                  <a:lnTo>
                    <a:pt x="1720790" y="2185670"/>
                  </a:lnTo>
                  <a:lnTo>
                    <a:pt x="1720563" y="2191278"/>
                  </a:lnTo>
                  <a:lnTo>
                    <a:pt x="1719203" y="2195736"/>
                  </a:lnTo>
                  <a:lnTo>
                    <a:pt x="1715503" y="2195088"/>
                  </a:lnTo>
                  <a:lnTo>
                    <a:pt x="1708635" y="2189569"/>
                  </a:lnTo>
                  <a:lnTo>
                    <a:pt x="1674823" y="2174208"/>
                  </a:lnTo>
                  <a:lnTo>
                    <a:pt x="1645264" y="2165546"/>
                  </a:lnTo>
                  <a:lnTo>
                    <a:pt x="1667950" y="2161647"/>
                  </a:lnTo>
                  <a:lnTo>
                    <a:pt x="1680254" y="2164676"/>
                  </a:lnTo>
                  <a:lnTo>
                    <a:pt x="1678787" y="2160027"/>
                  </a:lnTo>
                  <a:lnTo>
                    <a:pt x="1675826" y="2157075"/>
                  </a:lnTo>
                  <a:lnTo>
                    <a:pt x="1666121" y="2153334"/>
                  </a:lnTo>
                  <a:lnTo>
                    <a:pt x="1653759" y="2154757"/>
                  </a:lnTo>
                  <a:lnTo>
                    <a:pt x="1645951" y="2152998"/>
                  </a:lnTo>
                  <a:lnTo>
                    <a:pt x="1637967" y="2156706"/>
                  </a:lnTo>
                  <a:lnTo>
                    <a:pt x="1629218" y="2162218"/>
                  </a:lnTo>
                  <a:lnTo>
                    <a:pt x="1621430" y="2165057"/>
                  </a:lnTo>
                  <a:lnTo>
                    <a:pt x="1590951" y="2169026"/>
                  </a:lnTo>
                  <a:lnTo>
                    <a:pt x="1566234" y="2173332"/>
                  </a:lnTo>
                  <a:lnTo>
                    <a:pt x="1570197" y="2168785"/>
                  </a:lnTo>
                  <a:lnTo>
                    <a:pt x="1574424" y="2165863"/>
                  </a:lnTo>
                  <a:lnTo>
                    <a:pt x="1589028" y="2161418"/>
                  </a:lnTo>
                  <a:lnTo>
                    <a:pt x="1591214" y="2152178"/>
                  </a:lnTo>
                  <a:lnTo>
                    <a:pt x="1587783" y="2143281"/>
                  </a:lnTo>
                  <a:lnTo>
                    <a:pt x="1583938" y="2145415"/>
                  </a:lnTo>
                  <a:lnTo>
                    <a:pt x="1579902" y="2152369"/>
                  </a:lnTo>
                  <a:lnTo>
                    <a:pt x="1574952" y="2147358"/>
                  </a:lnTo>
                  <a:lnTo>
                    <a:pt x="1569469" y="2147384"/>
                  </a:lnTo>
                  <a:lnTo>
                    <a:pt x="1567980" y="2158446"/>
                  </a:lnTo>
                  <a:lnTo>
                    <a:pt x="1560952" y="2165863"/>
                  </a:lnTo>
                  <a:lnTo>
                    <a:pt x="1557779" y="2173332"/>
                  </a:lnTo>
                  <a:lnTo>
                    <a:pt x="1537170" y="2179180"/>
                  </a:lnTo>
                  <a:lnTo>
                    <a:pt x="1534530" y="2177231"/>
                  </a:lnTo>
                  <a:lnTo>
                    <a:pt x="1540560" y="2170137"/>
                  </a:lnTo>
                  <a:lnTo>
                    <a:pt x="1540080" y="2166194"/>
                  </a:lnTo>
                  <a:lnTo>
                    <a:pt x="1533202" y="2169578"/>
                  </a:lnTo>
                  <a:lnTo>
                    <a:pt x="1521667" y="2183022"/>
                  </a:lnTo>
                  <a:lnTo>
                    <a:pt x="1481059" y="2187423"/>
                  </a:lnTo>
                  <a:lnTo>
                    <a:pt x="1483276" y="2184368"/>
                  </a:lnTo>
                  <a:lnTo>
                    <a:pt x="1491849" y="2183759"/>
                  </a:lnTo>
                  <a:lnTo>
                    <a:pt x="1503885" y="2179504"/>
                  </a:lnTo>
                  <a:lnTo>
                    <a:pt x="1501451" y="2172341"/>
                  </a:lnTo>
                  <a:lnTo>
                    <a:pt x="1496810" y="2164466"/>
                  </a:lnTo>
                  <a:lnTo>
                    <a:pt x="1492526" y="2163590"/>
                  </a:lnTo>
                  <a:lnTo>
                    <a:pt x="1489700" y="2158973"/>
                  </a:lnTo>
                  <a:lnTo>
                    <a:pt x="1489839" y="2144425"/>
                  </a:lnTo>
                  <a:lnTo>
                    <a:pt x="1487100" y="2135921"/>
                  </a:lnTo>
                  <a:lnTo>
                    <a:pt x="1480491" y="2127171"/>
                  </a:lnTo>
                  <a:lnTo>
                    <a:pt x="1478258" y="2128853"/>
                  </a:lnTo>
                  <a:lnTo>
                    <a:pt x="1473395" y="2143815"/>
                  </a:lnTo>
                  <a:lnTo>
                    <a:pt x="1469354" y="2163438"/>
                  </a:lnTo>
                  <a:lnTo>
                    <a:pt x="1467354" y="2169775"/>
                  </a:lnTo>
                  <a:lnTo>
                    <a:pt x="1455314" y="2170220"/>
                  </a:lnTo>
                  <a:lnTo>
                    <a:pt x="1444658" y="2168880"/>
                  </a:lnTo>
                  <a:lnTo>
                    <a:pt x="1408442" y="2171236"/>
                  </a:lnTo>
                  <a:lnTo>
                    <a:pt x="1394913" y="2164587"/>
                  </a:lnTo>
                  <a:lnTo>
                    <a:pt x="1389301" y="2163311"/>
                  </a:lnTo>
                  <a:lnTo>
                    <a:pt x="1385885" y="2163463"/>
                  </a:lnTo>
                  <a:lnTo>
                    <a:pt x="1370134" y="2169559"/>
                  </a:lnTo>
                  <a:lnTo>
                    <a:pt x="1352186" y="2174227"/>
                  </a:lnTo>
                  <a:lnTo>
                    <a:pt x="1347959" y="2172760"/>
                  </a:lnTo>
                  <a:lnTo>
                    <a:pt x="1341929" y="2172544"/>
                  </a:lnTo>
                  <a:lnTo>
                    <a:pt x="1328916" y="2188433"/>
                  </a:lnTo>
                  <a:lnTo>
                    <a:pt x="1313573" y="2195869"/>
                  </a:lnTo>
                  <a:lnTo>
                    <a:pt x="1274862" y="2182501"/>
                  </a:lnTo>
                  <a:lnTo>
                    <a:pt x="1265234" y="2171750"/>
                  </a:lnTo>
                  <a:lnTo>
                    <a:pt x="1256687" y="2169451"/>
                  </a:lnTo>
                  <a:lnTo>
                    <a:pt x="1246176" y="2168124"/>
                  </a:lnTo>
                  <a:lnTo>
                    <a:pt x="1234884" y="2181352"/>
                  </a:lnTo>
                  <a:lnTo>
                    <a:pt x="1226306" y="2199203"/>
                  </a:lnTo>
                  <a:lnTo>
                    <a:pt x="1239861" y="2208989"/>
                  </a:lnTo>
                  <a:lnTo>
                    <a:pt x="1251462" y="2213669"/>
                  </a:lnTo>
                  <a:lnTo>
                    <a:pt x="1270635" y="2209745"/>
                  </a:lnTo>
                  <a:lnTo>
                    <a:pt x="1281234" y="2201083"/>
                  </a:lnTo>
                  <a:lnTo>
                    <a:pt x="1289890" y="2201368"/>
                  </a:lnTo>
                  <a:lnTo>
                    <a:pt x="1294029" y="2199609"/>
                  </a:lnTo>
                  <a:lnTo>
                    <a:pt x="1297806" y="2195088"/>
                  </a:lnTo>
                  <a:lnTo>
                    <a:pt x="1305207" y="2198657"/>
                  </a:lnTo>
                  <a:lnTo>
                    <a:pt x="1305470" y="2202232"/>
                  </a:lnTo>
                  <a:lnTo>
                    <a:pt x="1300215" y="2207268"/>
                  </a:lnTo>
                  <a:lnTo>
                    <a:pt x="1293595" y="2211510"/>
                  </a:lnTo>
                  <a:lnTo>
                    <a:pt x="1289579" y="2216508"/>
                  </a:lnTo>
                  <a:lnTo>
                    <a:pt x="1297135" y="2226580"/>
                  </a:lnTo>
                  <a:lnTo>
                    <a:pt x="1309000" y="2229964"/>
                  </a:lnTo>
                  <a:lnTo>
                    <a:pt x="1313465" y="2228504"/>
                  </a:lnTo>
                  <a:lnTo>
                    <a:pt x="1316229" y="2217181"/>
                  </a:lnTo>
                  <a:lnTo>
                    <a:pt x="1323526" y="2209891"/>
                  </a:lnTo>
                  <a:lnTo>
                    <a:pt x="1333443" y="2211466"/>
                  </a:lnTo>
                  <a:lnTo>
                    <a:pt x="1332032" y="2216038"/>
                  </a:lnTo>
                  <a:lnTo>
                    <a:pt x="1333422" y="2220356"/>
                  </a:lnTo>
                  <a:lnTo>
                    <a:pt x="1337980" y="2227729"/>
                  </a:lnTo>
                  <a:lnTo>
                    <a:pt x="1337458" y="2238290"/>
                  </a:lnTo>
                  <a:lnTo>
                    <a:pt x="1338342" y="2240836"/>
                  </a:lnTo>
                  <a:lnTo>
                    <a:pt x="1327655" y="2245497"/>
                  </a:lnTo>
                  <a:lnTo>
                    <a:pt x="1319692" y="2247079"/>
                  </a:lnTo>
                  <a:lnTo>
                    <a:pt x="1313320" y="2253181"/>
                  </a:lnTo>
                  <a:lnTo>
                    <a:pt x="1316658" y="2256725"/>
                  </a:lnTo>
                  <a:lnTo>
                    <a:pt x="1310168" y="2259837"/>
                  </a:lnTo>
                  <a:lnTo>
                    <a:pt x="1305780" y="2258592"/>
                  </a:lnTo>
                  <a:lnTo>
                    <a:pt x="1303574" y="2259741"/>
                  </a:lnTo>
                  <a:lnTo>
                    <a:pt x="1302912" y="2263488"/>
                  </a:lnTo>
                  <a:lnTo>
                    <a:pt x="1299558" y="2266968"/>
                  </a:lnTo>
                  <a:lnTo>
                    <a:pt x="1304437" y="2277453"/>
                  </a:lnTo>
                  <a:lnTo>
                    <a:pt x="1314436" y="2284298"/>
                  </a:lnTo>
                  <a:lnTo>
                    <a:pt x="1321490" y="2292878"/>
                  </a:lnTo>
                  <a:lnTo>
                    <a:pt x="1349851" y="2304175"/>
                  </a:lnTo>
                  <a:lnTo>
                    <a:pt x="1356724" y="2303851"/>
                  </a:lnTo>
                  <a:lnTo>
                    <a:pt x="1363488" y="2315225"/>
                  </a:lnTo>
                  <a:lnTo>
                    <a:pt x="1368940" y="2319136"/>
                  </a:lnTo>
                  <a:lnTo>
                    <a:pt x="1374191" y="2321124"/>
                  </a:lnTo>
                  <a:lnTo>
                    <a:pt x="1373591" y="2328948"/>
                  </a:lnTo>
                  <a:lnTo>
                    <a:pt x="1364263" y="2334676"/>
                  </a:lnTo>
                  <a:lnTo>
                    <a:pt x="1361742" y="2341509"/>
                  </a:lnTo>
                  <a:lnTo>
                    <a:pt x="1359395" y="2345351"/>
                  </a:lnTo>
                  <a:lnTo>
                    <a:pt x="1355189" y="2340486"/>
                  </a:lnTo>
                  <a:lnTo>
                    <a:pt x="1350869" y="2336962"/>
                  </a:lnTo>
                  <a:lnTo>
                    <a:pt x="1340869" y="2347681"/>
                  </a:lnTo>
                  <a:lnTo>
                    <a:pt x="1336048" y="2349936"/>
                  </a:lnTo>
                  <a:lnTo>
                    <a:pt x="1338440" y="2338378"/>
                  </a:lnTo>
                  <a:lnTo>
                    <a:pt x="1334663" y="2333850"/>
                  </a:lnTo>
                  <a:lnTo>
                    <a:pt x="1328952" y="2322261"/>
                  </a:lnTo>
                  <a:lnTo>
                    <a:pt x="1320632" y="2315091"/>
                  </a:lnTo>
                  <a:lnTo>
                    <a:pt x="1314772" y="2312716"/>
                  </a:lnTo>
                  <a:lnTo>
                    <a:pt x="1310209" y="2308182"/>
                  </a:lnTo>
                  <a:lnTo>
                    <a:pt x="1304685" y="2306347"/>
                  </a:lnTo>
                  <a:lnTo>
                    <a:pt x="1299972" y="2306817"/>
                  </a:lnTo>
                  <a:lnTo>
                    <a:pt x="1291993" y="2304175"/>
                  </a:lnTo>
                  <a:lnTo>
                    <a:pt x="1291466" y="2298009"/>
                  </a:lnTo>
                  <a:lnTo>
                    <a:pt x="1289254" y="2293392"/>
                  </a:lnTo>
                  <a:lnTo>
                    <a:pt x="1283011" y="2287943"/>
                  </a:lnTo>
                  <a:lnTo>
                    <a:pt x="1253183" y="2277649"/>
                  </a:lnTo>
                  <a:lnTo>
                    <a:pt x="1253002" y="2281910"/>
                  </a:lnTo>
                  <a:lnTo>
                    <a:pt x="1255069" y="2285117"/>
                  </a:lnTo>
                  <a:lnTo>
                    <a:pt x="1259353" y="2287251"/>
                  </a:lnTo>
                  <a:lnTo>
                    <a:pt x="1264480" y="2291404"/>
                  </a:lnTo>
                  <a:lnTo>
                    <a:pt x="1264433" y="2303705"/>
                  </a:lnTo>
                  <a:lnTo>
                    <a:pt x="1262216" y="2308912"/>
                  </a:lnTo>
                  <a:lnTo>
                    <a:pt x="1261265" y="2316330"/>
                  </a:lnTo>
                  <a:lnTo>
                    <a:pt x="1259291" y="2323868"/>
                  </a:lnTo>
                  <a:lnTo>
                    <a:pt x="1255643" y="2329811"/>
                  </a:lnTo>
                  <a:lnTo>
                    <a:pt x="1247499" y="2333863"/>
                  </a:lnTo>
                  <a:lnTo>
                    <a:pt x="1243907" y="2330472"/>
                  </a:lnTo>
                  <a:lnTo>
                    <a:pt x="1238099" y="2314240"/>
                  </a:lnTo>
                  <a:lnTo>
                    <a:pt x="1229887" y="2309128"/>
                  </a:lnTo>
                  <a:lnTo>
                    <a:pt x="1216839" y="2308525"/>
                  </a:lnTo>
                  <a:lnTo>
                    <a:pt x="1207976" y="2312195"/>
                  </a:lnTo>
                  <a:lnTo>
                    <a:pt x="1198317" y="2327919"/>
                  </a:lnTo>
                  <a:lnTo>
                    <a:pt x="1190535" y="2330491"/>
                  </a:lnTo>
                  <a:lnTo>
                    <a:pt x="1163895" y="2322343"/>
                  </a:lnTo>
                  <a:lnTo>
                    <a:pt x="1133478" y="2309928"/>
                  </a:lnTo>
                  <a:lnTo>
                    <a:pt x="1134263" y="2305794"/>
                  </a:lnTo>
                  <a:lnTo>
                    <a:pt x="1139049" y="2304467"/>
                  </a:lnTo>
                  <a:lnTo>
                    <a:pt x="1148227" y="2306163"/>
                  </a:lnTo>
                  <a:lnTo>
                    <a:pt x="1147741" y="2301902"/>
                  </a:lnTo>
                  <a:lnTo>
                    <a:pt x="1138361" y="2288032"/>
                  </a:lnTo>
                  <a:lnTo>
                    <a:pt x="1136641" y="2281771"/>
                  </a:lnTo>
                  <a:lnTo>
                    <a:pt x="1137850" y="2274131"/>
                  </a:lnTo>
                  <a:lnTo>
                    <a:pt x="1134791" y="2274303"/>
                  </a:lnTo>
                  <a:lnTo>
                    <a:pt x="1129158" y="2280717"/>
                  </a:lnTo>
                  <a:lnTo>
                    <a:pt x="1109763" y="2275281"/>
                  </a:lnTo>
                  <a:lnTo>
                    <a:pt x="1104410" y="2268784"/>
                  </a:lnTo>
                  <a:lnTo>
                    <a:pt x="1093015" y="2250476"/>
                  </a:lnTo>
                  <a:lnTo>
                    <a:pt x="1076933" y="2249879"/>
                  </a:lnTo>
                  <a:lnTo>
                    <a:pt x="1069657" y="2238779"/>
                  </a:lnTo>
                  <a:lnTo>
                    <a:pt x="1056515" y="2243427"/>
                  </a:lnTo>
                  <a:lnTo>
                    <a:pt x="1049859" y="2248571"/>
                  </a:lnTo>
                  <a:lnTo>
                    <a:pt x="1044009" y="2256541"/>
                  </a:lnTo>
                  <a:lnTo>
                    <a:pt x="1046288" y="2260675"/>
                  </a:lnTo>
                  <a:lnTo>
                    <a:pt x="1052117" y="2267241"/>
                  </a:lnTo>
                  <a:lnTo>
                    <a:pt x="1049456" y="2270410"/>
                  </a:lnTo>
                  <a:lnTo>
                    <a:pt x="1030744" y="2275090"/>
                  </a:lnTo>
                  <a:lnTo>
                    <a:pt x="987304" y="2269857"/>
                  </a:lnTo>
                  <a:lnTo>
                    <a:pt x="974601" y="2264968"/>
                  </a:lnTo>
                  <a:lnTo>
                    <a:pt x="957553" y="2254629"/>
                  </a:lnTo>
                  <a:lnTo>
                    <a:pt x="933921" y="2246202"/>
                  </a:lnTo>
                  <a:lnTo>
                    <a:pt x="922542" y="2244843"/>
                  </a:lnTo>
                  <a:lnTo>
                    <a:pt x="911400" y="2246513"/>
                  </a:lnTo>
                  <a:lnTo>
                    <a:pt x="878978" y="2247377"/>
                  </a:lnTo>
                  <a:lnTo>
                    <a:pt x="871454" y="2249619"/>
                  </a:lnTo>
                  <a:lnTo>
                    <a:pt x="865046" y="2253200"/>
                  </a:lnTo>
                  <a:lnTo>
                    <a:pt x="860891" y="2249238"/>
                  </a:lnTo>
                  <a:lnTo>
                    <a:pt x="858968" y="2242163"/>
                  </a:lnTo>
                  <a:lnTo>
                    <a:pt x="862731" y="2241014"/>
                  </a:lnTo>
                  <a:lnTo>
                    <a:pt x="866916" y="2236854"/>
                  </a:lnTo>
                  <a:lnTo>
                    <a:pt x="870694" y="2228631"/>
                  </a:lnTo>
                  <a:lnTo>
                    <a:pt x="871123" y="2223658"/>
                  </a:lnTo>
                  <a:lnTo>
                    <a:pt x="868482" y="2220413"/>
                  </a:lnTo>
                  <a:lnTo>
                    <a:pt x="863459" y="2220089"/>
                  </a:lnTo>
                  <a:lnTo>
                    <a:pt x="852364" y="2241516"/>
                  </a:lnTo>
                  <a:lnTo>
                    <a:pt x="858705" y="2253524"/>
                  </a:lnTo>
                  <a:lnTo>
                    <a:pt x="858271" y="2257855"/>
                  </a:lnTo>
                  <a:lnTo>
                    <a:pt x="836132" y="2260319"/>
                  </a:lnTo>
                  <a:lnTo>
                    <a:pt x="785881" y="2284495"/>
                  </a:lnTo>
                  <a:lnTo>
                    <a:pt x="766285" y="2297532"/>
                  </a:lnTo>
                  <a:lnTo>
                    <a:pt x="767288" y="2293144"/>
                  </a:lnTo>
                  <a:lnTo>
                    <a:pt x="790982" y="2276246"/>
                  </a:lnTo>
                  <a:lnTo>
                    <a:pt x="782615" y="2273661"/>
                  </a:lnTo>
                  <a:lnTo>
                    <a:pt x="769143" y="2277884"/>
                  </a:lnTo>
                  <a:lnTo>
                    <a:pt x="764311" y="2276259"/>
                  </a:lnTo>
                  <a:lnTo>
                    <a:pt x="770016" y="2262288"/>
                  </a:lnTo>
                  <a:lnTo>
                    <a:pt x="768156" y="2249968"/>
                  </a:lnTo>
                  <a:lnTo>
                    <a:pt x="758591" y="2249631"/>
                  </a:lnTo>
                  <a:lnTo>
                    <a:pt x="752498" y="2259468"/>
                  </a:lnTo>
                  <a:lnTo>
                    <a:pt x="748265" y="2259049"/>
                  </a:lnTo>
                  <a:lnTo>
                    <a:pt x="742720" y="2254832"/>
                  </a:lnTo>
                  <a:lnTo>
                    <a:pt x="738426" y="2256166"/>
                  </a:lnTo>
                  <a:lnTo>
                    <a:pt x="741604" y="2278456"/>
                  </a:lnTo>
                  <a:lnTo>
                    <a:pt x="747630" y="2287626"/>
                  </a:lnTo>
                  <a:lnTo>
                    <a:pt x="752668" y="2299317"/>
                  </a:lnTo>
                  <a:lnTo>
                    <a:pt x="738907" y="2313764"/>
                  </a:lnTo>
                  <a:lnTo>
                    <a:pt x="726127" y="2325684"/>
                  </a:lnTo>
                  <a:lnTo>
                    <a:pt x="724742" y="2337203"/>
                  </a:lnTo>
                  <a:lnTo>
                    <a:pt x="711900" y="2352209"/>
                  </a:lnTo>
                  <a:lnTo>
                    <a:pt x="699818" y="2360719"/>
                  </a:lnTo>
                  <a:lnTo>
                    <a:pt x="671432" y="2380723"/>
                  </a:lnTo>
                  <a:lnTo>
                    <a:pt x="663334" y="2385003"/>
                  </a:lnTo>
                  <a:lnTo>
                    <a:pt x="650523" y="2394287"/>
                  </a:lnTo>
                  <a:lnTo>
                    <a:pt x="632849" y="2401247"/>
                  </a:lnTo>
                  <a:lnTo>
                    <a:pt x="615904" y="2412297"/>
                  </a:lnTo>
                  <a:lnTo>
                    <a:pt x="610189" y="2413973"/>
                  </a:lnTo>
                  <a:lnTo>
                    <a:pt x="621010" y="2404619"/>
                  </a:lnTo>
                  <a:lnTo>
                    <a:pt x="633842" y="2395379"/>
                  </a:lnTo>
                  <a:lnTo>
                    <a:pt x="622834" y="2396643"/>
                  </a:lnTo>
                  <a:lnTo>
                    <a:pt x="605869" y="2392363"/>
                  </a:lnTo>
                  <a:lnTo>
                    <a:pt x="595487" y="2392115"/>
                  </a:lnTo>
                  <a:lnTo>
                    <a:pt x="595414" y="2395487"/>
                  </a:lnTo>
                  <a:lnTo>
                    <a:pt x="587518" y="2400250"/>
                  </a:lnTo>
                  <a:lnTo>
                    <a:pt x="579338" y="2393252"/>
                  </a:lnTo>
                  <a:lnTo>
                    <a:pt x="575772" y="2388546"/>
                  </a:lnTo>
                  <a:lnTo>
                    <a:pt x="574082" y="2384482"/>
                  </a:lnTo>
                  <a:lnTo>
                    <a:pt x="570609" y="2383498"/>
                  </a:lnTo>
                  <a:lnTo>
                    <a:pt x="567271" y="2385384"/>
                  </a:lnTo>
                  <a:lnTo>
                    <a:pt x="579482" y="2414005"/>
                  </a:lnTo>
                  <a:lnTo>
                    <a:pt x="584686" y="2415243"/>
                  </a:lnTo>
                  <a:lnTo>
                    <a:pt x="590443" y="2418088"/>
                  </a:lnTo>
                  <a:lnTo>
                    <a:pt x="583275" y="2424756"/>
                  </a:lnTo>
                  <a:lnTo>
                    <a:pt x="575560" y="2429817"/>
                  </a:lnTo>
                  <a:lnTo>
                    <a:pt x="563426" y="2433177"/>
                  </a:lnTo>
                  <a:lnTo>
                    <a:pt x="553142" y="2422730"/>
                  </a:lnTo>
                  <a:lnTo>
                    <a:pt x="550915" y="2435838"/>
                  </a:lnTo>
                  <a:lnTo>
                    <a:pt x="549613" y="2448926"/>
                  </a:lnTo>
                  <a:lnTo>
                    <a:pt x="546161" y="2452285"/>
                  </a:lnTo>
                  <a:lnTo>
                    <a:pt x="540647" y="2457073"/>
                  </a:lnTo>
                  <a:lnTo>
                    <a:pt x="537655" y="2453460"/>
                  </a:lnTo>
                  <a:lnTo>
                    <a:pt x="536234" y="2448399"/>
                  </a:lnTo>
                  <a:lnTo>
                    <a:pt x="532704" y="2452914"/>
                  </a:lnTo>
                  <a:lnTo>
                    <a:pt x="527536" y="2456305"/>
                  </a:lnTo>
                  <a:lnTo>
                    <a:pt x="519010" y="2456984"/>
                  </a:lnTo>
                  <a:lnTo>
                    <a:pt x="512612" y="2458794"/>
                  </a:lnTo>
                  <a:lnTo>
                    <a:pt x="512762" y="2464217"/>
                  </a:lnTo>
                  <a:lnTo>
                    <a:pt x="514224" y="2469666"/>
                  </a:lnTo>
                  <a:lnTo>
                    <a:pt x="525542" y="2465361"/>
                  </a:lnTo>
                  <a:lnTo>
                    <a:pt x="521438" y="2479376"/>
                  </a:lnTo>
                  <a:lnTo>
                    <a:pt x="511031" y="2493226"/>
                  </a:lnTo>
                  <a:lnTo>
                    <a:pt x="502550" y="2496497"/>
                  </a:lnTo>
                  <a:lnTo>
                    <a:pt x="489579" y="2494471"/>
                  </a:lnTo>
                  <a:lnTo>
                    <a:pt x="486375" y="2495861"/>
                  </a:lnTo>
                  <a:lnTo>
                    <a:pt x="483507" y="2498738"/>
                  </a:lnTo>
                  <a:lnTo>
                    <a:pt x="498618" y="2520406"/>
                  </a:lnTo>
                  <a:lnTo>
                    <a:pt x="488908" y="2553085"/>
                  </a:lnTo>
                  <a:lnTo>
                    <a:pt x="482701" y="2564928"/>
                  </a:lnTo>
                  <a:lnTo>
                    <a:pt x="478396" y="2566446"/>
                  </a:lnTo>
                  <a:lnTo>
                    <a:pt x="473730" y="2566789"/>
                  </a:lnTo>
                  <a:lnTo>
                    <a:pt x="456981" y="2556260"/>
                  </a:lnTo>
                  <a:lnTo>
                    <a:pt x="447845" y="2548119"/>
                  </a:lnTo>
                  <a:lnTo>
                    <a:pt x="455896" y="2570275"/>
                  </a:lnTo>
                  <a:lnTo>
                    <a:pt x="477833" y="2576746"/>
                  </a:lnTo>
                  <a:lnTo>
                    <a:pt x="478955" y="2585129"/>
                  </a:lnTo>
                  <a:lnTo>
                    <a:pt x="478831" y="2592292"/>
                  </a:lnTo>
                  <a:lnTo>
                    <a:pt x="474510" y="2600700"/>
                  </a:lnTo>
                  <a:lnTo>
                    <a:pt x="470469" y="2611870"/>
                  </a:lnTo>
                  <a:lnTo>
                    <a:pt x="473451" y="2619650"/>
                  </a:lnTo>
                  <a:lnTo>
                    <a:pt x="476913" y="2638885"/>
                  </a:lnTo>
                  <a:lnTo>
                    <a:pt x="479874" y="2647712"/>
                  </a:lnTo>
                  <a:lnTo>
                    <a:pt x="483130" y="2674492"/>
                  </a:lnTo>
                  <a:lnTo>
                    <a:pt x="486592" y="2686106"/>
                  </a:lnTo>
                  <a:lnTo>
                    <a:pt x="506535" y="2728851"/>
                  </a:lnTo>
                  <a:lnTo>
                    <a:pt x="513258" y="2729181"/>
                  </a:lnTo>
                  <a:lnTo>
                    <a:pt x="514338" y="2733811"/>
                  </a:lnTo>
                  <a:lnTo>
                    <a:pt x="513697" y="2742688"/>
                  </a:lnTo>
                  <a:lnTo>
                    <a:pt x="499352" y="2745273"/>
                  </a:lnTo>
                  <a:lnTo>
                    <a:pt x="493331" y="2749229"/>
                  </a:lnTo>
                  <a:lnTo>
                    <a:pt x="492158" y="2752665"/>
                  </a:lnTo>
                  <a:lnTo>
                    <a:pt x="491269" y="2754519"/>
                  </a:lnTo>
                  <a:lnTo>
                    <a:pt x="489419" y="2754348"/>
                  </a:lnTo>
                  <a:lnTo>
                    <a:pt x="482577" y="2751877"/>
                  </a:lnTo>
                  <a:lnTo>
                    <a:pt x="467022" y="2739735"/>
                  </a:lnTo>
                  <a:lnTo>
                    <a:pt x="444357" y="2732210"/>
                  </a:lnTo>
                  <a:lnTo>
                    <a:pt x="414575" y="2729295"/>
                  </a:lnTo>
                  <a:lnTo>
                    <a:pt x="394230" y="2723218"/>
                  </a:lnTo>
                  <a:lnTo>
                    <a:pt x="383321" y="2713959"/>
                  </a:lnTo>
                  <a:lnTo>
                    <a:pt x="371916" y="2708473"/>
                  </a:lnTo>
                  <a:lnTo>
                    <a:pt x="360019" y="2706745"/>
                  </a:lnTo>
                  <a:lnTo>
                    <a:pt x="350165" y="2701722"/>
                  </a:lnTo>
                  <a:lnTo>
                    <a:pt x="342351" y="2693403"/>
                  </a:lnTo>
                  <a:lnTo>
                    <a:pt x="330925" y="2688094"/>
                  </a:lnTo>
                  <a:lnTo>
                    <a:pt x="315887" y="2685789"/>
                  </a:lnTo>
                  <a:lnTo>
                    <a:pt x="306099" y="2679553"/>
                  </a:lnTo>
                  <a:lnTo>
                    <a:pt x="299293" y="2664306"/>
                  </a:lnTo>
                  <a:lnTo>
                    <a:pt x="299262" y="2664077"/>
                  </a:lnTo>
                  <a:lnTo>
                    <a:pt x="293170" y="2638586"/>
                  </a:lnTo>
                  <a:lnTo>
                    <a:pt x="285496" y="2622615"/>
                  </a:lnTo>
                  <a:lnTo>
                    <a:pt x="270561" y="2602853"/>
                  </a:lnTo>
                  <a:lnTo>
                    <a:pt x="269186" y="2600249"/>
                  </a:lnTo>
                  <a:lnTo>
                    <a:pt x="269062" y="2596998"/>
                  </a:lnTo>
                  <a:lnTo>
                    <a:pt x="270912" y="2585497"/>
                  </a:lnTo>
                  <a:lnTo>
                    <a:pt x="269336" y="2577229"/>
                  </a:lnTo>
                  <a:lnTo>
                    <a:pt x="264608" y="2570491"/>
                  </a:lnTo>
                  <a:lnTo>
                    <a:pt x="263522" y="2563360"/>
                  </a:lnTo>
                  <a:lnTo>
                    <a:pt x="266086" y="2555854"/>
                  </a:lnTo>
                  <a:lnTo>
                    <a:pt x="266251" y="2546836"/>
                  </a:lnTo>
                  <a:lnTo>
                    <a:pt x="264024" y="2536307"/>
                  </a:lnTo>
                  <a:lnTo>
                    <a:pt x="254500" y="2524921"/>
                  </a:lnTo>
                  <a:lnTo>
                    <a:pt x="237679" y="2512690"/>
                  </a:lnTo>
                  <a:lnTo>
                    <a:pt x="223349" y="2494826"/>
                  </a:lnTo>
                  <a:lnTo>
                    <a:pt x="211520" y="2471343"/>
                  </a:lnTo>
                  <a:lnTo>
                    <a:pt x="199820" y="2455073"/>
                  </a:lnTo>
                  <a:lnTo>
                    <a:pt x="188249" y="2446011"/>
                  </a:lnTo>
                  <a:lnTo>
                    <a:pt x="180338" y="2434949"/>
                  </a:lnTo>
                  <a:lnTo>
                    <a:pt x="176079" y="2421886"/>
                  </a:lnTo>
                  <a:lnTo>
                    <a:pt x="174824" y="2414303"/>
                  </a:lnTo>
                  <a:lnTo>
                    <a:pt x="176560" y="2412208"/>
                  </a:lnTo>
                  <a:lnTo>
                    <a:pt x="169449" y="2397684"/>
                  </a:lnTo>
                  <a:lnTo>
                    <a:pt x="153491" y="2370746"/>
                  </a:lnTo>
                  <a:lnTo>
                    <a:pt x="144324" y="2351047"/>
                  </a:lnTo>
                  <a:lnTo>
                    <a:pt x="141962" y="2338594"/>
                  </a:lnTo>
                  <a:lnTo>
                    <a:pt x="131807" y="2323772"/>
                  </a:lnTo>
                  <a:lnTo>
                    <a:pt x="113865" y="2306582"/>
                  </a:lnTo>
                  <a:lnTo>
                    <a:pt x="104108" y="2295399"/>
                  </a:lnTo>
                  <a:lnTo>
                    <a:pt x="101711" y="2287632"/>
                  </a:lnTo>
                  <a:lnTo>
                    <a:pt x="73712" y="2265044"/>
                  </a:lnTo>
                  <a:lnTo>
                    <a:pt x="65578" y="2250933"/>
                  </a:lnTo>
                  <a:lnTo>
                    <a:pt x="59227" y="2246475"/>
                  </a:lnTo>
                  <a:lnTo>
                    <a:pt x="51935" y="2246958"/>
                  </a:lnTo>
                  <a:lnTo>
                    <a:pt x="48194" y="2245605"/>
                  </a:lnTo>
                  <a:lnTo>
                    <a:pt x="48008" y="2242417"/>
                  </a:lnTo>
                  <a:lnTo>
                    <a:pt x="45646" y="2242265"/>
                  </a:lnTo>
                  <a:lnTo>
                    <a:pt x="41104" y="2245161"/>
                  </a:lnTo>
                  <a:lnTo>
                    <a:pt x="26210" y="2245745"/>
                  </a:lnTo>
                  <a:lnTo>
                    <a:pt x="961" y="2244024"/>
                  </a:lnTo>
                  <a:lnTo>
                    <a:pt x="0" y="2243821"/>
                  </a:lnTo>
                  <a:lnTo>
                    <a:pt x="0" y="0"/>
                  </a:lnTo>
                  <a:lnTo>
                    <a:pt x="1773799" y="0"/>
                  </a:lnTo>
                  <a:lnTo>
                    <a:pt x="1791779" y="9112"/>
                  </a:lnTo>
                  <a:lnTo>
                    <a:pt x="1812321" y="19521"/>
                  </a:lnTo>
                  <a:lnTo>
                    <a:pt x="1817499" y="36825"/>
                  </a:lnTo>
                  <a:lnTo>
                    <a:pt x="1822542" y="53673"/>
                  </a:lnTo>
                  <a:lnTo>
                    <a:pt x="1834568" y="65904"/>
                  </a:lnTo>
                  <a:lnTo>
                    <a:pt x="1845575" y="77074"/>
                  </a:lnTo>
                  <a:lnTo>
                    <a:pt x="1851947" y="76490"/>
                  </a:lnTo>
                  <a:lnTo>
                    <a:pt x="1858412" y="71772"/>
                  </a:lnTo>
                  <a:lnTo>
                    <a:pt x="1862515" y="69498"/>
                  </a:lnTo>
                  <a:lnTo>
                    <a:pt x="1869393" y="69123"/>
                  </a:lnTo>
                  <a:lnTo>
                    <a:pt x="1884690" y="65085"/>
                  </a:lnTo>
                  <a:lnTo>
                    <a:pt x="1889211" y="65967"/>
                  </a:lnTo>
                  <a:lnTo>
                    <a:pt x="1891780" y="67987"/>
                  </a:lnTo>
                  <a:lnTo>
                    <a:pt x="1891992" y="71149"/>
                  </a:lnTo>
                  <a:lnTo>
                    <a:pt x="1891470" y="73664"/>
                  </a:lnTo>
                  <a:lnTo>
                    <a:pt x="1889103" y="78713"/>
                  </a:lnTo>
                  <a:lnTo>
                    <a:pt x="1892839" y="88333"/>
                  </a:lnTo>
                  <a:lnTo>
                    <a:pt x="1893625" y="99021"/>
                  </a:lnTo>
                  <a:lnTo>
                    <a:pt x="1895676" y="107099"/>
                  </a:lnTo>
                  <a:lnTo>
                    <a:pt x="1901939" y="117437"/>
                  </a:lnTo>
                  <a:lnTo>
                    <a:pt x="1907381" y="125515"/>
                  </a:lnTo>
                  <a:lnTo>
                    <a:pt x="1914233" y="127077"/>
                  </a:lnTo>
                  <a:lnTo>
                    <a:pt x="1930093" y="122372"/>
                  </a:lnTo>
                  <a:lnTo>
                    <a:pt x="1940031" y="120593"/>
                  </a:lnTo>
                  <a:lnTo>
                    <a:pt x="1945674" y="121362"/>
                  </a:lnTo>
                  <a:lnTo>
                    <a:pt x="1955327" y="128925"/>
                  </a:lnTo>
                  <a:lnTo>
                    <a:pt x="1960050" y="133472"/>
                  </a:lnTo>
                  <a:lnTo>
                    <a:pt x="1961177" y="137250"/>
                  </a:lnTo>
                  <a:lnTo>
                    <a:pt x="1948139" y="160340"/>
                  </a:lnTo>
                  <a:lnTo>
                    <a:pt x="1968815" y="171797"/>
                  </a:lnTo>
                  <a:lnTo>
                    <a:pt x="1991889" y="184320"/>
                  </a:lnTo>
                  <a:lnTo>
                    <a:pt x="2019402" y="199249"/>
                  </a:lnTo>
                  <a:lnTo>
                    <a:pt x="2036223" y="208388"/>
                  </a:lnTo>
                  <a:lnTo>
                    <a:pt x="2058377" y="221438"/>
                  </a:lnTo>
                  <a:lnTo>
                    <a:pt x="2062170" y="240032"/>
                  </a:lnTo>
                  <a:lnTo>
                    <a:pt x="2065364" y="255723"/>
                  </a:lnTo>
                  <a:lnTo>
                    <a:pt x="2069436" y="277600"/>
                  </a:lnTo>
                  <a:lnTo>
                    <a:pt x="2073585" y="299916"/>
                  </a:lnTo>
                  <a:lnTo>
                    <a:pt x="2077725" y="322148"/>
                  </a:lnTo>
                  <a:lnTo>
                    <a:pt x="2082112" y="345746"/>
                  </a:lnTo>
                  <a:lnTo>
                    <a:pt x="2086934" y="371669"/>
                  </a:lnTo>
                  <a:lnTo>
                    <a:pt x="2091218" y="394676"/>
                  </a:lnTo>
                  <a:lnTo>
                    <a:pt x="2095894" y="419792"/>
                  </a:lnTo>
                  <a:lnTo>
                    <a:pt x="2102111" y="452477"/>
                  </a:lnTo>
                  <a:lnTo>
                    <a:pt x="2096551" y="465070"/>
                  </a:lnTo>
                  <a:lnTo>
                    <a:pt x="2084443" y="492491"/>
                  </a:lnTo>
                  <a:lnTo>
                    <a:pt x="2073498" y="517277"/>
                  </a:lnTo>
                  <a:lnTo>
                    <a:pt x="2072541" y="524465"/>
                  </a:lnTo>
                  <a:lnTo>
                    <a:pt x="2065017" y="560606"/>
                  </a:lnTo>
                  <a:lnTo>
                    <a:pt x="2058987" y="575535"/>
                  </a:lnTo>
                  <a:lnTo>
                    <a:pt x="2048424" y="584204"/>
                  </a:lnTo>
                  <a:lnTo>
                    <a:pt x="2037938" y="592605"/>
                  </a:lnTo>
                  <a:lnTo>
                    <a:pt x="2024859" y="606684"/>
                  </a:lnTo>
                  <a:lnTo>
                    <a:pt x="2010472" y="613638"/>
                  </a:lnTo>
                  <a:lnTo>
                    <a:pt x="2003123" y="617727"/>
                  </a:lnTo>
                  <a:lnTo>
                    <a:pt x="1999273" y="624179"/>
                  </a:lnTo>
                  <a:lnTo>
                    <a:pt x="1995026" y="638322"/>
                  </a:lnTo>
                  <a:lnTo>
                    <a:pt x="1995842" y="659919"/>
                  </a:lnTo>
                  <a:lnTo>
                    <a:pt x="2007692" y="678507"/>
                  </a:lnTo>
                  <a:lnTo>
                    <a:pt x="2025024" y="688902"/>
                  </a:lnTo>
                  <a:lnTo>
                    <a:pt x="2043669" y="699025"/>
                  </a:lnTo>
                  <a:lnTo>
                    <a:pt x="2070232" y="699069"/>
                  </a:lnTo>
                  <a:lnTo>
                    <a:pt x="2094122" y="685562"/>
                  </a:lnTo>
                  <a:lnTo>
                    <a:pt x="2119433" y="671255"/>
                  </a:lnTo>
                  <a:lnTo>
                    <a:pt x="2142001" y="658497"/>
                  </a:lnTo>
                  <a:lnTo>
                    <a:pt x="2168842" y="643326"/>
                  </a:lnTo>
                  <a:lnTo>
                    <a:pt x="2193151" y="629577"/>
                  </a:lnTo>
                  <a:lnTo>
                    <a:pt x="2219548" y="624637"/>
                  </a:lnTo>
                  <a:lnTo>
                    <a:pt x="2256125" y="617797"/>
                  </a:lnTo>
                  <a:lnTo>
                    <a:pt x="2302169" y="609180"/>
                  </a:lnTo>
                  <a:lnTo>
                    <a:pt x="2324587" y="599368"/>
                  </a:lnTo>
                  <a:lnTo>
                    <a:pt x="2353557" y="586687"/>
                  </a:lnTo>
                  <a:lnTo>
                    <a:pt x="2386977" y="572055"/>
                  </a:lnTo>
                  <a:lnTo>
                    <a:pt x="2415818" y="559431"/>
                  </a:lnTo>
                  <a:lnTo>
                    <a:pt x="2430319" y="552433"/>
                  </a:lnTo>
                  <a:lnTo>
                    <a:pt x="2440633" y="544450"/>
                  </a:lnTo>
                  <a:lnTo>
                    <a:pt x="2443191" y="538544"/>
                  </a:lnTo>
                  <a:lnTo>
                    <a:pt x="2442582" y="535153"/>
                  </a:lnTo>
                  <a:lnTo>
                    <a:pt x="2439920" y="531756"/>
                  </a:lnTo>
                  <a:lnTo>
                    <a:pt x="2436241" y="529247"/>
                  </a:lnTo>
                  <a:lnTo>
                    <a:pt x="2432970" y="527114"/>
                  </a:lnTo>
                  <a:lnTo>
                    <a:pt x="2431435" y="524472"/>
                  </a:lnTo>
                  <a:lnTo>
                    <a:pt x="2431130" y="518693"/>
                  </a:lnTo>
                  <a:lnTo>
                    <a:pt x="2429125" y="515372"/>
                  </a:lnTo>
                  <a:lnTo>
                    <a:pt x="2427213" y="512927"/>
                  </a:lnTo>
                  <a:lnTo>
                    <a:pt x="2427936" y="490561"/>
                  </a:lnTo>
                  <a:lnTo>
                    <a:pt x="2425414" y="483626"/>
                  </a:lnTo>
                  <a:lnTo>
                    <a:pt x="2416014" y="466048"/>
                  </a:lnTo>
                  <a:lnTo>
                    <a:pt x="2433941" y="458167"/>
                  </a:lnTo>
                  <a:lnTo>
                    <a:pt x="2450550" y="450858"/>
                  </a:lnTo>
                  <a:lnTo>
                    <a:pt x="2463795" y="445448"/>
                  </a:lnTo>
                  <a:lnTo>
                    <a:pt x="2491541" y="444597"/>
                  </a:lnTo>
                  <a:lnTo>
                    <a:pt x="2517307" y="444705"/>
                  </a:lnTo>
                  <a:lnTo>
                    <a:pt x="2552820" y="444851"/>
                  </a:lnTo>
                  <a:lnTo>
                    <a:pt x="2582741" y="444971"/>
                  </a:lnTo>
                  <a:lnTo>
                    <a:pt x="2617649" y="445117"/>
                  </a:lnTo>
                  <a:lnTo>
                    <a:pt x="2638113" y="445200"/>
                  </a:lnTo>
                  <a:lnTo>
                    <a:pt x="2664928" y="444946"/>
                  </a:lnTo>
                  <a:lnTo>
                    <a:pt x="2677997" y="424656"/>
                  </a:lnTo>
                  <a:lnTo>
                    <a:pt x="2689676" y="406513"/>
                  </a:lnTo>
                  <a:lnTo>
                    <a:pt x="2702539" y="389177"/>
                  </a:lnTo>
                  <a:lnTo>
                    <a:pt x="2725406" y="368824"/>
                  </a:lnTo>
                  <a:lnTo>
                    <a:pt x="2732047" y="365166"/>
                  </a:lnTo>
                  <a:lnTo>
                    <a:pt x="2735710" y="357139"/>
                  </a:lnTo>
                  <a:lnTo>
                    <a:pt x="2749570" y="349512"/>
                  </a:lnTo>
                  <a:lnTo>
                    <a:pt x="2764841" y="342438"/>
                  </a:lnTo>
                  <a:lnTo>
                    <a:pt x="2770830" y="335802"/>
                  </a:lnTo>
                  <a:lnTo>
                    <a:pt x="2773729" y="332023"/>
                  </a:lnTo>
                  <a:lnTo>
                    <a:pt x="2815076" y="296232"/>
                  </a:lnTo>
                  <a:lnTo>
                    <a:pt x="2838559" y="279702"/>
                  </a:lnTo>
                  <a:lnTo>
                    <a:pt x="2857953" y="270501"/>
                  </a:lnTo>
                  <a:lnTo>
                    <a:pt x="2872717" y="266106"/>
                  </a:lnTo>
                  <a:lnTo>
                    <a:pt x="2882686" y="266735"/>
                  </a:lnTo>
                  <a:lnTo>
                    <a:pt x="2888355" y="2661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8" name="pg3868"/>
            <p:cNvSpPr/>
            <p:nvPr/>
          </p:nvSpPr>
          <p:spPr>
            <a:xfrm>
              <a:off x="5359282" y="3307053"/>
              <a:ext cx="225302" cy="75760"/>
            </a:xfrm>
            <a:custGeom>
              <a:avLst/>
              <a:gdLst/>
              <a:ahLst/>
              <a:cxnLst/>
              <a:rect l="0" t="0" r="0" b="0"/>
              <a:pathLst>
                <a:path w="225302" h="75760">
                  <a:moveTo>
                    <a:pt x="153584" y="30132"/>
                  </a:moveTo>
                  <a:lnTo>
                    <a:pt x="160385" y="30983"/>
                  </a:lnTo>
                  <a:lnTo>
                    <a:pt x="166235" y="28513"/>
                  </a:lnTo>
                  <a:lnTo>
                    <a:pt x="171775" y="23521"/>
                  </a:lnTo>
                  <a:lnTo>
                    <a:pt x="184637" y="16771"/>
                  </a:lnTo>
                  <a:lnTo>
                    <a:pt x="195598" y="13818"/>
                  </a:lnTo>
                  <a:lnTo>
                    <a:pt x="199050" y="13208"/>
                  </a:lnTo>
                  <a:lnTo>
                    <a:pt x="204275" y="17946"/>
                  </a:lnTo>
                  <a:lnTo>
                    <a:pt x="214641" y="14142"/>
                  </a:lnTo>
                  <a:lnTo>
                    <a:pt x="225302" y="12008"/>
                  </a:lnTo>
                  <a:lnTo>
                    <a:pt x="179185" y="33669"/>
                  </a:lnTo>
                  <a:lnTo>
                    <a:pt x="169754" y="36108"/>
                  </a:lnTo>
                  <a:lnTo>
                    <a:pt x="156261" y="42560"/>
                  </a:lnTo>
                  <a:lnTo>
                    <a:pt x="143507" y="47132"/>
                  </a:lnTo>
                  <a:lnTo>
                    <a:pt x="134324" y="48796"/>
                  </a:lnTo>
                  <a:lnTo>
                    <a:pt x="88662" y="64875"/>
                  </a:lnTo>
                  <a:lnTo>
                    <a:pt x="85040" y="65224"/>
                  </a:lnTo>
                  <a:lnTo>
                    <a:pt x="81122" y="63656"/>
                  </a:lnTo>
                  <a:lnTo>
                    <a:pt x="43512" y="71937"/>
                  </a:lnTo>
                  <a:lnTo>
                    <a:pt x="28076" y="72870"/>
                  </a:lnTo>
                  <a:lnTo>
                    <a:pt x="14020" y="75760"/>
                  </a:lnTo>
                  <a:lnTo>
                    <a:pt x="24417" y="69092"/>
                  </a:lnTo>
                  <a:lnTo>
                    <a:pt x="24644" y="66596"/>
                  </a:lnTo>
                  <a:lnTo>
                    <a:pt x="22159" y="64646"/>
                  </a:lnTo>
                  <a:lnTo>
                    <a:pt x="16598" y="65212"/>
                  </a:lnTo>
                  <a:lnTo>
                    <a:pt x="10903" y="72076"/>
                  </a:lnTo>
                  <a:lnTo>
                    <a:pt x="1813" y="74369"/>
                  </a:lnTo>
                  <a:lnTo>
                    <a:pt x="0" y="66895"/>
                  </a:lnTo>
                  <a:lnTo>
                    <a:pt x="3033" y="61109"/>
                  </a:lnTo>
                  <a:lnTo>
                    <a:pt x="7141" y="55623"/>
                  </a:lnTo>
                  <a:lnTo>
                    <a:pt x="16169" y="46999"/>
                  </a:lnTo>
                  <a:lnTo>
                    <a:pt x="29083" y="41531"/>
                  </a:lnTo>
                  <a:lnTo>
                    <a:pt x="35646" y="36806"/>
                  </a:lnTo>
                  <a:lnTo>
                    <a:pt x="40194" y="40966"/>
                  </a:lnTo>
                  <a:lnTo>
                    <a:pt x="41191" y="35346"/>
                  </a:lnTo>
                  <a:lnTo>
                    <a:pt x="44690" y="32101"/>
                  </a:lnTo>
                  <a:lnTo>
                    <a:pt x="48493" y="30354"/>
                  </a:lnTo>
                  <a:lnTo>
                    <a:pt x="57640" y="30310"/>
                  </a:lnTo>
                  <a:lnTo>
                    <a:pt x="62565" y="29427"/>
                  </a:lnTo>
                  <a:lnTo>
                    <a:pt x="66126" y="27560"/>
                  </a:lnTo>
                  <a:lnTo>
                    <a:pt x="69779" y="27211"/>
                  </a:lnTo>
                  <a:lnTo>
                    <a:pt x="79784" y="29757"/>
                  </a:lnTo>
                  <a:lnTo>
                    <a:pt x="89556" y="29027"/>
                  </a:lnTo>
                  <a:lnTo>
                    <a:pt x="97447" y="25509"/>
                  </a:lnTo>
                  <a:lnTo>
                    <a:pt x="105648" y="24328"/>
                  </a:lnTo>
                  <a:lnTo>
                    <a:pt x="127343" y="23534"/>
                  </a:lnTo>
                  <a:lnTo>
                    <a:pt x="148902" y="20962"/>
                  </a:lnTo>
                  <a:lnTo>
                    <a:pt x="157522" y="16390"/>
                  </a:lnTo>
                  <a:lnTo>
                    <a:pt x="175630" y="3575"/>
                  </a:lnTo>
                  <a:lnTo>
                    <a:pt x="186048" y="0"/>
                  </a:lnTo>
                  <a:lnTo>
                    <a:pt x="169826" y="14891"/>
                  </a:lnTo>
                  <a:lnTo>
                    <a:pt x="161108" y="217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9" name="pg3869"/>
            <p:cNvSpPr/>
            <p:nvPr/>
          </p:nvSpPr>
          <p:spPr>
            <a:xfrm>
              <a:off x="5954108" y="2877417"/>
              <a:ext cx="23756" cy="26893"/>
            </a:xfrm>
            <a:custGeom>
              <a:avLst/>
              <a:gdLst/>
              <a:ahLst/>
              <a:cxnLst/>
              <a:rect l="0" t="0" r="0" b="0"/>
              <a:pathLst>
                <a:path w="23756" h="26893">
                  <a:moveTo>
                    <a:pt x="17596" y="18663"/>
                  </a:moveTo>
                  <a:lnTo>
                    <a:pt x="10841" y="17558"/>
                  </a:lnTo>
                  <a:lnTo>
                    <a:pt x="10981" y="24423"/>
                  </a:lnTo>
                  <a:lnTo>
                    <a:pt x="10226" y="26893"/>
                  </a:lnTo>
                  <a:lnTo>
                    <a:pt x="2744" y="23363"/>
                  </a:lnTo>
                  <a:lnTo>
                    <a:pt x="0" y="21089"/>
                  </a:lnTo>
                  <a:lnTo>
                    <a:pt x="237" y="11995"/>
                  </a:lnTo>
                  <a:lnTo>
                    <a:pt x="6847" y="3397"/>
                  </a:lnTo>
                  <a:lnTo>
                    <a:pt x="11885" y="0"/>
                  </a:lnTo>
                  <a:lnTo>
                    <a:pt x="18381" y="2355"/>
                  </a:lnTo>
                  <a:lnTo>
                    <a:pt x="23368" y="11983"/>
                  </a:lnTo>
                  <a:lnTo>
                    <a:pt x="23756" y="1612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0" name="pg3870"/>
            <p:cNvSpPr/>
            <p:nvPr/>
          </p:nvSpPr>
          <p:spPr>
            <a:xfrm>
              <a:off x="5337706" y="3371376"/>
              <a:ext cx="17833" cy="18174"/>
            </a:xfrm>
            <a:custGeom>
              <a:avLst/>
              <a:gdLst/>
              <a:ahLst/>
              <a:cxnLst/>
              <a:rect l="0" t="0" r="0" b="0"/>
              <a:pathLst>
                <a:path w="17833" h="18174">
                  <a:moveTo>
                    <a:pt x="0" y="18174"/>
                  </a:moveTo>
                  <a:lnTo>
                    <a:pt x="5048" y="5702"/>
                  </a:lnTo>
                  <a:lnTo>
                    <a:pt x="14330" y="0"/>
                  </a:lnTo>
                  <a:lnTo>
                    <a:pt x="17689" y="1187"/>
                  </a:lnTo>
                  <a:lnTo>
                    <a:pt x="17833" y="5594"/>
                  </a:lnTo>
                  <a:lnTo>
                    <a:pt x="16531" y="9360"/>
                  </a:lnTo>
                  <a:lnTo>
                    <a:pt x="10304" y="15164"/>
                  </a:lnTo>
                  <a:lnTo>
                    <a:pt x="5054" y="176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1" name="pg3871"/>
            <p:cNvSpPr/>
            <p:nvPr/>
          </p:nvSpPr>
          <p:spPr>
            <a:xfrm>
              <a:off x="5698253" y="3267490"/>
              <a:ext cx="33791" cy="16879"/>
            </a:xfrm>
            <a:custGeom>
              <a:avLst/>
              <a:gdLst/>
              <a:ahLst/>
              <a:cxnLst/>
              <a:rect l="0" t="0" r="0" b="0"/>
              <a:pathLst>
                <a:path w="33791" h="16879">
                  <a:moveTo>
                    <a:pt x="4645" y="16879"/>
                  </a:moveTo>
                  <a:lnTo>
                    <a:pt x="0" y="12776"/>
                  </a:lnTo>
                  <a:lnTo>
                    <a:pt x="7270" y="10878"/>
                  </a:lnTo>
                  <a:lnTo>
                    <a:pt x="16454" y="1130"/>
                  </a:lnTo>
                  <a:lnTo>
                    <a:pt x="22562" y="0"/>
                  </a:lnTo>
                  <a:lnTo>
                    <a:pt x="32158" y="5518"/>
                  </a:lnTo>
                  <a:lnTo>
                    <a:pt x="33791" y="1052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2" name="pg3872"/>
            <p:cNvSpPr/>
            <p:nvPr/>
          </p:nvSpPr>
          <p:spPr>
            <a:xfrm>
              <a:off x="5643532" y="3241859"/>
              <a:ext cx="12087" cy="24671"/>
            </a:xfrm>
            <a:custGeom>
              <a:avLst/>
              <a:gdLst/>
              <a:ahLst/>
              <a:cxnLst/>
              <a:rect l="0" t="0" r="0" b="0"/>
              <a:pathLst>
                <a:path w="12087" h="24671">
                  <a:moveTo>
                    <a:pt x="5855" y="24671"/>
                  </a:moveTo>
                  <a:lnTo>
                    <a:pt x="0" y="24048"/>
                  </a:lnTo>
                  <a:lnTo>
                    <a:pt x="2971" y="19248"/>
                  </a:lnTo>
                  <a:lnTo>
                    <a:pt x="4103" y="12199"/>
                  </a:lnTo>
                  <a:lnTo>
                    <a:pt x="6991" y="4457"/>
                  </a:lnTo>
                  <a:lnTo>
                    <a:pt x="8655" y="2089"/>
                  </a:lnTo>
                  <a:lnTo>
                    <a:pt x="12087" y="0"/>
                  </a:lnTo>
                  <a:lnTo>
                    <a:pt x="11095" y="211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3" name="pg3873"/>
            <p:cNvSpPr/>
            <p:nvPr/>
          </p:nvSpPr>
          <p:spPr>
            <a:xfrm>
              <a:off x="5761346" y="3275262"/>
              <a:ext cx="27001" cy="19248"/>
            </a:xfrm>
            <a:custGeom>
              <a:avLst/>
              <a:gdLst/>
              <a:ahLst/>
              <a:cxnLst/>
              <a:rect l="0" t="0" r="0" b="0"/>
              <a:pathLst>
                <a:path w="27001" h="19248">
                  <a:moveTo>
                    <a:pt x="18836" y="19248"/>
                  </a:moveTo>
                  <a:lnTo>
                    <a:pt x="0" y="14453"/>
                  </a:lnTo>
                  <a:lnTo>
                    <a:pt x="15498" y="10389"/>
                  </a:lnTo>
                  <a:lnTo>
                    <a:pt x="18030" y="8973"/>
                  </a:lnTo>
                  <a:lnTo>
                    <a:pt x="20050" y="2997"/>
                  </a:lnTo>
                  <a:lnTo>
                    <a:pt x="20303" y="0"/>
                  </a:lnTo>
                  <a:lnTo>
                    <a:pt x="26190" y="12853"/>
                  </a:lnTo>
                  <a:lnTo>
                    <a:pt x="27001" y="1715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4" name="pg3874"/>
            <p:cNvSpPr/>
            <p:nvPr/>
          </p:nvSpPr>
          <p:spPr>
            <a:xfrm>
              <a:off x="5180933" y="3984239"/>
              <a:ext cx="8624" cy="14377"/>
            </a:xfrm>
            <a:custGeom>
              <a:avLst/>
              <a:gdLst/>
              <a:ahLst/>
              <a:cxnLst/>
              <a:rect l="0" t="0" r="0" b="0"/>
              <a:pathLst>
                <a:path w="8624" h="14377">
                  <a:moveTo>
                    <a:pt x="7028" y="14377"/>
                  </a:moveTo>
                  <a:lnTo>
                    <a:pt x="0" y="0"/>
                  </a:lnTo>
                  <a:lnTo>
                    <a:pt x="7229" y="4648"/>
                  </a:lnTo>
                  <a:lnTo>
                    <a:pt x="8521" y="8515"/>
                  </a:lnTo>
                  <a:lnTo>
                    <a:pt x="8624" y="117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5" name="pg3875"/>
            <p:cNvSpPr/>
            <p:nvPr/>
          </p:nvSpPr>
          <p:spPr>
            <a:xfrm>
              <a:off x="5183801" y="4007259"/>
              <a:ext cx="24727" cy="72349"/>
            </a:xfrm>
            <a:custGeom>
              <a:avLst/>
              <a:gdLst/>
              <a:ahLst/>
              <a:cxnLst/>
              <a:rect l="0" t="0" r="0" b="0"/>
              <a:pathLst>
                <a:path w="24727" h="72349">
                  <a:moveTo>
                    <a:pt x="1250" y="72349"/>
                  </a:moveTo>
                  <a:lnTo>
                    <a:pt x="0" y="71213"/>
                  </a:lnTo>
                  <a:lnTo>
                    <a:pt x="16267" y="63796"/>
                  </a:lnTo>
                  <a:lnTo>
                    <a:pt x="21399" y="37670"/>
                  </a:lnTo>
                  <a:lnTo>
                    <a:pt x="22102" y="25623"/>
                  </a:lnTo>
                  <a:lnTo>
                    <a:pt x="19663" y="4388"/>
                  </a:lnTo>
                  <a:lnTo>
                    <a:pt x="19745" y="0"/>
                  </a:lnTo>
                  <a:lnTo>
                    <a:pt x="22391" y="6845"/>
                  </a:lnTo>
                  <a:lnTo>
                    <a:pt x="24727" y="26658"/>
                  </a:lnTo>
                  <a:lnTo>
                    <a:pt x="23849" y="41683"/>
                  </a:lnTo>
                  <a:lnTo>
                    <a:pt x="19130" y="63573"/>
                  </a:lnTo>
                  <a:lnTo>
                    <a:pt x="15446" y="6880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6" name="pg3876"/>
            <p:cNvSpPr/>
            <p:nvPr/>
          </p:nvSpPr>
          <p:spPr>
            <a:xfrm>
              <a:off x="5152676" y="4082556"/>
              <a:ext cx="21404" cy="9277"/>
            </a:xfrm>
            <a:custGeom>
              <a:avLst/>
              <a:gdLst/>
              <a:ahLst/>
              <a:cxnLst/>
              <a:rect l="0" t="0" r="0" b="0"/>
              <a:pathLst>
                <a:path w="21404" h="9277">
                  <a:moveTo>
                    <a:pt x="2170" y="9277"/>
                  </a:moveTo>
                  <a:lnTo>
                    <a:pt x="0" y="8725"/>
                  </a:lnTo>
                  <a:lnTo>
                    <a:pt x="12619" y="2089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7" name="pg3877"/>
            <p:cNvSpPr/>
            <p:nvPr/>
          </p:nvSpPr>
          <p:spPr>
            <a:xfrm>
              <a:off x="5095061" y="4115235"/>
              <a:ext cx="33993" cy="39982"/>
            </a:xfrm>
            <a:custGeom>
              <a:avLst/>
              <a:gdLst/>
              <a:ahLst/>
              <a:cxnLst/>
              <a:rect l="0" t="0" r="0" b="0"/>
              <a:pathLst>
                <a:path w="33993" h="39982">
                  <a:moveTo>
                    <a:pt x="0" y="39982"/>
                  </a:moveTo>
                  <a:lnTo>
                    <a:pt x="9689" y="23744"/>
                  </a:lnTo>
                  <a:lnTo>
                    <a:pt x="28825" y="3149"/>
                  </a:lnTo>
                  <a:lnTo>
                    <a:pt x="33993" y="0"/>
                  </a:lnTo>
                  <a:lnTo>
                    <a:pt x="18081" y="17590"/>
                  </a:lnTo>
                  <a:lnTo>
                    <a:pt x="2635" y="3848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8" name="pg3878"/>
            <p:cNvSpPr/>
            <p:nvPr/>
          </p:nvSpPr>
          <p:spPr>
            <a:xfrm>
              <a:off x="4494680" y="5206518"/>
              <a:ext cx="17373" cy="15672"/>
            </a:xfrm>
            <a:custGeom>
              <a:avLst/>
              <a:gdLst/>
              <a:ahLst/>
              <a:cxnLst/>
              <a:rect l="0" t="0" r="0" b="0"/>
              <a:pathLst>
                <a:path w="17373" h="15672">
                  <a:moveTo>
                    <a:pt x="13601" y="15672"/>
                  </a:moveTo>
                  <a:lnTo>
                    <a:pt x="5968" y="13183"/>
                  </a:lnTo>
                  <a:lnTo>
                    <a:pt x="1798" y="8725"/>
                  </a:lnTo>
                  <a:lnTo>
                    <a:pt x="0" y="0"/>
                  </a:lnTo>
                  <a:lnTo>
                    <a:pt x="6645" y="9239"/>
                  </a:lnTo>
                  <a:lnTo>
                    <a:pt x="9028" y="11329"/>
                  </a:lnTo>
                  <a:lnTo>
                    <a:pt x="17373" y="122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9" name="pg3879"/>
            <p:cNvSpPr/>
            <p:nvPr/>
          </p:nvSpPr>
          <p:spPr>
            <a:xfrm>
              <a:off x="4498091" y="5186660"/>
              <a:ext cx="9033" cy="26938"/>
            </a:xfrm>
            <a:custGeom>
              <a:avLst/>
              <a:gdLst/>
              <a:ahLst/>
              <a:cxnLst/>
              <a:rect l="0" t="0" r="0" b="0"/>
              <a:pathLst>
                <a:path w="9033" h="26938">
                  <a:moveTo>
                    <a:pt x="8883" y="26938"/>
                  </a:moveTo>
                  <a:lnTo>
                    <a:pt x="3550" y="14142"/>
                  </a:lnTo>
                  <a:lnTo>
                    <a:pt x="0" y="0"/>
                  </a:lnTo>
                  <a:lnTo>
                    <a:pt x="5079" y="4578"/>
                  </a:lnTo>
                  <a:lnTo>
                    <a:pt x="9033" y="19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0" name="pg3880"/>
            <p:cNvSpPr/>
            <p:nvPr/>
          </p:nvSpPr>
          <p:spPr>
            <a:xfrm>
              <a:off x="4666217" y="5362642"/>
              <a:ext cx="34236" cy="51158"/>
            </a:xfrm>
            <a:custGeom>
              <a:avLst/>
              <a:gdLst/>
              <a:ahLst/>
              <a:cxnLst/>
              <a:rect l="0" t="0" r="0" b="0"/>
              <a:pathLst>
                <a:path w="34236" h="51158">
                  <a:moveTo>
                    <a:pt x="0" y="51158"/>
                  </a:moveTo>
                  <a:lnTo>
                    <a:pt x="2330" y="45036"/>
                  </a:lnTo>
                  <a:lnTo>
                    <a:pt x="10531" y="31948"/>
                  </a:lnTo>
                  <a:lnTo>
                    <a:pt x="13182" y="25788"/>
                  </a:lnTo>
                  <a:lnTo>
                    <a:pt x="18722" y="21883"/>
                  </a:lnTo>
                  <a:lnTo>
                    <a:pt x="23880" y="14821"/>
                  </a:lnTo>
                  <a:lnTo>
                    <a:pt x="24267" y="6585"/>
                  </a:lnTo>
                  <a:lnTo>
                    <a:pt x="31760" y="825"/>
                  </a:lnTo>
                  <a:lnTo>
                    <a:pt x="34236" y="0"/>
                  </a:lnTo>
                  <a:lnTo>
                    <a:pt x="21032" y="267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1" name="pg3881"/>
            <p:cNvSpPr/>
            <p:nvPr/>
          </p:nvSpPr>
          <p:spPr>
            <a:xfrm>
              <a:off x="3456939" y="4803878"/>
              <a:ext cx="26706" cy="20480"/>
            </a:xfrm>
            <a:custGeom>
              <a:avLst/>
              <a:gdLst/>
              <a:ahLst/>
              <a:cxnLst/>
              <a:rect l="0" t="0" r="0" b="0"/>
              <a:pathLst>
                <a:path w="26706" h="20480">
                  <a:moveTo>
                    <a:pt x="18603" y="20480"/>
                  </a:moveTo>
                  <a:lnTo>
                    <a:pt x="1100" y="9214"/>
                  </a:lnTo>
                  <a:lnTo>
                    <a:pt x="0" y="4375"/>
                  </a:lnTo>
                  <a:lnTo>
                    <a:pt x="8635" y="0"/>
                  </a:lnTo>
                  <a:lnTo>
                    <a:pt x="13906" y="387"/>
                  </a:lnTo>
                  <a:lnTo>
                    <a:pt x="22241" y="6109"/>
                  </a:lnTo>
                  <a:lnTo>
                    <a:pt x="25290" y="7703"/>
                  </a:lnTo>
                  <a:lnTo>
                    <a:pt x="26706" y="10020"/>
                  </a:lnTo>
                  <a:lnTo>
                    <a:pt x="25900" y="13646"/>
                  </a:lnTo>
                  <a:lnTo>
                    <a:pt x="22536" y="18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2" name="pg3882"/>
            <p:cNvSpPr/>
            <p:nvPr/>
          </p:nvSpPr>
          <p:spPr>
            <a:xfrm>
              <a:off x="2924653" y="5000397"/>
              <a:ext cx="20774" cy="30399"/>
            </a:xfrm>
            <a:custGeom>
              <a:avLst/>
              <a:gdLst/>
              <a:ahLst/>
              <a:cxnLst/>
              <a:rect l="0" t="0" r="0" b="0"/>
              <a:pathLst>
                <a:path w="20774" h="30399">
                  <a:moveTo>
                    <a:pt x="0" y="30399"/>
                  </a:moveTo>
                  <a:lnTo>
                    <a:pt x="5121" y="19749"/>
                  </a:lnTo>
                  <a:lnTo>
                    <a:pt x="6072" y="15482"/>
                  </a:lnTo>
                  <a:lnTo>
                    <a:pt x="14469" y="2006"/>
                  </a:lnTo>
                  <a:lnTo>
                    <a:pt x="18903" y="0"/>
                  </a:lnTo>
                  <a:lnTo>
                    <a:pt x="20774" y="5734"/>
                  </a:lnTo>
                  <a:lnTo>
                    <a:pt x="12138" y="15202"/>
                  </a:lnTo>
                  <a:lnTo>
                    <a:pt x="2294" y="300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3" name="pg3883"/>
            <p:cNvSpPr/>
            <p:nvPr/>
          </p:nvSpPr>
          <p:spPr>
            <a:xfrm>
              <a:off x="2949515" y="4968054"/>
              <a:ext cx="42075" cy="30323"/>
            </a:xfrm>
            <a:custGeom>
              <a:avLst/>
              <a:gdLst/>
              <a:ahLst/>
              <a:cxnLst/>
              <a:rect l="0" t="0" r="0" b="0"/>
              <a:pathLst>
                <a:path w="42075" h="30323">
                  <a:moveTo>
                    <a:pt x="0" y="30323"/>
                  </a:moveTo>
                  <a:lnTo>
                    <a:pt x="4816" y="23299"/>
                  </a:lnTo>
                  <a:lnTo>
                    <a:pt x="12645" y="19756"/>
                  </a:lnTo>
                  <a:lnTo>
                    <a:pt x="29822" y="6261"/>
                  </a:lnTo>
                  <a:lnTo>
                    <a:pt x="36830" y="5334"/>
                  </a:lnTo>
                  <a:lnTo>
                    <a:pt x="40478" y="685"/>
                  </a:lnTo>
                  <a:lnTo>
                    <a:pt x="42075" y="0"/>
                  </a:lnTo>
                  <a:lnTo>
                    <a:pt x="41042" y="5696"/>
                  </a:lnTo>
                  <a:lnTo>
                    <a:pt x="27223" y="13786"/>
                  </a:lnTo>
                  <a:lnTo>
                    <a:pt x="3886" y="297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4" name="pg3884"/>
            <p:cNvSpPr/>
            <p:nvPr/>
          </p:nvSpPr>
          <p:spPr>
            <a:xfrm>
              <a:off x="2887740" y="5040830"/>
              <a:ext cx="34318" cy="75366"/>
            </a:xfrm>
            <a:custGeom>
              <a:avLst/>
              <a:gdLst/>
              <a:ahLst/>
              <a:cxnLst/>
              <a:rect l="0" t="0" r="0" b="0"/>
              <a:pathLst>
                <a:path w="34318" h="75366">
                  <a:moveTo>
                    <a:pt x="0" y="75366"/>
                  </a:moveTo>
                  <a:lnTo>
                    <a:pt x="909" y="64215"/>
                  </a:lnTo>
                  <a:lnTo>
                    <a:pt x="9503" y="38877"/>
                  </a:lnTo>
                  <a:lnTo>
                    <a:pt x="26965" y="5575"/>
                  </a:lnTo>
                  <a:lnTo>
                    <a:pt x="34318" y="0"/>
                  </a:lnTo>
                  <a:lnTo>
                    <a:pt x="14175" y="36521"/>
                  </a:lnTo>
                  <a:lnTo>
                    <a:pt x="3302" y="6788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5" name="pg3885"/>
            <p:cNvSpPr/>
            <p:nvPr/>
          </p:nvSpPr>
          <p:spPr>
            <a:xfrm>
              <a:off x="3130649" y="4843237"/>
              <a:ext cx="34081" cy="26658"/>
            </a:xfrm>
            <a:custGeom>
              <a:avLst/>
              <a:gdLst/>
              <a:ahLst/>
              <a:cxnLst/>
              <a:rect l="0" t="0" r="0" b="0"/>
              <a:pathLst>
                <a:path w="34081" h="26658">
                  <a:moveTo>
                    <a:pt x="0" y="26658"/>
                  </a:moveTo>
                  <a:lnTo>
                    <a:pt x="23068" y="6655"/>
                  </a:lnTo>
                  <a:lnTo>
                    <a:pt x="27905" y="0"/>
                  </a:lnTo>
                  <a:lnTo>
                    <a:pt x="34081" y="292"/>
                  </a:lnTo>
                  <a:lnTo>
                    <a:pt x="23781" y="11500"/>
                  </a:lnTo>
                  <a:lnTo>
                    <a:pt x="5286" y="254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6" name="pg3886"/>
            <p:cNvSpPr/>
            <p:nvPr/>
          </p:nvSpPr>
          <p:spPr>
            <a:xfrm>
              <a:off x="2885373" y="5122184"/>
              <a:ext cx="25027" cy="140921"/>
            </a:xfrm>
            <a:custGeom>
              <a:avLst/>
              <a:gdLst/>
              <a:ahLst/>
              <a:cxnLst/>
              <a:rect l="0" t="0" r="0" b="0"/>
              <a:pathLst>
                <a:path w="25027" h="140921">
                  <a:moveTo>
                    <a:pt x="23564" y="140921"/>
                  </a:moveTo>
                  <a:lnTo>
                    <a:pt x="14800" y="112719"/>
                  </a:lnTo>
                  <a:lnTo>
                    <a:pt x="537" y="48898"/>
                  </a:lnTo>
                  <a:lnTo>
                    <a:pt x="0" y="12522"/>
                  </a:lnTo>
                  <a:lnTo>
                    <a:pt x="2242" y="0"/>
                  </a:lnTo>
                  <a:lnTo>
                    <a:pt x="5922" y="51374"/>
                  </a:lnTo>
                  <a:lnTo>
                    <a:pt x="21688" y="116618"/>
                  </a:lnTo>
                  <a:lnTo>
                    <a:pt x="25027" y="13488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7" name="pg3887"/>
            <p:cNvSpPr/>
            <p:nvPr/>
          </p:nvSpPr>
          <p:spPr>
            <a:xfrm>
              <a:off x="5637481" y="3252585"/>
              <a:ext cx="5178" cy="13666"/>
            </a:xfrm>
            <a:custGeom>
              <a:avLst/>
              <a:gdLst/>
              <a:ahLst/>
              <a:cxnLst/>
              <a:rect l="0" t="0" r="0" b="0"/>
              <a:pathLst>
                <a:path w="5178" h="13666">
                  <a:moveTo>
                    <a:pt x="1095" y="13666"/>
                  </a:moveTo>
                  <a:lnTo>
                    <a:pt x="0" y="7385"/>
                  </a:lnTo>
                  <a:lnTo>
                    <a:pt x="2056" y="165"/>
                  </a:lnTo>
                  <a:lnTo>
                    <a:pt x="4139" y="0"/>
                  </a:lnTo>
                  <a:lnTo>
                    <a:pt x="5178" y="3841"/>
                  </a:lnTo>
                  <a:lnTo>
                    <a:pt x="4030" y="112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8" name="pg3888"/>
            <p:cNvSpPr/>
            <p:nvPr/>
          </p:nvSpPr>
          <p:spPr>
            <a:xfrm>
              <a:off x="5335877" y="3489988"/>
              <a:ext cx="15498" cy="28227"/>
            </a:xfrm>
            <a:custGeom>
              <a:avLst/>
              <a:gdLst/>
              <a:ahLst/>
              <a:cxnLst/>
              <a:rect l="0" t="0" r="0" b="0"/>
              <a:pathLst>
                <a:path w="15498" h="28227">
                  <a:moveTo>
                    <a:pt x="284" y="28227"/>
                  </a:moveTo>
                  <a:lnTo>
                    <a:pt x="0" y="24442"/>
                  </a:lnTo>
                  <a:lnTo>
                    <a:pt x="15498" y="0"/>
                  </a:lnTo>
                  <a:lnTo>
                    <a:pt x="12697" y="854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9" name="pg3889"/>
            <p:cNvSpPr/>
            <p:nvPr/>
          </p:nvSpPr>
          <p:spPr>
            <a:xfrm>
              <a:off x="5216776" y="3678353"/>
              <a:ext cx="29698" cy="55407"/>
            </a:xfrm>
            <a:custGeom>
              <a:avLst/>
              <a:gdLst/>
              <a:ahLst/>
              <a:cxnLst/>
              <a:rect l="0" t="0" r="0" b="0"/>
              <a:pathLst>
                <a:path w="29698" h="55407">
                  <a:moveTo>
                    <a:pt x="0" y="55407"/>
                  </a:moveTo>
                  <a:lnTo>
                    <a:pt x="16143" y="29364"/>
                  </a:lnTo>
                  <a:lnTo>
                    <a:pt x="25518" y="7544"/>
                  </a:lnTo>
                  <a:lnTo>
                    <a:pt x="29698" y="0"/>
                  </a:lnTo>
                  <a:lnTo>
                    <a:pt x="25642" y="15291"/>
                  </a:lnTo>
                  <a:lnTo>
                    <a:pt x="18552" y="29351"/>
                  </a:lnTo>
                  <a:lnTo>
                    <a:pt x="4811" y="53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0" name="pg3890"/>
            <p:cNvSpPr/>
            <p:nvPr/>
          </p:nvSpPr>
          <p:spPr>
            <a:xfrm>
              <a:off x="5079677" y="4146288"/>
              <a:ext cx="13513" cy="6191"/>
            </a:xfrm>
            <a:custGeom>
              <a:avLst/>
              <a:gdLst/>
              <a:ahLst/>
              <a:cxnLst/>
              <a:rect l="0" t="0" r="0" b="0"/>
              <a:pathLst>
                <a:path w="13513" h="6191">
                  <a:moveTo>
                    <a:pt x="11157" y="6191"/>
                  </a:moveTo>
                  <a:lnTo>
                    <a:pt x="6997" y="4756"/>
                  </a:lnTo>
                  <a:lnTo>
                    <a:pt x="1266" y="2013"/>
                  </a:lnTo>
                  <a:lnTo>
                    <a:pt x="0" y="0"/>
                  </a:lnTo>
                  <a:lnTo>
                    <a:pt x="5467" y="730"/>
                  </a:lnTo>
                  <a:lnTo>
                    <a:pt x="13513" y="58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1" name="pg3891"/>
            <p:cNvSpPr/>
            <p:nvPr/>
          </p:nvSpPr>
          <p:spPr>
            <a:xfrm>
              <a:off x="4577198" y="5440364"/>
              <a:ext cx="10779" cy="15615"/>
            </a:xfrm>
            <a:custGeom>
              <a:avLst/>
              <a:gdLst/>
              <a:ahLst/>
              <a:cxnLst/>
              <a:rect l="0" t="0" r="0" b="0"/>
              <a:pathLst>
                <a:path w="10779" h="15615">
                  <a:moveTo>
                    <a:pt x="6020" y="15615"/>
                  </a:moveTo>
                  <a:lnTo>
                    <a:pt x="4511" y="14790"/>
                  </a:lnTo>
                  <a:lnTo>
                    <a:pt x="4511" y="10890"/>
                  </a:lnTo>
                  <a:lnTo>
                    <a:pt x="0" y="2260"/>
                  </a:lnTo>
                  <a:lnTo>
                    <a:pt x="170" y="0"/>
                  </a:lnTo>
                  <a:lnTo>
                    <a:pt x="10516" y="8446"/>
                  </a:lnTo>
                  <a:lnTo>
                    <a:pt x="10779" y="10713"/>
                  </a:lnTo>
                  <a:lnTo>
                    <a:pt x="9193" y="129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2" name="pg3892"/>
            <p:cNvSpPr/>
            <p:nvPr/>
          </p:nvSpPr>
          <p:spPr>
            <a:xfrm>
              <a:off x="4637878" y="5427841"/>
              <a:ext cx="6681" cy="5543"/>
            </a:xfrm>
            <a:custGeom>
              <a:avLst/>
              <a:gdLst/>
              <a:ahLst/>
              <a:cxnLst/>
              <a:rect l="0" t="0" r="0" b="0"/>
              <a:pathLst>
                <a:path w="6681" h="5543">
                  <a:moveTo>
                    <a:pt x="0" y="5543"/>
                  </a:moveTo>
                  <a:lnTo>
                    <a:pt x="1002" y="3695"/>
                  </a:lnTo>
                  <a:lnTo>
                    <a:pt x="5178" y="0"/>
                  </a:lnTo>
                  <a:lnTo>
                    <a:pt x="6681" y="1435"/>
                  </a:lnTo>
                  <a:lnTo>
                    <a:pt x="6516" y="3283"/>
                  </a:lnTo>
                  <a:lnTo>
                    <a:pt x="2005" y="55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3" name="pg3893"/>
            <p:cNvSpPr/>
            <p:nvPr/>
          </p:nvSpPr>
          <p:spPr>
            <a:xfrm>
              <a:off x="4657267" y="5415509"/>
              <a:ext cx="5348" cy="5550"/>
            </a:xfrm>
            <a:custGeom>
              <a:avLst/>
              <a:gdLst/>
              <a:ahLst/>
              <a:cxnLst/>
              <a:rect l="0" t="0" r="0" b="0"/>
              <a:pathLst>
                <a:path w="5348" h="5550">
                  <a:moveTo>
                    <a:pt x="0" y="5550"/>
                  </a:moveTo>
                  <a:lnTo>
                    <a:pt x="4175" y="0"/>
                  </a:lnTo>
                  <a:lnTo>
                    <a:pt x="5348" y="412"/>
                  </a:lnTo>
                  <a:lnTo>
                    <a:pt x="2842" y="493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4" name="pg3894"/>
            <p:cNvSpPr/>
            <p:nvPr/>
          </p:nvSpPr>
          <p:spPr>
            <a:xfrm>
              <a:off x="4607290" y="5439132"/>
              <a:ext cx="21895" cy="8630"/>
            </a:xfrm>
            <a:custGeom>
              <a:avLst/>
              <a:gdLst/>
              <a:ahLst/>
              <a:cxnLst/>
              <a:rect l="0" t="0" r="0" b="0"/>
              <a:pathLst>
                <a:path w="21895" h="8630">
                  <a:moveTo>
                    <a:pt x="5012" y="8630"/>
                  </a:moveTo>
                  <a:lnTo>
                    <a:pt x="0" y="6369"/>
                  </a:lnTo>
                  <a:lnTo>
                    <a:pt x="5513" y="3289"/>
                  </a:lnTo>
                  <a:lnTo>
                    <a:pt x="21895" y="0"/>
                  </a:lnTo>
                  <a:lnTo>
                    <a:pt x="15709" y="4108"/>
                  </a:lnTo>
                  <a:lnTo>
                    <a:pt x="9860" y="555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5" name="pg3895"/>
            <p:cNvSpPr/>
            <p:nvPr/>
          </p:nvSpPr>
          <p:spPr>
            <a:xfrm>
              <a:off x="4570537" y="4631229"/>
              <a:ext cx="6945" cy="31688"/>
            </a:xfrm>
            <a:custGeom>
              <a:avLst/>
              <a:gdLst/>
              <a:ahLst/>
              <a:cxnLst/>
              <a:rect l="0" t="0" r="0" b="0"/>
              <a:pathLst>
                <a:path w="6945" h="31688">
                  <a:moveTo>
                    <a:pt x="2237" y="31688"/>
                  </a:moveTo>
                  <a:lnTo>
                    <a:pt x="201" y="20467"/>
                  </a:lnTo>
                  <a:lnTo>
                    <a:pt x="0" y="9570"/>
                  </a:lnTo>
                  <a:lnTo>
                    <a:pt x="3565" y="3124"/>
                  </a:lnTo>
                  <a:lnTo>
                    <a:pt x="694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6" name="pg3896"/>
            <p:cNvSpPr/>
            <p:nvPr/>
          </p:nvSpPr>
          <p:spPr>
            <a:xfrm>
              <a:off x="4554992" y="5448277"/>
              <a:ext cx="10567" cy="12891"/>
            </a:xfrm>
            <a:custGeom>
              <a:avLst/>
              <a:gdLst/>
              <a:ahLst/>
              <a:cxnLst/>
              <a:rect l="0" t="0" r="0" b="0"/>
              <a:pathLst>
                <a:path w="10567" h="12891">
                  <a:moveTo>
                    <a:pt x="0" y="12891"/>
                  </a:moveTo>
                  <a:lnTo>
                    <a:pt x="5529" y="7772"/>
                  </a:lnTo>
                  <a:lnTo>
                    <a:pt x="7322" y="0"/>
                  </a:lnTo>
                  <a:lnTo>
                    <a:pt x="10567" y="6070"/>
                  </a:lnTo>
                  <a:lnTo>
                    <a:pt x="10505" y="9754"/>
                  </a:lnTo>
                  <a:lnTo>
                    <a:pt x="6857" y="116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7" name="pg3897"/>
            <p:cNvSpPr/>
            <p:nvPr/>
          </p:nvSpPr>
          <p:spPr>
            <a:xfrm>
              <a:off x="4681421" y="5037121"/>
              <a:ext cx="28195" cy="83983"/>
            </a:xfrm>
            <a:custGeom>
              <a:avLst/>
              <a:gdLst/>
              <a:ahLst/>
              <a:cxnLst/>
              <a:rect l="0" t="0" r="0" b="0"/>
              <a:pathLst>
                <a:path w="28195" h="83983">
                  <a:moveTo>
                    <a:pt x="28195" y="83983"/>
                  </a:moveTo>
                  <a:lnTo>
                    <a:pt x="18464" y="61770"/>
                  </a:lnTo>
                  <a:lnTo>
                    <a:pt x="6438" y="26938"/>
                  </a:lnTo>
                  <a:lnTo>
                    <a:pt x="0" y="0"/>
                  </a:lnTo>
                  <a:lnTo>
                    <a:pt x="4356" y="7283"/>
                  </a:lnTo>
                  <a:lnTo>
                    <a:pt x="8614" y="22359"/>
                  </a:lnTo>
                  <a:lnTo>
                    <a:pt x="26474" y="744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8" name="pg3898"/>
            <p:cNvSpPr/>
            <p:nvPr/>
          </p:nvSpPr>
          <p:spPr>
            <a:xfrm>
              <a:off x="4535949" y="5462902"/>
              <a:ext cx="7699" cy="4470"/>
            </a:xfrm>
            <a:custGeom>
              <a:avLst/>
              <a:gdLst/>
              <a:ahLst/>
              <a:cxnLst/>
              <a:rect l="0" t="0" r="0" b="0"/>
              <a:pathLst>
                <a:path w="7699" h="4470">
                  <a:moveTo>
                    <a:pt x="232" y="4470"/>
                  </a:moveTo>
                  <a:lnTo>
                    <a:pt x="0" y="2457"/>
                  </a:lnTo>
                  <a:lnTo>
                    <a:pt x="4630" y="0"/>
                  </a:lnTo>
                  <a:lnTo>
                    <a:pt x="7699" y="165"/>
                  </a:lnTo>
                  <a:lnTo>
                    <a:pt x="7586" y="2889"/>
                  </a:lnTo>
                  <a:lnTo>
                    <a:pt x="2919" y="41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9" name="pg3899"/>
            <p:cNvSpPr/>
            <p:nvPr/>
          </p:nvSpPr>
          <p:spPr>
            <a:xfrm>
              <a:off x="3781115" y="4789697"/>
              <a:ext cx="7508" cy="12059"/>
            </a:xfrm>
            <a:custGeom>
              <a:avLst/>
              <a:gdLst/>
              <a:ahLst/>
              <a:cxnLst/>
              <a:rect l="0" t="0" r="0" b="0"/>
              <a:pathLst>
                <a:path w="7508" h="12059">
                  <a:moveTo>
                    <a:pt x="0" y="12059"/>
                  </a:moveTo>
                  <a:lnTo>
                    <a:pt x="263" y="9462"/>
                  </a:lnTo>
                  <a:lnTo>
                    <a:pt x="4490" y="2648"/>
                  </a:lnTo>
                  <a:lnTo>
                    <a:pt x="7508" y="0"/>
                  </a:lnTo>
                  <a:lnTo>
                    <a:pt x="5746" y="52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0" name="pg3900"/>
            <p:cNvSpPr/>
            <p:nvPr/>
          </p:nvSpPr>
          <p:spPr>
            <a:xfrm>
              <a:off x="3804479" y="4723202"/>
              <a:ext cx="17435" cy="7734"/>
            </a:xfrm>
            <a:custGeom>
              <a:avLst/>
              <a:gdLst/>
              <a:ahLst/>
              <a:cxnLst/>
              <a:rect l="0" t="0" r="0" b="0"/>
              <a:pathLst>
                <a:path w="17435" h="7734">
                  <a:moveTo>
                    <a:pt x="16107" y="7734"/>
                  </a:moveTo>
                  <a:lnTo>
                    <a:pt x="6733" y="5029"/>
                  </a:lnTo>
                  <a:lnTo>
                    <a:pt x="1033" y="2514"/>
                  </a:lnTo>
                  <a:lnTo>
                    <a:pt x="0" y="0"/>
                  </a:lnTo>
                  <a:lnTo>
                    <a:pt x="15756" y="4565"/>
                  </a:lnTo>
                  <a:lnTo>
                    <a:pt x="17435" y="62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1" name="pg3901"/>
            <p:cNvSpPr/>
            <p:nvPr/>
          </p:nvSpPr>
          <p:spPr>
            <a:xfrm>
              <a:off x="3847510" y="4721970"/>
              <a:ext cx="25921" cy="5569"/>
            </a:xfrm>
            <a:custGeom>
              <a:avLst/>
              <a:gdLst/>
              <a:ahLst/>
              <a:cxnLst/>
              <a:rect l="0" t="0" r="0" b="0"/>
              <a:pathLst>
                <a:path w="25921" h="5569">
                  <a:moveTo>
                    <a:pt x="16609" y="5569"/>
                  </a:moveTo>
                  <a:lnTo>
                    <a:pt x="2806" y="5308"/>
                  </a:lnTo>
                  <a:lnTo>
                    <a:pt x="0" y="4330"/>
                  </a:lnTo>
                  <a:lnTo>
                    <a:pt x="5539" y="2470"/>
                  </a:lnTo>
                  <a:lnTo>
                    <a:pt x="21895" y="0"/>
                  </a:lnTo>
                  <a:lnTo>
                    <a:pt x="25921" y="27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2" name="pg3902"/>
            <p:cNvSpPr/>
            <p:nvPr/>
          </p:nvSpPr>
          <p:spPr>
            <a:xfrm>
              <a:off x="3738952" y="4735636"/>
              <a:ext cx="16650" cy="17044"/>
            </a:xfrm>
            <a:custGeom>
              <a:avLst/>
              <a:gdLst/>
              <a:ahLst/>
              <a:cxnLst/>
              <a:rect l="0" t="0" r="0" b="0"/>
              <a:pathLst>
                <a:path w="16650" h="17044">
                  <a:moveTo>
                    <a:pt x="12862" y="17044"/>
                  </a:moveTo>
                  <a:lnTo>
                    <a:pt x="7679" y="14034"/>
                  </a:lnTo>
                  <a:lnTo>
                    <a:pt x="0" y="13761"/>
                  </a:lnTo>
                  <a:lnTo>
                    <a:pt x="3379" y="11697"/>
                  </a:lnTo>
                  <a:lnTo>
                    <a:pt x="5751" y="9684"/>
                  </a:lnTo>
                  <a:lnTo>
                    <a:pt x="6935" y="7518"/>
                  </a:lnTo>
                  <a:lnTo>
                    <a:pt x="16650" y="0"/>
                  </a:lnTo>
                  <a:lnTo>
                    <a:pt x="13896" y="5518"/>
                  </a:lnTo>
                  <a:lnTo>
                    <a:pt x="12490" y="10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3" name="pg3903"/>
            <p:cNvSpPr/>
            <p:nvPr/>
          </p:nvSpPr>
          <p:spPr>
            <a:xfrm>
              <a:off x="3789234" y="4750191"/>
              <a:ext cx="5746" cy="36527"/>
            </a:xfrm>
            <a:custGeom>
              <a:avLst/>
              <a:gdLst/>
              <a:ahLst/>
              <a:cxnLst/>
              <a:rect l="0" t="0" r="0" b="0"/>
              <a:pathLst>
                <a:path w="5746" h="36527">
                  <a:moveTo>
                    <a:pt x="1188" y="36527"/>
                  </a:moveTo>
                  <a:lnTo>
                    <a:pt x="4118" y="16695"/>
                  </a:lnTo>
                  <a:lnTo>
                    <a:pt x="0" y="0"/>
                  </a:lnTo>
                  <a:lnTo>
                    <a:pt x="4340" y="7328"/>
                  </a:lnTo>
                  <a:lnTo>
                    <a:pt x="5746" y="16047"/>
                  </a:lnTo>
                  <a:lnTo>
                    <a:pt x="4175" y="323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4" name="pg3904"/>
            <p:cNvSpPr/>
            <p:nvPr/>
          </p:nvSpPr>
          <p:spPr>
            <a:xfrm>
              <a:off x="4186131" y="4792371"/>
              <a:ext cx="40173" cy="16358"/>
            </a:xfrm>
            <a:custGeom>
              <a:avLst/>
              <a:gdLst/>
              <a:ahLst/>
              <a:cxnLst/>
              <a:rect l="0" t="0" r="0" b="0"/>
              <a:pathLst>
                <a:path w="40173" h="16358">
                  <a:moveTo>
                    <a:pt x="11482" y="16358"/>
                  </a:moveTo>
                  <a:lnTo>
                    <a:pt x="0" y="12954"/>
                  </a:lnTo>
                  <a:lnTo>
                    <a:pt x="7136" y="12307"/>
                  </a:lnTo>
                  <a:lnTo>
                    <a:pt x="12299" y="13685"/>
                  </a:lnTo>
                  <a:lnTo>
                    <a:pt x="25373" y="6991"/>
                  </a:lnTo>
                  <a:lnTo>
                    <a:pt x="32231" y="1924"/>
                  </a:lnTo>
                  <a:lnTo>
                    <a:pt x="40173" y="0"/>
                  </a:lnTo>
                  <a:lnTo>
                    <a:pt x="22102" y="116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5" name="pg3905"/>
            <p:cNvSpPr/>
            <p:nvPr/>
          </p:nvSpPr>
          <p:spPr>
            <a:xfrm>
              <a:off x="5923277" y="2903466"/>
              <a:ext cx="8449" cy="10395"/>
            </a:xfrm>
            <a:custGeom>
              <a:avLst/>
              <a:gdLst/>
              <a:ahLst/>
              <a:cxnLst/>
              <a:rect l="0" t="0" r="0" b="0"/>
              <a:pathLst>
                <a:path w="8449" h="10395">
                  <a:moveTo>
                    <a:pt x="4428" y="10395"/>
                  </a:moveTo>
                  <a:lnTo>
                    <a:pt x="139" y="9563"/>
                  </a:lnTo>
                  <a:lnTo>
                    <a:pt x="0" y="3149"/>
                  </a:lnTo>
                  <a:lnTo>
                    <a:pt x="1297" y="971"/>
                  </a:lnTo>
                  <a:lnTo>
                    <a:pt x="2780" y="0"/>
                  </a:lnTo>
                  <a:lnTo>
                    <a:pt x="4981" y="1803"/>
                  </a:lnTo>
                  <a:lnTo>
                    <a:pt x="8449" y="7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6" name="pg3906"/>
            <p:cNvSpPr/>
            <p:nvPr/>
          </p:nvSpPr>
          <p:spPr>
            <a:xfrm>
              <a:off x="2399291" y="4782381"/>
              <a:ext cx="513697" cy="755524"/>
            </a:xfrm>
            <a:custGeom>
              <a:avLst/>
              <a:gdLst/>
              <a:ahLst/>
              <a:cxnLst/>
              <a:rect l="0" t="0" r="0" b="0"/>
              <a:pathLst>
                <a:path w="513697" h="755524">
                  <a:moveTo>
                    <a:pt x="961" y="1759"/>
                  </a:moveTo>
                  <a:lnTo>
                    <a:pt x="26210" y="3480"/>
                  </a:lnTo>
                  <a:lnTo>
                    <a:pt x="41104" y="2895"/>
                  </a:lnTo>
                  <a:lnTo>
                    <a:pt x="45646" y="0"/>
                  </a:lnTo>
                  <a:lnTo>
                    <a:pt x="48008" y="152"/>
                  </a:lnTo>
                  <a:lnTo>
                    <a:pt x="48194" y="3340"/>
                  </a:lnTo>
                  <a:lnTo>
                    <a:pt x="51935" y="4692"/>
                  </a:lnTo>
                  <a:lnTo>
                    <a:pt x="59227" y="4210"/>
                  </a:lnTo>
                  <a:lnTo>
                    <a:pt x="65578" y="8668"/>
                  </a:lnTo>
                  <a:lnTo>
                    <a:pt x="73712" y="22778"/>
                  </a:lnTo>
                  <a:lnTo>
                    <a:pt x="101747" y="45379"/>
                  </a:lnTo>
                  <a:lnTo>
                    <a:pt x="104108" y="53133"/>
                  </a:lnTo>
                  <a:lnTo>
                    <a:pt x="113865" y="64316"/>
                  </a:lnTo>
                  <a:lnTo>
                    <a:pt x="131807" y="81507"/>
                  </a:lnTo>
                  <a:lnTo>
                    <a:pt x="141962" y="96329"/>
                  </a:lnTo>
                  <a:lnTo>
                    <a:pt x="144324" y="108782"/>
                  </a:lnTo>
                  <a:lnTo>
                    <a:pt x="153491" y="128481"/>
                  </a:lnTo>
                  <a:lnTo>
                    <a:pt x="169449" y="155419"/>
                  </a:lnTo>
                  <a:lnTo>
                    <a:pt x="176560" y="169942"/>
                  </a:lnTo>
                  <a:lnTo>
                    <a:pt x="174824" y="172038"/>
                  </a:lnTo>
                  <a:lnTo>
                    <a:pt x="176079" y="179620"/>
                  </a:lnTo>
                  <a:lnTo>
                    <a:pt x="180338" y="192683"/>
                  </a:lnTo>
                  <a:lnTo>
                    <a:pt x="188249" y="203745"/>
                  </a:lnTo>
                  <a:lnTo>
                    <a:pt x="199820" y="212807"/>
                  </a:lnTo>
                  <a:lnTo>
                    <a:pt x="211520" y="229077"/>
                  </a:lnTo>
                  <a:lnTo>
                    <a:pt x="223349" y="252561"/>
                  </a:lnTo>
                  <a:lnTo>
                    <a:pt x="237679" y="270425"/>
                  </a:lnTo>
                  <a:lnTo>
                    <a:pt x="254500" y="282655"/>
                  </a:lnTo>
                  <a:lnTo>
                    <a:pt x="264024" y="294042"/>
                  </a:lnTo>
                  <a:lnTo>
                    <a:pt x="266251" y="304571"/>
                  </a:lnTo>
                  <a:lnTo>
                    <a:pt x="266086" y="313588"/>
                  </a:lnTo>
                  <a:lnTo>
                    <a:pt x="263522" y="321094"/>
                  </a:lnTo>
                  <a:lnTo>
                    <a:pt x="264608" y="328226"/>
                  </a:lnTo>
                  <a:lnTo>
                    <a:pt x="269336" y="334964"/>
                  </a:lnTo>
                  <a:lnTo>
                    <a:pt x="270912" y="343232"/>
                  </a:lnTo>
                  <a:lnTo>
                    <a:pt x="269062" y="354732"/>
                  </a:lnTo>
                  <a:lnTo>
                    <a:pt x="269191" y="357990"/>
                  </a:lnTo>
                  <a:lnTo>
                    <a:pt x="270561" y="360587"/>
                  </a:lnTo>
                  <a:lnTo>
                    <a:pt x="285496" y="380350"/>
                  </a:lnTo>
                  <a:lnTo>
                    <a:pt x="293170" y="396321"/>
                  </a:lnTo>
                  <a:lnTo>
                    <a:pt x="299262" y="421811"/>
                  </a:lnTo>
                  <a:lnTo>
                    <a:pt x="299293" y="422040"/>
                  </a:lnTo>
                  <a:lnTo>
                    <a:pt x="306099" y="437287"/>
                  </a:lnTo>
                  <a:lnTo>
                    <a:pt x="315887" y="443523"/>
                  </a:lnTo>
                  <a:lnTo>
                    <a:pt x="330925" y="445829"/>
                  </a:lnTo>
                  <a:lnTo>
                    <a:pt x="342351" y="451138"/>
                  </a:lnTo>
                  <a:lnTo>
                    <a:pt x="350165" y="459457"/>
                  </a:lnTo>
                  <a:lnTo>
                    <a:pt x="360019" y="464480"/>
                  </a:lnTo>
                  <a:lnTo>
                    <a:pt x="371916" y="466207"/>
                  </a:lnTo>
                  <a:lnTo>
                    <a:pt x="383321" y="471694"/>
                  </a:lnTo>
                  <a:lnTo>
                    <a:pt x="394230" y="480953"/>
                  </a:lnTo>
                  <a:lnTo>
                    <a:pt x="414575" y="487030"/>
                  </a:lnTo>
                  <a:lnTo>
                    <a:pt x="444357" y="489945"/>
                  </a:lnTo>
                  <a:lnTo>
                    <a:pt x="467022" y="497470"/>
                  </a:lnTo>
                  <a:lnTo>
                    <a:pt x="482577" y="509612"/>
                  </a:lnTo>
                  <a:lnTo>
                    <a:pt x="489419" y="512082"/>
                  </a:lnTo>
                  <a:lnTo>
                    <a:pt x="491269" y="512254"/>
                  </a:lnTo>
                  <a:lnTo>
                    <a:pt x="492158" y="510399"/>
                  </a:lnTo>
                  <a:lnTo>
                    <a:pt x="493331" y="506964"/>
                  </a:lnTo>
                  <a:lnTo>
                    <a:pt x="499352" y="503008"/>
                  </a:lnTo>
                  <a:lnTo>
                    <a:pt x="513697" y="500423"/>
                  </a:lnTo>
                  <a:lnTo>
                    <a:pt x="511770" y="527285"/>
                  </a:lnTo>
                  <a:lnTo>
                    <a:pt x="505372" y="549327"/>
                  </a:lnTo>
                  <a:lnTo>
                    <a:pt x="484293" y="595152"/>
                  </a:lnTo>
                  <a:lnTo>
                    <a:pt x="475508" y="623576"/>
                  </a:lnTo>
                  <a:lnTo>
                    <a:pt x="458511" y="704804"/>
                  </a:lnTo>
                  <a:lnTo>
                    <a:pt x="453534" y="755524"/>
                  </a:lnTo>
                  <a:lnTo>
                    <a:pt x="0" y="755524"/>
                  </a:lnTo>
                  <a:lnTo>
                    <a:pt x="0" y="15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7" name="pg3907"/>
            <p:cNvSpPr/>
            <p:nvPr/>
          </p:nvSpPr>
          <p:spPr>
            <a:xfrm>
              <a:off x="4173090" y="2540116"/>
              <a:ext cx="1519164" cy="699069"/>
            </a:xfrm>
            <a:custGeom>
              <a:avLst/>
              <a:gdLst/>
              <a:ahLst/>
              <a:cxnLst/>
              <a:rect l="0" t="0" r="0" b="0"/>
              <a:pathLst>
                <a:path w="1519164" h="699069">
                  <a:moveTo>
                    <a:pt x="1509975" y="5632"/>
                  </a:moveTo>
                  <a:lnTo>
                    <a:pt x="1494849" y="16263"/>
                  </a:lnTo>
                  <a:lnTo>
                    <a:pt x="1478746" y="33041"/>
                  </a:lnTo>
                  <a:lnTo>
                    <a:pt x="1440965" y="45729"/>
                  </a:lnTo>
                  <a:lnTo>
                    <a:pt x="1426940" y="48955"/>
                  </a:lnTo>
                  <a:lnTo>
                    <a:pt x="1413994" y="47234"/>
                  </a:lnTo>
                  <a:lnTo>
                    <a:pt x="1398238" y="57559"/>
                  </a:lnTo>
                  <a:lnTo>
                    <a:pt x="1379593" y="63872"/>
                  </a:lnTo>
                  <a:lnTo>
                    <a:pt x="1374089" y="73474"/>
                  </a:lnTo>
                  <a:lnTo>
                    <a:pt x="1329270" y="99193"/>
                  </a:lnTo>
                  <a:lnTo>
                    <a:pt x="1312066" y="102431"/>
                  </a:lnTo>
                  <a:lnTo>
                    <a:pt x="1297426" y="109283"/>
                  </a:lnTo>
                  <a:lnTo>
                    <a:pt x="1293095" y="120917"/>
                  </a:lnTo>
                  <a:lnTo>
                    <a:pt x="1280026" y="127934"/>
                  </a:lnTo>
                  <a:lnTo>
                    <a:pt x="1276399" y="133307"/>
                  </a:lnTo>
                  <a:lnTo>
                    <a:pt x="1265407" y="149583"/>
                  </a:lnTo>
                  <a:lnTo>
                    <a:pt x="1244974" y="170603"/>
                  </a:lnTo>
                  <a:lnTo>
                    <a:pt x="1220075" y="174121"/>
                  </a:lnTo>
                  <a:lnTo>
                    <a:pt x="1210975" y="181436"/>
                  </a:lnTo>
                  <a:lnTo>
                    <a:pt x="1200438" y="193242"/>
                  </a:lnTo>
                  <a:lnTo>
                    <a:pt x="1185576" y="201345"/>
                  </a:lnTo>
                  <a:lnTo>
                    <a:pt x="1156233" y="197547"/>
                  </a:lnTo>
                  <a:lnTo>
                    <a:pt x="1163370" y="202513"/>
                  </a:lnTo>
                  <a:lnTo>
                    <a:pt x="1189622" y="210255"/>
                  </a:lnTo>
                  <a:lnTo>
                    <a:pt x="1192351" y="221730"/>
                  </a:lnTo>
                  <a:lnTo>
                    <a:pt x="1179199" y="224473"/>
                  </a:lnTo>
                  <a:lnTo>
                    <a:pt x="1151660" y="239771"/>
                  </a:lnTo>
                  <a:lnTo>
                    <a:pt x="1114556" y="266113"/>
                  </a:lnTo>
                  <a:lnTo>
                    <a:pt x="1108887" y="266735"/>
                  </a:lnTo>
                  <a:lnTo>
                    <a:pt x="1098918" y="266106"/>
                  </a:lnTo>
                  <a:lnTo>
                    <a:pt x="1084154" y="270501"/>
                  </a:lnTo>
                  <a:lnTo>
                    <a:pt x="1064759" y="279702"/>
                  </a:lnTo>
                  <a:lnTo>
                    <a:pt x="1041277" y="296232"/>
                  </a:lnTo>
                  <a:lnTo>
                    <a:pt x="999930" y="332023"/>
                  </a:lnTo>
                  <a:lnTo>
                    <a:pt x="997031" y="335802"/>
                  </a:lnTo>
                  <a:lnTo>
                    <a:pt x="991042" y="342438"/>
                  </a:lnTo>
                  <a:lnTo>
                    <a:pt x="975771" y="349512"/>
                  </a:lnTo>
                  <a:lnTo>
                    <a:pt x="961911" y="357139"/>
                  </a:lnTo>
                  <a:lnTo>
                    <a:pt x="958248" y="365166"/>
                  </a:lnTo>
                  <a:lnTo>
                    <a:pt x="951607" y="368824"/>
                  </a:lnTo>
                  <a:lnTo>
                    <a:pt x="928740" y="389177"/>
                  </a:lnTo>
                  <a:lnTo>
                    <a:pt x="915877" y="406513"/>
                  </a:lnTo>
                  <a:lnTo>
                    <a:pt x="904198" y="424656"/>
                  </a:lnTo>
                  <a:lnTo>
                    <a:pt x="891129" y="444946"/>
                  </a:lnTo>
                  <a:lnTo>
                    <a:pt x="864314" y="445200"/>
                  </a:lnTo>
                  <a:lnTo>
                    <a:pt x="843850" y="445117"/>
                  </a:lnTo>
                  <a:lnTo>
                    <a:pt x="808942" y="444971"/>
                  </a:lnTo>
                  <a:lnTo>
                    <a:pt x="779020" y="444851"/>
                  </a:lnTo>
                  <a:lnTo>
                    <a:pt x="743508" y="444705"/>
                  </a:lnTo>
                  <a:lnTo>
                    <a:pt x="717742" y="444597"/>
                  </a:lnTo>
                  <a:lnTo>
                    <a:pt x="689996" y="445448"/>
                  </a:lnTo>
                  <a:lnTo>
                    <a:pt x="676751" y="450858"/>
                  </a:lnTo>
                  <a:lnTo>
                    <a:pt x="660142" y="458167"/>
                  </a:lnTo>
                  <a:lnTo>
                    <a:pt x="642215" y="466048"/>
                  </a:lnTo>
                  <a:lnTo>
                    <a:pt x="651615" y="483626"/>
                  </a:lnTo>
                  <a:lnTo>
                    <a:pt x="654137" y="490561"/>
                  </a:lnTo>
                  <a:lnTo>
                    <a:pt x="653414" y="512927"/>
                  </a:lnTo>
                  <a:lnTo>
                    <a:pt x="655326" y="515372"/>
                  </a:lnTo>
                  <a:lnTo>
                    <a:pt x="657331" y="518693"/>
                  </a:lnTo>
                  <a:lnTo>
                    <a:pt x="657636" y="524472"/>
                  </a:lnTo>
                  <a:lnTo>
                    <a:pt x="659171" y="527114"/>
                  </a:lnTo>
                  <a:lnTo>
                    <a:pt x="662442" y="529247"/>
                  </a:lnTo>
                  <a:lnTo>
                    <a:pt x="666121" y="531756"/>
                  </a:lnTo>
                  <a:lnTo>
                    <a:pt x="668783" y="535153"/>
                  </a:lnTo>
                  <a:lnTo>
                    <a:pt x="669392" y="538544"/>
                  </a:lnTo>
                  <a:lnTo>
                    <a:pt x="666834" y="544450"/>
                  </a:lnTo>
                  <a:lnTo>
                    <a:pt x="656520" y="552433"/>
                  </a:lnTo>
                  <a:lnTo>
                    <a:pt x="642019" y="559431"/>
                  </a:lnTo>
                  <a:lnTo>
                    <a:pt x="613178" y="572055"/>
                  </a:lnTo>
                  <a:lnTo>
                    <a:pt x="579758" y="586687"/>
                  </a:lnTo>
                  <a:lnTo>
                    <a:pt x="550788" y="599368"/>
                  </a:lnTo>
                  <a:lnTo>
                    <a:pt x="528370" y="609180"/>
                  </a:lnTo>
                  <a:lnTo>
                    <a:pt x="482326" y="617797"/>
                  </a:lnTo>
                  <a:lnTo>
                    <a:pt x="445749" y="624637"/>
                  </a:lnTo>
                  <a:lnTo>
                    <a:pt x="419352" y="629577"/>
                  </a:lnTo>
                  <a:lnTo>
                    <a:pt x="395043" y="643326"/>
                  </a:lnTo>
                  <a:lnTo>
                    <a:pt x="368202" y="658497"/>
                  </a:lnTo>
                  <a:lnTo>
                    <a:pt x="345634" y="671255"/>
                  </a:lnTo>
                  <a:lnTo>
                    <a:pt x="320323" y="685562"/>
                  </a:lnTo>
                  <a:lnTo>
                    <a:pt x="296432" y="699069"/>
                  </a:lnTo>
                  <a:lnTo>
                    <a:pt x="269870" y="699025"/>
                  </a:lnTo>
                  <a:lnTo>
                    <a:pt x="251225" y="688902"/>
                  </a:lnTo>
                  <a:lnTo>
                    <a:pt x="233893" y="678507"/>
                  </a:lnTo>
                  <a:lnTo>
                    <a:pt x="222043" y="659919"/>
                  </a:lnTo>
                  <a:lnTo>
                    <a:pt x="221227" y="638322"/>
                  </a:lnTo>
                  <a:lnTo>
                    <a:pt x="225474" y="624179"/>
                  </a:lnTo>
                  <a:lnTo>
                    <a:pt x="229324" y="617727"/>
                  </a:lnTo>
                  <a:lnTo>
                    <a:pt x="236673" y="613638"/>
                  </a:lnTo>
                  <a:lnTo>
                    <a:pt x="251060" y="606684"/>
                  </a:lnTo>
                  <a:lnTo>
                    <a:pt x="264139" y="592605"/>
                  </a:lnTo>
                  <a:lnTo>
                    <a:pt x="274625" y="584204"/>
                  </a:lnTo>
                  <a:lnTo>
                    <a:pt x="285187" y="575535"/>
                  </a:lnTo>
                  <a:lnTo>
                    <a:pt x="291218" y="560606"/>
                  </a:lnTo>
                  <a:lnTo>
                    <a:pt x="298742" y="524465"/>
                  </a:lnTo>
                  <a:lnTo>
                    <a:pt x="299698" y="517277"/>
                  </a:lnTo>
                  <a:lnTo>
                    <a:pt x="310644" y="492491"/>
                  </a:lnTo>
                  <a:lnTo>
                    <a:pt x="322752" y="465070"/>
                  </a:lnTo>
                  <a:lnTo>
                    <a:pt x="328312" y="452477"/>
                  </a:lnTo>
                  <a:lnTo>
                    <a:pt x="322095" y="419792"/>
                  </a:lnTo>
                  <a:lnTo>
                    <a:pt x="317419" y="394676"/>
                  </a:lnTo>
                  <a:lnTo>
                    <a:pt x="313135" y="371669"/>
                  </a:lnTo>
                  <a:lnTo>
                    <a:pt x="308313" y="345746"/>
                  </a:lnTo>
                  <a:lnTo>
                    <a:pt x="303926" y="322148"/>
                  </a:lnTo>
                  <a:lnTo>
                    <a:pt x="299786" y="299916"/>
                  </a:lnTo>
                  <a:lnTo>
                    <a:pt x="295637" y="277600"/>
                  </a:lnTo>
                  <a:lnTo>
                    <a:pt x="291564" y="255723"/>
                  </a:lnTo>
                  <a:lnTo>
                    <a:pt x="288371" y="240032"/>
                  </a:lnTo>
                  <a:lnTo>
                    <a:pt x="284578" y="221438"/>
                  </a:lnTo>
                  <a:lnTo>
                    <a:pt x="262424" y="208388"/>
                  </a:lnTo>
                  <a:lnTo>
                    <a:pt x="245603" y="199249"/>
                  </a:lnTo>
                  <a:lnTo>
                    <a:pt x="218090" y="184320"/>
                  </a:lnTo>
                  <a:lnTo>
                    <a:pt x="195016" y="171797"/>
                  </a:lnTo>
                  <a:lnTo>
                    <a:pt x="174340" y="160340"/>
                  </a:lnTo>
                  <a:lnTo>
                    <a:pt x="187378" y="137250"/>
                  </a:lnTo>
                  <a:lnTo>
                    <a:pt x="186251" y="133472"/>
                  </a:lnTo>
                  <a:lnTo>
                    <a:pt x="181528" y="128925"/>
                  </a:lnTo>
                  <a:lnTo>
                    <a:pt x="171875" y="121362"/>
                  </a:lnTo>
                  <a:lnTo>
                    <a:pt x="166232" y="120593"/>
                  </a:lnTo>
                  <a:lnTo>
                    <a:pt x="156294" y="122372"/>
                  </a:lnTo>
                  <a:lnTo>
                    <a:pt x="140434" y="127077"/>
                  </a:lnTo>
                  <a:lnTo>
                    <a:pt x="133582" y="125515"/>
                  </a:lnTo>
                  <a:lnTo>
                    <a:pt x="128140" y="117437"/>
                  </a:lnTo>
                  <a:lnTo>
                    <a:pt x="121877" y="107099"/>
                  </a:lnTo>
                  <a:lnTo>
                    <a:pt x="119825" y="99021"/>
                  </a:lnTo>
                  <a:lnTo>
                    <a:pt x="119040" y="88333"/>
                  </a:lnTo>
                  <a:lnTo>
                    <a:pt x="115304" y="78713"/>
                  </a:lnTo>
                  <a:lnTo>
                    <a:pt x="117671" y="73664"/>
                  </a:lnTo>
                  <a:lnTo>
                    <a:pt x="118192" y="71149"/>
                  </a:lnTo>
                  <a:lnTo>
                    <a:pt x="117981" y="67987"/>
                  </a:lnTo>
                  <a:lnTo>
                    <a:pt x="115412" y="65967"/>
                  </a:lnTo>
                  <a:lnTo>
                    <a:pt x="110890" y="65085"/>
                  </a:lnTo>
                  <a:lnTo>
                    <a:pt x="95594" y="69123"/>
                  </a:lnTo>
                  <a:lnTo>
                    <a:pt x="88716" y="69498"/>
                  </a:lnTo>
                  <a:lnTo>
                    <a:pt x="84613" y="71772"/>
                  </a:lnTo>
                  <a:lnTo>
                    <a:pt x="78148" y="76490"/>
                  </a:lnTo>
                  <a:lnTo>
                    <a:pt x="71776" y="77074"/>
                  </a:lnTo>
                  <a:lnTo>
                    <a:pt x="60769" y="65904"/>
                  </a:lnTo>
                  <a:lnTo>
                    <a:pt x="48743" y="53673"/>
                  </a:lnTo>
                  <a:lnTo>
                    <a:pt x="43700" y="36825"/>
                  </a:lnTo>
                  <a:lnTo>
                    <a:pt x="38522" y="19521"/>
                  </a:lnTo>
                  <a:lnTo>
                    <a:pt x="17980" y="9112"/>
                  </a:lnTo>
                  <a:lnTo>
                    <a:pt x="0" y="0"/>
                  </a:lnTo>
                  <a:lnTo>
                    <a:pt x="151916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8" name="pg3908"/>
            <p:cNvSpPr/>
            <p:nvPr/>
          </p:nvSpPr>
          <p:spPr>
            <a:xfrm>
              <a:off x="6018224" y="2540116"/>
              <a:ext cx="296962" cy="257863"/>
            </a:xfrm>
            <a:custGeom>
              <a:avLst/>
              <a:gdLst/>
              <a:ahLst/>
              <a:cxnLst/>
              <a:rect l="0" t="0" r="0" b="0"/>
              <a:pathLst>
                <a:path w="296962" h="257863">
                  <a:moveTo>
                    <a:pt x="67195" y="242946"/>
                  </a:moveTo>
                  <a:lnTo>
                    <a:pt x="62725" y="241575"/>
                  </a:lnTo>
                  <a:lnTo>
                    <a:pt x="58875" y="240501"/>
                  </a:lnTo>
                  <a:lnTo>
                    <a:pt x="56643" y="242330"/>
                  </a:lnTo>
                  <a:lnTo>
                    <a:pt x="54529" y="244775"/>
                  </a:lnTo>
                  <a:lnTo>
                    <a:pt x="51924" y="246611"/>
                  </a:lnTo>
                  <a:lnTo>
                    <a:pt x="46457" y="244013"/>
                  </a:lnTo>
                  <a:lnTo>
                    <a:pt x="42979" y="239282"/>
                  </a:lnTo>
                  <a:lnTo>
                    <a:pt x="37393" y="234405"/>
                  </a:lnTo>
                  <a:lnTo>
                    <a:pt x="35279" y="230735"/>
                  </a:lnTo>
                  <a:lnTo>
                    <a:pt x="36401" y="226467"/>
                  </a:lnTo>
                  <a:lnTo>
                    <a:pt x="38881" y="222346"/>
                  </a:lnTo>
                  <a:lnTo>
                    <a:pt x="40002" y="217462"/>
                  </a:lnTo>
                  <a:lnTo>
                    <a:pt x="37269" y="211829"/>
                  </a:lnTo>
                  <a:lnTo>
                    <a:pt x="34783" y="208623"/>
                  </a:lnTo>
                  <a:lnTo>
                    <a:pt x="33047" y="204958"/>
                  </a:lnTo>
                  <a:lnTo>
                    <a:pt x="33667" y="201453"/>
                  </a:lnTo>
                  <a:lnTo>
                    <a:pt x="37145" y="199770"/>
                  </a:lnTo>
                  <a:lnTo>
                    <a:pt x="40375" y="197630"/>
                  </a:lnTo>
                  <a:lnTo>
                    <a:pt x="41491" y="193058"/>
                  </a:lnTo>
                  <a:lnTo>
                    <a:pt x="39501" y="188174"/>
                  </a:lnTo>
                  <a:lnTo>
                    <a:pt x="33791" y="186187"/>
                  </a:lnTo>
                  <a:lnTo>
                    <a:pt x="29073" y="186949"/>
                  </a:lnTo>
                  <a:lnTo>
                    <a:pt x="22241" y="185882"/>
                  </a:lnTo>
                  <a:lnTo>
                    <a:pt x="15663" y="182834"/>
                  </a:lnTo>
                  <a:lnTo>
                    <a:pt x="11316" y="179322"/>
                  </a:lnTo>
                  <a:lnTo>
                    <a:pt x="7963" y="177334"/>
                  </a:lnTo>
                  <a:lnTo>
                    <a:pt x="5353" y="177334"/>
                  </a:lnTo>
                  <a:lnTo>
                    <a:pt x="2247" y="175353"/>
                  </a:lnTo>
                  <a:lnTo>
                    <a:pt x="387" y="171993"/>
                  </a:lnTo>
                  <a:lnTo>
                    <a:pt x="635" y="166500"/>
                  </a:lnTo>
                  <a:lnTo>
                    <a:pt x="1503" y="163147"/>
                  </a:lnTo>
                  <a:lnTo>
                    <a:pt x="3239" y="160245"/>
                  </a:lnTo>
                  <a:lnTo>
                    <a:pt x="3363" y="157038"/>
                  </a:lnTo>
                  <a:lnTo>
                    <a:pt x="2619" y="154746"/>
                  </a:lnTo>
                  <a:lnTo>
                    <a:pt x="2500" y="152923"/>
                  </a:lnTo>
                  <a:lnTo>
                    <a:pt x="2991" y="150631"/>
                  </a:lnTo>
                  <a:lnTo>
                    <a:pt x="4113" y="146052"/>
                  </a:lnTo>
                  <a:lnTo>
                    <a:pt x="2247" y="142699"/>
                  </a:lnTo>
                  <a:lnTo>
                    <a:pt x="2056" y="131078"/>
                  </a:lnTo>
                  <a:lnTo>
                    <a:pt x="1689" y="109334"/>
                  </a:lnTo>
                  <a:lnTo>
                    <a:pt x="1415" y="92677"/>
                  </a:lnTo>
                  <a:lnTo>
                    <a:pt x="1069" y="71740"/>
                  </a:lnTo>
                  <a:lnTo>
                    <a:pt x="867" y="56493"/>
                  </a:lnTo>
                  <a:lnTo>
                    <a:pt x="588" y="35130"/>
                  </a:lnTo>
                  <a:lnTo>
                    <a:pt x="325" y="14859"/>
                  </a:lnTo>
                  <a:lnTo>
                    <a:pt x="0" y="0"/>
                  </a:lnTo>
                  <a:lnTo>
                    <a:pt x="276472" y="0"/>
                  </a:lnTo>
                  <a:lnTo>
                    <a:pt x="276633" y="57"/>
                  </a:lnTo>
                  <a:lnTo>
                    <a:pt x="276810" y="0"/>
                  </a:lnTo>
                  <a:lnTo>
                    <a:pt x="296962" y="0"/>
                  </a:lnTo>
                  <a:lnTo>
                    <a:pt x="296962" y="192012"/>
                  </a:lnTo>
                  <a:lnTo>
                    <a:pt x="290901" y="195833"/>
                  </a:lnTo>
                  <a:lnTo>
                    <a:pt x="267083" y="205085"/>
                  </a:lnTo>
                  <a:lnTo>
                    <a:pt x="239280" y="222746"/>
                  </a:lnTo>
                  <a:lnTo>
                    <a:pt x="203354" y="237625"/>
                  </a:lnTo>
                  <a:lnTo>
                    <a:pt x="195825" y="237682"/>
                  </a:lnTo>
                  <a:lnTo>
                    <a:pt x="179510" y="225438"/>
                  </a:lnTo>
                  <a:lnTo>
                    <a:pt x="184073" y="219863"/>
                  </a:lnTo>
                  <a:lnTo>
                    <a:pt x="188316" y="212306"/>
                  </a:lnTo>
                  <a:lnTo>
                    <a:pt x="184260" y="214484"/>
                  </a:lnTo>
                  <a:lnTo>
                    <a:pt x="181629" y="217761"/>
                  </a:lnTo>
                  <a:lnTo>
                    <a:pt x="171790" y="223019"/>
                  </a:lnTo>
                  <a:lnTo>
                    <a:pt x="179769" y="233199"/>
                  </a:lnTo>
                  <a:lnTo>
                    <a:pt x="175914" y="237015"/>
                  </a:lnTo>
                  <a:lnTo>
                    <a:pt x="164503" y="242032"/>
                  </a:lnTo>
                  <a:lnTo>
                    <a:pt x="153878" y="249290"/>
                  </a:lnTo>
                  <a:lnTo>
                    <a:pt x="144577" y="254142"/>
                  </a:lnTo>
                  <a:lnTo>
                    <a:pt x="137052" y="247970"/>
                  </a:lnTo>
                  <a:lnTo>
                    <a:pt x="116283" y="255768"/>
                  </a:lnTo>
                  <a:lnTo>
                    <a:pt x="98791" y="257863"/>
                  </a:lnTo>
                  <a:lnTo>
                    <a:pt x="95008" y="253913"/>
                  </a:lnTo>
                  <a:lnTo>
                    <a:pt x="93897" y="247677"/>
                  </a:lnTo>
                  <a:lnTo>
                    <a:pt x="87773" y="246172"/>
                  </a:lnTo>
                  <a:lnTo>
                    <a:pt x="76394" y="247893"/>
                  </a:lnTo>
                  <a:lnTo>
                    <a:pt x="72079" y="2445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9" name="pg3909"/>
            <p:cNvSpPr/>
            <p:nvPr/>
          </p:nvSpPr>
          <p:spPr>
            <a:xfrm>
              <a:off x="5287647" y="2540116"/>
              <a:ext cx="534180" cy="266113"/>
            </a:xfrm>
            <a:custGeom>
              <a:avLst/>
              <a:gdLst/>
              <a:ahLst/>
              <a:cxnLst/>
              <a:rect l="0" t="0" r="0" b="0"/>
              <a:pathLst>
                <a:path w="534180" h="266113">
                  <a:moveTo>
                    <a:pt x="528260" y="7169"/>
                  </a:moveTo>
                  <a:lnTo>
                    <a:pt x="511940" y="26932"/>
                  </a:lnTo>
                  <a:lnTo>
                    <a:pt x="497548" y="44357"/>
                  </a:lnTo>
                  <a:lnTo>
                    <a:pt x="494318" y="62240"/>
                  </a:lnTo>
                  <a:lnTo>
                    <a:pt x="491254" y="79195"/>
                  </a:lnTo>
                  <a:lnTo>
                    <a:pt x="479347" y="92099"/>
                  </a:lnTo>
                  <a:lnTo>
                    <a:pt x="472087" y="103930"/>
                  </a:lnTo>
                  <a:lnTo>
                    <a:pt x="468847" y="117050"/>
                  </a:lnTo>
                  <a:lnTo>
                    <a:pt x="466139" y="129097"/>
                  </a:lnTo>
                  <a:lnTo>
                    <a:pt x="465932" y="139181"/>
                  </a:lnTo>
                  <a:lnTo>
                    <a:pt x="467973" y="144471"/>
                  </a:lnTo>
                  <a:lnTo>
                    <a:pt x="467012" y="148770"/>
                  </a:lnTo>
                  <a:lnTo>
                    <a:pt x="463074" y="153717"/>
                  </a:lnTo>
                  <a:lnTo>
                    <a:pt x="455199" y="162322"/>
                  </a:lnTo>
                  <a:lnTo>
                    <a:pt x="453798" y="170603"/>
                  </a:lnTo>
                  <a:lnTo>
                    <a:pt x="448982" y="174686"/>
                  </a:lnTo>
                  <a:lnTo>
                    <a:pt x="435246" y="182859"/>
                  </a:lnTo>
                  <a:lnTo>
                    <a:pt x="424042" y="194906"/>
                  </a:lnTo>
                  <a:lnTo>
                    <a:pt x="423495" y="201726"/>
                  </a:lnTo>
                  <a:lnTo>
                    <a:pt x="425112" y="207391"/>
                  </a:lnTo>
                  <a:lnTo>
                    <a:pt x="425360" y="210909"/>
                  </a:lnTo>
                  <a:lnTo>
                    <a:pt x="423122" y="213360"/>
                  </a:lnTo>
                  <a:lnTo>
                    <a:pt x="418637" y="213201"/>
                  </a:lnTo>
                  <a:lnTo>
                    <a:pt x="413784" y="213970"/>
                  </a:lnTo>
                  <a:lnTo>
                    <a:pt x="409697" y="218993"/>
                  </a:lnTo>
                  <a:lnTo>
                    <a:pt x="409800" y="226207"/>
                  </a:lnTo>
                  <a:lnTo>
                    <a:pt x="406813" y="231408"/>
                  </a:lnTo>
                  <a:lnTo>
                    <a:pt x="403325" y="232481"/>
                  </a:lnTo>
                  <a:lnTo>
                    <a:pt x="400338" y="228804"/>
                  </a:lnTo>
                  <a:lnTo>
                    <a:pt x="396746" y="223292"/>
                  </a:lnTo>
                  <a:lnTo>
                    <a:pt x="392540" y="222752"/>
                  </a:lnTo>
                  <a:lnTo>
                    <a:pt x="386153" y="226410"/>
                  </a:lnTo>
                  <a:lnTo>
                    <a:pt x="378277" y="232430"/>
                  </a:lnTo>
                  <a:lnTo>
                    <a:pt x="371192" y="232754"/>
                  </a:lnTo>
                  <a:lnTo>
                    <a:pt x="357890" y="228887"/>
                  </a:lnTo>
                  <a:lnTo>
                    <a:pt x="348180" y="240559"/>
                  </a:lnTo>
                  <a:lnTo>
                    <a:pt x="337757" y="265630"/>
                  </a:lnTo>
                  <a:lnTo>
                    <a:pt x="293717" y="265693"/>
                  </a:lnTo>
                  <a:lnTo>
                    <a:pt x="249678" y="265757"/>
                  </a:lnTo>
                  <a:lnTo>
                    <a:pt x="205634" y="265820"/>
                  </a:lnTo>
                  <a:lnTo>
                    <a:pt x="161594" y="265884"/>
                  </a:lnTo>
                  <a:lnTo>
                    <a:pt x="117555" y="265941"/>
                  </a:lnTo>
                  <a:lnTo>
                    <a:pt x="73516" y="266005"/>
                  </a:lnTo>
                  <a:lnTo>
                    <a:pt x="29476" y="266068"/>
                  </a:lnTo>
                  <a:lnTo>
                    <a:pt x="4831" y="266106"/>
                  </a:lnTo>
                  <a:lnTo>
                    <a:pt x="0" y="266113"/>
                  </a:lnTo>
                  <a:lnTo>
                    <a:pt x="15089" y="261204"/>
                  </a:lnTo>
                  <a:lnTo>
                    <a:pt x="46550" y="242127"/>
                  </a:lnTo>
                  <a:lnTo>
                    <a:pt x="69753" y="235218"/>
                  </a:lnTo>
                  <a:lnTo>
                    <a:pt x="99933" y="215182"/>
                  </a:lnTo>
                  <a:lnTo>
                    <a:pt x="121792" y="211328"/>
                  </a:lnTo>
                  <a:lnTo>
                    <a:pt x="125952" y="206921"/>
                  </a:lnTo>
                  <a:lnTo>
                    <a:pt x="129616" y="190302"/>
                  </a:lnTo>
                  <a:lnTo>
                    <a:pt x="131616" y="184377"/>
                  </a:lnTo>
                  <a:lnTo>
                    <a:pt x="141823" y="168056"/>
                  </a:lnTo>
                  <a:lnTo>
                    <a:pt x="154080" y="154289"/>
                  </a:lnTo>
                  <a:lnTo>
                    <a:pt x="163971" y="135250"/>
                  </a:lnTo>
                  <a:lnTo>
                    <a:pt x="181924" y="123083"/>
                  </a:lnTo>
                  <a:lnTo>
                    <a:pt x="209070" y="112909"/>
                  </a:lnTo>
                  <a:lnTo>
                    <a:pt x="234180" y="90689"/>
                  </a:lnTo>
                  <a:lnTo>
                    <a:pt x="247942" y="83914"/>
                  </a:lnTo>
                  <a:lnTo>
                    <a:pt x="261280" y="79062"/>
                  </a:lnTo>
                  <a:lnTo>
                    <a:pt x="266881" y="70032"/>
                  </a:lnTo>
                  <a:lnTo>
                    <a:pt x="275129" y="64869"/>
                  </a:lnTo>
                  <a:lnTo>
                    <a:pt x="297180" y="54372"/>
                  </a:lnTo>
                  <a:lnTo>
                    <a:pt x="321484" y="51533"/>
                  </a:lnTo>
                  <a:lnTo>
                    <a:pt x="346046" y="42820"/>
                  </a:lnTo>
                  <a:lnTo>
                    <a:pt x="364887" y="38203"/>
                  </a:lnTo>
                  <a:lnTo>
                    <a:pt x="376442" y="30030"/>
                  </a:lnTo>
                  <a:lnTo>
                    <a:pt x="393243" y="25725"/>
                  </a:lnTo>
                  <a:lnTo>
                    <a:pt x="443385" y="2273"/>
                  </a:lnTo>
                  <a:lnTo>
                    <a:pt x="446265" y="0"/>
                  </a:lnTo>
                  <a:lnTo>
                    <a:pt x="53418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0" name="pg3910"/>
            <p:cNvSpPr/>
            <p:nvPr/>
          </p:nvSpPr>
          <p:spPr>
            <a:xfrm>
              <a:off x="6188919" y="2797057"/>
              <a:ext cx="126268" cy="202407"/>
            </a:xfrm>
            <a:custGeom>
              <a:avLst/>
              <a:gdLst/>
              <a:ahLst/>
              <a:cxnLst/>
              <a:rect l="0" t="0" r="0" b="0"/>
              <a:pathLst>
                <a:path w="126268" h="202407">
                  <a:moveTo>
                    <a:pt x="117079" y="175208"/>
                  </a:moveTo>
                  <a:lnTo>
                    <a:pt x="108057" y="174662"/>
                  </a:lnTo>
                  <a:lnTo>
                    <a:pt x="101406" y="175266"/>
                  </a:lnTo>
                  <a:lnTo>
                    <a:pt x="91386" y="182892"/>
                  </a:lnTo>
                  <a:lnTo>
                    <a:pt x="89830" y="198305"/>
                  </a:lnTo>
                  <a:lnTo>
                    <a:pt x="85406" y="196266"/>
                  </a:lnTo>
                  <a:lnTo>
                    <a:pt x="80916" y="196768"/>
                  </a:lnTo>
                  <a:lnTo>
                    <a:pt x="78595" y="201607"/>
                  </a:lnTo>
                  <a:lnTo>
                    <a:pt x="75288" y="202407"/>
                  </a:lnTo>
                  <a:lnTo>
                    <a:pt x="66529" y="197829"/>
                  </a:lnTo>
                  <a:lnTo>
                    <a:pt x="56214" y="200331"/>
                  </a:lnTo>
                  <a:lnTo>
                    <a:pt x="48147" y="196857"/>
                  </a:lnTo>
                  <a:lnTo>
                    <a:pt x="37863" y="174275"/>
                  </a:lnTo>
                  <a:lnTo>
                    <a:pt x="32401" y="166362"/>
                  </a:lnTo>
                  <a:lnTo>
                    <a:pt x="22717" y="163810"/>
                  </a:lnTo>
                  <a:lnTo>
                    <a:pt x="20205" y="168585"/>
                  </a:lnTo>
                  <a:lnTo>
                    <a:pt x="16448" y="173259"/>
                  </a:lnTo>
                  <a:lnTo>
                    <a:pt x="7126" y="163943"/>
                  </a:lnTo>
                  <a:lnTo>
                    <a:pt x="56" y="129365"/>
                  </a:lnTo>
                  <a:lnTo>
                    <a:pt x="0" y="121021"/>
                  </a:lnTo>
                  <a:lnTo>
                    <a:pt x="9896" y="91936"/>
                  </a:lnTo>
                  <a:lnTo>
                    <a:pt x="34401" y="65753"/>
                  </a:lnTo>
                  <a:lnTo>
                    <a:pt x="26577" y="64877"/>
                  </a:lnTo>
                  <a:lnTo>
                    <a:pt x="4940" y="83033"/>
                  </a:lnTo>
                  <a:lnTo>
                    <a:pt x="7172" y="78638"/>
                  </a:lnTo>
                  <a:lnTo>
                    <a:pt x="10841" y="74059"/>
                  </a:lnTo>
                  <a:lnTo>
                    <a:pt x="18138" y="66674"/>
                  </a:lnTo>
                  <a:lnTo>
                    <a:pt x="29213" y="59733"/>
                  </a:lnTo>
                  <a:lnTo>
                    <a:pt x="43961" y="55688"/>
                  </a:lnTo>
                  <a:lnTo>
                    <a:pt x="54106" y="55072"/>
                  </a:lnTo>
                  <a:lnTo>
                    <a:pt x="61098" y="51236"/>
                  </a:lnTo>
                  <a:lnTo>
                    <a:pt x="71231" y="44441"/>
                  </a:lnTo>
                  <a:lnTo>
                    <a:pt x="73112" y="40834"/>
                  </a:lnTo>
                  <a:lnTo>
                    <a:pt x="64126" y="44981"/>
                  </a:lnTo>
                  <a:lnTo>
                    <a:pt x="49196" y="49064"/>
                  </a:lnTo>
                  <a:lnTo>
                    <a:pt x="53026" y="43711"/>
                  </a:lnTo>
                  <a:lnTo>
                    <a:pt x="56762" y="40847"/>
                  </a:lnTo>
                  <a:lnTo>
                    <a:pt x="126268" y="0"/>
                  </a:lnTo>
                  <a:lnTo>
                    <a:pt x="126268" y="1681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1" name="pg3911"/>
            <p:cNvSpPr/>
            <p:nvPr/>
          </p:nvSpPr>
          <p:spPr>
            <a:xfrm>
              <a:off x="6175048" y="2885799"/>
              <a:ext cx="12040" cy="17520"/>
            </a:xfrm>
            <a:custGeom>
              <a:avLst/>
              <a:gdLst/>
              <a:ahLst/>
              <a:cxnLst/>
              <a:rect l="0" t="0" r="0" b="0"/>
              <a:pathLst>
                <a:path w="12040" h="17520">
                  <a:moveTo>
                    <a:pt x="0" y="17520"/>
                  </a:moveTo>
                  <a:lnTo>
                    <a:pt x="1291" y="13062"/>
                  </a:lnTo>
                  <a:lnTo>
                    <a:pt x="7792" y="1695"/>
                  </a:lnTo>
                  <a:lnTo>
                    <a:pt x="12040" y="0"/>
                  </a:lnTo>
                  <a:lnTo>
                    <a:pt x="5327" y="129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2" name="pg3912"/>
            <p:cNvSpPr/>
            <p:nvPr/>
          </p:nvSpPr>
          <p:spPr>
            <a:xfrm>
              <a:off x="6114410" y="2832043"/>
              <a:ext cx="16050" cy="22950"/>
            </a:xfrm>
            <a:custGeom>
              <a:avLst/>
              <a:gdLst/>
              <a:ahLst/>
              <a:cxnLst/>
              <a:rect l="0" t="0" r="0" b="0"/>
              <a:pathLst>
                <a:path w="16050" h="22950">
                  <a:moveTo>
                    <a:pt x="0" y="22950"/>
                  </a:moveTo>
                  <a:lnTo>
                    <a:pt x="5539" y="5391"/>
                  </a:lnTo>
                  <a:lnTo>
                    <a:pt x="10046" y="0"/>
                  </a:lnTo>
                  <a:lnTo>
                    <a:pt x="16050" y="1816"/>
                  </a:lnTo>
                  <a:lnTo>
                    <a:pt x="15208" y="12427"/>
                  </a:lnTo>
                  <a:lnTo>
                    <a:pt x="14242" y="1607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3" name="pg3913"/>
            <p:cNvSpPr/>
            <p:nvPr/>
          </p:nvSpPr>
          <p:spPr>
            <a:xfrm>
              <a:off x="5366847" y="2715076"/>
              <a:ext cx="51274" cy="34247"/>
            </a:xfrm>
            <a:custGeom>
              <a:avLst/>
              <a:gdLst/>
              <a:ahLst/>
              <a:cxnLst/>
              <a:rect l="0" t="0" r="0" b="0"/>
              <a:pathLst>
                <a:path w="51274" h="34247">
                  <a:moveTo>
                    <a:pt x="33548" y="33244"/>
                  </a:moveTo>
                  <a:lnTo>
                    <a:pt x="19601" y="30837"/>
                  </a:lnTo>
                  <a:lnTo>
                    <a:pt x="4268" y="34177"/>
                  </a:lnTo>
                  <a:lnTo>
                    <a:pt x="0" y="34247"/>
                  </a:lnTo>
                  <a:lnTo>
                    <a:pt x="11389" y="24582"/>
                  </a:lnTo>
                  <a:lnTo>
                    <a:pt x="28903" y="18638"/>
                  </a:lnTo>
                  <a:lnTo>
                    <a:pt x="46364" y="463"/>
                  </a:lnTo>
                  <a:lnTo>
                    <a:pt x="51274" y="0"/>
                  </a:lnTo>
                  <a:lnTo>
                    <a:pt x="44628" y="20587"/>
                  </a:lnTo>
                  <a:lnTo>
                    <a:pt x="43274" y="27948"/>
                  </a:lnTo>
                  <a:lnTo>
                    <a:pt x="41703" y="306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4" name="pg3914"/>
            <p:cNvSpPr/>
            <p:nvPr/>
          </p:nvSpPr>
          <p:spPr>
            <a:xfrm>
              <a:off x="5377730" y="2716409"/>
              <a:ext cx="30200" cy="16853"/>
            </a:xfrm>
            <a:custGeom>
              <a:avLst/>
              <a:gdLst/>
              <a:ahLst/>
              <a:cxnLst/>
              <a:rect l="0" t="0" r="0" b="0"/>
              <a:pathLst>
                <a:path w="30200" h="16853">
                  <a:moveTo>
                    <a:pt x="4423" y="16853"/>
                  </a:moveTo>
                  <a:lnTo>
                    <a:pt x="0" y="15723"/>
                  </a:lnTo>
                  <a:lnTo>
                    <a:pt x="14082" y="2946"/>
                  </a:lnTo>
                  <a:lnTo>
                    <a:pt x="30200" y="0"/>
                  </a:lnTo>
                  <a:lnTo>
                    <a:pt x="17187" y="1417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5" name="pg3915"/>
            <p:cNvSpPr/>
            <p:nvPr/>
          </p:nvSpPr>
          <p:spPr>
            <a:xfrm>
              <a:off x="5667831" y="2547127"/>
              <a:ext cx="30784" cy="17069"/>
            </a:xfrm>
            <a:custGeom>
              <a:avLst/>
              <a:gdLst/>
              <a:ahLst/>
              <a:cxnLst/>
              <a:rect l="0" t="0" r="0" b="0"/>
              <a:pathLst>
                <a:path w="30784" h="17069">
                  <a:moveTo>
                    <a:pt x="0" y="17069"/>
                  </a:moveTo>
                  <a:lnTo>
                    <a:pt x="2294" y="12554"/>
                  </a:lnTo>
                  <a:lnTo>
                    <a:pt x="15430" y="4508"/>
                  </a:lnTo>
                  <a:lnTo>
                    <a:pt x="25084" y="0"/>
                  </a:lnTo>
                  <a:lnTo>
                    <a:pt x="30784" y="95"/>
                  </a:lnTo>
                  <a:lnTo>
                    <a:pt x="21502" y="9957"/>
                  </a:lnTo>
                  <a:lnTo>
                    <a:pt x="9622" y="160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6" name="pg3916"/>
            <p:cNvSpPr/>
            <p:nvPr/>
          </p:nvSpPr>
          <p:spPr>
            <a:xfrm>
              <a:off x="4939342" y="5500509"/>
              <a:ext cx="49258" cy="37397"/>
            </a:xfrm>
            <a:custGeom>
              <a:avLst/>
              <a:gdLst/>
              <a:ahLst/>
              <a:cxnLst/>
              <a:rect l="0" t="0" r="0" b="0"/>
              <a:pathLst>
                <a:path w="49258" h="37397">
                  <a:moveTo>
                    <a:pt x="36380" y="7931"/>
                  </a:moveTo>
                  <a:lnTo>
                    <a:pt x="25890" y="16136"/>
                  </a:lnTo>
                  <a:lnTo>
                    <a:pt x="33512" y="21991"/>
                  </a:lnTo>
                  <a:lnTo>
                    <a:pt x="40695" y="9258"/>
                  </a:lnTo>
                  <a:lnTo>
                    <a:pt x="46395" y="19603"/>
                  </a:lnTo>
                  <a:lnTo>
                    <a:pt x="49258" y="37397"/>
                  </a:lnTo>
                  <a:lnTo>
                    <a:pt x="16879" y="37397"/>
                  </a:lnTo>
                  <a:lnTo>
                    <a:pt x="15627" y="32145"/>
                  </a:lnTo>
                  <a:lnTo>
                    <a:pt x="9084" y="25573"/>
                  </a:lnTo>
                  <a:lnTo>
                    <a:pt x="0" y="8807"/>
                  </a:lnTo>
                  <a:lnTo>
                    <a:pt x="5276" y="4483"/>
                  </a:lnTo>
                  <a:lnTo>
                    <a:pt x="12309" y="5924"/>
                  </a:lnTo>
                  <a:lnTo>
                    <a:pt x="15911" y="3905"/>
                  </a:lnTo>
                  <a:lnTo>
                    <a:pt x="25662" y="2292"/>
                  </a:lnTo>
                  <a:lnTo>
                    <a:pt x="31585" y="0"/>
                  </a:lnTo>
                  <a:lnTo>
                    <a:pt x="36215" y="495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7" name="pg3917"/>
            <p:cNvSpPr/>
            <p:nvPr/>
          </p:nvSpPr>
          <p:spPr>
            <a:xfrm>
              <a:off x="4945285" y="5155530"/>
              <a:ext cx="95830" cy="135860"/>
            </a:xfrm>
            <a:custGeom>
              <a:avLst/>
              <a:gdLst/>
              <a:ahLst/>
              <a:cxnLst/>
              <a:rect l="0" t="0" r="0" b="0"/>
              <a:pathLst>
                <a:path w="95830" h="135860">
                  <a:moveTo>
                    <a:pt x="73800" y="135860"/>
                  </a:moveTo>
                  <a:lnTo>
                    <a:pt x="64612" y="122835"/>
                  </a:lnTo>
                  <a:lnTo>
                    <a:pt x="57211" y="119050"/>
                  </a:lnTo>
                  <a:lnTo>
                    <a:pt x="68772" y="109842"/>
                  </a:lnTo>
                  <a:lnTo>
                    <a:pt x="73764" y="101930"/>
                  </a:lnTo>
                  <a:lnTo>
                    <a:pt x="73660" y="84669"/>
                  </a:lnTo>
                  <a:lnTo>
                    <a:pt x="76482" y="75214"/>
                  </a:lnTo>
                  <a:lnTo>
                    <a:pt x="75526" y="67028"/>
                  </a:lnTo>
                  <a:lnTo>
                    <a:pt x="78073" y="58671"/>
                  </a:lnTo>
                  <a:lnTo>
                    <a:pt x="74627" y="49285"/>
                  </a:lnTo>
                  <a:lnTo>
                    <a:pt x="64963" y="41842"/>
                  </a:lnTo>
                  <a:lnTo>
                    <a:pt x="45842" y="12237"/>
                  </a:lnTo>
                  <a:lnTo>
                    <a:pt x="15637" y="5048"/>
                  </a:lnTo>
                  <a:lnTo>
                    <a:pt x="0" y="4750"/>
                  </a:lnTo>
                  <a:lnTo>
                    <a:pt x="8593" y="0"/>
                  </a:lnTo>
                  <a:lnTo>
                    <a:pt x="16531" y="577"/>
                  </a:lnTo>
                  <a:lnTo>
                    <a:pt x="28748" y="3403"/>
                  </a:lnTo>
                  <a:lnTo>
                    <a:pt x="43377" y="4769"/>
                  </a:lnTo>
                  <a:lnTo>
                    <a:pt x="52318" y="13481"/>
                  </a:lnTo>
                  <a:lnTo>
                    <a:pt x="60855" y="25033"/>
                  </a:lnTo>
                  <a:lnTo>
                    <a:pt x="68565" y="29707"/>
                  </a:lnTo>
                  <a:lnTo>
                    <a:pt x="71738" y="32679"/>
                  </a:lnTo>
                  <a:lnTo>
                    <a:pt x="71381" y="36032"/>
                  </a:lnTo>
                  <a:lnTo>
                    <a:pt x="72663" y="39181"/>
                  </a:lnTo>
                  <a:lnTo>
                    <a:pt x="82724" y="44586"/>
                  </a:lnTo>
                  <a:lnTo>
                    <a:pt x="92858" y="53311"/>
                  </a:lnTo>
                  <a:lnTo>
                    <a:pt x="95830" y="78897"/>
                  </a:lnTo>
                  <a:lnTo>
                    <a:pt x="82177" y="91007"/>
                  </a:lnTo>
                  <a:lnTo>
                    <a:pt x="79665" y="128055"/>
                  </a:lnTo>
                  <a:lnTo>
                    <a:pt x="76001" y="1347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8" name="pg3918"/>
            <p:cNvSpPr/>
            <p:nvPr/>
          </p:nvSpPr>
          <p:spPr>
            <a:xfrm>
              <a:off x="4893261" y="5381534"/>
              <a:ext cx="74105" cy="118987"/>
            </a:xfrm>
            <a:custGeom>
              <a:avLst/>
              <a:gdLst/>
              <a:ahLst/>
              <a:cxnLst/>
              <a:rect l="0" t="0" r="0" b="0"/>
              <a:pathLst>
                <a:path w="74105" h="118987">
                  <a:moveTo>
                    <a:pt x="72947" y="80116"/>
                  </a:moveTo>
                  <a:lnTo>
                    <a:pt x="74105" y="91896"/>
                  </a:lnTo>
                  <a:lnTo>
                    <a:pt x="73035" y="96094"/>
                  </a:lnTo>
                  <a:lnTo>
                    <a:pt x="61583" y="103968"/>
                  </a:lnTo>
                  <a:lnTo>
                    <a:pt x="58643" y="108369"/>
                  </a:lnTo>
                  <a:lnTo>
                    <a:pt x="47847" y="112808"/>
                  </a:lnTo>
                  <a:lnTo>
                    <a:pt x="41315" y="118987"/>
                  </a:lnTo>
                  <a:lnTo>
                    <a:pt x="38044" y="108947"/>
                  </a:lnTo>
                  <a:lnTo>
                    <a:pt x="31703" y="102742"/>
                  </a:lnTo>
                  <a:lnTo>
                    <a:pt x="30639" y="92194"/>
                  </a:lnTo>
                  <a:lnTo>
                    <a:pt x="25792" y="95757"/>
                  </a:lnTo>
                  <a:lnTo>
                    <a:pt x="18805" y="93585"/>
                  </a:lnTo>
                  <a:lnTo>
                    <a:pt x="7281" y="85596"/>
                  </a:lnTo>
                  <a:lnTo>
                    <a:pt x="0" y="74750"/>
                  </a:lnTo>
                  <a:lnTo>
                    <a:pt x="10201" y="72870"/>
                  </a:lnTo>
                  <a:lnTo>
                    <a:pt x="12309" y="79608"/>
                  </a:lnTo>
                  <a:lnTo>
                    <a:pt x="20381" y="71340"/>
                  </a:lnTo>
                  <a:lnTo>
                    <a:pt x="18546" y="66983"/>
                  </a:lnTo>
                  <a:lnTo>
                    <a:pt x="17089" y="66425"/>
                  </a:lnTo>
                  <a:lnTo>
                    <a:pt x="14443" y="58321"/>
                  </a:lnTo>
                  <a:lnTo>
                    <a:pt x="26587" y="37098"/>
                  </a:lnTo>
                  <a:lnTo>
                    <a:pt x="29207" y="23407"/>
                  </a:lnTo>
                  <a:lnTo>
                    <a:pt x="23699" y="1441"/>
                  </a:lnTo>
                  <a:lnTo>
                    <a:pt x="28841" y="0"/>
                  </a:lnTo>
                  <a:lnTo>
                    <a:pt x="42545" y="7703"/>
                  </a:lnTo>
                  <a:lnTo>
                    <a:pt x="48685" y="15285"/>
                  </a:lnTo>
                  <a:lnTo>
                    <a:pt x="48886" y="25693"/>
                  </a:lnTo>
                  <a:lnTo>
                    <a:pt x="54648" y="33752"/>
                  </a:lnTo>
                  <a:lnTo>
                    <a:pt x="62989" y="53057"/>
                  </a:lnTo>
                  <a:lnTo>
                    <a:pt x="73180" y="64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9" name="pg3919"/>
            <p:cNvSpPr/>
            <p:nvPr/>
          </p:nvSpPr>
          <p:spPr>
            <a:xfrm>
              <a:off x="4835016" y="5174016"/>
              <a:ext cx="112522" cy="38661"/>
            </a:xfrm>
            <a:custGeom>
              <a:avLst/>
              <a:gdLst/>
              <a:ahLst/>
              <a:cxnLst/>
              <a:rect l="0" t="0" r="0" b="0"/>
              <a:pathLst>
                <a:path w="112522" h="38661">
                  <a:moveTo>
                    <a:pt x="64973" y="13005"/>
                  </a:moveTo>
                  <a:lnTo>
                    <a:pt x="71841" y="12453"/>
                  </a:lnTo>
                  <a:lnTo>
                    <a:pt x="75960" y="9792"/>
                  </a:lnTo>
                  <a:lnTo>
                    <a:pt x="94931" y="10878"/>
                  </a:lnTo>
                  <a:lnTo>
                    <a:pt x="110248" y="6985"/>
                  </a:lnTo>
                  <a:lnTo>
                    <a:pt x="112522" y="13894"/>
                  </a:lnTo>
                  <a:lnTo>
                    <a:pt x="112134" y="17501"/>
                  </a:lnTo>
                  <a:lnTo>
                    <a:pt x="79562" y="20886"/>
                  </a:lnTo>
                  <a:lnTo>
                    <a:pt x="49682" y="31028"/>
                  </a:lnTo>
                  <a:lnTo>
                    <a:pt x="33305" y="37899"/>
                  </a:lnTo>
                  <a:lnTo>
                    <a:pt x="25611" y="38661"/>
                  </a:lnTo>
                  <a:lnTo>
                    <a:pt x="19730" y="35047"/>
                  </a:lnTo>
                  <a:lnTo>
                    <a:pt x="0" y="14104"/>
                  </a:lnTo>
                  <a:lnTo>
                    <a:pt x="5276" y="16193"/>
                  </a:lnTo>
                  <a:lnTo>
                    <a:pt x="19854" y="28030"/>
                  </a:lnTo>
                  <a:lnTo>
                    <a:pt x="28908" y="25871"/>
                  </a:lnTo>
                  <a:lnTo>
                    <a:pt x="37295" y="18047"/>
                  </a:lnTo>
                  <a:lnTo>
                    <a:pt x="38577" y="12135"/>
                  </a:lnTo>
                  <a:lnTo>
                    <a:pt x="37326" y="9335"/>
                  </a:lnTo>
                  <a:lnTo>
                    <a:pt x="41119" y="0"/>
                  </a:lnTo>
                  <a:lnTo>
                    <a:pt x="52152" y="896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0" name="pg3920"/>
            <p:cNvSpPr/>
            <p:nvPr/>
          </p:nvSpPr>
          <p:spPr>
            <a:xfrm>
              <a:off x="4985696" y="5397055"/>
              <a:ext cx="30985" cy="11691"/>
            </a:xfrm>
            <a:custGeom>
              <a:avLst/>
              <a:gdLst/>
              <a:ahLst/>
              <a:cxnLst/>
              <a:rect l="0" t="0" r="0" b="0"/>
              <a:pathLst>
                <a:path w="30985" h="11691">
                  <a:moveTo>
                    <a:pt x="10733" y="11691"/>
                  </a:moveTo>
                  <a:lnTo>
                    <a:pt x="2191" y="9030"/>
                  </a:lnTo>
                  <a:lnTo>
                    <a:pt x="0" y="6890"/>
                  </a:lnTo>
                  <a:lnTo>
                    <a:pt x="3658" y="3295"/>
                  </a:lnTo>
                  <a:lnTo>
                    <a:pt x="11710" y="298"/>
                  </a:lnTo>
                  <a:lnTo>
                    <a:pt x="24639" y="0"/>
                  </a:lnTo>
                  <a:lnTo>
                    <a:pt x="30303" y="3543"/>
                  </a:lnTo>
                  <a:lnTo>
                    <a:pt x="30985" y="5093"/>
                  </a:lnTo>
                  <a:lnTo>
                    <a:pt x="22686" y="899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1" name="pg3921"/>
            <p:cNvSpPr/>
            <p:nvPr/>
          </p:nvSpPr>
          <p:spPr>
            <a:xfrm>
              <a:off x="5304944" y="5521433"/>
              <a:ext cx="12277" cy="16472"/>
            </a:xfrm>
            <a:custGeom>
              <a:avLst/>
              <a:gdLst/>
              <a:ahLst/>
              <a:cxnLst/>
              <a:rect l="0" t="0" r="0" b="0"/>
              <a:pathLst>
                <a:path w="12277" h="16472">
                  <a:moveTo>
                    <a:pt x="7008" y="16472"/>
                  </a:moveTo>
                  <a:lnTo>
                    <a:pt x="0" y="16472"/>
                  </a:lnTo>
                  <a:lnTo>
                    <a:pt x="1962" y="2806"/>
                  </a:lnTo>
                  <a:lnTo>
                    <a:pt x="7771" y="0"/>
                  </a:lnTo>
                  <a:lnTo>
                    <a:pt x="10050" y="152"/>
                  </a:lnTo>
                  <a:lnTo>
                    <a:pt x="12277" y="762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2" name="pg3922"/>
            <p:cNvSpPr/>
            <p:nvPr/>
          </p:nvSpPr>
          <p:spPr>
            <a:xfrm>
              <a:off x="5068380" y="5334383"/>
              <a:ext cx="70456" cy="119063"/>
            </a:xfrm>
            <a:custGeom>
              <a:avLst/>
              <a:gdLst/>
              <a:ahLst/>
              <a:cxnLst/>
              <a:rect l="0" t="0" r="0" b="0"/>
              <a:pathLst>
                <a:path w="70456" h="119063">
                  <a:moveTo>
                    <a:pt x="31373" y="24747"/>
                  </a:moveTo>
                  <a:lnTo>
                    <a:pt x="46235" y="30285"/>
                  </a:lnTo>
                  <a:lnTo>
                    <a:pt x="62302" y="48650"/>
                  </a:lnTo>
                  <a:lnTo>
                    <a:pt x="69221" y="55191"/>
                  </a:lnTo>
                  <a:lnTo>
                    <a:pt x="70456" y="61147"/>
                  </a:lnTo>
                  <a:lnTo>
                    <a:pt x="67748" y="88340"/>
                  </a:lnTo>
                  <a:lnTo>
                    <a:pt x="64136" y="104711"/>
                  </a:lnTo>
                  <a:lnTo>
                    <a:pt x="64679" y="119063"/>
                  </a:lnTo>
                  <a:lnTo>
                    <a:pt x="60906" y="114815"/>
                  </a:lnTo>
                  <a:lnTo>
                    <a:pt x="57093" y="105416"/>
                  </a:lnTo>
                  <a:lnTo>
                    <a:pt x="50840" y="100012"/>
                  </a:lnTo>
                  <a:lnTo>
                    <a:pt x="48757" y="97180"/>
                  </a:lnTo>
                  <a:lnTo>
                    <a:pt x="59997" y="96557"/>
                  </a:lnTo>
                  <a:lnTo>
                    <a:pt x="60994" y="81761"/>
                  </a:lnTo>
                  <a:lnTo>
                    <a:pt x="66477" y="70089"/>
                  </a:lnTo>
                  <a:lnTo>
                    <a:pt x="65645" y="57947"/>
                  </a:lnTo>
                  <a:lnTo>
                    <a:pt x="52529" y="44579"/>
                  </a:lnTo>
                  <a:lnTo>
                    <a:pt x="43538" y="32812"/>
                  </a:lnTo>
                  <a:lnTo>
                    <a:pt x="29714" y="29046"/>
                  </a:lnTo>
                  <a:lnTo>
                    <a:pt x="16929" y="17330"/>
                  </a:lnTo>
                  <a:lnTo>
                    <a:pt x="9301" y="15888"/>
                  </a:lnTo>
                  <a:lnTo>
                    <a:pt x="0" y="17952"/>
                  </a:lnTo>
                  <a:lnTo>
                    <a:pt x="3359" y="10967"/>
                  </a:lnTo>
                  <a:lnTo>
                    <a:pt x="5684" y="1727"/>
                  </a:lnTo>
                  <a:lnTo>
                    <a:pt x="7389" y="0"/>
                  </a:lnTo>
                  <a:lnTo>
                    <a:pt x="13952" y="100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3" name="pg3923"/>
            <p:cNvSpPr/>
            <p:nvPr/>
          </p:nvSpPr>
          <p:spPr>
            <a:xfrm>
              <a:off x="5178096" y="5447191"/>
              <a:ext cx="46804" cy="72629"/>
            </a:xfrm>
            <a:custGeom>
              <a:avLst/>
              <a:gdLst/>
              <a:ahLst/>
              <a:cxnLst/>
              <a:rect l="0" t="0" r="0" b="0"/>
              <a:pathLst>
                <a:path w="46804" h="72629">
                  <a:moveTo>
                    <a:pt x="46804" y="71314"/>
                  </a:moveTo>
                  <a:lnTo>
                    <a:pt x="39713" y="69974"/>
                  </a:lnTo>
                  <a:lnTo>
                    <a:pt x="29249" y="72559"/>
                  </a:lnTo>
                  <a:lnTo>
                    <a:pt x="25482" y="72629"/>
                  </a:lnTo>
                  <a:lnTo>
                    <a:pt x="27828" y="68101"/>
                  </a:lnTo>
                  <a:lnTo>
                    <a:pt x="35094" y="61979"/>
                  </a:lnTo>
                  <a:lnTo>
                    <a:pt x="35460" y="56150"/>
                  </a:lnTo>
                  <a:lnTo>
                    <a:pt x="26469" y="47742"/>
                  </a:lnTo>
                  <a:lnTo>
                    <a:pt x="16004" y="26824"/>
                  </a:lnTo>
                  <a:lnTo>
                    <a:pt x="11105" y="21864"/>
                  </a:lnTo>
                  <a:lnTo>
                    <a:pt x="8779" y="14002"/>
                  </a:lnTo>
                  <a:lnTo>
                    <a:pt x="0" y="5569"/>
                  </a:lnTo>
                  <a:lnTo>
                    <a:pt x="1834" y="1060"/>
                  </a:lnTo>
                  <a:lnTo>
                    <a:pt x="3638" y="0"/>
                  </a:lnTo>
                  <a:lnTo>
                    <a:pt x="9575" y="2165"/>
                  </a:lnTo>
                  <a:lnTo>
                    <a:pt x="23022" y="32253"/>
                  </a:lnTo>
                  <a:lnTo>
                    <a:pt x="23900" y="35136"/>
                  </a:lnTo>
                  <a:lnTo>
                    <a:pt x="46101" y="647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4" name="pt3924"/>
            <p:cNvSpPr/>
            <p:nvPr/>
          </p:nvSpPr>
          <p:spPr>
            <a:xfrm>
              <a:off x="5411954" y="3276309"/>
              <a:ext cx="63202" cy="63202"/>
            </a:xfrm>
            <a:prstGeom prst="ellipse">
              <a:avLst/>
            </a:prstGeom>
            <a:solidFill>
              <a:srgbClr val="51B7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5" name="pt3925"/>
            <p:cNvSpPr/>
            <p:nvPr/>
          </p:nvSpPr>
          <p:spPr>
            <a:xfrm>
              <a:off x="3286560" y="4746129"/>
              <a:ext cx="63202" cy="63202"/>
            </a:xfrm>
            <a:prstGeom prst="ellipse">
              <a:avLst/>
            </a:prstGeom>
            <a:solidFill>
              <a:srgbClr val="59C3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6" name="pt3926"/>
            <p:cNvSpPr/>
            <p:nvPr/>
          </p:nvSpPr>
          <p:spPr>
            <a:xfrm>
              <a:off x="2878450" y="4973596"/>
              <a:ext cx="63202" cy="63202"/>
            </a:xfrm>
            <a:prstGeom prst="ellipse">
              <a:avLst/>
            </a:prstGeom>
            <a:solidFill>
              <a:srgbClr val="60CE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7" name="pt3927"/>
            <p:cNvSpPr/>
            <p:nvPr/>
          </p:nvSpPr>
          <p:spPr>
            <a:xfrm>
              <a:off x="5154968" y="3735383"/>
              <a:ext cx="63202" cy="63202"/>
            </a:xfrm>
            <a:prstGeom prst="ellipse">
              <a:avLst/>
            </a:prstGeom>
            <a:solidFill>
              <a:srgbClr val="3A689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8" name="pt3928"/>
            <p:cNvSpPr/>
            <p:nvPr/>
          </p:nvSpPr>
          <p:spPr>
            <a:xfrm>
              <a:off x="3815690" y="4677487"/>
              <a:ext cx="63202" cy="63202"/>
            </a:xfrm>
            <a:prstGeom prst="ellipse">
              <a:avLst/>
            </a:prstGeom>
            <a:solidFill>
              <a:srgbClr val="88D9B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9" name="pt3929"/>
            <p:cNvSpPr/>
            <p:nvPr/>
          </p:nvSpPr>
          <p:spPr>
            <a:xfrm>
              <a:off x="5234441" y="3545894"/>
              <a:ext cx="63202" cy="63202"/>
            </a:xfrm>
            <a:prstGeom prst="ellipse">
              <a:avLst/>
            </a:prstGeom>
            <a:solidFill>
              <a:srgbClr val="359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0" name="pt3930"/>
            <p:cNvSpPr/>
            <p:nvPr/>
          </p:nvSpPr>
          <p:spPr>
            <a:xfrm>
              <a:off x="3635685" y="4800931"/>
              <a:ext cx="63202" cy="63202"/>
            </a:xfrm>
            <a:prstGeom prst="ellipse">
              <a:avLst/>
            </a:prstGeom>
            <a:solidFill>
              <a:srgbClr val="388AA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1" name="pt3931"/>
            <p:cNvSpPr/>
            <p:nvPr/>
          </p:nvSpPr>
          <p:spPr>
            <a:xfrm>
              <a:off x="5803938" y="2901996"/>
              <a:ext cx="63202" cy="63202"/>
            </a:xfrm>
            <a:prstGeom prst="ellipse">
              <a:avLst/>
            </a:prstGeom>
            <a:solidFill>
              <a:srgbClr val="382A5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2" name="pt3932"/>
            <p:cNvSpPr/>
            <p:nvPr/>
          </p:nvSpPr>
          <p:spPr>
            <a:xfrm>
              <a:off x="5602232" y="3222656"/>
              <a:ext cx="63202" cy="63202"/>
            </a:xfrm>
            <a:prstGeom prst="ellipse">
              <a:avLst/>
            </a:prstGeom>
            <a:solidFill>
              <a:srgbClr val="231A2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3" name="pt3933"/>
            <p:cNvSpPr/>
            <p:nvPr/>
          </p:nvSpPr>
          <p:spPr>
            <a:xfrm>
              <a:off x="5052138" y="3796215"/>
              <a:ext cx="63202" cy="63202"/>
            </a:xfrm>
            <a:prstGeom prst="ellipse">
              <a:avLst/>
            </a:prstGeom>
            <a:solidFill>
              <a:srgbClr val="97DEC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4" name="pt3934"/>
            <p:cNvSpPr/>
            <p:nvPr/>
          </p:nvSpPr>
          <p:spPr>
            <a:xfrm>
              <a:off x="4189184" y="4765547"/>
              <a:ext cx="63202" cy="63202"/>
            </a:xfrm>
            <a:prstGeom prst="ellipse">
              <a:avLst/>
            </a:prstGeom>
            <a:solidFill>
              <a:srgbClr val="6ED2B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5" name="pt3935"/>
            <p:cNvSpPr/>
            <p:nvPr/>
          </p:nvSpPr>
          <p:spPr>
            <a:xfrm>
              <a:off x="4913887" y="4211118"/>
              <a:ext cx="63202" cy="63202"/>
            </a:xfrm>
            <a:prstGeom prst="ellipse">
              <a:avLst/>
            </a:prstGeom>
            <a:solidFill>
              <a:srgbClr val="48AC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6" name="pt3936"/>
            <p:cNvSpPr/>
            <p:nvPr/>
          </p:nvSpPr>
          <p:spPr>
            <a:xfrm>
              <a:off x="4598477" y="4463619"/>
              <a:ext cx="63202" cy="63202"/>
            </a:xfrm>
            <a:prstGeom prst="ellipse">
              <a:avLst/>
            </a:prstGeom>
            <a:solidFill>
              <a:srgbClr val="3593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7" name="pt3937"/>
            <p:cNvSpPr/>
            <p:nvPr/>
          </p:nvSpPr>
          <p:spPr>
            <a:xfrm>
              <a:off x="4706891" y="4368015"/>
              <a:ext cx="63202" cy="63202"/>
            </a:xfrm>
            <a:prstGeom prst="ellipse">
              <a:avLst/>
            </a:prstGeom>
            <a:solidFill>
              <a:srgbClr val="71D3B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8" name="pt3938"/>
            <p:cNvSpPr/>
            <p:nvPr/>
          </p:nvSpPr>
          <p:spPr>
            <a:xfrm>
              <a:off x="5170525" y="3498927"/>
              <a:ext cx="63202" cy="63202"/>
            </a:xfrm>
            <a:prstGeom prst="ellipse">
              <a:avLst/>
            </a:prstGeom>
            <a:solidFill>
              <a:srgbClr val="82D8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9" name="pt3939"/>
            <p:cNvSpPr/>
            <p:nvPr/>
          </p:nvSpPr>
          <p:spPr>
            <a:xfrm>
              <a:off x="4143523" y="4766403"/>
              <a:ext cx="63202" cy="63202"/>
            </a:xfrm>
            <a:prstGeom prst="ellipse">
              <a:avLst/>
            </a:prstGeom>
            <a:solidFill>
              <a:srgbClr val="74D3B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0" name="pt3940"/>
            <p:cNvSpPr/>
            <p:nvPr/>
          </p:nvSpPr>
          <p:spPr>
            <a:xfrm>
              <a:off x="4544041" y="4668741"/>
              <a:ext cx="63202" cy="63202"/>
            </a:xfrm>
            <a:prstGeom prst="ellipse">
              <a:avLst/>
            </a:prstGeom>
            <a:solidFill>
              <a:srgbClr val="58C2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1" name="pt3941"/>
            <p:cNvSpPr/>
            <p:nvPr/>
          </p:nvSpPr>
          <p:spPr>
            <a:xfrm>
              <a:off x="3690881" y="4772296"/>
              <a:ext cx="63202" cy="63202"/>
            </a:xfrm>
            <a:prstGeom prst="ellipse">
              <a:avLst/>
            </a:prstGeom>
            <a:solidFill>
              <a:srgbClr val="378F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2" name="pt3942"/>
            <p:cNvSpPr/>
            <p:nvPr/>
          </p:nvSpPr>
          <p:spPr>
            <a:xfrm>
              <a:off x="5016032" y="3641698"/>
              <a:ext cx="63202" cy="63202"/>
            </a:xfrm>
            <a:prstGeom prst="ellipse">
              <a:avLst/>
            </a:prstGeom>
            <a:solidFill>
              <a:srgbClr val="CAEED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3" name="pt3943"/>
            <p:cNvSpPr/>
            <p:nvPr/>
          </p:nvSpPr>
          <p:spPr>
            <a:xfrm>
              <a:off x="4551789" y="4536931"/>
              <a:ext cx="63202" cy="63202"/>
            </a:xfrm>
            <a:prstGeom prst="ellipse">
              <a:avLst/>
            </a:prstGeom>
            <a:solidFill>
              <a:srgbClr val="77D4B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4" name="pt3944"/>
            <p:cNvSpPr/>
            <p:nvPr/>
          </p:nvSpPr>
          <p:spPr>
            <a:xfrm>
              <a:off x="3457033" y="4801454"/>
              <a:ext cx="63202" cy="63202"/>
            </a:xfrm>
            <a:prstGeom prst="ellipse">
              <a:avLst/>
            </a:prstGeom>
            <a:solidFill>
              <a:srgbClr val="3A77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5" name="pt3945"/>
            <p:cNvSpPr/>
            <p:nvPr/>
          </p:nvSpPr>
          <p:spPr>
            <a:xfrm>
              <a:off x="4795350" y="4267713"/>
              <a:ext cx="63202" cy="63202"/>
            </a:xfrm>
            <a:prstGeom prst="ellipse">
              <a:avLst/>
            </a:prstGeom>
            <a:solidFill>
              <a:srgbClr val="3593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6" name="pt3946"/>
            <p:cNvSpPr/>
            <p:nvPr/>
          </p:nvSpPr>
          <p:spPr>
            <a:xfrm>
              <a:off x="5763373" y="2927118"/>
              <a:ext cx="63202" cy="63202"/>
            </a:xfrm>
            <a:prstGeom prst="ellipse">
              <a:avLst/>
            </a:prstGeom>
            <a:solidFill>
              <a:srgbClr val="3B3A6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7" name="pt3947"/>
            <p:cNvSpPr/>
            <p:nvPr/>
          </p:nvSpPr>
          <p:spPr>
            <a:xfrm>
              <a:off x="3223042" y="4753931"/>
              <a:ext cx="63202" cy="63202"/>
            </a:xfrm>
            <a:prstGeom prst="ellipse">
              <a:avLst/>
            </a:prstGeom>
            <a:solidFill>
              <a:srgbClr val="50B6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8" name="pt3948"/>
            <p:cNvSpPr/>
            <p:nvPr/>
          </p:nvSpPr>
          <p:spPr>
            <a:xfrm>
              <a:off x="6187218" y="2929573"/>
              <a:ext cx="63202" cy="63202"/>
            </a:xfrm>
            <a:prstGeom prst="ellipse">
              <a:avLst/>
            </a:prstGeom>
            <a:solidFill>
              <a:srgbClr val="3A315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9" name="pt3949"/>
            <p:cNvSpPr/>
            <p:nvPr/>
          </p:nvSpPr>
          <p:spPr>
            <a:xfrm>
              <a:off x="4558922" y="4541579"/>
              <a:ext cx="63202" cy="63202"/>
            </a:xfrm>
            <a:prstGeom prst="ellipse">
              <a:avLst/>
            </a:prstGeom>
            <a:solidFill>
              <a:srgbClr val="5DCA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0" name="pt3950"/>
            <p:cNvSpPr/>
            <p:nvPr/>
          </p:nvSpPr>
          <p:spPr>
            <a:xfrm>
              <a:off x="5665872" y="3067530"/>
              <a:ext cx="63202" cy="63202"/>
            </a:xfrm>
            <a:prstGeom prst="ellipse">
              <a:avLst/>
            </a:prstGeom>
            <a:solidFill>
              <a:srgbClr val="58C1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1" name="pt3951"/>
            <p:cNvSpPr/>
            <p:nvPr/>
          </p:nvSpPr>
          <p:spPr>
            <a:xfrm>
              <a:off x="3541256" y="4824822"/>
              <a:ext cx="63202" cy="63202"/>
            </a:xfrm>
            <a:prstGeom prst="ellipse">
              <a:avLst/>
            </a:prstGeom>
            <a:solidFill>
              <a:srgbClr val="378E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2" name="pt3952"/>
            <p:cNvSpPr/>
            <p:nvPr/>
          </p:nvSpPr>
          <p:spPr>
            <a:xfrm>
              <a:off x="4587926" y="4467164"/>
              <a:ext cx="63202" cy="63202"/>
            </a:xfrm>
            <a:prstGeom prst="ellipse">
              <a:avLst/>
            </a:prstGeom>
            <a:solidFill>
              <a:srgbClr val="6BD1B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3" name="pt3953"/>
            <p:cNvSpPr/>
            <p:nvPr/>
          </p:nvSpPr>
          <p:spPr>
            <a:xfrm>
              <a:off x="5657937" y="3028251"/>
              <a:ext cx="63202" cy="63202"/>
            </a:xfrm>
            <a:prstGeom prst="ellipse">
              <a:avLst/>
            </a:prstGeom>
            <a:solidFill>
              <a:srgbClr val="3A7B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4" name="pt3954"/>
            <p:cNvSpPr/>
            <p:nvPr/>
          </p:nvSpPr>
          <p:spPr>
            <a:xfrm>
              <a:off x="2979067" y="4895874"/>
              <a:ext cx="63202" cy="63202"/>
            </a:xfrm>
            <a:prstGeom prst="ellipse">
              <a:avLst/>
            </a:prstGeom>
            <a:solidFill>
              <a:srgbClr val="57C1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5" name="pt3955"/>
            <p:cNvSpPr/>
            <p:nvPr/>
          </p:nvSpPr>
          <p:spPr>
            <a:xfrm>
              <a:off x="4922163" y="4187507"/>
              <a:ext cx="63202" cy="63202"/>
            </a:xfrm>
            <a:prstGeom prst="ellipse">
              <a:avLst/>
            </a:prstGeom>
            <a:solidFill>
              <a:srgbClr val="3A639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6" name="pt3956"/>
            <p:cNvSpPr/>
            <p:nvPr/>
          </p:nvSpPr>
          <p:spPr>
            <a:xfrm>
              <a:off x="2851349" y="4946495"/>
              <a:ext cx="117405" cy="117405"/>
            </a:xfrm>
            <a:prstGeom prst="ellipse">
              <a:avLst/>
            </a:prstGeom>
            <a:solidFill>
              <a:srgbClr val="60CE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7" name="pt3957"/>
            <p:cNvSpPr/>
            <p:nvPr/>
          </p:nvSpPr>
          <p:spPr>
            <a:xfrm>
              <a:off x="5776837" y="2874895"/>
              <a:ext cx="117405" cy="117405"/>
            </a:xfrm>
            <a:prstGeom prst="ellipse">
              <a:avLst/>
            </a:prstGeom>
            <a:solidFill>
              <a:srgbClr val="382A5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8" name="pt3958"/>
            <p:cNvSpPr/>
            <p:nvPr/>
          </p:nvSpPr>
          <p:spPr>
            <a:xfrm>
              <a:off x="4516940" y="4641639"/>
              <a:ext cx="117405" cy="117405"/>
            </a:xfrm>
            <a:prstGeom prst="ellipse">
              <a:avLst/>
            </a:prstGeom>
            <a:solidFill>
              <a:srgbClr val="58C2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9" name="pt3959"/>
            <p:cNvSpPr/>
            <p:nvPr/>
          </p:nvSpPr>
          <p:spPr>
            <a:xfrm>
              <a:off x="3514155" y="4797720"/>
              <a:ext cx="117405" cy="117405"/>
            </a:xfrm>
            <a:prstGeom prst="ellipse">
              <a:avLst/>
            </a:prstGeom>
            <a:solidFill>
              <a:srgbClr val="378E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0" name="pt3960"/>
            <p:cNvSpPr/>
            <p:nvPr/>
          </p:nvSpPr>
          <p:spPr>
            <a:xfrm>
              <a:off x="5630836" y="3001150"/>
              <a:ext cx="117405" cy="117405"/>
            </a:xfrm>
            <a:prstGeom prst="ellipse">
              <a:avLst/>
            </a:prstGeom>
            <a:solidFill>
              <a:srgbClr val="3A7B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1" name="pl3961"/>
            <p:cNvSpPr/>
            <p:nvPr/>
          </p:nvSpPr>
          <p:spPr>
            <a:xfrm>
              <a:off x="2850381" y="4909040"/>
              <a:ext cx="52429" cy="84489"/>
            </a:xfrm>
            <a:custGeom>
              <a:avLst/>
              <a:gdLst/>
              <a:ahLst/>
              <a:cxnLst/>
              <a:rect l="0" t="0" r="0" b="0"/>
              <a:pathLst>
                <a:path w="52429" h="84489">
                  <a:moveTo>
                    <a:pt x="0" y="0"/>
                  </a:moveTo>
                  <a:lnTo>
                    <a:pt x="52429" y="8448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2" name="pl3962"/>
            <p:cNvSpPr/>
            <p:nvPr/>
          </p:nvSpPr>
          <p:spPr>
            <a:xfrm>
              <a:off x="5743645" y="2857377"/>
              <a:ext cx="80489" cy="66760"/>
            </a:xfrm>
            <a:custGeom>
              <a:avLst/>
              <a:gdLst/>
              <a:ahLst/>
              <a:cxnLst/>
              <a:rect l="0" t="0" r="0" b="0"/>
              <a:pathLst>
                <a:path w="80489" h="66760">
                  <a:moveTo>
                    <a:pt x="0" y="0"/>
                  </a:moveTo>
                  <a:lnTo>
                    <a:pt x="80489" y="6676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3" name="pl3963"/>
            <p:cNvSpPr/>
            <p:nvPr/>
          </p:nvSpPr>
          <p:spPr>
            <a:xfrm>
              <a:off x="4513432" y="4609245"/>
              <a:ext cx="54396" cy="79653"/>
            </a:xfrm>
            <a:custGeom>
              <a:avLst/>
              <a:gdLst/>
              <a:ahLst/>
              <a:cxnLst/>
              <a:rect l="0" t="0" r="0" b="0"/>
              <a:pathLst>
                <a:path w="54396" h="79653">
                  <a:moveTo>
                    <a:pt x="0" y="0"/>
                  </a:moveTo>
                  <a:lnTo>
                    <a:pt x="54396" y="7965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4" name="pl3964"/>
            <p:cNvSpPr/>
            <p:nvPr/>
          </p:nvSpPr>
          <p:spPr>
            <a:xfrm>
              <a:off x="3511786" y="4762607"/>
              <a:ext cx="53546" cy="82256"/>
            </a:xfrm>
            <a:custGeom>
              <a:avLst/>
              <a:gdLst/>
              <a:ahLst/>
              <a:cxnLst/>
              <a:rect l="0" t="0" r="0" b="0"/>
              <a:pathLst>
                <a:path w="53546" h="82256">
                  <a:moveTo>
                    <a:pt x="0" y="0"/>
                  </a:moveTo>
                  <a:lnTo>
                    <a:pt x="53546" y="8225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5" name="pl3965"/>
            <p:cNvSpPr/>
            <p:nvPr/>
          </p:nvSpPr>
          <p:spPr>
            <a:xfrm>
              <a:off x="5503278" y="3044361"/>
              <a:ext cx="169654" cy="14110"/>
            </a:xfrm>
            <a:custGeom>
              <a:avLst/>
              <a:gdLst/>
              <a:ahLst/>
              <a:cxnLst/>
              <a:rect l="0" t="0" r="0" b="0"/>
              <a:pathLst>
                <a:path w="169654" h="14110">
                  <a:moveTo>
                    <a:pt x="0" y="0"/>
                  </a:moveTo>
                  <a:lnTo>
                    <a:pt x="169654" y="1411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6" name="pg3966"/>
            <p:cNvSpPr/>
            <p:nvPr/>
          </p:nvSpPr>
          <p:spPr>
            <a:xfrm>
              <a:off x="2291866" y="4760367"/>
              <a:ext cx="558515" cy="191932"/>
            </a:xfrm>
            <a:custGeom>
              <a:avLst/>
              <a:gdLst/>
              <a:ahLst/>
              <a:cxnLst/>
              <a:rect l="0" t="0" r="0" b="0"/>
              <a:pathLst>
                <a:path w="558515" h="191932">
                  <a:moveTo>
                    <a:pt x="27431" y="191932"/>
                  </a:moveTo>
                  <a:lnTo>
                    <a:pt x="531083" y="191932"/>
                  </a:lnTo>
                  <a:lnTo>
                    <a:pt x="529978" y="191910"/>
                  </a:lnTo>
                  <a:lnTo>
                    <a:pt x="534390" y="191732"/>
                  </a:lnTo>
                  <a:lnTo>
                    <a:pt x="538715" y="190849"/>
                  </a:lnTo>
                  <a:lnTo>
                    <a:pt x="542843" y="189284"/>
                  </a:lnTo>
                  <a:lnTo>
                    <a:pt x="546666" y="187076"/>
                  </a:lnTo>
                  <a:lnTo>
                    <a:pt x="550086" y="184284"/>
                  </a:lnTo>
                  <a:lnTo>
                    <a:pt x="553013" y="180980"/>
                  </a:lnTo>
                  <a:lnTo>
                    <a:pt x="555373" y="177248"/>
                  </a:lnTo>
                  <a:lnTo>
                    <a:pt x="557103" y="173187"/>
                  </a:lnTo>
                  <a:lnTo>
                    <a:pt x="558160" y="168900"/>
                  </a:lnTo>
                  <a:lnTo>
                    <a:pt x="558515" y="164500"/>
                  </a:lnTo>
                  <a:lnTo>
                    <a:pt x="558515" y="27432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7" name="tx3967"/>
            <p:cNvSpPr/>
            <p:nvPr/>
          </p:nvSpPr>
          <p:spPr>
            <a:xfrm>
              <a:off x="2337586" y="4806087"/>
              <a:ext cx="467075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3968" name="pg3968"/>
            <p:cNvSpPr/>
            <p:nvPr/>
          </p:nvSpPr>
          <p:spPr>
            <a:xfrm>
              <a:off x="5282225" y="2665445"/>
              <a:ext cx="589605" cy="191932"/>
            </a:xfrm>
            <a:custGeom>
              <a:avLst/>
              <a:gdLst/>
              <a:ahLst/>
              <a:cxnLst/>
              <a:rect l="0" t="0" r="0" b="0"/>
              <a:pathLst>
                <a:path w="589605" h="191932">
                  <a:moveTo>
                    <a:pt x="27431" y="191932"/>
                  </a:moveTo>
                  <a:lnTo>
                    <a:pt x="562173" y="191932"/>
                  </a:lnTo>
                  <a:lnTo>
                    <a:pt x="561068" y="191910"/>
                  </a:lnTo>
                  <a:lnTo>
                    <a:pt x="565479" y="191732"/>
                  </a:lnTo>
                  <a:lnTo>
                    <a:pt x="569805" y="190849"/>
                  </a:lnTo>
                  <a:lnTo>
                    <a:pt x="573933" y="189284"/>
                  </a:lnTo>
                  <a:lnTo>
                    <a:pt x="577756" y="187076"/>
                  </a:lnTo>
                  <a:lnTo>
                    <a:pt x="581175" y="184284"/>
                  </a:lnTo>
                  <a:lnTo>
                    <a:pt x="584103" y="180980"/>
                  </a:lnTo>
                  <a:lnTo>
                    <a:pt x="586462" y="177248"/>
                  </a:lnTo>
                  <a:lnTo>
                    <a:pt x="588193" y="173187"/>
                  </a:lnTo>
                  <a:lnTo>
                    <a:pt x="589249" y="168900"/>
                  </a:lnTo>
                  <a:lnTo>
                    <a:pt x="589605" y="164500"/>
                  </a:lnTo>
                  <a:lnTo>
                    <a:pt x="589605" y="27432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9" name="tx3969"/>
            <p:cNvSpPr/>
            <p:nvPr/>
          </p:nvSpPr>
          <p:spPr>
            <a:xfrm>
              <a:off x="5327945" y="2711165"/>
              <a:ext cx="498165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3970" name="pg3970"/>
            <p:cNvSpPr/>
            <p:nvPr/>
          </p:nvSpPr>
          <p:spPr>
            <a:xfrm>
              <a:off x="3970461" y="4460335"/>
              <a:ext cx="542970" cy="191932"/>
            </a:xfrm>
            <a:custGeom>
              <a:avLst/>
              <a:gdLst/>
              <a:ahLst/>
              <a:cxnLst/>
              <a:rect l="0" t="0" r="0" b="0"/>
              <a:pathLst>
                <a:path w="542970" h="191932">
                  <a:moveTo>
                    <a:pt x="27431" y="191932"/>
                  </a:moveTo>
                  <a:lnTo>
                    <a:pt x="515538" y="191932"/>
                  </a:lnTo>
                  <a:lnTo>
                    <a:pt x="514434" y="191910"/>
                  </a:lnTo>
                  <a:lnTo>
                    <a:pt x="518845" y="191732"/>
                  </a:lnTo>
                  <a:lnTo>
                    <a:pt x="523170" y="190849"/>
                  </a:lnTo>
                  <a:lnTo>
                    <a:pt x="527298" y="189284"/>
                  </a:lnTo>
                  <a:lnTo>
                    <a:pt x="531121" y="187076"/>
                  </a:lnTo>
                  <a:lnTo>
                    <a:pt x="534541" y="184284"/>
                  </a:lnTo>
                  <a:lnTo>
                    <a:pt x="537469" y="180980"/>
                  </a:lnTo>
                  <a:lnTo>
                    <a:pt x="539828" y="177248"/>
                  </a:lnTo>
                  <a:lnTo>
                    <a:pt x="541558" y="173187"/>
                  </a:lnTo>
                  <a:lnTo>
                    <a:pt x="542615" y="168900"/>
                  </a:lnTo>
                  <a:lnTo>
                    <a:pt x="542970" y="164500"/>
                  </a:lnTo>
                  <a:lnTo>
                    <a:pt x="542970" y="27431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1" name="tx3971"/>
            <p:cNvSpPr/>
            <p:nvPr/>
          </p:nvSpPr>
          <p:spPr>
            <a:xfrm>
              <a:off x="4016181" y="4506055"/>
              <a:ext cx="451530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3972" name="pg3972"/>
            <p:cNvSpPr/>
            <p:nvPr/>
          </p:nvSpPr>
          <p:spPr>
            <a:xfrm>
              <a:off x="2960951" y="4613857"/>
              <a:ext cx="550834" cy="191932"/>
            </a:xfrm>
            <a:custGeom>
              <a:avLst/>
              <a:gdLst/>
              <a:ahLst/>
              <a:cxnLst/>
              <a:rect l="0" t="0" r="0" b="0"/>
              <a:pathLst>
                <a:path w="550834" h="191932">
                  <a:moveTo>
                    <a:pt x="27431" y="191932"/>
                  </a:moveTo>
                  <a:lnTo>
                    <a:pt x="523402" y="191932"/>
                  </a:lnTo>
                  <a:lnTo>
                    <a:pt x="522297" y="191910"/>
                  </a:lnTo>
                  <a:lnTo>
                    <a:pt x="526709" y="191732"/>
                  </a:lnTo>
                  <a:lnTo>
                    <a:pt x="531034" y="190849"/>
                  </a:lnTo>
                  <a:lnTo>
                    <a:pt x="535162" y="189284"/>
                  </a:lnTo>
                  <a:lnTo>
                    <a:pt x="538985" y="187076"/>
                  </a:lnTo>
                  <a:lnTo>
                    <a:pt x="542405" y="184284"/>
                  </a:lnTo>
                  <a:lnTo>
                    <a:pt x="545332" y="180980"/>
                  </a:lnTo>
                  <a:lnTo>
                    <a:pt x="547692" y="177248"/>
                  </a:lnTo>
                  <a:lnTo>
                    <a:pt x="549422" y="173187"/>
                  </a:lnTo>
                  <a:lnTo>
                    <a:pt x="550479" y="168900"/>
                  </a:lnTo>
                  <a:lnTo>
                    <a:pt x="550834" y="164500"/>
                  </a:lnTo>
                  <a:lnTo>
                    <a:pt x="550834" y="27431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3" name="tx3973"/>
            <p:cNvSpPr/>
            <p:nvPr/>
          </p:nvSpPr>
          <p:spPr>
            <a:xfrm>
              <a:off x="3006671" y="4659577"/>
              <a:ext cx="459394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3974" name="pg3974"/>
            <p:cNvSpPr/>
            <p:nvPr/>
          </p:nvSpPr>
          <p:spPr>
            <a:xfrm>
              <a:off x="4921537" y="2948305"/>
              <a:ext cx="581741" cy="191932"/>
            </a:xfrm>
            <a:custGeom>
              <a:avLst/>
              <a:gdLst/>
              <a:ahLst/>
              <a:cxnLst/>
              <a:rect l="0" t="0" r="0" b="0"/>
              <a:pathLst>
                <a:path w="581741" h="191932">
                  <a:moveTo>
                    <a:pt x="27431" y="191932"/>
                  </a:moveTo>
                  <a:lnTo>
                    <a:pt x="554309" y="191932"/>
                  </a:lnTo>
                  <a:lnTo>
                    <a:pt x="553204" y="191910"/>
                  </a:lnTo>
                  <a:lnTo>
                    <a:pt x="557615" y="191732"/>
                  </a:lnTo>
                  <a:lnTo>
                    <a:pt x="561941" y="190849"/>
                  </a:lnTo>
                  <a:lnTo>
                    <a:pt x="566069" y="189284"/>
                  </a:lnTo>
                  <a:lnTo>
                    <a:pt x="569892" y="187076"/>
                  </a:lnTo>
                  <a:lnTo>
                    <a:pt x="573312" y="184284"/>
                  </a:lnTo>
                  <a:lnTo>
                    <a:pt x="576239" y="180980"/>
                  </a:lnTo>
                  <a:lnTo>
                    <a:pt x="578599" y="177248"/>
                  </a:lnTo>
                  <a:lnTo>
                    <a:pt x="580329" y="173187"/>
                  </a:lnTo>
                  <a:lnTo>
                    <a:pt x="581386" y="168900"/>
                  </a:lnTo>
                  <a:lnTo>
                    <a:pt x="581741" y="164500"/>
                  </a:lnTo>
                  <a:lnTo>
                    <a:pt x="581741" y="27432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5" name="tx3975"/>
            <p:cNvSpPr/>
            <p:nvPr/>
          </p:nvSpPr>
          <p:spPr>
            <a:xfrm>
              <a:off x="4967257" y="2994025"/>
              <a:ext cx="490301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3976" name="rc3976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7" name="tx3977"/>
            <p:cNvSpPr/>
            <p:nvPr/>
          </p:nvSpPr>
          <p:spPr>
            <a:xfrm>
              <a:off x="1889564" y="5366840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978" name="tx3978"/>
            <p:cNvSpPr/>
            <p:nvPr/>
          </p:nvSpPr>
          <p:spPr>
            <a:xfrm>
              <a:off x="2013922" y="534846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79" name="tx3979"/>
            <p:cNvSpPr/>
            <p:nvPr/>
          </p:nvSpPr>
          <p:spPr>
            <a:xfrm>
              <a:off x="2058636" y="536684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0" name="tx3980"/>
            <p:cNvSpPr/>
            <p:nvPr/>
          </p:nvSpPr>
          <p:spPr>
            <a:xfrm>
              <a:off x="1889564" y="471646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981" name="tx3981"/>
            <p:cNvSpPr/>
            <p:nvPr/>
          </p:nvSpPr>
          <p:spPr>
            <a:xfrm>
              <a:off x="2013922" y="469808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2" name="tx3982"/>
            <p:cNvSpPr/>
            <p:nvPr/>
          </p:nvSpPr>
          <p:spPr>
            <a:xfrm>
              <a:off x="2058636" y="471646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3" name="tx3983"/>
            <p:cNvSpPr/>
            <p:nvPr/>
          </p:nvSpPr>
          <p:spPr>
            <a:xfrm>
              <a:off x="1889564" y="406618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984" name="tx3984"/>
            <p:cNvSpPr/>
            <p:nvPr/>
          </p:nvSpPr>
          <p:spPr>
            <a:xfrm>
              <a:off x="2013922" y="404780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5" name="tx3985"/>
            <p:cNvSpPr/>
            <p:nvPr/>
          </p:nvSpPr>
          <p:spPr>
            <a:xfrm>
              <a:off x="2058636" y="406618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6" name="tx3986"/>
            <p:cNvSpPr/>
            <p:nvPr/>
          </p:nvSpPr>
          <p:spPr>
            <a:xfrm>
              <a:off x="1889564" y="341590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987" name="tx3987"/>
            <p:cNvSpPr/>
            <p:nvPr/>
          </p:nvSpPr>
          <p:spPr>
            <a:xfrm>
              <a:off x="2013922" y="339752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8" name="tx3988"/>
            <p:cNvSpPr/>
            <p:nvPr/>
          </p:nvSpPr>
          <p:spPr>
            <a:xfrm>
              <a:off x="2058636" y="341590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9" name="tx3989"/>
            <p:cNvSpPr/>
            <p:nvPr/>
          </p:nvSpPr>
          <p:spPr>
            <a:xfrm>
              <a:off x="1889564" y="2765720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990" name="tx3990"/>
            <p:cNvSpPr/>
            <p:nvPr/>
          </p:nvSpPr>
          <p:spPr>
            <a:xfrm>
              <a:off x="2013922" y="274734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91" name="tx3991"/>
            <p:cNvSpPr/>
            <p:nvPr/>
          </p:nvSpPr>
          <p:spPr>
            <a:xfrm>
              <a:off x="2058636" y="276572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2" name="pl3992"/>
            <p:cNvSpPr/>
            <p:nvPr/>
          </p:nvSpPr>
          <p:spPr>
            <a:xfrm>
              <a:off x="2167122" y="540785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3" name="pl3993"/>
            <p:cNvSpPr/>
            <p:nvPr/>
          </p:nvSpPr>
          <p:spPr>
            <a:xfrm>
              <a:off x="2167122" y="475757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4" name="pl3994"/>
            <p:cNvSpPr/>
            <p:nvPr/>
          </p:nvSpPr>
          <p:spPr>
            <a:xfrm>
              <a:off x="2167122" y="410729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5" name="pl3995"/>
            <p:cNvSpPr/>
            <p:nvPr/>
          </p:nvSpPr>
          <p:spPr>
            <a:xfrm>
              <a:off x="2167122" y="345701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6" name="pl3996"/>
            <p:cNvSpPr/>
            <p:nvPr/>
          </p:nvSpPr>
          <p:spPr>
            <a:xfrm>
              <a:off x="2167122" y="280673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7" name="pl3997"/>
            <p:cNvSpPr/>
            <p:nvPr/>
          </p:nvSpPr>
          <p:spPr>
            <a:xfrm>
              <a:off x="2610961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8" name="pl3998"/>
            <p:cNvSpPr/>
            <p:nvPr/>
          </p:nvSpPr>
          <p:spPr>
            <a:xfrm>
              <a:off x="314013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9" name="pl3999"/>
            <p:cNvSpPr/>
            <p:nvPr/>
          </p:nvSpPr>
          <p:spPr>
            <a:xfrm>
              <a:off x="366931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0" name="pl4000"/>
            <p:cNvSpPr/>
            <p:nvPr/>
          </p:nvSpPr>
          <p:spPr>
            <a:xfrm>
              <a:off x="419848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1" name="pl4001"/>
            <p:cNvSpPr/>
            <p:nvPr/>
          </p:nvSpPr>
          <p:spPr>
            <a:xfrm>
              <a:off x="472766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2" name="pl4002"/>
            <p:cNvSpPr/>
            <p:nvPr/>
          </p:nvSpPr>
          <p:spPr>
            <a:xfrm>
              <a:off x="525683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3" name="pl4003"/>
            <p:cNvSpPr/>
            <p:nvPr/>
          </p:nvSpPr>
          <p:spPr>
            <a:xfrm>
              <a:off x="578601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4" name="pl4004"/>
            <p:cNvSpPr/>
            <p:nvPr/>
          </p:nvSpPr>
          <p:spPr>
            <a:xfrm>
              <a:off x="631518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5" name="tx4005"/>
            <p:cNvSpPr/>
            <p:nvPr/>
          </p:nvSpPr>
          <p:spPr>
            <a:xfrm>
              <a:off x="2442620" y="5783578"/>
              <a:ext cx="18653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06" name="tx4006"/>
            <p:cNvSpPr/>
            <p:nvPr/>
          </p:nvSpPr>
          <p:spPr>
            <a:xfrm>
              <a:off x="262915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7" name="tx4007"/>
            <p:cNvSpPr/>
            <p:nvPr/>
          </p:nvSpPr>
          <p:spPr>
            <a:xfrm>
              <a:off x="267387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8" name="tx4008"/>
            <p:cNvSpPr/>
            <p:nvPr/>
          </p:nvSpPr>
          <p:spPr>
            <a:xfrm>
              <a:off x="298738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4009" name="tx4009"/>
            <p:cNvSpPr/>
            <p:nvPr/>
          </p:nvSpPr>
          <p:spPr>
            <a:xfrm>
              <a:off x="314274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0" name="tx4010"/>
            <p:cNvSpPr/>
            <p:nvPr/>
          </p:nvSpPr>
          <p:spPr>
            <a:xfrm>
              <a:off x="318745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1" name="tx4011"/>
            <p:cNvSpPr/>
            <p:nvPr/>
          </p:nvSpPr>
          <p:spPr>
            <a:xfrm>
              <a:off x="351656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4012" name="tx4012"/>
            <p:cNvSpPr/>
            <p:nvPr/>
          </p:nvSpPr>
          <p:spPr>
            <a:xfrm>
              <a:off x="367191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3" name="tx4013"/>
            <p:cNvSpPr/>
            <p:nvPr/>
          </p:nvSpPr>
          <p:spPr>
            <a:xfrm>
              <a:off x="371663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4" name="tx4014"/>
            <p:cNvSpPr/>
            <p:nvPr/>
          </p:nvSpPr>
          <p:spPr>
            <a:xfrm>
              <a:off x="404573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4015" name="tx4015"/>
            <p:cNvSpPr/>
            <p:nvPr/>
          </p:nvSpPr>
          <p:spPr>
            <a:xfrm>
              <a:off x="420109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6" name="tx4016"/>
            <p:cNvSpPr/>
            <p:nvPr/>
          </p:nvSpPr>
          <p:spPr>
            <a:xfrm>
              <a:off x="424580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7" name="tx4017"/>
            <p:cNvSpPr/>
            <p:nvPr/>
          </p:nvSpPr>
          <p:spPr>
            <a:xfrm>
              <a:off x="457491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4018" name="tx4018"/>
            <p:cNvSpPr/>
            <p:nvPr/>
          </p:nvSpPr>
          <p:spPr>
            <a:xfrm>
              <a:off x="473026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9" name="tx4019"/>
            <p:cNvSpPr/>
            <p:nvPr/>
          </p:nvSpPr>
          <p:spPr>
            <a:xfrm>
              <a:off x="477498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0" name="tx4020"/>
            <p:cNvSpPr/>
            <p:nvPr/>
          </p:nvSpPr>
          <p:spPr>
            <a:xfrm>
              <a:off x="510408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4021" name="tx4021"/>
            <p:cNvSpPr/>
            <p:nvPr/>
          </p:nvSpPr>
          <p:spPr>
            <a:xfrm>
              <a:off x="525944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2" name="tx4022"/>
            <p:cNvSpPr/>
            <p:nvPr/>
          </p:nvSpPr>
          <p:spPr>
            <a:xfrm>
              <a:off x="530415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3" name="tx4023"/>
            <p:cNvSpPr/>
            <p:nvPr/>
          </p:nvSpPr>
          <p:spPr>
            <a:xfrm>
              <a:off x="563326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4024" name="tx4024"/>
            <p:cNvSpPr/>
            <p:nvPr/>
          </p:nvSpPr>
          <p:spPr>
            <a:xfrm>
              <a:off x="578861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5" name="tx4025"/>
            <p:cNvSpPr/>
            <p:nvPr/>
          </p:nvSpPr>
          <p:spPr>
            <a:xfrm>
              <a:off x="583333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6" name="tx4026"/>
            <p:cNvSpPr/>
            <p:nvPr/>
          </p:nvSpPr>
          <p:spPr>
            <a:xfrm>
              <a:off x="616243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4027" name="tx4027"/>
            <p:cNvSpPr/>
            <p:nvPr/>
          </p:nvSpPr>
          <p:spPr>
            <a:xfrm>
              <a:off x="631779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8" name="tx4028"/>
            <p:cNvSpPr/>
            <p:nvPr/>
          </p:nvSpPr>
          <p:spPr>
            <a:xfrm>
              <a:off x="636250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9" name="tx4029"/>
            <p:cNvSpPr/>
            <p:nvPr/>
          </p:nvSpPr>
          <p:spPr>
            <a:xfrm>
              <a:off x="4066122" y="5925448"/>
              <a:ext cx="61383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4030" name="tx4030"/>
            <p:cNvSpPr/>
            <p:nvPr/>
          </p:nvSpPr>
          <p:spPr>
            <a:xfrm rot="-5400000">
              <a:off x="1525174" y="3987658"/>
              <a:ext cx="49715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4031" name="rc4031"/>
            <p:cNvSpPr/>
            <p:nvPr/>
          </p:nvSpPr>
          <p:spPr>
            <a:xfrm>
              <a:off x="6683342" y="3243743"/>
              <a:ext cx="737012" cy="15880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032" name="tx4032"/>
            <p:cNvSpPr/>
            <p:nvPr/>
          </p:nvSpPr>
          <p:spPr>
            <a:xfrm>
              <a:off x="6752931" y="3328785"/>
              <a:ext cx="59783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</a:t>
              </a:r>
            </a:p>
          </p:txBody>
        </p:sp>
        <p:sp>
          <p:nvSpPr>
            <p:cNvPr id="4033" name="tx4033"/>
            <p:cNvSpPr/>
            <p:nvPr/>
          </p:nvSpPr>
          <p:spPr>
            <a:xfrm>
              <a:off x="6752931" y="3479661"/>
              <a:ext cx="37252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Offset</a:t>
              </a:r>
            </a:p>
          </p:txBody>
        </p:sp>
        <p:pic>
          <p:nvPicPr>
            <p:cNvPr id="4034" name="pic403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52931" y="3664922"/>
              <a:ext cx="219455" cy="1097280"/>
            </a:xfrm>
            <a:prstGeom prst="rect">
              <a:avLst/>
            </a:prstGeom>
          </p:spPr>
        </p:pic>
        <p:sp>
          <p:nvSpPr>
            <p:cNvPr id="4035" name="pl4035"/>
            <p:cNvSpPr/>
            <p:nvPr/>
          </p:nvSpPr>
          <p:spPr>
            <a:xfrm>
              <a:off x="6928496" y="476037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6" name="pl4036"/>
            <p:cNvSpPr/>
            <p:nvPr/>
          </p:nvSpPr>
          <p:spPr>
            <a:xfrm>
              <a:off x="6928496" y="448696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7" name="pl4037"/>
            <p:cNvSpPr/>
            <p:nvPr/>
          </p:nvSpPr>
          <p:spPr>
            <a:xfrm>
              <a:off x="6928496" y="421356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8" name="pl4038"/>
            <p:cNvSpPr/>
            <p:nvPr/>
          </p:nvSpPr>
          <p:spPr>
            <a:xfrm>
              <a:off x="6928496" y="394015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9" name="pl4039"/>
            <p:cNvSpPr/>
            <p:nvPr/>
          </p:nvSpPr>
          <p:spPr>
            <a:xfrm>
              <a:off x="6928496" y="366675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0" name="pl4040"/>
            <p:cNvSpPr/>
            <p:nvPr/>
          </p:nvSpPr>
          <p:spPr>
            <a:xfrm>
              <a:off x="6752931" y="476037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1" name="pl4041"/>
            <p:cNvSpPr/>
            <p:nvPr/>
          </p:nvSpPr>
          <p:spPr>
            <a:xfrm>
              <a:off x="6752931" y="448696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2" name="pl4042"/>
            <p:cNvSpPr/>
            <p:nvPr/>
          </p:nvSpPr>
          <p:spPr>
            <a:xfrm>
              <a:off x="6752931" y="421356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3" name="pl4043"/>
            <p:cNvSpPr/>
            <p:nvPr/>
          </p:nvSpPr>
          <p:spPr>
            <a:xfrm>
              <a:off x="6752931" y="394015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4" name="pl4044"/>
            <p:cNvSpPr/>
            <p:nvPr/>
          </p:nvSpPr>
          <p:spPr>
            <a:xfrm>
              <a:off x="6752931" y="366675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5" name="tx4045"/>
            <p:cNvSpPr/>
            <p:nvPr/>
          </p:nvSpPr>
          <p:spPr>
            <a:xfrm>
              <a:off x="7041976" y="472032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46" name="tx4046"/>
            <p:cNvSpPr/>
            <p:nvPr/>
          </p:nvSpPr>
          <p:spPr>
            <a:xfrm>
              <a:off x="7041976" y="4446917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47" name="tx4047"/>
            <p:cNvSpPr/>
            <p:nvPr/>
          </p:nvSpPr>
          <p:spPr>
            <a:xfrm>
              <a:off x="7041976" y="4173511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48" name="tx4048"/>
            <p:cNvSpPr/>
            <p:nvPr/>
          </p:nvSpPr>
          <p:spPr>
            <a:xfrm>
              <a:off x="7041976" y="3900105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49" name="tx4049"/>
            <p:cNvSpPr/>
            <p:nvPr/>
          </p:nvSpPr>
          <p:spPr>
            <a:xfrm>
              <a:off x="7041976" y="3626700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050" name="tx4050"/>
            <p:cNvSpPr/>
            <p:nvPr/>
          </p:nvSpPr>
          <p:spPr>
            <a:xfrm>
              <a:off x="2201917" y="1669789"/>
              <a:ext cx="2541117" cy="218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Offset to </a:t>
              </a:r>
            </a:p>
          </p:txBody>
        </p:sp>
        <p:sp>
          <p:nvSpPr>
            <p:cNvPr id="4051" name="tx4051"/>
            <p:cNvSpPr/>
            <p:nvPr/>
          </p:nvSpPr>
          <p:spPr>
            <a:xfrm>
              <a:off x="2201917" y="1998973"/>
              <a:ext cx="2218883" cy="218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 (RDA)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9" name="Group 748">
            <a:extLst>
              <a:ext uri="{FF2B5EF4-FFF2-40B4-BE49-F238E27FC236}">
                <a16:creationId xmlns:a16="http://schemas.microsoft.com/office/drawing/2014/main" id="{3A30B34A-FB5A-CA9F-52A7-04E7FBEAAEC3}"/>
              </a:ext>
            </a:extLst>
          </p:cNvPr>
          <p:cNvGrpSpPr/>
          <p:nvPr/>
        </p:nvGrpSpPr>
        <p:grpSpPr>
          <a:xfrm>
            <a:off x="2301906" y="1853932"/>
            <a:ext cx="4149766" cy="3701248"/>
            <a:chOff x="2301906" y="1853932"/>
            <a:chExt cx="4149766" cy="3701248"/>
          </a:xfrm>
        </p:grpSpPr>
        <p:sp>
          <p:nvSpPr>
            <p:cNvPr id="5" name="rc5"/>
            <p:cNvSpPr/>
            <p:nvPr/>
          </p:nvSpPr>
          <p:spPr>
            <a:xfrm>
              <a:off x="2483768" y="1859856"/>
              <a:ext cx="3967903" cy="3695324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3" name="pl13"/>
            <p:cNvSpPr/>
            <p:nvPr/>
          </p:nvSpPr>
          <p:spPr>
            <a:xfrm>
              <a:off x="2301906" y="4615577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5"/>
            <p:cNvSpPr/>
            <p:nvPr/>
          </p:nvSpPr>
          <p:spPr>
            <a:xfrm>
              <a:off x="2301906" y="2736372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g29"/>
            <p:cNvSpPr/>
            <p:nvPr/>
          </p:nvSpPr>
          <p:spPr>
            <a:xfrm>
              <a:off x="408979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4171236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g31"/>
            <p:cNvSpPr/>
            <p:nvPr/>
          </p:nvSpPr>
          <p:spPr>
            <a:xfrm>
              <a:off x="4252673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g32"/>
            <p:cNvSpPr/>
            <p:nvPr/>
          </p:nvSpPr>
          <p:spPr>
            <a:xfrm>
              <a:off x="4334110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g33"/>
            <p:cNvSpPr/>
            <p:nvPr/>
          </p:nvSpPr>
          <p:spPr>
            <a:xfrm>
              <a:off x="4415547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g34"/>
            <p:cNvSpPr/>
            <p:nvPr/>
          </p:nvSpPr>
          <p:spPr>
            <a:xfrm>
              <a:off x="4496984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g35"/>
            <p:cNvSpPr/>
            <p:nvPr/>
          </p:nvSpPr>
          <p:spPr>
            <a:xfrm>
              <a:off x="4578421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g36"/>
            <p:cNvSpPr/>
            <p:nvPr/>
          </p:nvSpPr>
          <p:spPr>
            <a:xfrm>
              <a:off x="465985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g37"/>
            <p:cNvSpPr/>
            <p:nvPr/>
          </p:nvSpPr>
          <p:spPr>
            <a:xfrm>
              <a:off x="5067044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g38"/>
            <p:cNvSpPr/>
            <p:nvPr/>
          </p:nvSpPr>
          <p:spPr>
            <a:xfrm>
              <a:off x="5148481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g39"/>
            <p:cNvSpPr/>
            <p:nvPr/>
          </p:nvSpPr>
          <p:spPr>
            <a:xfrm>
              <a:off x="522991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g40"/>
            <p:cNvSpPr/>
            <p:nvPr/>
          </p:nvSpPr>
          <p:spPr>
            <a:xfrm>
              <a:off x="5311355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g41"/>
            <p:cNvSpPr/>
            <p:nvPr/>
          </p:nvSpPr>
          <p:spPr>
            <a:xfrm>
              <a:off x="5392793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g42"/>
            <p:cNvSpPr/>
            <p:nvPr/>
          </p:nvSpPr>
          <p:spPr>
            <a:xfrm>
              <a:off x="368261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g43"/>
            <p:cNvSpPr/>
            <p:nvPr/>
          </p:nvSpPr>
          <p:spPr>
            <a:xfrm>
              <a:off x="3764050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g44"/>
            <p:cNvSpPr/>
            <p:nvPr/>
          </p:nvSpPr>
          <p:spPr>
            <a:xfrm>
              <a:off x="384548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g45"/>
            <p:cNvSpPr/>
            <p:nvPr/>
          </p:nvSpPr>
          <p:spPr>
            <a:xfrm>
              <a:off x="392692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g46"/>
            <p:cNvSpPr/>
            <p:nvPr/>
          </p:nvSpPr>
          <p:spPr>
            <a:xfrm>
              <a:off x="400836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g47"/>
            <p:cNvSpPr/>
            <p:nvPr/>
          </p:nvSpPr>
          <p:spPr>
            <a:xfrm>
              <a:off x="4089798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g48"/>
            <p:cNvSpPr/>
            <p:nvPr/>
          </p:nvSpPr>
          <p:spPr>
            <a:xfrm>
              <a:off x="4171236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g49"/>
            <p:cNvSpPr/>
            <p:nvPr/>
          </p:nvSpPr>
          <p:spPr>
            <a:xfrm>
              <a:off x="425267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g50"/>
            <p:cNvSpPr/>
            <p:nvPr/>
          </p:nvSpPr>
          <p:spPr>
            <a:xfrm>
              <a:off x="4334110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g51"/>
            <p:cNvSpPr/>
            <p:nvPr/>
          </p:nvSpPr>
          <p:spPr>
            <a:xfrm>
              <a:off x="441554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g52"/>
            <p:cNvSpPr/>
            <p:nvPr/>
          </p:nvSpPr>
          <p:spPr>
            <a:xfrm>
              <a:off x="449698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g53"/>
            <p:cNvSpPr/>
            <p:nvPr/>
          </p:nvSpPr>
          <p:spPr>
            <a:xfrm>
              <a:off x="457842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g54"/>
            <p:cNvSpPr/>
            <p:nvPr/>
          </p:nvSpPr>
          <p:spPr>
            <a:xfrm>
              <a:off x="498560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g55"/>
            <p:cNvSpPr/>
            <p:nvPr/>
          </p:nvSpPr>
          <p:spPr>
            <a:xfrm>
              <a:off x="506704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/>
            <p:cNvSpPr/>
            <p:nvPr/>
          </p:nvSpPr>
          <p:spPr>
            <a:xfrm>
              <a:off x="514848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g57"/>
            <p:cNvSpPr/>
            <p:nvPr/>
          </p:nvSpPr>
          <p:spPr>
            <a:xfrm>
              <a:off x="5229918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/>
            <p:cNvSpPr/>
            <p:nvPr/>
          </p:nvSpPr>
          <p:spPr>
            <a:xfrm>
              <a:off x="5311355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g59"/>
            <p:cNvSpPr/>
            <p:nvPr/>
          </p:nvSpPr>
          <p:spPr>
            <a:xfrm>
              <a:off x="539279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g60"/>
            <p:cNvSpPr/>
            <p:nvPr/>
          </p:nvSpPr>
          <p:spPr>
            <a:xfrm>
              <a:off x="3601176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pg61"/>
            <p:cNvSpPr/>
            <p:nvPr/>
          </p:nvSpPr>
          <p:spPr>
            <a:xfrm>
              <a:off x="368261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g62"/>
            <p:cNvSpPr/>
            <p:nvPr/>
          </p:nvSpPr>
          <p:spPr>
            <a:xfrm>
              <a:off x="376405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g63"/>
            <p:cNvSpPr/>
            <p:nvPr/>
          </p:nvSpPr>
          <p:spPr>
            <a:xfrm>
              <a:off x="384548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g64"/>
            <p:cNvSpPr/>
            <p:nvPr/>
          </p:nvSpPr>
          <p:spPr>
            <a:xfrm>
              <a:off x="392692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g65"/>
            <p:cNvSpPr/>
            <p:nvPr/>
          </p:nvSpPr>
          <p:spPr>
            <a:xfrm>
              <a:off x="4008361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g66"/>
            <p:cNvSpPr/>
            <p:nvPr/>
          </p:nvSpPr>
          <p:spPr>
            <a:xfrm>
              <a:off x="4089798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g67"/>
            <p:cNvSpPr/>
            <p:nvPr/>
          </p:nvSpPr>
          <p:spPr>
            <a:xfrm>
              <a:off x="4171236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g68"/>
            <p:cNvSpPr/>
            <p:nvPr/>
          </p:nvSpPr>
          <p:spPr>
            <a:xfrm>
              <a:off x="425267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g69"/>
            <p:cNvSpPr/>
            <p:nvPr/>
          </p:nvSpPr>
          <p:spPr>
            <a:xfrm>
              <a:off x="433411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g70"/>
            <p:cNvSpPr/>
            <p:nvPr/>
          </p:nvSpPr>
          <p:spPr>
            <a:xfrm>
              <a:off x="441554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g71"/>
            <p:cNvSpPr/>
            <p:nvPr/>
          </p:nvSpPr>
          <p:spPr>
            <a:xfrm>
              <a:off x="449698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g72"/>
            <p:cNvSpPr/>
            <p:nvPr/>
          </p:nvSpPr>
          <p:spPr>
            <a:xfrm>
              <a:off x="490417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g73"/>
            <p:cNvSpPr/>
            <p:nvPr/>
          </p:nvSpPr>
          <p:spPr>
            <a:xfrm>
              <a:off x="498560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g74"/>
            <p:cNvSpPr/>
            <p:nvPr/>
          </p:nvSpPr>
          <p:spPr>
            <a:xfrm>
              <a:off x="506704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g75"/>
            <p:cNvSpPr/>
            <p:nvPr/>
          </p:nvSpPr>
          <p:spPr>
            <a:xfrm>
              <a:off x="5148481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g76"/>
            <p:cNvSpPr/>
            <p:nvPr/>
          </p:nvSpPr>
          <p:spPr>
            <a:xfrm>
              <a:off x="5229918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g77"/>
            <p:cNvSpPr/>
            <p:nvPr/>
          </p:nvSpPr>
          <p:spPr>
            <a:xfrm>
              <a:off x="5311355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g78"/>
            <p:cNvSpPr/>
            <p:nvPr/>
          </p:nvSpPr>
          <p:spPr>
            <a:xfrm>
              <a:off x="539279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g79"/>
            <p:cNvSpPr/>
            <p:nvPr/>
          </p:nvSpPr>
          <p:spPr>
            <a:xfrm>
              <a:off x="343830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g80"/>
            <p:cNvSpPr/>
            <p:nvPr/>
          </p:nvSpPr>
          <p:spPr>
            <a:xfrm>
              <a:off x="351973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g81"/>
            <p:cNvSpPr/>
            <p:nvPr/>
          </p:nvSpPr>
          <p:spPr>
            <a:xfrm>
              <a:off x="3601176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g82"/>
            <p:cNvSpPr/>
            <p:nvPr/>
          </p:nvSpPr>
          <p:spPr>
            <a:xfrm>
              <a:off x="368261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g83"/>
            <p:cNvSpPr/>
            <p:nvPr/>
          </p:nvSpPr>
          <p:spPr>
            <a:xfrm>
              <a:off x="376405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g84"/>
            <p:cNvSpPr/>
            <p:nvPr/>
          </p:nvSpPr>
          <p:spPr>
            <a:xfrm>
              <a:off x="3845487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g85"/>
            <p:cNvSpPr/>
            <p:nvPr/>
          </p:nvSpPr>
          <p:spPr>
            <a:xfrm>
              <a:off x="3926924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/>
            <p:cNvSpPr/>
            <p:nvPr/>
          </p:nvSpPr>
          <p:spPr>
            <a:xfrm>
              <a:off x="400836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pg87"/>
            <p:cNvSpPr/>
            <p:nvPr/>
          </p:nvSpPr>
          <p:spPr>
            <a:xfrm>
              <a:off x="408979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pg88"/>
            <p:cNvSpPr/>
            <p:nvPr/>
          </p:nvSpPr>
          <p:spPr>
            <a:xfrm>
              <a:off x="4171236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pg89"/>
            <p:cNvSpPr/>
            <p:nvPr/>
          </p:nvSpPr>
          <p:spPr>
            <a:xfrm>
              <a:off x="425267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g90"/>
            <p:cNvSpPr/>
            <p:nvPr/>
          </p:nvSpPr>
          <p:spPr>
            <a:xfrm>
              <a:off x="433411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g91"/>
            <p:cNvSpPr/>
            <p:nvPr/>
          </p:nvSpPr>
          <p:spPr>
            <a:xfrm>
              <a:off x="482273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g92"/>
            <p:cNvSpPr/>
            <p:nvPr/>
          </p:nvSpPr>
          <p:spPr>
            <a:xfrm>
              <a:off x="490417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g93"/>
            <p:cNvSpPr/>
            <p:nvPr/>
          </p:nvSpPr>
          <p:spPr>
            <a:xfrm>
              <a:off x="4985607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g94"/>
            <p:cNvSpPr/>
            <p:nvPr/>
          </p:nvSpPr>
          <p:spPr>
            <a:xfrm>
              <a:off x="5067044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g95"/>
            <p:cNvSpPr/>
            <p:nvPr/>
          </p:nvSpPr>
          <p:spPr>
            <a:xfrm>
              <a:off x="514848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g96"/>
            <p:cNvSpPr/>
            <p:nvPr/>
          </p:nvSpPr>
          <p:spPr>
            <a:xfrm>
              <a:off x="522991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g97"/>
            <p:cNvSpPr/>
            <p:nvPr/>
          </p:nvSpPr>
          <p:spPr>
            <a:xfrm>
              <a:off x="327542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g98"/>
            <p:cNvSpPr/>
            <p:nvPr/>
          </p:nvSpPr>
          <p:spPr>
            <a:xfrm>
              <a:off x="335686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g99"/>
            <p:cNvSpPr/>
            <p:nvPr/>
          </p:nvSpPr>
          <p:spPr>
            <a:xfrm>
              <a:off x="343830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g100"/>
            <p:cNvSpPr/>
            <p:nvPr/>
          </p:nvSpPr>
          <p:spPr>
            <a:xfrm>
              <a:off x="351973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g101"/>
            <p:cNvSpPr/>
            <p:nvPr/>
          </p:nvSpPr>
          <p:spPr>
            <a:xfrm>
              <a:off x="360117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g102"/>
            <p:cNvSpPr/>
            <p:nvPr/>
          </p:nvSpPr>
          <p:spPr>
            <a:xfrm>
              <a:off x="368261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g103"/>
            <p:cNvSpPr/>
            <p:nvPr/>
          </p:nvSpPr>
          <p:spPr>
            <a:xfrm>
              <a:off x="376405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g104"/>
            <p:cNvSpPr/>
            <p:nvPr/>
          </p:nvSpPr>
          <p:spPr>
            <a:xfrm>
              <a:off x="384548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g105"/>
            <p:cNvSpPr/>
            <p:nvPr/>
          </p:nvSpPr>
          <p:spPr>
            <a:xfrm>
              <a:off x="392692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g106"/>
            <p:cNvSpPr/>
            <p:nvPr/>
          </p:nvSpPr>
          <p:spPr>
            <a:xfrm>
              <a:off x="400836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g107"/>
            <p:cNvSpPr/>
            <p:nvPr/>
          </p:nvSpPr>
          <p:spPr>
            <a:xfrm>
              <a:off x="408979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g108"/>
            <p:cNvSpPr/>
            <p:nvPr/>
          </p:nvSpPr>
          <p:spPr>
            <a:xfrm>
              <a:off x="417123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g109"/>
            <p:cNvSpPr/>
            <p:nvPr/>
          </p:nvSpPr>
          <p:spPr>
            <a:xfrm>
              <a:off x="425267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g110"/>
            <p:cNvSpPr/>
            <p:nvPr/>
          </p:nvSpPr>
          <p:spPr>
            <a:xfrm>
              <a:off x="433411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g111"/>
            <p:cNvSpPr/>
            <p:nvPr/>
          </p:nvSpPr>
          <p:spPr>
            <a:xfrm>
              <a:off x="441554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g112"/>
            <p:cNvSpPr/>
            <p:nvPr/>
          </p:nvSpPr>
          <p:spPr>
            <a:xfrm>
              <a:off x="449698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g113"/>
            <p:cNvSpPr/>
            <p:nvPr/>
          </p:nvSpPr>
          <p:spPr>
            <a:xfrm>
              <a:off x="457842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g114"/>
            <p:cNvSpPr/>
            <p:nvPr/>
          </p:nvSpPr>
          <p:spPr>
            <a:xfrm>
              <a:off x="474129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pg115"/>
            <p:cNvSpPr/>
            <p:nvPr/>
          </p:nvSpPr>
          <p:spPr>
            <a:xfrm>
              <a:off x="482273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g116"/>
            <p:cNvSpPr/>
            <p:nvPr/>
          </p:nvSpPr>
          <p:spPr>
            <a:xfrm>
              <a:off x="490417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pg117"/>
            <p:cNvSpPr/>
            <p:nvPr/>
          </p:nvSpPr>
          <p:spPr>
            <a:xfrm>
              <a:off x="498560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g118"/>
            <p:cNvSpPr/>
            <p:nvPr/>
          </p:nvSpPr>
          <p:spPr>
            <a:xfrm>
              <a:off x="506704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pg119"/>
            <p:cNvSpPr/>
            <p:nvPr/>
          </p:nvSpPr>
          <p:spPr>
            <a:xfrm>
              <a:off x="514848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pg120"/>
            <p:cNvSpPr/>
            <p:nvPr/>
          </p:nvSpPr>
          <p:spPr>
            <a:xfrm>
              <a:off x="522991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pg121"/>
            <p:cNvSpPr/>
            <p:nvPr/>
          </p:nvSpPr>
          <p:spPr>
            <a:xfrm>
              <a:off x="327542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pg122"/>
            <p:cNvSpPr/>
            <p:nvPr/>
          </p:nvSpPr>
          <p:spPr>
            <a:xfrm>
              <a:off x="335686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g123"/>
            <p:cNvSpPr/>
            <p:nvPr/>
          </p:nvSpPr>
          <p:spPr>
            <a:xfrm>
              <a:off x="343830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g124"/>
            <p:cNvSpPr/>
            <p:nvPr/>
          </p:nvSpPr>
          <p:spPr>
            <a:xfrm>
              <a:off x="351973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g125"/>
            <p:cNvSpPr/>
            <p:nvPr/>
          </p:nvSpPr>
          <p:spPr>
            <a:xfrm>
              <a:off x="360117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g126"/>
            <p:cNvSpPr/>
            <p:nvPr/>
          </p:nvSpPr>
          <p:spPr>
            <a:xfrm>
              <a:off x="368261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g127"/>
            <p:cNvSpPr/>
            <p:nvPr/>
          </p:nvSpPr>
          <p:spPr>
            <a:xfrm>
              <a:off x="376405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g128"/>
            <p:cNvSpPr/>
            <p:nvPr/>
          </p:nvSpPr>
          <p:spPr>
            <a:xfrm>
              <a:off x="384548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g129"/>
            <p:cNvSpPr/>
            <p:nvPr/>
          </p:nvSpPr>
          <p:spPr>
            <a:xfrm>
              <a:off x="392692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g130"/>
            <p:cNvSpPr/>
            <p:nvPr/>
          </p:nvSpPr>
          <p:spPr>
            <a:xfrm>
              <a:off x="400836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g131"/>
            <p:cNvSpPr/>
            <p:nvPr/>
          </p:nvSpPr>
          <p:spPr>
            <a:xfrm>
              <a:off x="408979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g132"/>
            <p:cNvSpPr/>
            <p:nvPr/>
          </p:nvSpPr>
          <p:spPr>
            <a:xfrm>
              <a:off x="417123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g133"/>
            <p:cNvSpPr/>
            <p:nvPr/>
          </p:nvSpPr>
          <p:spPr>
            <a:xfrm>
              <a:off x="425267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pg134"/>
            <p:cNvSpPr/>
            <p:nvPr/>
          </p:nvSpPr>
          <p:spPr>
            <a:xfrm>
              <a:off x="433411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pg135"/>
            <p:cNvSpPr/>
            <p:nvPr/>
          </p:nvSpPr>
          <p:spPr>
            <a:xfrm>
              <a:off x="441554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pg136"/>
            <p:cNvSpPr/>
            <p:nvPr/>
          </p:nvSpPr>
          <p:spPr>
            <a:xfrm>
              <a:off x="449698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pg137"/>
            <p:cNvSpPr/>
            <p:nvPr/>
          </p:nvSpPr>
          <p:spPr>
            <a:xfrm>
              <a:off x="457842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pg138"/>
            <p:cNvSpPr/>
            <p:nvPr/>
          </p:nvSpPr>
          <p:spPr>
            <a:xfrm>
              <a:off x="465985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pg139"/>
            <p:cNvSpPr/>
            <p:nvPr/>
          </p:nvSpPr>
          <p:spPr>
            <a:xfrm>
              <a:off x="474129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pg140"/>
            <p:cNvSpPr/>
            <p:nvPr/>
          </p:nvSpPr>
          <p:spPr>
            <a:xfrm>
              <a:off x="482273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pg141"/>
            <p:cNvSpPr/>
            <p:nvPr/>
          </p:nvSpPr>
          <p:spPr>
            <a:xfrm>
              <a:off x="490417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pg142"/>
            <p:cNvSpPr/>
            <p:nvPr/>
          </p:nvSpPr>
          <p:spPr>
            <a:xfrm>
              <a:off x="498560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pg143"/>
            <p:cNvSpPr/>
            <p:nvPr/>
          </p:nvSpPr>
          <p:spPr>
            <a:xfrm>
              <a:off x="506704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pg144"/>
            <p:cNvSpPr/>
            <p:nvPr/>
          </p:nvSpPr>
          <p:spPr>
            <a:xfrm>
              <a:off x="514848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pg145"/>
            <p:cNvSpPr/>
            <p:nvPr/>
          </p:nvSpPr>
          <p:spPr>
            <a:xfrm>
              <a:off x="327542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pg146"/>
            <p:cNvSpPr/>
            <p:nvPr/>
          </p:nvSpPr>
          <p:spPr>
            <a:xfrm>
              <a:off x="335686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pg147"/>
            <p:cNvSpPr/>
            <p:nvPr/>
          </p:nvSpPr>
          <p:spPr>
            <a:xfrm>
              <a:off x="343830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pg148"/>
            <p:cNvSpPr/>
            <p:nvPr/>
          </p:nvSpPr>
          <p:spPr>
            <a:xfrm>
              <a:off x="351973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pg149"/>
            <p:cNvSpPr/>
            <p:nvPr/>
          </p:nvSpPr>
          <p:spPr>
            <a:xfrm>
              <a:off x="360117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pg150"/>
            <p:cNvSpPr/>
            <p:nvPr/>
          </p:nvSpPr>
          <p:spPr>
            <a:xfrm>
              <a:off x="368261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pg151"/>
            <p:cNvSpPr/>
            <p:nvPr/>
          </p:nvSpPr>
          <p:spPr>
            <a:xfrm>
              <a:off x="376405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pg152"/>
            <p:cNvSpPr/>
            <p:nvPr/>
          </p:nvSpPr>
          <p:spPr>
            <a:xfrm>
              <a:off x="384548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pg153"/>
            <p:cNvSpPr/>
            <p:nvPr/>
          </p:nvSpPr>
          <p:spPr>
            <a:xfrm>
              <a:off x="392692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pg154"/>
            <p:cNvSpPr/>
            <p:nvPr/>
          </p:nvSpPr>
          <p:spPr>
            <a:xfrm>
              <a:off x="400836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pg155"/>
            <p:cNvSpPr/>
            <p:nvPr/>
          </p:nvSpPr>
          <p:spPr>
            <a:xfrm>
              <a:off x="408979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pg156"/>
            <p:cNvSpPr/>
            <p:nvPr/>
          </p:nvSpPr>
          <p:spPr>
            <a:xfrm>
              <a:off x="417123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pg157"/>
            <p:cNvSpPr/>
            <p:nvPr/>
          </p:nvSpPr>
          <p:spPr>
            <a:xfrm>
              <a:off x="425267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pg158"/>
            <p:cNvSpPr/>
            <p:nvPr/>
          </p:nvSpPr>
          <p:spPr>
            <a:xfrm>
              <a:off x="433411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pg159"/>
            <p:cNvSpPr/>
            <p:nvPr/>
          </p:nvSpPr>
          <p:spPr>
            <a:xfrm>
              <a:off x="441554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pg160"/>
            <p:cNvSpPr/>
            <p:nvPr/>
          </p:nvSpPr>
          <p:spPr>
            <a:xfrm>
              <a:off x="449698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pg161"/>
            <p:cNvSpPr/>
            <p:nvPr/>
          </p:nvSpPr>
          <p:spPr>
            <a:xfrm>
              <a:off x="457842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pg162"/>
            <p:cNvSpPr/>
            <p:nvPr/>
          </p:nvSpPr>
          <p:spPr>
            <a:xfrm>
              <a:off x="465985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pg163"/>
            <p:cNvSpPr/>
            <p:nvPr/>
          </p:nvSpPr>
          <p:spPr>
            <a:xfrm>
              <a:off x="474129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pg164"/>
            <p:cNvSpPr/>
            <p:nvPr/>
          </p:nvSpPr>
          <p:spPr>
            <a:xfrm>
              <a:off x="482273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pg165"/>
            <p:cNvSpPr/>
            <p:nvPr/>
          </p:nvSpPr>
          <p:spPr>
            <a:xfrm>
              <a:off x="490417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pg166"/>
            <p:cNvSpPr/>
            <p:nvPr/>
          </p:nvSpPr>
          <p:spPr>
            <a:xfrm>
              <a:off x="498560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pg167"/>
            <p:cNvSpPr/>
            <p:nvPr/>
          </p:nvSpPr>
          <p:spPr>
            <a:xfrm>
              <a:off x="506704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pg168"/>
            <p:cNvSpPr/>
            <p:nvPr/>
          </p:nvSpPr>
          <p:spPr>
            <a:xfrm>
              <a:off x="303111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pg169"/>
            <p:cNvSpPr/>
            <p:nvPr/>
          </p:nvSpPr>
          <p:spPr>
            <a:xfrm>
              <a:off x="311255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pg170"/>
            <p:cNvSpPr/>
            <p:nvPr/>
          </p:nvSpPr>
          <p:spPr>
            <a:xfrm>
              <a:off x="327542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pg171"/>
            <p:cNvSpPr/>
            <p:nvPr/>
          </p:nvSpPr>
          <p:spPr>
            <a:xfrm>
              <a:off x="3356864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pg172"/>
            <p:cNvSpPr/>
            <p:nvPr/>
          </p:nvSpPr>
          <p:spPr>
            <a:xfrm>
              <a:off x="3438301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pg173"/>
            <p:cNvSpPr/>
            <p:nvPr/>
          </p:nvSpPr>
          <p:spPr>
            <a:xfrm>
              <a:off x="351973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pg174"/>
            <p:cNvSpPr/>
            <p:nvPr/>
          </p:nvSpPr>
          <p:spPr>
            <a:xfrm>
              <a:off x="360117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pg175"/>
            <p:cNvSpPr/>
            <p:nvPr/>
          </p:nvSpPr>
          <p:spPr>
            <a:xfrm>
              <a:off x="368261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pg176"/>
            <p:cNvSpPr/>
            <p:nvPr/>
          </p:nvSpPr>
          <p:spPr>
            <a:xfrm>
              <a:off x="376405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pg177"/>
            <p:cNvSpPr/>
            <p:nvPr/>
          </p:nvSpPr>
          <p:spPr>
            <a:xfrm>
              <a:off x="384548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pg178"/>
            <p:cNvSpPr/>
            <p:nvPr/>
          </p:nvSpPr>
          <p:spPr>
            <a:xfrm>
              <a:off x="408979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pg179"/>
            <p:cNvSpPr/>
            <p:nvPr/>
          </p:nvSpPr>
          <p:spPr>
            <a:xfrm>
              <a:off x="417123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pg180"/>
            <p:cNvSpPr/>
            <p:nvPr/>
          </p:nvSpPr>
          <p:spPr>
            <a:xfrm>
              <a:off x="425267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pg181"/>
            <p:cNvSpPr/>
            <p:nvPr/>
          </p:nvSpPr>
          <p:spPr>
            <a:xfrm>
              <a:off x="433411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pg182"/>
            <p:cNvSpPr/>
            <p:nvPr/>
          </p:nvSpPr>
          <p:spPr>
            <a:xfrm>
              <a:off x="441554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pg183"/>
            <p:cNvSpPr/>
            <p:nvPr/>
          </p:nvSpPr>
          <p:spPr>
            <a:xfrm>
              <a:off x="4496984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pg184"/>
            <p:cNvSpPr/>
            <p:nvPr/>
          </p:nvSpPr>
          <p:spPr>
            <a:xfrm>
              <a:off x="4578421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pg185"/>
            <p:cNvSpPr/>
            <p:nvPr/>
          </p:nvSpPr>
          <p:spPr>
            <a:xfrm>
              <a:off x="465985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pg186"/>
            <p:cNvSpPr/>
            <p:nvPr/>
          </p:nvSpPr>
          <p:spPr>
            <a:xfrm>
              <a:off x="474129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pg187"/>
            <p:cNvSpPr/>
            <p:nvPr/>
          </p:nvSpPr>
          <p:spPr>
            <a:xfrm>
              <a:off x="482273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pg188"/>
            <p:cNvSpPr/>
            <p:nvPr/>
          </p:nvSpPr>
          <p:spPr>
            <a:xfrm>
              <a:off x="490417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pg189"/>
            <p:cNvSpPr/>
            <p:nvPr/>
          </p:nvSpPr>
          <p:spPr>
            <a:xfrm>
              <a:off x="498560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pg190"/>
            <p:cNvSpPr/>
            <p:nvPr/>
          </p:nvSpPr>
          <p:spPr>
            <a:xfrm>
              <a:off x="294967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pg191"/>
            <p:cNvSpPr/>
            <p:nvPr/>
          </p:nvSpPr>
          <p:spPr>
            <a:xfrm>
              <a:off x="303111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pg192"/>
            <p:cNvSpPr/>
            <p:nvPr/>
          </p:nvSpPr>
          <p:spPr>
            <a:xfrm>
              <a:off x="311255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pg193"/>
            <p:cNvSpPr/>
            <p:nvPr/>
          </p:nvSpPr>
          <p:spPr>
            <a:xfrm>
              <a:off x="319399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pg194"/>
            <p:cNvSpPr/>
            <p:nvPr/>
          </p:nvSpPr>
          <p:spPr>
            <a:xfrm>
              <a:off x="327542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pg195"/>
            <p:cNvSpPr/>
            <p:nvPr/>
          </p:nvSpPr>
          <p:spPr>
            <a:xfrm>
              <a:off x="3356864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pg196"/>
            <p:cNvSpPr/>
            <p:nvPr/>
          </p:nvSpPr>
          <p:spPr>
            <a:xfrm>
              <a:off x="3438301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pg197"/>
            <p:cNvSpPr/>
            <p:nvPr/>
          </p:nvSpPr>
          <p:spPr>
            <a:xfrm>
              <a:off x="351973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pg198"/>
            <p:cNvSpPr/>
            <p:nvPr/>
          </p:nvSpPr>
          <p:spPr>
            <a:xfrm>
              <a:off x="360117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pg199"/>
            <p:cNvSpPr/>
            <p:nvPr/>
          </p:nvSpPr>
          <p:spPr>
            <a:xfrm>
              <a:off x="368261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pg200"/>
            <p:cNvSpPr/>
            <p:nvPr/>
          </p:nvSpPr>
          <p:spPr>
            <a:xfrm>
              <a:off x="376405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pg201"/>
            <p:cNvSpPr/>
            <p:nvPr/>
          </p:nvSpPr>
          <p:spPr>
            <a:xfrm>
              <a:off x="384548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pg202"/>
            <p:cNvSpPr/>
            <p:nvPr/>
          </p:nvSpPr>
          <p:spPr>
            <a:xfrm>
              <a:off x="417123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pg203"/>
            <p:cNvSpPr/>
            <p:nvPr/>
          </p:nvSpPr>
          <p:spPr>
            <a:xfrm>
              <a:off x="425267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pg204"/>
            <p:cNvSpPr/>
            <p:nvPr/>
          </p:nvSpPr>
          <p:spPr>
            <a:xfrm>
              <a:off x="433411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pg205"/>
            <p:cNvSpPr/>
            <p:nvPr/>
          </p:nvSpPr>
          <p:spPr>
            <a:xfrm>
              <a:off x="441554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pg206"/>
            <p:cNvSpPr/>
            <p:nvPr/>
          </p:nvSpPr>
          <p:spPr>
            <a:xfrm>
              <a:off x="4496984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pg207"/>
            <p:cNvSpPr/>
            <p:nvPr/>
          </p:nvSpPr>
          <p:spPr>
            <a:xfrm>
              <a:off x="4578421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pg208"/>
            <p:cNvSpPr/>
            <p:nvPr/>
          </p:nvSpPr>
          <p:spPr>
            <a:xfrm>
              <a:off x="465985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pg209"/>
            <p:cNvSpPr/>
            <p:nvPr/>
          </p:nvSpPr>
          <p:spPr>
            <a:xfrm>
              <a:off x="474129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pg210"/>
            <p:cNvSpPr/>
            <p:nvPr/>
          </p:nvSpPr>
          <p:spPr>
            <a:xfrm>
              <a:off x="482273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pg211"/>
            <p:cNvSpPr/>
            <p:nvPr/>
          </p:nvSpPr>
          <p:spPr>
            <a:xfrm>
              <a:off x="490417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pg212"/>
            <p:cNvSpPr/>
            <p:nvPr/>
          </p:nvSpPr>
          <p:spPr>
            <a:xfrm>
              <a:off x="286824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pg213"/>
            <p:cNvSpPr/>
            <p:nvPr/>
          </p:nvSpPr>
          <p:spPr>
            <a:xfrm>
              <a:off x="294967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pg214"/>
            <p:cNvSpPr/>
            <p:nvPr/>
          </p:nvSpPr>
          <p:spPr>
            <a:xfrm>
              <a:off x="303111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pg215"/>
            <p:cNvSpPr/>
            <p:nvPr/>
          </p:nvSpPr>
          <p:spPr>
            <a:xfrm>
              <a:off x="311255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pg216"/>
            <p:cNvSpPr/>
            <p:nvPr/>
          </p:nvSpPr>
          <p:spPr>
            <a:xfrm>
              <a:off x="319399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pg217"/>
            <p:cNvSpPr/>
            <p:nvPr/>
          </p:nvSpPr>
          <p:spPr>
            <a:xfrm>
              <a:off x="327542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pg218"/>
            <p:cNvSpPr/>
            <p:nvPr/>
          </p:nvSpPr>
          <p:spPr>
            <a:xfrm>
              <a:off x="3356864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pg219"/>
            <p:cNvSpPr/>
            <p:nvPr/>
          </p:nvSpPr>
          <p:spPr>
            <a:xfrm>
              <a:off x="343830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pg220"/>
            <p:cNvSpPr/>
            <p:nvPr/>
          </p:nvSpPr>
          <p:spPr>
            <a:xfrm>
              <a:off x="351973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pg221"/>
            <p:cNvSpPr/>
            <p:nvPr/>
          </p:nvSpPr>
          <p:spPr>
            <a:xfrm>
              <a:off x="360117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pg222"/>
            <p:cNvSpPr/>
            <p:nvPr/>
          </p:nvSpPr>
          <p:spPr>
            <a:xfrm>
              <a:off x="368261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pg223"/>
            <p:cNvSpPr/>
            <p:nvPr/>
          </p:nvSpPr>
          <p:spPr>
            <a:xfrm>
              <a:off x="376405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pg224"/>
            <p:cNvSpPr/>
            <p:nvPr/>
          </p:nvSpPr>
          <p:spPr>
            <a:xfrm>
              <a:off x="384548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pg225"/>
            <p:cNvSpPr/>
            <p:nvPr/>
          </p:nvSpPr>
          <p:spPr>
            <a:xfrm>
              <a:off x="417123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pg226"/>
            <p:cNvSpPr/>
            <p:nvPr/>
          </p:nvSpPr>
          <p:spPr>
            <a:xfrm>
              <a:off x="425267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pg227"/>
            <p:cNvSpPr/>
            <p:nvPr/>
          </p:nvSpPr>
          <p:spPr>
            <a:xfrm>
              <a:off x="433411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pg228"/>
            <p:cNvSpPr/>
            <p:nvPr/>
          </p:nvSpPr>
          <p:spPr>
            <a:xfrm>
              <a:off x="441554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pg229"/>
            <p:cNvSpPr/>
            <p:nvPr/>
          </p:nvSpPr>
          <p:spPr>
            <a:xfrm>
              <a:off x="4496984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pg230"/>
            <p:cNvSpPr/>
            <p:nvPr/>
          </p:nvSpPr>
          <p:spPr>
            <a:xfrm>
              <a:off x="457842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pg231"/>
            <p:cNvSpPr/>
            <p:nvPr/>
          </p:nvSpPr>
          <p:spPr>
            <a:xfrm>
              <a:off x="465985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pg232"/>
            <p:cNvSpPr/>
            <p:nvPr/>
          </p:nvSpPr>
          <p:spPr>
            <a:xfrm>
              <a:off x="474129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pg233"/>
            <p:cNvSpPr/>
            <p:nvPr/>
          </p:nvSpPr>
          <p:spPr>
            <a:xfrm>
              <a:off x="482273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pg234"/>
            <p:cNvSpPr/>
            <p:nvPr/>
          </p:nvSpPr>
          <p:spPr>
            <a:xfrm>
              <a:off x="278680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pg235"/>
            <p:cNvSpPr/>
            <p:nvPr/>
          </p:nvSpPr>
          <p:spPr>
            <a:xfrm>
              <a:off x="286824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pg236"/>
            <p:cNvSpPr/>
            <p:nvPr/>
          </p:nvSpPr>
          <p:spPr>
            <a:xfrm>
              <a:off x="294967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92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pg237"/>
            <p:cNvSpPr/>
            <p:nvPr/>
          </p:nvSpPr>
          <p:spPr>
            <a:xfrm>
              <a:off x="303111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pg238"/>
            <p:cNvSpPr/>
            <p:nvPr/>
          </p:nvSpPr>
          <p:spPr>
            <a:xfrm>
              <a:off x="311255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pg239"/>
            <p:cNvSpPr/>
            <p:nvPr/>
          </p:nvSpPr>
          <p:spPr>
            <a:xfrm>
              <a:off x="319399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pg240"/>
            <p:cNvSpPr/>
            <p:nvPr/>
          </p:nvSpPr>
          <p:spPr>
            <a:xfrm>
              <a:off x="327542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pg241"/>
            <p:cNvSpPr/>
            <p:nvPr/>
          </p:nvSpPr>
          <p:spPr>
            <a:xfrm>
              <a:off x="335686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pg242"/>
            <p:cNvSpPr/>
            <p:nvPr/>
          </p:nvSpPr>
          <p:spPr>
            <a:xfrm>
              <a:off x="343830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pg243"/>
            <p:cNvSpPr/>
            <p:nvPr/>
          </p:nvSpPr>
          <p:spPr>
            <a:xfrm>
              <a:off x="351973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pg244"/>
            <p:cNvSpPr/>
            <p:nvPr/>
          </p:nvSpPr>
          <p:spPr>
            <a:xfrm>
              <a:off x="360117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pg245"/>
            <p:cNvSpPr/>
            <p:nvPr/>
          </p:nvSpPr>
          <p:spPr>
            <a:xfrm>
              <a:off x="368261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pg246"/>
            <p:cNvSpPr/>
            <p:nvPr/>
          </p:nvSpPr>
          <p:spPr>
            <a:xfrm>
              <a:off x="376405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pg247"/>
            <p:cNvSpPr/>
            <p:nvPr/>
          </p:nvSpPr>
          <p:spPr>
            <a:xfrm>
              <a:off x="384548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pg248"/>
            <p:cNvSpPr/>
            <p:nvPr/>
          </p:nvSpPr>
          <p:spPr>
            <a:xfrm>
              <a:off x="392692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pg249"/>
            <p:cNvSpPr/>
            <p:nvPr/>
          </p:nvSpPr>
          <p:spPr>
            <a:xfrm>
              <a:off x="425267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pg250"/>
            <p:cNvSpPr/>
            <p:nvPr/>
          </p:nvSpPr>
          <p:spPr>
            <a:xfrm>
              <a:off x="433411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pg251"/>
            <p:cNvSpPr/>
            <p:nvPr/>
          </p:nvSpPr>
          <p:spPr>
            <a:xfrm>
              <a:off x="441554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pg252"/>
            <p:cNvSpPr/>
            <p:nvPr/>
          </p:nvSpPr>
          <p:spPr>
            <a:xfrm>
              <a:off x="449698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pg253"/>
            <p:cNvSpPr/>
            <p:nvPr/>
          </p:nvSpPr>
          <p:spPr>
            <a:xfrm>
              <a:off x="457842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pg254"/>
            <p:cNvSpPr/>
            <p:nvPr/>
          </p:nvSpPr>
          <p:spPr>
            <a:xfrm>
              <a:off x="465985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pg255"/>
            <p:cNvSpPr/>
            <p:nvPr/>
          </p:nvSpPr>
          <p:spPr>
            <a:xfrm>
              <a:off x="474129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pg256"/>
            <p:cNvSpPr/>
            <p:nvPr/>
          </p:nvSpPr>
          <p:spPr>
            <a:xfrm>
              <a:off x="278680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pg257"/>
            <p:cNvSpPr/>
            <p:nvPr/>
          </p:nvSpPr>
          <p:spPr>
            <a:xfrm>
              <a:off x="286824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pg258"/>
            <p:cNvSpPr/>
            <p:nvPr/>
          </p:nvSpPr>
          <p:spPr>
            <a:xfrm>
              <a:off x="294967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pg259"/>
            <p:cNvSpPr/>
            <p:nvPr/>
          </p:nvSpPr>
          <p:spPr>
            <a:xfrm>
              <a:off x="3031116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pg260"/>
            <p:cNvSpPr/>
            <p:nvPr/>
          </p:nvSpPr>
          <p:spPr>
            <a:xfrm>
              <a:off x="311255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pg261"/>
            <p:cNvSpPr/>
            <p:nvPr/>
          </p:nvSpPr>
          <p:spPr>
            <a:xfrm>
              <a:off x="319399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pg262"/>
            <p:cNvSpPr/>
            <p:nvPr/>
          </p:nvSpPr>
          <p:spPr>
            <a:xfrm>
              <a:off x="327542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pg263"/>
            <p:cNvSpPr/>
            <p:nvPr/>
          </p:nvSpPr>
          <p:spPr>
            <a:xfrm>
              <a:off x="335686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pg264"/>
            <p:cNvSpPr/>
            <p:nvPr/>
          </p:nvSpPr>
          <p:spPr>
            <a:xfrm>
              <a:off x="343830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pg265"/>
            <p:cNvSpPr/>
            <p:nvPr/>
          </p:nvSpPr>
          <p:spPr>
            <a:xfrm>
              <a:off x="351973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pg266"/>
            <p:cNvSpPr/>
            <p:nvPr/>
          </p:nvSpPr>
          <p:spPr>
            <a:xfrm>
              <a:off x="3601176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pg267"/>
            <p:cNvSpPr/>
            <p:nvPr/>
          </p:nvSpPr>
          <p:spPr>
            <a:xfrm>
              <a:off x="368261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pg268"/>
            <p:cNvSpPr/>
            <p:nvPr/>
          </p:nvSpPr>
          <p:spPr>
            <a:xfrm>
              <a:off x="376405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pg269"/>
            <p:cNvSpPr/>
            <p:nvPr/>
          </p:nvSpPr>
          <p:spPr>
            <a:xfrm>
              <a:off x="384548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pg270"/>
            <p:cNvSpPr/>
            <p:nvPr/>
          </p:nvSpPr>
          <p:spPr>
            <a:xfrm>
              <a:off x="392692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pg271"/>
            <p:cNvSpPr/>
            <p:nvPr/>
          </p:nvSpPr>
          <p:spPr>
            <a:xfrm>
              <a:off x="425267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pg272"/>
            <p:cNvSpPr/>
            <p:nvPr/>
          </p:nvSpPr>
          <p:spPr>
            <a:xfrm>
              <a:off x="433411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pg273"/>
            <p:cNvSpPr/>
            <p:nvPr/>
          </p:nvSpPr>
          <p:spPr>
            <a:xfrm>
              <a:off x="441554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pg274"/>
            <p:cNvSpPr/>
            <p:nvPr/>
          </p:nvSpPr>
          <p:spPr>
            <a:xfrm>
              <a:off x="449698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pg275"/>
            <p:cNvSpPr/>
            <p:nvPr/>
          </p:nvSpPr>
          <p:spPr>
            <a:xfrm>
              <a:off x="457842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pg276"/>
            <p:cNvSpPr/>
            <p:nvPr/>
          </p:nvSpPr>
          <p:spPr>
            <a:xfrm>
              <a:off x="465985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pg277"/>
            <p:cNvSpPr/>
            <p:nvPr/>
          </p:nvSpPr>
          <p:spPr>
            <a:xfrm>
              <a:off x="270536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99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pg278"/>
            <p:cNvSpPr/>
            <p:nvPr/>
          </p:nvSpPr>
          <p:spPr>
            <a:xfrm>
              <a:off x="278680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pg279"/>
            <p:cNvSpPr/>
            <p:nvPr/>
          </p:nvSpPr>
          <p:spPr>
            <a:xfrm>
              <a:off x="286824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pg280"/>
            <p:cNvSpPr/>
            <p:nvPr/>
          </p:nvSpPr>
          <p:spPr>
            <a:xfrm>
              <a:off x="294967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pg281"/>
            <p:cNvSpPr/>
            <p:nvPr/>
          </p:nvSpPr>
          <p:spPr>
            <a:xfrm>
              <a:off x="3031116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pg282"/>
            <p:cNvSpPr/>
            <p:nvPr/>
          </p:nvSpPr>
          <p:spPr>
            <a:xfrm>
              <a:off x="311255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pg283"/>
            <p:cNvSpPr/>
            <p:nvPr/>
          </p:nvSpPr>
          <p:spPr>
            <a:xfrm>
              <a:off x="319399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F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pg284"/>
            <p:cNvSpPr/>
            <p:nvPr/>
          </p:nvSpPr>
          <p:spPr>
            <a:xfrm>
              <a:off x="327542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pg285"/>
            <p:cNvSpPr/>
            <p:nvPr/>
          </p:nvSpPr>
          <p:spPr>
            <a:xfrm>
              <a:off x="335686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pg286"/>
            <p:cNvSpPr/>
            <p:nvPr/>
          </p:nvSpPr>
          <p:spPr>
            <a:xfrm>
              <a:off x="343830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pg287"/>
            <p:cNvSpPr/>
            <p:nvPr/>
          </p:nvSpPr>
          <p:spPr>
            <a:xfrm>
              <a:off x="351973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pg288"/>
            <p:cNvSpPr/>
            <p:nvPr/>
          </p:nvSpPr>
          <p:spPr>
            <a:xfrm>
              <a:off x="3601176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pg289"/>
            <p:cNvSpPr/>
            <p:nvPr/>
          </p:nvSpPr>
          <p:spPr>
            <a:xfrm>
              <a:off x="368261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pg290"/>
            <p:cNvSpPr/>
            <p:nvPr/>
          </p:nvSpPr>
          <p:spPr>
            <a:xfrm>
              <a:off x="376405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pg291"/>
            <p:cNvSpPr/>
            <p:nvPr/>
          </p:nvSpPr>
          <p:spPr>
            <a:xfrm>
              <a:off x="384548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pg292"/>
            <p:cNvSpPr/>
            <p:nvPr/>
          </p:nvSpPr>
          <p:spPr>
            <a:xfrm>
              <a:off x="392692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pg293"/>
            <p:cNvSpPr/>
            <p:nvPr/>
          </p:nvSpPr>
          <p:spPr>
            <a:xfrm>
              <a:off x="400836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pg294"/>
            <p:cNvSpPr/>
            <p:nvPr/>
          </p:nvSpPr>
          <p:spPr>
            <a:xfrm>
              <a:off x="425267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pg295"/>
            <p:cNvSpPr/>
            <p:nvPr/>
          </p:nvSpPr>
          <p:spPr>
            <a:xfrm>
              <a:off x="433411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pg296"/>
            <p:cNvSpPr/>
            <p:nvPr/>
          </p:nvSpPr>
          <p:spPr>
            <a:xfrm>
              <a:off x="441554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pg297"/>
            <p:cNvSpPr/>
            <p:nvPr/>
          </p:nvSpPr>
          <p:spPr>
            <a:xfrm>
              <a:off x="449698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pg298"/>
            <p:cNvSpPr/>
            <p:nvPr/>
          </p:nvSpPr>
          <p:spPr>
            <a:xfrm>
              <a:off x="457842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pg299"/>
            <p:cNvSpPr/>
            <p:nvPr/>
          </p:nvSpPr>
          <p:spPr>
            <a:xfrm>
              <a:off x="465985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pg300"/>
            <p:cNvSpPr/>
            <p:nvPr/>
          </p:nvSpPr>
          <p:spPr>
            <a:xfrm>
              <a:off x="270536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pg301"/>
            <p:cNvSpPr/>
            <p:nvPr/>
          </p:nvSpPr>
          <p:spPr>
            <a:xfrm>
              <a:off x="278680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pg302"/>
            <p:cNvSpPr/>
            <p:nvPr/>
          </p:nvSpPr>
          <p:spPr>
            <a:xfrm>
              <a:off x="286824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pg303"/>
            <p:cNvSpPr/>
            <p:nvPr/>
          </p:nvSpPr>
          <p:spPr>
            <a:xfrm>
              <a:off x="294967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pg304"/>
            <p:cNvSpPr/>
            <p:nvPr/>
          </p:nvSpPr>
          <p:spPr>
            <a:xfrm>
              <a:off x="3031116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pg305"/>
            <p:cNvSpPr/>
            <p:nvPr/>
          </p:nvSpPr>
          <p:spPr>
            <a:xfrm>
              <a:off x="3112553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pg306"/>
            <p:cNvSpPr/>
            <p:nvPr/>
          </p:nvSpPr>
          <p:spPr>
            <a:xfrm>
              <a:off x="319399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4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pg307"/>
            <p:cNvSpPr/>
            <p:nvPr/>
          </p:nvSpPr>
          <p:spPr>
            <a:xfrm>
              <a:off x="327542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pg308"/>
            <p:cNvSpPr/>
            <p:nvPr/>
          </p:nvSpPr>
          <p:spPr>
            <a:xfrm>
              <a:off x="335686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pg309"/>
            <p:cNvSpPr/>
            <p:nvPr/>
          </p:nvSpPr>
          <p:spPr>
            <a:xfrm>
              <a:off x="343830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pg310"/>
            <p:cNvSpPr/>
            <p:nvPr/>
          </p:nvSpPr>
          <p:spPr>
            <a:xfrm>
              <a:off x="351973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pg311"/>
            <p:cNvSpPr/>
            <p:nvPr/>
          </p:nvSpPr>
          <p:spPr>
            <a:xfrm>
              <a:off x="3601176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pg312"/>
            <p:cNvSpPr/>
            <p:nvPr/>
          </p:nvSpPr>
          <p:spPr>
            <a:xfrm>
              <a:off x="3682613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pg313"/>
            <p:cNvSpPr/>
            <p:nvPr/>
          </p:nvSpPr>
          <p:spPr>
            <a:xfrm>
              <a:off x="376405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pg314"/>
            <p:cNvSpPr/>
            <p:nvPr/>
          </p:nvSpPr>
          <p:spPr>
            <a:xfrm>
              <a:off x="384548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pg315"/>
            <p:cNvSpPr/>
            <p:nvPr/>
          </p:nvSpPr>
          <p:spPr>
            <a:xfrm>
              <a:off x="392692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pg316"/>
            <p:cNvSpPr/>
            <p:nvPr/>
          </p:nvSpPr>
          <p:spPr>
            <a:xfrm>
              <a:off x="400836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pg317"/>
            <p:cNvSpPr/>
            <p:nvPr/>
          </p:nvSpPr>
          <p:spPr>
            <a:xfrm>
              <a:off x="408979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pg318"/>
            <p:cNvSpPr/>
            <p:nvPr/>
          </p:nvSpPr>
          <p:spPr>
            <a:xfrm>
              <a:off x="433411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pg319"/>
            <p:cNvSpPr/>
            <p:nvPr/>
          </p:nvSpPr>
          <p:spPr>
            <a:xfrm>
              <a:off x="441554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pg320"/>
            <p:cNvSpPr/>
            <p:nvPr/>
          </p:nvSpPr>
          <p:spPr>
            <a:xfrm>
              <a:off x="449698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pg321"/>
            <p:cNvSpPr/>
            <p:nvPr/>
          </p:nvSpPr>
          <p:spPr>
            <a:xfrm>
              <a:off x="457842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pg322"/>
            <p:cNvSpPr/>
            <p:nvPr/>
          </p:nvSpPr>
          <p:spPr>
            <a:xfrm>
              <a:off x="465985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pg323"/>
            <p:cNvSpPr/>
            <p:nvPr/>
          </p:nvSpPr>
          <p:spPr>
            <a:xfrm>
              <a:off x="270536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pg324"/>
            <p:cNvSpPr/>
            <p:nvPr/>
          </p:nvSpPr>
          <p:spPr>
            <a:xfrm>
              <a:off x="278680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pg325"/>
            <p:cNvSpPr/>
            <p:nvPr/>
          </p:nvSpPr>
          <p:spPr>
            <a:xfrm>
              <a:off x="286824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pg326"/>
            <p:cNvSpPr/>
            <p:nvPr/>
          </p:nvSpPr>
          <p:spPr>
            <a:xfrm>
              <a:off x="294967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pg327"/>
            <p:cNvSpPr/>
            <p:nvPr/>
          </p:nvSpPr>
          <p:spPr>
            <a:xfrm>
              <a:off x="3031116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pg328"/>
            <p:cNvSpPr/>
            <p:nvPr/>
          </p:nvSpPr>
          <p:spPr>
            <a:xfrm>
              <a:off x="311255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5EDD9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pg329"/>
            <p:cNvSpPr/>
            <p:nvPr/>
          </p:nvSpPr>
          <p:spPr>
            <a:xfrm>
              <a:off x="319399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pg330"/>
            <p:cNvSpPr/>
            <p:nvPr/>
          </p:nvSpPr>
          <p:spPr>
            <a:xfrm>
              <a:off x="327542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pg331"/>
            <p:cNvSpPr/>
            <p:nvPr/>
          </p:nvSpPr>
          <p:spPr>
            <a:xfrm>
              <a:off x="335686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pg332"/>
            <p:cNvSpPr/>
            <p:nvPr/>
          </p:nvSpPr>
          <p:spPr>
            <a:xfrm>
              <a:off x="343830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pg333"/>
            <p:cNvSpPr/>
            <p:nvPr/>
          </p:nvSpPr>
          <p:spPr>
            <a:xfrm>
              <a:off x="351973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pg334"/>
            <p:cNvSpPr/>
            <p:nvPr/>
          </p:nvSpPr>
          <p:spPr>
            <a:xfrm>
              <a:off x="3601176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pg335"/>
            <p:cNvSpPr/>
            <p:nvPr/>
          </p:nvSpPr>
          <p:spPr>
            <a:xfrm>
              <a:off x="368261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pg336"/>
            <p:cNvSpPr/>
            <p:nvPr/>
          </p:nvSpPr>
          <p:spPr>
            <a:xfrm>
              <a:off x="376405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pg337"/>
            <p:cNvSpPr/>
            <p:nvPr/>
          </p:nvSpPr>
          <p:spPr>
            <a:xfrm>
              <a:off x="384548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pg338"/>
            <p:cNvSpPr/>
            <p:nvPr/>
          </p:nvSpPr>
          <p:spPr>
            <a:xfrm>
              <a:off x="392692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pg339"/>
            <p:cNvSpPr/>
            <p:nvPr/>
          </p:nvSpPr>
          <p:spPr>
            <a:xfrm>
              <a:off x="400836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pg340"/>
            <p:cNvSpPr/>
            <p:nvPr/>
          </p:nvSpPr>
          <p:spPr>
            <a:xfrm>
              <a:off x="408979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pg341"/>
            <p:cNvSpPr/>
            <p:nvPr/>
          </p:nvSpPr>
          <p:spPr>
            <a:xfrm>
              <a:off x="425267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pg342"/>
            <p:cNvSpPr/>
            <p:nvPr/>
          </p:nvSpPr>
          <p:spPr>
            <a:xfrm>
              <a:off x="433411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pg343"/>
            <p:cNvSpPr/>
            <p:nvPr/>
          </p:nvSpPr>
          <p:spPr>
            <a:xfrm>
              <a:off x="441554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pg344"/>
            <p:cNvSpPr/>
            <p:nvPr/>
          </p:nvSpPr>
          <p:spPr>
            <a:xfrm>
              <a:off x="449698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pg345"/>
            <p:cNvSpPr/>
            <p:nvPr/>
          </p:nvSpPr>
          <p:spPr>
            <a:xfrm>
              <a:off x="457842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pg346"/>
            <p:cNvSpPr/>
            <p:nvPr/>
          </p:nvSpPr>
          <p:spPr>
            <a:xfrm>
              <a:off x="465985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pg347"/>
            <p:cNvSpPr/>
            <p:nvPr/>
          </p:nvSpPr>
          <p:spPr>
            <a:xfrm>
              <a:off x="278680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pg348"/>
            <p:cNvSpPr/>
            <p:nvPr/>
          </p:nvSpPr>
          <p:spPr>
            <a:xfrm>
              <a:off x="286824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pg349"/>
            <p:cNvSpPr/>
            <p:nvPr/>
          </p:nvSpPr>
          <p:spPr>
            <a:xfrm>
              <a:off x="294967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pg350"/>
            <p:cNvSpPr/>
            <p:nvPr/>
          </p:nvSpPr>
          <p:spPr>
            <a:xfrm>
              <a:off x="303111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pg351"/>
            <p:cNvSpPr/>
            <p:nvPr/>
          </p:nvSpPr>
          <p:spPr>
            <a:xfrm>
              <a:off x="311255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pg352"/>
            <p:cNvSpPr/>
            <p:nvPr/>
          </p:nvSpPr>
          <p:spPr>
            <a:xfrm>
              <a:off x="319399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D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pg353"/>
            <p:cNvSpPr/>
            <p:nvPr/>
          </p:nvSpPr>
          <p:spPr>
            <a:xfrm>
              <a:off x="327542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pg354"/>
            <p:cNvSpPr/>
            <p:nvPr/>
          </p:nvSpPr>
          <p:spPr>
            <a:xfrm>
              <a:off x="335686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pg355"/>
            <p:cNvSpPr/>
            <p:nvPr/>
          </p:nvSpPr>
          <p:spPr>
            <a:xfrm>
              <a:off x="343830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pg356"/>
            <p:cNvSpPr/>
            <p:nvPr/>
          </p:nvSpPr>
          <p:spPr>
            <a:xfrm>
              <a:off x="351973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pg357"/>
            <p:cNvSpPr/>
            <p:nvPr/>
          </p:nvSpPr>
          <p:spPr>
            <a:xfrm>
              <a:off x="360117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pg358"/>
            <p:cNvSpPr/>
            <p:nvPr/>
          </p:nvSpPr>
          <p:spPr>
            <a:xfrm>
              <a:off x="368261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pg359"/>
            <p:cNvSpPr/>
            <p:nvPr/>
          </p:nvSpPr>
          <p:spPr>
            <a:xfrm>
              <a:off x="376405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pg360"/>
            <p:cNvSpPr/>
            <p:nvPr/>
          </p:nvSpPr>
          <p:spPr>
            <a:xfrm>
              <a:off x="384548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pg361"/>
            <p:cNvSpPr/>
            <p:nvPr/>
          </p:nvSpPr>
          <p:spPr>
            <a:xfrm>
              <a:off x="392692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pg362"/>
            <p:cNvSpPr/>
            <p:nvPr/>
          </p:nvSpPr>
          <p:spPr>
            <a:xfrm>
              <a:off x="400836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pg363"/>
            <p:cNvSpPr/>
            <p:nvPr/>
          </p:nvSpPr>
          <p:spPr>
            <a:xfrm>
              <a:off x="408979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pg364"/>
            <p:cNvSpPr/>
            <p:nvPr/>
          </p:nvSpPr>
          <p:spPr>
            <a:xfrm>
              <a:off x="417123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pg365"/>
            <p:cNvSpPr/>
            <p:nvPr/>
          </p:nvSpPr>
          <p:spPr>
            <a:xfrm>
              <a:off x="425267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pg366"/>
            <p:cNvSpPr/>
            <p:nvPr/>
          </p:nvSpPr>
          <p:spPr>
            <a:xfrm>
              <a:off x="433411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pg367"/>
            <p:cNvSpPr/>
            <p:nvPr/>
          </p:nvSpPr>
          <p:spPr>
            <a:xfrm>
              <a:off x="441554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pg368"/>
            <p:cNvSpPr/>
            <p:nvPr/>
          </p:nvSpPr>
          <p:spPr>
            <a:xfrm>
              <a:off x="449698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pg369"/>
            <p:cNvSpPr/>
            <p:nvPr/>
          </p:nvSpPr>
          <p:spPr>
            <a:xfrm>
              <a:off x="457842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pg370"/>
            <p:cNvSpPr/>
            <p:nvPr/>
          </p:nvSpPr>
          <p:spPr>
            <a:xfrm>
              <a:off x="465985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pg371"/>
            <p:cNvSpPr/>
            <p:nvPr/>
          </p:nvSpPr>
          <p:spPr>
            <a:xfrm>
              <a:off x="286824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pg372"/>
            <p:cNvSpPr/>
            <p:nvPr/>
          </p:nvSpPr>
          <p:spPr>
            <a:xfrm>
              <a:off x="294967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pg373"/>
            <p:cNvSpPr/>
            <p:nvPr/>
          </p:nvSpPr>
          <p:spPr>
            <a:xfrm>
              <a:off x="303111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pg374"/>
            <p:cNvSpPr/>
            <p:nvPr/>
          </p:nvSpPr>
          <p:spPr>
            <a:xfrm>
              <a:off x="311255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pg375"/>
            <p:cNvSpPr/>
            <p:nvPr/>
          </p:nvSpPr>
          <p:spPr>
            <a:xfrm>
              <a:off x="319399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pg376"/>
            <p:cNvSpPr/>
            <p:nvPr/>
          </p:nvSpPr>
          <p:spPr>
            <a:xfrm>
              <a:off x="327542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pg377"/>
            <p:cNvSpPr/>
            <p:nvPr/>
          </p:nvSpPr>
          <p:spPr>
            <a:xfrm>
              <a:off x="335686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pg378"/>
            <p:cNvSpPr/>
            <p:nvPr/>
          </p:nvSpPr>
          <p:spPr>
            <a:xfrm>
              <a:off x="343830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pg379"/>
            <p:cNvSpPr/>
            <p:nvPr/>
          </p:nvSpPr>
          <p:spPr>
            <a:xfrm>
              <a:off x="351973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pg380"/>
            <p:cNvSpPr/>
            <p:nvPr/>
          </p:nvSpPr>
          <p:spPr>
            <a:xfrm>
              <a:off x="360117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pg381"/>
            <p:cNvSpPr/>
            <p:nvPr/>
          </p:nvSpPr>
          <p:spPr>
            <a:xfrm>
              <a:off x="368261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pg382"/>
            <p:cNvSpPr/>
            <p:nvPr/>
          </p:nvSpPr>
          <p:spPr>
            <a:xfrm>
              <a:off x="376405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pg383"/>
            <p:cNvSpPr/>
            <p:nvPr/>
          </p:nvSpPr>
          <p:spPr>
            <a:xfrm>
              <a:off x="384548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pg384"/>
            <p:cNvSpPr/>
            <p:nvPr/>
          </p:nvSpPr>
          <p:spPr>
            <a:xfrm>
              <a:off x="392692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pg385"/>
            <p:cNvSpPr/>
            <p:nvPr/>
          </p:nvSpPr>
          <p:spPr>
            <a:xfrm>
              <a:off x="400836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pg386"/>
            <p:cNvSpPr/>
            <p:nvPr/>
          </p:nvSpPr>
          <p:spPr>
            <a:xfrm>
              <a:off x="408979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pg387"/>
            <p:cNvSpPr/>
            <p:nvPr/>
          </p:nvSpPr>
          <p:spPr>
            <a:xfrm>
              <a:off x="417123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pg388"/>
            <p:cNvSpPr/>
            <p:nvPr/>
          </p:nvSpPr>
          <p:spPr>
            <a:xfrm>
              <a:off x="425267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pg389"/>
            <p:cNvSpPr/>
            <p:nvPr/>
          </p:nvSpPr>
          <p:spPr>
            <a:xfrm>
              <a:off x="433411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pg390"/>
            <p:cNvSpPr/>
            <p:nvPr/>
          </p:nvSpPr>
          <p:spPr>
            <a:xfrm>
              <a:off x="441554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pg391"/>
            <p:cNvSpPr/>
            <p:nvPr/>
          </p:nvSpPr>
          <p:spPr>
            <a:xfrm>
              <a:off x="449698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pg392"/>
            <p:cNvSpPr/>
            <p:nvPr/>
          </p:nvSpPr>
          <p:spPr>
            <a:xfrm>
              <a:off x="457842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pg393"/>
            <p:cNvSpPr/>
            <p:nvPr/>
          </p:nvSpPr>
          <p:spPr>
            <a:xfrm>
              <a:off x="286824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pg394"/>
            <p:cNvSpPr/>
            <p:nvPr/>
          </p:nvSpPr>
          <p:spPr>
            <a:xfrm>
              <a:off x="294967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pg395"/>
            <p:cNvSpPr/>
            <p:nvPr/>
          </p:nvSpPr>
          <p:spPr>
            <a:xfrm>
              <a:off x="303111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pg396"/>
            <p:cNvSpPr/>
            <p:nvPr/>
          </p:nvSpPr>
          <p:spPr>
            <a:xfrm>
              <a:off x="311255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pg397"/>
            <p:cNvSpPr/>
            <p:nvPr/>
          </p:nvSpPr>
          <p:spPr>
            <a:xfrm>
              <a:off x="319399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pg398"/>
            <p:cNvSpPr/>
            <p:nvPr/>
          </p:nvSpPr>
          <p:spPr>
            <a:xfrm>
              <a:off x="327542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pg399"/>
            <p:cNvSpPr/>
            <p:nvPr/>
          </p:nvSpPr>
          <p:spPr>
            <a:xfrm>
              <a:off x="335686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pg400"/>
            <p:cNvSpPr/>
            <p:nvPr/>
          </p:nvSpPr>
          <p:spPr>
            <a:xfrm>
              <a:off x="343830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pg401"/>
            <p:cNvSpPr/>
            <p:nvPr/>
          </p:nvSpPr>
          <p:spPr>
            <a:xfrm>
              <a:off x="351973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pg402"/>
            <p:cNvSpPr/>
            <p:nvPr/>
          </p:nvSpPr>
          <p:spPr>
            <a:xfrm>
              <a:off x="360117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pg403"/>
            <p:cNvSpPr/>
            <p:nvPr/>
          </p:nvSpPr>
          <p:spPr>
            <a:xfrm>
              <a:off x="368261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pg404"/>
            <p:cNvSpPr/>
            <p:nvPr/>
          </p:nvSpPr>
          <p:spPr>
            <a:xfrm>
              <a:off x="376405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pg405"/>
            <p:cNvSpPr/>
            <p:nvPr/>
          </p:nvSpPr>
          <p:spPr>
            <a:xfrm>
              <a:off x="384548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pg406"/>
            <p:cNvSpPr/>
            <p:nvPr/>
          </p:nvSpPr>
          <p:spPr>
            <a:xfrm>
              <a:off x="392692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pg407"/>
            <p:cNvSpPr/>
            <p:nvPr/>
          </p:nvSpPr>
          <p:spPr>
            <a:xfrm>
              <a:off x="400836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pg408"/>
            <p:cNvSpPr/>
            <p:nvPr/>
          </p:nvSpPr>
          <p:spPr>
            <a:xfrm>
              <a:off x="408979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pg409"/>
            <p:cNvSpPr/>
            <p:nvPr/>
          </p:nvSpPr>
          <p:spPr>
            <a:xfrm>
              <a:off x="417123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pg410"/>
            <p:cNvSpPr/>
            <p:nvPr/>
          </p:nvSpPr>
          <p:spPr>
            <a:xfrm>
              <a:off x="425267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pg411"/>
            <p:cNvSpPr/>
            <p:nvPr/>
          </p:nvSpPr>
          <p:spPr>
            <a:xfrm>
              <a:off x="433411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pg412"/>
            <p:cNvSpPr/>
            <p:nvPr/>
          </p:nvSpPr>
          <p:spPr>
            <a:xfrm>
              <a:off x="441554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pg413"/>
            <p:cNvSpPr/>
            <p:nvPr/>
          </p:nvSpPr>
          <p:spPr>
            <a:xfrm>
              <a:off x="449698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pg414"/>
            <p:cNvSpPr/>
            <p:nvPr/>
          </p:nvSpPr>
          <p:spPr>
            <a:xfrm>
              <a:off x="303111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pg415"/>
            <p:cNvSpPr/>
            <p:nvPr/>
          </p:nvSpPr>
          <p:spPr>
            <a:xfrm>
              <a:off x="311255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pg416"/>
            <p:cNvSpPr/>
            <p:nvPr/>
          </p:nvSpPr>
          <p:spPr>
            <a:xfrm>
              <a:off x="319399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pg417"/>
            <p:cNvSpPr/>
            <p:nvPr/>
          </p:nvSpPr>
          <p:spPr>
            <a:xfrm>
              <a:off x="327542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pg418"/>
            <p:cNvSpPr/>
            <p:nvPr/>
          </p:nvSpPr>
          <p:spPr>
            <a:xfrm>
              <a:off x="3356864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pg419"/>
            <p:cNvSpPr/>
            <p:nvPr/>
          </p:nvSpPr>
          <p:spPr>
            <a:xfrm>
              <a:off x="3438301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pg420"/>
            <p:cNvSpPr/>
            <p:nvPr/>
          </p:nvSpPr>
          <p:spPr>
            <a:xfrm>
              <a:off x="3519738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pg421"/>
            <p:cNvSpPr/>
            <p:nvPr/>
          </p:nvSpPr>
          <p:spPr>
            <a:xfrm>
              <a:off x="360117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pg422"/>
            <p:cNvSpPr/>
            <p:nvPr/>
          </p:nvSpPr>
          <p:spPr>
            <a:xfrm>
              <a:off x="368261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42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pg423"/>
            <p:cNvSpPr/>
            <p:nvPr/>
          </p:nvSpPr>
          <p:spPr>
            <a:xfrm>
              <a:off x="376405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pg424"/>
            <p:cNvSpPr/>
            <p:nvPr/>
          </p:nvSpPr>
          <p:spPr>
            <a:xfrm>
              <a:off x="384548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pg425"/>
            <p:cNvSpPr/>
            <p:nvPr/>
          </p:nvSpPr>
          <p:spPr>
            <a:xfrm>
              <a:off x="3926924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pg426"/>
            <p:cNvSpPr/>
            <p:nvPr/>
          </p:nvSpPr>
          <p:spPr>
            <a:xfrm>
              <a:off x="4008361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pg427"/>
            <p:cNvSpPr/>
            <p:nvPr/>
          </p:nvSpPr>
          <p:spPr>
            <a:xfrm>
              <a:off x="4089798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pg428"/>
            <p:cNvSpPr/>
            <p:nvPr/>
          </p:nvSpPr>
          <p:spPr>
            <a:xfrm>
              <a:off x="417123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pg429"/>
            <p:cNvSpPr/>
            <p:nvPr/>
          </p:nvSpPr>
          <p:spPr>
            <a:xfrm>
              <a:off x="425267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pg430"/>
            <p:cNvSpPr/>
            <p:nvPr/>
          </p:nvSpPr>
          <p:spPr>
            <a:xfrm>
              <a:off x="433411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pg431"/>
            <p:cNvSpPr/>
            <p:nvPr/>
          </p:nvSpPr>
          <p:spPr>
            <a:xfrm>
              <a:off x="441554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pg432"/>
            <p:cNvSpPr/>
            <p:nvPr/>
          </p:nvSpPr>
          <p:spPr>
            <a:xfrm>
              <a:off x="311255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pg433"/>
            <p:cNvSpPr/>
            <p:nvPr/>
          </p:nvSpPr>
          <p:spPr>
            <a:xfrm>
              <a:off x="319399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pg434"/>
            <p:cNvSpPr/>
            <p:nvPr/>
          </p:nvSpPr>
          <p:spPr>
            <a:xfrm>
              <a:off x="3275427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pg435"/>
            <p:cNvSpPr/>
            <p:nvPr/>
          </p:nvSpPr>
          <p:spPr>
            <a:xfrm>
              <a:off x="3356864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pg436"/>
            <p:cNvSpPr/>
            <p:nvPr/>
          </p:nvSpPr>
          <p:spPr>
            <a:xfrm>
              <a:off x="3438301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pg437"/>
            <p:cNvSpPr/>
            <p:nvPr/>
          </p:nvSpPr>
          <p:spPr>
            <a:xfrm>
              <a:off x="3519738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pg438"/>
            <p:cNvSpPr/>
            <p:nvPr/>
          </p:nvSpPr>
          <p:spPr>
            <a:xfrm>
              <a:off x="3601176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pg439"/>
            <p:cNvSpPr/>
            <p:nvPr/>
          </p:nvSpPr>
          <p:spPr>
            <a:xfrm>
              <a:off x="368261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pg440"/>
            <p:cNvSpPr/>
            <p:nvPr/>
          </p:nvSpPr>
          <p:spPr>
            <a:xfrm>
              <a:off x="376405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pg441"/>
            <p:cNvSpPr/>
            <p:nvPr/>
          </p:nvSpPr>
          <p:spPr>
            <a:xfrm>
              <a:off x="3845487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pg442"/>
            <p:cNvSpPr/>
            <p:nvPr/>
          </p:nvSpPr>
          <p:spPr>
            <a:xfrm>
              <a:off x="3926924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pg443"/>
            <p:cNvSpPr/>
            <p:nvPr/>
          </p:nvSpPr>
          <p:spPr>
            <a:xfrm>
              <a:off x="4008361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pg444"/>
            <p:cNvSpPr/>
            <p:nvPr/>
          </p:nvSpPr>
          <p:spPr>
            <a:xfrm>
              <a:off x="4089798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pg445"/>
            <p:cNvSpPr/>
            <p:nvPr/>
          </p:nvSpPr>
          <p:spPr>
            <a:xfrm>
              <a:off x="4171236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pg446"/>
            <p:cNvSpPr/>
            <p:nvPr/>
          </p:nvSpPr>
          <p:spPr>
            <a:xfrm>
              <a:off x="425267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pg447"/>
            <p:cNvSpPr/>
            <p:nvPr/>
          </p:nvSpPr>
          <p:spPr>
            <a:xfrm>
              <a:off x="433411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pg448"/>
            <p:cNvSpPr/>
            <p:nvPr/>
          </p:nvSpPr>
          <p:spPr>
            <a:xfrm>
              <a:off x="319399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pg449"/>
            <p:cNvSpPr/>
            <p:nvPr/>
          </p:nvSpPr>
          <p:spPr>
            <a:xfrm>
              <a:off x="3275427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pg450"/>
            <p:cNvSpPr/>
            <p:nvPr/>
          </p:nvSpPr>
          <p:spPr>
            <a:xfrm>
              <a:off x="3356864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pg451"/>
            <p:cNvSpPr/>
            <p:nvPr/>
          </p:nvSpPr>
          <p:spPr>
            <a:xfrm>
              <a:off x="3438301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pg452"/>
            <p:cNvSpPr/>
            <p:nvPr/>
          </p:nvSpPr>
          <p:spPr>
            <a:xfrm>
              <a:off x="3519738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pg453"/>
            <p:cNvSpPr/>
            <p:nvPr/>
          </p:nvSpPr>
          <p:spPr>
            <a:xfrm>
              <a:off x="3601176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pg454"/>
            <p:cNvSpPr/>
            <p:nvPr/>
          </p:nvSpPr>
          <p:spPr>
            <a:xfrm>
              <a:off x="3682613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pg455"/>
            <p:cNvSpPr/>
            <p:nvPr/>
          </p:nvSpPr>
          <p:spPr>
            <a:xfrm>
              <a:off x="376405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pg456"/>
            <p:cNvSpPr/>
            <p:nvPr/>
          </p:nvSpPr>
          <p:spPr>
            <a:xfrm>
              <a:off x="3845487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pg457"/>
            <p:cNvSpPr/>
            <p:nvPr/>
          </p:nvSpPr>
          <p:spPr>
            <a:xfrm>
              <a:off x="3926924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pg458"/>
            <p:cNvSpPr/>
            <p:nvPr/>
          </p:nvSpPr>
          <p:spPr>
            <a:xfrm>
              <a:off x="4008361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pg459"/>
            <p:cNvSpPr/>
            <p:nvPr/>
          </p:nvSpPr>
          <p:spPr>
            <a:xfrm>
              <a:off x="4089798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pg460"/>
            <p:cNvSpPr/>
            <p:nvPr/>
          </p:nvSpPr>
          <p:spPr>
            <a:xfrm>
              <a:off x="4171236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pg461"/>
            <p:cNvSpPr/>
            <p:nvPr/>
          </p:nvSpPr>
          <p:spPr>
            <a:xfrm>
              <a:off x="4252673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pg462"/>
            <p:cNvSpPr/>
            <p:nvPr/>
          </p:nvSpPr>
          <p:spPr>
            <a:xfrm>
              <a:off x="433411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pg463"/>
            <p:cNvSpPr/>
            <p:nvPr/>
          </p:nvSpPr>
          <p:spPr>
            <a:xfrm>
              <a:off x="286824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pg464"/>
            <p:cNvSpPr/>
            <p:nvPr/>
          </p:nvSpPr>
          <p:spPr>
            <a:xfrm>
              <a:off x="294967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pg465"/>
            <p:cNvSpPr/>
            <p:nvPr/>
          </p:nvSpPr>
          <p:spPr>
            <a:xfrm>
              <a:off x="303111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pg466"/>
            <p:cNvSpPr/>
            <p:nvPr/>
          </p:nvSpPr>
          <p:spPr>
            <a:xfrm>
              <a:off x="311255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pg467"/>
            <p:cNvSpPr/>
            <p:nvPr/>
          </p:nvSpPr>
          <p:spPr>
            <a:xfrm>
              <a:off x="3193990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pg468"/>
            <p:cNvSpPr/>
            <p:nvPr/>
          </p:nvSpPr>
          <p:spPr>
            <a:xfrm>
              <a:off x="3275427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pg469"/>
            <p:cNvSpPr/>
            <p:nvPr/>
          </p:nvSpPr>
          <p:spPr>
            <a:xfrm>
              <a:off x="3356864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pg470"/>
            <p:cNvSpPr/>
            <p:nvPr/>
          </p:nvSpPr>
          <p:spPr>
            <a:xfrm>
              <a:off x="343830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pg471"/>
            <p:cNvSpPr/>
            <p:nvPr/>
          </p:nvSpPr>
          <p:spPr>
            <a:xfrm>
              <a:off x="351973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pg472"/>
            <p:cNvSpPr/>
            <p:nvPr/>
          </p:nvSpPr>
          <p:spPr>
            <a:xfrm>
              <a:off x="360117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pg473"/>
            <p:cNvSpPr/>
            <p:nvPr/>
          </p:nvSpPr>
          <p:spPr>
            <a:xfrm>
              <a:off x="368261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pg474"/>
            <p:cNvSpPr/>
            <p:nvPr/>
          </p:nvSpPr>
          <p:spPr>
            <a:xfrm>
              <a:off x="3764050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pg475"/>
            <p:cNvSpPr/>
            <p:nvPr/>
          </p:nvSpPr>
          <p:spPr>
            <a:xfrm>
              <a:off x="3845487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pg476"/>
            <p:cNvSpPr/>
            <p:nvPr/>
          </p:nvSpPr>
          <p:spPr>
            <a:xfrm>
              <a:off x="3926924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pg477"/>
            <p:cNvSpPr/>
            <p:nvPr/>
          </p:nvSpPr>
          <p:spPr>
            <a:xfrm>
              <a:off x="400836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pg478"/>
            <p:cNvSpPr/>
            <p:nvPr/>
          </p:nvSpPr>
          <p:spPr>
            <a:xfrm>
              <a:off x="408979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pg479"/>
            <p:cNvSpPr/>
            <p:nvPr/>
          </p:nvSpPr>
          <p:spPr>
            <a:xfrm>
              <a:off x="417123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pg480"/>
            <p:cNvSpPr/>
            <p:nvPr/>
          </p:nvSpPr>
          <p:spPr>
            <a:xfrm>
              <a:off x="425267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pg481"/>
            <p:cNvSpPr/>
            <p:nvPr/>
          </p:nvSpPr>
          <p:spPr>
            <a:xfrm>
              <a:off x="278680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pg482"/>
            <p:cNvSpPr/>
            <p:nvPr/>
          </p:nvSpPr>
          <p:spPr>
            <a:xfrm>
              <a:off x="286824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pg483"/>
            <p:cNvSpPr/>
            <p:nvPr/>
          </p:nvSpPr>
          <p:spPr>
            <a:xfrm>
              <a:off x="294967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pg484"/>
            <p:cNvSpPr/>
            <p:nvPr/>
          </p:nvSpPr>
          <p:spPr>
            <a:xfrm>
              <a:off x="303111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pg485"/>
            <p:cNvSpPr/>
            <p:nvPr/>
          </p:nvSpPr>
          <p:spPr>
            <a:xfrm>
              <a:off x="311255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pg486"/>
            <p:cNvSpPr/>
            <p:nvPr/>
          </p:nvSpPr>
          <p:spPr>
            <a:xfrm>
              <a:off x="3193990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pg487"/>
            <p:cNvSpPr/>
            <p:nvPr/>
          </p:nvSpPr>
          <p:spPr>
            <a:xfrm>
              <a:off x="3275427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pg488"/>
            <p:cNvSpPr/>
            <p:nvPr/>
          </p:nvSpPr>
          <p:spPr>
            <a:xfrm>
              <a:off x="335686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pg489"/>
            <p:cNvSpPr/>
            <p:nvPr/>
          </p:nvSpPr>
          <p:spPr>
            <a:xfrm>
              <a:off x="343830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pg490"/>
            <p:cNvSpPr/>
            <p:nvPr/>
          </p:nvSpPr>
          <p:spPr>
            <a:xfrm>
              <a:off x="351973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pg491"/>
            <p:cNvSpPr/>
            <p:nvPr/>
          </p:nvSpPr>
          <p:spPr>
            <a:xfrm>
              <a:off x="360117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pg492"/>
            <p:cNvSpPr/>
            <p:nvPr/>
          </p:nvSpPr>
          <p:spPr>
            <a:xfrm>
              <a:off x="368261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pg493"/>
            <p:cNvSpPr/>
            <p:nvPr/>
          </p:nvSpPr>
          <p:spPr>
            <a:xfrm>
              <a:off x="3764050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pg494"/>
            <p:cNvSpPr/>
            <p:nvPr/>
          </p:nvSpPr>
          <p:spPr>
            <a:xfrm>
              <a:off x="3845487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pg495"/>
            <p:cNvSpPr/>
            <p:nvPr/>
          </p:nvSpPr>
          <p:spPr>
            <a:xfrm>
              <a:off x="392692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pg496"/>
            <p:cNvSpPr/>
            <p:nvPr/>
          </p:nvSpPr>
          <p:spPr>
            <a:xfrm>
              <a:off x="400836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pg497"/>
            <p:cNvSpPr/>
            <p:nvPr/>
          </p:nvSpPr>
          <p:spPr>
            <a:xfrm>
              <a:off x="408979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pg498"/>
            <p:cNvSpPr/>
            <p:nvPr/>
          </p:nvSpPr>
          <p:spPr>
            <a:xfrm>
              <a:off x="417123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896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pg499"/>
            <p:cNvSpPr/>
            <p:nvPr/>
          </p:nvSpPr>
          <p:spPr>
            <a:xfrm>
              <a:off x="425267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pg500"/>
            <p:cNvSpPr/>
            <p:nvPr/>
          </p:nvSpPr>
          <p:spPr>
            <a:xfrm>
              <a:off x="278680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pg501"/>
            <p:cNvSpPr/>
            <p:nvPr/>
          </p:nvSpPr>
          <p:spPr>
            <a:xfrm>
              <a:off x="286824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pg502"/>
            <p:cNvSpPr/>
            <p:nvPr/>
          </p:nvSpPr>
          <p:spPr>
            <a:xfrm>
              <a:off x="294967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pg503"/>
            <p:cNvSpPr/>
            <p:nvPr/>
          </p:nvSpPr>
          <p:spPr>
            <a:xfrm>
              <a:off x="303111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pg504"/>
            <p:cNvSpPr/>
            <p:nvPr/>
          </p:nvSpPr>
          <p:spPr>
            <a:xfrm>
              <a:off x="3112553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pg505"/>
            <p:cNvSpPr/>
            <p:nvPr/>
          </p:nvSpPr>
          <p:spPr>
            <a:xfrm>
              <a:off x="3193990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pg506"/>
            <p:cNvSpPr/>
            <p:nvPr/>
          </p:nvSpPr>
          <p:spPr>
            <a:xfrm>
              <a:off x="3275427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pg507"/>
            <p:cNvSpPr/>
            <p:nvPr/>
          </p:nvSpPr>
          <p:spPr>
            <a:xfrm>
              <a:off x="335686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pg508"/>
            <p:cNvSpPr/>
            <p:nvPr/>
          </p:nvSpPr>
          <p:spPr>
            <a:xfrm>
              <a:off x="343830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pg509"/>
            <p:cNvSpPr/>
            <p:nvPr/>
          </p:nvSpPr>
          <p:spPr>
            <a:xfrm>
              <a:off x="351973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pg510"/>
            <p:cNvSpPr/>
            <p:nvPr/>
          </p:nvSpPr>
          <p:spPr>
            <a:xfrm>
              <a:off x="360117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pg511"/>
            <p:cNvSpPr/>
            <p:nvPr/>
          </p:nvSpPr>
          <p:spPr>
            <a:xfrm>
              <a:off x="3682613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pg512"/>
            <p:cNvSpPr/>
            <p:nvPr/>
          </p:nvSpPr>
          <p:spPr>
            <a:xfrm>
              <a:off x="3764050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pg513"/>
            <p:cNvSpPr/>
            <p:nvPr/>
          </p:nvSpPr>
          <p:spPr>
            <a:xfrm>
              <a:off x="3845487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pg514"/>
            <p:cNvSpPr/>
            <p:nvPr/>
          </p:nvSpPr>
          <p:spPr>
            <a:xfrm>
              <a:off x="392692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pg515"/>
            <p:cNvSpPr/>
            <p:nvPr/>
          </p:nvSpPr>
          <p:spPr>
            <a:xfrm>
              <a:off x="400836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pg516"/>
            <p:cNvSpPr/>
            <p:nvPr/>
          </p:nvSpPr>
          <p:spPr>
            <a:xfrm>
              <a:off x="408979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pg517"/>
            <p:cNvSpPr/>
            <p:nvPr/>
          </p:nvSpPr>
          <p:spPr>
            <a:xfrm>
              <a:off x="417123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pg518"/>
            <p:cNvSpPr/>
            <p:nvPr/>
          </p:nvSpPr>
          <p:spPr>
            <a:xfrm>
              <a:off x="278680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pg519"/>
            <p:cNvSpPr/>
            <p:nvPr/>
          </p:nvSpPr>
          <p:spPr>
            <a:xfrm>
              <a:off x="286824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pg520"/>
            <p:cNvSpPr/>
            <p:nvPr/>
          </p:nvSpPr>
          <p:spPr>
            <a:xfrm>
              <a:off x="294967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pg521"/>
            <p:cNvSpPr/>
            <p:nvPr/>
          </p:nvSpPr>
          <p:spPr>
            <a:xfrm>
              <a:off x="3031116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pg522"/>
            <p:cNvSpPr/>
            <p:nvPr/>
          </p:nvSpPr>
          <p:spPr>
            <a:xfrm>
              <a:off x="3112553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pg523"/>
            <p:cNvSpPr/>
            <p:nvPr/>
          </p:nvSpPr>
          <p:spPr>
            <a:xfrm>
              <a:off x="3193990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pg524"/>
            <p:cNvSpPr/>
            <p:nvPr/>
          </p:nvSpPr>
          <p:spPr>
            <a:xfrm>
              <a:off x="3275427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pg525"/>
            <p:cNvSpPr/>
            <p:nvPr/>
          </p:nvSpPr>
          <p:spPr>
            <a:xfrm>
              <a:off x="335686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pg526"/>
            <p:cNvSpPr/>
            <p:nvPr/>
          </p:nvSpPr>
          <p:spPr>
            <a:xfrm>
              <a:off x="343830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pg527"/>
            <p:cNvSpPr/>
            <p:nvPr/>
          </p:nvSpPr>
          <p:spPr>
            <a:xfrm>
              <a:off x="351973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pg528"/>
            <p:cNvSpPr/>
            <p:nvPr/>
          </p:nvSpPr>
          <p:spPr>
            <a:xfrm>
              <a:off x="3601176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pg529"/>
            <p:cNvSpPr/>
            <p:nvPr/>
          </p:nvSpPr>
          <p:spPr>
            <a:xfrm>
              <a:off x="3682613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pg530"/>
            <p:cNvSpPr/>
            <p:nvPr/>
          </p:nvSpPr>
          <p:spPr>
            <a:xfrm>
              <a:off x="3764050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pg531"/>
            <p:cNvSpPr/>
            <p:nvPr/>
          </p:nvSpPr>
          <p:spPr>
            <a:xfrm>
              <a:off x="3845487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pg532"/>
            <p:cNvSpPr/>
            <p:nvPr/>
          </p:nvSpPr>
          <p:spPr>
            <a:xfrm>
              <a:off x="392692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pg533"/>
            <p:cNvSpPr/>
            <p:nvPr/>
          </p:nvSpPr>
          <p:spPr>
            <a:xfrm>
              <a:off x="400836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pg534"/>
            <p:cNvSpPr/>
            <p:nvPr/>
          </p:nvSpPr>
          <p:spPr>
            <a:xfrm>
              <a:off x="408979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pg535"/>
            <p:cNvSpPr/>
            <p:nvPr/>
          </p:nvSpPr>
          <p:spPr>
            <a:xfrm>
              <a:off x="286824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pg536"/>
            <p:cNvSpPr/>
            <p:nvPr/>
          </p:nvSpPr>
          <p:spPr>
            <a:xfrm>
              <a:off x="2949678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pg537"/>
            <p:cNvSpPr/>
            <p:nvPr/>
          </p:nvSpPr>
          <p:spPr>
            <a:xfrm>
              <a:off x="3031116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pg538"/>
            <p:cNvSpPr/>
            <p:nvPr/>
          </p:nvSpPr>
          <p:spPr>
            <a:xfrm>
              <a:off x="3112553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pg539"/>
            <p:cNvSpPr/>
            <p:nvPr/>
          </p:nvSpPr>
          <p:spPr>
            <a:xfrm>
              <a:off x="3193990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pg540"/>
            <p:cNvSpPr/>
            <p:nvPr/>
          </p:nvSpPr>
          <p:spPr>
            <a:xfrm>
              <a:off x="3275427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pg541"/>
            <p:cNvSpPr/>
            <p:nvPr/>
          </p:nvSpPr>
          <p:spPr>
            <a:xfrm>
              <a:off x="3356864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pg542"/>
            <p:cNvSpPr/>
            <p:nvPr/>
          </p:nvSpPr>
          <p:spPr>
            <a:xfrm>
              <a:off x="343830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pg543"/>
            <p:cNvSpPr/>
            <p:nvPr/>
          </p:nvSpPr>
          <p:spPr>
            <a:xfrm>
              <a:off x="3519738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pg544"/>
            <p:cNvSpPr/>
            <p:nvPr/>
          </p:nvSpPr>
          <p:spPr>
            <a:xfrm>
              <a:off x="3601176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pg545"/>
            <p:cNvSpPr/>
            <p:nvPr/>
          </p:nvSpPr>
          <p:spPr>
            <a:xfrm>
              <a:off x="3682613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pg546"/>
            <p:cNvSpPr/>
            <p:nvPr/>
          </p:nvSpPr>
          <p:spPr>
            <a:xfrm>
              <a:off x="3764050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pg547"/>
            <p:cNvSpPr/>
            <p:nvPr/>
          </p:nvSpPr>
          <p:spPr>
            <a:xfrm>
              <a:off x="3845487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pg548"/>
            <p:cNvSpPr/>
            <p:nvPr/>
          </p:nvSpPr>
          <p:spPr>
            <a:xfrm>
              <a:off x="3926924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pg549"/>
            <p:cNvSpPr/>
            <p:nvPr/>
          </p:nvSpPr>
          <p:spPr>
            <a:xfrm>
              <a:off x="400836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pg550"/>
            <p:cNvSpPr/>
            <p:nvPr/>
          </p:nvSpPr>
          <p:spPr>
            <a:xfrm>
              <a:off x="3112553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pg551"/>
            <p:cNvSpPr/>
            <p:nvPr/>
          </p:nvSpPr>
          <p:spPr>
            <a:xfrm>
              <a:off x="3193990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pg552"/>
            <p:cNvSpPr/>
            <p:nvPr/>
          </p:nvSpPr>
          <p:spPr>
            <a:xfrm>
              <a:off x="3275427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pg553"/>
            <p:cNvSpPr/>
            <p:nvPr/>
          </p:nvSpPr>
          <p:spPr>
            <a:xfrm>
              <a:off x="3356864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pg554"/>
            <p:cNvSpPr/>
            <p:nvPr/>
          </p:nvSpPr>
          <p:spPr>
            <a:xfrm>
              <a:off x="3438301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pg555"/>
            <p:cNvSpPr/>
            <p:nvPr/>
          </p:nvSpPr>
          <p:spPr>
            <a:xfrm>
              <a:off x="3519738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pg556"/>
            <p:cNvSpPr/>
            <p:nvPr/>
          </p:nvSpPr>
          <p:spPr>
            <a:xfrm>
              <a:off x="3601176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pg557"/>
            <p:cNvSpPr/>
            <p:nvPr/>
          </p:nvSpPr>
          <p:spPr>
            <a:xfrm>
              <a:off x="3682613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pg558"/>
            <p:cNvSpPr/>
            <p:nvPr/>
          </p:nvSpPr>
          <p:spPr>
            <a:xfrm>
              <a:off x="3764050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pg559"/>
            <p:cNvSpPr/>
            <p:nvPr/>
          </p:nvSpPr>
          <p:spPr>
            <a:xfrm>
              <a:off x="3845487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pg560"/>
            <p:cNvSpPr/>
            <p:nvPr/>
          </p:nvSpPr>
          <p:spPr>
            <a:xfrm>
              <a:off x="3926924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pg561"/>
            <p:cNvSpPr/>
            <p:nvPr/>
          </p:nvSpPr>
          <p:spPr>
            <a:xfrm>
              <a:off x="4008361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pg562"/>
            <p:cNvSpPr/>
            <p:nvPr/>
          </p:nvSpPr>
          <p:spPr>
            <a:xfrm>
              <a:off x="3275427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pg563"/>
            <p:cNvSpPr/>
            <p:nvPr/>
          </p:nvSpPr>
          <p:spPr>
            <a:xfrm>
              <a:off x="3356864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pg564"/>
            <p:cNvSpPr/>
            <p:nvPr/>
          </p:nvSpPr>
          <p:spPr>
            <a:xfrm>
              <a:off x="3438301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pg565"/>
            <p:cNvSpPr/>
            <p:nvPr/>
          </p:nvSpPr>
          <p:spPr>
            <a:xfrm>
              <a:off x="3519738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pg566"/>
            <p:cNvSpPr/>
            <p:nvPr/>
          </p:nvSpPr>
          <p:spPr>
            <a:xfrm>
              <a:off x="3601176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pg567"/>
            <p:cNvSpPr/>
            <p:nvPr/>
          </p:nvSpPr>
          <p:spPr>
            <a:xfrm>
              <a:off x="3682613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pg568"/>
            <p:cNvSpPr/>
            <p:nvPr/>
          </p:nvSpPr>
          <p:spPr>
            <a:xfrm>
              <a:off x="3764050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pg569"/>
            <p:cNvSpPr/>
            <p:nvPr/>
          </p:nvSpPr>
          <p:spPr>
            <a:xfrm>
              <a:off x="3845487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pg570"/>
            <p:cNvSpPr/>
            <p:nvPr/>
          </p:nvSpPr>
          <p:spPr>
            <a:xfrm>
              <a:off x="3926924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pg571"/>
            <p:cNvSpPr/>
            <p:nvPr/>
          </p:nvSpPr>
          <p:spPr>
            <a:xfrm>
              <a:off x="4008361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pg572"/>
            <p:cNvSpPr/>
            <p:nvPr/>
          </p:nvSpPr>
          <p:spPr>
            <a:xfrm>
              <a:off x="3356864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pg573"/>
            <p:cNvSpPr/>
            <p:nvPr/>
          </p:nvSpPr>
          <p:spPr>
            <a:xfrm>
              <a:off x="3438301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pg574"/>
            <p:cNvSpPr/>
            <p:nvPr/>
          </p:nvSpPr>
          <p:spPr>
            <a:xfrm>
              <a:off x="3519738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pg575"/>
            <p:cNvSpPr/>
            <p:nvPr/>
          </p:nvSpPr>
          <p:spPr>
            <a:xfrm>
              <a:off x="3601176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pg576"/>
            <p:cNvSpPr/>
            <p:nvPr/>
          </p:nvSpPr>
          <p:spPr>
            <a:xfrm>
              <a:off x="3682613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pg577"/>
            <p:cNvSpPr/>
            <p:nvPr/>
          </p:nvSpPr>
          <p:spPr>
            <a:xfrm>
              <a:off x="3764050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pg578"/>
            <p:cNvSpPr/>
            <p:nvPr/>
          </p:nvSpPr>
          <p:spPr>
            <a:xfrm>
              <a:off x="3845487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pg579"/>
            <p:cNvSpPr/>
            <p:nvPr/>
          </p:nvSpPr>
          <p:spPr>
            <a:xfrm>
              <a:off x="3926924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pg580"/>
            <p:cNvSpPr/>
            <p:nvPr/>
          </p:nvSpPr>
          <p:spPr>
            <a:xfrm>
              <a:off x="4008361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pg581"/>
            <p:cNvSpPr/>
            <p:nvPr/>
          </p:nvSpPr>
          <p:spPr>
            <a:xfrm>
              <a:off x="3438301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pg582"/>
            <p:cNvSpPr/>
            <p:nvPr/>
          </p:nvSpPr>
          <p:spPr>
            <a:xfrm>
              <a:off x="3519738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pg583"/>
            <p:cNvSpPr/>
            <p:nvPr/>
          </p:nvSpPr>
          <p:spPr>
            <a:xfrm>
              <a:off x="3601176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pg584"/>
            <p:cNvSpPr/>
            <p:nvPr/>
          </p:nvSpPr>
          <p:spPr>
            <a:xfrm>
              <a:off x="3682613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pg585"/>
            <p:cNvSpPr/>
            <p:nvPr/>
          </p:nvSpPr>
          <p:spPr>
            <a:xfrm>
              <a:off x="3764050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pg586"/>
            <p:cNvSpPr/>
            <p:nvPr/>
          </p:nvSpPr>
          <p:spPr>
            <a:xfrm>
              <a:off x="3845487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pg587"/>
            <p:cNvSpPr/>
            <p:nvPr/>
          </p:nvSpPr>
          <p:spPr>
            <a:xfrm>
              <a:off x="3926924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pg588"/>
            <p:cNvSpPr/>
            <p:nvPr/>
          </p:nvSpPr>
          <p:spPr>
            <a:xfrm>
              <a:off x="4008361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pg589"/>
            <p:cNvSpPr/>
            <p:nvPr/>
          </p:nvSpPr>
          <p:spPr>
            <a:xfrm>
              <a:off x="4089798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pg590"/>
            <p:cNvSpPr/>
            <p:nvPr/>
          </p:nvSpPr>
          <p:spPr>
            <a:xfrm>
              <a:off x="3682613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pg591"/>
            <p:cNvSpPr/>
            <p:nvPr/>
          </p:nvSpPr>
          <p:spPr>
            <a:xfrm>
              <a:off x="3764050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pg592"/>
            <p:cNvSpPr/>
            <p:nvPr/>
          </p:nvSpPr>
          <p:spPr>
            <a:xfrm>
              <a:off x="3845487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pg593"/>
            <p:cNvSpPr/>
            <p:nvPr/>
          </p:nvSpPr>
          <p:spPr>
            <a:xfrm>
              <a:off x="3926924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pg594"/>
            <p:cNvSpPr/>
            <p:nvPr/>
          </p:nvSpPr>
          <p:spPr>
            <a:xfrm>
              <a:off x="4008361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pg595"/>
            <p:cNvSpPr/>
            <p:nvPr/>
          </p:nvSpPr>
          <p:spPr>
            <a:xfrm>
              <a:off x="4089798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pg596"/>
            <p:cNvSpPr/>
            <p:nvPr/>
          </p:nvSpPr>
          <p:spPr>
            <a:xfrm>
              <a:off x="3275427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pg597"/>
            <p:cNvSpPr/>
            <p:nvPr/>
          </p:nvSpPr>
          <p:spPr>
            <a:xfrm>
              <a:off x="3601176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pg598"/>
            <p:cNvSpPr/>
            <p:nvPr/>
          </p:nvSpPr>
          <p:spPr>
            <a:xfrm>
              <a:off x="3682613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pg599"/>
            <p:cNvSpPr/>
            <p:nvPr/>
          </p:nvSpPr>
          <p:spPr>
            <a:xfrm>
              <a:off x="3764050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pg600"/>
            <p:cNvSpPr/>
            <p:nvPr/>
          </p:nvSpPr>
          <p:spPr>
            <a:xfrm>
              <a:off x="3845487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pg601"/>
            <p:cNvSpPr/>
            <p:nvPr/>
          </p:nvSpPr>
          <p:spPr>
            <a:xfrm>
              <a:off x="3926924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pg602"/>
            <p:cNvSpPr/>
            <p:nvPr/>
          </p:nvSpPr>
          <p:spPr>
            <a:xfrm>
              <a:off x="4008361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pg603"/>
            <p:cNvSpPr/>
            <p:nvPr/>
          </p:nvSpPr>
          <p:spPr>
            <a:xfrm>
              <a:off x="4089798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pg604"/>
            <p:cNvSpPr/>
            <p:nvPr/>
          </p:nvSpPr>
          <p:spPr>
            <a:xfrm>
              <a:off x="3193990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pg605"/>
            <p:cNvSpPr/>
            <p:nvPr/>
          </p:nvSpPr>
          <p:spPr>
            <a:xfrm>
              <a:off x="3275427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pg606"/>
            <p:cNvSpPr/>
            <p:nvPr/>
          </p:nvSpPr>
          <p:spPr>
            <a:xfrm>
              <a:off x="3356864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pg607"/>
            <p:cNvSpPr/>
            <p:nvPr/>
          </p:nvSpPr>
          <p:spPr>
            <a:xfrm>
              <a:off x="3438301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pg608"/>
            <p:cNvSpPr/>
            <p:nvPr/>
          </p:nvSpPr>
          <p:spPr>
            <a:xfrm>
              <a:off x="3519738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pg609"/>
            <p:cNvSpPr/>
            <p:nvPr/>
          </p:nvSpPr>
          <p:spPr>
            <a:xfrm>
              <a:off x="3601176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pg610"/>
            <p:cNvSpPr/>
            <p:nvPr/>
          </p:nvSpPr>
          <p:spPr>
            <a:xfrm>
              <a:off x="3682613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pg611"/>
            <p:cNvSpPr/>
            <p:nvPr/>
          </p:nvSpPr>
          <p:spPr>
            <a:xfrm>
              <a:off x="3764050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pg612"/>
            <p:cNvSpPr/>
            <p:nvPr/>
          </p:nvSpPr>
          <p:spPr>
            <a:xfrm>
              <a:off x="3845487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pg613"/>
            <p:cNvSpPr/>
            <p:nvPr/>
          </p:nvSpPr>
          <p:spPr>
            <a:xfrm>
              <a:off x="3926924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pg614"/>
            <p:cNvSpPr/>
            <p:nvPr/>
          </p:nvSpPr>
          <p:spPr>
            <a:xfrm>
              <a:off x="4008361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pg615"/>
            <p:cNvSpPr/>
            <p:nvPr/>
          </p:nvSpPr>
          <p:spPr>
            <a:xfrm>
              <a:off x="4089798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pg616"/>
            <p:cNvSpPr/>
            <p:nvPr/>
          </p:nvSpPr>
          <p:spPr>
            <a:xfrm>
              <a:off x="3112553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pg617"/>
            <p:cNvSpPr/>
            <p:nvPr/>
          </p:nvSpPr>
          <p:spPr>
            <a:xfrm>
              <a:off x="3193990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pg618"/>
            <p:cNvSpPr/>
            <p:nvPr/>
          </p:nvSpPr>
          <p:spPr>
            <a:xfrm>
              <a:off x="3275427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pg619"/>
            <p:cNvSpPr/>
            <p:nvPr/>
          </p:nvSpPr>
          <p:spPr>
            <a:xfrm>
              <a:off x="3356864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pg620"/>
            <p:cNvSpPr/>
            <p:nvPr/>
          </p:nvSpPr>
          <p:spPr>
            <a:xfrm>
              <a:off x="3438301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pg621"/>
            <p:cNvSpPr/>
            <p:nvPr/>
          </p:nvSpPr>
          <p:spPr>
            <a:xfrm>
              <a:off x="3519738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pg622"/>
            <p:cNvSpPr/>
            <p:nvPr/>
          </p:nvSpPr>
          <p:spPr>
            <a:xfrm>
              <a:off x="3601176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pg623"/>
            <p:cNvSpPr/>
            <p:nvPr/>
          </p:nvSpPr>
          <p:spPr>
            <a:xfrm>
              <a:off x="3682613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pg624"/>
            <p:cNvSpPr/>
            <p:nvPr/>
          </p:nvSpPr>
          <p:spPr>
            <a:xfrm>
              <a:off x="3764050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pg625"/>
            <p:cNvSpPr/>
            <p:nvPr/>
          </p:nvSpPr>
          <p:spPr>
            <a:xfrm>
              <a:off x="3845487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pg626"/>
            <p:cNvSpPr/>
            <p:nvPr/>
          </p:nvSpPr>
          <p:spPr>
            <a:xfrm>
              <a:off x="3926924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pg627"/>
            <p:cNvSpPr/>
            <p:nvPr/>
          </p:nvSpPr>
          <p:spPr>
            <a:xfrm>
              <a:off x="4008361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pg628"/>
            <p:cNvSpPr/>
            <p:nvPr/>
          </p:nvSpPr>
          <p:spPr>
            <a:xfrm>
              <a:off x="4089798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pg629"/>
            <p:cNvSpPr/>
            <p:nvPr/>
          </p:nvSpPr>
          <p:spPr>
            <a:xfrm>
              <a:off x="4171236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pg630"/>
            <p:cNvSpPr/>
            <p:nvPr/>
          </p:nvSpPr>
          <p:spPr>
            <a:xfrm>
              <a:off x="311255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pg631"/>
            <p:cNvSpPr/>
            <p:nvPr/>
          </p:nvSpPr>
          <p:spPr>
            <a:xfrm>
              <a:off x="3193990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pg632"/>
            <p:cNvSpPr/>
            <p:nvPr/>
          </p:nvSpPr>
          <p:spPr>
            <a:xfrm>
              <a:off x="3275427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pg633"/>
            <p:cNvSpPr/>
            <p:nvPr/>
          </p:nvSpPr>
          <p:spPr>
            <a:xfrm>
              <a:off x="3356864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pg634"/>
            <p:cNvSpPr/>
            <p:nvPr/>
          </p:nvSpPr>
          <p:spPr>
            <a:xfrm>
              <a:off x="3438301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pg635"/>
            <p:cNvSpPr/>
            <p:nvPr/>
          </p:nvSpPr>
          <p:spPr>
            <a:xfrm>
              <a:off x="3519738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pg636"/>
            <p:cNvSpPr/>
            <p:nvPr/>
          </p:nvSpPr>
          <p:spPr>
            <a:xfrm>
              <a:off x="3601176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pg637"/>
            <p:cNvSpPr/>
            <p:nvPr/>
          </p:nvSpPr>
          <p:spPr>
            <a:xfrm>
              <a:off x="368261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pg638"/>
            <p:cNvSpPr/>
            <p:nvPr/>
          </p:nvSpPr>
          <p:spPr>
            <a:xfrm>
              <a:off x="3764050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pg639"/>
            <p:cNvSpPr/>
            <p:nvPr/>
          </p:nvSpPr>
          <p:spPr>
            <a:xfrm>
              <a:off x="3845487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pg640"/>
            <p:cNvSpPr/>
            <p:nvPr/>
          </p:nvSpPr>
          <p:spPr>
            <a:xfrm>
              <a:off x="3926924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pg641"/>
            <p:cNvSpPr/>
            <p:nvPr/>
          </p:nvSpPr>
          <p:spPr>
            <a:xfrm>
              <a:off x="4008361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pg642"/>
            <p:cNvSpPr/>
            <p:nvPr/>
          </p:nvSpPr>
          <p:spPr>
            <a:xfrm>
              <a:off x="4089798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pg643"/>
            <p:cNvSpPr/>
            <p:nvPr/>
          </p:nvSpPr>
          <p:spPr>
            <a:xfrm>
              <a:off x="4171236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pg644"/>
            <p:cNvSpPr/>
            <p:nvPr/>
          </p:nvSpPr>
          <p:spPr>
            <a:xfrm>
              <a:off x="425267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pg645"/>
            <p:cNvSpPr/>
            <p:nvPr/>
          </p:nvSpPr>
          <p:spPr>
            <a:xfrm>
              <a:off x="3112553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pg646"/>
            <p:cNvSpPr/>
            <p:nvPr/>
          </p:nvSpPr>
          <p:spPr>
            <a:xfrm>
              <a:off x="3193990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pg647"/>
            <p:cNvSpPr/>
            <p:nvPr/>
          </p:nvSpPr>
          <p:spPr>
            <a:xfrm>
              <a:off x="3275427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pg648"/>
            <p:cNvSpPr/>
            <p:nvPr/>
          </p:nvSpPr>
          <p:spPr>
            <a:xfrm>
              <a:off x="3356864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pg649"/>
            <p:cNvSpPr/>
            <p:nvPr/>
          </p:nvSpPr>
          <p:spPr>
            <a:xfrm>
              <a:off x="3438301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pg650"/>
            <p:cNvSpPr/>
            <p:nvPr/>
          </p:nvSpPr>
          <p:spPr>
            <a:xfrm>
              <a:off x="3519738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pg651"/>
            <p:cNvSpPr/>
            <p:nvPr/>
          </p:nvSpPr>
          <p:spPr>
            <a:xfrm>
              <a:off x="3601176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pg652"/>
            <p:cNvSpPr/>
            <p:nvPr/>
          </p:nvSpPr>
          <p:spPr>
            <a:xfrm>
              <a:off x="3682613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pg653"/>
            <p:cNvSpPr/>
            <p:nvPr/>
          </p:nvSpPr>
          <p:spPr>
            <a:xfrm>
              <a:off x="3764050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pg654"/>
            <p:cNvSpPr/>
            <p:nvPr/>
          </p:nvSpPr>
          <p:spPr>
            <a:xfrm>
              <a:off x="3845487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pg655"/>
            <p:cNvSpPr/>
            <p:nvPr/>
          </p:nvSpPr>
          <p:spPr>
            <a:xfrm>
              <a:off x="3926924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pg656"/>
            <p:cNvSpPr/>
            <p:nvPr/>
          </p:nvSpPr>
          <p:spPr>
            <a:xfrm>
              <a:off x="4008361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pg657"/>
            <p:cNvSpPr/>
            <p:nvPr/>
          </p:nvSpPr>
          <p:spPr>
            <a:xfrm>
              <a:off x="4089798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pg658"/>
            <p:cNvSpPr/>
            <p:nvPr/>
          </p:nvSpPr>
          <p:spPr>
            <a:xfrm>
              <a:off x="4171236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pg659"/>
            <p:cNvSpPr/>
            <p:nvPr/>
          </p:nvSpPr>
          <p:spPr>
            <a:xfrm>
              <a:off x="4252673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pg660"/>
            <p:cNvSpPr/>
            <p:nvPr/>
          </p:nvSpPr>
          <p:spPr>
            <a:xfrm>
              <a:off x="5284534" y="1853932"/>
              <a:ext cx="27605" cy="141906"/>
            </a:xfrm>
            <a:custGeom>
              <a:avLst/>
              <a:gdLst/>
              <a:ahLst/>
              <a:cxnLst/>
              <a:rect l="0" t="0" r="0" b="0"/>
              <a:pathLst>
                <a:path w="27605" h="141906">
                  <a:moveTo>
                    <a:pt x="25965" y="15142"/>
                  </a:moveTo>
                  <a:lnTo>
                    <a:pt x="3001" y="141906"/>
                  </a:lnTo>
                  <a:lnTo>
                    <a:pt x="0" y="103414"/>
                  </a:lnTo>
                  <a:lnTo>
                    <a:pt x="9634" y="0"/>
                  </a:lnTo>
                  <a:lnTo>
                    <a:pt x="2760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pg661"/>
            <p:cNvSpPr/>
            <p:nvPr/>
          </p:nvSpPr>
          <p:spPr>
            <a:xfrm>
              <a:off x="4217860" y="1853932"/>
              <a:ext cx="1042192" cy="937770"/>
            </a:xfrm>
            <a:custGeom>
              <a:avLst/>
              <a:gdLst/>
              <a:ahLst/>
              <a:cxnLst/>
              <a:rect l="0" t="0" r="0" b="0"/>
              <a:pathLst>
                <a:path w="1042192" h="937770">
                  <a:moveTo>
                    <a:pt x="1041757" y="966"/>
                  </a:moveTo>
                  <a:lnTo>
                    <a:pt x="998433" y="199714"/>
                  </a:lnTo>
                  <a:lnTo>
                    <a:pt x="938872" y="305648"/>
                  </a:lnTo>
                  <a:lnTo>
                    <a:pt x="884012" y="378917"/>
                  </a:lnTo>
                  <a:lnTo>
                    <a:pt x="827417" y="366805"/>
                  </a:lnTo>
                  <a:lnTo>
                    <a:pt x="840146" y="425026"/>
                  </a:lnTo>
                  <a:lnTo>
                    <a:pt x="824596" y="455352"/>
                  </a:lnTo>
                  <a:lnTo>
                    <a:pt x="811288" y="518619"/>
                  </a:lnTo>
                  <a:lnTo>
                    <a:pt x="777548" y="560552"/>
                  </a:lnTo>
                  <a:lnTo>
                    <a:pt x="745832" y="556515"/>
                  </a:lnTo>
                  <a:lnTo>
                    <a:pt x="700266" y="585419"/>
                  </a:lnTo>
                  <a:lnTo>
                    <a:pt x="682293" y="607532"/>
                  </a:lnTo>
                  <a:lnTo>
                    <a:pt x="680955" y="649879"/>
                  </a:lnTo>
                  <a:lnTo>
                    <a:pt x="650470" y="687132"/>
                  </a:lnTo>
                  <a:lnTo>
                    <a:pt x="540461" y="880650"/>
                  </a:lnTo>
                  <a:lnTo>
                    <a:pt x="444953" y="937770"/>
                  </a:lnTo>
                  <a:lnTo>
                    <a:pt x="422098" y="929465"/>
                  </a:lnTo>
                  <a:lnTo>
                    <a:pt x="447268" y="838120"/>
                  </a:lnTo>
                  <a:lnTo>
                    <a:pt x="464518" y="745766"/>
                  </a:lnTo>
                  <a:lnTo>
                    <a:pt x="406548" y="705576"/>
                  </a:lnTo>
                  <a:lnTo>
                    <a:pt x="351073" y="684334"/>
                  </a:lnTo>
                  <a:lnTo>
                    <a:pt x="287426" y="687132"/>
                  </a:lnTo>
                  <a:lnTo>
                    <a:pt x="217124" y="615332"/>
                  </a:lnTo>
                  <a:lnTo>
                    <a:pt x="126499" y="563121"/>
                  </a:lnTo>
                  <a:lnTo>
                    <a:pt x="0" y="421860"/>
                  </a:lnTo>
                  <a:lnTo>
                    <a:pt x="3688" y="382679"/>
                  </a:lnTo>
                  <a:lnTo>
                    <a:pt x="506" y="316935"/>
                  </a:lnTo>
                  <a:lnTo>
                    <a:pt x="38947" y="213064"/>
                  </a:lnTo>
                  <a:lnTo>
                    <a:pt x="75798" y="140438"/>
                  </a:lnTo>
                  <a:lnTo>
                    <a:pt x="126680" y="102817"/>
                  </a:lnTo>
                  <a:lnTo>
                    <a:pt x="274335" y="64508"/>
                  </a:lnTo>
                  <a:lnTo>
                    <a:pt x="311366" y="6884"/>
                  </a:lnTo>
                  <a:lnTo>
                    <a:pt x="314479" y="0"/>
                  </a:lnTo>
                  <a:lnTo>
                    <a:pt x="1042192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pg662"/>
            <p:cNvSpPr/>
            <p:nvPr/>
          </p:nvSpPr>
          <p:spPr>
            <a:xfrm>
              <a:off x="2490532" y="1853932"/>
              <a:ext cx="2088998" cy="3682871"/>
            </a:xfrm>
            <a:custGeom>
              <a:avLst/>
              <a:gdLst/>
              <a:ahLst/>
              <a:cxnLst/>
              <a:rect l="0" t="0" r="0" b="0"/>
              <a:pathLst>
                <a:path w="2088998" h="3682871">
                  <a:moveTo>
                    <a:pt x="1987487" y="41706"/>
                  </a:moveTo>
                  <a:lnTo>
                    <a:pt x="1877912" y="69968"/>
                  </a:lnTo>
                  <a:lnTo>
                    <a:pt x="1818858" y="101074"/>
                  </a:lnTo>
                  <a:lnTo>
                    <a:pt x="1771628" y="148650"/>
                  </a:lnTo>
                  <a:lnTo>
                    <a:pt x="1743674" y="208385"/>
                  </a:lnTo>
                  <a:lnTo>
                    <a:pt x="1680388" y="280369"/>
                  </a:lnTo>
                  <a:lnTo>
                    <a:pt x="1684836" y="328588"/>
                  </a:lnTo>
                  <a:lnTo>
                    <a:pt x="1695432" y="362859"/>
                  </a:lnTo>
                  <a:lnTo>
                    <a:pt x="1690550" y="434293"/>
                  </a:lnTo>
                  <a:lnTo>
                    <a:pt x="1730583" y="503937"/>
                  </a:lnTo>
                  <a:lnTo>
                    <a:pt x="1809961" y="618039"/>
                  </a:lnTo>
                  <a:lnTo>
                    <a:pt x="1825114" y="795269"/>
                  </a:lnTo>
                  <a:lnTo>
                    <a:pt x="1885687" y="913867"/>
                  </a:lnTo>
                  <a:lnTo>
                    <a:pt x="1978519" y="1052146"/>
                  </a:lnTo>
                  <a:lnTo>
                    <a:pt x="2049905" y="1091464"/>
                  </a:lnTo>
                  <a:lnTo>
                    <a:pt x="2053377" y="1142895"/>
                  </a:lnTo>
                  <a:lnTo>
                    <a:pt x="2020432" y="1227817"/>
                  </a:lnTo>
                  <a:lnTo>
                    <a:pt x="1977000" y="1266630"/>
                  </a:lnTo>
                  <a:lnTo>
                    <a:pt x="2033487" y="1258877"/>
                  </a:lnTo>
                  <a:lnTo>
                    <a:pt x="2061622" y="1278284"/>
                  </a:lnTo>
                  <a:lnTo>
                    <a:pt x="2088998" y="1349121"/>
                  </a:lnTo>
                  <a:lnTo>
                    <a:pt x="2086864" y="1421426"/>
                  </a:lnTo>
                  <a:lnTo>
                    <a:pt x="2077606" y="1462167"/>
                  </a:lnTo>
                  <a:lnTo>
                    <a:pt x="2060501" y="1478408"/>
                  </a:lnTo>
                  <a:lnTo>
                    <a:pt x="2061224" y="1436796"/>
                  </a:lnTo>
                  <a:lnTo>
                    <a:pt x="2049110" y="1422344"/>
                  </a:lnTo>
                  <a:lnTo>
                    <a:pt x="2029111" y="1440374"/>
                  </a:lnTo>
                  <a:lnTo>
                    <a:pt x="2016165" y="1460928"/>
                  </a:lnTo>
                  <a:lnTo>
                    <a:pt x="2010776" y="1541905"/>
                  </a:lnTo>
                  <a:lnTo>
                    <a:pt x="1997071" y="1582370"/>
                  </a:lnTo>
                  <a:lnTo>
                    <a:pt x="1948612" y="1594390"/>
                  </a:lnTo>
                  <a:lnTo>
                    <a:pt x="1899466" y="1700646"/>
                  </a:lnTo>
                  <a:lnTo>
                    <a:pt x="1853755" y="1760931"/>
                  </a:lnTo>
                  <a:lnTo>
                    <a:pt x="1673879" y="2168566"/>
                  </a:lnTo>
                  <a:lnTo>
                    <a:pt x="1680750" y="2236697"/>
                  </a:lnTo>
                  <a:lnTo>
                    <a:pt x="1647841" y="2258627"/>
                  </a:lnTo>
                  <a:lnTo>
                    <a:pt x="1598008" y="2276474"/>
                  </a:lnTo>
                  <a:lnTo>
                    <a:pt x="1547596" y="2317214"/>
                  </a:lnTo>
                  <a:lnTo>
                    <a:pt x="1514145" y="2362130"/>
                  </a:lnTo>
                  <a:lnTo>
                    <a:pt x="1483081" y="2482929"/>
                  </a:lnTo>
                  <a:lnTo>
                    <a:pt x="1423556" y="2618915"/>
                  </a:lnTo>
                  <a:lnTo>
                    <a:pt x="1386416" y="2562254"/>
                  </a:lnTo>
                  <a:lnTo>
                    <a:pt x="1376905" y="2513760"/>
                  </a:lnTo>
                  <a:lnTo>
                    <a:pt x="1393432" y="2387272"/>
                  </a:lnTo>
                  <a:lnTo>
                    <a:pt x="1457803" y="2179898"/>
                  </a:lnTo>
                  <a:lnTo>
                    <a:pt x="1528719" y="2050978"/>
                  </a:lnTo>
                  <a:lnTo>
                    <a:pt x="1582819" y="1989868"/>
                  </a:lnTo>
                  <a:lnTo>
                    <a:pt x="1627300" y="1865306"/>
                  </a:lnTo>
                  <a:lnTo>
                    <a:pt x="1571103" y="1846725"/>
                  </a:lnTo>
                  <a:lnTo>
                    <a:pt x="1485432" y="1848744"/>
                  </a:lnTo>
                  <a:lnTo>
                    <a:pt x="1501560" y="1791257"/>
                  </a:lnTo>
                  <a:lnTo>
                    <a:pt x="1526549" y="1740607"/>
                  </a:lnTo>
                  <a:lnTo>
                    <a:pt x="1481888" y="1690140"/>
                  </a:lnTo>
                  <a:lnTo>
                    <a:pt x="1455452" y="1683717"/>
                  </a:lnTo>
                  <a:lnTo>
                    <a:pt x="1428221" y="1663025"/>
                  </a:lnTo>
                  <a:lnTo>
                    <a:pt x="1460153" y="1621000"/>
                  </a:lnTo>
                  <a:lnTo>
                    <a:pt x="1475740" y="1576589"/>
                  </a:lnTo>
                  <a:lnTo>
                    <a:pt x="1466229" y="1522544"/>
                  </a:lnTo>
                  <a:lnTo>
                    <a:pt x="1479609" y="1481849"/>
                  </a:lnTo>
                  <a:lnTo>
                    <a:pt x="1457296" y="1487997"/>
                  </a:lnTo>
                  <a:lnTo>
                    <a:pt x="1421422" y="1531077"/>
                  </a:lnTo>
                  <a:lnTo>
                    <a:pt x="1399110" y="1548282"/>
                  </a:lnTo>
                  <a:lnTo>
                    <a:pt x="1385512" y="1510156"/>
                  </a:lnTo>
                  <a:lnTo>
                    <a:pt x="1369998" y="1518782"/>
                  </a:lnTo>
                  <a:lnTo>
                    <a:pt x="1359909" y="1544979"/>
                  </a:lnTo>
                  <a:lnTo>
                    <a:pt x="1337017" y="1559385"/>
                  </a:lnTo>
                  <a:lnTo>
                    <a:pt x="1288667" y="1523553"/>
                  </a:lnTo>
                  <a:lnTo>
                    <a:pt x="1218184" y="1482537"/>
                  </a:lnTo>
                  <a:lnTo>
                    <a:pt x="1178947" y="1411975"/>
                  </a:lnTo>
                  <a:lnTo>
                    <a:pt x="1156562" y="1357287"/>
                  </a:lnTo>
                  <a:lnTo>
                    <a:pt x="1179309" y="1258326"/>
                  </a:lnTo>
                  <a:lnTo>
                    <a:pt x="1228021" y="1240755"/>
                  </a:lnTo>
                  <a:lnTo>
                    <a:pt x="1291307" y="1256812"/>
                  </a:lnTo>
                  <a:lnTo>
                    <a:pt x="1374265" y="1256675"/>
                  </a:lnTo>
                  <a:lnTo>
                    <a:pt x="1362404" y="1234699"/>
                  </a:lnTo>
                  <a:lnTo>
                    <a:pt x="1332786" y="1238323"/>
                  </a:lnTo>
                  <a:lnTo>
                    <a:pt x="1245343" y="1158035"/>
                  </a:lnTo>
                  <a:lnTo>
                    <a:pt x="1217208" y="1109541"/>
                  </a:lnTo>
                  <a:lnTo>
                    <a:pt x="1168821" y="1096236"/>
                  </a:lnTo>
                  <a:lnTo>
                    <a:pt x="1146762" y="1142849"/>
                  </a:lnTo>
                  <a:lnTo>
                    <a:pt x="1122279" y="1155236"/>
                  </a:lnTo>
                  <a:lnTo>
                    <a:pt x="1152512" y="1053247"/>
                  </a:lnTo>
                  <a:lnTo>
                    <a:pt x="1192038" y="1049072"/>
                  </a:lnTo>
                  <a:lnTo>
                    <a:pt x="1250406" y="1020811"/>
                  </a:lnTo>
                  <a:lnTo>
                    <a:pt x="1233445" y="961764"/>
                  </a:lnTo>
                  <a:lnTo>
                    <a:pt x="1196595" y="935934"/>
                  </a:lnTo>
                  <a:lnTo>
                    <a:pt x="1130054" y="968325"/>
                  </a:lnTo>
                  <a:lnTo>
                    <a:pt x="1130850" y="926804"/>
                  </a:lnTo>
                  <a:lnTo>
                    <a:pt x="1143326" y="873631"/>
                  </a:lnTo>
                  <a:lnTo>
                    <a:pt x="1193485" y="873814"/>
                  </a:lnTo>
                  <a:lnTo>
                    <a:pt x="1237423" y="891156"/>
                  </a:lnTo>
                  <a:lnTo>
                    <a:pt x="1274816" y="805271"/>
                  </a:lnTo>
                  <a:lnTo>
                    <a:pt x="1276480" y="766916"/>
                  </a:lnTo>
                  <a:lnTo>
                    <a:pt x="1214351" y="822659"/>
                  </a:lnTo>
                  <a:lnTo>
                    <a:pt x="1200392" y="702410"/>
                  </a:lnTo>
                  <a:lnTo>
                    <a:pt x="1261544" y="586428"/>
                  </a:lnTo>
                  <a:lnTo>
                    <a:pt x="1319876" y="535869"/>
                  </a:lnTo>
                  <a:lnTo>
                    <a:pt x="1392745" y="537337"/>
                  </a:lnTo>
                  <a:lnTo>
                    <a:pt x="1466807" y="529171"/>
                  </a:lnTo>
                  <a:lnTo>
                    <a:pt x="1420338" y="507929"/>
                  </a:lnTo>
                  <a:lnTo>
                    <a:pt x="1372638" y="496413"/>
                  </a:lnTo>
                  <a:lnTo>
                    <a:pt x="1408476" y="450580"/>
                  </a:lnTo>
                  <a:lnTo>
                    <a:pt x="1439034" y="442368"/>
                  </a:lnTo>
                  <a:lnTo>
                    <a:pt x="1469050" y="402407"/>
                  </a:lnTo>
                  <a:lnTo>
                    <a:pt x="1396868" y="408326"/>
                  </a:lnTo>
                  <a:lnTo>
                    <a:pt x="1405366" y="332717"/>
                  </a:lnTo>
                  <a:lnTo>
                    <a:pt x="1370287" y="348086"/>
                  </a:lnTo>
                  <a:lnTo>
                    <a:pt x="1328302" y="355198"/>
                  </a:lnTo>
                  <a:lnTo>
                    <a:pt x="1311956" y="387267"/>
                  </a:lnTo>
                  <a:lnTo>
                    <a:pt x="1315175" y="440533"/>
                  </a:lnTo>
                  <a:lnTo>
                    <a:pt x="1302915" y="475492"/>
                  </a:lnTo>
                  <a:lnTo>
                    <a:pt x="1270260" y="503570"/>
                  </a:lnTo>
                  <a:lnTo>
                    <a:pt x="1215111" y="525455"/>
                  </a:lnTo>
                  <a:lnTo>
                    <a:pt x="1209758" y="487513"/>
                  </a:lnTo>
                  <a:lnTo>
                    <a:pt x="1191532" y="470308"/>
                  </a:lnTo>
                  <a:lnTo>
                    <a:pt x="1184733" y="551560"/>
                  </a:lnTo>
                  <a:lnTo>
                    <a:pt x="1170268" y="579179"/>
                  </a:lnTo>
                  <a:lnTo>
                    <a:pt x="1129946" y="502928"/>
                  </a:lnTo>
                  <a:lnTo>
                    <a:pt x="1117831" y="518298"/>
                  </a:lnTo>
                  <a:lnTo>
                    <a:pt x="1119386" y="539952"/>
                  </a:lnTo>
                  <a:lnTo>
                    <a:pt x="1109080" y="577390"/>
                  </a:lnTo>
                  <a:lnTo>
                    <a:pt x="1074507" y="596888"/>
                  </a:lnTo>
                  <a:lnTo>
                    <a:pt x="1076641" y="644878"/>
                  </a:lnTo>
                  <a:lnTo>
                    <a:pt x="1063225" y="671029"/>
                  </a:lnTo>
                  <a:lnTo>
                    <a:pt x="952492" y="629371"/>
                  </a:lnTo>
                  <a:lnTo>
                    <a:pt x="949889" y="643501"/>
                  </a:lnTo>
                  <a:lnTo>
                    <a:pt x="1012524" y="733333"/>
                  </a:lnTo>
                  <a:lnTo>
                    <a:pt x="1058270" y="764026"/>
                  </a:lnTo>
                  <a:lnTo>
                    <a:pt x="1063839" y="813024"/>
                  </a:lnTo>
                  <a:lnTo>
                    <a:pt x="1024566" y="853673"/>
                  </a:lnTo>
                  <a:lnTo>
                    <a:pt x="970393" y="818576"/>
                  </a:lnTo>
                  <a:lnTo>
                    <a:pt x="961280" y="821145"/>
                  </a:lnTo>
                  <a:lnTo>
                    <a:pt x="990717" y="881338"/>
                  </a:lnTo>
                  <a:lnTo>
                    <a:pt x="1009269" y="933916"/>
                  </a:lnTo>
                  <a:lnTo>
                    <a:pt x="990175" y="977960"/>
                  </a:lnTo>
                  <a:lnTo>
                    <a:pt x="993140" y="1032189"/>
                  </a:lnTo>
                  <a:lnTo>
                    <a:pt x="989017" y="1081371"/>
                  </a:lnTo>
                  <a:lnTo>
                    <a:pt x="977337" y="1124268"/>
                  </a:lnTo>
                  <a:lnTo>
                    <a:pt x="1003663" y="1322006"/>
                  </a:lnTo>
                  <a:lnTo>
                    <a:pt x="1035379" y="1375777"/>
                  </a:lnTo>
                  <a:lnTo>
                    <a:pt x="1066552" y="1427207"/>
                  </a:lnTo>
                  <a:lnTo>
                    <a:pt x="1083078" y="1475334"/>
                  </a:lnTo>
                  <a:lnTo>
                    <a:pt x="1049989" y="1482354"/>
                  </a:lnTo>
                  <a:lnTo>
                    <a:pt x="997299" y="1442760"/>
                  </a:lnTo>
                  <a:lnTo>
                    <a:pt x="951010" y="1412572"/>
                  </a:lnTo>
                  <a:lnTo>
                    <a:pt x="895861" y="1316042"/>
                  </a:lnTo>
                  <a:lnTo>
                    <a:pt x="886747" y="1277504"/>
                  </a:lnTo>
                  <a:lnTo>
                    <a:pt x="873295" y="1247040"/>
                  </a:lnTo>
                  <a:lnTo>
                    <a:pt x="879804" y="1317006"/>
                  </a:lnTo>
                  <a:lnTo>
                    <a:pt x="899477" y="1395138"/>
                  </a:lnTo>
                  <a:lnTo>
                    <a:pt x="1072193" y="1569983"/>
                  </a:lnTo>
                  <a:lnTo>
                    <a:pt x="1104089" y="1637058"/>
                  </a:lnTo>
                  <a:lnTo>
                    <a:pt x="1128391" y="1689773"/>
                  </a:lnTo>
                  <a:lnTo>
                    <a:pt x="1122279" y="1740286"/>
                  </a:lnTo>
                  <a:lnTo>
                    <a:pt x="1077256" y="1704546"/>
                  </a:lnTo>
                  <a:lnTo>
                    <a:pt x="1038416" y="1658988"/>
                  </a:lnTo>
                  <a:lnTo>
                    <a:pt x="935315" y="1607512"/>
                  </a:lnTo>
                  <a:lnTo>
                    <a:pt x="805308" y="1574983"/>
                  </a:lnTo>
                  <a:lnTo>
                    <a:pt x="732004" y="1455331"/>
                  </a:lnTo>
                  <a:lnTo>
                    <a:pt x="732258" y="1505247"/>
                  </a:lnTo>
                  <a:lnTo>
                    <a:pt x="715984" y="1547594"/>
                  </a:lnTo>
                  <a:lnTo>
                    <a:pt x="671178" y="1495980"/>
                  </a:lnTo>
                  <a:lnTo>
                    <a:pt x="642934" y="1451936"/>
                  </a:lnTo>
                  <a:lnTo>
                    <a:pt x="633459" y="1403671"/>
                  </a:lnTo>
                  <a:lnTo>
                    <a:pt x="577515" y="1406974"/>
                  </a:lnTo>
                  <a:lnTo>
                    <a:pt x="518858" y="1448908"/>
                  </a:lnTo>
                  <a:lnTo>
                    <a:pt x="462117" y="1438952"/>
                  </a:lnTo>
                  <a:lnTo>
                    <a:pt x="455391" y="1357104"/>
                  </a:lnTo>
                  <a:lnTo>
                    <a:pt x="470724" y="1313748"/>
                  </a:lnTo>
                  <a:lnTo>
                    <a:pt x="534408" y="1211209"/>
                  </a:lnTo>
                  <a:lnTo>
                    <a:pt x="594403" y="1158861"/>
                  </a:lnTo>
                  <a:lnTo>
                    <a:pt x="620875" y="1091281"/>
                  </a:lnTo>
                  <a:lnTo>
                    <a:pt x="611834" y="986493"/>
                  </a:lnTo>
                  <a:lnTo>
                    <a:pt x="600551" y="1093116"/>
                  </a:lnTo>
                  <a:lnTo>
                    <a:pt x="566268" y="1145969"/>
                  </a:lnTo>
                  <a:lnTo>
                    <a:pt x="512384" y="1186342"/>
                  </a:lnTo>
                  <a:lnTo>
                    <a:pt x="441468" y="1258280"/>
                  </a:lnTo>
                  <a:lnTo>
                    <a:pt x="424146" y="1324805"/>
                  </a:lnTo>
                  <a:lnTo>
                    <a:pt x="402014" y="1449367"/>
                  </a:lnTo>
                  <a:lnTo>
                    <a:pt x="431957" y="1491529"/>
                  </a:lnTo>
                  <a:lnTo>
                    <a:pt x="462551" y="1502540"/>
                  </a:lnTo>
                  <a:lnTo>
                    <a:pt x="552924" y="1474279"/>
                  </a:lnTo>
                  <a:lnTo>
                    <a:pt x="599683" y="1486896"/>
                  </a:lnTo>
                  <a:lnTo>
                    <a:pt x="703689" y="1636874"/>
                  </a:lnTo>
                  <a:lnTo>
                    <a:pt x="897343" y="1696196"/>
                  </a:lnTo>
                  <a:lnTo>
                    <a:pt x="967970" y="1733266"/>
                  </a:lnTo>
                  <a:lnTo>
                    <a:pt x="1025542" y="1811536"/>
                  </a:lnTo>
                  <a:lnTo>
                    <a:pt x="1112081" y="1856589"/>
                  </a:lnTo>
                  <a:lnTo>
                    <a:pt x="1179237" y="1922058"/>
                  </a:lnTo>
                  <a:lnTo>
                    <a:pt x="1181045" y="1964772"/>
                  </a:lnTo>
                  <a:lnTo>
                    <a:pt x="1157792" y="2015285"/>
                  </a:lnTo>
                  <a:lnTo>
                    <a:pt x="1148606" y="2083644"/>
                  </a:lnTo>
                  <a:lnTo>
                    <a:pt x="1120073" y="2126771"/>
                  </a:lnTo>
                  <a:lnTo>
                    <a:pt x="1051580" y="2131726"/>
                  </a:lnTo>
                  <a:lnTo>
                    <a:pt x="1010209" y="2120623"/>
                  </a:lnTo>
                  <a:lnTo>
                    <a:pt x="787804" y="1880308"/>
                  </a:lnTo>
                  <a:lnTo>
                    <a:pt x="761261" y="1858195"/>
                  </a:lnTo>
                  <a:lnTo>
                    <a:pt x="678772" y="1732349"/>
                  </a:lnTo>
                  <a:lnTo>
                    <a:pt x="581999" y="1664952"/>
                  </a:lnTo>
                  <a:lnTo>
                    <a:pt x="552056" y="1666374"/>
                  </a:lnTo>
                  <a:lnTo>
                    <a:pt x="689802" y="1791028"/>
                  </a:lnTo>
                  <a:lnTo>
                    <a:pt x="746036" y="1878198"/>
                  </a:lnTo>
                  <a:lnTo>
                    <a:pt x="845087" y="2000420"/>
                  </a:lnTo>
                  <a:lnTo>
                    <a:pt x="915895" y="2052171"/>
                  </a:lnTo>
                  <a:lnTo>
                    <a:pt x="968006" y="2132918"/>
                  </a:lnTo>
                  <a:lnTo>
                    <a:pt x="1016429" y="2170769"/>
                  </a:lnTo>
                  <a:lnTo>
                    <a:pt x="1148642" y="2224676"/>
                  </a:lnTo>
                  <a:lnTo>
                    <a:pt x="1102679" y="2263398"/>
                  </a:lnTo>
                  <a:lnTo>
                    <a:pt x="1176054" y="2296385"/>
                  </a:lnTo>
                  <a:lnTo>
                    <a:pt x="1186542" y="2357037"/>
                  </a:lnTo>
                  <a:lnTo>
                    <a:pt x="1179815" y="2426177"/>
                  </a:lnTo>
                  <a:lnTo>
                    <a:pt x="1077979" y="2398833"/>
                  </a:lnTo>
                  <a:lnTo>
                    <a:pt x="1074652" y="2449759"/>
                  </a:lnTo>
                  <a:lnTo>
                    <a:pt x="1083765" y="2479810"/>
                  </a:lnTo>
                  <a:lnTo>
                    <a:pt x="1038778" y="2504630"/>
                  </a:lnTo>
                  <a:lnTo>
                    <a:pt x="976216" y="2470955"/>
                  </a:lnTo>
                  <a:lnTo>
                    <a:pt x="813770" y="2286751"/>
                  </a:lnTo>
                  <a:lnTo>
                    <a:pt x="815144" y="2311388"/>
                  </a:lnTo>
                  <a:lnTo>
                    <a:pt x="828307" y="2339970"/>
                  </a:lnTo>
                  <a:lnTo>
                    <a:pt x="922513" y="2458568"/>
                  </a:lnTo>
                  <a:lnTo>
                    <a:pt x="1006593" y="2529680"/>
                  </a:lnTo>
                  <a:lnTo>
                    <a:pt x="1077871" y="2561796"/>
                  </a:lnTo>
                  <a:lnTo>
                    <a:pt x="1132803" y="2621392"/>
                  </a:lnTo>
                  <a:lnTo>
                    <a:pt x="1152186" y="2657453"/>
                  </a:lnTo>
                  <a:lnTo>
                    <a:pt x="1165133" y="2712141"/>
                  </a:lnTo>
                  <a:lnTo>
                    <a:pt x="1124413" y="2749303"/>
                  </a:lnTo>
                  <a:lnTo>
                    <a:pt x="1078051" y="2769811"/>
                  </a:lnTo>
                  <a:lnTo>
                    <a:pt x="1032775" y="2732741"/>
                  </a:lnTo>
                  <a:lnTo>
                    <a:pt x="999577" y="2693698"/>
                  </a:lnTo>
                  <a:lnTo>
                    <a:pt x="928878" y="2627403"/>
                  </a:lnTo>
                  <a:lnTo>
                    <a:pt x="907686" y="2553308"/>
                  </a:lnTo>
                  <a:lnTo>
                    <a:pt x="853911" y="2557116"/>
                  </a:lnTo>
                  <a:lnTo>
                    <a:pt x="629156" y="2463156"/>
                  </a:lnTo>
                  <a:lnTo>
                    <a:pt x="448520" y="2452328"/>
                  </a:lnTo>
                  <a:lnTo>
                    <a:pt x="466168" y="2471230"/>
                  </a:lnTo>
                  <a:lnTo>
                    <a:pt x="489023" y="2483801"/>
                  </a:lnTo>
                  <a:lnTo>
                    <a:pt x="632881" y="2506970"/>
                  </a:lnTo>
                  <a:lnTo>
                    <a:pt x="689730" y="2550234"/>
                  </a:lnTo>
                  <a:lnTo>
                    <a:pt x="808056" y="2588635"/>
                  </a:lnTo>
                  <a:lnTo>
                    <a:pt x="877345" y="2599141"/>
                  </a:lnTo>
                  <a:lnTo>
                    <a:pt x="905444" y="2717096"/>
                  </a:lnTo>
                  <a:lnTo>
                    <a:pt x="1001204" y="2798256"/>
                  </a:lnTo>
                  <a:lnTo>
                    <a:pt x="1013645" y="2858403"/>
                  </a:lnTo>
                  <a:lnTo>
                    <a:pt x="1079028" y="2865148"/>
                  </a:lnTo>
                  <a:lnTo>
                    <a:pt x="1194063" y="2806147"/>
                  </a:lnTo>
                  <a:lnTo>
                    <a:pt x="1268307" y="2826839"/>
                  </a:lnTo>
                  <a:lnTo>
                    <a:pt x="1375386" y="2843722"/>
                  </a:lnTo>
                  <a:lnTo>
                    <a:pt x="1399869" y="2891345"/>
                  </a:lnTo>
                  <a:lnTo>
                    <a:pt x="1418240" y="2981956"/>
                  </a:lnTo>
                  <a:lnTo>
                    <a:pt x="1456103" y="3083899"/>
                  </a:lnTo>
                  <a:lnTo>
                    <a:pt x="1554287" y="3485845"/>
                  </a:lnTo>
                  <a:lnTo>
                    <a:pt x="1642687" y="3682871"/>
                  </a:lnTo>
                  <a:lnTo>
                    <a:pt x="1615976" y="3682871"/>
                  </a:lnTo>
                  <a:lnTo>
                    <a:pt x="1576238" y="3603800"/>
                  </a:lnTo>
                  <a:lnTo>
                    <a:pt x="1515845" y="3446573"/>
                  </a:lnTo>
                  <a:lnTo>
                    <a:pt x="1453789" y="3168959"/>
                  </a:lnTo>
                  <a:lnTo>
                    <a:pt x="1435779" y="3106793"/>
                  </a:lnTo>
                  <a:lnTo>
                    <a:pt x="1414588" y="3081972"/>
                  </a:lnTo>
                  <a:lnTo>
                    <a:pt x="1400629" y="3102159"/>
                  </a:lnTo>
                  <a:lnTo>
                    <a:pt x="1394625" y="3137532"/>
                  </a:lnTo>
                  <a:lnTo>
                    <a:pt x="1404751" y="3164692"/>
                  </a:lnTo>
                  <a:lnTo>
                    <a:pt x="1380305" y="3256083"/>
                  </a:lnTo>
                  <a:lnTo>
                    <a:pt x="1390901" y="3298016"/>
                  </a:lnTo>
                  <a:lnTo>
                    <a:pt x="1430608" y="3341372"/>
                  </a:lnTo>
                  <a:lnTo>
                    <a:pt x="1473751" y="3449555"/>
                  </a:lnTo>
                  <a:lnTo>
                    <a:pt x="1508214" y="3595221"/>
                  </a:lnTo>
                  <a:lnTo>
                    <a:pt x="1461600" y="3536174"/>
                  </a:lnTo>
                  <a:lnTo>
                    <a:pt x="1411839" y="3504885"/>
                  </a:lnTo>
                  <a:lnTo>
                    <a:pt x="1334413" y="3480890"/>
                  </a:lnTo>
                  <a:lnTo>
                    <a:pt x="1265450" y="3438819"/>
                  </a:lnTo>
                  <a:lnTo>
                    <a:pt x="1270477" y="3499150"/>
                  </a:lnTo>
                  <a:lnTo>
                    <a:pt x="1263859" y="3564298"/>
                  </a:lnTo>
                  <a:lnTo>
                    <a:pt x="1210699" y="3544433"/>
                  </a:lnTo>
                  <a:lnTo>
                    <a:pt x="1174535" y="3522824"/>
                  </a:lnTo>
                  <a:lnTo>
                    <a:pt x="1206540" y="3592239"/>
                  </a:lnTo>
                  <a:lnTo>
                    <a:pt x="1137070" y="3571410"/>
                  </a:lnTo>
                  <a:lnTo>
                    <a:pt x="1090781" y="3575768"/>
                  </a:lnTo>
                  <a:lnTo>
                    <a:pt x="1060693" y="3637384"/>
                  </a:lnTo>
                  <a:lnTo>
                    <a:pt x="1020335" y="3674775"/>
                  </a:lnTo>
                  <a:lnTo>
                    <a:pt x="980297" y="3682871"/>
                  </a:lnTo>
                  <a:lnTo>
                    <a:pt x="954427" y="3682871"/>
                  </a:lnTo>
                  <a:lnTo>
                    <a:pt x="872137" y="3630502"/>
                  </a:lnTo>
                  <a:lnTo>
                    <a:pt x="843460" y="3562096"/>
                  </a:lnTo>
                  <a:lnTo>
                    <a:pt x="831598" y="3485937"/>
                  </a:lnTo>
                  <a:lnTo>
                    <a:pt x="826861" y="3575997"/>
                  </a:lnTo>
                  <a:lnTo>
                    <a:pt x="842628" y="3669774"/>
                  </a:lnTo>
                  <a:lnTo>
                    <a:pt x="841612" y="3682871"/>
                  </a:lnTo>
                  <a:lnTo>
                    <a:pt x="0" y="3682871"/>
                  </a:lnTo>
                  <a:lnTo>
                    <a:pt x="0" y="0"/>
                  </a:lnTo>
                  <a:lnTo>
                    <a:pt x="2024089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pg663"/>
            <p:cNvSpPr/>
            <p:nvPr/>
          </p:nvSpPr>
          <p:spPr>
            <a:xfrm>
              <a:off x="5159228" y="2035019"/>
              <a:ext cx="108453" cy="203932"/>
            </a:xfrm>
            <a:custGeom>
              <a:avLst/>
              <a:gdLst/>
              <a:ahLst/>
              <a:cxnLst/>
              <a:rect l="0" t="0" r="0" b="0"/>
              <a:pathLst>
                <a:path w="108453" h="203932">
                  <a:moveTo>
                    <a:pt x="1988" y="203932"/>
                  </a:moveTo>
                  <a:lnTo>
                    <a:pt x="0" y="176588"/>
                  </a:lnTo>
                  <a:lnTo>
                    <a:pt x="108453" y="0"/>
                  </a:lnTo>
                  <a:lnTo>
                    <a:pt x="88853" y="617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pg664"/>
            <p:cNvSpPr/>
            <p:nvPr/>
          </p:nvSpPr>
          <p:spPr>
            <a:xfrm>
              <a:off x="4325772" y="3395883"/>
              <a:ext cx="207830" cy="400294"/>
            </a:xfrm>
            <a:custGeom>
              <a:avLst/>
              <a:gdLst/>
              <a:ahLst/>
              <a:cxnLst/>
              <a:rect l="0" t="0" r="0" b="0"/>
              <a:pathLst>
                <a:path w="207830" h="400294">
                  <a:moveTo>
                    <a:pt x="0" y="400294"/>
                  </a:moveTo>
                  <a:lnTo>
                    <a:pt x="112974" y="212144"/>
                  </a:lnTo>
                  <a:lnTo>
                    <a:pt x="178574" y="54504"/>
                  </a:lnTo>
                  <a:lnTo>
                    <a:pt x="207830" y="0"/>
                  </a:lnTo>
                  <a:lnTo>
                    <a:pt x="179442" y="110476"/>
                  </a:lnTo>
                  <a:lnTo>
                    <a:pt x="129826" y="212052"/>
                  </a:lnTo>
                  <a:lnTo>
                    <a:pt x="33668" y="38506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pt665"/>
            <p:cNvSpPr/>
            <p:nvPr/>
          </p:nvSpPr>
          <p:spPr>
            <a:xfrm>
              <a:off x="4042131" y="3963949"/>
              <a:ext cx="144506" cy="144506"/>
            </a:xfrm>
            <a:prstGeom prst="ellipse">
              <a:avLst/>
            </a:prstGeom>
            <a:solidFill>
              <a:srgbClr val="3B53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pt666"/>
            <p:cNvSpPr/>
            <p:nvPr/>
          </p:nvSpPr>
          <p:spPr>
            <a:xfrm>
              <a:off x="4598279" y="2594972"/>
              <a:ext cx="144506" cy="144506"/>
            </a:xfrm>
            <a:prstGeom prst="ellipse">
              <a:avLst/>
            </a:prstGeom>
            <a:solidFill>
              <a:srgbClr val="3984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pt667"/>
            <p:cNvSpPr/>
            <p:nvPr/>
          </p:nvSpPr>
          <p:spPr>
            <a:xfrm>
              <a:off x="3322535" y="4403436"/>
              <a:ext cx="144506" cy="144506"/>
            </a:xfrm>
            <a:prstGeom prst="ellipse">
              <a:avLst/>
            </a:prstGeom>
            <a:solidFill>
              <a:srgbClr val="8CDBB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pt668"/>
            <p:cNvSpPr/>
            <p:nvPr/>
          </p:nvSpPr>
          <p:spPr>
            <a:xfrm>
              <a:off x="4150995" y="2255653"/>
              <a:ext cx="144506" cy="144506"/>
            </a:xfrm>
            <a:prstGeom prst="ellipse">
              <a:avLst/>
            </a:prstGeom>
            <a:solidFill>
              <a:srgbClr val="73D3B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pt669"/>
            <p:cNvSpPr/>
            <p:nvPr/>
          </p:nvSpPr>
          <p:spPr>
            <a:xfrm>
              <a:off x="3069870" y="3287113"/>
              <a:ext cx="144506" cy="144506"/>
            </a:xfrm>
            <a:prstGeom prst="ellipse">
              <a:avLst/>
            </a:prstGeom>
            <a:solidFill>
              <a:srgbClr val="C7EDD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pt670"/>
            <p:cNvSpPr/>
            <p:nvPr/>
          </p:nvSpPr>
          <p:spPr>
            <a:xfrm>
              <a:off x="3268332" y="4349234"/>
              <a:ext cx="252911" cy="252911"/>
            </a:xfrm>
            <a:prstGeom prst="ellipse">
              <a:avLst/>
            </a:prstGeom>
            <a:solidFill>
              <a:srgbClr val="8CDBB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pt671"/>
            <p:cNvSpPr/>
            <p:nvPr/>
          </p:nvSpPr>
          <p:spPr>
            <a:xfrm>
              <a:off x="3396934" y="3568029"/>
              <a:ext cx="252911" cy="252911"/>
            </a:xfrm>
            <a:prstGeom prst="ellipse">
              <a:avLst/>
            </a:prstGeom>
            <a:solidFill>
              <a:srgbClr val="C5EDD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pt672"/>
            <p:cNvSpPr/>
            <p:nvPr/>
          </p:nvSpPr>
          <p:spPr>
            <a:xfrm>
              <a:off x="3369183" y="4256777"/>
              <a:ext cx="252911" cy="252911"/>
            </a:xfrm>
            <a:prstGeom prst="ellipse">
              <a:avLst/>
            </a:prstGeom>
            <a:solidFill>
              <a:srgbClr val="43A7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pg673"/>
            <p:cNvSpPr/>
            <p:nvPr/>
          </p:nvSpPr>
          <p:spPr>
            <a:xfrm>
              <a:off x="3241457" y="3539977"/>
              <a:ext cx="267615" cy="231762"/>
            </a:xfrm>
            <a:custGeom>
              <a:avLst/>
              <a:gdLst/>
              <a:ahLst/>
              <a:cxnLst/>
              <a:rect l="0" t="0" r="0" b="0"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pl674"/>
            <p:cNvSpPr/>
            <p:nvPr/>
          </p:nvSpPr>
          <p:spPr>
            <a:xfrm>
              <a:off x="3408534" y="4146623"/>
              <a:ext cx="1104005" cy="325019"/>
            </a:xfrm>
            <a:custGeom>
              <a:avLst/>
              <a:gdLst/>
              <a:ahLst/>
              <a:cxnLst/>
              <a:rect l="0" t="0" r="0" b="0"/>
              <a:pathLst>
                <a:path w="1104005" h="325019">
                  <a:moveTo>
                    <a:pt x="1104005" y="0"/>
                  </a:moveTo>
                  <a:lnTo>
                    <a:pt x="0" y="32501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pl675"/>
            <p:cNvSpPr/>
            <p:nvPr/>
          </p:nvSpPr>
          <p:spPr>
            <a:xfrm>
              <a:off x="3536580" y="3232307"/>
              <a:ext cx="1087874" cy="456641"/>
            </a:xfrm>
            <a:custGeom>
              <a:avLst/>
              <a:gdLst/>
              <a:ahLst/>
              <a:cxnLst/>
              <a:rect l="0" t="0" r="0" b="0"/>
              <a:pathLst>
                <a:path w="1087874" h="456641">
                  <a:moveTo>
                    <a:pt x="1087874" y="0"/>
                  </a:moveTo>
                  <a:lnTo>
                    <a:pt x="0" y="45664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pl676"/>
            <p:cNvSpPr/>
            <p:nvPr/>
          </p:nvSpPr>
          <p:spPr>
            <a:xfrm>
              <a:off x="3508339" y="3733255"/>
              <a:ext cx="1249777" cy="643439"/>
            </a:xfrm>
            <a:custGeom>
              <a:avLst/>
              <a:gdLst/>
              <a:ahLst/>
              <a:cxnLst/>
              <a:rect l="0" t="0" r="0" b="0"/>
              <a:pathLst>
                <a:path w="1249777" h="643439">
                  <a:moveTo>
                    <a:pt x="1249777" y="0"/>
                  </a:moveTo>
                  <a:lnTo>
                    <a:pt x="0" y="64343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pg677"/>
            <p:cNvSpPr/>
            <p:nvPr/>
          </p:nvSpPr>
          <p:spPr>
            <a:xfrm>
              <a:off x="4512540" y="3979114"/>
              <a:ext cx="1193383" cy="324612"/>
            </a:xfrm>
            <a:custGeom>
              <a:avLst/>
              <a:gdLst/>
              <a:ahLst/>
              <a:cxnLst/>
              <a:rect l="0" t="0" r="0" b="0"/>
              <a:pathLst>
                <a:path w="1193383" h="324612">
                  <a:moveTo>
                    <a:pt x="27431" y="324612"/>
                  </a:moveTo>
                  <a:lnTo>
                    <a:pt x="1165951" y="324612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79"/>
                  </a:lnTo>
                  <a:lnTo>
                    <a:pt x="1193383" y="27431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tx678"/>
            <p:cNvSpPr/>
            <p:nvPr/>
          </p:nvSpPr>
          <p:spPr>
            <a:xfrm>
              <a:off x="4558260" y="4024834"/>
              <a:ext cx="1101943" cy="23317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679" name="pg679"/>
            <p:cNvSpPr/>
            <p:nvPr/>
          </p:nvSpPr>
          <p:spPr>
            <a:xfrm>
              <a:off x="4624455" y="3062382"/>
              <a:ext cx="1500987" cy="324612"/>
            </a:xfrm>
            <a:custGeom>
              <a:avLst/>
              <a:gdLst/>
              <a:ahLst/>
              <a:cxnLst/>
              <a:rect l="0" t="0" r="0" b="0"/>
              <a:pathLst>
                <a:path w="1500987" h="324612">
                  <a:moveTo>
                    <a:pt x="27431" y="324612"/>
                  </a:moveTo>
                  <a:lnTo>
                    <a:pt x="1473555" y="324612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tx680"/>
            <p:cNvSpPr/>
            <p:nvPr/>
          </p:nvSpPr>
          <p:spPr>
            <a:xfrm>
              <a:off x="4670175" y="3108102"/>
              <a:ext cx="1409547" cy="23317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681" name="pg681"/>
            <p:cNvSpPr/>
            <p:nvPr/>
          </p:nvSpPr>
          <p:spPr>
            <a:xfrm>
              <a:off x="4758117" y="3562968"/>
              <a:ext cx="1554937" cy="324611"/>
            </a:xfrm>
            <a:custGeom>
              <a:avLst/>
              <a:gdLst/>
              <a:ahLst/>
              <a:cxnLst/>
              <a:rect l="0" t="0" r="0" b="0"/>
              <a:pathLst>
                <a:path w="1554937" h="324611">
                  <a:moveTo>
                    <a:pt x="27432" y="324611"/>
                  </a:moveTo>
                  <a:lnTo>
                    <a:pt x="1527505" y="324611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79"/>
                  </a:lnTo>
                  <a:lnTo>
                    <a:pt x="1554937" y="27431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tx682"/>
            <p:cNvSpPr/>
            <p:nvPr/>
          </p:nvSpPr>
          <p:spPr>
            <a:xfrm>
              <a:off x="4803837" y="3608688"/>
              <a:ext cx="1463497" cy="23317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683" name="rc683"/>
            <p:cNvSpPr/>
            <p:nvPr/>
          </p:nvSpPr>
          <p:spPr>
            <a:xfrm>
              <a:off x="2483768" y="1859855"/>
              <a:ext cx="3967904" cy="3695325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F3DB8-1FA7-7F10-8D6D-15B121E34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852" name="Content Placeholder 2">
            <a:extLst>
              <a:ext uri="{FF2B5EF4-FFF2-40B4-BE49-F238E27FC236}">
                <a16:creationId xmlns:a16="http://schemas.microsoft.com/office/drawing/2014/main" id="{1A311497-807C-6E52-DABF-575DCBED4290}"/>
              </a:ext>
            </a:extLst>
          </p:cNvPr>
          <p:cNvGrpSpPr/>
          <p:nvPr/>
        </p:nvGrpSpPr>
        <p:grpSpPr>
          <a:xfrm>
            <a:off x="457200" y="1166018"/>
            <a:ext cx="8229600" cy="4525963"/>
            <a:chOff x="457200" y="1600200"/>
            <a:chExt cx="8229600" cy="4525963"/>
          </a:xfrm>
        </p:grpSpPr>
        <p:sp>
          <p:nvSpPr>
            <p:cNvPr id="20853" name="rc3">
              <a:extLst>
                <a:ext uri="{FF2B5EF4-FFF2-40B4-BE49-F238E27FC236}">
                  <a16:creationId xmlns:a16="http://schemas.microsoft.com/office/drawing/2014/main" id="{5663DA9D-D7C1-C735-82BA-10250C870D45}"/>
                </a:ext>
              </a:extLst>
            </p:cNvPr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54" name="rc4">
              <a:extLst>
                <a:ext uri="{FF2B5EF4-FFF2-40B4-BE49-F238E27FC236}">
                  <a16:creationId xmlns:a16="http://schemas.microsoft.com/office/drawing/2014/main" id="{9F7966DA-9253-56C8-AF46-D6D2A18B2547}"/>
                </a:ext>
              </a:extLst>
            </p:cNvPr>
            <p:cNvSpPr/>
            <p:nvPr/>
          </p:nvSpPr>
          <p:spPr>
            <a:xfrm>
              <a:off x="1654055" y="1600200"/>
              <a:ext cx="5835888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55" name="rc5">
              <a:extLst>
                <a:ext uri="{FF2B5EF4-FFF2-40B4-BE49-F238E27FC236}">
                  <a16:creationId xmlns:a16="http://schemas.microsoft.com/office/drawing/2014/main" id="{D42BED56-5B3C-EBC3-FDED-F1AA15759756}"/>
                </a:ext>
              </a:extLst>
            </p:cNvPr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0856" name="pl6">
              <a:extLst>
                <a:ext uri="{FF2B5EF4-FFF2-40B4-BE49-F238E27FC236}">
                  <a16:creationId xmlns:a16="http://schemas.microsoft.com/office/drawing/2014/main" id="{08F29875-8859-BA44-140A-54DF0E9B42DF}"/>
                </a:ext>
              </a:extLst>
            </p:cNvPr>
            <p:cNvSpPr/>
            <p:nvPr/>
          </p:nvSpPr>
          <p:spPr>
            <a:xfrm>
              <a:off x="2610961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57" name="pl7">
              <a:extLst>
                <a:ext uri="{FF2B5EF4-FFF2-40B4-BE49-F238E27FC236}">
                  <a16:creationId xmlns:a16="http://schemas.microsoft.com/office/drawing/2014/main" id="{93AA645D-9ED9-3325-F44C-0B4F076D4B66}"/>
                </a:ext>
              </a:extLst>
            </p:cNvPr>
            <p:cNvSpPr/>
            <p:nvPr/>
          </p:nvSpPr>
          <p:spPr>
            <a:xfrm>
              <a:off x="314013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58" name="pl8">
              <a:extLst>
                <a:ext uri="{FF2B5EF4-FFF2-40B4-BE49-F238E27FC236}">
                  <a16:creationId xmlns:a16="http://schemas.microsoft.com/office/drawing/2014/main" id="{867BA001-0B2A-A65B-9177-E43F179EE873}"/>
                </a:ext>
              </a:extLst>
            </p:cNvPr>
            <p:cNvSpPr/>
            <p:nvPr/>
          </p:nvSpPr>
          <p:spPr>
            <a:xfrm>
              <a:off x="366931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59" name="pl9">
              <a:extLst>
                <a:ext uri="{FF2B5EF4-FFF2-40B4-BE49-F238E27FC236}">
                  <a16:creationId xmlns:a16="http://schemas.microsoft.com/office/drawing/2014/main" id="{4724CD60-1C5B-7B1A-D534-E2E22D1BDC6D}"/>
                </a:ext>
              </a:extLst>
            </p:cNvPr>
            <p:cNvSpPr/>
            <p:nvPr/>
          </p:nvSpPr>
          <p:spPr>
            <a:xfrm>
              <a:off x="419848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60" name="pl10">
              <a:extLst>
                <a:ext uri="{FF2B5EF4-FFF2-40B4-BE49-F238E27FC236}">
                  <a16:creationId xmlns:a16="http://schemas.microsoft.com/office/drawing/2014/main" id="{57926FBF-3A99-5C51-237E-87E0ABBF9897}"/>
                </a:ext>
              </a:extLst>
            </p:cNvPr>
            <p:cNvSpPr/>
            <p:nvPr/>
          </p:nvSpPr>
          <p:spPr>
            <a:xfrm>
              <a:off x="472766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61" name="pl11">
              <a:extLst>
                <a:ext uri="{FF2B5EF4-FFF2-40B4-BE49-F238E27FC236}">
                  <a16:creationId xmlns:a16="http://schemas.microsoft.com/office/drawing/2014/main" id="{55BB99B8-D1F6-BBA0-423F-23A2EE17F324}"/>
                </a:ext>
              </a:extLst>
            </p:cNvPr>
            <p:cNvSpPr/>
            <p:nvPr/>
          </p:nvSpPr>
          <p:spPr>
            <a:xfrm>
              <a:off x="525683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62" name="pl12">
              <a:extLst>
                <a:ext uri="{FF2B5EF4-FFF2-40B4-BE49-F238E27FC236}">
                  <a16:creationId xmlns:a16="http://schemas.microsoft.com/office/drawing/2014/main" id="{59111EFB-65B6-6A22-C8A6-DE673DE481AD}"/>
                </a:ext>
              </a:extLst>
            </p:cNvPr>
            <p:cNvSpPr/>
            <p:nvPr/>
          </p:nvSpPr>
          <p:spPr>
            <a:xfrm>
              <a:off x="578601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63" name="pl13">
              <a:extLst>
                <a:ext uri="{FF2B5EF4-FFF2-40B4-BE49-F238E27FC236}">
                  <a16:creationId xmlns:a16="http://schemas.microsoft.com/office/drawing/2014/main" id="{60B28D60-D749-7F4D-1561-CFA0C3DF4C92}"/>
                </a:ext>
              </a:extLst>
            </p:cNvPr>
            <p:cNvSpPr/>
            <p:nvPr/>
          </p:nvSpPr>
          <p:spPr>
            <a:xfrm>
              <a:off x="631518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64" name="pl14">
              <a:extLst>
                <a:ext uri="{FF2B5EF4-FFF2-40B4-BE49-F238E27FC236}">
                  <a16:creationId xmlns:a16="http://schemas.microsoft.com/office/drawing/2014/main" id="{E5BBDDB2-5F95-0262-4C8F-8E7F64A59443}"/>
                </a:ext>
              </a:extLst>
            </p:cNvPr>
            <p:cNvSpPr/>
            <p:nvPr/>
          </p:nvSpPr>
          <p:spPr>
            <a:xfrm>
              <a:off x="2201917" y="5407850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65" name="pl15">
              <a:extLst>
                <a:ext uri="{FF2B5EF4-FFF2-40B4-BE49-F238E27FC236}">
                  <a16:creationId xmlns:a16="http://schemas.microsoft.com/office/drawing/2014/main" id="{FD51C989-1D99-1841-1E88-BF716214FD1F}"/>
                </a:ext>
              </a:extLst>
            </p:cNvPr>
            <p:cNvSpPr/>
            <p:nvPr/>
          </p:nvSpPr>
          <p:spPr>
            <a:xfrm>
              <a:off x="2201917" y="4757570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66" name="pl16">
              <a:extLst>
                <a:ext uri="{FF2B5EF4-FFF2-40B4-BE49-F238E27FC236}">
                  <a16:creationId xmlns:a16="http://schemas.microsoft.com/office/drawing/2014/main" id="{27C1DB5B-E24E-79BD-2F8A-1047F4D1F34C}"/>
                </a:ext>
              </a:extLst>
            </p:cNvPr>
            <p:cNvSpPr/>
            <p:nvPr/>
          </p:nvSpPr>
          <p:spPr>
            <a:xfrm>
              <a:off x="2201917" y="410729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67" name="pl17">
              <a:extLst>
                <a:ext uri="{FF2B5EF4-FFF2-40B4-BE49-F238E27FC236}">
                  <a16:creationId xmlns:a16="http://schemas.microsoft.com/office/drawing/2014/main" id="{F7F9FBC3-A5B1-7A62-6DDF-EB201CCD3887}"/>
                </a:ext>
              </a:extLst>
            </p:cNvPr>
            <p:cNvSpPr/>
            <p:nvPr/>
          </p:nvSpPr>
          <p:spPr>
            <a:xfrm>
              <a:off x="2201917" y="345701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68" name="pl18">
              <a:extLst>
                <a:ext uri="{FF2B5EF4-FFF2-40B4-BE49-F238E27FC236}">
                  <a16:creationId xmlns:a16="http://schemas.microsoft.com/office/drawing/2014/main" id="{DDD68BF5-1CB2-8C82-0FF3-DFBD5DA33B3C}"/>
                </a:ext>
              </a:extLst>
            </p:cNvPr>
            <p:cNvSpPr/>
            <p:nvPr/>
          </p:nvSpPr>
          <p:spPr>
            <a:xfrm>
              <a:off x="2201917" y="280673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69" name="pg19">
              <a:extLst>
                <a:ext uri="{FF2B5EF4-FFF2-40B4-BE49-F238E27FC236}">
                  <a16:creationId xmlns:a16="http://schemas.microsoft.com/office/drawing/2014/main" id="{592023B6-907B-4086-30BD-893CA545E9D7}"/>
                </a:ext>
              </a:extLst>
            </p:cNvPr>
            <p:cNvSpPr/>
            <p:nvPr/>
          </p:nvSpPr>
          <p:spPr>
            <a:xfrm>
              <a:off x="5671824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70" name="pg20">
              <a:extLst>
                <a:ext uri="{FF2B5EF4-FFF2-40B4-BE49-F238E27FC236}">
                  <a16:creationId xmlns:a16="http://schemas.microsoft.com/office/drawing/2014/main" id="{34A13420-6CEB-B696-13BA-3912FA800411}"/>
                </a:ext>
              </a:extLst>
            </p:cNvPr>
            <p:cNvSpPr/>
            <p:nvPr/>
          </p:nvSpPr>
          <p:spPr>
            <a:xfrm>
              <a:off x="5683461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71" name="pg21">
              <a:extLst>
                <a:ext uri="{FF2B5EF4-FFF2-40B4-BE49-F238E27FC236}">
                  <a16:creationId xmlns:a16="http://schemas.microsoft.com/office/drawing/2014/main" id="{3BA061BC-75A2-9515-99C7-DE0BE120322C}"/>
                </a:ext>
              </a:extLst>
            </p:cNvPr>
            <p:cNvSpPr/>
            <p:nvPr/>
          </p:nvSpPr>
          <p:spPr>
            <a:xfrm>
              <a:off x="5695098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72" name="pg22">
              <a:extLst>
                <a:ext uri="{FF2B5EF4-FFF2-40B4-BE49-F238E27FC236}">
                  <a16:creationId xmlns:a16="http://schemas.microsoft.com/office/drawing/2014/main" id="{02C0B319-1148-50B8-91BB-ED614E259541}"/>
                </a:ext>
              </a:extLst>
            </p:cNvPr>
            <p:cNvSpPr/>
            <p:nvPr/>
          </p:nvSpPr>
          <p:spPr>
            <a:xfrm>
              <a:off x="5718373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73" name="pg23">
              <a:extLst>
                <a:ext uri="{FF2B5EF4-FFF2-40B4-BE49-F238E27FC236}">
                  <a16:creationId xmlns:a16="http://schemas.microsoft.com/office/drawing/2014/main" id="{D30A683D-E503-1A18-68E1-10DF081A5A2F}"/>
                </a:ext>
              </a:extLst>
            </p:cNvPr>
            <p:cNvSpPr/>
            <p:nvPr/>
          </p:nvSpPr>
          <p:spPr>
            <a:xfrm>
              <a:off x="5730010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74" name="pg24">
              <a:extLst>
                <a:ext uri="{FF2B5EF4-FFF2-40B4-BE49-F238E27FC236}">
                  <a16:creationId xmlns:a16="http://schemas.microsoft.com/office/drawing/2014/main" id="{7BD60E7A-4737-2CC2-C93F-79274F95C4EC}"/>
                </a:ext>
              </a:extLst>
            </p:cNvPr>
            <p:cNvSpPr/>
            <p:nvPr/>
          </p:nvSpPr>
          <p:spPr>
            <a:xfrm>
              <a:off x="5741648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75" name="pg25">
              <a:extLst>
                <a:ext uri="{FF2B5EF4-FFF2-40B4-BE49-F238E27FC236}">
                  <a16:creationId xmlns:a16="http://schemas.microsoft.com/office/drawing/2014/main" id="{44B4FAB6-2D0C-B071-AB00-934A89E42E2D}"/>
                </a:ext>
              </a:extLst>
            </p:cNvPr>
            <p:cNvSpPr/>
            <p:nvPr/>
          </p:nvSpPr>
          <p:spPr>
            <a:xfrm>
              <a:off x="6276965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76" name="pg26">
              <a:extLst>
                <a:ext uri="{FF2B5EF4-FFF2-40B4-BE49-F238E27FC236}">
                  <a16:creationId xmlns:a16="http://schemas.microsoft.com/office/drawing/2014/main" id="{5C06DFA3-0284-CF73-6879-5F6D37713797}"/>
                </a:ext>
              </a:extLst>
            </p:cNvPr>
            <p:cNvSpPr/>
            <p:nvPr/>
          </p:nvSpPr>
          <p:spPr>
            <a:xfrm>
              <a:off x="6288602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77" name="pg27">
              <a:extLst>
                <a:ext uri="{FF2B5EF4-FFF2-40B4-BE49-F238E27FC236}">
                  <a16:creationId xmlns:a16="http://schemas.microsoft.com/office/drawing/2014/main" id="{7AEC5F04-C652-BC4E-11CE-5B092CBFC8AF}"/>
                </a:ext>
              </a:extLst>
            </p:cNvPr>
            <p:cNvSpPr/>
            <p:nvPr/>
          </p:nvSpPr>
          <p:spPr>
            <a:xfrm>
              <a:off x="6300240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78" name="pg28">
              <a:extLst>
                <a:ext uri="{FF2B5EF4-FFF2-40B4-BE49-F238E27FC236}">
                  <a16:creationId xmlns:a16="http://schemas.microsoft.com/office/drawing/2014/main" id="{6FA57E60-502B-E3A0-AEFB-3FBB31D34DEC}"/>
                </a:ext>
              </a:extLst>
            </p:cNvPr>
            <p:cNvSpPr/>
            <p:nvPr/>
          </p:nvSpPr>
          <p:spPr>
            <a:xfrm>
              <a:off x="5648549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79" name="pg29">
              <a:extLst>
                <a:ext uri="{FF2B5EF4-FFF2-40B4-BE49-F238E27FC236}">
                  <a16:creationId xmlns:a16="http://schemas.microsoft.com/office/drawing/2014/main" id="{1B819661-E224-D165-F77F-6252EDB84659}"/>
                </a:ext>
              </a:extLst>
            </p:cNvPr>
            <p:cNvSpPr/>
            <p:nvPr/>
          </p:nvSpPr>
          <p:spPr>
            <a:xfrm>
              <a:off x="5660186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80" name="pg30">
              <a:extLst>
                <a:ext uri="{FF2B5EF4-FFF2-40B4-BE49-F238E27FC236}">
                  <a16:creationId xmlns:a16="http://schemas.microsoft.com/office/drawing/2014/main" id="{279CB7F0-A92B-64A0-0546-EAEF1AF66905}"/>
                </a:ext>
              </a:extLst>
            </p:cNvPr>
            <p:cNvSpPr/>
            <p:nvPr/>
          </p:nvSpPr>
          <p:spPr>
            <a:xfrm>
              <a:off x="5671824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81" name="pg31">
              <a:extLst>
                <a:ext uri="{FF2B5EF4-FFF2-40B4-BE49-F238E27FC236}">
                  <a16:creationId xmlns:a16="http://schemas.microsoft.com/office/drawing/2014/main" id="{8E335684-B712-DD25-391A-7E9BC3CD43DF}"/>
                </a:ext>
              </a:extLst>
            </p:cNvPr>
            <p:cNvSpPr/>
            <p:nvPr/>
          </p:nvSpPr>
          <p:spPr>
            <a:xfrm>
              <a:off x="5683461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82" name="pg32">
              <a:extLst>
                <a:ext uri="{FF2B5EF4-FFF2-40B4-BE49-F238E27FC236}">
                  <a16:creationId xmlns:a16="http://schemas.microsoft.com/office/drawing/2014/main" id="{59954F62-1A71-EEBC-5F55-C6BFEF308C7C}"/>
                </a:ext>
              </a:extLst>
            </p:cNvPr>
            <p:cNvSpPr/>
            <p:nvPr/>
          </p:nvSpPr>
          <p:spPr>
            <a:xfrm>
              <a:off x="569509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83" name="pg33">
              <a:extLst>
                <a:ext uri="{FF2B5EF4-FFF2-40B4-BE49-F238E27FC236}">
                  <a16:creationId xmlns:a16="http://schemas.microsoft.com/office/drawing/2014/main" id="{11B03895-5B8C-11A9-B708-A6D2360A6E08}"/>
                </a:ext>
              </a:extLst>
            </p:cNvPr>
            <p:cNvSpPr/>
            <p:nvPr/>
          </p:nvSpPr>
          <p:spPr>
            <a:xfrm>
              <a:off x="5706736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84" name="pg34">
              <a:extLst>
                <a:ext uri="{FF2B5EF4-FFF2-40B4-BE49-F238E27FC236}">
                  <a16:creationId xmlns:a16="http://schemas.microsoft.com/office/drawing/2014/main" id="{4DDC8EDD-51B7-02D0-090A-FA9ED0DCC20C}"/>
                </a:ext>
              </a:extLst>
            </p:cNvPr>
            <p:cNvSpPr/>
            <p:nvPr/>
          </p:nvSpPr>
          <p:spPr>
            <a:xfrm>
              <a:off x="5718373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85" name="pg35">
              <a:extLst>
                <a:ext uri="{FF2B5EF4-FFF2-40B4-BE49-F238E27FC236}">
                  <a16:creationId xmlns:a16="http://schemas.microsoft.com/office/drawing/2014/main" id="{B0CCC10B-CEC5-252E-DFC9-06E8BCD6326F}"/>
                </a:ext>
              </a:extLst>
            </p:cNvPr>
            <p:cNvSpPr/>
            <p:nvPr/>
          </p:nvSpPr>
          <p:spPr>
            <a:xfrm>
              <a:off x="5730010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86" name="pg36">
              <a:extLst>
                <a:ext uri="{FF2B5EF4-FFF2-40B4-BE49-F238E27FC236}">
                  <a16:creationId xmlns:a16="http://schemas.microsoft.com/office/drawing/2014/main" id="{4DE2F3D3-D1B3-148A-33A8-3839B90EA684}"/>
                </a:ext>
              </a:extLst>
            </p:cNvPr>
            <p:cNvSpPr/>
            <p:nvPr/>
          </p:nvSpPr>
          <p:spPr>
            <a:xfrm>
              <a:off x="574164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87" name="pg37">
              <a:extLst>
                <a:ext uri="{FF2B5EF4-FFF2-40B4-BE49-F238E27FC236}">
                  <a16:creationId xmlns:a16="http://schemas.microsoft.com/office/drawing/2014/main" id="{542024E5-99C6-A1D3-F256-A2E85F42327E}"/>
                </a:ext>
              </a:extLst>
            </p:cNvPr>
            <p:cNvSpPr/>
            <p:nvPr/>
          </p:nvSpPr>
          <p:spPr>
            <a:xfrm>
              <a:off x="626532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88" name="pg38">
              <a:extLst>
                <a:ext uri="{FF2B5EF4-FFF2-40B4-BE49-F238E27FC236}">
                  <a16:creationId xmlns:a16="http://schemas.microsoft.com/office/drawing/2014/main" id="{6D8573EB-6D1F-62BA-372A-21A5B7C4628E}"/>
                </a:ext>
              </a:extLst>
            </p:cNvPr>
            <p:cNvSpPr/>
            <p:nvPr/>
          </p:nvSpPr>
          <p:spPr>
            <a:xfrm>
              <a:off x="6276965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89" name="pg39">
              <a:extLst>
                <a:ext uri="{FF2B5EF4-FFF2-40B4-BE49-F238E27FC236}">
                  <a16:creationId xmlns:a16="http://schemas.microsoft.com/office/drawing/2014/main" id="{C0093580-B7D8-4C0A-4CA6-ED62E442D771}"/>
                </a:ext>
              </a:extLst>
            </p:cNvPr>
            <p:cNvSpPr/>
            <p:nvPr/>
          </p:nvSpPr>
          <p:spPr>
            <a:xfrm>
              <a:off x="6288602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90" name="pg40">
              <a:extLst>
                <a:ext uri="{FF2B5EF4-FFF2-40B4-BE49-F238E27FC236}">
                  <a16:creationId xmlns:a16="http://schemas.microsoft.com/office/drawing/2014/main" id="{165B5012-4B2B-9E2B-F978-B4EB55F1AF0A}"/>
                </a:ext>
              </a:extLst>
            </p:cNvPr>
            <p:cNvSpPr/>
            <p:nvPr/>
          </p:nvSpPr>
          <p:spPr>
            <a:xfrm>
              <a:off x="6300240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91" name="pg41">
              <a:extLst>
                <a:ext uri="{FF2B5EF4-FFF2-40B4-BE49-F238E27FC236}">
                  <a16:creationId xmlns:a16="http://schemas.microsoft.com/office/drawing/2014/main" id="{50C13D6B-5523-5080-02BD-B098C525F4ED}"/>
                </a:ext>
              </a:extLst>
            </p:cNvPr>
            <p:cNvSpPr/>
            <p:nvPr/>
          </p:nvSpPr>
          <p:spPr>
            <a:xfrm>
              <a:off x="6311877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92" name="pg42">
              <a:extLst>
                <a:ext uri="{FF2B5EF4-FFF2-40B4-BE49-F238E27FC236}">
                  <a16:creationId xmlns:a16="http://schemas.microsoft.com/office/drawing/2014/main" id="{F3CA7357-8489-B0C0-3FF0-7B82127DF534}"/>
                </a:ext>
              </a:extLst>
            </p:cNvPr>
            <p:cNvSpPr/>
            <p:nvPr/>
          </p:nvSpPr>
          <p:spPr>
            <a:xfrm>
              <a:off x="5636912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93" name="pg43">
              <a:extLst>
                <a:ext uri="{FF2B5EF4-FFF2-40B4-BE49-F238E27FC236}">
                  <a16:creationId xmlns:a16="http://schemas.microsoft.com/office/drawing/2014/main" id="{CA059239-0EE6-37D3-2B61-C13A6DA803B0}"/>
                </a:ext>
              </a:extLst>
            </p:cNvPr>
            <p:cNvSpPr/>
            <p:nvPr/>
          </p:nvSpPr>
          <p:spPr>
            <a:xfrm>
              <a:off x="5648549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94" name="pg44">
              <a:extLst>
                <a:ext uri="{FF2B5EF4-FFF2-40B4-BE49-F238E27FC236}">
                  <a16:creationId xmlns:a16="http://schemas.microsoft.com/office/drawing/2014/main" id="{E2F2ECC5-25C9-4389-A444-33F5D90EE7ED}"/>
                </a:ext>
              </a:extLst>
            </p:cNvPr>
            <p:cNvSpPr/>
            <p:nvPr/>
          </p:nvSpPr>
          <p:spPr>
            <a:xfrm>
              <a:off x="5660186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95" name="pg45">
              <a:extLst>
                <a:ext uri="{FF2B5EF4-FFF2-40B4-BE49-F238E27FC236}">
                  <a16:creationId xmlns:a16="http://schemas.microsoft.com/office/drawing/2014/main" id="{90C6A08E-1381-382E-0512-C35670491ED7}"/>
                </a:ext>
              </a:extLst>
            </p:cNvPr>
            <p:cNvSpPr/>
            <p:nvPr/>
          </p:nvSpPr>
          <p:spPr>
            <a:xfrm>
              <a:off x="5671824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96" name="pg46">
              <a:extLst>
                <a:ext uri="{FF2B5EF4-FFF2-40B4-BE49-F238E27FC236}">
                  <a16:creationId xmlns:a16="http://schemas.microsoft.com/office/drawing/2014/main" id="{D1661AF6-A892-1372-4E93-AE05DDEA15C2}"/>
                </a:ext>
              </a:extLst>
            </p:cNvPr>
            <p:cNvSpPr/>
            <p:nvPr/>
          </p:nvSpPr>
          <p:spPr>
            <a:xfrm>
              <a:off x="5683461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97" name="pg47">
              <a:extLst>
                <a:ext uri="{FF2B5EF4-FFF2-40B4-BE49-F238E27FC236}">
                  <a16:creationId xmlns:a16="http://schemas.microsoft.com/office/drawing/2014/main" id="{7E0E9B80-A7D0-A40F-B9BB-BB1DDF4BBB81}"/>
                </a:ext>
              </a:extLst>
            </p:cNvPr>
            <p:cNvSpPr/>
            <p:nvPr/>
          </p:nvSpPr>
          <p:spPr>
            <a:xfrm>
              <a:off x="569509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98" name="pg48">
              <a:extLst>
                <a:ext uri="{FF2B5EF4-FFF2-40B4-BE49-F238E27FC236}">
                  <a16:creationId xmlns:a16="http://schemas.microsoft.com/office/drawing/2014/main" id="{700111F6-5F44-FF83-BB03-9F4EBB9F1F1F}"/>
                </a:ext>
              </a:extLst>
            </p:cNvPr>
            <p:cNvSpPr/>
            <p:nvPr/>
          </p:nvSpPr>
          <p:spPr>
            <a:xfrm>
              <a:off x="5706736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99" name="pg49">
              <a:extLst>
                <a:ext uri="{FF2B5EF4-FFF2-40B4-BE49-F238E27FC236}">
                  <a16:creationId xmlns:a16="http://schemas.microsoft.com/office/drawing/2014/main" id="{F7D554D9-3737-DEAC-7D9B-56E55F2BD127}"/>
                </a:ext>
              </a:extLst>
            </p:cNvPr>
            <p:cNvSpPr/>
            <p:nvPr/>
          </p:nvSpPr>
          <p:spPr>
            <a:xfrm>
              <a:off x="5718373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00" name="pg50">
              <a:extLst>
                <a:ext uri="{FF2B5EF4-FFF2-40B4-BE49-F238E27FC236}">
                  <a16:creationId xmlns:a16="http://schemas.microsoft.com/office/drawing/2014/main" id="{9A9E01DD-19C3-2E73-FCBC-A6E83EF25E48}"/>
                </a:ext>
              </a:extLst>
            </p:cNvPr>
            <p:cNvSpPr/>
            <p:nvPr/>
          </p:nvSpPr>
          <p:spPr>
            <a:xfrm>
              <a:off x="5730010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01" name="pg51">
              <a:extLst>
                <a:ext uri="{FF2B5EF4-FFF2-40B4-BE49-F238E27FC236}">
                  <a16:creationId xmlns:a16="http://schemas.microsoft.com/office/drawing/2014/main" id="{5A7EFF57-9BC8-3EDB-D95C-5AD661AD66AD}"/>
                </a:ext>
              </a:extLst>
            </p:cNvPr>
            <p:cNvSpPr/>
            <p:nvPr/>
          </p:nvSpPr>
          <p:spPr>
            <a:xfrm>
              <a:off x="574164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02" name="pg52">
              <a:extLst>
                <a:ext uri="{FF2B5EF4-FFF2-40B4-BE49-F238E27FC236}">
                  <a16:creationId xmlns:a16="http://schemas.microsoft.com/office/drawing/2014/main" id="{350C4ED0-3850-9216-F619-9B60387BB1FC}"/>
                </a:ext>
              </a:extLst>
            </p:cNvPr>
            <p:cNvSpPr/>
            <p:nvPr/>
          </p:nvSpPr>
          <p:spPr>
            <a:xfrm>
              <a:off x="5753285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03" name="pg53">
              <a:extLst>
                <a:ext uri="{FF2B5EF4-FFF2-40B4-BE49-F238E27FC236}">
                  <a16:creationId xmlns:a16="http://schemas.microsoft.com/office/drawing/2014/main" id="{2938CAE0-845C-072D-313E-3F9E4D7234BE}"/>
                </a:ext>
              </a:extLst>
            </p:cNvPr>
            <p:cNvSpPr/>
            <p:nvPr/>
          </p:nvSpPr>
          <p:spPr>
            <a:xfrm>
              <a:off x="626532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04" name="pg54">
              <a:extLst>
                <a:ext uri="{FF2B5EF4-FFF2-40B4-BE49-F238E27FC236}">
                  <a16:creationId xmlns:a16="http://schemas.microsoft.com/office/drawing/2014/main" id="{0D1E6A95-4E34-CE6F-3F21-B9219E3B0F89}"/>
                </a:ext>
              </a:extLst>
            </p:cNvPr>
            <p:cNvSpPr/>
            <p:nvPr/>
          </p:nvSpPr>
          <p:spPr>
            <a:xfrm>
              <a:off x="6276965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05" name="pg55">
              <a:extLst>
                <a:ext uri="{FF2B5EF4-FFF2-40B4-BE49-F238E27FC236}">
                  <a16:creationId xmlns:a16="http://schemas.microsoft.com/office/drawing/2014/main" id="{325E26B2-32CA-2286-8365-EE026C50CC82}"/>
                </a:ext>
              </a:extLst>
            </p:cNvPr>
            <p:cNvSpPr/>
            <p:nvPr/>
          </p:nvSpPr>
          <p:spPr>
            <a:xfrm>
              <a:off x="6288602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06" name="pg56">
              <a:extLst>
                <a:ext uri="{FF2B5EF4-FFF2-40B4-BE49-F238E27FC236}">
                  <a16:creationId xmlns:a16="http://schemas.microsoft.com/office/drawing/2014/main" id="{0EFE86E4-8785-CACB-D8D5-E659AEA0E232}"/>
                </a:ext>
              </a:extLst>
            </p:cNvPr>
            <p:cNvSpPr/>
            <p:nvPr/>
          </p:nvSpPr>
          <p:spPr>
            <a:xfrm>
              <a:off x="6300240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07" name="pg57">
              <a:extLst>
                <a:ext uri="{FF2B5EF4-FFF2-40B4-BE49-F238E27FC236}">
                  <a16:creationId xmlns:a16="http://schemas.microsoft.com/office/drawing/2014/main" id="{4692C8BC-76C2-283F-1BCD-4BBA4E3A2345}"/>
                </a:ext>
              </a:extLst>
            </p:cNvPr>
            <p:cNvSpPr/>
            <p:nvPr/>
          </p:nvSpPr>
          <p:spPr>
            <a:xfrm>
              <a:off x="6311877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08" name="pg58">
              <a:extLst>
                <a:ext uri="{FF2B5EF4-FFF2-40B4-BE49-F238E27FC236}">
                  <a16:creationId xmlns:a16="http://schemas.microsoft.com/office/drawing/2014/main" id="{3AEB08F1-6CD9-1339-5CA7-DF75BD3DBB00}"/>
                </a:ext>
              </a:extLst>
            </p:cNvPr>
            <p:cNvSpPr/>
            <p:nvPr/>
          </p:nvSpPr>
          <p:spPr>
            <a:xfrm>
              <a:off x="557872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09" name="pg59">
              <a:extLst>
                <a:ext uri="{FF2B5EF4-FFF2-40B4-BE49-F238E27FC236}">
                  <a16:creationId xmlns:a16="http://schemas.microsoft.com/office/drawing/2014/main" id="{13867FE1-3A8A-533C-6D3F-0B1AE30541DF}"/>
                </a:ext>
              </a:extLst>
            </p:cNvPr>
            <p:cNvSpPr/>
            <p:nvPr/>
          </p:nvSpPr>
          <p:spPr>
            <a:xfrm>
              <a:off x="5590363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10" name="pg60">
              <a:extLst>
                <a:ext uri="{FF2B5EF4-FFF2-40B4-BE49-F238E27FC236}">
                  <a16:creationId xmlns:a16="http://schemas.microsoft.com/office/drawing/2014/main" id="{3800F685-3853-FE41-7F1F-8D18B6F961B5}"/>
                </a:ext>
              </a:extLst>
            </p:cNvPr>
            <p:cNvSpPr/>
            <p:nvPr/>
          </p:nvSpPr>
          <p:spPr>
            <a:xfrm>
              <a:off x="560200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11" name="pg61">
              <a:extLst>
                <a:ext uri="{FF2B5EF4-FFF2-40B4-BE49-F238E27FC236}">
                  <a16:creationId xmlns:a16="http://schemas.microsoft.com/office/drawing/2014/main" id="{8E2A8745-0BDB-DC4A-4FBE-86C580FA8FF3}"/>
                </a:ext>
              </a:extLst>
            </p:cNvPr>
            <p:cNvSpPr/>
            <p:nvPr/>
          </p:nvSpPr>
          <p:spPr>
            <a:xfrm>
              <a:off x="5613637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12" name="pg62">
              <a:extLst>
                <a:ext uri="{FF2B5EF4-FFF2-40B4-BE49-F238E27FC236}">
                  <a16:creationId xmlns:a16="http://schemas.microsoft.com/office/drawing/2014/main" id="{32DDB947-8EF1-C334-8EFA-113EA53A54A4}"/>
                </a:ext>
              </a:extLst>
            </p:cNvPr>
            <p:cNvSpPr/>
            <p:nvPr/>
          </p:nvSpPr>
          <p:spPr>
            <a:xfrm>
              <a:off x="562527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13" name="pg63">
              <a:extLst>
                <a:ext uri="{FF2B5EF4-FFF2-40B4-BE49-F238E27FC236}">
                  <a16:creationId xmlns:a16="http://schemas.microsoft.com/office/drawing/2014/main" id="{2C754A62-DF5E-7B9D-E70C-A318A20B63E6}"/>
                </a:ext>
              </a:extLst>
            </p:cNvPr>
            <p:cNvSpPr/>
            <p:nvPr/>
          </p:nvSpPr>
          <p:spPr>
            <a:xfrm>
              <a:off x="5636912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14" name="pg64">
              <a:extLst>
                <a:ext uri="{FF2B5EF4-FFF2-40B4-BE49-F238E27FC236}">
                  <a16:creationId xmlns:a16="http://schemas.microsoft.com/office/drawing/2014/main" id="{9EC39189-E405-2BE7-74D3-54A8D7311113}"/>
                </a:ext>
              </a:extLst>
            </p:cNvPr>
            <p:cNvSpPr/>
            <p:nvPr/>
          </p:nvSpPr>
          <p:spPr>
            <a:xfrm>
              <a:off x="5648549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15" name="pg65">
              <a:extLst>
                <a:ext uri="{FF2B5EF4-FFF2-40B4-BE49-F238E27FC236}">
                  <a16:creationId xmlns:a16="http://schemas.microsoft.com/office/drawing/2014/main" id="{C366E0AD-1D61-C58A-D889-E7DAD17CE4F3}"/>
                </a:ext>
              </a:extLst>
            </p:cNvPr>
            <p:cNvSpPr/>
            <p:nvPr/>
          </p:nvSpPr>
          <p:spPr>
            <a:xfrm>
              <a:off x="5660186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16" name="pg66">
              <a:extLst>
                <a:ext uri="{FF2B5EF4-FFF2-40B4-BE49-F238E27FC236}">
                  <a16:creationId xmlns:a16="http://schemas.microsoft.com/office/drawing/2014/main" id="{8926501E-093D-0BFD-82C3-ABF19AE8B054}"/>
                </a:ext>
              </a:extLst>
            </p:cNvPr>
            <p:cNvSpPr/>
            <p:nvPr/>
          </p:nvSpPr>
          <p:spPr>
            <a:xfrm>
              <a:off x="5671824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17" name="pg67">
              <a:extLst>
                <a:ext uri="{FF2B5EF4-FFF2-40B4-BE49-F238E27FC236}">
                  <a16:creationId xmlns:a16="http://schemas.microsoft.com/office/drawing/2014/main" id="{0CC43901-C41B-16A9-3E01-345540528404}"/>
                </a:ext>
              </a:extLst>
            </p:cNvPr>
            <p:cNvSpPr/>
            <p:nvPr/>
          </p:nvSpPr>
          <p:spPr>
            <a:xfrm>
              <a:off x="5683461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18" name="pg68">
              <a:extLst>
                <a:ext uri="{FF2B5EF4-FFF2-40B4-BE49-F238E27FC236}">
                  <a16:creationId xmlns:a16="http://schemas.microsoft.com/office/drawing/2014/main" id="{8B18E6C3-FCB1-4394-E0A5-BB9BFFCF6075}"/>
                </a:ext>
              </a:extLst>
            </p:cNvPr>
            <p:cNvSpPr/>
            <p:nvPr/>
          </p:nvSpPr>
          <p:spPr>
            <a:xfrm>
              <a:off x="5695098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19" name="pg69">
              <a:extLst>
                <a:ext uri="{FF2B5EF4-FFF2-40B4-BE49-F238E27FC236}">
                  <a16:creationId xmlns:a16="http://schemas.microsoft.com/office/drawing/2014/main" id="{B7BFDA3F-5F3F-CABC-C389-760F5408023B}"/>
                </a:ext>
              </a:extLst>
            </p:cNvPr>
            <p:cNvSpPr/>
            <p:nvPr/>
          </p:nvSpPr>
          <p:spPr>
            <a:xfrm>
              <a:off x="5706736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20" name="pg70">
              <a:extLst>
                <a:ext uri="{FF2B5EF4-FFF2-40B4-BE49-F238E27FC236}">
                  <a16:creationId xmlns:a16="http://schemas.microsoft.com/office/drawing/2014/main" id="{DCF77D70-B456-0440-7615-AEADA0E08F15}"/>
                </a:ext>
              </a:extLst>
            </p:cNvPr>
            <p:cNvSpPr/>
            <p:nvPr/>
          </p:nvSpPr>
          <p:spPr>
            <a:xfrm>
              <a:off x="5718373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21" name="pg71">
              <a:extLst>
                <a:ext uri="{FF2B5EF4-FFF2-40B4-BE49-F238E27FC236}">
                  <a16:creationId xmlns:a16="http://schemas.microsoft.com/office/drawing/2014/main" id="{74412C93-ED77-EB81-CEDE-7F6873F74690}"/>
                </a:ext>
              </a:extLst>
            </p:cNvPr>
            <p:cNvSpPr/>
            <p:nvPr/>
          </p:nvSpPr>
          <p:spPr>
            <a:xfrm>
              <a:off x="573001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22" name="pg72">
              <a:extLst>
                <a:ext uri="{FF2B5EF4-FFF2-40B4-BE49-F238E27FC236}">
                  <a16:creationId xmlns:a16="http://schemas.microsoft.com/office/drawing/2014/main" id="{03E04455-4C53-2698-7251-D1C7B6813AFB}"/>
                </a:ext>
              </a:extLst>
            </p:cNvPr>
            <p:cNvSpPr/>
            <p:nvPr/>
          </p:nvSpPr>
          <p:spPr>
            <a:xfrm>
              <a:off x="5741648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23" name="pg73">
              <a:extLst>
                <a:ext uri="{FF2B5EF4-FFF2-40B4-BE49-F238E27FC236}">
                  <a16:creationId xmlns:a16="http://schemas.microsoft.com/office/drawing/2014/main" id="{81D26F1C-AF8E-CC47-59E8-D1C0DAE25E60}"/>
                </a:ext>
              </a:extLst>
            </p:cNvPr>
            <p:cNvSpPr/>
            <p:nvPr/>
          </p:nvSpPr>
          <p:spPr>
            <a:xfrm>
              <a:off x="627696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24" name="pg74">
              <a:extLst>
                <a:ext uri="{FF2B5EF4-FFF2-40B4-BE49-F238E27FC236}">
                  <a16:creationId xmlns:a16="http://schemas.microsoft.com/office/drawing/2014/main" id="{57B117C4-AD5E-C578-BEA6-8F4333450F60}"/>
                </a:ext>
              </a:extLst>
            </p:cNvPr>
            <p:cNvSpPr/>
            <p:nvPr/>
          </p:nvSpPr>
          <p:spPr>
            <a:xfrm>
              <a:off x="6288602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25" name="pg75">
              <a:extLst>
                <a:ext uri="{FF2B5EF4-FFF2-40B4-BE49-F238E27FC236}">
                  <a16:creationId xmlns:a16="http://schemas.microsoft.com/office/drawing/2014/main" id="{27A957B2-7B46-8F69-FCF1-015BA145973B}"/>
                </a:ext>
              </a:extLst>
            </p:cNvPr>
            <p:cNvSpPr/>
            <p:nvPr/>
          </p:nvSpPr>
          <p:spPr>
            <a:xfrm>
              <a:off x="630024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26" name="pg76">
              <a:extLst>
                <a:ext uri="{FF2B5EF4-FFF2-40B4-BE49-F238E27FC236}">
                  <a16:creationId xmlns:a16="http://schemas.microsoft.com/office/drawing/2014/main" id="{4A6C585F-2670-129F-5F9A-DE9493603B01}"/>
                </a:ext>
              </a:extLst>
            </p:cNvPr>
            <p:cNvSpPr/>
            <p:nvPr/>
          </p:nvSpPr>
          <p:spPr>
            <a:xfrm>
              <a:off x="554381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27" name="pg77">
              <a:extLst>
                <a:ext uri="{FF2B5EF4-FFF2-40B4-BE49-F238E27FC236}">
                  <a16:creationId xmlns:a16="http://schemas.microsoft.com/office/drawing/2014/main" id="{12F8708E-C5F4-B355-975C-9E7C269F2CAF}"/>
                </a:ext>
              </a:extLst>
            </p:cNvPr>
            <p:cNvSpPr/>
            <p:nvPr/>
          </p:nvSpPr>
          <p:spPr>
            <a:xfrm>
              <a:off x="5555451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28" name="pg78">
              <a:extLst>
                <a:ext uri="{FF2B5EF4-FFF2-40B4-BE49-F238E27FC236}">
                  <a16:creationId xmlns:a16="http://schemas.microsoft.com/office/drawing/2014/main" id="{899E51A3-40E1-ED55-D2BC-FAAD22BCCD28}"/>
                </a:ext>
              </a:extLst>
            </p:cNvPr>
            <p:cNvSpPr/>
            <p:nvPr/>
          </p:nvSpPr>
          <p:spPr>
            <a:xfrm>
              <a:off x="5567088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29" name="pg79">
              <a:extLst>
                <a:ext uri="{FF2B5EF4-FFF2-40B4-BE49-F238E27FC236}">
                  <a16:creationId xmlns:a16="http://schemas.microsoft.com/office/drawing/2014/main" id="{B96E01A8-B836-2A87-6A07-5A82918BEB41}"/>
                </a:ext>
              </a:extLst>
            </p:cNvPr>
            <p:cNvSpPr/>
            <p:nvPr/>
          </p:nvSpPr>
          <p:spPr>
            <a:xfrm>
              <a:off x="5578725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30" name="pg80">
              <a:extLst>
                <a:ext uri="{FF2B5EF4-FFF2-40B4-BE49-F238E27FC236}">
                  <a16:creationId xmlns:a16="http://schemas.microsoft.com/office/drawing/2014/main" id="{CF214F4B-F87C-8857-70CB-1CC0D6A69C8E}"/>
                </a:ext>
              </a:extLst>
            </p:cNvPr>
            <p:cNvSpPr/>
            <p:nvPr/>
          </p:nvSpPr>
          <p:spPr>
            <a:xfrm>
              <a:off x="559036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31" name="pg81">
              <a:extLst>
                <a:ext uri="{FF2B5EF4-FFF2-40B4-BE49-F238E27FC236}">
                  <a16:creationId xmlns:a16="http://schemas.microsoft.com/office/drawing/2014/main" id="{A37DEA59-5CF1-2378-AA8E-2C50CCB82F24}"/>
                </a:ext>
              </a:extLst>
            </p:cNvPr>
            <p:cNvSpPr/>
            <p:nvPr/>
          </p:nvSpPr>
          <p:spPr>
            <a:xfrm>
              <a:off x="5602000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32" name="pg82">
              <a:extLst>
                <a:ext uri="{FF2B5EF4-FFF2-40B4-BE49-F238E27FC236}">
                  <a16:creationId xmlns:a16="http://schemas.microsoft.com/office/drawing/2014/main" id="{505FAC6E-5988-BC73-60FB-AB07A5DD43DA}"/>
                </a:ext>
              </a:extLst>
            </p:cNvPr>
            <p:cNvSpPr/>
            <p:nvPr/>
          </p:nvSpPr>
          <p:spPr>
            <a:xfrm>
              <a:off x="5613637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33" name="pg83">
              <a:extLst>
                <a:ext uri="{FF2B5EF4-FFF2-40B4-BE49-F238E27FC236}">
                  <a16:creationId xmlns:a16="http://schemas.microsoft.com/office/drawing/2014/main" id="{98E2D443-4D9A-8928-5895-EE5A85B26B7E}"/>
                </a:ext>
              </a:extLst>
            </p:cNvPr>
            <p:cNvSpPr/>
            <p:nvPr/>
          </p:nvSpPr>
          <p:spPr>
            <a:xfrm>
              <a:off x="5625275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34" name="pg84">
              <a:extLst>
                <a:ext uri="{FF2B5EF4-FFF2-40B4-BE49-F238E27FC236}">
                  <a16:creationId xmlns:a16="http://schemas.microsoft.com/office/drawing/2014/main" id="{B9FD8602-8E4B-8D58-0F67-3C6B5CFD4B49}"/>
                </a:ext>
              </a:extLst>
            </p:cNvPr>
            <p:cNvSpPr/>
            <p:nvPr/>
          </p:nvSpPr>
          <p:spPr>
            <a:xfrm>
              <a:off x="5636912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35" name="pg85">
              <a:extLst>
                <a:ext uri="{FF2B5EF4-FFF2-40B4-BE49-F238E27FC236}">
                  <a16:creationId xmlns:a16="http://schemas.microsoft.com/office/drawing/2014/main" id="{B53C948B-56DF-5AC1-E9B4-C9DBA411435A}"/>
                </a:ext>
              </a:extLst>
            </p:cNvPr>
            <p:cNvSpPr/>
            <p:nvPr/>
          </p:nvSpPr>
          <p:spPr>
            <a:xfrm>
              <a:off x="5648549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36" name="pg86">
              <a:extLst>
                <a:ext uri="{FF2B5EF4-FFF2-40B4-BE49-F238E27FC236}">
                  <a16:creationId xmlns:a16="http://schemas.microsoft.com/office/drawing/2014/main" id="{BC6CDA78-B775-79BE-A0C8-68767B428C7F}"/>
                </a:ext>
              </a:extLst>
            </p:cNvPr>
            <p:cNvSpPr/>
            <p:nvPr/>
          </p:nvSpPr>
          <p:spPr>
            <a:xfrm>
              <a:off x="5660186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37" name="pg87">
              <a:extLst>
                <a:ext uri="{FF2B5EF4-FFF2-40B4-BE49-F238E27FC236}">
                  <a16:creationId xmlns:a16="http://schemas.microsoft.com/office/drawing/2014/main" id="{B2751618-E399-755C-E809-C94A1BA63EE7}"/>
                </a:ext>
              </a:extLst>
            </p:cNvPr>
            <p:cNvSpPr/>
            <p:nvPr/>
          </p:nvSpPr>
          <p:spPr>
            <a:xfrm>
              <a:off x="5671824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38" name="pg88">
              <a:extLst>
                <a:ext uri="{FF2B5EF4-FFF2-40B4-BE49-F238E27FC236}">
                  <a16:creationId xmlns:a16="http://schemas.microsoft.com/office/drawing/2014/main" id="{5964D068-B079-A91A-970B-7E2D158E345E}"/>
                </a:ext>
              </a:extLst>
            </p:cNvPr>
            <p:cNvSpPr/>
            <p:nvPr/>
          </p:nvSpPr>
          <p:spPr>
            <a:xfrm>
              <a:off x="5683461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39" name="pg89">
              <a:extLst>
                <a:ext uri="{FF2B5EF4-FFF2-40B4-BE49-F238E27FC236}">
                  <a16:creationId xmlns:a16="http://schemas.microsoft.com/office/drawing/2014/main" id="{CF7D892C-7B07-DCF5-4C45-78330890CC0F}"/>
                </a:ext>
              </a:extLst>
            </p:cNvPr>
            <p:cNvSpPr/>
            <p:nvPr/>
          </p:nvSpPr>
          <p:spPr>
            <a:xfrm>
              <a:off x="5695098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40" name="pg90">
              <a:extLst>
                <a:ext uri="{FF2B5EF4-FFF2-40B4-BE49-F238E27FC236}">
                  <a16:creationId xmlns:a16="http://schemas.microsoft.com/office/drawing/2014/main" id="{15C78B57-BFE3-5EC0-23AD-F986CC3C7D80}"/>
                </a:ext>
              </a:extLst>
            </p:cNvPr>
            <p:cNvSpPr/>
            <p:nvPr/>
          </p:nvSpPr>
          <p:spPr>
            <a:xfrm>
              <a:off x="5706736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41" name="pg91">
              <a:extLst>
                <a:ext uri="{FF2B5EF4-FFF2-40B4-BE49-F238E27FC236}">
                  <a16:creationId xmlns:a16="http://schemas.microsoft.com/office/drawing/2014/main" id="{4E37B462-ACFF-5346-11B9-AEAC20F32163}"/>
                </a:ext>
              </a:extLst>
            </p:cNvPr>
            <p:cNvSpPr/>
            <p:nvPr/>
          </p:nvSpPr>
          <p:spPr>
            <a:xfrm>
              <a:off x="571837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42" name="pg92">
              <a:extLst>
                <a:ext uri="{FF2B5EF4-FFF2-40B4-BE49-F238E27FC236}">
                  <a16:creationId xmlns:a16="http://schemas.microsoft.com/office/drawing/2014/main" id="{419F4FB3-99AA-BC3F-356B-E44E80B904E1}"/>
                </a:ext>
              </a:extLst>
            </p:cNvPr>
            <p:cNvSpPr/>
            <p:nvPr/>
          </p:nvSpPr>
          <p:spPr>
            <a:xfrm>
              <a:off x="5730010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43" name="pg93">
              <a:extLst>
                <a:ext uri="{FF2B5EF4-FFF2-40B4-BE49-F238E27FC236}">
                  <a16:creationId xmlns:a16="http://schemas.microsoft.com/office/drawing/2014/main" id="{D8342232-FD20-4691-5525-A6951AC32985}"/>
                </a:ext>
              </a:extLst>
            </p:cNvPr>
            <p:cNvSpPr/>
            <p:nvPr/>
          </p:nvSpPr>
          <p:spPr>
            <a:xfrm>
              <a:off x="6288602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44" name="pg94">
              <a:extLst>
                <a:ext uri="{FF2B5EF4-FFF2-40B4-BE49-F238E27FC236}">
                  <a16:creationId xmlns:a16="http://schemas.microsoft.com/office/drawing/2014/main" id="{410788B6-B687-6F69-AA61-4AB2A5F8D513}"/>
                </a:ext>
              </a:extLst>
            </p:cNvPr>
            <p:cNvSpPr/>
            <p:nvPr/>
          </p:nvSpPr>
          <p:spPr>
            <a:xfrm>
              <a:off x="5532176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45" name="pg95">
              <a:extLst>
                <a:ext uri="{FF2B5EF4-FFF2-40B4-BE49-F238E27FC236}">
                  <a16:creationId xmlns:a16="http://schemas.microsoft.com/office/drawing/2014/main" id="{AC7DCE67-8F8E-7F91-9ACB-0523F4F47E01}"/>
                </a:ext>
              </a:extLst>
            </p:cNvPr>
            <p:cNvSpPr/>
            <p:nvPr/>
          </p:nvSpPr>
          <p:spPr>
            <a:xfrm>
              <a:off x="5543813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46" name="pg96">
              <a:extLst>
                <a:ext uri="{FF2B5EF4-FFF2-40B4-BE49-F238E27FC236}">
                  <a16:creationId xmlns:a16="http://schemas.microsoft.com/office/drawing/2014/main" id="{B60DB77F-20C6-2EA0-C34A-F6B649BBF775}"/>
                </a:ext>
              </a:extLst>
            </p:cNvPr>
            <p:cNvSpPr/>
            <p:nvPr/>
          </p:nvSpPr>
          <p:spPr>
            <a:xfrm>
              <a:off x="5555451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47" name="pg97">
              <a:extLst>
                <a:ext uri="{FF2B5EF4-FFF2-40B4-BE49-F238E27FC236}">
                  <a16:creationId xmlns:a16="http://schemas.microsoft.com/office/drawing/2014/main" id="{A39246C4-6A36-8308-13A3-3CFEDF8C2C07}"/>
                </a:ext>
              </a:extLst>
            </p:cNvPr>
            <p:cNvSpPr/>
            <p:nvPr/>
          </p:nvSpPr>
          <p:spPr>
            <a:xfrm>
              <a:off x="5567088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48" name="pg98">
              <a:extLst>
                <a:ext uri="{FF2B5EF4-FFF2-40B4-BE49-F238E27FC236}">
                  <a16:creationId xmlns:a16="http://schemas.microsoft.com/office/drawing/2014/main" id="{3E309A51-CEF0-5E51-633D-F70F1B004F73}"/>
                </a:ext>
              </a:extLst>
            </p:cNvPr>
            <p:cNvSpPr/>
            <p:nvPr/>
          </p:nvSpPr>
          <p:spPr>
            <a:xfrm>
              <a:off x="5578725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49" name="pg99">
              <a:extLst>
                <a:ext uri="{FF2B5EF4-FFF2-40B4-BE49-F238E27FC236}">
                  <a16:creationId xmlns:a16="http://schemas.microsoft.com/office/drawing/2014/main" id="{6931145C-26AE-F790-CC04-5F5C0A32B197}"/>
                </a:ext>
              </a:extLst>
            </p:cNvPr>
            <p:cNvSpPr/>
            <p:nvPr/>
          </p:nvSpPr>
          <p:spPr>
            <a:xfrm>
              <a:off x="5590363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50" name="pg100">
              <a:extLst>
                <a:ext uri="{FF2B5EF4-FFF2-40B4-BE49-F238E27FC236}">
                  <a16:creationId xmlns:a16="http://schemas.microsoft.com/office/drawing/2014/main" id="{86D339DC-6AB3-2DD1-30E9-BA5E5F488204}"/>
                </a:ext>
              </a:extLst>
            </p:cNvPr>
            <p:cNvSpPr/>
            <p:nvPr/>
          </p:nvSpPr>
          <p:spPr>
            <a:xfrm>
              <a:off x="5602000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51" name="pg101">
              <a:extLst>
                <a:ext uri="{FF2B5EF4-FFF2-40B4-BE49-F238E27FC236}">
                  <a16:creationId xmlns:a16="http://schemas.microsoft.com/office/drawing/2014/main" id="{4938510A-2AA6-52FD-68E3-0914499396C1}"/>
                </a:ext>
              </a:extLst>
            </p:cNvPr>
            <p:cNvSpPr/>
            <p:nvPr/>
          </p:nvSpPr>
          <p:spPr>
            <a:xfrm>
              <a:off x="5613637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52" name="pg102">
              <a:extLst>
                <a:ext uri="{FF2B5EF4-FFF2-40B4-BE49-F238E27FC236}">
                  <a16:creationId xmlns:a16="http://schemas.microsoft.com/office/drawing/2014/main" id="{E4512970-3492-81B7-9016-A6E1C5CC9AA5}"/>
                </a:ext>
              </a:extLst>
            </p:cNvPr>
            <p:cNvSpPr/>
            <p:nvPr/>
          </p:nvSpPr>
          <p:spPr>
            <a:xfrm>
              <a:off x="5625275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53" name="pg103">
              <a:extLst>
                <a:ext uri="{FF2B5EF4-FFF2-40B4-BE49-F238E27FC236}">
                  <a16:creationId xmlns:a16="http://schemas.microsoft.com/office/drawing/2014/main" id="{FDF9F882-5073-5152-78BB-A9BF39ED7B57}"/>
                </a:ext>
              </a:extLst>
            </p:cNvPr>
            <p:cNvSpPr/>
            <p:nvPr/>
          </p:nvSpPr>
          <p:spPr>
            <a:xfrm>
              <a:off x="5636912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54" name="pg104">
              <a:extLst>
                <a:ext uri="{FF2B5EF4-FFF2-40B4-BE49-F238E27FC236}">
                  <a16:creationId xmlns:a16="http://schemas.microsoft.com/office/drawing/2014/main" id="{D35F7594-BF76-586B-D696-1BA425F0A8C8}"/>
                </a:ext>
              </a:extLst>
            </p:cNvPr>
            <p:cNvSpPr/>
            <p:nvPr/>
          </p:nvSpPr>
          <p:spPr>
            <a:xfrm>
              <a:off x="5648549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55" name="pg105">
              <a:extLst>
                <a:ext uri="{FF2B5EF4-FFF2-40B4-BE49-F238E27FC236}">
                  <a16:creationId xmlns:a16="http://schemas.microsoft.com/office/drawing/2014/main" id="{A93E076C-0301-0D64-5032-D6FC001D3A57}"/>
                </a:ext>
              </a:extLst>
            </p:cNvPr>
            <p:cNvSpPr/>
            <p:nvPr/>
          </p:nvSpPr>
          <p:spPr>
            <a:xfrm>
              <a:off x="5660186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56" name="pg106">
              <a:extLst>
                <a:ext uri="{FF2B5EF4-FFF2-40B4-BE49-F238E27FC236}">
                  <a16:creationId xmlns:a16="http://schemas.microsoft.com/office/drawing/2014/main" id="{5105429A-1D88-0BB3-E0D5-ABB6ED38911E}"/>
                </a:ext>
              </a:extLst>
            </p:cNvPr>
            <p:cNvSpPr/>
            <p:nvPr/>
          </p:nvSpPr>
          <p:spPr>
            <a:xfrm>
              <a:off x="5671824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57" name="pg107">
              <a:extLst>
                <a:ext uri="{FF2B5EF4-FFF2-40B4-BE49-F238E27FC236}">
                  <a16:creationId xmlns:a16="http://schemas.microsoft.com/office/drawing/2014/main" id="{55C2B978-BC5E-16C6-7177-02D560FA4654}"/>
                </a:ext>
              </a:extLst>
            </p:cNvPr>
            <p:cNvSpPr/>
            <p:nvPr/>
          </p:nvSpPr>
          <p:spPr>
            <a:xfrm>
              <a:off x="5683461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58" name="pg108">
              <a:extLst>
                <a:ext uri="{FF2B5EF4-FFF2-40B4-BE49-F238E27FC236}">
                  <a16:creationId xmlns:a16="http://schemas.microsoft.com/office/drawing/2014/main" id="{5231632F-76B8-822C-EA7E-FB1EC2809731}"/>
                </a:ext>
              </a:extLst>
            </p:cNvPr>
            <p:cNvSpPr/>
            <p:nvPr/>
          </p:nvSpPr>
          <p:spPr>
            <a:xfrm>
              <a:off x="5695098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59" name="pg109">
              <a:extLst>
                <a:ext uri="{FF2B5EF4-FFF2-40B4-BE49-F238E27FC236}">
                  <a16:creationId xmlns:a16="http://schemas.microsoft.com/office/drawing/2014/main" id="{4C73AB75-5AC4-1B88-04B0-1C71677D54E9}"/>
                </a:ext>
              </a:extLst>
            </p:cNvPr>
            <p:cNvSpPr/>
            <p:nvPr/>
          </p:nvSpPr>
          <p:spPr>
            <a:xfrm>
              <a:off x="5508901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60" name="pg110">
              <a:extLst>
                <a:ext uri="{FF2B5EF4-FFF2-40B4-BE49-F238E27FC236}">
                  <a16:creationId xmlns:a16="http://schemas.microsoft.com/office/drawing/2014/main" id="{A97DE3AD-B416-D49E-A0EA-E8F32894AD22}"/>
                </a:ext>
              </a:extLst>
            </p:cNvPr>
            <p:cNvSpPr/>
            <p:nvPr/>
          </p:nvSpPr>
          <p:spPr>
            <a:xfrm>
              <a:off x="5520539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61" name="pg111">
              <a:extLst>
                <a:ext uri="{FF2B5EF4-FFF2-40B4-BE49-F238E27FC236}">
                  <a16:creationId xmlns:a16="http://schemas.microsoft.com/office/drawing/2014/main" id="{E5156931-B361-DEB2-F232-AED1F140D951}"/>
                </a:ext>
              </a:extLst>
            </p:cNvPr>
            <p:cNvSpPr/>
            <p:nvPr/>
          </p:nvSpPr>
          <p:spPr>
            <a:xfrm>
              <a:off x="5532176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62" name="pg112">
              <a:extLst>
                <a:ext uri="{FF2B5EF4-FFF2-40B4-BE49-F238E27FC236}">
                  <a16:creationId xmlns:a16="http://schemas.microsoft.com/office/drawing/2014/main" id="{5E93FDF0-A804-5A44-FD27-67520367967D}"/>
                </a:ext>
              </a:extLst>
            </p:cNvPr>
            <p:cNvSpPr/>
            <p:nvPr/>
          </p:nvSpPr>
          <p:spPr>
            <a:xfrm>
              <a:off x="5543813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63" name="pg113">
              <a:extLst>
                <a:ext uri="{FF2B5EF4-FFF2-40B4-BE49-F238E27FC236}">
                  <a16:creationId xmlns:a16="http://schemas.microsoft.com/office/drawing/2014/main" id="{8F543F8D-8CF0-83A6-E828-A4E83D8BA040}"/>
                </a:ext>
              </a:extLst>
            </p:cNvPr>
            <p:cNvSpPr/>
            <p:nvPr/>
          </p:nvSpPr>
          <p:spPr>
            <a:xfrm>
              <a:off x="5555451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64" name="pg114">
              <a:extLst>
                <a:ext uri="{FF2B5EF4-FFF2-40B4-BE49-F238E27FC236}">
                  <a16:creationId xmlns:a16="http://schemas.microsoft.com/office/drawing/2014/main" id="{083026FB-3362-866B-E488-2E151AFB91CC}"/>
                </a:ext>
              </a:extLst>
            </p:cNvPr>
            <p:cNvSpPr/>
            <p:nvPr/>
          </p:nvSpPr>
          <p:spPr>
            <a:xfrm>
              <a:off x="5567088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65" name="pg115">
              <a:extLst>
                <a:ext uri="{FF2B5EF4-FFF2-40B4-BE49-F238E27FC236}">
                  <a16:creationId xmlns:a16="http://schemas.microsoft.com/office/drawing/2014/main" id="{0D569BFB-741E-7F00-7EE6-74F6BF2F971D}"/>
                </a:ext>
              </a:extLst>
            </p:cNvPr>
            <p:cNvSpPr/>
            <p:nvPr/>
          </p:nvSpPr>
          <p:spPr>
            <a:xfrm>
              <a:off x="5578725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66" name="pg116">
              <a:extLst>
                <a:ext uri="{FF2B5EF4-FFF2-40B4-BE49-F238E27FC236}">
                  <a16:creationId xmlns:a16="http://schemas.microsoft.com/office/drawing/2014/main" id="{C3AEF3E7-32F1-04E4-AC71-7C9122F5F384}"/>
                </a:ext>
              </a:extLst>
            </p:cNvPr>
            <p:cNvSpPr/>
            <p:nvPr/>
          </p:nvSpPr>
          <p:spPr>
            <a:xfrm>
              <a:off x="5590363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67" name="pg117">
              <a:extLst>
                <a:ext uri="{FF2B5EF4-FFF2-40B4-BE49-F238E27FC236}">
                  <a16:creationId xmlns:a16="http://schemas.microsoft.com/office/drawing/2014/main" id="{4F62196A-EA77-7149-16C4-DC03163D316B}"/>
                </a:ext>
              </a:extLst>
            </p:cNvPr>
            <p:cNvSpPr/>
            <p:nvPr/>
          </p:nvSpPr>
          <p:spPr>
            <a:xfrm>
              <a:off x="5602000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68" name="pg118">
              <a:extLst>
                <a:ext uri="{FF2B5EF4-FFF2-40B4-BE49-F238E27FC236}">
                  <a16:creationId xmlns:a16="http://schemas.microsoft.com/office/drawing/2014/main" id="{67AA0F53-B019-A34C-DB54-A484F6C2F505}"/>
                </a:ext>
              </a:extLst>
            </p:cNvPr>
            <p:cNvSpPr/>
            <p:nvPr/>
          </p:nvSpPr>
          <p:spPr>
            <a:xfrm>
              <a:off x="5613637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69" name="pg119">
              <a:extLst>
                <a:ext uri="{FF2B5EF4-FFF2-40B4-BE49-F238E27FC236}">
                  <a16:creationId xmlns:a16="http://schemas.microsoft.com/office/drawing/2014/main" id="{02982DD8-D520-3AB5-9A26-DDD2BEEFDFD7}"/>
                </a:ext>
              </a:extLst>
            </p:cNvPr>
            <p:cNvSpPr/>
            <p:nvPr/>
          </p:nvSpPr>
          <p:spPr>
            <a:xfrm>
              <a:off x="5625275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70" name="pg120">
              <a:extLst>
                <a:ext uri="{FF2B5EF4-FFF2-40B4-BE49-F238E27FC236}">
                  <a16:creationId xmlns:a16="http://schemas.microsoft.com/office/drawing/2014/main" id="{4FEA3549-62E2-F368-012C-81D9A63C7ECF}"/>
                </a:ext>
              </a:extLst>
            </p:cNvPr>
            <p:cNvSpPr/>
            <p:nvPr/>
          </p:nvSpPr>
          <p:spPr>
            <a:xfrm>
              <a:off x="5636912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71" name="pg121">
              <a:extLst>
                <a:ext uri="{FF2B5EF4-FFF2-40B4-BE49-F238E27FC236}">
                  <a16:creationId xmlns:a16="http://schemas.microsoft.com/office/drawing/2014/main" id="{DF5172A1-C344-5C22-3BFC-33AC140EC411}"/>
                </a:ext>
              </a:extLst>
            </p:cNvPr>
            <p:cNvSpPr/>
            <p:nvPr/>
          </p:nvSpPr>
          <p:spPr>
            <a:xfrm>
              <a:off x="5648549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72" name="pg122">
              <a:extLst>
                <a:ext uri="{FF2B5EF4-FFF2-40B4-BE49-F238E27FC236}">
                  <a16:creationId xmlns:a16="http://schemas.microsoft.com/office/drawing/2014/main" id="{A7758376-93C6-92D4-BC3C-119C1283BE90}"/>
                </a:ext>
              </a:extLst>
            </p:cNvPr>
            <p:cNvSpPr/>
            <p:nvPr/>
          </p:nvSpPr>
          <p:spPr>
            <a:xfrm>
              <a:off x="5660186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73" name="pg123">
              <a:extLst>
                <a:ext uri="{FF2B5EF4-FFF2-40B4-BE49-F238E27FC236}">
                  <a16:creationId xmlns:a16="http://schemas.microsoft.com/office/drawing/2014/main" id="{41CFD335-D057-7CB9-6D49-3BF6372C899D}"/>
                </a:ext>
              </a:extLst>
            </p:cNvPr>
            <p:cNvSpPr/>
            <p:nvPr/>
          </p:nvSpPr>
          <p:spPr>
            <a:xfrm>
              <a:off x="5473989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74" name="pg124">
              <a:extLst>
                <a:ext uri="{FF2B5EF4-FFF2-40B4-BE49-F238E27FC236}">
                  <a16:creationId xmlns:a16="http://schemas.microsoft.com/office/drawing/2014/main" id="{0D880161-3440-84E5-5AA1-396A98274D46}"/>
                </a:ext>
              </a:extLst>
            </p:cNvPr>
            <p:cNvSpPr/>
            <p:nvPr/>
          </p:nvSpPr>
          <p:spPr>
            <a:xfrm>
              <a:off x="5485627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75" name="pg125">
              <a:extLst>
                <a:ext uri="{FF2B5EF4-FFF2-40B4-BE49-F238E27FC236}">
                  <a16:creationId xmlns:a16="http://schemas.microsoft.com/office/drawing/2014/main" id="{4B17E796-4C76-C76E-6A48-824131205109}"/>
                </a:ext>
              </a:extLst>
            </p:cNvPr>
            <p:cNvSpPr/>
            <p:nvPr/>
          </p:nvSpPr>
          <p:spPr>
            <a:xfrm>
              <a:off x="5497264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76" name="pg126">
              <a:extLst>
                <a:ext uri="{FF2B5EF4-FFF2-40B4-BE49-F238E27FC236}">
                  <a16:creationId xmlns:a16="http://schemas.microsoft.com/office/drawing/2014/main" id="{C70F9A84-A0C2-93FC-5CDD-31851CA701CB}"/>
                </a:ext>
              </a:extLst>
            </p:cNvPr>
            <p:cNvSpPr/>
            <p:nvPr/>
          </p:nvSpPr>
          <p:spPr>
            <a:xfrm>
              <a:off x="5508901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77" name="pg127">
              <a:extLst>
                <a:ext uri="{FF2B5EF4-FFF2-40B4-BE49-F238E27FC236}">
                  <a16:creationId xmlns:a16="http://schemas.microsoft.com/office/drawing/2014/main" id="{76C7E535-6D96-30BC-1974-19BA859823B1}"/>
                </a:ext>
              </a:extLst>
            </p:cNvPr>
            <p:cNvSpPr/>
            <p:nvPr/>
          </p:nvSpPr>
          <p:spPr>
            <a:xfrm>
              <a:off x="5520539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78" name="pg128">
              <a:extLst>
                <a:ext uri="{FF2B5EF4-FFF2-40B4-BE49-F238E27FC236}">
                  <a16:creationId xmlns:a16="http://schemas.microsoft.com/office/drawing/2014/main" id="{FDFE576A-64E2-AC07-1FBA-41161CDAC5CD}"/>
                </a:ext>
              </a:extLst>
            </p:cNvPr>
            <p:cNvSpPr/>
            <p:nvPr/>
          </p:nvSpPr>
          <p:spPr>
            <a:xfrm>
              <a:off x="5532176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79" name="pg129">
              <a:extLst>
                <a:ext uri="{FF2B5EF4-FFF2-40B4-BE49-F238E27FC236}">
                  <a16:creationId xmlns:a16="http://schemas.microsoft.com/office/drawing/2014/main" id="{14CE1359-EC0C-9934-D949-45D32AA090B3}"/>
                </a:ext>
              </a:extLst>
            </p:cNvPr>
            <p:cNvSpPr/>
            <p:nvPr/>
          </p:nvSpPr>
          <p:spPr>
            <a:xfrm>
              <a:off x="5543813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80" name="pg130">
              <a:extLst>
                <a:ext uri="{FF2B5EF4-FFF2-40B4-BE49-F238E27FC236}">
                  <a16:creationId xmlns:a16="http://schemas.microsoft.com/office/drawing/2014/main" id="{24686392-D094-FFCD-93F2-2CBFBB548773}"/>
                </a:ext>
              </a:extLst>
            </p:cNvPr>
            <p:cNvSpPr/>
            <p:nvPr/>
          </p:nvSpPr>
          <p:spPr>
            <a:xfrm>
              <a:off x="5555451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81" name="pg131">
              <a:extLst>
                <a:ext uri="{FF2B5EF4-FFF2-40B4-BE49-F238E27FC236}">
                  <a16:creationId xmlns:a16="http://schemas.microsoft.com/office/drawing/2014/main" id="{B640A714-96F7-2F39-5564-086BC2A35166}"/>
                </a:ext>
              </a:extLst>
            </p:cNvPr>
            <p:cNvSpPr/>
            <p:nvPr/>
          </p:nvSpPr>
          <p:spPr>
            <a:xfrm>
              <a:off x="5567088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82" name="pg132">
              <a:extLst>
                <a:ext uri="{FF2B5EF4-FFF2-40B4-BE49-F238E27FC236}">
                  <a16:creationId xmlns:a16="http://schemas.microsoft.com/office/drawing/2014/main" id="{55CFCB27-3D99-8B76-D365-D38FACA46293}"/>
                </a:ext>
              </a:extLst>
            </p:cNvPr>
            <p:cNvSpPr/>
            <p:nvPr/>
          </p:nvSpPr>
          <p:spPr>
            <a:xfrm>
              <a:off x="5578725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83" name="pg133">
              <a:extLst>
                <a:ext uri="{FF2B5EF4-FFF2-40B4-BE49-F238E27FC236}">
                  <a16:creationId xmlns:a16="http://schemas.microsoft.com/office/drawing/2014/main" id="{1861C3CC-7AF6-41B9-DB48-C1124D7EDA7A}"/>
                </a:ext>
              </a:extLst>
            </p:cNvPr>
            <p:cNvSpPr/>
            <p:nvPr/>
          </p:nvSpPr>
          <p:spPr>
            <a:xfrm>
              <a:off x="5590363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84" name="pg134">
              <a:extLst>
                <a:ext uri="{FF2B5EF4-FFF2-40B4-BE49-F238E27FC236}">
                  <a16:creationId xmlns:a16="http://schemas.microsoft.com/office/drawing/2014/main" id="{D12A0E43-7F1C-8C90-FFE5-7B434A9C3D13}"/>
                </a:ext>
              </a:extLst>
            </p:cNvPr>
            <p:cNvSpPr/>
            <p:nvPr/>
          </p:nvSpPr>
          <p:spPr>
            <a:xfrm>
              <a:off x="5602000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85" name="pg135">
              <a:extLst>
                <a:ext uri="{FF2B5EF4-FFF2-40B4-BE49-F238E27FC236}">
                  <a16:creationId xmlns:a16="http://schemas.microsoft.com/office/drawing/2014/main" id="{4EA6D02A-8B4F-FF36-72AA-2D820720D50F}"/>
                </a:ext>
              </a:extLst>
            </p:cNvPr>
            <p:cNvSpPr/>
            <p:nvPr/>
          </p:nvSpPr>
          <p:spPr>
            <a:xfrm>
              <a:off x="5613637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86" name="pg136">
              <a:extLst>
                <a:ext uri="{FF2B5EF4-FFF2-40B4-BE49-F238E27FC236}">
                  <a16:creationId xmlns:a16="http://schemas.microsoft.com/office/drawing/2014/main" id="{CDB25C14-3053-D6E3-51C9-EFBD1CAC7DA9}"/>
                </a:ext>
              </a:extLst>
            </p:cNvPr>
            <p:cNvSpPr/>
            <p:nvPr/>
          </p:nvSpPr>
          <p:spPr>
            <a:xfrm>
              <a:off x="5625275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87" name="pg137">
              <a:extLst>
                <a:ext uri="{FF2B5EF4-FFF2-40B4-BE49-F238E27FC236}">
                  <a16:creationId xmlns:a16="http://schemas.microsoft.com/office/drawing/2014/main" id="{1704C5D9-05E3-CD55-A557-F8A1C7077857}"/>
                </a:ext>
              </a:extLst>
            </p:cNvPr>
            <p:cNvSpPr/>
            <p:nvPr/>
          </p:nvSpPr>
          <p:spPr>
            <a:xfrm>
              <a:off x="5450715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88" name="pg138">
              <a:extLst>
                <a:ext uri="{FF2B5EF4-FFF2-40B4-BE49-F238E27FC236}">
                  <a16:creationId xmlns:a16="http://schemas.microsoft.com/office/drawing/2014/main" id="{B2A85A4C-2CB1-8529-9050-FF0B2CE2E903}"/>
                </a:ext>
              </a:extLst>
            </p:cNvPr>
            <p:cNvSpPr/>
            <p:nvPr/>
          </p:nvSpPr>
          <p:spPr>
            <a:xfrm>
              <a:off x="5462352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89" name="pg139">
              <a:extLst>
                <a:ext uri="{FF2B5EF4-FFF2-40B4-BE49-F238E27FC236}">
                  <a16:creationId xmlns:a16="http://schemas.microsoft.com/office/drawing/2014/main" id="{2205296A-2919-C4E8-7108-642D59004DC2}"/>
                </a:ext>
              </a:extLst>
            </p:cNvPr>
            <p:cNvSpPr/>
            <p:nvPr/>
          </p:nvSpPr>
          <p:spPr>
            <a:xfrm>
              <a:off x="5473989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90" name="pg140">
              <a:extLst>
                <a:ext uri="{FF2B5EF4-FFF2-40B4-BE49-F238E27FC236}">
                  <a16:creationId xmlns:a16="http://schemas.microsoft.com/office/drawing/2014/main" id="{45063F9E-A1EC-4935-47C0-29E793729CBC}"/>
                </a:ext>
              </a:extLst>
            </p:cNvPr>
            <p:cNvSpPr/>
            <p:nvPr/>
          </p:nvSpPr>
          <p:spPr>
            <a:xfrm>
              <a:off x="5485627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91" name="pg141">
              <a:extLst>
                <a:ext uri="{FF2B5EF4-FFF2-40B4-BE49-F238E27FC236}">
                  <a16:creationId xmlns:a16="http://schemas.microsoft.com/office/drawing/2014/main" id="{CE172AF0-2ADD-E1BC-FF0C-532C96735790}"/>
                </a:ext>
              </a:extLst>
            </p:cNvPr>
            <p:cNvSpPr/>
            <p:nvPr/>
          </p:nvSpPr>
          <p:spPr>
            <a:xfrm>
              <a:off x="5497264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92" name="pg142">
              <a:extLst>
                <a:ext uri="{FF2B5EF4-FFF2-40B4-BE49-F238E27FC236}">
                  <a16:creationId xmlns:a16="http://schemas.microsoft.com/office/drawing/2014/main" id="{8CE126BC-E3D3-E4B4-51F7-0FEFF99BE8A5}"/>
                </a:ext>
              </a:extLst>
            </p:cNvPr>
            <p:cNvSpPr/>
            <p:nvPr/>
          </p:nvSpPr>
          <p:spPr>
            <a:xfrm>
              <a:off x="5508901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93" name="pg143">
              <a:extLst>
                <a:ext uri="{FF2B5EF4-FFF2-40B4-BE49-F238E27FC236}">
                  <a16:creationId xmlns:a16="http://schemas.microsoft.com/office/drawing/2014/main" id="{88992B47-ED1A-CFEF-AFD4-9BBA69FB8C2C}"/>
                </a:ext>
              </a:extLst>
            </p:cNvPr>
            <p:cNvSpPr/>
            <p:nvPr/>
          </p:nvSpPr>
          <p:spPr>
            <a:xfrm>
              <a:off x="5520539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94" name="pg144">
              <a:extLst>
                <a:ext uri="{FF2B5EF4-FFF2-40B4-BE49-F238E27FC236}">
                  <a16:creationId xmlns:a16="http://schemas.microsoft.com/office/drawing/2014/main" id="{CEAB50C2-875D-A6A1-527C-C68E49433DDC}"/>
                </a:ext>
              </a:extLst>
            </p:cNvPr>
            <p:cNvSpPr/>
            <p:nvPr/>
          </p:nvSpPr>
          <p:spPr>
            <a:xfrm>
              <a:off x="5532176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95" name="pg145">
              <a:extLst>
                <a:ext uri="{FF2B5EF4-FFF2-40B4-BE49-F238E27FC236}">
                  <a16:creationId xmlns:a16="http://schemas.microsoft.com/office/drawing/2014/main" id="{83BA2F26-82F9-8BA8-316A-9E74DDA1A163}"/>
                </a:ext>
              </a:extLst>
            </p:cNvPr>
            <p:cNvSpPr/>
            <p:nvPr/>
          </p:nvSpPr>
          <p:spPr>
            <a:xfrm>
              <a:off x="5543813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96" name="pg146">
              <a:extLst>
                <a:ext uri="{FF2B5EF4-FFF2-40B4-BE49-F238E27FC236}">
                  <a16:creationId xmlns:a16="http://schemas.microsoft.com/office/drawing/2014/main" id="{6510CBEE-0DDC-DEBE-029E-406E3A2988E2}"/>
                </a:ext>
              </a:extLst>
            </p:cNvPr>
            <p:cNvSpPr/>
            <p:nvPr/>
          </p:nvSpPr>
          <p:spPr>
            <a:xfrm>
              <a:off x="5555451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97" name="pg147">
              <a:extLst>
                <a:ext uri="{FF2B5EF4-FFF2-40B4-BE49-F238E27FC236}">
                  <a16:creationId xmlns:a16="http://schemas.microsoft.com/office/drawing/2014/main" id="{E56D13C4-40C0-0B75-F39E-525C93ECE5B5}"/>
                </a:ext>
              </a:extLst>
            </p:cNvPr>
            <p:cNvSpPr/>
            <p:nvPr/>
          </p:nvSpPr>
          <p:spPr>
            <a:xfrm>
              <a:off x="5567088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98" name="pg148">
              <a:extLst>
                <a:ext uri="{FF2B5EF4-FFF2-40B4-BE49-F238E27FC236}">
                  <a16:creationId xmlns:a16="http://schemas.microsoft.com/office/drawing/2014/main" id="{827F75C6-15B0-8F35-C51A-C588DD6E5DC7}"/>
                </a:ext>
              </a:extLst>
            </p:cNvPr>
            <p:cNvSpPr/>
            <p:nvPr/>
          </p:nvSpPr>
          <p:spPr>
            <a:xfrm>
              <a:off x="5578725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99" name="pg149">
              <a:extLst>
                <a:ext uri="{FF2B5EF4-FFF2-40B4-BE49-F238E27FC236}">
                  <a16:creationId xmlns:a16="http://schemas.microsoft.com/office/drawing/2014/main" id="{0E738888-1D2A-573B-D90B-F0E6E29BB290}"/>
                </a:ext>
              </a:extLst>
            </p:cNvPr>
            <p:cNvSpPr/>
            <p:nvPr/>
          </p:nvSpPr>
          <p:spPr>
            <a:xfrm>
              <a:off x="5439077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00" name="pg150">
              <a:extLst>
                <a:ext uri="{FF2B5EF4-FFF2-40B4-BE49-F238E27FC236}">
                  <a16:creationId xmlns:a16="http://schemas.microsoft.com/office/drawing/2014/main" id="{797F4DA5-0E6B-F313-D082-3AF6EB2D7606}"/>
                </a:ext>
              </a:extLst>
            </p:cNvPr>
            <p:cNvSpPr/>
            <p:nvPr/>
          </p:nvSpPr>
          <p:spPr>
            <a:xfrm>
              <a:off x="5450715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01" name="pg151">
              <a:extLst>
                <a:ext uri="{FF2B5EF4-FFF2-40B4-BE49-F238E27FC236}">
                  <a16:creationId xmlns:a16="http://schemas.microsoft.com/office/drawing/2014/main" id="{B0CB457B-8A92-6D95-AC5E-687A56445DDB}"/>
                </a:ext>
              </a:extLst>
            </p:cNvPr>
            <p:cNvSpPr/>
            <p:nvPr/>
          </p:nvSpPr>
          <p:spPr>
            <a:xfrm>
              <a:off x="5462352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02" name="pg152">
              <a:extLst>
                <a:ext uri="{FF2B5EF4-FFF2-40B4-BE49-F238E27FC236}">
                  <a16:creationId xmlns:a16="http://schemas.microsoft.com/office/drawing/2014/main" id="{465AC688-8FA5-4EF9-9035-11B3D8529054}"/>
                </a:ext>
              </a:extLst>
            </p:cNvPr>
            <p:cNvSpPr/>
            <p:nvPr/>
          </p:nvSpPr>
          <p:spPr>
            <a:xfrm>
              <a:off x="5473989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03" name="pg153">
              <a:extLst>
                <a:ext uri="{FF2B5EF4-FFF2-40B4-BE49-F238E27FC236}">
                  <a16:creationId xmlns:a16="http://schemas.microsoft.com/office/drawing/2014/main" id="{D0B7DE74-BDA9-0A87-9AE9-208A6EDBF995}"/>
                </a:ext>
              </a:extLst>
            </p:cNvPr>
            <p:cNvSpPr/>
            <p:nvPr/>
          </p:nvSpPr>
          <p:spPr>
            <a:xfrm>
              <a:off x="5485627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04" name="pg154">
              <a:extLst>
                <a:ext uri="{FF2B5EF4-FFF2-40B4-BE49-F238E27FC236}">
                  <a16:creationId xmlns:a16="http://schemas.microsoft.com/office/drawing/2014/main" id="{1D420947-A30F-81D8-15FD-9EDC1179B176}"/>
                </a:ext>
              </a:extLst>
            </p:cNvPr>
            <p:cNvSpPr/>
            <p:nvPr/>
          </p:nvSpPr>
          <p:spPr>
            <a:xfrm>
              <a:off x="5497264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05" name="pg155">
              <a:extLst>
                <a:ext uri="{FF2B5EF4-FFF2-40B4-BE49-F238E27FC236}">
                  <a16:creationId xmlns:a16="http://schemas.microsoft.com/office/drawing/2014/main" id="{4CC4B828-D80B-D86F-2ADE-473EB3CD8A9C}"/>
                </a:ext>
              </a:extLst>
            </p:cNvPr>
            <p:cNvSpPr/>
            <p:nvPr/>
          </p:nvSpPr>
          <p:spPr>
            <a:xfrm>
              <a:off x="5508901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06" name="pg156">
              <a:extLst>
                <a:ext uri="{FF2B5EF4-FFF2-40B4-BE49-F238E27FC236}">
                  <a16:creationId xmlns:a16="http://schemas.microsoft.com/office/drawing/2014/main" id="{6137F4D0-6D0A-D6EF-E3E2-B6D20DFC65F6}"/>
                </a:ext>
              </a:extLst>
            </p:cNvPr>
            <p:cNvSpPr/>
            <p:nvPr/>
          </p:nvSpPr>
          <p:spPr>
            <a:xfrm>
              <a:off x="5520539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07" name="pg157">
              <a:extLst>
                <a:ext uri="{FF2B5EF4-FFF2-40B4-BE49-F238E27FC236}">
                  <a16:creationId xmlns:a16="http://schemas.microsoft.com/office/drawing/2014/main" id="{1C44E1C8-EF34-B66F-5420-89AAE6D93283}"/>
                </a:ext>
              </a:extLst>
            </p:cNvPr>
            <p:cNvSpPr/>
            <p:nvPr/>
          </p:nvSpPr>
          <p:spPr>
            <a:xfrm>
              <a:off x="5532176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08" name="pg158">
              <a:extLst>
                <a:ext uri="{FF2B5EF4-FFF2-40B4-BE49-F238E27FC236}">
                  <a16:creationId xmlns:a16="http://schemas.microsoft.com/office/drawing/2014/main" id="{D5031C8D-4F89-A15A-96A9-AF68FE7EEA90}"/>
                </a:ext>
              </a:extLst>
            </p:cNvPr>
            <p:cNvSpPr/>
            <p:nvPr/>
          </p:nvSpPr>
          <p:spPr>
            <a:xfrm>
              <a:off x="5543813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09" name="pg159">
              <a:extLst>
                <a:ext uri="{FF2B5EF4-FFF2-40B4-BE49-F238E27FC236}">
                  <a16:creationId xmlns:a16="http://schemas.microsoft.com/office/drawing/2014/main" id="{A5886656-8CC2-777B-4D62-95F17A90E33F}"/>
                </a:ext>
              </a:extLst>
            </p:cNvPr>
            <p:cNvSpPr/>
            <p:nvPr/>
          </p:nvSpPr>
          <p:spPr>
            <a:xfrm>
              <a:off x="5555451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10" name="pg160">
              <a:extLst>
                <a:ext uri="{FF2B5EF4-FFF2-40B4-BE49-F238E27FC236}">
                  <a16:creationId xmlns:a16="http://schemas.microsoft.com/office/drawing/2014/main" id="{932185B5-40FF-F6F7-1A29-50590A6C12E1}"/>
                </a:ext>
              </a:extLst>
            </p:cNvPr>
            <p:cNvSpPr/>
            <p:nvPr/>
          </p:nvSpPr>
          <p:spPr>
            <a:xfrm>
              <a:off x="5427440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11" name="pg161">
              <a:extLst>
                <a:ext uri="{FF2B5EF4-FFF2-40B4-BE49-F238E27FC236}">
                  <a16:creationId xmlns:a16="http://schemas.microsoft.com/office/drawing/2014/main" id="{2E8754F8-1AD9-149D-732C-0DFAA97386D7}"/>
                </a:ext>
              </a:extLst>
            </p:cNvPr>
            <p:cNvSpPr/>
            <p:nvPr/>
          </p:nvSpPr>
          <p:spPr>
            <a:xfrm>
              <a:off x="5439077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12" name="pg162">
              <a:extLst>
                <a:ext uri="{FF2B5EF4-FFF2-40B4-BE49-F238E27FC236}">
                  <a16:creationId xmlns:a16="http://schemas.microsoft.com/office/drawing/2014/main" id="{5B4E1C4B-3B49-7024-54EE-A92C67C5B9D3}"/>
                </a:ext>
              </a:extLst>
            </p:cNvPr>
            <p:cNvSpPr/>
            <p:nvPr/>
          </p:nvSpPr>
          <p:spPr>
            <a:xfrm>
              <a:off x="5450715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13" name="pg163">
              <a:extLst>
                <a:ext uri="{FF2B5EF4-FFF2-40B4-BE49-F238E27FC236}">
                  <a16:creationId xmlns:a16="http://schemas.microsoft.com/office/drawing/2014/main" id="{F1F83B4B-E346-879D-772A-3E098FFF53F3}"/>
                </a:ext>
              </a:extLst>
            </p:cNvPr>
            <p:cNvSpPr/>
            <p:nvPr/>
          </p:nvSpPr>
          <p:spPr>
            <a:xfrm>
              <a:off x="5462352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14" name="pg164">
              <a:extLst>
                <a:ext uri="{FF2B5EF4-FFF2-40B4-BE49-F238E27FC236}">
                  <a16:creationId xmlns:a16="http://schemas.microsoft.com/office/drawing/2014/main" id="{C0C4E58A-52B7-8EB4-3D68-B5AAAD409F71}"/>
                </a:ext>
              </a:extLst>
            </p:cNvPr>
            <p:cNvSpPr/>
            <p:nvPr/>
          </p:nvSpPr>
          <p:spPr>
            <a:xfrm>
              <a:off x="5473989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15" name="pg165">
              <a:extLst>
                <a:ext uri="{FF2B5EF4-FFF2-40B4-BE49-F238E27FC236}">
                  <a16:creationId xmlns:a16="http://schemas.microsoft.com/office/drawing/2014/main" id="{DCE8526D-891A-3CA7-CC0D-349D50546B28}"/>
                </a:ext>
              </a:extLst>
            </p:cNvPr>
            <p:cNvSpPr/>
            <p:nvPr/>
          </p:nvSpPr>
          <p:spPr>
            <a:xfrm>
              <a:off x="5485627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16" name="pg166">
              <a:extLst>
                <a:ext uri="{FF2B5EF4-FFF2-40B4-BE49-F238E27FC236}">
                  <a16:creationId xmlns:a16="http://schemas.microsoft.com/office/drawing/2014/main" id="{84ADCFA6-1023-E407-5AC6-DD8094B9E666}"/>
                </a:ext>
              </a:extLst>
            </p:cNvPr>
            <p:cNvSpPr/>
            <p:nvPr/>
          </p:nvSpPr>
          <p:spPr>
            <a:xfrm>
              <a:off x="5497264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17" name="pg167">
              <a:extLst>
                <a:ext uri="{FF2B5EF4-FFF2-40B4-BE49-F238E27FC236}">
                  <a16:creationId xmlns:a16="http://schemas.microsoft.com/office/drawing/2014/main" id="{82B742E0-FB73-0B1C-A3B5-BC17125BB0EF}"/>
                </a:ext>
              </a:extLst>
            </p:cNvPr>
            <p:cNvSpPr/>
            <p:nvPr/>
          </p:nvSpPr>
          <p:spPr>
            <a:xfrm>
              <a:off x="5508901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18" name="pg168">
              <a:extLst>
                <a:ext uri="{FF2B5EF4-FFF2-40B4-BE49-F238E27FC236}">
                  <a16:creationId xmlns:a16="http://schemas.microsoft.com/office/drawing/2014/main" id="{67CAB2B5-B539-D11C-E92F-626322C782A1}"/>
                </a:ext>
              </a:extLst>
            </p:cNvPr>
            <p:cNvSpPr/>
            <p:nvPr/>
          </p:nvSpPr>
          <p:spPr>
            <a:xfrm>
              <a:off x="5520539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19" name="pg169">
              <a:extLst>
                <a:ext uri="{FF2B5EF4-FFF2-40B4-BE49-F238E27FC236}">
                  <a16:creationId xmlns:a16="http://schemas.microsoft.com/office/drawing/2014/main" id="{50F237AE-A7D0-5DD9-954A-AB96FA0FBBBE}"/>
                </a:ext>
              </a:extLst>
            </p:cNvPr>
            <p:cNvSpPr/>
            <p:nvPr/>
          </p:nvSpPr>
          <p:spPr>
            <a:xfrm>
              <a:off x="5532176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20" name="pg170">
              <a:extLst>
                <a:ext uri="{FF2B5EF4-FFF2-40B4-BE49-F238E27FC236}">
                  <a16:creationId xmlns:a16="http://schemas.microsoft.com/office/drawing/2014/main" id="{AEB20490-A78F-E0C4-20F1-A12653322A15}"/>
                </a:ext>
              </a:extLst>
            </p:cNvPr>
            <p:cNvSpPr/>
            <p:nvPr/>
          </p:nvSpPr>
          <p:spPr>
            <a:xfrm>
              <a:off x="5415803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21" name="pg171">
              <a:extLst>
                <a:ext uri="{FF2B5EF4-FFF2-40B4-BE49-F238E27FC236}">
                  <a16:creationId xmlns:a16="http://schemas.microsoft.com/office/drawing/2014/main" id="{97A8A069-3751-B8F4-1BFA-496A8B03D78E}"/>
                </a:ext>
              </a:extLst>
            </p:cNvPr>
            <p:cNvSpPr/>
            <p:nvPr/>
          </p:nvSpPr>
          <p:spPr>
            <a:xfrm>
              <a:off x="5427440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22" name="pg172">
              <a:extLst>
                <a:ext uri="{FF2B5EF4-FFF2-40B4-BE49-F238E27FC236}">
                  <a16:creationId xmlns:a16="http://schemas.microsoft.com/office/drawing/2014/main" id="{D37657D6-941E-400B-DD9A-51C0D29DA5FE}"/>
                </a:ext>
              </a:extLst>
            </p:cNvPr>
            <p:cNvSpPr/>
            <p:nvPr/>
          </p:nvSpPr>
          <p:spPr>
            <a:xfrm>
              <a:off x="5439077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23" name="pg173">
              <a:extLst>
                <a:ext uri="{FF2B5EF4-FFF2-40B4-BE49-F238E27FC236}">
                  <a16:creationId xmlns:a16="http://schemas.microsoft.com/office/drawing/2014/main" id="{70FCCC3B-00B9-56E0-E36D-2779C10FF572}"/>
                </a:ext>
              </a:extLst>
            </p:cNvPr>
            <p:cNvSpPr/>
            <p:nvPr/>
          </p:nvSpPr>
          <p:spPr>
            <a:xfrm>
              <a:off x="5450715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24" name="pg174">
              <a:extLst>
                <a:ext uri="{FF2B5EF4-FFF2-40B4-BE49-F238E27FC236}">
                  <a16:creationId xmlns:a16="http://schemas.microsoft.com/office/drawing/2014/main" id="{2B5FEA3E-6DDB-F67B-5F18-4054074F0631}"/>
                </a:ext>
              </a:extLst>
            </p:cNvPr>
            <p:cNvSpPr/>
            <p:nvPr/>
          </p:nvSpPr>
          <p:spPr>
            <a:xfrm>
              <a:off x="5462352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25" name="pg175">
              <a:extLst>
                <a:ext uri="{FF2B5EF4-FFF2-40B4-BE49-F238E27FC236}">
                  <a16:creationId xmlns:a16="http://schemas.microsoft.com/office/drawing/2014/main" id="{5718D83A-62E5-59C3-0909-502FF7F8720B}"/>
                </a:ext>
              </a:extLst>
            </p:cNvPr>
            <p:cNvSpPr/>
            <p:nvPr/>
          </p:nvSpPr>
          <p:spPr>
            <a:xfrm>
              <a:off x="5473989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26" name="pg176">
              <a:extLst>
                <a:ext uri="{FF2B5EF4-FFF2-40B4-BE49-F238E27FC236}">
                  <a16:creationId xmlns:a16="http://schemas.microsoft.com/office/drawing/2014/main" id="{C977A41D-2332-303B-C57E-BB6BC8A201C8}"/>
                </a:ext>
              </a:extLst>
            </p:cNvPr>
            <p:cNvSpPr/>
            <p:nvPr/>
          </p:nvSpPr>
          <p:spPr>
            <a:xfrm>
              <a:off x="5485627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27" name="pg177">
              <a:extLst>
                <a:ext uri="{FF2B5EF4-FFF2-40B4-BE49-F238E27FC236}">
                  <a16:creationId xmlns:a16="http://schemas.microsoft.com/office/drawing/2014/main" id="{FF8C9636-09C2-7BE6-51AE-409EE85E1AD8}"/>
                </a:ext>
              </a:extLst>
            </p:cNvPr>
            <p:cNvSpPr/>
            <p:nvPr/>
          </p:nvSpPr>
          <p:spPr>
            <a:xfrm>
              <a:off x="5497264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28" name="pg178">
              <a:extLst>
                <a:ext uri="{FF2B5EF4-FFF2-40B4-BE49-F238E27FC236}">
                  <a16:creationId xmlns:a16="http://schemas.microsoft.com/office/drawing/2014/main" id="{CD79938F-FB5B-C1AC-7C2A-E88B39D4A929}"/>
                </a:ext>
              </a:extLst>
            </p:cNvPr>
            <p:cNvSpPr/>
            <p:nvPr/>
          </p:nvSpPr>
          <p:spPr>
            <a:xfrm>
              <a:off x="5508901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29" name="pg179">
              <a:extLst>
                <a:ext uri="{FF2B5EF4-FFF2-40B4-BE49-F238E27FC236}">
                  <a16:creationId xmlns:a16="http://schemas.microsoft.com/office/drawing/2014/main" id="{1CE8AF73-32C9-3ED2-F579-16060078CE66}"/>
                </a:ext>
              </a:extLst>
            </p:cNvPr>
            <p:cNvSpPr/>
            <p:nvPr/>
          </p:nvSpPr>
          <p:spPr>
            <a:xfrm>
              <a:off x="5380891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30" name="pg180">
              <a:extLst>
                <a:ext uri="{FF2B5EF4-FFF2-40B4-BE49-F238E27FC236}">
                  <a16:creationId xmlns:a16="http://schemas.microsoft.com/office/drawing/2014/main" id="{0F4CB379-2B90-68FD-9782-44F3C523E441}"/>
                </a:ext>
              </a:extLst>
            </p:cNvPr>
            <p:cNvSpPr/>
            <p:nvPr/>
          </p:nvSpPr>
          <p:spPr>
            <a:xfrm>
              <a:off x="5392528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31" name="pg181">
              <a:extLst>
                <a:ext uri="{FF2B5EF4-FFF2-40B4-BE49-F238E27FC236}">
                  <a16:creationId xmlns:a16="http://schemas.microsoft.com/office/drawing/2014/main" id="{96515266-8F2A-6EA3-A722-8A8692B4846C}"/>
                </a:ext>
              </a:extLst>
            </p:cNvPr>
            <p:cNvSpPr/>
            <p:nvPr/>
          </p:nvSpPr>
          <p:spPr>
            <a:xfrm>
              <a:off x="5404165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2">
                <a:alpha val="100000"/>
              </a:srgbClr>
            </a:solidFill>
            <a:ln w="5420" cap="flat">
              <a:solidFill>
                <a:srgbClr val="3A74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32" name="pg182">
              <a:extLst>
                <a:ext uri="{FF2B5EF4-FFF2-40B4-BE49-F238E27FC236}">
                  <a16:creationId xmlns:a16="http://schemas.microsoft.com/office/drawing/2014/main" id="{AD10A4FA-30B5-EBE7-3016-2A6A0C4090FA}"/>
                </a:ext>
              </a:extLst>
            </p:cNvPr>
            <p:cNvSpPr/>
            <p:nvPr/>
          </p:nvSpPr>
          <p:spPr>
            <a:xfrm>
              <a:off x="5415803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33" name="pg183">
              <a:extLst>
                <a:ext uri="{FF2B5EF4-FFF2-40B4-BE49-F238E27FC236}">
                  <a16:creationId xmlns:a16="http://schemas.microsoft.com/office/drawing/2014/main" id="{9CA6548F-61CC-E0BE-35F5-ECA0C4280038}"/>
                </a:ext>
              </a:extLst>
            </p:cNvPr>
            <p:cNvSpPr/>
            <p:nvPr/>
          </p:nvSpPr>
          <p:spPr>
            <a:xfrm>
              <a:off x="5427440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34" name="pg184">
              <a:extLst>
                <a:ext uri="{FF2B5EF4-FFF2-40B4-BE49-F238E27FC236}">
                  <a16:creationId xmlns:a16="http://schemas.microsoft.com/office/drawing/2014/main" id="{52C96F67-040C-AE7E-D997-AD9D684F1C7C}"/>
                </a:ext>
              </a:extLst>
            </p:cNvPr>
            <p:cNvSpPr/>
            <p:nvPr/>
          </p:nvSpPr>
          <p:spPr>
            <a:xfrm>
              <a:off x="5439077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35" name="pg185">
              <a:extLst>
                <a:ext uri="{FF2B5EF4-FFF2-40B4-BE49-F238E27FC236}">
                  <a16:creationId xmlns:a16="http://schemas.microsoft.com/office/drawing/2014/main" id="{84A6C6DD-A4D3-5FFA-D66C-462F9D961217}"/>
                </a:ext>
              </a:extLst>
            </p:cNvPr>
            <p:cNvSpPr/>
            <p:nvPr/>
          </p:nvSpPr>
          <p:spPr>
            <a:xfrm>
              <a:off x="5450715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36" name="pg186">
              <a:extLst>
                <a:ext uri="{FF2B5EF4-FFF2-40B4-BE49-F238E27FC236}">
                  <a16:creationId xmlns:a16="http://schemas.microsoft.com/office/drawing/2014/main" id="{2D6B9F47-D600-99F4-E0A5-B65F62054201}"/>
                </a:ext>
              </a:extLst>
            </p:cNvPr>
            <p:cNvSpPr/>
            <p:nvPr/>
          </p:nvSpPr>
          <p:spPr>
            <a:xfrm>
              <a:off x="5462352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37" name="pg187">
              <a:extLst>
                <a:ext uri="{FF2B5EF4-FFF2-40B4-BE49-F238E27FC236}">
                  <a16:creationId xmlns:a16="http://schemas.microsoft.com/office/drawing/2014/main" id="{13B00DD3-6145-5979-E585-5D5AB3D22FF5}"/>
                </a:ext>
              </a:extLst>
            </p:cNvPr>
            <p:cNvSpPr/>
            <p:nvPr/>
          </p:nvSpPr>
          <p:spPr>
            <a:xfrm>
              <a:off x="5473989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38" name="pg188">
              <a:extLst>
                <a:ext uri="{FF2B5EF4-FFF2-40B4-BE49-F238E27FC236}">
                  <a16:creationId xmlns:a16="http://schemas.microsoft.com/office/drawing/2014/main" id="{6CE7A3CD-5B12-9709-DC22-2933680748B6}"/>
                </a:ext>
              </a:extLst>
            </p:cNvPr>
            <p:cNvSpPr/>
            <p:nvPr/>
          </p:nvSpPr>
          <p:spPr>
            <a:xfrm>
              <a:off x="5485627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39" name="pg189">
              <a:extLst>
                <a:ext uri="{FF2B5EF4-FFF2-40B4-BE49-F238E27FC236}">
                  <a16:creationId xmlns:a16="http://schemas.microsoft.com/office/drawing/2014/main" id="{E32895DE-0474-6A2B-BEC5-AD91D320BF65}"/>
                </a:ext>
              </a:extLst>
            </p:cNvPr>
            <p:cNvSpPr/>
            <p:nvPr/>
          </p:nvSpPr>
          <p:spPr>
            <a:xfrm>
              <a:off x="5369253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40" name="pg190">
              <a:extLst>
                <a:ext uri="{FF2B5EF4-FFF2-40B4-BE49-F238E27FC236}">
                  <a16:creationId xmlns:a16="http://schemas.microsoft.com/office/drawing/2014/main" id="{B3C9D032-EB9E-7B0A-6573-DA7A36D9B74C}"/>
                </a:ext>
              </a:extLst>
            </p:cNvPr>
            <p:cNvSpPr/>
            <p:nvPr/>
          </p:nvSpPr>
          <p:spPr>
            <a:xfrm>
              <a:off x="5380891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41" name="pg191">
              <a:extLst>
                <a:ext uri="{FF2B5EF4-FFF2-40B4-BE49-F238E27FC236}">
                  <a16:creationId xmlns:a16="http://schemas.microsoft.com/office/drawing/2014/main" id="{7F934204-9C88-2D5C-99F7-F84FF7F640D5}"/>
                </a:ext>
              </a:extLst>
            </p:cNvPr>
            <p:cNvSpPr/>
            <p:nvPr/>
          </p:nvSpPr>
          <p:spPr>
            <a:xfrm>
              <a:off x="5392528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42" name="pg192">
              <a:extLst>
                <a:ext uri="{FF2B5EF4-FFF2-40B4-BE49-F238E27FC236}">
                  <a16:creationId xmlns:a16="http://schemas.microsoft.com/office/drawing/2014/main" id="{ACDFD59F-B317-C1B7-FB0A-EDA8167D6C5E}"/>
                </a:ext>
              </a:extLst>
            </p:cNvPr>
            <p:cNvSpPr/>
            <p:nvPr/>
          </p:nvSpPr>
          <p:spPr>
            <a:xfrm>
              <a:off x="5404165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43" name="pg193">
              <a:extLst>
                <a:ext uri="{FF2B5EF4-FFF2-40B4-BE49-F238E27FC236}">
                  <a16:creationId xmlns:a16="http://schemas.microsoft.com/office/drawing/2014/main" id="{CA04A964-6B10-268F-E09F-1D0FF7FFE4DF}"/>
                </a:ext>
              </a:extLst>
            </p:cNvPr>
            <p:cNvSpPr/>
            <p:nvPr/>
          </p:nvSpPr>
          <p:spPr>
            <a:xfrm>
              <a:off x="5415803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44" name="pg194">
              <a:extLst>
                <a:ext uri="{FF2B5EF4-FFF2-40B4-BE49-F238E27FC236}">
                  <a16:creationId xmlns:a16="http://schemas.microsoft.com/office/drawing/2014/main" id="{52F779F2-AAA2-C5A2-7182-278F5779A0B5}"/>
                </a:ext>
              </a:extLst>
            </p:cNvPr>
            <p:cNvSpPr/>
            <p:nvPr/>
          </p:nvSpPr>
          <p:spPr>
            <a:xfrm>
              <a:off x="5427440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45" name="pg195">
              <a:extLst>
                <a:ext uri="{FF2B5EF4-FFF2-40B4-BE49-F238E27FC236}">
                  <a16:creationId xmlns:a16="http://schemas.microsoft.com/office/drawing/2014/main" id="{BCB72B46-2250-D8EB-4744-4E2FB0352471}"/>
                </a:ext>
              </a:extLst>
            </p:cNvPr>
            <p:cNvSpPr/>
            <p:nvPr/>
          </p:nvSpPr>
          <p:spPr>
            <a:xfrm>
              <a:off x="5439077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46" name="pg196">
              <a:extLst>
                <a:ext uri="{FF2B5EF4-FFF2-40B4-BE49-F238E27FC236}">
                  <a16:creationId xmlns:a16="http://schemas.microsoft.com/office/drawing/2014/main" id="{7A277441-8572-58CA-78EF-EBBB38F77BEF}"/>
                </a:ext>
              </a:extLst>
            </p:cNvPr>
            <p:cNvSpPr/>
            <p:nvPr/>
          </p:nvSpPr>
          <p:spPr>
            <a:xfrm>
              <a:off x="5450715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47" name="pg197">
              <a:extLst>
                <a:ext uri="{FF2B5EF4-FFF2-40B4-BE49-F238E27FC236}">
                  <a16:creationId xmlns:a16="http://schemas.microsoft.com/office/drawing/2014/main" id="{0093B324-55DE-DF77-04B8-3D27C1A2FCB1}"/>
                </a:ext>
              </a:extLst>
            </p:cNvPr>
            <p:cNvSpPr/>
            <p:nvPr/>
          </p:nvSpPr>
          <p:spPr>
            <a:xfrm>
              <a:off x="5462352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48" name="pg198">
              <a:extLst>
                <a:ext uri="{FF2B5EF4-FFF2-40B4-BE49-F238E27FC236}">
                  <a16:creationId xmlns:a16="http://schemas.microsoft.com/office/drawing/2014/main" id="{D057F8FE-CA87-A1FC-1379-6A5DA05EEFA6}"/>
                </a:ext>
              </a:extLst>
            </p:cNvPr>
            <p:cNvSpPr/>
            <p:nvPr/>
          </p:nvSpPr>
          <p:spPr>
            <a:xfrm>
              <a:off x="6311877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49" name="pg199">
              <a:extLst>
                <a:ext uri="{FF2B5EF4-FFF2-40B4-BE49-F238E27FC236}">
                  <a16:creationId xmlns:a16="http://schemas.microsoft.com/office/drawing/2014/main" id="{A298A1E4-4F3A-5EFE-C2D3-F48D9273A5FF}"/>
                </a:ext>
              </a:extLst>
            </p:cNvPr>
            <p:cNvSpPr/>
            <p:nvPr/>
          </p:nvSpPr>
          <p:spPr>
            <a:xfrm>
              <a:off x="531106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50" name="pg200">
              <a:extLst>
                <a:ext uri="{FF2B5EF4-FFF2-40B4-BE49-F238E27FC236}">
                  <a16:creationId xmlns:a16="http://schemas.microsoft.com/office/drawing/2014/main" id="{9301A32E-021C-B83E-A56F-15DC7ACBF890}"/>
                </a:ext>
              </a:extLst>
            </p:cNvPr>
            <p:cNvSpPr/>
            <p:nvPr/>
          </p:nvSpPr>
          <p:spPr>
            <a:xfrm>
              <a:off x="5322704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51" name="pg201">
              <a:extLst>
                <a:ext uri="{FF2B5EF4-FFF2-40B4-BE49-F238E27FC236}">
                  <a16:creationId xmlns:a16="http://schemas.microsoft.com/office/drawing/2014/main" id="{3B0C924E-212B-44F9-7A9A-1A38431CA5EF}"/>
                </a:ext>
              </a:extLst>
            </p:cNvPr>
            <p:cNvSpPr/>
            <p:nvPr/>
          </p:nvSpPr>
          <p:spPr>
            <a:xfrm>
              <a:off x="5334341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52" name="pg202">
              <a:extLst>
                <a:ext uri="{FF2B5EF4-FFF2-40B4-BE49-F238E27FC236}">
                  <a16:creationId xmlns:a16="http://schemas.microsoft.com/office/drawing/2014/main" id="{E1A68A34-51BB-A7B2-8BB6-CB03C4F28061}"/>
                </a:ext>
              </a:extLst>
            </p:cNvPr>
            <p:cNvSpPr/>
            <p:nvPr/>
          </p:nvSpPr>
          <p:spPr>
            <a:xfrm>
              <a:off x="5345979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53" name="pg203">
              <a:extLst>
                <a:ext uri="{FF2B5EF4-FFF2-40B4-BE49-F238E27FC236}">
                  <a16:creationId xmlns:a16="http://schemas.microsoft.com/office/drawing/2014/main" id="{598041A4-6DB6-3D99-B0EF-76F077C54CAF}"/>
                </a:ext>
              </a:extLst>
            </p:cNvPr>
            <p:cNvSpPr/>
            <p:nvPr/>
          </p:nvSpPr>
          <p:spPr>
            <a:xfrm>
              <a:off x="5357616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54" name="pg204">
              <a:extLst>
                <a:ext uri="{FF2B5EF4-FFF2-40B4-BE49-F238E27FC236}">
                  <a16:creationId xmlns:a16="http://schemas.microsoft.com/office/drawing/2014/main" id="{29DA8BA8-C6B7-BBAB-64EC-714A47FEC49C}"/>
                </a:ext>
              </a:extLst>
            </p:cNvPr>
            <p:cNvSpPr/>
            <p:nvPr/>
          </p:nvSpPr>
          <p:spPr>
            <a:xfrm>
              <a:off x="5369253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55" name="pg205">
              <a:extLst>
                <a:ext uri="{FF2B5EF4-FFF2-40B4-BE49-F238E27FC236}">
                  <a16:creationId xmlns:a16="http://schemas.microsoft.com/office/drawing/2014/main" id="{2845BAA8-BED3-FF9C-E205-4C2C5752F2A1}"/>
                </a:ext>
              </a:extLst>
            </p:cNvPr>
            <p:cNvSpPr/>
            <p:nvPr/>
          </p:nvSpPr>
          <p:spPr>
            <a:xfrm>
              <a:off x="5380891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56" name="pg206">
              <a:extLst>
                <a:ext uri="{FF2B5EF4-FFF2-40B4-BE49-F238E27FC236}">
                  <a16:creationId xmlns:a16="http://schemas.microsoft.com/office/drawing/2014/main" id="{B402B19F-BCB8-9EDE-C143-014F250E1D98}"/>
                </a:ext>
              </a:extLst>
            </p:cNvPr>
            <p:cNvSpPr/>
            <p:nvPr/>
          </p:nvSpPr>
          <p:spPr>
            <a:xfrm>
              <a:off x="5392528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57" name="pg207">
              <a:extLst>
                <a:ext uri="{FF2B5EF4-FFF2-40B4-BE49-F238E27FC236}">
                  <a16:creationId xmlns:a16="http://schemas.microsoft.com/office/drawing/2014/main" id="{64741520-E13D-2F91-AD06-1C29F8E243DA}"/>
                </a:ext>
              </a:extLst>
            </p:cNvPr>
            <p:cNvSpPr/>
            <p:nvPr/>
          </p:nvSpPr>
          <p:spPr>
            <a:xfrm>
              <a:off x="540416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58" name="pg208">
              <a:extLst>
                <a:ext uri="{FF2B5EF4-FFF2-40B4-BE49-F238E27FC236}">
                  <a16:creationId xmlns:a16="http://schemas.microsoft.com/office/drawing/2014/main" id="{E839ECE8-EA14-6E6E-0F59-12A17E1E1F34}"/>
                </a:ext>
              </a:extLst>
            </p:cNvPr>
            <p:cNvSpPr/>
            <p:nvPr/>
          </p:nvSpPr>
          <p:spPr>
            <a:xfrm>
              <a:off x="5415803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59" name="pg209">
              <a:extLst>
                <a:ext uri="{FF2B5EF4-FFF2-40B4-BE49-F238E27FC236}">
                  <a16:creationId xmlns:a16="http://schemas.microsoft.com/office/drawing/2014/main" id="{66BB6BC8-CB58-9C33-0FE7-DDE993AAD2E1}"/>
                </a:ext>
              </a:extLst>
            </p:cNvPr>
            <p:cNvSpPr/>
            <p:nvPr/>
          </p:nvSpPr>
          <p:spPr>
            <a:xfrm>
              <a:off x="5427440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60" name="pg210">
              <a:extLst>
                <a:ext uri="{FF2B5EF4-FFF2-40B4-BE49-F238E27FC236}">
                  <a16:creationId xmlns:a16="http://schemas.microsoft.com/office/drawing/2014/main" id="{BC5692B4-25BF-FF5D-383A-0B89200E0E98}"/>
                </a:ext>
              </a:extLst>
            </p:cNvPr>
            <p:cNvSpPr/>
            <p:nvPr/>
          </p:nvSpPr>
          <p:spPr>
            <a:xfrm>
              <a:off x="543907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61" name="pg211">
              <a:extLst>
                <a:ext uri="{FF2B5EF4-FFF2-40B4-BE49-F238E27FC236}">
                  <a16:creationId xmlns:a16="http://schemas.microsoft.com/office/drawing/2014/main" id="{BB6DE96C-360E-4219-EE62-5CE500278C4C}"/>
                </a:ext>
              </a:extLst>
            </p:cNvPr>
            <p:cNvSpPr/>
            <p:nvPr/>
          </p:nvSpPr>
          <p:spPr>
            <a:xfrm>
              <a:off x="545071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62" name="pg212">
              <a:extLst>
                <a:ext uri="{FF2B5EF4-FFF2-40B4-BE49-F238E27FC236}">
                  <a16:creationId xmlns:a16="http://schemas.microsoft.com/office/drawing/2014/main" id="{B72F79D7-C4AA-FD30-ECA4-E04A07643718}"/>
                </a:ext>
              </a:extLst>
            </p:cNvPr>
            <p:cNvSpPr/>
            <p:nvPr/>
          </p:nvSpPr>
          <p:spPr>
            <a:xfrm>
              <a:off x="627696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63" name="pg213">
              <a:extLst>
                <a:ext uri="{FF2B5EF4-FFF2-40B4-BE49-F238E27FC236}">
                  <a16:creationId xmlns:a16="http://schemas.microsoft.com/office/drawing/2014/main" id="{1C162C7E-2F23-2B59-BC2E-515164793E58}"/>
                </a:ext>
              </a:extLst>
            </p:cNvPr>
            <p:cNvSpPr/>
            <p:nvPr/>
          </p:nvSpPr>
          <p:spPr>
            <a:xfrm>
              <a:off x="6288602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64" name="pg214">
              <a:extLst>
                <a:ext uri="{FF2B5EF4-FFF2-40B4-BE49-F238E27FC236}">
                  <a16:creationId xmlns:a16="http://schemas.microsoft.com/office/drawing/2014/main" id="{D8D98C83-3609-B2B6-4E16-B45C932672D2}"/>
                </a:ext>
              </a:extLst>
            </p:cNvPr>
            <p:cNvSpPr/>
            <p:nvPr/>
          </p:nvSpPr>
          <p:spPr>
            <a:xfrm>
              <a:off x="6300240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65" name="pg215">
              <a:extLst>
                <a:ext uri="{FF2B5EF4-FFF2-40B4-BE49-F238E27FC236}">
                  <a16:creationId xmlns:a16="http://schemas.microsoft.com/office/drawing/2014/main" id="{F4C6D415-FDCC-976E-7AE7-47EBDE88F680}"/>
                </a:ext>
              </a:extLst>
            </p:cNvPr>
            <p:cNvSpPr/>
            <p:nvPr/>
          </p:nvSpPr>
          <p:spPr>
            <a:xfrm>
              <a:off x="631187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66" name="pg216">
              <a:extLst>
                <a:ext uri="{FF2B5EF4-FFF2-40B4-BE49-F238E27FC236}">
                  <a16:creationId xmlns:a16="http://schemas.microsoft.com/office/drawing/2014/main" id="{B8CFAE6F-113D-BC02-10E9-F5FC4F62CF68}"/>
                </a:ext>
              </a:extLst>
            </p:cNvPr>
            <p:cNvSpPr/>
            <p:nvPr/>
          </p:nvSpPr>
          <p:spPr>
            <a:xfrm>
              <a:off x="6323514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67" name="pg217">
              <a:extLst>
                <a:ext uri="{FF2B5EF4-FFF2-40B4-BE49-F238E27FC236}">
                  <a16:creationId xmlns:a16="http://schemas.microsoft.com/office/drawing/2014/main" id="{76537720-3CEC-8C24-92EA-926D37CBB18B}"/>
                </a:ext>
              </a:extLst>
            </p:cNvPr>
            <p:cNvSpPr/>
            <p:nvPr/>
          </p:nvSpPr>
          <p:spPr>
            <a:xfrm>
              <a:off x="5299429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68" name="pg218">
              <a:extLst>
                <a:ext uri="{FF2B5EF4-FFF2-40B4-BE49-F238E27FC236}">
                  <a16:creationId xmlns:a16="http://schemas.microsoft.com/office/drawing/2014/main" id="{34EAC6D6-1613-DC04-876F-6B6B8C6BCF43}"/>
                </a:ext>
              </a:extLst>
            </p:cNvPr>
            <p:cNvSpPr/>
            <p:nvPr/>
          </p:nvSpPr>
          <p:spPr>
            <a:xfrm>
              <a:off x="531106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69" name="pg219">
              <a:extLst>
                <a:ext uri="{FF2B5EF4-FFF2-40B4-BE49-F238E27FC236}">
                  <a16:creationId xmlns:a16="http://schemas.microsoft.com/office/drawing/2014/main" id="{22B0E761-48A4-B039-C5DC-BE0A3E8DD57B}"/>
                </a:ext>
              </a:extLst>
            </p:cNvPr>
            <p:cNvSpPr/>
            <p:nvPr/>
          </p:nvSpPr>
          <p:spPr>
            <a:xfrm>
              <a:off x="532270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70" name="pg220">
              <a:extLst>
                <a:ext uri="{FF2B5EF4-FFF2-40B4-BE49-F238E27FC236}">
                  <a16:creationId xmlns:a16="http://schemas.microsoft.com/office/drawing/2014/main" id="{DDED3459-99E4-709E-92CF-9CFD33C7EC12}"/>
                </a:ext>
              </a:extLst>
            </p:cNvPr>
            <p:cNvSpPr/>
            <p:nvPr/>
          </p:nvSpPr>
          <p:spPr>
            <a:xfrm>
              <a:off x="533434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71" name="pg221">
              <a:extLst>
                <a:ext uri="{FF2B5EF4-FFF2-40B4-BE49-F238E27FC236}">
                  <a16:creationId xmlns:a16="http://schemas.microsoft.com/office/drawing/2014/main" id="{90E40CC3-95F3-AF7B-6FAD-9C8A8618C53A}"/>
                </a:ext>
              </a:extLst>
            </p:cNvPr>
            <p:cNvSpPr/>
            <p:nvPr/>
          </p:nvSpPr>
          <p:spPr>
            <a:xfrm>
              <a:off x="5345979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72" name="pg222">
              <a:extLst>
                <a:ext uri="{FF2B5EF4-FFF2-40B4-BE49-F238E27FC236}">
                  <a16:creationId xmlns:a16="http://schemas.microsoft.com/office/drawing/2014/main" id="{D531F93D-F116-FAC2-79EA-CB7D46D23E6E}"/>
                </a:ext>
              </a:extLst>
            </p:cNvPr>
            <p:cNvSpPr/>
            <p:nvPr/>
          </p:nvSpPr>
          <p:spPr>
            <a:xfrm>
              <a:off x="5357616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73" name="pg223">
              <a:extLst>
                <a:ext uri="{FF2B5EF4-FFF2-40B4-BE49-F238E27FC236}">
                  <a16:creationId xmlns:a16="http://schemas.microsoft.com/office/drawing/2014/main" id="{642EB9FD-AB5E-B104-C967-4C486D8C8F5C}"/>
                </a:ext>
              </a:extLst>
            </p:cNvPr>
            <p:cNvSpPr/>
            <p:nvPr/>
          </p:nvSpPr>
          <p:spPr>
            <a:xfrm>
              <a:off x="5369253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74" name="pg224">
              <a:extLst>
                <a:ext uri="{FF2B5EF4-FFF2-40B4-BE49-F238E27FC236}">
                  <a16:creationId xmlns:a16="http://schemas.microsoft.com/office/drawing/2014/main" id="{2020FDE8-5730-F308-4588-59C98DAABF3B}"/>
                </a:ext>
              </a:extLst>
            </p:cNvPr>
            <p:cNvSpPr/>
            <p:nvPr/>
          </p:nvSpPr>
          <p:spPr>
            <a:xfrm>
              <a:off x="538089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75" name="pg225">
              <a:extLst>
                <a:ext uri="{FF2B5EF4-FFF2-40B4-BE49-F238E27FC236}">
                  <a16:creationId xmlns:a16="http://schemas.microsoft.com/office/drawing/2014/main" id="{01DFF728-9A37-F93A-49B0-DB847BAD7578}"/>
                </a:ext>
              </a:extLst>
            </p:cNvPr>
            <p:cNvSpPr/>
            <p:nvPr/>
          </p:nvSpPr>
          <p:spPr>
            <a:xfrm>
              <a:off x="539252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76" name="pg226">
              <a:extLst>
                <a:ext uri="{FF2B5EF4-FFF2-40B4-BE49-F238E27FC236}">
                  <a16:creationId xmlns:a16="http://schemas.microsoft.com/office/drawing/2014/main" id="{2E6B825F-38A5-CEB8-F36A-44C85B4D3D6B}"/>
                </a:ext>
              </a:extLst>
            </p:cNvPr>
            <p:cNvSpPr/>
            <p:nvPr/>
          </p:nvSpPr>
          <p:spPr>
            <a:xfrm>
              <a:off x="5404165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2">
                <a:alpha val="100000"/>
              </a:srgbClr>
            </a:solidFill>
            <a:ln w="5420" cap="flat">
              <a:solidFill>
                <a:srgbClr val="3A74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77" name="pg227">
              <a:extLst>
                <a:ext uri="{FF2B5EF4-FFF2-40B4-BE49-F238E27FC236}">
                  <a16:creationId xmlns:a16="http://schemas.microsoft.com/office/drawing/2014/main" id="{AE4CA62B-A1B9-67C8-BB96-EC3F7BCC0F9F}"/>
                </a:ext>
              </a:extLst>
            </p:cNvPr>
            <p:cNvSpPr/>
            <p:nvPr/>
          </p:nvSpPr>
          <p:spPr>
            <a:xfrm>
              <a:off x="5415803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78" name="pg228">
              <a:extLst>
                <a:ext uri="{FF2B5EF4-FFF2-40B4-BE49-F238E27FC236}">
                  <a16:creationId xmlns:a16="http://schemas.microsoft.com/office/drawing/2014/main" id="{12906154-A330-873B-1030-22A64A7596CB}"/>
                </a:ext>
              </a:extLst>
            </p:cNvPr>
            <p:cNvSpPr/>
            <p:nvPr/>
          </p:nvSpPr>
          <p:spPr>
            <a:xfrm>
              <a:off x="542744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79" name="pg229">
              <a:extLst>
                <a:ext uri="{FF2B5EF4-FFF2-40B4-BE49-F238E27FC236}">
                  <a16:creationId xmlns:a16="http://schemas.microsoft.com/office/drawing/2014/main" id="{77D41866-0532-E652-B2ED-8F1FE2D7356A}"/>
                </a:ext>
              </a:extLst>
            </p:cNvPr>
            <p:cNvSpPr/>
            <p:nvPr/>
          </p:nvSpPr>
          <p:spPr>
            <a:xfrm>
              <a:off x="543907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80" name="pg230">
              <a:extLst>
                <a:ext uri="{FF2B5EF4-FFF2-40B4-BE49-F238E27FC236}">
                  <a16:creationId xmlns:a16="http://schemas.microsoft.com/office/drawing/2014/main" id="{22FF98AC-BEE2-3842-B1AC-98CB05C92A86}"/>
                </a:ext>
              </a:extLst>
            </p:cNvPr>
            <p:cNvSpPr/>
            <p:nvPr/>
          </p:nvSpPr>
          <p:spPr>
            <a:xfrm>
              <a:off x="6183866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81" name="pg231">
              <a:extLst>
                <a:ext uri="{FF2B5EF4-FFF2-40B4-BE49-F238E27FC236}">
                  <a16:creationId xmlns:a16="http://schemas.microsoft.com/office/drawing/2014/main" id="{4DBF9B33-6190-A772-560B-52B0E7CFF9DF}"/>
                </a:ext>
              </a:extLst>
            </p:cNvPr>
            <p:cNvSpPr/>
            <p:nvPr/>
          </p:nvSpPr>
          <p:spPr>
            <a:xfrm>
              <a:off x="619550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82" name="pg232">
              <a:extLst>
                <a:ext uri="{FF2B5EF4-FFF2-40B4-BE49-F238E27FC236}">
                  <a16:creationId xmlns:a16="http://schemas.microsoft.com/office/drawing/2014/main" id="{190AD962-8D30-60D7-121F-FC69B2A274C5}"/>
                </a:ext>
              </a:extLst>
            </p:cNvPr>
            <p:cNvSpPr/>
            <p:nvPr/>
          </p:nvSpPr>
          <p:spPr>
            <a:xfrm>
              <a:off x="620714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83" name="pg233">
              <a:extLst>
                <a:ext uri="{FF2B5EF4-FFF2-40B4-BE49-F238E27FC236}">
                  <a16:creationId xmlns:a16="http://schemas.microsoft.com/office/drawing/2014/main" id="{49B92A5C-D8FA-5E53-C7E1-34585C56B74E}"/>
                </a:ext>
              </a:extLst>
            </p:cNvPr>
            <p:cNvSpPr/>
            <p:nvPr/>
          </p:nvSpPr>
          <p:spPr>
            <a:xfrm>
              <a:off x="621877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84" name="pg234">
              <a:extLst>
                <a:ext uri="{FF2B5EF4-FFF2-40B4-BE49-F238E27FC236}">
                  <a16:creationId xmlns:a16="http://schemas.microsoft.com/office/drawing/2014/main" id="{350E8377-FD5A-2658-FC3D-07560297A7EB}"/>
                </a:ext>
              </a:extLst>
            </p:cNvPr>
            <p:cNvSpPr/>
            <p:nvPr/>
          </p:nvSpPr>
          <p:spPr>
            <a:xfrm>
              <a:off x="625369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85" name="pg235">
              <a:extLst>
                <a:ext uri="{FF2B5EF4-FFF2-40B4-BE49-F238E27FC236}">
                  <a16:creationId xmlns:a16="http://schemas.microsoft.com/office/drawing/2014/main" id="{ED1A3F74-13FD-FE26-1FCD-94256512ABE4}"/>
                </a:ext>
              </a:extLst>
            </p:cNvPr>
            <p:cNvSpPr/>
            <p:nvPr/>
          </p:nvSpPr>
          <p:spPr>
            <a:xfrm>
              <a:off x="626532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86" name="pg236">
              <a:extLst>
                <a:ext uri="{FF2B5EF4-FFF2-40B4-BE49-F238E27FC236}">
                  <a16:creationId xmlns:a16="http://schemas.microsoft.com/office/drawing/2014/main" id="{A9461CB6-B582-030C-D64D-348F00D7BF3D}"/>
                </a:ext>
              </a:extLst>
            </p:cNvPr>
            <p:cNvSpPr/>
            <p:nvPr/>
          </p:nvSpPr>
          <p:spPr>
            <a:xfrm>
              <a:off x="6276965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87" name="pg237">
              <a:extLst>
                <a:ext uri="{FF2B5EF4-FFF2-40B4-BE49-F238E27FC236}">
                  <a16:creationId xmlns:a16="http://schemas.microsoft.com/office/drawing/2014/main" id="{2512EB14-18F9-1120-5577-32A7AA001A2C}"/>
                </a:ext>
              </a:extLst>
            </p:cNvPr>
            <p:cNvSpPr/>
            <p:nvPr/>
          </p:nvSpPr>
          <p:spPr>
            <a:xfrm>
              <a:off x="6288602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88" name="pg238">
              <a:extLst>
                <a:ext uri="{FF2B5EF4-FFF2-40B4-BE49-F238E27FC236}">
                  <a16:creationId xmlns:a16="http://schemas.microsoft.com/office/drawing/2014/main" id="{DEB11B3B-ADA0-D876-47A1-EC4310632894}"/>
                </a:ext>
              </a:extLst>
            </p:cNvPr>
            <p:cNvSpPr/>
            <p:nvPr/>
          </p:nvSpPr>
          <p:spPr>
            <a:xfrm>
              <a:off x="630024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89" name="pg239">
              <a:extLst>
                <a:ext uri="{FF2B5EF4-FFF2-40B4-BE49-F238E27FC236}">
                  <a16:creationId xmlns:a16="http://schemas.microsoft.com/office/drawing/2014/main" id="{43C644F3-AA34-76FE-DE0D-80156AE68F7A}"/>
                </a:ext>
              </a:extLst>
            </p:cNvPr>
            <p:cNvSpPr/>
            <p:nvPr/>
          </p:nvSpPr>
          <p:spPr>
            <a:xfrm>
              <a:off x="631187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90" name="pg240">
              <a:extLst>
                <a:ext uri="{FF2B5EF4-FFF2-40B4-BE49-F238E27FC236}">
                  <a16:creationId xmlns:a16="http://schemas.microsoft.com/office/drawing/2014/main" id="{6CB154A2-E774-0DF9-9CA5-802F4BB9875B}"/>
                </a:ext>
              </a:extLst>
            </p:cNvPr>
            <p:cNvSpPr/>
            <p:nvPr/>
          </p:nvSpPr>
          <p:spPr>
            <a:xfrm>
              <a:off x="632351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91" name="pg241">
              <a:extLst>
                <a:ext uri="{FF2B5EF4-FFF2-40B4-BE49-F238E27FC236}">
                  <a16:creationId xmlns:a16="http://schemas.microsoft.com/office/drawing/2014/main" id="{CD793BDC-59BF-AB6F-CBAC-ECF74D61181C}"/>
                </a:ext>
              </a:extLst>
            </p:cNvPr>
            <p:cNvSpPr/>
            <p:nvPr/>
          </p:nvSpPr>
          <p:spPr>
            <a:xfrm>
              <a:off x="6335152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92" name="pg242">
              <a:extLst>
                <a:ext uri="{FF2B5EF4-FFF2-40B4-BE49-F238E27FC236}">
                  <a16:creationId xmlns:a16="http://schemas.microsoft.com/office/drawing/2014/main" id="{124825E5-87F9-F903-FDEC-182920B159C7}"/>
                </a:ext>
              </a:extLst>
            </p:cNvPr>
            <p:cNvSpPr/>
            <p:nvPr/>
          </p:nvSpPr>
          <p:spPr>
            <a:xfrm>
              <a:off x="529942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93" name="pg243">
              <a:extLst>
                <a:ext uri="{FF2B5EF4-FFF2-40B4-BE49-F238E27FC236}">
                  <a16:creationId xmlns:a16="http://schemas.microsoft.com/office/drawing/2014/main" id="{9C398743-20A6-6208-E5A9-6E36E0F8216C}"/>
                </a:ext>
              </a:extLst>
            </p:cNvPr>
            <p:cNvSpPr/>
            <p:nvPr/>
          </p:nvSpPr>
          <p:spPr>
            <a:xfrm>
              <a:off x="5311067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94" name="pg244">
              <a:extLst>
                <a:ext uri="{FF2B5EF4-FFF2-40B4-BE49-F238E27FC236}">
                  <a16:creationId xmlns:a16="http://schemas.microsoft.com/office/drawing/2014/main" id="{D4832ECC-D30F-C4E6-75C2-790AF16B5C90}"/>
                </a:ext>
              </a:extLst>
            </p:cNvPr>
            <p:cNvSpPr/>
            <p:nvPr/>
          </p:nvSpPr>
          <p:spPr>
            <a:xfrm>
              <a:off x="532270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95" name="pg245">
              <a:extLst>
                <a:ext uri="{FF2B5EF4-FFF2-40B4-BE49-F238E27FC236}">
                  <a16:creationId xmlns:a16="http://schemas.microsoft.com/office/drawing/2014/main" id="{5B5D597C-FC48-E12E-31A1-80FF54D6F91B}"/>
                </a:ext>
              </a:extLst>
            </p:cNvPr>
            <p:cNvSpPr/>
            <p:nvPr/>
          </p:nvSpPr>
          <p:spPr>
            <a:xfrm>
              <a:off x="533434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96" name="pg246">
              <a:extLst>
                <a:ext uri="{FF2B5EF4-FFF2-40B4-BE49-F238E27FC236}">
                  <a16:creationId xmlns:a16="http://schemas.microsoft.com/office/drawing/2014/main" id="{858BA95A-23E9-D281-40F6-E233A4423420}"/>
                </a:ext>
              </a:extLst>
            </p:cNvPr>
            <p:cNvSpPr/>
            <p:nvPr/>
          </p:nvSpPr>
          <p:spPr>
            <a:xfrm>
              <a:off x="534597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97" name="pg247">
              <a:extLst>
                <a:ext uri="{FF2B5EF4-FFF2-40B4-BE49-F238E27FC236}">
                  <a16:creationId xmlns:a16="http://schemas.microsoft.com/office/drawing/2014/main" id="{FDE0B4C1-977A-5052-BE20-C1875E4EE33B}"/>
                </a:ext>
              </a:extLst>
            </p:cNvPr>
            <p:cNvSpPr/>
            <p:nvPr/>
          </p:nvSpPr>
          <p:spPr>
            <a:xfrm>
              <a:off x="535761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98" name="pg248">
              <a:extLst>
                <a:ext uri="{FF2B5EF4-FFF2-40B4-BE49-F238E27FC236}">
                  <a16:creationId xmlns:a16="http://schemas.microsoft.com/office/drawing/2014/main" id="{0D20915A-BB53-4EF2-C874-6533DA8DC2C7}"/>
                </a:ext>
              </a:extLst>
            </p:cNvPr>
            <p:cNvSpPr/>
            <p:nvPr/>
          </p:nvSpPr>
          <p:spPr>
            <a:xfrm>
              <a:off x="536925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99" name="pg249">
              <a:extLst>
                <a:ext uri="{FF2B5EF4-FFF2-40B4-BE49-F238E27FC236}">
                  <a16:creationId xmlns:a16="http://schemas.microsoft.com/office/drawing/2014/main" id="{F4DBCEA0-E4E4-B04D-4246-5395DEB05A09}"/>
                </a:ext>
              </a:extLst>
            </p:cNvPr>
            <p:cNvSpPr/>
            <p:nvPr/>
          </p:nvSpPr>
          <p:spPr>
            <a:xfrm>
              <a:off x="538089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00" name="pg250">
              <a:extLst>
                <a:ext uri="{FF2B5EF4-FFF2-40B4-BE49-F238E27FC236}">
                  <a16:creationId xmlns:a16="http://schemas.microsoft.com/office/drawing/2014/main" id="{F6F86CC1-81C2-D1CC-1597-EF5BBFA5900F}"/>
                </a:ext>
              </a:extLst>
            </p:cNvPr>
            <p:cNvSpPr/>
            <p:nvPr/>
          </p:nvSpPr>
          <p:spPr>
            <a:xfrm>
              <a:off x="539252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01" name="pg251">
              <a:extLst>
                <a:ext uri="{FF2B5EF4-FFF2-40B4-BE49-F238E27FC236}">
                  <a16:creationId xmlns:a16="http://schemas.microsoft.com/office/drawing/2014/main" id="{5F94F634-2764-342D-1257-95596583238C}"/>
                </a:ext>
              </a:extLst>
            </p:cNvPr>
            <p:cNvSpPr/>
            <p:nvPr/>
          </p:nvSpPr>
          <p:spPr>
            <a:xfrm>
              <a:off x="5404165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02" name="pg252">
              <a:extLst>
                <a:ext uri="{FF2B5EF4-FFF2-40B4-BE49-F238E27FC236}">
                  <a16:creationId xmlns:a16="http://schemas.microsoft.com/office/drawing/2014/main" id="{43421BBF-5EDF-A373-A29D-DD235C06758B}"/>
                </a:ext>
              </a:extLst>
            </p:cNvPr>
            <p:cNvSpPr/>
            <p:nvPr/>
          </p:nvSpPr>
          <p:spPr>
            <a:xfrm>
              <a:off x="541580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03" name="pg253">
              <a:extLst>
                <a:ext uri="{FF2B5EF4-FFF2-40B4-BE49-F238E27FC236}">
                  <a16:creationId xmlns:a16="http://schemas.microsoft.com/office/drawing/2014/main" id="{73BB88BC-674F-9816-BD53-76A74B7703F3}"/>
                </a:ext>
              </a:extLst>
            </p:cNvPr>
            <p:cNvSpPr/>
            <p:nvPr/>
          </p:nvSpPr>
          <p:spPr>
            <a:xfrm>
              <a:off x="542744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04" name="pg254">
              <a:extLst>
                <a:ext uri="{FF2B5EF4-FFF2-40B4-BE49-F238E27FC236}">
                  <a16:creationId xmlns:a16="http://schemas.microsoft.com/office/drawing/2014/main" id="{07C00563-FB29-0C7E-2DB6-9D50448132B6}"/>
                </a:ext>
              </a:extLst>
            </p:cNvPr>
            <p:cNvSpPr/>
            <p:nvPr/>
          </p:nvSpPr>
          <p:spPr>
            <a:xfrm>
              <a:off x="617222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05" name="pg255">
              <a:extLst>
                <a:ext uri="{FF2B5EF4-FFF2-40B4-BE49-F238E27FC236}">
                  <a16:creationId xmlns:a16="http://schemas.microsoft.com/office/drawing/2014/main" id="{B5D9E382-1B69-62F9-6BE5-0263631D6E54}"/>
                </a:ext>
              </a:extLst>
            </p:cNvPr>
            <p:cNvSpPr/>
            <p:nvPr/>
          </p:nvSpPr>
          <p:spPr>
            <a:xfrm>
              <a:off x="618386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06" name="pg256">
              <a:extLst>
                <a:ext uri="{FF2B5EF4-FFF2-40B4-BE49-F238E27FC236}">
                  <a16:creationId xmlns:a16="http://schemas.microsoft.com/office/drawing/2014/main" id="{0D378352-02FB-DD87-78E6-1A9BA1EC3E10}"/>
                </a:ext>
              </a:extLst>
            </p:cNvPr>
            <p:cNvSpPr/>
            <p:nvPr/>
          </p:nvSpPr>
          <p:spPr>
            <a:xfrm>
              <a:off x="619550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07" name="pg257">
              <a:extLst>
                <a:ext uri="{FF2B5EF4-FFF2-40B4-BE49-F238E27FC236}">
                  <a16:creationId xmlns:a16="http://schemas.microsoft.com/office/drawing/2014/main" id="{7EFAD3FB-FBC1-D8C3-B9A6-1D91C1CF7D81}"/>
                </a:ext>
              </a:extLst>
            </p:cNvPr>
            <p:cNvSpPr/>
            <p:nvPr/>
          </p:nvSpPr>
          <p:spPr>
            <a:xfrm>
              <a:off x="620714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08" name="pg258">
              <a:extLst>
                <a:ext uri="{FF2B5EF4-FFF2-40B4-BE49-F238E27FC236}">
                  <a16:creationId xmlns:a16="http://schemas.microsoft.com/office/drawing/2014/main" id="{2B64E5E6-B76F-DA7A-086C-BD9971C1A266}"/>
                </a:ext>
              </a:extLst>
            </p:cNvPr>
            <p:cNvSpPr/>
            <p:nvPr/>
          </p:nvSpPr>
          <p:spPr>
            <a:xfrm>
              <a:off x="621877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09" name="pg259">
              <a:extLst>
                <a:ext uri="{FF2B5EF4-FFF2-40B4-BE49-F238E27FC236}">
                  <a16:creationId xmlns:a16="http://schemas.microsoft.com/office/drawing/2014/main" id="{C20C6A11-68F0-A7F4-D323-2E5FD808FDD9}"/>
                </a:ext>
              </a:extLst>
            </p:cNvPr>
            <p:cNvSpPr/>
            <p:nvPr/>
          </p:nvSpPr>
          <p:spPr>
            <a:xfrm>
              <a:off x="623041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10" name="pg260">
              <a:extLst>
                <a:ext uri="{FF2B5EF4-FFF2-40B4-BE49-F238E27FC236}">
                  <a16:creationId xmlns:a16="http://schemas.microsoft.com/office/drawing/2014/main" id="{BDAB5D62-5F84-F173-DA5F-3C0B5D3B4EFE}"/>
                </a:ext>
              </a:extLst>
            </p:cNvPr>
            <p:cNvSpPr/>
            <p:nvPr/>
          </p:nvSpPr>
          <p:spPr>
            <a:xfrm>
              <a:off x="624205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11" name="pg261">
              <a:extLst>
                <a:ext uri="{FF2B5EF4-FFF2-40B4-BE49-F238E27FC236}">
                  <a16:creationId xmlns:a16="http://schemas.microsoft.com/office/drawing/2014/main" id="{DB5DA38A-4765-E6E7-350A-5390A4EA302A}"/>
                </a:ext>
              </a:extLst>
            </p:cNvPr>
            <p:cNvSpPr/>
            <p:nvPr/>
          </p:nvSpPr>
          <p:spPr>
            <a:xfrm>
              <a:off x="625369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12" name="pg262">
              <a:extLst>
                <a:ext uri="{FF2B5EF4-FFF2-40B4-BE49-F238E27FC236}">
                  <a16:creationId xmlns:a16="http://schemas.microsoft.com/office/drawing/2014/main" id="{DE0A07BE-C875-3F3F-1793-47EB287448AD}"/>
                </a:ext>
              </a:extLst>
            </p:cNvPr>
            <p:cNvSpPr/>
            <p:nvPr/>
          </p:nvSpPr>
          <p:spPr>
            <a:xfrm>
              <a:off x="626532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13" name="pg263">
              <a:extLst>
                <a:ext uri="{FF2B5EF4-FFF2-40B4-BE49-F238E27FC236}">
                  <a16:creationId xmlns:a16="http://schemas.microsoft.com/office/drawing/2014/main" id="{923D236E-7397-151C-292D-EBA261C6C157}"/>
                </a:ext>
              </a:extLst>
            </p:cNvPr>
            <p:cNvSpPr/>
            <p:nvPr/>
          </p:nvSpPr>
          <p:spPr>
            <a:xfrm>
              <a:off x="6276965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14" name="pg264">
              <a:extLst>
                <a:ext uri="{FF2B5EF4-FFF2-40B4-BE49-F238E27FC236}">
                  <a16:creationId xmlns:a16="http://schemas.microsoft.com/office/drawing/2014/main" id="{51B04BAC-A1DD-ECA8-9C2D-9DC24F453DC6}"/>
                </a:ext>
              </a:extLst>
            </p:cNvPr>
            <p:cNvSpPr/>
            <p:nvPr/>
          </p:nvSpPr>
          <p:spPr>
            <a:xfrm>
              <a:off x="6288602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15" name="pg265">
              <a:extLst>
                <a:ext uri="{FF2B5EF4-FFF2-40B4-BE49-F238E27FC236}">
                  <a16:creationId xmlns:a16="http://schemas.microsoft.com/office/drawing/2014/main" id="{5F6A38BA-C091-53C9-D507-580A4F6A96CE}"/>
                </a:ext>
              </a:extLst>
            </p:cNvPr>
            <p:cNvSpPr/>
            <p:nvPr/>
          </p:nvSpPr>
          <p:spPr>
            <a:xfrm>
              <a:off x="630024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16" name="pg266">
              <a:extLst>
                <a:ext uri="{FF2B5EF4-FFF2-40B4-BE49-F238E27FC236}">
                  <a16:creationId xmlns:a16="http://schemas.microsoft.com/office/drawing/2014/main" id="{66162F06-84BC-503E-FBA9-F354EFCF1543}"/>
                </a:ext>
              </a:extLst>
            </p:cNvPr>
            <p:cNvSpPr/>
            <p:nvPr/>
          </p:nvSpPr>
          <p:spPr>
            <a:xfrm>
              <a:off x="6311877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17" name="pg267">
              <a:extLst>
                <a:ext uri="{FF2B5EF4-FFF2-40B4-BE49-F238E27FC236}">
                  <a16:creationId xmlns:a16="http://schemas.microsoft.com/office/drawing/2014/main" id="{99C53EF3-0927-7714-1EF2-AE4488E49F43}"/>
                </a:ext>
              </a:extLst>
            </p:cNvPr>
            <p:cNvSpPr/>
            <p:nvPr/>
          </p:nvSpPr>
          <p:spPr>
            <a:xfrm>
              <a:off x="632351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18" name="pg268">
              <a:extLst>
                <a:ext uri="{FF2B5EF4-FFF2-40B4-BE49-F238E27FC236}">
                  <a16:creationId xmlns:a16="http://schemas.microsoft.com/office/drawing/2014/main" id="{F2192871-CD89-66DA-04B5-8322F46EA17A}"/>
                </a:ext>
              </a:extLst>
            </p:cNvPr>
            <p:cNvSpPr/>
            <p:nvPr/>
          </p:nvSpPr>
          <p:spPr>
            <a:xfrm>
              <a:off x="529942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19" name="pg269">
              <a:extLst>
                <a:ext uri="{FF2B5EF4-FFF2-40B4-BE49-F238E27FC236}">
                  <a16:creationId xmlns:a16="http://schemas.microsoft.com/office/drawing/2014/main" id="{20E204F7-4F73-62E6-D3FD-23DED7255AB3}"/>
                </a:ext>
              </a:extLst>
            </p:cNvPr>
            <p:cNvSpPr/>
            <p:nvPr/>
          </p:nvSpPr>
          <p:spPr>
            <a:xfrm>
              <a:off x="5311067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20" name="pg270">
              <a:extLst>
                <a:ext uri="{FF2B5EF4-FFF2-40B4-BE49-F238E27FC236}">
                  <a16:creationId xmlns:a16="http://schemas.microsoft.com/office/drawing/2014/main" id="{0D67F04A-90B3-8B66-A3FC-4B1CACD6DF3B}"/>
                </a:ext>
              </a:extLst>
            </p:cNvPr>
            <p:cNvSpPr/>
            <p:nvPr/>
          </p:nvSpPr>
          <p:spPr>
            <a:xfrm>
              <a:off x="532270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21" name="pg271">
              <a:extLst>
                <a:ext uri="{FF2B5EF4-FFF2-40B4-BE49-F238E27FC236}">
                  <a16:creationId xmlns:a16="http://schemas.microsoft.com/office/drawing/2014/main" id="{8FA10423-09DA-E5F2-585A-F10501979E1A}"/>
                </a:ext>
              </a:extLst>
            </p:cNvPr>
            <p:cNvSpPr/>
            <p:nvPr/>
          </p:nvSpPr>
          <p:spPr>
            <a:xfrm>
              <a:off x="533434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22" name="pg272">
              <a:extLst>
                <a:ext uri="{FF2B5EF4-FFF2-40B4-BE49-F238E27FC236}">
                  <a16:creationId xmlns:a16="http://schemas.microsoft.com/office/drawing/2014/main" id="{F1D54FEB-C4A5-C909-EA51-C6C042E8A2D4}"/>
                </a:ext>
              </a:extLst>
            </p:cNvPr>
            <p:cNvSpPr/>
            <p:nvPr/>
          </p:nvSpPr>
          <p:spPr>
            <a:xfrm>
              <a:off x="534597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23" name="pg273">
              <a:extLst>
                <a:ext uri="{FF2B5EF4-FFF2-40B4-BE49-F238E27FC236}">
                  <a16:creationId xmlns:a16="http://schemas.microsoft.com/office/drawing/2014/main" id="{497D3455-F863-EC0A-54EB-A1AD553BEFB3}"/>
                </a:ext>
              </a:extLst>
            </p:cNvPr>
            <p:cNvSpPr/>
            <p:nvPr/>
          </p:nvSpPr>
          <p:spPr>
            <a:xfrm>
              <a:off x="535761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24" name="pg274">
              <a:extLst>
                <a:ext uri="{FF2B5EF4-FFF2-40B4-BE49-F238E27FC236}">
                  <a16:creationId xmlns:a16="http://schemas.microsoft.com/office/drawing/2014/main" id="{6E2B60D6-EEFD-7A74-4AF7-3F77D85FB39E}"/>
                </a:ext>
              </a:extLst>
            </p:cNvPr>
            <p:cNvSpPr/>
            <p:nvPr/>
          </p:nvSpPr>
          <p:spPr>
            <a:xfrm>
              <a:off x="536925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25" name="pg275">
              <a:extLst>
                <a:ext uri="{FF2B5EF4-FFF2-40B4-BE49-F238E27FC236}">
                  <a16:creationId xmlns:a16="http://schemas.microsoft.com/office/drawing/2014/main" id="{81A4DD0D-7180-A746-CA8E-2D0563B38AF1}"/>
                </a:ext>
              </a:extLst>
            </p:cNvPr>
            <p:cNvSpPr/>
            <p:nvPr/>
          </p:nvSpPr>
          <p:spPr>
            <a:xfrm>
              <a:off x="538089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26" name="pg276">
              <a:extLst>
                <a:ext uri="{FF2B5EF4-FFF2-40B4-BE49-F238E27FC236}">
                  <a16:creationId xmlns:a16="http://schemas.microsoft.com/office/drawing/2014/main" id="{1173E540-E19D-A8AA-DF56-2B98843F5305}"/>
                </a:ext>
              </a:extLst>
            </p:cNvPr>
            <p:cNvSpPr/>
            <p:nvPr/>
          </p:nvSpPr>
          <p:spPr>
            <a:xfrm>
              <a:off x="539252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27" name="pg277">
              <a:extLst>
                <a:ext uri="{FF2B5EF4-FFF2-40B4-BE49-F238E27FC236}">
                  <a16:creationId xmlns:a16="http://schemas.microsoft.com/office/drawing/2014/main" id="{9D0FD866-38F3-8D5B-93DB-D30647EFCD98}"/>
                </a:ext>
              </a:extLst>
            </p:cNvPr>
            <p:cNvSpPr/>
            <p:nvPr/>
          </p:nvSpPr>
          <p:spPr>
            <a:xfrm>
              <a:off x="540416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28" name="pg278">
              <a:extLst>
                <a:ext uri="{FF2B5EF4-FFF2-40B4-BE49-F238E27FC236}">
                  <a16:creationId xmlns:a16="http://schemas.microsoft.com/office/drawing/2014/main" id="{BB34DC34-F384-1E6E-2A1C-DF4E78CA0944}"/>
                </a:ext>
              </a:extLst>
            </p:cNvPr>
            <p:cNvSpPr/>
            <p:nvPr/>
          </p:nvSpPr>
          <p:spPr>
            <a:xfrm>
              <a:off x="541580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29" name="pg279">
              <a:extLst>
                <a:ext uri="{FF2B5EF4-FFF2-40B4-BE49-F238E27FC236}">
                  <a16:creationId xmlns:a16="http://schemas.microsoft.com/office/drawing/2014/main" id="{F60666B9-C2EF-B7F6-A9BE-5910552D2C31}"/>
                </a:ext>
              </a:extLst>
            </p:cNvPr>
            <p:cNvSpPr/>
            <p:nvPr/>
          </p:nvSpPr>
          <p:spPr>
            <a:xfrm>
              <a:off x="542744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30" name="pg280">
              <a:extLst>
                <a:ext uri="{FF2B5EF4-FFF2-40B4-BE49-F238E27FC236}">
                  <a16:creationId xmlns:a16="http://schemas.microsoft.com/office/drawing/2014/main" id="{5991AC48-F2BB-214E-8434-EEE474E30186}"/>
                </a:ext>
              </a:extLst>
            </p:cNvPr>
            <p:cNvSpPr/>
            <p:nvPr/>
          </p:nvSpPr>
          <p:spPr>
            <a:xfrm>
              <a:off x="607913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31" name="pg281">
              <a:extLst>
                <a:ext uri="{FF2B5EF4-FFF2-40B4-BE49-F238E27FC236}">
                  <a16:creationId xmlns:a16="http://schemas.microsoft.com/office/drawing/2014/main" id="{A4E8B82F-6165-EC4C-2E97-12BB87EEFE65}"/>
                </a:ext>
              </a:extLst>
            </p:cNvPr>
            <p:cNvSpPr/>
            <p:nvPr/>
          </p:nvSpPr>
          <p:spPr>
            <a:xfrm>
              <a:off x="609076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32" name="pg282">
              <a:extLst>
                <a:ext uri="{FF2B5EF4-FFF2-40B4-BE49-F238E27FC236}">
                  <a16:creationId xmlns:a16="http://schemas.microsoft.com/office/drawing/2014/main" id="{313ABE62-9B71-BB12-660D-D0F5D5571519}"/>
                </a:ext>
              </a:extLst>
            </p:cNvPr>
            <p:cNvSpPr/>
            <p:nvPr/>
          </p:nvSpPr>
          <p:spPr>
            <a:xfrm>
              <a:off x="610240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33" name="pg283">
              <a:extLst>
                <a:ext uri="{FF2B5EF4-FFF2-40B4-BE49-F238E27FC236}">
                  <a16:creationId xmlns:a16="http://schemas.microsoft.com/office/drawing/2014/main" id="{C2A95EB4-B259-3FE5-5EAB-381A09EE23AF}"/>
                </a:ext>
              </a:extLst>
            </p:cNvPr>
            <p:cNvSpPr/>
            <p:nvPr/>
          </p:nvSpPr>
          <p:spPr>
            <a:xfrm>
              <a:off x="611404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34" name="pg284">
              <a:extLst>
                <a:ext uri="{FF2B5EF4-FFF2-40B4-BE49-F238E27FC236}">
                  <a16:creationId xmlns:a16="http://schemas.microsoft.com/office/drawing/2014/main" id="{7B5A6024-061E-4C74-8879-BAE77CABB59B}"/>
                </a:ext>
              </a:extLst>
            </p:cNvPr>
            <p:cNvSpPr/>
            <p:nvPr/>
          </p:nvSpPr>
          <p:spPr>
            <a:xfrm>
              <a:off x="614895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35" name="pg285">
              <a:extLst>
                <a:ext uri="{FF2B5EF4-FFF2-40B4-BE49-F238E27FC236}">
                  <a16:creationId xmlns:a16="http://schemas.microsoft.com/office/drawing/2014/main" id="{DEDB2E79-DE11-D842-3025-10AF291C951E}"/>
                </a:ext>
              </a:extLst>
            </p:cNvPr>
            <p:cNvSpPr/>
            <p:nvPr/>
          </p:nvSpPr>
          <p:spPr>
            <a:xfrm>
              <a:off x="616059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36" name="pg286">
              <a:extLst>
                <a:ext uri="{FF2B5EF4-FFF2-40B4-BE49-F238E27FC236}">
                  <a16:creationId xmlns:a16="http://schemas.microsoft.com/office/drawing/2014/main" id="{11B0E58B-1F61-BBC3-5913-81D55BA5768B}"/>
                </a:ext>
              </a:extLst>
            </p:cNvPr>
            <p:cNvSpPr/>
            <p:nvPr/>
          </p:nvSpPr>
          <p:spPr>
            <a:xfrm>
              <a:off x="617222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37" name="pg287">
              <a:extLst>
                <a:ext uri="{FF2B5EF4-FFF2-40B4-BE49-F238E27FC236}">
                  <a16:creationId xmlns:a16="http://schemas.microsoft.com/office/drawing/2014/main" id="{63BD2C5C-8409-57F3-3A2A-02E846F173AE}"/>
                </a:ext>
              </a:extLst>
            </p:cNvPr>
            <p:cNvSpPr/>
            <p:nvPr/>
          </p:nvSpPr>
          <p:spPr>
            <a:xfrm>
              <a:off x="618386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38" name="pg288">
              <a:extLst>
                <a:ext uri="{FF2B5EF4-FFF2-40B4-BE49-F238E27FC236}">
                  <a16:creationId xmlns:a16="http://schemas.microsoft.com/office/drawing/2014/main" id="{1F021AEB-72E9-5F7D-1787-80837606467A}"/>
                </a:ext>
              </a:extLst>
            </p:cNvPr>
            <p:cNvSpPr/>
            <p:nvPr/>
          </p:nvSpPr>
          <p:spPr>
            <a:xfrm>
              <a:off x="619550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39" name="pg289">
              <a:extLst>
                <a:ext uri="{FF2B5EF4-FFF2-40B4-BE49-F238E27FC236}">
                  <a16:creationId xmlns:a16="http://schemas.microsoft.com/office/drawing/2014/main" id="{317696EF-2D44-F855-1A5C-BE143CF12019}"/>
                </a:ext>
              </a:extLst>
            </p:cNvPr>
            <p:cNvSpPr/>
            <p:nvPr/>
          </p:nvSpPr>
          <p:spPr>
            <a:xfrm>
              <a:off x="620714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40" name="pg290">
              <a:extLst>
                <a:ext uri="{FF2B5EF4-FFF2-40B4-BE49-F238E27FC236}">
                  <a16:creationId xmlns:a16="http://schemas.microsoft.com/office/drawing/2014/main" id="{E83674AF-15C4-2CB4-2276-3F871036628D}"/>
                </a:ext>
              </a:extLst>
            </p:cNvPr>
            <p:cNvSpPr/>
            <p:nvPr/>
          </p:nvSpPr>
          <p:spPr>
            <a:xfrm>
              <a:off x="621877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41" name="pg291">
              <a:extLst>
                <a:ext uri="{FF2B5EF4-FFF2-40B4-BE49-F238E27FC236}">
                  <a16:creationId xmlns:a16="http://schemas.microsoft.com/office/drawing/2014/main" id="{56411139-D760-FC3A-8F5C-FCEF5E09048D}"/>
                </a:ext>
              </a:extLst>
            </p:cNvPr>
            <p:cNvSpPr/>
            <p:nvPr/>
          </p:nvSpPr>
          <p:spPr>
            <a:xfrm>
              <a:off x="623041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42" name="pg292">
              <a:extLst>
                <a:ext uri="{FF2B5EF4-FFF2-40B4-BE49-F238E27FC236}">
                  <a16:creationId xmlns:a16="http://schemas.microsoft.com/office/drawing/2014/main" id="{2DC1B7BF-CE67-85EE-D06E-00D9B8580940}"/>
                </a:ext>
              </a:extLst>
            </p:cNvPr>
            <p:cNvSpPr/>
            <p:nvPr/>
          </p:nvSpPr>
          <p:spPr>
            <a:xfrm>
              <a:off x="624205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43" name="pg293">
              <a:extLst>
                <a:ext uri="{FF2B5EF4-FFF2-40B4-BE49-F238E27FC236}">
                  <a16:creationId xmlns:a16="http://schemas.microsoft.com/office/drawing/2014/main" id="{26BB682C-E97A-74A2-AB8E-FDC19BC5AFCC}"/>
                </a:ext>
              </a:extLst>
            </p:cNvPr>
            <p:cNvSpPr/>
            <p:nvPr/>
          </p:nvSpPr>
          <p:spPr>
            <a:xfrm>
              <a:off x="625369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44" name="pg294">
              <a:extLst>
                <a:ext uri="{FF2B5EF4-FFF2-40B4-BE49-F238E27FC236}">
                  <a16:creationId xmlns:a16="http://schemas.microsoft.com/office/drawing/2014/main" id="{6BA9A7E2-C421-987F-5289-95EE2CEA8703}"/>
                </a:ext>
              </a:extLst>
            </p:cNvPr>
            <p:cNvSpPr/>
            <p:nvPr/>
          </p:nvSpPr>
          <p:spPr>
            <a:xfrm>
              <a:off x="626532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45" name="pg295">
              <a:extLst>
                <a:ext uri="{FF2B5EF4-FFF2-40B4-BE49-F238E27FC236}">
                  <a16:creationId xmlns:a16="http://schemas.microsoft.com/office/drawing/2014/main" id="{60D8D56C-15BF-42D1-D178-2391D7C88687}"/>
                </a:ext>
              </a:extLst>
            </p:cNvPr>
            <p:cNvSpPr/>
            <p:nvPr/>
          </p:nvSpPr>
          <p:spPr>
            <a:xfrm>
              <a:off x="627696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46" name="pg296">
              <a:extLst>
                <a:ext uri="{FF2B5EF4-FFF2-40B4-BE49-F238E27FC236}">
                  <a16:creationId xmlns:a16="http://schemas.microsoft.com/office/drawing/2014/main" id="{47082342-FBE6-A95F-B0F9-DD97B5330D3F}"/>
                </a:ext>
              </a:extLst>
            </p:cNvPr>
            <p:cNvSpPr/>
            <p:nvPr/>
          </p:nvSpPr>
          <p:spPr>
            <a:xfrm>
              <a:off x="628860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47" name="pg297">
              <a:extLst>
                <a:ext uri="{FF2B5EF4-FFF2-40B4-BE49-F238E27FC236}">
                  <a16:creationId xmlns:a16="http://schemas.microsoft.com/office/drawing/2014/main" id="{8A45BEAA-33D2-696D-2DD8-24D840EF438D}"/>
                </a:ext>
              </a:extLst>
            </p:cNvPr>
            <p:cNvSpPr/>
            <p:nvPr/>
          </p:nvSpPr>
          <p:spPr>
            <a:xfrm>
              <a:off x="630024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48" name="pg298">
              <a:extLst>
                <a:ext uri="{FF2B5EF4-FFF2-40B4-BE49-F238E27FC236}">
                  <a16:creationId xmlns:a16="http://schemas.microsoft.com/office/drawing/2014/main" id="{3B6622F8-FDBB-6F11-75D8-287CF3AE6068}"/>
                </a:ext>
              </a:extLst>
            </p:cNvPr>
            <p:cNvSpPr/>
            <p:nvPr/>
          </p:nvSpPr>
          <p:spPr>
            <a:xfrm>
              <a:off x="6311877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49" name="pg299">
              <a:extLst>
                <a:ext uri="{FF2B5EF4-FFF2-40B4-BE49-F238E27FC236}">
                  <a16:creationId xmlns:a16="http://schemas.microsoft.com/office/drawing/2014/main" id="{5A5D1130-6877-4F4A-F096-C2432E5F8F11}"/>
                </a:ext>
              </a:extLst>
            </p:cNvPr>
            <p:cNvSpPr/>
            <p:nvPr/>
          </p:nvSpPr>
          <p:spPr>
            <a:xfrm>
              <a:off x="632351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50" name="pg300">
              <a:extLst>
                <a:ext uri="{FF2B5EF4-FFF2-40B4-BE49-F238E27FC236}">
                  <a16:creationId xmlns:a16="http://schemas.microsoft.com/office/drawing/2014/main" id="{B421FD17-B92B-25F2-42DA-AA3131063A63}"/>
                </a:ext>
              </a:extLst>
            </p:cNvPr>
            <p:cNvSpPr/>
            <p:nvPr/>
          </p:nvSpPr>
          <p:spPr>
            <a:xfrm>
              <a:off x="528779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51" name="pg301">
              <a:extLst>
                <a:ext uri="{FF2B5EF4-FFF2-40B4-BE49-F238E27FC236}">
                  <a16:creationId xmlns:a16="http://schemas.microsoft.com/office/drawing/2014/main" id="{DADA73E2-6A42-30E6-FECC-27FA5DCC19F8}"/>
                </a:ext>
              </a:extLst>
            </p:cNvPr>
            <p:cNvSpPr/>
            <p:nvPr/>
          </p:nvSpPr>
          <p:spPr>
            <a:xfrm>
              <a:off x="529942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52" name="pg302">
              <a:extLst>
                <a:ext uri="{FF2B5EF4-FFF2-40B4-BE49-F238E27FC236}">
                  <a16:creationId xmlns:a16="http://schemas.microsoft.com/office/drawing/2014/main" id="{57C22830-98DE-0C44-155E-8888748E2F93}"/>
                </a:ext>
              </a:extLst>
            </p:cNvPr>
            <p:cNvSpPr/>
            <p:nvPr/>
          </p:nvSpPr>
          <p:spPr>
            <a:xfrm>
              <a:off x="531106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53" name="pg303">
              <a:extLst>
                <a:ext uri="{FF2B5EF4-FFF2-40B4-BE49-F238E27FC236}">
                  <a16:creationId xmlns:a16="http://schemas.microsoft.com/office/drawing/2014/main" id="{6D5BDB6B-8359-FFB3-C62B-4277C66CA120}"/>
                </a:ext>
              </a:extLst>
            </p:cNvPr>
            <p:cNvSpPr/>
            <p:nvPr/>
          </p:nvSpPr>
          <p:spPr>
            <a:xfrm>
              <a:off x="532270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54" name="pg304">
              <a:extLst>
                <a:ext uri="{FF2B5EF4-FFF2-40B4-BE49-F238E27FC236}">
                  <a16:creationId xmlns:a16="http://schemas.microsoft.com/office/drawing/2014/main" id="{E748DD49-D992-7A7B-3B9C-680C311AAD02}"/>
                </a:ext>
              </a:extLst>
            </p:cNvPr>
            <p:cNvSpPr/>
            <p:nvPr/>
          </p:nvSpPr>
          <p:spPr>
            <a:xfrm>
              <a:off x="533434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55" name="pg305">
              <a:extLst>
                <a:ext uri="{FF2B5EF4-FFF2-40B4-BE49-F238E27FC236}">
                  <a16:creationId xmlns:a16="http://schemas.microsoft.com/office/drawing/2014/main" id="{A7C19791-2991-B0F1-5C77-B8B4087AFF4F}"/>
                </a:ext>
              </a:extLst>
            </p:cNvPr>
            <p:cNvSpPr/>
            <p:nvPr/>
          </p:nvSpPr>
          <p:spPr>
            <a:xfrm>
              <a:off x="534597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56" name="pg306">
              <a:extLst>
                <a:ext uri="{FF2B5EF4-FFF2-40B4-BE49-F238E27FC236}">
                  <a16:creationId xmlns:a16="http://schemas.microsoft.com/office/drawing/2014/main" id="{C17FF7E3-A374-884C-F231-E149E89806F3}"/>
                </a:ext>
              </a:extLst>
            </p:cNvPr>
            <p:cNvSpPr/>
            <p:nvPr/>
          </p:nvSpPr>
          <p:spPr>
            <a:xfrm>
              <a:off x="535761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57" name="pg307">
              <a:extLst>
                <a:ext uri="{FF2B5EF4-FFF2-40B4-BE49-F238E27FC236}">
                  <a16:creationId xmlns:a16="http://schemas.microsoft.com/office/drawing/2014/main" id="{AA0B8569-20F3-ECF5-16AC-7F2CBE1B7A71}"/>
                </a:ext>
              </a:extLst>
            </p:cNvPr>
            <p:cNvSpPr/>
            <p:nvPr/>
          </p:nvSpPr>
          <p:spPr>
            <a:xfrm>
              <a:off x="536925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58" name="pg308">
              <a:extLst>
                <a:ext uri="{FF2B5EF4-FFF2-40B4-BE49-F238E27FC236}">
                  <a16:creationId xmlns:a16="http://schemas.microsoft.com/office/drawing/2014/main" id="{B2C837F8-8CC5-76EB-B1E2-61519FE257B3}"/>
                </a:ext>
              </a:extLst>
            </p:cNvPr>
            <p:cNvSpPr/>
            <p:nvPr/>
          </p:nvSpPr>
          <p:spPr>
            <a:xfrm>
              <a:off x="538089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59" name="pg309">
              <a:extLst>
                <a:ext uri="{FF2B5EF4-FFF2-40B4-BE49-F238E27FC236}">
                  <a16:creationId xmlns:a16="http://schemas.microsoft.com/office/drawing/2014/main" id="{AA911E5D-A158-FEA4-16AA-18D7C6928E9F}"/>
                </a:ext>
              </a:extLst>
            </p:cNvPr>
            <p:cNvSpPr/>
            <p:nvPr/>
          </p:nvSpPr>
          <p:spPr>
            <a:xfrm>
              <a:off x="539252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60" name="pg310">
              <a:extLst>
                <a:ext uri="{FF2B5EF4-FFF2-40B4-BE49-F238E27FC236}">
                  <a16:creationId xmlns:a16="http://schemas.microsoft.com/office/drawing/2014/main" id="{2D4E4A30-06EA-8980-2246-F01B45EFADCB}"/>
                </a:ext>
              </a:extLst>
            </p:cNvPr>
            <p:cNvSpPr/>
            <p:nvPr/>
          </p:nvSpPr>
          <p:spPr>
            <a:xfrm>
              <a:off x="540416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61" name="pg311">
              <a:extLst>
                <a:ext uri="{FF2B5EF4-FFF2-40B4-BE49-F238E27FC236}">
                  <a16:creationId xmlns:a16="http://schemas.microsoft.com/office/drawing/2014/main" id="{5C2CD2A5-86BC-B769-94FC-B372B4AD49DA}"/>
                </a:ext>
              </a:extLst>
            </p:cNvPr>
            <p:cNvSpPr/>
            <p:nvPr/>
          </p:nvSpPr>
          <p:spPr>
            <a:xfrm>
              <a:off x="541580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62" name="pg312">
              <a:extLst>
                <a:ext uri="{FF2B5EF4-FFF2-40B4-BE49-F238E27FC236}">
                  <a16:creationId xmlns:a16="http://schemas.microsoft.com/office/drawing/2014/main" id="{774F7722-E66A-BF34-B08B-203241C1E606}"/>
                </a:ext>
              </a:extLst>
            </p:cNvPr>
            <p:cNvSpPr/>
            <p:nvPr/>
          </p:nvSpPr>
          <p:spPr>
            <a:xfrm>
              <a:off x="606749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63" name="pg313">
              <a:extLst>
                <a:ext uri="{FF2B5EF4-FFF2-40B4-BE49-F238E27FC236}">
                  <a16:creationId xmlns:a16="http://schemas.microsoft.com/office/drawing/2014/main" id="{64D29A3D-430C-846D-964D-1BB4AF2A0BA8}"/>
                </a:ext>
              </a:extLst>
            </p:cNvPr>
            <p:cNvSpPr/>
            <p:nvPr/>
          </p:nvSpPr>
          <p:spPr>
            <a:xfrm>
              <a:off x="607913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64" name="pg314">
              <a:extLst>
                <a:ext uri="{FF2B5EF4-FFF2-40B4-BE49-F238E27FC236}">
                  <a16:creationId xmlns:a16="http://schemas.microsoft.com/office/drawing/2014/main" id="{AC2DBE15-D567-1D6F-F2ED-25C42B11B941}"/>
                </a:ext>
              </a:extLst>
            </p:cNvPr>
            <p:cNvSpPr/>
            <p:nvPr/>
          </p:nvSpPr>
          <p:spPr>
            <a:xfrm>
              <a:off x="609076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65" name="pg315">
              <a:extLst>
                <a:ext uri="{FF2B5EF4-FFF2-40B4-BE49-F238E27FC236}">
                  <a16:creationId xmlns:a16="http://schemas.microsoft.com/office/drawing/2014/main" id="{90176CF2-E538-B857-2AE9-89E4EEF9C37E}"/>
                </a:ext>
              </a:extLst>
            </p:cNvPr>
            <p:cNvSpPr/>
            <p:nvPr/>
          </p:nvSpPr>
          <p:spPr>
            <a:xfrm>
              <a:off x="610240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66" name="pg316">
              <a:extLst>
                <a:ext uri="{FF2B5EF4-FFF2-40B4-BE49-F238E27FC236}">
                  <a16:creationId xmlns:a16="http://schemas.microsoft.com/office/drawing/2014/main" id="{E3F73AB9-0954-8752-E88B-CA60956438FC}"/>
                </a:ext>
              </a:extLst>
            </p:cNvPr>
            <p:cNvSpPr/>
            <p:nvPr/>
          </p:nvSpPr>
          <p:spPr>
            <a:xfrm>
              <a:off x="611404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67" name="pg317">
              <a:extLst>
                <a:ext uri="{FF2B5EF4-FFF2-40B4-BE49-F238E27FC236}">
                  <a16:creationId xmlns:a16="http://schemas.microsoft.com/office/drawing/2014/main" id="{FAB7ECCA-118F-5883-4F87-13867C59ED93}"/>
                </a:ext>
              </a:extLst>
            </p:cNvPr>
            <p:cNvSpPr/>
            <p:nvPr/>
          </p:nvSpPr>
          <p:spPr>
            <a:xfrm>
              <a:off x="612568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68" name="pg318">
              <a:extLst>
                <a:ext uri="{FF2B5EF4-FFF2-40B4-BE49-F238E27FC236}">
                  <a16:creationId xmlns:a16="http://schemas.microsoft.com/office/drawing/2014/main" id="{7790A5F6-CB22-CCF1-A49F-CE81C0877B47}"/>
                </a:ext>
              </a:extLst>
            </p:cNvPr>
            <p:cNvSpPr/>
            <p:nvPr/>
          </p:nvSpPr>
          <p:spPr>
            <a:xfrm>
              <a:off x="613731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69" name="pg319">
              <a:extLst>
                <a:ext uri="{FF2B5EF4-FFF2-40B4-BE49-F238E27FC236}">
                  <a16:creationId xmlns:a16="http://schemas.microsoft.com/office/drawing/2014/main" id="{ED37301F-A2C1-D314-8679-6BD3376125F8}"/>
                </a:ext>
              </a:extLst>
            </p:cNvPr>
            <p:cNvSpPr/>
            <p:nvPr/>
          </p:nvSpPr>
          <p:spPr>
            <a:xfrm>
              <a:off x="614895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70" name="pg320">
              <a:extLst>
                <a:ext uri="{FF2B5EF4-FFF2-40B4-BE49-F238E27FC236}">
                  <a16:creationId xmlns:a16="http://schemas.microsoft.com/office/drawing/2014/main" id="{FC2B8847-A97A-7DD7-946A-3DDE2FFF4611}"/>
                </a:ext>
              </a:extLst>
            </p:cNvPr>
            <p:cNvSpPr/>
            <p:nvPr/>
          </p:nvSpPr>
          <p:spPr>
            <a:xfrm>
              <a:off x="616059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71" name="pg321">
              <a:extLst>
                <a:ext uri="{FF2B5EF4-FFF2-40B4-BE49-F238E27FC236}">
                  <a16:creationId xmlns:a16="http://schemas.microsoft.com/office/drawing/2014/main" id="{CEAE512C-4F3B-9359-ABC1-C7AB38E7609A}"/>
                </a:ext>
              </a:extLst>
            </p:cNvPr>
            <p:cNvSpPr/>
            <p:nvPr/>
          </p:nvSpPr>
          <p:spPr>
            <a:xfrm>
              <a:off x="617222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72" name="pg322">
              <a:extLst>
                <a:ext uri="{FF2B5EF4-FFF2-40B4-BE49-F238E27FC236}">
                  <a16:creationId xmlns:a16="http://schemas.microsoft.com/office/drawing/2014/main" id="{31123D2D-3E5F-C902-1670-D915D8A92FFA}"/>
                </a:ext>
              </a:extLst>
            </p:cNvPr>
            <p:cNvSpPr/>
            <p:nvPr/>
          </p:nvSpPr>
          <p:spPr>
            <a:xfrm>
              <a:off x="618386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73" name="pg323">
              <a:extLst>
                <a:ext uri="{FF2B5EF4-FFF2-40B4-BE49-F238E27FC236}">
                  <a16:creationId xmlns:a16="http://schemas.microsoft.com/office/drawing/2014/main" id="{5122690F-81C7-4EC5-935B-66B9BA1A1BB9}"/>
                </a:ext>
              </a:extLst>
            </p:cNvPr>
            <p:cNvSpPr/>
            <p:nvPr/>
          </p:nvSpPr>
          <p:spPr>
            <a:xfrm>
              <a:off x="619550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74" name="pg324">
              <a:extLst>
                <a:ext uri="{FF2B5EF4-FFF2-40B4-BE49-F238E27FC236}">
                  <a16:creationId xmlns:a16="http://schemas.microsoft.com/office/drawing/2014/main" id="{7A50C5B7-EB82-C5C6-02ED-9C14DF2FB53A}"/>
                </a:ext>
              </a:extLst>
            </p:cNvPr>
            <p:cNvSpPr/>
            <p:nvPr/>
          </p:nvSpPr>
          <p:spPr>
            <a:xfrm>
              <a:off x="620714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75" name="pg325">
              <a:extLst>
                <a:ext uri="{FF2B5EF4-FFF2-40B4-BE49-F238E27FC236}">
                  <a16:creationId xmlns:a16="http://schemas.microsoft.com/office/drawing/2014/main" id="{0C42F090-4706-78DE-D20E-8D65EF828787}"/>
                </a:ext>
              </a:extLst>
            </p:cNvPr>
            <p:cNvSpPr/>
            <p:nvPr/>
          </p:nvSpPr>
          <p:spPr>
            <a:xfrm>
              <a:off x="621877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76" name="pg326">
              <a:extLst>
                <a:ext uri="{FF2B5EF4-FFF2-40B4-BE49-F238E27FC236}">
                  <a16:creationId xmlns:a16="http://schemas.microsoft.com/office/drawing/2014/main" id="{40C7A114-B82E-795F-02DE-662B2F1C9758}"/>
                </a:ext>
              </a:extLst>
            </p:cNvPr>
            <p:cNvSpPr/>
            <p:nvPr/>
          </p:nvSpPr>
          <p:spPr>
            <a:xfrm>
              <a:off x="623041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77" name="pg327">
              <a:extLst>
                <a:ext uri="{FF2B5EF4-FFF2-40B4-BE49-F238E27FC236}">
                  <a16:creationId xmlns:a16="http://schemas.microsoft.com/office/drawing/2014/main" id="{580CD9EE-018E-1C1F-4B5E-1C271205DC3E}"/>
                </a:ext>
              </a:extLst>
            </p:cNvPr>
            <p:cNvSpPr/>
            <p:nvPr/>
          </p:nvSpPr>
          <p:spPr>
            <a:xfrm>
              <a:off x="624205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78" name="pg328">
              <a:extLst>
                <a:ext uri="{FF2B5EF4-FFF2-40B4-BE49-F238E27FC236}">
                  <a16:creationId xmlns:a16="http://schemas.microsoft.com/office/drawing/2014/main" id="{0681EA92-E090-1BA4-4736-64B914A88E47}"/>
                </a:ext>
              </a:extLst>
            </p:cNvPr>
            <p:cNvSpPr/>
            <p:nvPr/>
          </p:nvSpPr>
          <p:spPr>
            <a:xfrm>
              <a:off x="625369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79" name="pg329">
              <a:extLst>
                <a:ext uri="{FF2B5EF4-FFF2-40B4-BE49-F238E27FC236}">
                  <a16:creationId xmlns:a16="http://schemas.microsoft.com/office/drawing/2014/main" id="{19BC6DC1-EDC8-4F46-62E3-CB22991AA637}"/>
                </a:ext>
              </a:extLst>
            </p:cNvPr>
            <p:cNvSpPr/>
            <p:nvPr/>
          </p:nvSpPr>
          <p:spPr>
            <a:xfrm>
              <a:off x="626532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80" name="pg330">
              <a:extLst>
                <a:ext uri="{FF2B5EF4-FFF2-40B4-BE49-F238E27FC236}">
                  <a16:creationId xmlns:a16="http://schemas.microsoft.com/office/drawing/2014/main" id="{9DBFFF33-F606-AE38-3AAD-304175E878D5}"/>
                </a:ext>
              </a:extLst>
            </p:cNvPr>
            <p:cNvSpPr/>
            <p:nvPr/>
          </p:nvSpPr>
          <p:spPr>
            <a:xfrm>
              <a:off x="627696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81" name="pg331">
              <a:extLst>
                <a:ext uri="{FF2B5EF4-FFF2-40B4-BE49-F238E27FC236}">
                  <a16:creationId xmlns:a16="http://schemas.microsoft.com/office/drawing/2014/main" id="{7665D7E2-AA28-5939-2980-9099A38FB71F}"/>
                </a:ext>
              </a:extLst>
            </p:cNvPr>
            <p:cNvSpPr/>
            <p:nvPr/>
          </p:nvSpPr>
          <p:spPr>
            <a:xfrm>
              <a:off x="628860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82" name="pg332">
              <a:extLst>
                <a:ext uri="{FF2B5EF4-FFF2-40B4-BE49-F238E27FC236}">
                  <a16:creationId xmlns:a16="http://schemas.microsoft.com/office/drawing/2014/main" id="{93CE1F33-E75E-7704-1F17-DA3C4F603ECD}"/>
                </a:ext>
              </a:extLst>
            </p:cNvPr>
            <p:cNvSpPr/>
            <p:nvPr/>
          </p:nvSpPr>
          <p:spPr>
            <a:xfrm>
              <a:off x="630024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83" name="pg333">
              <a:extLst>
                <a:ext uri="{FF2B5EF4-FFF2-40B4-BE49-F238E27FC236}">
                  <a16:creationId xmlns:a16="http://schemas.microsoft.com/office/drawing/2014/main" id="{2E1D406A-6FDA-6D13-F548-C50867DCA94C}"/>
                </a:ext>
              </a:extLst>
            </p:cNvPr>
            <p:cNvSpPr/>
            <p:nvPr/>
          </p:nvSpPr>
          <p:spPr>
            <a:xfrm>
              <a:off x="631187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84" name="pg334">
              <a:extLst>
                <a:ext uri="{FF2B5EF4-FFF2-40B4-BE49-F238E27FC236}">
                  <a16:creationId xmlns:a16="http://schemas.microsoft.com/office/drawing/2014/main" id="{8B1AA375-1065-3C4C-BF83-078DD358435E}"/>
                </a:ext>
              </a:extLst>
            </p:cNvPr>
            <p:cNvSpPr/>
            <p:nvPr/>
          </p:nvSpPr>
          <p:spPr>
            <a:xfrm>
              <a:off x="632351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85" name="pg335">
              <a:extLst>
                <a:ext uri="{FF2B5EF4-FFF2-40B4-BE49-F238E27FC236}">
                  <a16:creationId xmlns:a16="http://schemas.microsoft.com/office/drawing/2014/main" id="{47458A3A-C9B9-3545-3CC6-E4DFC7FD53A3}"/>
                </a:ext>
              </a:extLst>
            </p:cNvPr>
            <p:cNvSpPr/>
            <p:nvPr/>
          </p:nvSpPr>
          <p:spPr>
            <a:xfrm>
              <a:off x="526451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86" name="pg336">
              <a:extLst>
                <a:ext uri="{FF2B5EF4-FFF2-40B4-BE49-F238E27FC236}">
                  <a16:creationId xmlns:a16="http://schemas.microsoft.com/office/drawing/2014/main" id="{D7EE7D24-283E-9417-F6D4-8D5063C8E755}"/>
                </a:ext>
              </a:extLst>
            </p:cNvPr>
            <p:cNvSpPr/>
            <p:nvPr/>
          </p:nvSpPr>
          <p:spPr>
            <a:xfrm>
              <a:off x="527615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87" name="pg337">
              <a:extLst>
                <a:ext uri="{FF2B5EF4-FFF2-40B4-BE49-F238E27FC236}">
                  <a16:creationId xmlns:a16="http://schemas.microsoft.com/office/drawing/2014/main" id="{AB524149-D6DE-967C-425A-662D2786E98F}"/>
                </a:ext>
              </a:extLst>
            </p:cNvPr>
            <p:cNvSpPr/>
            <p:nvPr/>
          </p:nvSpPr>
          <p:spPr>
            <a:xfrm>
              <a:off x="528779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88" name="pg338">
              <a:extLst>
                <a:ext uri="{FF2B5EF4-FFF2-40B4-BE49-F238E27FC236}">
                  <a16:creationId xmlns:a16="http://schemas.microsoft.com/office/drawing/2014/main" id="{CED056CF-74C9-3681-1FEB-4D346E8F5191}"/>
                </a:ext>
              </a:extLst>
            </p:cNvPr>
            <p:cNvSpPr/>
            <p:nvPr/>
          </p:nvSpPr>
          <p:spPr>
            <a:xfrm>
              <a:off x="529942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89" name="pg339">
              <a:extLst>
                <a:ext uri="{FF2B5EF4-FFF2-40B4-BE49-F238E27FC236}">
                  <a16:creationId xmlns:a16="http://schemas.microsoft.com/office/drawing/2014/main" id="{F4C0CD3C-A8C0-F958-F797-106825BF17E4}"/>
                </a:ext>
              </a:extLst>
            </p:cNvPr>
            <p:cNvSpPr/>
            <p:nvPr/>
          </p:nvSpPr>
          <p:spPr>
            <a:xfrm>
              <a:off x="531106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90" name="pg340">
              <a:extLst>
                <a:ext uri="{FF2B5EF4-FFF2-40B4-BE49-F238E27FC236}">
                  <a16:creationId xmlns:a16="http://schemas.microsoft.com/office/drawing/2014/main" id="{1E6AA12E-F8F4-0F97-38ED-9D28E16E2A00}"/>
                </a:ext>
              </a:extLst>
            </p:cNvPr>
            <p:cNvSpPr/>
            <p:nvPr/>
          </p:nvSpPr>
          <p:spPr>
            <a:xfrm>
              <a:off x="532270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91" name="pg341">
              <a:extLst>
                <a:ext uri="{FF2B5EF4-FFF2-40B4-BE49-F238E27FC236}">
                  <a16:creationId xmlns:a16="http://schemas.microsoft.com/office/drawing/2014/main" id="{DB885610-E340-76F3-D040-121DBF3D98C5}"/>
                </a:ext>
              </a:extLst>
            </p:cNvPr>
            <p:cNvSpPr/>
            <p:nvPr/>
          </p:nvSpPr>
          <p:spPr>
            <a:xfrm>
              <a:off x="533434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92" name="pg342">
              <a:extLst>
                <a:ext uri="{FF2B5EF4-FFF2-40B4-BE49-F238E27FC236}">
                  <a16:creationId xmlns:a16="http://schemas.microsoft.com/office/drawing/2014/main" id="{15DAEFA0-03EE-7025-08FA-3132018398D1}"/>
                </a:ext>
              </a:extLst>
            </p:cNvPr>
            <p:cNvSpPr/>
            <p:nvPr/>
          </p:nvSpPr>
          <p:spPr>
            <a:xfrm>
              <a:off x="534597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93" name="pg343">
              <a:extLst>
                <a:ext uri="{FF2B5EF4-FFF2-40B4-BE49-F238E27FC236}">
                  <a16:creationId xmlns:a16="http://schemas.microsoft.com/office/drawing/2014/main" id="{0EE064A0-5D4F-7600-9725-AC7016B6F42D}"/>
                </a:ext>
              </a:extLst>
            </p:cNvPr>
            <p:cNvSpPr/>
            <p:nvPr/>
          </p:nvSpPr>
          <p:spPr>
            <a:xfrm>
              <a:off x="535761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94" name="pg344">
              <a:extLst>
                <a:ext uri="{FF2B5EF4-FFF2-40B4-BE49-F238E27FC236}">
                  <a16:creationId xmlns:a16="http://schemas.microsoft.com/office/drawing/2014/main" id="{ED20D57F-E715-D47D-D19D-FCC3FAC986BC}"/>
                </a:ext>
              </a:extLst>
            </p:cNvPr>
            <p:cNvSpPr/>
            <p:nvPr/>
          </p:nvSpPr>
          <p:spPr>
            <a:xfrm>
              <a:off x="536925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95" name="pg345">
              <a:extLst>
                <a:ext uri="{FF2B5EF4-FFF2-40B4-BE49-F238E27FC236}">
                  <a16:creationId xmlns:a16="http://schemas.microsoft.com/office/drawing/2014/main" id="{2BA6B69C-9335-DD31-F0D3-D3CC7EFA105D}"/>
                </a:ext>
              </a:extLst>
            </p:cNvPr>
            <p:cNvSpPr/>
            <p:nvPr/>
          </p:nvSpPr>
          <p:spPr>
            <a:xfrm>
              <a:off x="538089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96" name="pg346">
              <a:extLst>
                <a:ext uri="{FF2B5EF4-FFF2-40B4-BE49-F238E27FC236}">
                  <a16:creationId xmlns:a16="http://schemas.microsoft.com/office/drawing/2014/main" id="{4E24B4E0-D6BB-9507-0531-301B437C5F7F}"/>
                </a:ext>
              </a:extLst>
            </p:cNvPr>
            <p:cNvSpPr/>
            <p:nvPr/>
          </p:nvSpPr>
          <p:spPr>
            <a:xfrm>
              <a:off x="606749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97" name="pg347">
              <a:extLst>
                <a:ext uri="{FF2B5EF4-FFF2-40B4-BE49-F238E27FC236}">
                  <a16:creationId xmlns:a16="http://schemas.microsoft.com/office/drawing/2014/main" id="{87A69DBF-A856-C5BF-BB76-7C2B8A1B61A8}"/>
                </a:ext>
              </a:extLst>
            </p:cNvPr>
            <p:cNvSpPr/>
            <p:nvPr/>
          </p:nvSpPr>
          <p:spPr>
            <a:xfrm>
              <a:off x="607913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98" name="pg348">
              <a:extLst>
                <a:ext uri="{FF2B5EF4-FFF2-40B4-BE49-F238E27FC236}">
                  <a16:creationId xmlns:a16="http://schemas.microsoft.com/office/drawing/2014/main" id="{0782ED0E-5B8B-2E23-099F-2EFEB994137E}"/>
                </a:ext>
              </a:extLst>
            </p:cNvPr>
            <p:cNvSpPr/>
            <p:nvPr/>
          </p:nvSpPr>
          <p:spPr>
            <a:xfrm>
              <a:off x="609076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99" name="pg349">
              <a:extLst>
                <a:ext uri="{FF2B5EF4-FFF2-40B4-BE49-F238E27FC236}">
                  <a16:creationId xmlns:a16="http://schemas.microsoft.com/office/drawing/2014/main" id="{755E2345-BFE9-35EF-8FDE-9D397DDCD26A}"/>
                </a:ext>
              </a:extLst>
            </p:cNvPr>
            <p:cNvSpPr/>
            <p:nvPr/>
          </p:nvSpPr>
          <p:spPr>
            <a:xfrm>
              <a:off x="610240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00" name="pg350">
              <a:extLst>
                <a:ext uri="{FF2B5EF4-FFF2-40B4-BE49-F238E27FC236}">
                  <a16:creationId xmlns:a16="http://schemas.microsoft.com/office/drawing/2014/main" id="{BAE75784-BD8D-FDF4-A651-DB627F415379}"/>
                </a:ext>
              </a:extLst>
            </p:cNvPr>
            <p:cNvSpPr/>
            <p:nvPr/>
          </p:nvSpPr>
          <p:spPr>
            <a:xfrm>
              <a:off x="611404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01" name="pg351">
              <a:extLst>
                <a:ext uri="{FF2B5EF4-FFF2-40B4-BE49-F238E27FC236}">
                  <a16:creationId xmlns:a16="http://schemas.microsoft.com/office/drawing/2014/main" id="{CA0DA1FC-9B32-EB7D-1B2E-E70E5B2D0AE1}"/>
                </a:ext>
              </a:extLst>
            </p:cNvPr>
            <p:cNvSpPr/>
            <p:nvPr/>
          </p:nvSpPr>
          <p:spPr>
            <a:xfrm>
              <a:off x="612568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02" name="pg352">
              <a:extLst>
                <a:ext uri="{FF2B5EF4-FFF2-40B4-BE49-F238E27FC236}">
                  <a16:creationId xmlns:a16="http://schemas.microsoft.com/office/drawing/2014/main" id="{6DCC110E-CC64-96EB-8415-1D04CC977700}"/>
                </a:ext>
              </a:extLst>
            </p:cNvPr>
            <p:cNvSpPr/>
            <p:nvPr/>
          </p:nvSpPr>
          <p:spPr>
            <a:xfrm>
              <a:off x="613731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03" name="pg353">
              <a:extLst>
                <a:ext uri="{FF2B5EF4-FFF2-40B4-BE49-F238E27FC236}">
                  <a16:creationId xmlns:a16="http://schemas.microsoft.com/office/drawing/2014/main" id="{0983D49F-04C4-8AD7-8ED4-6DA42D510829}"/>
                </a:ext>
              </a:extLst>
            </p:cNvPr>
            <p:cNvSpPr/>
            <p:nvPr/>
          </p:nvSpPr>
          <p:spPr>
            <a:xfrm>
              <a:off x="614895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04" name="pg354">
              <a:extLst>
                <a:ext uri="{FF2B5EF4-FFF2-40B4-BE49-F238E27FC236}">
                  <a16:creationId xmlns:a16="http://schemas.microsoft.com/office/drawing/2014/main" id="{172A43ED-628B-32DE-3A06-C6CE991008CA}"/>
                </a:ext>
              </a:extLst>
            </p:cNvPr>
            <p:cNvSpPr/>
            <p:nvPr/>
          </p:nvSpPr>
          <p:spPr>
            <a:xfrm>
              <a:off x="616059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05" name="pg355">
              <a:extLst>
                <a:ext uri="{FF2B5EF4-FFF2-40B4-BE49-F238E27FC236}">
                  <a16:creationId xmlns:a16="http://schemas.microsoft.com/office/drawing/2014/main" id="{A985D452-BA7F-0985-4F01-45383DF881CD}"/>
                </a:ext>
              </a:extLst>
            </p:cNvPr>
            <p:cNvSpPr/>
            <p:nvPr/>
          </p:nvSpPr>
          <p:spPr>
            <a:xfrm>
              <a:off x="617222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06" name="pg356">
              <a:extLst>
                <a:ext uri="{FF2B5EF4-FFF2-40B4-BE49-F238E27FC236}">
                  <a16:creationId xmlns:a16="http://schemas.microsoft.com/office/drawing/2014/main" id="{10DFD61A-FDF5-E0DA-1675-9AC02886F759}"/>
                </a:ext>
              </a:extLst>
            </p:cNvPr>
            <p:cNvSpPr/>
            <p:nvPr/>
          </p:nvSpPr>
          <p:spPr>
            <a:xfrm>
              <a:off x="618386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07" name="pg357">
              <a:extLst>
                <a:ext uri="{FF2B5EF4-FFF2-40B4-BE49-F238E27FC236}">
                  <a16:creationId xmlns:a16="http://schemas.microsoft.com/office/drawing/2014/main" id="{19453FD4-1DFD-8413-BD65-801A015AA88F}"/>
                </a:ext>
              </a:extLst>
            </p:cNvPr>
            <p:cNvSpPr/>
            <p:nvPr/>
          </p:nvSpPr>
          <p:spPr>
            <a:xfrm>
              <a:off x="619550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08" name="pg358">
              <a:extLst>
                <a:ext uri="{FF2B5EF4-FFF2-40B4-BE49-F238E27FC236}">
                  <a16:creationId xmlns:a16="http://schemas.microsoft.com/office/drawing/2014/main" id="{FA55F7F5-DB56-3900-7B57-DD35D08C935C}"/>
                </a:ext>
              </a:extLst>
            </p:cNvPr>
            <p:cNvSpPr/>
            <p:nvPr/>
          </p:nvSpPr>
          <p:spPr>
            <a:xfrm>
              <a:off x="620714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09" name="pg359">
              <a:extLst>
                <a:ext uri="{FF2B5EF4-FFF2-40B4-BE49-F238E27FC236}">
                  <a16:creationId xmlns:a16="http://schemas.microsoft.com/office/drawing/2014/main" id="{936996D3-C18C-F591-A0A3-8BA5FC9DBB4C}"/>
                </a:ext>
              </a:extLst>
            </p:cNvPr>
            <p:cNvSpPr/>
            <p:nvPr/>
          </p:nvSpPr>
          <p:spPr>
            <a:xfrm>
              <a:off x="621877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10" name="pg360">
              <a:extLst>
                <a:ext uri="{FF2B5EF4-FFF2-40B4-BE49-F238E27FC236}">
                  <a16:creationId xmlns:a16="http://schemas.microsoft.com/office/drawing/2014/main" id="{35757EE8-84A7-D9AD-371C-3E54DCB602D4}"/>
                </a:ext>
              </a:extLst>
            </p:cNvPr>
            <p:cNvSpPr/>
            <p:nvPr/>
          </p:nvSpPr>
          <p:spPr>
            <a:xfrm>
              <a:off x="623041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11" name="pg361">
              <a:extLst>
                <a:ext uri="{FF2B5EF4-FFF2-40B4-BE49-F238E27FC236}">
                  <a16:creationId xmlns:a16="http://schemas.microsoft.com/office/drawing/2014/main" id="{0F75CBB8-A2A5-D2DF-E2B7-5CF9DC5890B3}"/>
                </a:ext>
              </a:extLst>
            </p:cNvPr>
            <p:cNvSpPr/>
            <p:nvPr/>
          </p:nvSpPr>
          <p:spPr>
            <a:xfrm>
              <a:off x="624205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12" name="pg362">
              <a:extLst>
                <a:ext uri="{FF2B5EF4-FFF2-40B4-BE49-F238E27FC236}">
                  <a16:creationId xmlns:a16="http://schemas.microsoft.com/office/drawing/2014/main" id="{BE7FBF2D-97DF-10AA-2802-A5ADB3127685}"/>
                </a:ext>
              </a:extLst>
            </p:cNvPr>
            <p:cNvSpPr/>
            <p:nvPr/>
          </p:nvSpPr>
          <p:spPr>
            <a:xfrm>
              <a:off x="625369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13" name="pg363">
              <a:extLst>
                <a:ext uri="{FF2B5EF4-FFF2-40B4-BE49-F238E27FC236}">
                  <a16:creationId xmlns:a16="http://schemas.microsoft.com/office/drawing/2014/main" id="{11050995-E750-73C5-1762-4CBDE7218D06}"/>
                </a:ext>
              </a:extLst>
            </p:cNvPr>
            <p:cNvSpPr/>
            <p:nvPr/>
          </p:nvSpPr>
          <p:spPr>
            <a:xfrm>
              <a:off x="626532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14" name="pg364">
              <a:extLst>
                <a:ext uri="{FF2B5EF4-FFF2-40B4-BE49-F238E27FC236}">
                  <a16:creationId xmlns:a16="http://schemas.microsoft.com/office/drawing/2014/main" id="{CA2FBDB8-13E4-5D24-560F-8F1D6D6425D4}"/>
                </a:ext>
              </a:extLst>
            </p:cNvPr>
            <p:cNvSpPr/>
            <p:nvPr/>
          </p:nvSpPr>
          <p:spPr>
            <a:xfrm>
              <a:off x="627696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15" name="pg365">
              <a:extLst>
                <a:ext uri="{FF2B5EF4-FFF2-40B4-BE49-F238E27FC236}">
                  <a16:creationId xmlns:a16="http://schemas.microsoft.com/office/drawing/2014/main" id="{11CCADC6-456A-A2F0-AD44-667097C321B8}"/>
                </a:ext>
              </a:extLst>
            </p:cNvPr>
            <p:cNvSpPr/>
            <p:nvPr/>
          </p:nvSpPr>
          <p:spPr>
            <a:xfrm>
              <a:off x="628860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16" name="pg366">
              <a:extLst>
                <a:ext uri="{FF2B5EF4-FFF2-40B4-BE49-F238E27FC236}">
                  <a16:creationId xmlns:a16="http://schemas.microsoft.com/office/drawing/2014/main" id="{D624397D-1EA9-C71F-74A7-79DA9716D6E5}"/>
                </a:ext>
              </a:extLst>
            </p:cNvPr>
            <p:cNvSpPr/>
            <p:nvPr/>
          </p:nvSpPr>
          <p:spPr>
            <a:xfrm>
              <a:off x="630024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17" name="pg367">
              <a:extLst>
                <a:ext uri="{FF2B5EF4-FFF2-40B4-BE49-F238E27FC236}">
                  <a16:creationId xmlns:a16="http://schemas.microsoft.com/office/drawing/2014/main" id="{72652542-3ACD-09A7-684B-6E21BB735A73}"/>
                </a:ext>
              </a:extLst>
            </p:cNvPr>
            <p:cNvSpPr/>
            <p:nvPr/>
          </p:nvSpPr>
          <p:spPr>
            <a:xfrm>
              <a:off x="631187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18" name="pg368">
              <a:extLst>
                <a:ext uri="{FF2B5EF4-FFF2-40B4-BE49-F238E27FC236}">
                  <a16:creationId xmlns:a16="http://schemas.microsoft.com/office/drawing/2014/main" id="{8AAD389D-309A-448A-4C8F-2EB79D46784C}"/>
                </a:ext>
              </a:extLst>
            </p:cNvPr>
            <p:cNvSpPr/>
            <p:nvPr/>
          </p:nvSpPr>
          <p:spPr>
            <a:xfrm>
              <a:off x="632351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19" name="pg369">
              <a:extLst>
                <a:ext uri="{FF2B5EF4-FFF2-40B4-BE49-F238E27FC236}">
                  <a16:creationId xmlns:a16="http://schemas.microsoft.com/office/drawing/2014/main" id="{BA0F3CAE-96C5-D269-A88E-39DE6DD5C71D}"/>
                </a:ext>
              </a:extLst>
            </p:cNvPr>
            <p:cNvSpPr/>
            <p:nvPr/>
          </p:nvSpPr>
          <p:spPr>
            <a:xfrm>
              <a:off x="526451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20" name="pg370">
              <a:extLst>
                <a:ext uri="{FF2B5EF4-FFF2-40B4-BE49-F238E27FC236}">
                  <a16:creationId xmlns:a16="http://schemas.microsoft.com/office/drawing/2014/main" id="{9A199334-6E7E-3578-284D-889E64E84839}"/>
                </a:ext>
              </a:extLst>
            </p:cNvPr>
            <p:cNvSpPr/>
            <p:nvPr/>
          </p:nvSpPr>
          <p:spPr>
            <a:xfrm>
              <a:off x="527615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21" name="pg371">
              <a:extLst>
                <a:ext uri="{FF2B5EF4-FFF2-40B4-BE49-F238E27FC236}">
                  <a16:creationId xmlns:a16="http://schemas.microsoft.com/office/drawing/2014/main" id="{8EA24751-B3DC-49C7-7261-98F3797A36FB}"/>
                </a:ext>
              </a:extLst>
            </p:cNvPr>
            <p:cNvSpPr/>
            <p:nvPr/>
          </p:nvSpPr>
          <p:spPr>
            <a:xfrm>
              <a:off x="528779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22" name="pg372">
              <a:extLst>
                <a:ext uri="{FF2B5EF4-FFF2-40B4-BE49-F238E27FC236}">
                  <a16:creationId xmlns:a16="http://schemas.microsoft.com/office/drawing/2014/main" id="{A22BAE9D-CFDE-C8F1-B171-8918B1A0491F}"/>
                </a:ext>
              </a:extLst>
            </p:cNvPr>
            <p:cNvSpPr/>
            <p:nvPr/>
          </p:nvSpPr>
          <p:spPr>
            <a:xfrm>
              <a:off x="529942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23" name="pg373">
              <a:extLst>
                <a:ext uri="{FF2B5EF4-FFF2-40B4-BE49-F238E27FC236}">
                  <a16:creationId xmlns:a16="http://schemas.microsoft.com/office/drawing/2014/main" id="{5F7B319C-8C71-98C5-B507-9306BECAC4D4}"/>
                </a:ext>
              </a:extLst>
            </p:cNvPr>
            <p:cNvSpPr/>
            <p:nvPr/>
          </p:nvSpPr>
          <p:spPr>
            <a:xfrm>
              <a:off x="531106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24" name="pg374">
              <a:extLst>
                <a:ext uri="{FF2B5EF4-FFF2-40B4-BE49-F238E27FC236}">
                  <a16:creationId xmlns:a16="http://schemas.microsoft.com/office/drawing/2014/main" id="{D81CA27C-B785-1180-5BA1-F993919E5CD1}"/>
                </a:ext>
              </a:extLst>
            </p:cNvPr>
            <p:cNvSpPr/>
            <p:nvPr/>
          </p:nvSpPr>
          <p:spPr>
            <a:xfrm>
              <a:off x="532270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25" name="pg375">
              <a:extLst>
                <a:ext uri="{FF2B5EF4-FFF2-40B4-BE49-F238E27FC236}">
                  <a16:creationId xmlns:a16="http://schemas.microsoft.com/office/drawing/2014/main" id="{6FDD0234-880C-E069-6323-0B576C1CAE63}"/>
                </a:ext>
              </a:extLst>
            </p:cNvPr>
            <p:cNvSpPr/>
            <p:nvPr/>
          </p:nvSpPr>
          <p:spPr>
            <a:xfrm>
              <a:off x="5334341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26" name="pg376">
              <a:extLst>
                <a:ext uri="{FF2B5EF4-FFF2-40B4-BE49-F238E27FC236}">
                  <a16:creationId xmlns:a16="http://schemas.microsoft.com/office/drawing/2014/main" id="{41181314-FBD6-DC07-F464-A99C457FC716}"/>
                </a:ext>
              </a:extLst>
            </p:cNvPr>
            <p:cNvSpPr/>
            <p:nvPr/>
          </p:nvSpPr>
          <p:spPr>
            <a:xfrm>
              <a:off x="534597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27" name="pg377">
              <a:extLst>
                <a:ext uri="{FF2B5EF4-FFF2-40B4-BE49-F238E27FC236}">
                  <a16:creationId xmlns:a16="http://schemas.microsoft.com/office/drawing/2014/main" id="{DC49FB56-1A88-9334-4002-4535B0A2E7CB}"/>
                </a:ext>
              </a:extLst>
            </p:cNvPr>
            <p:cNvSpPr/>
            <p:nvPr/>
          </p:nvSpPr>
          <p:spPr>
            <a:xfrm>
              <a:off x="535761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28" name="pg378">
              <a:extLst>
                <a:ext uri="{FF2B5EF4-FFF2-40B4-BE49-F238E27FC236}">
                  <a16:creationId xmlns:a16="http://schemas.microsoft.com/office/drawing/2014/main" id="{D535EEED-08BB-68AA-C2FE-1FAC5DEA0D86}"/>
                </a:ext>
              </a:extLst>
            </p:cNvPr>
            <p:cNvSpPr/>
            <p:nvPr/>
          </p:nvSpPr>
          <p:spPr>
            <a:xfrm>
              <a:off x="6067493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29" name="pg379">
              <a:extLst>
                <a:ext uri="{FF2B5EF4-FFF2-40B4-BE49-F238E27FC236}">
                  <a16:creationId xmlns:a16="http://schemas.microsoft.com/office/drawing/2014/main" id="{0F5B394B-0362-5A1C-3233-83B26D8C653B}"/>
                </a:ext>
              </a:extLst>
            </p:cNvPr>
            <p:cNvSpPr/>
            <p:nvPr/>
          </p:nvSpPr>
          <p:spPr>
            <a:xfrm>
              <a:off x="607913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30" name="pg380">
              <a:extLst>
                <a:ext uri="{FF2B5EF4-FFF2-40B4-BE49-F238E27FC236}">
                  <a16:creationId xmlns:a16="http://schemas.microsoft.com/office/drawing/2014/main" id="{029A7914-72E0-B479-7D1B-6F725A861224}"/>
                </a:ext>
              </a:extLst>
            </p:cNvPr>
            <p:cNvSpPr/>
            <p:nvPr/>
          </p:nvSpPr>
          <p:spPr>
            <a:xfrm>
              <a:off x="609076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31" name="pg381">
              <a:extLst>
                <a:ext uri="{FF2B5EF4-FFF2-40B4-BE49-F238E27FC236}">
                  <a16:creationId xmlns:a16="http://schemas.microsoft.com/office/drawing/2014/main" id="{91555E6D-F78B-28C4-EFB4-4028100CF540}"/>
                </a:ext>
              </a:extLst>
            </p:cNvPr>
            <p:cNvSpPr/>
            <p:nvPr/>
          </p:nvSpPr>
          <p:spPr>
            <a:xfrm>
              <a:off x="610240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32" name="pg382">
              <a:extLst>
                <a:ext uri="{FF2B5EF4-FFF2-40B4-BE49-F238E27FC236}">
                  <a16:creationId xmlns:a16="http://schemas.microsoft.com/office/drawing/2014/main" id="{548F2CDF-71A4-2AEB-E696-44D94D9CEEA4}"/>
                </a:ext>
              </a:extLst>
            </p:cNvPr>
            <p:cNvSpPr/>
            <p:nvPr/>
          </p:nvSpPr>
          <p:spPr>
            <a:xfrm>
              <a:off x="611404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33" name="pg383">
              <a:extLst>
                <a:ext uri="{FF2B5EF4-FFF2-40B4-BE49-F238E27FC236}">
                  <a16:creationId xmlns:a16="http://schemas.microsoft.com/office/drawing/2014/main" id="{759538C1-D719-E7EC-77BF-4309BF512361}"/>
                </a:ext>
              </a:extLst>
            </p:cNvPr>
            <p:cNvSpPr/>
            <p:nvPr/>
          </p:nvSpPr>
          <p:spPr>
            <a:xfrm>
              <a:off x="612568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34" name="pg384">
              <a:extLst>
                <a:ext uri="{FF2B5EF4-FFF2-40B4-BE49-F238E27FC236}">
                  <a16:creationId xmlns:a16="http://schemas.microsoft.com/office/drawing/2014/main" id="{291FD622-6F0F-8744-2907-26DF81336AA7}"/>
                </a:ext>
              </a:extLst>
            </p:cNvPr>
            <p:cNvSpPr/>
            <p:nvPr/>
          </p:nvSpPr>
          <p:spPr>
            <a:xfrm>
              <a:off x="613731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35" name="pg385">
              <a:extLst>
                <a:ext uri="{FF2B5EF4-FFF2-40B4-BE49-F238E27FC236}">
                  <a16:creationId xmlns:a16="http://schemas.microsoft.com/office/drawing/2014/main" id="{F344826F-6E6A-3224-2C23-A6CEEC79D7D9}"/>
                </a:ext>
              </a:extLst>
            </p:cNvPr>
            <p:cNvSpPr/>
            <p:nvPr/>
          </p:nvSpPr>
          <p:spPr>
            <a:xfrm>
              <a:off x="614895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36" name="pg386">
              <a:extLst>
                <a:ext uri="{FF2B5EF4-FFF2-40B4-BE49-F238E27FC236}">
                  <a16:creationId xmlns:a16="http://schemas.microsoft.com/office/drawing/2014/main" id="{BB8AE089-F523-316B-372D-9F9C54883740}"/>
                </a:ext>
              </a:extLst>
            </p:cNvPr>
            <p:cNvSpPr/>
            <p:nvPr/>
          </p:nvSpPr>
          <p:spPr>
            <a:xfrm>
              <a:off x="616059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37" name="pg387">
              <a:extLst>
                <a:ext uri="{FF2B5EF4-FFF2-40B4-BE49-F238E27FC236}">
                  <a16:creationId xmlns:a16="http://schemas.microsoft.com/office/drawing/2014/main" id="{E80797E3-1A39-348A-173D-28935A015F40}"/>
                </a:ext>
              </a:extLst>
            </p:cNvPr>
            <p:cNvSpPr/>
            <p:nvPr/>
          </p:nvSpPr>
          <p:spPr>
            <a:xfrm>
              <a:off x="617222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38" name="pg388">
              <a:extLst>
                <a:ext uri="{FF2B5EF4-FFF2-40B4-BE49-F238E27FC236}">
                  <a16:creationId xmlns:a16="http://schemas.microsoft.com/office/drawing/2014/main" id="{8AAF832C-F771-1CE8-CF63-974AAF7F4426}"/>
                </a:ext>
              </a:extLst>
            </p:cNvPr>
            <p:cNvSpPr/>
            <p:nvPr/>
          </p:nvSpPr>
          <p:spPr>
            <a:xfrm>
              <a:off x="618386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39" name="pg389">
              <a:extLst>
                <a:ext uri="{FF2B5EF4-FFF2-40B4-BE49-F238E27FC236}">
                  <a16:creationId xmlns:a16="http://schemas.microsoft.com/office/drawing/2014/main" id="{C09427FB-6CC1-4A03-E110-EBCCE8B907A7}"/>
                </a:ext>
              </a:extLst>
            </p:cNvPr>
            <p:cNvSpPr/>
            <p:nvPr/>
          </p:nvSpPr>
          <p:spPr>
            <a:xfrm>
              <a:off x="619550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40" name="pg390">
              <a:extLst>
                <a:ext uri="{FF2B5EF4-FFF2-40B4-BE49-F238E27FC236}">
                  <a16:creationId xmlns:a16="http://schemas.microsoft.com/office/drawing/2014/main" id="{E1DF4357-9B11-BD21-7161-B5B3A495E688}"/>
                </a:ext>
              </a:extLst>
            </p:cNvPr>
            <p:cNvSpPr/>
            <p:nvPr/>
          </p:nvSpPr>
          <p:spPr>
            <a:xfrm>
              <a:off x="6207141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41" name="pg391">
              <a:extLst>
                <a:ext uri="{FF2B5EF4-FFF2-40B4-BE49-F238E27FC236}">
                  <a16:creationId xmlns:a16="http://schemas.microsoft.com/office/drawing/2014/main" id="{BB5F10FC-0B44-3740-5411-2466773E485B}"/>
                </a:ext>
              </a:extLst>
            </p:cNvPr>
            <p:cNvSpPr/>
            <p:nvPr/>
          </p:nvSpPr>
          <p:spPr>
            <a:xfrm>
              <a:off x="621877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42" name="pg392">
              <a:extLst>
                <a:ext uri="{FF2B5EF4-FFF2-40B4-BE49-F238E27FC236}">
                  <a16:creationId xmlns:a16="http://schemas.microsoft.com/office/drawing/2014/main" id="{81A7F25D-0466-E239-5FC7-FEFE3C334F18}"/>
                </a:ext>
              </a:extLst>
            </p:cNvPr>
            <p:cNvSpPr/>
            <p:nvPr/>
          </p:nvSpPr>
          <p:spPr>
            <a:xfrm>
              <a:off x="623041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43" name="pg393">
              <a:extLst>
                <a:ext uri="{FF2B5EF4-FFF2-40B4-BE49-F238E27FC236}">
                  <a16:creationId xmlns:a16="http://schemas.microsoft.com/office/drawing/2014/main" id="{4DE576B2-330B-59D5-843E-C65C075E1D78}"/>
                </a:ext>
              </a:extLst>
            </p:cNvPr>
            <p:cNvSpPr/>
            <p:nvPr/>
          </p:nvSpPr>
          <p:spPr>
            <a:xfrm>
              <a:off x="6242053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44" name="pg394">
              <a:extLst>
                <a:ext uri="{FF2B5EF4-FFF2-40B4-BE49-F238E27FC236}">
                  <a16:creationId xmlns:a16="http://schemas.microsoft.com/office/drawing/2014/main" id="{75205B3E-E747-A308-7AD1-DE894B7AAD6A}"/>
                </a:ext>
              </a:extLst>
            </p:cNvPr>
            <p:cNvSpPr/>
            <p:nvPr/>
          </p:nvSpPr>
          <p:spPr>
            <a:xfrm>
              <a:off x="625369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45" name="pg395">
              <a:extLst>
                <a:ext uri="{FF2B5EF4-FFF2-40B4-BE49-F238E27FC236}">
                  <a16:creationId xmlns:a16="http://schemas.microsoft.com/office/drawing/2014/main" id="{0E380BB7-D96E-2D8B-A07A-59DEA3BFA72E}"/>
                </a:ext>
              </a:extLst>
            </p:cNvPr>
            <p:cNvSpPr/>
            <p:nvPr/>
          </p:nvSpPr>
          <p:spPr>
            <a:xfrm>
              <a:off x="626532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46" name="pg396">
              <a:extLst>
                <a:ext uri="{FF2B5EF4-FFF2-40B4-BE49-F238E27FC236}">
                  <a16:creationId xmlns:a16="http://schemas.microsoft.com/office/drawing/2014/main" id="{1C1EBC2F-FC90-4E07-0B62-021355476B18}"/>
                </a:ext>
              </a:extLst>
            </p:cNvPr>
            <p:cNvSpPr/>
            <p:nvPr/>
          </p:nvSpPr>
          <p:spPr>
            <a:xfrm>
              <a:off x="627696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47" name="pg397">
              <a:extLst>
                <a:ext uri="{FF2B5EF4-FFF2-40B4-BE49-F238E27FC236}">
                  <a16:creationId xmlns:a16="http://schemas.microsoft.com/office/drawing/2014/main" id="{58B83B12-E7DC-5466-AFA3-7FD745825546}"/>
                </a:ext>
              </a:extLst>
            </p:cNvPr>
            <p:cNvSpPr/>
            <p:nvPr/>
          </p:nvSpPr>
          <p:spPr>
            <a:xfrm>
              <a:off x="628860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48" name="pg398">
              <a:extLst>
                <a:ext uri="{FF2B5EF4-FFF2-40B4-BE49-F238E27FC236}">
                  <a16:creationId xmlns:a16="http://schemas.microsoft.com/office/drawing/2014/main" id="{BCA22328-5B61-AF23-9E1C-0421A487DFBC}"/>
                </a:ext>
              </a:extLst>
            </p:cNvPr>
            <p:cNvSpPr/>
            <p:nvPr/>
          </p:nvSpPr>
          <p:spPr>
            <a:xfrm>
              <a:off x="630024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49" name="pg399">
              <a:extLst>
                <a:ext uri="{FF2B5EF4-FFF2-40B4-BE49-F238E27FC236}">
                  <a16:creationId xmlns:a16="http://schemas.microsoft.com/office/drawing/2014/main" id="{8C2BABA2-FD78-D18F-B9C8-13F7D0656D7A}"/>
                </a:ext>
              </a:extLst>
            </p:cNvPr>
            <p:cNvSpPr/>
            <p:nvPr/>
          </p:nvSpPr>
          <p:spPr>
            <a:xfrm>
              <a:off x="631187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50" name="pg400">
              <a:extLst>
                <a:ext uri="{FF2B5EF4-FFF2-40B4-BE49-F238E27FC236}">
                  <a16:creationId xmlns:a16="http://schemas.microsoft.com/office/drawing/2014/main" id="{F2DCB652-AEF4-EC06-39C3-1042084E7B2C}"/>
                </a:ext>
              </a:extLst>
            </p:cNvPr>
            <p:cNvSpPr/>
            <p:nvPr/>
          </p:nvSpPr>
          <p:spPr>
            <a:xfrm>
              <a:off x="632351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51" name="pg401">
              <a:extLst>
                <a:ext uri="{FF2B5EF4-FFF2-40B4-BE49-F238E27FC236}">
                  <a16:creationId xmlns:a16="http://schemas.microsoft.com/office/drawing/2014/main" id="{EE0714E9-5C7F-3475-0F98-94A148FCDDC5}"/>
                </a:ext>
              </a:extLst>
            </p:cNvPr>
            <p:cNvSpPr/>
            <p:nvPr/>
          </p:nvSpPr>
          <p:spPr>
            <a:xfrm>
              <a:off x="633515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52" name="pg402">
              <a:extLst>
                <a:ext uri="{FF2B5EF4-FFF2-40B4-BE49-F238E27FC236}">
                  <a16:creationId xmlns:a16="http://schemas.microsoft.com/office/drawing/2014/main" id="{0CB93789-1F12-9617-7FCD-9E4C13E047D5}"/>
                </a:ext>
              </a:extLst>
            </p:cNvPr>
            <p:cNvSpPr/>
            <p:nvPr/>
          </p:nvSpPr>
          <p:spPr>
            <a:xfrm>
              <a:off x="526451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53" name="pg403">
              <a:extLst>
                <a:ext uri="{FF2B5EF4-FFF2-40B4-BE49-F238E27FC236}">
                  <a16:creationId xmlns:a16="http://schemas.microsoft.com/office/drawing/2014/main" id="{56F0CB4F-A066-9E87-58CC-EA205D592236}"/>
                </a:ext>
              </a:extLst>
            </p:cNvPr>
            <p:cNvSpPr/>
            <p:nvPr/>
          </p:nvSpPr>
          <p:spPr>
            <a:xfrm>
              <a:off x="527615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54" name="pg404">
              <a:extLst>
                <a:ext uri="{FF2B5EF4-FFF2-40B4-BE49-F238E27FC236}">
                  <a16:creationId xmlns:a16="http://schemas.microsoft.com/office/drawing/2014/main" id="{02FA8573-C293-8087-145A-628169A2A762}"/>
                </a:ext>
              </a:extLst>
            </p:cNvPr>
            <p:cNvSpPr/>
            <p:nvPr/>
          </p:nvSpPr>
          <p:spPr>
            <a:xfrm>
              <a:off x="528779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55" name="pg405">
              <a:extLst>
                <a:ext uri="{FF2B5EF4-FFF2-40B4-BE49-F238E27FC236}">
                  <a16:creationId xmlns:a16="http://schemas.microsoft.com/office/drawing/2014/main" id="{C81A7BFE-6B6C-3124-87A2-45601B73E606}"/>
                </a:ext>
              </a:extLst>
            </p:cNvPr>
            <p:cNvSpPr/>
            <p:nvPr/>
          </p:nvSpPr>
          <p:spPr>
            <a:xfrm>
              <a:off x="5299429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56" name="pg406">
              <a:extLst>
                <a:ext uri="{FF2B5EF4-FFF2-40B4-BE49-F238E27FC236}">
                  <a16:creationId xmlns:a16="http://schemas.microsoft.com/office/drawing/2014/main" id="{90D45BD3-DCBD-0636-4E50-77216A695047}"/>
                </a:ext>
              </a:extLst>
            </p:cNvPr>
            <p:cNvSpPr/>
            <p:nvPr/>
          </p:nvSpPr>
          <p:spPr>
            <a:xfrm>
              <a:off x="531106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57" name="pg407">
              <a:extLst>
                <a:ext uri="{FF2B5EF4-FFF2-40B4-BE49-F238E27FC236}">
                  <a16:creationId xmlns:a16="http://schemas.microsoft.com/office/drawing/2014/main" id="{4494680E-0B67-5643-4232-F0ED3B88031B}"/>
                </a:ext>
              </a:extLst>
            </p:cNvPr>
            <p:cNvSpPr/>
            <p:nvPr/>
          </p:nvSpPr>
          <p:spPr>
            <a:xfrm>
              <a:off x="532270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58" name="pg408">
              <a:extLst>
                <a:ext uri="{FF2B5EF4-FFF2-40B4-BE49-F238E27FC236}">
                  <a16:creationId xmlns:a16="http://schemas.microsoft.com/office/drawing/2014/main" id="{7492BC76-24EE-712B-8BE4-6C11F18ED158}"/>
                </a:ext>
              </a:extLst>
            </p:cNvPr>
            <p:cNvSpPr/>
            <p:nvPr/>
          </p:nvSpPr>
          <p:spPr>
            <a:xfrm>
              <a:off x="6055856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59" name="pg409">
              <a:extLst>
                <a:ext uri="{FF2B5EF4-FFF2-40B4-BE49-F238E27FC236}">
                  <a16:creationId xmlns:a16="http://schemas.microsoft.com/office/drawing/2014/main" id="{0A57B0E4-1241-3B62-87CD-939B591C29BF}"/>
                </a:ext>
              </a:extLst>
            </p:cNvPr>
            <p:cNvSpPr/>
            <p:nvPr/>
          </p:nvSpPr>
          <p:spPr>
            <a:xfrm>
              <a:off x="6067493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60" name="pg410">
              <a:extLst>
                <a:ext uri="{FF2B5EF4-FFF2-40B4-BE49-F238E27FC236}">
                  <a16:creationId xmlns:a16="http://schemas.microsoft.com/office/drawing/2014/main" id="{5DE408E2-44B2-0BD8-A099-FD3C01BB95A1}"/>
                </a:ext>
              </a:extLst>
            </p:cNvPr>
            <p:cNvSpPr/>
            <p:nvPr/>
          </p:nvSpPr>
          <p:spPr>
            <a:xfrm>
              <a:off x="607913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61" name="pg411">
              <a:extLst>
                <a:ext uri="{FF2B5EF4-FFF2-40B4-BE49-F238E27FC236}">
                  <a16:creationId xmlns:a16="http://schemas.microsoft.com/office/drawing/2014/main" id="{C5809ECA-CE6C-BA3A-7659-42D207084ECF}"/>
                </a:ext>
              </a:extLst>
            </p:cNvPr>
            <p:cNvSpPr/>
            <p:nvPr/>
          </p:nvSpPr>
          <p:spPr>
            <a:xfrm>
              <a:off x="6090768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62" name="pg412">
              <a:extLst>
                <a:ext uri="{FF2B5EF4-FFF2-40B4-BE49-F238E27FC236}">
                  <a16:creationId xmlns:a16="http://schemas.microsoft.com/office/drawing/2014/main" id="{750467EE-41D8-7361-7BDA-61306E90AD7D}"/>
                </a:ext>
              </a:extLst>
            </p:cNvPr>
            <p:cNvSpPr/>
            <p:nvPr/>
          </p:nvSpPr>
          <p:spPr>
            <a:xfrm>
              <a:off x="610240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63" name="pg413">
              <a:extLst>
                <a:ext uri="{FF2B5EF4-FFF2-40B4-BE49-F238E27FC236}">
                  <a16:creationId xmlns:a16="http://schemas.microsoft.com/office/drawing/2014/main" id="{02EB8D3A-5637-20BA-862C-9061581F90DA}"/>
                </a:ext>
              </a:extLst>
            </p:cNvPr>
            <p:cNvSpPr/>
            <p:nvPr/>
          </p:nvSpPr>
          <p:spPr>
            <a:xfrm>
              <a:off x="611404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64" name="pg414">
              <a:extLst>
                <a:ext uri="{FF2B5EF4-FFF2-40B4-BE49-F238E27FC236}">
                  <a16:creationId xmlns:a16="http://schemas.microsoft.com/office/drawing/2014/main" id="{6DBD93D6-5B8E-0726-5909-4E9D1E08CDDD}"/>
                </a:ext>
              </a:extLst>
            </p:cNvPr>
            <p:cNvSpPr/>
            <p:nvPr/>
          </p:nvSpPr>
          <p:spPr>
            <a:xfrm>
              <a:off x="612568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65" name="pg415">
              <a:extLst>
                <a:ext uri="{FF2B5EF4-FFF2-40B4-BE49-F238E27FC236}">
                  <a16:creationId xmlns:a16="http://schemas.microsoft.com/office/drawing/2014/main" id="{7800DADB-BCA5-E13E-3F88-A49D7C1D3710}"/>
                </a:ext>
              </a:extLst>
            </p:cNvPr>
            <p:cNvSpPr/>
            <p:nvPr/>
          </p:nvSpPr>
          <p:spPr>
            <a:xfrm>
              <a:off x="613731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66" name="pg416">
              <a:extLst>
                <a:ext uri="{FF2B5EF4-FFF2-40B4-BE49-F238E27FC236}">
                  <a16:creationId xmlns:a16="http://schemas.microsoft.com/office/drawing/2014/main" id="{42ADA4BC-1E37-EDE8-A528-9683740ADA11}"/>
                </a:ext>
              </a:extLst>
            </p:cNvPr>
            <p:cNvSpPr/>
            <p:nvPr/>
          </p:nvSpPr>
          <p:spPr>
            <a:xfrm>
              <a:off x="614895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67" name="pg417">
              <a:extLst>
                <a:ext uri="{FF2B5EF4-FFF2-40B4-BE49-F238E27FC236}">
                  <a16:creationId xmlns:a16="http://schemas.microsoft.com/office/drawing/2014/main" id="{973BC616-B642-79DF-6A26-2F04F025E886}"/>
                </a:ext>
              </a:extLst>
            </p:cNvPr>
            <p:cNvSpPr/>
            <p:nvPr/>
          </p:nvSpPr>
          <p:spPr>
            <a:xfrm>
              <a:off x="616059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68" name="pg418">
              <a:extLst>
                <a:ext uri="{FF2B5EF4-FFF2-40B4-BE49-F238E27FC236}">
                  <a16:creationId xmlns:a16="http://schemas.microsoft.com/office/drawing/2014/main" id="{49065AD0-0EBF-042A-5895-E3D97B7B2842}"/>
                </a:ext>
              </a:extLst>
            </p:cNvPr>
            <p:cNvSpPr/>
            <p:nvPr/>
          </p:nvSpPr>
          <p:spPr>
            <a:xfrm>
              <a:off x="6172229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69" name="pg419">
              <a:extLst>
                <a:ext uri="{FF2B5EF4-FFF2-40B4-BE49-F238E27FC236}">
                  <a16:creationId xmlns:a16="http://schemas.microsoft.com/office/drawing/2014/main" id="{6C2F45A9-06D1-FB04-1093-FCF1F4832A2C}"/>
                </a:ext>
              </a:extLst>
            </p:cNvPr>
            <p:cNvSpPr/>
            <p:nvPr/>
          </p:nvSpPr>
          <p:spPr>
            <a:xfrm>
              <a:off x="6230416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70" name="pg420">
              <a:extLst>
                <a:ext uri="{FF2B5EF4-FFF2-40B4-BE49-F238E27FC236}">
                  <a16:creationId xmlns:a16="http://schemas.microsoft.com/office/drawing/2014/main" id="{A6A9D6F5-86C1-6E18-FFFE-A046997CE4E8}"/>
                </a:ext>
              </a:extLst>
            </p:cNvPr>
            <p:cNvSpPr/>
            <p:nvPr/>
          </p:nvSpPr>
          <p:spPr>
            <a:xfrm>
              <a:off x="6242053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71" name="pg421">
              <a:extLst>
                <a:ext uri="{FF2B5EF4-FFF2-40B4-BE49-F238E27FC236}">
                  <a16:creationId xmlns:a16="http://schemas.microsoft.com/office/drawing/2014/main" id="{14142634-D3EA-38D6-CE3E-7ED8795F55D2}"/>
                </a:ext>
              </a:extLst>
            </p:cNvPr>
            <p:cNvSpPr/>
            <p:nvPr/>
          </p:nvSpPr>
          <p:spPr>
            <a:xfrm>
              <a:off x="625369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72" name="pg422">
              <a:extLst>
                <a:ext uri="{FF2B5EF4-FFF2-40B4-BE49-F238E27FC236}">
                  <a16:creationId xmlns:a16="http://schemas.microsoft.com/office/drawing/2014/main" id="{B584A1CB-560E-F479-2AD0-C875B03A5569}"/>
                </a:ext>
              </a:extLst>
            </p:cNvPr>
            <p:cNvSpPr/>
            <p:nvPr/>
          </p:nvSpPr>
          <p:spPr>
            <a:xfrm>
              <a:off x="6265328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73" name="pg423">
              <a:extLst>
                <a:ext uri="{FF2B5EF4-FFF2-40B4-BE49-F238E27FC236}">
                  <a16:creationId xmlns:a16="http://schemas.microsoft.com/office/drawing/2014/main" id="{032F18CD-8988-DEF3-C900-19E0D13B08CE}"/>
                </a:ext>
              </a:extLst>
            </p:cNvPr>
            <p:cNvSpPr/>
            <p:nvPr/>
          </p:nvSpPr>
          <p:spPr>
            <a:xfrm>
              <a:off x="627696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74" name="pg424">
              <a:extLst>
                <a:ext uri="{FF2B5EF4-FFF2-40B4-BE49-F238E27FC236}">
                  <a16:creationId xmlns:a16="http://schemas.microsoft.com/office/drawing/2014/main" id="{FB6A4D7E-C590-2036-D9B1-1D17FA758576}"/>
                </a:ext>
              </a:extLst>
            </p:cNvPr>
            <p:cNvSpPr/>
            <p:nvPr/>
          </p:nvSpPr>
          <p:spPr>
            <a:xfrm>
              <a:off x="628860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75" name="pg425">
              <a:extLst>
                <a:ext uri="{FF2B5EF4-FFF2-40B4-BE49-F238E27FC236}">
                  <a16:creationId xmlns:a16="http://schemas.microsoft.com/office/drawing/2014/main" id="{DC1A2D29-89D6-DF41-DA97-D4933D4BC67B}"/>
                </a:ext>
              </a:extLst>
            </p:cNvPr>
            <p:cNvSpPr/>
            <p:nvPr/>
          </p:nvSpPr>
          <p:spPr>
            <a:xfrm>
              <a:off x="630024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76" name="pg426">
              <a:extLst>
                <a:ext uri="{FF2B5EF4-FFF2-40B4-BE49-F238E27FC236}">
                  <a16:creationId xmlns:a16="http://schemas.microsoft.com/office/drawing/2014/main" id="{9167F272-9205-FC08-A82E-36A4D2995B63}"/>
                </a:ext>
              </a:extLst>
            </p:cNvPr>
            <p:cNvSpPr/>
            <p:nvPr/>
          </p:nvSpPr>
          <p:spPr>
            <a:xfrm>
              <a:off x="631187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77" name="pg427">
              <a:extLst>
                <a:ext uri="{FF2B5EF4-FFF2-40B4-BE49-F238E27FC236}">
                  <a16:creationId xmlns:a16="http://schemas.microsoft.com/office/drawing/2014/main" id="{49C3B2B3-A60C-32E2-5913-0CE6B1819247}"/>
                </a:ext>
              </a:extLst>
            </p:cNvPr>
            <p:cNvSpPr/>
            <p:nvPr/>
          </p:nvSpPr>
          <p:spPr>
            <a:xfrm>
              <a:off x="632351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78" name="pg428">
              <a:extLst>
                <a:ext uri="{FF2B5EF4-FFF2-40B4-BE49-F238E27FC236}">
                  <a16:creationId xmlns:a16="http://schemas.microsoft.com/office/drawing/2014/main" id="{D597827E-A9E1-EB96-B4AE-CFE5D74017D1}"/>
                </a:ext>
              </a:extLst>
            </p:cNvPr>
            <p:cNvSpPr/>
            <p:nvPr/>
          </p:nvSpPr>
          <p:spPr>
            <a:xfrm>
              <a:off x="5264517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79" name="pg429">
              <a:extLst>
                <a:ext uri="{FF2B5EF4-FFF2-40B4-BE49-F238E27FC236}">
                  <a16:creationId xmlns:a16="http://schemas.microsoft.com/office/drawing/2014/main" id="{478E4109-0DF5-715D-D282-9B7A0E7E827A}"/>
                </a:ext>
              </a:extLst>
            </p:cNvPr>
            <p:cNvSpPr/>
            <p:nvPr/>
          </p:nvSpPr>
          <p:spPr>
            <a:xfrm>
              <a:off x="527615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80" name="pg430">
              <a:extLst>
                <a:ext uri="{FF2B5EF4-FFF2-40B4-BE49-F238E27FC236}">
                  <a16:creationId xmlns:a16="http://schemas.microsoft.com/office/drawing/2014/main" id="{CEA68A76-D033-7C08-A4E2-D7F564F22CA3}"/>
                </a:ext>
              </a:extLst>
            </p:cNvPr>
            <p:cNvSpPr/>
            <p:nvPr/>
          </p:nvSpPr>
          <p:spPr>
            <a:xfrm>
              <a:off x="528779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81" name="pg431">
              <a:extLst>
                <a:ext uri="{FF2B5EF4-FFF2-40B4-BE49-F238E27FC236}">
                  <a16:creationId xmlns:a16="http://schemas.microsoft.com/office/drawing/2014/main" id="{C0076746-4F4D-1CF9-EEE4-3C590FE69817}"/>
                </a:ext>
              </a:extLst>
            </p:cNvPr>
            <p:cNvSpPr/>
            <p:nvPr/>
          </p:nvSpPr>
          <p:spPr>
            <a:xfrm>
              <a:off x="5299429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82" name="pg432">
              <a:extLst>
                <a:ext uri="{FF2B5EF4-FFF2-40B4-BE49-F238E27FC236}">
                  <a16:creationId xmlns:a16="http://schemas.microsoft.com/office/drawing/2014/main" id="{6DF1BA31-D21C-DAC8-FBA2-AC935B023F59}"/>
                </a:ext>
              </a:extLst>
            </p:cNvPr>
            <p:cNvSpPr/>
            <p:nvPr/>
          </p:nvSpPr>
          <p:spPr>
            <a:xfrm>
              <a:off x="600930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83" name="pg433">
              <a:extLst>
                <a:ext uri="{FF2B5EF4-FFF2-40B4-BE49-F238E27FC236}">
                  <a16:creationId xmlns:a16="http://schemas.microsoft.com/office/drawing/2014/main" id="{234AF3D9-9A66-CDA7-6425-BDE37906F753}"/>
                </a:ext>
              </a:extLst>
            </p:cNvPr>
            <p:cNvSpPr/>
            <p:nvPr/>
          </p:nvSpPr>
          <p:spPr>
            <a:xfrm>
              <a:off x="6020944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84" name="pg434">
              <a:extLst>
                <a:ext uri="{FF2B5EF4-FFF2-40B4-BE49-F238E27FC236}">
                  <a16:creationId xmlns:a16="http://schemas.microsoft.com/office/drawing/2014/main" id="{ADA60680-5126-F64D-B113-181D40C4EA8D}"/>
                </a:ext>
              </a:extLst>
            </p:cNvPr>
            <p:cNvSpPr/>
            <p:nvPr/>
          </p:nvSpPr>
          <p:spPr>
            <a:xfrm>
              <a:off x="6032581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85" name="pg435">
              <a:extLst>
                <a:ext uri="{FF2B5EF4-FFF2-40B4-BE49-F238E27FC236}">
                  <a16:creationId xmlns:a16="http://schemas.microsoft.com/office/drawing/2014/main" id="{EE8D8CAC-60FE-FE49-D0AC-2C4F45BE149D}"/>
                </a:ext>
              </a:extLst>
            </p:cNvPr>
            <p:cNvSpPr/>
            <p:nvPr/>
          </p:nvSpPr>
          <p:spPr>
            <a:xfrm>
              <a:off x="604421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86" name="pg436">
              <a:extLst>
                <a:ext uri="{FF2B5EF4-FFF2-40B4-BE49-F238E27FC236}">
                  <a16:creationId xmlns:a16="http://schemas.microsoft.com/office/drawing/2014/main" id="{0B6FE565-DDCA-8EB3-D98F-7372CC05C9FE}"/>
                </a:ext>
              </a:extLst>
            </p:cNvPr>
            <p:cNvSpPr/>
            <p:nvPr/>
          </p:nvSpPr>
          <p:spPr>
            <a:xfrm>
              <a:off x="605585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87" name="pg437">
              <a:extLst>
                <a:ext uri="{FF2B5EF4-FFF2-40B4-BE49-F238E27FC236}">
                  <a16:creationId xmlns:a16="http://schemas.microsoft.com/office/drawing/2014/main" id="{470DD829-D3DE-E86D-4904-8C8F938959E6}"/>
                </a:ext>
              </a:extLst>
            </p:cNvPr>
            <p:cNvSpPr/>
            <p:nvPr/>
          </p:nvSpPr>
          <p:spPr>
            <a:xfrm>
              <a:off x="6067493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88" name="pg438">
              <a:extLst>
                <a:ext uri="{FF2B5EF4-FFF2-40B4-BE49-F238E27FC236}">
                  <a16:creationId xmlns:a16="http://schemas.microsoft.com/office/drawing/2014/main" id="{7EC82E87-6D36-7F82-96D3-9B881D3BE2A4}"/>
                </a:ext>
              </a:extLst>
            </p:cNvPr>
            <p:cNvSpPr/>
            <p:nvPr/>
          </p:nvSpPr>
          <p:spPr>
            <a:xfrm>
              <a:off x="607913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89" name="pg439">
              <a:extLst>
                <a:ext uri="{FF2B5EF4-FFF2-40B4-BE49-F238E27FC236}">
                  <a16:creationId xmlns:a16="http://schemas.microsoft.com/office/drawing/2014/main" id="{1CF11F03-384C-8912-322E-A7BEF9D0FFB6}"/>
                </a:ext>
              </a:extLst>
            </p:cNvPr>
            <p:cNvSpPr/>
            <p:nvPr/>
          </p:nvSpPr>
          <p:spPr>
            <a:xfrm>
              <a:off x="609076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90" name="pg440">
              <a:extLst>
                <a:ext uri="{FF2B5EF4-FFF2-40B4-BE49-F238E27FC236}">
                  <a16:creationId xmlns:a16="http://schemas.microsoft.com/office/drawing/2014/main" id="{BB8D7AD1-636A-C515-2301-A03766572C81}"/>
                </a:ext>
              </a:extLst>
            </p:cNvPr>
            <p:cNvSpPr/>
            <p:nvPr/>
          </p:nvSpPr>
          <p:spPr>
            <a:xfrm>
              <a:off x="610240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91" name="pg441">
              <a:extLst>
                <a:ext uri="{FF2B5EF4-FFF2-40B4-BE49-F238E27FC236}">
                  <a16:creationId xmlns:a16="http://schemas.microsoft.com/office/drawing/2014/main" id="{24A67DA2-32A7-F38A-538F-8414236AC460}"/>
                </a:ext>
              </a:extLst>
            </p:cNvPr>
            <p:cNvSpPr/>
            <p:nvPr/>
          </p:nvSpPr>
          <p:spPr>
            <a:xfrm>
              <a:off x="611404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92" name="pg442">
              <a:extLst>
                <a:ext uri="{FF2B5EF4-FFF2-40B4-BE49-F238E27FC236}">
                  <a16:creationId xmlns:a16="http://schemas.microsoft.com/office/drawing/2014/main" id="{871059DE-FCCC-E423-56E6-CB08E9D9DDCB}"/>
                </a:ext>
              </a:extLst>
            </p:cNvPr>
            <p:cNvSpPr/>
            <p:nvPr/>
          </p:nvSpPr>
          <p:spPr>
            <a:xfrm>
              <a:off x="6207141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93" name="pg443">
              <a:extLst>
                <a:ext uri="{FF2B5EF4-FFF2-40B4-BE49-F238E27FC236}">
                  <a16:creationId xmlns:a16="http://schemas.microsoft.com/office/drawing/2014/main" id="{21E00E34-1E93-C5B4-EFDB-6A2F1A655550}"/>
                </a:ext>
              </a:extLst>
            </p:cNvPr>
            <p:cNvSpPr/>
            <p:nvPr/>
          </p:nvSpPr>
          <p:spPr>
            <a:xfrm>
              <a:off x="621877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94" name="pg444">
              <a:extLst>
                <a:ext uri="{FF2B5EF4-FFF2-40B4-BE49-F238E27FC236}">
                  <a16:creationId xmlns:a16="http://schemas.microsoft.com/office/drawing/2014/main" id="{2236DC92-388A-A9F4-E206-181A6F161354}"/>
                </a:ext>
              </a:extLst>
            </p:cNvPr>
            <p:cNvSpPr/>
            <p:nvPr/>
          </p:nvSpPr>
          <p:spPr>
            <a:xfrm>
              <a:off x="623041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95" name="pg445">
              <a:extLst>
                <a:ext uri="{FF2B5EF4-FFF2-40B4-BE49-F238E27FC236}">
                  <a16:creationId xmlns:a16="http://schemas.microsoft.com/office/drawing/2014/main" id="{E6C02ADD-16FD-97E8-0886-41A8CA810EE0}"/>
                </a:ext>
              </a:extLst>
            </p:cNvPr>
            <p:cNvSpPr/>
            <p:nvPr/>
          </p:nvSpPr>
          <p:spPr>
            <a:xfrm>
              <a:off x="6242053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96" name="pg446">
              <a:extLst>
                <a:ext uri="{FF2B5EF4-FFF2-40B4-BE49-F238E27FC236}">
                  <a16:creationId xmlns:a16="http://schemas.microsoft.com/office/drawing/2014/main" id="{111DE2DC-AA22-DD33-0480-710A514E69CD}"/>
                </a:ext>
              </a:extLst>
            </p:cNvPr>
            <p:cNvSpPr/>
            <p:nvPr/>
          </p:nvSpPr>
          <p:spPr>
            <a:xfrm>
              <a:off x="625369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97" name="pg447">
              <a:extLst>
                <a:ext uri="{FF2B5EF4-FFF2-40B4-BE49-F238E27FC236}">
                  <a16:creationId xmlns:a16="http://schemas.microsoft.com/office/drawing/2014/main" id="{234D9F31-650E-C95F-D2CA-73853F9BBEAF}"/>
                </a:ext>
              </a:extLst>
            </p:cNvPr>
            <p:cNvSpPr/>
            <p:nvPr/>
          </p:nvSpPr>
          <p:spPr>
            <a:xfrm>
              <a:off x="626532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98" name="pg448">
              <a:extLst>
                <a:ext uri="{FF2B5EF4-FFF2-40B4-BE49-F238E27FC236}">
                  <a16:creationId xmlns:a16="http://schemas.microsoft.com/office/drawing/2014/main" id="{AF0E7A34-EC26-2DDF-88BA-4D47A87E6836}"/>
                </a:ext>
              </a:extLst>
            </p:cNvPr>
            <p:cNvSpPr/>
            <p:nvPr/>
          </p:nvSpPr>
          <p:spPr>
            <a:xfrm>
              <a:off x="627696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99" name="pg449">
              <a:extLst>
                <a:ext uri="{FF2B5EF4-FFF2-40B4-BE49-F238E27FC236}">
                  <a16:creationId xmlns:a16="http://schemas.microsoft.com/office/drawing/2014/main" id="{37E38235-E0B1-5FA9-5046-6B003D42026A}"/>
                </a:ext>
              </a:extLst>
            </p:cNvPr>
            <p:cNvSpPr/>
            <p:nvPr/>
          </p:nvSpPr>
          <p:spPr>
            <a:xfrm>
              <a:off x="628860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00" name="pg450">
              <a:extLst>
                <a:ext uri="{FF2B5EF4-FFF2-40B4-BE49-F238E27FC236}">
                  <a16:creationId xmlns:a16="http://schemas.microsoft.com/office/drawing/2014/main" id="{D4B0181D-2636-92B2-109B-2BD638CFE849}"/>
                </a:ext>
              </a:extLst>
            </p:cNvPr>
            <p:cNvSpPr/>
            <p:nvPr/>
          </p:nvSpPr>
          <p:spPr>
            <a:xfrm>
              <a:off x="630024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01" name="pg451">
              <a:extLst>
                <a:ext uri="{FF2B5EF4-FFF2-40B4-BE49-F238E27FC236}">
                  <a16:creationId xmlns:a16="http://schemas.microsoft.com/office/drawing/2014/main" id="{222ACA45-CEA5-EEB8-79BC-FA0359CB7B50}"/>
                </a:ext>
              </a:extLst>
            </p:cNvPr>
            <p:cNvSpPr/>
            <p:nvPr/>
          </p:nvSpPr>
          <p:spPr>
            <a:xfrm>
              <a:off x="6311877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02" name="pg452">
              <a:extLst>
                <a:ext uri="{FF2B5EF4-FFF2-40B4-BE49-F238E27FC236}">
                  <a16:creationId xmlns:a16="http://schemas.microsoft.com/office/drawing/2014/main" id="{6755A923-66AD-5B41-9D63-C8A4BF83051C}"/>
                </a:ext>
              </a:extLst>
            </p:cNvPr>
            <p:cNvSpPr/>
            <p:nvPr/>
          </p:nvSpPr>
          <p:spPr>
            <a:xfrm>
              <a:off x="589293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03" name="pg453">
              <a:extLst>
                <a:ext uri="{FF2B5EF4-FFF2-40B4-BE49-F238E27FC236}">
                  <a16:creationId xmlns:a16="http://schemas.microsoft.com/office/drawing/2014/main" id="{B151B460-1D19-0AD0-7DF3-F83204C37314}"/>
                </a:ext>
              </a:extLst>
            </p:cNvPr>
            <p:cNvSpPr/>
            <p:nvPr/>
          </p:nvSpPr>
          <p:spPr>
            <a:xfrm>
              <a:off x="590457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04" name="pg454">
              <a:extLst>
                <a:ext uri="{FF2B5EF4-FFF2-40B4-BE49-F238E27FC236}">
                  <a16:creationId xmlns:a16="http://schemas.microsoft.com/office/drawing/2014/main" id="{B1888F4A-A9CF-1D35-28CA-0BB84160F73B}"/>
                </a:ext>
              </a:extLst>
            </p:cNvPr>
            <p:cNvSpPr/>
            <p:nvPr/>
          </p:nvSpPr>
          <p:spPr>
            <a:xfrm>
              <a:off x="591620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05" name="pg455">
              <a:extLst>
                <a:ext uri="{FF2B5EF4-FFF2-40B4-BE49-F238E27FC236}">
                  <a16:creationId xmlns:a16="http://schemas.microsoft.com/office/drawing/2014/main" id="{96E81C44-1121-5E48-0ED8-C5027F5D53AB}"/>
                </a:ext>
              </a:extLst>
            </p:cNvPr>
            <p:cNvSpPr/>
            <p:nvPr/>
          </p:nvSpPr>
          <p:spPr>
            <a:xfrm>
              <a:off x="592784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06" name="pg456">
              <a:extLst>
                <a:ext uri="{FF2B5EF4-FFF2-40B4-BE49-F238E27FC236}">
                  <a16:creationId xmlns:a16="http://schemas.microsoft.com/office/drawing/2014/main" id="{F84BFA67-5781-85A9-4042-82B9957531BD}"/>
                </a:ext>
              </a:extLst>
            </p:cNvPr>
            <p:cNvSpPr/>
            <p:nvPr/>
          </p:nvSpPr>
          <p:spPr>
            <a:xfrm>
              <a:off x="593948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07" name="pg457">
              <a:extLst>
                <a:ext uri="{FF2B5EF4-FFF2-40B4-BE49-F238E27FC236}">
                  <a16:creationId xmlns:a16="http://schemas.microsoft.com/office/drawing/2014/main" id="{3E63D59C-4513-19F9-DE94-2062C3E0DA54}"/>
                </a:ext>
              </a:extLst>
            </p:cNvPr>
            <p:cNvSpPr/>
            <p:nvPr/>
          </p:nvSpPr>
          <p:spPr>
            <a:xfrm>
              <a:off x="595112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08" name="pg458">
              <a:extLst>
                <a:ext uri="{FF2B5EF4-FFF2-40B4-BE49-F238E27FC236}">
                  <a16:creationId xmlns:a16="http://schemas.microsoft.com/office/drawing/2014/main" id="{85BA5DEA-91D6-90B1-666A-E036B622EBD9}"/>
                </a:ext>
              </a:extLst>
            </p:cNvPr>
            <p:cNvSpPr/>
            <p:nvPr/>
          </p:nvSpPr>
          <p:spPr>
            <a:xfrm>
              <a:off x="5962757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09" name="pg459">
              <a:extLst>
                <a:ext uri="{FF2B5EF4-FFF2-40B4-BE49-F238E27FC236}">
                  <a16:creationId xmlns:a16="http://schemas.microsoft.com/office/drawing/2014/main" id="{B37AECF8-558F-9605-40CB-9B6D7D3981D6}"/>
                </a:ext>
              </a:extLst>
            </p:cNvPr>
            <p:cNvSpPr/>
            <p:nvPr/>
          </p:nvSpPr>
          <p:spPr>
            <a:xfrm>
              <a:off x="597439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10" name="pg460">
              <a:extLst>
                <a:ext uri="{FF2B5EF4-FFF2-40B4-BE49-F238E27FC236}">
                  <a16:creationId xmlns:a16="http://schemas.microsoft.com/office/drawing/2014/main" id="{594640E1-E61E-A845-D573-D28DF3802C37}"/>
                </a:ext>
              </a:extLst>
            </p:cNvPr>
            <p:cNvSpPr/>
            <p:nvPr/>
          </p:nvSpPr>
          <p:spPr>
            <a:xfrm>
              <a:off x="598603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11" name="pg461">
              <a:extLst>
                <a:ext uri="{FF2B5EF4-FFF2-40B4-BE49-F238E27FC236}">
                  <a16:creationId xmlns:a16="http://schemas.microsoft.com/office/drawing/2014/main" id="{6ECA0F33-064C-A516-DBA5-A5D373F0EB90}"/>
                </a:ext>
              </a:extLst>
            </p:cNvPr>
            <p:cNvSpPr/>
            <p:nvPr/>
          </p:nvSpPr>
          <p:spPr>
            <a:xfrm>
              <a:off x="5997669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12" name="pg462">
              <a:extLst>
                <a:ext uri="{FF2B5EF4-FFF2-40B4-BE49-F238E27FC236}">
                  <a16:creationId xmlns:a16="http://schemas.microsoft.com/office/drawing/2014/main" id="{134D7A9E-F7AB-2CCA-480E-2521C02C2370}"/>
                </a:ext>
              </a:extLst>
            </p:cNvPr>
            <p:cNvSpPr/>
            <p:nvPr/>
          </p:nvSpPr>
          <p:spPr>
            <a:xfrm>
              <a:off x="600930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13" name="pg463">
              <a:extLst>
                <a:ext uri="{FF2B5EF4-FFF2-40B4-BE49-F238E27FC236}">
                  <a16:creationId xmlns:a16="http://schemas.microsoft.com/office/drawing/2014/main" id="{22C5AABE-F277-58A6-F242-5B1EE077CED9}"/>
                </a:ext>
              </a:extLst>
            </p:cNvPr>
            <p:cNvSpPr/>
            <p:nvPr/>
          </p:nvSpPr>
          <p:spPr>
            <a:xfrm>
              <a:off x="602094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14" name="pg464">
              <a:extLst>
                <a:ext uri="{FF2B5EF4-FFF2-40B4-BE49-F238E27FC236}">
                  <a16:creationId xmlns:a16="http://schemas.microsoft.com/office/drawing/2014/main" id="{33C61799-14C2-0C91-5099-BA45850FB8A5}"/>
                </a:ext>
              </a:extLst>
            </p:cNvPr>
            <p:cNvSpPr/>
            <p:nvPr/>
          </p:nvSpPr>
          <p:spPr>
            <a:xfrm>
              <a:off x="6032581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15" name="pg465">
              <a:extLst>
                <a:ext uri="{FF2B5EF4-FFF2-40B4-BE49-F238E27FC236}">
                  <a16:creationId xmlns:a16="http://schemas.microsoft.com/office/drawing/2014/main" id="{1236F862-E664-FCDC-AFF4-862B88D7CCBE}"/>
                </a:ext>
              </a:extLst>
            </p:cNvPr>
            <p:cNvSpPr/>
            <p:nvPr/>
          </p:nvSpPr>
          <p:spPr>
            <a:xfrm>
              <a:off x="604421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16" name="pg466">
              <a:extLst>
                <a:ext uri="{FF2B5EF4-FFF2-40B4-BE49-F238E27FC236}">
                  <a16:creationId xmlns:a16="http://schemas.microsoft.com/office/drawing/2014/main" id="{0006A972-846D-C39C-BDC0-F3012F1D725F}"/>
                </a:ext>
              </a:extLst>
            </p:cNvPr>
            <p:cNvSpPr/>
            <p:nvPr/>
          </p:nvSpPr>
          <p:spPr>
            <a:xfrm>
              <a:off x="605585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17" name="pg467">
              <a:extLst>
                <a:ext uri="{FF2B5EF4-FFF2-40B4-BE49-F238E27FC236}">
                  <a16:creationId xmlns:a16="http://schemas.microsoft.com/office/drawing/2014/main" id="{CF5A64CA-6F31-F562-F74C-0D07A45B9C59}"/>
                </a:ext>
              </a:extLst>
            </p:cNvPr>
            <p:cNvSpPr/>
            <p:nvPr/>
          </p:nvSpPr>
          <p:spPr>
            <a:xfrm>
              <a:off x="606749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18" name="pg468">
              <a:extLst>
                <a:ext uri="{FF2B5EF4-FFF2-40B4-BE49-F238E27FC236}">
                  <a16:creationId xmlns:a16="http://schemas.microsoft.com/office/drawing/2014/main" id="{40600C0D-DE17-D12E-4519-B2F0D241979B}"/>
                </a:ext>
              </a:extLst>
            </p:cNvPr>
            <p:cNvSpPr/>
            <p:nvPr/>
          </p:nvSpPr>
          <p:spPr>
            <a:xfrm>
              <a:off x="607913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19" name="pg469">
              <a:extLst>
                <a:ext uri="{FF2B5EF4-FFF2-40B4-BE49-F238E27FC236}">
                  <a16:creationId xmlns:a16="http://schemas.microsoft.com/office/drawing/2014/main" id="{9B999887-D034-2855-ACD0-5C44D46CAE7A}"/>
                </a:ext>
              </a:extLst>
            </p:cNvPr>
            <p:cNvSpPr/>
            <p:nvPr/>
          </p:nvSpPr>
          <p:spPr>
            <a:xfrm>
              <a:off x="609076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20" name="pg470">
              <a:extLst>
                <a:ext uri="{FF2B5EF4-FFF2-40B4-BE49-F238E27FC236}">
                  <a16:creationId xmlns:a16="http://schemas.microsoft.com/office/drawing/2014/main" id="{E1CF770E-13D5-D1FD-626E-A34D5FA33C0F}"/>
                </a:ext>
              </a:extLst>
            </p:cNvPr>
            <p:cNvSpPr/>
            <p:nvPr/>
          </p:nvSpPr>
          <p:spPr>
            <a:xfrm>
              <a:off x="610240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21" name="pg471">
              <a:extLst>
                <a:ext uri="{FF2B5EF4-FFF2-40B4-BE49-F238E27FC236}">
                  <a16:creationId xmlns:a16="http://schemas.microsoft.com/office/drawing/2014/main" id="{A3FD64B9-B4EF-DFBE-AACD-4412195816EF}"/>
                </a:ext>
              </a:extLst>
            </p:cNvPr>
            <p:cNvSpPr/>
            <p:nvPr/>
          </p:nvSpPr>
          <p:spPr>
            <a:xfrm>
              <a:off x="611404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22" name="pg472">
              <a:extLst>
                <a:ext uri="{FF2B5EF4-FFF2-40B4-BE49-F238E27FC236}">
                  <a16:creationId xmlns:a16="http://schemas.microsoft.com/office/drawing/2014/main" id="{46CA9246-9753-6A46-51EB-FDC02FB934E4}"/>
                </a:ext>
              </a:extLst>
            </p:cNvPr>
            <p:cNvSpPr/>
            <p:nvPr/>
          </p:nvSpPr>
          <p:spPr>
            <a:xfrm>
              <a:off x="618386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3">
                <a:alpha val="100000"/>
              </a:srgbClr>
            </a:solidFill>
            <a:ln w="5420" cap="flat">
              <a:solidFill>
                <a:srgbClr val="3C41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23" name="pg473">
              <a:extLst>
                <a:ext uri="{FF2B5EF4-FFF2-40B4-BE49-F238E27FC236}">
                  <a16:creationId xmlns:a16="http://schemas.microsoft.com/office/drawing/2014/main" id="{CDD8694E-9EFD-EAC5-85CF-16D63E3AA012}"/>
                </a:ext>
              </a:extLst>
            </p:cNvPr>
            <p:cNvSpPr/>
            <p:nvPr/>
          </p:nvSpPr>
          <p:spPr>
            <a:xfrm>
              <a:off x="619550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24" name="pg474">
              <a:extLst>
                <a:ext uri="{FF2B5EF4-FFF2-40B4-BE49-F238E27FC236}">
                  <a16:creationId xmlns:a16="http://schemas.microsoft.com/office/drawing/2014/main" id="{B81A4FCE-EA43-04E3-A4CC-C251E08B5210}"/>
                </a:ext>
              </a:extLst>
            </p:cNvPr>
            <p:cNvSpPr/>
            <p:nvPr/>
          </p:nvSpPr>
          <p:spPr>
            <a:xfrm>
              <a:off x="6207141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3">
                <a:alpha val="100000"/>
              </a:srgbClr>
            </a:solidFill>
            <a:ln w="5420" cap="flat">
              <a:solidFill>
                <a:srgbClr val="3B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25" name="pg475">
              <a:extLst>
                <a:ext uri="{FF2B5EF4-FFF2-40B4-BE49-F238E27FC236}">
                  <a16:creationId xmlns:a16="http://schemas.microsoft.com/office/drawing/2014/main" id="{8EDA479B-07FD-C1D1-5DE4-914389F9E56A}"/>
                </a:ext>
              </a:extLst>
            </p:cNvPr>
            <p:cNvSpPr/>
            <p:nvPr/>
          </p:nvSpPr>
          <p:spPr>
            <a:xfrm>
              <a:off x="621877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26" name="pg476">
              <a:extLst>
                <a:ext uri="{FF2B5EF4-FFF2-40B4-BE49-F238E27FC236}">
                  <a16:creationId xmlns:a16="http://schemas.microsoft.com/office/drawing/2014/main" id="{44C92177-D883-0479-1587-D5463E065156}"/>
                </a:ext>
              </a:extLst>
            </p:cNvPr>
            <p:cNvSpPr/>
            <p:nvPr/>
          </p:nvSpPr>
          <p:spPr>
            <a:xfrm>
              <a:off x="623041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27" name="pg477">
              <a:extLst>
                <a:ext uri="{FF2B5EF4-FFF2-40B4-BE49-F238E27FC236}">
                  <a16:creationId xmlns:a16="http://schemas.microsoft.com/office/drawing/2014/main" id="{93F5EEE0-33F6-62F2-D331-B9044379424A}"/>
                </a:ext>
              </a:extLst>
            </p:cNvPr>
            <p:cNvSpPr/>
            <p:nvPr/>
          </p:nvSpPr>
          <p:spPr>
            <a:xfrm>
              <a:off x="624205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28" name="pg478">
              <a:extLst>
                <a:ext uri="{FF2B5EF4-FFF2-40B4-BE49-F238E27FC236}">
                  <a16:creationId xmlns:a16="http://schemas.microsoft.com/office/drawing/2014/main" id="{68E33E52-13C8-A83F-A8A6-208DE20D3D99}"/>
                </a:ext>
              </a:extLst>
            </p:cNvPr>
            <p:cNvSpPr/>
            <p:nvPr/>
          </p:nvSpPr>
          <p:spPr>
            <a:xfrm>
              <a:off x="625369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29" name="pg479">
              <a:extLst>
                <a:ext uri="{FF2B5EF4-FFF2-40B4-BE49-F238E27FC236}">
                  <a16:creationId xmlns:a16="http://schemas.microsoft.com/office/drawing/2014/main" id="{F33CB131-B0F5-B6F1-B217-3C03530595C9}"/>
                </a:ext>
              </a:extLst>
            </p:cNvPr>
            <p:cNvSpPr/>
            <p:nvPr/>
          </p:nvSpPr>
          <p:spPr>
            <a:xfrm>
              <a:off x="626532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30" name="pg480">
              <a:extLst>
                <a:ext uri="{FF2B5EF4-FFF2-40B4-BE49-F238E27FC236}">
                  <a16:creationId xmlns:a16="http://schemas.microsoft.com/office/drawing/2014/main" id="{DAFE7627-F253-A184-B64D-A464FD5134FF}"/>
                </a:ext>
              </a:extLst>
            </p:cNvPr>
            <p:cNvSpPr/>
            <p:nvPr/>
          </p:nvSpPr>
          <p:spPr>
            <a:xfrm>
              <a:off x="627696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31" name="pg481">
              <a:extLst>
                <a:ext uri="{FF2B5EF4-FFF2-40B4-BE49-F238E27FC236}">
                  <a16:creationId xmlns:a16="http://schemas.microsoft.com/office/drawing/2014/main" id="{159B655F-D353-9D49-4208-CBCD57FA6000}"/>
                </a:ext>
              </a:extLst>
            </p:cNvPr>
            <p:cNvSpPr/>
            <p:nvPr/>
          </p:nvSpPr>
          <p:spPr>
            <a:xfrm>
              <a:off x="628860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32" name="pg482">
              <a:extLst>
                <a:ext uri="{FF2B5EF4-FFF2-40B4-BE49-F238E27FC236}">
                  <a16:creationId xmlns:a16="http://schemas.microsoft.com/office/drawing/2014/main" id="{8EAA606B-AE79-46BA-3A3F-CEF3A151C379}"/>
                </a:ext>
              </a:extLst>
            </p:cNvPr>
            <p:cNvSpPr/>
            <p:nvPr/>
          </p:nvSpPr>
          <p:spPr>
            <a:xfrm>
              <a:off x="588129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33" name="pg483">
              <a:extLst>
                <a:ext uri="{FF2B5EF4-FFF2-40B4-BE49-F238E27FC236}">
                  <a16:creationId xmlns:a16="http://schemas.microsoft.com/office/drawing/2014/main" id="{25AF87B2-61A2-69B9-CAEC-9FF5A02F9B90}"/>
                </a:ext>
              </a:extLst>
            </p:cNvPr>
            <p:cNvSpPr/>
            <p:nvPr/>
          </p:nvSpPr>
          <p:spPr>
            <a:xfrm>
              <a:off x="589293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34" name="pg484">
              <a:extLst>
                <a:ext uri="{FF2B5EF4-FFF2-40B4-BE49-F238E27FC236}">
                  <a16:creationId xmlns:a16="http://schemas.microsoft.com/office/drawing/2014/main" id="{F821A3B8-3BB7-5434-18C2-ED415A8F93BD}"/>
                </a:ext>
              </a:extLst>
            </p:cNvPr>
            <p:cNvSpPr/>
            <p:nvPr/>
          </p:nvSpPr>
          <p:spPr>
            <a:xfrm>
              <a:off x="590457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35" name="pg485">
              <a:extLst>
                <a:ext uri="{FF2B5EF4-FFF2-40B4-BE49-F238E27FC236}">
                  <a16:creationId xmlns:a16="http://schemas.microsoft.com/office/drawing/2014/main" id="{50D328D0-BB9D-F9C0-2F67-2CA657AAFBFC}"/>
                </a:ext>
              </a:extLst>
            </p:cNvPr>
            <p:cNvSpPr/>
            <p:nvPr/>
          </p:nvSpPr>
          <p:spPr>
            <a:xfrm>
              <a:off x="591620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36" name="pg486">
              <a:extLst>
                <a:ext uri="{FF2B5EF4-FFF2-40B4-BE49-F238E27FC236}">
                  <a16:creationId xmlns:a16="http://schemas.microsoft.com/office/drawing/2014/main" id="{3643CC4C-E7A6-C47F-F627-467B655498F8}"/>
                </a:ext>
              </a:extLst>
            </p:cNvPr>
            <p:cNvSpPr/>
            <p:nvPr/>
          </p:nvSpPr>
          <p:spPr>
            <a:xfrm>
              <a:off x="592784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37" name="pg487">
              <a:extLst>
                <a:ext uri="{FF2B5EF4-FFF2-40B4-BE49-F238E27FC236}">
                  <a16:creationId xmlns:a16="http://schemas.microsoft.com/office/drawing/2014/main" id="{D41B217E-9B57-31A5-45BF-CFE42F19EAB2}"/>
                </a:ext>
              </a:extLst>
            </p:cNvPr>
            <p:cNvSpPr/>
            <p:nvPr/>
          </p:nvSpPr>
          <p:spPr>
            <a:xfrm>
              <a:off x="5939482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38" name="pg488">
              <a:extLst>
                <a:ext uri="{FF2B5EF4-FFF2-40B4-BE49-F238E27FC236}">
                  <a16:creationId xmlns:a16="http://schemas.microsoft.com/office/drawing/2014/main" id="{0453F4F4-952B-D7E1-5D0B-11D3150D50E0}"/>
                </a:ext>
              </a:extLst>
            </p:cNvPr>
            <p:cNvSpPr/>
            <p:nvPr/>
          </p:nvSpPr>
          <p:spPr>
            <a:xfrm>
              <a:off x="595112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39" name="pg489">
              <a:extLst>
                <a:ext uri="{FF2B5EF4-FFF2-40B4-BE49-F238E27FC236}">
                  <a16:creationId xmlns:a16="http://schemas.microsoft.com/office/drawing/2014/main" id="{593F41FD-DC47-F876-63EC-135748BA2BCD}"/>
                </a:ext>
              </a:extLst>
            </p:cNvPr>
            <p:cNvSpPr/>
            <p:nvPr/>
          </p:nvSpPr>
          <p:spPr>
            <a:xfrm>
              <a:off x="5962757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40" name="pg490">
              <a:extLst>
                <a:ext uri="{FF2B5EF4-FFF2-40B4-BE49-F238E27FC236}">
                  <a16:creationId xmlns:a16="http://schemas.microsoft.com/office/drawing/2014/main" id="{1EAF1689-430F-593C-7FCE-A97A87F14868}"/>
                </a:ext>
              </a:extLst>
            </p:cNvPr>
            <p:cNvSpPr/>
            <p:nvPr/>
          </p:nvSpPr>
          <p:spPr>
            <a:xfrm>
              <a:off x="597439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41" name="pg491">
              <a:extLst>
                <a:ext uri="{FF2B5EF4-FFF2-40B4-BE49-F238E27FC236}">
                  <a16:creationId xmlns:a16="http://schemas.microsoft.com/office/drawing/2014/main" id="{95CEC5BD-75CC-F1E7-7F5B-BEC7179275AC}"/>
                </a:ext>
              </a:extLst>
            </p:cNvPr>
            <p:cNvSpPr/>
            <p:nvPr/>
          </p:nvSpPr>
          <p:spPr>
            <a:xfrm>
              <a:off x="5986032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42" name="pg492">
              <a:extLst>
                <a:ext uri="{FF2B5EF4-FFF2-40B4-BE49-F238E27FC236}">
                  <a16:creationId xmlns:a16="http://schemas.microsoft.com/office/drawing/2014/main" id="{446876DD-847D-7ED8-F628-00A9F43A58B3}"/>
                </a:ext>
              </a:extLst>
            </p:cNvPr>
            <p:cNvSpPr/>
            <p:nvPr/>
          </p:nvSpPr>
          <p:spPr>
            <a:xfrm>
              <a:off x="5997669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43" name="pg493">
              <a:extLst>
                <a:ext uri="{FF2B5EF4-FFF2-40B4-BE49-F238E27FC236}">
                  <a16:creationId xmlns:a16="http://schemas.microsoft.com/office/drawing/2014/main" id="{08F4BA04-1E28-9493-E277-326AEAFADAC8}"/>
                </a:ext>
              </a:extLst>
            </p:cNvPr>
            <p:cNvSpPr/>
            <p:nvPr/>
          </p:nvSpPr>
          <p:spPr>
            <a:xfrm>
              <a:off x="600930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44" name="pg494">
              <a:extLst>
                <a:ext uri="{FF2B5EF4-FFF2-40B4-BE49-F238E27FC236}">
                  <a16:creationId xmlns:a16="http://schemas.microsoft.com/office/drawing/2014/main" id="{CABA0DB0-FDC2-A37E-03E9-B2226EAE49EF}"/>
                </a:ext>
              </a:extLst>
            </p:cNvPr>
            <p:cNvSpPr/>
            <p:nvPr/>
          </p:nvSpPr>
          <p:spPr>
            <a:xfrm>
              <a:off x="602094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45" name="pg495">
              <a:extLst>
                <a:ext uri="{FF2B5EF4-FFF2-40B4-BE49-F238E27FC236}">
                  <a16:creationId xmlns:a16="http://schemas.microsoft.com/office/drawing/2014/main" id="{C25C9704-6070-7E04-BFAC-40804B824AEC}"/>
                </a:ext>
              </a:extLst>
            </p:cNvPr>
            <p:cNvSpPr/>
            <p:nvPr/>
          </p:nvSpPr>
          <p:spPr>
            <a:xfrm>
              <a:off x="6032581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46" name="pg496">
              <a:extLst>
                <a:ext uri="{FF2B5EF4-FFF2-40B4-BE49-F238E27FC236}">
                  <a16:creationId xmlns:a16="http://schemas.microsoft.com/office/drawing/2014/main" id="{AF440789-4ADE-25D2-23CD-B2C5F984FBB3}"/>
                </a:ext>
              </a:extLst>
            </p:cNvPr>
            <p:cNvSpPr/>
            <p:nvPr/>
          </p:nvSpPr>
          <p:spPr>
            <a:xfrm>
              <a:off x="604421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47" name="pg497">
              <a:extLst>
                <a:ext uri="{FF2B5EF4-FFF2-40B4-BE49-F238E27FC236}">
                  <a16:creationId xmlns:a16="http://schemas.microsoft.com/office/drawing/2014/main" id="{5E8BA939-3E2E-C763-D2C6-E449FD10D0F9}"/>
                </a:ext>
              </a:extLst>
            </p:cNvPr>
            <p:cNvSpPr/>
            <p:nvPr/>
          </p:nvSpPr>
          <p:spPr>
            <a:xfrm>
              <a:off x="605585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48" name="pg498">
              <a:extLst>
                <a:ext uri="{FF2B5EF4-FFF2-40B4-BE49-F238E27FC236}">
                  <a16:creationId xmlns:a16="http://schemas.microsoft.com/office/drawing/2014/main" id="{80DDAF50-4FC5-2EB1-9F39-459B6E9590DE}"/>
                </a:ext>
              </a:extLst>
            </p:cNvPr>
            <p:cNvSpPr/>
            <p:nvPr/>
          </p:nvSpPr>
          <p:spPr>
            <a:xfrm>
              <a:off x="606749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49" name="pg499">
              <a:extLst>
                <a:ext uri="{FF2B5EF4-FFF2-40B4-BE49-F238E27FC236}">
                  <a16:creationId xmlns:a16="http://schemas.microsoft.com/office/drawing/2014/main" id="{C60E07B6-494B-579B-F53F-9F18619C87C7}"/>
                </a:ext>
              </a:extLst>
            </p:cNvPr>
            <p:cNvSpPr/>
            <p:nvPr/>
          </p:nvSpPr>
          <p:spPr>
            <a:xfrm>
              <a:off x="607913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50" name="pg500">
              <a:extLst>
                <a:ext uri="{FF2B5EF4-FFF2-40B4-BE49-F238E27FC236}">
                  <a16:creationId xmlns:a16="http://schemas.microsoft.com/office/drawing/2014/main" id="{EA13ACC8-71A6-0205-35E4-925CCB5ECC90}"/>
                </a:ext>
              </a:extLst>
            </p:cNvPr>
            <p:cNvSpPr/>
            <p:nvPr/>
          </p:nvSpPr>
          <p:spPr>
            <a:xfrm>
              <a:off x="609076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51" name="pg501">
              <a:extLst>
                <a:ext uri="{FF2B5EF4-FFF2-40B4-BE49-F238E27FC236}">
                  <a16:creationId xmlns:a16="http://schemas.microsoft.com/office/drawing/2014/main" id="{ECDDB2CB-D101-2ECE-4FFF-F8B1A3AAE2D3}"/>
                </a:ext>
              </a:extLst>
            </p:cNvPr>
            <p:cNvSpPr/>
            <p:nvPr/>
          </p:nvSpPr>
          <p:spPr>
            <a:xfrm>
              <a:off x="610240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52" name="pg502">
              <a:extLst>
                <a:ext uri="{FF2B5EF4-FFF2-40B4-BE49-F238E27FC236}">
                  <a16:creationId xmlns:a16="http://schemas.microsoft.com/office/drawing/2014/main" id="{238CC672-F004-D364-75C5-39A75602EFF5}"/>
                </a:ext>
              </a:extLst>
            </p:cNvPr>
            <p:cNvSpPr/>
            <p:nvPr/>
          </p:nvSpPr>
          <p:spPr>
            <a:xfrm>
              <a:off x="6172229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53" name="pg503">
              <a:extLst>
                <a:ext uri="{FF2B5EF4-FFF2-40B4-BE49-F238E27FC236}">
                  <a16:creationId xmlns:a16="http://schemas.microsoft.com/office/drawing/2014/main" id="{B17AD25D-0209-6603-EF52-FB7FC2F4C081}"/>
                </a:ext>
              </a:extLst>
            </p:cNvPr>
            <p:cNvSpPr/>
            <p:nvPr/>
          </p:nvSpPr>
          <p:spPr>
            <a:xfrm>
              <a:off x="618386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54" name="pg504">
              <a:extLst>
                <a:ext uri="{FF2B5EF4-FFF2-40B4-BE49-F238E27FC236}">
                  <a16:creationId xmlns:a16="http://schemas.microsoft.com/office/drawing/2014/main" id="{4A12A96D-04EF-55D3-40EC-8CDBAD9C384F}"/>
                </a:ext>
              </a:extLst>
            </p:cNvPr>
            <p:cNvSpPr/>
            <p:nvPr/>
          </p:nvSpPr>
          <p:spPr>
            <a:xfrm>
              <a:off x="619550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55" name="pg505">
              <a:extLst>
                <a:ext uri="{FF2B5EF4-FFF2-40B4-BE49-F238E27FC236}">
                  <a16:creationId xmlns:a16="http://schemas.microsoft.com/office/drawing/2014/main" id="{E007972C-55F0-1291-A16D-1ECFAB3AF72D}"/>
                </a:ext>
              </a:extLst>
            </p:cNvPr>
            <p:cNvSpPr/>
            <p:nvPr/>
          </p:nvSpPr>
          <p:spPr>
            <a:xfrm>
              <a:off x="6207141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56" name="pg506">
              <a:extLst>
                <a:ext uri="{FF2B5EF4-FFF2-40B4-BE49-F238E27FC236}">
                  <a16:creationId xmlns:a16="http://schemas.microsoft.com/office/drawing/2014/main" id="{009C1DB2-DF25-71FB-4DFB-8BCDF324A0AE}"/>
                </a:ext>
              </a:extLst>
            </p:cNvPr>
            <p:cNvSpPr/>
            <p:nvPr/>
          </p:nvSpPr>
          <p:spPr>
            <a:xfrm>
              <a:off x="621877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57" name="pg507">
              <a:extLst>
                <a:ext uri="{FF2B5EF4-FFF2-40B4-BE49-F238E27FC236}">
                  <a16:creationId xmlns:a16="http://schemas.microsoft.com/office/drawing/2014/main" id="{D015E95E-F453-8882-6C5A-3B10BFE6EEE1}"/>
                </a:ext>
              </a:extLst>
            </p:cNvPr>
            <p:cNvSpPr/>
            <p:nvPr/>
          </p:nvSpPr>
          <p:spPr>
            <a:xfrm>
              <a:off x="623041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58" name="pg508">
              <a:extLst>
                <a:ext uri="{FF2B5EF4-FFF2-40B4-BE49-F238E27FC236}">
                  <a16:creationId xmlns:a16="http://schemas.microsoft.com/office/drawing/2014/main" id="{4E8093B3-FA43-91EC-E21A-C5CBBB9E2CED}"/>
                </a:ext>
              </a:extLst>
            </p:cNvPr>
            <p:cNvSpPr/>
            <p:nvPr/>
          </p:nvSpPr>
          <p:spPr>
            <a:xfrm>
              <a:off x="624205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59" name="pg509">
              <a:extLst>
                <a:ext uri="{FF2B5EF4-FFF2-40B4-BE49-F238E27FC236}">
                  <a16:creationId xmlns:a16="http://schemas.microsoft.com/office/drawing/2014/main" id="{FF9518B1-86A0-2C7D-9657-57A53004D0A7}"/>
                </a:ext>
              </a:extLst>
            </p:cNvPr>
            <p:cNvSpPr/>
            <p:nvPr/>
          </p:nvSpPr>
          <p:spPr>
            <a:xfrm>
              <a:off x="625369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60" name="pg510">
              <a:extLst>
                <a:ext uri="{FF2B5EF4-FFF2-40B4-BE49-F238E27FC236}">
                  <a16:creationId xmlns:a16="http://schemas.microsoft.com/office/drawing/2014/main" id="{31D5243D-0DEB-0481-B4B4-F6BB3BA5A27F}"/>
                </a:ext>
              </a:extLst>
            </p:cNvPr>
            <p:cNvSpPr/>
            <p:nvPr/>
          </p:nvSpPr>
          <p:spPr>
            <a:xfrm>
              <a:off x="626532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61" name="pg511">
              <a:extLst>
                <a:ext uri="{FF2B5EF4-FFF2-40B4-BE49-F238E27FC236}">
                  <a16:creationId xmlns:a16="http://schemas.microsoft.com/office/drawing/2014/main" id="{F06028A2-C313-830A-6469-4DA50F72E562}"/>
                </a:ext>
              </a:extLst>
            </p:cNvPr>
            <p:cNvSpPr/>
            <p:nvPr/>
          </p:nvSpPr>
          <p:spPr>
            <a:xfrm>
              <a:off x="627696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62" name="pg512">
              <a:extLst>
                <a:ext uri="{FF2B5EF4-FFF2-40B4-BE49-F238E27FC236}">
                  <a16:creationId xmlns:a16="http://schemas.microsoft.com/office/drawing/2014/main" id="{7F1CA5B3-C860-DA2D-50CF-3DCC5115C461}"/>
                </a:ext>
              </a:extLst>
            </p:cNvPr>
            <p:cNvSpPr/>
            <p:nvPr/>
          </p:nvSpPr>
          <p:spPr>
            <a:xfrm>
              <a:off x="586965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63" name="pg513">
              <a:extLst>
                <a:ext uri="{FF2B5EF4-FFF2-40B4-BE49-F238E27FC236}">
                  <a16:creationId xmlns:a16="http://schemas.microsoft.com/office/drawing/2014/main" id="{9DD78338-A85B-5BCB-4204-A4879D85AD1B}"/>
                </a:ext>
              </a:extLst>
            </p:cNvPr>
            <p:cNvSpPr/>
            <p:nvPr/>
          </p:nvSpPr>
          <p:spPr>
            <a:xfrm>
              <a:off x="588129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64" name="pg514">
              <a:extLst>
                <a:ext uri="{FF2B5EF4-FFF2-40B4-BE49-F238E27FC236}">
                  <a16:creationId xmlns:a16="http://schemas.microsoft.com/office/drawing/2014/main" id="{A990FF06-73E9-1A8F-3FB9-571115ACC249}"/>
                </a:ext>
              </a:extLst>
            </p:cNvPr>
            <p:cNvSpPr/>
            <p:nvPr/>
          </p:nvSpPr>
          <p:spPr>
            <a:xfrm>
              <a:off x="589293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65" name="pg515">
              <a:extLst>
                <a:ext uri="{FF2B5EF4-FFF2-40B4-BE49-F238E27FC236}">
                  <a16:creationId xmlns:a16="http://schemas.microsoft.com/office/drawing/2014/main" id="{0F96A6D0-151B-9384-9DB3-943A22978D32}"/>
                </a:ext>
              </a:extLst>
            </p:cNvPr>
            <p:cNvSpPr/>
            <p:nvPr/>
          </p:nvSpPr>
          <p:spPr>
            <a:xfrm>
              <a:off x="590457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66" name="pg516">
              <a:extLst>
                <a:ext uri="{FF2B5EF4-FFF2-40B4-BE49-F238E27FC236}">
                  <a16:creationId xmlns:a16="http://schemas.microsoft.com/office/drawing/2014/main" id="{F8EBB772-DEEC-EADB-5A6A-2974E5F99148}"/>
                </a:ext>
              </a:extLst>
            </p:cNvPr>
            <p:cNvSpPr/>
            <p:nvPr/>
          </p:nvSpPr>
          <p:spPr>
            <a:xfrm>
              <a:off x="591620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67" name="pg517">
              <a:extLst>
                <a:ext uri="{FF2B5EF4-FFF2-40B4-BE49-F238E27FC236}">
                  <a16:creationId xmlns:a16="http://schemas.microsoft.com/office/drawing/2014/main" id="{01283C23-1EA8-609E-C913-09932DCCDE10}"/>
                </a:ext>
              </a:extLst>
            </p:cNvPr>
            <p:cNvSpPr/>
            <p:nvPr/>
          </p:nvSpPr>
          <p:spPr>
            <a:xfrm>
              <a:off x="5927845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68" name="pg518">
              <a:extLst>
                <a:ext uri="{FF2B5EF4-FFF2-40B4-BE49-F238E27FC236}">
                  <a16:creationId xmlns:a16="http://schemas.microsoft.com/office/drawing/2014/main" id="{0726FBC9-7467-EA26-9BCB-7EC5816FFD6E}"/>
                </a:ext>
              </a:extLst>
            </p:cNvPr>
            <p:cNvSpPr/>
            <p:nvPr/>
          </p:nvSpPr>
          <p:spPr>
            <a:xfrm>
              <a:off x="5939482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69" name="pg519">
              <a:extLst>
                <a:ext uri="{FF2B5EF4-FFF2-40B4-BE49-F238E27FC236}">
                  <a16:creationId xmlns:a16="http://schemas.microsoft.com/office/drawing/2014/main" id="{64A35D1B-F13B-8EB0-F942-EBB0A0CD0459}"/>
                </a:ext>
              </a:extLst>
            </p:cNvPr>
            <p:cNvSpPr/>
            <p:nvPr/>
          </p:nvSpPr>
          <p:spPr>
            <a:xfrm>
              <a:off x="595112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70" name="pg520">
              <a:extLst>
                <a:ext uri="{FF2B5EF4-FFF2-40B4-BE49-F238E27FC236}">
                  <a16:creationId xmlns:a16="http://schemas.microsoft.com/office/drawing/2014/main" id="{D0B6BF66-3321-B2FD-545B-75A9D087E74E}"/>
                </a:ext>
              </a:extLst>
            </p:cNvPr>
            <p:cNvSpPr/>
            <p:nvPr/>
          </p:nvSpPr>
          <p:spPr>
            <a:xfrm>
              <a:off x="5962757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71" name="pg521">
              <a:extLst>
                <a:ext uri="{FF2B5EF4-FFF2-40B4-BE49-F238E27FC236}">
                  <a16:creationId xmlns:a16="http://schemas.microsoft.com/office/drawing/2014/main" id="{EC13B406-8FBD-5967-515E-2973AAE13BB5}"/>
                </a:ext>
              </a:extLst>
            </p:cNvPr>
            <p:cNvSpPr/>
            <p:nvPr/>
          </p:nvSpPr>
          <p:spPr>
            <a:xfrm>
              <a:off x="597439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72" name="pg522">
              <a:extLst>
                <a:ext uri="{FF2B5EF4-FFF2-40B4-BE49-F238E27FC236}">
                  <a16:creationId xmlns:a16="http://schemas.microsoft.com/office/drawing/2014/main" id="{F9E68FB1-48B7-E3DE-6EB6-D6007205C992}"/>
                </a:ext>
              </a:extLst>
            </p:cNvPr>
            <p:cNvSpPr/>
            <p:nvPr/>
          </p:nvSpPr>
          <p:spPr>
            <a:xfrm>
              <a:off x="5986032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73" name="pg523">
              <a:extLst>
                <a:ext uri="{FF2B5EF4-FFF2-40B4-BE49-F238E27FC236}">
                  <a16:creationId xmlns:a16="http://schemas.microsoft.com/office/drawing/2014/main" id="{0C060D97-8BD5-2B1A-32B0-891CC6B195E9}"/>
                </a:ext>
              </a:extLst>
            </p:cNvPr>
            <p:cNvSpPr/>
            <p:nvPr/>
          </p:nvSpPr>
          <p:spPr>
            <a:xfrm>
              <a:off x="5997669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74" name="pg524">
              <a:extLst>
                <a:ext uri="{FF2B5EF4-FFF2-40B4-BE49-F238E27FC236}">
                  <a16:creationId xmlns:a16="http://schemas.microsoft.com/office/drawing/2014/main" id="{A4C6C4F3-09A6-2F56-A750-5FE8DA6D6916}"/>
                </a:ext>
              </a:extLst>
            </p:cNvPr>
            <p:cNvSpPr/>
            <p:nvPr/>
          </p:nvSpPr>
          <p:spPr>
            <a:xfrm>
              <a:off x="600930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75" name="pg525">
              <a:extLst>
                <a:ext uri="{FF2B5EF4-FFF2-40B4-BE49-F238E27FC236}">
                  <a16:creationId xmlns:a16="http://schemas.microsoft.com/office/drawing/2014/main" id="{BEA9A468-5300-E479-7588-EDE99906D4C8}"/>
                </a:ext>
              </a:extLst>
            </p:cNvPr>
            <p:cNvSpPr/>
            <p:nvPr/>
          </p:nvSpPr>
          <p:spPr>
            <a:xfrm>
              <a:off x="602094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76" name="pg526">
              <a:extLst>
                <a:ext uri="{FF2B5EF4-FFF2-40B4-BE49-F238E27FC236}">
                  <a16:creationId xmlns:a16="http://schemas.microsoft.com/office/drawing/2014/main" id="{610CCA54-B91F-67C3-88D1-4521EC183360}"/>
                </a:ext>
              </a:extLst>
            </p:cNvPr>
            <p:cNvSpPr/>
            <p:nvPr/>
          </p:nvSpPr>
          <p:spPr>
            <a:xfrm>
              <a:off x="6032581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77" name="pg527">
              <a:extLst>
                <a:ext uri="{FF2B5EF4-FFF2-40B4-BE49-F238E27FC236}">
                  <a16:creationId xmlns:a16="http://schemas.microsoft.com/office/drawing/2014/main" id="{1383770D-378C-4AA0-3A9E-1B8E7E2D1D7C}"/>
                </a:ext>
              </a:extLst>
            </p:cNvPr>
            <p:cNvSpPr/>
            <p:nvPr/>
          </p:nvSpPr>
          <p:spPr>
            <a:xfrm>
              <a:off x="604421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78" name="pg528">
              <a:extLst>
                <a:ext uri="{FF2B5EF4-FFF2-40B4-BE49-F238E27FC236}">
                  <a16:creationId xmlns:a16="http://schemas.microsoft.com/office/drawing/2014/main" id="{A2784C9B-A587-23B8-F73F-EBC18BCC4796}"/>
                </a:ext>
              </a:extLst>
            </p:cNvPr>
            <p:cNvSpPr/>
            <p:nvPr/>
          </p:nvSpPr>
          <p:spPr>
            <a:xfrm>
              <a:off x="605585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79" name="pg529">
              <a:extLst>
                <a:ext uri="{FF2B5EF4-FFF2-40B4-BE49-F238E27FC236}">
                  <a16:creationId xmlns:a16="http://schemas.microsoft.com/office/drawing/2014/main" id="{208279BA-3BC1-5C3F-E3D3-CDDCCA80B663}"/>
                </a:ext>
              </a:extLst>
            </p:cNvPr>
            <p:cNvSpPr/>
            <p:nvPr/>
          </p:nvSpPr>
          <p:spPr>
            <a:xfrm>
              <a:off x="606749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80" name="pg530">
              <a:extLst>
                <a:ext uri="{FF2B5EF4-FFF2-40B4-BE49-F238E27FC236}">
                  <a16:creationId xmlns:a16="http://schemas.microsoft.com/office/drawing/2014/main" id="{B77E1E5B-A95D-26EB-E928-D5920C46E496}"/>
                </a:ext>
              </a:extLst>
            </p:cNvPr>
            <p:cNvSpPr/>
            <p:nvPr/>
          </p:nvSpPr>
          <p:spPr>
            <a:xfrm>
              <a:off x="607913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81" name="pg531">
              <a:extLst>
                <a:ext uri="{FF2B5EF4-FFF2-40B4-BE49-F238E27FC236}">
                  <a16:creationId xmlns:a16="http://schemas.microsoft.com/office/drawing/2014/main" id="{0D4BECFD-7CDF-A797-BA5C-1E2922CBB9C9}"/>
                </a:ext>
              </a:extLst>
            </p:cNvPr>
            <p:cNvSpPr/>
            <p:nvPr/>
          </p:nvSpPr>
          <p:spPr>
            <a:xfrm>
              <a:off x="609076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82" name="pg532">
              <a:extLst>
                <a:ext uri="{FF2B5EF4-FFF2-40B4-BE49-F238E27FC236}">
                  <a16:creationId xmlns:a16="http://schemas.microsoft.com/office/drawing/2014/main" id="{1A7D2C2C-7483-8BE5-C5A8-D05B8D957C9D}"/>
                </a:ext>
              </a:extLst>
            </p:cNvPr>
            <p:cNvSpPr/>
            <p:nvPr/>
          </p:nvSpPr>
          <p:spPr>
            <a:xfrm>
              <a:off x="6172229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83" name="pg533">
              <a:extLst>
                <a:ext uri="{FF2B5EF4-FFF2-40B4-BE49-F238E27FC236}">
                  <a16:creationId xmlns:a16="http://schemas.microsoft.com/office/drawing/2014/main" id="{1DF921CB-6B19-014E-F39B-3F754E716344}"/>
                </a:ext>
              </a:extLst>
            </p:cNvPr>
            <p:cNvSpPr/>
            <p:nvPr/>
          </p:nvSpPr>
          <p:spPr>
            <a:xfrm>
              <a:off x="618386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84" name="pg534">
              <a:extLst>
                <a:ext uri="{FF2B5EF4-FFF2-40B4-BE49-F238E27FC236}">
                  <a16:creationId xmlns:a16="http://schemas.microsoft.com/office/drawing/2014/main" id="{2DB5051C-9D28-28EB-467F-F4487B737252}"/>
                </a:ext>
              </a:extLst>
            </p:cNvPr>
            <p:cNvSpPr/>
            <p:nvPr/>
          </p:nvSpPr>
          <p:spPr>
            <a:xfrm>
              <a:off x="619550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85" name="pg535">
              <a:extLst>
                <a:ext uri="{FF2B5EF4-FFF2-40B4-BE49-F238E27FC236}">
                  <a16:creationId xmlns:a16="http://schemas.microsoft.com/office/drawing/2014/main" id="{FAF714A9-4D00-789B-A529-01D5D632B940}"/>
                </a:ext>
              </a:extLst>
            </p:cNvPr>
            <p:cNvSpPr/>
            <p:nvPr/>
          </p:nvSpPr>
          <p:spPr>
            <a:xfrm>
              <a:off x="6207141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86" name="pg536">
              <a:extLst>
                <a:ext uri="{FF2B5EF4-FFF2-40B4-BE49-F238E27FC236}">
                  <a16:creationId xmlns:a16="http://schemas.microsoft.com/office/drawing/2014/main" id="{AA88CA07-FB07-4D37-116F-FA945CDD7DFD}"/>
                </a:ext>
              </a:extLst>
            </p:cNvPr>
            <p:cNvSpPr/>
            <p:nvPr/>
          </p:nvSpPr>
          <p:spPr>
            <a:xfrm>
              <a:off x="621877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87" name="pg537">
              <a:extLst>
                <a:ext uri="{FF2B5EF4-FFF2-40B4-BE49-F238E27FC236}">
                  <a16:creationId xmlns:a16="http://schemas.microsoft.com/office/drawing/2014/main" id="{310188E1-8204-AFCC-9579-19255B30A7A8}"/>
                </a:ext>
              </a:extLst>
            </p:cNvPr>
            <p:cNvSpPr/>
            <p:nvPr/>
          </p:nvSpPr>
          <p:spPr>
            <a:xfrm>
              <a:off x="623041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88" name="pg538">
              <a:extLst>
                <a:ext uri="{FF2B5EF4-FFF2-40B4-BE49-F238E27FC236}">
                  <a16:creationId xmlns:a16="http://schemas.microsoft.com/office/drawing/2014/main" id="{93995A57-6F84-C45F-040F-F77AE887BE4D}"/>
                </a:ext>
              </a:extLst>
            </p:cNvPr>
            <p:cNvSpPr/>
            <p:nvPr/>
          </p:nvSpPr>
          <p:spPr>
            <a:xfrm>
              <a:off x="624205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89" name="pg539">
              <a:extLst>
                <a:ext uri="{FF2B5EF4-FFF2-40B4-BE49-F238E27FC236}">
                  <a16:creationId xmlns:a16="http://schemas.microsoft.com/office/drawing/2014/main" id="{2884DAB8-590E-FC9B-9A6B-45C79430F81F}"/>
                </a:ext>
              </a:extLst>
            </p:cNvPr>
            <p:cNvSpPr/>
            <p:nvPr/>
          </p:nvSpPr>
          <p:spPr>
            <a:xfrm>
              <a:off x="625369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90" name="pg540">
              <a:extLst>
                <a:ext uri="{FF2B5EF4-FFF2-40B4-BE49-F238E27FC236}">
                  <a16:creationId xmlns:a16="http://schemas.microsoft.com/office/drawing/2014/main" id="{1A800D26-A458-0284-BDA3-C7A545617D1C}"/>
                </a:ext>
              </a:extLst>
            </p:cNvPr>
            <p:cNvSpPr/>
            <p:nvPr/>
          </p:nvSpPr>
          <p:spPr>
            <a:xfrm>
              <a:off x="586965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91" name="pg541">
              <a:extLst>
                <a:ext uri="{FF2B5EF4-FFF2-40B4-BE49-F238E27FC236}">
                  <a16:creationId xmlns:a16="http://schemas.microsoft.com/office/drawing/2014/main" id="{DDE19CAF-A99E-8AF5-AD20-FA01AAE7104C}"/>
                </a:ext>
              </a:extLst>
            </p:cNvPr>
            <p:cNvSpPr/>
            <p:nvPr/>
          </p:nvSpPr>
          <p:spPr>
            <a:xfrm>
              <a:off x="588129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92" name="pg542">
              <a:extLst>
                <a:ext uri="{FF2B5EF4-FFF2-40B4-BE49-F238E27FC236}">
                  <a16:creationId xmlns:a16="http://schemas.microsoft.com/office/drawing/2014/main" id="{299F3B96-3BAE-5D00-5155-C86ABE75BA90}"/>
                </a:ext>
              </a:extLst>
            </p:cNvPr>
            <p:cNvSpPr/>
            <p:nvPr/>
          </p:nvSpPr>
          <p:spPr>
            <a:xfrm>
              <a:off x="5892933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93" name="pg543">
              <a:extLst>
                <a:ext uri="{FF2B5EF4-FFF2-40B4-BE49-F238E27FC236}">
                  <a16:creationId xmlns:a16="http://schemas.microsoft.com/office/drawing/2014/main" id="{D9EF545C-06E8-E2A2-BB78-C32FB5C568C7}"/>
                </a:ext>
              </a:extLst>
            </p:cNvPr>
            <p:cNvSpPr/>
            <p:nvPr/>
          </p:nvSpPr>
          <p:spPr>
            <a:xfrm>
              <a:off x="5904570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94" name="pg544">
              <a:extLst>
                <a:ext uri="{FF2B5EF4-FFF2-40B4-BE49-F238E27FC236}">
                  <a16:creationId xmlns:a16="http://schemas.microsoft.com/office/drawing/2014/main" id="{B322DE38-B5A6-3F54-39EF-B6050742BAED}"/>
                </a:ext>
              </a:extLst>
            </p:cNvPr>
            <p:cNvSpPr/>
            <p:nvPr/>
          </p:nvSpPr>
          <p:spPr>
            <a:xfrm>
              <a:off x="591620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95" name="pg545">
              <a:extLst>
                <a:ext uri="{FF2B5EF4-FFF2-40B4-BE49-F238E27FC236}">
                  <a16:creationId xmlns:a16="http://schemas.microsoft.com/office/drawing/2014/main" id="{4CCF4A5B-8A51-1F5B-C7C5-C516C1BB844C}"/>
                </a:ext>
              </a:extLst>
            </p:cNvPr>
            <p:cNvSpPr/>
            <p:nvPr/>
          </p:nvSpPr>
          <p:spPr>
            <a:xfrm>
              <a:off x="5927845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96" name="pg546">
              <a:extLst>
                <a:ext uri="{FF2B5EF4-FFF2-40B4-BE49-F238E27FC236}">
                  <a16:creationId xmlns:a16="http://schemas.microsoft.com/office/drawing/2014/main" id="{4182370C-8418-C6F4-B086-E31E8B77DA0A}"/>
                </a:ext>
              </a:extLst>
            </p:cNvPr>
            <p:cNvSpPr/>
            <p:nvPr/>
          </p:nvSpPr>
          <p:spPr>
            <a:xfrm>
              <a:off x="5939482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97" name="pg547">
              <a:extLst>
                <a:ext uri="{FF2B5EF4-FFF2-40B4-BE49-F238E27FC236}">
                  <a16:creationId xmlns:a16="http://schemas.microsoft.com/office/drawing/2014/main" id="{9AE1FEBC-4F7D-7B0C-929E-BD674502D7B3}"/>
                </a:ext>
              </a:extLst>
            </p:cNvPr>
            <p:cNvSpPr/>
            <p:nvPr/>
          </p:nvSpPr>
          <p:spPr>
            <a:xfrm>
              <a:off x="5951120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98" name="pg548">
              <a:extLst>
                <a:ext uri="{FF2B5EF4-FFF2-40B4-BE49-F238E27FC236}">
                  <a16:creationId xmlns:a16="http://schemas.microsoft.com/office/drawing/2014/main" id="{A2EBD8A8-F238-B123-2F9B-333AE783EDC0}"/>
                </a:ext>
              </a:extLst>
            </p:cNvPr>
            <p:cNvSpPr/>
            <p:nvPr/>
          </p:nvSpPr>
          <p:spPr>
            <a:xfrm>
              <a:off x="5962757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99" name="pg549">
              <a:extLst>
                <a:ext uri="{FF2B5EF4-FFF2-40B4-BE49-F238E27FC236}">
                  <a16:creationId xmlns:a16="http://schemas.microsoft.com/office/drawing/2014/main" id="{BB205023-5881-6AC6-7CF0-AB03C8402937}"/>
                </a:ext>
              </a:extLst>
            </p:cNvPr>
            <p:cNvSpPr/>
            <p:nvPr/>
          </p:nvSpPr>
          <p:spPr>
            <a:xfrm>
              <a:off x="597439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00" name="pg550">
              <a:extLst>
                <a:ext uri="{FF2B5EF4-FFF2-40B4-BE49-F238E27FC236}">
                  <a16:creationId xmlns:a16="http://schemas.microsoft.com/office/drawing/2014/main" id="{8CFF675E-AC1C-64AC-4025-F8E6483D8C23}"/>
                </a:ext>
              </a:extLst>
            </p:cNvPr>
            <p:cNvSpPr/>
            <p:nvPr/>
          </p:nvSpPr>
          <p:spPr>
            <a:xfrm>
              <a:off x="5986032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01" name="pg551">
              <a:extLst>
                <a:ext uri="{FF2B5EF4-FFF2-40B4-BE49-F238E27FC236}">
                  <a16:creationId xmlns:a16="http://schemas.microsoft.com/office/drawing/2014/main" id="{8AC6D62B-B91F-9C1F-FCCC-9EB58BA01808}"/>
                </a:ext>
              </a:extLst>
            </p:cNvPr>
            <p:cNvSpPr/>
            <p:nvPr/>
          </p:nvSpPr>
          <p:spPr>
            <a:xfrm>
              <a:off x="5997669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02" name="pg552">
              <a:extLst>
                <a:ext uri="{FF2B5EF4-FFF2-40B4-BE49-F238E27FC236}">
                  <a16:creationId xmlns:a16="http://schemas.microsoft.com/office/drawing/2014/main" id="{D1E18B57-842E-B08D-F741-F8154D083309}"/>
                </a:ext>
              </a:extLst>
            </p:cNvPr>
            <p:cNvSpPr/>
            <p:nvPr/>
          </p:nvSpPr>
          <p:spPr>
            <a:xfrm>
              <a:off x="600930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03" name="pg553">
              <a:extLst>
                <a:ext uri="{FF2B5EF4-FFF2-40B4-BE49-F238E27FC236}">
                  <a16:creationId xmlns:a16="http://schemas.microsoft.com/office/drawing/2014/main" id="{B8272881-D1B5-2C4F-E4A1-1C7DBF0CDC06}"/>
                </a:ext>
              </a:extLst>
            </p:cNvPr>
            <p:cNvSpPr/>
            <p:nvPr/>
          </p:nvSpPr>
          <p:spPr>
            <a:xfrm>
              <a:off x="602094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04" name="pg554">
              <a:extLst>
                <a:ext uri="{FF2B5EF4-FFF2-40B4-BE49-F238E27FC236}">
                  <a16:creationId xmlns:a16="http://schemas.microsoft.com/office/drawing/2014/main" id="{A48F50B2-E47A-8498-E393-E4807AFD98F4}"/>
                </a:ext>
              </a:extLst>
            </p:cNvPr>
            <p:cNvSpPr/>
            <p:nvPr/>
          </p:nvSpPr>
          <p:spPr>
            <a:xfrm>
              <a:off x="6032581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05" name="pg555">
              <a:extLst>
                <a:ext uri="{FF2B5EF4-FFF2-40B4-BE49-F238E27FC236}">
                  <a16:creationId xmlns:a16="http://schemas.microsoft.com/office/drawing/2014/main" id="{B7296FE3-7A7D-BE20-0A0A-962C8E21D61F}"/>
                </a:ext>
              </a:extLst>
            </p:cNvPr>
            <p:cNvSpPr/>
            <p:nvPr/>
          </p:nvSpPr>
          <p:spPr>
            <a:xfrm>
              <a:off x="604421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06" name="pg556">
              <a:extLst>
                <a:ext uri="{FF2B5EF4-FFF2-40B4-BE49-F238E27FC236}">
                  <a16:creationId xmlns:a16="http://schemas.microsoft.com/office/drawing/2014/main" id="{5A3B3BA1-E494-7E1D-18B2-CBC7DCF52FA5}"/>
                </a:ext>
              </a:extLst>
            </p:cNvPr>
            <p:cNvSpPr/>
            <p:nvPr/>
          </p:nvSpPr>
          <p:spPr>
            <a:xfrm>
              <a:off x="6172229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07" name="pg557">
              <a:extLst>
                <a:ext uri="{FF2B5EF4-FFF2-40B4-BE49-F238E27FC236}">
                  <a16:creationId xmlns:a16="http://schemas.microsoft.com/office/drawing/2014/main" id="{92902197-36A0-7E21-B421-CEB27D458EEE}"/>
                </a:ext>
              </a:extLst>
            </p:cNvPr>
            <p:cNvSpPr/>
            <p:nvPr/>
          </p:nvSpPr>
          <p:spPr>
            <a:xfrm>
              <a:off x="618386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08" name="pg558">
              <a:extLst>
                <a:ext uri="{FF2B5EF4-FFF2-40B4-BE49-F238E27FC236}">
                  <a16:creationId xmlns:a16="http://schemas.microsoft.com/office/drawing/2014/main" id="{1C3E4F60-65BF-9D3C-DB89-581FD7259091}"/>
                </a:ext>
              </a:extLst>
            </p:cNvPr>
            <p:cNvSpPr/>
            <p:nvPr/>
          </p:nvSpPr>
          <p:spPr>
            <a:xfrm>
              <a:off x="619550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09" name="pg559">
              <a:extLst>
                <a:ext uri="{FF2B5EF4-FFF2-40B4-BE49-F238E27FC236}">
                  <a16:creationId xmlns:a16="http://schemas.microsoft.com/office/drawing/2014/main" id="{69A39AB5-2DAA-BD84-3C54-DA3EEBCAED62}"/>
                </a:ext>
              </a:extLst>
            </p:cNvPr>
            <p:cNvSpPr/>
            <p:nvPr/>
          </p:nvSpPr>
          <p:spPr>
            <a:xfrm>
              <a:off x="6207141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10" name="pg560">
              <a:extLst>
                <a:ext uri="{FF2B5EF4-FFF2-40B4-BE49-F238E27FC236}">
                  <a16:creationId xmlns:a16="http://schemas.microsoft.com/office/drawing/2014/main" id="{E35791BE-4AA7-4E81-4326-6B5024675483}"/>
                </a:ext>
              </a:extLst>
            </p:cNvPr>
            <p:cNvSpPr/>
            <p:nvPr/>
          </p:nvSpPr>
          <p:spPr>
            <a:xfrm>
              <a:off x="621877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11" name="pg561">
              <a:extLst>
                <a:ext uri="{FF2B5EF4-FFF2-40B4-BE49-F238E27FC236}">
                  <a16:creationId xmlns:a16="http://schemas.microsoft.com/office/drawing/2014/main" id="{9CC34D5F-BD87-29F1-0F10-1675AFD83077}"/>
                </a:ext>
              </a:extLst>
            </p:cNvPr>
            <p:cNvSpPr/>
            <p:nvPr/>
          </p:nvSpPr>
          <p:spPr>
            <a:xfrm>
              <a:off x="623041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12" name="pg562">
              <a:extLst>
                <a:ext uri="{FF2B5EF4-FFF2-40B4-BE49-F238E27FC236}">
                  <a16:creationId xmlns:a16="http://schemas.microsoft.com/office/drawing/2014/main" id="{BCAF25E9-AA36-2F10-8C34-3782E74F669C}"/>
                </a:ext>
              </a:extLst>
            </p:cNvPr>
            <p:cNvSpPr/>
            <p:nvPr/>
          </p:nvSpPr>
          <p:spPr>
            <a:xfrm>
              <a:off x="5858021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13" name="pg563">
              <a:extLst>
                <a:ext uri="{FF2B5EF4-FFF2-40B4-BE49-F238E27FC236}">
                  <a16:creationId xmlns:a16="http://schemas.microsoft.com/office/drawing/2014/main" id="{93315697-712D-F801-8154-5DAAA7829BF3}"/>
                </a:ext>
              </a:extLst>
            </p:cNvPr>
            <p:cNvSpPr/>
            <p:nvPr/>
          </p:nvSpPr>
          <p:spPr>
            <a:xfrm>
              <a:off x="586965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14" name="pg564">
              <a:extLst>
                <a:ext uri="{FF2B5EF4-FFF2-40B4-BE49-F238E27FC236}">
                  <a16:creationId xmlns:a16="http://schemas.microsoft.com/office/drawing/2014/main" id="{0EB1F85F-FDC6-2123-A19B-43C11CBCF801}"/>
                </a:ext>
              </a:extLst>
            </p:cNvPr>
            <p:cNvSpPr/>
            <p:nvPr/>
          </p:nvSpPr>
          <p:spPr>
            <a:xfrm>
              <a:off x="588129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15" name="pg565">
              <a:extLst>
                <a:ext uri="{FF2B5EF4-FFF2-40B4-BE49-F238E27FC236}">
                  <a16:creationId xmlns:a16="http://schemas.microsoft.com/office/drawing/2014/main" id="{93CAFD7F-BADB-7B87-2CAE-695CFAF901E7}"/>
                </a:ext>
              </a:extLst>
            </p:cNvPr>
            <p:cNvSpPr/>
            <p:nvPr/>
          </p:nvSpPr>
          <p:spPr>
            <a:xfrm>
              <a:off x="5892933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16" name="pg566">
              <a:extLst>
                <a:ext uri="{FF2B5EF4-FFF2-40B4-BE49-F238E27FC236}">
                  <a16:creationId xmlns:a16="http://schemas.microsoft.com/office/drawing/2014/main" id="{FE2FF210-D250-DC45-2E98-084615EE5344}"/>
                </a:ext>
              </a:extLst>
            </p:cNvPr>
            <p:cNvSpPr/>
            <p:nvPr/>
          </p:nvSpPr>
          <p:spPr>
            <a:xfrm>
              <a:off x="5904570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17" name="pg567">
              <a:extLst>
                <a:ext uri="{FF2B5EF4-FFF2-40B4-BE49-F238E27FC236}">
                  <a16:creationId xmlns:a16="http://schemas.microsoft.com/office/drawing/2014/main" id="{40145F34-E46A-D5EA-B70E-07893E28398D}"/>
                </a:ext>
              </a:extLst>
            </p:cNvPr>
            <p:cNvSpPr/>
            <p:nvPr/>
          </p:nvSpPr>
          <p:spPr>
            <a:xfrm>
              <a:off x="591620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18" name="pg568">
              <a:extLst>
                <a:ext uri="{FF2B5EF4-FFF2-40B4-BE49-F238E27FC236}">
                  <a16:creationId xmlns:a16="http://schemas.microsoft.com/office/drawing/2014/main" id="{1AD87836-8239-B24C-A593-44D9FEE8119A}"/>
                </a:ext>
              </a:extLst>
            </p:cNvPr>
            <p:cNvSpPr/>
            <p:nvPr/>
          </p:nvSpPr>
          <p:spPr>
            <a:xfrm>
              <a:off x="5927845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19" name="pg569">
              <a:extLst>
                <a:ext uri="{FF2B5EF4-FFF2-40B4-BE49-F238E27FC236}">
                  <a16:creationId xmlns:a16="http://schemas.microsoft.com/office/drawing/2014/main" id="{7ACCC1D2-33FB-B030-2751-BF34B0A257D9}"/>
                </a:ext>
              </a:extLst>
            </p:cNvPr>
            <p:cNvSpPr/>
            <p:nvPr/>
          </p:nvSpPr>
          <p:spPr>
            <a:xfrm>
              <a:off x="593948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20" name="pg570">
              <a:extLst>
                <a:ext uri="{FF2B5EF4-FFF2-40B4-BE49-F238E27FC236}">
                  <a16:creationId xmlns:a16="http://schemas.microsoft.com/office/drawing/2014/main" id="{93390862-0C6C-313C-DF14-62B0B6E03EEC}"/>
                </a:ext>
              </a:extLst>
            </p:cNvPr>
            <p:cNvSpPr/>
            <p:nvPr/>
          </p:nvSpPr>
          <p:spPr>
            <a:xfrm>
              <a:off x="5951120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21" name="pg571">
              <a:extLst>
                <a:ext uri="{FF2B5EF4-FFF2-40B4-BE49-F238E27FC236}">
                  <a16:creationId xmlns:a16="http://schemas.microsoft.com/office/drawing/2014/main" id="{2481E681-4668-1523-E113-024C3BF0E0EF}"/>
                </a:ext>
              </a:extLst>
            </p:cNvPr>
            <p:cNvSpPr/>
            <p:nvPr/>
          </p:nvSpPr>
          <p:spPr>
            <a:xfrm>
              <a:off x="5962757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22" name="pg572">
              <a:extLst>
                <a:ext uri="{FF2B5EF4-FFF2-40B4-BE49-F238E27FC236}">
                  <a16:creationId xmlns:a16="http://schemas.microsoft.com/office/drawing/2014/main" id="{CDC60294-5C69-CBBF-A62E-F7DE0DE4617C}"/>
                </a:ext>
              </a:extLst>
            </p:cNvPr>
            <p:cNvSpPr/>
            <p:nvPr/>
          </p:nvSpPr>
          <p:spPr>
            <a:xfrm>
              <a:off x="5974394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23" name="pg573">
              <a:extLst>
                <a:ext uri="{FF2B5EF4-FFF2-40B4-BE49-F238E27FC236}">
                  <a16:creationId xmlns:a16="http://schemas.microsoft.com/office/drawing/2014/main" id="{9B435627-A9E6-AA9C-8727-4BEA4C65F97D}"/>
                </a:ext>
              </a:extLst>
            </p:cNvPr>
            <p:cNvSpPr/>
            <p:nvPr/>
          </p:nvSpPr>
          <p:spPr>
            <a:xfrm>
              <a:off x="598603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24" name="pg574">
              <a:extLst>
                <a:ext uri="{FF2B5EF4-FFF2-40B4-BE49-F238E27FC236}">
                  <a16:creationId xmlns:a16="http://schemas.microsoft.com/office/drawing/2014/main" id="{E0B08F9E-700D-C81A-CACF-A1AE5FC9F388}"/>
                </a:ext>
              </a:extLst>
            </p:cNvPr>
            <p:cNvSpPr/>
            <p:nvPr/>
          </p:nvSpPr>
          <p:spPr>
            <a:xfrm>
              <a:off x="5997669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25" name="pg575">
              <a:extLst>
                <a:ext uri="{FF2B5EF4-FFF2-40B4-BE49-F238E27FC236}">
                  <a16:creationId xmlns:a16="http://schemas.microsoft.com/office/drawing/2014/main" id="{7BC13128-6BB7-9DDC-3B98-6B1D7FDD0DA5}"/>
                </a:ext>
              </a:extLst>
            </p:cNvPr>
            <p:cNvSpPr/>
            <p:nvPr/>
          </p:nvSpPr>
          <p:spPr>
            <a:xfrm>
              <a:off x="600930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26" name="pg576">
              <a:extLst>
                <a:ext uri="{FF2B5EF4-FFF2-40B4-BE49-F238E27FC236}">
                  <a16:creationId xmlns:a16="http://schemas.microsoft.com/office/drawing/2014/main" id="{EDCEDDE8-EF2B-0358-E5AD-F39398C487AC}"/>
                </a:ext>
              </a:extLst>
            </p:cNvPr>
            <p:cNvSpPr/>
            <p:nvPr/>
          </p:nvSpPr>
          <p:spPr>
            <a:xfrm>
              <a:off x="616059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27" name="pg577">
              <a:extLst>
                <a:ext uri="{FF2B5EF4-FFF2-40B4-BE49-F238E27FC236}">
                  <a16:creationId xmlns:a16="http://schemas.microsoft.com/office/drawing/2014/main" id="{0E00D09C-7293-6405-9AEE-81327ACA1CE2}"/>
                </a:ext>
              </a:extLst>
            </p:cNvPr>
            <p:cNvSpPr/>
            <p:nvPr/>
          </p:nvSpPr>
          <p:spPr>
            <a:xfrm>
              <a:off x="6172229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28" name="pg578">
              <a:extLst>
                <a:ext uri="{FF2B5EF4-FFF2-40B4-BE49-F238E27FC236}">
                  <a16:creationId xmlns:a16="http://schemas.microsoft.com/office/drawing/2014/main" id="{3E014949-0159-7CC2-BB79-3F863A70E569}"/>
                </a:ext>
              </a:extLst>
            </p:cNvPr>
            <p:cNvSpPr/>
            <p:nvPr/>
          </p:nvSpPr>
          <p:spPr>
            <a:xfrm>
              <a:off x="618386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29" name="pg579">
              <a:extLst>
                <a:ext uri="{FF2B5EF4-FFF2-40B4-BE49-F238E27FC236}">
                  <a16:creationId xmlns:a16="http://schemas.microsoft.com/office/drawing/2014/main" id="{9D4A6B0A-D5A8-2E17-0BE9-AE794902C5A7}"/>
                </a:ext>
              </a:extLst>
            </p:cNvPr>
            <p:cNvSpPr/>
            <p:nvPr/>
          </p:nvSpPr>
          <p:spPr>
            <a:xfrm>
              <a:off x="6195504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30" name="pg580">
              <a:extLst>
                <a:ext uri="{FF2B5EF4-FFF2-40B4-BE49-F238E27FC236}">
                  <a16:creationId xmlns:a16="http://schemas.microsoft.com/office/drawing/2014/main" id="{25D3F017-3229-520D-88B7-2C4796E22816}"/>
                </a:ext>
              </a:extLst>
            </p:cNvPr>
            <p:cNvSpPr/>
            <p:nvPr/>
          </p:nvSpPr>
          <p:spPr>
            <a:xfrm>
              <a:off x="6207141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31" name="pg581">
              <a:extLst>
                <a:ext uri="{FF2B5EF4-FFF2-40B4-BE49-F238E27FC236}">
                  <a16:creationId xmlns:a16="http://schemas.microsoft.com/office/drawing/2014/main" id="{F969AB4D-2494-7F0D-83B9-DDB50421136D}"/>
                </a:ext>
              </a:extLst>
            </p:cNvPr>
            <p:cNvSpPr/>
            <p:nvPr/>
          </p:nvSpPr>
          <p:spPr>
            <a:xfrm>
              <a:off x="621877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32" name="pg582">
              <a:extLst>
                <a:ext uri="{FF2B5EF4-FFF2-40B4-BE49-F238E27FC236}">
                  <a16:creationId xmlns:a16="http://schemas.microsoft.com/office/drawing/2014/main" id="{7053BAAF-BB94-23CE-C62E-1B89EAAEF80E}"/>
                </a:ext>
              </a:extLst>
            </p:cNvPr>
            <p:cNvSpPr/>
            <p:nvPr/>
          </p:nvSpPr>
          <p:spPr>
            <a:xfrm>
              <a:off x="579983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33" name="pg583">
              <a:extLst>
                <a:ext uri="{FF2B5EF4-FFF2-40B4-BE49-F238E27FC236}">
                  <a16:creationId xmlns:a16="http://schemas.microsoft.com/office/drawing/2014/main" id="{38287C97-3BCF-BFDB-4730-A7E47BF8CE97}"/>
                </a:ext>
              </a:extLst>
            </p:cNvPr>
            <p:cNvSpPr/>
            <p:nvPr/>
          </p:nvSpPr>
          <p:spPr>
            <a:xfrm>
              <a:off x="581147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34" name="pg584">
              <a:extLst>
                <a:ext uri="{FF2B5EF4-FFF2-40B4-BE49-F238E27FC236}">
                  <a16:creationId xmlns:a16="http://schemas.microsoft.com/office/drawing/2014/main" id="{5C9F711D-B4B1-5152-0173-E03D52E4DE1E}"/>
                </a:ext>
              </a:extLst>
            </p:cNvPr>
            <p:cNvSpPr/>
            <p:nvPr/>
          </p:nvSpPr>
          <p:spPr>
            <a:xfrm>
              <a:off x="582310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35" name="pg585">
              <a:extLst>
                <a:ext uri="{FF2B5EF4-FFF2-40B4-BE49-F238E27FC236}">
                  <a16:creationId xmlns:a16="http://schemas.microsoft.com/office/drawing/2014/main" id="{21516227-B5EF-E9D3-CD75-14D71A1DFE01}"/>
                </a:ext>
              </a:extLst>
            </p:cNvPr>
            <p:cNvSpPr/>
            <p:nvPr/>
          </p:nvSpPr>
          <p:spPr>
            <a:xfrm>
              <a:off x="583474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36" name="pg586">
              <a:extLst>
                <a:ext uri="{FF2B5EF4-FFF2-40B4-BE49-F238E27FC236}">
                  <a16:creationId xmlns:a16="http://schemas.microsoft.com/office/drawing/2014/main" id="{6F0F6B9A-C3AD-75C0-CC23-A80482F12EAB}"/>
                </a:ext>
              </a:extLst>
            </p:cNvPr>
            <p:cNvSpPr/>
            <p:nvPr/>
          </p:nvSpPr>
          <p:spPr>
            <a:xfrm>
              <a:off x="584638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37" name="pg587">
              <a:extLst>
                <a:ext uri="{FF2B5EF4-FFF2-40B4-BE49-F238E27FC236}">
                  <a16:creationId xmlns:a16="http://schemas.microsoft.com/office/drawing/2014/main" id="{C8C86271-FFE0-2BA3-780C-AC067DB74780}"/>
                </a:ext>
              </a:extLst>
            </p:cNvPr>
            <p:cNvSpPr/>
            <p:nvPr/>
          </p:nvSpPr>
          <p:spPr>
            <a:xfrm>
              <a:off x="5858021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38" name="pg588">
              <a:extLst>
                <a:ext uri="{FF2B5EF4-FFF2-40B4-BE49-F238E27FC236}">
                  <a16:creationId xmlns:a16="http://schemas.microsoft.com/office/drawing/2014/main" id="{FADC2285-B5EB-8837-342E-36779EBB2792}"/>
                </a:ext>
              </a:extLst>
            </p:cNvPr>
            <p:cNvSpPr/>
            <p:nvPr/>
          </p:nvSpPr>
          <p:spPr>
            <a:xfrm>
              <a:off x="5869658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39" name="pg589">
              <a:extLst>
                <a:ext uri="{FF2B5EF4-FFF2-40B4-BE49-F238E27FC236}">
                  <a16:creationId xmlns:a16="http://schemas.microsoft.com/office/drawing/2014/main" id="{141B13B2-A4D3-07B4-92F9-F1EA855318E0}"/>
                </a:ext>
              </a:extLst>
            </p:cNvPr>
            <p:cNvSpPr/>
            <p:nvPr/>
          </p:nvSpPr>
          <p:spPr>
            <a:xfrm>
              <a:off x="588129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40" name="pg590">
              <a:extLst>
                <a:ext uri="{FF2B5EF4-FFF2-40B4-BE49-F238E27FC236}">
                  <a16:creationId xmlns:a16="http://schemas.microsoft.com/office/drawing/2014/main" id="{2D7AB599-E514-DE3B-5B12-96BD212974B6}"/>
                </a:ext>
              </a:extLst>
            </p:cNvPr>
            <p:cNvSpPr/>
            <p:nvPr/>
          </p:nvSpPr>
          <p:spPr>
            <a:xfrm>
              <a:off x="5892933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41" name="pg591">
              <a:extLst>
                <a:ext uri="{FF2B5EF4-FFF2-40B4-BE49-F238E27FC236}">
                  <a16:creationId xmlns:a16="http://schemas.microsoft.com/office/drawing/2014/main" id="{EE8258D2-C010-6CB7-E6D9-246874913EFC}"/>
                </a:ext>
              </a:extLst>
            </p:cNvPr>
            <p:cNvSpPr/>
            <p:nvPr/>
          </p:nvSpPr>
          <p:spPr>
            <a:xfrm>
              <a:off x="5904570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42" name="pg592">
              <a:extLst>
                <a:ext uri="{FF2B5EF4-FFF2-40B4-BE49-F238E27FC236}">
                  <a16:creationId xmlns:a16="http://schemas.microsoft.com/office/drawing/2014/main" id="{93192C04-EA66-80D7-D42F-85BFEFD95E30}"/>
                </a:ext>
              </a:extLst>
            </p:cNvPr>
            <p:cNvSpPr/>
            <p:nvPr/>
          </p:nvSpPr>
          <p:spPr>
            <a:xfrm>
              <a:off x="5916208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43" name="pg593">
              <a:extLst>
                <a:ext uri="{FF2B5EF4-FFF2-40B4-BE49-F238E27FC236}">
                  <a16:creationId xmlns:a16="http://schemas.microsoft.com/office/drawing/2014/main" id="{F45F0482-3CAC-C14F-A14A-BB1121376B24}"/>
                </a:ext>
              </a:extLst>
            </p:cNvPr>
            <p:cNvSpPr/>
            <p:nvPr/>
          </p:nvSpPr>
          <p:spPr>
            <a:xfrm>
              <a:off x="5927845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44" name="pg594">
              <a:extLst>
                <a:ext uri="{FF2B5EF4-FFF2-40B4-BE49-F238E27FC236}">
                  <a16:creationId xmlns:a16="http://schemas.microsoft.com/office/drawing/2014/main" id="{05562671-1105-8ADD-B053-19BF2A4B5393}"/>
                </a:ext>
              </a:extLst>
            </p:cNvPr>
            <p:cNvSpPr/>
            <p:nvPr/>
          </p:nvSpPr>
          <p:spPr>
            <a:xfrm>
              <a:off x="593948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45" name="pg595">
              <a:extLst>
                <a:ext uri="{FF2B5EF4-FFF2-40B4-BE49-F238E27FC236}">
                  <a16:creationId xmlns:a16="http://schemas.microsoft.com/office/drawing/2014/main" id="{CEB4394D-BDA4-0B10-43BD-3BC157F87B80}"/>
                </a:ext>
              </a:extLst>
            </p:cNvPr>
            <p:cNvSpPr/>
            <p:nvPr/>
          </p:nvSpPr>
          <p:spPr>
            <a:xfrm>
              <a:off x="5951120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46" name="pg596">
              <a:extLst>
                <a:ext uri="{FF2B5EF4-FFF2-40B4-BE49-F238E27FC236}">
                  <a16:creationId xmlns:a16="http://schemas.microsoft.com/office/drawing/2014/main" id="{B00E66FA-008D-3BC5-5889-A13B300E6B7E}"/>
                </a:ext>
              </a:extLst>
            </p:cNvPr>
            <p:cNvSpPr/>
            <p:nvPr/>
          </p:nvSpPr>
          <p:spPr>
            <a:xfrm>
              <a:off x="597439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47" name="pg597">
              <a:extLst>
                <a:ext uri="{FF2B5EF4-FFF2-40B4-BE49-F238E27FC236}">
                  <a16:creationId xmlns:a16="http://schemas.microsoft.com/office/drawing/2014/main" id="{1C910CF7-FC55-E2E0-F53C-D2D4EA974807}"/>
                </a:ext>
              </a:extLst>
            </p:cNvPr>
            <p:cNvSpPr/>
            <p:nvPr/>
          </p:nvSpPr>
          <p:spPr>
            <a:xfrm>
              <a:off x="598603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48" name="pg598">
              <a:extLst>
                <a:ext uri="{FF2B5EF4-FFF2-40B4-BE49-F238E27FC236}">
                  <a16:creationId xmlns:a16="http://schemas.microsoft.com/office/drawing/2014/main" id="{1FC09DA9-FB98-DB73-8D2E-F02856E34AAD}"/>
                </a:ext>
              </a:extLst>
            </p:cNvPr>
            <p:cNvSpPr/>
            <p:nvPr/>
          </p:nvSpPr>
          <p:spPr>
            <a:xfrm>
              <a:off x="599766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49" name="pg599">
              <a:extLst>
                <a:ext uri="{FF2B5EF4-FFF2-40B4-BE49-F238E27FC236}">
                  <a16:creationId xmlns:a16="http://schemas.microsoft.com/office/drawing/2014/main" id="{5DFFB69C-BE7C-C96A-A95E-32EC52E81249}"/>
                </a:ext>
              </a:extLst>
            </p:cNvPr>
            <p:cNvSpPr/>
            <p:nvPr/>
          </p:nvSpPr>
          <p:spPr>
            <a:xfrm>
              <a:off x="616059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50" name="pg600">
              <a:extLst>
                <a:ext uri="{FF2B5EF4-FFF2-40B4-BE49-F238E27FC236}">
                  <a16:creationId xmlns:a16="http://schemas.microsoft.com/office/drawing/2014/main" id="{B25C4A90-E64D-A89F-3B82-DA8534138EF3}"/>
                </a:ext>
              </a:extLst>
            </p:cNvPr>
            <p:cNvSpPr/>
            <p:nvPr/>
          </p:nvSpPr>
          <p:spPr>
            <a:xfrm>
              <a:off x="617222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51" name="pg601">
              <a:extLst>
                <a:ext uri="{FF2B5EF4-FFF2-40B4-BE49-F238E27FC236}">
                  <a16:creationId xmlns:a16="http://schemas.microsoft.com/office/drawing/2014/main" id="{77D2C33E-97BF-F94F-2FC8-40956E7FD2BB}"/>
                </a:ext>
              </a:extLst>
            </p:cNvPr>
            <p:cNvSpPr/>
            <p:nvPr/>
          </p:nvSpPr>
          <p:spPr>
            <a:xfrm>
              <a:off x="618386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52" name="pg602">
              <a:extLst>
                <a:ext uri="{FF2B5EF4-FFF2-40B4-BE49-F238E27FC236}">
                  <a16:creationId xmlns:a16="http://schemas.microsoft.com/office/drawing/2014/main" id="{19BA8544-52A5-C71D-138B-49D4E40071A9}"/>
                </a:ext>
              </a:extLst>
            </p:cNvPr>
            <p:cNvSpPr/>
            <p:nvPr/>
          </p:nvSpPr>
          <p:spPr>
            <a:xfrm>
              <a:off x="619550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53" name="pg603">
              <a:extLst>
                <a:ext uri="{FF2B5EF4-FFF2-40B4-BE49-F238E27FC236}">
                  <a16:creationId xmlns:a16="http://schemas.microsoft.com/office/drawing/2014/main" id="{F549AD27-7106-7070-F27B-17BB9AB125F9}"/>
                </a:ext>
              </a:extLst>
            </p:cNvPr>
            <p:cNvSpPr/>
            <p:nvPr/>
          </p:nvSpPr>
          <p:spPr>
            <a:xfrm>
              <a:off x="6207141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54" name="pg604">
              <a:extLst>
                <a:ext uri="{FF2B5EF4-FFF2-40B4-BE49-F238E27FC236}">
                  <a16:creationId xmlns:a16="http://schemas.microsoft.com/office/drawing/2014/main" id="{5CEB5BAB-34A1-E95D-55E1-2BE41CA1739D}"/>
                </a:ext>
              </a:extLst>
            </p:cNvPr>
            <p:cNvSpPr/>
            <p:nvPr/>
          </p:nvSpPr>
          <p:spPr>
            <a:xfrm>
              <a:off x="576492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55" name="pg605">
              <a:extLst>
                <a:ext uri="{FF2B5EF4-FFF2-40B4-BE49-F238E27FC236}">
                  <a16:creationId xmlns:a16="http://schemas.microsoft.com/office/drawing/2014/main" id="{F3173404-DB08-544A-5963-465746DBEE22}"/>
                </a:ext>
              </a:extLst>
            </p:cNvPr>
            <p:cNvSpPr/>
            <p:nvPr/>
          </p:nvSpPr>
          <p:spPr>
            <a:xfrm>
              <a:off x="5776560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56" name="pg606">
              <a:extLst>
                <a:ext uri="{FF2B5EF4-FFF2-40B4-BE49-F238E27FC236}">
                  <a16:creationId xmlns:a16="http://schemas.microsoft.com/office/drawing/2014/main" id="{8D783ADD-481E-ED01-519F-F6103123D868}"/>
                </a:ext>
              </a:extLst>
            </p:cNvPr>
            <p:cNvSpPr/>
            <p:nvPr/>
          </p:nvSpPr>
          <p:spPr>
            <a:xfrm>
              <a:off x="5788197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57" name="pg607">
              <a:extLst>
                <a:ext uri="{FF2B5EF4-FFF2-40B4-BE49-F238E27FC236}">
                  <a16:creationId xmlns:a16="http://schemas.microsoft.com/office/drawing/2014/main" id="{BB52A108-763D-05A9-8A15-B8004A2834BE}"/>
                </a:ext>
              </a:extLst>
            </p:cNvPr>
            <p:cNvSpPr/>
            <p:nvPr/>
          </p:nvSpPr>
          <p:spPr>
            <a:xfrm>
              <a:off x="579983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58" name="pg608">
              <a:extLst>
                <a:ext uri="{FF2B5EF4-FFF2-40B4-BE49-F238E27FC236}">
                  <a16:creationId xmlns:a16="http://schemas.microsoft.com/office/drawing/2014/main" id="{181F8AFB-225C-7040-913F-A6D9A6DABAFC}"/>
                </a:ext>
              </a:extLst>
            </p:cNvPr>
            <p:cNvSpPr/>
            <p:nvPr/>
          </p:nvSpPr>
          <p:spPr>
            <a:xfrm>
              <a:off x="581147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59" name="pg609">
              <a:extLst>
                <a:ext uri="{FF2B5EF4-FFF2-40B4-BE49-F238E27FC236}">
                  <a16:creationId xmlns:a16="http://schemas.microsoft.com/office/drawing/2014/main" id="{06D35C84-7C9E-493C-81F7-0C5DF1721143}"/>
                </a:ext>
              </a:extLst>
            </p:cNvPr>
            <p:cNvSpPr/>
            <p:nvPr/>
          </p:nvSpPr>
          <p:spPr>
            <a:xfrm>
              <a:off x="5823109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60" name="pg610">
              <a:extLst>
                <a:ext uri="{FF2B5EF4-FFF2-40B4-BE49-F238E27FC236}">
                  <a16:creationId xmlns:a16="http://schemas.microsoft.com/office/drawing/2014/main" id="{19E1E249-B339-7C54-B00C-C9DEDC9108F9}"/>
                </a:ext>
              </a:extLst>
            </p:cNvPr>
            <p:cNvSpPr/>
            <p:nvPr/>
          </p:nvSpPr>
          <p:spPr>
            <a:xfrm>
              <a:off x="583474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61" name="pg611">
              <a:extLst>
                <a:ext uri="{FF2B5EF4-FFF2-40B4-BE49-F238E27FC236}">
                  <a16:creationId xmlns:a16="http://schemas.microsoft.com/office/drawing/2014/main" id="{8C0B0EC2-6335-1860-C95D-481E88D7A8C8}"/>
                </a:ext>
              </a:extLst>
            </p:cNvPr>
            <p:cNvSpPr/>
            <p:nvPr/>
          </p:nvSpPr>
          <p:spPr>
            <a:xfrm>
              <a:off x="584638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62" name="pg612">
              <a:extLst>
                <a:ext uri="{FF2B5EF4-FFF2-40B4-BE49-F238E27FC236}">
                  <a16:creationId xmlns:a16="http://schemas.microsoft.com/office/drawing/2014/main" id="{1542B0D8-B26A-8BCB-FC93-2D9E0D5CAB77}"/>
                </a:ext>
              </a:extLst>
            </p:cNvPr>
            <p:cNvSpPr/>
            <p:nvPr/>
          </p:nvSpPr>
          <p:spPr>
            <a:xfrm>
              <a:off x="5858021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63" name="pg613">
              <a:extLst>
                <a:ext uri="{FF2B5EF4-FFF2-40B4-BE49-F238E27FC236}">
                  <a16:creationId xmlns:a16="http://schemas.microsoft.com/office/drawing/2014/main" id="{7A0EC62C-6027-6431-A928-116493FB2028}"/>
                </a:ext>
              </a:extLst>
            </p:cNvPr>
            <p:cNvSpPr/>
            <p:nvPr/>
          </p:nvSpPr>
          <p:spPr>
            <a:xfrm>
              <a:off x="5869658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64" name="pg614">
              <a:extLst>
                <a:ext uri="{FF2B5EF4-FFF2-40B4-BE49-F238E27FC236}">
                  <a16:creationId xmlns:a16="http://schemas.microsoft.com/office/drawing/2014/main" id="{87E125F8-B3D8-9CED-FFF7-FBE62550A7A4}"/>
                </a:ext>
              </a:extLst>
            </p:cNvPr>
            <p:cNvSpPr/>
            <p:nvPr/>
          </p:nvSpPr>
          <p:spPr>
            <a:xfrm>
              <a:off x="588129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65" name="pg615">
              <a:extLst>
                <a:ext uri="{FF2B5EF4-FFF2-40B4-BE49-F238E27FC236}">
                  <a16:creationId xmlns:a16="http://schemas.microsoft.com/office/drawing/2014/main" id="{3E60ABA2-3F2A-8F3F-2A27-1A2EF90FD97A}"/>
                </a:ext>
              </a:extLst>
            </p:cNvPr>
            <p:cNvSpPr/>
            <p:nvPr/>
          </p:nvSpPr>
          <p:spPr>
            <a:xfrm>
              <a:off x="5892933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66" name="pg616">
              <a:extLst>
                <a:ext uri="{FF2B5EF4-FFF2-40B4-BE49-F238E27FC236}">
                  <a16:creationId xmlns:a16="http://schemas.microsoft.com/office/drawing/2014/main" id="{3F56D6CA-8665-F368-694C-E0DCD9FCDE61}"/>
                </a:ext>
              </a:extLst>
            </p:cNvPr>
            <p:cNvSpPr/>
            <p:nvPr/>
          </p:nvSpPr>
          <p:spPr>
            <a:xfrm>
              <a:off x="5904570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67" name="pg617">
              <a:extLst>
                <a:ext uri="{FF2B5EF4-FFF2-40B4-BE49-F238E27FC236}">
                  <a16:creationId xmlns:a16="http://schemas.microsoft.com/office/drawing/2014/main" id="{DFC30A10-0FFE-CE48-DED0-E315D54340CE}"/>
                </a:ext>
              </a:extLst>
            </p:cNvPr>
            <p:cNvSpPr/>
            <p:nvPr/>
          </p:nvSpPr>
          <p:spPr>
            <a:xfrm>
              <a:off x="5927845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68" name="pg618">
              <a:extLst>
                <a:ext uri="{FF2B5EF4-FFF2-40B4-BE49-F238E27FC236}">
                  <a16:creationId xmlns:a16="http://schemas.microsoft.com/office/drawing/2014/main" id="{44C469D8-1619-2102-863A-7738C6091FF6}"/>
                </a:ext>
              </a:extLst>
            </p:cNvPr>
            <p:cNvSpPr/>
            <p:nvPr/>
          </p:nvSpPr>
          <p:spPr>
            <a:xfrm>
              <a:off x="593948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69" name="pg619">
              <a:extLst>
                <a:ext uri="{FF2B5EF4-FFF2-40B4-BE49-F238E27FC236}">
                  <a16:creationId xmlns:a16="http://schemas.microsoft.com/office/drawing/2014/main" id="{DA1CDDA5-5F47-4F4F-9288-48991D4CD89C}"/>
                </a:ext>
              </a:extLst>
            </p:cNvPr>
            <p:cNvSpPr/>
            <p:nvPr/>
          </p:nvSpPr>
          <p:spPr>
            <a:xfrm>
              <a:off x="616059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70" name="pg620">
              <a:extLst>
                <a:ext uri="{FF2B5EF4-FFF2-40B4-BE49-F238E27FC236}">
                  <a16:creationId xmlns:a16="http://schemas.microsoft.com/office/drawing/2014/main" id="{D3F097CC-E19D-9756-3468-53585BBA04AE}"/>
                </a:ext>
              </a:extLst>
            </p:cNvPr>
            <p:cNvSpPr/>
            <p:nvPr/>
          </p:nvSpPr>
          <p:spPr>
            <a:xfrm>
              <a:off x="6172229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71" name="pg621">
              <a:extLst>
                <a:ext uri="{FF2B5EF4-FFF2-40B4-BE49-F238E27FC236}">
                  <a16:creationId xmlns:a16="http://schemas.microsoft.com/office/drawing/2014/main" id="{C18AA1F6-804C-EB78-F900-1F24FB955C48}"/>
                </a:ext>
              </a:extLst>
            </p:cNvPr>
            <p:cNvSpPr/>
            <p:nvPr/>
          </p:nvSpPr>
          <p:spPr>
            <a:xfrm>
              <a:off x="618386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72" name="pg622">
              <a:extLst>
                <a:ext uri="{FF2B5EF4-FFF2-40B4-BE49-F238E27FC236}">
                  <a16:creationId xmlns:a16="http://schemas.microsoft.com/office/drawing/2014/main" id="{FD55E5BD-CFB4-AA5B-42E4-F9A66FA07512}"/>
                </a:ext>
              </a:extLst>
            </p:cNvPr>
            <p:cNvSpPr/>
            <p:nvPr/>
          </p:nvSpPr>
          <p:spPr>
            <a:xfrm>
              <a:off x="619550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73" name="pg623">
              <a:extLst>
                <a:ext uri="{FF2B5EF4-FFF2-40B4-BE49-F238E27FC236}">
                  <a16:creationId xmlns:a16="http://schemas.microsoft.com/office/drawing/2014/main" id="{35305B88-D1C5-FE65-812D-F156E87B36B1}"/>
                </a:ext>
              </a:extLst>
            </p:cNvPr>
            <p:cNvSpPr/>
            <p:nvPr/>
          </p:nvSpPr>
          <p:spPr>
            <a:xfrm>
              <a:off x="6207141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74" name="pg624">
              <a:extLst>
                <a:ext uri="{FF2B5EF4-FFF2-40B4-BE49-F238E27FC236}">
                  <a16:creationId xmlns:a16="http://schemas.microsoft.com/office/drawing/2014/main" id="{ADB2BC08-0412-CD9C-C440-67BD185F97CA}"/>
                </a:ext>
              </a:extLst>
            </p:cNvPr>
            <p:cNvSpPr/>
            <p:nvPr/>
          </p:nvSpPr>
          <p:spPr>
            <a:xfrm>
              <a:off x="5753285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75" name="pg625">
              <a:extLst>
                <a:ext uri="{FF2B5EF4-FFF2-40B4-BE49-F238E27FC236}">
                  <a16:creationId xmlns:a16="http://schemas.microsoft.com/office/drawing/2014/main" id="{52D47C74-CE6F-F7BA-6F84-740C8831C12F}"/>
                </a:ext>
              </a:extLst>
            </p:cNvPr>
            <p:cNvSpPr/>
            <p:nvPr/>
          </p:nvSpPr>
          <p:spPr>
            <a:xfrm>
              <a:off x="576492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76" name="pg626">
              <a:extLst>
                <a:ext uri="{FF2B5EF4-FFF2-40B4-BE49-F238E27FC236}">
                  <a16:creationId xmlns:a16="http://schemas.microsoft.com/office/drawing/2014/main" id="{BFB6B32F-E14F-06F9-4EAB-40C9DE8854C0}"/>
                </a:ext>
              </a:extLst>
            </p:cNvPr>
            <p:cNvSpPr/>
            <p:nvPr/>
          </p:nvSpPr>
          <p:spPr>
            <a:xfrm>
              <a:off x="5776560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77" name="pg627">
              <a:extLst>
                <a:ext uri="{FF2B5EF4-FFF2-40B4-BE49-F238E27FC236}">
                  <a16:creationId xmlns:a16="http://schemas.microsoft.com/office/drawing/2014/main" id="{4F84AE4C-D118-E521-92BF-E6362D032AC5}"/>
                </a:ext>
              </a:extLst>
            </p:cNvPr>
            <p:cNvSpPr/>
            <p:nvPr/>
          </p:nvSpPr>
          <p:spPr>
            <a:xfrm>
              <a:off x="5788197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78" name="pg628">
              <a:extLst>
                <a:ext uri="{FF2B5EF4-FFF2-40B4-BE49-F238E27FC236}">
                  <a16:creationId xmlns:a16="http://schemas.microsoft.com/office/drawing/2014/main" id="{0C90BE3D-90A9-B18C-4D9E-704DA8E728F8}"/>
                </a:ext>
              </a:extLst>
            </p:cNvPr>
            <p:cNvSpPr/>
            <p:nvPr/>
          </p:nvSpPr>
          <p:spPr>
            <a:xfrm>
              <a:off x="579983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79" name="pg629">
              <a:extLst>
                <a:ext uri="{FF2B5EF4-FFF2-40B4-BE49-F238E27FC236}">
                  <a16:creationId xmlns:a16="http://schemas.microsoft.com/office/drawing/2014/main" id="{69E6AE7C-D648-BE40-21C6-D349FE3894ED}"/>
                </a:ext>
              </a:extLst>
            </p:cNvPr>
            <p:cNvSpPr/>
            <p:nvPr/>
          </p:nvSpPr>
          <p:spPr>
            <a:xfrm>
              <a:off x="581147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80" name="pg630">
              <a:extLst>
                <a:ext uri="{FF2B5EF4-FFF2-40B4-BE49-F238E27FC236}">
                  <a16:creationId xmlns:a16="http://schemas.microsoft.com/office/drawing/2014/main" id="{AF593C86-6D41-E8FF-4C1F-7FB99B034EA1}"/>
                </a:ext>
              </a:extLst>
            </p:cNvPr>
            <p:cNvSpPr/>
            <p:nvPr/>
          </p:nvSpPr>
          <p:spPr>
            <a:xfrm>
              <a:off x="5823109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81" name="pg631">
              <a:extLst>
                <a:ext uri="{FF2B5EF4-FFF2-40B4-BE49-F238E27FC236}">
                  <a16:creationId xmlns:a16="http://schemas.microsoft.com/office/drawing/2014/main" id="{5CDC85B0-98CC-4BEB-C06B-B6A15EB3C4D1}"/>
                </a:ext>
              </a:extLst>
            </p:cNvPr>
            <p:cNvSpPr/>
            <p:nvPr/>
          </p:nvSpPr>
          <p:spPr>
            <a:xfrm>
              <a:off x="583474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82" name="pg632">
              <a:extLst>
                <a:ext uri="{FF2B5EF4-FFF2-40B4-BE49-F238E27FC236}">
                  <a16:creationId xmlns:a16="http://schemas.microsoft.com/office/drawing/2014/main" id="{5B777A5B-1E89-8E24-B813-0606804AEF52}"/>
                </a:ext>
              </a:extLst>
            </p:cNvPr>
            <p:cNvSpPr/>
            <p:nvPr/>
          </p:nvSpPr>
          <p:spPr>
            <a:xfrm>
              <a:off x="584638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83" name="pg633">
              <a:extLst>
                <a:ext uri="{FF2B5EF4-FFF2-40B4-BE49-F238E27FC236}">
                  <a16:creationId xmlns:a16="http://schemas.microsoft.com/office/drawing/2014/main" id="{2F1C7162-7414-FC5B-0AD2-F8BBA8C21DFF}"/>
                </a:ext>
              </a:extLst>
            </p:cNvPr>
            <p:cNvSpPr/>
            <p:nvPr/>
          </p:nvSpPr>
          <p:spPr>
            <a:xfrm>
              <a:off x="5858021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84" name="pg634">
              <a:extLst>
                <a:ext uri="{FF2B5EF4-FFF2-40B4-BE49-F238E27FC236}">
                  <a16:creationId xmlns:a16="http://schemas.microsoft.com/office/drawing/2014/main" id="{3523D61C-E704-CC5D-795D-A2F71D23EA28}"/>
                </a:ext>
              </a:extLst>
            </p:cNvPr>
            <p:cNvSpPr/>
            <p:nvPr/>
          </p:nvSpPr>
          <p:spPr>
            <a:xfrm>
              <a:off x="5869658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85" name="pg635">
              <a:extLst>
                <a:ext uri="{FF2B5EF4-FFF2-40B4-BE49-F238E27FC236}">
                  <a16:creationId xmlns:a16="http://schemas.microsoft.com/office/drawing/2014/main" id="{D8DFA031-10A8-B30B-146D-E3938AD25721}"/>
                </a:ext>
              </a:extLst>
            </p:cNvPr>
            <p:cNvSpPr/>
            <p:nvPr/>
          </p:nvSpPr>
          <p:spPr>
            <a:xfrm>
              <a:off x="588129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86" name="pg636">
              <a:extLst>
                <a:ext uri="{FF2B5EF4-FFF2-40B4-BE49-F238E27FC236}">
                  <a16:creationId xmlns:a16="http://schemas.microsoft.com/office/drawing/2014/main" id="{488BCCF4-BD85-26CB-46C6-10B43C126BF2}"/>
                </a:ext>
              </a:extLst>
            </p:cNvPr>
            <p:cNvSpPr/>
            <p:nvPr/>
          </p:nvSpPr>
          <p:spPr>
            <a:xfrm>
              <a:off x="5892933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87" name="pg637">
              <a:extLst>
                <a:ext uri="{FF2B5EF4-FFF2-40B4-BE49-F238E27FC236}">
                  <a16:creationId xmlns:a16="http://schemas.microsoft.com/office/drawing/2014/main" id="{DC308EBF-18A0-C154-1354-BFEC9CE98283}"/>
                </a:ext>
              </a:extLst>
            </p:cNvPr>
            <p:cNvSpPr/>
            <p:nvPr/>
          </p:nvSpPr>
          <p:spPr>
            <a:xfrm>
              <a:off x="616059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88" name="pg638">
              <a:extLst>
                <a:ext uri="{FF2B5EF4-FFF2-40B4-BE49-F238E27FC236}">
                  <a16:creationId xmlns:a16="http://schemas.microsoft.com/office/drawing/2014/main" id="{CA148C18-8CA6-75BB-0661-FEE73B707CCB}"/>
                </a:ext>
              </a:extLst>
            </p:cNvPr>
            <p:cNvSpPr/>
            <p:nvPr/>
          </p:nvSpPr>
          <p:spPr>
            <a:xfrm>
              <a:off x="6172229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89" name="pg639">
              <a:extLst>
                <a:ext uri="{FF2B5EF4-FFF2-40B4-BE49-F238E27FC236}">
                  <a16:creationId xmlns:a16="http://schemas.microsoft.com/office/drawing/2014/main" id="{C180E4DE-72D2-3623-C1CF-E2D12CAB2853}"/>
                </a:ext>
              </a:extLst>
            </p:cNvPr>
            <p:cNvSpPr/>
            <p:nvPr/>
          </p:nvSpPr>
          <p:spPr>
            <a:xfrm>
              <a:off x="618386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90" name="pg640">
              <a:extLst>
                <a:ext uri="{FF2B5EF4-FFF2-40B4-BE49-F238E27FC236}">
                  <a16:creationId xmlns:a16="http://schemas.microsoft.com/office/drawing/2014/main" id="{835AB89D-4F2F-0553-9B7C-143470500BFB}"/>
                </a:ext>
              </a:extLst>
            </p:cNvPr>
            <p:cNvSpPr/>
            <p:nvPr/>
          </p:nvSpPr>
          <p:spPr>
            <a:xfrm>
              <a:off x="619550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91" name="pg641">
              <a:extLst>
                <a:ext uri="{FF2B5EF4-FFF2-40B4-BE49-F238E27FC236}">
                  <a16:creationId xmlns:a16="http://schemas.microsoft.com/office/drawing/2014/main" id="{9783E469-AC0E-CDDF-9ACC-B6B17B6EC578}"/>
                </a:ext>
              </a:extLst>
            </p:cNvPr>
            <p:cNvSpPr/>
            <p:nvPr/>
          </p:nvSpPr>
          <p:spPr>
            <a:xfrm>
              <a:off x="6207141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92" name="pg642">
              <a:extLst>
                <a:ext uri="{FF2B5EF4-FFF2-40B4-BE49-F238E27FC236}">
                  <a16:creationId xmlns:a16="http://schemas.microsoft.com/office/drawing/2014/main" id="{A9752425-4C6D-FD37-BCC4-DD075F878A67}"/>
                </a:ext>
              </a:extLst>
            </p:cNvPr>
            <p:cNvSpPr/>
            <p:nvPr/>
          </p:nvSpPr>
          <p:spPr>
            <a:xfrm>
              <a:off x="6218778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93" name="pg643">
              <a:extLst>
                <a:ext uri="{FF2B5EF4-FFF2-40B4-BE49-F238E27FC236}">
                  <a16:creationId xmlns:a16="http://schemas.microsoft.com/office/drawing/2014/main" id="{9738435D-EED3-E03D-CAED-F53453406904}"/>
                </a:ext>
              </a:extLst>
            </p:cNvPr>
            <p:cNvSpPr/>
            <p:nvPr/>
          </p:nvSpPr>
          <p:spPr>
            <a:xfrm>
              <a:off x="623041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94" name="pg644">
              <a:extLst>
                <a:ext uri="{FF2B5EF4-FFF2-40B4-BE49-F238E27FC236}">
                  <a16:creationId xmlns:a16="http://schemas.microsoft.com/office/drawing/2014/main" id="{01EC7BBD-F4A0-E42D-1563-D01AF20C1EC0}"/>
                </a:ext>
              </a:extLst>
            </p:cNvPr>
            <p:cNvSpPr/>
            <p:nvPr/>
          </p:nvSpPr>
          <p:spPr>
            <a:xfrm>
              <a:off x="6276965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95" name="pg645">
              <a:extLst>
                <a:ext uri="{FF2B5EF4-FFF2-40B4-BE49-F238E27FC236}">
                  <a16:creationId xmlns:a16="http://schemas.microsoft.com/office/drawing/2014/main" id="{9046C62D-483A-9757-ADAF-FB58E385FF8F}"/>
                </a:ext>
              </a:extLst>
            </p:cNvPr>
            <p:cNvSpPr/>
            <p:nvPr/>
          </p:nvSpPr>
          <p:spPr>
            <a:xfrm>
              <a:off x="628860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96" name="pg646">
              <a:extLst>
                <a:ext uri="{FF2B5EF4-FFF2-40B4-BE49-F238E27FC236}">
                  <a16:creationId xmlns:a16="http://schemas.microsoft.com/office/drawing/2014/main" id="{46D5CCE0-A311-3C32-1A11-1636F0192595}"/>
                </a:ext>
              </a:extLst>
            </p:cNvPr>
            <p:cNvSpPr/>
            <p:nvPr/>
          </p:nvSpPr>
          <p:spPr>
            <a:xfrm>
              <a:off x="6300240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97" name="pg647">
              <a:extLst>
                <a:ext uri="{FF2B5EF4-FFF2-40B4-BE49-F238E27FC236}">
                  <a16:creationId xmlns:a16="http://schemas.microsoft.com/office/drawing/2014/main" id="{8371D2C1-9071-8EC8-151E-66DEBA8330AE}"/>
                </a:ext>
              </a:extLst>
            </p:cNvPr>
            <p:cNvSpPr/>
            <p:nvPr/>
          </p:nvSpPr>
          <p:spPr>
            <a:xfrm>
              <a:off x="6311877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98" name="pg648">
              <a:extLst>
                <a:ext uri="{FF2B5EF4-FFF2-40B4-BE49-F238E27FC236}">
                  <a16:creationId xmlns:a16="http://schemas.microsoft.com/office/drawing/2014/main" id="{F253BE8C-63F6-B066-1AA3-1379568CA4B4}"/>
                </a:ext>
              </a:extLst>
            </p:cNvPr>
            <p:cNvSpPr/>
            <p:nvPr/>
          </p:nvSpPr>
          <p:spPr>
            <a:xfrm>
              <a:off x="632351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99" name="pg649">
              <a:extLst>
                <a:ext uri="{FF2B5EF4-FFF2-40B4-BE49-F238E27FC236}">
                  <a16:creationId xmlns:a16="http://schemas.microsoft.com/office/drawing/2014/main" id="{3213C47B-46E1-521C-5121-CBAEE229055A}"/>
                </a:ext>
              </a:extLst>
            </p:cNvPr>
            <p:cNvSpPr/>
            <p:nvPr/>
          </p:nvSpPr>
          <p:spPr>
            <a:xfrm>
              <a:off x="574164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00" name="pg650">
              <a:extLst>
                <a:ext uri="{FF2B5EF4-FFF2-40B4-BE49-F238E27FC236}">
                  <a16:creationId xmlns:a16="http://schemas.microsoft.com/office/drawing/2014/main" id="{E7687CEA-8049-FF0B-D621-912FB40FB55D}"/>
                </a:ext>
              </a:extLst>
            </p:cNvPr>
            <p:cNvSpPr/>
            <p:nvPr/>
          </p:nvSpPr>
          <p:spPr>
            <a:xfrm>
              <a:off x="5753285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01" name="pg651">
              <a:extLst>
                <a:ext uri="{FF2B5EF4-FFF2-40B4-BE49-F238E27FC236}">
                  <a16:creationId xmlns:a16="http://schemas.microsoft.com/office/drawing/2014/main" id="{9B0A921F-1502-585C-6FFE-53213A202D6D}"/>
                </a:ext>
              </a:extLst>
            </p:cNvPr>
            <p:cNvSpPr/>
            <p:nvPr/>
          </p:nvSpPr>
          <p:spPr>
            <a:xfrm>
              <a:off x="576492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02" name="pg652">
              <a:extLst>
                <a:ext uri="{FF2B5EF4-FFF2-40B4-BE49-F238E27FC236}">
                  <a16:creationId xmlns:a16="http://schemas.microsoft.com/office/drawing/2014/main" id="{A91B6CD9-3D60-2DF0-FAFC-F51018DD0EC6}"/>
                </a:ext>
              </a:extLst>
            </p:cNvPr>
            <p:cNvSpPr/>
            <p:nvPr/>
          </p:nvSpPr>
          <p:spPr>
            <a:xfrm>
              <a:off x="5776560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03" name="pg653">
              <a:extLst>
                <a:ext uri="{FF2B5EF4-FFF2-40B4-BE49-F238E27FC236}">
                  <a16:creationId xmlns:a16="http://schemas.microsoft.com/office/drawing/2014/main" id="{9C090255-588E-C886-9BDF-58EC6C2F2978}"/>
                </a:ext>
              </a:extLst>
            </p:cNvPr>
            <p:cNvSpPr/>
            <p:nvPr/>
          </p:nvSpPr>
          <p:spPr>
            <a:xfrm>
              <a:off x="5788197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04" name="pg654">
              <a:extLst>
                <a:ext uri="{FF2B5EF4-FFF2-40B4-BE49-F238E27FC236}">
                  <a16:creationId xmlns:a16="http://schemas.microsoft.com/office/drawing/2014/main" id="{D0EABC32-38D4-6E44-049B-6A979EEFA4DF}"/>
                </a:ext>
              </a:extLst>
            </p:cNvPr>
            <p:cNvSpPr/>
            <p:nvPr/>
          </p:nvSpPr>
          <p:spPr>
            <a:xfrm>
              <a:off x="579983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05" name="pg655">
              <a:extLst>
                <a:ext uri="{FF2B5EF4-FFF2-40B4-BE49-F238E27FC236}">
                  <a16:creationId xmlns:a16="http://schemas.microsoft.com/office/drawing/2014/main" id="{4F8D9CAC-5DBE-BD77-B4B8-154F2ECEE276}"/>
                </a:ext>
              </a:extLst>
            </p:cNvPr>
            <p:cNvSpPr/>
            <p:nvPr/>
          </p:nvSpPr>
          <p:spPr>
            <a:xfrm>
              <a:off x="581147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06" name="pg656">
              <a:extLst>
                <a:ext uri="{FF2B5EF4-FFF2-40B4-BE49-F238E27FC236}">
                  <a16:creationId xmlns:a16="http://schemas.microsoft.com/office/drawing/2014/main" id="{B7EFA2CB-4525-F04D-8716-65AAE9294F9A}"/>
                </a:ext>
              </a:extLst>
            </p:cNvPr>
            <p:cNvSpPr/>
            <p:nvPr/>
          </p:nvSpPr>
          <p:spPr>
            <a:xfrm>
              <a:off x="5823109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07" name="pg657">
              <a:extLst>
                <a:ext uri="{FF2B5EF4-FFF2-40B4-BE49-F238E27FC236}">
                  <a16:creationId xmlns:a16="http://schemas.microsoft.com/office/drawing/2014/main" id="{AB00D762-3A13-718A-7B19-7219B5C73D05}"/>
                </a:ext>
              </a:extLst>
            </p:cNvPr>
            <p:cNvSpPr/>
            <p:nvPr/>
          </p:nvSpPr>
          <p:spPr>
            <a:xfrm>
              <a:off x="583474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08" name="pg658">
              <a:extLst>
                <a:ext uri="{FF2B5EF4-FFF2-40B4-BE49-F238E27FC236}">
                  <a16:creationId xmlns:a16="http://schemas.microsoft.com/office/drawing/2014/main" id="{A8D15361-AC6D-544D-6F8C-332E11FA14AF}"/>
                </a:ext>
              </a:extLst>
            </p:cNvPr>
            <p:cNvSpPr/>
            <p:nvPr/>
          </p:nvSpPr>
          <p:spPr>
            <a:xfrm>
              <a:off x="584638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09" name="pg659">
              <a:extLst>
                <a:ext uri="{FF2B5EF4-FFF2-40B4-BE49-F238E27FC236}">
                  <a16:creationId xmlns:a16="http://schemas.microsoft.com/office/drawing/2014/main" id="{751B5851-999D-0E2D-D001-D06EF5F46264}"/>
                </a:ext>
              </a:extLst>
            </p:cNvPr>
            <p:cNvSpPr/>
            <p:nvPr/>
          </p:nvSpPr>
          <p:spPr>
            <a:xfrm>
              <a:off x="5858021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10" name="pg660">
              <a:extLst>
                <a:ext uri="{FF2B5EF4-FFF2-40B4-BE49-F238E27FC236}">
                  <a16:creationId xmlns:a16="http://schemas.microsoft.com/office/drawing/2014/main" id="{D0DDA05A-7BC9-7C61-66F0-22A5F2849BFF}"/>
                </a:ext>
              </a:extLst>
            </p:cNvPr>
            <p:cNvSpPr/>
            <p:nvPr/>
          </p:nvSpPr>
          <p:spPr>
            <a:xfrm>
              <a:off x="586965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11" name="pg661">
              <a:extLst>
                <a:ext uri="{FF2B5EF4-FFF2-40B4-BE49-F238E27FC236}">
                  <a16:creationId xmlns:a16="http://schemas.microsoft.com/office/drawing/2014/main" id="{82C7E634-1AEB-FD90-9AB6-B29D670DD7EF}"/>
                </a:ext>
              </a:extLst>
            </p:cNvPr>
            <p:cNvSpPr/>
            <p:nvPr/>
          </p:nvSpPr>
          <p:spPr>
            <a:xfrm>
              <a:off x="588129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12" name="pg662">
              <a:extLst>
                <a:ext uri="{FF2B5EF4-FFF2-40B4-BE49-F238E27FC236}">
                  <a16:creationId xmlns:a16="http://schemas.microsoft.com/office/drawing/2014/main" id="{642D5D84-9A1D-7132-EC6C-EF3877517AEF}"/>
                </a:ext>
              </a:extLst>
            </p:cNvPr>
            <p:cNvSpPr/>
            <p:nvPr/>
          </p:nvSpPr>
          <p:spPr>
            <a:xfrm>
              <a:off x="6172229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13" name="pg663">
              <a:extLst>
                <a:ext uri="{FF2B5EF4-FFF2-40B4-BE49-F238E27FC236}">
                  <a16:creationId xmlns:a16="http://schemas.microsoft.com/office/drawing/2014/main" id="{59FADEA0-D32E-B837-5A1C-C167588FAFEA}"/>
                </a:ext>
              </a:extLst>
            </p:cNvPr>
            <p:cNvSpPr/>
            <p:nvPr/>
          </p:nvSpPr>
          <p:spPr>
            <a:xfrm>
              <a:off x="618386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14" name="pg664">
              <a:extLst>
                <a:ext uri="{FF2B5EF4-FFF2-40B4-BE49-F238E27FC236}">
                  <a16:creationId xmlns:a16="http://schemas.microsoft.com/office/drawing/2014/main" id="{207149B1-AD18-3B59-39E5-A97DE04E3030}"/>
                </a:ext>
              </a:extLst>
            </p:cNvPr>
            <p:cNvSpPr/>
            <p:nvPr/>
          </p:nvSpPr>
          <p:spPr>
            <a:xfrm>
              <a:off x="619550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15" name="pg665">
              <a:extLst>
                <a:ext uri="{FF2B5EF4-FFF2-40B4-BE49-F238E27FC236}">
                  <a16:creationId xmlns:a16="http://schemas.microsoft.com/office/drawing/2014/main" id="{BB4A28E4-560E-9D6A-6922-D7C755CED888}"/>
                </a:ext>
              </a:extLst>
            </p:cNvPr>
            <p:cNvSpPr/>
            <p:nvPr/>
          </p:nvSpPr>
          <p:spPr>
            <a:xfrm>
              <a:off x="6207141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16" name="pg666">
              <a:extLst>
                <a:ext uri="{FF2B5EF4-FFF2-40B4-BE49-F238E27FC236}">
                  <a16:creationId xmlns:a16="http://schemas.microsoft.com/office/drawing/2014/main" id="{9C56A9CE-C5CB-2746-E4C9-3210546FAC6E}"/>
                </a:ext>
              </a:extLst>
            </p:cNvPr>
            <p:cNvSpPr/>
            <p:nvPr/>
          </p:nvSpPr>
          <p:spPr>
            <a:xfrm>
              <a:off x="621877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17" name="pg667">
              <a:extLst>
                <a:ext uri="{FF2B5EF4-FFF2-40B4-BE49-F238E27FC236}">
                  <a16:creationId xmlns:a16="http://schemas.microsoft.com/office/drawing/2014/main" id="{047D9627-4ACA-C00F-A3BC-B784998F0349}"/>
                </a:ext>
              </a:extLst>
            </p:cNvPr>
            <p:cNvSpPr/>
            <p:nvPr/>
          </p:nvSpPr>
          <p:spPr>
            <a:xfrm>
              <a:off x="623041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18" name="pg668">
              <a:extLst>
                <a:ext uri="{FF2B5EF4-FFF2-40B4-BE49-F238E27FC236}">
                  <a16:creationId xmlns:a16="http://schemas.microsoft.com/office/drawing/2014/main" id="{A1843DEC-1DB0-A0CB-9860-95BFFBAA554E}"/>
                </a:ext>
              </a:extLst>
            </p:cNvPr>
            <p:cNvSpPr/>
            <p:nvPr/>
          </p:nvSpPr>
          <p:spPr>
            <a:xfrm>
              <a:off x="6242053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19" name="pg669">
              <a:extLst>
                <a:ext uri="{FF2B5EF4-FFF2-40B4-BE49-F238E27FC236}">
                  <a16:creationId xmlns:a16="http://schemas.microsoft.com/office/drawing/2014/main" id="{032E5966-E0E7-75E7-EAC9-46546123FD97}"/>
                </a:ext>
              </a:extLst>
            </p:cNvPr>
            <p:cNvSpPr/>
            <p:nvPr/>
          </p:nvSpPr>
          <p:spPr>
            <a:xfrm>
              <a:off x="626532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20" name="pg670">
              <a:extLst>
                <a:ext uri="{FF2B5EF4-FFF2-40B4-BE49-F238E27FC236}">
                  <a16:creationId xmlns:a16="http://schemas.microsoft.com/office/drawing/2014/main" id="{2FB311C6-9B4A-E9F8-076C-8439629A872D}"/>
                </a:ext>
              </a:extLst>
            </p:cNvPr>
            <p:cNvSpPr/>
            <p:nvPr/>
          </p:nvSpPr>
          <p:spPr>
            <a:xfrm>
              <a:off x="6276965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21" name="pg671">
              <a:extLst>
                <a:ext uri="{FF2B5EF4-FFF2-40B4-BE49-F238E27FC236}">
                  <a16:creationId xmlns:a16="http://schemas.microsoft.com/office/drawing/2014/main" id="{B30DD17E-462A-8E3D-6B4A-0BF593410000}"/>
                </a:ext>
              </a:extLst>
            </p:cNvPr>
            <p:cNvSpPr/>
            <p:nvPr/>
          </p:nvSpPr>
          <p:spPr>
            <a:xfrm>
              <a:off x="628860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22" name="pg672">
              <a:extLst>
                <a:ext uri="{FF2B5EF4-FFF2-40B4-BE49-F238E27FC236}">
                  <a16:creationId xmlns:a16="http://schemas.microsoft.com/office/drawing/2014/main" id="{200A733C-5A00-302D-56AA-A093218B2D36}"/>
                </a:ext>
              </a:extLst>
            </p:cNvPr>
            <p:cNvSpPr/>
            <p:nvPr/>
          </p:nvSpPr>
          <p:spPr>
            <a:xfrm>
              <a:off x="6300240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23" name="pg673">
              <a:extLst>
                <a:ext uri="{FF2B5EF4-FFF2-40B4-BE49-F238E27FC236}">
                  <a16:creationId xmlns:a16="http://schemas.microsoft.com/office/drawing/2014/main" id="{DE2DB59C-F2B7-68BB-70D1-9A19C682F206}"/>
                </a:ext>
              </a:extLst>
            </p:cNvPr>
            <p:cNvSpPr/>
            <p:nvPr/>
          </p:nvSpPr>
          <p:spPr>
            <a:xfrm>
              <a:off x="6311877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24" name="pg674">
              <a:extLst>
                <a:ext uri="{FF2B5EF4-FFF2-40B4-BE49-F238E27FC236}">
                  <a16:creationId xmlns:a16="http://schemas.microsoft.com/office/drawing/2014/main" id="{E917DE4E-15EC-A708-A914-186C6755E4C7}"/>
                </a:ext>
              </a:extLst>
            </p:cNvPr>
            <p:cNvSpPr/>
            <p:nvPr/>
          </p:nvSpPr>
          <p:spPr>
            <a:xfrm>
              <a:off x="632351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25" name="pg675">
              <a:extLst>
                <a:ext uri="{FF2B5EF4-FFF2-40B4-BE49-F238E27FC236}">
                  <a16:creationId xmlns:a16="http://schemas.microsoft.com/office/drawing/2014/main" id="{811C2AB4-CA64-AA90-D34E-7BD786BB2E3E}"/>
                </a:ext>
              </a:extLst>
            </p:cNvPr>
            <p:cNvSpPr/>
            <p:nvPr/>
          </p:nvSpPr>
          <p:spPr>
            <a:xfrm>
              <a:off x="633515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26" name="pg676">
              <a:extLst>
                <a:ext uri="{FF2B5EF4-FFF2-40B4-BE49-F238E27FC236}">
                  <a16:creationId xmlns:a16="http://schemas.microsoft.com/office/drawing/2014/main" id="{8BF6FF23-8F24-89C9-3C09-20D3851905C7}"/>
                </a:ext>
              </a:extLst>
            </p:cNvPr>
            <p:cNvSpPr/>
            <p:nvPr/>
          </p:nvSpPr>
          <p:spPr>
            <a:xfrm>
              <a:off x="573001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27" name="pg677">
              <a:extLst>
                <a:ext uri="{FF2B5EF4-FFF2-40B4-BE49-F238E27FC236}">
                  <a16:creationId xmlns:a16="http://schemas.microsoft.com/office/drawing/2014/main" id="{98F1B382-2101-6FFE-19CB-1A92C9F2A7AC}"/>
                </a:ext>
              </a:extLst>
            </p:cNvPr>
            <p:cNvSpPr/>
            <p:nvPr/>
          </p:nvSpPr>
          <p:spPr>
            <a:xfrm>
              <a:off x="574164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28" name="pg678">
              <a:extLst>
                <a:ext uri="{FF2B5EF4-FFF2-40B4-BE49-F238E27FC236}">
                  <a16:creationId xmlns:a16="http://schemas.microsoft.com/office/drawing/2014/main" id="{E34C30CB-C79C-36B0-58B5-B274909DF454}"/>
                </a:ext>
              </a:extLst>
            </p:cNvPr>
            <p:cNvSpPr/>
            <p:nvPr/>
          </p:nvSpPr>
          <p:spPr>
            <a:xfrm>
              <a:off x="5753285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29" name="pg679">
              <a:extLst>
                <a:ext uri="{FF2B5EF4-FFF2-40B4-BE49-F238E27FC236}">
                  <a16:creationId xmlns:a16="http://schemas.microsoft.com/office/drawing/2014/main" id="{F7180622-2359-3547-A3E9-F644DA4EB9C3}"/>
                </a:ext>
              </a:extLst>
            </p:cNvPr>
            <p:cNvSpPr/>
            <p:nvPr/>
          </p:nvSpPr>
          <p:spPr>
            <a:xfrm>
              <a:off x="576492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30" name="pg680">
              <a:extLst>
                <a:ext uri="{FF2B5EF4-FFF2-40B4-BE49-F238E27FC236}">
                  <a16:creationId xmlns:a16="http://schemas.microsoft.com/office/drawing/2014/main" id="{CC2C0B2B-D928-788F-AEB4-1526E00DEE65}"/>
                </a:ext>
              </a:extLst>
            </p:cNvPr>
            <p:cNvSpPr/>
            <p:nvPr/>
          </p:nvSpPr>
          <p:spPr>
            <a:xfrm>
              <a:off x="577656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31" name="pg681">
              <a:extLst>
                <a:ext uri="{FF2B5EF4-FFF2-40B4-BE49-F238E27FC236}">
                  <a16:creationId xmlns:a16="http://schemas.microsoft.com/office/drawing/2014/main" id="{D357CA07-DC4D-832E-C890-83B9FA6CE8AA}"/>
                </a:ext>
              </a:extLst>
            </p:cNvPr>
            <p:cNvSpPr/>
            <p:nvPr/>
          </p:nvSpPr>
          <p:spPr>
            <a:xfrm>
              <a:off x="5788197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32" name="pg682">
              <a:extLst>
                <a:ext uri="{FF2B5EF4-FFF2-40B4-BE49-F238E27FC236}">
                  <a16:creationId xmlns:a16="http://schemas.microsoft.com/office/drawing/2014/main" id="{B2FE5A89-6CD7-F535-905A-2660D061F12B}"/>
                </a:ext>
              </a:extLst>
            </p:cNvPr>
            <p:cNvSpPr/>
            <p:nvPr/>
          </p:nvSpPr>
          <p:spPr>
            <a:xfrm>
              <a:off x="579983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33" name="pg683">
              <a:extLst>
                <a:ext uri="{FF2B5EF4-FFF2-40B4-BE49-F238E27FC236}">
                  <a16:creationId xmlns:a16="http://schemas.microsoft.com/office/drawing/2014/main" id="{93226D20-C7A1-03A5-FB74-736C0B186ED0}"/>
                </a:ext>
              </a:extLst>
            </p:cNvPr>
            <p:cNvSpPr/>
            <p:nvPr/>
          </p:nvSpPr>
          <p:spPr>
            <a:xfrm>
              <a:off x="581147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34" name="pg684">
              <a:extLst>
                <a:ext uri="{FF2B5EF4-FFF2-40B4-BE49-F238E27FC236}">
                  <a16:creationId xmlns:a16="http://schemas.microsoft.com/office/drawing/2014/main" id="{7614A668-B051-CA29-DC4E-65BF2234287A}"/>
                </a:ext>
              </a:extLst>
            </p:cNvPr>
            <p:cNvSpPr/>
            <p:nvPr/>
          </p:nvSpPr>
          <p:spPr>
            <a:xfrm>
              <a:off x="5823109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35" name="pg685">
              <a:extLst>
                <a:ext uri="{FF2B5EF4-FFF2-40B4-BE49-F238E27FC236}">
                  <a16:creationId xmlns:a16="http://schemas.microsoft.com/office/drawing/2014/main" id="{77B95BD6-8898-108B-C51C-6D02B7C6BEFE}"/>
                </a:ext>
              </a:extLst>
            </p:cNvPr>
            <p:cNvSpPr/>
            <p:nvPr/>
          </p:nvSpPr>
          <p:spPr>
            <a:xfrm>
              <a:off x="583474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36" name="pg686">
              <a:extLst>
                <a:ext uri="{FF2B5EF4-FFF2-40B4-BE49-F238E27FC236}">
                  <a16:creationId xmlns:a16="http://schemas.microsoft.com/office/drawing/2014/main" id="{B05AE9A4-FD9B-6480-A23B-3B8AE1A3CB33}"/>
                </a:ext>
              </a:extLst>
            </p:cNvPr>
            <p:cNvSpPr/>
            <p:nvPr/>
          </p:nvSpPr>
          <p:spPr>
            <a:xfrm>
              <a:off x="584638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37" name="pg687">
              <a:extLst>
                <a:ext uri="{FF2B5EF4-FFF2-40B4-BE49-F238E27FC236}">
                  <a16:creationId xmlns:a16="http://schemas.microsoft.com/office/drawing/2014/main" id="{3B641380-C4E0-B8CE-BD1C-398BDFE2A640}"/>
                </a:ext>
              </a:extLst>
            </p:cNvPr>
            <p:cNvSpPr/>
            <p:nvPr/>
          </p:nvSpPr>
          <p:spPr>
            <a:xfrm>
              <a:off x="6172229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38" name="pg688">
              <a:extLst>
                <a:ext uri="{FF2B5EF4-FFF2-40B4-BE49-F238E27FC236}">
                  <a16:creationId xmlns:a16="http://schemas.microsoft.com/office/drawing/2014/main" id="{4FD0B4E8-076F-15F2-18D9-865660330B74}"/>
                </a:ext>
              </a:extLst>
            </p:cNvPr>
            <p:cNvSpPr/>
            <p:nvPr/>
          </p:nvSpPr>
          <p:spPr>
            <a:xfrm>
              <a:off x="618386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39" name="pg689">
              <a:extLst>
                <a:ext uri="{FF2B5EF4-FFF2-40B4-BE49-F238E27FC236}">
                  <a16:creationId xmlns:a16="http://schemas.microsoft.com/office/drawing/2014/main" id="{3DFA334F-EFCF-0D83-60E0-5D20C98B62E5}"/>
                </a:ext>
              </a:extLst>
            </p:cNvPr>
            <p:cNvSpPr/>
            <p:nvPr/>
          </p:nvSpPr>
          <p:spPr>
            <a:xfrm>
              <a:off x="619550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40" name="pg690">
              <a:extLst>
                <a:ext uri="{FF2B5EF4-FFF2-40B4-BE49-F238E27FC236}">
                  <a16:creationId xmlns:a16="http://schemas.microsoft.com/office/drawing/2014/main" id="{963E9BF4-A8A4-C68C-C0A1-D6A4E328B9F7}"/>
                </a:ext>
              </a:extLst>
            </p:cNvPr>
            <p:cNvSpPr/>
            <p:nvPr/>
          </p:nvSpPr>
          <p:spPr>
            <a:xfrm>
              <a:off x="6207141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41" name="pg691">
              <a:extLst>
                <a:ext uri="{FF2B5EF4-FFF2-40B4-BE49-F238E27FC236}">
                  <a16:creationId xmlns:a16="http://schemas.microsoft.com/office/drawing/2014/main" id="{B5C76449-7D27-9C39-30C0-FB483AECDE30}"/>
                </a:ext>
              </a:extLst>
            </p:cNvPr>
            <p:cNvSpPr/>
            <p:nvPr/>
          </p:nvSpPr>
          <p:spPr>
            <a:xfrm>
              <a:off x="621877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42" name="pg692">
              <a:extLst>
                <a:ext uri="{FF2B5EF4-FFF2-40B4-BE49-F238E27FC236}">
                  <a16:creationId xmlns:a16="http://schemas.microsoft.com/office/drawing/2014/main" id="{9C6C2CE4-2DE5-1C75-883D-EBB24F388696}"/>
                </a:ext>
              </a:extLst>
            </p:cNvPr>
            <p:cNvSpPr/>
            <p:nvPr/>
          </p:nvSpPr>
          <p:spPr>
            <a:xfrm>
              <a:off x="623041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43" name="pg693">
              <a:extLst>
                <a:ext uri="{FF2B5EF4-FFF2-40B4-BE49-F238E27FC236}">
                  <a16:creationId xmlns:a16="http://schemas.microsoft.com/office/drawing/2014/main" id="{6117DDAC-F837-CC3F-029B-CA5B2C0DCCDB}"/>
                </a:ext>
              </a:extLst>
            </p:cNvPr>
            <p:cNvSpPr/>
            <p:nvPr/>
          </p:nvSpPr>
          <p:spPr>
            <a:xfrm>
              <a:off x="6242053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44" name="pg694">
              <a:extLst>
                <a:ext uri="{FF2B5EF4-FFF2-40B4-BE49-F238E27FC236}">
                  <a16:creationId xmlns:a16="http://schemas.microsoft.com/office/drawing/2014/main" id="{CFE66896-81FD-B569-44B7-E789747E9CC6}"/>
                </a:ext>
              </a:extLst>
            </p:cNvPr>
            <p:cNvSpPr/>
            <p:nvPr/>
          </p:nvSpPr>
          <p:spPr>
            <a:xfrm>
              <a:off x="625369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45" name="pg695">
              <a:extLst>
                <a:ext uri="{FF2B5EF4-FFF2-40B4-BE49-F238E27FC236}">
                  <a16:creationId xmlns:a16="http://schemas.microsoft.com/office/drawing/2014/main" id="{70124449-FEA2-021F-AD3C-EB972043C093}"/>
                </a:ext>
              </a:extLst>
            </p:cNvPr>
            <p:cNvSpPr/>
            <p:nvPr/>
          </p:nvSpPr>
          <p:spPr>
            <a:xfrm>
              <a:off x="626532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46" name="pg696">
              <a:extLst>
                <a:ext uri="{FF2B5EF4-FFF2-40B4-BE49-F238E27FC236}">
                  <a16:creationId xmlns:a16="http://schemas.microsoft.com/office/drawing/2014/main" id="{CBDA6FAC-3FB2-232A-0B47-2DF5EA1039D5}"/>
                </a:ext>
              </a:extLst>
            </p:cNvPr>
            <p:cNvSpPr/>
            <p:nvPr/>
          </p:nvSpPr>
          <p:spPr>
            <a:xfrm>
              <a:off x="6276965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47" name="pg697">
              <a:extLst>
                <a:ext uri="{FF2B5EF4-FFF2-40B4-BE49-F238E27FC236}">
                  <a16:creationId xmlns:a16="http://schemas.microsoft.com/office/drawing/2014/main" id="{ECAEB085-0F64-81AD-030E-62CCA60E3710}"/>
                </a:ext>
              </a:extLst>
            </p:cNvPr>
            <p:cNvSpPr/>
            <p:nvPr/>
          </p:nvSpPr>
          <p:spPr>
            <a:xfrm>
              <a:off x="628860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48" name="pg698">
              <a:extLst>
                <a:ext uri="{FF2B5EF4-FFF2-40B4-BE49-F238E27FC236}">
                  <a16:creationId xmlns:a16="http://schemas.microsoft.com/office/drawing/2014/main" id="{E32D0506-6B41-3E44-7E5D-C3DD7BF3904B}"/>
                </a:ext>
              </a:extLst>
            </p:cNvPr>
            <p:cNvSpPr/>
            <p:nvPr/>
          </p:nvSpPr>
          <p:spPr>
            <a:xfrm>
              <a:off x="630024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49" name="pg699">
              <a:extLst>
                <a:ext uri="{FF2B5EF4-FFF2-40B4-BE49-F238E27FC236}">
                  <a16:creationId xmlns:a16="http://schemas.microsoft.com/office/drawing/2014/main" id="{4965A622-4C5C-3B2D-D1B4-84EB657ACB24}"/>
                </a:ext>
              </a:extLst>
            </p:cNvPr>
            <p:cNvSpPr/>
            <p:nvPr/>
          </p:nvSpPr>
          <p:spPr>
            <a:xfrm>
              <a:off x="6311877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50" name="pg700">
              <a:extLst>
                <a:ext uri="{FF2B5EF4-FFF2-40B4-BE49-F238E27FC236}">
                  <a16:creationId xmlns:a16="http://schemas.microsoft.com/office/drawing/2014/main" id="{8D03AB62-7556-92BF-9491-B6D2AED642F0}"/>
                </a:ext>
              </a:extLst>
            </p:cNvPr>
            <p:cNvSpPr/>
            <p:nvPr/>
          </p:nvSpPr>
          <p:spPr>
            <a:xfrm>
              <a:off x="632351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51" name="pg701">
              <a:extLst>
                <a:ext uri="{FF2B5EF4-FFF2-40B4-BE49-F238E27FC236}">
                  <a16:creationId xmlns:a16="http://schemas.microsoft.com/office/drawing/2014/main" id="{FA2BB5B7-6CE9-A396-95E9-D33E2F0E6B70}"/>
                </a:ext>
              </a:extLst>
            </p:cNvPr>
            <p:cNvSpPr/>
            <p:nvPr/>
          </p:nvSpPr>
          <p:spPr>
            <a:xfrm>
              <a:off x="633515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52" name="pg702">
              <a:extLst>
                <a:ext uri="{FF2B5EF4-FFF2-40B4-BE49-F238E27FC236}">
                  <a16:creationId xmlns:a16="http://schemas.microsoft.com/office/drawing/2014/main" id="{6470043E-C339-5EA7-26C6-75F4C942D6FB}"/>
                </a:ext>
              </a:extLst>
            </p:cNvPr>
            <p:cNvSpPr/>
            <p:nvPr/>
          </p:nvSpPr>
          <p:spPr>
            <a:xfrm>
              <a:off x="5718373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53" name="pg703">
              <a:extLst>
                <a:ext uri="{FF2B5EF4-FFF2-40B4-BE49-F238E27FC236}">
                  <a16:creationId xmlns:a16="http://schemas.microsoft.com/office/drawing/2014/main" id="{C4F0CF26-9AD2-7673-46E6-C8A13A855BE5}"/>
                </a:ext>
              </a:extLst>
            </p:cNvPr>
            <p:cNvSpPr/>
            <p:nvPr/>
          </p:nvSpPr>
          <p:spPr>
            <a:xfrm>
              <a:off x="573001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54" name="pg704">
              <a:extLst>
                <a:ext uri="{FF2B5EF4-FFF2-40B4-BE49-F238E27FC236}">
                  <a16:creationId xmlns:a16="http://schemas.microsoft.com/office/drawing/2014/main" id="{F04BAB70-CEA6-1588-FB90-30384B2BD0A1}"/>
                </a:ext>
              </a:extLst>
            </p:cNvPr>
            <p:cNvSpPr/>
            <p:nvPr/>
          </p:nvSpPr>
          <p:spPr>
            <a:xfrm>
              <a:off x="574164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55" name="pg705">
              <a:extLst>
                <a:ext uri="{FF2B5EF4-FFF2-40B4-BE49-F238E27FC236}">
                  <a16:creationId xmlns:a16="http://schemas.microsoft.com/office/drawing/2014/main" id="{DBA847F6-0B01-25C1-8A1A-8CEE0BAF9BF4}"/>
                </a:ext>
              </a:extLst>
            </p:cNvPr>
            <p:cNvSpPr/>
            <p:nvPr/>
          </p:nvSpPr>
          <p:spPr>
            <a:xfrm>
              <a:off x="5753285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56" name="pg706">
              <a:extLst>
                <a:ext uri="{FF2B5EF4-FFF2-40B4-BE49-F238E27FC236}">
                  <a16:creationId xmlns:a16="http://schemas.microsoft.com/office/drawing/2014/main" id="{78FB288A-5802-E59C-2DEA-58DD63A9E612}"/>
                </a:ext>
              </a:extLst>
            </p:cNvPr>
            <p:cNvSpPr/>
            <p:nvPr/>
          </p:nvSpPr>
          <p:spPr>
            <a:xfrm>
              <a:off x="576492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57" name="pg707">
              <a:extLst>
                <a:ext uri="{FF2B5EF4-FFF2-40B4-BE49-F238E27FC236}">
                  <a16:creationId xmlns:a16="http://schemas.microsoft.com/office/drawing/2014/main" id="{E66BBE05-81E6-CB6F-CBF0-17794C20DCD4}"/>
                </a:ext>
              </a:extLst>
            </p:cNvPr>
            <p:cNvSpPr/>
            <p:nvPr/>
          </p:nvSpPr>
          <p:spPr>
            <a:xfrm>
              <a:off x="577656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58" name="pg708">
              <a:extLst>
                <a:ext uri="{FF2B5EF4-FFF2-40B4-BE49-F238E27FC236}">
                  <a16:creationId xmlns:a16="http://schemas.microsoft.com/office/drawing/2014/main" id="{0FD93394-8FEB-06D5-B0AB-21E0F702C04F}"/>
                </a:ext>
              </a:extLst>
            </p:cNvPr>
            <p:cNvSpPr/>
            <p:nvPr/>
          </p:nvSpPr>
          <p:spPr>
            <a:xfrm>
              <a:off x="5788197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59" name="pg709">
              <a:extLst>
                <a:ext uri="{FF2B5EF4-FFF2-40B4-BE49-F238E27FC236}">
                  <a16:creationId xmlns:a16="http://schemas.microsoft.com/office/drawing/2014/main" id="{C6C63D8E-FB1E-2DD6-7EDF-CC5CEBDF632D}"/>
                </a:ext>
              </a:extLst>
            </p:cNvPr>
            <p:cNvSpPr/>
            <p:nvPr/>
          </p:nvSpPr>
          <p:spPr>
            <a:xfrm>
              <a:off x="579983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60" name="pg710">
              <a:extLst>
                <a:ext uri="{FF2B5EF4-FFF2-40B4-BE49-F238E27FC236}">
                  <a16:creationId xmlns:a16="http://schemas.microsoft.com/office/drawing/2014/main" id="{819B5DC5-9AF8-C2B9-2F12-BD332A3C951F}"/>
                </a:ext>
              </a:extLst>
            </p:cNvPr>
            <p:cNvSpPr/>
            <p:nvPr/>
          </p:nvSpPr>
          <p:spPr>
            <a:xfrm>
              <a:off x="581147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61" name="pg711">
              <a:extLst>
                <a:ext uri="{FF2B5EF4-FFF2-40B4-BE49-F238E27FC236}">
                  <a16:creationId xmlns:a16="http://schemas.microsoft.com/office/drawing/2014/main" id="{C16AD529-B3B3-FA61-48F6-7EFFFFEA34B7}"/>
                </a:ext>
              </a:extLst>
            </p:cNvPr>
            <p:cNvSpPr/>
            <p:nvPr/>
          </p:nvSpPr>
          <p:spPr>
            <a:xfrm>
              <a:off x="6183866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62" name="pg712">
              <a:extLst>
                <a:ext uri="{FF2B5EF4-FFF2-40B4-BE49-F238E27FC236}">
                  <a16:creationId xmlns:a16="http://schemas.microsoft.com/office/drawing/2014/main" id="{C6199DBB-3274-0E35-5EB8-68B3C41C7280}"/>
                </a:ext>
              </a:extLst>
            </p:cNvPr>
            <p:cNvSpPr/>
            <p:nvPr/>
          </p:nvSpPr>
          <p:spPr>
            <a:xfrm>
              <a:off x="619550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63" name="pg713">
              <a:extLst>
                <a:ext uri="{FF2B5EF4-FFF2-40B4-BE49-F238E27FC236}">
                  <a16:creationId xmlns:a16="http://schemas.microsoft.com/office/drawing/2014/main" id="{0057C9DD-EB77-550D-08FA-EA612716AD42}"/>
                </a:ext>
              </a:extLst>
            </p:cNvPr>
            <p:cNvSpPr/>
            <p:nvPr/>
          </p:nvSpPr>
          <p:spPr>
            <a:xfrm>
              <a:off x="6207141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64" name="pg714">
              <a:extLst>
                <a:ext uri="{FF2B5EF4-FFF2-40B4-BE49-F238E27FC236}">
                  <a16:creationId xmlns:a16="http://schemas.microsoft.com/office/drawing/2014/main" id="{6DC44050-46FD-D8C8-2274-EB31197B4E52}"/>
                </a:ext>
              </a:extLst>
            </p:cNvPr>
            <p:cNvSpPr/>
            <p:nvPr/>
          </p:nvSpPr>
          <p:spPr>
            <a:xfrm>
              <a:off x="621877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65" name="pg715">
              <a:extLst>
                <a:ext uri="{FF2B5EF4-FFF2-40B4-BE49-F238E27FC236}">
                  <a16:creationId xmlns:a16="http://schemas.microsoft.com/office/drawing/2014/main" id="{8D650C01-8572-B116-67FB-2B0B8FC9A136}"/>
                </a:ext>
              </a:extLst>
            </p:cNvPr>
            <p:cNvSpPr/>
            <p:nvPr/>
          </p:nvSpPr>
          <p:spPr>
            <a:xfrm>
              <a:off x="6230416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66" name="pg716">
              <a:extLst>
                <a:ext uri="{FF2B5EF4-FFF2-40B4-BE49-F238E27FC236}">
                  <a16:creationId xmlns:a16="http://schemas.microsoft.com/office/drawing/2014/main" id="{9086B992-7396-6771-13F3-2FFF841DBFA4}"/>
                </a:ext>
              </a:extLst>
            </p:cNvPr>
            <p:cNvSpPr/>
            <p:nvPr/>
          </p:nvSpPr>
          <p:spPr>
            <a:xfrm>
              <a:off x="6242053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67" name="pg717">
              <a:extLst>
                <a:ext uri="{FF2B5EF4-FFF2-40B4-BE49-F238E27FC236}">
                  <a16:creationId xmlns:a16="http://schemas.microsoft.com/office/drawing/2014/main" id="{C6959560-004C-2C05-C8FF-664B54A0F086}"/>
                </a:ext>
              </a:extLst>
            </p:cNvPr>
            <p:cNvSpPr/>
            <p:nvPr/>
          </p:nvSpPr>
          <p:spPr>
            <a:xfrm>
              <a:off x="625369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68" name="pg718">
              <a:extLst>
                <a:ext uri="{FF2B5EF4-FFF2-40B4-BE49-F238E27FC236}">
                  <a16:creationId xmlns:a16="http://schemas.microsoft.com/office/drawing/2014/main" id="{C123214D-88C3-A068-B779-46A6AEB75986}"/>
                </a:ext>
              </a:extLst>
            </p:cNvPr>
            <p:cNvSpPr/>
            <p:nvPr/>
          </p:nvSpPr>
          <p:spPr>
            <a:xfrm>
              <a:off x="626532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69" name="pg719">
              <a:extLst>
                <a:ext uri="{FF2B5EF4-FFF2-40B4-BE49-F238E27FC236}">
                  <a16:creationId xmlns:a16="http://schemas.microsoft.com/office/drawing/2014/main" id="{E8884675-2C65-05C0-1AC0-533669BBE0B1}"/>
                </a:ext>
              </a:extLst>
            </p:cNvPr>
            <p:cNvSpPr/>
            <p:nvPr/>
          </p:nvSpPr>
          <p:spPr>
            <a:xfrm>
              <a:off x="6276965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70" name="pg720">
              <a:extLst>
                <a:ext uri="{FF2B5EF4-FFF2-40B4-BE49-F238E27FC236}">
                  <a16:creationId xmlns:a16="http://schemas.microsoft.com/office/drawing/2014/main" id="{D4EBFA0C-D80F-1212-AAD4-E2A05996FD50}"/>
                </a:ext>
              </a:extLst>
            </p:cNvPr>
            <p:cNvSpPr/>
            <p:nvPr/>
          </p:nvSpPr>
          <p:spPr>
            <a:xfrm>
              <a:off x="628860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71" name="pg721">
              <a:extLst>
                <a:ext uri="{FF2B5EF4-FFF2-40B4-BE49-F238E27FC236}">
                  <a16:creationId xmlns:a16="http://schemas.microsoft.com/office/drawing/2014/main" id="{67A18DB2-1B2C-56C2-7688-84894420688C}"/>
                </a:ext>
              </a:extLst>
            </p:cNvPr>
            <p:cNvSpPr/>
            <p:nvPr/>
          </p:nvSpPr>
          <p:spPr>
            <a:xfrm>
              <a:off x="630024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72" name="pg722">
              <a:extLst>
                <a:ext uri="{FF2B5EF4-FFF2-40B4-BE49-F238E27FC236}">
                  <a16:creationId xmlns:a16="http://schemas.microsoft.com/office/drawing/2014/main" id="{40DE1A9A-0F00-44C3-70B3-2971243E799C}"/>
                </a:ext>
              </a:extLst>
            </p:cNvPr>
            <p:cNvSpPr/>
            <p:nvPr/>
          </p:nvSpPr>
          <p:spPr>
            <a:xfrm>
              <a:off x="6311877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73" name="pg723">
              <a:extLst>
                <a:ext uri="{FF2B5EF4-FFF2-40B4-BE49-F238E27FC236}">
                  <a16:creationId xmlns:a16="http://schemas.microsoft.com/office/drawing/2014/main" id="{D95F9458-BE0A-66EA-CE63-73AAF4C3238B}"/>
                </a:ext>
              </a:extLst>
            </p:cNvPr>
            <p:cNvSpPr/>
            <p:nvPr/>
          </p:nvSpPr>
          <p:spPr>
            <a:xfrm>
              <a:off x="632351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74" name="pg724">
              <a:extLst>
                <a:ext uri="{FF2B5EF4-FFF2-40B4-BE49-F238E27FC236}">
                  <a16:creationId xmlns:a16="http://schemas.microsoft.com/office/drawing/2014/main" id="{B6DBBD93-81D4-55A6-509E-71CBFAFC3798}"/>
                </a:ext>
              </a:extLst>
            </p:cNvPr>
            <p:cNvSpPr/>
            <p:nvPr/>
          </p:nvSpPr>
          <p:spPr>
            <a:xfrm>
              <a:off x="5706736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75" name="pg725">
              <a:extLst>
                <a:ext uri="{FF2B5EF4-FFF2-40B4-BE49-F238E27FC236}">
                  <a16:creationId xmlns:a16="http://schemas.microsoft.com/office/drawing/2014/main" id="{A775416B-F487-A531-3226-6D36F6B256B2}"/>
                </a:ext>
              </a:extLst>
            </p:cNvPr>
            <p:cNvSpPr/>
            <p:nvPr/>
          </p:nvSpPr>
          <p:spPr>
            <a:xfrm>
              <a:off x="5718373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76" name="pg726">
              <a:extLst>
                <a:ext uri="{FF2B5EF4-FFF2-40B4-BE49-F238E27FC236}">
                  <a16:creationId xmlns:a16="http://schemas.microsoft.com/office/drawing/2014/main" id="{8A9D44BA-229E-7DD8-9079-081221245724}"/>
                </a:ext>
              </a:extLst>
            </p:cNvPr>
            <p:cNvSpPr/>
            <p:nvPr/>
          </p:nvSpPr>
          <p:spPr>
            <a:xfrm>
              <a:off x="573001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77" name="pg727">
              <a:extLst>
                <a:ext uri="{FF2B5EF4-FFF2-40B4-BE49-F238E27FC236}">
                  <a16:creationId xmlns:a16="http://schemas.microsoft.com/office/drawing/2014/main" id="{0E0C86B3-30AC-F6F6-D613-30F5B6F8D0DC}"/>
                </a:ext>
              </a:extLst>
            </p:cNvPr>
            <p:cNvSpPr/>
            <p:nvPr/>
          </p:nvSpPr>
          <p:spPr>
            <a:xfrm>
              <a:off x="574164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78" name="pg728">
              <a:extLst>
                <a:ext uri="{FF2B5EF4-FFF2-40B4-BE49-F238E27FC236}">
                  <a16:creationId xmlns:a16="http://schemas.microsoft.com/office/drawing/2014/main" id="{FFFF8C7D-2B93-6F16-C297-BB4A63C96077}"/>
                </a:ext>
              </a:extLst>
            </p:cNvPr>
            <p:cNvSpPr/>
            <p:nvPr/>
          </p:nvSpPr>
          <p:spPr>
            <a:xfrm>
              <a:off x="5753285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79" name="pg729">
              <a:extLst>
                <a:ext uri="{FF2B5EF4-FFF2-40B4-BE49-F238E27FC236}">
                  <a16:creationId xmlns:a16="http://schemas.microsoft.com/office/drawing/2014/main" id="{74A3DD02-0065-7101-9E1F-3BB7669017B3}"/>
                </a:ext>
              </a:extLst>
            </p:cNvPr>
            <p:cNvSpPr/>
            <p:nvPr/>
          </p:nvSpPr>
          <p:spPr>
            <a:xfrm>
              <a:off x="5764922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80" name="pg730">
              <a:extLst>
                <a:ext uri="{FF2B5EF4-FFF2-40B4-BE49-F238E27FC236}">
                  <a16:creationId xmlns:a16="http://schemas.microsoft.com/office/drawing/2014/main" id="{781C8380-A563-DF40-BC78-1203383121EE}"/>
                </a:ext>
              </a:extLst>
            </p:cNvPr>
            <p:cNvSpPr/>
            <p:nvPr/>
          </p:nvSpPr>
          <p:spPr>
            <a:xfrm>
              <a:off x="577656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81" name="pg731">
              <a:extLst>
                <a:ext uri="{FF2B5EF4-FFF2-40B4-BE49-F238E27FC236}">
                  <a16:creationId xmlns:a16="http://schemas.microsoft.com/office/drawing/2014/main" id="{BFBB1D8C-1953-2339-FE67-2A96B16BAC4E}"/>
                </a:ext>
              </a:extLst>
            </p:cNvPr>
            <p:cNvSpPr/>
            <p:nvPr/>
          </p:nvSpPr>
          <p:spPr>
            <a:xfrm>
              <a:off x="6195504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82" name="pg732">
              <a:extLst>
                <a:ext uri="{FF2B5EF4-FFF2-40B4-BE49-F238E27FC236}">
                  <a16:creationId xmlns:a16="http://schemas.microsoft.com/office/drawing/2014/main" id="{A428214E-2749-959C-105C-5D0C02C39A82}"/>
                </a:ext>
              </a:extLst>
            </p:cNvPr>
            <p:cNvSpPr/>
            <p:nvPr/>
          </p:nvSpPr>
          <p:spPr>
            <a:xfrm>
              <a:off x="6207141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83" name="pg733">
              <a:extLst>
                <a:ext uri="{FF2B5EF4-FFF2-40B4-BE49-F238E27FC236}">
                  <a16:creationId xmlns:a16="http://schemas.microsoft.com/office/drawing/2014/main" id="{E409BE81-C2A9-E686-3E96-9DD669CDFE87}"/>
                </a:ext>
              </a:extLst>
            </p:cNvPr>
            <p:cNvSpPr/>
            <p:nvPr/>
          </p:nvSpPr>
          <p:spPr>
            <a:xfrm>
              <a:off x="621877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84" name="pg734">
              <a:extLst>
                <a:ext uri="{FF2B5EF4-FFF2-40B4-BE49-F238E27FC236}">
                  <a16:creationId xmlns:a16="http://schemas.microsoft.com/office/drawing/2014/main" id="{913E45D3-9873-3BBF-DE9A-55222932E38B}"/>
                </a:ext>
              </a:extLst>
            </p:cNvPr>
            <p:cNvSpPr/>
            <p:nvPr/>
          </p:nvSpPr>
          <p:spPr>
            <a:xfrm>
              <a:off x="6230416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85" name="pg735">
              <a:extLst>
                <a:ext uri="{FF2B5EF4-FFF2-40B4-BE49-F238E27FC236}">
                  <a16:creationId xmlns:a16="http://schemas.microsoft.com/office/drawing/2014/main" id="{7084B1B3-5758-BD6D-1C2A-9BC90E688B00}"/>
                </a:ext>
              </a:extLst>
            </p:cNvPr>
            <p:cNvSpPr/>
            <p:nvPr/>
          </p:nvSpPr>
          <p:spPr>
            <a:xfrm>
              <a:off x="6242053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86" name="pg736">
              <a:extLst>
                <a:ext uri="{FF2B5EF4-FFF2-40B4-BE49-F238E27FC236}">
                  <a16:creationId xmlns:a16="http://schemas.microsoft.com/office/drawing/2014/main" id="{81617419-7626-8F31-9578-62D16B4935E2}"/>
                </a:ext>
              </a:extLst>
            </p:cNvPr>
            <p:cNvSpPr/>
            <p:nvPr/>
          </p:nvSpPr>
          <p:spPr>
            <a:xfrm>
              <a:off x="625369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87" name="pg737">
              <a:extLst>
                <a:ext uri="{FF2B5EF4-FFF2-40B4-BE49-F238E27FC236}">
                  <a16:creationId xmlns:a16="http://schemas.microsoft.com/office/drawing/2014/main" id="{C554FAA2-85B2-E22D-F640-35D2CDED3FE9}"/>
                </a:ext>
              </a:extLst>
            </p:cNvPr>
            <p:cNvSpPr/>
            <p:nvPr/>
          </p:nvSpPr>
          <p:spPr>
            <a:xfrm>
              <a:off x="626532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88" name="pg738">
              <a:extLst>
                <a:ext uri="{FF2B5EF4-FFF2-40B4-BE49-F238E27FC236}">
                  <a16:creationId xmlns:a16="http://schemas.microsoft.com/office/drawing/2014/main" id="{BCC0DE5D-844B-E443-5374-6399BA3BF1DE}"/>
                </a:ext>
              </a:extLst>
            </p:cNvPr>
            <p:cNvSpPr/>
            <p:nvPr/>
          </p:nvSpPr>
          <p:spPr>
            <a:xfrm>
              <a:off x="6276965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89" name="pg739">
              <a:extLst>
                <a:ext uri="{FF2B5EF4-FFF2-40B4-BE49-F238E27FC236}">
                  <a16:creationId xmlns:a16="http://schemas.microsoft.com/office/drawing/2014/main" id="{B505E517-0890-99A6-8640-A8AFF1A11765}"/>
                </a:ext>
              </a:extLst>
            </p:cNvPr>
            <p:cNvSpPr/>
            <p:nvPr/>
          </p:nvSpPr>
          <p:spPr>
            <a:xfrm>
              <a:off x="6288602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90" name="pg740">
              <a:extLst>
                <a:ext uri="{FF2B5EF4-FFF2-40B4-BE49-F238E27FC236}">
                  <a16:creationId xmlns:a16="http://schemas.microsoft.com/office/drawing/2014/main" id="{0845C0E4-6102-BD93-58E6-3248614CF70E}"/>
                </a:ext>
              </a:extLst>
            </p:cNvPr>
            <p:cNvSpPr/>
            <p:nvPr/>
          </p:nvSpPr>
          <p:spPr>
            <a:xfrm>
              <a:off x="630024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91" name="pg741">
              <a:extLst>
                <a:ext uri="{FF2B5EF4-FFF2-40B4-BE49-F238E27FC236}">
                  <a16:creationId xmlns:a16="http://schemas.microsoft.com/office/drawing/2014/main" id="{9143B497-484C-7991-AF0F-AE53A0962C81}"/>
                </a:ext>
              </a:extLst>
            </p:cNvPr>
            <p:cNvSpPr/>
            <p:nvPr/>
          </p:nvSpPr>
          <p:spPr>
            <a:xfrm>
              <a:off x="6311877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92" name="pg742">
              <a:extLst>
                <a:ext uri="{FF2B5EF4-FFF2-40B4-BE49-F238E27FC236}">
                  <a16:creationId xmlns:a16="http://schemas.microsoft.com/office/drawing/2014/main" id="{EB4184E5-E65F-A542-9453-50EE430D38B7}"/>
                </a:ext>
              </a:extLst>
            </p:cNvPr>
            <p:cNvSpPr/>
            <p:nvPr/>
          </p:nvSpPr>
          <p:spPr>
            <a:xfrm>
              <a:off x="5706736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93" name="pg743">
              <a:extLst>
                <a:ext uri="{FF2B5EF4-FFF2-40B4-BE49-F238E27FC236}">
                  <a16:creationId xmlns:a16="http://schemas.microsoft.com/office/drawing/2014/main" id="{039D930B-AD32-4231-3AFC-953AE6372E0E}"/>
                </a:ext>
              </a:extLst>
            </p:cNvPr>
            <p:cNvSpPr/>
            <p:nvPr/>
          </p:nvSpPr>
          <p:spPr>
            <a:xfrm>
              <a:off x="5718373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94" name="pg744">
              <a:extLst>
                <a:ext uri="{FF2B5EF4-FFF2-40B4-BE49-F238E27FC236}">
                  <a16:creationId xmlns:a16="http://schemas.microsoft.com/office/drawing/2014/main" id="{B2F312F8-7F89-9303-76A0-8613B905AF3E}"/>
                </a:ext>
              </a:extLst>
            </p:cNvPr>
            <p:cNvSpPr/>
            <p:nvPr/>
          </p:nvSpPr>
          <p:spPr>
            <a:xfrm>
              <a:off x="5730010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95" name="pg745">
              <a:extLst>
                <a:ext uri="{FF2B5EF4-FFF2-40B4-BE49-F238E27FC236}">
                  <a16:creationId xmlns:a16="http://schemas.microsoft.com/office/drawing/2014/main" id="{8260E583-9D36-892D-D0FF-3214FD48031D}"/>
                </a:ext>
              </a:extLst>
            </p:cNvPr>
            <p:cNvSpPr/>
            <p:nvPr/>
          </p:nvSpPr>
          <p:spPr>
            <a:xfrm>
              <a:off x="574164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96" name="pg746">
              <a:extLst>
                <a:ext uri="{FF2B5EF4-FFF2-40B4-BE49-F238E27FC236}">
                  <a16:creationId xmlns:a16="http://schemas.microsoft.com/office/drawing/2014/main" id="{D841203F-05C9-1542-5AFC-EF51FE6DD1AE}"/>
                </a:ext>
              </a:extLst>
            </p:cNvPr>
            <p:cNvSpPr/>
            <p:nvPr/>
          </p:nvSpPr>
          <p:spPr>
            <a:xfrm>
              <a:off x="5753285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97" name="pg747">
              <a:extLst>
                <a:ext uri="{FF2B5EF4-FFF2-40B4-BE49-F238E27FC236}">
                  <a16:creationId xmlns:a16="http://schemas.microsoft.com/office/drawing/2014/main" id="{6D87E94E-2032-0E07-B2DA-ECA1B8C88322}"/>
                </a:ext>
              </a:extLst>
            </p:cNvPr>
            <p:cNvSpPr/>
            <p:nvPr/>
          </p:nvSpPr>
          <p:spPr>
            <a:xfrm>
              <a:off x="5764922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98" name="pg748">
              <a:extLst>
                <a:ext uri="{FF2B5EF4-FFF2-40B4-BE49-F238E27FC236}">
                  <a16:creationId xmlns:a16="http://schemas.microsoft.com/office/drawing/2014/main" id="{D075635F-58E9-AC9D-8CDD-98BA845DBF87}"/>
                </a:ext>
              </a:extLst>
            </p:cNvPr>
            <p:cNvSpPr/>
            <p:nvPr/>
          </p:nvSpPr>
          <p:spPr>
            <a:xfrm>
              <a:off x="621877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99" name="pg749">
              <a:extLst>
                <a:ext uri="{FF2B5EF4-FFF2-40B4-BE49-F238E27FC236}">
                  <a16:creationId xmlns:a16="http://schemas.microsoft.com/office/drawing/2014/main" id="{32652063-6D6C-98BE-D460-2ACD5CBBBB75}"/>
                </a:ext>
              </a:extLst>
            </p:cNvPr>
            <p:cNvSpPr/>
            <p:nvPr/>
          </p:nvSpPr>
          <p:spPr>
            <a:xfrm>
              <a:off x="6230416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00" name="pg750">
              <a:extLst>
                <a:ext uri="{FF2B5EF4-FFF2-40B4-BE49-F238E27FC236}">
                  <a16:creationId xmlns:a16="http://schemas.microsoft.com/office/drawing/2014/main" id="{248CB575-2F51-5E88-0B7C-0911ADB972A4}"/>
                </a:ext>
              </a:extLst>
            </p:cNvPr>
            <p:cNvSpPr/>
            <p:nvPr/>
          </p:nvSpPr>
          <p:spPr>
            <a:xfrm>
              <a:off x="6242053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01" name="pg751">
              <a:extLst>
                <a:ext uri="{FF2B5EF4-FFF2-40B4-BE49-F238E27FC236}">
                  <a16:creationId xmlns:a16="http://schemas.microsoft.com/office/drawing/2014/main" id="{9DE018A0-9900-0BE1-B757-89E758D3BE63}"/>
                </a:ext>
              </a:extLst>
            </p:cNvPr>
            <p:cNvSpPr/>
            <p:nvPr/>
          </p:nvSpPr>
          <p:spPr>
            <a:xfrm>
              <a:off x="6253690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02" name="pg752">
              <a:extLst>
                <a:ext uri="{FF2B5EF4-FFF2-40B4-BE49-F238E27FC236}">
                  <a16:creationId xmlns:a16="http://schemas.microsoft.com/office/drawing/2014/main" id="{ABC769C0-771B-5083-27A0-80145541A07C}"/>
                </a:ext>
              </a:extLst>
            </p:cNvPr>
            <p:cNvSpPr/>
            <p:nvPr/>
          </p:nvSpPr>
          <p:spPr>
            <a:xfrm>
              <a:off x="626532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03" name="pg753">
              <a:extLst>
                <a:ext uri="{FF2B5EF4-FFF2-40B4-BE49-F238E27FC236}">
                  <a16:creationId xmlns:a16="http://schemas.microsoft.com/office/drawing/2014/main" id="{5B0EBE1D-A964-DA94-8B51-EA03F5F942FC}"/>
                </a:ext>
              </a:extLst>
            </p:cNvPr>
            <p:cNvSpPr/>
            <p:nvPr/>
          </p:nvSpPr>
          <p:spPr>
            <a:xfrm>
              <a:off x="6276965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04" name="pg754">
              <a:extLst>
                <a:ext uri="{FF2B5EF4-FFF2-40B4-BE49-F238E27FC236}">
                  <a16:creationId xmlns:a16="http://schemas.microsoft.com/office/drawing/2014/main" id="{18737E80-7950-FFA4-668C-24C02955412F}"/>
                </a:ext>
              </a:extLst>
            </p:cNvPr>
            <p:cNvSpPr/>
            <p:nvPr/>
          </p:nvSpPr>
          <p:spPr>
            <a:xfrm>
              <a:off x="6288602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05" name="pg755">
              <a:extLst>
                <a:ext uri="{FF2B5EF4-FFF2-40B4-BE49-F238E27FC236}">
                  <a16:creationId xmlns:a16="http://schemas.microsoft.com/office/drawing/2014/main" id="{969B29C4-7462-373A-3014-9F671095CDB3}"/>
                </a:ext>
              </a:extLst>
            </p:cNvPr>
            <p:cNvSpPr/>
            <p:nvPr/>
          </p:nvSpPr>
          <p:spPr>
            <a:xfrm>
              <a:off x="569509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06" name="pg756">
              <a:extLst>
                <a:ext uri="{FF2B5EF4-FFF2-40B4-BE49-F238E27FC236}">
                  <a16:creationId xmlns:a16="http://schemas.microsoft.com/office/drawing/2014/main" id="{41CEB8D7-9F18-810B-5122-EF5EF1F2040C}"/>
                </a:ext>
              </a:extLst>
            </p:cNvPr>
            <p:cNvSpPr/>
            <p:nvPr/>
          </p:nvSpPr>
          <p:spPr>
            <a:xfrm>
              <a:off x="5706736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07" name="pg757">
              <a:extLst>
                <a:ext uri="{FF2B5EF4-FFF2-40B4-BE49-F238E27FC236}">
                  <a16:creationId xmlns:a16="http://schemas.microsoft.com/office/drawing/2014/main" id="{60097302-B8D1-D310-045E-87C93389758F}"/>
                </a:ext>
              </a:extLst>
            </p:cNvPr>
            <p:cNvSpPr/>
            <p:nvPr/>
          </p:nvSpPr>
          <p:spPr>
            <a:xfrm>
              <a:off x="5718373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08" name="pg758">
              <a:extLst>
                <a:ext uri="{FF2B5EF4-FFF2-40B4-BE49-F238E27FC236}">
                  <a16:creationId xmlns:a16="http://schemas.microsoft.com/office/drawing/2014/main" id="{0D7BF0EB-B1D0-939D-BBA3-BE885C3B53B9}"/>
                </a:ext>
              </a:extLst>
            </p:cNvPr>
            <p:cNvSpPr/>
            <p:nvPr/>
          </p:nvSpPr>
          <p:spPr>
            <a:xfrm>
              <a:off x="5730010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09" name="pg759">
              <a:extLst>
                <a:ext uri="{FF2B5EF4-FFF2-40B4-BE49-F238E27FC236}">
                  <a16:creationId xmlns:a16="http://schemas.microsoft.com/office/drawing/2014/main" id="{210B8886-BD4D-B0F6-BC0F-B8D756860E20}"/>
                </a:ext>
              </a:extLst>
            </p:cNvPr>
            <p:cNvSpPr/>
            <p:nvPr/>
          </p:nvSpPr>
          <p:spPr>
            <a:xfrm>
              <a:off x="574164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10" name="pg760">
              <a:extLst>
                <a:ext uri="{FF2B5EF4-FFF2-40B4-BE49-F238E27FC236}">
                  <a16:creationId xmlns:a16="http://schemas.microsoft.com/office/drawing/2014/main" id="{1C9579C0-2EE8-CD58-EE00-733C69A36DE8}"/>
                </a:ext>
              </a:extLst>
            </p:cNvPr>
            <p:cNvSpPr/>
            <p:nvPr/>
          </p:nvSpPr>
          <p:spPr>
            <a:xfrm>
              <a:off x="5753285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11" name="pg761">
              <a:extLst>
                <a:ext uri="{FF2B5EF4-FFF2-40B4-BE49-F238E27FC236}">
                  <a16:creationId xmlns:a16="http://schemas.microsoft.com/office/drawing/2014/main" id="{928BBA27-210F-32F5-C536-0F2F3AAFE553}"/>
                </a:ext>
              </a:extLst>
            </p:cNvPr>
            <p:cNvSpPr/>
            <p:nvPr/>
          </p:nvSpPr>
          <p:spPr>
            <a:xfrm>
              <a:off x="6242053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12" name="pg762">
              <a:extLst>
                <a:ext uri="{FF2B5EF4-FFF2-40B4-BE49-F238E27FC236}">
                  <a16:creationId xmlns:a16="http://schemas.microsoft.com/office/drawing/2014/main" id="{58667536-1DC7-D508-5EF9-216FC56ABF09}"/>
                </a:ext>
              </a:extLst>
            </p:cNvPr>
            <p:cNvSpPr/>
            <p:nvPr/>
          </p:nvSpPr>
          <p:spPr>
            <a:xfrm>
              <a:off x="6253690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13" name="pg763">
              <a:extLst>
                <a:ext uri="{FF2B5EF4-FFF2-40B4-BE49-F238E27FC236}">
                  <a16:creationId xmlns:a16="http://schemas.microsoft.com/office/drawing/2014/main" id="{00280F5A-117A-B4EC-E347-F355972BC679}"/>
                </a:ext>
              </a:extLst>
            </p:cNvPr>
            <p:cNvSpPr/>
            <p:nvPr/>
          </p:nvSpPr>
          <p:spPr>
            <a:xfrm>
              <a:off x="626532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14" name="pg764">
              <a:extLst>
                <a:ext uri="{FF2B5EF4-FFF2-40B4-BE49-F238E27FC236}">
                  <a16:creationId xmlns:a16="http://schemas.microsoft.com/office/drawing/2014/main" id="{7CB16B6F-58F2-9159-AEEC-0EC8695744AB}"/>
                </a:ext>
              </a:extLst>
            </p:cNvPr>
            <p:cNvSpPr/>
            <p:nvPr/>
          </p:nvSpPr>
          <p:spPr>
            <a:xfrm>
              <a:off x="5683461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15" name="pg765">
              <a:extLst>
                <a:ext uri="{FF2B5EF4-FFF2-40B4-BE49-F238E27FC236}">
                  <a16:creationId xmlns:a16="http://schemas.microsoft.com/office/drawing/2014/main" id="{AFAA3388-DAB9-4A23-8E65-DBEFCFB7F11E}"/>
                </a:ext>
              </a:extLst>
            </p:cNvPr>
            <p:cNvSpPr/>
            <p:nvPr/>
          </p:nvSpPr>
          <p:spPr>
            <a:xfrm>
              <a:off x="5695098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16" name="pg766">
              <a:extLst>
                <a:ext uri="{FF2B5EF4-FFF2-40B4-BE49-F238E27FC236}">
                  <a16:creationId xmlns:a16="http://schemas.microsoft.com/office/drawing/2014/main" id="{EF4D9E97-8D01-BAB8-EA3E-A1EA4CE9AF22}"/>
                </a:ext>
              </a:extLst>
            </p:cNvPr>
            <p:cNvSpPr/>
            <p:nvPr/>
          </p:nvSpPr>
          <p:spPr>
            <a:xfrm>
              <a:off x="5706736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17" name="pg767">
              <a:extLst>
                <a:ext uri="{FF2B5EF4-FFF2-40B4-BE49-F238E27FC236}">
                  <a16:creationId xmlns:a16="http://schemas.microsoft.com/office/drawing/2014/main" id="{15FA56F2-D1E5-F1A5-3E97-7ADC8C7D6CED}"/>
                </a:ext>
              </a:extLst>
            </p:cNvPr>
            <p:cNvSpPr/>
            <p:nvPr/>
          </p:nvSpPr>
          <p:spPr>
            <a:xfrm>
              <a:off x="5718373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18" name="pg768">
              <a:extLst>
                <a:ext uri="{FF2B5EF4-FFF2-40B4-BE49-F238E27FC236}">
                  <a16:creationId xmlns:a16="http://schemas.microsoft.com/office/drawing/2014/main" id="{C1F6627F-7E70-A38D-3F13-0AAB2DE6E5D0}"/>
                </a:ext>
              </a:extLst>
            </p:cNvPr>
            <p:cNvSpPr/>
            <p:nvPr/>
          </p:nvSpPr>
          <p:spPr>
            <a:xfrm>
              <a:off x="5730010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19" name="pg769">
              <a:extLst>
                <a:ext uri="{FF2B5EF4-FFF2-40B4-BE49-F238E27FC236}">
                  <a16:creationId xmlns:a16="http://schemas.microsoft.com/office/drawing/2014/main" id="{876C2992-5E1E-0593-0A82-9FBEF121139D}"/>
                </a:ext>
              </a:extLst>
            </p:cNvPr>
            <p:cNvSpPr/>
            <p:nvPr/>
          </p:nvSpPr>
          <p:spPr>
            <a:xfrm>
              <a:off x="5741648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20" name="pg770">
              <a:extLst>
                <a:ext uri="{FF2B5EF4-FFF2-40B4-BE49-F238E27FC236}">
                  <a16:creationId xmlns:a16="http://schemas.microsoft.com/office/drawing/2014/main" id="{B9546E59-7671-5753-5C18-1EEA88F47562}"/>
                </a:ext>
              </a:extLst>
            </p:cNvPr>
            <p:cNvSpPr/>
            <p:nvPr/>
          </p:nvSpPr>
          <p:spPr>
            <a:xfrm>
              <a:off x="5683461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21" name="pg771">
              <a:extLst>
                <a:ext uri="{FF2B5EF4-FFF2-40B4-BE49-F238E27FC236}">
                  <a16:creationId xmlns:a16="http://schemas.microsoft.com/office/drawing/2014/main" id="{CB593DBA-2001-FD5B-0407-329EF86CB1C4}"/>
                </a:ext>
              </a:extLst>
            </p:cNvPr>
            <p:cNvSpPr/>
            <p:nvPr/>
          </p:nvSpPr>
          <p:spPr>
            <a:xfrm>
              <a:off x="5695098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22" name="pg772">
              <a:extLst>
                <a:ext uri="{FF2B5EF4-FFF2-40B4-BE49-F238E27FC236}">
                  <a16:creationId xmlns:a16="http://schemas.microsoft.com/office/drawing/2014/main" id="{0B9F7018-32D8-0A68-6116-14AFADE36E73}"/>
                </a:ext>
              </a:extLst>
            </p:cNvPr>
            <p:cNvSpPr/>
            <p:nvPr/>
          </p:nvSpPr>
          <p:spPr>
            <a:xfrm>
              <a:off x="5706736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23" name="pg773">
              <a:extLst>
                <a:ext uri="{FF2B5EF4-FFF2-40B4-BE49-F238E27FC236}">
                  <a16:creationId xmlns:a16="http://schemas.microsoft.com/office/drawing/2014/main" id="{AD8295A2-76A1-4342-D48D-E3C24F5E623C}"/>
                </a:ext>
              </a:extLst>
            </p:cNvPr>
            <p:cNvSpPr/>
            <p:nvPr/>
          </p:nvSpPr>
          <p:spPr>
            <a:xfrm>
              <a:off x="5718373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24" name="pg774">
              <a:extLst>
                <a:ext uri="{FF2B5EF4-FFF2-40B4-BE49-F238E27FC236}">
                  <a16:creationId xmlns:a16="http://schemas.microsoft.com/office/drawing/2014/main" id="{5E74D9B6-6191-143D-15A1-D05852B619D9}"/>
                </a:ext>
              </a:extLst>
            </p:cNvPr>
            <p:cNvSpPr/>
            <p:nvPr/>
          </p:nvSpPr>
          <p:spPr>
            <a:xfrm>
              <a:off x="5730010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25" name="pg775">
              <a:extLst>
                <a:ext uri="{FF2B5EF4-FFF2-40B4-BE49-F238E27FC236}">
                  <a16:creationId xmlns:a16="http://schemas.microsoft.com/office/drawing/2014/main" id="{24FB1DE6-5B63-8D6B-B730-6F79A0DD85E8}"/>
                </a:ext>
              </a:extLst>
            </p:cNvPr>
            <p:cNvSpPr/>
            <p:nvPr/>
          </p:nvSpPr>
          <p:spPr>
            <a:xfrm>
              <a:off x="5671824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26" name="pg776">
              <a:extLst>
                <a:ext uri="{FF2B5EF4-FFF2-40B4-BE49-F238E27FC236}">
                  <a16:creationId xmlns:a16="http://schemas.microsoft.com/office/drawing/2014/main" id="{915767FE-441C-132B-842F-8996C1FF44AF}"/>
                </a:ext>
              </a:extLst>
            </p:cNvPr>
            <p:cNvSpPr/>
            <p:nvPr/>
          </p:nvSpPr>
          <p:spPr>
            <a:xfrm>
              <a:off x="5683461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27" name="pg777">
              <a:extLst>
                <a:ext uri="{FF2B5EF4-FFF2-40B4-BE49-F238E27FC236}">
                  <a16:creationId xmlns:a16="http://schemas.microsoft.com/office/drawing/2014/main" id="{8A7C79AA-0F2D-B7D2-9FCE-5F323E290DAF}"/>
                </a:ext>
              </a:extLst>
            </p:cNvPr>
            <p:cNvSpPr/>
            <p:nvPr/>
          </p:nvSpPr>
          <p:spPr>
            <a:xfrm>
              <a:off x="5695098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28" name="pg778">
              <a:extLst>
                <a:ext uri="{FF2B5EF4-FFF2-40B4-BE49-F238E27FC236}">
                  <a16:creationId xmlns:a16="http://schemas.microsoft.com/office/drawing/2014/main" id="{4E6B803B-3523-7813-65CC-2DC6B050C25A}"/>
                </a:ext>
              </a:extLst>
            </p:cNvPr>
            <p:cNvSpPr/>
            <p:nvPr/>
          </p:nvSpPr>
          <p:spPr>
            <a:xfrm>
              <a:off x="5706736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29" name="pg779">
              <a:extLst>
                <a:ext uri="{FF2B5EF4-FFF2-40B4-BE49-F238E27FC236}">
                  <a16:creationId xmlns:a16="http://schemas.microsoft.com/office/drawing/2014/main" id="{383DE865-DC20-34D5-D90F-CD70CFD04889}"/>
                </a:ext>
              </a:extLst>
            </p:cNvPr>
            <p:cNvSpPr/>
            <p:nvPr/>
          </p:nvSpPr>
          <p:spPr>
            <a:xfrm>
              <a:off x="5718373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30" name="pg780">
              <a:extLst>
                <a:ext uri="{FF2B5EF4-FFF2-40B4-BE49-F238E27FC236}">
                  <a16:creationId xmlns:a16="http://schemas.microsoft.com/office/drawing/2014/main" id="{FF507C4E-ABDC-94B3-96F7-1BD9084D66DD}"/>
                </a:ext>
              </a:extLst>
            </p:cNvPr>
            <p:cNvSpPr/>
            <p:nvPr/>
          </p:nvSpPr>
          <p:spPr>
            <a:xfrm>
              <a:off x="5730010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31" name="pg781">
              <a:extLst>
                <a:ext uri="{FF2B5EF4-FFF2-40B4-BE49-F238E27FC236}">
                  <a16:creationId xmlns:a16="http://schemas.microsoft.com/office/drawing/2014/main" id="{CC60D375-76A8-4092-4CA0-CD3BA8C3BF06}"/>
                </a:ext>
              </a:extLst>
            </p:cNvPr>
            <p:cNvSpPr/>
            <p:nvPr/>
          </p:nvSpPr>
          <p:spPr>
            <a:xfrm>
              <a:off x="5671824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32" name="pg782">
              <a:extLst>
                <a:ext uri="{FF2B5EF4-FFF2-40B4-BE49-F238E27FC236}">
                  <a16:creationId xmlns:a16="http://schemas.microsoft.com/office/drawing/2014/main" id="{26E91ECD-C6DF-6682-0A94-2EF5772CF649}"/>
                </a:ext>
              </a:extLst>
            </p:cNvPr>
            <p:cNvSpPr/>
            <p:nvPr/>
          </p:nvSpPr>
          <p:spPr>
            <a:xfrm>
              <a:off x="5683461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33" name="pg783">
              <a:extLst>
                <a:ext uri="{FF2B5EF4-FFF2-40B4-BE49-F238E27FC236}">
                  <a16:creationId xmlns:a16="http://schemas.microsoft.com/office/drawing/2014/main" id="{58A9B1FD-3A3F-D4DE-0A6A-A6AE3C07644C}"/>
                </a:ext>
              </a:extLst>
            </p:cNvPr>
            <p:cNvSpPr/>
            <p:nvPr/>
          </p:nvSpPr>
          <p:spPr>
            <a:xfrm>
              <a:off x="5695098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34" name="pg784">
              <a:extLst>
                <a:ext uri="{FF2B5EF4-FFF2-40B4-BE49-F238E27FC236}">
                  <a16:creationId xmlns:a16="http://schemas.microsoft.com/office/drawing/2014/main" id="{F8A9B748-2BA1-C48F-8665-494DD9B4D158}"/>
                </a:ext>
              </a:extLst>
            </p:cNvPr>
            <p:cNvSpPr/>
            <p:nvPr/>
          </p:nvSpPr>
          <p:spPr>
            <a:xfrm>
              <a:off x="5706736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35" name="pg785">
              <a:extLst>
                <a:ext uri="{FF2B5EF4-FFF2-40B4-BE49-F238E27FC236}">
                  <a16:creationId xmlns:a16="http://schemas.microsoft.com/office/drawing/2014/main" id="{83B3AB86-CE08-7CFF-6155-261412FA8141}"/>
                </a:ext>
              </a:extLst>
            </p:cNvPr>
            <p:cNvSpPr/>
            <p:nvPr/>
          </p:nvSpPr>
          <p:spPr>
            <a:xfrm>
              <a:off x="5718373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36" name="pg786">
              <a:extLst>
                <a:ext uri="{FF2B5EF4-FFF2-40B4-BE49-F238E27FC236}">
                  <a16:creationId xmlns:a16="http://schemas.microsoft.com/office/drawing/2014/main" id="{CCD0B52D-36E6-EE21-3F09-6B40670B075E}"/>
                </a:ext>
              </a:extLst>
            </p:cNvPr>
            <p:cNvSpPr/>
            <p:nvPr/>
          </p:nvSpPr>
          <p:spPr>
            <a:xfrm>
              <a:off x="5730010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37" name="pg787">
              <a:extLst>
                <a:ext uri="{FF2B5EF4-FFF2-40B4-BE49-F238E27FC236}">
                  <a16:creationId xmlns:a16="http://schemas.microsoft.com/office/drawing/2014/main" id="{2C656406-DAE0-A9D2-1B3F-2668DC917670}"/>
                </a:ext>
              </a:extLst>
            </p:cNvPr>
            <p:cNvSpPr/>
            <p:nvPr/>
          </p:nvSpPr>
          <p:spPr>
            <a:xfrm>
              <a:off x="5671824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38" name="pg788">
              <a:extLst>
                <a:ext uri="{FF2B5EF4-FFF2-40B4-BE49-F238E27FC236}">
                  <a16:creationId xmlns:a16="http://schemas.microsoft.com/office/drawing/2014/main" id="{4C9D456B-FBCF-17BE-D470-9E8E80497FB3}"/>
                </a:ext>
              </a:extLst>
            </p:cNvPr>
            <p:cNvSpPr/>
            <p:nvPr/>
          </p:nvSpPr>
          <p:spPr>
            <a:xfrm>
              <a:off x="5683461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39" name="pg789">
              <a:extLst>
                <a:ext uri="{FF2B5EF4-FFF2-40B4-BE49-F238E27FC236}">
                  <a16:creationId xmlns:a16="http://schemas.microsoft.com/office/drawing/2014/main" id="{6000D180-29B0-D9BE-3E36-AA34227EE3C8}"/>
                </a:ext>
              </a:extLst>
            </p:cNvPr>
            <p:cNvSpPr/>
            <p:nvPr/>
          </p:nvSpPr>
          <p:spPr>
            <a:xfrm>
              <a:off x="5695098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40" name="pg790">
              <a:extLst>
                <a:ext uri="{FF2B5EF4-FFF2-40B4-BE49-F238E27FC236}">
                  <a16:creationId xmlns:a16="http://schemas.microsoft.com/office/drawing/2014/main" id="{12F38B0D-4022-9784-3F41-DBC5A349700B}"/>
                </a:ext>
              </a:extLst>
            </p:cNvPr>
            <p:cNvSpPr/>
            <p:nvPr/>
          </p:nvSpPr>
          <p:spPr>
            <a:xfrm>
              <a:off x="5706736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41" name="pg791">
              <a:extLst>
                <a:ext uri="{FF2B5EF4-FFF2-40B4-BE49-F238E27FC236}">
                  <a16:creationId xmlns:a16="http://schemas.microsoft.com/office/drawing/2014/main" id="{5E8A358A-EB76-8C6D-096D-523F05852751}"/>
                </a:ext>
              </a:extLst>
            </p:cNvPr>
            <p:cNvSpPr/>
            <p:nvPr/>
          </p:nvSpPr>
          <p:spPr>
            <a:xfrm>
              <a:off x="5718373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42" name="pg792">
              <a:extLst>
                <a:ext uri="{FF2B5EF4-FFF2-40B4-BE49-F238E27FC236}">
                  <a16:creationId xmlns:a16="http://schemas.microsoft.com/office/drawing/2014/main" id="{5106BEB1-CEAD-4B11-FA99-5628A48CFEF4}"/>
                </a:ext>
              </a:extLst>
            </p:cNvPr>
            <p:cNvSpPr/>
            <p:nvPr/>
          </p:nvSpPr>
          <p:spPr>
            <a:xfrm>
              <a:off x="5730010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43" name="pg793">
              <a:extLst>
                <a:ext uri="{FF2B5EF4-FFF2-40B4-BE49-F238E27FC236}">
                  <a16:creationId xmlns:a16="http://schemas.microsoft.com/office/drawing/2014/main" id="{A67CB169-863E-3A8F-0705-9A3948D26D0F}"/>
                </a:ext>
              </a:extLst>
            </p:cNvPr>
            <p:cNvSpPr/>
            <p:nvPr/>
          </p:nvSpPr>
          <p:spPr>
            <a:xfrm>
              <a:off x="5671824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44" name="pg794">
              <a:extLst>
                <a:ext uri="{FF2B5EF4-FFF2-40B4-BE49-F238E27FC236}">
                  <a16:creationId xmlns:a16="http://schemas.microsoft.com/office/drawing/2014/main" id="{A192FEDB-3D50-A9AD-43AA-FB41D5805E6A}"/>
                </a:ext>
              </a:extLst>
            </p:cNvPr>
            <p:cNvSpPr/>
            <p:nvPr/>
          </p:nvSpPr>
          <p:spPr>
            <a:xfrm>
              <a:off x="5683461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45" name="pg795">
              <a:extLst>
                <a:ext uri="{FF2B5EF4-FFF2-40B4-BE49-F238E27FC236}">
                  <a16:creationId xmlns:a16="http://schemas.microsoft.com/office/drawing/2014/main" id="{0CDB2D3D-3533-9447-9831-7906102B9528}"/>
                </a:ext>
              </a:extLst>
            </p:cNvPr>
            <p:cNvSpPr/>
            <p:nvPr/>
          </p:nvSpPr>
          <p:spPr>
            <a:xfrm>
              <a:off x="5695098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46" name="pg796">
              <a:extLst>
                <a:ext uri="{FF2B5EF4-FFF2-40B4-BE49-F238E27FC236}">
                  <a16:creationId xmlns:a16="http://schemas.microsoft.com/office/drawing/2014/main" id="{36495588-9A39-96CE-1384-A52E3133325B}"/>
                </a:ext>
              </a:extLst>
            </p:cNvPr>
            <p:cNvSpPr/>
            <p:nvPr/>
          </p:nvSpPr>
          <p:spPr>
            <a:xfrm>
              <a:off x="5706736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47" name="pg797">
              <a:extLst>
                <a:ext uri="{FF2B5EF4-FFF2-40B4-BE49-F238E27FC236}">
                  <a16:creationId xmlns:a16="http://schemas.microsoft.com/office/drawing/2014/main" id="{4714C981-A830-A1C6-AF4C-D0E25E29CC6C}"/>
                </a:ext>
              </a:extLst>
            </p:cNvPr>
            <p:cNvSpPr/>
            <p:nvPr/>
          </p:nvSpPr>
          <p:spPr>
            <a:xfrm>
              <a:off x="5718373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48" name="pg798">
              <a:extLst>
                <a:ext uri="{FF2B5EF4-FFF2-40B4-BE49-F238E27FC236}">
                  <a16:creationId xmlns:a16="http://schemas.microsoft.com/office/drawing/2014/main" id="{83B419F4-C790-A64C-FB03-C06BA98B5C7C}"/>
                </a:ext>
              </a:extLst>
            </p:cNvPr>
            <p:cNvSpPr/>
            <p:nvPr/>
          </p:nvSpPr>
          <p:spPr>
            <a:xfrm>
              <a:off x="5730010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49" name="pg799">
              <a:extLst>
                <a:ext uri="{FF2B5EF4-FFF2-40B4-BE49-F238E27FC236}">
                  <a16:creationId xmlns:a16="http://schemas.microsoft.com/office/drawing/2014/main" id="{2C3A8370-812F-6DB5-271B-FCD8FB872E0C}"/>
                </a:ext>
              </a:extLst>
            </p:cNvPr>
            <p:cNvSpPr/>
            <p:nvPr/>
          </p:nvSpPr>
          <p:spPr>
            <a:xfrm>
              <a:off x="5741648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50" name="pg800">
              <a:extLst>
                <a:ext uri="{FF2B5EF4-FFF2-40B4-BE49-F238E27FC236}">
                  <a16:creationId xmlns:a16="http://schemas.microsoft.com/office/drawing/2014/main" id="{F222CDA3-009B-4CA5-C004-950685D60772}"/>
                </a:ext>
              </a:extLst>
            </p:cNvPr>
            <p:cNvSpPr/>
            <p:nvPr/>
          </p:nvSpPr>
          <p:spPr>
            <a:xfrm>
              <a:off x="5660186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51" name="pg801">
              <a:extLst>
                <a:ext uri="{FF2B5EF4-FFF2-40B4-BE49-F238E27FC236}">
                  <a16:creationId xmlns:a16="http://schemas.microsoft.com/office/drawing/2014/main" id="{EDEF93E9-0FEE-DFD5-8053-C5FCE26D27E6}"/>
                </a:ext>
              </a:extLst>
            </p:cNvPr>
            <p:cNvSpPr/>
            <p:nvPr/>
          </p:nvSpPr>
          <p:spPr>
            <a:xfrm>
              <a:off x="5671824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52" name="pg802">
              <a:extLst>
                <a:ext uri="{FF2B5EF4-FFF2-40B4-BE49-F238E27FC236}">
                  <a16:creationId xmlns:a16="http://schemas.microsoft.com/office/drawing/2014/main" id="{37727CAF-BBA8-8CA6-8557-673F6F714F32}"/>
                </a:ext>
              </a:extLst>
            </p:cNvPr>
            <p:cNvSpPr/>
            <p:nvPr/>
          </p:nvSpPr>
          <p:spPr>
            <a:xfrm>
              <a:off x="5683461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53" name="pg803">
              <a:extLst>
                <a:ext uri="{FF2B5EF4-FFF2-40B4-BE49-F238E27FC236}">
                  <a16:creationId xmlns:a16="http://schemas.microsoft.com/office/drawing/2014/main" id="{A17E28C2-5192-20AD-F493-DB2F04D0D2E1}"/>
                </a:ext>
              </a:extLst>
            </p:cNvPr>
            <p:cNvSpPr/>
            <p:nvPr/>
          </p:nvSpPr>
          <p:spPr>
            <a:xfrm>
              <a:off x="5695098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54" name="pg804">
              <a:extLst>
                <a:ext uri="{FF2B5EF4-FFF2-40B4-BE49-F238E27FC236}">
                  <a16:creationId xmlns:a16="http://schemas.microsoft.com/office/drawing/2014/main" id="{1671D1AB-D291-4770-40DD-C07BB43E11AE}"/>
                </a:ext>
              </a:extLst>
            </p:cNvPr>
            <p:cNvSpPr/>
            <p:nvPr/>
          </p:nvSpPr>
          <p:spPr>
            <a:xfrm>
              <a:off x="5706736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55" name="pg805">
              <a:extLst>
                <a:ext uri="{FF2B5EF4-FFF2-40B4-BE49-F238E27FC236}">
                  <a16:creationId xmlns:a16="http://schemas.microsoft.com/office/drawing/2014/main" id="{E37B39A9-8AF9-3EAB-7F08-5FF5F39AD9FA}"/>
                </a:ext>
              </a:extLst>
            </p:cNvPr>
            <p:cNvSpPr/>
            <p:nvPr/>
          </p:nvSpPr>
          <p:spPr>
            <a:xfrm>
              <a:off x="5718373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56" name="pg806">
              <a:extLst>
                <a:ext uri="{FF2B5EF4-FFF2-40B4-BE49-F238E27FC236}">
                  <a16:creationId xmlns:a16="http://schemas.microsoft.com/office/drawing/2014/main" id="{4CFC0443-84E9-160F-36F7-140150B4F99A}"/>
                </a:ext>
              </a:extLst>
            </p:cNvPr>
            <p:cNvSpPr/>
            <p:nvPr/>
          </p:nvSpPr>
          <p:spPr>
            <a:xfrm>
              <a:off x="5730010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57" name="pg807">
              <a:extLst>
                <a:ext uri="{FF2B5EF4-FFF2-40B4-BE49-F238E27FC236}">
                  <a16:creationId xmlns:a16="http://schemas.microsoft.com/office/drawing/2014/main" id="{5E6A59D7-97D5-02BB-29EC-5236B92D0B05}"/>
                </a:ext>
              </a:extLst>
            </p:cNvPr>
            <p:cNvSpPr/>
            <p:nvPr/>
          </p:nvSpPr>
          <p:spPr>
            <a:xfrm>
              <a:off x="5648549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58" name="pg808">
              <a:extLst>
                <a:ext uri="{FF2B5EF4-FFF2-40B4-BE49-F238E27FC236}">
                  <a16:creationId xmlns:a16="http://schemas.microsoft.com/office/drawing/2014/main" id="{8959EF89-028F-E79F-9C46-A5247542B08E}"/>
                </a:ext>
              </a:extLst>
            </p:cNvPr>
            <p:cNvSpPr/>
            <p:nvPr/>
          </p:nvSpPr>
          <p:spPr>
            <a:xfrm>
              <a:off x="5660186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59" name="pg809">
              <a:extLst>
                <a:ext uri="{FF2B5EF4-FFF2-40B4-BE49-F238E27FC236}">
                  <a16:creationId xmlns:a16="http://schemas.microsoft.com/office/drawing/2014/main" id="{878BB9A8-9458-4825-CAA4-A9EA3EB4162A}"/>
                </a:ext>
              </a:extLst>
            </p:cNvPr>
            <p:cNvSpPr/>
            <p:nvPr/>
          </p:nvSpPr>
          <p:spPr>
            <a:xfrm>
              <a:off x="5671824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60" name="pg810">
              <a:extLst>
                <a:ext uri="{FF2B5EF4-FFF2-40B4-BE49-F238E27FC236}">
                  <a16:creationId xmlns:a16="http://schemas.microsoft.com/office/drawing/2014/main" id="{A7D6FC05-96BD-5C19-9234-2F419FE5B341}"/>
                </a:ext>
              </a:extLst>
            </p:cNvPr>
            <p:cNvSpPr/>
            <p:nvPr/>
          </p:nvSpPr>
          <p:spPr>
            <a:xfrm>
              <a:off x="5683461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61" name="pg811">
              <a:extLst>
                <a:ext uri="{FF2B5EF4-FFF2-40B4-BE49-F238E27FC236}">
                  <a16:creationId xmlns:a16="http://schemas.microsoft.com/office/drawing/2014/main" id="{D21AC726-0A65-523F-CA3C-BD9B18DF7B02}"/>
                </a:ext>
              </a:extLst>
            </p:cNvPr>
            <p:cNvSpPr/>
            <p:nvPr/>
          </p:nvSpPr>
          <p:spPr>
            <a:xfrm>
              <a:off x="5695098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62" name="pg812">
              <a:extLst>
                <a:ext uri="{FF2B5EF4-FFF2-40B4-BE49-F238E27FC236}">
                  <a16:creationId xmlns:a16="http://schemas.microsoft.com/office/drawing/2014/main" id="{6BBB5C4D-8E75-B308-EB02-2BA5A74FACA0}"/>
                </a:ext>
              </a:extLst>
            </p:cNvPr>
            <p:cNvSpPr/>
            <p:nvPr/>
          </p:nvSpPr>
          <p:spPr>
            <a:xfrm>
              <a:off x="5706736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63" name="pg813">
              <a:extLst>
                <a:ext uri="{FF2B5EF4-FFF2-40B4-BE49-F238E27FC236}">
                  <a16:creationId xmlns:a16="http://schemas.microsoft.com/office/drawing/2014/main" id="{2D30EC99-5E46-5FE8-C04B-3C624403996D}"/>
                </a:ext>
              </a:extLst>
            </p:cNvPr>
            <p:cNvSpPr/>
            <p:nvPr/>
          </p:nvSpPr>
          <p:spPr>
            <a:xfrm>
              <a:off x="5718373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64" name="pg814">
              <a:extLst>
                <a:ext uri="{FF2B5EF4-FFF2-40B4-BE49-F238E27FC236}">
                  <a16:creationId xmlns:a16="http://schemas.microsoft.com/office/drawing/2014/main" id="{EBE8B160-91F8-6E19-9897-19B3C5618AE1}"/>
                </a:ext>
              </a:extLst>
            </p:cNvPr>
            <p:cNvSpPr/>
            <p:nvPr/>
          </p:nvSpPr>
          <p:spPr>
            <a:xfrm>
              <a:off x="5648549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65" name="pg815">
              <a:extLst>
                <a:ext uri="{FF2B5EF4-FFF2-40B4-BE49-F238E27FC236}">
                  <a16:creationId xmlns:a16="http://schemas.microsoft.com/office/drawing/2014/main" id="{A07561DF-0303-E17A-D8A9-70FC62B1B1DB}"/>
                </a:ext>
              </a:extLst>
            </p:cNvPr>
            <p:cNvSpPr/>
            <p:nvPr/>
          </p:nvSpPr>
          <p:spPr>
            <a:xfrm>
              <a:off x="5660186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66" name="pg816">
              <a:extLst>
                <a:ext uri="{FF2B5EF4-FFF2-40B4-BE49-F238E27FC236}">
                  <a16:creationId xmlns:a16="http://schemas.microsoft.com/office/drawing/2014/main" id="{FB96F5CE-47BB-B056-CB25-E81AA1677993}"/>
                </a:ext>
              </a:extLst>
            </p:cNvPr>
            <p:cNvSpPr/>
            <p:nvPr/>
          </p:nvSpPr>
          <p:spPr>
            <a:xfrm>
              <a:off x="5671824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67" name="pg817">
              <a:extLst>
                <a:ext uri="{FF2B5EF4-FFF2-40B4-BE49-F238E27FC236}">
                  <a16:creationId xmlns:a16="http://schemas.microsoft.com/office/drawing/2014/main" id="{F91BD87A-2A34-524F-07AC-B7F07C06B97C}"/>
                </a:ext>
              </a:extLst>
            </p:cNvPr>
            <p:cNvSpPr/>
            <p:nvPr/>
          </p:nvSpPr>
          <p:spPr>
            <a:xfrm>
              <a:off x="5683461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68" name="pg818">
              <a:extLst>
                <a:ext uri="{FF2B5EF4-FFF2-40B4-BE49-F238E27FC236}">
                  <a16:creationId xmlns:a16="http://schemas.microsoft.com/office/drawing/2014/main" id="{C942A833-A6F7-4427-9CFA-C5E74AB567B9}"/>
                </a:ext>
              </a:extLst>
            </p:cNvPr>
            <p:cNvSpPr/>
            <p:nvPr/>
          </p:nvSpPr>
          <p:spPr>
            <a:xfrm>
              <a:off x="5695098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69" name="pg819">
              <a:extLst>
                <a:ext uri="{FF2B5EF4-FFF2-40B4-BE49-F238E27FC236}">
                  <a16:creationId xmlns:a16="http://schemas.microsoft.com/office/drawing/2014/main" id="{4E512861-A483-D68B-1B5E-35B437153B93}"/>
                </a:ext>
              </a:extLst>
            </p:cNvPr>
            <p:cNvSpPr/>
            <p:nvPr/>
          </p:nvSpPr>
          <p:spPr>
            <a:xfrm>
              <a:off x="5706736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70" name="pg820">
              <a:extLst>
                <a:ext uri="{FF2B5EF4-FFF2-40B4-BE49-F238E27FC236}">
                  <a16:creationId xmlns:a16="http://schemas.microsoft.com/office/drawing/2014/main" id="{E4A4A7DB-4DD1-5D3B-244D-794591727998}"/>
                </a:ext>
              </a:extLst>
            </p:cNvPr>
            <p:cNvSpPr/>
            <p:nvPr/>
          </p:nvSpPr>
          <p:spPr>
            <a:xfrm>
              <a:off x="5718373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71" name="pg821">
              <a:extLst>
                <a:ext uri="{FF2B5EF4-FFF2-40B4-BE49-F238E27FC236}">
                  <a16:creationId xmlns:a16="http://schemas.microsoft.com/office/drawing/2014/main" id="{995B1C87-C56C-9464-32CF-8F6B23F24F1C}"/>
                </a:ext>
              </a:extLst>
            </p:cNvPr>
            <p:cNvSpPr/>
            <p:nvPr/>
          </p:nvSpPr>
          <p:spPr>
            <a:xfrm>
              <a:off x="5741648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72" name="pg822">
              <a:extLst>
                <a:ext uri="{FF2B5EF4-FFF2-40B4-BE49-F238E27FC236}">
                  <a16:creationId xmlns:a16="http://schemas.microsoft.com/office/drawing/2014/main" id="{47CA3521-E5D1-C641-AD11-D1B788559A27}"/>
                </a:ext>
              </a:extLst>
            </p:cNvPr>
            <p:cNvSpPr/>
            <p:nvPr/>
          </p:nvSpPr>
          <p:spPr>
            <a:xfrm>
              <a:off x="5753285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73" name="pg823">
              <a:extLst>
                <a:ext uri="{FF2B5EF4-FFF2-40B4-BE49-F238E27FC236}">
                  <a16:creationId xmlns:a16="http://schemas.microsoft.com/office/drawing/2014/main" id="{117EAB95-6CCC-A610-83C8-B9FAF8FE1F25}"/>
                </a:ext>
              </a:extLst>
            </p:cNvPr>
            <p:cNvSpPr/>
            <p:nvPr/>
          </p:nvSpPr>
          <p:spPr>
            <a:xfrm>
              <a:off x="5764922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74" name="pg824">
              <a:extLst>
                <a:ext uri="{FF2B5EF4-FFF2-40B4-BE49-F238E27FC236}">
                  <a16:creationId xmlns:a16="http://schemas.microsoft.com/office/drawing/2014/main" id="{CB9B56D7-28DA-71C6-3861-BD5F10545101}"/>
                </a:ext>
              </a:extLst>
            </p:cNvPr>
            <p:cNvSpPr/>
            <p:nvPr/>
          </p:nvSpPr>
          <p:spPr>
            <a:xfrm>
              <a:off x="5776560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75" name="pg825">
              <a:extLst>
                <a:ext uri="{FF2B5EF4-FFF2-40B4-BE49-F238E27FC236}">
                  <a16:creationId xmlns:a16="http://schemas.microsoft.com/office/drawing/2014/main" id="{ED0845BE-55BE-DF60-0ADC-F69FAD620C1E}"/>
                </a:ext>
              </a:extLst>
            </p:cNvPr>
            <p:cNvSpPr/>
            <p:nvPr/>
          </p:nvSpPr>
          <p:spPr>
            <a:xfrm>
              <a:off x="5648549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76" name="pg826">
              <a:extLst>
                <a:ext uri="{FF2B5EF4-FFF2-40B4-BE49-F238E27FC236}">
                  <a16:creationId xmlns:a16="http://schemas.microsoft.com/office/drawing/2014/main" id="{0E3CA3CC-7A99-995A-A55E-6779409628E1}"/>
                </a:ext>
              </a:extLst>
            </p:cNvPr>
            <p:cNvSpPr/>
            <p:nvPr/>
          </p:nvSpPr>
          <p:spPr>
            <a:xfrm>
              <a:off x="5660186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77" name="pg827">
              <a:extLst>
                <a:ext uri="{FF2B5EF4-FFF2-40B4-BE49-F238E27FC236}">
                  <a16:creationId xmlns:a16="http://schemas.microsoft.com/office/drawing/2014/main" id="{C403396C-483F-0C41-1C2C-CF61762875FE}"/>
                </a:ext>
              </a:extLst>
            </p:cNvPr>
            <p:cNvSpPr/>
            <p:nvPr/>
          </p:nvSpPr>
          <p:spPr>
            <a:xfrm>
              <a:off x="5671824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78" name="pg828">
              <a:extLst>
                <a:ext uri="{FF2B5EF4-FFF2-40B4-BE49-F238E27FC236}">
                  <a16:creationId xmlns:a16="http://schemas.microsoft.com/office/drawing/2014/main" id="{B0C98CB1-99C4-9238-8B13-E58C77B6884F}"/>
                </a:ext>
              </a:extLst>
            </p:cNvPr>
            <p:cNvSpPr/>
            <p:nvPr/>
          </p:nvSpPr>
          <p:spPr>
            <a:xfrm>
              <a:off x="5683461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79" name="pg829">
              <a:extLst>
                <a:ext uri="{FF2B5EF4-FFF2-40B4-BE49-F238E27FC236}">
                  <a16:creationId xmlns:a16="http://schemas.microsoft.com/office/drawing/2014/main" id="{5E1567CD-24DA-6DF0-1935-2BE7F4F5C508}"/>
                </a:ext>
              </a:extLst>
            </p:cNvPr>
            <p:cNvSpPr/>
            <p:nvPr/>
          </p:nvSpPr>
          <p:spPr>
            <a:xfrm>
              <a:off x="5695098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80" name="pg830">
              <a:extLst>
                <a:ext uri="{FF2B5EF4-FFF2-40B4-BE49-F238E27FC236}">
                  <a16:creationId xmlns:a16="http://schemas.microsoft.com/office/drawing/2014/main" id="{88DDD9CD-4B1C-1D59-E4B6-D670C1803E3A}"/>
                </a:ext>
              </a:extLst>
            </p:cNvPr>
            <p:cNvSpPr/>
            <p:nvPr/>
          </p:nvSpPr>
          <p:spPr>
            <a:xfrm>
              <a:off x="5706736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81" name="pg831">
              <a:extLst>
                <a:ext uri="{FF2B5EF4-FFF2-40B4-BE49-F238E27FC236}">
                  <a16:creationId xmlns:a16="http://schemas.microsoft.com/office/drawing/2014/main" id="{3A15ACFE-3D5D-A17F-D5DC-58CB808C1BA0}"/>
                </a:ext>
              </a:extLst>
            </p:cNvPr>
            <p:cNvSpPr/>
            <p:nvPr/>
          </p:nvSpPr>
          <p:spPr>
            <a:xfrm>
              <a:off x="5718373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82" name="pg832">
              <a:extLst>
                <a:ext uri="{FF2B5EF4-FFF2-40B4-BE49-F238E27FC236}">
                  <a16:creationId xmlns:a16="http://schemas.microsoft.com/office/drawing/2014/main" id="{EDAE4A55-2C74-0A32-8C6D-4E2122BE8CD3}"/>
                </a:ext>
              </a:extLst>
            </p:cNvPr>
            <p:cNvSpPr/>
            <p:nvPr/>
          </p:nvSpPr>
          <p:spPr>
            <a:xfrm>
              <a:off x="5730010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83" name="pg833">
              <a:extLst>
                <a:ext uri="{FF2B5EF4-FFF2-40B4-BE49-F238E27FC236}">
                  <a16:creationId xmlns:a16="http://schemas.microsoft.com/office/drawing/2014/main" id="{214E6D1D-BF50-4F2D-EE7F-D976C170A9D8}"/>
                </a:ext>
              </a:extLst>
            </p:cNvPr>
            <p:cNvSpPr/>
            <p:nvPr/>
          </p:nvSpPr>
          <p:spPr>
            <a:xfrm>
              <a:off x="5741648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84" name="pg834">
              <a:extLst>
                <a:ext uri="{FF2B5EF4-FFF2-40B4-BE49-F238E27FC236}">
                  <a16:creationId xmlns:a16="http://schemas.microsoft.com/office/drawing/2014/main" id="{B4AE3187-53B7-72B6-823A-82CB27AF0AB9}"/>
                </a:ext>
              </a:extLst>
            </p:cNvPr>
            <p:cNvSpPr/>
            <p:nvPr/>
          </p:nvSpPr>
          <p:spPr>
            <a:xfrm>
              <a:off x="5753285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85" name="pg835">
              <a:extLst>
                <a:ext uri="{FF2B5EF4-FFF2-40B4-BE49-F238E27FC236}">
                  <a16:creationId xmlns:a16="http://schemas.microsoft.com/office/drawing/2014/main" id="{8013E285-63C8-A390-91ED-43AB92333186}"/>
                </a:ext>
              </a:extLst>
            </p:cNvPr>
            <p:cNvSpPr/>
            <p:nvPr/>
          </p:nvSpPr>
          <p:spPr>
            <a:xfrm>
              <a:off x="5764922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86" name="pg836">
              <a:extLst>
                <a:ext uri="{FF2B5EF4-FFF2-40B4-BE49-F238E27FC236}">
                  <a16:creationId xmlns:a16="http://schemas.microsoft.com/office/drawing/2014/main" id="{BA333C11-E9D2-1667-3945-3DC77EB237A9}"/>
                </a:ext>
              </a:extLst>
            </p:cNvPr>
            <p:cNvSpPr/>
            <p:nvPr/>
          </p:nvSpPr>
          <p:spPr>
            <a:xfrm>
              <a:off x="5776560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87" name="pg837">
              <a:extLst>
                <a:ext uri="{FF2B5EF4-FFF2-40B4-BE49-F238E27FC236}">
                  <a16:creationId xmlns:a16="http://schemas.microsoft.com/office/drawing/2014/main" id="{40844486-E279-E765-0071-6604C7419584}"/>
                </a:ext>
              </a:extLst>
            </p:cNvPr>
            <p:cNvSpPr/>
            <p:nvPr/>
          </p:nvSpPr>
          <p:spPr>
            <a:xfrm>
              <a:off x="5788197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88" name="pg838">
              <a:extLst>
                <a:ext uri="{FF2B5EF4-FFF2-40B4-BE49-F238E27FC236}">
                  <a16:creationId xmlns:a16="http://schemas.microsoft.com/office/drawing/2014/main" id="{E41D3CC2-2872-AF3E-EF83-69499C99FB59}"/>
                </a:ext>
              </a:extLst>
            </p:cNvPr>
            <p:cNvSpPr/>
            <p:nvPr/>
          </p:nvSpPr>
          <p:spPr>
            <a:xfrm>
              <a:off x="5671824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89" name="pg839">
              <a:extLst>
                <a:ext uri="{FF2B5EF4-FFF2-40B4-BE49-F238E27FC236}">
                  <a16:creationId xmlns:a16="http://schemas.microsoft.com/office/drawing/2014/main" id="{8290EFEA-71B4-1244-C65F-942E0423CD6F}"/>
                </a:ext>
              </a:extLst>
            </p:cNvPr>
            <p:cNvSpPr/>
            <p:nvPr/>
          </p:nvSpPr>
          <p:spPr>
            <a:xfrm>
              <a:off x="5683461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90" name="pg840">
              <a:extLst>
                <a:ext uri="{FF2B5EF4-FFF2-40B4-BE49-F238E27FC236}">
                  <a16:creationId xmlns:a16="http://schemas.microsoft.com/office/drawing/2014/main" id="{98E5098A-1CC5-54CB-E758-9FAAC37DBB27}"/>
                </a:ext>
              </a:extLst>
            </p:cNvPr>
            <p:cNvSpPr/>
            <p:nvPr/>
          </p:nvSpPr>
          <p:spPr>
            <a:xfrm>
              <a:off x="5695098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91" name="pg841">
              <a:extLst>
                <a:ext uri="{FF2B5EF4-FFF2-40B4-BE49-F238E27FC236}">
                  <a16:creationId xmlns:a16="http://schemas.microsoft.com/office/drawing/2014/main" id="{C17A5331-9A51-F973-0020-95AB1728B15F}"/>
                </a:ext>
              </a:extLst>
            </p:cNvPr>
            <p:cNvSpPr/>
            <p:nvPr/>
          </p:nvSpPr>
          <p:spPr>
            <a:xfrm>
              <a:off x="5706736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92" name="pg842">
              <a:extLst>
                <a:ext uri="{FF2B5EF4-FFF2-40B4-BE49-F238E27FC236}">
                  <a16:creationId xmlns:a16="http://schemas.microsoft.com/office/drawing/2014/main" id="{DF6292B8-F0FD-41BF-CEBE-E55EEA129310}"/>
                </a:ext>
              </a:extLst>
            </p:cNvPr>
            <p:cNvSpPr/>
            <p:nvPr/>
          </p:nvSpPr>
          <p:spPr>
            <a:xfrm>
              <a:off x="5718373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93" name="pg843">
              <a:extLst>
                <a:ext uri="{FF2B5EF4-FFF2-40B4-BE49-F238E27FC236}">
                  <a16:creationId xmlns:a16="http://schemas.microsoft.com/office/drawing/2014/main" id="{18430D4D-EA18-6DFA-395E-BCC4F1BD978C}"/>
                </a:ext>
              </a:extLst>
            </p:cNvPr>
            <p:cNvSpPr/>
            <p:nvPr/>
          </p:nvSpPr>
          <p:spPr>
            <a:xfrm>
              <a:off x="5730010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94" name="pg844">
              <a:extLst>
                <a:ext uri="{FF2B5EF4-FFF2-40B4-BE49-F238E27FC236}">
                  <a16:creationId xmlns:a16="http://schemas.microsoft.com/office/drawing/2014/main" id="{A6A2B461-B467-0AAD-9A20-806DDA19DA34}"/>
                </a:ext>
              </a:extLst>
            </p:cNvPr>
            <p:cNvSpPr/>
            <p:nvPr/>
          </p:nvSpPr>
          <p:spPr>
            <a:xfrm>
              <a:off x="5741648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95" name="pg845">
              <a:extLst>
                <a:ext uri="{FF2B5EF4-FFF2-40B4-BE49-F238E27FC236}">
                  <a16:creationId xmlns:a16="http://schemas.microsoft.com/office/drawing/2014/main" id="{438F251A-BB33-68D9-5923-42DC696D99F7}"/>
                </a:ext>
              </a:extLst>
            </p:cNvPr>
            <p:cNvSpPr/>
            <p:nvPr/>
          </p:nvSpPr>
          <p:spPr>
            <a:xfrm>
              <a:off x="5753285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96" name="pg846">
              <a:extLst>
                <a:ext uri="{FF2B5EF4-FFF2-40B4-BE49-F238E27FC236}">
                  <a16:creationId xmlns:a16="http://schemas.microsoft.com/office/drawing/2014/main" id="{12D2328C-581E-A51C-33F2-CBED342DCF3F}"/>
                </a:ext>
              </a:extLst>
            </p:cNvPr>
            <p:cNvSpPr/>
            <p:nvPr/>
          </p:nvSpPr>
          <p:spPr>
            <a:xfrm>
              <a:off x="5764922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97" name="pg847">
              <a:extLst>
                <a:ext uri="{FF2B5EF4-FFF2-40B4-BE49-F238E27FC236}">
                  <a16:creationId xmlns:a16="http://schemas.microsoft.com/office/drawing/2014/main" id="{51D0E151-CABA-4CB5-7981-6F640183DF21}"/>
                </a:ext>
              </a:extLst>
            </p:cNvPr>
            <p:cNvSpPr/>
            <p:nvPr/>
          </p:nvSpPr>
          <p:spPr>
            <a:xfrm>
              <a:off x="5776560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98" name="pg848">
              <a:extLst>
                <a:ext uri="{FF2B5EF4-FFF2-40B4-BE49-F238E27FC236}">
                  <a16:creationId xmlns:a16="http://schemas.microsoft.com/office/drawing/2014/main" id="{81042BAA-A9EF-BC5A-0FE4-9E411AA7C706}"/>
                </a:ext>
              </a:extLst>
            </p:cNvPr>
            <p:cNvSpPr/>
            <p:nvPr/>
          </p:nvSpPr>
          <p:spPr>
            <a:xfrm>
              <a:off x="5788197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99" name="pg849">
              <a:extLst>
                <a:ext uri="{FF2B5EF4-FFF2-40B4-BE49-F238E27FC236}">
                  <a16:creationId xmlns:a16="http://schemas.microsoft.com/office/drawing/2014/main" id="{51D439BA-7E90-6875-DC4B-25915E77FA58}"/>
                </a:ext>
              </a:extLst>
            </p:cNvPr>
            <p:cNvSpPr/>
            <p:nvPr/>
          </p:nvSpPr>
          <p:spPr>
            <a:xfrm>
              <a:off x="5799834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00" name="pg850">
              <a:extLst>
                <a:ext uri="{FF2B5EF4-FFF2-40B4-BE49-F238E27FC236}">
                  <a16:creationId xmlns:a16="http://schemas.microsoft.com/office/drawing/2014/main" id="{29CCE846-5556-3604-2037-A99E269821B7}"/>
                </a:ext>
              </a:extLst>
            </p:cNvPr>
            <p:cNvSpPr/>
            <p:nvPr/>
          </p:nvSpPr>
          <p:spPr>
            <a:xfrm>
              <a:off x="5625275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01" name="pg851">
              <a:extLst>
                <a:ext uri="{FF2B5EF4-FFF2-40B4-BE49-F238E27FC236}">
                  <a16:creationId xmlns:a16="http://schemas.microsoft.com/office/drawing/2014/main" id="{40F9F821-C4A0-A5BC-4CC0-A4C362BD771B}"/>
                </a:ext>
              </a:extLst>
            </p:cNvPr>
            <p:cNvSpPr/>
            <p:nvPr/>
          </p:nvSpPr>
          <p:spPr>
            <a:xfrm>
              <a:off x="5636912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02" name="pg852">
              <a:extLst>
                <a:ext uri="{FF2B5EF4-FFF2-40B4-BE49-F238E27FC236}">
                  <a16:creationId xmlns:a16="http://schemas.microsoft.com/office/drawing/2014/main" id="{920FF3A2-0545-FB74-C0A6-715D9FCC8422}"/>
                </a:ext>
              </a:extLst>
            </p:cNvPr>
            <p:cNvSpPr/>
            <p:nvPr/>
          </p:nvSpPr>
          <p:spPr>
            <a:xfrm>
              <a:off x="5648549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03" name="pg853">
              <a:extLst>
                <a:ext uri="{FF2B5EF4-FFF2-40B4-BE49-F238E27FC236}">
                  <a16:creationId xmlns:a16="http://schemas.microsoft.com/office/drawing/2014/main" id="{E65E2946-C788-86C7-6B03-DE1B92E32D60}"/>
                </a:ext>
              </a:extLst>
            </p:cNvPr>
            <p:cNvSpPr/>
            <p:nvPr/>
          </p:nvSpPr>
          <p:spPr>
            <a:xfrm>
              <a:off x="5660186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04" name="pg854">
              <a:extLst>
                <a:ext uri="{FF2B5EF4-FFF2-40B4-BE49-F238E27FC236}">
                  <a16:creationId xmlns:a16="http://schemas.microsoft.com/office/drawing/2014/main" id="{6F47B642-4788-CC8B-9239-99D492BA7043}"/>
                </a:ext>
              </a:extLst>
            </p:cNvPr>
            <p:cNvSpPr/>
            <p:nvPr/>
          </p:nvSpPr>
          <p:spPr>
            <a:xfrm>
              <a:off x="5695098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05" name="pg855">
              <a:extLst>
                <a:ext uri="{FF2B5EF4-FFF2-40B4-BE49-F238E27FC236}">
                  <a16:creationId xmlns:a16="http://schemas.microsoft.com/office/drawing/2014/main" id="{56E98705-0234-D256-6AAA-FC908E876067}"/>
                </a:ext>
              </a:extLst>
            </p:cNvPr>
            <p:cNvSpPr/>
            <p:nvPr/>
          </p:nvSpPr>
          <p:spPr>
            <a:xfrm>
              <a:off x="5706736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06" name="pg856">
              <a:extLst>
                <a:ext uri="{FF2B5EF4-FFF2-40B4-BE49-F238E27FC236}">
                  <a16:creationId xmlns:a16="http://schemas.microsoft.com/office/drawing/2014/main" id="{D192E145-2966-6F49-2998-76CD574818E7}"/>
                </a:ext>
              </a:extLst>
            </p:cNvPr>
            <p:cNvSpPr/>
            <p:nvPr/>
          </p:nvSpPr>
          <p:spPr>
            <a:xfrm>
              <a:off x="5718373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07" name="pg857">
              <a:extLst>
                <a:ext uri="{FF2B5EF4-FFF2-40B4-BE49-F238E27FC236}">
                  <a16:creationId xmlns:a16="http://schemas.microsoft.com/office/drawing/2014/main" id="{56507C3C-F780-D7BF-D6AD-05D2720D466A}"/>
                </a:ext>
              </a:extLst>
            </p:cNvPr>
            <p:cNvSpPr/>
            <p:nvPr/>
          </p:nvSpPr>
          <p:spPr>
            <a:xfrm>
              <a:off x="5730010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08" name="pg858">
              <a:extLst>
                <a:ext uri="{FF2B5EF4-FFF2-40B4-BE49-F238E27FC236}">
                  <a16:creationId xmlns:a16="http://schemas.microsoft.com/office/drawing/2014/main" id="{7C8EC015-C5B5-C944-7728-FDAC38A8E35F}"/>
                </a:ext>
              </a:extLst>
            </p:cNvPr>
            <p:cNvSpPr/>
            <p:nvPr/>
          </p:nvSpPr>
          <p:spPr>
            <a:xfrm>
              <a:off x="5741648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09" name="pg859">
              <a:extLst>
                <a:ext uri="{FF2B5EF4-FFF2-40B4-BE49-F238E27FC236}">
                  <a16:creationId xmlns:a16="http://schemas.microsoft.com/office/drawing/2014/main" id="{141DC54D-E2E7-EC50-68EA-1124B4B81613}"/>
                </a:ext>
              </a:extLst>
            </p:cNvPr>
            <p:cNvSpPr/>
            <p:nvPr/>
          </p:nvSpPr>
          <p:spPr>
            <a:xfrm>
              <a:off x="5753285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10" name="pg860">
              <a:extLst>
                <a:ext uri="{FF2B5EF4-FFF2-40B4-BE49-F238E27FC236}">
                  <a16:creationId xmlns:a16="http://schemas.microsoft.com/office/drawing/2014/main" id="{2BB5DCFE-4518-BEF2-CBC0-032B2379B022}"/>
                </a:ext>
              </a:extLst>
            </p:cNvPr>
            <p:cNvSpPr/>
            <p:nvPr/>
          </p:nvSpPr>
          <p:spPr>
            <a:xfrm>
              <a:off x="5764922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11" name="pg861">
              <a:extLst>
                <a:ext uri="{FF2B5EF4-FFF2-40B4-BE49-F238E27FC236}">
                  <a16:creationId xmlns:a16="http://schemas.microsoft.com/office/drawing/2014/main" id="{88F2DB3A-77D5-AE95-6B5D-D4071183F408}"/>
                </a:ext>
              </a:extLst>
            </p:cNvPr>
            <p:cNvSpPr/>
            <p:nvPr/>
          </p:nvSpPr>
          <p:spPr>
            <a:xfrm>
              <a:off x="5776560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12" name="pg862">
              <a:extLst>
                <a:ext uri="{FF2B5EF4-FFF2-40B4-BE49-F238E27FC236}">
                  <a16:creationId xmlns:a16="http://schemas.microsoft.com/office/drawing/2014/main" id="{AC76CAF6-91D7-C17C-59B3-5D04350A3567}"/>
                </a:ext>
              </a:extLst>
            </p:cNvPr>
            <p:cNvSpPr/>
            <p:nvPr/>
          </p:nvSpPr>
          <p:spPr>
            <a:xfrm>
              <a:off x="5788197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13" name="pg863">
              <a:extLst>
                <a:ext uri="{FF2B5EF4-FFF2-40B4-BE49-F238E27FC236}">
                  <a16:creationId xmlns:a16="http://schemas.microsoft.com/office/drawing/2014/main" id="{03E84753-6BFD-51F9-4BF9-5357566A689F}"/>
                </a:ext>
              </a:extLst>
            </p:cNvPr>
            <p:cNvSpPr/>
            <p:nvPr/>
          </p:nvSpPr>
          <p:spPr>
            <a:xfrm>
              <a:off x="5799834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14" name="pg864">
              <a:extLst>
                <a:ext uri="{FF2B5EF4-FFF2-40B4-BE49-F238E27FC236}">
                  <a16:creationId xmlns:a16="http://schemas.microsoft.com/office/drawing/2014/main" id="{9029483E-D167-7C59-CA1B-5055F7D4A019}"/>
                </a:ext>
              </a:extLst>
            </p:cNvPr>
            <p:cNvSpPr/>
            <p:nvPr/>
          </p:nvSpPr>
          <p:spPr>
            <a:xfrm>
              <a:off x="5613637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15" name="pg865">
              <a:extLst>
                <a:ext uri="{FF2B5EF4-FFF2-40B4-BE49-F238E27FC236}">
                  <a16:creationId xmlns:a16="http://schemas.microsoft.com/office/drawing/2014/main" id="{2030EB90-6941-C061-CB1C-FE58A8F7B4C0}"/>
                </a:ext>
              </a:extLst>
            </p:cNvPr>
            <p:cNvSpPr/>
            <p:nvPr/>
          </p:nvSpPr>
          <p:spPr>
            <a:xfrm>
              <a:off x="5625275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16" name="pg866">
              <a:extLst>
                <a:ext uri="{FF2B5EF4-FFF2-40B4-BE49-F238E27FC236}">
                  <a16:creationId xmlns:a16="http://schemas.microsoft.com/office/drawing/2014/main" id="{0726ED4A-89CE-66E6-E8E4-14DAAF5AF189}"/>
                </a:ext>
              </a:extLst>
            </p:cNvPr>
            <p:cNvSpPr/>
            <p:nvPr/>
          </p:nvSpPr>
          <p:spPr>
            <a:xfrm>
              <a:off x="563691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17" name="pg867">
              <a:extLst>
                <a:ext uri="{FF2B5EF4-FFF2-40B4-BE49-F238E27FC236}">
                  <a16:creationId xmlns:a16="http://schemas.microsoft.com/office/drawing/2014/main" id="{340F041A-8FFC-4868-45EA-964FC6B0E84B}"/>
                </a:ext>
              </a:extLst>
            </p:cNvPr>
            <p:cNvSpPr/>
            <p:nvPr/>
          </p:nvSpPr>
          <p:spPr>
            <a:xfrm>
              <a:off x="5648549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18" name="pg868">
              <a:extLst>
                <a:ext uri="{FF2B5EF4-FFF2-40B4-BE49-F238E27FC236}">
                  <a16:creationId xmlns:a16="http://schemas.microsoft.com/office/drawing/2014/main" id="{8914760A-593A-A784-38F3-82B4CF709A49}"/>
                </a:ext>
              </a:extLst>
            </p:cNvPr>
            <p:cNvSpPr/>
            <p:nvPr/>
          </p:nvSpPr>
          <p:spPr>
            <a:xfrm>
              <a:off x="5660186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19" name="pg869">
              <a:extLst>
                <a:ext uri="{FF2B5EF4-FFF2-40B4-BE49-F238E27FC236}">
                  <a16:creationId xmlns:a16="http://schemas.microsoft.com/office/drawing/2014/main" id="{23FCCC4A-C3D0-DC94-0C5E-6E0C5FFBE19F}"/>
                </a:ext>
              </a:extLst>
            </p:cNvPr>
            <p:cNvSpPr/>
            <p:nvPr/>
          </p:nvSpPr>
          <p:spPr>
            <a:xfrm>
              <a:off x="5671824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20" name="pg870">
              <a:extLst>
                <a:ext uri="{FF2B5EF4-FFF2-40B4-BE49-F238E27FC236}">
                  <a16:creationId xmlns:a16="http://schemas.microsoft.com/office/drawing/2014/main" id="{BF4BD57C-F9DE-D840-B831-421FECBBA208}"/>
                </a:ext>
              </a:extLst>
            </p:cNvPr>
            <p:cNvSpPr/>
            <p:nvPr/>
          </p:nvSpPr>
          <p:spPr>
            <a:xfrm>
              <a:off x="5683461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21" name="pg871">
              <a:extLst>
                <a:ext uri="{FF2B5EF4-FFF2-40B4-BE49-F238E27FC236}">
                  <a16:creationId xmlns:a16="http://schemas.microsoft.com/office/drawing/2014/main" id="{F933DED8-09BC-E8E7-A386-F3E25329D03C}"/>
                </a:ext>
              </a:extLst>
            </p:cNvPr>
            <p:cNvSpPr/>
            <p:nvPr/>
          </p:nvSpPr>
          <p:spPr>
            <a:xfrm>
              <a:off x="5695098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22" name="pg872">
              <a:extLst>
                <a:ext uri="{FF2B5EF4-FFF2-40B4-BE49-F238E27FC236}">
                  <a16:creationId xmlns:a16="http://schemas.microsoft.com/office/drawing/2014/main" id="{2E954646-B4FD-5818-C9CE-1FD6F0834DF6}"/>
                </a:ext>
              </a:extLst>
            </p:cNvPr>
            <p:cNvSpPr/>
            <p:nvPr/>
          </p:nvSpPr>
          <p:spPr>
            <a:xfrm>
              <a:off x="5706736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23" name="pg873">
              <a:extLst>
                <a:ext uri="{FF2B5EF4-FFF2-40B4-BE49-F238E27FC236}">
                  <a16:creationId xmlns:a16="http://schemas.microsoft.com/office/drawing/2014/main" id="{0BFC60DD-C9D5-45F7-289A-61612AB816DD}"/>
                </a:ext>
              </a:extLst>
            </p:cNvPr>
            <p:cNvSpPr/>
            <p:nvPr/>
          </p:nvSpPr>
          <p:spPr>
            <a:xfrm>
              <a:off x="5718373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24" name="pg874">
              <a:extLst>
                <a:ext uri="{FF2B5EF4-FFF2-40B4-BE49-F238E27FC236}">
                  <a16:creationId xmlns:a16="http://schemas.microsoft.com/office/drawing/2014/main" id="{8B1E42C3-9A44-1607-BBE1-0033FB36A632}"/>
                </a:ext>
              </a:extLst>
            </p:cNvPr>
            <p:cNvSpPr/>
            <p:nvPr/>
          </p:nvSpPr>
          <p:spPr>
            <a:xfrm>
              <a:off x="5730010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25" name="pg875">
              <a:extLst>
                <a:ext uri="{FF2B5EF4-FFF2-40B4-BE49-F238E27FC236}">
                  <a16:creationId xmlns:a16="http://schemas.microsoft.com/office/drawing/2014/main" id="{034FA009-4269-99CD-A992-57A09CC80FDF}"/>
                </a:ext>
              </a:extLst>
            </p:cNvPr>
            <p:cNvSpPr/>
            <p:nvPr/>
          </p:nvSpPr>
          <p:spPr>
            <a:xfrm>
              <a:off x="5741648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26" name="pg876">
              <a:extLst>
                <a:ext uri="{FF2B5EF4-FFF2-40B4-BE49-F238E27FC236}">
                  <a16:creationId xmlns:a16="http://schemas.microsoft.com/office/drawing/2014/main" id="{13B796B4-AA6B-59B8-871D-A8B6528683D7}"/>
                </a:ext>
              </a:extLst>
            </p:cNvPr>
            <p:cNvSpPr/>
            <p:nvPr/>
          </p:nvSpPr>
          <p:spPr>
            <a:xfrm>
              <a:off x="5753285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27" name="pg877">
              <a:extLst>
                <a:ext uri="{FF2B5EF4-FFF2-40B4-BE49-F238E27FC236}">
                  <a16:creationId xmlns:a16="http://schemas.microsoft.com/office/drawing/2014/main" id="{48A79A5F-F3DD-5B52-D27B-0AAEB774D662}"/>
                </a:ext>
              </a:extLst>
            </p:cNvPr>
            <p:cNvSpPr/>
            <p:nvPr/>
          </p:nvSpPr>
          <p:spPr>
            <a:xfrm>
              <a:off x="576492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28" name="pg878">
              <a:extLst>
                <a:ext uri="{FF2B5EF4-FFF2-40B4-BE49-F238E27FC236}">
                  <a16:creationId xmlns:a16="http://schemas.microsoft.com/office/drawing/2014/main" id="{33E4BC9B-E9C6-830E-8C67-92B514E495E8}"/>
                </a:ext>
              </a:extLst>
            </p:cNvPr>
            <p:cNvSpPr/>
            <p:nvPr/>
          </p:nvSpPr>
          <p:spPr>
            <a:xfrm>
              <a:off x="5776560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29" name="pg879">
              <a:extLst>
                <a:ext uri="{FF2B5EF4-FFF2-40B4-BE49-F238E27FC236}">
                  <a16:creationId xmlns:a16="http://schemas.microsoft.com/office/drawing/2014/main" id="{91F649B0-46E9-4EFF-A88D-22D2BFC07EAB}"/>
                </a:ext>
              </a:extLst>
            </p:cNvPr>
            <p:cNvSpPr/>
            <p:nvPr/>
          </p:nvSpPr>
          <p:spPr>
            <a:xfrm>
              <a:off x="5788197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30" name="pg880">
              <a:extLst>
                <a:ext uri="{FF2B5EF4-FFF2-40B4-BE49-F238E27FC236}">
                  <a16:creationId xmlns:a16="http://schemas.microsoft.com/office/drawing/2014/main" id="{D829B726-AAE8-1084-B74E-2E751F8D4F18}"/>
                </a:ext>
              </a:extLst>
            </p:cNvPr>
            <p:cNvSpPr/>
            <p:nvPr/>
          </p:nvSpPr>
          <p:spPr>
            <a:xfrm>
              <a:off x="5799834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31" name="pg881">
              <a:extLst>
                <a:ext uri="{FF2B5EF4-FFF2-40B4-BE49-F238E27FC236}">
                  <a16:creationId xmlns:a16="http://schemas.microsoft.com/office/drawing/2014/main" id="{0B593D14-7F75-14BE-74DB-68AB8C165071}"/>
                </a:ext>
              </a:extLst>
            </p:cNvPr>
            <p:cNvSpPr/>
            <p:nvPr/>
          </p:nvSpPr>
          <p:spPr>
            <a:xfrm>
              <a:off x="581147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32" name="pg882">
              <a:extLst>
                <a:ext uri="{FF2B5EF4-FFF2-40B4-BE49-F238E27FC236}">
                  <a16:creationId xmlns:a16="http://schemas.microsoft.com/office/drawing/2014/main" id="{D4EF5FB6-618B-5FDF-6604-1667ABD1FAA0}"/>
                </a:ext>
              </a:extLst>
            </p:cNvPr>
            <p:cNvSpPr/>
            <p:nvPr/>
          </p:nvSpPr>
          <p:spPr>
            <a:xfrm>
              <a:off x="5613637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33" name="pg883">
              <a:extLst>
                <a:ext uri="{FF2B5EF4-FFF2-40B4-BE49-F238E27FC236}">
                  <a16:creationId xmlns:a16="http://schemas.microsoft.com/office/drawing/2014/main" id="{1A736929-1DD7-5BE5-2A6E-4C576450693D}"/>
                </a:ext>
              </a:extLst>
            </p:cNvPr>
            <p:cNvSpPr/>
            <p:nvPr/>
          </p:nvSpPr>
          <p:spPr>
            <a:xfrm>
              <a:off x="5625275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34" name="pg884">
              <a:extLst>
                <a:ext uri="{FF2B5EF4-FFF2-40B4-BE49-F238E27FC236}">
                  <a16:creationId xmlns:a16="http://schemas.microsoft.com/office/drawing/2014/main" id="{D718A08A-8F5B-D9BA-E970-D7C1F828C432}"/>
                </a:ext>
              </a:extLst>
            </p:cNvPr>
            <p:cNvSpPr/>
            <p:nvPr/>
          </p:nvSpPr>
          <p:spPr>
            <a:xfrm>
              <a:off x="563691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F39">
                <a:alpha val="100000"/>
              </a:srgbClr>
            </a:solidFill>
            <a:ln w="5420" cap="flat">
              <a:solidFill>
                <a:srgbClr val="29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35" name="pg885">
              <a:extLst>
                <a:ext uri="{FF2B5EF4-FFF2-40B4-BE49-F238E27FC236}">
                  <a16:creationId xmlns:a16="http://schemas.microsoft.com/office/drawing/2014/main" id="{3AD3A711-AD0A-8A1B-079B-4194E68635CC}"/>
                </a:ext>
              </a:extLst>
            </p:cNvPr>
            <p:cNvSpPr/>
            <p:nvPr/>
          </p:nvSpPr>
          <p:spPr>
            <a:xfrm>
              <a:off x="5648549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36" name="pg886">
              <a:extLst>
                <a:ext uri="{FF2B5EF4-FFF2-40B4-BE49-F238E27FC236}">
                  <a16:creationId xmlns:a16="http://schemas.microsoft.com/office/drawing/2014/main" id="{4AAE23AE-1D85-D7B6-D1EB-EA3CA77B605A}"/>
                </a:ext>
              </a:extLst>
            </p:cNvPr>
            <p:cNvSpPr/>
            <p:nvPr/>
          </p:nvSpPr>
          <p:spPr>
            <a:xfrm>
              <a:off x="5660186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37" name="pg887">
              <a:extLst>
                <a:ext uri="{FF2B5EF4-FFF2-40B4-BE49-F238E27FC236}">
                  <a16:creationId xmlns:a16="http://schemas.microsoft.com/office/drawing/2014/main" id="{8AB5F6C8-177E-20A0-520E-65532F4CF054}"/>
                </a:ext>
              </a:extLst>
            </p:cNvPr>
            <p:cNvSpPr/>
            <p:nvPr/>
          </p:nvSpPr>
          <p:spPr>
            <a:xfrm>
              <a:off x="5671824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38" name="pg888">
              <a:extLst>
                <a:ext uri="{FF2B5EF4-FFF2-40B4-BE49-F238E27FC236}">
                  <a16:creationId xmlns:a16="http://schemas.microsoft.com/office/drawing/2014/main" id="{9AA96BA9-7ECD-7F92-3B62-C9C1DFE54926}"/>
                </a:ext>
              </a:extLst>
            </p:cNvPr>
            <p:cNvSpPr/>
            <p:nvPr/>
          </p:nvSpPr>
          <p:spPr>
            <a:xfrm>
              <a:off x="5683461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39" name="pg889">
              <a:extLst>
                <a:ext uri="{FF2B5EF4-FFF2-40B4-BE49-F238E27FC236}">
                  <a16:creationId xmlns:a16="http://schemas.microsoft.com/office/drawing/2014/main" id="{6D4709EB-73A3-9277-A45B-EC8A00BFA204}"/>
                </a:ext>
              </a:extLst>
            </p:cNvPr>
            <p:cNvSpPr/>
            <p:nvPr/>
          </p:nvSpPr>
          <p:spPr>
            <a:xfrm>
              <a:off x="5695098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40" name="pg890">
              <a:extLst>
                <a:ext uri="{FF2B5EF4-FFF2-40B4-BE49-F238E27FC236}">
                  <a16:creationId xmlns:a16="http://schemas.microsoft.com/office/drawing/2014/main" id="{38B5B31E-5866-D553-89B1-F8D924CC42D8}"/>
                </a:ext>
              </a:extLst>
            </p:cNvPr>
            <p:cNvSpPr/>
            <p:nvPr/>
          </p:nvSpPr>
          <p:spPr>
            <a:xfrm>
              <a:off x="5706736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41" name="pg891">
              <a:extLst>
                <a:ext uri="{FF2B5EF4-FFF2-40B4-BE49-F238E27FC236}">
                  <a16:creationId xmlns:a16="http://schemas.microsoft.com/office/drawing/2014/main" id="{B8165D32-43D6-FE10-16B5-D7DC7E80150F}"/>
                </a:ext>
              </a:extLst>
            </p:cNvPr>
            <p:cNvSpPr/>
            <p:nvPr/>
          </p:nvSpPr>
          <p:spPr>
            <a:xfrm>
              <a:off x="5718373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42" name="pg892">
              <a:extLst>
                <a:ext uri="{FF2B5EF4-FFF2-40B4-BE49-F238E27FC236}">
                  <a16:creationId xmlns:a16="http://schemas.microsoft.com/office/drawing/2014/main" id="{321C72B3-4F44-813C-7EC4-463EEBD62C88}"/>
                </a:ext>
              </a:extLst>
            </p:cNvPr>
            <p:cNvSpPr/>
            <p:nvPr/>
          </p:nvSpPr>
          <p:spPr>
            <a:xfrm>
              <a:off x="5730010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43" name="pg893">
              <a:extLst>
                <a:ext uri="{FF2B5EF4-FFF2-40B4-BE49-F238E27FC236}">
                  <a16:creationId xmlns:a16="http://schemas.microsoft.com/office/drawing/2014/main" id="{FBAC8278-2219-9E8D-D22D-DFD46552DAA7}"/>
                </a:ext>
              </a:extLst>
            </p:cNvPr>
            <p:cNvSpPr/>
            <p:nvPr/>
          </p:nvSpPr>
          <p:spPr>
            <a:xfrm>
              <a:off x="5741648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44" name="pg894">
              <a:extLst>
                <a:ext uri="{FF2B5EF4-FFF2-40B4-BE49-F238E27FC236}">
                  <a16:creationId xmlns:a16="http://schemas.microsoft.com/office/drawing/2014/main" id="{3BAD670C-1669-66BE-5D5F-B57D738CC17B}"/>
                </a:ext>
              </a:extLst>
            </p:cNvPr>
            <p:cNvSpPr/>
            <p:nvPr/>
          </p:nvSpPr>
          <p:spPr>
            <a:xfrm>
              <a:off x="5753285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45" name="pg895">
              <a:extLst>
                <a:ext uri="{FF2B5EF4-FFF2-40B4-BE49-F238E27FC236}">
                  <a16:creationId xmlns:a16="http://schemas.microsoft.com/office/drawing/2014/main" id="{FB82FE71-9899-3C54-D019-0C0E6F52938E}"/>
                </a:ext>
              </a:extLst>
            </p:cNvPr>
            <p:cNvSpPr/>
            <p:nvPr/>
          </p:nvSpPr>
          <p:spPr>
            <a:xfrm>
              <a:off x="576492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46" name="pg896">
              <a:extLst>
                <a:ext uri="{FF2B5EF4-FFF2-40B4-BE49-F238E27FC236}">
                  <a16:creationId xmlns:a16="http://schemas.microsoft.com/office/drawing/2014/main" id="{EB19F6E9-ADA7-1C43-7CA0-5DEF861BA7E3}"/>
                </a:ext>
              </a:extLst>
            </p:cNvPr>
            <p:cNvSpPr/>
            <p:nvPr/>
          </p:nvSpPr>
          <p:spPr>
            <a:xfrm>
              <a:off x="5776560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47" name="pg897">
              <a:extLst>
                <a:ext uri="{FF2B5EF4-FFF2-40B4-BE49-F238E27FC236}">
                  <a16:creationId xmlns:a16="http://schemas.microsoft.com/office/drawing/2014/main" id="{55E5E292-7450-27C2-A064-E3DEDDBF82B8}"/>
                </a:ext>
              </a:extLst>
            </p:cNvPr>
            <p:cNvSpPr/>
            <p:nvPr/>
          </p:nvSpPr>
          <p:spPr>
            <a:xfrm>
              <a:off x="5788197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48" name="pg898">
              <a:extLst>
                <a:ext uri="{FF2B5EF4-FFF2-40B4-BE49-F238E27FC236}">
                  <a16:creationId xmlns:a16="http://schemas.microsoft.com/office/drawing/2014/main" id="{50B65FAB-CCA7-6260-9A75-790F4F1EB0F1}"/>
                </a:ext>
              </a:extLst>
            </p:cNvPr>
            <p:cNvSpPr/>
            <p:nvPr/>
          </p:nvSpPr>
          <p:spPr>
            <a:xfrm>
              <a:off x="5799834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49" name="pg899">
              <a:extLst>
                <a:ext uri="{FF2B5EF4-FFF2-40B4-BE49-F238E27FC236}">
                  <a16:creationId xmlns:a16="http://schemas.microsoft.com/office/drawing/2014/main" id="{1218C3F4-E2A6-D4B5-BCE6-96BB751E0D6A}"/>
                </a:ext>
              </a:extLst>
            </p:cNvPr>
            <p:cNvSpPr/>
            <p:nvPr/>
          </p:nvSpPr>
          <p:spPr>
            <a:xfrm>
              <a:off x="581147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50" name="pg900">
              <a:extLst>
                <a:ext uri="{FF2B5EF4-FFF2-40B4-BE49-F238E27FC236}">
                  <a16:creationId xmlns:a16="http://schemas.microsoft.com/office/drawing/2014/main" id="{D912A9BD-0069-3BC0-A462-4CCACFB94CDE}"/>
                </a:ext>
              </a:extLst>
            </p:cNvPr>
            <p:cNvSpPr/>
            <p:nvPr/>
          </p:nvSpPr>
          <p:spPr>
            <a:xfrm>
              <a:off x="5613637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4">
                <a:alpha val="100000"/>
              </a:srgbClr>
            </a:solidFill>
            <a:ln w="5420" cap="flat">
              <a:solidFill>
                <a:srgbClr val="261C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51" name="pg901">
              <a:extLst>
                <a:ext uri="{FF2B5EF4-FFF2-40B4-BE49-F238E27FC236}">
                  <a16:creationId xmlns:a16="http://schemas.microsoft.com/office/drawing/2014/main" id="{70B20033-A3DD-F892-8DC5-42276D52BB02}"/>
                </a:ext>
              </a:extLst>
            </p:cNvPr>
            <p:cNvSpPr/>
            <p:nvPr/>
          </p:nvSpPr>
          <p:spPr>
            <a:xfrm>
              <a:off x="5625275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30">
                <a:alpha val="100000"/>
              </a:srgbClr>
            </a:solidFill>
            <a:ln w="5420" cap="flat">
              <a:solidFill>
                <a:srgbClr val="241B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52" name="pg902">
              <a:extLst>
                <a:ext uri="{FF2B5EF4-FFF2-40B4-BE49-F238E27FC236}">
                  <a16:creationId xmlns:a16="http://schemas.microsoft.com/office/drawing/2014/main" id="{3DB3C238-BD5A-24CB-46BD-EC8D0AEADA9A}"/>
                </a:ext>
              </a:extLst>
            </p:cNvPr>
            <p:cNvSpPr/>
            <p:nvPr/>
          </p:nvSpPr>
          <p:spPr>
            <a:xfrm>
              <a:off x="563691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53" name="pg903">
              <a:extLst>
                <a:ext uri="{FF2B5EF4-FFF2-40B4-BE49-F238E27FC236}">
                  <a16:creationId xmlns:a16="http://schemas.microsoft.com/office/drawing/2014/main" id="{D80DEA74-F121-5AE5-38D2-0E6BE620937C}"/>
                </a:ext>
              </a:extLst>
            </p:cNvPr>
            <p:cNvSpPr/>
            <p:nvPr/>
          </p:nvSpPr>
          <p:spPr>
            <a:xfrm>
              <a:off x="5648549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D36">
                <a:alpha val="100000"/>
              </a:srgbClr>
            </a:solidFill>
            <a:ln w="5420" cap="flat">
              <a:solidFill>
                <a:srgbClr val="281D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54" name="pg904">
              <a:extLst>
                <a:ext uri="{FF2B5EF4-FFF2-40B4-BE49-F238E27FC236}">
                  <a16:creationId xmlns:a16="http://schemas.microsoft.com/office/drawing/2014/main" id="{C832EE18-B669-4D92-19EE-26F8EA056926}"/>
                </a:ext>
              </a:extLst>
            </p:cNvPr>
            <p:cNvSpPr/>
            <p:nvPr/>
          </p:nvSpPr>
          <p:spPr>
            <a:xfrm>
              <a:off x="5660186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55" name="pg905">
              <a:extLst>
                <a:ext uri="{FF2B5EF4-FFF2-40B4-BE49-F238E27FC236}">
                  <a16:creationId xmlns:a16="http://schemas.microsoft.com/office/drawing/2014/main" id="{7FCFE267-3FA1-62CC-A1BC-94CF5FAB7DA7}"/>
                </a:ext>
              </a:extLst>
            </p:cNvPr>
            <p:cNvSpPr/>
            <p:nvPr/>
          </p:nvSpPr>
          <p:spPr>
            <a:xfrm>
              <a:off x="5671824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56" name="pg906">
              <a:extLst>
                <a:ext uri="{FF2B5EF4-FFF2-40B4-BE49-F238E27FC236}">
                  <a16:creationId xmlns:a16="http://schemas.microsoft.com/office/drawing/2014/main" id="{50208DE3-3D2E-7F47-CF78-EF573B2BC74C}"/>
                </a:ext>
              </a:extLst>
            </p:cNvPr>
            <p:cNvSpPr/>
            <p:nvPr/>
          </p:nvSpPr>
          <p:spPr>
            <a:xfrm>
              <a:off x="5683461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57" name="pg907">
              <a:extLst>
                <a:ext uri="{FF2B5EF4-FFF2-40B4-BE49-F238E27FC236}">
                  <a16:creationId xmlns:a16="http://schemas.microsoft.com/office/drawing/2014/main" id="{24F0ECFF-AF9B-8A83-0AC0-EDB38F05DFD1}"/>
                </a:ext>
              </a:extLst>
            </p:cNvPr>
            <p:cNvSpPr/>
            <p:nvPr/>
          </p:nvSpPr>
          <p:spPr>
            <a:xfrm>
              <a:off x="5695098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58" name="pg908">
              <a:extLst>
                <a:ext uri="{FF2B5EF4-FFF2-40B4-BE49-F238E27FC236}">
                  <a16:creationId xmlns:a16="http://schemas.microsoft.com/office/drawing/2014/main" id="{C08039BE-93EB-08D5-37CE-D48335804DB6}"/>
                </a:ext>
              </a:extLst>
            </p:cNvPr>
            <p:cNvSpPr/>
            <p:nvPr/>
          </p:nvSpPr>
          <p:spPr>
            <a:xfrm>
              <a:off x="5706736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59" name="pg909">
              <a:extLst>
                <a:ext uri="{FF2B5EF4-FFF2-40B4-BE49-F238E27FC236}">
                  <a16:creationId xmlns:a16="http://schemas.microsoft.com/office/drawing/2014/main" id="{8F7B4387-E0CD-655D-51DE-4D14953A3182}"/>
                </a:ext>
              </a:extLst>
            </p:cNvPr>
            <p:cNvSpPr/>
            <p:nvPr/>
          </p:nvSpPr>
          <p:spPr>
            <a:xfrm>
              <a:off x="5718373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60" name="pg910">
              <a:extLst>
                <a:ext uri="{FF2B5EF4-FFF2-40B4-BE49-F238E27FC236}">
                  <a16:creationId xmlns:a16="http://schemas.microsoft.com/office/drawing/2014/main" id="{B232B8BE-10F5-C87F-5B82-62C12452FCE1}"/>
                </a:ext>
              </a:extLst>
            </p:cNvPr>
            <p:cNvSpPr/>
            <p:nvPr/>
          </p:nvSpPr>
          <p:spPr>
            <a:xfrm>
              <a:off x="5730010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61" name="pg911">
              <a:extLst>
                <a:ext uri="{FF2B5EF4-FFF2-40B4-BE49-F238E27FC236}">
                  <a16:creationId xmlns:a16="http://schemas.microsoft.com/office/drawing/2014/main" id="{443D4D24-5232-E3D8-2A50-338CBE3767D3}"/>
                </a:ext>
              </a:extLst>
            </p:cNvPr>
            <p:cNvSpPr/>
            <p:nvPr/>
          </p:nvSpPr>
          <p:spPr>
            <a:xfrm>
              <a:off x="5741648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62" name="pg912">
              <a:extLst>
                <a:ext uri="{FF2B5EF4-FFF2-40B4-BE49-F238E27FC236}">
                  <a16:creationId xmlns:a16="http://schemas.microsoft.com/office/drawing/2014/main" id="{6C0905FF-2042-2F54-B06C-75CE3943EEBD}"/>
                </a:ext>
              </a:extLst>
            </p:cNvPr>
            <p:cNvSpPr/>
            <p:nvPr/>
          </p:nvSpPr>
          <p:spPr>
            <a:xfrm>
              <a:off x="5753285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63" name="pg913">
              <a:extLst>
                <a:ext uri="{FF2B5EF4-FFF2-40B4-BE49-F238E27FC236}">
                  <a16:creationId xmlns:a16="http://schemas.microsoft.com/office/drawing/2014/main" id="{8BCF3F12-9776-8944-DA86-D18A2177AFAF}"/>
                </a:ext>
              </a:extLst>
            </p:cNvPr>
            <p:cNvSpPr/>
            <p:nvPr/>
          </p:nvSpPr>
          <p:spPr>
            <a:xfrm>
              <a:off x="576492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64" name="pg914">
              <a:extLst>
                <a:ext uri="{FF2B5EF4-FFF2-40B4-BE49-F238E27FC236}">
                  <a16:creationId xmlns:a16="http://schemas.microsoft.com/office/drawing/2014/main" id="{B7BC1D87-B098-3178-5E6B-8BBBA8960DEF}"/>
                </a:ext>
              </a:extLst>
            </p:cNvPr>
            <p:cNvSpPr/>
            <p:nvPr/>
          </p:nvSpPr>
          <p:spPr>
            <a:xfrm>
              <a:off x="5776560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65" name="pg915">
              <a:extLst>
                <a:ext uri="{FF2B5EF4-FFF2-40B4-BE49-F238E27FC236}">
                  <a16:creationId xmlns:a16="http://schemas.microsoft.com/office/drawing/2014/main" id="{9C2C3D0A-30EE-DD29-E223-04C9948D2999}"/>
                </a:ext>
              </a:extLst>
            </p:cNvPr>
            <p:cNvSpPr/>
            <p:nvPr/>
          </p:nvSpPr>
          <p:spPr>
            <a:xfrm>
              <a:off x="5788197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66" name="pg916">
              <a:extLst>
                <a:ext uri="{FF2B5EF4-FFF2-40B4-BE49-F238E27FC236}">
                  <a16:creationId xmlns:a16="http://schemas.microsoft.com/office/drawing/2014/main" id="{75BBE5D9-1983-8452-69A7-55F0501577FD}"/>
                </a:ext>
              </a:extLst>
            </p:cNvPr>
            <p:cNvSpPr/>
            <p:nvPr/>
          </p:nvSpPr>
          <p:spPr>
            <a:xfrm>
              <a:off x="5799834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67" name="pg917">
              <a:extLst>
                <a:ext uri="{FF2B5EF4-FFF2-40B4-BE49-F238E27FC236}">
                  <a16:creationId xmlns:a16="http://schemas.microsoft.com/office/drawing/2014/main" id="{E3F71DD6-D7E6-E501-A154-75CAF7F0690A}"/>
                </a:ext>
              </a:extLst>
            </p:cNvPr>
            <p:cNvSpPr/>
            <p:nvPr/>
          </p:nvSpPr>
          <p:spPr>
            <a:xfrm>
              <a:off x="581147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68" name="pg918">
              <a:extLst>
                <a:ext uri="{FF2B5EF4-FFF2-40B4-BE49-F238E27FC236}">
                  <a16:creationId xmlns:a16="http://schemas.microsoft.com/office/drawing/2014/main" id="{DDD1A104-3D21-D376-5721-387EB75937AD}"/>
                </a:ext>
              </a:extLst>
            </p:cNvPr>
            <p:cNvSpPr/>
            <p:nvPr/>
          </p:nvSpPr>
          <p:spPr>
            <a:xfrm>
              <a:off x="547398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69" name="pg919">
              <a:extLst>
                <a:ext uri="{FF2B5EF4-FFF2-40B4-BE49-F238E27FC236}">
                  <a16:creationId xmlns:a16="http://schemas.microsoft.com/office/drawing/2014/main" id="{278FA7EA-B0C5-6E44-B608-6D6E1E9E2C76}"/>
                </a:ext>
              </a:extLst>
            </p:cNvPr>
            <p:cNvSpPr/>
            <p:nvPr/>
          </p:nvSpPr>
          <p:spPr>
            <a:xfrm>
              <a:off x="552053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70" name="pg920">
              <a:extLst>
                <a:ext uri="{FF2B5EF4-FFF2-40B4-BE49-F238E27FC236}">
                  <a16:creationId xmlns:a16="http://schemas.microsoft.com/office/drawing/2014/main" id="{2D99440F-37C0-37F7-87C0-3E14275EAB35}"/>
                </a:ext>
              </a:extLst>
            </p:cNvPr>
            <p:cNvSpPr/>
            <p:nvPr/>
          </p:nvSpPr>
          <p:spPr>
            <a:xfrm>
              <a:off x="553217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71" name="pg921">
              <a:extLst>
                <a:ext uri="{FF2B5EF4-FFF2-40B4-BE49-F238E27FC236}">
                  <a16:creationId xmlns:a16="http://schemas.microsoft.com/office/drawing/2014/main" id="{294561F5-2E3B-B222-F5B4-92787ACAC375}"/>
                </a:ext>
              </a:extLst>
            </p:cNvPr>
            <p:cNvSpPr/>
            <p:nvPr/>
          </p:nvSpPr>
          <p:spPr>
            <a:xfrm>
              <a:off x="554381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72" name="pg922">
              <a:extLst>
                <a:ext uri="{FF2B5EF4-FFF2-40B4-BE49-F238E27FC236}">
                  <a16:creationId xmlns:a16="http://schemas.microsoft.com/office/drawing/2014/main" id="{88357461-F60C-2C95-C298-EFDA4B049EF3}"/>
                </a:ext>
              </a:extLst>
            </p:cNvPr>
            <p:cNvSpPr/>
            <p:nvPr/>
          </p:nvSpPr>
          <p:spPr>
            <a:xfrm>
              <a:off x="5555451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73" name="pg923">
              <a:extLst>
                <a:ext uri="{FF2B5EF4-FFF2-40B4-BE49-F238E27FC236}">
                  <a16:creationId xmlns:a16="http://schemas.microsoft.com/office/drawing/2014/main" id="{E133F5AF-76AF-53CB-F04F-3CEB53234DBB}"/>
                </a:ext>
              </a:extLst>
            </p:cNvPr>
            <p:cNvSpPr/>
            <p:nvPr/>
          </p:nvSpPr>
          <p:spPr>
            <a:xfrm>
              <a:off x="556708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74" name="pg924">
              <a:extLst>
                <a:ext uri="{FF2B5EF4-FFF2-40B4-BE49-F238E27FC236}">
                  <a16:creationId xmlns:a16="http://schemas.microsoft.com/office/drawing/2014/main" id="{69B37B63-9B56-F644-C611-4C4390017A93}"/>
                </a:ext>
              </a:extLst>
            </p:cNvPr>
            <p:cNvSpPr/>
            <p:nvPr/>
          </p:nvSpPr>
          <p:spPr>
            <a:xfrm>
              <a:off x="557872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75" name="pg925">
              <a:extLst>
                <a:ext uri="{FF2B5EF4-FFF2-40B4-BE49-F238E27FC236}">
                  <a16:creationId xmlns:a16="http://schemas.microsoft.com/office/drawing/2014/main" id="{978FEE88-F1E1-E787-BF53-7083031E4AD2}"/>
                </a:ext>
              </a:extLst>
            </p:cNvPr>
            <p:cNvSpPr/>
            <p:nvPr/>
          </p:nvSpPr>
          <p:spPr>
            <a:xfrm>
              <a:off x="559036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76" name="pg926">
              <a:extLst>
                <a:ext uri="{FF2B5EF4-FFF2-40B4-BE49-F238E27FC236}">
                  <a16:creationId xmlns:a16="http://schemas.microsoft.com/office/drawing/2014/main" id="{CF7240C0-3204-935B-7491-CFAF0DD0C74F}"/>
                </a:ext>
              </a:extLst>
            </p:cNvPr>
            <p:cNvSpPr/>
            <p:nvPr/>
          </p:nvSpPr>
          <p:spPr>
            <a:xfrm>
              <a:off x="560200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77" name="pg927">
              <a:extLst>
                <a:ext uri="{FF2B5EF4-FFF2-40B4-BE49-F238E27FC236}">
                  <a16:creationId xmlns:a16="http://schemas.microsoft.com/office/drawing/2014/main" id="{A5B443B6-3023-A720-A539-9DDA13F8D0B9}"/>
                </a:ext>
              </a:extLst>
            </p:cNvPr>
            <p:cNvSpPr/>
            <p:nvPr/>
          </p:nvSpPr>
          <p:spPr>
            <a:xfrm>
              <a:off x="5613637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4">
                <a:alpha val="100000"/>
              </a:srgbClr>
            </a:solidFill>
            <a:ln w="5420" cap="flat">
              <a:solidFill>
                <a:srgbClr val="271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78" name="pg928">
              <a:extLst>
                <a:ext uri="{FF2B5EF4-FFF2-40B4-BE49-F238E27FC236}">
                  <a16:creationId xmlns:a16="http://schemas.microsoft.com/office/drawing/2014/main" id="{7FA0E568-6730-A2CC-626E-74AEE9700E81}"/>
                </a:ext>
              </a:extLst>
            </p:cNvPr>
            <p:cNvSpPr/>
            <p:nvPr/>
          </p:nvSpPr>
          <p:spPr>
            <a:xfrm>
              <a:off x="562527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79" name="pg929">
              <a:extLst>
                <a:ext uri="{FF2B5EF4-FFF2-40B4-BE49-F238E27FC236}">
                  <a16:creationId xmlns:a16="http://schemas.microsoft.com/office/drawing/2014/main" id="{0716904F-93A6-9346-8885-195DF4CADE85}"/>
                </a:ext>
              </a:extLst>
            </p:cNvPr>
            <p:cNvSpPr/>
            <p:nvPr/>
          </p:nvSpPr>
          <p:spPr>
            <a:xfrm>
              <a:off x="5636912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80" name="pg930">
              <a:extLst>
                <a:ext uri="{FF2B5EF4-FFF2-40B4-BE49-F238E27FC236}">
                  <a16:creationId xmlns:a16="http://schemas.microsoft.com/office/drawing/2014/main" id="{1108487B-36A3-C6B2-D174-9E53A5FC0A50}"/>
                </a:ext>
              </a:extLst>
            </p:cNvPr>
            <p:cNvSpPr/>
            <p:nvPr/>
          </p:nvSpPr>
          <p:spPr>
            <a:xfrm>
              <a:off x="564854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D36">
                <a:alpha val="100000"/>
              </a:srgbClr>
            </a:solidFill>
            <a:ln w="5420" cap="flat">
              <a:solidFill>
                <a:srgbClr val="281D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81" name="pg931">
              <a:extLst>
                <a:ext uri="{FF2B5EF4-FFF2-40B4-BE49-F238E27FC236}">
                  <a16:creationId xmlns:a16="http://schemas.microsoft.com/office/drawing/2014/main" id="{45A89C27-8898-5A1F-DD31-46F07E826BBF}"/>
                </a:ext>
              </a:extLst>
            </p:cNvPr>
            <p:cNvSpPr/>
            <p:nvPr/>
          </p:nvSpPr>
          <p:spPr>
            <a:xfrm>
              <a:off x="566018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82" name="pg932">
              <a:extLst>
                <a:ext uri="{FF2B5EF4-FFF2-40B4-BE49-F238E27FC236}">
                  <a16:creationId xmlns:a16="http://schemas.microsoft.com/office/drawing/2014/main" id="{A2835541-9FDF-6C36-3036-987B67117A83}"/>
                </a:ext>
              </a:extLst>
            </p:cNvPr>
            <p:cNvSpPr/>
            <p:nvPr/>
          </p:nvSpPr>
          <p:spPr>
            <a:xfrm>
              <a:off x="5671824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83" name="pg933">
              <a:extLst>
                <a:ext uri="{FF2B5EF4-FFF2-40B4-BE49-F238E27FC236}">
                  <a16:creationId xmlns:a16="http://schemas.microsoft.com/office/drawing/2014/main" id="{D8CDAEF2-D261-0E54-CBA9-4ED1E79EB563}"/>
                </a:ext>
              </a:extLst>
            </p:cNvPr>
            <p:cNvSpPr/>
            <p:nvPr/>
          </p:nvSpPr>
          <p:spPr>
            <a:xfrm>
              <a:off x="5683461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84" name="pg934">
              <a:extLst>
                <a:ext uri="{FF2B5EF4-FFF2-40B4-BE49-F238E27FC236}">
                  <a16:creationId xmlns:a16="http://schemas.microsoft.com/office/drawing/2014/main" id="{DB6F5834-2A3A-142A-4F39-C8FB72FFBDC1}"/>
                </a:ext>
              </a:extLst>
            </p:cNvPr>
            <p:cNvSpPr/>
            <p:nvPr/>
          </p:nvSpPr>
          <p:spPr>
            <a:xfrm>
              <a:off x="569509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85" name="pg935">
              <a:extLst>
                <a:ext uri="{FF2B5EF4-FFF2-40B4-BE49-F238E27FC236}">
                  <a16:creationId xmlns:a16="http://schemas.microsoft.com/office/drawing/2014/main" id="{74C20F23-1657-FF29-7E3F-E411508468C5}"/>
                </a:ext>
              </a:extLst>
            </p:cNvPr>
            <p:cNvSpPr/>
            <p:nvPr/>
          </p:nvSpPr>
          <p:spPr>
            <a:xfrm>
              <a:off x="570673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86" name="pg936">
              <a:extLst>
                <a:ext uri="{FF2B5EF4-FFF2-40B4-BE49-F238E27FC236}">
                  <a16:creationId xmlns:a16="http://schemas.microsoft.com/office/drawing/2014/main" id="{39F9BB17-0FE6-63F4-0E18-73714E2CC165}"/>
                </a:ext>
              </a:extLst>
            </p:cNvPr>
            <p:cNvSpPr/>
            <p:nvPr/>
          </p:nvSpPr>
          <p:spPr>
            <a:xfrm>
              <a:off x="571837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87" name="pg937">
              <a:extLst>
                <a:ext uri="{FF2B5EF4-FFF2-40B4-BE49-F238E27FC236}">
                  <a16:creationId xmlns:a16="http://schemas.microsoft.com/office/drawing/2014/main" id="{BC64F772-2941-89BF-DA19-8D9D8DA95CE0}"/>
                </a:ext>
              </a:extLst>
            </p:cNvPr>
            <p:cNvSpPr/>
            <p:nvPr/>
          </p:nvSpPr>
          <p:spPr>
            <a:xfrm>
              <a:off x="573001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88" name="pg938">
              <a:extLst>
                <a:ext uri="{FF2B5EF4-FFF2-40B4-BE49-F238E27FC236}">
                  <a16:creationId xmlns:a16="http://schemas.microsoft.com/office/drawing/2014/main" id="{AADF75B3-BC94-A101-55C9-00F4A8749AE8}"/>
                </a:ext>
              </a:extLst>
            </p:cNvPr>
            <p:cNvSpPr/>
            <p:nvPr/>
          </p:nvSpPr>
          <p:spPr>
            <a:xfrm>
              <a:off x="574164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89" name="pg939">
              <a:extLst>
                <a:ext uri="{FF2B5EF4-FFF2-40B4-BE49-F238E27FC236}">
                  <a16:creationId xmlns:a16="http://schemas.microsoft.com/office/drawing/2014/main" id="{4C1B40A5-4DA0-DDD8-7CBD-C6AEBEB5C911}"/>
                </a:ext>
              </a:extLst>
            </p:cNvPr>
            <p:cNvSpPr/>
            <p:nvPr/>
          </p:nvSpPr>
          <p:spPr>
            <a:xfrm>
              <a:off x="575328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90" name="pg940">
              <a:extLst>
                <a:ext uri="{FF2B5EF4-FFF2-40B4-BE49-F238E27FC236}">
                  <a16:creationId xmlns:a16="http://schemas.microsoft.com/office/drawing/2014/main" id="{13A4E601-B8CB-2F5A-1600-ED2A1EF6590D}"/>
                </a:ext>
              </a:extLst>
            </p:cNvPr>
            <p:cNvSpPr/>
            <p:nvPr/>
          </p:nvSpPr>
          <p:spPr>
            <a:xfrm>
              <a:off x="5764922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91" name="pg941">
              <a:extLst>
                <a:ext uri="{FF2B5EF4-FFF2-40B4-BE49-F238E27FC236}">
                  <a16:creationId xmlns:a16="http://schemas.microsoft.com/office/drawing/2014/main" id="{5DA0D683-05DE-EE8D-9CFC-B5A13EACCC33}"/>
                </a:ext>
              </a:extLst>
            </p:cNvPr>
            <p:cNvSpPr/>
            <p:nvPr/>
          </p:nvSpPr>
          <p:spPr>
            <a:xfrm>
              <a:off x="577656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92" name="pg942">
              <a:extLst>
                <a:ext uri="{FF2B5EF4-FFF2-40B4-BE49-F238E27FC236}">
                  <a16:creationId xmlns:a16="http://schemas.microsoft.com/office/drawing/2014/main" id="{098CE57D-9F17-250B-861F-B2512FC66FCB}"/>
                </a:ext>
              </a:extLst>
            </p:cNvPr>
            <p:cNvSpPr/>
            <p:nvPr/>
          </p:nvSpPr>
          <p:spPr>
            <a:xfrm>
              <a:off x="5788197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93" name="pg943">
              <a:extLst>
                <a:ext uri="{FF2B5EF4-FFF2-40B4-BE49-F238E27FC236}">
                  <a16:creationId xmlns:a16="http://schemas.microsoft.com/office/drawing/2014/main" id="{FA03219E-D753-4852-D368-9BA8A71CDA2E}"/>
                </a:ext>
              </a:extLst>
            </p:cNvPr>
            <p:cNvSpPr/>
            <p:nvPr/>
          </p:nvSpPr>
          <p:spPr>
            <a:xfrm>
              <a:off x="5799834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94" name="pg944">
              <a:extLst>
                <a:ext uri="{FF2B5EF4-FFF2-40B4-BE49-F238E27FC236}">
                  <a16:creationId xmlns:a16="http://schemas.microsoft.com/office/drawing/2014/main" id="{9FA71FBC-10F9-E2EE-72BC-1EF2090B1890}"/>
                </a:ext>
              </a:extLst>
            </p:cNvPr>
            <p:cNvSpPr/>
            <p:nvPr/>
          </p:nvSpPr>
          <p:spPr>
            <a:xfrm>
              <a:off x="534597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95" name="pg945">
              <a:extLst>
                <a:ext uri="{FF2B5EF4-FFF2-40B4-BE49-F238E27FC236}">
                  <a16:creationId xmlns:a16="http://schemas.microsoft.com/office/drawing/2014/main" id="{33A751E6-C09E-8E93-A56A-24023ABEC68B}"/>
                </a:ext>
              </a:extLst>
            </p:cNvPr>
            <p:cNvSpPr/>
            <p:nvPr/>
          </p:nvSpPr>
          <p:spPr>
            <a:xfrm>
              <a:off x="535761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96" name="pg946">
              <a:extLst>
                <a:ext uri="{FF2B5EF4-FFF2-40B4-BE49-F238E27FC236}">
                  <a16:creationId xmlns:a16="http://schemas.microsoft.com/office/drawing/2014/main" id="{3556291B-B699-FCAF-0364-7674C7F81AC9}"/>
                </a:ext>
              </a:extLst>
            </p:cNvPr>
            <p:cNvSpPr/>
            <p:nvPr/>
          </p:nvSpPr>
          <p:spPr>
            <a:xfrm>
              <a:off x="536925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97" name="pg947">
              <a:extLst>
                <a:ext uri="{FF2B5EF4-FFF2-40B4-BE49-F238E27FC236}">
                  <a16:creationId xmlns:a16="http://schemas.microsoft.com/office/drawing/2014/main" id="{4E72D663-4F53-3C46-CB33-2E041453B087}"/>
                </a:ext>
              </a:extLst>
            </p:cNvPr>
            <p:cNvSpPr/>
            <p:nvPr/>
          </p:nvSpPr>
          <p:spPr>
            <a:xfrm>
              <a:off x="543907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98" name="pg948">
              <a:extLst>
                <a:ext uri="{FF2B5EF4-FFF2-40B4-BE49-F238E27FC236}">
                  <a16:creationId xmlns:a16="http://schemas.microsoft.com/office/drawing/2014/main" id="{01CF08A0-EF6F-DB39-6FBB-FE9A8C8699D0}"/>
                </a:ext>
              </a:extLst>
            </p:cNvPr>
            <p:cNvSpPr/>
            <p:nvPr/>
          </p:nvSpPr>
          <p:spPr>
            <a:xfrm>
              <a:off x="545071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99" name="pg949">
              <a:extLst>
                <a:ext uri="{FF2B5EF4-FFF2-40B4-BE49-F238E27FC236}">
                  <a16:creationId xmlns:a16="http://schemas.microsoft.com/office/drawing/2014/main" id="{84E234F6-9154-96DC-E93D-3F46411105D5}"/>
                </a:ext>
              </a:extLst>
            </p:cNvPr>
            <p:cNvSpPr/>
            <p:nvPr/>
          </p:nvSpPr>
          <p:spPr>
            <a:xfrm>
              <a:off x="546235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00" name="pg950">
              <a:extLst>
                <a:ext uri="{FF2B5EF4-FFF2-40B4-BE49-F238E27FC236}">
                  <a16:creationId xmlns:a16="http://schemas.microsoft.com/office/drawing/2014/main" id="{082D09E1-1C28-3D66-F86A-A8022CA7C867}"/>
                </a:ext>
              </a:extLst>
            </p:cNvPr>
            <p:cNvSpPr/>
            <p:nvPr/>
          </p:nvSpPr>
          <p:spPr>
            <a:xfrm>
              <a:off x="547398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01" name="pg951">
              <a:extLst>
                <a:ext uri="{FF2B5EF4-FFF2-40B4-BE49-F238E27FC236}">
                  <a16:creationId xmlns:a16="http://schemas.microsoft.com/office/drawing/2014/main" id="{B3B34A3F-3BC5-A585-A02D-15221D8DD560}"/>
                </a:ext>
              </a:extLst>
            </p:cNvPr>
            <p:cNvSpPr/>
            <p:nvPr/>
          </p:nvSpPr>
          <p:spPr>
            <a:xfrm>
              <a:off x="548562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02" name="pg952">
              <a:extLst>
                <a:ext uri="{FF2B5EF4-FFF2-40B4-BE49-F238E27FC236}">
                  <a16:creationId xmlns:a16="http://schemas.microsoft.com/office/drawing/2014/main" id="{10057F59-F0CE-3C35-83F6-3938CDAF591E}"/>
                </a:ext>
              </a:extLst>
            </p:cNvPr>
            <p:cNvSpPr/>
            <p:nvPr/>
          </p:nvSpPr>
          <p:spPr>
            <a:xfrm>
              <a:off x="5497264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03" name="pg953">
              <a:extLst>
                <a:ext uri="{FF2B5EF4-FFF2-40B4-BE49-F238E27FC236}">
                  <a16:creationId xmlns:a16="http://schemas.microsoft.com/office/drawing/2014/main" id="{99E5EEF4-2CA1-8A6D-224A-C85978B12F94}"/>
                </a:ext>
              </a:extLst>
            </p:cNvPr>
            <p:cNvSpPr/>
            <p:nvPr/>
          </p:nvSpPr>
          <p:spPr>
            <a:xfrm>
              <a:off x="550890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04" name="pg954">
              <a:extLst>
                <a:ext uri="{FF2B5EF4-FFF2-40B4-BE49-F238E27FC236}">
                  <a16:creationId xmlns:a16="http://schemas.microsoft.com/office/drawing/2014/main" id="{8FBA311C-A637-FCC9-AA3E-CAE272B2B493}"/>
                </a:ext>
              </a:extLst>
            </p:cNvPr>
            <p:cNvSpPr/>
            <p:nvPr/>
          </p:nvSpPr>
          <p:spPr>
            <a:xfrm>
              <a:off x="552053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05" name="pg955">
              <a:extLst>
                <a:ext uri="{FF2B5EF4-FFF2-40B4-BE49-F238E27FC236}">
                  <a16:creationId xmlns:a16="http://schemas.microsoft.com/office/drawing/2014/main" id="{52B3564A-4256-B36D-B032-4DFE77E4A636}"/>
                </a:ext>
              </a:extLst>
            </p:cNvPr>
            <p:cNvSpPr/>
            <p:nvPr/>
          </p:nvSpPr>
          <p:spPr>
            <a:xfrm>
              <a:off x="553217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06" name="pg956">
              <a:extLst>
                <a:ext uri="{FF2B5EF4-FFF2-40B4-BE49-F238E27FC236}">
                  <a16:creationId xmlns:a16="http://schemas.microsoft.com/office/drawing/2014/main" id="{EEA44A08-59BD-E44E-1BEF-EF10EC6E1568}"/>
                </a:ext>
              </a:extLst>
            </p:cNvPr>
            <p:cNvSpPr/>
            <p:nvPr/>
          </p:nvSpPr>
          <p:spPr>
            <a:xfrm>
              <a:off x="554381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07" name="pg957">
              <a:extLst>
                <a:ext uri="{FF2B5EF4-FFF2-40B4-BE49-F238E27FC236}">
                  <a16:creationId xmlns:a16="http://schemas.microsoft.com/office/drawing/2014/main" id="{1F547615-5649-C04A-A4C4-4DE86B789BE3}"/>
                </a:ext>
              </a:extLst>
            </p:cNvPr>
            <p:cNvSpPr/>
            <p:nvPr/>
          </p:nvSpPr>
          <p:spPr>
            <a:xfrm>
              <a:off x="555545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08" name="pg958">
              <a:extLst>
                <a:ext uri="{FF2B5EF4-FFF2-40B4-BE49-F238E27FC236}">
                  <a16:creationId xmlns:a16="http://schemas.microsoft.com/office/drawing/2014/main" id="{D8E81ACB-73AD-64E3-1915-0F6BFB7136DC}"/>
                </a:ext>
              </a:extLst>
            </p:cNvPr>
            <p:cNvSpPr/>
            <p:nvPr/>
          </p:nvSpPr>
          <p:spPr>
            <a:xfrm>
              <a:off x="556708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09" name="pg959">
              <a:extLst>
                <a:ext uri="{FF2B5EF4-FFF2-40B4-BE49-F238E27FC236}">
                  <a16:creationId xmlns:a16="http://schemas.microsoft.com/office/drawing/2014/main" id="{47E6E1CD-9310-F719-0497-61700D34876E}"/>
                </a:ext>
              </a:extLst>
            </p:cNvPr>
            <p:cNvSpPr/>
            <p:nvPr/>
          </p:nvSpPr>
          <p:spPr>
            <a:xfrm>
              <a:off x="557872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10" name="pg960">
              <a:extLst>
                <a:ext uri="{FF2B5EF4-FFF2-40B4-BE49-F238E27FC236}">
                  <a16:creationId xmlns:a16="http://schemas.microsoft.com/office/drawing/2014/main" id="{D3AF6203-A5C2-C24C-2801-497E227B9AF3}"/>
                </a:ext>
              </a:extLst>
            </p:cNvPr>
            <p:cNvSpPr/>
            <p:nvPr/>
          </p:nvSpPr>
          <p:spPr>
            <a:xfrm>
              <a:off x="559036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11" name="pg961">
              <a:extLst>
                <a:ext uri="{FF2B5EF4-FFF2-40B4-BE49-F238E27FC236}">
                  <a16:creationId xmlns:a16="http://schemas.microsoft.com/office/drawing/2014/main" id="{B05BD3D8-6522-FFB9-F75C-2530903CC932}"/>
                </a:ext>
              </a:extLst>
            </p:cNvPr>
            <p:cNvSpPr/>
            <p:nvPr/>
          </p:nvSpPr>
          <p:spPr>
            <a:xfrm>
              <a:off x="5602000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12" name="pg962">
              <a:extLst>
                <a:ext uri="{FF2B5EF4-FFF2-40B4-BE49-F238E27FC236}">
                  <a16:creationId xmlns:a16="http://schemas.microsoft.com/office/drawing/2014/main" id="{507B9B96-3A44-BE0C-C6E1-196DE724F508}"/>
                </a:ext>
              </a:extLst>
            </p:cNvPr>
            <p:cNvSpPr/>
            <p:nvPr/>
          </p:nvSpPr>
          <p:spPr>
            <a:xfrm>
              <a:off x="561363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13" name="pg963">
              <a:extLst>
                <a:ext uri="{FF2B5EF4-FFF2-40B4-BE49-F238E27FC236}">
                  <a16:creationId xmlns:a16="http://schemas.microsoft.com/office/drawing/2014/main" id="{A12756B9-5EB9-7408-83E0-037481D253C0}"/>
                </a:ext>
              </a:extLst>
            </p:cNvPr>
            <p:cNvSpPr/>
            <p:nvPr/>
          </p:nvSpPr>
          <p:spPr>
            <a:xfrm>
              <a:off x="562527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14" name="pg964">
              <a:extLst>
                <a:ext uri="{FF2B5EF4-FFF2-40B4-BE49-F238E27FC236}">
                  <a16:creationId xmlns:a16="http://schemas.microsoft.com/office/drawing/2014/main" id="{63349D4C-2A05-2A3E-435D-EA70BE640D5A}"/>
                </a:ext>
              </a:extLst>
            </p:cNvPr>
            <p:cNvSpPr/>
            <p:nvPr/>
          </p:nvSpPr>
          <p:spPr>
            <a:xfrm>
              <a:off x="563691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F39">
                <a:alpha val="100000"/>
              </a:srgbClr>
            </a:solidFill>
            <a:ln w="5420" cap="flat">
              <a:solidFill>
                <a:srgbClr val="29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15" name="pg965">
              <a:extLst>
                <a:ext uri="{FF2B5EF4-FFF2-40B4-BE49-F238E27FC236}">
                  <a16:creationId xmlns:a16="http://schemas.microsoft.com/office/drawing/2014/main" id="{04C85CE4-9C25-CB5C-1511-F9C5D838CFE5}"/>
                </a:ext>
              </a:extLst>
            </p:cNvPr>
            <p:cNvSpPr/>
            <p:nvPr/>
          </p:nvSpPr>
          <p:spPr>
            <a:xfrm>
              <a:off x="564854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16" name="pg966">
              <a:extLst>
                <a:ext uri="{FF2B5EF4-FFF2-40B4-BE49-F238E27FC236}">
                  <a16:creationId xmlns:a16="http://schemas.microsoft.com/office/drawing/2014/main" id="{7F40B6C9-6EDF-003C-43E9-4F69AA77E885}"/>
                </a:ext>
              </a:extLst>
            </p:cNvPr>
            <p:cNvSpPr/>
            <p:nvPr/>
          </p:nvSpPr>
          <p:spPr>
            <a:xfrm>
              <a:off x="566018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17" name="pg967">
              <a:extLst>
                <a:ext uri="{FF2B5EF4-FFF2-40B4-BE49-F238E27FC236}">
                  <a16:creationId xmlns:a16="http://schemas.microsoft.com/office/drawing/2014/main" id="{560E8438-DD78-BEC7-8794-B203C806A279}"/>
                </a:ext>
              </a:extLst>
            </p:cNvPr>
            <p:cNvSpPr/>
            <p:nvPr/>
          </p:nvSpPr>
          <p:spPr>
            <a:xfrm>
              <a:off x="5671824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18" name="pg968">
              <a:extLst>
                <a:ext uri="{FF2B5EF4-FFF2-40B4-BE49-F238E27FC236}">
                  <a16:creationId xmlns:a16="http://schemas.microsoft.com/office/drawing/2014/main" id="{E78BD71A-AF54-02D4-2C9C-EE829005DD12}"/>
                </a:ext>
              </a:extLst>
            </p:cNvPr>
            <p:cNvSpPr/>
            <p:nvPr/>
          </p:nvSpPr>
          <p:spPr>
            <a:xfrm>
              <a:off x="568346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19" name="pg969">
              <a:extLst>
                <a:ext uri="{FF2B5EF4-FFF2-40B4-BE49-F238E27FC236}">
                  <a16:creationId xmlns:a16="http://schemas.microsoft.com/office/drawing/2014/main" id="{0DC31123-4805-741B-F74D-E8CBDF662E0E}"/>
                </a:ext>
              </a:extLst>
            </p:cNvPr>
            <p:cNvSpPr/>
            <p:nvPr/>
          </p:nvSpPr>
          <p:spPr>
            <a:xfrm>
              <a:off x="569509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20" name="pg970">
              <a:extLst>
                <a:ext uri="{FF2B5EF4-FFF2-40B4-BE49-F238E27FC236}">
                  <a16:creationId xmlns:a16="http://schemas.microsoft.com/office/drawing/2014/main" id="{0EAE9C02-4E31-9449-1412-A49894701C93}"/>
                </a:ext>
              </a:extLst>
            </p:cNvPr>
            <p:cNvSpPr/>
            <p:nvPr/>
          </p:nvSpPr>
          <p:spPr>
            <a:xfrm>
              <a:off x="570673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21" name="pg971">
              <a:extLst>
                <a:ext uri="{FF2B5EF4-FFF2-40B4-BE49-F238E27FC236}">
                  <a16:creationId xmlns:a16="http://schemas.microsoft.com/office/drawing/2014/main" id="{A5302D2F-75B3-1079-4478-EB1936094D0E}"/>
                </a:ext>
              </a:extLst>
            </p:cNvPr>
            <p:cNvSpPr/>
            <p:nvPr/>
          </p:nvSpPr>
          <p:spPr>
            <a:xfrm>
              <a:off x="571837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22" name="pg972">
              <a:extLst>
                <a:ext uri="{FF2B5EF4-FFF2-40B4-BE49-F238E27FC236}">
                  <a16:creationId xmlns:a16="http://schemas.microsoft.com/office/drawing/2014/main" id="{09106A84-2F4F-4CB7-32FB-2425616BE91C}"/>
                </a:ext>
              </a:extLst>
            </p:cNvPr>
            <p:cNvSpPr/>
            <p:nvPr/>
          </p:nvSpPr>
          <p:spPr>
            <a:xfrm>
              <a:off x="5730010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23" name="pg973">
              <a:extLst>
                <a:ext uri="{FF2B5EF4-FFF2-40B4-BE49-F238E27FC236}">
                  <a16:creationId xmlns:a16="http://schemas.microsoft.com/office/drawing/2014/main" id="{09B60C25-CB8F-33CD-4D88-7C3ADAF64428}"/>
                </a:ext>
              </a:extLst>
            </p:cNvPr>
            <p:cNvSpPr/>
            <p:nvPr/>
          </p:nvSpPr>
          <p:spPr>
            <a:xfrm>
              <a:off x="574164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24" name="pg974">
              <a:extLst>
                <a:ext uri="{FF2B5EF4-FFF2-40B4-BE49-F238E27FC236}">
                  <a16:creationId xmlns:a16="http://schemas.microsoft.com/office/drawing/2014/main" id="{5D0A80D3-24DB-B053-C2D5-60C3C7C6E143}"/>
                </a:ext>
              </a:extLst>
            </p:cNvPr>
            <p:cNvSpPr/>
            <p:nvPr/>
          </p:nvSpPr>
          <p:spPr>
            <a:xfrm>
              <a:off x="575328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25" name="pg975">
              <a:extLst>
                <a:ext uri="{FF2B5EF4-FFF2-40B4-BE49-F238E27FC236}">
                  <a16:creationId xmlns:a16="http://schemas.microsoft.com/office/drawing/2014/main" id="{49E66554-8D5C-8F62-8B3B-99879F1CEF77}"/>
                </a:ext>
              </a:extLst>
            </p:cNvPr>
            <p:cNvSpPr/>
            <p:nvPr/>
          </p:nvSpPr>
          <p:spPr>
            <a:xfrm>
              <a:off x="576492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26" name="pg976">
              <a:extLst>
                <a:ext uri="{FF2B5EF4-FFF2-40B4-BE49-F238E27FC236}">
                  <a16:creationId xmlns:a16="http://schemas.microsoft.com/office/drawing/2014/main" id="{243E6DBD-46FA-0BFD-622B-855F9637B1E5}"/>
                </a:ext>
              </a:extLst>
            </p:cNvPr>
            <p:cNvSpPr/>
            <p:nvPr/>
          </p:nvSpPr>
          <p:spPr>
            <a:xfrm>
              <a:off x="533434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27" name="pg977">
              <a:extLst>
                <a:ext uri="{FF2B5EF4-FFF2-40B4-BE49-F238E27FC236}">
                  <a16:creationId xmlns:a16="http://schemas.microsoft.com/office/drawing/2014/main" id="{38F204B3-4167-AB9A-3E0B-900143058802}"/>
                </a:ext>
              </a:extLst>
            </p:cNvPr>
            <p:cNvSpPr/>
            <p:nvPr/>
          </p:nvSpPr>
          <p:spPr>
            <a:xfrm>
              <a:off x="534597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28" name="pg978">
              <a:extLst>
                <a:ext uri="{FF2B5EF4-FFF2-40B4-BE49-F238E27FC236}">
                  <a16:creationId xmlns:a16="http://schemas.microsoft.com/office/drawing/2014/main" id="{A01550C4-8300-A1C2-8B03-279B18FBF804}"/>
                </a:ext>
              </a:extLst>
            </p:cNvPr>
            <p:cNvSpPr/>
            <p:nvPr/>
          </p:nvSpPr>
          <p:spPr>
            <a:xfrm>
              <a:off x="535761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29" name="pg979">
              <a:extLst>
                <a:ext uri="{FF2B5EF4-FFF2-40B4-BE49-F238E27FC236}">
                  <a16:creationId xmlns:a16="http://schemas.microsoft.com/office/drawing/2014/main" id="{025233DB-6E81-823C-6748-77A488D0BB8B}"/>
                </a:ext>
              </a:extLst>
            </p:cNvPr>
            <p:cNvSpPr/>
            <p:nvPr/>
          </p:nvSpPr>
          <p:spPr>
            <a:xfrm>
              <a:off x="536925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30" name="pg980">
              <a:extLst>
                <a:ext uri="{FF2B5EF4-FFF2-40B4-BE49-F238E27FC236}">
                  <a16:creationId xmlns:a16="http://schemas.microsoft.com/office/drawing/2014/main" id="{769E7A67-4DF8-CCA4-CB7A-728F65DB12E3}"/>
                </a:ext>
              </a:extLst>
            </p:cNvPr>
            <p:cNvSpPr/>
            <p:nvPr/>
          </p:nvSpPr>
          <p:spPr>
            <a:xfrm>
              <a:off x="538089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31" name="pg981">
              <a:extLst>
                <a:ext uri="{FF2B5EF4-FFF2-40B4-BE49-F238E27FC236}">
                  <a16:creationId xmlns:a16="http://schemas.microsoft.com/office/drawing/2014/main" id="{39F251B6-DD01-8A00-A699-A5517EDCC85B}"/>
                </a:ext>
              </a:extLst>
            </p:cNvPr>
            <p:cNvSpPr/>
            <p:nvPr/>
          </p:nvSpPr>
          <p:spPr>
            <a:xfrm>
              <a:off x="541580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32" name="pg982">
              <a:extLst>
                <a:ext uri="{FF2B5EF4-FFF2-40B4-BE49-F238E27FC236}">
                  <a16:creationId xmlns:a16="http://schemas.microsoft.com/office/drawing/2014/main" id="{1E8C019B-116F-ED16-4D85-80026EF6ADBE}"/>
                </a:ext>
              </a:extLst>
            </p:cNvPr>
            <p:cNvSpPr/>
            <p:nvPr/>
          </p:nvSpPr>
          <p:spPr>
            <a:xfrm>
              <a:off x="5427440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33" name="pg983">
              <a:extLst>
                <a:ext uri="{FF2B5EF4-FFF2-40B4-BE49-F238E27FC236}">
                  <a16:creationId xmlns:a16="http://schemas.microsoft.com/office/drawing/2014/main" id="{1C1B71DE-73D7-08BF-C9B8-6F7D49962C3E}"/>
                </a:ext>
              </a:extLst>
            </p:cNvPr>
            <p:cNvSpPr/>
            <p:nvPr/>
          </p:nvSpPr>
          <p:spPr>
            <a:xfrm>
              <a:off x="543907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34" name="pg984">
              <a:extLst>
                <a:ext uri="{FF2B5EF4-FFF2-40B4-BE49-F238E27FC236}">
                  <a16:creationId xmlns:a16="http://schemas.microsoft.com/office/drawing/2014/main" id="{656DCB82-EEB8-BF50-CC51-DD47B19DBEB4}"/>
                </a:ext>
              </a:extLst>
            </p:cNvPr>
            <p:cNvSpPr/>
            <p:nvPr/>
          </p:nvSpPr>
          <p:spPr>
            <a:xfrm>
              <a:off x="545071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35" name="pg985">
              <a:extLst>
                <a:ext uri="{FF2B5EF4-FFF2-40B4-BE49-F238E27FC236}">
                  <a16:creationId xmlns:a16="http://schemas.microsoft.com/office/drawing/2014/main" id="{C59DA1CF-C7FD-C9BB-3203-773BC9A574D2}"/>
                </a:ext>
              </a:extLst>
            </p:cNvPr>
            <p:cNvSpPr/>
            <p:nvPr/>
          </p:nvSpPr>
          <p:spPr>
            <a:xfrm>
              <a:off x="5462352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36" name="pg986">
              <a:extLst>
                <a:ext uri="{FF2B5EF4-FFF2-40B4-BE49-F238E27FC236}">
                  <a16:creationId xmlns:a16="http://schemas.microsoft.com/office/drawing/2014/main" id="{7AA42FD9-C491-09E9-9D2E-E132C2C5F01F}"/>
                </a:ext>
              </a:extLst>
            </p:cNvPr>
            <p:cNvSpPr/>
            <p:nvPr/>
          </p:nvSpPr>
          <p:spPr>
            <a:xfrm>
              <a:off x="547398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37" name="pg987">
              <a:extLst>
                <a:ext uri="{FF2B5EF4-FFF2-40B4-BE49-F238E27FC236}">
                  <a16:creationId xmlns:a16="http://schemas.microsoft.com/office/drawing/2014/main" id="{92A40C70-6987-6752-3067-BD023A3EADD7}"/>
                </a:ext>
              </a:extLst>
            </p:cNvPr>
            <p:cNvSpPr/>
            <p:nvPr/>
          </p:nvSpPr>
          <p:spPr>
            <a:xfrm>
              <a:off x="548562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38" name="pg988">
              <a:extLst>
                <a:ext uri="{FF2B5EF4-FFF2-40B4-BE49-F238E27FC236}">
                  <a16:creationId xmlns:a16="http://schemas.microsoft.com/office/drawing/2014/main" id="{D105985C-5001-1DA8-6710-C8DCA4B2FB18}"/>
                </a:ext>
              </a:extLst>
            </p:cNvPr>
            <p:cNvSpPr/>
            <p:nvPr/>
          </p:nvSpPr>
          <p:spPr>
            <a:xfrm>
              <a:off x="5497264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39" name="pg989">
              <a:extLst>
                <a:ext uri="{FF2B5EF4-FFF2-40B4-BE49-F238E27FC236}">
                  <a16:creationId xmlns:a16="http://schemas.microsoft.com/office/drawing/2014/main" id="{0A2AC385-55AD-897A-5C91-6D1208535490}"/>
                </a:ext>
              </a:extLst>
            </p:cNvPr>
            <p:cNvSpPr/>
            <p:nvPr/>
          </p:nvSpPr>
          <p:spPr>
            <a:xfrm>
              <a:off x="550890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40" name="pg990">
              <a:extLst>
                <a:ext uri="{FF2B5EF4-FFF2-40B4-BE49-F238E27FC236}">
                  <a16:creationId xmlns:a16="http://schemas.microsoft.com/office/drawing/2014/main" id="{D9061229-840F-2E49-AC00-A2FDA2A53994}"/>
                </a:ext>
              </a:extLst>
            </p:cNvPr>
            <p:cNvSpPr/>
            <p:nvPr/>
          </p:nvSpPr>
          <p:spPr>
            <a:xfrm>
              <a:off x="552053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41" name="pg991">
              <a:extLst>
                <a:ext uri="{FF2B5EF4-FFF2-40B4-BE49-F238E27FC236}">
                  <a16:creationId xmlns:a16="http://schemas.microsoft.com/office/drawing/2014/main" id="{78C34DFB-D38D-FF34-E0F6-C16B908B77E8}"/>
                </a:ext>
              </a:extLst>
            </p:cNvPr>
            <p:cNvSpPr/>
            <p:nvPr/>
          </p:nvSpPr>
          <p:spPr>
            <a:xfrm>
              <a:off x="553217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42" name="pg992">
              <a:extLst>
                <a:ext uri="{FF2B5EF4-FFF2-40B4-BE49-F238E27FC236}">
                  <a16:creationId xmlns:a16="http://schemas.microsoft.com/office/drawing/2014/main" id="{FC4CB124-4F67-1947-CC9B-951A5D1D723D}"/>
                </a:ext>
              </a:extLst>
            </p:cNvPr>
            <p:cNvSpPr/>
            <p:nvPr/>
          </p:nvSpPr>
          <p:spPr>
            <a:xfrm>
              <a:off x="554381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43" name="pg993">
              <a:extLst>
                <a:ext uri="{FF2B5EF4-FFF2-40B4-BE49-F238E27FC236}">
                  <a16:creationId xmlns:a16="http://schemas.microsoft.com/office/drawing/2014/main" id="{72415428-A71E-4C3F-E536-CDE882B9789E}"/>
                </a:ext>
              </a:extLst>
            </p:cNvPr>
            <p:cNvSpPr/>
            <p:nvPr/>
          </p:nvSpPr>
          <p:spPr>
            <a:xfrm>
              <a:off x="555545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44" name="pg994">
              <a:extLst>
                <a:ext uri="{FF2B5EF4-FFF2-40B4-BE49-F238E27FC236}">
                  <a16:creationId xmlns:a16="http://schemas.microsoft.com/office/drawing/2014/main" id="{0C5DFA0E-BA13-A997-89FF-7C391DE3AE2C}"/>
                </a:ext>
              </a:extLst>
            </p:cNvPr>
            <p:cNvSpPr/>
            <p:nvPr/>
          </p:nvSpPr>
          <p:spPr>
            <a:xfrm>
              <a:off x="5567088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45" name="pg995">
              <a:extLst>
                <a:ext uri="{FF2B5EF4-FFF2-40B4-BE49-F238E27FC236}">
                  <a16:creationId xmlns:a16="http://schemas.microsoft.com/office/drawing/2014/main" id="{4AE11A61-0B93-740F-4DE7-1CD715BBFDEC}"/>
                </a:ext>
              </a:extLst>
            </p:cNvPr>
            <p:cNvSpPr/>
            <p:nvPr/>
          </p:nvSpPr>
          <p:spPr>
            <a:xfrm>
              <a:off x="557872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46" name="pg996">
              <a:extLst>
                <a:ext uri="{FF2B5EF4-FFF2-40B4-BE49-F238E27FC236}">
                  <a16:creationId xmlns:a16="http://schemas.microsoft.com/office/drawing/2014/main" id="{3324C4AC-96A1-6593-3C3F-EF1F2F22DD71}"/>
                </a:ext>
              </a:extLst>
            </p:cNvPr>
            <p:cNvSpPr/>
            <p:nvPr/>
          </p:nvSpPr>
          <p:spPr>
            <a:xfrm>
              <a:off x="559036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47" name="pg997">
              <a:extLst>
                <a:ext uri="{FF2B5EF4-FFF2-40B4-BE49-F238E27FC236}">
                  <a16:creationId xmlns:a16="http://schemas.microsoft.com/office/drawing/2014/main" id="{F1993E2C-DE43-160F-54CB-75ADD994E726}"/>
                </a:ext>
              </a:extLst>
            </p:cNvPr>
            <p:cNvSpPr/>
            <p:nvPr/>
          </p:nvSpPr>
          <p:spPr>
            <a:xfrm>
              <a:off x="5602000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48" name="pg998">
              <a:extLst>
                <a:ext uri="{FF2B5EF4-FFF2-40B4-BE49-F238E27FC236}">
                  <a16:creationId xmlns:a16="http://schemas.microsoft.com/office/drawing/2014/main" id="{BAD80109-2828-3159-7338-0C5A38EAF070}"/>
                </a:ext>
              </a:extLst>
            </p:cNvPr>
            <p:cNvSpPr/>
            <p:nvPr/>
          </p:nvSpPr>
          <p:spPr>
            <a:xfrm>
              <a:off x="561363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49" name="pg999">
              <a:extLst>
                <a:ext uri="{FF2B5EF4-FFF2-40B4-BE49-F238E27FC236}">
                  <a16:creationId xmlns:a16="http://schemas.microsoft.com/office/drawing/2014/main" id="{7A2F4EB3-77BB-7742-5548-BC518388F7F3}"/>
                </a:ext>
              </a:extLst>
            </p:cNvPr>
            <p:cNvSpPr/>
            <p:nvPr/>
          </p:nvSpPr>
          <p:spPr>
            <a:xfrm>
              <a:off x="562527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50" name="pg1000">
              <a:extLst>
                <a:ext uri="{FF2B5EF4-FFF2-40B4-BE49-F238E27FC236}">
                  <a16:creationId xmlns:a16="http://schemas.microsoft.com/office/drawing/2014/main" id="{6CCC7942-5201-B8A3-5817-566AE4FAB98D}"/>
                </a:ext>
              </a:extLst>
            </p:cNvPr>
            <p:cNvSpPr/>
            <p:nvPr/>
          </p:nvSpPr>
          <p:spPr>
            <a:xfrm>
              <a:off x="5636912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51" name="pg1001">
              <a:extLst>
                <a:ext uri="{FF2B5EF4-FFF2-40B4-BE49-F238E27FC236}">
                  <a16:creationId xmlns:a16="http://schemas.microsoft.com/office/drawing/2014/main" id="{85D63E35-337C-EEDF-61A2-766ED8800F72}"/>
                </a:ext>
              </a:extLst>
            </p:cNvPr>
            <p:cNvSpPr/>
            <p:nvPr/>
          </p:nvSpPr>
          <p:spPr>
            <a:xfrm>
              <a:off x="564854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52" name="pg1002">
              <a:extLst>
                <a:ext uri="{FF2B5EF4-FFF2-40B4-BE49-F238E27FC236}">
                  <a16:creationId xmlns:a16="http://schemas.microsoft.com/office/drawing/2014/main" id="{7C6724DF-5E19-58B2-35D5-C14E65BEB556}"/>
                </a:ext>
              </a:extLst>
            </p:cNvPr>
            <p:cNvSpPr/>
            <p:nvPr/>
          </p:nvSpPr>
          <p:spPr>
            <a:xfrm>
              <a:off x="566018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53" name="pg1003">
              <a:extLst>
                <a:ext uri="{FF2B5EF4-FFF2-40B4-BE49-F238E27FC236}">
                  <a16:creationId xmlns:a16="http://schemas.microsoft.com/office/drawing/2014/main" id="{6DA89220-5934-5590-D6E5-B34C6D9B36D1}"/>
                </a:ext>
              </a:extLst>
            </p:cNvPr>
            <p:cNvSpPr/>
            <p:nvPr/>
          </p:nvSpPr>
          <p:spPr>
            <a:xfrm>
              <a:off x="5671824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54" name="pg1004">
              <a:extLst>
                <a:ext uri="{FF2B5EF4-FFF2-40B4-BE49-F238E27FC236}">
                  <a16:creationId xmlns:a16="http://schemas.microsoft.com/office/drawing/2014/main" id="{184406B3-5AC1-149F-4470-ACA01E3F6140}"/>
                </a:ext>
              </a:extLst>
            </p:cNvPr>
            <p:cNvSpPr/>
            <p:nvPr/>
          </p:nvSpPr>
          <p:spPr>
            <a:xfrm>
              <a:off x="568346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55" name="pg1005">
              <a:extLst>
                <a:ext uri="{FF2B5EF4-FFF2-40B4-BE49-F238E27FC236}">
                  <a16:creationId xmlns:a16="http://schemas.microsoft.com/office/drawing/2014/main" id="{964024BE-7F31-E6BE-5F1B-CADAA3713D2E}"/>
                </a:ext>
              </a:extLst>
            </p:cNvPr>
            <p:cNvSpPr/>
            <p:nvPr/>
          </p:nvSpPr>
          <p:spPr>
            <a:xfrm>
              <a:off x="570673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56" name="pg1006">
              <a:extLst>
                <a:ext uri="{FF2B5EF4-FFF2-40B4-BE49-F238E27FC236}">
                  <a16:creationId xmlns:a16="http://schemas.microsoft.com/office/drawing/2014/main" id="{D258C8F5-FEAB-9E68-5969-612890E23183}"/>
                </a:ext>
              </a:extLst>
            </p:cNvPr>
            <p:cNvSpPr/>
            <p:nvPr/>
          </p:nvSpPr>
          <p:spPr>
            <a:xfrm>
              <a:off x="571837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57" name="pg1007">
              <a:extLst>
                <a:ext uri="{FF2B5EF4-FFF2-40B4-BE49-F238E27FC236}">
                  <a16:creationId xmlns:a16="http://schemas.microsoft.com/office/drawing/2014/main" id="{94C51A60-41CE-2F42-DD2C-F0E4B0B80149}"/>
                </a:ext>
              </a:extLst>
            </p:cNvPr>
            <p:cNvSpPr/>
            <p:nvPr/>
          </p:nvSpPr>
          <p:spPr>
            <a:xfrm>
              <a:off x="533434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58" name="pg1008">
              <a:extLst>
                <a:ext uri="{FF2B5EF4-FFF2-40B4-BE49-F238E27FC236}">
                  <a16:creationId xmlns:a16="http://schemas.microsoft.com/office/drawing/2014/main" id="{23DB1ABC-8DB5-5801-C895-1FCBE159F5AC}"/>
                </a:ext>
              </a:extLst>
            </p:cNvPr>
            <p:cNvSpPr/>
            <p:nvPr/>
          </p:nvSpPr>
          <p:spPr>
            <a:xfrm>
              <a:off x="534597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59" name="pg1009">
              <a:extLst>
                <a:ext uri="{FF2B5EF4-FFF2-40B4-BE49-F238E27FC236}">
                  <a16:creationId xmlns:a16="http://schemas.microsoft.com/office/drawing/2014/main" id="{6DCEAE54-0DD6-B381-2770-3720F65DE1BD}"/>
                </a:ext>
              </a:extLst>
            </p:cNvPr>
            <p:cNvSpPr/>
            <p:nvPr/>
          </p:nvSpPr>
          <p:spPr>
            <a:xfrm>
              <a:off x="5357616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60" name="pg1010">
              <a:extLst>
                <a:ext uri="{FF2B5EF4-FFF2-40B4-BE49-F238E27FC236}">
                  <a16:creationId xmlns:a16="http://schemas.microsoft.com/office/drawing/2014/main" id="{DC881772-B9BB-8526-6AB1-E36B13944466}"/>
                </a:ext>
              </a:extLst>
            </p:cNvPr>
            <p:cNvSpPr/>
            <p:nvPr/>
          </p:nvSpPr>
          <p:spPr>
            <a:xfrm>
              <a:off x="536925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61" name="pg1011">
              <a:extLst>
                <a:ext uri="{FF2B5EF4-FFF2-40B4-BE49-F238E27FC236}">
                  <a16:creationId xmlns:a16="http://schemas.microsoft.com/office/drawing/2014/main" id="{4A58F010-862A-CA39-64AB-2DD7EBD22477}"/>
                </a:ext>
              </a:extLst>
            </p:cNvPr>
            <p:cNvSpPr/>
            <p:nvPr/>
          </p:nvSpPr>
          <p:spPr>
            <a:xfrm>
              <a:off x="538089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62" name="pg1012">
              <a:extLst>
                <a:ext uri="{FF2B5EF4-FFF2-40B4-BE49-F238E27FC236}">
                  <a16:creationId xmlns:a16="http://schemas.microsoft.com/office/drawing/2014/main" id="{1E2FF0C0-1A0D-C6EB-097D-29F9DF081FFB}"/>
                </a:ext>
              </a:extLst>
            </p:cNvPr>
            <p:cNvSpPr/>
            <p:nvPr/>
          </p:nvSpPr>
          <p:spPr>
            <a:xfrm>
              <a:off x="5392528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63" name="pg1013">
              <a:extLst>
                <a:ext uri="{FF2B5EF4-FFF2-40B4-BE49-F238E27FC236}">
                  <a16:creationId xmlns:a16="http://schemas.microsoft.com/office/drawing/2014/main" id="{E7DDF491-94E7-E574-16C1-355F0BBEF853}"/>
                </a:ext>
              </a:extLst>
            </p:cNvPr>
            <p:cNvSpPr/>
            <p:nvPr/>
          </p:nvSpPr>
          <p:spPr>
            <a:xfrm>
              <a:off x="540416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64" name="pg1014">
              <a:extLst>
                <a:ext uri="{FF2B5EF4-FFF2-40B4-BE49-F238E27FC236}">
                  <a16:creationId xmlns:a16="http://schemas.microsoft.com/office/drawing/2014/main" id="{1A8B082E-5DDF-88C9-B718-A902AED6CA4F}"/>
                </a:ext>
              </a:extLst>
            </p:cNvPr>
            <p:cNvSpPr/>
            <p:nvPr/>
          </p:nvSpPr>
          <p:spPr>
            <a:xfrm>
              <a:off x="541580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65" name="pg1015">
              <a:extLst>
                <a:ext uri="{FF2B5EF4-FFF2-40B4-BE49-F238E27FC236}">
                  <a16:creationId xmlns:a16="http://schemas.microsoft.com/office/drawing/2014/main" id="{4F74BBE0-56D0-88F6-FCA9-F78D01791F40}"/>
                </a:ext>
              </a:extLst>
            </p:cNvPr>
            <p:cNvSpPr/>
            <p:nvPr/>
          </p:nvSpPr>
          <p:spPr>
            <a:xfrm>
              <a:off x="5427440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66" name="pg1016">
              <a:extLst>
                <a:ext uri="{FF2B5EF4-FFF2-40B4-BE49-F238E27FC236}">
                  <a16:creationId xmlns:a16="http://schemas.microsoft.com/office/drawing/2014/main" id="{5E7E9DEB-4D75-E81A-6D10-CEA97DA640CA}"/>
                </a:ext>
              </a:extLst>
            </p:cNvPr>
            <p:cNvSpPr/>
            <p:nvPr/>
          </p:nvSpPr>
          <p:spPr>
            <a:xfrm>
              <a:off x="543907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67" name="pg1017">
              <a:extLst>
                <a:ext uri="{FF2B5EF4-FFF2-40B4-BE49-F238E27FC236}">
                  <a16:creationId xmlns:a16="http://schemas.microsoft.com/office/drawing/2014/main" id="{2746D2B5-0B9B-3397-DC98-BE2814D97B48}"/>
                </a:ext>
              </a:extLst>
            </p:cNvPr>
            <p:cNvSpPr/>
            <p:nvPr/>
          </p:nvSpPr>
          <p:spPr>
            <a:xfrm>
              <a:off x="545071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68" name="pg1018">
              <a:extLst>
                <a:ext uri="{FF2B5EF4-FFF2-40B4-BE49-F238E27FC236}">
                  <a16:creationId xmlns:a16="http://schemas.microsoft.com/office/drawing/2014/main" id="{9C48F42D-2AF1-4C88-9209-CCCF949682DB}"/>
                </a:ext>
              </a:extLst>
            </p:cNvPr>
            <p:cNvSpPr/>
            <p:nvPr/>
          </p:nvSpPr>
          <p:spPr>
            <a:xfrm>
              <a:off x="5462352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69" name="pg1019">
              <a:extLst>
                <a:ext uri="{FF2B5EF4-FFF2-40B4-BE49-F238E27FC236}">
                  <a16:creationId xmlns:a16="http://schemas.microsoft.com/office/drawing/2014/main" id="{8DA6C2DE-1C4C-E1D9-B1AF-AC1694B6D691}"/>
                </a:ext>
              </a:extLst>
            </p:cNvPr>
            <p:cNvSpPr/>
            <p:nvPr/>
          </p:nvSpPr>
          <p:spPr>
            <a:xfrm>
              <a:off x="547398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70" name="pg1020">
              <a:extLst>
                <a:ext uri="{FF2B5EF4-FFF2-40B4-BE49-F238E27FC236}">
                  <a16:creationId xmlns:a16="http://schemas.microsoft.com/office/drawing/2014/main" id="{EB3E8FED-9D7E-2057-6316-5CBDEEB76D05}"/>
                </a:ext>
              </a:extLst>
            </p:cNvPr>
            <p:cNvSpPr/>
            <p:nvPr/>
          </p:nvSpPr>
          <p:spPr>
            <a:xfrm>
              <a:off x="548562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71" name="pg1021">
              <a:extLst>
                <a:ext uri="{FF2B5EF4-FFF2-40B4-BE49-F238E27FC236}">
                  <a16:creationId xmlns:a16="http://schemas.microsoft.com/office/drawing/2014/main" id="{CCBDE1D0-EC9D-DA95-EF5E-C68D6F5871D3}"/>
                </a:ext>
              </a:extLst>
            </p:cNvPr>
            <p:cNvSpPr/>
            <p:nvPr/>
          </p:nvSpPr>
          <p:spPr>
            <a:xfrm>
              <a:off x="5497264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72" name="pg1022">
              <a:extLst>
                <a:ext uri="{FF2B5EF4-FFF2-40B4-BE49-F238E27FC236}">
                  <a16:creationId xmlns:a16="http://schemas.microsoft.com/office/drawing/2014/main" id="{C74B5313-11D8-B189-DC21-2F2C328275B6}"/>
                </a:ext>
              </a:extLst>
            </p:cNvPr>
            <p:cNvSpPr/>
            <p:nvPr/>
          </p:nvSpPr>
          <p:spPr>
            <a:xfrm>
              <a:off x="550890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73" name="pg1023">
              <a:extLst>
                <a:ext uri="{FF2B5EF4-FFF2-40B4-BE49-F238E27FC236}">
                  <a16:creationId xmlns:a16="http://schemas.microsoft.com/office/drawing/2014/main" id="{4C9BCEB1-608F-EC9F-CF23-355E349A4371}"/>
                </a:ext>
              </a:extLst>
            </p:cNvPr>
            <p:cNvSpPr/>
            <p:nvPr/>
          </p:nvSpPr>
          <p:spPr>
            <a:xfrm>
              <a:off x="552053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74" name="pg1024">
              <a:extLst>
                <a:ext uri="{FF2B5EF4-FFF2-40B4-BE49-F238E27FC236}">
                  <a16:creationId xmlns:a16="http://schemas.microsoft.com/office/drawing/2014/main" id="{0A266C0C-4889-E4EA-6B44-E85E96CB6D7A}"/>
                </a:ext>
              </a:extLst>
            </p:cNvPr>
            <p:cNvSpPr/>
            <p:nvPr/>
          </p:nvSpPr>
          <p:spPr>
            <a:xfrm>
              <a:off x="5532176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75" name="pg1025">
              <a:extLst>
                <a:ext uri="{FF2B5EF4-FFF2-40B4-BE49-F238E27FC236}">
                  <a16:creationId xmlns:a16="http://schemas.microsoft.com/office/drawing/2014/main" id="{9C60AB46-9EB4-9645-7750-E62EA0731092}"/>
                </a:ext>
              </a:extLst>
            </p:cNvPr>
            <p:cNvSpPr/>
            <p:nvPr/>
          </p:nvSpPr>
          <p:spPr>
            <a:xfrm>
              <a:off x="554381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76" name="pg1026">
              <a:extLst>
                <a:ext uri="{FF2B5EF4-FFF2-40B4-BE49-F238E27FC236}">
                  <a16:creationId xmlns:a16="http://schemas.microsoft.com/office/drawing/2014/main" id="{F5BB33DB-CDF2-3772-7032-2FB199B37C17}"/>
                </a:ext>
              </a:extLst>
            </p:cNvPr>
            <p:cNvSpPr/>
            <p:nvPr/>
          </p:nvSpPr>
          <p:spPr>
            <a:xfrm>
              <a:off x="555545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77" name="pg1027">
              <a:extLst>
                <a:ext uri="{FF2B5EF4-FFF2-40B4-BE49-F238E27FC236}">
                  <a16:creationId xmlns:a16="http://schemas.microsoft.com/office/drawing/2014/main" id="{F09842AD-B3F8-2761-517D-F9C394ACCCA1}"/>
                </a:ext>
              </a:extLst>
            </p:cNvPr>
            <p:cNvSpPr/>
            <p:nvPr/>
          </p:nvSpPr>
          <p:spPr>
            <a:xfrm>
              <a:off x="5567088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78" name="pg1028">
              <a:extLst>
                <a:ext uri="{FF2B5EF4-FFF2-40B4-BE49-F238E27FC236}">
                  <a16:creationId xmlns:a16="http://schemas.microsoft.com/office/drawing/2014/main" id="{D2F1BF82-BC7E-C19B-1A37-E7186E405C1E}"/>
                </a:ext>
              </a:extLst>
            </p:cNvPr>
            <p:cNvSpPr/>
            <p:nvPr/>
          </p:nvSpPr>
          <p:spPr>
            <a:xfrm>
              <a:off x="557872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79" name="pg1029">
              <a:extLst>
                <a:ext uri="{FF2B5EF4-FFF2-40B4-BE49-F238E27FC236}">
                  <a16:creationId xmlns:a16="http://schemas.microsoft.com/office/drawing/2014/main" id="{60D9DF03-1562-3AA3-D6FD-5CAD66C5FBB2}"/>
                </a:ext>
              </a:extLst>
            </p:cNvPr>
            <p:cNvSpPr/>
            <p:nvPr/>
          </p:nvSpPr>
          <p:spPr>
            <a:xfrm>
              <a:off x="559036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80" name="pg1030">
              <a:extLst>
                <a:ext uri="{FF2B5EF4-FFF2-40B4-BE49-F238E27FC236}">
                  <a16:creationId xmlns:a16="http://schemas.microsoft.com/office/drawing/2014/main" id="{0C8C16C1-BB18-DC09-85E3-D6133888E853}"/>
                </a:ext>
              </a:extLst>
            </p:cNvPr>
            <p:cNvSpPr/>
            <p:nvPr/>
          </p:nvSpPr>
          <p:spPr>
            <a:xfrm>
              <a:off x="5602000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81" name="pg1031">
              <a:extLst>
                <a:ext uri="{FF2B5EF4-FFF2-40B4-BE49-F238E27FC236}">
                  <a16:creationId xmlns:a16="http://schemas.microsoft.com/office/drawing/2014/main" id="{85C9A076-1EA0-0E26-1E36-176EC18B4F91}"/>
                </a:ext>
              </a:extLst>
            </p:cNvPr>
            <p:cNvSpPr/>
            <p:nvPr/>
          </p:nvSpPr>
          <p:spPr>
            <a:xfrm>
              <a:off x="561363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82" name="pg1032">
              <a:extLst>
                <a:ext uri="{FF2B5EF4-FFF2-40B4-BE49-F238E27FC236}">
                  <a16:creationId xmlns:a16="http://schemas.microsoft.com/office/drawing/2014/main" id="{A9214B6D-ABA3-3D1E-FAA5-1686BC1482EB}"/>
                </a:ext>
              </a:extLst>
            </p:cNvPr>
            <p:cNvSpPr/>
            <p:nvPr/>
          </p:nvSpPr>
          <p:spPr>
            <a:xfrm>
              <a:off x="562527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83" name="pg1033">
              <a:extLst>
                <a:ext uri="{FF2B5EF4-FFF2-40B4-BE49-F238E27FC236}">
                  <a16:creationId xmlns:a16="http://schemas.microsoft.com/office/drawing/2014/main" id="{5466A8B7-462B-0EBD-8146-E6862F69B1FD}"/>
                </a:ext>
              </a:extLst>
            </p:cNvPr>
            <p:cNvSpPr/>
            <p:nvPr/>
          </p:nvSpPr>
          <p:spPr>
            <a:xfrm>
              <a:off x="5636912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84" name="pg1034">
              <a:extLst>
                <a:ext uri="{FF2B5EF4-FFF2-40B4-BE49-F238E27FC236}">
                  <a16:creationId xmlns:a16="http://schemas.microsoft.com/office/drawing/2014/main" id="{5376A258-ADEB-A4F2-50E7-01039E270612}"/>
                </a:ext>
              </a:extLst>
            </p:cNvPr>
            <p:cNvSpPr/>
            <p:nvPr/>
          </p:nvSpPr>
          <p:spPr>
            <a:xfrm>
              <a:off x="534597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85" name="pg1035">
              <a:extLst>
                <a:ext uri="{FF2B5EF4-FFF2-40B4-BE49-F238E27FC236}">
                  <a16:creationId xmlns:a16="http://schemas.microsoft.com/office/drawing/2014/main" id="{5D8BD3F8-C194-DB8A-D80C-B5A97705F3DB}"/>
                </a:ext>
              </a:extLst>
            </p:cNvPr>
            <p:cNvSpPr/>
            <p:nvPr/>
          </p:nvSpPr>
          <p:spPr>
            <a:xfrm>
              <a:off x="5357616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86" name="pg1036">
              <a:extLst>
                <a:ext uri="{FF2B5EF4-FFF2-40B4-BE49-F238E27FC236}">
                  <a16:creationId xmlns:a16="http://schemas.microsoft.com/office/drawing/2014/main" id="{EE0C4719-68FE-25F9-44DB-495A97D0D935}"/>
                </a:ext>
              </a:extLst>
            </p:cNvPr>
            <p:cNvSpPr/>
            <p:nvPr/>
          </p:nvSpPr>
          <p:spPr>
            <a:xfrm>
              <a:off x="536925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87" name="pg1037">
              <a:extLst>
                <a:ext uri="{FF2B5EF4-FFF2-40B4-BE49-F238E27FC236}">
                  <a16:creationId xmlns:a16="http://schemas.microsoft.com/office/drawing/2014/main" id="{E0AAB6EE-1CD8-DDA2-DC8A-695292C2C214}"/>
                </a:ext>
              </a:extLst>
            </p:cNvPr>
            <p:cNvSpPr/>
            <p:nvPr/>
          </p:nvSpPr>
          <p:spPr>
            <a:xfrm>
              <a:off x="538089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88" name="pg1038">
              <a:extLst>
                <a:ext uri="{FF2B5EF4-FFF2-40B4-BE49-F238E27FC236}">
                  <a16:creationId xmlns:a16="http://schemas.microsoft.com/office/drawing/2014/main" id="{09A2EB77-A169-E29B-F9F2-A2FF9BEF4F83}"/>
                </a:ext>
              </a:extLst>
            </p:cNvPr>
            <p:cNvSpPr/>
            <p:nvPr/>
          </p:nvSpPr>
          <p:spPr>
            <a:xfrm>
              <a:off x="5392528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89" name="pg1039">
              <a:extLst>
                <a:ext uri="{FF2B5EF4-FFF2-40B4-BE49-F238E27FC236}">
                  <a16:creationId xmlns:a16="http://schemas.microsoft.com/office/drawing/2014/main" id="{CF112DA5-509F-83AE-CB0B-FFA1B78A83E3}"/>
                </a:ext>
              </a:extLst>
            </p:cNvPr>
            <p:cNvSpPr/>
            <p:nvPr/>
          </p:nvSpPr>
          <p:spPr>
            <a:xfrm>
              <a:off x="5404165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90" name="pg1040">
              <a:extLst>
                <a:ext uri="{FF2B5EF4-FFF2-40B4-BE49-F238E27FC236}">
                  <a16:creationId xmlns:a16="http://schemas.microsoft.com/office/drawing/2014/main" id="{95D88588-395C-225E-9408-33CDAF3902BB}"/>
                </a:ext>
              </a:extLst>
            </p:cNvPr>
            <p:cNvSpPr/>
            <p:nvPr/>
          </p:nvSpPr>
          <p:spPr>
            <a:xfrm>
              <a:off x="541580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91" name="pg1041">
              <a:extLst>
                <a:ext uri="{FF2B5EF4-FFF2-40B4-BE49-F238E27FC236}">
                  <a16:creationId xmlns:a16="http://schemas.microsoft.com/office/drawing/2014/main" id="{FCB1B481-CEAA-D7DB-D9AC-3D020BA0C7E7}"/>
                </a:ext>
              </a:extLst>
            </p:cNvPr>
            <p:cNvSpPr/>
            <p:nvPr/>
          </p:nvSpPr>
          <p:spPr>
            <a:xfrm>
              <a:off x="5427440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92" name="pg1042">
              <a:extLst>
                <a:ext uri="{FF2B5EF4-FFF2-40B4-BE49-F238E27FC236}">
                  <a16:creationId xmlns:a16="http://schemas.microsoft.com/office/drawing/2014/main" id="{AEDCA41F-E2FB-5697-2FB1-3FDF9A0D349A}"/>
                </a:ext>
              </a:extLst>
            </p:cNvPr>
            <p:cNvSpPr/>
            <p:nvPr/>
          </p:nvSpPr>
          <p:spPr>
            <a:xfrm>
              <a:off x="5439077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93" name="pg1043">
              <a:extLst>
                <a:ext uri="{FF2B5EF4-FFF2-40B4-BE49-F238E27FC236}">
                  <a16:creationId xmlns:a16="http://schemas.microsoft.com/office/drawing/2014/main" id="{4C553C9E-9DB4-B9C6-25B0-61ACFC085D8F}"/>
                </a:ext>
              </a:extLst>
            </p:cNvPr>
            <p:cNvSpPr/>
            <p:nvPr/>
          </p:nvSpPr>
          <p:spPr>
            <a:xfrm>
              <a:off x="5450715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94" name="pg1044">
              <a:extLst>
                <a:ext uri="{FF2B5EF4-FFF2-40B4-BE49-F238E27FC236}">
                  <a16:creationId xmlns:a16="http://schemas.microsoft.com/office/drawing/2014/main" id="{6ACB8BEA-2BE8-FC2F-F6B0-565D3A25C37B}"/>
                </a:ext>
              </a:extLst>
            </p:cNvPr>
            <p:cNvSpPr/>
            <p:nvPr/>
          </p:nvSpPr>
          <p:spPr>
            <a:xfrm>
              <a:off x="5462352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95" name="pg1045">
              <a:extLst>
                <a:ext uri="{FF2B5EF4-FFF2-40B4-BE49-F238E27FC236}">
                  <a16:creationId xmlns:a16="http://schemas.microsoft.com/office/drawing/2014/main" id="{0733A9FA-D85F-879D-2D6C-BC5268616AB8}"/>
                </a:ext>
              </a:extLst>
            </p:cNvPr>
            <p:cNvSpPr/>
            <p:nvPr/>
          </p:nvSpPr>
          <p:spPr>
            <a:xfrm>
              <a:off x="547398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96" name="pg1046">
              <a:extLst>
                <a:ext uri="{FF2B5EF4-FFF2-40B4-BE49-F238E27FC236}">
                  <a16:creationId xmlns:a16="http://schemas.microsoft.com/office/drawing/2014/main" id="{E583230E-3432-7F2A-9E28-43DFDC0BFB5E}"/>
                </a:ext>
              </a:extLst>
            </p:cNvPr>
            <p:cNvSpPr/>
            <p:nvPr/>
          </p:nvSpPr>
          <p:spPr>
            <a:xfrm>
              <a:off x="5485627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97" name="pg1047">
              <a:extLst>
                <a:ext uri="{FF2B5EF4-FFF2-40B4-BE49-F238E27FC236}">
                  <a16:creationId xmlns:a16="http://schemas.microsoft.com/office/drawing/2014/main" id="{F64FA859-98D3-C9D0-C651-1DBF8A0CC975}"/>
                </a:ext>
              </a:extLst>
            </p:cNvPr>
            <p:cNvSpPr/>
            <p:nvPr/>
          </p:nvSpPr>
          <p:spPr>
            <a:xfrm>
              <a:off x="5497264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98" name="pg1048">
              <a:extLst>
                <a:ext uri="{FF2B5EF4-FFF2-40B4-BE49-F238E27FC236}">
                  <a16:creationId xmlns:a16="http://schemas.microsoft.com/office/drawing/2014/main" id="{206537FD-8EBB-10FB-F60C-498C565B1887}"/>
                </a:ext>
              </a:extLst>
            </p:cNvPr>
            <p:cNvSpPr/>
            <p:nvPr/>
          </p:nvSpPr>
          <p:spPr>
            <a:xfrm>
              <a:off x="550890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99" name="pg1049">
              <a:extLst>
                <a:ext uri="{FF2B5EF4-FFF2-40B4-BE49-F238E27FC236}">
                  <a16:creationId xmlns:a16="http://schemas.microsoft.com/office/drawing/2014/main" id="{2AD4AE80-0211-6D60-77EF-AD722E4ECF05}"/>
                </a:ext>
              </a:extLst>
            </p:cNvPr>
            <p:cNvSpPr/>
            <p:nvPr/>
          </p:nvSpPr>
          <p:spPr>
            <a:xfrm>
              <a:off x="552053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00" name="pg1050">
              <a:extLst>
                <a:ext uri="{FF2B5EF4-FFF2-40B4-BE49-F238E27FC236}">
                  <a16:creationId xmlns:a16="http://schemas.microsoft.com/office/drawing/2014/main" id="{7B21704E-D766-B673-9C60-97C7F47B092F}"/>
                </a:ext>
              </a:extLst>
            </p:cNvPr>
            <p:cNvSpPr/>
            <p:nvPr/>
          </p:nvSpPr>
          <p:spPr>
            <a:xfrm>
              <a:off x="5532176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01" name="pg1051">
              <a:extLst>
                <a:ext uri="{FF2B5EF4-FFF2-40B4-BE49-F238E27FC236}">
                  <a16:creationId xmlns:a16="http://schemas.microsoft.com/office/drawing/2014/main" id="{4C710673-4429-0A4D-A1FF-A29E21815F50}"/>
                </a:ext>
              </a:extLst>
            </p:cNvPr>
            <p:cNvSpPr/>
            <p:nvPr/>
          </p:nvSpPr>
          <p:spPr>
            <a:xfrm>
              <a:off x="554381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02" name="pg1052">
              <a:extLst>
                <a:ext uri="{FF2B5EF4-FFF2-40B4-BE49-F238E27FC236}">
                  <a16:creationId xmlns:a16="http://schemas.microsoft.com/office/drawing/2014/main" id="{2F7F818E-EF6E-B3F4-982E-D1A8D8C81633}"/>
                </a:ext>
              </a:extLst>
            </p:cNvPr>
            <p:cNvSpPr/>
            <p:nvPr/>
          </p:nvSpPr>
          <p:spPr>
            <a:xfrm>
              <a:off x="555545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03" name="pg1053">
              <a:extLst>
                <a:ext uri="{FF2B5EF4-FFF2-40B4-BE49-F238E27FC236}">
                  <a16:creationId xmlns:a16="http://schemas.microsoft.com/office/drawing/2014/main" id="{112C1FB3-6C78-3711-1022-B06C42AAD2CA}"/>
                </a:ext>
              </a:extLst>
            </p:cNvPr>
            <p:cNvSpPr/>
            <p:nvPr/>
          </p:nvSpPr>
          <p:spPr>
            <a:xfrm>
              <a:off x="5567088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04" name="pg1054">
              <a:extLst>
                <a:ext uri="{FF2B5EF4-FFF2-40B4-BE49-F238E27FC236}">
                  <a16:creationId xmlns:a16="http://schemas.microsoft.com/office/drawing/2014/main" id="{1E627CCB-80D4-7306-DEED-2F3C8C3A5F32}"/>
                </a:ext>
              </a:extLst>
            </p:cNvPr>
            <p:cNvSpPr/>
            <p:nvPr/>
          </p:nvSpPr>
          <p:spPr>
            <a:xfrm>
              <a:off x="559036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05" name="pg1055">
              <a:extLst>
                <a:ext uri="{FF2B5EF4-FFF2-40B4-BE49-F238E27FC236}">
                  <a16:creationId xmlns:a16="http://schemas.microsoft.com/office/drawing/2014/main" id="{B5FAD444-DDEC-5CCD-2843-3646614DA499}"/>
                </a:ext>
              </a:extLst>
            </p:cNvPr>
            <p:cNvSpPr/>
            <p:nvPr/>
          </p:nvSpPr>
          <p:spPr>
            <a:xfrm>
              <a:off x="5345979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06" name="pg1056">
              <a:extLst>
                <a:ext uri="{FF2B5EF4-FFF2-40B4-BE49-F238E27FC236}">
                  <a16:creationId xmlns:a16="http://schemas.microsoft.com/office/drawing/2014/main" id="{C210445B-957E-B1D1-5D68-93D2CE457FEB}"/>
                </a:ext>
              </a:extLst>
            </p:cNvPr>
            <p:cNvSpPr/>
            <p:nvPr/>
          </p:nvSpPr>
          <p:spPr>
            <a:xfrm>
              <a:off x="5357616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07" name="pg1057">
              <a:extLst>
                <a:ext uri="{FF2B5EF4-FFF2-40B4-BE49-F238E27FC236}">
                  <a16:creationId xmlns:a16="http://schemas.microsoft.com/office/drawing/2014/main" id="{258DC8C0-E031-9976-69B9-FB38A4C21F7C}"/>
                </a:ext>
              </a:extLst>
            </p:cNvPr>
            <p:cNvSpPr/>
            <p:nvPr/>
          </p:nvSpPr>
          <p:spPr>
            <a:xfrm>
              <a:off x="5369253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08" name="pg1058">
              <a:extLst>
                <a:ext uri="{FF2B5EF4-FFF2-40B4-BE49-F238E27FC236}">
                  <a16:creationId xmlns:a16="http://schemas.microsoft.com/office/drawing/2014/main" id="{5FA16F16-FE4A-706A-950C-FE93CE25ABC1}"/>
                </a:ext>
              </a:extLst>
            </p:cNvPr>
            <p:cNvSpPr/>
            <p:nvPr/>
          </p:nvSpPr>
          <p:spPr>
            <a:xfrm>
              <a:off x="5380891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09" name="pg1059">
              <a:extLst>
                <a:ext uri="{FF2B5EF4-FFF2-40B4-BE49-F238E27FC236}">
                  <a16:creationId xmlns:a16="http://schemas.microsoft.com/office/drawing/2014/main" id="{7100F0AE-BD36-9A20-2159-E690AAC42B76}"/>
                </a:ext>
              </a:extLst>
            </p:cNvPr>
            <p:cNvSpPr/>
            <p:nvPr/>
          </p:nvSpPr>
          <p:spPr>
            <a:xfrm>
              <a:off x="5392528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10" name="pg1060">
              <a:extLst>
                <a:ext uri="{FF2B5EF4-FFF2-40B4-BE49-F238E27FC236}">
                  <a16:creationId xmlns:a16="http://schemas.microsoft.com/office/drawing/2014/main" id="{5435E61F-D399-AF49-4568-CF08E69C5CEB}"/>
                </a:ext>
              </a:extLst>
            </p:cNvPr>
            <p:cNvSpPr/>
            <p:nvPr/>
          </p:nvSpPr>
          <p:spPr>
            <a:xfrm>
              <a:off x="5404165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11" name="pg1061">
              <a:extLst>
                <a:ext uri="{FF2B5EF4-FFF2-40B4-BE49-F238E27FC236}">
                  <a16:creationId xmlns:a16="http://schemas.microsoft.com/office/drawing/2014/main" id="{EAE4F9F2-4D37-6997-A3C2-2A342079D9AE}"/>
                </a:ext>
              </a:extLst>
            </p:cNvPr>
            <p:cNvSpPr/>
            <p:nvPr/>
          </p:nvSpPr>
          <p:spPr>
            <a:xfrm>
              <a:off x="5415803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12" name="pg1062">
              <a:extLst>
                <a:ext uri="{FF2B5EF4-FFF2-40B4-BE49-F238E27FC236}">
                  <a16:creationId xmlns:a16="http://schemas.microsoft.com/office/drawing/2014/main" id="{B4E0814F-41F7-C66F-C8E4-6DDA298AA210}"/>
                </a:ext>
              </a:extLst>
            </p:cNvPr>
            <p:cNvSpPr/>
            <p:nvPr/>
          </p:nvSpPr>
          <p:spPr>
            <a:xfrm>
              <a:off x="5427440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13" name="pg1063">
              <a:extLst>
                <a:ext uri="{FF2B5EF4-FFF2-40B4-BE49-F238E27FC236}">
                  <a16:creationId xmlns:a16="http://schemas.microsoft.com/office/drawing/2014/main" id="{84E18690-958F-74CD-C63F-90FCCDD96FE6}"/>
                </a:ext>
              </a:extLst>
            </p:cNvPr>
            <p:cNvSpPr/>
            <p:nvPr/>
          </p:nvSpPr>
          <p:spPr>
            <a:xfrm>
              <a:off x="5439077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14" name="pg1064">
              <a:extLst>
                <a:ext uri="{FF2B5EF4-FFF2-40B4-BE49-F238E27FC236}">
                  <a16:creationId xmlns:a16="http://schemas.microsoft.com/office/drawing/2014/main" id="{9D6D8BD5-18CD-4CEC-E432-8F7D18F479CF}"/>
                </a:ext>
              </a:extLst>
            </p:cNvPr>
            <p:cNvSpPr/>
            <p:nvPr/>
          </p:nvSpPr>
          <p:spPr>
            <a:xfrm>
              <a:off x="5450715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15" name="pg1065">
              <a:extLst>
                <a:ext uri="{FF2B5EF4-FFF2-40B4-BE49-F238E27FC236}">
                  <a16:creationId xmlns:a16="http://schemas.microsoft.com/office/drawing/2014/main" id="{2B1B534E-BD03-ABA5-ACF7-76528C60E870}"/>
                </a:ext>
              </a:extLst>
            </p:cNvPr>
            <p:cNvSpPr/>
            <p:nvPr/>
          </p:nvSpPr>
          <p:spPr>
            <a:xfrm>
              <a:off x="5462352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16" name="pg1066">
              <a:extLst>
                <a:ext uri="{FF2B5EF4-FFF2-40B4-BE49-F238E27FC236}">
                  <a16:creationId xmlns:a16="http://schemas.microsoft.com/office/drawing/2014/main" id="{3EB088B3-0C9C-F9F7-2394-674E4874405E}"/>
                </a:ext>
              </a:extLst>
            </p:cNvPr>
            <p:cNvSpPr/>
            <p:nvPr/>
          </p:nvSpPr>
          <p:spPr>
            <a:xfrm>
              <a:off x="5334341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17" name="pg1067">
              <a:extLst>
                <a:ext uri="{FF2B5EF4-FFF2-40B4-BE49-F238E27FC236}">
                  <a16:creationId xmlns:a16="http://schemas.microsoft.com/office/drawing/2014/main" id="{3EA47780-C10E-372B-B07F-945D2E911CFC}"/>
                </a:ext>
              </a:extLst>
            </p:cNvPr>
            <p:cNvSpPr/>
            <p:nvPr/>
          </p:nvSpPr>
          <p:spPr>
            <a:xfrm>
              <a:off x="5345979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18" name="pg1068">
              <a:extLst>
                <a:ext uri="{FF2B5EF4-FFF2-40B4-BE49-F238E27FC236}">
                  <a16:creationId xmlns:a16="http://schemas.microsoft.com/office/drawing/2014/main" id="{84B57C7C-4B12-C05A-8867-FFDC57FC1F89}"/>
                </a:ext>
              </a:extLst>
            </p:cNvPr>
            <p:cNvSpPr/>
            <p:nvPr/>
          </p:nvSpPr>
          <p:spPr>
            <a:xfrm>
              <a:off x="5357616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19" name="pg1069">
              <a:extLst>
                <a:ext uri="{FF2B5EF4-FFF2-40B4-BE49-F238E27FC236}">
                  <a16:creationId xmlns:a16="http://schemas.microsoft.com/office/drawing/2014/main" id="{6E9A9A00-025A-9660-084F-BE8169E1DCBF}"/>
                </a:ext>
              </a:extLst>
            </p:cNvPr>
            <p:cNvSpPr/>
            <p:nvPr/>
          </p:nvSpPr>
          <p:spPr>
            <a:xfrm>
              <a:off x="5369253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20" name="pg1070">
              <a:extLst>
                <a:ext uri="{FF2B5EF4-FFF2-40B4-BE49-F238E27FC236}">
                  <a16:creationId xmlns:a16="http://schemas.microsoft.com/office/drawing/2014/main" id="{8EE885CC-3A53-5416-D55B-6DF9DE193384}"/>
                </a:ext>
              </a:extLst>
            </p:cNvPr>
            <p:cNvSpPr/>
            <p:nvPr/>
          </p:nvSpPr>
          <p:spPr>
            <a:xfrm>
              <a:off x="5380891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21" name="pg1071">
              <a:extLst>
                <a:ext uri="{FF2B5EF4-FFF2-40B4-BE49-F238E27FC236}">
                  <a16:creationId xmlns:a16="http://schemas.microsoft.com/office/drawing/2014/main" id="{46D481B7-B172-0119-1130-BCE0207403B0}"/>
                </a:ext>
              </a:extLst>
            </p:cNvPr>
            <p:cNvSpPr/>
            <p:nvPr/>
          </p:nvSpPr>
          <p:spPr>
            <a:xfrm>
              <a:off x="5392528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22" name="pg1072">
              <a:extLst>
                <a:ext uri="{FF2B5EF4-FFF2-40B4-BE49-F238E27FC236}">
                  <a16:creationId xmlns:a16="http://schemas.microsoft.com/office/drawing/2014/main" id="{CA8DA237-36B2-D77D-502C-1DB2D11FFE99}"/>
                </a:ext>
              </a:extLst>
            </p:cNvPr>
            <p:cNvSpPr/>
            <p:nvPr/>
          </p:nvSpPr>
          <p:spPr>
            <a:xfrm>
              <a:off x="5404165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23" name="pg1073">
              <a:extLst>
                <a:ext uri="{FF2B5EF4-FFF2-40B4-BE49-F238E27FC236}">
                  <a16:creationId xmlns:a16="http://schemas.microsoft.com/office/drawing/2014/main" id="{BE909487-EEA6-07CB-A946-3CE435987BE4}"/>
                </a:ext>
              </a:extLst>
            </p:cNvPr>
            <p:cNvSpPr/>
            <p:nvPr/>
          </p:nvSpPr>
          <p:spPr>
            <a:xfrm>
              <a:off x="5415803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24" name="pg1074">
              <a:extLst>
                <a:ext uri="{FF2B5EF4-FFF2-40B4-BE49-F238E27FC236}">
                  <a16:creationId xmlns:a16="http://schemas.microsoft.com/office/drawing/2014/main" id="{53F6B4D7-61B9-EDBB-5159-CB067A24ED88}"/>
                </a:ext>
              </a:extLst>
            </p:cNvPr>
            <p:cNvSpPr/>
            <p:nvPr/>
          </p:nvSpPr>
          <p:spPr>
            <a:xfrm>
              <a:off x="5427440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25" name="pg1075">
              <a:extLst>
                <a:ext uri="{FF2B5EF4-FFF2-40B4-BE49-F238E27FC236}">
                  <a16:creationId xmlns:a16="http://schemas.microsoft.com/office/drawing/2014/main" id="{4CD52BB1-31DD-0788-E322-39CDF3310E15}"/>
                </a:ext>
              </a:extLst>
            </p:cNvPr>
            <p:cNvSpPr/>
            <p:nvPr/>
          </p:nvSpPr>
          <p:spPr>
            <a:xfrm>
              <a:off x="5322704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26" name="pg1076">
              <a:extLst>
                <a:ext uri="{FF2B5EF4-FFF2-40B4-BE49-F238E27FC236}">
                  <a16:creationId xmlns:a16="http://schemas.microsoft.com/office/drawing/2014/main" id="{6F75222B-951A-D1E0-E22F-3E3B0DCD534C}"/>
                </a:ext>
              </a:extLst>
            </p:cNvPr>
            <p:cNvSpPr/>
            <p:nvPr/>
          </p:nvSpPr>
          <p:spPr>
            <a:xfrm>
              <a:off x="5334341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27" name="pg1077">
              <a:extLst>
                <a:ext uri="{FF2B5EF4-FFF2-40B4-BE49-F238E27FC236}">
                  <a16:creationId xmlns:a16="http://schemas.microsoft.com/office/drawing/2014/main" id="{9544A8D8-08F3-205F-B762-47C6E32B318F}"/>
                </a:ext>
              </a:extLst>
            </p:cNvPr>
            <p:cNvSpPr/>
            <p:nvPr/>
          </p:nvSpPr>
          <p:spPr>
            <a:xfrm>
              <a:off x="5345979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28" name="pg1078">
              <a:extLst>
                <a:ext uri="{FF2B5EF4-FFF2-40B4-BE49-F238E27FC236}">
                  <a16:creationId xmlns:a16="http://schemas.microsoft.com/office/drawing/2014/main" id="{836A3308-5C33-D26D-2CF1-BCCE291B3B86}"/>
                </a:ext>
              </a:extLst>
            </p:cNvPr>
            <p:cNvSpPr/>
            <p:nvPr/>
          </p:nvSpPr>
          <p:spPr>
            <a:xfrm>
              <a:off x="5357616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29" name="pg1079">
              <a:extLst>
                <a:ext uri="{FF2B5EF4-FFF2-40B4-BE49-F238E27FC236}">
                  <a16:creationId xmlns:a16="http://schemas.microsoft.com/office/drawing/2014/main" id="{6B1B20A6-C7C5-3C1D-7035-ED359FC9069C}"/>
                </a:ext>
              </a:extLst>
            </p:cNvPr>
            <p:cNvSpPr/>
            <p:nvPr/>
          </p:nvSpPr>
          <p:spPr>
            <a:xfrm>
              <a:off x="5369253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30" name="pg1080">
              <a:extLst>
                <a:ext uri="{FF2B5EF4-FFF2-40B4-BE49-F238E27FC236}">
                  <a16:creationId xmlns:a16="http://schemas.microsoft.com/office/drawing/2014/main" id="{2AE08808-AA71-A0B0-89F9-23AAB8584D46}"/>
                </a:ext>
              </a:extLst>
            </p:cNvPr>
            <p:cNvSpPr/>
            <p:nvPr/>
          </p:nvSpPr>
          <p:spPr>
            <a:xfrm>
              <a:off x="5380891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31" name="pg1081">
              <a:extLst>
                <a:ext uri="{FF2B5EF4-FFF2-40B4-BE49-F238E27FC236}">
                  <a16:creationId xmlns:a16="http://schemas.microsoft.com/office/drawing/2014/main" id="{FA26CC50-1242-C9BE-080E-6CC84AE0432B}"/>
                </a:ext>
              </a:extLst>
            </p:cNvPr>
            <p:cNvSpPr/>
            <p:nvPr/>
          </p:nvSpPr>
          <p:spPr>
            <a:xfrm>
              <a:off x="5392528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32" name="pg1082">
              <a:extLst>
                <a:ext uri="{FF2B5EF4-FFF2-40B4-BE49-F238E27FC236}">
                  <a16:creationId xmlns:a16="http://schemas.microsoft.com/office/drawing/2014/main" id="{9F4D8421-D020-8043-C2C6-15299FC5EA42}"/>
                </a:ext>
              </a:extLst>
            </p:cNvPr>
            <p:cNvSpPr/>
            <p:nvPr/>
          </p:nvSpPr>
          <p:spPr>
            <a:xfrm>
              <a:off x="5404165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33" name="pg1083">
              <a:extLst>
                <a:ext uri="{FF2B5EF4-FFF2-40B4-BE49-F238E27FC236}">
                  <a16:creationId xmlns:a16="http://schemas.microsoft.com/office/drawing/2014/main" id="{4AD24DE8-14FC-9086-6F92-60D983C8DD7D}"/>
                </a:ext>
              </a:extLst>
            </p:cNvPr>
            <p:cNvSpPr/>
            <p:nvPr/>
          </p:nvSpPr>
          <p:spPr>
            <a:xfrm>
              <a:off x="5311067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34" name="pg1084">
              <a:extLst>
                <a:ext uri="{FF2B5EF4-FFF2-40B4-BE49-F238E27FC236}">
                  <a16:creationId xmlns:a16="http://schemas.microsoft.com/office/drawing/2014/main" id="{3CCBB0E1-38FE-DDC7-B207-5C6D0A71FB93}"/>
                </a:ext>
              </a:extLst>
            </p:cNvPr>
            <p:cNvSpPr/>
            <p:nvPr/>
          </p:nvSpPr>
          <p:spPr>
            <a:xfrm>
              <a:off x="5322704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35" name="pg1085">
              <a:extLst>
                <a:ext uri="{FF2B5EF4-FFF2-40B4-BE49-F238E27FC236}">
                  <a16:creationId xmlns:a16="http://schemas.microsoft.com/office/drawing/2014/main" id="{CBD69BDD-EA87-35A2-24DB-EF78548AF45F}"/>
                </a:ext>
              </a:extLst>
            </p:cNvPr>
            <p:cNvSpPr/>
            <p:nvPr/>
          </p:nvSpPr>
          <p:spPr>
            <a:xfrm>
              <a:off x="5334341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36" name="pg1086">
              <a:extLst>
                <a:ext uri="{FF2B5EF4-FFF2-40B4-BE49-F238E27FC236}">
                  <a16:creationId xmlns:a16="http://schemas.microsoft.com/office/drawing/2014/main" id="{B583CEF0-19E6-A7E0-9347-8A4D771236C5}"/>
                </a:ext>
              </a:extLst>
            </p:cNvPr>
            <p:cNvSpPr/>
            <p:nvPr/>
          </p:nvSpPr>
          <p:spPr>
            <a:xfrm>
              <a:off x="5345979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37" name="pg1087">
              <a:extLst>
                <a:ext uri="{FF2B5EF4-FFF2-40B4-BE49-F238E27FC236}">
                  <a16:creationId xmlns:a16="http://schemas.microsoft.com/office/drawing/2014/main" id="{176EC528-671C-3577-1B8D-151B4E524266}"/>
                </a:ext>
              </a:extLst>
            </p:cNvPr>
            <p:cNvSpPr/>
            <p:nvPr/>
          </p:nvSpPr>
          <p:spPr>
            <a:xfrm>
              <a:off x="5357616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38" name="pg1088">
              <a:extLst>
                <a:ext uri="{FF2B5EF4-FFF2-40B4-BE49-F238E27FC236}">
                  <a16:creationId xmlns:a16="http://schemas.microsoft.com/office/drawing/2014/main" id="{024C9BAA-CD63-454F-BC85-8F4140DB62CF}"/>
                </a:ext>
              </a:extLst>
            </p:cNvPr>
            <p:cNvSpPr/>
            <p:nvPr/>
          </p:nvSpPr>
          <p:spPr>
            <a:xfrm>
              <a:off x="5369253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39" name="pg1089">
              <a:extLst>
                <a:ext uri="{FF2B5EF4-FFF2-40B4-BE49-F238E27FC236}">
                  <a16:creationId xmlns:a16="http://schemas.microsoft.com/office/drawing/2014/main" id="{206C73AB-B4AB-BE69-C4E5-B2E2CF238C25}"/>
                </a:ext>
              </a:extLst>
            </p:cNvPr>
            <p:cNvSpPr/>
            <p:nvPr/>
          </p:nvSpPr>
          <p:spPr>
            <a:xfrm>
              <a:off x="5380891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40" name="pg1090">
              <a:extLst>
                <a:ext uri="{FF2B5EF4-FFF2-40B4-BE49-F238E27FC236}">
                  <a16:creationId xmlns:a16="http://schemas.microsoft.com/office/drawing/2014/main" id="{03E80AFE-6BDA-7801-60E8-9C79A146C2A2}"/>
                </a:ext>
              </a:extLst>
            </p:cNvPr>
            <p:cNvSpPr/>
            <p:nvPr/>
          </p:nvSpPr>
          <p:spPr>
            <a:xfrm>
              <a:off x="5311067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41" name="pg1091">
              <a:extLst>
                <a:ext uri="{FF2B5EF4-FFF2-40B4-BE49-F238E27FC236}">
                  <a16:creationId xmlns:a16="http://schemas.microsoft.com/office/drawing/2014/main" id="{3087D24B-84F6-B52F-2AB1-213C1A999D16}"/>
                </a:ext>
              </a:extLst>
            </p:cNvPr>
            <p:cNvSpPr/>
            <p:nvPr/>
          </p:nvSpPr>
          <p:spPr>
            <a:xfrm>
              <a:off x="5322704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42" name="pg1092">
              <a:extLst>
                <a:ext uri="{FF2B5EF4-FFF2-40B4-BE49-F238E27FC236}">
                  <a16:creationId xmlns:a16="http://schemas.microsoft.com/office/drawing/2014/main" id="{9B420AD8-FD19-279D-6820-774F21EE62CB}"/>
                </a:ext>
              </a:extLst>
            </p:cNvPr>
            <p:cNvSpPr/>
            <p:nvPr/>
          </p:nvSpPr>
          <p:spPr>
            <a:xfrm>
              <a:off x="5334341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43" name="pg1093">
              <a:extLst>
                <a:ext uri="{FF2B5EF4-FFF2-40B4-BE49-F238E27FC236}">
                  <a16:creationId xmlns:a16="http://schemas.microsoft.com/office/drawing/2014/main" id="{2196268C-3AF2-0F61-C520-D10340EF77AB}"/>
                </a:ext>
              </a:extLst>
            </p:cNvPr>
            <p:cNvSpPr/>
            <p:nvPr/>
          </p:nvSpPr>
          <p:spPr>
            <a:xfrm>
              <a:off x="5345979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44" name="pg1094">
              <a:extLst>
                <a:ext uri="{FF2B5EF4-FFF2-40B4-BE49-F238E27FC236}">
                  <a16:creationId xmlns:a16="http://schemas.microsoft.com/office/drawing/2014/main" id="{37F44D28-AEE8-763B-CF47-38B6D7A5484F}"/>
                </a:ext>
              </a:extLst>
            </p:cNvPr>
            <p:cNvSpPr/>
            <p:nvPr/>
          </p:nvSpPr>
          <p:spPr>
            <a:xfrm>
              <a:off x="5357616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45" name="pg1095">
              <a:extLst>
                <a:ext uri="{FF2B5EF4-FFF2-40B4-BE49-F238E27FC236}">
                  <a16:creationId xmlns:a16="http://schemas.microsoft.com/office/drawing/2014/main" id="{ED851F10-18AC-9650-B3EA-DD8543998D2D}"/>
                </a:ext>
              </a:extLst>
            </p:cNvPr>
            <p:cNvSpPr/>
            <p:nvPr/>
          </p:nvSpPr>
          <p:spPr>
            <a:xfrm>
              <a:off x="5369253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46" name="pg1096">
              <a:extLst>
                <a:ext uri="{FF2B5EF4-FFF2-40B4-BE49-F238E27FC236}">
                  <a16:creationId xmlns:a16="http://schemas.microsoft.com/office/drawing/2014/main" id="{ACC0DD37-438B-7EE1-DD70-44E44D465E41}"/>
                </a:ext>
              </a:extLst>
            </p:cNvPr>
            <p:cNvSpPr/>
            <p:nvPr/>
          </p:nvSpPr>
          <p:spPr>
            <a:xfrm>
              <a:off x="5380891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47" name="pg1097">
              <a:extLst>
                <a:ext uri="{FF2B5EF4-FFF2-40B4-BE49-F238E27FC236}">
                  <a16:creationId xmlns:a16="http://schemas.microsoft.com/office/drawing/2014/main" id="{D5A786BF-8EB1-A92F-A0AC-4C8DFFE107CA}"/>
                </a:ext>
              </a:extLst>
            </p:cNvPr>
            <p:cNvSpPr/>
            <p:nvPr/>
          </p:nvSpPr>
          <p:spPr>
            <a:xfrm>
              <a:off x="5311067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48" name="pg1098">
              <a:extLst>
                <a:ext uri="{FF2B5EF4-FFF2-40B4-BE49-F238E27FC236}">
                  <a16:creationId xmlns:a16="http://schemas.microsoft.com/office/drawing/2014/main" id="{630F1F23-CB18-0F66-524A-3A78C90350C9}"/>
                </a:ext>
              </a:extLst>
            </p:cNvPr>
            <p:cNvSpPr/>
            <p:nvPr/>
          </p:nvSpPr>
          <p:spPr>
            <a:xfrm>
              <a:off x="5322704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49" name="pg1099">
              <a:extLst>
                <a:ext uri="{FF2B5EF4-FFF2-40B4-BE49-F238E27FC236}">
                  <a16:creationId xmlns:a16="http://schemas.microsoft.com/office/drawing/2014/main" id="{721491BC-CA66-103D-BE9D-0241BE92F18F}"/>
                </a:ext>
              </a:extLst>
            </p:cNvPr>
            <p:cNvSpPr/>
            <p:nvPr/>
          </p:nvSpPr>
          <p:spPr>
            <a:xfrm>
              <a:off x="5334341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50" name="pg1100">
              <a:extLst>
                <a:ext uri="{FF2B5EF4-FFF2-40B4-BE49-F238E27FC236}">
                  <a16:creationId xmlns:a16="http://schemas.microsoft.com/office/drawing/2014/main" id="{C3A60639-8459-E54B-7734-F78AAD998853}"/>
                </a:ext>
              </a:extLst>
            </p:cNvPr>
            <p:cNvSpPr/>
            <p:nvPr/>
          </p:nvSpPr>
          <p:spPr>
            <a:xfrm>
              <a:off x="5345979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51" name="pg1101">
              <a:extLst>
                <a:ext uri="{FF2B5EF4-FFF2-40B4-BE49-F238E27FC236}">
                  <a16:creationId xmlns:a16="http://schemas.microsoft.com/office/drawing/2014/main" id="{DC98C5D2-E4E5-F4E6-0AC3-5BCCF9AEFF5A}"/>
                </a:ext>
              </a:extLst>
            </p:cNvPr>
            <p:cNvSpPr/>
            <p:nvPr/>
          </p:nvSpPr>
          <p:spPr>
            <a:xfrm>
              <a:off x="5357616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52" name="pg1102">
              <a:extLst>
                <a:ext uri="{FF2B5EF4-FFF2-40B4-BE49-F238E27FC236}">
                  <a16:creationId xmlns:a16="http://schemas.microsoft.com/office/drawing/2014/main" id="{A18594D3-E7B2-A871-40BA-8884B607133A}"/>
                </a:ext>
              </a:extLst>
            </p:cNvPr>
            <p:cNvSpPr/>
            <p:nvPr/>
          </p:nvSpPr>
          <p:spPr>
            <a:xfrm>
              <a:off x="5369253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53" name="pg1103">
              <a:extLst>
                <a:ext uri="{FF2B5EF4-FFF2-40B4-BE49-F238E27FC236}">
                  <a16:creationId xmlns:a16="http://schemas.microsoft.com/office/drawing/2014/main" id="{D5B43138-DC14-E666-97AF-E9C80ABEB5FE}"/>
                </a:ext>
              </a:extLst>
            </p:cNvPr>
            <p:cNvSpPr/>
            <p:nvPr/>
          </p:nvSpPr>
          <p:spPr>
            <a:xfrm>
              <a:off x="5380891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54" name="pg1104">
              <a:extLst>
                <a:ext uri="{FF2B5EF4-FFF2-40B4-BE49-F238E27FC236}">
                  <a16:creationId xmlns:a16="http://schemas.microsoft.com/office/drawing/2014/main" id="{DA7E7233-C7A5-7954-0B81-432AD13CB04A}"/>
                </a:ext>
              </a:extLst>
            </p:cNvPr>
            <p:cNvSpPr/>
            <p:nvPr/>
          </p:nvSpPr>
          <p:spPr>
            <a:xfrm>
              <a:off x="5311067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55" name="pg1105">
              <a:extLst>
                <a:ext uri="{FF2B5EF4-FFF2-40B4-BE49-F238E27FC236}">
                  <a16:creationId xmlns:a16="http://schemas.microsoft.com/office/drawing/2014/main" id="{162838C2-401B-C6C9-9776-DFC29021B1EE}"/>
                </a:ext>
              </a:extLst>
            </p:cNvPr>
            <p:cNvSpPr/>
            <p:nvPr/>
          </p:nvSpPr>
          <p:spPr>
            <a:xfrm>
              <a:off x="5322704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56" name="pg1106">
              <a:extLst>
                <a:ext uri="{FF2B5EF4-FFF2-40B4-BE49-F238E27FC236}">
                  <a16:creationId xmlns:a16="http://schemas.microsoft.com/office/drawing/2014/main" id="{B7DF8C92-DD54-E7BF-9766-B5E41031C302}"/>
                </a:ext>
              </a:extLst>
            </p:cNvPr>
            <p:cNvSpPr/>
            <p:nvPr/>
          </p:nvSpPr>
          <p:spPr>
            <a:xfrm>
              <a:off x="5334341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57" name="pg1107">
              <a:extLst>
                <a:ext uri="{FF2B5EF4-FFF2-40B4-BE49-F238E27FC236}">
                  <a16:creationId xmlns:a16="http://schemas.microsoft.com/office/drawing/2014/main" id="{458CE508-3FE4-C6FA-B6E2-F6CD7BD02C82}"/>
                </a:ext>
              </a:extLst>
            </p:cNvPr>
            <p:cNvSpPr/>
            <p:nvPr/>
          </p:nvSpPr>
          <p:spPr>
            <a:xfrm>
              <a:off x="5345979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58" name="pg1108">
              <a:extLst>
                <a:ext uri="{FF2B5EF4-FFF2-40B4-BE49-F238E27FC236}">
                  <a16:creationId xmlns:a16="http://schemas.microsoft.com/office/drawing/2014/main" id="{4E168863-F14A-233D-3FD0-34985B6722EF}"/>
                </a:ext>
              </a:extLst>
            </p:cNvPr>
            <p:cNvSpPr/>
            <p:nvPr/>
          </p:nvSpPr>
          <p:spPr>
            <a:xfrm>
              <a:off x="5357616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59" name="pg1109">
              <a:extLst>
                <a:ext uri="{FF2B5EF4-FFF2-40B4-BE49-F238E27FC236}">
                  <a16:creationId xmlns:a16="http://schemas.microsoft.com/office/drawing/2014/main" id="{6EEFDFEE-4404-BE54-23B3-7BFABB6C06CE}"/>
                </a:ext>
              </a:extLst>
            </p:cNvPr>
            <p:cNvSpPr/>
            <p:nvPr/>
          </p:nvSpPr>
          <p:spPr>
            <a:xfrm>
              <a:off x="5369253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60" name="pg1110">
              <a:extLst>
                <a:ext uri="{FF2B5EF4-FFF2-40B4-BE49-F238E27FC236}">
                  <a16:creationId xmlns:a16="http://schemas.microsoft.com/office/drawing/2014/main" id="{A8835737-59B3-D2B9-DD2A-47B9D3C3F9FC}"/>
                </a:ext>
              </a:extLst>
            </p:cNvPr>
            <p:cNvSpPr/>
            <p:nvPr/>
          </p:nvSpPr>
          <p:spPr>
            <a:xfrm>
              <a:off x="5380891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61" name="pg1111">
              <a:extLst>
                <a:ext uri="{FF2B5EF4-FFF2-40B4-BE49-F238E27FC236}">
                  <a16:creationId xmlns:a16="http://schemas.microsoft.com/office/drawing/2014/main" id="{9759A468-9F57-FAD3-6F7E-96B9F0F59059}"/>
                </a:ext>
              </a:extLst>
            </p:cNvPr>
            <p:cNvSpPr/>
            <p:nvPr/>
          </p:nvSpPr>
          <p:spPr>
            <a:xfrm>
              <a:off x="5241243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62" name="pg1112">
              <a:extLst>
                <a:ext uri="{FF2B5EF4-FFF2-40B4-BE49-F238E27FC236}">
                  <a16:creationId xmlns:a16="http://schemas.microsoft.com/office/drawing/2014/main" id="{B9EFE486-ED48-40F8-9034-7655F63EBA4B}"/>
                </a:ext>
              </a:extLst>
            </p:cNvPr>
            <p:cNvSpPr/>
            <p:nvPr/>
          </p:nvSpPr>
          <p:spPr>
            <a:xfrm>
              <a:off x="5252880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63" name="pg1113">
              <a:extLst>
                <a:ext uri="{FF2B5EF4-FFF2-40B4-BE49-F238E27FC236}">
                  <a16:creationId xmlns:a16="http://schemas.microsoft.com/office/drawing/2014/main" id="{E4B215AC-E89E-19C9-D0C6-06E421A8D172}"/>
                </a:ext>
              </a:extLst>
            </p:cNvPr>
            <p:cNvSpPr/>
            <p:nvPr/>
          </p:nvSpPr>
          <p:spPr>
            <a:xfrm>
              <a:off x="5334341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64" name="pg1114">
              <a:extLst>
                <a:ext uri="{FF2B5EF4-FFF2-40B4-BE49-F238E27FC236}">
                  <a16:creationId xmlns:a16="http://schemas.microsoft.com/office/drawing/2014/main" id="{B97761DE-EF40-7DBD-6D97-E31824AA30BA}"/>
                </a:ext>
              </a:extLst>
            </p:cNvPr>
            <p:cNvSpPr/>
            <p:nvPr/>
          </p:nvSpPr>
          <p:spPr>
            <a:xfrm>
              <a:off x="5345979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65" name="pg1115">
              <a:extLst>
                <a:ext uri="{FF2B5EF4-FFF2-40B4-BE49-F238E27FC236}">
                  <a16:creationId xmlns:a16="http://schemas.microsoft.com/office/drawing/2014/main" id="{13B0FD22-DAD5-96F4-C6A1-01A0FC4ED1BE}"/>
                </a:ext>
              </a:extLst>
            </p:cNvPr>
            <p:cNvSpPr/>
            <p:nvPr/>
          </p:nvSpPr>
          <p:spPr>
            <a:xfrm>
              <a:off x="5357616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66" name="pg1116">
              <a:extLst>
                <a:ext uri="{FF2B5EF4-FFF2-40B4-BE49-F238E27FC236}">
                  <a16:creationId xmlns:a16="http://schemas.microsoft.com/office/drawing/2014/main" id="{BB2DA54D-0F6B-AFAF-2079-7B9783D2833A}"/>
                </a:ext>
              </a:extLst>
            </p:cNvPr>
            <p:cNvSpPr/>
            <p:nvPr/>
          </p:nvSpPr>
          <p:spPr>
            <a:xfrm>
              <a:off x="5369253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67" name="pg1117">
              <a:extLst>
                <a:ext uri="{FF2B5EF4-FFF2-40B4-BE49-F238E27FC236}">
                  <a16:creationId xmlns:a16="http://schemas.microsoft.com/office/drawing/2014/main" id="{BEB142D0-A6BA-84A2-F005-C4B09EAFE771}"/>
                </a:ext>
              </a:extLst>
            </p:cNvPr>
            <p:cNvSpPr/>
            <p:nvPr/>
          </p:nvSpPr>
          <p:spPr>
            <a:xfrm>
              <a:off x="5380891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68" name="pg1118">
              <a:extLst>
                <a:ext uri="{FF2B5EF4-FFF2-40B4-BE49-F238E27FC236}">
                  <a16:creationId xmlns:a16="http://schemas.microsoft.com/office/drawing/2014/main" id="{9642F386-0CAB-A325-B60A-84357907995F}"/>
                </a:ext>
              </a:extLst>
            </p:cNvPr>
            <p:cNvSpPr/>
            <p:nvPr/>
          </p:nvSpPr>
          <p:spPr>
            <a:xfrm>
              <a:off x="5217968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69" name="pg1119">
              <a:extLst>
                <a:ext uri="{FF2B5EF4-FFF2-40B4-BE49-F238E27FC236}">
                  <a16:creationId xmlns:a16="http://schemas.microsoft.com/office/drawing/2014/main" id="{D8223419-325F-1E33-4355-93D78CD3C47B}"/>
                </a:ext>
              </a:extLst>
            </p:cNvPr>
            <p:cNvSpPr/>
            <p:nvPr/>
          </p:nvSpPr>
          <p:spPr>
            <a:xfrm>
              <a:off x="5229605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70" name="pg1120">
              <a:extLst>
                <a:ext uri="{FF2B5EF4-FFF2-40B4-BE49-F238E27FC236}">
                  <a16:creationId xmlns:a16="http://schemas.microsoft.com/office/drawing/2014/main" id="{5043BBCA-C61B-9FBB-8EF3-65FBD3D37293}"/>
                </a:ext>
              </a:extLst>
            </p:cNvPr>
            <p:cNvSpPr/>
            <p:nvPr/>
          </p:nvSpPr>
          <p:spPr>
            <a:xfrm>
              <a:off x="5241243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71" name="pg1121">
              <a:extLst>
                <a:ext uri="{FF2B5EF4-FFF2-40B4-BE49-F238E27FC236}">
                  <a16:creationId xmlns:a16="http://schemas.microsoft.com/office/drawing/2014/main" id="{0B694E0E-8639-E941-F1FE-28DC22F1C481}"/>
                </a:ext>
              </a:extLst>
            </p:cNvPr>
            <p:cNvSpPr/>
            <p:nvPr/>
          </p:nvSpPr>
          <p:spPr>
            <a:xfrm>
              <a:off x="5252880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72" name="pg1122">
              <a:extLst>
                <a:ext uri="{FF2B5EF4-FFF2-40B4-BE49-F238E27FC236}">
                  <a16:creationId xmlns:a16="http://schemas.microsoft.com/office/drawing/2014/main" id="{FC025C3A-E592-BF2F-7F3A-9FCF586D5329}"/>
                </a:ext>
              </a:extLst>
            </p:cNvPr>
            <p:cNvSpPr/>
            <p:nvPr/>
          </p:nvSpPr>
          <p:spPr>
            <a:xfrm>
              <a:off x="5264517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73" name="pg1123">
              <a:extLst>
                <a:ext uri="{FF2B5EF4-FFF2-40B4-BE49-F238E27FC236}">
                  <a16:creationId xmlns:a16="http://schemas.microsoft.com/office/drawing/2014/main" id="{3EC667CA-A0BD-1A05-357B-0FB1238726EF}"/>
                </a:ext>
              </a:extLst>
            </p:cNvPr>
            <p:cNvSpPr/>
            <p:nvPr/>
          </p:nvSpPr>
          <p:spPr>
            <a:xfrm>
              <a:off x="5334341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74" name="pg1124">
              <a:extLst>
                <a:ext uri="{FF2B5EF4-FFF2-40B4-BE49-F238E27FC236}">
                  <a16:creationId xmlns:a16="http://schemas.microsoft.com/office/drawing/2014/main" id="{D1D30750-F4A1-CD5F-3E55-75E576325BDB}"/>
                </a:ext>
              </a:extLst>
            </p:cNvPr>
            <p:cNvSpPr/>
            <p:nvPr/>
          </p:nvSpPr>
          <p:spPr>
            <a:xfrm>
              <a:off x="5345979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75" name="pg1125">
              <a:extLst>
                <a:ext uri="{FF2B5EF4-FFF2-40B4-BE49-F238E27FC236}">
                  <a16:creationId xmlns:a16="http://schemas.microsoft.com/office/drawing/2014/main" id="{68A6CA38-52E9-3768-B967-314A4A3501D6}"/>
                </a:ext>
              </a:extLst>
            </p:cNvPr>
            <p:cNvSpPr/>
            <p:nvPr/>
          </p:nvSpPr>
          <p:spPr>
            <a:xfrm>
              <a:off x="5357616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76" name="pg1126">
              <a:extLst>
                <a:ext uri="{FF2B5EF4-FFF2-40B4-BE49-F238E27FC236}">
                  <a16:creationId xmlns:a16="http://schemas.microsoft.com/office/drawing/2014/main" id="{2277E4EC-F5E5-9594-CD7A-20EE53D37EB7}"/>
                </a:ext>
              </a:extLst>
            </p:cNvPr>
            <p:cNvSpPr/>
            <p:nvPr/>
          </p:nvSpPr>
          <p:spPr>
            <a:xfrm>
              <a:off x="5369253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4AA">
                <a:alpha val="100000"/>
              </a:srgbClr>
            </a:solidFill>
            <a:ln w="5420" cap="flat">
              <a:solidFill>
                <a:srgbClr val="42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77" name="pg1127">
              <a:extLst>
                <a:ext uri="{FF2B5EF4-FFF2-40B4-BE49-F238E27FC236}">
                  <a16:creationId xmlns:a16="http://schemas.microsoft.com/office/drawing/2014/main" id="{96C9785A-BC02-88D9-DA59-7DC6036E606F}"/>
                </a:ext>
              </a:extLst>
            </p:cNvPr>
            <p:cNvSpPr/>
            <p:nvPr/>
          </p:nvSpPr>
          <p:spPr>
            <a:xfrm>
              <a:off x="5380891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78" name="pg1128">
              <a:extLst>
                <a:ext uri="{FF2B5EF4-FFF2-40B4-BE49-F238E27FC236}">
                  <a16:creationId xmlns:a16="http://schemas.microsoft.com/office/drawing/2014/main" id="{33231BF3-0841-DE24-BA84-F8BE5F367B94}"/>
                </a:ext>
              </a:extLst>
            </p:cNvPr>
            <p:cNvSpPr/>
            <p:nvPr/>
          </p:nvSpPr>
          <p:spPr>
            <a:xfrm>
              <a:off x="519469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79" name="pg1129">
              <a:extLst>
                <a:ext uri="{FF2B5EF4-FFF2-40B4-BE49-F238E27FC236}">
                  <a16:creationId xmlns:a16="http://schemas.microsoft.com/office/drawing/2014/main" id="{F6D9F622-E248-6086-DE87-5DC5FA2A95D4}"/>
                </a:ext>
              </a:extLst>
            </p:cNvPr>
            <p:cNvSpPr/>
            <p:nvPr/>
          </p:nvSpPr>
          <p:spPr>
            <a:xfrm>
              <a:off x="5206331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80" name="pg1130">
              <a:extLst>
                <a:ext uri="{FF2B5EF4-FFF2-40B4-BE49-F238E27FC236}">
                  <a16:creationId xmlns:a16="http://schemas.microsoft.com/office/drawing/2014/main" id="{41258922-B8C6-C13E-6290-4A9FF9BF9550}"/>
                </a:ext>
              </a:extLst>
            </p:cNvPr>
            <p:cNvSpPr/>
            <p:nvPr/>
          </p:nvSpPr>
          <p:spPr>
            <a:xfrm>
              <a:off x="5217968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81" name="pg1131">
              <a:extLst>
                <a:ext uri="{FF2B5EF4-FFF2-40B4-BE49-F238E27FC236}">
                  <a16:creationId xmlns:a16="http://schemas.microsoft.com/office/drawing/2014/main" id="{DE90FEC7-EE07-E2B2-1B68-08D4EC9B71F9}"/>
                </a:ext>
              </a:extLst>
            </p:cNvPr>
            <p:cNvSpPr/>
            <p:nvPr/>
          </p:nvSpPr>
          <p:spPr>
            <a:xfrm>
              <a:off x="5229605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82" name="pg1132">
              <a:extLst>
                <a:ext uri="{FF2B5EF4-FFF2-40B4-BE49-F238E27FC236}">
                  <a16:creationId xmlns:a16="http://schemas.microsoft.com/office/drawing/2014/main" id="{D7AB97F7-72F0-4E3B-30D0-64F552E17721}"/>
                </a:ext>
              </a:extLst>
            </p:cNvPr>
            <p:cNvSpPr/>
            <p:nvPr/>
          </p:nvSpPr>
          <p:spPr>
            <a:xfrm>
              <a:off x="524124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83" name="pg1133">
              <a:extLst>
                <a:ext uri="{FF2B5EF4-FFF2-40B4-BE49-F238E27FC236}">
                  <a16:creationId xmlns:a16="http://schemas.microsoft.com/office/drawing/2014/main" id="{BA250769-A498-EB58-6A99-EA8ACF4B54FC}"/>
                </a:ext>
              </a:extLst>
            </p:cNvPr>
            <p:cNvSpPr/>
            <p:nvPr/>
          </p:nvSpPr>
          <p:spPr>
            <a:xfrm>
              <a:off x="5252880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84" name="pg1134">
              <a:extLst>
                <a:ext uri="{FF2B5EF4-FFF2-40B4-BE49-F238E27FC236}">
                  <a16:creationId xmlns:a16="http://schemas.microsoft.com/office/drawing/2014/main" id="{456E4F8A-1540-6E19-D960-B7054BDE8D02}"/>
                </a:ext>
              </a:extLst>
            </p:cNvPr>
            <p:cNvSpPr/>
            <p:nvPr/>
          </p:nvSpPr>
          <p:spPr>
            <a:xfrm>
              <a:off x="5264517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85" name="pg1135">
              <a:extLst>
                <a:ext uri="{FF2B5EF4-FFF2-40B4-BE49-F238E27FC236}">
                  <a16:creationId xmlns:a16="http://schemas.microsoft.com/office/drawing/2014/main" id="{2DD6DE10-61E6-8146-C8B1-2FE62192EC73}"/>
                </a:ext>
              </a:extLst>
            </p:cNvPr>
            <p:cNvSpPr/>
            <p:nvPr/>
          </p:nvSpPr>
          <p:spPr>
            <a:xfrm>
              <a:off x="5322704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86" name="pg1136">
              <a:extLst>
                <a:ext uri="{FF2B5EF4-FFF2-40B4-BE49-F238E27FC236}">
                  <a16:creationId xmlns:a16="http://schemas.microsoft.com/office/drawing/2014/main" id="{4FB87A23-930F-5D2E-DCBD-733527AA2DEB}"/>
                </a:ext>
              </a:extLst>
            </p:cNvPr>
            <p:cNvSpPr/>
            <p:nvPr/>
          </p:nvSpPr>
          <p:spPr>
            <a:xfrm>
              <a:off x="5334341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87" name="pg1137">
              <a:extLst>
                <a:ext uri="{FF2B5EF4-FFF2-40B4-BE49-F238E27FC236}">
                  <a16:creationId xmlns:a16="http://schemas.microsoft.com/office/drawing/2014/main" id="{5B934AB7-499B-E1AF-EDA4-8545D50A52D4}"/>
                </a:ext>
              </a:extLst>
            </p:cNvPr>
            <p:cNvSpPr/>
            <p:nvPr/>
          </p:nvSpPr>
          <p:spPr>
            <a:xfrm>
              <a:off x="5345979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88" name="pg1138">
              <a:extLst>
                <a:ext uri="{FF2B5EF4-FFF2-40B4-BE49-F238E27FC236}">
                  <a16:creationId xmlns:a16="http://schemas.microsoft.com/office/drawing/2014/main" id="{5DB5B43F-7F94-0D16-58A4-B5D69BB8C10F}"/>
                </a:ext>
              </a:extLst>
            </p:cNvPr>
            <p:cNvSpPr/>
            <p:nvPr/>
          </p:nvSpPr>
          <p:spPr>
            <a:xfrm>
              <a:off x="5357616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89" name="pg1139">
              <a:extLst>
                <a:ext uri="{FF2B5EF4-FFF2-40B4-BE49-F238E27FC236}">
                  <a16:creationId xmlns:a16="http://schemas.microsoft.com/office/drawing/2014/main" id="{3619A5B6-F9BB-019D-4E5A-0CC69AF94106}"/>
                </a:ext>
              </a:extLst>
            </p:cNvPr>
            <p:cNvSpPr/>
            <p:nvPr/>
          </p:nvSpPr>
          <p:spPr>
            <a:xfrm>
              <a:off x="536925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90" name="pg1140">
              <a:extLst>
                <a:ext uri="{FF2B5EF4-FFF2-40B4-BE49-F238E27FC236}">
                  <a16:creationId xmlns:a16="http://schemas.microsoft.com/office/drawing/2014/main" id="{76F7C81D-50B2-B0FC-EB80-5D6682245EE6}"/>
                </a:ext>
              </a:extLst>
            </p:cNvPr>
            <p:cNvSpPr/>
            <p:nvPr/>
          </p:nvSpPr>
          <p:spPr>
            <a:xfrm>
              <a:off x="5183056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91" name="pg1141">
              <a:extLst>
                <a:ext uri="{FF2B5EF4-FFF2-40B4-BE49-F238E27FC236}">
                  <a16:creationId xmlns:a16="http://schemas.microsoft.com/office/drawing/2014/main" id="{EE350CBD-1A07-8184-9B98-9F8DCB18D6CD}"/>
                </a:ext>
              </a:extLst>
            </p:cNvPr>
            <p:cNvSpPr/>
            <p:nvPr/>
          </p:nvSpPr>
          <p:spPr>
            <a:xfrm>
              <a:off x="519469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92" name="pg1142">
              <a:extLst>
                <a:ext uri="{FF2B5EF4-FFF2-40B4-BE49-F238E27FC236}">
                  <a16:creationId xmlns:a16="http://schemas.microsoft.com/office/drawing/2014/main" id="{8B4FE5FF-A88B-3A29-F258-F79520A1963B}"/>
                </a:ext>
              </a:extLst>
            </p:cNvPr>
            <p:cNvSpPr/>
            <p:nvPr/>
          </p:nvSpPr>
          <p:spPr>
            <a:xfrm>
              <a:off x="5206331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93" name="pg1143">
              <a:extLst>
                <a:ext uri="{FF2B5EF4-FFF2-40B4-BE49-F238E27FC236}">
                  <a16:creationId xmlns:a16="http://schemas.microsoft.com/office/drawing/2014/main" id="{E561923A-428A-A8F2-828D-C35D8DDE527A}"/>
                </a:ext>
              </a:extLst>
            </p:cNvPr>
            <p:cNvSpPr/>
            <p:nvPr/>
          </p:nvSpPr>
          <p:spPr>
            <a:xfrm>
              <a:off x="5217968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94" name="pg1144">
              <a:extLst>
                <a:ext uri="{FF2B5EF4-FFF2-40B4-BE49-F238E27FC236}">
                  <a16:creationId xmlns:a16="http://schemas.microsoft.com/office/drawing/2014/main" id="{CEEE0896-E18D-461D-4B6D-89051D0C7CD8}"/>
                </a:ext>
              </a:extLst>
            </p:cNvPr>
            <p:cNvSpPr/>
            <p:nvPr/>
          </p:nvSpPr>
          <p:spPr>
            <a:xfrm>
              <a:off x="5229605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95" name="pg1145">
              <a:extLst>
                <a:ext uri="{FF2B5EF4-FFF2-40B4-BE49-F238E27FC236}">
                  <a16:creationId xmlns:a16="http://schemas.microsoft.com/office/drawing/2014/main" id="{D26560ED-296A-BD8C-FDDF-E42303674A4C}"/>
                </a:ext>
              </a:extLst>
            </p:cNvPr>
            <p:cNvSpPr/>
            <p:nvPr/>
          </p:nvSpPr>
          <p:spPr>
            <a:xfrm>
              <a:off x="524124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96" name="pg1146">
              <a:extLst>
                <a:ext uri="{FF2B5EF4-FFF2-40B4-BE49-F238E27FC236}">
                  <a16:creationId xmlns:a16="http://schemas.microsoft.com/office/drawing/2014/main" id="{5D3721E3-1355-344A-62E6-194C2E5A95F7}"/>
                </a:ext>
              </a:extLst>
            </p:cNvPr>
            <p:cNvSpPr/>
            <p:nvPr/>
          </p:nvSpPr>
          <p:spPr>
            <a:xfrm>
              <a:off x="5252880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97" name="pg1147">
              <a:extLst>
                <a:ext uri="{FF2B5EF4-FFF2-40B4-BE49-F238E27FC236}">
                  <a16:creationId xmlns:a16="http://schemas.microsoft.com/office/drawing/2014/main" id="{ADCE33F7-EE64-E20B-F60F-36B49CA291D7}"/>
                </a:ext>
              </a:extLst>
            </p:cNvPr>
            <p:cNvSpPr/>
            <p:nvPr/>
          </p:nvSpPr>
          <p:spPr>
            <a:xfrm>
              <a:off x="5264517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98" name="pg1148">
              <a:extLst>
                <a:ext uri="{FF2B5EF4-FFF2-40B4-BE49-F238E27FC236}">
                  <a16:creationId xmlns:a16="http://schemas.microsoft.com/office/drawing/2014/main" id="{1765F891-B3B4-22CA-ECE0-564E384BB642}"/>
                </a:ext>
              </a:extLst>
            </p:cNvPr>
            <p:cNvSpPr/>
            <p:nvPr/>
          </p:nvSpPr>
          <p:spPr>
            <a:xfrm>
              <a:off x="5322704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99" name="pg1149">
              <a:extLst>
                <a:ext uri="{FF2B5EF4-FFF2-40B4-BE49-F238E27FC236}">
                  <a16:creationId xmlns:a16="http://schemas.microsoft.com/office/drawing/2014/main" id="{D65E8E8E-85CA-50C1-D907-9F916D471D4B}"/>
                </a:ext>
              </a:extLst>
            </p:cNvPr>
            <p:cNvSpPr/>
            <p:nvPr/>
          </p:nvSpPr>
          <p:spPr>
            <a:xfrm>
              <a:off x="5334341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00" name="pg1150">
              <a:extLst>
                <a:ext uri="{FF2B5EF4-FFF2-40B4-BE49-F238E27FC236}">
                  <a16:creationId xmlns:a16="http://schemas.microsoft.com/office/drawing/2014/main" id="{EDEDB349-211E-6CEC-A06B-ED9B436CE948}"/>
                </a:ext>
              </a:extLst>
            </p:cNvPr>
            <p:cNvSpPr/>
            <p:nvPr/>
          </p:nvSpPr>
          <p:spPr>
            <a:xfrm>
              <a:off x="5345979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01" name="pg1151">
              <a:extLst>
                <a:ext uri="{FF2B5EF4-FFF2-40B4-BE49-F238E27FC236}">
                  <a16:creationId xmlns:a16="http://schemas.microsoft.com/office/drawing/2014/main" id="{0AB8F064-17B7-CFE6-E5E6-EA4400B3D71A}"/>
                </a:ext>
              </a:extLst>
            </p:cNvPr>
            <p:cNvSpPr/>
            <p:nvPr/>
          </p:nvSpPr>
          <p:spPr>
            <a:xfrm>
              <a:off x="5357616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02" name="pg1152">
              <a:extLst>
                <a:ext uri="{FF2B5EF4-FFF2-40B4-BE49-F238E27FC236}">
                  <a16:creationId xmlns:a16="http://schemas.microsoft.com/office/drawing/2014/main" id="{79AC7571-B210-E0AA-8621-A4D5BC0744A6}"/>
                </a:ext>
              </a:extLst>
            </p:cNvPr>
            <p:cNvSpPr/>
            <p:nvPr/>
          </p:nvSpPr>
          <p:spPr>
            <a:xfrm>
              <a:off x="536925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03" name="pg1153">
              <a:extLst>
                <a:ext uri="{FF2B5EF4-FFF2-40B4-BE49-F238E27FC236}">
                  <a16:creationId xmlns:a16="http://schemas.microsoft.com/office/drawing/2014/main" id="{7C928756-C2E5-55D4-C7C7-515A7729B73E}"/>
                </a:ext>
              </a:extLst>
            </p:cNvPr>
            <p:cNvSpPr/>
            <p:nvPr/>
          </p:nvSpPr>
          <p:spPr>
            <a:xfrm>
              <a:off x="512486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04" name="pg1154">
              <a:extLst>
                <a:ext uri="{FF2B5EF4-FFF2-40B4-BE49-F238E27FC236}">
                  <a16:creationId xmlns:a16="http://schemas.microsoft.com/office/drawing/2014/main" id="{B98ECB95-0CEA-3C36-6DDE-A708B0064B96}"/>
                </a:ext>
              </a:extLst>
            </p:cNvPr>
            <p:cNvSpPr/>
            <p:nvPr/>
          </p:nvSpPr>
          <p:spPr>
            <a:xfrm>
              <a:off x="5136507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05" name="pg1155">
              <a:extLst>
                <a:ext uri="{FF2B5EF4-FFF2-40B4-BE49-F238E27FC236}">
                  <a16:creationId xmlns:a16="http://schemas.microsoft.com/office/drawing/2014/main" id="{630F9433-2DCD-6FEC-F4AD-D9937E0F2C4B}"/>
                </a:ext>
              </a:extLst>
            </p:cNvPr>
            <p:cNvSpPr/>
            <p:nvPr/>
          </p:nvSpPr>
          <p:spPr>
            <a:xfrm>
              <a:off x="5148144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06" name="pg1156">
              <a:extLst>
                <a:ext uri="{FF2B5EF4-FFF2-40B4-BE49-F238E27FC236}">
                  <a16:creationId xmlns:a16="http://schemas.microsoft.com/office/drawing/2014/main" id="{A4A4037E-0BE0-6995-D009-787E142440C5}"/>
                </a:ext>
              </a:extLst>
            </p:cNvPr>
            <p:cNvSpPr/>
            <p:nvPr/>
          </p:nvSpPr>
          <p:spPr>
            <a:xfrm>
              <a:off x="515978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07" name="pg1157">
              <a:extLst>
                <a:ext uri="{FF2B5EF4-FFF2-40B4-BE49-F238E27FC236}">
                  <a16:creationId xmlns:a16="http://schemas.microsoft.com/office/drawing/2014/main" id="{F2C03446-BBD9-19A3-311D-7D5391FCF5D5}"/>
                </a:ext>
              </a:extLst>
            </p:cNvPr>
            <p:cNvSpPr/>
            <p:nvPr/>
          </p:nvSpPr>
          <p:spPr>
            <a:xfrm>
              <a:off x="517141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08" name="pg1158">
              <a:extLst>
                <a:ext uri="{FF2B5EF4-FFF2-40B4-BE49-F238E27FC236}">
                  <a16:creationId xmlns:a16="http://schemas.microsoft.com/office/drawing/2014/main" id="{B219F796-1CD9-03E1-5027-C880EAFCF4A0}"/>
                </a:ext>
              </a:extLst>
            </p:cNvPr>
            <p:cNvSpPr/>
            <p:nvPr/>
          </p:nvSpPr>
          <p:spPr>
            <a:xfrm>
              <a:off x="5183056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09" name="pg1159">
              <a:extLst>
                <a:ext uri="{FF2B5EF4-FFF2-40B4-BE49-F238E27FC236}">
                  <a16:creationId xmlns:a16="http://schemas.microsoft.com/office/drawing/2014/main" id="{83DBC9CD-F892-E052-61F6-7B2EF06DD9B4}"/>
                </a:ext>
              </a:extLst>
            </p:cNvPr>
            <p:cNvSpPr/>
            <p:nvPr/>
          </p:nvSpPr>
          <p:spPr>
            <a:xfrm>
              <a:off x="519469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10" name="pg1160">
              <a:extLst>
                <a:ext uri="{FF2B5EF4-FFF2-40B4-BE49-F238E27FC236}">
                  <a16:creationId xmlns:a16="http://schemas.microsoft.com/office/drawing/2014/main" id="{E2704935-FC06-B174-DFBF-F585004A25BC}"/>
                </a:ext>
              </a:extLst>
            </p:cNvPr>
            <p:cNvSpPr/>
            <p:nvPr/>
          </p:nvSpPr>
          <p:spPr>
            <a:xfrm>
              <a:off x="520633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11" name="pg1161">
              <a:extLst>
                <a:ext uri="{FF2B5EF4-FFF2-40B4-BE49-F238E27FC236}">
                  <a16:creationId xmlns:a16="http://schemas.microsoft.com/office/drawing/2014/main" id="{A79303A1-FEAD-C157-575F-F99FEF2B3D45}"/>
                </a:ext>
              </a:extLst>
            </p:cNvPr>
            <p:cNvSpPr/>
            <p:nvPr/>
          </p:nvSpPr>
          <p:spPr>
            <a:xfrm>
              <a:off x="5217968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12" name="pg1162">
              <a:extLst>
                <a:ext uri="{FF2B5EF4-FFF2-40B4-BE49-F238E27FC236}">
                  <a16:creationId xmlns:a16="http://schemas.microsoft.com/office/drawing/2014/main" id="{E034E8EE-CD6B-3CDF-3424-3477641AA558}"/>
                </a:ext>
              </a:extLst>
            </p:cNvPr>
            <p:cNvSpPr/>
            <p:nvPr/>
          </p:nvSpPr>
          <p:spPr>
            <a:xfrm>
              <a:off x="5229605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13" name="pg1163">
              <a:extLst>
                <a:ext uri="{FF2B5EF4-FFF2-40B4-BE49-F238E27FC236}">
                  <a16:creationId xmlns:a16="http://schemas.microsoft.com/office/drawing/2014/main" id="{46A3FFA0-6F57-6456-D97B-E0A93A84A181}"/>
                </a:ext>
              </a:extLst>
            </p:cNvPr>
            <p:cNvSpPr/>
            <p:nvPr/>
          </p:nvSpPr>
          <p:spPr>
            <a:xfrm>
              <a:off x="524124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14" name="pg1164">
              <a:extLst>
                <a:ext uri="{FF2B5EF4-FFF2-40B4-BE49-F238E27FC236}">
                  <a16:creationId xmlns:a16="http://schemas.microsoft.com/office/drawing/2014/main" id="{671BECA7-0C78-9662-FA71-5E6CC0511F0A}"/>
                </a:ext>
              </a:extLst>
            </p:cNvPr>
            <p:cNvSpPr/>
            <p:nvPr/>
          </p:nvSpPr>
          <p:spPr>
            <a:xfrm>
              <a:off x="5252880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15" name="pg1165">
              <a:extLst>
                <a:ext uri="{FF2B5EF4-FFF2-40B4-BE49-F238E27FC236}">
                  <a16:creationId xmlns:a16="http://schemas.microsoft.com/office/drawing/2014/main" id="{CB62D398-B13E-34D7-5912-C7C241F3420E}"/>
                </a:ext>
              </a:extLst>
            </p:cNvPr>
            <p:cNvSpPr/>
            <p:nvPr/>
          </p:nvSpPr>
          <p:spPr>
            <a:xfrm>
              <a:off x="5311067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16" name="pg1166">
              <a:extLst>
                <a:ext uri="{FF2B5EF4-FFF2-40B4-BE49-F238E27FC236}">
                  <a16:creationId xmlns:a16="http://schemas.microsoft.com/office/drawing/2014/main" id="{F6155844-611F-04FD-26A9-1F2AA97A6BED}"/>
                </a:ext>
              </a:extLst>
            </p:cNvPr>
            <p:cNvSpPr/>
            <p:nvPr/>
          </p:nvSpPr>
          <p:spPr>
            <a:xfrm>
              <a:off x="5322704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17" name="pg1167">
              <a:extLst>
                <a:ext uri="{FF2B5EF4-FFF2-40B4-BE49-F238E27FC236}">
                  <a16:creationId xmlns:a16="http://schemas.microsoft.com/office/drawing/2014/main" id="{923ECED6-8667-D366-E36A-DD39ECD4F325}"/>
                </a:ext>
              </a:extLst>
            </p:cNvPr>
            <p:cNvSpPr/>
            <p:nvPr/>
          </p:nvSpPr>
          <p:spPr>
            <a:xfrm>
              <a:off x="533434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18" name="pg1168">
              <a:extLst>
                <a:ext uri="{FF2B5EF4-FFF2-40B4-BE49-F238E27FC236}">
                  <a16:creationId xmlns:a16="http://schemas.microsoft.com/office/drawing/2014/main" id="{B6C0CBF4-DBAB-A675-9B49-FE5C40BD8055}"/>
                </a:ext>
              </a:extLst>
            </p:cNvPr>
            <p:cNvSpPr/>
            <p:nvPr/>
          </p:nvSpPr>
          <p:spPr>
            <a:xfrm>
              <a:off x="534597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19" name="pg1169">
              <a:extLst>
                <a:ext uri="{FF2B5EF4-FFF2-40B4-BE49-F238E27FC236}">
                  <a16:creationId xmlns:a16="http://schemas.microsoft.com/office/drawing/2014/main" id="{5AD36B45-2829-3758-7CBB-550A1FC10507}"/>
                </a:ext>
              </a:extLst>
            </p:cNvPr>
            <p:cNvSpPr/>
            <p:nvPr/>
          </p:nvSpPr>
          <p:spPr>
            <a:xfrm>
              <a:off x="5357616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20" name="pg1170">
              <a:extLst>
                <a:ext uri="{FF2B5EF4-FFF2-40B4-BE49-F238E27FC236}">
                  <a16:creationId xmlns:a16="http://schemas.microsoft.com/office/drawing/2014/main" id="{70928388-2BDB-4378-F606-3C9A235FE3C4}"/>
                </a:ext>
              </a:extLst>
            </p:cNvPr>
            <p:cNvSpPr/>
            <p:nvPr/>
          </p:nvSpPr>
          <p:spPr>
            <a:xfrm>
              <a:off x="536925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21" name="pg1171">
              <a:extLst>
                <a:ext uri="{FF2B5EF4-FFF2-40B4-BE49-F238E27FC236}">
                  <a16:creationId xmlns:a16="http://schemas.microsoft.com/office/drawing/2014/main" id="{06BCCB64-46D2-1E81-2E26-185B523113C9}"/>
                </a:ext>
              </a:extLst>
            </p:cNvPr>
            <p:cNvSpPr/>
            <p:nvPr/>
          </p:nvSpPr>
          <p:spPr>
            <a:xfrm>
              <a:off x="5113232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22" name="pg1172">
              <a:extLst>
                <a:ext uri="{FF2B5EF4-FFF2-40B4-BE49-F238E27FC236}">
                  <a16:creationId xmlns:a16="http://schemas.microsoft.com/office/drawing/2014/main" id="{01D25D64-EA9D-874C-73D3-05F40ADB4D91}"/>
                </a:ext>
              </a:extLst>
            </p:cNvPr>
            <p:cNvSpPr/>
            <p:nvPr/>
          </p:nvSpPr>
          <p:spPr>
            <a:xfrm>
              <a:off x="512486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23" name="pg1173">
              <a:extLst>
                <a:ext uri="{FF2B5EF4-FFF2-40B4-BE49-F238E27FC236}">
                  <a16:creationId xmlns:a16="http://schemas.microsoft.com/office/drawing/2014/main" id="{6E232C7A-380D-AE45-37E5-0628C04F7EBE}"/>
                </a:ext>
              </a:extLst>
            </p:cNvPr>
            <p:cNvSpPr/>
            <p:nvPr/>
          </p:nvSpPr>
          <p:spPr>
            <a:xfrm>
              <a:off x="5136507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24" name="pg1174">
              <a:extLst>
                <a:ext uri="{FF2B5EF4-FFF2-40B4-BE49-F238E27FC236}">
                  <a16:creationId xmlns:a16="http://schemas.microsoft.com/office/drawing/2014/main" id="{A7CD5A0F-8ED9-586D-CD55-29E7B5E4ED98}"/>
                </a:ext>
              </a:extLst>
            </p:cNvPr>
            <p:cNvSpPr/>
            <p:nvPr/>
          </p:nvSpPr>
          <p:spPr>
            <a:xfrm>
              <a:off x="5148144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25" name="pg1175">
              <a:extLst>
                <a:ext uri="{FF2B5EF4-FFF2-40B4-BE49-F238E27FC236}">
                  <a16:creationId xmlns:a16="http://schemas.microsoft.com/office/drawing/2014/main" id="{10A2703A-C298-96AC-CC9A-631B143F0B2A}"/>
                </a:ext>
              </a:extLst>
            </p:cNvPr>
            <p:cNvSpPr/>
            <p:nvPr/>
          </p:nvSpPr>
          <p:spPr>
            <a:xfrm>
              <a:off x="515978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26" name="pg1176">
              <a:extLst>
                <a:ext uri="{FF2B5EF4-FFF2-40B4-BE49-F238E27FC236}">
                  <a16:creationId xmlns:a16="http://schemas.microsoft.com/office/drawing/2014/main" id="{0BBF34FB-00A6-7B07-38B2-9290FE1264AD}"/>
                </a:ext>
              </a:extLst>
            </p:cNvPr>
            <p:cNvSpPr/>
            <p:nvPr/>
          </p:nvSpPr>
          <p:spPr>
            <a:xfrm>
              <a:off x="517141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27" name="pg1177">
              <a:extLst>
                <a:ext uri="{FF2B5EF4-FFF2-40B4-BE49-F238E27FC236}">
                  <a16:creationId xmlns:a16="http://schemas.microsoft.com/office/drawing/2014/main" id="{97DD838E-FC59-E040-1D26-6F3961B874BC}"/>
                </a:ext>
              </a:extLst>
            </p:cNvPr>
            <p:cNvSpPr/>
            <p:nvPr/>
          </p:nvSpPr>
          <p:spPr>
            <a:xfrm>
              <a:off x="5183056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28" name="pg1178">
              <a:extLst>
                <a:ext uri="{FF2B5EF4-FFF2-40B4-BE49-F238E27FC236}">
                  <a16:creationId xmlns:a16="http://schemas.microsoft.com/office/drawing/2014/main" id="{A3A1023C-CDC3-F7AB-FBD4-DD9F9BB4800F}"/>
                </a:ext>
              </a:extLst>
            </p:cNvPr>
            <p:cNvSpPr/>
            <p:nvPr/>
          </p:nvSpPr>
          <p:spPr>
            <a:xfrm>
              <a:off x="519469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29" name="pg1179">
              <a:extLst>
                <a:ext uri="{FF2B5EF4-FFF2-40B4-BE49-F238E27FC236}">
                  <a16:creationId xmlns:a16="http://schemas.microsoft.com/office/drawing/2014/main" id="{17BDBC93-1CC8-C1F1-2F15-4376A37B5515}"/>
                </a:ext>
              </a:extLst>
            </p:cNvPr>
            <p:cNvSpPr/>
            <p:nvPr/>
          </p:nvSpPr>
          <p:spPr>
            <a:xfrm>
              <a:off x="520633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30" name="pg1180">
              <a:extLst>
                <a:ext uri="{FF2B5EF4-FFF2-40B4-BE49-F238E27FC236}">
                  <a16:creationId xmlns:a16="http://schemas.microsoft.com/office/drawing/2014/main" id="{B107C3C5-4C70-B23C-7AA5-53D8C7D417B9}"/>
                </a:ext>
              </a:extLst>
            </p:cNvPr>
            <p:cNvSpPr/>
            <p:nvPr/>
          </p:nvSpPr>
          <p:spPr>
            <a:xfrm>
              <a:off x="5217968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31" name="pg1181">
              <a:extLst>
                <a:ext uri="{FF2B5EF4-FFF2-40B4-BE49-F238E27FC236}">
                  <a16:creationId xmlns:a16="http://schemas.microsoft.com/office/drawing/2014/main" id="{A6A81203-7BF2-5AE1-495B-667B8345FDE7}"/>
                </a:ext>
              </a:extLst>
            </p:cNvPr>
            <p:cNvSpPr/>
            <p:nvPr/>
          </p:nvSpPr>
          <p:spPr>
            <a:xfrm>
              <a:off x="5229605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32" name="pg1182">
              <a:extLst>
                <a:ext uri="{FF2B5EF4-FFF2-40B4-BE49-F238E27FC236}">
                  <a16:creationId xmlns:a16="http://schemas.microsoft.com/office/drawing/2014/main" id="{1D0EF121-DEC7-66AE-157D-44139BA82C0B}"/>
                </a:ext>
              </a:extLst>
            </p:cNvPr>
            <p:cNvSpPr/>
            <p:nvPr/>
          </p:nvSpPr>
          <p:spPr>
            <a:xfrm>
              <a:off x="524124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33" name="pg1183">
              <a:extLst>
                <a:ext uri="{FF2B5EF4-FFF2-40B4-BE49-F238E27FC236}">
                  <a16:creationId xmlns:a16="http://schemas.microsoft.com/office/drawing/2014/main" id="{FDFE439A-7DAB-CA22-6F4F-56C69D73D073}"/>
                </a:ext>
              </a:extLst>
            </p:cNvPr>
            <p:cNvSpPr/>
            <p:nvPr/>
          </p:nvSpPr>
          <p:spPr>
            <a:xfrm>
              <a:off x="529942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34" name="pg1184">
              <a:extLst>
                <a:ext uri="{FF2B5EF4-FFF2-40B4-BE49-F238E27FC236}">
                  <a16:creationId xmlns:a16="http://schemas.microsoft.com/office/drawing/2014/main" id="{F435A918-11A4-4AA1-DCFF-70108E90F323}"/>
                </a:ext>
              </a:extLst>
            </p:cNvPr>
            <p:cNvSpPr/>
            <p:nvPr/>
          </p:nvSpPr>
          <p:spPr>
            <a:xfrm>
              <a:off x="5311067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35" name="pg1185">
              <a:extLst>
                <a:ext uri="{FF2B5EF4-FFF2-40B4-BE49-F238E27FC236}">
                  <a16:creationId xmlns:a16="http://schemas.microsoft.com/office/drawing/2014/main" id="{2F9CFEEF-283E-8F05-6C71-F0428B72BFEC}"/>
                </a:ext>
              </a:extLst>
            </p:cNvPr>
            <p:cNvSpPr/>
            <p:nvPr/>
          </p:nvSpPr>
          <p:spPr>
            <a:xfrm>
              <a:off x="5322704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36" name="pg1186">
              <a:extLst>
                <a:ext uri="{FF2B5EF4-FFF2-40B4-BE49-F238E27FC236}">
                  <a16:creationId xmlns:a16="http://schemas.microsoft.com/office/drawing/2014/main" id="{5DD697BA-2DD7-B683-0C86-68D88A783747}"/>
                </a:ext>
              </a:extLst>
            </p:cNvPr>
            <p:cNvSpPr/>
            <p:nvPr/>
          </p:nvSpPr>
          <p:spPr>
            <a:xfrm>
              <a:off x="533434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37" name="pg1187">
              <a:extLst>
                <a:ext uri="{FF2B5EF4-FFF2-40B4-BE49-F238E27FC236}">
                  <a16:creationId xmlns:a16="http://schemas.microsoft.com/office/drawing/2014/main" id="{3C12632B-7174-9FA1-D45D-FDE1A214B607}"/>
                </a:ext>
              </a:extLst>
            </p:cNvPr>
            <p:cNvSpPr/>
            <p:nvPr/>
          </p:nvSpPr>
          <p:spPr>
            <a:xfrm>
              <a:off x="534597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38" name="pg1188">
              <a:extLst>
                <a:ext uri="{FF2B5EF4-FFF2-40B4-BE49-F238E27FC236}">
                  <a16:creationId xmlns:a16="http://schemas.microsoft.com/office/drawing/2014/main" id="{A9BE926B-430E-3CF6-2DEF-AEF814AD0996}"/>
                </a:ext>
              </a:extLst>
            </p:cNvPr>
            <p:cNvSpPr/>
            <p:nvPr/>
          </p:nvSpPr>
          <p:spPr>
            <a:xfrm>
              <a:off x="5357616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39" name="pg1189">
              <a:extLst>
                <a:ext uri="{FF2B5EF4-FFF2-40B4-BE49-F238E27FC236}">
                  <a16:creationId xmlns:a16="http://schemas.microsoft.com/office/drawing/2014/main" id="{1CB7B229-6F1C-1432-ACDF-4F938170D6F0}"/>
                </a:ext>
              </a:extLst>
            </p:cNvPr>
            <p:cNvSpPr/>
            <p:nvPr/>
          </p:nvSpPr>
          <p:spPr>
            <a:xfrm>
              <a:off x="536925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40" name="pg1190">
              <a:extLst>
                <a:ext uri="{FF2B5EF4-FFF2-40B4-BE49-F238E27FC236}">
                  <a16:creationId xmlns:a16="http://schemas.microsoft.com/office/drawing/2014/main" id="{BD3818E5-41CF-339E-8EEE-22C7701CB36C}"/>
                </a:ext>
              </a:extLst>
            </p:cNvPr>
            <p:cNvSpPr/>
            <p:nvPr/>
          </p:nvSpPr>
          <p:spPr>
            <a:xfrm>
              <a:off x="508995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41" name="pg1191">
              <a:extLst>
                <a:ext uri="{FF2B5EF4-FFF2-40B4-BE49-F238E27FC236}">
                  <a16:creationId xmlns:a16="http://schemas.microsoft.com/office/drawing/2014/main" id="{D4DD3BA7-317C-893A-6FA3-43C54FC76B44}"/>
                </a:ext>
              </a:extLst>
            </p:cNvPr>
            <p:cNvSpPr/>
            <p:nvPr/>
          </p:nvSpPr>
          <p:spPr>
            <a:xfrm>
              <a:off x="5101595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42" name="pg1192">
              <a:extLst>
                <a:ext uri="{FF2B5EF4-FFF2-40B4-BE49-F238E27FC236}">
                  <a16:creationId xmlns:a16="http://schemas.microsoft.com/office/drawing/2014/main" id="{32B0A265-FBB3-DFB2-27ED-AB7C6A0AC029}"/>
                </a:ext>
              </a:extLst>
            </p:cNvPr>
            <p:cNvSpPr/>
            <p:nvPr/>
          </p:nvSpPr>
          <p:spPr>
            <a:xfrm>
              <a:off x="5113232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43" name="pg1193">
              <a:extLst>
                <a:ext uri="{FF2B5EF4-FFF2-40B4-BE49-F238E27FC236}">
                  <a16:creationId xmlns:a16="http://schemas.microsoft.com/office/drawing/2014/main" id="{40A40D0C-6493-5F6E-B765-7A9271F1F149}"/>
                </a:ext>
              </a:extLst>
            </p:cNvPr>
            <p:cNvSpPr/>
            <p:nvPr/>
          </p:nvSpPr>
          <p:spPr>
            <a:xfrm>
              <a:off x="512486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44" name="pg1194">
              <a:extLst>
                <a:ext uri="{FF2B5EF4-FFF2-40B4-BE49-F238E27FC236}">
                  <a16:creationId xmlns:a16="http://schemas.microsoft.com/office/drawing/2014/main" id="{766F895A-FF28-2F2A-7F44-EF66A001DD9F}"/>
                </a:ext>
              </a:extLst>
            </p:cNvPr>
            <p:cNvSpPr/>
            <p:nvPr/>
          </p:nvSpPr>
          <p:spPr>
            <a:xfrm>
              <a:off x="513650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45" name="pg1195">
              <a:extLst>
                <a:ext uri="{FF2B5EF4-FFF2-40B4-BE49-F238E27FC236}">
                  <a16:creationId xmlns:a16="http://schemas.microsoft.com/office/drawing/2014/main" id="{E042A4A2-317D-4411-92A1-36E8A42F2A72}"/>
                </a:ext>
              </a:extLst>
            </p:cNvPr>
            <p:cNvSpPr/>
            <p:nvPr/>
          </p:nvSpPr>
          <p:spPr>
            <a:xfrm>
              <a:off x="5148144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46" name="pg1196">
              <a:extLst>
                <a:ext uri="{FF2B5EF4-FFF2-40B4-BE49-F238E27FC236}">
                  <a16:creationId xmlns:a16="http://schemas.microsoft.com/office/drawing/2014/main" id="{28B1BB46-FA8D-17A2-EFF5-97E878EFA09D}"/>
                </a:ext>
              </a:extLst>
            </p:cNvPr>
            <p:cNvSpPr/>
            <p:nvPr/>
          </p:nvSpPr>
          <p:spPr>
            <a:xfrm>
              <a:off x="515978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47" name="pg1197">
              <a:extLst>
                <a:ext uri="{FF2B5EF4-FFF2-40B4-BE49-F238E27FC236}">
                  <a16:creationId xmlns:a16="http://schemas.microsoft.com/office/drawing/2014/main" id="{E474E59C-8DE4-9093-FE91-98D00EC8F1FE}"/>
                </a:ext>
              </a:extLst>
            </p:cNvPr>
            <p:cNvSpPr/>
            <p:nvPr/>
          </p:nvSpPr>
          <p:spPr>
            <a:xfrm>
              <a:off x="517141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48" name="pg1198">
              <a:extLst>
                <a:ext uri="{FF2B5EF4-FFF2-40B4-BE49-F238E27FC236}">
                  <a16:creationId xmlns:a16="http://schemas.microsoft.com/office/drawing/2014/main" id="{D3FA31B1-D392-97CA-0062-2194793B92EC}"/>
                </a:ext>
              </a:extLst>
            </p:cNvPr>
            <p:cNvSpPr/>
            <p:nvPr/>
          </p:nvSpPr>
          <p:spPr>
            <a:xfrm>
              <a:off x="5183056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49" name="pg1199">
              <a:extLst>
                <a:ext uri="{FF2B5EF4-FFF2-40B4-BE49-F238E27FC236}">
                  <a16:creationId xmlns:a16="http://schemas.microsoft.com/office/drawing/2014/main" id="{FD63C154-7A0D-FAF7-B2EA-7FC50D0BFF76}"/>
                </a:ext>
              </a:extLst>
            </p:cNvPr>
            <p:cNvSpPr/>
            <p:nvPr/>
          </p:nvSpPr>
          <p:spPr>
            <a:xfrm>
              <a:off x="5194693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50" name="pg1200">
              <a:extLst>
                <a:ext uri="{FF2B5EF4-FFF2-40B4-BE49-F238E27FC236}">
                  <a16:creationId xmlns:a16="http://schemas.microsoft.com/office/drawing/2014/main" id="{FA986FB3-5A2C-EB96-3D2D-FCA9E88013FF}"/>
                </a:ext>
              </a:extLst>
            </p:cNvPr>
            <p:cNvSpPr/>
            <p:nvPr/>
          </p:nvSpPr>
          <p:spPr>
            <a:xfrm>
              <a:off x="520633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51" name="pg1201">
              <a:extLst>
                <a:ext uri="{FF2B5EF4-FFF2-40B4-BE49-F238E27FC236}">
                  <a16:creationId xmlns:a16="http://schemas.microsoft.com/office/drawing/2014/main" id="{F04AB0EC-727A-4BF7-437F-937864006F8A}"/>
                </a:ext>
              </a:extLst>
            </p:cNvPr>
            <p:cNvSpPr/>
            <p:nvPr/>
          </p:nvSpPr>
          <p:spPr>
            <a:xfrm>
              <a:off x="5217968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52" name="pg1202">
              <a:extLst>
                <a:ext uri="{FF2B5EF4-FFF2-40B4-BE49-F238E27FC236}">
                  <a16:creationId xmlns:a16="http://schemas.microsoft.com/office/drawing/2014/main" id="{8E0E1E2C-895E-FFE9-659F-272C4E3E7BA4}"/>
                </a:ext>
              </a:extLst>
            </p:cNvPr>
            <p:cNvSpPr/>
            <p:nvPr/>
          </p:nvSpPr>
          <p:spPr>
            <a:xfrm>
              <a:off x="5287792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53" name="pg1203">
              <a:extLst>
                <a:ext uri="{FF2B5EF4-FFF2-40B4-BE49-F238E27FC236}">
                  <a16:creationId xmlns:a16="http://schemas.microsoft.com/office/drawing/2014/main" id="{F970BCDE-6B20-4E7F-60F9-3183193FE308}"/>
                </a:ext>
              </a:extLst>
            </p:cNvPr>
            <p:cNvSpPr/>
            <p:nvPr/>
          </p:nvSpPr>
          <p:spPr>
            <a:xfrm>
              <a:off x="529942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54" name="pg1204">
              <a:extLst>
                <a:ext uri="{FF2B5EF4-FFF2-40B4-BE49-F238E27FC236}">
                  <a16:creationId xmlns:a16="http://schemas.microsoft.com/office/drawing/2014/main" id="{243D2543-D5BA-7F1F-6FEB-0245E3D83644}"/>
                </a:ext>
              </a:extLst>
            </p:cNvPr>
            <p:cNvSpPr/>
            <p:nvPr/>
          </p:nvSpPr>
          <p:spPr>
            <a:xfrm>
              <a:off x="531106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55" name="pg1205">
              <a:extLst>
                <a:ext uri="{FF2B5EF4-FFF2-40B4-BE49-F238E27FC236}">
                  <a16:creationId xmlns:a16="http://schemas.microsoft.com/office/drawing/2014/main" id="{B44C043B-4DB2-E5E8-C818-6F80C0C36D19}"/>
                </a:ext>
              </a:extLst>
            </p:cNvPr>
            <p:cNvSpPr/>
            <p:nvPr/>
          </p:nvSpPr>
          <p:spPr>
            <a:xfrm>
              <a:off x="5322704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56" name="pg1206">
              <a:extLst>
                <a:ext uri="{FF2B5EF4-FFF2-40B4-BE49-F238E27FC236}">
                  <a16:creationId xmlns:a16="http://schemas.microsoft.com/office/drawing/2014/main" id="{D75A758C-E1BA-4B17-69FA-224068CE5362}"/>
                </a:ext>
              </a:extLst>
            </p:cNvPr>
            <p:cNvSpPr/>
            <p:nvPr/>
          </p:nvSpPr>
          <p:spPr>
            <a:xfrm>
              <a:off x="533434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57" name="pg1207">
              <a:extLst>
                <a:ext uri="{FF2B5EF4-FFF2-40B4-BE49-F238E27FC236}">
                  <a16:creationId xmlns:a16="http://schemas.microsoft.com/office/drawing/2014/main" id="{DF45B932-9CED-EEAE-5316-807B85A8F5B8}"/>
                </a:ext>
              </a:extLst>
            </p:cNvPr>
            <p:cNvSpPr/>
            <p:nvPr/>
          </p:nvSpPr>
          <p:spPr>
            <a:xfrm>
              <a:off x="534597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58" name="pg1208">
              <a:extLst>
                <a:ext uri="{FF2B5EF4-FFF2-40B4-BE49-F238E27FC236}">
                  <a16:creationId xmlns:a16="http://schemas.microsoft.com/office/drawing/2014/main" id="{D534BB72-AFE3-7BCB-DC21-5A185768028B}"/>
                </a:ext>
              </a:extLst>
            </p:cNvPr>
            <p:cNvSpPr/>
            <p:nvPr/>
          </p:nvSpPr>
          <p:spPr>
            <a:xfrm>
              <a:off x="506668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59" name="pg1209">
              <a:extLst>
                <a:ext uri="{FF2B5EF4-FFF2-40B4-BE49-F238E27FC236}">
                  <a16:creationId xmlns:a16="http://schemas.microsoft.com/office/drawing/2014/main" id="{5435A129-0C4B-99AD-DD58-B26F8D7C7C7A}"/>
                </a:ext>
              </a:extLst>
            </p:cNvPr>
            <p:cNvSpPr/>
            <p:nvPr/>
          </p:nvSpPr>
          <p:spPr>
            <a:xfrm>
              <a:off x="5078320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60" name="pg1210">
              <a:extLst>
                <a:ext uri="{FF2B5EF4-FFF2-40B4-BE49-F238E27FC236}">
                  <a16:creationId xmlns:a16="http://schemas.microsoft.com/office/drawing/2014/main" id="{07CEC339-EC96-E83F-9541-3F08D5C3F2FB}"/>
                </a:ext>
              </a:extLst>
            </p:cNvPr>
            <p:cNvSpPr/>
            <p:nvPr/>
          </p:nvSpPr>
          <p:spPr>
            <a:xfrm>
              <a:off x="508995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61" name="pg1211">
              <a:extLst>
                <a:ext uri="{FF2B5EF4-FFF2-40B4-BE49-F238E27FC236}">
                  <a16:creationId xmlns:a16="http://schemas.microsoft.com/office/drawing/2014/main" id="{AB3D30BD-1E7E-E8E5-C40F-467FE0C93E82}"/>
                </a:ext>
              </a:extLst>
            </p:cNvPr>
            <p:cNvSpPr/>
            <p:nvPr/>
          </p:nvSpPr>
          <p:spPr>
            <a:xfrm>
              <a:off x="510159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62" name="pg1212">
              <a:extLst>
                <a:ext uri="{FF2B5EF4-FFF2-40B4-BE49-F238E27FC236}">
                  <a16:creationId xmlns:a16="http://schemas.microsoft.com/office/drawing/2014/main" id="{9F06E140-4566-633A-990E-38A9E0EB43BF}"/>
                </a:ext>
              </a:extLst>
            </p:cNvPr>
            <p:cNvSpPr/>
            <p:nvPr/>
          </p:nvSpPr>
          <p:spPr>
            <a:xfrm>
              <a:off x="5113232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63" name="pg1213">
              <a:extLst>
                <a:ext uri="{FF2B5EF4-FFF2-40B4-BE49-F238E27FC236}">
                  <a16:creationId xmlns:a16="http://schemas.microsoft.com/office/drawing/2014/main" id="{60B09F02-136D-AA07-0851-D1B1A61DD2B6}"/>
                </a:ext>
              </a:extLst>
            </p:cNvPr>
            <p:cNvSpPr/>
            <p:nvPr/>
          </p:nvSpPr>
          <p:spPr>
            <a:xfrm>
              <a:off x="512486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64" name="pg1214">
              <a:extLst>
                <a:ext uri="{FF2B5EF4-FFF2-40B4-BE49-F238E27FC236}">
                  <a16:creationId xmlns:a16="http://schemas.microsoft.com/office/drawing/2014/main" id="{36D01396-364D-28DA-B55A-C6C9DB840480}"/>
                </a:ext>
              </a:extLst>
            </p:cNvPr>
            <p:cNvSpPr/>
            <p:nvPr/>
          </p:nvSpPr>
          <p:spPr>
            <a:xfrm>
              <a:off x="513650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65" name="pg1215">
              <a:extLst>
                <a:ext uri="{FF2B5EF4-FFF2-40B4-BE49-F238E27FC236}">
                  <a16:creationId xmlns:a16="http://schemas.microsoft.com/office/drawing/2014/main" id="{BCBFD868-6BA4-E487-C2FF-0D28CCF15A52}"/>
                </a:ext>
              </a:extLst>
            </p:cNvPr>
            <p:cNvSpPr/>
            <p:nvPr/>
          </p:nvSpPr>
          <p:spPr>
            <a:xfrm>
              <a:off x="5148144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66" name="pg1216">
              <a:extLst>
                <a:ext uri="{FF2B5EF4-FFF2-40B4-BE49-F238E27FC236}">
                  <a16:creationId xmlns:a16="http://schemas.microsoft.com/office/drawing/2014/main" id="{3C272AA7-82A0-0BB7-DDA9-DD67D1408625}"/>
                </a:ext>
              </a:extLst>
            </p:cNvPr>
            <p:cNvSpPr/>
            <p:nvPr/>
          </p:nvSpPr>
          <p:spPr>
            <a:xfrm>
              <a:off x="515978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67" name="pg1217">
              <a:extLst>
                <a:ext uri="{FF2B5EF4-FFF2-40B4-BE49-F238E27FC236}">
                  <a16:creationId xmlns:a16="http://schemas.microsoft.com/office/drawing/2014/main" id="{2E584E42-32DD-5591-AD2E-B86680BB7D0C}"/>
                </a:ext>
              </a:extLst>
            </p:cNvPr>
            <p:cNvSpPr/>
            <p:nvPr/>
          </p:nvSpPr>
          <p:spPr>
            <a:xfrm>
              <a:off x="517141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68" name="pg1218">
              <a:extLst>
                <a:ext uri="{FF2B5EF4-FFF2-40B4-BE49-F238E27FC236}">
                  <a16:creationId xmlns:a16="http://schemas.microsoft.com/office/drawing/2014/main" id="{58E01978-24ED-1188-DDFE-B6A4375E1742}"/>
                </a:ext>
              </a:extLst>
            </p:cNvPr>
            <p:cNvSpPr/>
            <p:nvPr/>
          </p:nvSpPr>
          <p:spPr>
            <a:xfrm>
              <a:off x="5183056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69" name="pg1219">
              <a:extLst>
                <a:ext uri="{FF2B5EF4-FFF2-40B4-BE49-F238E27FC236}">
                  <a16:creationId xmlns:a16="http://schemas.microsoft.com/office/drawing/2014/main" id="{5CDF8F64-4D16-A82F-0B03-38ED900C5D96}"/>
                </a:ext>
              </a:extLst>
            </p:cNvPr>
            <p:cNvSpPr/>
            <p:nvPr/>
          </p:nvSpPr>
          <p:spPr>
            <a:xfrm>
              <a:off x="519469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70" name="pg1220">
              <a:extLst>
                <a:ext uri="{FF2B5EF4-FFF2-40B4-BE49-F238E27FC236}">
                  <a16:creationId xmlns:a16="http://schemas.microsoft.com/office/drawing/2014/main" id="{3B5CE35C-3CE8-ED72-7BAD-179082C4C037}"/>
                </a:ext>
              </a:extLst>
            </p:cNvPr>
            <p:cNvSpPr/>
            <p:nvPr/>
          </p:nvSpPr>
          <p:spPr>
            <a:xfrm>
              <a:off x="520633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71" name="pg1221">
              <a:extLst>
                <a:ext uri="{FF2B5EF4-FFF2-40B4-BE49-F238E27FC236}">
                  <a16:creationId xmlns:a16="http://schemas.microsoft.com/office/drawing/2014/main" id="{36C6E1F1-F07D-6B0D-CFB7-E1D45D06389B}"/>
                </a:ext>
              </a:extLst>
            </p:cNvPr>
            <p:cNvSpPr/>
            <p:nvPr/>
          </p:nvSpPr>
          <p:spPr>
            <a:xfrm>
              <a:off x="5217968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72" name="pg1222">
              <a:extLst>
                <a:ext uri="{FF2B5EF4-FFF2-40B4-BE49-F238E27FC236}">
                  <a16:creationId xmlns:a16="http://schemas.microsoft.com/office/drawing/2014/main" id="{8258444F-A016-7EC8-804B-253FE9A59331}"/>
                </a:ext>
              </a:extLst>
            </p:cNvPr>
            <p:cNvSpPr/>
            <p:nvPr/>
          </p:nvSpPr>
          <p:spPr>
            <a:xfrm>
              <a:off x="522960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73" name="pg1223">
              <a:extLst>
                <a:ext uri="{FF2B5EF4-FFF2-40B4-BE49-F238E27FC236}">
                  <a16:creationId xmlns:a16="http://schemas.microsoft.com/office/drawing/2014/main" id="{39E06046-DFEB-E96E-D7AF-63EECE5EFD08}"/>
                </a:ext>
              </a:extLst>
            </p:cNvPr>
            <p:cNvSpPr/>
            <p:nvPr/>
          </p:nvSpPr>
          <p:spPr>
            <a:xfrm>
              <a:off x="524124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74" name="pg1224">
              <a:extLst>
                <a:ext uri="{FF2B5EF4-FFF2-40B4-BE49-F238E27FC236}">
                  <a16:creationId xmlns:a16="http://schemas.microsoft.com/office/drawing/2014/main" id="{2F8D129A-7BDC-A071-4F0E-3BA1110AD13A}"/>
                </a:ext>
              </a:extLst>
            </p:cNvPr>
            <p:cNvSpPr/>
            <p:nvPr/>
          </p:nvSpPr>
          <p:spPr>
            <a:xfrm>
              <a:off x="5252880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75" name="pg1225">
              <a:extLst>
                <a:ext uri="{FF2B5EF4-FFF2-40B4-BE49-F238E27FC236}">
                  <a16:creationId xmlns:a16="http://schemas.microsoft.com/office/drawing/2014/main" id="{F7CD334E-7D3C-FC13-1224-07ACE3895C49}"/>
                </a:ext>
              </a:extLst>
            </p:cNvPr>
            <p:cNvSpPr/>
            <p:nvPr/>
          </p:nvSpPr>
          <p:spPr>
            <a:xfrm>
              <a:off x="527615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76" name="pg1226">
              <a:extLst>
                <a:ext uri="{FF2B5EF4-FFF2-40B4-BE49-F238E27FC236}">
                  <a16:creationId xmlns:a16="http://schemas.microsoft.com/office/drawing/2014/main" id="{B52546A8-AB2A-6019-24F3-0A324F680B03}"/>
                </a:ext>
              </a:extLst>
            </p:cNvPr>
            <p:cNvSpPr/>
            <p:nvPr/>
          </p:nvSpPr>
          <p:spPr>
            <a:xfrm>
              <a:off x="5287792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77" name="pg1227">
              <a:extLst>
                <a:ext uri="{FF2B5EF4-FFF2-40B4-BE49-F238E27FC236}">
                  <a16:creationId xmlns:a16="http://schemas.microsoft.com/office/drawing/2014/main" id="{27B8795A-DEF6-DBFF-DBC4-8C71C04909C7}"/>
                </a:ext>
              </a:extLst>
            </p:cNvPr>
            <p:cNvSpPr/>
            <p:nvPr/>
          </p:nvSpPr>
          <p:spPr>
            <a:xfrm>
              <a:off x="529942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78" name="pg1228">
              <a:extLst>
                <a:ext uri="{FF2B5EF4-FFF2-40B4-BE49-F238E27FC236}">
                  <a16:creationId xmlns:a16="http://schemas.microsoft.com/office/drawing/2014/main" id="{F8096968-B2A3-5B67-FDD3-932C86048DC8}"/>
                </a:ext>
              </a:extLst>
            </p:cNvPr>
            <p:cNvSpPr/>
            <p:nvPr/>
          </p:nvSpPr>
          <p:spPr>
            <a:xfrm>
              <a:off x="531106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79" name="pg1229">
              <a:extLst>
                <a:ext uri="{FF2B5EF4-FFF2-40B4-BE49-F238E27FC236}">
                  <a16:creationId xmlns:a16="http://schemas.microsoft.com/office/drawing/2014/main" id="{53CC3587-B513-70FF-3271-E4DB5D5B6008}"/>
                </a:ext>
              </a:extLst>
            </p:cNvPr>
            <p:cNvSpPr/>
            <p:nvPr/>
          </p:nvSpPr>
          <p:spPr>
            <a:xfrm>
              <a:off x="5322704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80" name="pg1230">
              <a:extLst>
                <a:ext uri="{FF2B5EF4-FFF2-40B4-BE49-F238E27FC236}">
                  <a16:creationId xmlns:a16="http://schemas.microsoft.com/office/drawing/2014/main" id="{ECD98535-5731-426F-B2B2-065D702DB4C7}"/>
                </a:ext>
              </a:extLst>
            </p:cNvPr>
            <p:cNvSpPr/>
            <p:nvPr/>
          </p:nvSpPr>
          <p:spPr>
            <a:xfrm>
              <a:off x="533434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81" name="pg1231">
              <a:extLst>
                <a:ext uri="{FF2B5EF4-FFF2-40B4-BE49-F238E27FC236}">
                  <a16:creationId xmlns:a16="http://schemas.microsoft.com/office/drawing/2014/main" id="{69C85A69-4483-BB5B-EA3B-45A8382FE781}"/>
                </a:ext>
              </a:extLst>
            </p:cNvPr>
            <p:cNvSpPr/>
            <p:nvPr/>
          </p:nvSpPr>
          <p:spPr>
            <a:xfrm>
              <a:off x="534597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82" name="pg1232">
              <a:extLst>
                <a:ext uri="{FF2B5EF4-FFF2-40B4-BE49-F238E27FC236}">
                  <a16:creationId xmlns:a16="http://schemas.microsoft.com/office/drawing/2014/main" id="{63806359-F81B-C8EA-7A37-1D53E5D732FA}"/>
                </a:ext>
              </a:extLst>
            </p:cNvPr>
            <p:cNvSpPr/>
            <p:nvPr/>
          </p:nvSpPr>
          <p:spPr>
            <a:xfrm>
              <a:off x="506668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83" name="pg1233">
              <a:extLst>
                <a:ext uri="{FF2B5EF4-FFF2-40B4-BE49-F238E27FC236}">
                  <a16:creationId xmlns:a16="http://schemas.microsoft.com/office/drawing/2014/main" id="{8BAA8181-7593-5139-268A-6FC2F3C12368}"/>
                </a:ext>
              </a:extLst>
            </p:cNvPr>
            <p:cNvSpPr/>
            <p:nvPr/>
          </p:nvSpPr>
          <p:spPr>
            <a:xfrm>
              <a:off x="5078320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84" name="pg1234">
              <a:extLst>
                <a:ext uri="{FF2B5EF4-FFF2-40B4-BE49-F238E27FC236}">
                  <a16:creationId xmlns:a16="http://schemas.microsoft.com/office/drawing/2014/main" id="{362BEE42-5E74-EA31-5A3B-436B27122B19}"/>
                </a:ext>
              </a:extLst>
            </p:cNvPr>
            <p:cNvSpPr/>
            <p:nvPr/>
          </p:nvSpPr>
          <p:spPr>
            <a:xfrm>
              <a:off x="508995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85" name="pg1235">
              <a:extLst>
                <a:ext uri="{FF2B5EF4-FFF2-40B4-BE49-F238E27FC236}">
                  <a16:creationId xmlns:a16="http://schemas.microsoft.com/office/drawing/2014/main" id="{B0D4D52B-0ADC-234D-FAE7-5A4CA1CB1D1A}"/>
                </a:ext>
              </a:extLst>
            </p:cNvPr>
            <p:cNvSpPr/>
            <p:nvPr/>
          </p:nvSpPr>
          <p:spPr>
            <a:xfrm>
              <a:off x="510159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86" name="pg1236">
              <a:extLst>
                <a:ext uri="{FF2B5EF4-FFF2-40B4-BE49-F238E27FC236}">
                  <a16:creationId xmlns:a16="http://schemas.microsoft.com/office/drawing/2014/main" id="{2FE26212-378A-0859-D0A1-01A4F8EAE41B}"/>
                </a:ext>
              </a:extLst>
            </p:cNvPr>
            <p:cNvSpPr/>
            <p:nvPr/>
          </p:nvSpPr>
          <p:spPr>
            <a:xfrm>
              <a:off x="5113232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87" name="pg1237">
              <a:extLst>
                <a:ext uri="{FF2B5EF4-FFF2-40B4-BE49-F238E27FC236}">
                  <a16:creationId xmlns:a16="http://schemas.microsoft.com/office/drawing/2014/main" id="{8182AE21-3347-2B39-BCC7-008F6AFC3850}"/>
                </a:ext>
              </a:extLst>
            </p:cNvPr>
            <p:cNvSpPr/>
            <p:nvPr/>
          </p:nvSpPr>
          <p:spPr>
            <a:xfrm>
              <a:off x="512486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88" name="pg1238">
              <a:extLst>
                <a:ext uri="{FF2B5EF4-FFF2-40B4-BE49-F238E27FC236}">
                  <a16:creationId xmlns:a16="http://schemas.microsoft.com/office/drawing/2014/main" id="{458E0660-A790-DF62-7F5C-B86C6E811966}"/>
                </a:ext>
              </a:extLst>
            </p:cNvPr>
            <p:cNvSpPr/>
            <p:nvPr/>
          </p:nvSpPr>
          <p:spPr>
            <a:xfrm>
              <a:off x="513650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89" name="pg1239">
              <a:extLst>
                <a:ext uri="{FF2B5EF4-FFF2-40B4-BE49-F238E27FC236}">
                  <a16:creationId xmlns:a16="http://schemas.microsoft.com/office/drawing/2014/main" id="{E1B459CA-5B5A-08AF-D028-939D9C638C23}"/>
                </a:ext>
              </a:extLst>
            </p:cNvPr>
            <p:cNvSpPr/>
            <p:nvPr/>
          </p:nvSpPr>
          <p:spPr>
            <a:xfrm>
              <a:off x="5148144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90" name="pg1240">
              <a:extLst>
                <a:ext uri="{FF2B5EF4-FFF2-40B4-BE49-F238E27FC236}">
                  <a16:creationId xmlns:a16="http://schemas.microsoft.com/office/drawing/2014/main" id="{7D2ADE07-EC58-05AB-F647-7280B71155FF}"/>
                </a:ext>
              </a:extLst>
            </p:cNvPr>
            <p:cNvSpPr/>
            <p:nvPr/>
          </p:nvSpPr>
          <p:spPr>
            <a:xfrm>
              <a:off x="515978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91" name="pg1241">
              <a:extLst>
                <a:ext uri="{FF2B5EF4-FFF2-40B4-BE49-F238E27FC236}">
                  <a16:creationId xmlns:a16="http://schemas.microsoft.com/office/drawing/2014/main" id="{FDAB251C-7847-0D45-F96B-786DC89A046F}"/>
                </a:ext>
              </a:extLst>
            </p:cNvPr>
            <p:cNvSpPr/>
            <p:nvPr/>
          </p:nvSpPr>
          <p:spPr>
            <a:xfrm>
              <a:off x="517141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92" name="pg1242">
              <a:extLst>
                <a:ext uri="{FF2B5EF4-FFF2-40B4-BE49-F238E27FC236}">
                  <a16:creationId xmlns:a16="http://schemas.microsoft.com/office/drawing/2014/main" id="{7E6E529C-DBCE-E217-CDC6-9C40EF01434C}"/>
                </a:ext>
              </a:extLst>
            </p:cNvPr>
            <p:cNvSpPr/>
            <p:nvPr/>
          </p:nvSpPr>
          <p:spPr>
            <a:xfrm>
              <a:off x="5183056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93" name="pg1243">
              <a:extLst>
                <a:ext uri="{FF2B5EF4-FFF2-40B4-BE49-F238E27FC236}">
                  <a16:creationId xmlns:a16="http://schemas.microsoft.com/office/drawing/2014/main" id="{A742D1D8-3853-A0C4-43E8-D1C3599C71F5}"/>
                </a:ext>
              </a:extLst>
            </p:cNvPr>
            <p:cNvSpPr/>
            <p:nvPr/>
          </p:nvSpPr>
          <p:spPr>
            <a:xfrm>
              <a:off x="519469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94" name="pg1244">
              <a:extLst>
                <a:ext uri="{FF2B5EF4-FFF2-40B4-BE49-F238E27FC236}">
                  <a16:creationId xmlns:a16="http://schemas.microsoft.com/office/drawing/2014/main" id="{8B03F23E-B77E-B2F4-E8D4-6D7F3285BD70}"/>
                </a:ext>
              </a:extLst>
            </p:cNvPr>
            <p:cNvSpPr/>
            <p:nvPr/>
          </p:nvSpPr>
          <p:spPr>
            <a:xfrm>
              <a:off x="520633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95" name="pg1245">
              <a:extLst>
                <a:ext uri="{FF2B5EF4-FFF2-40B4-BE49-F238E27FC236}">
                  <a16:creationId xmlns:a16="http://schemas.microsoft.com/office/drawing/2014/main" id="{C87C8300-420A-90FE-CC18-C4D1159BF8D8}"/>
                </a:ext>
              </a:extLst>
            </p:cNvPr>
            <p:cNvSpPr/>
            <p:nvPr/>
          </p:nvSpPr>
          <p:spPr>
            <a:xfrm>
              <a:off x="5217968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96" name="pg1246">
              <a:extLst>
                <a:ext uri="{FF2B5EF4-FFF2-40B4-BE49-F238E27FC236}">
                  <a16:creationId xmlns:a16="http://schemas.microsoft.com/office/drawing/2014/main" id="{30C838CF-76EE-D08F-B830-7B51D76B2C96}"/>
                </a:ext>
              </a:extLst>
            </p:cNvPr>
            <p:cNvSpPr/>
            <p:nvPr/>
          </p:nvSpPr>
          <p:spPr>
            <a:xfrm>
              <a:off x="522960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97" name="pg1247">
              <a:extLst>
                <a:ext uri="{FF2B5EF4-FFF2-40B4-BE49-F238E27FC236}">
                  <a16:creationId xmlns:a16="http://schemas.microsoft.com/office/drawing/2014/main" id="{0DE3C01D-957E-D40B-A67E-96556B473730}"/>
                </a:ext>
              </a:extLst>
            </p:cNvPr>
            <p:cNvSpPr/>
            <p:nvPr/>
          </p:nvSpPr>
          <p:spPr>
            <a:xfrm>
              <a:off x="524124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98" name="pg1248">
              <a:extLst>
                <a:ext uri="{FF2B5EF4-FFF2-40B4-BE49-F238E27FC236}">
                  <a16:creationId xmlns:a16="http://schemas.microsoft.com/office/drawing/2014/main" id="{76512CC2-760C-FCD6-223B-7E587440552C}"/>
                </a:ext>
              </a:extLst>
            </p:cNvPr>
            <p:cNvSpPr/>
            <p:nvPr/>
          </p:nvSpPr>
          <p:spPr>
            <a:xfrm>
              <a:off x="5252880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99" name="pg1249">
              <a:extLst>
                <a:ext uri="{FF2B5EF4-FFF2-40B4-BE49-F238E27FC236}">
                  <a16:creationId xmlns:a16="http://schemas.microsoft.com/office/drawing/2014/main" id="{FB08C099-3FCC-267D-4555-07912F0EC298}"/>
                </a:ext>
              </a:extLst>
            </p:cNvPr>
            <p:cNvSpPr/>
            <p:nvPr/>
          </p:nvSpPr>
          <p:spPr>
            <a:xfrm>
              <a:off x="526451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00" name="pg1250">
              <a:extLst>
                <a:ext uri="{FF2B5EF4-FFF2-40B4-BE49-F238E27FC236}">
                  <a16:creationId xmlns:a16="http://schemas.microsoft.com/office/drawing/2014/main" id="{2310F78E-428F-B7FF-8FA1-78F6B2DE5D17}"/>
                </a:ext>
              </a:extLst>
            </p:cNvPr>
            <p:cNvSpPr/>
            <p:nvPr/>
          </p:nvSpPr>
          <p:spPr>
            <a:xfrm>
              <a:off x="527615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01" name="pg1251">
              <a:extLst>
                <a:ext uri="{FF2B5EF4-FFF2-40B4-BE49-F238E27FC236}">
                  <a16:creationId xmlns:a16="http://schemas.microsoft.com/office/drawing/2014/main" id="{9D1E7E08-3601-8330-2E47-EAB11A1DF591}"/>
                </a:ext>
              </a:extLst>
            </p:cNvPr>
            <p:cNvSpPr/>
            <p:nvPr/>
          </p:nvSpPr>
          <p:spPr>
            <a:xfrm>
              <a:off x="5287792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02" name="pg1252">
              <a:extLst>
                <a:ext uri="{FF2B5EF4-FFF2-40B4-BE49-F238E27FC236}">
                  <a16:creationId xmlns:a16="http://schemas.microsoft.com/office/drawing/2014/main" id="{B03B111E-A1E2-8BDF-BCBA-BAAE1C43F2F1}"/>
                </a:ext>
              </a:extLst>
            </p:cNvPr>
            <p:cNvSpPr/>
            <p:nvPr/>
          </p:nvSpPr>
          <p:spPr>
            <a:xfrm>
              <a:off x="529942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03" name="pg1253">
              <a:extLst>
                <a:ext uri="{FF2B5EF4-FFF2-40B4-BE49-F238E27FC236}">
                  <a16:creationId xmlns:a16="http://schemas.microsoft.com/office/drawing/2014/main" id="{F17F34D8-DDB8-781E-90C5-E207DAE569AF}"/>
                </a:ext>
              </a:extLst>
            </p:cNvPr>
            <p:cNvSpPr/>
            <p:nvPr/>
          </p:nvSpPr>
          <p:spPr>
            <a:xfrm>
              <a:off x="531106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04" name="pg1254">
              <a:extLst>
                <a:ext uri="{FF2B5EF4-FFF2-40B4-BE49-F238E27FC236}">
                  <a16:creationId xmlns:a16="http://schemas.microsoft.com/office/drawing/2014/main" id="{615A0145-AE23-E4DE-F914-8F704CC9145C}"/>
                </a:ext>
              </a:extLst>
            </p:cNvPr>
            <p:cNvSpPr/>
            <p:nvPr/>
          </p:nvSpPr>
          <p:spPr>
            <a:xfrm>
              <a:off x="5322704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05" name="pg1255">
              <a:extLst>
                <a:ext uri="{FF2B5EF4-FFF2-40B4-BE49-F238E27FC236}">
                  <a16:creationId xmlns:a16="http://schemas.microsoft.com/office/drawing/2014/main" id="{5646E048-AE17-5C12-ED64-119D45BD842B}"/>
                </a:ext>
              </a:extLst>
            </p:cNvPr>
            <p:cNvSpPr/>
            <p:nvPr/>
          </p:nvSpPr>
          <p:spPr>
            <a:xfrm>
              <a:off x="533434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06" name="pg1256">
              <a:extLst>
                <a:ext uri="{FF2B5EF4-FFF2-40B4-BE49-F238E27FC236}">
                  <a16:creationId xmlns:a16="http://schemas.microsoft.com/office/drawing/2014/main" id="{4248D135-657C-F369-E226-22814F1696E0}"/>
                </a:ext>
              </a:extLst>
            </p:cNvPr>
            <p:cNvSpPr/>
            <p:nvPr/>
          </p:nvSpPr>
          <p:spPr>
            <a:xfrm>
              <a:off x="506668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07" name="pg1257">
              <a:extLst>
                <a:ext uri="{FF2B5EF4-FFF2-40B4-BE49-F238E27FC236}">
                  <a16:creationId xmlns:a16="http://schemas.microsoft.com/office/drawing/2014/main" id="{7650B7BF-440B-6D96-FDC0-83A0381755B3}"/>
                </a:ext>
              </a:extLst>
            </p:cNvPr>
            <p:cNvSpPr/>
            <p:nvPr/>
          </p:nvSpPr>
          <p:spPr>
            <a:xfrm>
              <a:off x="5078320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08" name="pg1258">
              <a:extLst>
                <a:ext uri="{FF2B5EF4-FFF2-40B4-BE49-F238E27FC236}">
                  <a16:creationId xmlns:a16="http://schemas.microsoft.com/office/drawing/2014/main" id="{BD3C220B-5078-5207-B18B-2EAC35D43A2F}"/>
                </a:ext>
              </a:extLst>
            </p:cNvPr>
            <p:cNvSpPr/>
            <p:nvPr/>
          </p:nvSpPr>
          <p:spPr>
            <a:xfrm>
              <a:off x="508995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09" name="pg1259">
              <a:extLst>
                <a:ext uri="{FF2B5EF4-FFF2-40B4-BE49-F238E27FC236}">
                  <a16:creationId xmlns:a16="http://schemas.microsoft.com/office/drawing/2014/main" id="{C75A9F8E-ADBB-455B-07BE-036A498D4B27}"/>
                </a:ext>
              </a:extLst>
            </p:cNvPr>
            <p:cNvSpPr/>
            <p:nvPr/>
          </p:nvSpPr>
          <p:spPr>
            <a:xfrm>
              <a:off x="510159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10" name="pg1260">
              <a:extLst>
                <a:ext uri="{FF2B5EF4-FFF2-40B4-BE49-F238E27FC236}">
                  <a16:creationId xmlns:a16="http://schemas.microsoft.com/office/drawing/2014/main" id="{43642541-B027-1206-FA51-303A41CD9754}"/>
                </a:ext>
              </a:extLst>
            </p:cNvPr>
            <p:cNvSpPr/>
            <p:nvPr/>
          </p:nvSpPr>
          <p:spPr>
            <a:xfrm>
              <a:off x="5113232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11" name="pg1261">
              <a:extLst>
                <a:ext uri="{FF2B5EF4-FFF2-40B4-BE49-F238E27FC236}">
                  <a16:creationId xmlns:a16="http://schemas.microsoft.com/office/drawing/2014/main" id="{02D48BF6-049F-C62F-457E-2489EE09D6BF}"/>
                </a:ext>
              </a:extLst>
            </p:cNvPr>
            <p:cNvSpPr/>
            <p:nvPr/>
          </p:nvSpPr>
          <p:spPr>
            <a:xfrm>
              <a:off x="512486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12" name="pg1262">
              <a:extLst>
                <a:ext uri="{FF2B5EF4-FFF2-40B4-BE49-F238E27FC236}">
                  <a16:creationId xmlns:a16="http://schemas.microsoft.com/office/drawing/2014/main" id="{17A21C07-7AB7-CB67-CB42-3148247B4873}"/>
                </a:ext>
              </a:extLst>
            </p:cNvPr>
            <p:cNvSpPr/>
            <p:nvPr/>
          </p:nvSpPr>
          <p:spPr>
            <a:xfrm>
              <a:off x="513650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13" name="pg1263">
              <a:extLst>
                <a:ext uri="{FF2B5EF4-FFF2-40B4-BE49-F238E27FC236}">
                  <a16:creationId xmlns:a16="http://schemas.microsoft.com/office/drawing/2014/main" id="{4C594418-8E2B-1BF9-B4DF-FF61C75701B8}"/>
                </a:ext>
              </a:extLst>
            </p:cNvPr>
            <p:cNvSpPr/>
            <p:nvPr/>
          </p:nvSpPr>
          <p:spPr>
            <a:xfrm>
              <a:off x="5148144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14" name="pg1264">
              <a:extLst>
                <a:ext uri="{FF2B5EF4-FFF2-40B4-BE49-F238E27FC236}">
                  <a16:creationId xmlns:a16="http://schemas.microsoft.com/office/drawing/2014/main" id="{F12C9785-C8C1-04E9-36D0-F232F125FF4B}"/>
                </a:ext>
              </a:extLst>
            </p:cNvPr>
            <p:cNvSpPr/>
            <p:nvPr/>
          </p:nvSpPr>
          <p:spPr>
            <a:xfrm>
              <a:off x="5159781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15" name="pg1265">
              <a:extLst>
                <a:ext uri="{FF2B5EF4-FFF2-40B4-BE49-F238E27FC236}">
                  <a16:creationId xmlns:a16="http://schemas.microsoft.com/office/drawing/2014/main" id="{234B1847-A78B-E9D7-2A85-9373C875F434}"/>
                </a:ext>
              </a:extLst>
            </p:cNvPr>
            <p:cNvSpPr/>
            <p:nvPr/>
          </p:nvSpPr>
          <p:spPr>
            <a:xfrm>
              <a:off x="517141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16" name="pg1266">
              <a:extLst>
                <a:ext uri="{FF2B5EF4-FFF2-40B4-BE49-F238E27FC236}">
                  <a16:creationId xmlns:a16="http://schemas.microsoft.com/office/drawing/2014/main" id="{1A84924C-3A24-AC2A-D7A0-A1D140B36D4A}"/>
                </a:ext>
              </a:extLst>
            </p:cNvPr>
            <p:cNvSpPr/>
            <p:nvPr/>
          </p:nvSpPr>
          <p:spPr>
            <a:xfrm>
              <a:off x="5183056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17" name="pg1267">
              <a:extLst>
                <a:ext uri="{FF2B5EF4-FFF2-40B4-BE49-F238E27FC236}">
                  <a16:creationId xmlns:a16="http://schemas.microsoft.com/office/drawing/2014/main" id="{F5DB733E-2B41-5674-728A-C585BE58F7C6}"/>
                </a:ext>
              </a:extLst>
            </p:cNvPr>
            <p:cNvSpPr/>
            <p:nvPr/>
          </p:nvSpPr>
          <p:spPr>
            <a:xfrm>
              <a:off x="519469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18" name="pg1268">
              <a:extLst>
                <a:ext uri="{FF2B5EF4-FFF2-40B4-BE49-F238E27FC236}">
                  <a16:creationId xmlns:a16="http://schemas.microsoft.com/office/drawing/2014/main" id="{668E02B9-389F-57A7-E87F-84F4E5C183AE}"/>
                </a:ext>
              </a:extLst>
            </p:cNvPr>
            <p:cNvSpPr/>
            <p:nvPr/>
          </p:nvSpPr>
          <p:spPr>
            <a:xfrm>
              <a:off x="5206331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19" name="pg1269">
              <a:extLst>
                <a:ext uri="{FF2B5EF4-FFF2-40B4-BE49-F238E27FC236}">
                  <a16:creationId xmlns:a16="http://schemas.microsoft.com/office/drawing/2014/main" id="{766CC68A-000C-9D6E-9427-A9C216C4DA06}"/>
                </a:ext>
              </a:extLst>
            </p:cNvPr>
            <p:cNvSpPr/>
            <p:nvPr/>
          </p:nvSpPr>
          <p:spPr>
            <a:xfrm>
              <a:off x="5217968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20" name="pg1270">
              <a:extLst>
                <a:ext uri="{FF2B5EF4-FFF2-40B4-BE49-F238E27FC236}">
                  <a16:creationId xmlns:a16="http://schemas.microsoft.com/office/drawing/2014/main" id="{50BED422-962C-C032-A6D1-67EC2BC69C29}"/>
                </a:ext>
              </a:extLst>
            </p:cNvPr>
            <p:cNvSpPr/>
            <p:nvPr/>
          </p:nvSpPr>
          <p:spPr>
            <a:xfrm>
              <a:off x="522960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21" name="pg1271">
              <a:extLst>
                <a:ext uri="{FF2B5EF4-FFF2-40B4-BE49-F238E27FC236}">
                  <a16:creationId xmlns:a16="http://schemas.microsoft.com/office/drawing/2014/main" id="{627429B3-01E6-D6E3-62D3-E111C2A14399}"/>
                </a:ext>
              </a:extLst>
            </p:cNvPr>
            <p:cNvSpPr/>
            <p:nvPr/>
          </p:nvSpPr>
          <p:spPr>
            <a:xfrm>
              <a:off x="524124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22" name="pg1272">
              <a:extLst>
                <a:ext uri="{FF2B5EF4-FFF2-40B4-BE49-F238E27FC236}">
                  <a16:creationId xmlns:a16="http://schemas.microsoft.com/office/drawing/2014/main" id="{52A7E9ED-BB3A-BE78-ED14-135604CEA45E}"/>
                </a:ext>
              </a:extLst>
            </p:cNvPr>
            <p:cNvSpPr/>
            <p:nvPr/>
          </p:nvSpPr>
          <p:spPr>
            <a:xfrm>
              <a:off x="5252880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23" name="pg1273">
              <a:extLst>
                <a:ext uri="{FF2B5EF4-FFF2-40B4-BE49-F238E27FC236}">
                  <a16:creationId xmlns:a16="http://schemas.microsoft.com/office/drawing/2014/main" id="{096022BB-DEEE-400C-C46F-2A92E3F5F36C}"/>
                </a:ext>
              </a:extLst>
            </p:cNvPr>
            <p:cNvSpPr/>
            <p:nvPr/>
          </p:nvSpPr>
          <p:spPr>
            <a:xfrm>
              <a:off x="526451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24" name="pg1274">
              <a:extLst>
                <a:ext uri="{FF2B5EF4-FFF2-40B4-BE49-F238E27FC236}">
                  <a16:creationId xmlns:a16="http://schemas.microsoft.com/office/drawing/2014/main" id="{50531BF6-A1B0-4FC3-79D5-B5A821A16345}"/>
                </a:ext>
              </a:extLst>
            </p:cNvPr>
            <p:cNvSpPr/>
            <p:nvPr/>
          </p:nvSpPr>
          <p:spPr>
            <a:xfrm>
              <a:off x="527615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25" name="pg1275">
              <a:extLst>
                <a:ext uri="{FF2B5EF4-FFF2-40B4-BE49-F238E27FC236}">
                  <a16:creationId xmlns:a16="http://schemas.microsoft.com/office/drawing/2014/main" id="{9662ECAF-E8B3-FF70-E4A1-C292C1D86444}"/>
                </a:ext>
              </a:extLst>
            </p:cNvPr>
            <p:cNvSpPr/>
            <p:nvPr/>
          </p:nvSpPr>
          <p:spPr>
            <a:xfrm>
              <a:off x="5287792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26" name="pg1276">
              <a:extLst>
                <a:ext uri="{FF2B5EF4-FFF2-40B4-BE49-F238E27FC236}">
                  <a16:creationId xmlns:a16="http://schemas.microsoft.com/office/drawing/2014/main" id="{C2EF6ACB-9AF0-F9F0-8E97-9D6D704D036F}"/>
                </a:ext>
              </a:extLst>
            </p:cNvPr>
            <p:cNvSpPr/>
            <p:nvPr/>
          </p:nvSpPr>
          <p:spPr>
            <a:xfrm>
              <a:off x="529942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27" name="pg1277">
              <a:extLst>
                <a:ext uri="{FF2B5EF4-FFF2-40B4-BE49-F238E27FC236}">
                  <a16:creationId xmlns:a16="http://schemas.microsoft.com/office/drawing/2014/main" id="{72A08780-8472-15CF-518F-4504BCEE30DB}"/>
                </a:ext>
              </a:extLst>
            </p:cNvPr>
            <p:cNvSpPr/>
            <p:nvPr/>
          </p:nvSpPr>
          <p:spPr>
            <a:xfrm>
              <a:off x="531106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28" name="pg1278">
              <a:extLst>
                <a:ext uri="{FF2B5EF4-FFF2-40B4-BE49-F238E27FC236}">
                  <a16:creationId xmlns:a16="http://schemas.microsoft.com/office/drawing/2014/main" id="{3907E91E-90FA-B3D1-4D99-943D1ABF178E}"/>
                </a:ext>
              </a:extLst>
            </p:cNvPr>
            <p:cNvSpPr/>
            <p:nvPr/>
          </p:nvSpPr>
          <p:spPr>
            <a:xfrm>
              <a:off x="5322704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29" name="pg1279">
              <a:extLst>
                <a:ext uri="{FF2B5EF4-FFF2-40B4-BE49-F238E27FC236}">
                  <a16:creationId xmlns:a16="http://schemas.microsoft.com/office/drawing/2014/main" id="{CC16D422-A20E-871E-77C0-84290B76E779}"/>
                </a:ext>
              </a:extLst>
            </p:cNvPr>
            <p:cNvSpPr/>
            <p:nvPr/>
          </p:nvSpPr>
          <p:spPr>
            <a:xfrm>
              <a:off x="5031771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30" name="pg1280">
              <a:extLst>
                <a:ext uri="{FF2B5EF4-FFF2-40B4-BE49-F238E27FC236}">
                  <a16:creationId xmlns:a16="http://schemas.microsoft.com/office/drawing/2014/main" id="{720231B0-9810-AC6B-5B5E-487CDC8BCF77}"/>
                </a:ext>
              </a:extLst>
            </p:cNvPr>
            <p:cNvSpPr/>
            <p:nvPr/>
          </p:nvSpPr>
          <p:spPr>
            <a:xfrm>
              <a:off x="5043408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31" name="pg1281">
              <a:extLst>
                <a:ext uri="{FF2B5EF4-FFF2-40B4-BE49-F238E27FC236}">
                  <a16:creationId xmlns:a16="http://schemas.microsoft.com/office/drawing/2014/main" id="{341D8909-15D9-7CCB-CC74-695971A8D2E9}"/>
                </a:ext>
              </a:extLst>
            </p:cNvPr>
            <p:cNvSpPr/>
            <p:nvPr/>
          </p:nvSpPr>
          <p:spPr>
            <a:xfrm>
              <a:off x="506668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32" name="pg1282">
              <a:extLst>
                <a:ext uri="{FF2B5EF4-FFF2-40B4-BE49-F238E27FC236}">
                  <a16:creationId xmlns:a16="http://schemas.microsoft.com/office/drawing/2014/main" id="{B564F698-26DF-9FF0-B6B3-62111C440A2E}"/>
                </a:ext>
              </a:extLst>
            </p:cNvPr>
            <p:cNvSpPr/>
            <p:nvPr/>
          </p:nvSpPr>
          <p:spPr>
            <a:xfrm>
              <a:off x="5078320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33" name="pg1283">
              <a:extLst>
                <a:ext uri="{FF2B5EF4-FFF2-40B4-BE49-F238E27FC236}">
                  <a16:creationId xmlns:a16="http://schemas.microsoft.com/office/drawing/2014/main" id="{7BCA17F8-AC56-5C1F-6365-163FF88F7BED}"/>
                </a:ext>
              </a:extLst>
            </p:cNvPr>
            <p:cNvSpPr/>
            <p:nvPr/>
          </p:nvSpPr>
          <p:spPr>
            <a:xfrm>
              <a:off x="508995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34" name="pg1284">
              <a:extLst>
                <a:ext uri="{FF2B5EF4-FFF2-40B4-BE49-F238E27FC236}">
                  <a16:creationId xmlns:a16="http://schemas.microsoft.com/office/drawing/2014/main" id="{80C08132-4258-80E8-9450-13D0F279521E}"/>
                </a:ext>
              </a:extLst>
            </p:cNvPr>
            <p:cNvSpPr/>
            <p:nvPr/>
          </p:nvSpPr>
          <p:spPr>
            <a:xfrm>
              <a:off x="510159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35" name="pg1285">
              <a:extLst>
                <a:ext uri="{FF2B5EF4-FFF2-40B4-BE49-F238E27FC236}">
                  <a16:creationId xmlns:a16="http://schemas.microsoft.com/office/drawing/2014/main" id="{D81CB635-F9DA-1D28-0B33-C642F35ADDA7}"/>
                </a:ext>
              </a:extLst>
            </p:cNvPr>
            <p:cNvSpPr/>
            <p:nvPr/>
          </p:nvSpPr>
          <p:spPr>
            <a:xfrm>
              <a:off x="5113232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36" name="pg1286">
              <a:extLst>
                <a:ext uri="{FF2B5EF4-FFF2-40B4-BE49-F238E27FC236}">
                  <a16:creationId xmlns:a16="http://schemas.microsoft.com/office/drawing/2014/main" id="{C412FD18-EB87-4DE1-147C-63AA4F163E67}"/>
                </a:ext>
              </a:extLst>
            </p:cNvPr>
            <p:cNvSpPr/>
            <p:nvPr/>
          </p:nvSpPr>
          <p:spPr>
            <a:xfrm>
              <a:off x="5124869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37" name="pg1287">
              <a:extLst>
                <a:ext uri="{FF2B5EF4-FFF2-40B4-BE49-F238E27FC236}">
                  <a16:creationId xmlns:a16="http://schemas.microsoft.com/office/drawing/2014/main" id="{D93B2A9B-E491-3224-2CCF-8B93E56FD85D}"/>
                </a:ext>
              </a:extLst>
            </p:cNvPr>
            <p:cNvSpPr/>
            <p:nvPr/>
          </p:nvSpPr>
          <p:spPr>
            <a:xfrm>
              <a:off x="513650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38" name="pg1288">
              <a:extLst>
                <a:ext uri="{FF2B5EF4-FFF2-40B4-BE49-F238E27FC236}">
                  <a16:creationId xmlns:a16="http://schemas.microsoft.com/office/drawing/2014/main" id="{B0A460F2-5E59-43B9-457E-0AFF9391374C}"/>
                </a:ext>
              </a:extLst>
            </p:cNvPr>
            <p:cNvSpPr/>
            <p:nvPr/>
          </p:nvSpPr>
          <p:spPr>
            <a:xfrm>
              <a:off x="5148144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39" name="pg1289">
              <a:extLst>
                <a:ext uri="{FF2B5EF4-FFF2-40B4-BE49-F238E27FC236}">
                  <a16:creationId xmlns:a16="http://schemas.microsoft.com/office/drawing/2014/main" id="{05D3FF8D-0E86-7E00-67D1-88B300FBECDB}"/>
                </a:ext>
              </a:extLst>
            </p:cNvPr>
            <p:cNvSpPr/>
            <p:nvPr/>
          </p:nvSpPr>
          <p:spPr>
            <a:xfrm>
              <a:off x="5183056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40" name="pg1290">
              <a:extLst>
                <a:ext uri="{FF2B5EF4-FFF2-40B4-BE49-F238E27FC236}">
                  <a16:creationId xmlns:a16="http://schemas.microsoft.com/office/drawing/2014/main" id="{AA2DF09C-C612-CBC0-BC2E-A8013321D614}"/>
                </a:ext>
              </a:extLst>
            </p:cNvPr>
            <p:cNvSpPr/>
            <p:nvPr/>
          </p:nvSpPr>
          <p:spPr>
            <a:xfrm>
              <a:off x="519469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41" name="pg1291">
              <a:extLst>
                <a:ext uri="{FF2B5EF4-FFF2-40B4-BE49-F238E27FC236}">
                  <a16:creationId xmlns:a16="http://schemas.microsoft.com/office/drawing/2014/main" id="{F17455B5-79CF-BF38-68DA-308FBF902FDC}"/>
                </a:ext>
              </a:extLst>
            </p:cNvPr>
            <p:cNvSpPr/>
            <p:nvPr/>
          </p:nvSpPr>
          <p:spPr>
            <a:xfrm>
              <a:off x="5206331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42" name="pg1292">
              <a:extLst>
                <a:ext uri="{FF2B5EF4-FFF2-40B4-BE49-F238E27FC236}">
                  <a16:creationId xmlns:a16="http://schemas.microsoft.com/office/drawing/2014/main" id="{B316C80D-5109-45B4-69C9-F2A5C1B2722E}"/>
                </a:ext>
              </a:extLst>
            </p:cNvPr>
            <p:cNvSpPr/>
            <p:nvPr/>
          </p:nvSpPr>
          <p:spPr>
            <a:xfrm>
              <a:off x="5217968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43" name="pg1293">
              <a:extLst>
                <a:ext uri="{FF2B5EF4-FFF2-40B4-BE49-F238E27FC236}">
                  <a16:creationId xmlns:a16="http://schemas.microsoft.com/office/drawing/2014/main" id="{8B394640-4E88-51CC-51D9-D891405C4CB0}"/>
                </a:ext>
              </a:extLst>
            </p:cNvPr>
            <p:cNvSpPr/>
            <p:nvPr/>
          </p:nvSpPr>
          <p:spPr>
            <a:xfrm>
              <a:off x="522960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44" name="pg1294">
              <a:extLst>
                <a:ext uri="{FF2B5EF4-FFF2-40B4-BE49-F238E27FC236}">
                  <a16:creationId xmlns:a16="http://schemas.microsoft.com/office/drawing/2014/main" id="{0CD5F649-5B74-2876-15F8-8D1AD167A0F9}"/>
                </a:ext>
              </a:extLst>
            </p:cNvPr>
            <p:cNvSpPr/>
            <p:nvPr/>
          </p:nvSpPr>
          <p:spPr>
            <a:xfrm>
              <a:off x="524124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45" name="pg1295">
              <a:extLst>
                <a:ext uri="{FF2B5EF4-FFF2-40B4-BE49-F238E27FC236}">
                  <a16:creationId xmlns:a16="http://schemas.microsoft.com/office/drawing/2014/main" id="{772E5CD6-3E6C-B675-125B-0B2678D8A8D9}"/>
                </a:ext>
              </a:extLst>
            </p:cNvPr>
            <p:cNvSpPr/>
            <p:nvPr/>
          </p:nvSpPr>
          <p:spPr>
            <a:xfrm>
              <a:off x="5252880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46" name="pg1296">
              <a:extLst>
                <a:ext uri="{FF2B5EF4-FFF2-40B4-BE49-F238E27FC236}">
                  <a16:creationId xmlns:a16="http://schemas.microsoft.com/office/drawing/2014/main" id="{F01D259D-815E-CA8A-2337-5241DDC28A22}"/>
                </a:ext>
              </a:extLst>
            </p:cNvPr>
            <p:cNvSpPr/>
            <p:nvPr/>
          </p:nvSpPr>
          <p:spPr>
            <a:xfrm>
              <a:off x="526451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47" name="pg1297">
              <a:extLst>
                <a:ext uri="{FF2B5EF4-FFF2-40B4-BE49-F238E27FC236}">
                  <a16:creationId xmlns:a16="http://schemas.microsoft.com/office/drawing/2014/main" id="{9A506A04-19E4-B389-A584-3F5712ED3A43}"/>
                </a:ext>
              </a:extLst>
            </p:cNvPr>
            <p:cNvSpPr/>
            <p:nvPr/>
          </p:nvSpPr>
          <p:spPr>
            <a:xfrm>
              <a:off x="527615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48" name="pg1298">
              <a:extLst>
                <a:ext uri="{FF2B5EF4-FFF2-40B4-BE49-F238E27FC236}">
                  <a16:creationId xmlns:a16="http://schemas.microsoft.com/office/drawing/2014/main" id="{F3A462B7-605C-2B66-4FFD-CBC521D80A0F}"/>
                </a:ext>
              </a:extLst>
            </p:cNvPr>
            <p:cNvSpPr/>
            <p:nvPr/>
          </p:nvSpPr>
          <p:spPr>
            <a:xfrm>
              <a:off x="5287792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49" name="pg1299">
              <a:extLst>
                <a:ext uri="{FF2B5EF4-FFF2-40B4-BE49-F238E27FC236}">
                  <a16:creationId xmlns:a16="http://schemas.microsoft.com/office/drawing/2014/main" id="{4C59DB51-603D-D83C-279B-A5F1EEC97E99}"/>
                </a:ext>
              </a:extLst>
            </p:cNvPr>
            <p:cNvSpPr/>
            <p:nvPr/>
          </p:nvSpPr>
          <p:spPr>
            <a:xfrm>
              <a:off x="5299429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50" name="pg1300">
              <a:extLst>
                <a:ext uri="{FF2B5EF4-FFF2-40B4-BE49-F238E27FC236}">
                  <a16:creationId xmlns:a16="http://schemas.microsoft.com/office/drawing/2014/main" id="{D53245E9-0103-5BA6-B078-27F4D4983F92}"/>
                </a:ext>
              </a:extLst>
            </p:cNvPr>
            <p:cNvSpPr/>
            <p:nvPr/>
          </p:nvSpPr>
          <p:spPr>
            <a:xfrm>
              <a:off x="531106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51" name="pg1301">
              <a:extLst>
                <a:ext uri="{FF2B5EF4-FFF2-40B4-BE49-F238E27FC236}">
                  <a16:creationId xmlns:a16="http://schemas.microsoft.com/office/drawing/2014/main" id="{CEECE848-1CE2-AEF7-2774-46D92B93DCC5}"/>
                </a:ext>
              </a:extLst>
            </p:cNvPr>
            <p:cNvSpPr/>
            <p:nvPr/>
          </p:nvSpPr>
          <p:spPr>
            <a:xfrm>
              <a:off x="502013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52" name="pg1302">
              <a:extLst>
                <a:ext uri="{FF2B5EF4-FFF2-40B4-BE49-F238E27FC236}">
                  <a16:creationId xmlns:a16="http://schemas.microsoft.com/office/drawing/2014/main" id="{1D294F67-51A1-60CB-5A91-D6F535479FBF}"/>
                </a:ext>
              </a:extLst>
            </p:cNvPr>
            <p:cNvSpPr/>
            <p:nvPr/>
          </p:nvSpPr>
          <p:spPr>
            <a:xfrm>
              <a:off x="5031771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53" name="pg1303">
              <a:extLst>
                <a:ext uri="{FF2B5EF4-FFF2-40B4-BE49-F238E27FC236}">
                  <a16:creationId xmlns:a16="http://schemas.microsoft.com/office/drawing/2014/main" id="{E38ED301-D9BD-0B97-2DAC-36B69706903A}"/>
                </a:ext>
              </a:extLst>
            </p:cNvPr>
            <p:cNvSpPr/>
            <p:nvPr/>
          </p:nvSpPr>
          <p:spPr>
            <a:xfrm>
              <a:off x="5043408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54" name="pg1304">
              <a:extLst>
                <a:ext uri="{FF2B5EF4-FFF2-40B4-BE49-F238E27FC236}">
                  <a16:creationId xmlns:a16="http://schemas.microsoft.com/office/drawing/2014/main" id="{264D7400-F2E2-F27D-762B-71CDE512EB9A}"/>
                </a:ext>
              </a:extLst>
            </p:cNvPr>
            <p:cNvSpPr/>
            <p:nvPr/>
          </p:nvSpPr>
          <p:spPr>
            <a:xfrm>
              <a:off x="505504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55" name="pg1305">
              <a:extLst>
                <a:ext uri="{FF2B5EF4-FFF2-40B4-BE49-F238E27FC236}">
                  <a16:creationId xmlns:a16="http://schemas.microsoft.com/office/drawing/2014/main" id="{0CB6C034-E5B2-B041-F6AC-18FD4173F490}"/>
                </a:ext>
              </a:extLst>
            </p:cNvPr>
            <p:cNvSpPr/>
            <p:nvPr/>
          </p:nvSpPr>
          <p:spPr>
            <a:xfrm>
              <a:off x="506668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56" name="pg1306">
              <a:extLst>
                <a:ext uri="{FF2B5EF4-FFF2-40B4-BE49-F238E27FC236}">
                  <a16:creationId xmlns:a16="http://schemas.microsoft.com/office/drawing/2014/main" id="{AB8D16DC-E73D-CEC0-1E56-A0B1A11D1B1B}"/>
                </a:ext>
              </a:extLst>
            </p:cNvPr>
            <p:cNvSpPr/>
            <p:nvPr/>
          </p:nvSpPr>
          <p:spPr>
            <a:xfrm>
              <a:off x="5078320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57" name="pg1307">
              <a:extLst>
                <a:ext uri="{FF2B5EF4-FFF2-40B4-BE49-F238E27FC236}">
                  <a16:creationId xmlns:a16="http://schemas.microsoft.com/office/drawing/2014/main" id="{D4D6A8F5-2096-7B0D-EA1F-CB68B257A08D}"/>
                </a:ext>
              </a:extLst>
            </p:cNvPr>
            <p:cNvSpPr/>
            <p:nvPr/>
          </p:nvSpPr>
          <p:spPr>
            <a:xfrm>
              <a:off x="508995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58" name="pg1308">
              <a:extLst>
                <a:ext uri="{FF2B5EF4-FFF2-40B4-BE49-F238E27FC236}">
                  <a16:creationId xmlns:a16="http://schemas.microsoft.com/office/drawing/2014/main" id="{8A51AEB0-BFD9-2CD3-BF5A-5E177A4C7C25}"/>
                </a:ext>
              </a:extLst>
            </p:cNvPr>
            <p:cNvSpPr/>
            <p:nvPr/>
          </p:nvSpPr>
          <p:spPr>
            <a:xfrm>
              <a:off x="510159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59" name="pg1309">
              <a:extLst>
                <a:ext uri="{FF2B5EF4-FFF2-40B4-BE49-F238E27FC236}">
                  <a16:creationId xmlns:a16="http://schemas.microsoft.com/office/drawing/2014/main" id="{0F140749-FB95-7415-FB4A-74D2A2EE2DEF}"/>
                </a:ext>
              </a:extLst>
            </p:cNvPr>
            <p:cNvSpPr/>
            <p:nvPr/>
          </p:nvSpPr>
          <p:spPr>
            <a:xfrm>
              <a:off x="5113232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60" name="pg1310">
              <a:extLst>
                <a:ext uri="{FF2B5EF4-FFF2-40B4-BE49-F238E27FC236}">
                  <a16:creationId xmlns:a16="http://schemas.microsoft.com/office/drawing/2014/main" id="{002E220F-8292-B527-B241-6B07E0C05A38}"/>
                </a:ext>
              </a:extLst>
            </p:cNvPr>
            <p:cNvSpPr/>
            <p:nvPr/>
          </p:nvSpPr>
          <p:spPr>
            <a:xfrm>
              <a:off x="5124869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61" name="pg1311">
              <a:extLst>
                <a:ext uri="{FF2B5EF4-FFF2-40B4-BE49-F238E27FC236}">
                  <a16:creationId xmlns:a16="http://schemas.microsoft.com/office/drawing/2014/main" id="{C7CDDF80-6599-E6A3-218D-EBE58E448503}"/>
                </a:ext>
              </a:extLst>
            </p:cNvPr>
            <p:cNvSpPr/>
            <p:nvPr/>
          </p:nvSpPr>
          <p:spPr>
            <a:xfrm>
              <a:off x="513650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62" name="pg1312">
              <a:extLst>
                <a:ext uri="{FF2B5EF4-FFF2-40B4-BE49-F238E27FC236}">
                  <a16:creationId xmlns:a16="http://schemas.microsoft.com/office/drawing/2014/main" id="{A2678E7F-A34F-FA32-9FB8-9D33923455BA}"/>
                </a:ext>
              </a:extLst>
            </p:cNvPr>
            <p:cNvSpPr/>
            <p:nvPr/>
          </p:nvSpPr>
          <p:spPr>
            <a:xfrm>
              <a:off x="5148144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63" name="pg1313">
              <a:extLst>
                <a:ext uri="{FF2B5EF4-FFF2-40B4-BE49-F238E27FC236}">
                  <a16:creationId xmlns:a16="http://schemas.microsoft.com/office/drawing/2014/main" id="{88B96D50-9F84-D2BC-97AD-63CBCAE99937}"/>
                </a:ext>
              </a:extLst>
            </p:cNvPr>
            <p:cNvSpPr/>
            <p:nvPr/>
          </p:nvSpPr>
          <p:spPr>
            <a:xfrm>
              <a:off x="519469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64" name="pg1314">
              <a:extLst>
                <a:ext uri="{FF2B5EF4-FFF2-40B4-BE49-F238E27FC236}">
                  <a16:creationId xmlns:a16="http://schemas.microsoft.com/office/drawing/2014/main" id="{0777C610-40CD-32F8-5D2B-A3D2285F6A99}"/>
                </a:ext>
              </a:extLst>
            </p:cNvPr>
            <p:cNvSpPr/>
            <p:nvPr/>
          </p:nvSpPr>
          <p:spPr>
            <a:xfrm>
              <a:off x="5206331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65" name="pg1315">
              <a:extLst>
                <a:ext uri="{FF2B5EF4-FFF2-40B4-BE49-F238E27FC236}">
                  <a16:creationId xmlns:a16="http://schemas.microsoft.com/office/drawing/2014/main" id="{215863F0-98CF-5004-3B24-7E66A7593A50}"/>
                </a:ext>
              </a:extLst>
            </p:cNvPr>
            <p:cNvSpPr/>
            <p:nvPr/>
          </p:nvSpPr>
          <p:spPr>
            <a:xfrm>
              <a:off x="5217968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66" name="pg1316">
              <a:extLst>
                <a:ext uri="{FF2B5EF4-FFF2-40B4-BE49-F238E27FC236}">
                  <a16:creationId xmlns:a16="http://schemas.microsoft.com/office/drawing/2014/main" id="{31A6315D-2179-27E8-F9D2-8D5AFCA65DDA}"/>
                </a:ext>
              </a:extLst>
            </p:cNvPr>
            <p:cNvSpPr/>
            <p:nvPr/>
          </p:nvSpPr>
          <p:spPr>
            <a:xfrm>
              <a:off x="522960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67" name="pg1317">
              <a:extLst>
                <a:ext uri="{FF2B5EF4-FFF2-40B4-BE49-F238E27FC236}">
                  <a16:creationId xmlns:a16="http://schemas.microsoft.com/office/drawing/2014/main" id="{EF78F43F-838B-289C-7821-9448959EFE51}"/>
                </a:ext>
              </a:extLst>
            </p:cNvPr>
            <p:cNvSpPr/>
            <p:nvPr/>
          </p:nvSpPr>
          <p:spPr>
            <a:xfrm>
              <a:off x="524124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68" name="pg1318">
              <a:extLst>
                <a:ext uri="{FF2B5EF4-FFF2-40B4-BE49-F238E27FC236}">
                  <a16:creationId xmlns:a16="http://schemas.microsoft.com/office/drawing/2014/main" id="{1A36D964-DD76-5D27-3A30-5C161A358EBE}"/>
                </a:ext>
              </a:extLst>
            </p:cNvPr>
            <p:cNvSpPr/>
            <p:nvPr/>
          </p:nvSpPr>
          <p:spPr>
            <a:xfrm>
              <a:off x="5252880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69" name="pg1319">
              <a:extLst>
                <a:ext uri="{FF2B5EF4-FFF2-40B4-BE49-F238E27FC236}">
                  <a16:creationId xmlns:a16="http://schemas.microsoft.com/office/drawing/2014/main" id="{BE957F09-3A6A-1C9A-3259-90D37F377904}"/>
                </a:ext>
              </a:extLst>
            </p:cNvPr>
            <p:cNvSpPr/>
            <p:nvPr/>
          </p:nvSpPr>
          <p:spPr>
            <a:xfrm>
              <a:off x="526451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70" name="pg1320">
              <a:extLst>
                <a:ext uri="{FF2B5EF4-FFF2-40B4-BE49-F238E27FC236}">
                  <a16:creationId xmlns:a16="http://schemas.microsoft.com/office/drawing/2014/main" id="{69B32F37-D720-F205-4B2B-616678FEBBC6}"/>
                </a:ext>
              </a:extLst>
            </p:cNvPr>
            <p:cNvSpPr/>
            <p:nvPr/>
          </p:nvSpPr>
          <p:spPr>
            <a:xfrm>
              <a:off x="527615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71" name="pg1321">
              <a:extLst>
                <a:ext uri="{FF2B5EF4-FFF2-40B4-BE49-F238E27FC236}">
                  <a16:creationId xmlns:a16="http://schemas.microsoft.com/office/drawing/2014/main" id="{C185D49B-6CF4-399A-5FAB-6FD3693F7341}"/>
                </a:ext>
              </a:extLst>
            </p:cNvPr>
            <p:cNvSpPr/>
            <p:nvPr/>
          </p:nvSpPr>
          <p:spPr>
            <a:xfrm>
              <a:off x="5287792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72" name="pg1322">
              <a:extLst>
                <a:ext uri="{FF2B5EF4-FFF2-40B4-BE49-F238E27FC236}">
                  <a16:creationId xmlns:a16="http://schemas.microsoft.com/office/drawing/2014/main" id="{034C19DD-064F-5DC2-F0D7-416FB657C47D}"/>
                </a:ext>
              </a:extLst>
            </p:cNvPr>
            <p:cNvSpPr/>
            <p:nvPr/>
          </p:nvSpPr>
          <p:spPr>
            <a:xfrm>
              <a:off x="5299429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73" name="pg1323">
              <a:extLst>
                <a:ext uri="{FF2B5EF4-FFF2-40B4-BE49-F238E27FC236}">
                  <a16:creationId xmlns:a16="http://schemas.microsoft.com/office/drawing/2014/main" id="{84255596-D12B-2717-A324-6BBAC152215E}"/>
                </a:ext>
              </a:extLst>
            </p:cNvPr>
            <p:cNvSpPr/>
            <p:nvPr/>
          </p:nvSpPr>
          <p:spPr>
            <a:xfrm>
              <a:off x="5008496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74" name="pg1324">
              <a:extLst>
                <a:ext uri="{FF2B5EF4-FFF2-40B4-BE49-F238E27FC236}">
                  <a16:creationId xmlns:a16="http://schemas.microsoft.com/office/drawing/2014/main" id="{ED0015A5-9F15-0E75-712A-43D0EA7EA29B}"/>
                </a:ext>
              </a:extLst>
            </p:cNvPr>
            <p:cNvSpPr/>
            <p:nvPr/>
          </p:nvSpPr>
          <p:spPr>
            <a:xfrm>
              <a:off x="502013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75" name="pg1325">
              <a:extLst>
                <a:ext uri="{FF2B5EF4-FFF2-40B4-BE49-F238E27FC236}">
                  <a16:creationId xmlns:a16="http://schemas.microsoft.com/office/drawing/2014/main" id="{7539232B-320C-60AF-7FF5-DE0B6FF3F3CF}"/>
                </a:ext>
              </a:extLst>
            </p:cNvPr>
            <p:cNvSpPr/>
            <p:nvPr/>
          </p:nvSpPr>
          <p:spPr>
            <a:xfrm>
              <a:off x="5031771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76" name="pg1326">
              <a:extLst>
                <a:ext uri="{FF2B5EF4-FFF2-40B4-BE49-F238E27FC236}">
                  <a16:creationId xmlns:a16="http://schemas.microsoft.com/office/drawing/2014/main" id="{42AA7484-FA27-2223-4399-065822D08271}"/>
                </a:ext>
              </a:extLst>
            </p:cNvPr>
            <p:cNvSpPr/>
            <p:nvPr/>
          </p:nvSpPr>
          <p:spPr>
            <a:xfrm>
              <a:off x="5043408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77" name="pg1327">
              <a:extLst>
                <a:ext uri="{FF2B5EF4-FFF2-40B4-BE49-F238E27FC236}">
                  <a16:creationId xmlns:a16="http://schemas.microsoft.com/office/drawing/2014/main" id="{C97EA742-58AD-FBE8-64E0-1CE8B11A9552}"/>
                </a:ext>
              </a:extLst>
            </p:cNvPr>
            <p:cNvSpPr/>
            <p:nvPr/>
          </p:nvSpPr>
          <p:spPr>
            <a:xfrm>
              <a:off x="505504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78" name="pg1328">
              <a:extLst>
                <a:ext uri="{FF2B5EF4-FFF2-40B4-BE49-F238E27FC236}">
                  <a16:creationId xmlns:a16="http://schemas.microsoft.com/office/drawing/2014/main" id="{2BEA5C9B-240A-6842-6D7D-D5FAA8E57F48}"/>
                </a:ext>
              </a:extLst>
            </p:cNvPr>
            <p:cNvSpPr/>
            <p:nvPr/>
          </p:nvSpPr>
          <p:spPr>
            <a:xfrm>
              <a:off x="506668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79" name="pg1329">
              <a:extLst>
                <a:ext uri="{FF2B5EF4-FFF2-40B4-BE49-F238E27FC236}">
                  <a16:creationId xmlns:a16="http://schemas.microsoft.com/office/drawing/2014/main" id="{6E7D64FD-FFFC-E9E5-1362-9B73B4571EE2}"/>
                </a:ext>
              </a:extLst>
            </p:cNvPr>
            <p:cNvSpPr/>
            <p:nvPr/>
          </p:nvSpPr>
          <p:spPr>
            <a:xfrm>
              <a:off x="5078320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80" name="pg1330">
              <a:extLst>
                <a:ext uri="{FF2B5EF4-FFF2-40B4-BE49-F238E27FC236}">
                  <a16:creationId xmlns:a16="http://schemas.microsoft.com/office/drawing/2014/main" id="{16636692-A76F-5B7B-488A-BC42AD93C657}"/>
                </a:ext>
              </a:extLst>
            </p:cNvPr>
            <p:cNvSpPr/>
            <p:nvPr/>
          </p:nvSpPr>
          <p:spPr>
            <a:xfrm>
              <a:off x="508995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81" name="pg1331">
              <a:extLst>
                <a:ext uri="{FF2B5EF4-FFF2-40B4-BE49-F238E27FC236}">
                  <a16:creationId xmlns:a16="http://schemas.microsoft.com/office/drawing/2014/main" id="{715C69CC-DC20-C39C-E8BF-B0493EF4B324}"/>
                </a:ext>
              </a:extLst>
            </p:cNvPr>
            <p:cNvSpPr/>
            <p:nvPr/>
          </p:nvSpPr>
          <p:spPr>
            <a:xfrm>
              <a:off x="510159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82" name="pg1332">
              <a:extLst>
                <a:ext uri="{FF2B5EF4-FFF2-40B4-BE49-F238E27FC236}">
                  <a16:creationId xmlns:a16="http://schemas.microsoft.com/office/drawing/2014/main" id="{D15EB823-E57E-DE1B-F4BD-1BA5B8C6BD71}"/>
                </a:ext>
              </a:extLst>
            </p:cNvPr>
            <p:cNvSpPr/>
            <p:nvPr/>
          </p:nvSpPr>
          <p:spPr>
            <a:xfrm>
              <a:off x="5113232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83" name="pg1333">
              <a:extLst>
                <a:ext uri="{FF2B5EF4-FFF2-40B4-BE49-F238E27FC236}">
                  <a16:creationId xmlns:a16="http://schemas.microsoft.com/office/drawing/2014/main" id="{96FEA5B6-0A78-10AD-E123-D5E1D2771521}"/>
                </a:ext>
              </a:extLst>
            </p:cNvPr>
            <p:cNvSpPr/>
            <p:nvPr/>
          </p:nvSpPr>
          <p:spPr>
            <a:xfrm>
              <a:off x="5124869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84" name="pg1334">
              <a:extLst>
                <a:ext uri="{FF2B5EF4-FFF2-40B4-BE49-F238E27FC236}">
                  <a16:creationId xmlns:a16="http://schemas.microsoft.com/office/drawing/2014/main" id="{6A47C438-36CD-2898-F0C4-5D4072F2E519}"/>
                </a:ext>
              </a:extLst>
            </p:cNvPr>
            <p:cNvSpPr/>
            <p:nvPr/>
          </p:nvSpPr>
          <p:spPr>
            <a:xfrm>
              <a:off x="513650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85" name="pg1335">
              <a:extLst>
                <a:ext uri="{FF2B5EF4-FFF2-40B4-BE49-F238E27FC236}">
                  <a16:creationId xmlns:a16="http://schemas.microsoft.com/office/drawing/2014/main" id="{2B166DA8-8258-9148-A1C6-308BA4301A6F}"/>
                </a:ext>
              </a:extLst>
            </p:cNvPr>
            <p:cNvSpPr/>
            <p:nvPr/>
          </p:nvSpPr>
          <p:spPr>
            <a:xfrm>
              <a:off x="5148144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86" name="pg1336">
              <a:extLst>
                <a:ext uri="{FF2B5EF4-FFF2-40B4-BE49-F238E27FC236}">
                  <a16:creationId xmlns:a16="http://schemas.microsoft.com/office/drawing/2014/main" id="{F8A5745A-B2A8-C25D-8E22-E31D22374B8B}"/>
                </a:ext>
              </a:extLst>
            </p:cNvPr>
            <p:cNvSpPr/>
            <p:nvPr/>
          </p:nvSpPr>
          <p:spPr>
            <a:xfrm>
              <a:off x="519469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87" name="pg1337">
              <a:extLst>
                <a:ext uri="{FF2B5EF4-FFF2-40B4-BE49-F238E27FC236}">
                  <a16:creationId xmlns:a16="http://schemas.microsoft.com/office/drawing/2014/main" id="{6A048E2F-707D-2D91-FF47-743039119948}"/>
                </a:ext>
              </a:extLst>
            </p:cNvPr>
            <p:cNvSpPr/>
            <p:nvPr/>
          </p:nvSpPr>
          <p:spPr>
            <a:xfrm>
              <a:off x="5206331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88" name="pg1338">
              <a:extLst>
                <a:ext uri="{FF2B5EF4-FFF2-40B4-BE49-F238E27FC236}">
                  <a16:creationId xmlns:a16="http://schemas.microsoft.com/office/drawing/2014/main" id="{78B53E12-452D-000C-51F4-16152FF14695}"/>
                </a:ext>
              </a:extLst>
            </p:cNvPr>
            <p:cNvSpPr/>
            <p:nvPr/>
          </p:nvSpPr>
          <p:spPr>
            <a:xfrm>
              <a:off x="5217968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89" name="pg1339">
              <a:extLst>
                <a:ext uri="{FF2B5EF4-FFF2-40B4-BE49-F238E27FC236}">
                  <a16:creationId xmlns:a16="http://schemas.microsoft.com/office/drawing/2014/main" id="{B03229E4-4507-22D9-D969-3ADA620161F3}"/>
                </a:ext>
              </a:extLst>
            </p:cNvPr>
            <p:cNvSpPr/>
            <p:nvPr/>
          </p:nvSpPr>
          <p:spPr>
            <a:xfrm>
              <a:off x="522960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90" name="pg1340">
              <a:extLst>
                <a:ext uri="{FF2B5EF4-FFF2-40B4-BE49-F238E27FC236}">
                  <a16:creationId xmlns:a16="http://schemas.microsoft.com/office/drawing/2014/main" id="{4DF7CED8-4D9C-098E-BFAA-B9BBF0963F68}"/>
                </a:ext>
              </a:extLst>
            </p:cNvPr>
            <p:cNvSpPr/>
            <p:nvPr/>
          </p:nvSpPr>
          <p:spPr>
            <a:xfrm>
              <a:off x="524124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91" name="pg1341">
              <a:extLst>
                <a:ext uri="{FF2B5EF4-FFF2-40B4-BE49-F238E27FC236}">
                  <a16:creationId xmlns:a16="http://schemas.microsoft.com/office/drawing/2014/main" id="{F6B130D9-4536-1B4E-8DCA-2327E35796D5}"/>
                </a:ext>
              </a:extLst>
            </p:cNvPr>
            <p:cNvSpPr/>
            <p:nvPr/>
          </p:nvSpPr>
          <p:spPr>
            <a:xfrm>
              <a:off x="5252880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92" name="pg1342">
              <a:extLst>
                <a:ext uri="{FF2B5EF4-FFF2-40B4-BE49-F238E27FC236}">
                  <a16:creationId xmlns:a16="http://schemas.microsoft.com/office/drawing/2014/main" id="{F9A6734B-E5EA-C834-2BDC-5E1427090F63}"/>
                </a:ext>
              </a:extLst>
            </p:cNvPr>
            <p:cNvSpPr/>
            <p:nvPr/>
          </p:nvSpPr>
          <p:spPr>
            <a:xfrm>
              <a:off x="526451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93" name="pg1343">
              <a:extLst>
                <a:ext uri="{FF2B5EF4-FFF2-40B4-BE49-F238E27FC236}">
                  <a16:creationId xmlns:a16="http://schemas.microsoft.com/office/drawing/2014/main" id="{27DB1526-86EE-292E-8E89-53A09880001C}"/>
                </a:ext>
              </a:extLst>
            </p:cNvPr>
            <p:cNvSpPr/>
            <p:nvPr/>
          </p:nvSpPr>
          <p:spPr>
            <a:xfrm>
              <a:off x="527615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94" name="pg1344">
              <a:extLst>
                <a:ext uri="{FF2B5EF4-FFF2-40B4-BE49-F238E27FC236}">
                  <a16:creationId xmlns:a16="http://schemas.microsoft.com/office/drawing/2014/main" id="{11BF7327-2635-56D4-58AE-408C648B882E}"/>
                </a:ext>
              </a:extLst>
            </p:cNvPr>
            <p:cNvSpPr/>
            <p:nvPr/>
          </p:nvSpPr>
          <p:spPr>
            <a:xfrm>
              <a:off x="5287792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95" name="pg1345">
              <a:extLst>
                <a:ext uri="{FF2B5EF4-FFF2-40B4-BE49-F238E27FC236}">
                  <a16:creationId xmlns:a16="http://schemas.microsoft.com/office/drawing/2014/main" id="{726F5A77-2E75-19DB-721B-7C1A3A4C3A4F}"/>
                </a:ext>
              </a:extLst>
            </p:cNvPr>
            <p:cNvSpPr/>
            <p:nvPr/>
          </p:nvSpPr>
          <p:spPr>
            <a:xfrm>
              <a:off x="4996859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96" name="pg1346">
              <a:extLst>
                <a:ext uri="{FF2B5EF4-FFF2-40B4-BE49-F238E27FC236}">
                  <a16:creationId xmlns:a16="http://schemas.microsoft.com/office/drawing/2014/main" id="{0939AEEA-1936-24B2-49D5-352AE9367D4C}"/>
                </a:ext>
              </a:extLst>
            </p:cNvPr>
            <p:cNvSpPr/>
            <p:nvPr/>
          </p:nvSpPr>
          <p:spPr>
            <a:xfrm>
              <a:off x="5008496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97" name="pg1347">
              <a:extLst>
                <a:ext uri="{FF2B5EF4-FFF2-40B4-BE49-F238E27FC236}">
                  <a16:creationId xmlns:a16="http://schemas.microsoft.com/office/drawing/2014/main" id="{0FD70688-422D-E1DF-4D30-804D8CC5A954}"/>
                </a:ext>
              </a:extLst>
            </p:cNvPr>
            <p:cNvSpPr/>
            <p:nvPr/>
          </p:nvSpPr>
          <p:spPr>
            <a:xfrm>
              <a:off x="502013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DC0">
                <a:alpha val="100000"/>
              </a:srgbClr>
            </a:solidFill>
            <a:ln w="5420" cap="flat">
              <a:solidFill>
                <a:srgbClr val="92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98" name="pg1348">
              <a:extLst>
                <a:ext uri="{FF2B5EF4-FFF2-40B4-BE49-F238E27FC236}">
                  <a16:creationId xmlns:a16="http://schemas.microsoft.com/office/drawing/2014/main" id="{EC923D0E-DB95-DB74-0572-01BC65C49B29}"/>
                </a:ext>
              </a:extLst>
            </p:cNvPr>
            <p:cNvSpPr/>
            <p:nvPr/>
          </p:nvSpPr>
          <p:spPr>
            <a:xfrm>
              <a:off x="503177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99" name="pg1349">
              <a:extLst>
                <a:ext uri="{FF2B5EF4-FFF2-40B4-BE49-F238E27FC236}">
                  <a16:creationId xmlns:a16="http://schemas.microsoft.com/office/drawing/2014/main" id="{BF32EE15-0B73-E361-991B-0AB982028275}"/>
                </a:ext>
              </a:extLst>
            </p:cNvPr>
            <p:cNvSpPr/>
            <p:nvPr/>
          </p:nvSpPr>
          <p:spPr>
            <a:xfrm>
              <a:off x="5043408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00" name="pg1350">
              <a:extLst>
                <a:ext uri="{FF2B5EF4-FFF2-40B4-BE49-F238E27FC236}">
                  <a16:creationId xmlns:a16="http://schemas.microsoft.com/office/drawing/2014/main" id="{FBF32383-8832-3FA0-58BF-A51FB6A40914}"/>
                </a:ext>
              </a:extLst>
            </p:cNvPr>
            <p:cNvSpPr/>
            <p:nvPr/>
          </p:nvSpPr>
          <p:spPr>
            <a:xfrm>
              <a:off x="505504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01" name="pg1351">
              <a:extLst>
                <a:ext uri="{FF2B5EF4-FFF2-40B4-BE49-F238E27FC236}">
                  <a16:creationId xmlns:a16="http://schemas.microsoft.com/office/drawing/2014/main" id="{F845FD94-DC97-0432-8A6C-75EDFF3999D8}"/>
                </a:ext>
              </a:extLst>
            </p:cNvPr>
            <p:cNvSpPr/>
            <p:nvPr/>
          </p:nvSpPr>
          <p:spPr>
            <a:xfrm>
              <a:off x="506668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02" name="pg1352">
              <a:extLst>
                <a:ext uri="{FF2B5EF4-FFF2-40B4-BE49-F238E27FC236}">
                  <a16:creationId xmlns:a16="http://schemas.microsoft.com/office/drawing/2014/main" id="{BDEF4FC3-2024-EF2E-2CFE-DEED9091639A}"/>
                </a:ext>
              </a:extLst>
            </p:cNvPr>
            <p:cNvSpPr/>
            <p:nvPr/>
          </p:nvSpPr>
          <p:spPr>
            <a:xfrm>
              <a:off x="5078320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03" name="pg1353">
              <a:extLst>
                <a:ext uri="{FF2B5EF4-FFF2-40B4-BE49-F238E27FC236}">
                  <a16:creationId xmlns:a16="http://schemas.microsoft.com/office/drawing/2014/main" id="{6677F8FD-A362-A99D-84FA-2AE1843B917A}"/>
                </a:ext>
              </a:extLst>
            </p:cNvPr>
            <p:cNvSpPr/>
            <p:nvPr/>
          </p:nvSpPr>
          <p:spPr>
            <a:xfrm>
              <a:off x="508995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04" name="pg1354">
              <a:extLst>
                <a:ext uri="{FF2B5EF4-FFF2-40B4-BE49-F238E27FC236}">
                  <a16:creationId xmlns:a16="http://schemas.microsoft.com/office/drawing/2014/main" id="{2D2ABBB1-8C47-8079-CDD9-D2404003DBFA}"/>
                </a:ext>
              </a:extLst>
            </p:cNvPr>
            <p:cNvSpPr/>
            <p:nvPr/>
          </p:nvSpPr>
          <p:spPr>
            <a:xfrm>
              <a:off x="510159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05" name="pg1355">
              <a:extLst>
                <a:ext uri="{FF2B5EF4-FFF2-40B4-BE49-F238E27FC236}">
                  <a16:creationId xmlns:a16="http://schemas.microsoft.com/office/drawing/2014/main" id="{46E858C1-6094-0A58-62B0-5C84D4043580}"/>
                </a:ext>
              </a:extLst>
            </p:cNvPr>
            <p:cNvSpPr/>
            <p:nvPr/>
          </p:nvSpPr>
          <p:spPr>
            <a:xfrm>
              <a:off x="5113232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06" name="pg1356">
              <a:extLst>
                <a:ext uri="{FF2B5EF4-FFF2-40B4-BE49-F238E27FC236}">
                  <a16:creationId xmlns:a16="http://schemas.microsoft.com/office/drawing/2014/main" id="{75945258-A1A8-16C5-D1B6-110B87D07D80}"/>
                </a:ext>
              </a:extLst>
            </p:cNvPr>
            <p:cNvSpPr/>
            <p:nvPr/>
          </p:nvSpPr>
          <p:spPr>
            <a:xfrm>
              <a:off x="5124869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07" name="pg1357">
              <a:extLst>
                <a:ext uri="{FF2B5EF4-FFF2-40B4-BE49-F238E27FC236}">
                  <a16:creationId xmlns:a16="http://schemas.microsoft.com/office/drawing/2014/main" id="{B110394D-760B-B065-AB00-59185265FDB3}"/>
                </a:ext>
              </a:extLst>
            </p:cNvPr>
            <p:cNvSpPr/>
            <p:nvPr/>
          </p:nvSpPr>
          <p:spPr>
            <a:xfrm>
              <a:off x="513650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08" name="pg1358">
              <a:extLst>
                <a:ext uri="{FF2B5EF4-FFF2-40B4-BE49-F238E27FC236}">
                  <a16:creationId xmlns:a16="http://schemas.microsoft.com/office/drawing/2014/main" id="{497C577B-46FE-AE60-93C0-B034A026E252}"/>
                </a:ext>
              </a:extLst>
            </p:cNvPr>
            <p:cNvSpPr/>
            <p:nvPr/>
          </p:nvSpPr>
          <p:spPr>
            <a:xfrm>
              <a:off x="5148144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09" name="pg1359">
              <a:extLst>
                <a:ext uri="{FF2B5EF4-FFF2-40B4-BE49-F238E27FC236}">
                  <a16:creationId xmlns:a16="http://schemas.microsoft.com/office/drawing/2014/main" id="{3232715C-91A9-B7F1-FFA8-384AE0D443AA}"/>
                </a:ext>
              </a:extLst>
            </p:cNvPr>
            <p:cNvSpPr/>
            <p:nvPr/>
          </p:nvSpPr>
          <p:spPr>
            <a:xfrm>
              <a:off x="515978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10" name="pg1360">
              <a:extLst>
                <a:ext uri="{FF2B5EF4-FFF2-40B4-BE49-F238E27FC236}">
                  <a16:creationId xmlns:a16="http://schemas.microsoft.com/office/drawing/2014/main" id="{2D58B2C1-B837-807E-F701-F657F21449FE}"/>
                </a:ext>
              </a:extLst>
            </p:cNvPr>
            <p:cNvSpPr/>
            <p:nvPr/>
          </p:nvSpPr>
          <p:spPr>
            <a:xfrm>
              <a:off x="520633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11" name="pg1361">
              <a:extLst>
                <a:ext uri="{FF2B5EF4-FFF2-40B4-BE49-F238E27FC236}">
                  <a16:creationId xmlns:a16="http://schemas.microsoft.com/office/drawing/2014/main" id="{88B020A7-0A78-9291-F209-CF0250C612BF}"/>
                </a:ext>
              </a:extLst>
            </p:cNvPr>
            <p:cNvSpPr/>
            <p:nvPr/>
          </p:nvSpPr>
          <p:spPr>
            <a:xfrm>
              <a:off x="5217968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12" name="pg1362">
              <a:extLst>
                <a:ext uri="{FF2B5EF4-FFF2-40B4-BE49-F238E27FC236}">
                  <a16:creationId xmlns:a16="http://schemas.microsoft.com/office/drawing/2014/main" id="{4DBFF638-C2DD-C495-D2FB-DF5EF0DC0553}"/>
                </a:ext>
              </a:extLst>
            </p:cNvPr>
            <p:cNvSpPr/>
            <p:nvPr/>
          </p:nvSpPr>
          <p:spPr>
            <a:xfrm>
              <a:off x="522960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13" name="pg1363">
              <a:extLst>
                <a:ext uri="{FF2B5EF4-FFF2-40B4-BE49-F238E27FC236}">
                  <a16:creationId xmlns:a16="http://schemas.microsoft.com/office/drawing/2014/main" id="{1FEDE2D2-D6A3-ABF7-838D-9D0E6961A95E}"/>
                </a:ext>
              </a:extLst>
            </p:cNvPr>
            <p:cNvSpPr/>
            <p:nvPr/>
          </p:nvSpPr>
          <p:spPr>
            <a:xfrm>
              <a:off x="524124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14" name="pg1364">
              <a:extLst>
                <a:ext uri="{FF2B5EF4-FFF2-40B4-BE49-F238E27FC236}">
                  <a16:creationId xmlns:a16="http://schemas.microsoft.com/office/drawing/2014/main" id="{991007AC-95B0-ED1B-E71B-1FECD60690AA}"/>
                </a:ext>
              </a:extLst>
            </p:cNvPr>
            <p:cNvSpPr/>
            <p:nvPr/>
          </p:nvSpPr>
          <p:spPr>
            <a:xfrm>
              <a:off x="5252880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15" name="pg1365">
              <a:extLst>
                <a:ext uri="{FF2B5EF4-FFF2-40B4-BE49-F238E27FC236}">
                  <a16:creationId xmlns:a16="http://schemas.microsoft.com/office/drawing/2014/main" id="{2428D3D7-238A-6025-1EDA-2F45AAF7D591}"/>
                </a:ext>
              </a:extLst>
            </p:cNvPr>
            <p:cNvSpPr/>
            <p:nvPr/>
          </p:nvSpPr>
          <p:spPr>
            <a:xfrm>
              <a:off x="526451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16" name="pg1366">
              <a:extLst>
                <a:ext uri="{FF2B5EF4-FFF2-40B4-BE49-F238E27FC236}">
                  <a16:creationId xmlns:a16="http://schemas.microsoft.com/office/drawing/2014/main" id="{08FBA1B8-D279-34F0-FAD7-464E00F74257}"/>
                </a:ext>
              </a:extLst>
            </p:cNvPr>
            <p:cNvSpPr/>
            <p:nvPr/>
          </p:nvSpPr>
          <p:spPr>
            <a:xfrm>
              <a:off x="527615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17" name="pg1367">
              <a:extLst>
                <a:ext uri="{FF2B5EF4-FFF2-40B4-BE49-F238E27FC236}">
                  <a16:creationId xmlns:a16="http://schemas.microsoft.com/office/drawing/2014/main" id="{BB669365-CE2E-0B3C-2963-CFCB75BDD60E}"/>
                </a:ext>
              </a:extLst>
            </p:cNvPr>
            <p:cNvSpPr/>
            <p:nvPr/>
          </p:nvSpPr>
          <p:spPr>
            <a:xfrm>
              <a:off x="4996859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18" name="pg1368">
              <a:extLst>
                <a:ext uri="{FF2B5EF4-FFF2-40B4-BE49-F238E27FC236}">
                  <a16:creationId xmlns:a16="http://schemas.microsoft.com/office/drawing/2014/main" id="{706D861C-789D-1845-1BA7-80FB3870F657}"/>
                </a:ext>
              </a:extLst>
            </p:cNvPr>
            <p:cNvSpPr/>
            <p:nvPr/>
          </p:nvSpPr>
          <p:spPr>
            <a:xfrm>
              <a:off x="5008496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19" name="pg1369">
              <a:extLst>
                <a:ext uri="{FF2B5EF4-FFF2-40B4-BE49-F238E27FC236}">
                  <a16:creationId xmlns:a16="http://schemas.microsoft.com/office/drawing/2014/main" id="{4EC38B46-D6F8-7C9C-5679-6328E91CF438}"/>
                </a:ext>
              </a:extLst>
            </p:cNvPr>
            <p:cNvSpPr/>
            <p:nvPr/>
          </p:nvSpPr>
          <p:spPr>
            <a:xfrm>
              <a:off x="502013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20" name="pg1370">
              <a:extLst>
                <a:ext uri="{FF2B5EF4-FFF2-40B4-BE49-F238E27FC236}">
                  <a16:creationId xmlns:a16="http://schemas.microsoft.com/office/drawing/2014/main" id="{E356B081-7CEA-DAEC-5AA7-647F81DD339F}"/>
                </a:ext>
              </a:extLst>
            </p:cNvPr>
            <p:cNvSpPr/>
            <p:nvPr/>
          </p:nvSpPr>
          <p:spPr>
            <a:xfrm>
              <a:off x="503177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21" name="pg1371">
              <a:extLst>
                <a:ext uri="{FF2B5EF4-FFF2-40B4-BE49-F238E27FC236}">
                  <a16:creationId xmlns:a16="http://schemas.microsoft.com/office/drawing/2014/main" id="{FD3C9BD8-69EF-A2D0-D559-C605659FC2EF}"/>
                </a:ext>
              </a:extLst>
            </p:cNvPr>
            <p:cNvSpPr/>
            <p:nvPr/>
          </p:nvSpPr>
          <p:spPr>
            <a:xfrm>
              <a:off x="5043408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22" name="pg1372">
              <a:extLst>
                <a:ext uri="{FF2B5EF4-FFF2-40B4-BE49-F238E27FC236}">
                  <a16:creationId xmlns:a16="http://schemas.microsoft.com/office/drawing/2014/main" id="{CB91EE30-9892-FC96-050B-EEB1C70195A6}"/>
                </a:ext>
              </a:extLst>
            </p:cNvPr>
            <p:cNvSpPr/>
            <p:nvPr/>
          </p:nvSpPr>
          <p:spPr>
            <a:xfrm>
              <a:off x="505504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23" name="pg1373">
              <a:extLst>
                <a:ext uri="{FF2B5EF4-FFF2-40B4-BE49-F238E27FC236}">
                  <a16:creationId xmlns:a16="http://schemas.microsoft.com/office/drawing/2014/main" id="{50F051A4-5582-8F0D-E9B4-D86B890E149A}"/>
                </a:ext>
              </a:extLst>
            </p:cNvPr>
            <p:cNvSpPr/>
            <p:nvPr/>
          </p:nvSpPr>
          <p:spPr>
            <a:xfrm>
              <a:off x="506668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24" name="pg1374">
              <a:extLst>
                <a:ext uri="{FF2B5EF4-FFF2-40B4-BE49-F238E27FC236}">
                  <a16:creationId xmlns:a16="http://schemas.microsoft.com/office/drawing/2014/main" id="{434ED7AD-161A-B72E-135B-73B456FD6EAB}"/>
                </a:ext>
              </a:extLst>
            </p:cNvPr>
            <p:cNvSpPr/>
            <p:nvPr/>
          </p:nvSpPr>
          <p:spPr>
            <a:xfrm>
              <a:off x="5078320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25" name="pg1375">
              <a:extLst>
                <a:ext uri="{FF2B5EF4-FFF2-40B4-BE49-F238E27FC236}">
                  <a16:creationId xmlns:a16="http://schemas.microsoft.com/office/drawing/2014/main" id="{DCA8273D-AB90-0D6C-5B4B-D88101DBE05D}"/>
                </a:ext>
              </a:extLst>
            </p:cNvPr>
            <p:cNvSpPr/>
            <p:nvPr/>
          </p:nvSpPr>
          <p:spPr>
            <a:xfrm>
              <a:off x="508995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26" name="pg1376">
              <a:extLst>
                <a:ext uri="{FF2B5EF4-FFF2-40B4-BE49-F238E27FC236}">
                  <a16:creationId xmlns:a16="http://schemas.microsoft.com/office/drawing/2014/main" id="{48B54B69-7137-4C69-FCD5-DB774771B34D}"/>
                </a:ext>
              </a:extLst>
            </p:cNvPr>
            <p:cNvSpPr/>
            <p:nvPr/>
          </p:nvSpPr>
          <p:spPr>
            <a:xfrm>
              <a:off x="510159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27" name="pg1377">
              <a:extLst>
                <a:ext uri="{FF2B5EF4-FFF2-40B4-BE49-F238E27FC236}">
                  <a16:creationId xmlns:a16="http://schemas.microsoft.com/office/drawing/2014/main" id="{1930722C-85F7-7A3C-9CE0-8E94E0ECD411}"/>
                </a:ext>
              </a:extLst>
            </p:cNvPr>
            <p:cNvSpPr/>
            <p:nvPr/>
          </p:nvSpPr>
          <p:spPr>
            <a:xfrm>
              <a:off x="5113232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28" name="pg1378">
              <a:extLst>
                <a:ext uri="{FF2B5EF4-FFF2-40B4-BE49-F238E27FC236}">
                  <a16:creationId xmlns:a16="http://schemas.microsoft.com/office/drawing/2014/main" id="{3E0A8E1F-6181-802C-1B67-3E9182043C6E}"/>
                </a:ext>
              </a:extLst>
            </p:cNvPr>
            <p:cNvSpPr/>
            <p:nvPr/>
          </p:nvSpPr>
          <p:spPr>
            <a:xfrm>
              <a:off x="5124869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29" name="pg1379">
              <a:extLst>
                <a:ext uri="{FF2B5EF4-FFF2-40B4-BE49-F238E27FC236}">
                  <a16:creationId xmlns:a16="http://schemas.microsoft.com/office/drawing/2014/main" id="{7C4C5D9C-FB9F-D7C7-8109-1A64DEC8C41A}"/>
                </a:ext>
              </a:extLst>
            </p:cNvPr>
            <p:cNvSpPr/>
            <p:nvPr/>
          </p:nvSpPr>
          <p:spPr>
            <a:xfrm>
              <a:off x="513650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30" name="pg1380">
              <a:extLst>
                <a:ext uri="{FF2B5EF4-FFF2-40B4-BE49-F238E27FC236}">
                  <a16:creationId xmlns:a16="http://schemas.microsoft.com/office/drawing/2014/main" id="{E97B2637-B0A2-9870-F67E-4C847CF43753}"/>
                </a:ext>
              </a:extLst>
            </p:cNvPr>
            <p:cNvSpPr/>
            <p:nvPr/>
          </p:nvSpPr>
          <p:spPr>
            <a:xfrm>
              <a:off x="5148144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31" name="pg1381">
              <a:extLst>
                <a:ext uri="{FF2B5EF4-FFF2-40B4-BE49-F238E27FC236}">
                  <a16:creationId xmlns:a16="http://schemas.microsoft.com/office/drawing/2014/main" id="{4A204357-CCF4-F34C-9E8B-BCEA31A0FFD1}"/>
                </a:ext>
              </a:extLst>
            </p:cNvPr>
            <p:cNvSpPr/>
            <p:nvPr/>
          </p:nvSpPr>
          <p:spPr>
            <a:xfrm>
              <a:off x="515978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32" name="pg1382">
              <a:extLst>
                <a:ext uri="{FF2B5EF4-FFF2-40B4-BE49-F238E27FC236}">
                  <a16:creationId xmlns:a16="http://schemas.microsoft.com/office/drawing/2014/main" id="{05D97B41-5558-4971-F5C1-D8B21B18D377}"/>
                </a:ext>
              </a:extLst>
            </p:cNvPr>
            <p:cNvSpPr/>
            <p:nvPr/>
          </p:nvSpPr>
          <p:spPr>
            <a:xfrm>
              <a:off x="520633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33" name="pg1383">
              <a:extLst>
                <a:ext uri="{FF2B5EF4-FFF2-40B4-BE49-F238E27FC236}">
                  <a16:creationId xmlns:a16="http://schemas.microsoft.com/office/drawing/2014/main" id="{BD8BEFBB-D87A-2CC4-69F1-0CE3FBF92407}"/>
                </a:ext>
              </a:extLst>
            </p:cNvPr>
            <p:cNvSpPr/>
            <p:nvPr/>
          </p:nvSpPr>
          <p:spPr>
            <a:xfrm>
              <a:off x="5217968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34" name="pg1384">
              <a:extLst>
                <a:ext uri="{FF2B5EF4-FFF2-40B4-BE49-F238E27FC236}">
                  <a16:creationId xmlns:a16="http://schemas.microsoft.com/office/drawing/2014/main" id="{BA747D59-4760-FF6F-0507-C64B845BD6F0}"/>
                </a:ext>
              </a:extLst>
            </p:cNvPr>
            <p:cNvSpPr/>
            <p:nvPr/>
          </p:nvSpPr>
          <p:spPr>
            <a:xfrm>
              <a:off x="522960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35" name="pg1385">
              <a:extLst>
                <a:ext uri="{FF2B5EF4-FFF2-40B4-BE49-F238E27FC236}">
                  <a16:creationId xmlns:a16="http://schemas.microsoft.com/office/drawing/2014/main" id="{789172F4-B929-425C-A630-972E9D149403}"/>
                </a:ext>
              </a:extLst>
            </p:cNvPr>
            <p:cNvSpPr/>
            <p:nvPr/>
          </p:nvSpPr>
          <p:spPr>
            <a:xfrm>
              <a:off x="524124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36" name="pg1386">
              <a:extLst>
                <a:ext uri="{FF2B5EF4-FFF2-40B4-BE49-F238E27FC236}">
                  <a16:creationId xmlns:a16="http://schemas.microsoft.com/office/drawing/2014/main" id="{2BDB9891-C383-7D8F-0DF3-11E9A480D246}"/>
                </a:ext>
              </a:extLst>
            </p:cNvPr>
            <p:cNvSpPr/>
            <p:nvPr/>
          </p:nvSpPr>
          <p:spPr>
            <a:xfrm>
              <a:off x="5252880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37" name="pg1387">
              <a:extLst>
                <a:ext uri="{FF2B5EF4-FFF2-40B4-BE49-F238E27FC236}">
                  <a16:creationId xmlns:a16="http://schemas.microsoft.com/office/drawing/2014/main" id="{5C11420B-9D7B-BEFA-C37B-770FF552A02A}"/>
                </a:ext>
              </a:extLst>
            </p:cNvPr>
            <p:cNvSpPr/>
            <p:nvPr/>
          </p:nvSpPr>
          <p:spPr>
            <a:xfrm>
              <a:off x="526451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38" name="pg1388">
              <a:extLst>
                <a:ext uri="{FF2B5EF4-FFF2-40B4-BE49-F238E27FC236}">
                  <a16:creationId xmlns:a16="http://schemas.microsoft.com/office/drawing/2014/main" id="{D9767EFD-448C-4DFC-7912-F8B8086DF42D}"/>
                </a:ext>
              </a:extLst>
            </p:cNvPr>
            <p:cNvSpPr/>
            <p:nvPr/>
          </p:nvSpPr>
          <p:spPr>
            <a:xfrm>
              <a:off x="498522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4">
                <a:alpha val="100000"/>
              </a:srgbClr>
            </a:solidFill>
            <a:ln w="5420" cap="flat">
              <a:solidFill>
                <a:srgbClr val="99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39" name="pg1389">
              <a:extLst>
                <a:ext uri="{FF2B5EF4-FFF2-40B4-BE49-F238E27FC236}">
                  <a16:creationId xmlns:a16="http://schemas.microsoft.com/office/drawing/2014/main" id="{AEBD44DF-0197-34F0-C324-E9B1AEEA66D0}"/>
                </a:ext>
              </a:extLst>
            </p:cNvPr>
            <p:cNvSpPr/>
            <p:nvPr/>
          </p:nvSpPr>
          <p:spPr>
            <a:xfrm>
              <a:off x="499685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40" name="pg1390">
              <a:extLst>
                <a:ext uri="{FF2B5EF4-FFF2-40B4-BE49-F238E27FC236}">
                  <a16:creationId xmlns:a16="http://schemas.microsoft.com/office/drawing/2014/main" id="{DB0D9093-AA44-F0F6-1FD3-380732F27CBE}"/>
                </a:ext>
              </a:extLst>
            </p:cNvPr>
            <p:cNvSpPr/>
            <p:nvPr/>
          </p:nvSpPr>
          <p:spPr>
            <a:xfrm>
              <a:off x="5008496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41" name="pg1391">
              <a:extLst>
                <a:ext uri="{FF2B5EF4-FFF2-40B4-BE49-F238E27FC236}">
                  <a16:creationId xmlns:a16="http://schemas.microsoft.com/office/drawing/2014/main" id="{D5472440-EAA5-132E-71CC-F67DD60FE875}"/>
                </a:ext>
              </a:extLst>
            </p:cNvPr>
            <p:cNvSpPr/>
            <p:nvPr/>
          </p:nvSpPr>
          <p:spPr>
            <a:xfrm>
              <a:off x="502013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42" name="pg1392">
              <a:extLst>
                <a:ext uri="{FF2B5EF4-FFF2-40B4-BE49-F238E27FC236}">
                  <a16:creationId xmlns:a16="http://schemas.microsoft.com/office/drawing/2014/main" id="{3094A702-A747-9E63-B7BE-2C951C1AB6E7}"/>
                </a:ext>
              </a:extLst>
            </p:cNvPr>
            <p:cNvSpPr/>
            <p:nvPr/>
          </p:nvSpPr>
          <p:spPr>
            <a:xfrm>
              <a:off x="503177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43" name="pg1393">
              <a:extLst>
                <a:ext uri="{FF2B5EF4-FFF2-40B4-BE49-F238E27FC236}">
                  <a16:creationId xmlns:a16="http://schemas.microsoft.com/office/drawing/2014/main" id="{9A879676-7315-D619-E152-5118DB50C0F8}"/>
                </a:ext>
              </a:extLst>
            </p:cNvPr>
            <p:cNvSpPr/>
            <p:nvPr/>
          </p:nvSpPr>
          <p:spPr>
            <a:xfrm>
              <a:off x="5043408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44" name="pg1394">
              <a:extLst>
                <a:ext uri="{FF2B5EF4-FFF2-40B4-BE49-F238E27FC236}">
                  <a16:creationId xmlns:a16="http://schemas.microsoft.com/office/drawing/2014/main" id="{723D16BE-7711-E1A0-4340-E0F805AC0AD5}"/>
                </a:ext>
              </a:extLst>
            </p:cNvPr>
            <p:cNvSpPr/>
            <p:nvPr/>
          </p:nvSpPr>
          <p:spPr>
            <a:xfrm>
              <a:off x="505504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5CD">
                <a:alpha val="100000"/>
              </a:srgbClr>
            </a:solidFill>
            <a:ln w="5420" cap="flat">
              <a:solidFill>
                <a:srgbClr val="AF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45" name="pg1395">
              <a:extLst>
                <a:ext uri="{FF2B5EF4-FFF2-40B4-BE49-F238E27FC236}">
                  <a16:creationId xmlns:a16="http://schemas.microsoft.com/office/drawing/2014/main" id="{6EB21559-C92B-2C06-6795-CBF97DEB0BD3}"/>
                </a:ext>
              </a:extLst>
            </p:cNvPr>
            <p:cNvSpPr/>
            <p:nvPr/>
          </p:nvSpPr>
          <p:spPr>
            <a:xfrm>
              <a:off x="506668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46" name="pg1396">
              <a:extLst>
                <a:ext uri="{FF2B5EF4-FFF2-40B4-BE49-F238E27FC236}">
                  <a16:creationId xmlns:a16="http://schemas.microsoft.com/office/drawing/2014/main" id="{260FB7E2-768D-9AD4-02DA-D499E2E2CADB}"/>
                </a:ext>
              </a:extLst>
            </p:cNvPr>
            <p:cNvSpPr/>
            <p:nvPr/>
          </p:nvSpPr>
          <p:spPr>
            <a:xfrm>
              <a:off x="5078320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47" name="pg1397">
              <a:extLst>
                <a:ext uri="{FF2B5EF4-FFF2-40B4-BE49-F238E27FC236}">
                  <a16:creationId xmlns:a16="http://schemas.microsoft.com/office/drawing/2014/main" id="{BAC5D0E9-D9D2-5936-032E-0D186F22C940}"/>
                </a:ext>
              </a:extLst>
            </p:cNvPr>
            <p:cNvSpPr/>
            <p:nvPr/>
          </p:nvSpPr>
          <p:spPr>
            <a:xfrm>
              <a:off x="508995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48" name="pg1398">
              <a:extLst>
                <a:ext uri="{FF2B5EF4-FFF2-40B4-BE49-F238E27FC236}">
                  <a16:creationId xmlns:a16="http://schemas.microsoft.com/office/drawing/2014/main" id="{EC46DD87-01B3-CF99-A726-F9EE07A608D2}"/>
                </a:ext>
              </a:extLst>
            </p:cNvPr>
            <p:cNvSpPr/>
            <p:nvPr/>
          </p:nvSpPr>
          <p:spPr>
            <a:xfrm>
              <a:off x="510159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49" name="pg1399">
              <a:extLst>
                <a:ext uri="{FF2B5EF4-FFF2-40B4-BE49-F238E27FC236}">
                  <a16:creationId xmlns:a16="http://schemas.microsoft.com/office/drawing/2014/main" id="{32C4CCA1-6B5D-2C7C-AD98-E5AF56048008}"/>
                </a:ext>
              </a:extLst>
            </p:cNvPr>
            <p:cNvSpPr/>
            <p:nvPr/>
          </p:nvSpPr>
          <p:spPr>
            <a:xfrm>
              <a:off x="5113232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50" name="pg1400">
              <a:extLst>
                <a:ext uri="{FF2B5EF4-FFF2-40B4-BE49-F238E27FC236}">
                  <a16:creationId xmlns:a16="http://schemas.microsoft.com/office/drawing/2014/main" id="{01FDE431-ADD7-1280-2D2B-A6E002E7AD1B}"/>
                </a:ext>
              </a:extLst>
            </p:cNvPr>
            <p:cNvSpPr/>
            <p:nvPr/>
          </p:nvSpPr>
          <p:spPr>
            <a:xfrm>
              <a:off x="512486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51" name="pg1401">
              <a:extLst>
                <a:ext uri="{FF2B5EF4-FFF2-40B4-BE49-F238E27FC236}">
                  <a16:creationId xmlns:a16="http://schemas.microsoft.com/office/drawing/2014/main" id="{673653F6-5304-3D80-81E8-B19050739B75}"/>
                </a:ext>
              </a:extLst>
            </p:cNvPr>
            <p:cNvSpPr/>
            <p:nvPr/>
          </p:nvSpPr>
          <p:spPr>
            <a:xfrm>
              <a:off x="513650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52" name="pg1402">
              <a:extLst>
                <a:ext uri="{FF2B5EF4-FFF2-40B4-BE49-F238E27FC236}">
                  <a16:creationId xmlns:a16="http://schemas.microsoft.com/office/drawing/2014/main" id="{A36670CF-D1EC-F88F-017B-105C1ED3169A}"/>
                </a:ext>
              </a:extLst>
            </p:cNvPr>
            <p:cNvSpPr/>
            <p:nvPr/>
          </p:nvSpPr>
          <p:spPr>
            <a:xfrm>
              <a:off x="5148144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53" name="pg1403">
              <a:extLst>
                <a:ext uri="{FF2B5EF4-FFF2-40B4-BE49-F238E27FC236}">
                  <a16:creationId xmlns:a16="http://schemas.microsoft.com/office/drawing/2014/main" id="{73333537-3211-1EB1-9A06-5FC70FE4D788}"/>
                </a:ext>
              </a:extLst>
            </p:cNvPr>
            <p:cNvSpPr/>
            <p:nvPr/>
          </p:nvSpPr>
          <p:spPr>
            <a:xfrm>
              <a:off x="515978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54" name="pg1404">
              <a:extLst>
                <a:ext uri="{FF2B5EF4-FFF2-40B4-BE49-F238E27FC236}">
                  <a16:creationId xmlns:a16="http://schemas.microsoft.com/office/drawing/2014/main" id="{B70C47C5-606A-816B-8F16-369CBE9A7B9E}"/>
                </a:ext>
              </a:extLst>
            </p:cNvPr>
            <p:cNvSpPr/>
            <p:nvPr/>
          </p:nvSpPr>
          <p:spPr>
            <a:xfrm>
              <a:off x="517141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55" name="pg1405">
              <a:extLst>
                <a:ext uri="{FF2B5EF4-FFF2-40B4-BE49-F238E27FC236}">
                  <a16:creationId xmlns:a16="http://schemas.microsoft.com/office/drawing/2014/main" id="{57775880-3978-E1CA-232B-477AA096D066}"/>
                </a:ext>
              </a:extLst>
            </p:cNvPr>
            <p:cNvSpPr/>
            <p:nvPr/>
          </p:nvSpPr>
          <p:spPr>
            <a:xfrm>
              <a:off x="520633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56" name="pg1406">
              <a:extLst>
                <a:ext uri="{FF2B5EF4-FFF2-40B4-BE49-F238E27FC236}">
                  <a16:creationId xmlns:a16="http://schemas.microsoft.com/office/drawing/2014/main" id="{8777ABA8-4F03-24CD-0FB0-7EDF014FF039}"/>
                </a:ext>
              </a:extLst>
            </p:cNvPr>
            <p:cNvSpPr/>
            <p:nvPr/>
          </p:nvSpPr>
          <p:spPr>
            <a:xfrm>
              <a:off x="5217968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57" name="pg1407">
              <a:extLst>
                <a:ext uri="{FF2B5EF4-FFF2-40B4-BE49-F238E27FC236}">
                  <a16:creationId xmlns:a16="http://schemas.microsoft.com/office/drawing/2014/main" id="{411AB64B-21ED-8D39-33B4-52471EE80194}"/>
                </a:ext>
              </a:extLst>
            </p:cNvPr>
            <p:cNvSpPr/>
            <p:nvPr/>
          </p:nvSpPr>
          <p:spPr>
            <a:xfrm>
              <a:off x="522960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58" name="pg1408">
              <a:extLst>
                <a:ext uri="{FF2B5EF4-FFF2-40B4-BE49-F238E27FC236}">
                  <a16:creationId xmlns:a16="http://schemas.microsoft.com/office/drawing/2014/main" id="{81859BF0-93B8-04B6-F5C9-FFCFBF14DDC6}"/>
                </a:ext>
              </a:extLst>
            </p:cNvPr>
            <p:cNvSpPr/>
            <p:nvPr/>
          </p:nvSpPr>
          <p:spPr>
            <a:xfrm>
              <a:off x="524124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59" name="pg1409">
              <a:extLst>
                <a:ext uri="{FF2B5EF4-FFF2-40B4-BE49-F238E27FC236}">
                  <a16:creationId xmlns:a16="http://schemas.microsoft.com/office/drawing/2014/main" id="{5AC95249-C83B-8A6B-B084-DBBF78DA15E6}"/>
                </a:ext>
              </a:extLst>
            </p:cNvPr>
            <p:cNvSpPr/>
            <p:nvPr/>
          </p:nvSpPr>
          <p:spPr>
            <a:xfrm>
              <a:off x="5252880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60" name="pg1410">
              <a:extLst>
                <a:ext uri="{FF2B5EF4-FFF2-40B4-BE49-F238E27FC236}">
                  <a16:creationId xmlns:a16="http://schemas.microsoft.com/office/drawing/2014/main" id="{4F6653C3-8E5E-FA4D-1475-A88C4129F3CE}"/>
                </a:ext>
              </a:extLst>
            </p:cNvPr>
            <p:cNvSpPr/>
            <p:nvPr/>
          </p:nvSpPr>
          <p:spPr>
            <a:xfrm>
              <a:off x="526451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61" name="pg1411">
              <a:extLst>
                <a:ext uri="{FF2B5EF4-FFF2-40B4-BE49-F238E27FC236}">
                  <a16:creationId xmlns:a16="http://schemas.microsoft.com/office/drawing/2014/main" id="{5FC103F5-3A41-5B58-6ADA-05A3A577BC33}"/>
                </a:ext>
              </a:extLst>
            </p:cNvPr>
            <p:cNvSpPr/>
            <p:nvPr/>
          </p:nvSpPr>
          <p:spPr>
            <a:xfrm>
              <a:off x="498522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62" name="pg1412">
              <a:extLst>
                <a:ext uri="{FF2B5EF4-FFF2-40B4-BE49-F238E27FC236}">
                  <a16:creationId xmlns:a16="http://schemas.microsoft.com/office/drawing/2014/main" id="{34090F25-2383-5827-4B87-744A37C3564F}"/>
                </a:ext>
              </a:extLst>
            </p:cNvPr>
            <p:cNvSpPr/>
            <p:nvPr/>
          </p:nvSpPr>
          <p:spPr>
            <a:xfrm>
              <a:off x="499685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63" name="pg1413">
              <a:extLst>
                <a:ext uri="{FF2B5EF4-FFF2-40B4-BE49-F238E27FC236}">
                  <a16:creationId xmlns:a16="http://schemas.microsoft.com/office/drawing/2014/main" id="{EC1FBCB6-44D7-C201-CBF0-8AFA8E4D7A38}"/>
                </a:ext>
              </a:extLst>
            </p:cNvPr>
            <p:cNvSpPr/>
            <p:nvPr/>
          </p:nvSpPr>
          <p:spPr>
            <a:xfrm>
              <a:off x="5008496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64" name="pg1414">
              <a:extLst>
                <a:ext uri="{FF2B5EF4-FFF2-40B4-BE49-F238E27FC236}">
                  <a16:creationId xmlns:a16="http://schemas.microsoft.com/office/drawing/2014/main" id="{2B0895A8-28D6-DF01-7005-670A11A3C348}"/>
                </a:ext>
              </a:extLst>
            </p:cNvPr>
            <p:cNvSpPr/>
            <p:nvPr/>
          </p:nvSpPr>
          <p:spPr>
            <a:xfrm>
              <a:off x="502013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65" name="pg1415">
              <a:extLst>
                <a:ext uri="{FF2B5EF4-FFF2-40B4-BE49-F238E27FC236}">
                  <a16:creationId xmlns:a16="http://schemas.microsoft.com/office/drawing/2014/main" id="{A41673AA-1235-E97E-C141-F8F47BFDF8F1}"/>
                </a:ext>
              </a:extLst>
            </p:cNvPr>
            <p:cNvSpPr/>
            <p:nvPr/>
          </p:nvSpPr>
          <p:spPr>
            <a:xfrm>
              <a:off x="503177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6EDD9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66" name="pg1416">
              <a:extLst>
                <a:ext uri="{FF2B5EF4-FFF2-40B4-BE49-F238E27FC236}">
                  <a16:creationId xmlns:a16="http://schemas.microsoft.com/office/drawing/2014/main" id="{CCBEB9A4-C953-F3D2-11DE-336CA376C4FF}"/>
                </a:ext>
              </a:extLst>
            </p:cNvPr>
            <p:cNvSpPr/>
            <p:nvPr/>
          </p:nvSpPr>
          <p:spPr>
            <a:xfrm>
              <a:off x="5043408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8EEDA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67" name="pg1417">
              <a:extLst>
                <a:ext uri="{FF2B5EF4-FFF2-40B4-BE49-F238E27FC236}">
                  <a16:creationId xmlns:a16="http://schemas.microsoft.com/office/drawing/2014/main" id="{B4DCF53C-EB93-CE2C-E1FA-368872D247C5}"/>
                </a:ext>
              </a:extLst>
            </p:cNvPr>
            <p:cNvSpPr/>
            <p:nvPr/>
          </p:nvSpPr>
          <p:spPr>
            <a:xfrm>
              <a:off x="505504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C4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68" name="pg1418">
              <a:extLst>
                <a:ext uri="{FF2B5EF4-FFF2-40B4-BE49-F238E27FC236}">
                  <a16:creationId xmlns:a16="http://schemas.microsoft.com/office/drawing/2014/main" id="{C69D57F9-AFC0-8827-2A60-CD2073489DDA}"/>
                </a:ext>
              </a:extLst>
            </p:cNvPr>
            <p:cNvSpPr/>
            <p:nvPr/>
          </p:nvSpPr>
          <p:spPr>
            <a:xfrm>
              <a:off x="506668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69" name="pg1419">
              <a:extLst>
                <a:ext uri="{FF2B5EF4-FFF2-40B4-BE49-F238E27FC236}">
                  <a16:creationId xmlns:a16="http://schemas.microsoft.com/office/drawing/2014/main" id="{44297002-F1BD-3369-6E45-F9D1586D5B50}"/>
                </a:ext>
              </a:extLst>
            </p:cNvPr>
            <p:cNvSpPr/>
            <p:nvPr/>
          </p:nvSpPr>
          <p:spPr>
            <a:xfrm>
              <a:off x="5078320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70" name="pg1420">
              <a:extLst>
                <a:ext uri="{FF2B5EF4-FFF2-40B4-BE49-F238E27FC236}">
                  <a16:creationId xmlns:a16="http://schemas.microsoft.com/office/drawing/2014/main" id="{3C0BF40E-6700-E31F-10E7-70A3DA2F06CC}"/>
                </a:ext>
              </a:extLst>
            </p:cNvPr>
            <p:cNvSpPr/>
            <p:nvPr/>
          </p:nvSpPr>
          <p:spPr>
            <a:xfrm>
              <a:off x="508995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71" name="pg1421">
              <a:extLst>
                <a:ext uri="{FF2B5EF4-FFF2-40B4-BE49-F238E27FC236}">
                  <a16:creationId xmlns:a16="http://schemas.microsoft.com/office/drawing/2014/main" id="{E69EA1C5-98EA-4E83-048E-06A0831F2DF0}"/>
                </a:ext>
              </a:extLst>
            </p:cNvPr>
            <p:cNvSpPr/>
            <p:nvPr/>
          </p:nvSpPr>
          <p:spPr>
            <a:xfrm>
              <a:off x="510159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72" name="pg1422">
              <a:extLst>
                <a:ext uri="{FF2B5EF4-FFF2-40B4-BE49-F238E27FC236}">
                  <a16:creationId xmlns:a16="http://schemas.microsoft.com/office/drawing/2014/main" id="{FB740DB5-E782-1B8F-8A81-3C68BCDC8DB1}"/>
                </a:ext>
              </a:extLst>
            </p:cNvPr>
            <p:cNvSpPr/>
            <p:nvPr/>
          </p:nvSpPr>
          <p:spPr>
            <a:xfrm>
              <a:off x="5113232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73" name="pg1423">
              <a:extLst>
                <a:ext uri="{FF2B5EF4-FFF2-40B4-BE49-F238E27FC236}">
                  <a16:creationId xmlns:a16="http://schemas.microsoft.com/office/drawing/2014/main" id="{49378920-70D6-8A8B-3D3F-B9E8C57415DD}"/>
                </a:ext>
              </a:extLst>
            </p:cNvPr>
            <p:cNvSpPr/>
            <p:nvPr/>
          </p:nvSpPr>
          <p:spPr>
            <a:xfrm>
              <a:off x="512486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74" name="pg1424">
              <a:extLst>
                <a:ext uri="{FF2B5EF4-FFF2-40B4-BE49-F238E27FC236}">
                  <a16:creationId xmlns:a16="http://schemas.microsoft.com/office/drawing/2014/main" id="{7CC6BE5F-C946-B45C-25B7-DDD65F12FD4A}"/>
                </a:ext>
              </a:extLst>
            </p:cNvPr>
            <p:cNvSpPr/>
            <p:nvPr/>
          </p:nvSpPr>
          <p:spPr>
            <a:xfrm>
              <a:off x="513650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75" name="pg1425">
              <a:extLst>
                <a:ext uri="{FF2B5EF4-FFF2-40B4-BE49-F238E27FC236}">
                  <a16:creationId xmlns:a16="http://schemas.microsoft.com/office/drawing/2014/main" id="{1B9A4586-E6F9-3007-B00F-4191E8D2EC85}"/>
                </a:ext>
              </a:extLst>
            </p:cNvPr>
            <p:cNvSpPr/>
            <p:nvPr/>
          </p:nvSpPr>
          <p:spPr>
            <a:xfrm>
              <a:off x="5148144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76" name="pg1426">
              <a:extLst>
                <a:ext uri="{FF2B5EF4-FFF2-40B4-BE49-F238E27FC236}">
                  <a16:creationId xmlns:a16="http://schemas.microsoft.com/office/drawing/2014/main" id="{6BC789A6-4179-D675-F5D5-AF52B8DCA141}"/>
                </a:ext>
              </a:extLst>
            </p:cNvPr>
            <p:cNvSpPr/>
            <p:nvPr/>
          </p:nvSpPr>
          <p:spPr>
            <a:xfrm>
              <a:off x="515978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77" name="pg1427">
              <a:extLst>
                <a:ext uri="{FF2B5EF4-FFF2-40B4-BE49-F238E27FC236}">
                  <a16:creationId xmlns:a16="http://schemas.microsoft.com/office/drawing/2014/main" id="{19942AA4-CC58-8354-C538-39F2B904B4CC}"/>
                </a:ext>
              </a:extLst>
            </p:cNvPr>
            <p:cNvSpPr/>
            <p:nvPr/>
          </p:nvSpPr>
          <p:spPr>
            <a:xfrm>
              <a:off x="517141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78" name="pg1428">
              <a:extLst>
                <a:ext uri="{FF2B5EF4-FFF2-40B4-BE49-F238E27FC236}">
                  <a16:creationId xmlns:a16="http://schemas.microsoft.com/office/drawing/2014/main" id="{1E4E8E1B-982F-FD3E-A556-0B235EE76FD2}"/>
                </a:ext>
              </a:extLst>
            </p:cNvPr>
            <p:cNvSpPr/>
            <p:nvPr/>
          </p:nvSpPr>
          <p:spPr>
            <a:xfrm>
              <a:off x="5183056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79" name="pg1429">
              <a:extLst>
                <a:ext uri="{FF2B5EF4-FFF2-40B4-BE49-F238E27FC236}">
                  <a16:creationId xmlns:a16="http://schemas.microsoft.com/office/drawing/2014/main" id="{122F2776-5A85-2767-BCF9-5A63DCD5FC53}"/>
                </a:ext>
              </a:extLst>
            </p:cNvPr>
            <p:cNvSpPr/>
            <p:nvPr/>
          </p:nvSpPr>
          <p:spPr>
            <a:xfrm>
              <a:off x="5217968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80" name="pg1430">
              <a:extLst>
                <a:ext uri="{FF2B5EF4-FFF2-40B4-BE49-F238E27FC236}">
                  <a16:creationId xmlns:a16="http://schemas.microsoft.com/office/drawing/2014/main" id="{A3BD23AD-6D63-A541-4009-239951A7B78F}"/>
                </a:ext>
              </a:extLst>
            </p:cNvPr>
            <p:cNvSpPr/>
            <p:nvPr/>
          </p:nvSpPr>
          <p:spPr>
            <a:xfrm>
              <a:off x="522960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81" name="pg1431">
              <a:extLst>
                <a:ext uri="{FF2B5EF4-FFF2-40B4-BE49-F238E27FC236}">
                  <a16:creationId xmlns:a16="http://schemas.microsoft.com/office/drawing/2014/main" id="{D825087A-5F33-02BF-92F6-20CB14BB96D1}"/>
                </a:ext>
              </a:extLst>
            </p:cNvPr>
            <p:cNvSpPr/>
            <p:nvPr/>
          </p:nvSpPr>
          <p:spPr>
            <a:xfrm>
              <a:off x="524124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82" name="pg1432">
              <a:extLst>
                <a:ext uri="{FF2B5EF4-FFF2-40B4-BE49-F238E27FC236}">
                  <a16:creationId xmlns:a16="http://schemas.microsoft.com/office/drawing/2014/main" id="{2202D10E-3B27-BE6C-01E5-178721F1D8DF}"/>
                </a:ext>
              </a:extLst>
            </p:cNvPr>
            <p:cNvSpPr/>
            <p:nvPr/>
          </p:nvSpPr>
          <p:spPr>
            <a:xfrm>
              <a:off x="5252880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83" name="pg1433">
              <a:extLst>
                <a:ext uri="{FF2B5EF4-FFF2-40B4-BE49-F238E27FC236}">
                  <a16:creationId xmlns:a16="http://schemas.microsoft.com/office/drawing/2014/main" id="{1C387363-95FA-FB10-5081-31904894E230}"/>
                </a:ext>
              </a:extLst>
            </p:cNvPr>
            <p:cNvSpPr/>
            <p:nvPr/>
          </p:nvSpPr>
          <p:spPr>
            <a:xfrm>
              <a:off x="526451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84" name="pg1434">
              <a:extLst>
                <a:ext uri="{FF2B5EF4-FFF2-40B4-BE49-F238E27FC236}">
                  <a16:creationId xmlns:a16="http://schemas.microsoft.com/office/drawing/2014/main" id="{0B260BDA-DB17-0A07-B297-676D63F55751}"/>
                </a:ext>
              </a:extLst>
            </p:cNvPr>
            <p:cNvSpPr/>
            <p:nvPr/>
          </p:nvSpPr>
          <p:spPr>
            <a:xfrm>
              <a:off x="498522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85" name="pg1435">
              <a:extLst>
                <a:ext uri="{FF2B5EF4-FFF2-40B4-BE49-F238E27FC236}">
                  <a16:creationId xmlns:a16="http://schemas.microsoft.com/office/drawing/2014/main" id="{3E4DED02-6774-DCA7-DBCF-5D361516CB0F}"/>
                </a:ext>
              </a:extLst>
            </p:cNvPr>
            <p:cNvSpPr/>
            <p:nvPr/>
          </p:nvSpPr>
          <p:spPr>
            <a:xfrm>
              <a:off x="499685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86" name="pg1436">
              <a:extLst>
                <a:ext uri="{FF2B5EF4-FFF2-40B4-BE49-F238E27FC236}">
                  <a16:creationId xmlns:a16="http://schemas.microsoft.com/office/drawing/2014/main" id="{364B030F-B9B1-9CD1-5BF3-EC6C81AC6764}"/>
                </a:ext>
              </a:extLst>
            </p:cNvPr>
            <p:cNvSpPr/>
            <p:nvPr/>
          </p:nvSpPr>
          <p:spPr>
            <a:xfrm>
              <a:off x="5008496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87" name="pg1437">
              <a:extLst>
                <a:ext uri="{FF2B5EF4-FFF2-40B4-BE49-F238E27FC236}">
                  <a16:creationId xmlns:a16="http://schemas.microsoft.com/office/drawing/2014/main" id="{43B3BDFE-958B-B9AC-9FA5-DD03A44A4364}"/>
                </a:ext>
              </a:extLst>
            </p:cNvPr>
            <p:cNvSpPr/>
            <p:nvPr/>
          </p:nvSpPr>
          <p:spPr>
            <a:xfrm>
              <a:off x="502013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88" name="pg1438">
              <a:extLst>
                <a:ext uri="{FF2B5EF4-FFF2-40B4-BE49-F238E27FC236}">
                  <a16:creationId xmlns:a16="http://schemas.microsoft.com/office/drawing/2014/main" id="{2C0D9A4C-B3C6-C0EB-A6BD-7DD0333C8DF8}"/>
                </a:ext>
              </a:extLst>
            </p:cNvPr>
            <p:cNvSpPr/>
            <p:nvPr/>
          </p:nvSpPr>
          <p:spPr>
            <a:xfrm>
              <a:off x="503177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7EDD9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89" name="pg1439">
              <a:extLst>
                <a:ext uri="{FF2B5EF4-FFF2-40B4-BE49-F238E27FC236}">
                  <a16:creationId xmlns:a16="http://schemas.microsoft.com/office/drawing/2014/main" id="{A238FD76-15BE-3992-EE48-8FDFAD071194}"/>
                </a:ext>
              </a:extLst>
            </p:cNvPr>
            <p:cNvSpPr/>
            <p:nvPr/>
          </p:nvSpPr>
          <p:spPr>
            <a:xfrm>
              <a:off x="5043408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9EEDA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90" name="pg1440">
              <a:extLst>
                <a:ext uri="{FF2B5EF4-FFF2-40B4-BE49-F238E27FC236}">
                  <a16:creationId xmlns:a16="http://schemas.microsoft.com/office/drawing/2014/main" id="{7C8BBF8D-EE7C-66FB-0C8F-76D5ACF7A77F}"/>
                </a:ext>
              </a:extLst>
            </p:cNvPr>
            <p:cNvSpPr/>
            <p:nvPr/>
          </p:nvSpPr>
          <p:spPr>
            <a:xfrm>
              <a:off x="505504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5EDD8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91" name="pg1441">
              <a:extLst>
                <a:ext uri="{FF2B5EF4-FFF2-40B4-BE49-F238E27FC236}">
                  <a16:creationId xmlns:a16="http://schemas.microsoft.com/office/drawing/2014/main" id="{5A5EF754-D623-805A-9093-8B0B14EC1C76}"/>
                </a:ext>
              </a:extLst>
            </p:cNvPr>
            <p:cNvSpPr/>
            <p:nvPr/>
          </p:nvSpPr>
          <p:spPr>
            <a:xfrm>
              <a:off x="506668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92" name="pg1442">
              <a:extLst>
                <a:ext uri="{FF2B5EF4-FFF2-40B4-BE49-F238E27FC236}">
                  <a16:creationId xmlns:a16="http://schemas.microsoft.com/office/drawing/2014/main" id="{45B334B9-F2D0-620F-805C-80954299D930}"/>
                </a:ext>
              </a:extLst>
            </p:cNvPr>
            <p:cNvSpPr/>
            <p:nvPr/>
          </p:nvSpPr>
          <p:spPr>
            <a:xfrm>
              <a:off x="5078320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93" name="pg1443">
              <a:extLst>
                <a:ext uri="{FF2B5EF4-FFF2-40B4-BE49-F238E27FC236}">
                  <a16:creationId xmlns:a16="http://schemas.microsoft.com/office/drawing/2014/main" id="{D9801330-6149-D80F-1472-CCEDAE901B87}"/>
                </a:ext>
              </a:extLst>
            </p:cNvPr>
            <p:cNvSpPr/>
            <p:nvPr/>
          </p:nvSpPr>
          <p:spPr>
            <a:xfrm>
              <a:off x="508995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94" name="pg1444">
              <a:extLst>
                <a:ext uri="{FF2B5EF4-FFF2-40B4-BE49-F238E27FC236}">
                  <a16:creationId xmlns:a16="http://schemas.microsoft.com/office/drawing/2014/main" id="{7DAEC494-3B8A-1A7B-98BF-BE99CEA2B8DE}"/>
                </a:ext>
              </a:extLst>
            </p:cNvPr>
            <p:cNvSpPr/>
            <p:nvPr/>
          </p:nvSpPr>
          <p:spPr>
            <a:xfrm>
              <a:off x="510159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95" name="pg1445">
              <a:extLst>
                <a:ext uri="{FF2B5EF4-FFF2-40B4-BE49-F238E27FC236}">
                  <a16:creationId xmlns:a16="http://schemas.microsoft.com/office/drawing/2014/main" id="{5BE402EF-CEFF-6184-92A4-35405E5153F0}"/>
                </a:ext>
              </a:extLst>
            </p:cNvPr>
            <p:cNvSpPr/>
            <p:nvPr/>
          </p:nvSpPr>
          <p:spPr>
            <a:xfrm>
              <a:off x="5113232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96" name="pg1446">
              <a:extLst>
                <a:ext uri="{FF2B5EF4-FFF2-40B4-BE49-F238E27FC236}">
                  <a16:creationId xmlns:a16="http://schemas.microsoft.com/office/drawing/2014/main" id="{A9854039-3947-1269-55E0-ABAB869086B1}"/>
                </a:ext>
              </a:extLst>
            </p:cNvPr>
            <p:cNvSpPr/>
            <p:nvPr/>
          </p:nvSpPr>
          <p:spPr>
            <a:xfrm>
              <a:off x="512486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97" name="pg1447">
              <a:extLst>
                <a:ext uri="{FF2B5EF4-FFF2-40B4-BE49-F238E27FC236}">
                  <a16:creationId xmlns:a16="http://schemas.microsoft.com/office/drawing/2014/main" id="{8E0C1795-3BA3-1087-AA37-B12A523543D0}"/>
                </a:ext>
              </a:extLst>
            </p:cNvPr>
            <p:cNvSpPr/>
            <p:nvPr/>
          </p:nvSpPr>
          <p:spPr>
            <a:xfrm>
              <a:off x="513650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98" name="pg1448">
              <a:extLst>
                <a:ext uri="{FF2B5EF4-FFF2-40B4-BE49-F238E27FC236}">
                  <a16:creationId xmlns:a16="http://schemas.microsoft.com/office/drawing/2014/main" id="{51CF0FE5-C817-B890-FBA7-63A694F79E49}"/>
                </a:ext>
              </a:extLst>
            </p:cNvPr>
            <p:cNvSpPr/>
            <p:nvPr/>
          </p:nvSpPr>
          <p:spPr>
            <a:xfrm>
              <a:off x="5148144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99" name="pg1449">
              <a:extLst>
                <a:ext uri="{FF2B5EF4-FFF2-40B4-BE49-F238E27FC236}">
                  <a16:creationId xmlns:a16="http://schemas.microsoft.com/office/drawing/2014/main" id="{EA3F64FC-8D4A-D117-48B6-07AC430ED3ED}"/>
                </a:ext>
              </a:extLst>
            </p:cNvPr>
            <p:cNvSpPr/>
            <p:nvPr/>
          </p:nvSpPr>
          <p:spPr>
            <a:xfrm>
              <a:off x="515978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00" name="pg1450">
              <a:extLst>
                <a:ext uri="{FF2B5EF4-FFF2-40B4-BE49-F238E27FC236}">
                  <a16:creationId xmlns:a16="http://schemas.microsoft.com/office/drawing/2014/main" id="{092DD649-79D9-0551-F099-93FD4AF13D2A}"/>
                </a:ext>
              </a:extLst>
            </p:cNvPr>
            <p:cNvSpPr/>
            <p:nvPr/>
          </p:nvSpPr>
          <p:spPr>
            <a:xfrm>
              <a:off x="517141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01" name="pg1451">
              <a:extLst>
                <a:ext uri="{FF2B5EF4-FFF2-40B4-BE49-F238E27FC236}">
                  <a16:creationId xmlns:a16="http://schemas.microsoft.com/office/drawing/2014/main" id="{9610731D-8732-5591-1F66-F76E88C5FAC2}"/>
                </a:ext>
              </a:extLst>
            </p:cNvPr>
            <p:cNvSpPr/>
            <p:nvPr/>
          </p:nvSpPr>
          <p:spPr>
            <a:xfrm>
              <a:off x="5183056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02" name="pg1452">
              <a:extLst>
                <a:ext uri="{FF2B5EF4-FFF2-40B4-BE49-F238E27FC236}">
                  <a16:creationId xmlns:a16="http://schemas.microsoft.com/office/drawing/2014/main" id="{10AEE5BB-E66B-E55A-8EBF-352544CBD2C9}"/>
                </a:ext>
              </a:extLst>
            </p:cNvPr>
            <p:cNvSpPr/>
            <p:nvPr/>
          </p:nvSpPr>
          <p:spPr>
            <a:xfrm>
              <a:off x="520633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03" name="pg1453">
              <a:extLst>
                <a:ext uri="{FF2B5EF4-FFF2-40B4-BE49-F238E27FC236}">
                  <a16:creationId xmlns:a16="http://schemas.microsoft.com/office/drawing/2014/main" id="{566CB02B-0336-423C-D46D-7F8EDD8CE922}"/>
                </a:ext>
              </a:extLst>
            </p:cNvPr>
            <p:cNvSpPr/>
            <p:nvPr/>
          </p:nvSpPr>
          <p:spPr>
            <a:xfrm>
              <a:off x="5217968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04" name="pg1454">
              <a:extLst>
                <a:ext uri="{FF2B5EF4-FFF2-40B4-BE49-F238E27FC236}">
                  <a16:creationId xmlns:a16="http://schemas.microsoft.com/office/drawing/2014/main" id="{AFFD2EFD-9841-8DE3-988D-76A6C86D3152}"/>
                </a:ext>
              </a:extLst>
            </p:cNvPr>
            <p:cNvSpPr/>
            <p:nvPr/>
          </p:nvSpPr>
          <p:spPr>
            <a:xfrm>
              <a:off x="522960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05" name="pg1455">
              <a:extLst>
                <a:ext uri="{FF2B5EF4-FFF2-40B4-BE49-F238E27FC236}">
                  <a16:creationId xmlns:a16="http://schemas.microsoft.com/office/drawing/2014/main" id="{1D93C982-BC32-808E-2143-743F381484F5}"/>
                </a:ext>
              </a:extLst>
            </p:cNvPr>
            <p:cNvSpPr/>
            <p:nvPr/>
          </p:nvSpPr>
          <p:spPr>
            <a:xfrm>
              <a:off x="524124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06" name="pg1456">
              <a:extLst>
                <a:ext uri="{FF2B5EF4-FFF2-40B4-BE49-F238E27FC236}">
                  <a16:creationId xmlns:a16="http://schemas.microsoft.com/office/drawing/2014/main" id="{94F98F82-4D51-BA0C-EA3B-332560398A81}"/>
                </a:ext>
              </a:extLst>
            </p:cNvPr>
            <p:cNvSpPr/>
            <p:nvPr/>
          </p:nvSpPr>
          <p:spPr>
            <a:xfrm>
              <a:off x="5252880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07" name="pg1457">
              <a:extLst>
                <a:ext uri="{FF2B5EF4-FFF2-40B4-BE49-F238E27FC236}">
                  <a16:creationId xmlns:a16="http://schemas.microsoft.com/office/drawing/2014/main" id="{3F083F9D-65A0-96FE-948D-C3A207510310}"/>
                </a:ext>
              </a:extLst>
            </p:cNvPr>
            <p:cNvSpPr/>
            <p:nvPr/>
          </p:nvSpPr>
          <p:spPr>
            <a:xfrm>
              <a:off x="526451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08" name="pg1458">
              <a:extLst>
                <a:ext uri="{FF2B5EF4-FFF2-40B4-BE49-F238E27FC236}">
                  <a16:creationId xmlns:a16="http://schemas.microsoft.com/office/drawing/2014/main" id="{43430FAB-0568-3236-2FBD-3DD8D4C6F8F2}"/>
                </a:ext>
              </a:extLst>
            </p:cNvPr>
            <p:cNvSpPr/>
            <p:nvPr/>
          </p:nvSpPr>
          <p:spPr>
            <a:xfrm>
              <a:off x="499685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09" name="pg1459">
              <a:extLst>
                <a:ext uri="{FF2B5EF4-FFF2-40B4-BE49-F238E27FC236}">
                  <a16:creationId xmlns:a16="http://schemas.microsoft.com/office/drawing/2014/main" id="{CBC7F6C3-608D-C20A-553C-D3550322AAD3}"/>
                </a:ext>
              </a:extLst>
            </p:cNvPr>
            <p:cNvSpPr/>
            <p:nvPr/>
          </p:nvSpPr>
          <p:spPr>
            <a:xfrm>
              <a:off x="5008496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10" name="pg1460">
              <a:extLst>
                <a:ext uri="{FF2B5EF4-FFF2-40B4-BE49-F238E27FC236}">
                  <a16:creationId xmlns:a16="http://schemas.microsoft.com/office/drawing/2014/main" id="{0D53458C-1B46-1CDD-8404-9D47A78A20BC}"/>
                </a:ext>
              </a:extLst>
            </p:cNvPr>
            <p:cNvSpPr/>
            <p:nvPr/>
          </p:nvSpPr>
          <p:spPr>
            <a:xfrm>
              <a:off x="502013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11" name="pg1461">
              <a:extLst>
                <a:ext uri="{FF2B5EF4-FFF2-40B4-BE49-F238E27FC236}">
                  <a16:creationId xmlns:a16="http://schemas.microsoft.com/office/drawing/2014/main" id="{56DFF80B-7B12-F459-1FB0-859D1A731A95}"/>
                </a:ext>
              </a:extLst>
            </p:cNvPr>
            <p:cNvSpPr/>
            <p:nvPr/>
          </p:nvSpPr>
          <p:spPr>
            <a:xfrm>
              <a:off x="503177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12" name="pg1462">
              <a:extLst>
                <a:ext uri="{FF2B5EF4-FFF2-40B4-BE49-F238E27FC236}">
                  <a16:creationId xmlns:a16="http://schemas.microsoft.com/office/drawing/2014/main" id="{6E41D454-937A-8E16-7402-A57BA977CF52}"/>
                </a:ext>
              </a:extLst>
            </p:cNvPr>
            <p:cNvSpPr/>
            <p:nvPr/>
          </p:nvSpPr>
          <p:spPr>
            <a:xfrm>
              <a:off x="5043408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13" name="pg1463">
              <a:extLst>
                <a:ext uri="{FF2B5EF4-FFF2-40B4-BE49-F238E27FC236}">
                  <a16:creationId xmlns:a16="http://schemas.microsoft.com/office/drawing/2014/main" id="{AD5CF10C-474E-E49D-2B47-0D576F532F79}"/>
                </a:ext>
              </a:extLst>
            </p:cNvPr>
            <p:cNvSpPr/>
            <p:nvPr/>
          </p:nvSpPr>
          <p:spPr>
            <a:xfrm>
              <a:off x="505504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DEAD5">
                <a:alpha val="100000"/>
              </a:srgbClr>
            </a:solidFill>
            <a:ln w="5420" cap="flat">
              <a:solidFill>
                <a:srgbClr val="BD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14" name="pg1464">
              <a:extLst>
                <a:ext uri="{FF2B5EF4-FFF2-40B4-BE49-F238E27FC236}">
                  <a16:creationId xmlns:a16="http://schemas.microsoft.com/office/drawing/2014/main" id="{12FE3C20-7281-15BF-BCA6-752491DA2332}"/>
                </a:ext>
              </a:extLst>
            </p:cNvPr>
            <p:cNvSpPr/>
            <p:nvPr/>
          </p:nvSpPr>
          <p:spPr>
            <a:xfrm>
              <a:off x="506668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15" name="pg1465">
              <a:extLst>
                <a:ext uri="{FF2B5EF4-FFF2-40B4-BE49-F238E27FC236}">
                  <a16:creationId xmlns:a16="http://schemas.microsoft.com/office/drawing/2014/main" id="{CC844F37-A87D-3F46-3E51-7259ED6403F0}"/>
                </a:ext>
              </a:extLst>
            </p:cNvPr>
            <p:cNvSpPr/>
            <p:nvPr/>
          </p:nvSpPr>
          <p:spPr>
            <a:xfrm>
              <a:off x="5078320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16" name="pg1466">
              <a:extLst>
                <a:ext uri="{FF2B5EF4-FFF2-40B4-BE49-F238E27FC236}">
                  <a16:creationId xmlns:a16="http://schemas.microsoft.com/office/drawing/2014/main" id="{AA21978C-C76E-03C5-0875-B19A015DD516}"/>
                </a:ext>
              </a:extLst>
            </p:cNvPr>
            <p:cNvSpPr/>
            <p:nvPr/>
          </p:nvSpPr>
          <p:spPr>
            <a:xfrm>
              <a:off x="508995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17" name="pg1467">
              <a:extLst>
                <a:ext uri="{FF2B5EF4-FFF2-40B4-BE49-F238E27FC236}">
                  <a16:creationId xmlns:a16="http://schemas.microsoft.com/office/drawing/2014/main" id="{AFA68A87-9D19-AC54-DF54-334D8C4D20D8}"/>
                </a:ext>
              </a:extLst>
            </p:cNvPr>
            <p:cNvSpPr/>
            <p:nvPr/>
          </p:nvSpPr>
          <p:spPr>
            <a:xfrm>
              <a:off x="510159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18" name="pg1468">
              <a:extLst>
                <a:ext uri="{FF2B5EF4-FFF2-40B4-BE49-F238E27FC236}">
                  <a16:creationId xmlns:a16="http://schemas.microsoft.com/office/drawing/2014/main" id="{21D932D6-5FBE-7750-00CF-684D9EBDE31D}"/>
                </a:ext>
              </a:extLst>
            </p:cNvPr>
            <p:cNvSpPr/>
            <p:nvPr/>
          </p:nvSpPr>
          <p:spPr>
            <a:xfrm>
              <a:off x="5113232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19" name="pg1469">
              <a:extLst>
                <a:ext uri="{FF2B5EF4-FFF2-40B4-BE49-F238E27FC236}">
                  <a16:creationId xmlns:a16="http://schemas.microsoft.com/office/drawing/2014/main" id="{63BF2DE9-3860-6450-54D3-89612F339E27}"/>
                </a:ext>
              </a:extLst>
            </p:cNvPr>
            <p:cNvSpPr/>
            <p:nvPr/>
          </p:nvSpPr>
          <p:spPr>
            <a:xfrm>
              <a:off x="512486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20" name="pg1470">
              <a:extLst>
                <a:ext uri="{FF2B5EF4-FFF2-40B4-BE49-F238E27FC236}">
                  <a16:creationId xmlns:a16="http://schemas.microsoft.com/office/drawing/2014/main" id="{5A5CB8B3-B766-8793-44C6-9AA3DAA78691}"/>
                </a:ext>
              </a:extLst>
            </p:cNvPr>
            <p:cNvSpPr/>
            <p:nvPr/>
          </p:nvSpPr>
          <p:spPr>
            <a:xfrm>
              <a:off x="513650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21" name="pg1471">
              <a:extLst>
                <a:ext uri="{FF2B5EF4-FFF2-40B4-BE49-F238E27FC236}">
                  <a16:creationId xmlns:a16="http://schemas.microsoft.com/office/drawing/2014/main" id="{5CCED624-7F96-42FC-E696-47D134DF37B7}"/>
                </a:ext>
              </a:extLst>
            </p:cNvPr>
            <p:cNvSpPr/>
            <p:nvPr/>
          </p:nvSpPr>
          <p:spPr>
            <a:xfrm>
              <a:off x="5148144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22" name="pg1472">
              <a:extLst>
                <a:ext uri="{FF2B5EF4-FFF2-40B4-BE49-F238E27FC236}">
                  <a16:creationId xmlns:a16="http://schemas.microsoft.com/office/drawing/2014/main" id="{164AD209-FFCF-B101-F795-1C3AAE35C7D6}"/>
                </a:ext>
              </a:extLst>
            </p:cNvPr>
            <p:cNvSpPr/>
            <p:nvPr/>
          </p:nvSpPr>
          <p:spPr>
            <a:xfrm>
              <a:off x="515978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23" name="pg1473">
              <a:extLst>
                <a:ext uri="{FF2B5EF4-FFF2-40B4-BE49-F238E27FC236}">
                  <a16:creationId xmlns:a16="http://schemas.microsoft.com/office/drawing/2014/main" id="{BA11CCFB-0476-84E9-1339-6190A7E7DB5A}"/>
                </a:ext>
              </a:extLst>
            </p:cNvPr>
            <p:cNvSpPr/>
            <p:nvPr/>
          </p:nvSpPr>
          <p:spPr>
            <a:xfrm>
              <a:off x="517141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24" name="pg1474">
              <a:extLst>
                <a:ext uri="{FF2B5EF4-FFF2-40B4-BE49-F238E27FC236}">
                  <a16:creationId xmlns:a16="http://schemas.microsoft.com/office/drawing/2014/main" id="{6CAA0A31-8E08-6892-EE26-EF4CE4FFE227}"/>
                </a:ext>
              </a:extLst>
            </p:cNvPr>
            <p:cNvSpPr/>
            <p:nvPr/>
          </p:nvSpPr>
          <p:spPr>
            <a:xfrm>
              <a:off x="5183056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25" name="pg1475">
              <a:extLst>
                <a:ext uri="{FF2B5EF4-FFF2-40B4-BE49-F238E27FC236}">
                  <a16:creationId xmlns:a16="http://schemas.microsoft.com/office/drawing/2014/main" id="{6A6F15AE-E998-1252-62B2-4066D72E3B19}"/>
                </a:ext>
              </a:extLst>
            </p:cNvPr>
            <p:cNvSpPr/>
            <p:nvPr/>
          </p:nvSpPr>
          <p:spPr>
            <a:xfrm>
              <a:off x="519469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26" name="pg1476">
              <a:extLst>
                <a:ext uri="{FF2B5EF4-FFF2-40B4-BE49-F238E27FC236}">
                  <a16:creationId xmlns:a16="http://schemas.microsoft.com/office/drawing/2014/main" id="{A60AD34F-CF96-5349-D97D-2CE6FC8708B0}"/>
                </a:ext>
              </a:extLst>
            </p:cNvPr>
            <p:cNvSpPr/>
            <p:nvPr/>
          </p:nvSpPr>
          <p:spPr>
            <a:xfrm>
              <a:off x="520633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27" name="pg1477">
              <a:extLst>
                <a:ext uri="{FF2B5EF4-FFF2-40B4-BE49-F238E27FC236}">
                  <a16:creationId xmlns:a16="http://schemas.microsoft.com/office/drawing/2014/main" id="{779CE1B2-F264-6F87-C0B0-11AE65A19956}"/>
                </a:ext>
              </a:extLst>
            </p:cNvPr>
            <p:cNvSpPr/>
            <p:nvPr/>
          </p:nvSpPr>
          <p:spPr>
            <a:xfrm>
              <a:off x="5217968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28" name="pg1478">
              <a:extLst>
                <a:ext uri="{FF2B5EF4-FFF2-40B4-BE49-F238E27FC236}">
                  <a16:creationId xmlns:a16="http://schemas.microsoft.com/office/drawing/2014/main" id="{2AF1F064-1C9D-9D9C-0FC7-9F4227999EE1}"/>
                </a:ext>
              </a:extLst>
            </p:cNvPr>
            <p:cNvSpPr/>
            <p:nvPr/>
          </p:nvSpPr>
          <p:spPr>
            <a:xfrm>
              <a:off x="522960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29" name="pg1479">
              <a:extLst>
                <a:ext uri="{FF2B5EF4-FFF2-40B4-BE49-F238E27FC236}">
                  <a16:creationId xmlns:a16="http://schemas.microsoft.com/office/drawing/2014/main" id="{4B31D104-3117-4A52-99C0-9924A5591284}"/>
                </a:ext>
              </a:extLst>
            </p:cNvPr>
            <p:cNvSpPr/>
            <p:nvPr/>
          </p:nvSpPr>
          <p:spPr>
            <a:xfrm>
              <a:off x="524124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30" name="pg1480">
              <a:extLst>
                <a:ext uri="{FF2B5EF4-FFF2-40B4-BE49-F238E27FC236}">
                  <a16:creationId xmlns:a16="http://schemas.microsoft.com/office/drawing/2014/main" id="{034DDC76-0505-4726-8622-851169FACD69}"/>
                </a:ext>
              </a:extLst>
            </p:cNvPr>
            <p:cNvSpPr/>
            <p:nvPr/>
          </p:nvSpPr>
          <p:spPr>
            <a:xfrm>
              <a:off x="5252880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31" name="pg1481">
              <a:extLst>
                <a:ext uri="{FF2B5EF4-FFF2-40B4-BE49-F238E27FC236}">
                  <a16:creationId xmlns:a16="http://schemas.microsoft.com/office/drawing/2014/main" id="{CF5F5154-096F-96D9-6B5D-05988BFCD30D}"/>
                </a:ext>
              </a:extLst>
            </p:cNvPr>
            <p:cNvSpPr/>
            <p:nvPr/>
          </p:nvSpPr>
          <p:spPr>
            <a:xfrm>
              <a:off x="526451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32" name="pg1482">
              <a:extLst>
                <a:ext uri="{FF2B5EF4-FFF2-40B4-BE49-F238E27FC236}">
                  <a16:creationId xmlns:a16="http://schemas.microsoft.com/office/drawing/2014/main" id="{455D2AB8-7F36-1148-148F-8921BC256222}"/>
                </a:ext>
              </a:extLst>
            </p:cNvPr>
            <p:cNvSpPr/>
            <p:nvPr/>
          </p:nvSpPr>
          <p:spPr>
            <a:xfrm>
              <a:off x="5008496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33" name="pg1483">
              <a:extLst>
                <a:ext uri="{FF2B5EF4-FFF2-40B4-BE49-F238E27FC236}">
                  <a16:creationId xmlns:a16="http://schemas.microsoft.com/office/drawing/2014/main" id="{5B035D31-43A7-D221-3319-22341E122E97}"/>
                </a:ext>
              </a:extLst>
            </p:cNvPr>
            <p:cNvSpPr/>
            <p:nvPr/>
          </p:nvSpPr>
          <p:spPr>
            <a:xfrm>
              <a:off x="502013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34" name="pg1484">
              <a:extLst>
                <a:ext uri="{FF2B5EF4-FFF2-40B4-BE49-F238E27FC236}">
                  <a16:creationId xmlns:a16="http://schemas.microsoft.com/office/drawing/2014/main" id="{EA46ACFA-57F2-F82E-BB58-992F66A6B835}"/>
                </a:ext>
              </a:extLst>
            </p:cNvPr>
            <p:cNvSpPr/>
            <p:nvPr/>
          </p:nvSpPr>
          <p:spPr>
            <a:xfrm>
              <a:off x="503177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35" name="pg1485">
              <a:extLst>
                <a:ext uri="{FF2B5EF4-FFF2-40B4-BE49-F238E27FC236}">
                  <a16:creationId xmlns:a16="http://schemas.microsoft.com/office/drawing/2014/main" id="{2B378BB5-7E6E-13EA-DAB8-158CB2F65E45}"/>
                </a:ext>
              </a:extLst>
            </p:cNvPr>
            <p:cNvSpPr/>
            <p:nvPr/>
          </p:nvSpPr>
          <p:spPr>
            <a:xfrm>
              <a:off x="5043408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36" name="pg1486">
              <a:extLst>
                <a:ext uri="{FF2B5EF4-FFF2-40B4-BE49-F238E27FC236}">
                  <a16:creationId xmlns:a16="http://schemas.microsoft.com/office/drawing/2014/main" id="{19B7A99D-38E5-DE54-00E3-48762A28BA39}"/>
                </a:ext>
              </a:extLst>
            </p:cNvPr>
            <p:cNvSpPr/>
            <p:nvPr/>
          </p:nvSpPr>
          <p:spPr>
            <a:xfrm>
              <a:off x="505504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37" name="pg1487">
              <a:extLst>
                <a:ext uri="{FF2B5EF4-FFF2-40B4-BE49-F238E27FC236}">
                  <a16:creationId xmlns:a16="http://schemas.microsoft.com/office/drawing/2014/main" id="{B38F2328-D910-FFAD-8534-C088D49B3321}"/>
                </a:ext>
              </a:extLst>
            </p:cNvPr>
            <p:cNvSpPr/>
            <p:nvPr/>
          </p:nvSpPr>
          <p:spPr>
            <a:xfrm>
              <a:off x="506668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38" name="pg1488">
              <a:extLst>
                <a:ext uri="{FF2B5EF4-FFF2-40B4-BE49-F238E27FC236}">
                  <a16:creationId xmlns:a16="http://schemas.microsoft.com/office/drawing/2014/main" id="{74E8709F-3FD2-6AAB-D34F-1A2D77005BB9}"/>
                </a:ext>
              </a:extLst>
            </p:cNvPr>
            <p:cNvSpPr/>
            <p:nvPr/>
          </p:nvSpPr>
          <p:spPr>
            <a:xfrm>
              <a:off x="5078320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39" name="pg1489">
              <a:extLst>
                <a:ext uri="{FF2B5EF4-FFF2-40B4-BE49-F238E27FC236}">
                  <a16:creationId xmlns:a16="http://schemas.microsoft.com/office/drawing/2014/main" id="{D92B2BAB-07A7-28A1-5662-B541D11A4804}"/>
                </a:ext>
              </a:extLst>
            </p:cNvPr>
            <p:cNvSpPr/>
            <p:nvPr/>
          </p:nvSpPr>
          <p:spPr>
            <a:xfrm>
              <a:off x="5089957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40" name="pg1490">
              <a:extLst>
                <a:ext uri="{FF2B5EF4-FFF2-40B4-BE49-F238E27FC236}">
                  <a16:creationId xmlns:a16="http://schemas.microsoft.com/office/drawing/2014/main" id="{BD7964D6-CB78-72C0-C75D-B52F5465CA65}"/>
                </a:ext>
              </a:extLst>
            </p:cNvPr>
            <p:cNvSpPr/>
            <p:nvPr/>
          </p:nvSpPr>
          <p:spPr>
            <a:xfrm>
              <a:off x="510159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41" name="pg1491">
              <a:extLst>
                <a:ext uri="{FF2B5EF4-FFF2-40B4-BE49-F238E27FC236}">
                  <a16:creationId xmlns:a16="http://schemas.microsoft.com/office/drawing/2014/main" id="{F47DC1AB-0321-508C-1464-56BAF7B8721C}"/>
                </a:ext>
              </a:extLst>
            </p:cNvPr>
            <p:cNvSpPr/>
            <p:nvPr/>
          </p:nvSpPr>
          <p:spPr>
            <a:xfrm>
              <a:off x="5113232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42" name="pg1492">
              <a:extLst>
                <a:ext uri="{FF2B5EF4-FFF2-40B4-BE49-F238E27FC236}">
                  <a16:creationId xmlns:a16="http://schemas.microsoft.com/office/drawing/2014/main" id="{1C613E89-C71A-10C4-64D8-4519564EA530}"/>
                </a:ext>
              </a:extLst>
            </p:cNvPr>
            <p:cNvSpPr/>
            <p:nvPr/>
          </p:nvSpPr>
          <p:spPr>
            <a:xfrm>
              <a:off x="5124869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43" name="pg1493">
              <a:extLst>
                <a:ext uri="{FF2B5EF4-FFF2-40B4-BE49-F238E27FC236}">
                  <a16:creationId xmlns:a16="http://schemas.microsoft.com/office/drawing/2014/main" id="{9EB98F10-CDB1-01D5-888F-052357F3AA3A}"/>
                </a:ext>
              </a:extLst>
            </p:cNvPr>
            <p:cNvSpPr/>
            <p:nvPr/>
          </p:nvSpPr>
          <p:spPr>
            <a:xfrm>
              <a:off x="5136507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44" name="pg1494">
              <a:extLst>
                <a:ext uri="{FF2B5EF4-FFF2-40B4-BE49-F238E27FC236}">
                  <a16:creationId xmlns:a16="http://schemas.microsoft.com/office/drawing/2014/main" id="{6B8A94BD-CCE7-E199-98F5-D5C6FC66517D}"/>
                </a:ext>
              </a:extLst>
            </p:cNvPr>
            <p:cNvSpPr/>
            <p:nvPr/>
          </p:nvSpPr>
          <p:spPr>
            <a:xfrm>
              <a:off x="5148144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45" name="pg1495">
              <a:extLst>
                <a:ext uri="{FF2B5EF4-FFF2-40B4-BE49-F238E27FC236}">
                  <a16:creationId xmlns:a16="http://schemas.microsoft.com/office/drawing/2014/main" id="{1CDEF9B6-DE91-B416-7F57-5C252435CD71}"/>
                </a:ext>
              </a:extLst>
            </p:cNvPr>
            <p:cNvSpPr/>
            <p:nvPr/>
          </p:nvSpPr>
          <p:spPr>
            <a:xfrm>
              <a:off x="515978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46" name="pg1496">
              <a:extLst>
                <a:ext uri="{FF2B5EF4-FFF2-40B4-BE49-F238E27FC236}">
                  <a16:creationId xmlns:a16="http://schemas.microsoft.com/office/drawing/2014/main" id="{B01B70D4-834E-9057-CEB6-5357C32D3C29}"/>
                </a:ext>
              </a:extLst>
            </p:cNvPr>
            <p:cNvSpPr/>
            <p:nvPr/>
          </p:nvSpPr>
          <p:spPr>
            <a:xfrm>
              <a:off x="5171419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47" name="pg1497">
              <a:extLst>
                <a:ext uri="{FF2B5EF4-FFF2-40B4-BE49-F238E27FC236}">
                  <a16:creationId xmlns:a16="http://schemas.microsoft.com/office/drawing/2014/main" id="{142FF7D8-9B61-B30B-0040-6E023D86D20B}"/>
                </a:ext>
              </a:extLst>
            </p:cNvPr>
            <p:cNvSpPr/>
            <p:nvPr/>
          </p:nvSpPr>
          <p:spPr>
            <a:xfrm>
              <a:off x="5183056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48" name="pg1498">
              <a:extLst>
                <a:ext uri="{FF2B5EF4-FFF2-40B4-BE49-F238E27FC236}">
                  <a16:creationId xmlns:a16="http://schemas.microsoft.com/office/drawing/2014/main" id="{EBE15393-B861-C82B-5362-52DC49840695}"/>
                </a:ext>
              </a:extLst>
            </p:cNvPr>
            <p:cNvSpPr/>
            <p:nvPr/>
          </p:nvSpPr>
          <p:spPr>
            <a:xfrm>
              <a:off x="519469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49" name="pg1499">
              <a:extLst>
                <a:ext uri="{FF2B5EF4-FFF2-40B4-BE49-F238E27FC236}">
                  <a16:creationId xmlns:a16="http://schemas.microsoft.com/office/drawing/2014/main" id="{E4C57F7C-51A3-9CB8-7B34-3FBA152D746E}"/>
                </a:ext>
              </a:extLst>
            </p:cNvPr>
            <p:cNvSpPr/>
            <p:nvPr/>
          </p:nvSpPr>
          <p:spPr>
            <a:xfrm>
              <a:off x="520633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50" name="pg1500">
              <a:extLst>
                <a:ext uri="{FF2B5EF4-FFF2-40B4-BE49-F238E27FC236}">
                  <a16:creationId xmlns:a16="http://schemas.microsoft.com/office/drawing/2014/main" id="{E1DF62F5-4CFA-59B4-ADE3-749D3EF8615C}"/>
                </a:ext>
              </a:extLst>
            </p:cNvPr>
            <p:cNvSpPr/>
            <p:nvPr/>
          </p:nvSpPr>
          <p:spPr>
            <a:xfrm>
              <a:off x="5217968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51" name="pg1501">
              <a:extLst>
                <a:ext uri="{FF2B5EF4-FFF2-40B4-BE49-F238E27FC236}">
                  <a16:creationId xmlns:a16="http://schemas.microsoft.com/office/drawing/2014/main" id="{35E8892D-A598-1965-B6BC-4EF9C4EE4B7C}"/>
                </a:ext>
              </a:extLst>
            </p:cNvPr>
            <p:cNvSpPr/>
            <p:nvPr/>
          </p:nvSpPr>
          <p:spPr>
            <a:xfrm>
              <a:off x="522960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52" name="pg1502">
              <a:extLst>
                <a:ext uri="{FF2B5EF4-FFF2-40B4-BE49-F238E27FC236}">
                  <a16:creationId xmlns:a16="http://schemas.microsoft.com/office/drawing/2014/main" id="{0492FF11-DC17-4836-CF3E-92F171FDB11B}"/>
                </a:ext>
              </a:extLst>
            </p:cNvPr>
            <p:cNvSpPr/>
            <p:nvPr/>
          </p:nvSpPr>
          <p:spPr>
            <a:xfrm>
              <a:off x="524124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53" name="pg1503">
              <a:extLst>
                <a:ext uri="{FF2B5EF4-FFF2-40B4-BE49-F238E27FC236}">
                  <a16:creationId xmlns:a16="http://schemas.microsoft.com/office/drawing/2014/main" id="{CAF29D3A-9A18-F1EA-FF99-22EFC2E0BAB1}"/>
                </a:ext>
              </a:extLst>
            </p:cNvPr>
            <p:cNvSpPr/>
            <p:nvPr/>
          </p:nvSpPr>
          <p:spPr>
            <a:xfrm>
              <a:off x="5252880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54" name="pg1504">
              <a:extLst>
                <a:ext uri="{FF2B5EF4-FFF2-40B4-BE49-F238E27FC236}">
                  <a16:creationId xmlns:a16="http://schemas.microsoft.com/office/drawing/2014/main" id="{9730F731-5EDE-0671-90AF-B3C938676F7B}"/>
                </a:ext>
              </a:extLst>
            </p:cNvPr>
            <p:cNvSpPr/>
            <p:nvPr/>
          </p:nvSpPr>
          <p:spPr>
            <a:xfrm>
              <a:off x="5008496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55" name="pg1505">
              <a:extLst>
                <a:ext uri="{FF2B5EF4-FFF2-40B4-BE49-F238E27FC236}">
                  <a16:creationId xmlns:a16="http://schemas.microsoft.com/office/drawing/2014/main" id="{BAF9931C-9172-233D-5ECB-74F48F25A7C6}"/>
                </a:ext>
              </a:extLst>
            </p:cNvPr>
            <p:cNvSpPr/>
            <p:nvPr/>
          </p:nvSpPr>
          <p:spPr>
            <a:xfrm>
              <a:off x="502013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56" name="pg1506">
              <a:extLst>
                <a:ext uri="{FF2B5EF4-FFF2-40B4-BE49-F238E27FC236}">
                  <a16:creationId xmlns:a16="http://schemas.microsoft.com/office/drawing/2014/main" id="{25B426A9-8895-4F8C-575C-2C6DF97EB3D9}"/>
                </a:ext>
              </a:extLst>
            </p:cNvPr>
            <p:cNvSpPr/>
            <p:nvPr/>
          </p:nvSpPr>
          <p:spPr>
            <a:xfrm>
              <a:off x="503177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57" name="pg1507">
              <a:extLst>
                <a:ext uri="{FF2B5EF4-FFF2-40B4-BE49-F238E27FC236}">
                  <a16:creationId xmlns:a16="http://schemas.microsoft.com/office/drawing/2014/main" id="{BCE85DD1-D4DA-EF52-0714-F9A41FEC92C3}"/>
                </a:ext>
              </a:extLst>
            </p:cNvPr>
            <p:cNvSpPr/>
            <p:nvPr/>
          </p:nvSpPr>
          <p:spPr>
            <a:xfrm>
              <a:off x="5043408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58" name="pg1508">
              <a:extLst>
                <a:ext uri="{FF2B5EF4-FFF2-40B4-BE49-F238E27FC236}">
                  <a16:creationId xmlns:a16="http://schemas.microsoft.com/office/drawing/2014/main" id="{61D37627-FBB6-5048-CA02-191D631FFE0B}"/>
                </a:ext>
              </a:extLst>
            </p:cNvPr>
            <p:cNvSpPr/>
            <p:nvPr/>
          </p:nvSpPr>
          <p:spPr>
            <a:xfrm>
              <a:off x="505504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59" name="pg1509">
              <a:extLst>
                <a:ext uri="{FF2B5EF4-FFF2-40B4-BE49-F238E27FC236}">
                  <a16:creationId xmlns:a16="http://schemas.microsoft.com/office/drawing/2014/main" id="{F66F1E44-E24F-C719-293B-426543117A8A}"/>
                </a:ext>
              </a:extLst>
            </p:cNvPr>
            <p:cNvSpPr/>
            <p:nvPr/>
          </p:nvSpPr>
          <p:spPr>
            <a:xfrm>
              <a:off x="506668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60" name="pg1510">
              <a:extLst>
                <a:ext uri="{FF2B5EF4-FFF2-40B4-BE49-F238E27FC236}">
                  <a16:creationId xmlns:a16="http://schemas.microsoft.com/office/drawing/2014/main" id="{85AFD45A-B53B-4362-61C6-9DC3038C0C8C}"/>
                </a:ext>
              </a:extLst>
            </p:cNvPr>
            <p:cNvSpPr/>
            <p:nvPr/>
          </p:nvSpPr>
          <p:spPr>
            <a:xfrm>
              <a:off x="5078320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61" name="pg1511">
              <a:extLst>
                <a:ext uri="{FF2B5EF4-FFF2-40B4-BE49-F238E27FC236}">
                  <a16:creationId xmlns:a16="http://schemas.microsoft.com/office/drawing/2014/main" id="{5CD0DC22-B2B6-A281-46E5-9A916B5BFA77}"/>
                </a:ext>
              </a:extLst>
            </p:cNvPr>
            <p:cNvSpPr/>
            <p:nvPr/>
          </p:nvSpPr>
          <p:spPr>
            <a:xfrm>
              <a:off x="5089957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62" name="pg1512">
              <a:extLst>
                <a:ext uri="{FF2B5EF4-FFF2-40B4-BE49-F238E27FC236}">
                  <a16:creationId xmlns:a16="http://schemas.microsoft.com/office/drawing/2014/main" id="{C68ADC3A-D0F4-B059-95FD-6E9AF1655B6B}"/>
                </a:ext>
              </a:extLst>
            </p:cNvPr>
            <p:cNvSpPr/>
            <p:nvPr/>
          </p:nvSpPr>
          <p:spPr>
            <a:xfrm>
              <a:off x="510159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63" name="pg1513">
              <a:extLst>
                <a:ext uri="{FF2B5EF4-FFF2-40B4-BE49-F238E27FC236}">
                  <a16:creationId xmlns:a16="http://schemas.microsoft.com/office/drawing/2014/main" id="{0D6EA1CC-1FCA-DB26-1AE6-D4017702C456}"/>
                </a:ext>
              </a:extLst>
            </p:cNvPr>
            <p:cNvSpPr/>
            <p:nvPr/>
          </p:nvSpPr>
          <p:spPr>
            <a:xfrm>
              <a:off x="5113232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64" name="pg1514">
              <a:extLst>
                <a:ext uri="{FF2B5EF4-FFF2-40B4-BE49-F238E27FC236}">
                  <a16:creationId xmlns:a16="http://schemas.microsoft.com/office/drawing/2014/main" id="{FFB4EC68-62E9-E02F-AF9D-A03F4665D844}"/>
                </a:ext>
              </a:extLst>
            </p:cNvPr>
            <p:cNvSpPr/>
            <p:nvPr/>
          </p:nvSpPr>
          <p:spPr>
            <a:xfrm>
              <a:off x="5124869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65" name="pg1515">
              <a:extLst>
                <a:ext uri="{FF2B5EF4-FFF2-40B4-BE49-F238E27FC236}">
                  <a16:creationId xmlns:a16="http://schemas.microsoft.com/office/drawing/2014/main" id="{810B609E-F2AA-717C-FADC-55CDF5DF42E6}"/>
                </a:ext>
              </a:extLst>
            </p:cNvPr>
            <p:cNvSpPr/>
            <p:nvPr/>
          </p:nvSpPr>
          <p:spPr>
            <a:xfrm>
              <a:off x="5136507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66" name="pg1516">
              <a:extLst>
                <a:ext uri="{FF2B5EF4-FFF2-40B4-BE49-F238E27FC236}">
                  <a16:creationId xmlns:a16="http://schemas.microsoft.com/office/drawing/2014/main" id="{1891E1FE-31BA-AD12-7676-4B3888D138F6}"/>
                </a:ext>
              </a:extLst>
            </p:cNvPr>
            <p:cNvSpPr/>
            <p:nvPr/>
          </p:nvSpPr>
          <p:spPr>
            <a:xfrm>
              <a:off x="5148144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67" name="pg1517">
              <a:extLst>
                <a:ext uri="{FF2B5EF4-FFF2-40B4-BE49-F238E27FC236}">
                  <a16:creationId xmlns:a16="http://schemas.microsoft.com/office/drawing/2014/main" id="{A30AB9A6-800E-702A-38D4-F6039AFACB22}"/>
                </a:ext>
              </a:extLst>
            </p:cNvPr>
            <p:cNvSpPr/>
            <p:nvPr/>
          </p:nvSpPr>
          <p:spPr>
            <a:xfrm>
              <a:off x="515978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68" name="pg1518">
              <a:extLst>
                <a:ext uri="{FF2B5EF4-FFF2-40B4-BE49-F238E27FC236}">
                  <a16:creationId xmlns:a16="http://schemas.microsoft.com/office/drawing/2014/main" id="{229D069C-7C7E-94FE-B064-0AC95E12B57B}"/>
                </a:ext>
              </a:extLst>
            </p:cNvPr>
            <p:cNvSpPr/>
            <p:nvPr/>
          </p:nvSpPr>
          <p:spPr>
            <a:xfrm>
              <a:off x="5171419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69" name="pg1519">
              <a:extLst>
                <a:ext uri="{FF2B5EF4-FFF2-40B4-BE49-F238E27FC236}">
                  <a16:creationId xmlns:a16="http://schemas.microsoft.com/office/drawing/2014/main" id="{3E1D5B40-B52F-F26E-B680-4AE8A65E3836}"/>
                </a:ext>
              </a:extLst>
            </p:cNvPr>
            <p:cNvSpPr/>
            <p:nvPr/>
          </p:nvSpPr>
          <p:spPr>
            <a:xfrm>
              <a:off x="5183056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70" name="pg1520">
              <a:extLst>
                <a:ext uri="{FF2B5EF4-FFF2-40B4-BE49-F238E27FC236}">
                  <a16:creationId xmlns:a16="http://schemas.microsoft.com/office/drawing/2014/main" id="{59853628-C018-CB5E-9F65-3C99ED46A70A}"/>
                </a:ext>
              </a:extLst>
            </p:cNvPr>
            <p:cNvSpPr/>
            <p:nvPr/>
          </p:nvSpPr>
          <p:spPr>
            <a:xfrm>
              <a:off x="519469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71" name="pg1521">
              <a:extLst>
                <a:ext uri="{FF2B5EF4-FFF2-40B4-BE49-F238E27FC236}">
                  <a16:creationId xmlns:a16="http://schemas.microsoft.com/office/drawing/2014/main" id="{9C688BB1-2053-7CC9-47BD-DB5F59F05DEB}"/>
                </a:ext>
              </a:extLst>
            </p:cNvPr>
            <p:cNvSpPr/>
            <p:nvPr/>
          </p:nvSpPr>
          <p:spPr>
            <a:xfrm>
              <a:off x="520633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72" name="pg1522">
              <a:extLst>
                <a:ext uri="{FF2B5EF4-FFF2-40B4-BE49-F238E27FC236}">
                  <a16:creationId xmlns:a16="http://schemas.microsoft.com/office/drawing/2014/main" id="{51AE60A9-EAD4-EBD8-A91F-D5D9E6FFFA67}"/>
                </a:ext>
              </a:extLst>
            </p:cNvPr>
            <p:cNvSpPr/>
            <p:nvPr/>
          </p:nvSpPr>
          <p:spPr>
            <a:xfrm>
              <a:off x="5217968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73" name="pg1523">
              <a:extLst>
                <a:ext uri="{FF2B5EF4-FFF2-40B4-BE49-F238E27FC236}">
                  <a16:creationId xmlns:a16="http://schemas.microsoft.com/office/drawing/2014/main" id="{8C919AEF-A4A0-A563-26AF-31715FFA8D7C}"/>
                </a:ext>
              </a:extLst>
            </p:cNvPr>
            <p:cNvSpPr/>
            <p:nvPr/>
          </p:nvSpPr>
          <p:spPr>
            <a:xfrm>
              <a:off x="522960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74" name="pg1524">
              <a:extLst>
                <a:ext uri="{FF2B5EF4-FFF2-40B4-BE49-F238E27FC236}">
                  <a16:creationId xmlns:a16="http://schemas.microsoft.com/office/drawing/2014/main" id="{999CEBBD-3A3E-A3BB-B0C5-F2ED6EB5724E}"/>
                </a:ext>
              </a:extLst>
            </p:cNvPr>
            <p:cNvSpPr/>
            <p:nvPr/>
          </p:nvSpPr>
          <p:spPr>
            <a:xfrm>
              <a:off x="524124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75" name="pg1525">
              <a:extLst>
                <a:ext uri="{FF2B5EF4-FFF2-40B4-BE49-F238E27FC236}">
                  <a16:creationId xmlns:a16="http://schemas.microsoft.com/office/drawing/2014/main" id="{68017DAB-28F0-0C85-EEE8-5D7F2C95626B}"/>
                </a:ext>
              </a:extLst>
            </p:cNvPr>
            <p:cNvSpPr/>
            <p:nvPr/>
          </p:nvSpPr>
          <p:spPr>
            <a:xfrm>
              <a:off x="503177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76" name="pg1526">
              <a:extLst>
                <a:ext uri="{FF2B5EF4-FFF2-40B4-BE49-F238E27FC236}">
                  <a16:creationId xmlns:a16="http://schemas.microsoft.com/office/drawing/2014/main" id="{680B21ED-E44A-F8D9-3F88-29AA976F0A11}"/>
                </a:ext>
              </a:extLst>
            </p:cNvPr>
            <p:cNvSpPr/>
            <p:nvPr/>
          </p:nvSpPr>
          <p:spPr>
            <a:xfrm>
              <a:off x="5043408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77" name="pg1527">
              <a:extLst>
                <a:ext uri="{FF2B5EF4-FFF2-40B4-BE49-F238E27FC236}">
                  <a16:creationId xmlns:a16="http://schemas.microsoft.com/office/drawing/2014/main" id="{B5C975F0-0FCC-5732-E145-7D04591771C3}"/>
                </a:ext>
              </a:extLst>
            </p:cNvPr>
            <p:cNvSpPr/>
            <p:nvPr/>
          </p:nvSpPr>
          <p:spPr>
            <a:xfrm>
              <a:off x="505504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78" name="pg1528">
              <a:extLst>
                <a:ext uri="{FF2B5EF4-FFF2-40B4-BE49-F238E27FC236}">
                  <a16:creationId xmlns:a16="http://schemas.microsoft.com/office/drawing/2014/main" id="{B97C14A2-52EC-3ACE-549C-480A10312266}"/>
                </a:ext>
              </a:extLst>
            </p:cNvPr>
            <p:cNvSpPr/>
            <p:nvPr/>
          </p:nvSpPr>
          <p:spPr>
            <a:xfrm>
              <a:off x="5066683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79" name="pg1529">
              <a:extLst>
                <a:ext uri="{FF2B5EF4-FFF2-40B4-BE49-F238E27FC236}">
                  <a16:creationId xmlns:a16="http://schemas.microsoft.com/office/drawing/2014/main" id="{B8CCAC53-5080-F0C6-E0D0-E63FF218A7CE}"/>
                </a:ext>
              </a:extLst>
            </p:cNvPr>
            <p:cNvSpPr/>
            <p:nvPr/>
          </p:nvSpPr>
          <p:spPr>
            <a:xfrm>
              <a:off x="5078320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80" name="pg1530">
              <a:extLst>
                <a:ext uri="{FF2B5EF4-FFF2-40B4-BE49-F238E27FC236}">
                  <a16:creationId xmlns:a16="http://schemas.microsoft.com/office/drawing/2014/main" id="{178DE50A-454D-5805-C0C1-281DD2C209C9}"/>
                </a:ext>
              </a:extLst>
            </p:cNvPr>
            <p:cNvSpPr/>
            <p:nvPr/>
          </p:nvSpPr>
          <p:spPr>
            <a:xfrm>
              <a:off x="5089957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81" name="pg1531">
              <a:extLst>
                <a:ext uri="{FF2B5EF4-FFF2-40B4-BE49-F238E27FC236}">
                  <a16:creationId xmlns:a16="http://schemas.microsoft.com/office/drawing/2014/main" id="{F6922734-F2F6-10F3-FBC5-7AD2611C69EA}"/>
                </a:ext>
              </a:extLst>
            </p:cNvPr>
            <p:cNvSpPr/>
            <p:nvPr/>
          </p:nvSpPr>
          <p:spPr>
            <a:xfrm>
              <a:off x="510159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82" name="pg1532">
              <a:extLst>
                <a:ext uri="{FF2B5EF4-FFF2-40B4-BE49-F238E27FC236}">
                  <a16:creationId xmlns:a16="http://schemas.microsoft.com/office/drawing/2014/main" id="{0C542112-B015-B6B7-9B4F-109B513CC3BA}"/>
                </a:ext>
              </a:extLst>
            </p:cNvPr>
            <p:cNvSpPr/>
            <p:nvPr/>
          </p:nvSpPr>
          <p:spPr>
            <a:xfrm>
              <a:off x="5113232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83" name="pg1533">
              <a:extLst>
                <a:ext uri="{FF2B5EF4-FFF2-40B4-BE49-F238E27FC236}">
                  <a16:creationId xmlns:a16="http://schemas.microsoft.com/office/drawing/2014/main" id="{F6487F2D-7092-8CE4-661F-AD31CF9A97CB}"/>
                </a:ext>
              </a:extLst>
            </p:cNvPr>
            <p:cNvSpPr/>
            <p:nvPr/>
          </p:nvSpPr>
          <p:spPr>
            <a:xfrm>
              <a:off x="5124869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4AA">
                <a:alpha val="100000"/>
              </a:srgbClr>
            </a:solidFill>
            <a:ln w="5420" cap="flat">
              <a:solidFill>
                <a:srgbClr val="42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84" name="pg1534">
              <a:extLst>
                <a:ext uri="{FF2B5EF4-FFF2-40B4-BE49-F238E27FC236}">
                  <a16:creationId xmlns:a16="http://schemas.microsoft.com/office/drawing/2014/main" id="{6832A94A-718C-73D1-0C5A-D22EA15EA7C8}"/>
                </a:ext>
              </a:extLst>
            </p:cNvPr>
            <p:cNvSpPr/>
            <p:nvPr/>
          </p:nvSpPr>
          <p:spPr>
            <a:xfrm>
              <a:off x="5136507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85" name="pg1535">
              <a:extLst>
                <a:ext uri="{FF2B5EF4-FFF2-40B4-BE49-F238E27FC236}">
                  <a16:creationId xmlns:a16="http://schemas.microsoft.com/office/drawing/2014/main" id="{297F7E61-91DD-5E47-520F-4F402AB90853}"/>
                </a:ext>
              </a:extLst>
            </p:cNvPr>
            <p:cNvSpPr/>
            <p:nvPr/>
          </p:nvSpPr>
          <p:spPr>
            <a:xfrm>
              <a:off x="5148144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86" name="pg1536">
              <a:extLst>
                <a:ext uri="{FF2B5EF4-FFF2-40B4-BE49-F238E27FC236}">
                  <a16:creationId xmlns:a16="http://schemas.microsoft.com/office/drawing/2014/main" id="{ABD6CB65-7A9C-DC38-EFEB-7269864DA755}"/>
                </a:ext>
              </a:extLst>
            </p:cNvPr>
            <p:cNvSpPr/>
            <p:nvPr/>
          </p:nvSpPr>
          <p:spPr>
            <a:xfrm>
              <a:off x="515978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87" name="pg1537">
              <a:extLst>
                <a:ext uri="{FF2B5EF4-FFF2-40B4-BE49-F238E27FC236}">
                  <a16:creationId xmlns:a16="http://schemas.microsoft.com/office/drawing/2014/main" id="{A4055CE8-0725-CC84-C5BC-5C765C83BD21}"/>
                </a:ext>
              </a:extLst>
            </p:cNvPr>
            <p:cNvSpPr/>
            <p:nvPr/>
          </p:nvSpPr>
          <p:spPr>
            <a:xfrm>
              <a:off x="5171419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88" name="pg1538">
              <a:extLst>
                <a:ext uri="{FF2B5EF4-FFF2-40B4-BE49-F238E27FC236}">
                  <a16:creationId xmlns:a16="http://schemas.microsoft.com/office/drawing/2014/main" id="{3E8355A1-69B9-E0B0-C958-F7F74D4AD1E8}"/>
                </a:ext>
              </a:extLst>
            </p:cNvPr>
            <p:cNvSpPr/>
            <p:nvPr/>
          </p:nvSpPr>
          <p:spPr>
            <a:xfrm>
              <a:off x="5183056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89" name="pg1539">
              <a:extLst>
                <a:ext uri="{FF2B5EF4-FFF2-40B4-BE49-F238E27FC236}">
                  <a16:creationId xmlns:a16="http://schemas.microsoft.com/office/drawing/2014/main" id="{000C814E-BBA1-B699-EDEA-7BCDF6C09647}"/>
                </a:ext>
              </a:extLst>
            </p:cNvPr>
            <p:cNvSpPr/>
            <p:nvPr/>
          </p:nvSpPr>
          <p:spPr>
            <a:xfrm>
              <a:off x="5194693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90" name="pg1540">
              <a:extLst>
                <a:ext uri="{FF2B5EF4-FFF2-40B4-BE49-F238E27FC236}">
                  <a16:creationId xmlns:a16="http://schemas.microsoft.com/office/drawing/2014/main" id="{B0974091-7261-61A9-E2F9-8E2C81BB6F52}"/>
                </a:ext>
              </a:extLst>
            </p:cNvPr>
            <p:cNvSpPr/>
            <p:nvPr/>
          </p:nvSpPr>
          <p:spPr>
            <a:xfrm>
              <a:off x="520633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91" name="pg1541">
              <a:extLst>
                <a:ext uri="{FF2B5EF4-FFF2-40B4-BE49-F238E27FC236}">
                  <a16:creationId xmlns:a16="http://schemas.microsoft.com/office/drawing/2014/main" id="{56A054DF-01FC-4076-D39A-504769B07F90}"/>
                </a:ext>
              </a:extLst>
            </p:cNvPr>
            <p:cNvSpPr/>
            <p:nvPr/>
          </p:nvSpPr>
          <p:spPr>
            <a:xfrm>
              <a:off x="5217968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92" name="pg1542">
              <a:extLst>
                <a:ext uri="{FF2B5EF4-FFF2-40B4-BE49-F238E27FC236}">
                  <a16:creationId xmlns:a16="http://schemas.microsoft.com/office/drawing/2014/main" id="{C58CD996-7BD2-DD21-B9ED-94A0AF5EC8E7}"/>
                </a:ext>
              </a:extLst>
            </p:cNvPr>
            <p:cNvSpPr/>
            <p:nvPr/>
          </p:nvSpPr>
          <p:spPr>
            <a:xfrm>
              <a:off x="522960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93" name="pg1543">
              <a:extLst>
                <a:ext uri="{FF2B5EF4-FFF2-40B4-BE49-F238E27FC236}">
                  <a16:creationId xmlns:a16="http://schemas.microsoft.com/office/drawing/2014/main" id="{F9818AFB-72F5-4CA2-5BE5-13CEF2A18452}"/>
                </a:ext>
              </a:extLst>
            </p:cNvPr>
            <p:cNvSpPr/>
            <p:nvPr/>
          </p:nvSpPr>
          <p:spPr>
            <a:xfrm>
              <a:off x="5043408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94" name="pg1544">
              <a:extLst>
                <a:ext uri="{FF2B5EF4-FFF2-40B4-BE49-F238E27FC236}">
                  <a16:creationId xmlns:a16="http://schemas.microsoft.com/office/drawing/2014/main" id="{6B6D5A19-5BD5-20D7-3D78-AC07455503A8}"/>
                </a:ext>
              </a:extLst>
            </p:cNvPr>
            <p:cNvSpPr/>
            <p:nvPr/>
          </p:nvSpPr>
          <p:spPr>
            <a:xfrm>
              <a:off x="5055045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95" name="pg1545">
              <a:extLst>
                <a:ext uri="{FF2B5EF4-FFF2-40B4-BE49-F238E27FC236}">
                  <a16:creationId xmlns:a16="http://schemas.microsoft.com/office/drawing/2014/main" id="{74A98DD7-1171-2884-8530-FDCC87C82CEC}"/>
                </a:ext>
              </a:extLst>
            </p:cNvPr>
            <p:cNvSpPr/>
            <p:nvPr/>
          </p:nvSpPr>
          <p:spPr>
            <a:xfrm>
              <a:off x="5066683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96" name="pg1546">
              <a:extLst>
                <a:ext uri="{FF2B5EF4-FFF2-40B4-BE49-F238E27FC236}">
                  <a16:creationId xmlns:a16="http://schemas.microsoft.com/office/drawing/2014/main" id="{3A392167-B2E8-1471-7981-D5C2E8EAFD7E}"/>
                </a:ext>
              </a:extLst>
            </p:cNvPr>
            <p:cNvSpPr/>
            <p:nvPr/>
          </p:nvSpPr>
          <p:spPr>
            <a:xfrm>
              <a:off x="5078320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97" name="pg1547">
              <a:extLst>
                <a:ext uri="{FF2B5EF4-FFF2-40B4-BE49-F238E27FC236}">
                  <a16:creationId xmlns:a16="http://schemas.microsoft.com/office/drawing/2014/main" id="{259CFD7C-B3E8-F574-701F-52BD941B51F3}"/>
                </a:ext>
              </a:extLst>
            </p:cNvPr>
            <p:cNvSpPr/>
            <p:nvPr/>
          </p:nvSpPr>
          <p:spPr>
            <a:xfrm>
              <a:off x="5089957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98" name="pg1548">
              <a:extLst>
                <a:ext uri="{FF2B5EF4-FFF2-40B4-BE49-F238E27FC236}">
                  <a16:creationId xmlns:a16="http://schemas.microsoft.com/office/drawing/2014/main" id="{679B5F84-9762-D330-E7C1-0FCA7A072F28}"/>
                </a:ext>
              </a:extLst>
            </p:cNvPr>
            <p:cNvSpPr/>
            <p:nvPr/>
          </p:nvSpPr>
          <p:spPr>
            <a:xfrm>
              <a:off x="5101595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99" name="pg1549">
              <a:extLst>
                <a:ext uri="{FF2B5EF4-FFF2-40B4-BE49-F238E27FC236}">
                  <a16:creationId xmlns:a16="http://schemas.microsoft.com/office/drawing/2014/main" id="{23498319-C916-4DB2-5072-7B672F495AD4}"/>
                </a:ext>
              </a:extLst>
            </p:cNvPr>
            <p:cNvSpPr/>
            <p:nvPr/>
          </p:nvSpPr>
          <p:spPr>
            <a:xfrm>
              <a:off x="5113232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00" name="pg1550">
              <a:extLst>
                <a:ext uri="{FF2B5EF4-FFF2-40B4-BE49-F238E27FC236}">
                  <a16:creationId xmlns:a16="http://schemas.microsoft.com/office/drawing/2014/main" id="{C0DFAF99-E405-7344-F678-A9654A308D33}"/>
                </a:ext>
              </a:extLst>
            </p:cNvPr>
            <p:cNvSpPr/>
            <p:nvPr/>
          </p:nvSpPr>
          <p:spPr>
            <a:xfrm>
              <a:off x="5124869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01" name="pg1551">
              <a:extLst>
                <a:ext uri="{FF2B5EF4-FFF2-40B4-BE49-F238E27FC236}">
                  <a16:creationId xmlns:a16="http://schemas.microsoft.com/office/drawing/2014/main" id="{E14EDB0A-1BD9-286A-A54A-6C200A9D047C}"/>
                </a:ext>
              </a:extLst>
            </p:cNvPr>
            <p:cNvSpPr/>
            <p:nvPr/>
          </p:nvSpPr>
          <p:spPr>
            <a:xfrm>
              <a:off x="5136507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02" name="pg1552">
              <a:extLst>
                <a:ext uri="{FF2B5EF4-FFF2-40B4-BE49-F238E27FC236}">
                  <a16:creationId xmlns:a16="http://schemas.microsoft.com/office/drawing/2014/main" id="{877625B5-B101-4724-1000-03372EF687B4}"/>
                </a:ext>
              </a:extLst>
            </p:cNvPr>
            <p:cNvSpPr/>
            <p:nvPr/>
          </p:nvSpPr>
          <p:spPr>
            <a:xfrm>
              <a:off x="5148144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03" name="pg1553">
              <a:extLst>
                <a:ext uri="{FF2B5EF4-FFF2-40B4-BE49-F238E27FC236}">
                  <a16:creationId xmlns:a16="http://schemas.microsoft.com/office/drawing/2014/main" id="{3FCE852E-D65A-7C28-E4C6-115010030F87}"/>
                </a:ext>
              </a:extLst>
            </p:cNvPr>
            <p:cNvSpPr/>
            <p:nvPr/>
          </p:nvSpPr>
          <p:spPr>
            <a:xfrm>
              <a:off x="5159781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04" name="pg1554">
              <a:extLst>
                <a:ext uri="{FF2B5EF4-FFF2-40B4-BE49-F238E27FC236}">
                  <a16:creationId xmlns:a16="http://schemas.microsoft.com/office/drawing/2014/main" id="{D90504FC-E731-83E8-EFB6-028D25626236}"/>
                </a:ext>
              </a:extLst>
            </p:cNvPr>
            <p:cNvSpPr/>
            <p:nvPr/>
          </p:nvSpPr>
          <p:spPr>
            <a:xfrm>
              <a:off x="5171419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05" name="pg1555">
              <a:extLst>
                <a:ext uri="{FF2B5EF4-FFF2-40B4-BE49-F238E27FC236}">
                  <a16:creationId xmlns:a16="http://schemas.microsoft.com/office/drawing/2014/main" id="{F2E8DCD8-7A6B-B87B-C6B8-C4868919F00C}"/>
                </a:ext>
              </a:extLst>
            </p:cNvPr>
            <p:cNvSpPr/>
            <p:nvPr/>
          </p:nvSpPr>
          <p:spPr>
            <a:xfrm>
              <a:off x="5183056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06" name="pg1556">
              <a:extLst>
                <a:ext uri="{FF2B5EF4-FFF2-40B4-BE49-F238E27FC236}">
                  <a16:creationId xmlns:a16="http://schemas.microsoft.com/office/drawing/2014/main" id="{DD1725C8-9099-25B4-2E44-6F147B366F57}"/>
                </a:ext>
              </a:extLst>
            </p:cNvPr>
            <p:cNvSpPr/>
            <p:nvPr/>
          </p:nvSpPr>
          <p:spPr>
            <a:xfrm>
              <a:off x="5194693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07" name="pg1557">
              <a:extLst>
                <a:ext uri="{FF2B5EF4-FFF2-40B4-BE49-F238E27FC236}">
                  <a16:creationId xmlns:a16="http://schemas.microsoft.com/office/drawing/2014/main" id="{92395063-88D0-A2FD-E81E-BDA63DF07E95}"/>
                </a:ext>
              </a:extLst>
            </p:cNvPr>
            <p:cNvSpPr/>
            <p:nvPr/>
          </p:nvSpPr>
          <p:spPr>
            <a:xfrm>
              <a:off x="5206331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08" name="pg1558">
              <a:extLst>
                <a:ext uri="{FF2B5EF4-FFF2-40B4-BE49-F238E27FC236}">
                  <a16:creationId xmlns:a16="http://schemas.microsoft.com/office/drawing/2014/main" id="{24F2FBEE-B480-F614-C8B7-5DD178908D57}"/>
                </a:ext>
              </a:extLst>
            </p:cNvPr>
            <p:cNvSpPr/>
            <p:nvPr/>
          </p:nvSpPr>
          <p:spPr>
            <a:xfrm>
              <a:off x="5217968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09" name="pg1559">
              <a:extLst>
                <a:ext uri="{FF2B5EF4-FFF2-40B4-BE49-F238E27FC236}">
                  <a16:creationId xmlns:a16="http://schemas.microsoft.com/office/drawing/2014/main" id="{5F127AA8-F9B1-6FAE-F356-79F682F0D530}"/>
                </a:ext>
              </a:extLst>
            </p:cNvPr>
            <p:cNvSpPr/>
            <p:nvPr/>
          </p:nvSpPr>
          <p:spPr>
            <a:xfrm>
              <a:off x="5055045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10" name="pg1560">
              <a:extLst>
                <a:ext uri="{FF2B5EF4-FFF2-40B4-BE49-F238E27FC236}">
                  <a16:creationId xmlns:a16="http://schemas.microsoft.com/office/drawing/2014/main" id="{0EF8A076-3698-BC1A-6DBD-044CE0F55744}"/>
                </a:ext>
              </a:extLst>
            </p:cNvPr>
            <p:cNvSpPr/>
            <p:nvPr/>
          </p:nvSpPr>
          <p:spPr>
            <a:xfrm>
              <a:off x="5066683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11" name="pg1561">
              <a:extLst>
                <a:ext uri="{FF2B5EF4-FFF2-40B4-BE49-F238E27FC236}">
                  <a16:creationId xmlns:a16="http://schemas.microsoft.com/office/drawing/2014/main" id="{183C0E34-1F99-FB3D-33D0-7C623FD64487}"/>
                </a:ext>
              </a:extLst>
            </p:cNvPr>
            <p:cNvSpPr/>
            <p:nvPr/>
          </p:nvSpPr>
          <p:spPr>
            <a:xfrm>
              <a:off x="5078320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12" name="pg1562">
              <a:extLst>
                <a:ext uri="{FF2B5EF4-FFF2-40B4-BE49-F238E27FC236}">
                  <a16:creationId xmlns:a16="http://schemas.microsoft.com/office/drawing/2014/main" id="{3125E7DD-41BF-C0AC-1C64-E9F535F3B978}"/>
                </a:ext>
              </a:extLst>
            </p:cNvPr>
            <p:cNvSpPr/>
            <p:nvPr/>
          </p:nvSpPr>
          <p:spPr>
            <a:xfrm>
              <a:off x="5089957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13" name="pg1563">
              <a:extLst>
                <a:ext uri="{FF2B5EF4-FFF2-40B4-BE49-F238E27FC236}">
                  <a16:creationId xmlns:a16="http://schemas.microsoft.com/office/drawing/2014/main" id="{612E5942-CA46-7E0A-EC8B-1D34A9F3D189}"/>
                </a:ext>
              </a:extLst>
            </p:cNvPr>
            <p:cNvSpPr/>
            <p:nvPr/>
          </p:nvSpPr>
          <p:spPr>
            <a:xfrm>
              <a:off x="5101595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14" name="pg1564">
              <a:extLst>
                <a:ext uri="{FF2B5EF4-FFF2-40B4-BE49-F238E27FC236}">
                  <a16:creationId xmlns:a16="http://schemas.microsoft.com/office/drawing/2014/main" id="{8CA9FA03-C00F-15F2-4C2B-2F2DA44135C3}"/>
                </a:ext>
              </a:extLst>
            </p:cNvPr>
            <p:cNvSpPr/>
            <p:nvPr/>
          </p:nvSpPr>
          <p:spPr>
            <a:xfrm>
              <a:off x="5113232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15" name="pg1565">
              <a:extLst>
                <a:ext uri="{FF2B5EF4-FFF2-40B4-BE49-F238E27FC236}">
                  <a16:creationId xmlns:a16="http://schemas.microsoft.com/office/drawing/2014/main" id="{BB43710C-75D4-1FA3-65B1-82C312CC1CF6}"/>
                </a:ext>
              </a:extLst>
            </p:cNvPr>
            <p:cNvSpPr/>
            <p:nvPr/>
          </p:nvSpPr>
          <p:spPr>
            <a:xfrm>
              <a:off x="5124869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16" name="pg1566">
              <a:extLst>
                <a:ext uri="{FF2B5EF4-FFF2-40B4-BE49-F238E27FC236}">
                  <a16:creationId xmlns:a16="http://schemas.microsoft.com/office/drawing/2014/main" id="{BE62880E-852B-ED84-6115-70824DE89A4A}"/>
                </a:ext>
              </a:extLst>
            </p:cNvPr>
            <p:cNvSpPr/>
            <p:nvPr/>
          </p:nvSpPr>
          <p:spPr>
            <a:xfrm>
              <a:off x="5136507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17" name="pg1567">
              <a:extLst>
                <a:ext uri="{FF2B5EF4-FFF2-40B4-BE49-F238E27FC236}">
                  <a16:creationId xmlns:a16="http://schemas.microsoft.com/office/drawing/2014/main" id="{603F0BB1-C9EF-5F34-20ED-2D7921C9849D}"/>
                </a:ext>
              </a:extLst>
            </p:cNvPr>
            <p:cNvSpPr/>
            <p:nvPr/>
          </p:nvSpPr>
          <p:spPr>
            <a:xfrm>
              <a:off x="5148144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18" name="pg1568">
              <a:extLst>
                <a:ext uri="{FF2B5EF4-FFF2-40B4-BE49-F238E27FC236}">
                  <a16:creationId xmlns:a16="http://schemas.microsoft.com/office/drawing/2014/main" id="{8F8800D7-ADC0-4F68-8529-CA0E44361B74}"/>
                </a:ext>
              </a:extLst>
            </p:cNvPr>
            <p:cNvSpPr/>
            <p:nvPr/>
          </p:nvSpPr>
          <p:spPr>
            <a:xfrm>
              <a:off x="5159781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19" name="pg1569">
              <a:extLst>
                <a:ext uri="{FF2B5EF4-FFF2-40B4-BE49-F238E27FC236}">
                  <a16:creationId xmlns:a16="http://schemas.microsoft.com/office/drawing/2014/main" id="{06D2736C-50E2-2246-70F4-D202B4E6F324}"/>
                </a:ext>
              </a:extLst>
            </p:cNvPr>
            <p:cNvSpPr/>
            <p:nvPr/>
          </p:nvSpPr>
          <p:spPr>
            <a:xfrm>
              <a:off x="5171419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20" name="pg1570">
              <a:extLst>
                <a:ext uri="{FF2B5EF4-FFF2-40B4-BE49-F238E27FC236}">
                  <a16:creationId xmlns:a16="http://schemas.microsoft.com/office/drawing/2014/main" id="{577CE995-0552-6D20-0BB1-2E20309FCF99}"/>
                </a:ext>
              </a:extLst>
            </p:cNvPr>
            <p:cNvSpPr/>
            <p:nvPr/>
          </p:nvSpPr>
          <p:spPr>
            <a:xfrm>
              <a:off x="5183056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21" name="pg1571">
              <a:extLst>
                <a:ext uri="{FF2B5EF4-FFF2-40B4-BE49-F238E27FC236}">
                  <a16:creationId xmlns:a16="http://schemas.microsoft.com/office/drawing/2014/main" id="{0821C8FC-3D7F-C688-B61B-C4A7D2FFE346}"/>
                </a:ext>
              </a:extLst>
            </p:cNvPr>
            <p:cNvSpPr/>
            <p:nvPr/>
          </p:nvSpPr>
          <p:spPr>
            <a:xfrm>
              <a:off x="5194693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22" name="pg1572">
              <a:extLst>
                <a:ext uri="{FF2B5EF4-FFF2-40B4-BE49-F238E27FC236}">
                  <a16:creationId xmlns:a16="http://schemas.microsoft.com/office/drawing/2014/main" id="{8C2B875B-1A22-2333-AEFD-8884875C4F28}"/>
                </a:ext>
              </a:extLst>
            </p:cNvPr>
            <p:cNvSpPr/>
            <p:nvPr/>
          </p:nvSpPr>
          <p:spPr>
            <a:xfrm>
              <a:off x="5206331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23" name="pg1573">
              <a:extLst>
                <a:ext uri="{FF2B5EF4-FFF2-40B4-BE49-F238E27FC236}">
                  <a16:creationId xmlns:a16="http://schemas.microsoft.com/office/drawing/2014/main" id="{A893B1C4-FB26-1049-1097-4CC37631FA4D}"/>
                </a:ext>
              </a:extLst>
            </p:cNvPr>
            <p:cNvSpPr/>
            <p:nvPr/>
          </p:nvSpPr>
          <p:spPr>
            <a:xfrm>
              <a:off x="5217968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24" name="pg1574">
              <a:extLst>
                <a:ext uri="{FF2B5EF4-FFF2-40B4-BE49-F238E27FC236}">
                  <a16:creationId xmlns:a16="http://schemas.microsoft.com/office/drawing/2014/main" id="{5262B115-A66C-EC4E-0CE5-7A0F7C192384}"/>
                </a:ext>
              </a:extLst>
            </p:cNvPr>
            <p:cNvSpPr/>
            <p:nvPr/>
          </p:nvSpPr>
          <p:spPr>
            <a:xfrm>
              <a:off x="5008496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25" name="pg1575">
              <a:extLst>
                <a:ext uri="{FF2B5EF4-FFF2-40B4-BE49-F238E27FC236}">
                  <a16:creationId xmlns:a16="http://schemas.microsoft.com/office/drawing/2014/main" id="{25A753FC-88D8-D43B-00BD-86C6BD412F73}"/>
                </a:ext>
              </a:extLst>
            </p:cNvPr>
            <p:cNvSpPr/>
            <p:nvPr/>
          </p:nvSpPr>
          <p:spPr>
            <a:xfrm>
              <a:off x="502013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26" name="pg1576">
              <a:extLst>
                <a:ext uri="{FF2B5EF4-FFF2-40B4-BE49-F238E27FC236}">
                  <a16:creationId xmlns:a16="http://schemas.microsoft.com/office/drawing/2014/main" id="{6700D7AE-A21F-DD36-8C07-57566F89DC83}"/>
                </a:ext>
              </a:extLst>
            </p:cNvPr>
            <p:cNvSpPr/>
            <p:nvPr/>
          </p:nvSpPr>
          <p:spPr>
            <a:xfrm>
              <a:off x="503177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27" name="pg1577">
              <a:extLst>
                <a:ext uri="{FF2B5EF4-FFF2-40B4-BE49-F238E27FC236}">
                  <a16:creationId xmlns:a16="http://schemas.microsoft.com/office/drawing/2014/main" id="{D7E2C487-3C80-AF49-261F-FC931E7A3C5C}"/>
                </a:ext>
              </a:extLst>
            </p:cNvPr>
            <p:cNvSpPr/>
            <p:nvPr/>
          </p:nvSpPr>
          <p:spPr>
            <a:xfrm>
              <a:off x="5043408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28" name="pg1578">
              <a:extLst>
                <a:ext uri="{FF2B5EF4-FFF2-40B4-BE49-F238E27FC236}">
                  <a16:creationId xmlns:a16="http://schemas.microsoft.com/office/drawing/2014/main" id="{AE415BE4-CB28-A27D-E51D-0C4AFC0B2530}"/>
                </a:ext>
              </a:extLst>
            </p:cNvPr>
            <p:cNvSpPr/>
            <p:nvPr/>
          </p:nvSpPr>
          <p:spPr>
            <a:xfrm>
              <a:off x="5055045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29" name="pg1579">
              <a:extLst>
                <a:ext uri="{FF2B5EF4-FFF2-40B4-BE49-F238E27FC236}">
                  <a16:creationId xmlns:a16="http://schemas.microsoft.com/office/drawing/2014/main" id="{154A1729-C287-7BF1-C4BC-7B83CD13F62A}"/>
                </a:ext>
              </a:extLst>
            </p:cNvPr>
            <p:cNvSpPr/>
            <p:nvPr/>
          </p:nvSpPr>
          <p:spPr>
            <a:xfrm>
              <a:off x="506668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30" name="pg1580">
              <a:extLst>
                <a:ext uri="{FF2B5EF4-FFF2-40B4-BE49-F238E27FC236}">
                  <a16:creationId xmlns:a16="http://schemas.microsoft.com/office/drawing/2014/main" id="{E813D495-2F0A-7C4A-CE24-FCCC1069C8D1}"/>
                </a:ext>
              </a:extLst>
            </p:cNvPr>
            <p:cNvSpPr/>
            <p:nvPr/>
          </p:nvSpPr>
          <p:spPr>
            <a:xfrm>
              <a:off x="5078320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31" name="pg1581">
              <a:extLst>
                <a:ext uri="{FF2B5EF4-FFF2-40B4-BE49-F238E27FC236}">
                  <a16:creationId xmlns:a16="http://schemas.microsoft.com/office/drawing/2014/main" id="{A15C0681-1653-9113-277C-13A081B154EA}"/>
                </a:ext>
              </a:extLst>
            </p:cNvPr>
            <p:cNvSpPr/>
            <p:nvPr/>
          </p:nvSpPr>
          <p:spPr>
            <a:xfrm>
              <a:off x="5089957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32" name="pg1582">
              <a:extLst>
                <a:ext uri="{FF2B5EF4-FFF2-40B4-BE49-F238E27FC236}">
                  <a16:creationId xmlns:a16="http://schemas.microsoft.com/office/drawing/2014/main" id="{4FD65169-D46E-297C-BEB5-CDA8FBD13AA5}"/>
                </a:ext>
              </a:extLst>
            </p:cNvPr>
            <p:cNvSpPr/>
            <p:nvPr/>
          </p:nvSpPr>
          <p:spPr>
            <a:xfrm>
              <a:off x="5101595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33" name="pg1583">
              <a:extLst>
                <a:ext uri="{FF2B5EF4-FFF2-40B4-BE49-F238E27FC236}">
                  <a16:creationId xmlns:a16="http://schemas.microsoft.com/office/drawing/2014/main" id="{744E8DF3-F5B8-8764-9EA1-53D159C46E65}"/>
                </a:ext>
              </a:extLst>
            </p:cNvPr>
            <p:cNvSpPr/>
            <p:nvPr/>
          </p:nvSpPr>
          <p:spPr>
            <a:xfrm>
              <a:off x="5113232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34" name="pg1584">
              <a:extLst>
                <a:ext uri="{FF2B5EF4-FFF2-40B4-BE49-F238E27FC236}">
                  <a16:creationId xmlns:a16="http://schemas.microsoft.com/office/drawing/2014/main" id="{D5B1B685-A24F-906E-0260-BAA43B5749F1}"/>
                </a:ext>
              </a:extLst>
            </p:cNvPr>
            <p:cNvSpPr/>
            <p:nvPr/>
          </p:nvSpPr>
          <p:spPr>
            <a:xfrm>
              <a:off x="5124869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35" name="pg1585">
              <a:extLst>
                <a:ext uri="{FF2B5EF4-FFF2-40B4-BE49-F238E27FC236}">
                  <a16:creationId xmlns:a16="http://schemas.microsoft.com/office/drawing/2014/main" id="{27A08605-A655-F746-DCA9-B1311ED73AFE}"/>
                </a:ext>
              </a:extLst>
            </p:cNvPr>
            <p:cNvSpPr/>
            <p:nvPr/>
          </p:nvSpPr>
          <p:spPr>
            <a:xfrm>
              <a:off x="5136507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36" name="pg1586">
              <a:extLst>
                <a:ext uri="{FF2B5EF4-FFF2-40B4-BE49-F238E27FC236}">
                  <a16:creationId xmlns:a16="http://schemas.microsoft.com/office/drawing/2014/main" id="{A6BC455B-B869-B997-DEFE-9DA3391CE4F2}"/>
                </a:ext>
              </a:extLst>
            </p:cNvPr>
            <p:cNvSpPr/>
            <p:nvPr/>
          </p:nvSpPr>
          <p:spPr>
            <a:xfrm>
              <a:off x="5148144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37" name="pg1587">
              <a:extLst>
                <a:ext uri="{FF2B5EF4-FFF2-40B4-BE49-F238E27FC236}">
                  <a16:creationId xmlns:a16="http://schemas.microsoft.com/office/drawing/2014/main" id="{03A39D39-F0E5-420B-F683-96D237613246}"/>
                </a:ext>
              </a:extLst>
            </p:cNvPr>
            <p:cNvSpPr/>
            <p:nvPr/>
          </p:nvSpPr>
          <p:spPr>
            <a:xfrm>
              <a:off x="515978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38" name="pg1588">
              <a:extLst>
                <a:ext uri="{FF2B5EF4-FFF2-40B4-BE49-F238E27FC236}">
                  <a16:creationId xmlns:a16="http://schemas.microsoft.com/office/drawing/2014/main" id="{B3288E07-F55A-84EB-6529-A691925E069C}"/>
                </a:ext>
              </a:extLst>
            </p:cNvPr>
            <p:cNvSpPr/>
            <p:nvPr/>
          </p:nvSpPr>
          <p:spPr>
            <a:xfrm>
              <a:off x="5171419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39" name="pg1589">
              <a:extLst>
                <a:ext uri="{FF2B5EF4-FFF2-40B4-BE49-F238E27FC236}">
                  <a16:creationId xmlns:a16="http://schemas.microsoft.com/office/drawing/2014/main" id="{EDF7689F-02B9-95E5-9E82-E330623B2688}"/>
                </a:ext>
              </a:extLst>
            </p:cNvPr>
            <p:cNvSpPr/>
            <p:nvPr/>
          </p:nvSpPr>
          <p:spPr>
            <a:xfrm>
              <a:off x="5183056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40" name="pg1590">
              <a:extLst>
                <a:ext uri="{FF2B5EF4-FFF2-40B4-BE49-F238E27FC236}">
                  <a16:creationId xmlns:a16="http://schemas.microsoft.com/office/drawing/2014/main" id="{E07509D8-36F0-669C-CF40-92664631817C}"/>
                </a:ext>
              </a:extLst>
            </p:cNvPr>
            <p:cNvSpPr/>
            <p:nvPr/>
          </p:nvSpPr>
          <p:spPr>
            <a:xfrm>
              <a:off x="519469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41" name="pg1591">
              <a:extLst>
                <a:ext uri="{FF2B5EF4-FFF2-40B4-BE49-F238E27FC236}">
                  <a16:creationId xmlns:a16="http://schemas.microsoft.com/office/drawing/2014/main" id="{9A3B8DD9-BE36-3914-31FE-2BA687AA991F}"/>
                </a:ext>
              </a:extLst>
            </p:cNvPr>
            <p:cNvSpPr/>
            <p:nvPr/>
          </p:nvSpPr>
          <p:spPr>
            <a:xfrm>
              <a:off x="520633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42" name="pg1592">
              <a:extLst>
                <a:ext uri="{FF2B5EF4-FFF2-40B4-BE49-F238E27FC236}">
                  <a16:creationId xmlns:a16="http://schemas.microsoft.com/office/drawing/2014/main" id="{8700BDB5-5DF0-4A62-24C6-5DF513D8DAB9}"/>
                </a:ext>
              </a:extLst>
            </p:cNvPr>
            <p:cNvSpPr/>
            <p:nvPr/>
          </p:nvSpPr>
          <p:spPr>
            <a:xfrm>
              <a:off x="499685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43" name="pg1593">
              <a:extLst>
                <a:ext uri="{FF2B5EF4-FFF2-40B4-BE49-F238E27FC236}">
                  <a16:creationId xmlns:a16="http://schemas.microsoft.com/office/drawing/2014/main" id="{2C2A6620-4CCF-C795-F90B-7592313E25B1}"/>
                </a:ext>
              </a:extLst>
            </p:cNvPr>
            <p:cNvSpPr/>
            <p:nvPr/>
          </p:nvSpPr>
          <p:spPr>
            <a:xfrm>
              <a:off x="5008496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44" name="pg1594">
              <a:extLst>
                <a:ext uri="{FF2B5EF4-FFF2-40B4-BE49-F238E27FC236}">
                  <a16:creationId xmlns:a16="http://schemas.microsoft.com/office/drawing/2014/main" id="{BC351162-665D-0EE3-5D11-45FA39ACB82C}"/>
                </a:ext>
              </a:extLst>
            </p:cNvPr>
            <p:cNvSpPr/>
            <p:nvPr/>
          </p:nvSpPr>
          <p:spPr>
            <a:xfrm>
              <a:off x="502013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45" name="pg1595">
              <a:extLst>
                <a:ext uri="{FF2B5EF4-FFF2-40B4-BE49-F238E27FC236}">
                  <a16:creationId xmlns:a16="http://schemas.microsoft.com/office/drawing/2014/main" id="{B4AE6870-A8F0-0352-01EE-B086A57E45BC}"/>
                </a:ext>
              </a:extLst>
            </p:cNvPr>
            <p:cNvSpPr/>
            <p:nvPr/>
          </p:nvSpPr>
          <p:spPr>
            <a:xfrm>
              <a:off x="503177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46" name="pg1596">
              <a:extLst>
                <a:ext uri="{FF2B5EF4-FFF2-40B4-BE49-F238E27FC236}">
                  <a16:creationId xmlns:a16="http://schemas.microsoft.com/office/drawing/2014/main" id="{1D775CC3-969C-9B39-0B32-A626A901BA79}"/>
                </a:ext>
              </a:extLst>
            </p:cNvPr>
            <p:cNvSpPr/>
            <p:nvPr/>
          </p:nvSpPr>
          <p:spPr>
            <a:xfrm>
              <a:off x="5043408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47" name="pg1597">
              <a:extLst>
                <a:ext uri="{FF2B5EF4-FFF2-40B4-BE49-F238E27FC236}">
                  <a16:creationId xmlns:a16="http://schemas.microsoft.com/office/drawing/2014/main" id="{301F932E-EF2E-0B44-AC93-13D4300BEBCE}"/>
                </a:ext>
              </a:extLst>
            </p:cNvPr>
            <p:cNvSpPr/>
            <p:nvPr/>
          </p:nvSpPr>
          <p:spPr>
            <a:xfrm>
              <a:off x="5055045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48" name="pg1598">
              <a:extLst>
                <a:ext uri="{FF2B5EF4-FFF2-40B4-BE49-F238E27FC236}">
                  <a16:creationId xmlns:a16="http://schemas.microsoft.com/office/drawing/2014/main" id="{3CDA7131-8CA0-7CB6-038F-5B95C98144F7}"/>
                </a:ext>
              </a:extLst>
            </p:cNvPr>
            <p:cNvSpPr/>
            <p:nvPr/>
          </p:nvSpPr>
          <p:spPr>
            <a:xfrm>
              <a:off x="506668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49" name="pg1599">
              <a:extLst>
                <a:ext uri="{FF2B5EF4-FFF2-40B4-BE49-F238E27FC236}">
                  <a16:creationId xmlns:a16="http://schemas.microsoft.com/office/drawing/2014/main" id="{DAAE9740-298C-A082-C589-50D544109337}"/>
                </a:ext>
              </a:extLst>
            </p:cNvPr>
            <p:cNvSpPr/>
            <p:nvPr/>
          </p:nvSpPr>
          <p:spPr>
            <a:xfrm>
              <a:off x="5078320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50" name="pg1600">
              <a:extLst>
                <a:ext uri="{FF2B5EF4-FFF2-40B4-BE49-F238E27FC236}">
                  <a16:creationId xmlns:a16="http://schemas.microsoft.com/office/drawing/2014/main" id="{DD39D561-6B79-1D06-1C05-993F99B93A69}"/>
                </a:ext>
              </a:extLst>
            </p:cNvPr>
            <p:cNvSpPr/>
            <p:nvPr/>
          </p:nvSpPr>
          <p:spPr>
            <a:xfrm>
              <a:off x="5089957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51" name="pg1601">
              <a:extLst>
                <a:ext uri="{FF2B5EF4-FFF2-40B4-BE49-F238E27FC236}">
                  <a16:creationId xmlns:a16="http://schemas.microsoft.com/office/drawing/2014/main" id="{51CB184F-1072-4350-00A2-9F708A9A0B9C}"/>
                </a:ext>
              </a:extLst>
            </p:cNvPr>
            <p:cNvSpPr/>
            <p:nvPr/>
          </p:nvSpPr>
          <p:spPr>
            <a:xfrm>
              <a:off x="5101595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52" name="pg1602">
              <a:extLst>
                <a:ext uri="{FF2B5EF4-FFF2-40B4-BE49-F238E27FC236}">
                  <a16:creationId xmlns:a16="http://schemas.microsoft.com/office/drawing/2014/main" id="{CE5E2302-F3DB-E3BA-2210-AD483E9160A9}"/>
                </a:ext>
              </a:extLst>
            </p:cNvPr>
            <p:cNvSpPr/>
            <p:nvPr/>
          </p:nvSpPr>
          <p:spPr>
            <a:xfrm>
              <a:off x="5113232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53" name="pg1603">
              <a:extLst>
                <a:ext uri="{FF2B5EF4-FFF2-40B4-BE49-F238E27FC236}">
                  <a16:creationId xmlns:a16="http://schemas.microsoft.com/office/drawing/2014/main" id="{C6E9267A-65B5-9DFD-3210-80C94C6CE6DD}"/>
                </a:ext>
              </a:extLst>
            </p:cNvPr>
            <p:cNvSpPr/>
            <p:nvPr/>
          </p:nvSpPr>
          <p:spPr>
            <a:xfrm>
              <a:off x="512486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54" name="pg1604">
              <a:extLst>
                <a:ext uri="{FF2B5EF4-FFF2-40B4-BE49-F238E27FC236}">
                  <a16:creationId xmlns:a16="http://schemas.microsoft.com/office/drawing/2014/main" id="{23A8B701-D285-596A-DBAA-A4FAA578F713}"/>
                </a:ext>
              </a:extLst>
            </p:cNvPr>
            <p:cNvSpPr/>
            <p:nvPr/>
          </p:nvSpPr>
          <p:spPr>
            <a:xfrm>
              <a:off x="5136507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55" name="pg1605">
              <a:extLst>
                <a:ext uri="{FF2B5EF4-FFF2-40B4-BE49-F238E27FC236}">
                  <a16:creationId xmlns:a16="http://schemas.microsoft.com/office/drawing/2014/main" id="{8BB3CF45-7377-08F0-F6CA-7F9984F19C1C}"/>
                </a:ext>
              </a:extLst>
            </p:cNvPr>
            <p:cNvSpPr/>
            <p:nvPr/>
          </p:nvSpPr>
          <p:spPr>
            <a:xfrm>
              <a:off x="5148144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56" name="pg1606">
              <a:extLst>
                <a:ext uri="{FF2B5EF4-FFF2-40B4-BE49-F238E27FC236}">
                  <a16:creationId xmlns:a16="http://schemas.microsoft.com/office/drawing/2014/main" id="{D001DB77-BD9C-E956-4C59-C84AB2D86F7B}"/>
                </a:ext>
              </a:extLst>
            </p:cNvPr>
            <p:cNvSpPr/>
            <p:nvPr/>
          </p:nvSpPr>
          <p:spPr>
            <a:xfrm>
              <a:off x="515978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57" name="pg1607">
              <a:extLst>
                <a:ext uri="{FF2B5EF4-FFF2-40B4-BE49-F238E27FC236}">
                  <a16:creationId xmlns:a16="http://schemas.microsoft.com/office/drawing/2014/main" id="{73F2A3FB-9B26-905F-E8F2-25DCE3954454}"/>
                </a:ext>
              </a:extLst>
            </p:cNvPr>
            <p:cNvSpPr/>
            <p:nvPr/>
          </p:nvSpPr>
          <p:spPr>
            <a:xfrm>
              <a:off x="517141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58" name="pg1608">
              <a:extLst>
                <a:ext uri="{FF2B5EF4-FFF2-40B4-BE49-F238E27FC236}">
                  <a16:creationId xmlns:a16="http://schemas.microsoft.com/office/drawing/2014/main" id="{5B01EA55-9AE3-3F6D-F086-3112C1F0AAF6}"/>
                </a:ext>
              </a:extLst>
            </p:cNvPr>
            <p:cNvSpPr/>
            <p:nvPr/>
          </p:nvSpPr>
          <p:spPr>
            <a:xfrm>
              <a:off x="5183056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59" name="pg1609">
              <a:extLst>
                <a:ext uri="{FF2B5EF4-FFF2-40B4-BE49-F238E27FC236}">
                  <a16:creationId xmlns:a16="http://schemas.microsoft.com/office/drawing/2014/main" id="{3C47BE64-6B69-9DD5-AE13-12FB9AB7785B}"/>
                </a:ext>
              </a:extLst>
            </p:cNvPr>
            <p:cNvSpPr/>
            <p:nvPr/>
          </p:nvSpPr>
          <p:spPr>
            <a:xfrm>
              <a:off x="519469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60" name="pg1610">
              <a:extLst>
                <a:ext uri="{FF2B5EF4-FFF2-40B4-BE49-F238E27FC236}">
                  <a16:creationId xmlns:a16="http://schemas.microsoft.com/office/drawing/2014/main" id="{CD78B075-3540-5D77-D1A0-5A5106D5C76A}"/>
                </a:ext>
              </a:extLst>
            </p:cNvPr>
            <p:cNvSpPr/>
            <p:nvPr/>
          </p:nvSpPr>
          <p:spPr>
            <a:xfrm>
              <a:off x="520633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61" name="pg1611">
              <a:extLst>
                <a:ext uri="{FF2B5EF4-FFF2-40B4-BE49-F238E27FC236}">
                  <a16:creationId xmlns:a16="http://schemas.microsoft.com/office/drawing/2014/main" id="{CF6E2CC1-A5C2-EEAB-437E-C2600071C54E}"/>
                </a:ext>
              </a:extLst>
            </p:cNvPr>
            <p:cNvSpPr/>
            <p:nvPr/>
          </p:nvSpPr>
          <p:spPr>
            <a:xfrm>
              <a:off x="499685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62" name="pg1612">
              <a:extLst>
                <a:ext uri="{FF2B5EF4-FFF2-40B4-BE49-F238E27FC236}">
                  <a16:creationId xmlns:a16="http://schemas.microsoft.com/office/drawing/2014/main" id="{99C91B6E-0BC4-D6CF-D0DA-C913A0EAD7A8}"/>
                </a:ext>
              </a:extLst>
            </p:cNvPr>
            <p:cNvSpPr/>
            <p:nvPr/>
          </p:nvSpPr>
          <p:spPr>
            <a:xfrm>
              <a:off x="5008496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63" name="pg1613">
              <a:extLst>
                <a:ext uri="{FF2B5EF4-FFF2-40B4-BE49-F238E27FC236}">
                  <a16:creationId xmlns:a16="http://schemas.microsoft.com/office/drawing/2014/main" id="{4BB24A48-76DA-212C-AF66-F0FD9B500A7C}"/>
                </a:ext>
              </a:extLst>
            </p:cNvPr>
            <p:cNvSpPr/>
            <p:nvPr/>
          </p:nvSpPr>
          <p:spPr>
            <a:xfrm>
              <a:off x="502013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64" name="pg1614">
              <a:extLst>
                <a:ext uri="{FF2B5EF4-FFF2-40B4-BE49-F238E27FC236}">
                  <a16:creationId xmlns:a16="http://schemas.microsoft.com/office/drawing/2014/main" id="{DF56DA48-C4A3-5572-5644-BF9C6F2D0B14}"/>
                </a:ext>
              </a:extLst>
            </p:cNvPr>
            <p:cNvSpPr/>
            <p:nvPr/>
          </p:nvSpPr>
          <p:spPr>
            <a:xfrm>
              <a:off x="5031771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65" name="pg1615">
              <a:extLst>
                <a:ext uri="{FF2B5EF4-FFF2-40B4-BE49-F238E27FC236}">
                  <a16:creationId xmlns:a16="http://schemas.microsoft.com/office/drawing/2014/main" id="{11983AE0-964A-84C9-51E3-23937800A9B8}"/>
                </a:ext>
              </a:extLst>
            </p:cNvPr>
            <p:cNvSpPr/>
            <p:nvPr/>
          </p:nvSpPr>
          <p:spPr>
            <a:xfrm>
              <a:off x="5043408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66" name="pg1616">
              <a:extLst>
                <a:ext uri="{FF2B5EF4-FFF2-40B4-BE49-F238E27FC236}">
                  <a16:creationId xmlns:a16="http://schemas.microsoft.com/office/drawing/2014/main" id="{2933D475-0E8B-D567-27C6-2866FDED7DD4}"/>
                </a:ext>
              </a:extLst>
            </p:cNvPr>
            <p:cNvSpPr/>
            <p:nvPr/>
          </p:nvSpPr>
          <p:spPr>
            <a:xfrm>
              <a:off x="5055045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67" name="pg1617">
              <a:extLst>
                <a:ext uri="{FF2B5EF4-FFF2-40B4-BE49-F238E27FC236}">
                  <a16:creationId xmlns:a16="http://schemas.microsoft.com/office/drawing/2014/main" id="{CB6AFA6F-6F0C-2C06-5DE0-EE246208D2DF}"/>
                </a:ext>
              </a:extLst>
            </p:cNvPr>
            <p:cNvSpPr/>
            <p:nvPr/>
          </p:nvSpPr>
          <p:spPr>
            <a:xfrm>
              <a:off x="506668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68" name="pg1618">
              <a:extLst>
                <a:ext uri="{FF2B5EF4-FFF2-40B4-BE49-F238E27FC236}">
                  <a16:creationId xmlns:a16="http://schemas.microsoft.com/office/drawing/2014/main" id="{8E141406-D367-9111-5F43-DAC7D806470C}"/>
                </a:ext>
              </a:extLst>
            </p:cNvPr>
            <p:cNvSpPr/>
            <p:nvPr/>
          </p:nvSpPr>
          <p:spPr>
            <a:xfrm>
              <a:off x="5078320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69" name="pg1619">
              <a:extLst>
                <a:ext uri="{FF2B5EF4-FFF2-40B4-BE49-F238E27FC236}">
                  <a16:creationId xmlns:a16="http://schemas.microsoft.com/office/drawing/2014/main" id="{06995DB6-DE5F-2769-2234-39F6660C81ED}"/>
                </a:ext>
              </a:extLst>
            </p:cNvPr>
            <p:cNvSpPr/>
            <p:nvPr/>
          </p:nvSpPr>
          <p:spPr>
            <a:xfrm>
              <a:off x="5089957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70" name="pg1620">
              <a:extLst>
                <a:ext uri="{FF2B5EF4-FFF2-40B4-BE49-F238E27FC236}">
                  <a16:creationId xmlns:a16="http://schemas.microsoft.com/office/drawing/2014/main" id="{2F03DE1F-9078-292C-467F-FEB7DEDC9313}"/>
                </a:ext>
              </a:extLst>
            </p:cNvPr>
            <p:cNvSpPr/>
            <p:nvPr/>
          </p:nvSpPr>
          <p:spPr>
            <a:xfrm>
              <a:off x="5101595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71" name="pg1621">
              <a:extLst>
                <a:ext uri="{FF2B5EF4-FFF2-40B4-BE49-F238E27FC236}">
                  <a16:creationId xmlns:a16="http://schemas.microsoft.com/office/drawing/2014/main" id="{8F40735D-4B9E-41A4-D4A6-FD95EADA421A}"/>
                </a:ext>
              </a:extLst>
            </p:cNvPr>
            <p:cNvSpPr/>
            <p:nvPr/>
          </p:nvSpPr>
          <p:spPr>
            <a:xfrm>
              <a:off x="5113232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72" name="pg1622">
              <a:extLst>
                <a:ext uri="{FF2B5EF4-FFF2-40B4-BE49-F238E27FC236}">
                  <a16:creationId xmlns:a16="http://schemas.microsoft.com/office/drawing/2014/main" id="{F3E8DCC1-5E19-E1C7-C956-78BB4FEE5BFB}"/>
                </a:ext>
              </a:extLst>
            </p:cNvPr>
            <p:cNvSpPr/>
            <p:nvPr/>
          </p:nvSpPr>
          <p:spPr>
            <a:xfrm>
              <a:off x="512486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73" name="pg1623">
              <a:extLst>
                <a:ext uri="{FF2B5EF4-FFF2-40B4-BE49-F238E27FC236}">
                  <a16:creationId xmlns:a16="http://schemas.microsoft.com/office/drawing/2014/main" id="{B57EAEA3-5B5A-3275-BBEB-B0328E9FDCDF}"/>
                </a:ext>
              </a:extLst>
            </p:cNvPr>
            <p:cNvSpPr/>
            <p:nvPr/>
          </p:nvSpPr>
          <p:spPr>
            <a:xfrm>
              <a:off x="5136507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74" name="pg1624">
              <a:extLst>
                <a:ext uri="{FF2B5EF4-FFF2-40B4-BE49-F238E27FC236}">
                  <a16:creationId xmlns:a16="http://schemas.microsoft.com/office/drawing/2014/main" id="{C4569F11-E6EF-08C3-8610-5C4259BF96D4}"/>
                </a:ext>
              </a:extLst>
            </p:cNvPr>
            <p:cNvSpPr/>
            <p:nvPr/>
          </p:nvSpPr>
          <p:spPr>
            <a:xfrm>
              <a:off x="5148144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75" name="pg1625">
              <a:extLst>
                <a:ext uri="{FF2B5EF4-FFF2-40B4-BE49-F238E27FC236}">
                  <a16:creationId xmlns:a16="http://schemas.microsoft.com/office/drawing/2014/main" id="{2B8CBA6B-CF8F-89D3-74B4-50232C34CA66}"/>
                </a:ext>
              </a:extLst>
            </p:cNvPr>
            <p:cNvSpPr/>
            <p:nvPr/>
          </p:nvSpPr>
          <p:spPr>
            <a:xfrm>
              <a:off x="5159781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76" name="pg1626">
              <a:extLst>
                <a:ext uri="{FF2B5EF4-FFF2-40B4-BE49-F238E27FC236}">
                  <a16:creationId xmlns:a16="http://schemas.microsoft.com/office/drawing/2014/main" id="{61BE1ACE-9CA3-850C-935D-79D2910D264E}"/>
                </a:ext>
              </a:extLst>
            </p:cNvPr>
            <p:cNvSpPr/>
            <p:nvPr/>
          </p:nvSpPr>
          <p:spPr>
            <a:xfrm>
              <a:off x="517141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77" name="pg1627">
              <a:extLst>
                <a:ext uri="{FF2B5EF4-FFF2-40B4-BE49-F238E27FC236}">
                  <a16:creationId xmlns:a16="http://schemas.microsoft.com/office/drawing/2014/main" id="{83285C54-B62E-F9FB-C575-5EA1046EBEAD}"/>
                </a:ext>
              </a:extLst>
            </p:cNvPr>
            <p:cNvSpPr/>
            <p:nvPr/>
          </p:nvSpPr>
          <p:spPr>
            <a:xfrm>
              <a:off x="5183056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78" name="pg1628">
              <a:extLst>
                <a:ext uri="{FF2B5EF4-FFF2-40B4-BE49-F238E27FC236}">
                  <a16:creationId xmlns:a16="http://schemas.microsoft.com/office/drawing/2014/main" id="{75478804-9168-2C34-DFCD-B8CEFD5631EB}"/>
                </a:ext>
              </a:extLst>
            </p:cNvPr>
            <p:cNvSpPr/>
            <p:nvPr/>
          </p:nvSpPr>
          <p:spPr>
            <a:xfrm>
              <a:off x="519469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79" name="pg1629">
              <a:extLst>
                <a:ext uri="{FF2B5EF4-FFF2-40B4-BE49-F238E27FC236}">
                  <a16:creationId xmlns:a16="http://schemas.microsoft.com/office/drawing/2014/main" id="{B6B27B1C-2FFE-FEA3-0CD9-45BFF11B08CB}"/>
                </a:ext>
              </a:extLst>
            </p:cNvPr>
            <p:cNvSpPr/>
            <p:nvPr/>
          </p:nvSpPr>
          <p:spPr>
            <a:xfrm>
              <a:off x="499685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80" name="pg1630">
              <a:extLst>
                <a:ext uri="{FF2B5EF4-FFF2-40B4-BE49-F238E27FC236}">
                  <a16:creationId xmlns:a16="http://schemas.microsoft.com/office/drawing/2014/main" id="{BB3DD5B4-E8F7-7649-4634-440D6BAA07FC}"/>
                </a:ext>
              </a:extLst>
            </p:cNvPr>
            <p:cNvSpPr/>
            <p:nvPr/>
          </p:nvSpPr>
          <p:spPr>
            <a:xfrm>
              <a:off x="5008496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81" name="pg1631">
              <a:extLst>
                <a:ext uri="{FF2B5EF4-FFF2-40B4-BE49-F238E27FC236}">
                  <a16:creationId xmlns:a16="http://schemas.microsoft.com/office/drawing/2014/main" id="{75CEED98-938F-7AFC-C4F2-C812D82A071F}"/>
                </a:ext>
              </a:extLst>
            </p:cNvPr>
            <p:cNvSpPr/>
            <p:nvPr/>
          </p:nvSpPr>
          <p:spPr>
            <a:xfrm>
              <a:off x="5020133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82" name="pg1632">
              <a:extLst>
                <a:ext uri="{FF2B5EF4-FFF2-40B4-BE49-F238E27FC236}">
                  <a16:creationId xmlns:a16="http://schemas.microsoft.com/office/drawing/2014/main" id="{9B487016-D75A-20D9-1CB9-AA0E37C75078}"/>
                </a:ext>
              </a:extLst>
            </p:cNvPr>
            <p:cNvSpPr/>
            <p:nvPr/>
          </p:nvSpPr>
          <p:spPr>
            <a:xfrm>
              <a:off x="5031771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83" name="pg1633">
              <a:extLst>
                <a:ext uri="{FF2B5EF4-FFF2-40B4-BE49-F238E27FC236}">
                  <a16:creationId xmlns:a16="http://schemas.microsoft.com/office/drawing/2014/main" id="{ED8A4BCA-0922-F35D-9478-A223BFFFC28E}"/>
                </a:ext>
              </a:extLst>
            </p:cNvPr>
            <p:cNvSpPr/>
            <p:nvPr/>
          </p:nvSpPr>
          <p:spPr>
            <a:xfrm>
              <a:off x="5043408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84" name="pg1634">
              <a:extLst>
                <a:ext uri="{FF2B5EF4-FFF2-40B4-BE49-F238E27FC236}">
                  <a16:creationId xmlns:a16="http://schemas.microsoft.com/office/drawing/2014/main" id="{C0936903-6CF6-399A-57BC-04947CABF91F}"/>
                </a:ext>
              </a:extLst>
            </p:cNvPr>
            <p:cNvSpPr/>
            <p:nvPr/>
          </p:nvSpPr>
          <p:spPr>
            <a:xfrm>
              <a:off x="5055045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85" name="pg1635">
              <a:extLst>
                <a:ext uri="{FF2B5EF4-FFF2-40B4-BE49-F238E27FC236}">
                  <a16:creationId xmlns:a16="http://schemas.microsoft.com/office/drawing/2014/main" id="{45E0C957-5C1E-4947-482A-FC7BD64057AB}"/>
                </a:ext>
              </a:extLst>
            </p:cNvPr>
            <p:cNvSpPr/>
            <p:nvPr/>
          </p:nvSpPr>
          <p:spPr>
            <a:xfrm>
              <a:off x="5066683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86" name="pg1636">
              <a:extLst>
                <a:ext uri="{FF2B5EF4-FFF2-40B4-BE49-F238E27FC236}">
                  <a16:creationId xmlns:a16="http://schemas.microsoft.com/office/drawing/2014/main" id="{0993EA5A-E6CA-0B5E-698F-D297E4800965}"/>
                </a:ext>
              </a:extLst>
            </p:cNvPr>
            <p:cNvSpPr/>
            <p:nvPr/>
          </p:nvSpPr>
          <p:spPr>
            <a:xfrm>
              <a:off x="5078320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87" name="pg1637">
              <a:extLst>
                <a:ext uri="{FF2B5EF4-FFF2-40B4-BE49-F238E27FC236}">
                  <a16:creationId xmlns:a16="http://schemas.microsoft.com/office/drawing/2014/main" id="{16F36A1F-601F-BA68-DCB5-160BAE316568}"/>
                </a:ext>
              </a:extLst>
            </p:cNvPr>
            <p:cNvSpPr/>
            <p:nvPr/>
          </p:nvSpPr>
          <p:spPr>
            <a:xfrm>
              <a:off x="5089957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88" name="pg1638">
              <a:extLst>
                <a:ext uri="{FF2B5EF4-FFF2-40B4-BE49-F238E27FC236}">
                  <a16:creationId xmlns:a16="http://schemas.microsoft.com/office/drawing/2014/main" id="{D49F8921-84F3-93C9-0F41-E4A0CD8D665A}"/>
                </a:ext>
              </a:extLst>
            </p:cNvPr>
            <p:cNvSpPr/>
            <p:nvPr/>
          </p:nvSpPr>
          <p:spPr>
            <a:xfrm>
              <a:off x="5101595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89" name="pg1639">
              <a:extLst>
                <a:ext uri="{FF2B5EF4-FFF2-40B4-BE49-F238E27FC236}">
                  <a16:creationId xmlns:a16="http://schemas.microsoft.com/office/drawing/2014/main" id="{399E2F2F-2650-9AB4-BB8F-6BC9FB54D999}"/>
                </a:ext>
              </a:extLst>
            </p:cNvPr>
            <p:cNvSpPr/>
            <p:nvPr/>
          </p:nvSpPr>
          <p:spPr>
            <a:xfrm>
              <a:off x="5113232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90" name="pg1640">
              <a:extLst>
                <a:ext uri="{FF2B5EF4-FFF2-40B4-BE49-F238E27FC236}">
                  <a16:creationId xmlns:a16="http://schemas.microsoft.com/office/drawing/2014/main" id="{23B5E604-9B91-100C-7180-DBF76884E870}"/>
                </a:ext>
              </a:extLst>
            </p:cNvPr>
            <p:cNvSpPr/>
            <p:nvPr/>
          </p:nvSpPr>
          <p:spPr>
            <a:xfrm>
              <a:off x="512486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91" name="pg1641">
              <a:extLst>
                <a:ext uri="{FF2B5EF4-FFF2-40B4-BE49-F238E27FC236}">
                  <a16:creationId xmlns:a16="http://schemas.microsoft.com/office/drawing/2014/main" id="{68B6E1E1-DA99-D8E2-7E8A-936616792D50}"/>
                </a:ext>
              </a:extLst>
            </p:cNvPr>
            <p:cNvSpPr/>
            <p:nvPr/>
          </p:nvSpPr>
          <p:spPr>
            <a:xfrm>
              <a:off x="5136507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92" name="pg1642">
              <a:extLst>
                <a:ext uri="{FF2B5EF4-FFF2-40B4-BE49-F238E27FC236}">
                  <a16:creationId xmlns:a16="http://schemas.microsoft.com/office/drawing/2014/main" id="{A86EAE79-C7A8-D13A-6CF8-40C7B98190A6}"/>
                </a:ext>
              </a:extLst>
            </p:cNvPr>
            <p:cNvSpPr/>
            <p:nvPr/>
          </p:nvSpPr>
          <p:spPr>
            <a:xfrm>
              <a:off x="5148144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93" name="pg1643">
              <a:extLst>
                <a:ext uri="{FF2B5EF4-FFF2-40B4-BE49-F238E27FC236}">
                  <a16:creationId xmlns:a16="http://schemas.microsoft.com/office/drawing/2014/main" id="{81A05285-5A53-AD14-1CFA-4FEFB0E2028A}"/>
                </a:ext>
              </a:extLst>
            </p:cNvPr>
            <p:cNvSpPr/>
            <p:nvPr/>
          </p:nvSpPr>
          <p:spPr>
            <a:xfrm>
              <a:off x="5159781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94" name="pg1644">
              <a:extLst>
                <a:ext uri="{FF2B5EF4-FFF2-40B4-BE49-F238E27FC236}">
                  <a16:creationId xmlns:a16="http://schemas.microsoft.com/office/drawing/2014/main" id="{9B703E50-276C-F8DB-5FA9-718D7FA35D44}"/>
                </a:ext>
              </a:extLst>
            </p:cNvPr>
            <p:cNvSpPr/>
            <p:nvPr/>
          </p:nvSpPr>
          <p:spPr>
            <a:xfrm>
              <a:off x="517141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95" name="pg1645">
              <a:extLst>
                <a:ext uri="{FF2B5EF4-FFF2-40B4-BE49-F238E27FC236}">
                  <a16:creationId xmlns:a16="http://schemas.microsoft.com/office/drawing/2014/main" id="{FAC5F0AC-38D8-9141-2296-ED154B60F05C}"/>
                </a:ext>
              </a:extLst>
            </p:cNvPr>
            <p:cNvSpPr/>
            <p:nvPr/>
          </p:nvSpPr>
          <p:spPr>
            <a:xfrm>
              <a:off x="5183056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96" name="pg1646">
              <a:extLst>
                <a:ext uri="{FF2B5EF4-FFF2-40B4-BE49-F238E27FC236}">
                  <a16:creationId xmlns:a16="http://schemas.microsoft.com/office/drawing/2014/main" id="{E4CE4511-641D-87D0-8F78-03EACD09CAE1}"/>
                </a:ext>
              </a:extLst>
            </p:cNvPr>
            <p:cNvSpPr/>
            <p:nvPr/>
          </p:nvSpPr>
          <p:spPr>
            <a:xfrm>
              <a:off x="5008496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97" name="pg1647">
              <a:extLst>
                <a:ext uri="{FF2B5EF4-FFF2-40B4-BE49-F238E27FC236}">
                  <a16:creationId xmlns:a16="http://schemas.microsoft.com/office/drawing/2014/main" id="{BAB78EEE-8DD5-952B-9F44-27EE75BE54F0}"/>
                </a:ext>
              </a:extLst>
            </p:cNvPr>
            <p:cNvSpPr/>
            <p:nvPr/>
          </p:nvSpPr>
          <p:spPr>
            <a:xfrm>
              <a:off x="5020133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98" name="pg1648">
              <a:extLst>
                <a:ext uri="{FF2B5EF4-FFF2-40B4-BE49-F238E27FC236}">
                  <a16:creationId xmlns:a16="http://schemas.microsoft.com/office/drawing/2014/main" id="{9DDDAEA4-F07E-0109-3FF5-C589B13FC606}"/>
                </a:ext>
              </a:extLst>
            </p:cNvPr>
            <p:cNvSpPr/>
            <p:nvPr/>
          </p:nvSpPr>
          <p:spPr>
            <a:xfrm>
              <a:off x="5031771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99" name="pg1649">
              <a:extLst>
                <a:ext uri="{FF2B5EF4-FFF2-40B4-BE49-F238E27FC236}">
                  <a16:creationId xmlns:a16="http://schemas.microsoft.com/office/drawing/2014/main" id="{542E1E4F-D1F7-A5E1-0AC4-8ADF74910E4A}"/>
                </a:ext>
              </a:extLst>
            </p:cNvPr>
            <p:cNvSpPr/>
            <p:nvPr/>
          </p:nvSpPr>
          <p:spPr>
            <a:xfrm>
              <a:off x="5043408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00" name="pg1650">
              <a:extLst>
                <a:ext uri="{FF2B5EF4-FFF2-40B4-BE49-F238E27FC236}">
                  <a16:creationId xmlns:a16="http://schemas.microsoft.com/office/drawing/2014/main" id="{3AE3C117-2F5C-61DC-7D63-D7A37DA43788}"/>
                </a:ext>
              </a:extLst>
            </p:cNvPr>
            <p:cNvSpPr/>
            <p:nvPr/>
          </p:nvSpPr>
          <p:spPr>
            <a:xfrm>
              <a:off x="5055045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01" name="pg1651">
              <a:extLst>
                <a:ext uri="{FF2B5EF4-FFF2-40B4-BE49-F238E27FC236}">
                  <a16:creationId xmlns:a16="http://schemas.microsoft.com/office/drawing/2014/main" id="{24D0C9EB-EF0F-862A-BDBF-F46D253B406D}"/>
                </a:ext>
              </a:extLst>
            </p:cNvPr>
            <p:cNvSpPr/>
            <p:nvPr/>
          </p:nvSpPr>
          <p:spPr>
            <a:xfrm>
              <a:off x="5066683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02" name="pg1652">
              <a:extLst>
                <a:ext uri="{FF2B5EF4-FFF2-40B4-BE49-F238E27FC236}">
                  <a16:creationId xmlns:a16="http://schemas.microsoft.com/office/drawing/2014/main" id="{0ED0505C-191F-1019-E1BB-F4249EE8DA99}"/>
                </a:ext>
              </a:extLst>
            </p:cNvPr>
            <p:cNvSpPr/>
            <p:nvPr/>
          </p:nvSpPr>
          <p:spPr>
            <a:xfrm>
              <a:off x="5078320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03" name="pg1653">
              <a:extLst>
                <a:ext uri="{FF2B5EF4-FFF2-40B4-BE49-F238E27FC236}">
                  <a16:creationId xmlns:a16="http://schemas.microsoft.com/office/drawing/2014/main" id="{143907E7-A5EB-76EA-FEBA-82357D3321A6}"/>
                </a:ext>
              </a:extLst>
            </p:cNvPr>
            <p:cNvSpPr/>
            <p:nvPr/>
          </p:nvSpPr>
          <p:spPr>
            <a:xfrm>
              <a:off x="5089957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04" name="pg1654">
              <a:extLst>
                <a:ext uri="{FF2B5EF4-FFF2-40B4-BE49-F238E27FC236}">
                  <a16:creationId xmlns:a16="http://schemas.microsoft.com/office/drawing/2014/main" id="{8E5D835C-637C-FE59-F33C-76205687C0F9}"/>
                </a:ext>
              </a:extLst>
            </p:cNvPr>
            <p:cNvSpPr/>
            <p:nvPr/>
          </p:nvSpPr>
          <p:spPr>
            <a:xfrm>
              <a:off x="5101595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05" name="pg1655">
              <a:extLst>
                <a:ext uri="{FF2B5EF4-FFF2-40B4-BE49-F238E27FC236}">
                  <a16:creationId xmlns:a16="http://schemas.microsoft.com/office/drawing/2014/main" id="{4A25CD4F-0A46-7A92-E9B9-0DF08FF5CD9C}"/>
                </a:ext>
              </a:extLst>
            </p:cNvPr>
            <p:cNvSpPr/>
            <p:nvPr/>
          </p:nvSpPr>
          <p:spPr>
            <a:xfrm>
              <a:off x="5113232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06" name="pg1656">
              <a:extLst>
                <a:ext uri="{FF2B5EF4-FFF2-40B4-BE49-F238E27FC236}">
                  <a16:creationId xmlns:a16="http://schemas.microsoft.com/office/drawing/2014/main" id="{2EA21E79-D097-A54C-9D41-D5F1C06EBCA7}"/>
                </a:ext>
              </a:extLst>
            </p:cNvPr>
            <p:cNvSpPr/>
            <p:nvPr/>
          </p:nvSpPr>
          <p:spPr>
            <a:xfrm>
              <a:off x="5124869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07" name="pg1657">
              <a:extLst>
                <a:ext uri="{FF2B5EF4-FFF2-40B4-BE49-F238E27FC236}">
                  <a16:creationId xmlns:a16="http://schemas.microsoft.com/office/drawing/2014/main" id="{F8DFE0CA-0455-39BE-63C0-72DB2B82B69C}"/>
                </a:ext>
              </a:extLst>
            </p:cNvPr>
            <p:cNvSpPr/>
            <p:nvPr/>
          </p:nvSpPr>
          <p:spPr>
            <a:xfrm>
              <a:off x="5136507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08" name="pg1658">
              <a:extLst>
                <a:ext uri="{FF2B5EF4-FFF2-40B4-BE49-F238E27FC236}">
                  <a16:creationId xmlns:a16="http://schemas.microsoft.com/office/drawing/2014/main" id="{F39AA8F1-F075-DE5E-12AB-745E0898216F}"/>
                </a:ext>
              </a:extLst>
            </p:cNvPr>
            <p:cNvSpPr/>
            <p:nvPr/>
          </p:nvSpPr>
          <p:spPr>
            <a:xfrm>
              <a:off x="5148144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09" name="pg1659">
              <a:extLst>
                <a:ext uri="{FF2B5EF4-FFF2-40B4-BE49-F238E27FC236}">
                  <a16:creationId xmlns:a16="http://schemas.microsoft.com/office/drawing/2014/main" id="{7922C035-7FF8-336D-04E8-716251C27063}"/>
                </a:ext>
              </a:extLst>
            </p:cNvPr>
            <p:cNvSpPr/>
            <p:nvPr/>
          </p:nvSpPr>
          <p:spPr>
            <a:xfrm>
              <a:off x="5159781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10" name="pg1660">
              <a:extLst>
                <a:ext uri="{FF2B5EF4-FFF2-40B4-BE49-F238E27FC236}">
                  <a16:creationId xmlns:a16="http://schemas.microsoft.com/office/drawing/2014/main" id="{BECAFEAC-8959-FEB2-1ECF-2094F7FC437B}"/>
                </a:ext>
              </a:extLst>
            </p:cNvPr>
            <p:cNvSpPr/>
            <p:nvPr/>
          </p:nvSpPr>
          <p:spPr>
            <a:xfrm>
              <a:off x="5171419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11" name="pg1661">
              <a:extLst>
                <a:ext uri="{FF2B5EF4-FFF2-40B4-BE49-F238E27FC236}">
                  <a16:creationId xmlns:a16="http://schemas.microsoft.com/office/drawing/2014/main" id="{07C74AFE-A223-6D62-2330-864CB7E4A16E}"/>
                </a:ext>
              </a:extLst>
            </p:cNvPr>
            <p:cNvSpPr/>
            <p:nvPr/>
          </p:nvSpPr>
          <p:spPr>
            <a:xfrm>
              <a:off x="5043408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12" name="pg1662">
              <a:extLst>
                <a:ext uri="{FF2B5EF4-FFF2-40B4-BE49-F238E27FC236}">
                  <a16:creationId xmlns:a16="http://schemas.microsoft.com/office/drawing/2014/main" id="{3B2C6FBF-3F06-4048-6469-37EF25806A3E}"/>
                </a:ext>
              </a:extLst>
            </p:cNvPr>
            <p:cNvSpPr/>
            <p:nvPr/>
          </p:nvSpPr>
          <p:spPr>
            <a:xfrm>
              <a:off x="5055045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13" name="pg1663">
              <a:extLst>
                <a:ext uri="{FF2B5EF4-FFF2-40B4-BE49-F238E27FC236}">
                  <a16:creationId xmlns:a16="http://schemas.microsoft.com/office/drawing/2014/main" id="{067F148B-6D57-1F3A-6CCD-598152E6DC89}"/>
                </a:ext>
              </a:extLst>
            </p:cNvPr>
            <p:cNvSpPr/>
            <p:nvPr/>
          </p:nvSpPr>
          <p:spPr>
            <a:xfrm>
              <a:off x="5066683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14" name="pg1664">
              <a:extLst>
                <a:ext uri="{FF2B5EF4-FFF2-40B4-BE49-F238E27FC236}">
                  <a16:creationId xmlns:a16="http://schemas.microsoft.com/office/drawing/2014/main" id="{582A3603-CE01-07A2-A117-B5C212040D3C}"/>
                </a:ext>
              </a:extLst>
            </p:cNvPr>
            <p:cNvSpPr/>
            <p:nvPr/>
          </p:nvSpPr>
          <p:spPr>
            <a:xfrm>
              <a:off x="5078320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15" name="pg1665">
              <a:extLst>
                <a:ext uri="{FF2B5EF4-FFF2-40B4-BE49-F238E27FC236}">
                  <a16:creationId xmlns:a16="http://schemas.microsoft.com/office/drawing/2014/main" id="{4980A4DC-75D4-9EF4-0F33-5D3F086B36AD}"/>
                </a:ext>
              </a:extLst>
            </p:cNvPr>
            <p:cNvSpPr/>
            <p:nvPr/>
          </p:nvSpPr>
          <p:spPr>
            <a:xfrm>
              <a:off x="5089957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16" name="pg1666">
              <a:extLst>
                <a:ext uri="{FF2B5EF4-FFF2-40B4-BE49-F238E27FC236}">
                  <a16:creationId xmlns:a16="http://schemas.microsoft.com/office/drawing/2014/main" id="{5E9DE9E8-281B-B00E-0276-03249C6A2776}"/>
                </a:ext>
              </a:extLst>
            </p:cNvPr>
            <p:cNvSpPr/>
            <p:nvPr/>
          </p:nvSpPr>
          <p:spPr>
            <a:xfrm>
              <a:off x="5101595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17" name="pg1667">
              <a:extLst>
                <a:ext uri="{FF2B5EF4-FFF2-40B4-BE49-F238E27FC236}">
                  <a16:creationId xmlns:a16="http://schemas.microsoft.com/office/drawing/2014/main" id="{6447F446-AD71-0911-1802-E29D75066EFA}"/>
                </a:ext>
              </a:extLst>
            </p:cNvPr>
            <p:cNvSpPr/>
            <p:nvPr/>
          </p:nvSpPr>
          <p:spPr>
            <a:xfrm>
              <a:off x="5113232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18" name="pg1668">
              <a:extLst>
                <a:ext uri="{FF2B5EF4-FFF2-40B4-BE49-F238E27FC236}">
                  <a16:creationId xmlns:a16="http://schemas.microsoft.com/office/drawing/2014/main" id="{371A7819-9F4F-711B-80C9-04E178912EB8}"/>
                </a:ext>
              </a:extLst>
            </p:cNvPr>
            <p:cNvSpPr/>
            <p:nvPr/>
          </p:nvSpPr>
          <p:spPr>
            <a:xfrm>
              <a:off x="5124869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19" name="pg1669">
              <a:extLst>
                <a:ext uri="{FF2B5EF4-FFF2-40B4-BE49-F238E27FC236}">
                  <a16:creationId xmlns:a16="http://schemas.microsoft.com/office/drawing/2014/main" id="{6FEEA869-8C9D-B8A0-4A63-230CDB5972F9}"/>
                </a:ext>
              </a:extLst>
            </p:cNvPr>
            <p:cNvSpPr/>
            <p:nvPr/>
          </p:nvSpPr>
          <p:spPr>
            <a:xfrm>
              <a:off x="5136507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20" name="pg1670">
              <a:extLst>
                <a:ext uri="{FF2B5EF4-FFF2-40B4-BE49-F238E27FC236}">
                  <a16:creationId xmlns:a16="http://schemas.microsoft.com/office/drawing/2014/main" id="{0ACA7708-A7BC-A82A-3DF2-D3BF7C0DEA66}"/>
                </a:ext>
              </a:extLst>
            </p:cNvPr>
            <p:cNvSpPr/>
            <p:nvPr/>
          </p:nvSpPr>
          <p:spPr>
            <a:xfrm>
              <a:off x="5148144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21" name="pg1671">
              <a:extLst>
                <a:ext uri="{FF2B5EF4-FFF2-40B4-BE49-F238E27FC236}">
                  <a16:creationId xmlns:a16="http://schemas.microsoft.com/office/drawing/2014/main" id="{9773C721-46F8-8995-3C2E-8E32CCC3B762}"/>
                </a:ext>
              </a:extLst>
            </p:cNvPr>
            <p:cNvSpPr/>
            <p:nvPr/>
          </p:nvSpPr>
          <p:spPr>
            <a:xfrm>
              <a:off x="5159781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22" name="pg1672">
              <a:extLst>
                <a:ext uri="{FF2B5EF4-FFF2-40B4-BE49-F238E27FC236}">
                  <a16:creationId xmlns:a16="http://schemas.microsoft.com/office/drawing/2014/main" id="{ADEAE85C-BC14-CFA5-1C4A-3D5DF44E4B15}"/>
                </a:ext>
              </a:extLst>
            </p:cNvPr>
            <p:cNvSpPr/>
            <p:nvPr/>
          </p:nvSpPr>
          <p:spPr>
            <a:xfrm>
              <a:off x="5171419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23" name="pg1673">
              <a:extLst>
                <a:ext uri="{FF2B5EF4-FFF2-40B4-BE49-F238E27FC236}">
                  <a16:creationId xmlns:a16="http://schemas.microsoft.com/office/drawing/2014/main" id="{B339A518-DD2A-A3F8-E0D2-D194ECC16978}"/>
                </a:ext>
              </a:extLst>
            </p:cNvPr>
            <p:cNvSpPr/>
            <p:nvPr/>
          </p:nvSpPr>
          <p:spPr>
            <a:xfrm>
              <a:off x="5066683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24" name="pg1674">
              <a:extLst>
                <a:ext uri="{FF2B5EF4-FFF2-40B4-BE49-F238E27FC236}">
                  <a16:creationId xmlns:a16="http://schemas.microsoft.com/office/drawing/2014/main" id="{AC18CD30-BDE8-3E19-5A8F-E16FFC04D7F2}"/>
                </a:ext>
              </a:extLst>
            </p:cNvPr>
            <p:cNvSpPr/>
            <p:nvPr/>
          </p:nvSpPr>
          <p:spPr>
            <a:xfrm>
              <a:off x="5078320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25" name="pg1675">
              <a:extLst>
                <a:ext uri="{FF2B5EF4-FFF2-40B4-BE49-F238E27FC236}">
                  <a16:creationId xmlns:a16="http://schemas.microsoft.com/office/drawing/2014/main" id="{B8A436F3-E29D-9DD1-9A7E-FE9B0775FBDF}"/>
                </a:ext>
              </a:extLst>
            </p:cNvPr>
            <p:cNvSpPr/>
            <p:nvPr/>
          </p:nvSpPr>
          <p:spPr>
            <a:xfrm>
              <a:off x="5089957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26" name="pg1676">
              <a:extLst>
                <a:ext uri="{FF2B5EF4-FFF2-40B4-BE49-F238E27FC236}">
                  <a16:creationId xmlns:a16="http://schemas.microsoft.com/office/drawing/2014/main" id="{7DFE782D-1808-E5DE-6151-A91E6C207975}"/>
                </a:ext>
              </a:extLst>
            </p:cNvPr>
            <p:cNvSpPr/>
            <p:nvPr/>
          </p:nvSpPr>
          <p:spPr>
            <a:xfrm>
              <a:off x="5101595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27" name="pg1677">
              <a:extLst>
                <a:ext uri="{FF2B5EF4-FFF2-40B4-BE49-F238E27FC236}">
                  <a16:creationId xmlns:a16="http://schemas.microsoft.com/office/drawing/2014/main" id="{72FEC3FD-D070-52EC-431A-20ACF58748A6}"/>
                </a:ext>
              </a:extLst>
            </p:cNvPr>
            <p:cNvSpPr/>
            <p:nvPr/>
          </p:nvSpPr>
          <p:spPr>
            <a:xfrm>
              <a:off x="5113232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28" name="pg1678">
              <a:extLst>
                <a:ext uri="{FF2B5EF4-FFF2-40B4-BE49-F238E27FC236}">
                  <a16:creationId xmlns:a16="http://schemas.microsoft.com/office/drawing/2014/main" id="{9F1F89E4-20DF-9F92-ABD8-8BBA0935B141}"/>
                </a:ext>
              </a:extLst>
            </p:cNvPr>
            <p:cNvSpPr/>
            <p:nvPr/>
          </p:nvSpPr>
          <p:spPr>
            <a:xfrm>
              <a:off x="5124869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29" name="pg1679">
              <a:extLst>
                <a:ext uri="{FF2B5EF4-FFF2-40B4-BE49-F238E27FC236}">
                  <a16:creationId xmlns:a16="http://schemas.microsoft.com/office/drawing/2014/main" id="{AA317CF3-C4B6-AEEB-3EA0-75C681E02FE7}"/>
                </a:ext>
              </a:extLst>
            </p:cNvPr>
            <p:cNvSpPr/>
            <p:nvPr/>
          </p:nvSpPr>
          <p:spPr>
            <a:xfrm>
              <a:off x="5136507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30" name="pg1680">
              <a:extLst>
                <a:ext uri="{FF2B5EF4-FFF2-40B4-BE49-F238E27FC236}">
                  <a16:creationId xmlns:a16="http://schemas.microsoft.com/office/drawing/2014/main" id="{602B1090-8785-1E84-801E-C272CEE57522}"/>
                </a:ext>
              </a:extLst>
            </p:cNvPr>
            <p:cNvSpPr/>
            <p:nvPr/>
          </p:nvSpPr>
          <p:spPr>
            <a:xfrm>
              <a:off x="5148144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31" name="pg1681">
              <a:extLst>
                <a:ext uri="{FF2B5EF4-FFF2-40B4-BE49-F238E27FC236}">
                  <a16:creationId xmlns:a16="http://schemas.microsoft.com/office/drawing/2014/main" id="{912E57BE-D566-CCFA-D5F8-9C91906F5490}"/>
                </a:ext>
              </a:extLst>
            </p:cNvPr>
            <p:cNvSpPr/>
            <p:nvPr/>
          </p:nvSpPr>
          <p:spPr>
            <a:xfrm>
              <a:off x="5159781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32" name="pg1682">
              <a:extLst>
                <a:ext uri="{FF2B5EF4-FFF2-40B4-BE49-F238E27FC236}">
                  <a16:creationId xmlns:a16="http://schemas.microsoft.com/office/drawing/2014/main" id="{A212D56C-CE1F-2B76-0290-CF1ACAD1D766}"/>
                </a:ext>
              </a:extLst>
            </p:cNvPr>
            <p:cNvSpPr/>
            <p:nvPr/>
          </p:nvSpPr>
          <p:spPr>
            <a:xfrm>
              <a:off x="5171419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33" name="pg1683">
              <a:extLst>
                <a:ext uri="{FF2B5EF4-FFF2-40B4-BE49-F238E27FC236}">
                  <a16:creationId xmlns:a16="http://schemas.microsoft.com/office/drawing/2014/main" id="{387A2150-E640-D04C-E790-D24A67E23669}"/>
                </a:ext>
              </a:extLst>
            </p:cNvPr>
            <p:cNvSpPr/>
            <p:nvPr/>
          </p:nvSpPr>
          <p:spPr>
            <a:xfrm>
              <a:off x="5078320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34" name="pg1684">
              <a:extLst>
                <a:ext uri="{FF2B5EF4-FFF2-40B4-BE49-F238E27FC236}">
                  <a16:creationId xmlns:a16="http://schemas.microsoft.com/office/drawing/2014/main" id="{97415250-9B3C-28D6-C7C0-CE9F9E92F5F6}"/>
                </a:ext>
              </a:extLst>
            </p:cNvPr>
            <p:cNvSpPr/>
            <p:nvPr/>
          </p:nvSpPr>
          <p:spPr>
            <a:xfrm>
              <a:off x="5089957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35" name="pg1685">
              <a:extLst>
                <a:ext uri="{FF2B5EF4-FFF2-40B4-BE49-F238E27FC236}">
                  <a16:creationId xmlns:a16="http://schemas.microsoft.com/office/drawing/2014/main" id="{36A269E5-B724-CF53-B226-B7CE1ABB9FDF}"/>
                </a:ext>
              </a:extLst>
            </p:cNvPr>
            <p:cNvSpPr/>
            <p:nvPr/>
          </p:nvSpPr>
          <p:spPr>
            <a:xfrm>
              <a:off x="5101595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36" name="pg1686">
              <a:extLst>
                <a:ext uri="{FF2B5EF4-FFF2-40B4-BE49-F238E27FC236}">
                  <a16:creationId xmlns:a16="http://schemas.microsoft.com/office/drawing/2014/main" id="{8F3B2C79-110E-CFE9-57CC-FA88CE894DDF}"/>
                </a:ext>
              </a:extLst>
            </p:cNvPr>
            <p:cNvSpPr/>
            <p:nvPr/>
          </p:nvSpPr>
          <p:spPr>
            <a:xfrm>
              <a:off x="5113232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37" name="pg1687">
              <a:extLst>
                <a:ext uri="{FF2B5EF4-FFF2-40B4-BE49-F238E27FC236}">
                  <a16:creationId xmlns:a16="http://schemas.microsoft.com/office/drawing/2014/main" id="{6E7A2206-A0E2-14DA-4F0D-299E3E17433D}"/>
                </a:ext>
              </a:extLst>
            </p:cNvPr>
            <p:cNvSpPr/>
            <p:nvPr/>
          </p:nvSpPr>
          <p:spPr>
            <a:xfrm>
              <a:off x="5124869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38" name="pg1688">
              <a:extLst>
                <a:ext uri="{FF2B5EF4-FFF2-40B4-BE49-F238E27FC236}">
                  <a16:creationId xmlns:a16="http://schemas.microsoft.com/office/drawing/2014/main" id="{3FEB6902-2130-4B0C-73E1-8F0E19647B03}"/>
                </a:ext>
              </a:extLst>
            </p:cNvPr>
            <p:cNvSpPr/>
            <p:nvPr/>
          </p:nvSpPr>
          <p:spPr>
            <a:xfrm>
              <a:off x="5136507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39" name="pg1689">
              <a:extLst>
                <a:ext uri="{FF2B5EF4-FFF2-40B4-BE49-F238E27FC236}">
                  <a16:creationId xmlns:a16="http://schemas.microsoft.com/office/drawing/2014/main" id="{D162316E-44F0-B6A6-5FB0-1313D915C312}"/>
                </a:ext>
              </a:extLst>
            </p:cNvPr>
            <p:cNvSpPr/>
            <p:nvPr/>
          </p:nvSpPr>
          <p:spPr>
            <a:xfrm>
              <a:off x="5148144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40" name="pg1690">
              <a:extLst>
                <a:ext uri="{FF2B5EF4-FFF2-40B4-BE49-F238E27FC236}">
                  <a16:creationId xmlns:a16="http://schemas.microsoft.com/office/drawing/2014/main" id="{53A7B1BB-A968-1B10-7850-607A85AE33C6}"/>
                </a:ext>
              </a:extLst>
            </p:cNvPr>
            <p:cNvSpPr/>
            <p:nvPr/>
          </p:nvSpPr>
          <p:spPr>
            <a:xfrm>
              <a:off x="5159781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41" name="pg1691">
              <a:extLst>
                <a:ext uri="{FF2B5EF4-FFF2-40B4-BE49-F238E27FC236}">
                  <a16:creationId xmlns:a16="http://schemas.microsoft.com/office/drawing/2014/main" id="{2DF1CED2-AA93-689A-A38F-19E9D7214D1A}"/>
                </a:ext>
              </a:extLst>
            </p:cNvPr>
            <p:cNvSpPr/>
            <p:nvPr/>
          </p:nvSpPr>
          <p:spPr>
            <a:xfrm>
              <a:off x="5171419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42" name="pg1692">
              <a:extLst>
                <a:ext uri="{FF2B5EF4-FFF2-40B4-BE49-F238E27FC236}">
                  <a16:creationId xmlns:a16="http://schemas.microsoft.com/office/drawing/2014/main" id="{729BCF6B-272F-BA6E-6000-CBD72E0F9B7E}"/>
                </a:ext>
              </a:extLst>
            </p:cNvPr>
            <p:cNvSpPr/>
            <p:nvPr/>
          </p:nvSpPr>
          <p:spPr>
            <a:xfrm>
              <a:off x="5089957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43" name="pg1693">
              <a:extLst>
                <a:ext uri="{FF2B5EF4-FFF2-40B4-BE49-F238E27FC236}">
                  <a16:creationId xmlns:a16="http://schemas.microsoft.com/office/drawing/2014/main" id="{12D961AF-9C8C-C694-619A-D9602D79B103}"/>
                </a:ext>
              </a:extLst>
            </p:cNvPr>
            <p:cNvSpPr/>
            <p:nvPr/>
          </p:nvSpPr>
          <p:spPr>
            <a:xfrm>
              <a:off x="5101595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44" name="pg1694">
              <a:extLst>
                <a:ext uri="{FF2B5EF4-FFF2-40B4-BE49-F238E27FC236}">
                  <a16:creationId xmlns:a16="http://schemas.microsoft.com/office/drawing/2014/main" id="{6FA84AE8-FEBA-8E44-C326-F50114410F91}"/>
                </a:ext>
              </a:extLst>
            </p:cNvPr>
            <p:cNvSpPr/>
            <p:nvPr/>
          </p:nvSpPr>
          <p:spPr>
            <a:xfrm>
              <a:off x="5113232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45" name="pg1695">
              <a:extLst>
                <a:ext uri="{FF2B5EF4-FFF2-40B4-BE49-F238E27FC236}">
                  <a16:creationId xmlns:a16="http://schemas.microsoft.com/office/drawing/2014/main" id="{3A9C578F-2351-2148-557A-41821A55AA4D}"/>
                </a:ext>
              </a:extLst>
            </p:cNvPr>
            <p:cNvSpPr/>
            <p:nvPr/>
          </p:nvSpPr>
          <p:spPr>
            <a:xfrm>
              <a:off x="5124869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46" name="pg1696">
              <a:extLst>
                <a:ext uri="{FF2B5EF4-FFF2-40B4-BE49-F238E27FC236}">
                  <a16:creationId xmlns:a16="http://schemas.microsoft.com/office/drawing/2014/main" id="{7EB296C5-78D7-32E7-EA9A-D76CB0B51A6D}"/>
                </a:ext>
              </a:extLst>
            </p:cNvPr>
            <p:cNvSpPr/>
            <p:nvPr/>
          </p:nvSpPr>
          <p:spPr>
            <a:xfrm>
              <a:off x="5136507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47" name="pg1697">
              <a:extLst>
                <a:ext uri="{FF2B5EF4-FFF2-40B4-BE49-F238E27FC236}">
                  <a16:creationId xmlns:a16="http://schemas.microsoft.com/office/drawing/2014/main" id="{EF24D25C-3897-9BB0-A566-81EABF8C9215}"/>
                </a:ext>
              </a:extLst>
            </p:cNvPr>
            <p:cNvSpPr/>
            <p:nvPr/>
          </p:nvSpPr>
          <p:spPr>
            <a:xfrm>
              <a:off x="5148144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48" name="pg1698">
              <a:extLst>
                <a:ext uri="{FF2B5EF4-FFF2-40B4-BE49-F238E27FC236}">
                  <a16:creationId xmlns:a16="http://schemas.microsoft.com/office/drawing/2014/main" id="{AB24B7EB-016A-3850-6E51-B7FCE2A3115B}"/>
                </a:ext>
              </a:extLst>
            </p:cNvPr>
            <p:cNvSpPr/>
            <p:nvPr/>
          </p:nvSpPr>
          <p:spPr>
            <a:xfrm>
              <a:off x="5159781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49" name="pg1699">
              <a:extLst>
                <a:ext uri="{FF2B5EF4-FFF2-40B4-BE49-F238E27FC236}">
                  <a16:creationId xmlns:a16="http://schemas.microsoft.com/office/drawing/2014/main" id="{652320BD-C651-A2B5-459A-15E9678AF8F6}"/>
                </a:ext>
              </a:extLst>
            </p:cNvPr>
            <p:cNvSpPr/>
            <p:nvPr/>
          </p:nvSpPr>
          <p:spPr>
            <a:xfrm>
              <a:off x="5171419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50" name="pg1700">
              <a:extLst>
                <a:ext uri="{FF2B5EF4-FFF2-40B4-BE49-F238E27FC236}">
                  <a16:creationId xmlns:a16="http://schemas.microsoft.com/office/drawing/2014/main" id="{10005450-A4E0-C24B-F453-50B22DA5E2EC}"/>
                </a:ext>
              </a:extLst>
            </p:cNvPr>
            <p:cNvSpPr/>
            <p:nvPr/>
          </p:nvSpPr>
          <p:spPr>
            <a:xfrm>
              <a:off x="5183056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51" name="pg1701">
              <a:extLst>
                <a:ext uri="{FF2B5EF4-FFF2-40B4-BE49-F238E27FC236}">
                  <a16:creationId xmlns:a16="http://schemas.microsoft.com/office/drawing/2014/main" id="{5ACD42D4-9365-7A40-2FB0-1D984E739CA3}"/>
                </a:ext>
              </a:extLst>
            </p:cNvPr>
            <p:cNvSpPr/>
            <p:nvPr/>
          </p:nvSpPr>
          <p:spPr>
            <a:xfrm>
              <a:off x="5124869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52" name="pg1702">
              <a:extLst>
                <a:ext uri="{FF2B5EF4-FFF2-40B4-BE49-F238E27FC236}">
                  <a16:creationId xmlns:a16="http://schemas.microsoft.com/office/drawing/2014/main" id="{DCF19F3E-12C2-8E76-1F29-E4FF90945C5A}"/>
                </a:ext>
              </a:extLst>
            </p:cNvPr>
            <p:cNvSpPr/>
            <p:nvPr/>
          </p:nvSpPr>
          <p:spPr>
            <a:xfrm>
              <a:off x="5136507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53" name="pg1703">
              <a:extLst>
                <a:ext uri="{FF2B5EF4-FFF2-40B4-BE49-F238E27FC236}">
                  <a16:creationId xmlns:a16="http://schemas.microsoft.com/office/drawing/2014/main" id="{B1ADF479-E1D5-6D9D-5FF0-207E4E6F5070}"/>
                </a:ext>
              </a:extLst>
            </p:cNvPr>
            <p:cNvSpPr/>
            <p:nvPr/>
          </p:nvSpPr>
          <p:spPr>
            <a:xfrm>
              <a:off x="5148144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54" name="pg1704">
              <a:extLst>
                <a:ext uri="{FF2B5EF4-FFF2-40B4-BE49-F238E27FC236}">
                  <a16:creationId xmlns:a16="http://schemas.microsoft.com/office/drawing/2014/main" id="{F154CB59-9501-A52E-CD4E-36DFFF869D3C}"/>
                </a:ext>
              </a:extLst>
            </p:cNvPr>
            <p:cNvSpPr/>
            <p:nvPr/>
          </p:nvSpPr>
          <p:spPr>
            <a:xfrm>
              <a:off x="5159781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55" name="pg1705">
              <a:extLst>
                <a:ext uri="{FF2B5EF4-FFF2-40B4-BE49-F238E27FC236}">
                  <a16:creationId xmlns:a16="http://schemas.microsoft.com/office/drawing/2014/main" id="{B7D5160D-9BE4-B330-2B30-33EE54BF0C5A}"/>
                </a:ext>
              </a:extLst>
            </p:cNvPr>
            <p:cNvSpPr/>
            <p:nvPr/>
          </p:nvSpPr>
          <p:spPr>
            <a:xfrm>
              <a:off x="5171419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56" name="pg1706">
              <a:extLst>
                <a:ext uri="{FF2B5EF4-FFF2-40B4-BE49-F238E27FC236}">
                  <a16:creationId xmlns:a16="http://schemas.microsoft.com/office/drawing/2014/main" id="{4F35F7AC-B888-446A-B795-156B6F11573A}"/>
                </a:ext>
              </a:extLst>
            </p:cNvPr>
            <p:cNvSpPr/>
            <p:nvPr/>
          </p:nvSpPr>
          <p:spPr>
            <a:xfrm>
              <a:off x="5183056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57" name="pg1707">
              <a:extLst>
                <a:ext uri="{FF2B5EF4-FFF2-40B4-BE49-F238E27FC236}">
                  <a16:creationId xmlns:a16="http://schemas.microsoft.com/office/drawing/2014/main" id="{D654D8F4-F109-BEBE-AB99-CED5E1E258CD}"/>
                </a:ext>
              </a:extLst>
            </p:cNvPr>
            <p:cNvSpPr/>
            <p:nvPr/>
          </p:nvSpPr>
          <p:spPr>
            <a:xfrm>
              <a:off x="5066683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58" name="pg1708">
              <a:extLst>
                <a:ext uri="{FF2B5EF4-FFF2-40B4-BE49-F238E27FC236}">
                  <a16:creationId xmlns:a16="http://schemas.microsoft.com/office/drawing/2014/main" id="{C42A3B75-618E-3921-849C-6D99A52AB864}"/>
                </a:ext>
              </a:extLst>
            </p:cNvPr>
            <p:cNvSpPr/>
            <p:nvPr/>
          </p:nvSpPr>
          <p:spPr>
            <a:xfrm>
              <a:off x="5113232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59" name="pg1709">
              <a:extLst>
                <a:ext uri="{FF2B5EF4-FFF2-40B4-BE49-F238E27FC236}">
                  <a16:creationId xmlns:a16="http://schemas.microsoft.com/office/drawing/2014/main" id="{8D619A5B-1FFF-E914-FDA7-3C6FC1D577A8}"/>
                </a:ext>
              </a:extLst>
            </p:cNvPr>
            <p:cNvSpPr/>
            <p:nvPr/>
          </p:nvSpPr>
          <p:spPr>
            <a:xfrm>
              <a:off x="5124869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60" name="pg1710">
              <a:extLst>
                <a:ext uri="{FF2B5EF4-FFF2-40B4-BE49-F238E27FC236}">
                  <a16:creationId xmlns:a16="http://schemas.microsoft.com/office/drawing/2014/main" id="{3DC52D28-E80E-57B7-02E2-9E946E71850D}"/>
                </a:ext>
              </a:extLst>
            </p:cNvPr>
            <p:cNvSpPr/>
            <p:nvPr/>
          </p:nvSpPr>
          <p:spPr>
            <a:xfrm>
              <a:off x="5136507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61" name="pg1711">
              <a:extLst>
                <a:ext uri="{FF2B5EF4-FFF2-40B4-BE49-F238E27FC236}">
                  <a16:creationId xmlns:a16="http://schemas.microsoft.com/office/drawing/2014/main" id="{34374167-F8F7-BE5A-5AAA-91CF02C7EC1F}"/>
                </a:ext>
              </a:extLst>
            </p:cNvPr>
            <p:cNvSpPr/>
            <p:nvPr/>
          </p:nvSpPr>
          <p:spPr>
            <a:xfrm>
              <a:off x="5148144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62" name="pg1712">
              <a:extLst>
                <a:ext uri="{FF2B5EF4-FFF2-40B4-BE49-F238E27FC236}">
                  <a16:creationId xmlns:a16="http://schemas.microsoft.com/office/drawing/2014/main" id="{A6C3FB46-2A84-DC9A-E1E3-798748AF6834}"/>
                </a:ext>
              </a:extLst>
            </p:cNvPr>
            <p:cNvSpPr/>
            <p:nvPr/>
          </p:nvSpPr>
          <p:spPr>
            <a:xfrm>
              <a:off x="5159781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63" name="pg1713">
              <a:extLst>
                <a:ext uri="{FF2B5EF4-FFF2-40B4-BE49-F238E27FC236}">
                  <a16:creationId xmlns:a16="http://schemas.microsoft.com/office/drawing/2014/main" id="{3F95028B-AA9E-42F6-370A-1FA47FBD12F6}"/>
                </a:ext>
              </a:extLst>
            </p:cNvPr>
            <p:cNvSpPr/>
            <p:nvPr/>
          </p:nvSpPr>
          <p:spPr>
            <a:xfrm>
              <a:off x="5171419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64" name="pg1714">
              <a:extLst>
                <a:ext uri="{FF2B5EF4-FFF2-40B4-BE49-F238E27FC236}">
                  <a16:creationId xmlns:a16="http://schemas.microsoft.com/office/drawing/2014/main" id="{726459FB-F9D6-0B24-832D-499974D3942A}"/>
                </a:ext>
              </a:extLst>
            </p:cNvPr>
            <p:cNvSpPr/>
            <p:nvPr/>
          </p:nvSpPr>
          <p:spPr>
            <a:xfrm>
              <a:off x="5183056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65" name="pg1715">
              <a:extLst>
                <a:ext uri="{FF2B5EF4-FFF2-40B4-BE49-F238E27FC236}">
                  <a16:creationId xmlns:a16="http://schemas.microsoft.com/office/drawing/2014/main" id="{D4854597-A8F4-A477-F06E-BC1A8BF6FB57}"/>
                </a:ext>
              </a:extLst>
            </p:cNvPr>
            <p:cNvSpPr/>
            <p:nvPr/>
          </p:nvSpPr>
          <p:spPr>
            <a:xfrm>
              <a:off x="5055045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66" name="pg1716">
              <a:extLst>
                <a:ext uri="{FF2B5EF4-FFF2-40B4-BE49-F238E27FC236}">
                  <a16:creationId xmlns:a16="http://schemas.microsoft.com/office/drawing/2014/main" id="{BEB51C22-7CD8-016C-43FC-8FC2C316B372}"/>
                </a:ext>
              </a:extLst>
            </p:cNvPr>
            <p:cNvSpPr/>
            <p:nvPr/>
          </p:nvSpPr>
          <p:spPr>
            <a:xfrm>
              <a:off x="5066683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67" name="pg1717">
              <a:extLst>
                <a:ext uri="{FF2B5EF4-FFF2-40B4-BE49-F238E27FC236}">
                  <a16:creationId xmlns:a16="http://schemas.microsoft.com/office/drawing/2014/main" id="{79F461AB-CD80-BDEF-2757-084208D4755B}"/>
                </a:ext>
              </a:extLst>
            </p:cNvPr>
            <p:cNvSpPr/>
            <p:nvPr/>
          </p:nvSpPr>
          <p:spPr>
            <a:xfrm>
              <a:off x="5078320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68" name="pg1718">
              <a:extLst>
                <a:ext uri="{FF2B5EF4-FFF2-40B4-BE49-F238E27FC236}">
                  <a16:creationId xmlns:a16="http://schemas.microsoft.com/office/drawing/2014/main" id="{7F2B1BF9-25C3-BCBB-0452-2B76288D0726}"/>
                </a:ext>
              </a:extLst>
            </p:cNvPr>
            <p:cNvSpPr/>
            <p:nvPr/>
          </p:nvSpPr>
          <p:spPr>
            <a:xfrm>
              <a:off x="5089957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69" name="pg1719">
              <a:extLst>
                <a:ext uri="{FF2B5EF4-FFF2-40B4-BE49-F238E27FC236}">
                  <a16:creationId xmlns:a16="http://schemas.microsoft.com/office/drawing/2014/main" id="{40B5D80C-6CED-5647-A36F-059D42229982}"/>
                </a:ext>
              </a:extLst>
            </p:cNvPr>
            <p:cNvSpPr/>
            <p:nvPr/>
          </p:nvSpPr>
          <p:spPr>
            <a:xfrm>
              <a:off x="5101595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70" name="pg1720">
              <a:extLst>
                <a:ext uri="{FF2B5EF4-FFF2-40B4-BE49-F238E27FC236}">
                  <a16:creationId xmlns:a16="http://schemas.microsoft.com/office/drawing/2014/main" id="{A8A8AFC3-3A66-6D23-5899-7BB3288EC821}"/>
                </a:ext>
              </a:extLst>
            </p:cNvPr>
            <p:cNvSpPr/>
            <p:nvPr/>
          </p:nvSpPr>
          <p:spPr>
            <a:xfrm>
              <a:off x="5113232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71" name="pg1721">
              <a:extLst>
                <a:ext uri="{FF2B5EF4-FFF2-40B4-BE49-F238E27FC236}">
                  <a16:creationId xmlns:a16="http://schemas.microsoft.com/office/drawing/2014/main" id="{FDD93081-7D0A-B9D3-2644-2C42F6CFAAEB}"/>
                </a:ext>
              </a:extLst>
            </p:cNvPr>
            <p:cNvSpPr/>
            <p:nvPr/>
          </p:nvSpPr>
          <p:spPr>
            <a:xfrm>
              <a:off x="5124869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72" name="pg1722">
              <a:extLst>
                <a:ext uri="{FF2B5EF4-FFF2-40B4-BE49-F238E27FC236}">
                  <a16:creationId xmlns:a16="http://schemas.microsoft.com/office/drawing/2014/main" id="{1AD14E72-9229-53FC-7D24-1A6B108C7151}"/>
                </a:ext>
              </a:extLst>
            </p:cNvPr>
            <p:cNvSpPr/>
            <p:nvPr/>
          </p:nvSpPr>
          <p:spPr>
            <a:xfrm>
              <a:off x="5136507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73" name="pg1723">
              <a:extLst>
                <a:ext uri="{FF2B5EF4-FFF2-40B4-BE49-F238E27FC236}">
                  <a16:creationId xmlns:a16="http://schemas.microsoft.com/office/drawing/2014/main" id="{A5EE1154-8B22-A924-4315-692D21D68FF1}"/>
                </a:ext>
              </a:extLst>
            </p:cNvPr>
            <p:cNvSpPr/>
            <p:nvPr/>
          </p:nvSpPr>
          <p:spPr>
            <a:xfrm>
              <a:off x="5148144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74" name="pg1724">
              <a:extLst>
                <a:ext uri="{FF2B5EF4-FFF2-40B4-BE49-F238E27FC236}">
                  <a16:creationId xmlns:a16="http://schemas.microsoft.com/office/drawing/2014/main" id="{9FBB3F60-25AC-E241-037A-6DBCF2936130}"/>
                </a:ext>
              </a:extLst>
            </p:cNvPr>
            <p:cNvSpPr/>
            <p:nvPr/>
          </p:nvSpPr>
          <p:spPr>
            <a:xfrm>
              <a:off x="5159781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75" name="pg1725">
              <a:extLst>
                <a:ext uri="{FF2B5EF4-FFF2-40B4-BE49-F238E27FC236}">
                  <a16:creationId xmlns:a16="http://schemas.microsoft.com/office/drawing/2014/main" id="{C4592046-45AE-7500-04CE-7266230B6CBE}"/>
                </a:ext>
              </a:extLst>
            </p:cNvPr>
            <p:cNvSpPr/>
            <p:nvPr/>
          </p:nvSpPr>
          <p:spPr>
            <a:xfrm>
              <a:off x="5171419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76" name="pg1726">
              <a:extLst>
                <a:ext uri="{FF2B5EF4-FFF2-40B4-BE49-F238E27FC236}">
                  <a16:creationId xmlns:a16="http://schemas.microsoft.com/office/drawing/2014/main" id="{2F2BE7EC-3772-696C-26F6-BDE97FCDB651}"/>
                </a:ext>
              </a:extLst>
            </p:cNvPr>
            <p:cNvSpPr/>
            <p:nvPr/>
          </p:nvSpPr>
          <p:spPr>
            <a:xfrm>
              <a:off x="5183056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77" name="pg1727">
              <a:extLst>
                <a:ext uri="{FF2B5EF4-FFF2-40B4-BE49-F238E27FC236}">
                  <a16:creationId xmlns:a16="http://schemas.microsoft.com/office/drawing/2014/main" id="{4298DF8A-C453-9A68-5B31-E94D037322C0}"/>
                </a:ext>
              </a:extLst>
            </p:cNvPr>
            <p:cNvSpPr/>
            <p:nvPr/>
          </p:nvSpPr>
          <p:spPr>
            <a:xfrm>
              <a:off x="5043408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78" name="pg1728">
              <a:extLst>
                <a:ext uri="{FF2B5EF4-FFF2-40B4-BE49-F238E27FC236}">
                  <a16:creationId xmlns:a16="http://schemas.microsoft.com/office/drawing/2014/main" id="{D2F8625E-7A43-042B-245F-8C7FDC703ABD}"/>
                </a:ext>
              </a:extLst>
            </p:cNvPr>
            <p:cNvSpPr/>
            <p:nvPr/>
          </p:nvSpPr>
          <p:spPr>
            <a:xfrm>
              <a:off x="5055045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79" name="pg1729">
              <a:extLst>
                <a:ext uri="{FF2B5EF4-FFF2-40B4-BE49-F238E27FC236}">
                  <a16:creationId xmlns:a16="http://schemas.microsoft.com/office/drawing/2014/main" id="{CC9B10AD-3C49-AEFE-4841-8B100F9882C6}"/>
                </a:ext>
              </a:extLst>
            </p:cNvPr>
            <p:cNvSpPr/>
            <p:nvPr/>
          </p:nvSpPr>
          <p:spPr>
            <a:xfrm>
              <a:off x="5066683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80" name="pg1730">
              <a:extLst>
                <a:ext uri="{FF2B5EF4-FFF2-40B4-BE49-F238E27FC236}">
                  <a16:creationId xmlns:a16="http://schemas.microsoft.com/office/drawing/2014/main" id="{581041A9-B3FF-C1C1-5D0C-B54FE4486BA1}"/>
                </a:ext>
              </a:extLst>
            </p:cNvPr>
            <p:cNvSpPr/>
            <p:nvPr/>
          </p:nvSpPr>
          <p:spPr>
            <a:xfrm>
              <a:off x="5078320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81" name="pg1731">
              <a:extLst>
                <a:ext uri="{FF2B5EF4-FFF2-40B4-BE49-F238E27FC236}">
                  <a16:creationId xmlns:a16="http://schemas.microsoft.com/office/drawing/2014/main" id="{E4830EE3-0356-1036-37DF-B18AF207B8F5}"/>
                </a:ext>
              </a:extLst>
            </p:cNvPr>
            <p:cNvSpPr/>
            <p:nvPr/>
          </p:nvSpPr>
          <p:spPr>
            <a:xfrm>
              <a:off x="5089957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82" name="pg1732">
              <a:extLst>
                <a:ext uri="{FF2B5EF4-FFF2-40B4-BE49-F238E27FC236}">
                  <a16:creationId xmlns:a16="http://schemas.microsoft.com/office/drawing/2014/main" id="{FAC67DF2-360B-7360-C30F-FFCA54FDA725}"/>
                </a:ext>
              </a:extLst>
            </p:cNvPr>
            <p:cNvSpPr/>
            <p:nvPr/>
          </p:nvSpPr>
          <p:spPr>
            <a:xfrm>
              <a:off x="5101595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83" name="pg1733">
              <a:extLst>
                <a:ext uri="{FF2B5EF4-FFF2-40B4-BE49-F238E27FC236}">
                  <a16:creationId xmlns:a16="http://schemas.microsoft.com/office/drawing/2014/main" id="{761CC129-1FAC-D80C-89BE-0779CA2F359A}"/>
                </a:ext>
              </a:extLst>
            </p:cNvPr>
            <p:cNvSpPr/>
            <p:nvPr/>
          </p:nvSpPr>
          <p:spPr>
            <a:xfrm>
              <a:off x="5113232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84" name="pg1734">
              <a:extLst>
                <a:ext uri="{FF2B5EF4-FFF2-40B4-BE49-F238E27FC236}">
                  <a16:creationId xmlns:a16="http://schemas.microsoft.com/office/drawing/2014/main" id="{AB6748E2-9146-BD27-A3BF-48CDF4291568}"/>
                </a:ext>
              </a:extLst>
            </p:cNvPr>
            <p:cNvSpPr/>
            <p:nvPr/>
          </p:nvSpPr>
          <p:spPr>
            <a:xfrm>
              <a:off x="5124869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85" name="pg1735">
              <a:extLst>
                <a:ext uri="{FF2B5EF4-FFF2-40B4-BE49-F238E27FC236}">
                  <a16:creationId xmlns:a16="http://schemas.microsoft.com/office/drawing/2014/main" id="{DBCF4860-D684-4298-2358-1F89AD96FED6}"/>
                </a:ext>
              </a:extLst>
            </p:cNvPr>
            <p:cNvSpPr/>
            <p:nvPr/>
          </p:nvSpPr>
          <p:spPr>
            <a:xfrm>
              <a:off x="5136507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86" name="pg1736">
              <a:extLst>
                <a:ext uri="{FF2B5EF4-FFF2-40B4-BE49-F238E27FC236}">
                  <a16:creationId xmlns:a16="http://schemas.microsoft.com/office/drawing/2014/main" id="{8505E09B-07A3-6C46-F7DB-72444F6601C0}"/>
                </a:ext>
              </a:extLst>
            </p:cNvPr>
            <p:cNvSpPr/>
            <p:nvPr/>
          </p:nvSpPr>
          <p:spPr>
            <a:xfrm>
              <a:off x="5148144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87" name="pg1737">
              <a:extLst>
                <a:ext uri="{FF2B5EF4-FFF2-40B4-BE49-F238E27FC236}">
                  <a16:creationId xmlns:a16="http://schemas.microsoft.com/office/drawing/2014/main" id="{9E57A4E3-BDBE-406C-5DC3-D541741CA173}"/>
                </a:ext>
              </a:extLst>
            </p:cNvPr>
            <p:cNvSpPr/>
            <p:nvPr/>
          </p:nvSpPr>
          <p:spPr>
            <a:xfrm>
              <a:off x="5159781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88" name="pg1738">
              <a:extLst>
                <a:ext uri="{FF2B5EF4-FFF2-40B4-BE49-F238E27FC236}">
                  <a16:creationId xmlns:a16="http://schemas.microsoft.com/office/drawing/2014/main" id="{DCCDB678-A5C5-AFE4-E339-CF65D62F2CA6}"/>
                </a:ext>
              </a:extLst>
            </p:cNvPr>
            <p:cNvSpPr/>
            <p:nvPr/>
          </p:nvSpPr>
          <p:spPr>
            <a:xfrm>
              <a:off x="5171419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89" name="pg1739">
              <a:extLst>
                <a:ext uri="{FF2B5EF4-FFF2-40B4-BE49-F238E27FC236}">
                  <a16:creationId xmlns:a16="http://schemas.microsoft.com/office/drawing/2014/main" id="{6D32641C-DC54-C346-B33E-339F16299D7D}"/>
                </a:ext>
              </a:extLst>
            </p:cNvPr>
            <p:cNvSpPr/>
            <p:nvPr/>
          </p:nvSpPr>
          <p:spPr>
            <a:xfrm>
              <a:off x="5183056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90" name="pg1740">
              <a:extLst>
                <a:ext uri="{FF2B5EF4-FFF2-40B4-BE49-F238E27FC236}">
                  <a16:creationId xmlns:a16="http://schemas.microsoft.com/office/drawing/2014/main" id="{5DE269FD-C246-F234-C443-EBF5CE7174C9}"/>
                </a:ext>
              </a:extLst>
            </p:cNvPr>
            <p:cNvSpPr/>
            <p:nvPr/>
          </p:nvSpPr>
          <p:spPr>
            <a:xfrm>
              <a:off x="5194693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91" name="pg1741">
              <a:extLst>
                <a:ext uri="{FF2B5EF4-FFF2-40B4-BE49-F238E27FC236}">
                  <a16:creationId xmlns:a16="http://schemas.microsoft.com/office/drawing/2014/main" id="{2AF1F150-11E2-3C26-3535-7377B7DD62B0}"/>
                </a:ext>
              </a:extLst>
            </p:cNvPr>
            <p:cNvSpPr/>
            <p:nvPr/>
          </p:nvSpPr>
          <p:spPr>
            <a:xfrm>
              <a:off x="5043408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92" name="pg1742">
              <a:extLst>
                <a:ext uri="{FF2B5EF4-FFF2-40B4-BE49-F238E27FC236}">
                  <a16:creationId xmlns:a16="http://schemas.microsoft.com/office/drawing/2014/main" id="{F18A630A-F393-F668-F0A6-F874F8F6B1D8}"/>
                </a:ext>
              </a:extLst>
            </p:cNvPr>
            <p:cNvSpPr/>
            <p:nvPr/>
          </p:nvSpPr>
          <p:spPr>
            <a:xfrm>
              <a:off x="5055045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93" name="pg1743">
              <a:extLst>
                <a:ext uri="{FF2B5EF4-FFF2-40B4-BE49-F238E27FC236}">
                  <a16:creationId xmlns:a16="http://schemas.microsoft.com/office/drawing/2014/main" id="{E6312528-2551-0306-E569-E562053703FA}"/>
                </a:ext>
              </a:extLst>
            </p:cNvPr>
            <p:cNvSpPr/>
            <p:nvPr/>
          </p:nvSpPr>
          <p:spPr>
            <a:xfrm>
              <a:off x="5066683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94" name="pg1744">
              <a:extLst>
                <a:ext uri="{FF2B5EF4-FFF2-40B4-BE49-F238E27FC236}">
                  <a16:creationId xmlns:a16="http://schemas.microsoft.com/office/drawing/2014/main" id="{E84D0D07-B0EE-F149-E13C-236407AACBA0}"/>
                </a:ext>
              </a:extLst>
            </p:cNvPr>
            <p:cNvSpPr/>
            <p:nvPr/>
          </p:nvSpPr>
          <p:spPr>
            <a:xfrm>
              <a:off x="5078320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95" name="pg1745">
              <a:extLst>
                <a:ext uri="{FF2B5EF4-FFF2-40B4-BE49-F238E27FC236}">
                  <a16:creationId xmlns:a16="http://schemas.microsoft.com/office/drawing/2014/main" id="{7449AA5F-DA1D-0BE4-579E-076A6F919904}"/>
                </a:ext>
              </a:extLst>
            </p:cNvPr>
            <p:cNvSpPr/>
            <p:nvPr/>
          </p:nvSpPr>
          <p:spPr>
            <a:xfrm>
              <a:off x="5089957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96" name="pg1746">
              <a:extLst>
                <a:ext uri="{FF2B5EF4-FFF2-40B4-BE49-F238E27FC236}">
                  <a16:creationId xmlns:a16="http://schemas.microsoft.com/office/drawing/2014/main" id="{AA104B7E-DC8D-C1BA-153F-964112F2A8A6}"/>
                </a:ext>
              </a:extLst>
            </p:cNvPr>
            <p:cNvSpPr/>
            <p:nvPr/>
          </p:nvSpPr>
          <p:spPr>
            <a:xfrm>
              <a:off x="5101595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97" name="pg1747">
              <a:extLst>
                <a:ext uri="{FF2B5EF4-FFF2-40B4-BE49-F238E27FC236}">
                  <a16:creationId xmlns:a16="http://schemas.microsoft.com/office/drawing/2014/main" id="{8EDCBCB4-E51A-3ACC-0580-8F2905810E46}"/>
                </a:ext>
              </a:extLst>
            </p:cNvPr>
            <p:cNvSpPr/>
            <p:nvPr/>
          </p:nvSpPr>
          <p:spPr>
            <a:xfrm>
              <a:off x="5113232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98" name="pg1748">
              <a:extLst>
                <a:ext uri="{FF2B5EF4-FFF2-40B4-BE49-F238E27FC236}">
                  <a16:creationId xmlns:a16="http://schemas.microsoft.com/office/drawing/2014/main" id="{34E0B877-6E8F-83AA-D0C3-DF240C77273B}"/>
                </a:ext>
              </a:extLst>
            </p:cNvPr>
            <p:cNvSpPr/>
            <p:nvPr/>
          </p:nvSpPr>
          <p:spPr>
            <a:xfrm>
              <a:off x="5124869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99" name="pg1749">
              <a:extLst>
                <a:ext uri="{FF2B5EF4-FFF2-40B4-BE49-F238E27FC236}">
                  <a16:creationId xmlns:a16="http://schemas.microsoft.com/office/drawing/2014/main" id="{67F9202B-CE82-6603-C3F0-C1E81D1D8048}"/>
                </a:ext>
              </a:extLst>
            </p:cNvPr>
            <p:cNvSpPr/>
            <p:nvPr/>
          </p:nvSpPr>
          <p:spPr>
            <a:xfrm>
              <a:off x="5136507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00" name="pg1750">
              <a:extLst>
                <a:ext uri="{FF2B5EF4-FFF2-40B4-BE49-F238E27FC236}">
                  <a16:creationId xmlns:a16="http://schemas.microsoft.com/office/drawing/2014/main" id="{ED6D3ECD-1E59-9061-CC10-BC48CC7BEF2B}"/>
                </a:ext>
              </a:extLst>
            </p:cNvPr>
            <p:cNvSpPr/>
            <p:nvPr/>
          </p:nvSpPr>
          <p:spPr>
            <a:xfrm>
              <a:off x="5148144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01" name="pg1751">
              <a:extLst>
                <a:ext uri="{FF2B5EF4-FFF2-40B4-BE49-F238E27FC236}">
                  <a16:creationId xmlns:a16="http://schemas.microsoft.com/office/drawing/2014/main" id="{11BAE002-DDD6-BD86-4177-6B4F89500A44}"/>
                </a:ext>
              </a:extLst>
            </p:cNvPr>
            <p:cNvSpPr/>
            <p:nvPr/>
          </p:nvSpPr>
          <p:spPr>
            <a:xfrm>
              <a:off x="5159781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02" name="pg1752">
              <a:extLst>
                <a:ext uri="{FF2B5EF4-FFF2-40B4-BE49-F238E27FC236}">
                  <a16:creationId xmlns:a16="http://schemas.microsoft.com/office/drawing/2014/main" id="{CC77E7C5-078B-9238-DEF8-668E5EBC4075}"/>
                </a:ext>
              </a:extLst>
            </p:cNvPr>
            <p:cNvSpPr/>
            <p:nvPr/>
          </p:nvSpPr>
          <p:spPr>
            <a:xfrm>
              <a:off x="5171419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03" name="pg1753">
              <a:extLst>
                <a:ext uri="{FF2B5EF4-FFF2-40B4-BE49-F238E27FC236}">
                  <a16:creationId xmlns:a16="http://schemas.microsoft.com/office/drawing/2014/main" id="{00DF9D0F-7A2B-7233-BB77-8D84F5BD84E4}"/>
                </a:ext>
              </a:extLst>
            </p:cNvPr>
            <p:cNvSpPr/>
            <p:nvPr/>
          </p:nvSpPr>
          <p:spPr>
            <a:xfrm>
              <a:off x="5183056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04" name="pg1754">
              <a:extLst>
                <a:ext uri="{FF2B5EF4-FFF2-40B4-BE49-F238E27FC236}">
                  <a16:creationId xmlns:a16="http://schemas.microsoft.com/office/drawing/2014/main" id="{EE40C2F8-E8A7-6B09-BC3D-B89BDB548DF4}"/>
                </a:ext>
              </a:extLst>
            </p:cNvPr>
            <p:cNvSpPr/>
            <p:nvPr/>
          </p:nvSpPr>
          <p:spPr>
            <a:xfrm>
              <a:off x="5194693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05" name="pg1755">
              <a:extLst>
                <a:ext uri="{FF2B5EF4-FFF2-40B4-BE49-F238E27FC236}">
                  <a16:creationId xmlns:a16="http://schemas.microsoft.com/office/drawing/2014/main" id="{B9CC8DDD-F92A-63E2-50DB-B0D7601A6577}"/>
                </a:ext>
              </a:extLst>
            </p:cNvPr>
            <p:cNvSpPr/>
            <p:nvPr/>
          </p:nvSpPr>
          <p:spPr>
            <a:xfrm>
              <a:off x="5206331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06" name="pg1756">
              <a:extLst>
                <a:ext uri="{FF2B5EF4-FFF2-40B4-BE49-F238E27FC236}">
                  <a16:creationId xmlns:a16="http://schemas.microsoft.com/office/drawing/2014/main" id="{2FF5D4D1-A3D7-3ECA-36BC-5CAA78BE97BC}"/>
                </a:ext>
              </a:extLst>
            </p:cNvPr>
            <p:cNvSpPr/>
            <p:nvPr/>
          </p:nvSpPr>
          <p:spPr>
            <a:xfrm>
              <a:off x="5043408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07" name="pg1757">
              <a:extLst>
                <a:ext uri="{FF2B5EF4-FFF2-40B4-BE49-F238E27FC236}">
                  <a16:creationId xmlns:a16="http://schemas.microsoft.com/office/drawing/2014/main" id="{CA61D2C1-1D02-79F9-2E5C-CC6927FEDE6A}"/>
                </a:ext>
              </a:extLst>
            </p:cNvPr>
            <p:cNvSpPr/>
            <p:nvPr/>
          </p:nvSpPr>
          <p:spPr>
            <a:xfrm>
              <a:off x="5055045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08" name="pg1758">
              <a:extLst>
                <a:ext uri="{FF2B5EF4-FFF2-40B4-BE49-F238E27FC236}">
                  <a16:creationId xmlns:a16="http://schemas.microsoft.com/office/drawing/2014/main" id="{F63A8F9B-B646-50DB-6D67-AC7E15B09894}"/>
                </a:ext>
              </a:extLst>
            </p:cNvPr>
            <p:cNvSpPr/>
            <p:nvPr/>
          </p:nvSpPr>
          <p:spPr>
            <a:xfrm>
              <a:off x="5066683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09" name="pg1759">
              <a:extLst>
                <a:ext uri="{FF2B5EF4-FFF2-40B4-BE49-F238E27FC236}">
                  <a16:creationId xmlns:a16="http://schemas.microsoft.com/office/drawing/2014/main" id="{558AD216-72B3-2CA8-CF20-1901C6E759CA}"/>
                </a:ext>
              </a:extLst>
            </p:cNvPr>
            <p:cNvSpPr/>
            <p:nvPr/>
          </p:nvSpPr>
          <p:spPr>
            <a:xfrm>
              <a:off x="5078320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10" name="pg1760">
              <a:extLst>
                <a:ext uri="{FF2B5EF4-FFF2-40B4-BE49-F238E27FC236}">
                  <a16:creationId xmlns:a16="http://schemas.microsoft.com/office/drawing/2014/main" id="{4C700219-0682-0B3E-CE63-F45389AE1FBC}"/>
                </a:ext>
              </a:extLst>
            </p:cNvPr>
            <p:cNvSpPr/>
            <p:nvPr/>
          </p:nvSpPr>
          <p:spPr>
            <a:xfrm>
              <a:off x="5089957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11" name="pg1761">
              <a:extLst>
                <a:ext uri="{FF2B5EF4-FFF2-40B4-BE49-F238E27FC236}">
                  <a16:creationId xmlns:a16="http://schemas.microsoft.com/office/drawing/2014/main" id="{2F7E76B6-1B66-B62D-FA7F-269777239D50}"/>
                </a:ext>
              </a:extLst>
            </p:cNvPr>
            <p:cNvSpPr/>
            <p:nvPr/>
          </p:nvSpPr>
          <p:spPr>
            <a:xfrm>
              <a:off x="5101595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12" name="pg1762">
              <a:extLst>
                <a:ext uri="{FF2B5EF4-FFF2-40B4-BE49-F238E27FC236}">
                  <a16:creationId xmlns:a16="http://schemas.microsoft.com/office/drawing/2014/main" id="{5DB6E4A4-E8D5-8653-32C9-5F00DFAF65DC}"/>
                </a:ext>
              </a:extLst>
            </p:cNvPr>
            <p:cNvSpPr/>
            <p:nvPr/>
          </p:nvSpPr>
          <p:spPr>
            <a:xfrm>
              <a:off x="5113232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13" name="pg1763">
              <a:extLst>
                <a:ext uri="{FF2B5EF4-FFF2-40B4-BE49-F238E27FC236}">
                  <a16:creationId xmlns:a16="http://schemas.microsoft.com/office/drawing/2014/main" id="{DB9CC343-BD0C-BD8B-AC77-66DE4ACFF630}"/>
                </a:ext>
              </a:extLst>
            </p:cNvPr>
            <p:cNvSpPr/>
            <p:nvPr/>
          </p:nvSpPr>
          <p:spPr>
            <a:xfrm>
              <a:off x="5124869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14" name="pg1764">
              <a:extLst>
                <a:ext uri="{FF2B5EF4-FFF2-40B4-BE49-F238E27FC236}">
                  <a16:creationId xmlns:a16="http://schemas.microsoft.com/office/drawing/2014/main" id="{79D93E61-5AEF-C838-7A72-53115941ABE4}"/>
                </a:ext>
              </a:extLst>
            </p:cNvPr>
            <p:cNvSpPr/>
            <p:nvPr/>
          </p:nvSpPr>
          <p:spPr>
            <a:xfrm>
              <a:off x="5136507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15" name="pg1765">
              <a:extLst>
                <a:ext uri="{FF2B5EF4-FFF2-40B4-BE49-F238E27FC236}">
                  <a16:creationId xmlns:a16="http://schemas.microsoft.com/office/drawing/2014/main" id="{A5A05EF3-99C0-DC29-F3BE-EE2794FEE065}"/>
                </a:ext>
              </a:extLst>
            </p:cNvPr>
            <p:cNvSpPr/>
            <p:nvPr/>
          </p:nvSpPr>
          <p:spPr>
            <a:xfrm>
              <a:off x="5148144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16" name="pg1766">
              <a:extLst>
                <a:ext uri="{FF2B5EF4-FFF2-40B4-BE49-F238E27FC236}">
                  <a16:creationId xmlns:a16="http://schemas.microsoft.com/office/drawing/2014/main" id="{699CB00B-120B-AF3C-67E1-885780D0E580}"/>
                </a:ext>
              </a:extLst>
            </p:cNvPr>
            <p:cNvSpPr/>
            <p:nvPr/>
          </p:nvSpPr>
          <p:spPr>
            <a:xfrm>
              <a:off x="5159781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17" name="pg1767">
              <a:extLst>
                <a:ext uri="{FF2B5EF4-FFF2-40B4-BE49-F238E27FC236}">
                  <a16:creationId xmlns:a16="http://schemas.microsoft.com/office/drawing/2014/main" id="{0489AAC5-8FE8-E130-1F04-082D4C74EF70}"/>
                </a:ext>
              </a:extLst>
            </p:cNvPr>
            <p:cNvSpPr/>
            <p:nvPr/>
          </p:nvSpPr>
          <p:spPr>
            <a:xfrm>
              <a:off x="5171419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18" name="pg1768">
              <a:extLst>
                <a:ext uri="{FF2B5EF4-FFF2-40B4-BE49-F238E27FC236}">
                  <a16:creationId xmlns:a16="http://schemas.microsoft.com/office/drawing/2014/main" id="{6C6CE642-948A-F670-F1F0-706D1D827B89}"/>
                </a:ext>
              </a:extLst>
            </p:cNvPr>
            <p:cNvSpPr/>
            <p:nvPr/>
          </p:nvSpPr>
          <p:spPr>
            <a:xfrm>
              <a:off x="5183056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19" name="pg1769">
              <a:extLst>
                <a:ext uri="{FF2B5EF4-FFF2-40B4-BE49-F238E27FC236}">
                  <a16:creationId xmlns:a16="http://schemas.microsoft.com/office/drawing/2014/main" id="{CC54E27F-80A9-1DF6-65F1-7E1726E99DB5}"/>
                </a:ext>
              </a:extLst>
            </p:cNvPr>
            <p:cNvSpPr/>
            <p:nvPr/>
          </p:nvSpPr>
          <p:spPr>
            <a:xfrm>
              <a:off x="5194693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20" name="pg1770">
              <a:extLst>
                <a:ext uri="{FF2B5EF4-FFF2-40B4-BE49-F238E27FC236}">
                  <a16:creationId xmlns:a16="http://schemas.microsoft.com/office/drawing/2014/main" id="{36D42565-FD98-F80D-274B-E33224BC2844}"/>
                </a:ext>
              </a:extLst>
            </p:cNvPr>
            <p:cNvSpPr/>
            <p:nvPr/>
          </p:nvSpPr>
          <p:spPr>
            <a:xfrm>
              <a:off x="5206331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21" name="pg1771">
              <a:extLst>
                <a:ext uri="{FF2B5EF4-FFF2-40B4-BE49-F238E27FC236}">
                  <a16:creationId xmlns:a16="http://schemas.microsoft.com/office/drawing/2014/main" id="{937D1F36-8FAB-35A6-A4E4-BBA6958608F1}"/>
                </a:ext>
              </a:extLst>
            </p:cNvPr>
            <p:cNvSpPr/>
            <p:nvPr/>
          </p:nvSpPr>
          <p:spPr>
            <a:xfrm>
              <a:off x="5043408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22" name="pg1772">
              <a:extLst>
                <a:ext uri="{FF2B5EF4-FFF2-40B4-BE49-F238E27FC236}">
                  <a16:creationId xmlns:a16="http://schemas.microsoft.com/office/drawing/2014/main" id="{6D116D39-98F1-4D6F-225D-C7E8F5E5159D}"/>
                </a:ext>
              </a:extLst>
            </p:cNvPr>
            <p:cNvSpPr/>
            <p:nvPr/>
          </p:nvSpPr>
          <p:spPr>
            <a:xfrm>
              <a:off x="5055045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23" name="pg1773">
              <a:extLst>
                <a:ext uri="{FF2B5EF4-FFF2-40B4-BE49-F238E27FC236}">
                  <a16:creationId xmlns:a16="http://schemas.microsoft.com/office/drawing/2014/main" id="{1BFB9702-97FD-D3FF-CE6D-6FDF4C1FAABC}"/>
                </a:ext>
              </a:extLst>
            </p:cNvPr>
            <p:cNvSpPr/>
            <p:nvPr/>
          </p:nvSpPr>
          <p:spPr>
            <a:xfrm>
              <a:off x="5066683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24" name="pg1774">
              <a:extLst>
                <a:ext uri="{FF2B5EF4-FFF2-40B4-BE49-F238E27FC236}">
                  <a16:creationId xmlns:a16="http://schemas.microsoft.com/office/drawing/2014/main" id="{264EC5B1-0DD3-1377-4834-18578080F17C}"/>
                </a:ext>
              </a:extLst>
            </p:cNvPr>
            <p:cNvSpPr/>
            <p:nvPr/>
          </p:nvSpPr>
          <p:spPr>
            <a:xfrm>
              <a:off x="5078320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25" name="pg1775">
              <a:extLst>
                <a:ext uri="{FF2B5EF4-FFF2-40B4-BE49-F238E27FC236}">
                  <a16:creationId xmlns:a16="http://schemas.microsoft.com/office/drawing/2014/main" id="{927D9E35-AE5C-52CB-4304-5182C0FF81F2}"/>
                </a:ext>
              </a:extLst>
            </p:cNvPr>
            <p:cNvSpPr/>
            <p:nvPr/>
          </p:nvSpPr>
          <p:spPr>
            <a:xfrm>
              <a:off x="5089957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26" name="pg1776">
              <a:extLst>
                <a:ext uri="{FF2B5EF4-FFF2-40B4-BE49-F238E27FC236}">
                  <a16:creationId xmlns:a16="http://schemas.microsoft.com/office/drawing/2014/main" id="{BFEF9386-ECDA-F1BB-0DCC-41A8443C6F74}"/>
                </a:ext>
              </a:extLst>
            </p:cNvPr>
            <p:cNvSpPr/>
            <p:nvPr/>
          </p:nvSpPr>
          <p:spPr>
            <a:xfrm>
              <a:off x="5101595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27" name="pg1777">
              <a:extLst>
                <a:ext uri="{FF2B5EF4-FFF2-40B4-BE49-F238E27FC236}">
                  <a16:creationId xmlns:a16="http://schemas.microsoft.com/office/drawing/2014/main" id="{949368BE-916D-7754-B5B3-3AE709DFCCF0}"/>
                </a:ext>
              </a:extLst>
            </p:cNvPr>
            <p:cNvSpPr/>
            <p:nvPr/>
          </p:nvSpPr>
          <p:spPr>
            <a:xfrm>
              <a:off x="5113232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28" name="pg1778">
              <a:extLst>
                <a:ext uri="{FF2B5EF4-FFF2-40B4-BE49-F238E27FC236}">
                  <a16:creationId xmlns:a16="http://schemas.microsoft.com/office/drawing/2014/main" id="{7F34A5BD-4238-7019-35B0-105AB5B91EF1}"/>
                </a:ext>
              </a:extLst>
            </p:cNvPr>
            <p:cNvSpPr/>
            <p:nvPr/>
          </p:nvSpPr>
          <p:spPr>
            <a:xfrm>
              <a:off x="5124869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29" name="pg1779">
              <a:extLst>
                <a:ext uri="{FF2B5EF4-FFF2-40B4-BE49-F238E27FC236}">
                  <a16:creationId xmlns:a16="http://schemas.microsoft.com/office/drawing/2014/main" id="{5C4A6C77-C37D-D4B9-A5BB-19039E4A599E}"/>
                </a:ext>
              </a:extLst>
            </p:cNvPr>
            <p:cNvSpPr/>
            <p:nvPr/>
          </p:nvSpPr>
          <p:spPr>
            <a:xfrm>
              <a:off x="5136507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30" name="pg1780">
              <a:extLst>
                <a:ext uri="{FF2B5EF4-FFF2-40B4-BE49-F238E27FC236}">
                  <a16:creationId xmlns:a16="http://schemas.microsoft.com/office/drawing/2014/main" id="{11116B88-7020-C044-C73C-BC8C800B5C2E}"/>
                </a:ext>
              </a:extLst>
            </p:cNvPr>
            <p:cNvSpPr/>
            <p:nvPr/>
          </p:nvSpPr>
          <p:spPr>
            <a:xfrm>
              <a:off x="5148144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31" name="pg1781">
              <a:extLst>
                <a:ext uri="{FF2B5EF4-FFF2-40B4-BE49-F238E27FC236}">
                  <a16:creationId xmlns:a16="http://schemas.microsoft.com/office/drawing/2014/main" id="{67891913-7AE3-0058-4CE9-9055805988A4}"/>
                </a:ext>
              </a:extLst>
            </p:cNvPr>
            <p:cNvSpPr/>
            <p:nvPr/>
          </p:nvSpPr>
          <p:spPr>
            <a:xfrm>
              <a:off x="5159781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32" name="pg1782">
              <a:extLst>
                <a:ext uri="{FF2B5EF4-FFF2-40B4-BE49-F238E27FC236}">
                  <a16:creationId xmlns:a16="http://schemas.microsoft.com/office/drawing/2014/main" id="{D563AFBF-D7A8-7E0F-BC80-D4A5260177CE}"/>
                </a:ext>
              </a:extLst>
            </p:cNvPr>
            <p:cNvSpPr/>
            <p:nvPr/>
          </p:nvSpPr>
          <p:spPr>
            <a:xfrm>
              <a:off x="5171419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33" name="pg1783">
              <a:extLst>
                <a:ext uri="{FF2B5EF4-FFF2-40B4-BE49-F238E27FC236}">
                  <a16:creationId xmlns:a16="http://schemas.microsoft.com/office/drawing/2014/main" id="{79CE6348-115E-6338-42B0-7AA6964AFC27}"/>
                </a:ext>
              </a:extLst>
            </p:cNvPr>
            <p:cNvSpPr/>
            <p:nvPr/>
          </p:nvSpPr>
          <p:spPr>
            <a:xfrm>
              <a:off x="5183056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34" name="pg1784">
              <a:extLst>
                <a:ext uri="{FF2B5EF4-FFF2-40B4-BE49-F238E27FC236}">
                  <a16:creationId xmlns:a16="http://schemas.microsoft.com/office/drawing/2014/main" id="{2B1B5877-ED73-D4D5-F0CE-50E1B8DCC8AF}"/>
                </a:ext>
              </a:extLst>
            </p:cNvPr>
            <p:cNvSpPr/>
            <p:nvPr/>
          </p:nvSpPr>
          <p:spPr>
            <a:xfrm>
              <a:off x="5194693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35" name="pg1785">
              <a:extLst>
                <a:ext uri="{FF2B5EF4-FFF2-40B4-BE49-F238E27FC236}">
                  <a16:creationId xmlns:a16="http://schemas.microsoft.com/office/drawing/2014/main" id="{8F481E34-556D-56E3-DF17-2DDABDDA3175}"/>
                </a:ext>
              </a:extLst>
            </p:cNvPr>
            <p:cNvSpPr/>
            <p:nvPr/>
          </p:nvSpPr>
          <p:spPr>
            <a:xfrm>
              <a:off x="5206331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36" name="pg1786">
              <a:extLst>
                <a:ext uri="{FF2B5EF4-FFF2-40B4-BE49-F238E27FC236}">
                  <a16:creationId xmlns:a16="http://schemas.microsoft.com/office/drawing/2014/main" id="{131DF8E2-850A-52D6-B1EA-DB0F81934E00}"/>
                </a:ext>
              </a:extLst>
            </p:cNvPr>
            <p:cNvSpPr/>
            <p:nvPr/>
          </p:nvSpPr>
          <p:spPr>
            <a:xfrm>
              <a:off x="5217968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37" name="pg1787">
              <a:extLst>
                <a:ext uri="{FF2B5EF4-FFF2-40B4-BE49-F238E27FC236}">
                  <a16:creationId xmlns:a16="http://schemas.microsoft.com/office/drawing/2014/main" id="{56ED4D42-5FB8-CDCD-81F0-88866E35D836}"/>
                </a:ext>
              </a:extLst>
            </p:cNvPr>
            <p:cNvSpPr/>
            <p:nvPr/>
          </p:nvSpPr>
          <p:spPr>
            <a:xfrm>
              <a:off x="5055045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38" name="pg1788">
              <a:extLst>
                <a:ext uri="{FF2B5EF4-FFF2-40B4-BE49-F238E27FC236}">
                  <a16:creationId xmlns:a16="http://schemas.microsoft.com/office/drawing/2014/main" id="{D738146C-1F71-C66E-BAE5-A9330953164B}"/>
                </a:ext>
              </a:extLst>
            </p:cNvPr>
            <p:cNvSpPr/>
            <p:nvPr/>
          </p:nvSpPr>
          <p:spPr>
            <a:xfrm>
              <a:off x="5066683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39" name="pg1789">
              <a:extLst>
                <a:ext uri="{FF2B5EF4-FFF2-40B4-BE49-F238E27FC236}">
                  <a16:creationId xmlns:a16="http://schemas.microsoft.com/office/drawing/2014/main" id="{FD793215-E642-D662-B3BD-3903F35C8880}"/>
                </a:ext>
              </a:extLst>
            </p:cNvPr>
            <p:cNvSpPr/>
            <p:nvPr/>
          </p:nvSpPr>
          <p:spPr>
            <a:xfrm>
              <a:off x="5078320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40" name="pg1790">
              <a:extLst>
                <a:ext uri="{FF2B5EF4-FFF2-40B4-BE49-F238E27FC236}">
                  <a16:creationId xmlns:a16="http://schemas.microsoft.com/office/drawing/2014/main" id="{D55F1131-E2B6-D5F4-86AE-0EBF0E15B9F8}"/>
                </a:ext>
              </a:extLst>
            </p:cNvPr>
            <p:cNvSpPr/>
            <p:nvPr/>
          </p:nvSpPr>
          <p:spPr>
            <a:xfrm>
              <a:off x="5089957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41" name="pg1791">
              <a:extLst>
                <a:ext uri="{FF2B5EF4-FFF2-40B4-BE49-F238E27FC236}">
                  <a16:creationId xmlns:a16="http://schemas.microsoft.com/office/drawing/2014/main" id="{CBD6D76B-CB1D-C78C-579C-8B2687AE591C}"/>
                </a:ext>
              </a:extLst>
            </p:cNvPr>
            <p:cNvSpPr/>
            <p:nvPr/>
          </p:nvSpPr>
          <p:spPr>
            <a:xfrm>
              <a:off x="5101595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42" name="pg1792">
              <a:extLst>
                <a:ext uri="{FF2B5EF4-FFF2-40B4-BE49-F238E27FC236}">
                  <a16:creationId xmlns:a16="http://schemas.microsoft.com/office/drawing/2014/main" id="{E294FA23-2ED2-969C-AA8E-795C74F06206}"/>
                </a:ext>
              </a:extLst>
            </p:cNvPr>
            <p:cNvSpPr/>
            <p:nvPr/>
          </p:nvSpPr>
          <p:spPr>
            <a:xfrm>
              <a:off x="5113232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43" name="pg1793">
              <a:extLst>
                <a:ext uri="{FF2B5EF4-FFF2-40B4-BE49-F238E27FC236}">
                  <a16:creationId xmlns:a16="http://schemas.microsoft.com/office/drawing/2014/main" id="{11197ECD-C2B3-7009-74EE-D8FB5BE3DCB5}"/>
                </a:ext>
              </a:extLst>
            </p:cNvPr>
            <p:cNvSpPr/>
            <p:nvPr/>
          </p:nvSpPr>
          <p:spPr>
            <a:xfrm>
              <a:off x="5124869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44" name="pg1794">
              <a:extLst>
                <a:ext uri="{FF2B5EF4-FFF2-40B4-BE49-F238E27FC236}">
                  <a16:creationId xmlns:a16="http://schemas.microsoft.com/office/drawing/2014/main" id="{FE7BE9ED-B7BC-CB5B-DBA6-4ADC11B2CC73}"/>
                </a:ext>
              </a:extLst>
            </p:cNvPr>
            <p:cNvSpPr/>
            <p:nvPr/>
          </p:nvSpPr>
          <p:spPr>
            <a:xfrm>
              <a:off x="5136507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45" name="pg1795">
              <a:extLst>
                <a:ext uri="{FF2B5EF4-FFF2-40B4-BE49-F238E27FC236}">
                  <a16:creationId xmlns:a16="http://schemas.microsoft.com/office/drawing/2014/main" id="{E8D6BCB7-1EFC-18DC-01AD-EC464107AED5}"/>
                </a:ext>
              </a:extLst>
            </p:cNvPr>
            <p:cNvSpPr/>
            <p:nvPr/>
          </p:nvSpPr>
          <p:spPr>
            <a:xfrm>
              <a:off x="5148144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46" name="pg1796">
              <a:extLst>
                <a:ext uri="{FF2B5EF4-FFF2-40B4-BE49-F238E27FC236}">
                  <a16:creationId xmlns:a16="http://schemas.microsoft.com/office/drawing/2014/main" id="{5D549A26-BD9C-5BAA-C473-70A4282B9000}"/>
                </a:ext>
              </a:extLst>
            </p:cNvPr>
            <p:cNvSpPr/>
            <p:nvPr/>
          </p:nvSpPr>
          <p:spPr>
            <a:xfrm>
              <a:off x="5159781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47" name="pg1797">
              <a:extLst>
                <a:ext uri="{FF2B5EF4-FFF2-40B4-BE49-F238E27FC236}">
                  <a16:creationId xmlns:a16="http://schemas.microsoft.com/office/drawing/2014/main" id="{3299ABC0-B700-D388-7E4F-C008D8DA50FA}"/>
                </a:ext>
              </a:extLst>
            </p:cNvPr>
            <p:cNvSpPr/>
            <p:nvPr/>
          </p:nvSpPr>
          <p:spPr>
            <a:xfrm>
              <a:off x="5171419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48" name="pg1798">
              <a:extLst>
                <a:ext uri="{FF2B5EF4-FFF2-40B4-BE49-F238E27FC236}">
                  <a16:creationId xmlns:a16="http://schemas.microsoft.com/office/drawing/2014/main" id="{5AE71034-D794-5412-9BB2-2189EF6BF08B}"/>
                </a:ext>
              </a:extLst>
            </p:cNvPr>
            <p:cNvSpPr/>
            <p:nvPr/>
          </p:nvSpPr>
          <p:spPr>
            <a:xfrm>
              <a:off x="5183056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49" name="pg1799">
              <a:extLst>
                <a:ext uri="{FF2B5EF4-FFF2-40B4-BE49-F238E27FC236}">
                  <a16:creationId xmlns:a16="http://schemas.microsoft.com/office/drawing/2014/main" id="{21A00E9F-39F2-AE3E-E8C2-98B96B791242}"/>
                </a:ext>
              </a:extLst>
            </p:cNvPr>
            <p:cNvSpPr/>
            <p:nvPr/>
          </p:nvSpPr>
          <p:spPr>
            <a:xfrm>
              <a:off x="5194693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50" name="pg1800">
              <a:extLst>
                <a:ext uri="{FF2B5EF4-FFF2-40B4-BE49-F238E27FC236}">
                  <a16:creationId xmlns:a16="http://schemas.microsoft.com/office/drawing/2014/main" id="{373426C1-6C49-4851-8183-7440169CADC9}"/>
                </a:ext>
              </a:extLst>
            </p:cNvPr>
            <p:cNvSpPr/>
            <p:nvPr/>
          </p:nvSpPr>
          <p:spPr>
            <a:xfrm>
              <a:off x="5206331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51" name="pg1801">
              <a:extLst>
                <a:ext uri="{FF2B5EF4-FFF2-40B4-BE49-F238E27FC236}">
                  <a16:creationId xmlns:a16="http://schemas.microsoft.com/office/drawing/2014/main" id="{B52D6EBC-35CB-31A2-EBD6-C7CD7FB5DD71}"/>
                </a:ext>
              </a:extLst>
            </p:cNvPr>
            <p:cNvSpPr/>
            <p:nvPr/>
          </p:nvSpPr>
          <p:spPr>
            <a:xfrm>
              <a:off x="5217968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52" name="pg1802">
              <a:extLst>
                <a:ext uri="{FF2B5EF4-FFF2-40B4-BE49-F238E27FC236}">
                  <a16:creationId xmlns:a16="http://schemas.microsoft.com/office/drawing/2014/main" id="{C770CC1D-7036-2A80-1BC5-A60AE5AE8E3B}"/>
                </a:ext>
              </a:extLst>
            </p:cNvPr>
            <p:cNvSpPr/>
            <p:nvPr/>
          </p:nvSpPr>
          <p:spPr>
            <a:xfrm>
              <a:off x="502013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53" name="pg1803">
              <a:extLst>
                <a:ext uri="{FF2B5EF4-FFF2-40B4-BE49-F238E27FC236}">
                  <a16:creationId xmlns:a16="http://schemas.microsoft.com/office/drawing/2014/main" id="{6EB69651-70C3-FD77-D336-385480B4F04D}"/>
                </a:ext>
              </a:extLst>
            </p:cNvPr>
            <p:cNvSpPr/>
            <p:nvPr/>
          </p:nvSpPr>
          <p:spPr>
            <a:xfrm>
              <a:off x="503177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54" name="pg1804">
              <a:extLst>
                <a:ext uri="{FF2B5EF4-FFF2-40B4-BE49-F238E27FC236}">
                  <a16:creationId xmlns:a16="http://schemas.microsoft.com/office/drawing/2014/main" id="{49C95293-F870-57F4-FE75-5AE2B77EDD8B}"/>
                </a:ext>
              </a:extLst>
            </p:cNvPr>
            <p:cNvSpPr/>
            <p:nvPr/>
          </p:nvSpPr>
          <p:spPr>
            <a:xfrm>
              <a:off x="5043408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55" name="pg1805">
              <a:extLst>
                <a:ext uri="{FF2B5EF4-FFF2-40B4-BE49-F238E27FC236}">
                  <a16:creationId xmlns:a16="http://schemas.microsoft.com/office/drawing/2014/main" id="{680A8235-8182-8B4E-EBD3-B565254AA7A6}"/>
                </a:ext>
              </a:extLst>
            </p:cNvPr>
            <p:cNvSpPr/>
            <p:nvPr/>
          </p:nvSpPr>
          <p:spPr>
            <a:xfrm>
              <a:off x="5055045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56" name="pg1806">
              <a:extLst>
                <a:ext uri="{FF2B5EF4-FFF2-40B4-BE49-F238E27FC236}">
                  <a16:creationId xmlns:a16="http://schemas.microsoft.com/office/drawing/2014/main" id="{1483A61B-306C-5D12-84B8-031440EB03ED}"/>
                </a:ext>
              </a:extLst>
            </p:cNvPr>
            <p:cNvSpPr/>
            <p:nvPr/>
          </p:nvSpPr>
          <p:spPr>
            <a:xfrm>
              <a:off x="506668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57" name="pg1807">
              <a:extLst>
                <a:ext uri="{FF2B5EF4-FFF2-40B4-BE49-F238E27FC236}">
                  <a16:creationId xmlns:a16="http://schemas.microsoft.com/office/drawing/2014/main" id="{6C10D3C0-0587-D65C-00F3-B841DCE10FFF}"/>
                </a:ext>
              </a:extLst>
            </p:cNvPr>
            <p:cNvSpPr/>
            <p:nvPr/>
          </p:nvSpPr>
          <p:spPr>
            <a:xfrm>
              <a:off x="5078320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58" name="pg1808">
              <a:extLst>
                <a:ext uri="{FF2B5EF4-FFF2-40B4-BE49-F238E27FC236}">
                  <a16:creationId xmlns:a16="http://schemas.microsoft.com/office/drawing/2014/main" id="{4B0F8727-F601-85DC-414D-58DE3DB44F88}"/>
                </a:ext>
              </a:extLst>
            </p:cNvPr>
            <p:cNvSpPr/>
            <p:nvPr/>
          </p:nvSpPr>
          <p:spPr>
            <a:xfrm>
              <a:off x="5089957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59" name="pg1809">
              <a:extLst>
                <a:ext uri="{FF2B5EF4-FFF2-40B4-BE49-F238E27FC236}">
                  <a16:creationId xmlns:a16="http://schemas.microsoft.com/office/drawing/2014/main" id="{AD718C6D-BA78-C02E-0A9D-7006EC47AE97}"/>
                </a:ext>
              </a:extLst>
            </p:cNvPr>
            <p:cNvSpPr/>
            <p:nvPr/>
          </p:nvSpPr>
          <p:spPr>
            <a:xfrm>
              <a:off x="5101595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60" name="pg1810">
              <a:extLst>
                <a:ext uri="{FF2B5EF4-FFF2-40B4-BE49-F238E27FC236}">
                  <a16:creationId xmlns:a16="http://schemas.microsoft.com/office/drawing/2014/main" id="{55635170-A8AE-78C2-1C19-97D99EE66390}"/>
                </a:ext>
              </a:extLst>
            </p:cNvPr>
            <p:cNvSpPr/>
            <p:nvPr/>
          </p:nvSpPr>
          <p:spPr>
            <a:xfrm>
              <a:off x="5113232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61" name="pg1811">
              <a:extLst>
                <a:ext uri="{FF2B5EF4-FFF2-40B4-BE49-F238E27FC236}">
                  <a16:creationId xmlns:a16="http://schemas.microsoft.com/office/drawing/2014/main" id="{AD409A62-6C5C-3C5D-A5FD-100EE8AFE059}"/>
                </a:ext>
              </a:extLst>
            </p:cNvPr>
            <p:cNvSpPr/>
            <p:nvPr/>
          </p:nvSpPr>
          <p:spPr>
            <a:xfrm>
              <a:off x="5124869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62" name="pg1812">
              <a:extLst>
                <a:ext uri="{FF2B5EF4-FFF2-40B4-BE49-F238E27FC236}">
                  <a16:creationId xmlns:a16="http://schemas.microsoft.com/office/drawing/2014/main" id="{1FD64C35-9840-58FF-0B48-1E13E14B61D6}"/>
                </a:ext>
              </a:extLst>
            </p:cNvPr>
            <p:cNvSpPr/>
            <p:nvPr/>
          </p:nvSpPr>
          <p:spPr>
            <a:xfrm>
              <a:off x="5136507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63" name="pg1813">
              <a:extLst>
                <a:ext uri="{FF2B5EF4-FFF2-40B4-BE49-F238E27FC236}">
                  <a16:creationId xmlns:a16="http://schemas.microsoft.com/office/drawing/2014/main" id="{0E8C2CC4-D0BF-703A-821D-89F0A98C2F54}"/>
                </a:ext>
              </a:extLst>
            </p:cNvPr>
            <p:cNvSpPr/>
            <p:nvPr/>
          </p:nvSpPr>
          <p:spPr>
            <a:xfrm>
              <a:off x="5148144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64" name="pg1814">
              <a:extLst>
                <a:ext uri="{FF2B5EF4-FFF2-40B4-BE49-F238E27FC236}">
                  <a16:creationId xmlns:a16="http://schemas.microsoft.com/office/drawing/2014/main" id="{922172D0-5274-DA92-873A-385DD9DA8761}"/>
                </a:ext>
              </a:extLst>
            </p:cNvPr>
            <p:cNvSpPr/>
            <p:nvPr/>
          </p:nvSpPr>
          <p:spPr>
            <a:xfrm>
              <a:off x="515978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65" name="pg1815">
              <a:extLst>
                <a:ext uri="{FF2B5EF4-FFF2-40B4-BE49-F238E27FC236}">
                  <a16:creationId xmlns:a16="http://schemas.microsoft.com/office/drawing/2014/main" id="{ED7ABE83-15AD-4101-1902-C38E1FE37A23}"/>
                </a:ext>
              </a:extLst>
            </p:cNvPr>
            <p:cNvSpPr/>
            <p:nvPr/>
          </p:nvSpPr>
          <p:spPr>
            <a:xfrm>
              <a:off x="5171419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66" name="pg1816">
              <a:extLst>
                <a:ext uri="{FF2B5EF4-FFF2-40B4-BE49-F238E27FC236}">
                  <a16:creationId xmlns:a16="http://schemas.microsoft.com/office/drawing/2014/main" id="{37140746-31D8-A6EB-DBF4-74982EDAC752}"/>
                </a:ext>
              </a:extLst>
            </p:cNvPr>
            <p:cNvSpPr/>
            <p:nvPr/>
          </p:nvSpPr>
          <p:spPr>
            <a:xfrm>
              <a:off x="5183056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67" name="pg1817">
              <a:extLst>
                <a:ext uri="{FF2B5EF4-FFF2-40B4-BE49-F238E27FC236}">
                  <a16:creationId xmlns:a16="http://schemas.microsoft.com/office/drawing/2014/main" id="{A0CAEB9C-FA09-8CF1-056D-05A92A3902DD}"/>
                </a:ext>
              </a:extLst>
            </p:cNvPr>
            <p:cNvSpPr/>
            <p:nvPr/>
          </p:nvSpPr>
          <p:spPr>
            <a:xfrm>
              <a:off x="519469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68" name="pg1818">
              <a:extLst>
                <a:ext uri="{FF2B5EF4-FFF2-40B4-BE49-F238E27FC236}">
                  <a16:creationId xmlns:a16="http://schemas.microsoft.com/office/drawing/2014/main" id="{5EA6090B-7CF4-8D3B-E5F0-B3E8A5A9DFB5}"/>
                </a:ext>
              </a:extLst>
            </p:cNvPr>
            <p:cNvSpPr/>
            <p:nvPr/>
          </p:nvSpPr>
          <p:spPr>
            <a:xfrm>
              <a:off x="520633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69" name="pg1819">
              <a:extLst>
                <a:ext uri="{FF2B5EF4-FFF2-40B4-BE49-F238E27FC236}">
                  <a16:creationId xmlns:a16="http://schemas.microsoft.com/office/drawing/2014/main" id="{02CDCD1C-E314-42AE-AF62-B9B929A52F38}"/>
                </a:ext>
              </a:extLst>
            </p:cNvPr>
            <p:cNvSpPr/>
            <p:nvPr/>
          </p:nvSpPr>
          <p:spPr>
            <a:xfrm>
              <a:off x="502013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70" name="pg1820">
              <a:extLst>
                <a:ext uri="{FF2B5EF4-FFF2-40B4-BE49-F238E27FC236}">
                  <a16:creationId xmlns:a16="http://schemas.microsoft.com/office/drawing/2014/main" id="{818D08E5-7753-2563-7565-B1297EDDE179}"/>
                </a:ext>
              </a:extLst>
            </p:cNvPr>
            <p:cNvSpPr/>
            <p:nvPr/>
          </p:nvSpPr>
          <p:spPr>
            <a:xfrm>
              <a:off x="5031771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71" name="pg1821">
              <a:extLst>
                <a:ext uri="{FF2B5EF4-FFF2-40B4-BE49-F238E27FC236}">
                  <a16:creationId xmlns:a16="http://schemas.microsoft.com/office/drawing/2014/main" id="{C6F4D575-9FBC-53E4-383E-92C18DC93BE1}"/>
                </a:ext>
              </a:extLst>
            </p:cNvPr>
            <p:cNvSpPr/>
            <p:nvPr/>
          </p:nvSpPr>
          <p:spPr>
            <a:xfrm>
              <a:off x="5043408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72" name="pg1822">
              <a:extLst>
                <a:ext uri="{FF2B5EF4-FFF2-40B4-BE49-F238E27FC236}">
                  <a16:creationId xmlns:a16="http://schemas.microsoft.com/office/drawing/2014/main" id="{C51C1753-1E12-FE6A-28DF-22E1EC7B5CC6}"/>
                </a:ext>
              </a:extLst>
            </p:cNvPr>
            <p:cNvSpPr/>
            <p:nvPr/>
          </p:nvSpPr>
          <p:spPr>
            <a:xfrm>
              <a:off x="5055045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73" name="pg1823">
              <a:extLst>
                <a:ext uri="{FF2B5EF4-FFF2-40B4-BE49-F238E27FC236}">
                  <a16:creationId xmlns:a16="http://schemas.microsoft.com/office/drawing/2014/main" id="{47D53E52-61E8-A636-5570-6FABB4A064AD}"/>
                </a:ext>
              </a:extLst>
            </p:cNvPr>
            <p:cNvSpPr/>
            <p:nvPr/>
          </p:nvSpPr>
          <p:spPr>
            <a:xfrm>
              <a:off x="506668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74" name="pg1824">
              <a:extLst>
                <a:ext uri="{FF2B5EF4-FFF2-40B4-BE49-F238E27FC236}">
                  <a16:creationId xmlns:a16="http://schemas.microsoft.com/office/drawing/2014/main" id="{11C8B98D-726E-4DCB-ABFA-63E343263585}"/>
                </a:ext>
              </a:extLst>
            </p:cNvPr>
            <p:cNvSpPr/>
            <p:nvPr/>
          </p:nvSpPr>
          <p:spPr>
            <a:xfrm>
              <a:off x="5078320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75" name="pg1825">
              <a:extLst>
                <a:ext uri="{FF2B5EF4-FFF2-40B4-BE49-F238E27FC236}">
                  <a16:creationId xmlns:a16="http://schemas.microsoft.com/office/drawing/2014/main" id="{3B357242-FC75-44AE-D3E3-0600958D29E1}"/>
                </a:ext>
              </a:extLst>
            </p:cNvPr>
            <p:cNvSpPr/>
            <p:nvPr/>
          </p:nvSpPr>
          <p:spPr>
            <a:xfrm>
              <a:off x="5089957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76" name="pg1826">
              <a:extLst>
                <a:ext uri="{FF2B5EF4-FFF2-40B4-BE49-F238E27FC236}">
                  <a16:creationId xmlns:a16="http://schemas.microsoft.com/office/drawing/2014/main" id="{FC3A5418-39A1-F11C-6B1B-7C5F03F96F12}"/>
                </a:ext>
              </a:extLst>
            </p:cNvPr>
            <p:cNvSpPr/>
            <p:nvPr/>
          </p:nvSpPr>
          <p:spPr>
            <a:xfrm>
              <a:off x="5101595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77" name="pg1827">
              <a:extLst>
                <a:ext uri="{FF2B5EF4-FFF2-40B4-BE49-F238E27FC236}">
                  <a16:creationId xmlns:a16="http://schemas.microsoft.com/office/drawing/2014/main" id="{C3F8EDC9-DA7F-5AC7-6DF2-573DB73765E7}"/>
                </a:ext>
              </a:extLst>
            </p:cNvPr>
            <p:cNvSpPr/>
            <p:nvPr/>
          </p:nvSpPr>
          <p:spPr>
            <a:xfrm>
              <a:off x="5113232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78" name="pg1828">
              <a:extLst>
                <a:ext uri="{FF2B5EF4-FFF2-40B4-BE49-F238E27FC236}">
                  <a16:creationId xmlns:a16="http://schemas.microsoft.com/office/drawing/2014/main" id="{108F6B4F-3AE0-52ED-2334-54FDA4AA4A3B}"/>
                </a:ext>
              </a:extLst>
            </p:cNvPr>
            <p:cNvSpPr/>
            <p:nvPr/>
          </p:nvSpPr>
          <p:spPr>
            <a:xfrm>
              <a:off x="5124869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79" name="pg1829">
              <a:extLst>
                <a:ext uri="{FF2B5EF4-FFF2-40B4-BE49-F238E27FC236}">
                  <a16:creationId xmlns:a16="http://schemas.microsoft.com/office/drawing/2014/main" id="{69BFA91F-8BA1-FAF5-D60E-2FB127FB5BBC}"/>
                </a:ext>
              </a:extLst>
            </p:cNvPr>
            <p:cNvSpPr/>
            <p:nvPr/>
          </p:nvSpPr>
          <p:spPr>
            <a:xfrm>
              <a:off x="5136507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80" name="pg1830">
              <a:extLst>
                <a:ext uri="{FF2B5EF4-FFF2-40B4-BE49-F238E27FC236}">
                  <a16:creationId xmlns:a16="http://schemas.microsoft.com/office/drawing/2014/main" id="{6D6CD711-3E26-F5A2-A729-445EF3DB9A1A}"/>
                </a:ext>
              </a:extLst>
            </p:cNvPr>
            <p:cNvSpPr/>
            <p:nvPr/>
          </p:nvSpPr>
          <p:spPr>
            <a:xfrm>
              <a:off x="5148144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81" name="pg1831">
              <a:extLst>
                <a:ext uri="{FF2B5EF4-FFF2-40B4-BE49-F238E27FC236}">
                  <a16:creationId xmlns:a16="http://schemas.microsoft.com/office/drawing/2014/main" id="{B8FCC6C3-3624-BC41-334D-163C79A93675}"/>
                </a:ext>
              </a:extLst>
            </p:cNvPr>
            <p:cNvSpPr/>
            <p:nvPr/>
          </p:nvSpPr>
          <p:spPr>
            <a:xfrm>
              <a:off x="5159781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82" name="pg1832">
              <a:extLst>
                <a:ext uri="{FF2B5EF4-FFF2-40B4-BE49-F238E27FC236}">
                  <a16:creationId xmlns:a16="http://schemas.microsoft.com/office/drawing/2014/main" id="{AF803E58-3320-2F48-8A47-6FEA8AE06701}"/>
                </a:ext>
              </a:extLst>
            </p:cNvPr>
            <p:cNvSpPr/>
            <p:nvPr/>
          </p:nvSpPr>
          <p:spPr>
            <a:xfrm>
              <a:off x="5171419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83" name="pg1833">
              <a:extLst>
                <a:ext uri="{FF2B5EF4-FFF2-40B4-BE49-F238E27FC236}">
                  <a16:creationId xmlns:a16="http://schemas.microsoft.com/office/drawing/2014/main" id="{08BC2695-0D7B-D730-BD7C-552D0B8B3EA0}"/>
                </a:ext>
              </a:extLst>
            </p:cNvPr>
            <p:cNvSpPr/>
            <p:nvPr/>
          </p:nvSpPr>
          <p:spPr>
            <a:xfrm>
              <a:off x="5183056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84" name="pg1834">
              <a:extLst>
                <a:ext uri="{FF2B5EF4-FFF2-40B4-BE49-F238E27FC236}">
                  <a16:creationId xmlns:a16="http://schemas.microsoft.com/office/drawing/2014/main" id="{0A7D126C-D10D-8CB0-E468-49CE8F33EA73}"/>
                </a:ext>
              </a:extLst>
            </p:cNvPr>
            <p:cNvSpPr/>
            <p:nvPr/>
          </p:nvSpPr>
          <p:spPr>
            <a:xfrm>
              <a:off x="519469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85" name="pg1835">
              <a:extLst>
                <a:ext uri="{FF2B5EF4-FFF2-40B4-BE49-F238E27FC236}">
                  <a16:creationId xmlns:a16="http://schemas.microsoft.com/office/drawing/2014/main" id="{1DB31254-8195-A2AD-9FE7-B3471F833C2D}"/>
                </a:ext>
              </a:extLst>
            </p:cNvPr>
            <p:cNvSpPr/>
            <p:nvPr/>
          </p:nvSpPr>
          <p:spPr>
            <a:xfrm>
              <a:off x="5020133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86" name="pg1836">
              <a:extLst>
                <a:ext uri="{FF2B5EF4-FFF2-40B4-BE49-F238E27FC236}">
                  <a16:creationId xmlns:a16="http://schemas.microsoft.com/office/drawing/2014/main" id="{7AC17DA9-9CDC-3D1D-CCC4-1F2A9A4E1458}"/>
                </a:ext>
              </a:extLst>
            </p:cNvPr>
            <p:cNvSpPr/>
            <p:nvPr/>
          </p:nvSpPr>
          <p:spPr>
            <a:xfrm>
              <a:off x="5031771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87" name="pg1837">
              <a:extLst>
                <a:ext uri="{FF2B5EF4-FFF2-40B4-BE49-F238E27FC236}">
                  <a16:creationId xmlns:a16="http://schemas.microsoft.com/office/drawing/2014/main" id="{B0B97F7B-C1B2-ADCC-FCD7-A60D3285C732}"/>
                </a:ext>
              </a:extLst>
            </p:cNvPr>
            <p:cNvSpPr/>
            <p:nvPr/>
          </p:nvSpPr>
          <p:spPr>
            <a:xfrm>
              <a:off x="5043408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88" name="pg1838">
              <a:extLst>
                <a:ext uri="{FF2B5EF4-FFF2-40B4-BE49-F238E27FC236}">
                  <a16:creationId xmlns:a16="http://schemas.microsoft.com/office/drawing/2014/main" id="{33CEBAF9-53D6-D00A-757A-4E1486F80861}"/>
                </a:ext>
              </a:extLst>
            </p:cNvPr>
            <p:cNvSpPr/>
            <p:nvPr/>
          </p:nvSpPr>
          <p:spPr>
            <a:xfrm>
              <a:off x="5055045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89" name="pg1839">
              <a:extLst>
                <a:ext uri="{FF2B5EF4-FFF2-40B4-BE49-F238E27FC236}">
                  <a16:creationId xmlns:a16="http://schemas.microsoft.com/office/drawing/2014/main" id="{510ADDCF-2DA3-A91D-9297-47F0937B7CAA}"/>
                </a:ext>
              </a:extLst>
            </p:cNvPr>
            <p:cNvSpPr/>
            <p:nvPr/>
          </p:nvSpPr>
          <p:spPr>
            <a:xfrm>
              <a:off x="5066683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90" name="pg1840">
              <a:extLst>
                <a:ext uri="{FF2B5EF4-FFF2-40B4-BE49-F238E27FC236}">
                  <a16:creationId xmlns:a16="http://schemas.microsoft.com/office/drawing/2014/main" id="{207C94AF-D3FC-ABCB-4170-4655965378AB}"/>
                </a:ext>
              </a:extLst>
            </p:cNvPr>
            <p:cNvSpPr/>
            <p:nvPr/>
          </p:nvSpPr>
          <p:spPr>
            <a:xfrm>
              <a:off x="5078320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91" name="pg1841">
              <a:extLst>
                <a:ext uri="{FF2B5EF4-FFF2-40B4-BE49-F238E27FC236}">
                  <a16:creationId xmlns:a16="http://schemas.microsoft.com/office/drawing/2014/main" id="{674DCF8E-0957-9F64-7084-9195615C2E59}"/>
                </a:ext>
              </a:extLst>
            </p:cNvPr>
            <p:cNvSpPr/>
            <p:nvPr/>
          </p:nvSpPr>
          <p:spPr>
            <a:xfrm>
              <a:off x="5089957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92" name="pg1842">
              <a:extLst>
                <a:ext uri="{FF2B5EF4-FFF2-40B4-BE49-F238E27FC236}">
                  <a16:creationId xmlns:a16="http://schemas.microsoft.com/office/drawing/2014/main" id="{1778068C-CD0A-5BF1-00C3-968364D7F09E}"/>
                </a:ext>
              </a:extLst>
            </p:cNvPr>
            <p:cNvSpPr/>
            <p:nvPr/>
          </p:nvSpPr>
          <p:spPr>
            <a:xfrm>
              <a:off x="5101595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93" name="pg1843">
              <a:extLst>
                <a:ext uri="{FF2B5EF4-FFF2-40B4-BE49-F238E27FC236}">
                  <a16:creationId xmlns:a16="http://schemas.microsoft.com/office/drawing/2014/main" id="{EF450641-11A6-D739-25A9-770B47EC2702}"/>
                </a:ext>
              </a:extLst>
            </p:cNvPr>
            <p:cNvSpPr/>
            <p:nvPr/>
          </p:nvSpPr>
          <p:spPr>
            <a:xfrm>
              <a:off x="5113232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94" name="pg1844">
              <a:extLst>
                <a:ext uri="{FF2B5EF4-FFF2-40B4-BE49-F238E27FC236}">
                  <a16:creationId xmlns:a16="http://schemas.microsoft.com/office/drawing/2014/main" id="{9BC109BD-B767-AE15-9B19-AC153E4EC599}"/>
                </a:ext>
              </a:extLst>
            </p:cNvPr>
            <p:cNvSpPr/>
            <p:nvPr/>
          </p:nvSpPr>
          <p:spPr>
            <a:xfrm>
              <a:off x="5124869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95" name="pg1845">
              <a:extLst>
                <a:ext uri="{FF2B5EF4-FFF2-40B4-BE49-F238E27FC236}">
                  <a16:creationId xmlns:a16="http://schemas.microsoft.com/office/drawing/2014/main" id="{9F3E0F8A-9B1F-144C-166E-E59594E61D83}"/>
                </a:ext>
              </a:extLst>
            </p:cNvPr>
            <p:cNvSpPr/>
            <p:nvPr/>
          </p:nvSpPr>
          <p:spPr>
            <a:xfrm>
              <a:off x="5136507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96" name="pg1846">
              <a:extLst>
                <a:ext uri="{FF2B5EF4-FFF2-40B4-BE49-F238E27FC236}">
                  <a16:creationId xmlns:a16="http://schemas.microsoft.com/office/drawing/2014/main" id="{73B3F471-6D98-1624-3389-6C36679AB2B7}"/>
                </a:ext>
              </a:extLst>
            </p:cNvPr>
            <p:cNvSpPr/>
            <p:nvPr/>
          </p:nvSpPr>
          <p:spPr>
            <a:xfrm>
              <a:off x="5148144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97" name="pg1847">
              <a:extLst>
                <a:ext uri="{FF2B5EF4-FFF2-40B4-BE49-F238E27FC236}">
                  <a16:creationId xmlns:a16="http://schemas.microsoft.com/office/drawing/2014/main" id="{AAB81362-CD40-F81F-0418-9F63FA7C1C16}"/>
                </a:ext>
              </a:extLst>
            </p:cNvPr>
            <p:cNvSpPr/>
            <p:nvPr/>
          </p:nvSpPr>
          <p:spPr>
            <a:xfrm>
              <a:off x="5159781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98" name="pg1848">
              <a:extLst>
                <a:ext uri="{FF2B5EF4-FFF2-40B4-BE49-F238E27FC236}">
                  <a16:creationId xmlns:a16="http://schemas.microsoft.com/office/drawing/2014/main" id="{C6EED418-9E2D-BE7E-0320-279A80708F45}"/>
                </a:ext>
              </a:extLst>
            </p:cNvPr>
            <p:cNvSpPr/>
            <p:nvPr/>
          </p:nvSpPr>
          <p:spPr>
            <a:xfrm>
              <a:off x="5171419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99" name="pg1849">
              <a:extLst>
                <a:ext uri="{FF2B5EF4-FFF2-40B4-BE49-F238E27FC236}">
                  <a16:creationId xmlns:a16="http://schemas.microsoft.com/office/drawing/2014/main" id="{A265658B-E7A5-10B0-DC6E-6FABAE2BD043}"/>
                </a:ext>
              </a:extLst>
            </p:cNvPr>
            <p:cNvSpPr/>
            <p:nvPr/>
          </p:nvSpPr>
          <p:spPr>
            <a:xfrm>
              <a:off x="5183056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00" name="pg1850">
              <a:extLst>
                <a:ext uri="{FF2B5EF4-FFF2-40B4-BE49-F238E27FC236}">
                  <a16:creationId xmlns:a16="http://schemas.microsoft.com/office/drawing/2014/main" id="{C3B279CC-CFC9-AFF5-19E8-2C455AB85FD2}"/>
                </a:ext>
              </a:extLst>
            </p:cNvPr>
            <p:cNvSpPr/>
            <p:nvPr/>
          </p:nvSpPr>
          <p:spPr>
            <a:xfrm>
              <a:off x="5020133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01" name="pg1851">
              <a:extLst>
                <a:ext uri="{FF2B5EF4-FFF2-40B4-BE49-F238E27FC236}">
                  <a16:creationId xmlns:a16="http://schemas.microsoft.com/office/drawing/2014/main" id="{F8A75934-3C20-29DA-36F5-949066A45BDC}"/>
                </a:ext>
              </a:extLst>
            </p:cNvPr>
            <p:cNvSpPr/>
            <p:nvPr/>
          </p:nvSpPr>
          <p:spPr>
            <a:xfrm>
              <a:off x="5031771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02" name="pg1852">
              <a:extLst>
                <a:ext uri="{FF2B5EF4-FFF2-40B4-BE49-F238E27FC236}">
                  <a16:creationId xmlns:a16="http://schemas.microsoft.com/office/drawing/2014/main" id="{3104025E-60DC-9C4F-B70D-86B57749C22E}"/>
                </a:ext>
              </a:extLst>
            </p:cNvPr>
            <p:cNvSpPr/>
            <p:nvPr/>
          </p:nvSpPr>
          <p:spPr>
            <a:xfrm>
              <a:off x="5043408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03" name="pg1853">
              <a:extLst>
                <a:ext uri="{FF2B5EF4-FFF2-40B4-BE49-F238E27FC236}">
                  <a16:creationId xmlns:a16="http://schemas.microsoft.com/office/drawing/2014/main" id="{5B83BFC5-09C2-19F2-842C-110BF7BAD25A}"/>
                </a:ext>
              </a:extLst>
            </p:cNvPr>
            <p:cNvSpPr/>
            <p:nvPr/>
          </p:nvSpPr>
          <p:spPr>
            <a:xfrm>
              <a:off x="5055045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04" name="pg1854">
              <a:extLst>
                <a:ext uri="{FF2B5EF4-FFF2-40B4-BE49-F238E27FC236}">
                  <a16:creationId xmlns:a16="http://schemas.microsoft.com/office/drawing/2014/main" id="{B7A3BBB0-9488-80DA-A567-D0625086DC8A}"/>
                </a:ext>
              </a:extLst>
            </p:cNvPr>
            <p:cNvSpPr/>
            <p:nvPr/>
          </p:nvSpPr>
          <p:spPr>
            <a:xfrm>
              <a:off x="5066683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05" name="pg1855">
              <a:extLst>
                <a:ext uri="{FF2B5EF4-FFF2-40B4-BE49-F238E27FC236}">
                  <a16:creationId xmlns:a16="http://schemas.microsoft.com/office/drawing/2014/main" id="{0B56FCEC-AE22-2E40-0B6C-F8796D04508A}"/>
                </a:ext>
              </a:extLst>
            </p:cNvPr>
            <p:cNvSpPr/>
            <p:nvPr/>
          </p:nvSpPr>
          <p:spPr>
            <a:xfrm>
              <a:off x="5078320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06" name="pg1856">
              <a:extLst>
                <a:ext uri="{FF2B5EF4-FFF2-40B4-BE49-F238E27FC236}">
                  <a16:creationId xmlns:a16="http://schemas.microsoft.com/office/drawing/2014/main" id="{24F560CB-9D05-EFAD-D1B7-5E52DDFE8145}"/>
                </a:ext>
              </a:extLst>
            </p:cNvPr>
            <p:cNvSpPr/>
            <p:nvPr/>
          </p:nvSpPr>
          <p:spPr>
            <a:xfrm>
              <a:off x="5089957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07" name="pg1857">
              <a:extLst>
                <a:ext uri="{FF2B5EF4-FFF2-40B4-BE49-F238E27FC236}">
                  <a16:creationId xmlns:a16="http://schemas.microsoft.com/office/drawing/2014/main" id="{52D6395C-0616-33B8-5743-45565FBA7BAA}"/>
                </a:ext>
              </a:extLst>
            </p:cNvPr>
            <p:cNvSpPr/>
            <p:nvPr/>
          </p:nvSpPr>
          <p:spPr>
            <a:xfrm>
              <a:off x="5101595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08" name="pg1858">
              <a:extLst>
                <a:ext uri="{FF2B5EF4-FFF2-40B4-BE49-F238E27FC236}">
                  <a16:creationId xmlns:a16="http://schemas.microsoft.com/office/drawing/2014/main" id="{08AFF792-83EA-2ADE-A302-95DB82FCAAC0}"/>
                </a:ext>
              </a:extLst>
            </p:cNvPr>
            <p:cNvSpPr/>
            <p:nvPr/>
          </p:nvSpPr>
          <p:spPr>
            <a:xfrm>
              <a:off x="5113232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09" name="pg1859">
              <a:extLst>
                <a:ext uri="{FF2B5EF4-FFF2-40B4-BE49-F238E27FC236}">
                  <a16:creationId xmlns:a16="http://schemas.microsoft.com/office/drawing/2014/main" id="{D20AB14B-8744-E30A-681C-7A49FBE299B9}"/>
                </a:ext>
              </a:extLst>
            </p:cNvPr>
            <p:cNvSpPr/>
            <p:nvPr/>
          </p:nvSpPr>
          <p:spPr>
            <a:xfrm>
              <a:off x="5124869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10" name="pg1860">
              <a:extLst>
                <a:ext uri="{FF2B5EF4-FFF2-40B4-BE49-F238E27FC236}">
                  <a16:creationId xmlns:a16="http://schemas.microsoft.com/office/drawing/2014/main" id="{B88A46C6-670C-5486-A31B-FE28E218AE92}"/>
                </a:ext>
              </a:extLst>
            </p:cNvPr>
            <p:cNvSpPr/>
            <p:nvPr/>
          </p:nvSpPr>
          <p:spPr>
            <a:xfrm>
              <a:off x="5136507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11" name="pg1861">
              <a:extLst>
                <a:ext uri="{FF2B5EF4-FFF2-40B4-BE49-F238E27FC236}">
                  <a16:creationId xmlns:a16="http://schemas.microsoft.com/office/drawing/2014/main" id="{7ABE0D0B-4BF9-746C-25E8-50FBADECE939}"/>
                </a:ext>
              </a:extLst>
            </p:cNvPr>
            <p:cNvSpPr/>
            <p:nvPr/>
          </p:nvSpPr>
          <p:spPr>
            <a:xfrm>
              <a:off x="5148144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12" name="pg1862">
              <a:extLst>
                <a:ext uri="{FF2B5EF4-FFF2-40B4-BE49-F238E27FC236}">
                  <a16:creationId xmlns:a16="http://schemas.microsoft.com/office/drawing/2014/main" id="{74876A82-62E7-D97F-32CF-84DC21B99148}"/>
                </a:ext>
              </a:extLst>
            </p:cNvPr>
            <p:cNvSpPr/>
            <p:nvPr/>
          </p:nvSpPr>
          <p:spPr>
            <a:xfrm>
              <a:off x="5159781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13" name="pg1863">
              <a:extLst>
                <a:ext uri="{FF2B5EF4-FFF2-40B4-BE49-F238E27FC236}">
                  <a16:creationId xmlns:a16="http://schemas.microsoft.com/office/drawing/2014/main" id="{3B1C2677-8905-2C3C-4010-5662C97141C1}"/>
                </a:ext>
              </a:extLst>
            </p:cNvPr>
            <p:cNvSpPr/>
            <p:nvPr/>
          </p:nvSpPr>
          <p:spPr>
            <a:xfrm>
              <a:off x="5171419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14" name="pg1864">
              <a:extLst>
                <a:ext uri="{FF2B5EF4-FFF2-40B4-BE49-F238E27FC236}">
                  <a16:creationId xmlns:a16="http://schemas.microsoft.com/office/drawing/2014/main" id="{546088C0-0FCB-9E59-9E61-6DBACDEDBCC9}"/>
                </a:ext>
              </a:extLst>
            </p:cNvPr>
            <p:cNvSpPr/>
            <p:nvPr/>
          </p:nvSpPr>
          <p:spPr>
            <a:xfrm>
              <a:off x="5008496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15" name="pg1865">
              <a:extLst>
                <a:ext uri="{FF2B5EF4-FFF2-40B4-BE49-F238E27FC236}">
                  <a16:creationId xmlns:a16="http://schemas.microsoft.com/office/drawing/2014/main" id="{65975CDF-ECAD-7CA6-E95B-DB93DAE05E3B}"/>
                </a:ext>
              </a:extLst>
            </p:cNvPr>
            <p:cNvSpPr/>
            <p:nvPr/>
          </p:nvSpPr>
          <p:spPr>
            <a:xfrm>
              <a:off x="5020133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16" name="pg1866">
              <a:extLst>
                <a:ext uri="{FF2B5EF4-FFF2-40B4-BE49-F238E27FC236}">
                  <a16:creationId xmlns:a16="http://schemas.microsoft.com/office/drawing/2014/main" id="{782AFBFA-F176-C819-60D7-86CB0E04846A}"/>
                </a:ext>
              </a:extLst>
            </p:cNvPr>
            <p:cNvSpPr/>
            <p:nvPr/>
          </p:nvSpPr>
          <p:spPr>
            <a:xfrm>
              <a:off x="5031771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17" name="pg1867">
              <a:extLst>
                <a:ext uri="{FF2B5EF4-FFF2-40B4-BE49-F238E27FC236}">
                  <a16:creationId xmlns:a16="http://schemas.microsoft.com/office/drawing/2014/main" id="{5D4DA874-E6F7-AD01-747A-B5B3F337B03F}"/>
                </a:ext>
              </a:extLst>
            </p:cNvPr>
            <p:cNvSpPr/>
            <p:nvPr/>
          </p:nvSpPr>
          <p:spPr>
            <a:xfrm>
              <a:off x="5043408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18" name="pg1868">
              <a:extLst>
                <a:ext uri="{FF2B5EF4-FFF2-40B4-BE49-F238E27FC236}">
                  <a16:creationId xmlns:a16="http://schemas.microsoft.com/office/drawing/2014/main" id="{8E578FAC-47C7-0954-0C96-853478A41739}"/>
                </a:ext>
              </a:extLst>
            </p:cNvPr>
            <p:cNvSpPr/>
            <p:nvPr/>
          </p:nvSpPr>
          <p:spPr>
            <a:xfrm>
              <a:off x="5055045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19" name="pg1869">
              <a:extLst>
                <a:ext uri="{FF2B5EF4-FFF2-40B4-BE49-F238E27FC236}">
                  <a16:creationId xmlns:a16="http://schemas.microsoft.com/office/drawing/2014/main" id="{6BC2CEFC-6862-B525-28D8-D1F35F7247DE}"/>
                </a:ext>
              </a:extLst>
            </p:cNvPr>
            <p:cNvSpPr/>
            <p:nvPr/>
          </p:nvSpPr>
          <p:spPr>
            <a:xfrm>
              <a:off x="5066683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20" name="pg1870">
              <a:extLst>
                <a:ext uri="{FF2B5EF4-FFF2-40B4-BE49-F238E27FC236}">
                  <a16:creationId xmlns:a16="http://schemas.microsoft.com/office/drawing/2014/main" id="{268C1D72-92EC-CB6A-D387-1105E33593B7}"/>
                </a:ext>
              </a:extLst>
            </p:cNvPr>
            <p:cNvSpPr/>
            <p:nvPr/>
          </p:nvSpPr>
          <p:spPr>
            <a:xfrm>
              <a:off x="5078320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21" name="pg1871">
              <a:extLst>
                <a:ext uri="{FF2B5EF4-FFF2-40B4-BE49-F238E27FC236}">
                  <a16:creationId xmlns:a16="http://schemas.microsoft.com/office/drawing/2014/main" id="{D947512A-2952-D544-9702-4C17F9A1CB4A}"/>
                </a:ext>
              </a:extLst>
            </p:cNvPr>
            <p:cNvSpPr/>
            <p:nvPr/>
          </p:nvSpPr>
          <p:spPr>
            <a:xfrm>
              <a:off x="5089957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22" name="pg1872">
              <a:extLst>
                <a:ext uri="{FF2B5EF4-FFF2-40B4-BE49-F238E27FC236}">
                  <a16:creationId xmlns:a16="http://schemas.microsoft.com/office/drawing/2014/main" id="{E83C3052-2AF4-9CF7-5709-C8A0092B3F78}"/>
                </a:ext>
              </a:extLst>
            </p:cNvPr>
            <p:cNvSpPr/>
            <p:nvPr/>
          </p:nvSpPr>
          <p:spPr>
            <a:xfrm>
              <a:off x="5101595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23" name="pg1873">
              <a:extLst>
                <a:ext uri="{FF2B5EF4-FFF2-40B4-BE49-F238E27FC236}">
                  <a16:creationId xmlns:a16="http://schemas.microsoft.com/office/drawing/2014/main" id="{2DB7B903-AF70-BC6B-DE16-79DC85EE31FA}"/>
                </a:ext>
              </a:extLst>
            </p:cNvPr>
            <p:cNvSpPr/>
            <p:nvPr/>
          </p:nvSpPr>
          <p:spPr>
            <a:xfrm>
              <a:off x="5113232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24" name="pg1874">
              <a:extLst>
                <a:ext uri="{FF2B5EF4-FFF2-40B4-BE49-F238E27FC236}">
                  <a16:creationId xmlns:a16="http://schemas.microsoft.com/office/drawing/2014/main" id="{46F5C8E8-9E44-2B69-50E9-FA66D74BF48A}"/>
                </a:ext>
              </a:extLst>
            </p:cNvPr>
            <p:cNvSpPr/>
            <p:nvPr/>
          </p:nvSpPr>
          <p:spPr>
            <a:xfrm>
              <a:off x="5124869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25" name="pg1875">
              <a:extLst>
                <a:ext uri="{FF2B5EF4-FFF2-40B4-BE49-F238E27FC236}">
                  <a16:creationId xmlns:a16="http://schemas.microsoft.com/office/drawing/2014/main" id="{DC50F679-A304-54A4-8903-291BD3E6BFF9}"/>
                </a:ext>
              </a:extLst>
            </p:cNvPr>
            <p:cNvSpPr/>
            <p:nvPr/>
          </p:nvSpPr>
          <p:spPr>
            <a:xfrm>
              <a:off x="5136507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26" name="pg1876">
              <a:extLst>
                <a:ext uri="{FF2B5EF4-FFF2-40B4-BE49-F238E27FC236}">
                  <a16:creationId xmlns:a16="http://schemas.microsoft.com/office/drawing/2014/main" id="{A5D5506E-ED0E-B6C7-3D79-56D60883AC88}"/>
                </a:ext>
              </a:extLst>
            </p:cNvPr>
            <p:cNvSpPr/>
            <p:nvPr/>
          </p:nvSpPr>
          <p:spPr>
            <a:xfrm>
              <a:off x="5148144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27" name="pg1877">
              <a:extLst>
                <a:ext uri="{FF2B5EF4-FFF2-40B4-BE49-F238E27FC236}">
                  <a16:creationId xmlns:a16="http://schemas.microsoft.com/office/drawing/2014/main" id="{8EB28DFF-D8B4-E126-CB37-F1EE507DDA81}"/>
                </a:ext>
              </a:extLst>
            </p:cNvPr>
            <p:cNvSpPr/>
            <p:nvPr/>
          </p:nvSpPr>
          <p:spPr>
            <a:xfrm>
              <a:off x="5008496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28" name="pg1878">
              <a:extLst>
                <a:ext uri="{FF2B5EF4-FFF2-40B4-BE49-F238E27FC236}">
                  <a16:creationId xmlns:a16="http://schemas.microsoft.com/office/drawing/2014/main" id="{13E066DF-F37D-F6E3-2FED-3BE74E832CB7}"/>
                </a:ext>
              </a:extLst>
            </p:cNvPr>
            <p:cNvSpPr/>
            <p:nvPr/>
          </p:nvSpPr>
          <p:spPr>
            <a:xfrm>
              <a:off x="5020133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29" name="pg1879">
              <a:extLst>
                <a:ext uri="{FF2B5EF4-FFF2-40B4-BE49-F238E27FC236}">
                  <a16:creationId xmlns:a16="http://schemas.microsoft.com/office/drawing/2014/main" id="{EE25E646-2C1B-0137-E516-B173C4C44E35}"/>
                </a:ext>
              </a:extLst>
            </p:cNvPr>
            <p:cNvSpPr/>
            <p:nvPr/>
          </p:nvSpPr>
          <p:spPr>
            <a:xfrm>
              <a:off x="5031771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30" name="pg1880">
              <a:extLst>
                <a:ext uri="{FF2B5EF4-FFF2-40B4-BE49-F238E27FC236}">
                  <a16:creationId xmlns:a16="http://schemas.microsoft.com/office/drawing/2014/main" id="{A23D25AE-35AC-4741-6F14-BD2A61D71AFF}"/>
                </a:ext>
              </a:extLst>
            </p:cNvPr>
            <p:cNvSpPr/>
            <p:nvPr/>
          </p:nvSpPr>
          <p:spPr>
            <a:xfrm>
              <a:off x="5043408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31" name="pg1881">
              <a:extLst>
                <a:ext uri="{FF2B5EF4-FFF2-40B4-BE49-F238E27FC236}">
                  <a16:creationId xmlns:a16="http://schemas.microsoft.com/office/drawing/2014/main" id="{D90D5036-2DD4-C803-5947-768C8081346A}"/>
                </a:ext>
              </a:extLst>
            </p:cNvPr>
            <p:cNvSpPr/>
            <p:nvPr/>
          </p:nvSpPr>
          <p:spPr>
            <a:xfrm>
              <a:off x="5055045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32" name="pg1882">
              <a:extLst>
                <a:ext uri="{FF2B5EF4-FFF2-40B4-BE49-F238E27FC236}">
                  <a16:creationId xmlns:a16="http://schemas.microsoft.com/office/drawing/2014/main" id="{B447A8CC-8CE0-2972-649A-E1A86FB7878A}"/>
                </a:ext>
              </a:extLst>
            </p:cNvPr>
            <p:cNvSpPr/>
            <p:nvPr/>
          </p:nvSpPr>
          <p:spPr>
            <a:xfrm>
              <a:off x="5066683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33" name="pg1883">
              <a:extLst>
                <a:ext uri="{FF2B5EF4-FFF2-40B4-BE49-F238E27FC236}">
                  <a16:creationId xmlns:a16="http://schemas.microsoft.com/office/drawing/2014/main" id="{73AE7E6E-B2CD-8105-546C-90CB1A598E11}"/>
                </a:ext>
              </a:extLst>
            </p:cNvPr>
            <p:cNvSpPr/>
            <p:nvPr/>
          </p:nvSpPr>
          <p:spPr>
            <a:xfrm>
              <a:off x="5078320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34" name="pg1884">
              <a:extLst>
                <a:ext uri="{FF2B5EF4-FFF2-40B4-BE49-F238E27FC236}">
                  <a16:creationId xmlns:a16="http://schemas.microsoft.com/office/drawing/2014/main" id="{6273A4FF-A7D2-0ECE-F69F-11CAA2042A08}"/>
                </a:ext>
              </a:extLst>
            </p:cNvPr>
            <p:cNvSpPr/>
            <p:nvPr/>
          </p:nvSpPr>
          <p:spPr>
            <a:xfrm>
              <a:off x="5089957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35" name="pg1885">
              <a:extLst>
                <a:ext uri="{FF2B5EF4-FFF2-40B4-BE49-F238E27FC236}">
                  <a16:creationId xmlns:a16="http://schemas.microsoft.com/office/drawing/2014/main" id="{B4410E11-FCAF-4C18-4244-DC4F3329459C}"/>
                </a:ext>
              </a:extLst>
            </p:cNvPr>
            <p:cNvSpPr/>
            <p:nvPr/>
          </p:nvSpPr>
          <p:spPr>
            <a:xfrm>
              <a:off x="5101595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36" name="pg1886">
              <a:extLst>
                <a:ext uri="{FF2B5EF4-FFF2-40B4-BE49-F238E27FC236}">
                  <a16:creationId xmlns:a16="http://schemas.microsoft.com/office/drawing/2014/main" id="{8C800C9E-7BB9-2E06-5D23-B12D28DDE3CB}"/>
                </a:ext>
              </a:extLst>
            </p:cNvPr>
            <p:cNvSpPr/>
            <p:nvPr/>
          </p:nvSpPr>
          <p:spPr>
            <a:xfrm>
              <a:off x="5113232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37" name="pg1887">
              <a:extLst>
                <a:ext uri="{FF2B5EF4-FFF2-40B4-BE49-F238E27FC236}">
                  <a16:creationId xmlns:a16="http://schemas.microsoft.com/office/drawing/2014/main" id="{4EC77B75-105C-B23A-68EA-D07FED58CC17}"/>
                </a:ext>
              </a:extLst>
            </p:cNvPr>
            <p:cNvSpPr/>
            <p:nvPr/>
          </p:nvSpPr>
          <p:spPr>
            <a:xfrm>
              <a:off x="5124869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38" name="pg1888">
              <a:extLst>
                <a:ext uri="{FF2B5EF4-FFF2-40B4-BE49-F238E27FC236}">
                  <a16:creationId xmlns:a16="http://schemas.microsoft.com/office/drawing/2014/main" id="{06CA721A-C661-DEA1-75BF-61A5891D902B}"/>
                </a:ext>
              </a:extLst>
            </p:cNvPr>
            <p:cNvSpPr/>
            <p:nvPr/>
          </p:nvSpPr>
          <p:spPr>
            <a:xfrm>
              <a:off x="5136507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39" name="pg1889">
              <a:extLst>
                <a:ext uri="{FF2B5EF4-FFF2-40B4-BE49-F238E27FC236}">
                  <a16:creationId xmlns:a16="http://schemas.microsoft.com/office/drawing/2014/main" id="{A56D7CEC-9F79-F2E8-D800-7CD0E33B002F}"/>
                </a:ext>
              </a:extLst>
            </p:cNvPr>
            <p:cNvSpPr/>
            <p:nvPr/>
          </p:nvSpPr>
          <p:spPr>
            <a:xfrm>
              <a:off x="5008496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40" name="pg1890">
              <a:extLst>
                <a:ext uri="{FF2B5EF4-FFF2-40B4-BE49-F238E27FC236}">
                  <a16:creationId xmlns:a16="http://schemas.microsoft.com/office/drawing/2014/main" id="{2D011957-0F2F-B8D1-514E-6AB7C6D1E82B}"/>
                </a:ext>
              </a:extLst>
            </p:cNvPr>
            <p:cNvSpPr/>
            <p:nvPr/>
          </p:nvSpPr>
          <p:spPr>
            <a:xfrm>
              <a:off x="5020133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41" name="pg1891">
              <a:extLst>
                <a:ext uri="{FF2B5EF4-FFF2-40B4-BE49-F238E27FC236}">
                  <a16:creationId xmlns:a16="http://schemas.microsoft.com/office/drawing/2014/main" id="{5D779D5B-A5D5-7BF6-E0AF-AA13CAD86256}"/>
                </a:ext>
              </a:extLst>
            </p:cNvPr>
            <p:cNvSpPr/>
            <p:nvPr/>
          </p:nvSpPr>
          <p:spPr>
            <a:xfrm>
              <a:off x="5031771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42" name="pg1892">
              <a:extLst>
                <a:ext uri="{FF2B5EF4-FFF2-40B4-BE49-F238E27FC236}">
                  <a16:creationId xmlns:a16="http://schemas.microsoft.com/office/drawing/2014/main" id="{D13A75C4-6E4F-6082-B021-2CA746E00DFB}"/>
                </a:ext>
              </a:extLst>
            </p:cNvPr>
            <p:cNvSpPr/>
            <p:nvPr/>
          </p:nvSpPr>
          <p:spPr>
            <a:xfrm>
              <a:off x="5043408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43" name="pg1893">
              <a:extLst>
                <a:ext uri="{FF2B5EF4-FFF2-40B4-BE49-F238E27FC236}">
                  <a16:creationId xmlns:a16="http://schemas.microsoft.com/office/drawing/2014/main" id="{7788F508-6274-79B1-81EB-B63E125C9C43}"/>
                </a:ext>
              </a:extLst>
            </p:cNvPr>
            <p:cNvSpPr/>
            <p:nvPr/>
          </p:nvSpPr>
          <p:spPr>
            <a:xfrm>
              <a:off x="5055045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44" name="pg1894">
              <a:extLst>
                <a:ext uri="{FF2B5EF4-FFF2-40B4-BE49-F238E27FC236}">
                  <a16:creationId xmlns:a16="http://schemas.microsoft.com/office/drawing/2014/main" id="{2F6C47C8-8C26-797B-D7C2-60F05AA78E76}"/>
                </a:ext>
              </a:extLst>
            </p:cNvPr>
            <p:cNvSpPr/>
            <p:nvPr/>
          </p:nvSpPr>
          <p:spPr>
            <a:xfrm>
              <a:off x="5066683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45" name="pg1895">
              <a:extLst>
                <a:ext uri="{FF2B5EF4-FFF2-40B4-BE49-F238E27FC236}">
                  <a16:creationId xmlns:a16="http://schemas.microsoft.com/office/drawing/2014/main" id="{F46ABEDC-88D8-6958-FC5D-28CDDEF5F887}"/>
                </a:ext>
              </a:extLst>
            </p:cNvPr>
            <p:cNvSpPr/>
            <p:nvPr/>
          </p:nvSpPr>
          <p:spPr>
            <a:xfrm>
              <a:off x="5078320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46" name="pg1896">
              <a:extLst>
                <a:ext uri="{FF2B5EF4-FFF2-40B4-BE49-F238E27FC236}">
                  <a16:creationId xmlns:a16="http://schemas.microsoft.com/office/drawing/2014/main" id="{7960E2B0-2A77-280A-A7B0-AC36CDBED9FE}"/>
                </a:ext>
              </a:extLst>
            </p:cNvPr>
            <p:cNvSpPr/>
            <p:nvPr/>
          </p:nvSpPr>
          <p:spPr>
            <a:xfrm>
              <a:off x="5089957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47" name="pg1897">
              <a:extLst>
                <a:ext uri="{FF2B5EF4-FFF2-40B4-BE49-F238E27FC236}">
                  <a16:creationId xmlns:a16="http://schemas.microsoft.com/office/drawing/2014/main" id="{EE95FD85-A5F8-ED00-B80E-8D029A7B3F61}"/>
                </a:ext>
              </a:extLst>
            </p:cNvPr>
            <p:cNvSpPr/>
            <p:nvPr/>
          </p:nvSpPr>
          <p:spPr>
            <a:xfrm>
              <a:off x="5101595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48" name="pg1898">
              <a:extLst>
                <a:ext uri="{FF2B5EF4-FFF2-40B4-BE49-F238E27FC236}">
                  <a16:creationId xmlns:a16="http://schemas.microsoft.com/office/drawing/2014/main" id="{8DD88405-BFBC-B9D4-0606-F6BA8D7E099F}"/>
                </a:ext>
              </a:extLst>
            </p:cNvPr>
            <p:cNvSpPr/>
            <p:nvPr/>
          </p:nvSpPr>
          <p:spPr>
            <a:xfrm>
              <a:off x="5113232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49" name="pg1899">
              <a:extLst>
                <a:ext uri="{FF2B5EF4-FFF2-40B4-BE49-F238E27FC236}">
                  <a16:creationId xmlns:a16="http://schemas.microsoft.com/office/drawing/2014/main" id="{CDE9F59D-8D62-E864-A43D-946B490C783F}"/>
                </a:ext>
              </a:extLst>
            </p:cNvPr>
            <p:cNvSpPr/>
            <p:nvPr/>
          </p:nvSpPr>
          <p:spPr>
            <a:xfrm>
              <a:off x="5124869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50" name="pg1900">
              <a:extLst>
                <a:ext uri="{FF2B5EF4-FFF2-40B4-BE49-F238E27FC236}">
                  <a16:creationId xmlns:a16="http://schemas.microsoft.com/office/drawing/2014/main" id="{2B63394A-9E67-1438-9FF4-FAA6A09EEF32}"/>
                </a:ext>
              </a:extLst>
            </p:cNvPr>
            <p:cNvSpPr/>
            <p:nvPr/>
          </p:nvSpPr>
          <p:spPr>
            <a:xfrm>
              <a:off x="4985221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51" name="pg1901">
              <a:extLst>
                <a:ext uri="{FF2B5EF4-FFF2-40B4-BE49-F238E27FC236}">
                  <a16:creationId xmlns:a16="http://schemas.microsoft.com/office/drawing/2014/main" id="{E1123C32-4F23-2CAC-0289-C6E52D29223E}"/>
                </a:ext>
              </a:extLst>
            </p:cNvPr>
            <p:cNvSpPr/>
            <p:nvPr/>
          </p:nvSpPr>
          <p:spPr>
            <a:xfrm>
              <a:off x="4996859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52" name="pg1902">
              <a:extLst>
                <a:ext uri="{FF2B5EF4-FFF2-40B4-BE49-F238E27FC236}">
                  <a16:creationId xmlns:a16="http://schemas.microsoft.com/office/drawing/2014/main" id="{644E23A5-1FBB-0B08-A9CA-C9660680FEE0}"/>
                </a:ext>
              </a:extLst>
            </p:cNvPr>
            <p:cNvSpPr/>
            <p:nvPr/>
          </p:nvSpPr>
          <p:spPr>
            <a:xfrm>
              <a:off x="5008496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53" name="pg1903">
              <a:extLst>
                <a:ext uri="{FF2B5EF4-FFF2-40B4-BE49-F238E27FC236}">
                  <a16:creationId xmlns:a16="http://schemas.microsoft.com/office/drawing/2014/main" id="{20A1735F-84E2-73E3-091A-553416F09ED5}"/>
                </a:ext>
              </a:extLst>
            </p:cNvPr>
            <p:cNvSpPr/>
            <p:nvPr/>
          </p:nvSpPr>
          <p:spPr>
            <a:xfrm>
              <a:off x="5020133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54" name="pg1904">
              <a:extLst>
                <a:ext uri="{FF2B5EF4-FFF2-40B4-BE49-F238E27FC236}">
                  <a16:creationId xmlns:a16="http://schemas.microsoft.com/office/drawing/2014/main" id="{D46133C6-FCBE-80E1-CD5F-215F2DB8BB06}"/>
                </a:ext>
              </a:extLst>
            </p:cNvPr>
            <p:cNvSpPr/>
            <p:nvPr/>
          </p:nvSpPr>
          <p:spPr>
            <a:xfrm>
              <a:off x="5031771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55" name="pg1905">
              <a:extLst>
                <a:ext uri="{FF2B5EF4-FFF2-40B4-BE49-F238E27FC236}">
                  <a16:creationId xmlns:a16="http://schemas.microsoft.com/office/drawing/2014/main" id="{0CBE7E18-ECD9-EA6A-FF9D-E774AE40AACA}"/>
                </a:ext>
              </a:extLst>
            </p:cNvPr>
            <p:cNvSpPr/>
            <p:nvPr/>
          </p:nvSpPr>
          <p:spPr>
            <a:xfrm>
              <a:off x="5043408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56" name="pg1906">
              <a:extLst>
                <a:ext uri="{FF2B5EF4-FFF2-40B4-BE49-F238E27FC236}">
                  <a16:creationId xmlns:a16="http://schemas.microsoft.com/office/drawing/2014/main" id="{93D13CF3-ABE0-86EE-602E-0ACDB80223F2}"/>
                </a:ext>
              </a:extLst>
            </p:cNvPr>
            <p:cNvSpPr/>
            <p:nvPr/>
          </p:nvSpPr>
          <p:spPr>
            <a:xfrm>
              <a:off x="5055045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57" name="pg1907">
              <a:extLst>
                <a:ext uri="{FF2B5EF4-FFF2-40B4-BE49-F238E27FC236}">
                  <a16:creationId xmlns:a16="http://schemas.microsoft.com/office/drawing/2014/main" id="{8EC4FB1A-38B5-3445-8F26-7193E38C676A}"/>
                </a:ext>
              </a:extLst>
            </p:cNvPr>
            <p:cNvSpPr/>
            <p:nvPr/>
          </p:nvSpPr>
          <p:spPr>
            <a:xfrm>
              <a:off x="5066683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58" name="pg1908">
              <a:extLst>
                <a:ext uri="{FF2B5EF4-FFF2-40B4-BE49-F238E27FC236}">
                  <a16:creationId xmlns:a16="http://schemas.microsoft.com/office/drawing/2014/main" id="{74861D22-B0A2-802E-C1EC-A8E0754A69C7}"/>
                </a:ext>
              </a:extLst>
            </p:cNvPr>
            <p:cNvSpPr/>
            <p:nvPr/>
          </p:nvSpPr>
          <p:spPr>
            <a:xfrm>
              <a:off x="5078320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59" name="pg1909">
              <a:extLst>
                <a:ext uri="{FF2B5EF4-FFF2-40B4-BE49-F238E27FC236}">
                  <a16:creationId xmlns:a16="http://schemas.microsoft.com/office/drawing/2014/main" id="{9691E6FB-8F99-8F19-9AF1-1C8E1F13F634}"/>
                </a:ext>
              </a:extLst>
            </p:cNvPr>
            <p:cNvSpPr/>
            <p:nvPr/>
          </p:nvSpPr>
          <p:spPr>
            <a:xfrm>
              <a:off x="5089957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60" name="pg1910">
              <a:extLst>
                <a:ext uri="{FF2B5EF4-FFF2-40B4-BE49-F238E27FC236}">
                  <a16:creationId xmlns:a16="http://schemas.microsoft.com/office/drawing/2014/main" id="{AB4650C5-8EEA-ADCE-29D2-737A5236F95B}"/>
                </a:ext>
              </a:extLst>
            </p:cNvPr>
            <p:cNvSpPr/>
            <p:nvPr/>
          </p:nvSpPr>
          <p:spPr>
            <a:xfrm>
              <a:off x="5101595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61" name="pg1911">
              <a:extLst>
                <a:ext uri="{FF2B5EF4-FFF2-40B4-BE49-F238E27FC236}">
                  <a16:creationId xmlns:a16="http://schemas.microsoft.com/office/drawing/2014/main" id="{3A07DC0A-CA85-36A5-392B-1157B7C99235}"/>
                </a:ext>
              </a:extLst>
            </p:cNvPr>
            <p:cNvSpPr/>
            <p:nvPr/>
          </p:nvSpPr>
          <p:spPr>
            <a:xfrm>
              <a:off x="5113232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62" name="pg1912">
              <a:extLst>
                <a:ext uri="{FF2B5EF4-FFF2-40B4-BE49-F238E27FC236}">
                  <a16:creationId xmlns:a16="http://schemas.microsoft.com/office/drawing/2014/main" id="{4F32E89D-CFFC-53D3-30DC-EB97C9FE4B47}"/>
                </a:ext>
              </a:extLst>
            </p:cNvPr>
            <p:cNvSpPr/>
            <p:nvPr/>
          </p:nvSpPr>
          <p:spPr>
            <a:xfrm>
              <a:off x="5124869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63" name="pg1913">
              <a:extLst>
                <a:ext uri="{FF2B5EF4-FFF2-40B4-BE49-F238E27FC236}">
                  <a16:creationId xmlns:a16="http://schemas.microsoft.com/office/drawing/2014/main" id="{48C61A01-27A3-D4BB-1AB2-FD9D61E1989B}"/>
                </a:ext>
              </a:extLst>
            </p:cNvPr>
            <p:cNvSpPr/>
            <p:nvPr/>
          </p:nvSpPr>
          <p:spPr>
            <a:xfrm>
              <a:off x="4973584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64" name="pg1914">
              <a:extLst>
                <a:ext uri="{FF2B5EF4-FFF2-40B4-BE49-F238E27FC236}">
                  <a16:creationId xmlns:a16="http://schemas.microsoft.com/office/drawing/2014/main" id="{C15E4D91-0B18-D97D-7F75-457EDE2593E8}"/>
                </a:ext>
              </a:extLst>
            </p:cNvPr>
            <p:cNvSpPr/>
            <p:nvPr/>
          </p:nvSpPr>
          <p:spPr>
            <a:xfrm>
              <a:off x="4985221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65" name="pg1915">
              <a:extLst>
                <a:ext uri="{FF2B5EF4-FFF2-40B4-BE49-F238E27FC236}">
                  <a16:creationId xmlns:a16="http://schemas.microsoft.com/office/drawing/2014/main" id="{19A2C701-57EE-06AE-59D2-CB4A72EC67DC}"/>
                </a:ext>
              </a:extLst>
            </p:cNvPr>
            <p:cNvSpPr/>
            <p:nvPr/>
          </p:nvSpPr>
          <p:spPr>
            <a:xfrm>
              <a:off x="4996859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66" name="pg1916">
              <a:extLst>
                <a:ext uri="{FF2B5EF4-FFF2-40B4-BE49-F238E27FC236}">
                  <a16:creationId xmlns:a16="http://schemas.microsoft.com/office/drawing/2014/main" id="{578FC6AE-0D57-B3AB-F979-505C458827F0}"/>
                </a:ext>
              </a:extLst>
            </p:cNvPr>
            <p:cNvSpPr/>
            <p:nvPr/>
          </p:nvSpPr>
          <p:spPr>
            <a:xfrm>
              <a:off x="5008496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67" name="pg1917">
              <a:extLst>
                <a:ext uri="{FF2B5EF4-FFF2-40B4-BE49-F238E27FC236}">
                  <a16:creationId xmlns:a16="http://schemas.microsoft.com/office/drawing/2014/main" id="{2E02B575-67F5-EBBB-BAB7-5928D25070C1}"/>
                </a:ext>
              </a:extLst>
            </p:cNvPr>
            <p:cNvSpPr/>
            <p:nvPr/>
          </p:nvSpPr>
          <p:spPr>
            <a:xfrm>
              <a:off x="5020133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68" name="pg1918">
              <a:extLst>
                <a:ext uri="{FF2B5EF4-FFF2-40B4-BE49-F238E27FC236}">
                  <a16:creationId xmlns:a16="http://schemas.microsoft.com/office/drawing/2014/main" id="{1993A325-3397-81DF-A955-D39A2AB07D3D}"/>
                </a:ext>
              </a:extLst>
            </p:cNvPr>
            <p:cNvSpPr/>
            <p:nvPr/>
          </p:nvSpPr>
          <p:spPr>
            <a:xfrm>
              <a:off x="5031771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69" name="pg1919">
              <a:extLst>
                <a:ext uri="{FF2B5EF4-FFF2-40B4-BE49-F238E27FC236}">
                  <a16:creationId xmlns:a16="http://schemas.microsoft.com/office/drawing/2014/main" id="{81D3679C-0BC8-65F6-ED85-AD6DC9787F6F}"/>
                </a:ext>
              </a:extLst>
            </p:cNvPr>
            <p:cNvSpPr/>
            <p:nvPr/>
          </p:nvSpPr>
          <p:spPr>
            <a:xfrm>
              <a:off x="5043408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70" name="pg1920">
              <a:extLst>
                <a:ext uri="{FF2B5EF4-FFF2-40B4-BE49-F238E27FC236}">
                  <a16:creationId xmlns:a16="http://schemas.microsoft.com/office/drawing/2014/main" id="{4F42B4B4-DA49-CC1F-01F5-FD16C9977AF6}"/>
                </a:ext>
              </a:extLst>
            </p:cNvPr>
            <p:cNvSpPr/>
            <p:nvPr/>
          </p:nvSpPr>
          <p:spPr>
            <a:xfrm>
              <a:off x="5055045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71" name="pg1921">
              <a:extLst>
                <a:ext uri="{FF2B5EF4-FFF2-40B4-BE49-F238E27FC236}">
                  <a16:creationId xmlns:a16="http://schemas.microsoft.com/office/drawing/2014/main" id="{780DA09A-CE1F-5A6B-2149-6861015FC35B}"/>
                </a:ext>
              </a:extLst>
            </p:cNvPr>
            <p:cNvSpPr/>
            <p:nvPr/>
          </p:nvSpPr>
          <p:spPr>
            <a:xfrm>
              <a:off x="5066683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72" name="pg1922">
              <a:extLst>
                <a:ext uri="{FF2B5EF4-FFF2-40B4-BE49-F238E27FC236}">
                  <a16:creationId xmlns:a16="http://schemas.microsoft.com/office/drawing/2014/main" id="{DF3AF3C0-E0A7-F188-8930-1F7D2F31E36B}"/>
                </a:ext>
              </a:extLst>
            </p:cNvPr>
            <p:cNvSpPr/>
            <p:nvPr/>
          </p:nvSpPr>
          <p:spPr>
            <a:xfrm>
              <a:off x="5078320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73" name="pg1923">
              <a:extLst>
                <a:ext uri="{FF2B5EF4-FFF2-40B4-BE49-F238E27FC236}">
                  <a16:creationId xmlns:a16="http://schemas.microsoft.com/office/drawing/2014/main" id="{03100787-FAC2-EE3F-3C09-A71E74C12B19}"/>
                </a:ext>
              </a:extLst>
            </p:cNvPr>
            <p:cNvSpPr/>
            <p:nvPr/>
          </p:nvSpPr>
          <p:spPr>
            <a:xfrm>
              <a:off x="5089957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74" name="pg1924">
              <a:extLst>
                <a:ext uri="{FF2B5EF4-FFF2-40B4-BE49-F238E27FC236}">
                  <a16:creationId xmlns:a16="http://schemas.microsoft.com/office/drawing/2014/main" id="{A8D5E533-6F0A-C360-3EAD-7FF5DAC00FF2}"/>
                </a:ext>
              </a:extLst>
            </p:cNvPr>
            <p:cNvSpPr/>
            <p:nvPr/>
          </p:nvSpPr>
          <p:spPr>
            <a:xfrm>
              <a:off x="5101595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75" name="pg1925">
              <a:extLst>
                <a:ext uri="{FF2B5EF4-FFF2-40B4-BE49-F238E27FC236}">
                  <a16:creationId xmlns:a16="http://schemas.microsoft.com/office/drawing/2014/main" id="{339E8A65-2F2E-24F5-553B-A440CD3514CB}"/>
                </a:ext>
              </a:extLst>
            </p:cNvPr>
            <p:cNvSpPr/>
            <p:nvPr/>
          </p:nvSpPr>
          <p:spPr>
            <a:xfrm>
              <a:off x="5113232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76" name="pg1926">
              <a:extLst>
                <a:ext uri="{FF2B5EF4-FFF2-40B4-BE49-F238E27FC236}">
                  <a16:creationId xmlns:a16="http://schemas.microsoft.com/office/drawing/2014/main" id="{54764ACF-2231-0866-D042-F4AAB1A25EAF}"/>
                </a:ext>
              </a:extLst>
            </p:cNvPr>
            <p:cNvSpPr/>
            <p:nvPr/>
          </p:nvSpPr>
          <p:spPr>
            <a:xfrm>
              <a:off x="5124869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77" name="pg1927">
              <a:extLst>
                <a:ext uri="{FF2B5EF4-FFF2-40B4-BE49-F238E27FC236}">
                  <a16:creationId xmlns:a16="http://schemas.microsoft.com/office/drawing/2014/main" id="{5D209A34-FAE9-1D6A-0CD4-9C53350BDF61}"/>
                </a:ext>
              </a:extLst>
            </p:cNvPr>
            <p:cNvSpPr/>
            <p:nvPr/>
          </p:nvSpPr>
          <p:spPr>
            <a:xfrm>
              <a:off x="4973584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78" name="pg1928">
              <a:extLst>
                <a:ext uri="{FF2B5EF4-FFF2-40B4-BE49-F238E27FC236}">
                  <a16:creationId xmlns:a16="http://schemas.microsoft.com/office/drawing/2014/main" id="{170A774C-F5EB-6708-B4D7-C7390CE9CEC3}"/>
                </a:ext>
              </a:extLst>
            </p:cNvPr>
            <p:cNvSpPr/>
            <p:nvPr/>
          </p:nvSpPr>
          <p:spPr>
            <a:xfrm>
              <a:off x="4985221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79" name="pg1929">
              <a:extLst>
                <a:ext uri="{FF2B5EF4-FFF2-40B4-BE49-F238E27FC236}">
                  <a16:creationId xmlns:a16="http://schemas.microsoft.com/office/drawing/2014/main" id="{ACB61803-8684-39E8-DC64-8C053B27AE3B}"/>
                </a:ext>
              </a:extLst>
            </p:cNvPr>
            <p:cNvSpPr/>
            <p:nvPr/>
          </p:nvSpPr>
          <p:spPr>
            <a:xfrm>
              <a:off x="4996859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80" name="pg1930">
              <a:extLst>
                <a:ext uri="{FF2B5EF4-FFF2-40B4-BE49-F238E27FC236}">
                  <a16:creationId xmlns:a16="http://schemas.microsoft.com/office/drawing/2014/main" id="{CC2B74ED-742C-1CDA-F2D8-0EF84C6B7572}"/>
                </a:ext>
              </a:extLst>
            </p:cNvPr>
            <p:cNvSpPr/>
            <p:nvPr/>
          </p:nvSpPr>
          <p:spPr>
            <a:xfrm>
              <a:off x="5008496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81" name="pg1931">
              <a:extLst>
                <a:ext uri="{FF2B5EF4-FFF2-40B4-BE49-F238E27FC236}">
                  <a16:creationId xmlns:a16="http://schemas.microsoft.com/office/drawing/2014/main" id="{A9AE1948-358E-9B32-06B6-80C02C52F880}"/>
                </a:ext>
              </a:extLst>
            </p:cNvPr>
            <p:cNvSpPr/>
            <p:nvPr/>
          </p:nvSpPr>
          <p:spPr>
            <a:xfrm>
              <a:off x="5020133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82" name="pg1932">
              <a:extLst>
                <a:ext uri="{FF2B5EF4-FFF2-40B4-BE49-F238E27FC236}">
                  <a16:creationId xmlns:a16="http://schemas.microsoft.com/office/drawing/2014/main" id="{1EB5AB66-FA25-1A83-24F6-7D4652451B40}"/>
                </a:ext>
              </a:extLst>
            </p:cNvPr>
            <p:cNvSpPr/>
            <p:nvPr/>
          </p:nvSpPr>
          <p:spPr>
            <a:xfrm>
              <a:off x="5031771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83" name="pg1933">
              <a:extLst>
                <a:ext uri="{FF2B5EF4-FFF2-40B4-BE49-F238E27FC236}">
                  <a16:creationId xmlns:a16="http://schemas.microsoft.com/office/drawing/2014/main" id="{F23AACD2-C2BF-274F-8B7E-A50B77126FA1}"/>
                </a:ext>
              </a:extLst>
            </p:cNvPr>
            <p:cNvSpPr/>
            <p:nvPr/>
          </p:nvSpPr>
          <p:spPr>
            <a:xfrm>
              <a:off x="5043408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84" name="pg1934">
              <a:extLst>
                <a:ext uri="{FF2B5EF4-FFF2-40B4-BE49-F238E27FC236}">
                  <a16:creationId xmlns:a16="http://schemas.microsoft.com/office/drawing/2014/main" id="{AC9A9F1B-DBC6-C6B6-BB85-89FFFE303511}"/>
                </a:ext>
              </a:extLst>
            </p:cNvPr>
            <p:cNvSpPr/>
            <p:nvPr/>
          </p:nvSpPr>
          <p:spPr>
            <a:xfrm>
              <a:off x="5055045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85" name="pg1935">
              <a:extLst>
                <a:ext uri="{FF2B5EF4-FFF2-40B4-BE49-F238E27FC236}">
                  <a16:creationId xmlns:a16="http://schemas.microsoft.com/office/drawing/2014/main" id="{B85D7843-07FF-A8B9-9CD8-2ED2A0A88861}"/>
                </a:ext>
              </a:extLst>
            </p:cNvPr>
            <p:cNvSpPr/>
            <p:nvPr/>
          </p:nvSpPr>
          <p:spPr>
            <a:xfrm>
              <a:off x="5066683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86" name="pg1936">
              <a:extLst>
                <a:ext uri="{FF2B5EF4-FFF2-40B4-BE49-F238E27FC236}">
                  <a16:creationId xmlns:a16="http://schemas.microsoft.com/office/drawing/2014/main" id="{2A473C37-9DAB-0267-65BC-F6C5FF04717A}"/>
                </a:ext>
              </a:extLst>
            </p:cNvPr>
            <p:cNvSpPr/>
            <p:nvPr/>
          </p:nvSpPr>
          <p:spPr>
            <a:xfrm>
              <a:off x="5078320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87" name="pg1937">
              <a:extLst>
                <a:ext uri="{FF2B5EF4-FFF2-40B4-BE49-F238E27FC236}">
                  <a16:creationId xmlns:a16="http://schemas.microsoft.com/office/drawing/2014/main" id="{FF1D1C60-8E32-B930-9C22-7772AEAE4679}"/>
                </a:ext>
              </a:extLst>
            </p:cNvPr>
            <p:cNvSpPr/>
            <p:nvPr/>
          </p:nvSpPr>
          <p:spPr>
            <a:xfrm>
              <a:off x="5089957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88" name="pg1938">
              <a:extLst>
                <a:ext uri="{FF2B5EF4-FFF2-40B4-BE49-F238E27FC236}">
                  <a16:creationId xmlns:a16="http://schemas.microsoft.com/office/drawing/2014/main" id="{6CF612BC-A51A-41A0-9570-62CB0F8A8BC4}"/>
                </a:ext>
              </a:extLst>
            </p:cNvPr>
            <p:cNvSpPr/>
            <p:nvPr/>
          </p:nvSpPr>
          <p:spPr>
            <a:xfrm>
              <a:off x="5101595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89" name="pg1939">
              <a:extLst>
                <a:ext uri="{FF2B5EF4-FFF2-40B4-BE49-F238E27FC236}">
                  <a16:creationId xmlns:a16="http://schemas.microsoft.com/office/drawing/2014/main" id="{582C83FC-BF79-2EB5-8725-AF2108809080}"/>
                </a:ext>
              </a:extLst>
            </p:cNvPr>
            <p:cNvSpPr/>
            <p:nvPr/>
          </p:nvSpPr>
          <p:spPr>
            <a:xfrm>
              <a:off x="5113232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90" name="pg1940">
              <a:extLst>
                <a:ext uri="{FF2B5EF4-FFF2-40B4-BE49-F238E27FC236}">
                  <a16:creationId xmlns:a16="http://schemas.microsoft.com/office/drawing/2014/main" id="{CD1E52C7-0A6F-FFB1-5D39-222193614912}"/>
                </a:ext>
              </a:extLst>
            </p:cNvPr>
            <p:cNvSpPr/>
            <p:nvPr/>
          </p:nvSpPr>
          <p:spPr>
            <a:xfrm>
              <a:off x="4961947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91" name="pg1941">
              <a:extLst>
                <a:ext uri="{FF2B5EF4-FFF2-40B4-BE49-F238E27FC236}">
                  <a16:creationId xmlns:a16="http://schemas.microsoft.com/office/drawing/2014/main" id="{F7119896-DD52-8F5D-72CB-63F61D1A52A2}"/>
                </a:ext>
              </a:extLst>
            </p:cNvPr>
            <p:cNvSpPr/>
            <p:nvPr/>
          </p:nvSpPr>
          <p:spPr>
            <a:xfrm>
              <a:off x="4973584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92" name="pg1942">
              <a:extLst>
                <a:ext uri="{FF2B5EF4-FFF2-40B4-BE49-F238E27FC236}">
                  <a16:creationId xmlns:a16="http://schemas.microsoft.com/office/drawing/2014/main" id="{DA0DCDD3-10A1-E6C1-C111-50B62E31DEAC}"/>
                </a:ext>
              </a:extLst>
            </p:cNvPr>
            <p:cNvSpPr/>
            <p:nvPr/>
          </p:nvSpPr>
          <p:spPr>
            <a:xfrm>
              <a:off x="4985221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93" name="pg1943">
              <a:extLst>
                <a:ext uri="{FF2B5EF4-FFF2-40B4-BE49-F238E27FC236}">
                  <a16:creationId xmlns:a16="http://schemas.microsoft.com/office/drawing/2014/main" id="{7163D3CE-D58C-BA71-83D3-5C60DC04AF56}"/>
                </a:ext>
              </a:extLst>
            </p:cNvPr>
            <p:cNvSpPr/>
            <p:nvPr/>
          </p:nvSpPr>
          <p:spPr>
            <a:xfrm>
              <a:off x="4996859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94" name="pg1944">
              <a:extLst>
                <a:ext uri="{FF2B5EF4-FFF2-40B4-BE49-F238E27FC236}">
                  <a16:creationId xmlns:a16="http://schemas.microsoft.com/office/drawing/2014/main" id="{39DCC7E5-16B8-621C-CB00-2121493C1C4F}"/>
                </a:ext>
              </a:extLst>
            </p:cNvPr>
            <p:cNvSpPr/>
            <p:nvPr/>
          </p:nvSpPr>
          <p:spPr>
            <a:xfrm>
              <a:off x="5008496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95" name="pg1945">
              <a:extLst>
                <a:ext uri="{FF2B5EF4-FFF2-40B4-BE49-F238E27FC236}">
                  <a16:creationId xmlns:a16="http://schemas.microsoft.com/office/drawing/2014/main" id="{2DB429FA-4CBC-A9E6-7A5A-1B0BF896DF19}"/>
                </a:ext>
              </a:extLst>
            </p:cNvPr>
            <p:cNvSpPr/>
            <p:nvPr/>
          </p:nvSpPr>
          <p:spPr>
            <a:xfrm>
              <a:off x="5020133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96" name="pg1946">
              <a:extLst>
                <a:ext uri="{FF2B5EF4-FFF2-40B4-BE49-F238E27FC236}">
                  <a16:creationId xmlns:a16="http://schemas.microsoft.com/office/drawing/2014/main" id="{7EC0F70D-8D98-221C-5C4F-CBBC11246B1F}"/>
                </a:ext>
              </a:extLst>
            </p:cNvPr>
            <p:cNvSpPr/>
            <p:nvPr/>
          </p:nvSpPr>
          <p:spPr>
            <a:xfrm>
              <a:off x="5031771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97" name="pg1947">
              <a:extLst>
                <a:ext uri="{FF2B5EF4-FFF2-40B4-BE49-F238E27FC236}">
                  <a16:creationId xmlns:a16="http://schemas.microsoft.com/office/drawing/2014/main" id="{B0A27719-0101-612A-9D84-02D612A13879}"/>
                </a:ext>
              </a:extLst>
            </p:cNvPr>
            <p:cNvSpPr/>
            <p:nvPr/>
          </p:nvSpPr>
          <p:spPr>
            <a:xfrm>
              <a:off x="5043408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98" name="pg1948">
              <a:extLst>
                <a:ext uri="{FF2B5EF4-FFF2-40B4-BE49-F238E27FC236}">
                  <a16:creationId xmlns:a16="http://schemas.microsoft.com/office/drawing/2014/main" id="{EFF590F4-988C-D2C4-372C-DA0CA88A8632}"/>
                </a:ext>
              </a:extLst>
            </p:cNvPr>
            <p:cNvSpPr/>
            <p:nvPr/>
          </p:nvSpPr>
          <p:spPr>
            <a:xfrm>
              <a:off x="5055045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99" name="pg1949">
              <a:extLst>
                <a:ext uri="{FF2B5EF4-FFF2-40B4-BE49-F238E27FC236}">
                  <a16:creationId xmlns:a16="http://schemas.microsoft.com/office/drawing/2014/main" id="{4F67EBFF-9DCC-90F0-171A-9685C6AACFB1}"/>
                </a:ext>
              </a:extLst>
            </p:cNvPr>
            <p:cNvSpPr/>
            <p:nvPr/>
          </p:nvSpPr>
          <p:spPr>
            <a:xfrm>
              <a:off x="5066683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00" name="pg1950">
              <a:extLst>
                <a:ext uri="{FF2B5EF4-FFF2-40B4-BE49-F238E27FC236}">
                  <a16:creationId xmlns:a16="http://schemas.microsoft.com/office/drawing/2014/main" id="{0AD818FF-408A-AC93-D1C7-8BD7D3D8B163}"/>
                </a:ext>
              </a:extLst>
            </p:cNvPr>
            <p:cNvSpPr/>
            <p:nvPr/>
          </p:nvSpPr>
          <p:spPr>
            <a:xfrm>
              <a:off x="5078320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01" name="pg1951">
              <a:extLst>
                <a:ext uri="{FF2B5EF4-FFF2-40B4-BE49-F238E27FC236}">
                  <a16:creationId xmlns:a16="http://schemas.microsoft.com/office/drawing/2014/main" id="{80EC2E21-4027-9117-A60E-FD76FE493833}"/>
                </a:ext>
              </a:extLst>
            </p:cNvPr>
            <p:cNvSpPr/>
            <p:nvPr/>
          </p:nvSpPr>
          <p:spPr>
            <a:xfrm>
              <a:off x="5089957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02" name="pg1952">
              <a:extLst>
                <a:ext uri="{FF2B5EF4-FFF2-40B4-BE49-F238E27FC236}">
                  <a16:creationId xmlns:a16="http://schemas.microsoft.com/office/drawing/2014/main" id="{F557D993-D856-48B5-930D-0EC014F2E737}"/>
                </a:ext>
              </a:extLst>
            </p:cNvPr>
            <p:cNvSpPr/>
            <p:nvPr/>
          </p:nvSpPr>
          <p:spPr>
            <a:xfrm>
              <a:off x="5101595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03" name="pg1953">
              <a:extLst>
                <a:ext uri="{FF2B5EF4-FFF2-40B4-BE49-F238E27FC236}">
                  <a16:creationId xmlns:a16="http://schemas.microsoft.com/office/drawing/2014/main" id="{D73C6B70-22DC-B873-FB61-8FDAFEDB4263}"/>
                </a:ext>
              </a:extLst>
            </p:cNvPr>
            <p:cNvSpPr/>
            <p:nvPr/>
          </p:nvSpPr>
          <p:spPr>
            <a:xfrm>
              <a:off x="4950309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04" name="pg1954">
              <a:extLst>
                <a:ext uri="{FF2B5EF4-FFF2-40B4-BE49-F238E27FC236}">
                  <a16:creationId xmlns:a16="http://schemas.microsoft.com/office/drawing/2014/main" id="{401D1E3B-6F93-3A9F-843E-24B15A0B8691}"/>
                </a:ext>
              </a:extLst>
            </p:cNvPr>
            <p:cNvSpPr/>
            <p:nvPr/>
          </p:nvSpPr>
          <p:spPr>
            <a:xfrm>
              <a:off x="4961947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05" name="pg1955">
              <a:extLst>
                <a:ext uri="{FF2B5EF4-FFF2-40B4-BE49-F238E27FC236}">
                  <a16:creationId xmlns:a16="http://schemas.microsoft.com/office/drawing/2014/main" id="{030D0D0E-1478-07EA-2AFC-ABC398150A5C}"/>
                </a:ext>
              </a:extLst>
            </p:cNvPr>
            <p:cNvSpPr/>
            <p:nvPr/>
          </p:nvSpPr>
          <p:spPr>
            <a:xfrm>
              <a:off x="4973584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06" name="pg1956">
              <a:extLst>
                <a:ext uri="{FF2B5EF4-FFF2-40B4-BE49-F238E27FC236}">
                  <a16:creationId xmlns:a16="http://schemas.microsoft.com/office/drawing/2014/main" id="{487C0EE4-E32A-325D-1551-06B95CB9C04B}"/>
                </a:ext>
              </a:extLst>
            </p:cNvPr>
            <p:cNvSpPr/>
            <p:nvPr/>
          </p:nvSpPr>
          <p:spPr>
            <a:xfrm>
              <a:off x="4985221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07" name="pg1957">
              <a:extLst>
                <a:ext uri="{FF2B5EF4-FFF2-40B4-BE49-F238E27FC236}">
                  <a16:creationId xmlns:a16="http://schemas.microsoft.com/office/drawing/2014/main" id="{530A4407-F397-98FF-18AF-CED739B8171A}"/>
                </a:ext>
              </a:extLst>
            </p:cNvPr>
            <p:cNvSpPr/>
            <p:nvPr/>
          </p:nvSpPr>
          <p:spPr>
            <a:xfrm>
              <a:off x="4996859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08" name="pg1958">
              <a:extLst>
                <a:ext uri="{FF2B5EF4-FFF2-40B4-BE49-F238E27FC236}">
                  <a16:creationId xmlns:a16="http://schemas.microsoft.com/office/drawing/2014/main" id="{D9A5957B-FE4E-819D-4B86-E08B6D5B8547}"/>
                </a:ext>
              </a:extLst>
            </p:cNvPr>
            <p:cNvSpPr/>
            <p:nvPr/>
          </p:nvSpPr>
          <p:spPr>
            <a:xfrm>
              <a:off x="5008496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09" name="pg1959">
              <a:extLst>
                <a:ext uri="{FF2B5EF4-FFF2-40B4-BE49-F238E27FC236}">
                  <a16:creationId xmlns:a16="http://schemas.microsoft.com/office/drawing/2014/main" id="{4FAB3F5B-3A50-3949-3884-C09A42A011AA}"/>
                </a:ext>
              </a:extLst>
            </p:cNvPr>
            <p:cNvSpPr/>
            <p:nvPr/>
          </p:nvSpPr>
          <p:spPr>
            <a:xfrm>
              <a:off x="5020133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10" name="pg1960">
              <a:extLst>
                <a:ext uri="{FF2B5EF4-FFF2-40B4-BE49-F238E27FC236}">
                  <a16:creationId xmlns:a16="http://schemas.microsoft.com/office/drawing/2014/main" id="{2E308F48-F981-B98C-93C9-7983C449F4BD}"/>
                </a:ext>
              </a:extLst>
            </p:cNvPr>
            <p:cNvSpPr/>
            <p:nvPr/>
          </p:nvSpPr>
          <p:spPr>
            <a:xfrm>
              <a:off x="5031771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11" name="pg1961">
              <a:extLst>
                <a:ext uri="{FF2B5EF4-FFF2-40B4-BE49-F238E27FC236}">
                  <a16:creationId xmlns:a16="http://schemas.microsoft.com/office/drawing/2014/main" id="{B5741EBF-FEDF-A07A-1C5C-37D5E029F177}"/>
                </a:ext>
              </a:extLst>
            </p:cNvPr>
            <p:cNvSpPr/>
            <p:nvPr/>
          </p:nvSpPr>
          <p:spPr>
            <a:xfrm>
              <a:off x="5043408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12" name="pg1962">
              <a:extLst>
                <a:ext uri="{FF2B5EF4-FFF2-40B4-BE49-F238E27FC236}">
                  <a16:creationId xmlns:a16="http://schemas.microsoft.com/office/drawing/2014/main" id="{073FD830-8B3B-FD09-3EFB-8D65380E5602}"/>
                </a:ext>
              </a:extLst>
            </p:cNvPr>
            <p:cNvSpPr/>
            <p:nvPr/>
          </p:nvSpPr>
          <p:spPr>
            <a:xfrm>
              <a:off x="5055045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13" name="pg1963">
              <a:extLst>
                <a:ext uri="{FF2B5EF4-FFF2-40B4-BE49-F238E27FC236}">
                  <a16:creationId xmlns:a16="http://schemas.microsoft.com/office/drawing/2014/main" id="{56EBC349-9EA7-79AB-5F8D-31B61FACFCD4}"/>
                </a:ext>
              </a:extLst>
            </p:cNvPr>
            <p:cNvSpPr/>
            <p:nvPr/>
          </p:nvSpPr>
          <p:spPr>
            <a:xfrm>
              <a:off x="5066683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14" name="pg1964">
              <a:extLst>
                <a:ext uri="{FF2B5EF4-FFF2-40B4-BE49-F238E27FC236}">
                  <a16:creationId xmlns:a16="http://schemas.microsoft.com/office/drawing/2014/main" id="{97E751E8-1588-55A3-F3B3-7B991D03B408}"/>
                </a:ext>
              </a:extLst>
            </p:cNvPr>
            <p:cNvSpPr/>
            <p:nvPr/>
          </p:nvSpPr>
          <p:spPr>
            <a:xfrm>
              <a:off x="5078320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15" name="pg1965">
              <a:extLst>
                <a:ext uri="{FF2B5EF4-FFF2-40B4-BE49-F238E27FC236}">
                  <a16:creationId xmlns:a16="http://schemas.microsoft.com/office/drawing/2014/main" id="{8F416342-B320-A375-AB4D-9491391F563B}"/>
                </a:ext>
              </a:extLst>
            </p:cNvPr>
            <p:cNvSpPr/>
            <p:nvPr/>
          </p:nvSpPr>
          <p:spPr>
            <a:xfrm>
              <a:off x="4927035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16" name="pg1966">
              <a:extLst>
                <a:ext uri="{FF2B5EF4-FFF2-40B4-BE49-F238E27FC236}">
                  <a16:creationId xmlns:a16="http://schemas.microsoft.com/office/drawing/2014/main" id="{DAC5D64E-A7C2-B8E8-8F8C-F2F23CDA9A76}"/>
                </a:ext>
              </a:extLst>
            </p:cNvPr>
            <p:cNvSpPr/>
            <p:nvPr/>
          </p:nvSpPr>
          <p:spPr>
            <a:xfrm>
              <a:off x="4938672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17" name="pg1967">
              <a:extLst>
                <a:ext uri="{FF2B5EF4-FFF2-40B4-BE49-F238E27FC236}">
                  <a16:creationId xmlns:a16="http://schemas.microsoft.com/office/drawing/2014/main" id="{096934E3-3699-EADC-99F5-B2383080CD35}"/>
                </a:ext>
              </a:extLst>
            </p:cNvPr>
            <p:cNvSpPr/>
            <p:nvPr/>
          </p:nvSpPr>
          <p:spPr>
            <a:xfrm>
              <a:off x="4950309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18" name="pg1968">
              <a:extLst>
                <a:ext uri="{FF2B5EF4-FFF2-40B4-BE49-F238E27FC236}">
                  <a16:creationId xmlns:a16="http://schemas.microsoft.com/office/drawing/2014/main" id="{5030716A-6B82-6E24-861C-8D2315CE2822}"/>
                </a:ext>
              </a:extLst>
            </p:cNvPr>
            <p:cNvSpPr/>
            <p:nvPr/>
          </p:nvSpPr>
          <p:spPr>
            <a:xfrm>
              <a:off x="4961947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19" name="pg1969">
              <a:extLst>
                <a:ext uri="{FF2B5EF4-FFF2-40B4-BE49-F238E27FC236}">
                  <a16:creationId xmlns:a16="http://schemas.microsoft.com/office/drawing/2014/main" id="{70C76032-12FC-4B0B-C45D-40C5F30E4D1C}"/>
                </a:ext>
              </a:extLst>
            </p:cNvPr>
            <p:cNvSpPr/>
            <p:nvPr/>
          </p:nvSpPr>
          <p:spPr>
            <a:xfrm>
              <a:off x="4973584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20" name="pg1970">
              <a:extLst>
                <a:ext uri="{FF2B5EF4-FFF2-40B4-BE49-F238E27FC236}">
                  <a16:creationId xmlns:a16="http://schemas.microsoft.com/office/drawing/2014/main" id="{7B432121-DD89-1AF7-2A36-EFD5F8DFA196}"/>
                </a:ext>
              </a:extLst>
            </p:cNvPr>
            <p:cNvSpPr/>
            <p:nvPr/>
          </p:nvSpPr>
          <p:spPr>
            <a:xfrm>
              <a:off x="4985221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21" name="pg1971">
              <a:extLst>
                <a:ext uri="{FF2B5EF4-FFF2-40B4-BE49-F238E27FC236}">
                  <a16:creationId xmlns:a16="http://schemas.microsoft.com/office/drawing/2014/main" id="{E7EF726A-102F-612F-1675-01A2635C086B}"/>
                </a:ext>
              </a:extLst>
            </p:cNvPr>
            <p:cNvSpPr/>
            <p:nvPr/>
          </p:nvSpPr>
          <p:spPr>
            <a:xfrm>
              <a:off x="4996859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22" name="pg1972">
              <a:extLst>
                <a:ext uri="{FF2B5EF4-FFF2-40B4-BE49-F238E27FC236}">
                  <a16:creationId xmlns:a16="http://schemas.microsoft.com/office/drawing/2014/main" id="{0C06A753-57DE-4508-F591-1D9AC47F7A46}"/>
                </a:ext>
              </a:extLst>
            </p:cNvPr>
            <p:cNvSpPr/>
            <p:nvPr/>
          </p:nvSpPr>
          <p:spPr>
            <a:xfrm>
              <a:off x="5008496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23" name="pg1973">
              <a:extLst>
                <a:ext uri="{FF2B5EF4-FFF2-40B4-BE49-F238E27FC236}">
                  <a16:creationId xmlns:a16="http://schemas.microsoft.com/office/drawing/2014/main" id="{3D2B1FF8-2CB4-7715-BB44-BC1CAD0D269B}"/>
                </a:ext>
              </a:extLst>
            </p:cNvPr>
            <p:cNvSpPr/>
            <p:nvPr/>
          </p:nvSpPr>
          <p:spPr>
            <a:xfrm>
              <a:off x="5020133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24" name="pg1974">
              <a:extLst>
                <a:ext uri="{FF2B5EF4-FFF2-40B4-BE49-F238E27FC236}">
                  <a16:creationId xmlns:a16="http://schemas.microsoft.com/office/drawing/2014/main" id="{9625E2E0-DD9F-2D18-B0BA-F50142FBAC1D}"/>
                </a:ext>
              </a:extLst>
            </p:cNvPr>
            <p:cNvSpPr/>
            <p:nvPr/>
          </p:nvSpPr>
          <p:spPr>
            <a:xfrm>
              <a:off x="4915397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25" name="pg1975">
              <a:extLst>
                <a:ext uri="{FF2B5EF4-FFF2-40B4-BE49-F238E27FC236}">
                  <a16:creationId xmlns:a16="http://schemas.microsoft.com/office/drawing/2014/main" id="{F0A445A0-5A08-34D0-C69F-4CC35F99C7EB}"/>
                </a:ext>
              </a:extLst>
            </p:cNvPr>
            <p:cNvSpPr/>
            <p:nvPr/>
          </p:nvSpPr>
          <p:spPr>
            <a:xfrm>
              <a:off x="4927035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26" name="pg1976">
              <a:extLst>
                <a:ext uri="{FF2B5EF4-FFF2-40B4-BE49-F238E27FC236}">
                  <a16:creationId xmlns:a16="http://schemas.microsoft.com/office/drawing/2014/main" id="{56F897C9-3819-E4C4-3F66-787B4B28C34B}"/>
                </a:ext>
              </a:extLst>
            </p:cNvPr>
            <p:cNvSpPr/>
            <p:nvPr/>
          </p:nvSpPr>
          <p:spPr>
            <a:xfrm>
              <a:off x="4938672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27" name="pg1977">
              <a:extLst>
                <a:ext uri="{FF2B5EF4-FFF2-40B4-BE49-F238E27FC236}">
                  <a16:creationId xmlns:a16="http://schemas.microsoft.com/office/drawing/2014/main" id="{D342B4F1-DAA2-7B8E-8FE5-D24A72E5E9E5}"/>
                </a:ext>
              </a:extLst>
            </p:cNvPr>
            <p:cNvSpPr/>
            <p:nvPr/>
          </p:nvSpPr>
          <p:spPr>
            <a:xfrm>
              <a:off x="4950309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28" name="pg1978">
              <a:extLst>
                <a:ext uri="{FF2B5EF4-FFF2-40B4-BE49-F238E27FC236}">
                  <a16:creationId xmlns:a16="http://schemas.microsoft.com/office/drawing/2014/main" id="{CE180842-670B-2759-D374-4E2F2C968AA5}"/>
                </a:ext>
              </a:extLst>
            </p:cNvPr>
            <p:cNvSpPr/>
            <p:nvPr/>
          </p:nvSpPr>
          <p:spPr>
            <a:xfrm>
              <a:off x="4961947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29" name="pg1979">
              <a:extLst>
                <a:ext uri="{FF2B5EF4-FFF2-40B4-BE49-F238E27FC236}">
                  <a16:creationId xmlns:a16="http://schemas.microsoft.com/office/drawing/2014/main" id="{9FD46CF0-34AB-FCEE-3D11-8ED4D2A81E5D}"/>
                </a:ext>
              </a:extLst>
            </p:cNvPr>
            <p:cNvSpPr/>
            <p:nvPr/>
          </p:nvSpPr>
          <p:spPr>
            <a:xfrm>
              <a:off x="4973584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30" name="pg1980">
              <a:extLst>
                <a:ext uri="{FF2B5EF4-FFF2-40B4-BE49-F238E27FC236}">
                  <a16:creationId xmlns:a16="http://schemas.microsoft.com/office/drawing/2014/main" id="{6DBC6FBC-B689-FEBA-32E2-04E4E8FBB09F}"/>
                </a:ext>
              </a:extLst>
            </p:cNvPr>
            <p:cNvSpPr/>
            <p:nvPr/>
          </p:nvSpPr>
          <p:spPr>
            <a:xfrm>
              <a:off x="4985221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31" name="pg1981">
              <a:extLst>
                <a:ext uri="{FF2B5EF4-FFF2-40B4-BE49-F238E27FC236}">
                  <a16:creationId xmlns:a16="http://schemas.microsoft.com/office/drawing/2014/main" id="{2F3C29B7-EFE0-E473-8CAD-71ABC29BE65F}"/>
                </a:ext>
              </a:extLst>
            </p:cNvPr>
            <p:cNvSpPr/>
            <p:nvPr/>
          </p:nvSpPr>
          <p:spPr>
            <a:xfrm>
              <a:off x="4996859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32" name="pg1982">
              <a:extLst>
                <a:ext uri="{FF2B5EF4-FFF2-40B4-BE49-F238E27FC236}">
                  <a16:creationId xmlns:a16="http://schemas.microsoft.com/office/drawing/2014/main" id="{0302063C-AB00-D879-D444-334D3EA24F33}"/>
                </a:ext>
              </a:extLst>
            </p:cNvPr>
            <p:cNvSpPr/>
            <p:nvPr/>
          </p:nvSpPr>
          <p:spPr>
            <a:xfrm>
              <a:off x="4892123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33" name="pg1983">
              <a:extLst>
                <a:ext uri="{FF2B5EF4-FFF2-40B4-BE49-F238E27FC236}">
                  <a16:creationId xmlns:a16="http://schemas.microsoft.com/office/drawing/2014/main" id="{4B754961-05DF-2AE5-647B-B64210B45E56}"/>
                </a:ext>
              </a:extLst>
            </p:cNvPr>
            <p:cNvSpPr/>
            <p:nvPr/>
          </p:nvSpPr>
          <p:spPr>
            <a:xfrm>
              <a:off x="4903760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34" name="pg1984">
              <a:extLst>
                <a:ext uri="{FF2B5EF4-FFF2-40B4-BE49-F238E27FC236}">
                  <a16:creationId xmlns:a16="http://schemas.microsoft.com/office/drawing/2014/main" id="{58A4C371-E7EA-1678-FD14-A760DEFA87BC}"/>
                </a:ext>
              </a:extLst>
            </p:cNvPr>
            <p:cNvSpPr/>
            <p:nvPr/>
          </p:nvSpPr>
          <p:spPr>
            <a:xfrm>
              <a:off x="4915397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35" name="pg1985">
              <a:extLst>
                <a:ext uri="{FF2B5EF4-FFF2-40B4-BE49-F238E27FC236}">
                  <a16:creationId xmlns:a16="http://schemas.microsoft.com/office/drawing/2014/main" id="{F5C248DC-9C38-A9B2-3355-CF08011ED0C1}"/>
                </a:ext>
              </a:extLst>
            </p:cNvPr>
            <p:cNvSpPr/>
            <p:nvPr/>
          </p:nvSpPr>
          <p:spPr>
            <a:xfrm>
              <a:off x="4927035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36" name="pg1986">
              <a:extLst>
                <a:ext uri="{FF2B5EF4-FFF2-40B4-BE49-F238E27FC236}">
                  <a16:creationId xmlns:a16="http://schemas.microsoft.com/office/drawing/2014/main" id="{9ABF36EF-B764-EB14-59AA-80481705BCAC}"/>
                </a:ext>
              </a:extLst>
            </p:cNvPr>
            <p:cNvSpPr/>
            <p:nvPr/>
          </p:nvSpPr>
          <p:spPr>
            <a:xfrm>
              <a:off x="4938672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37" name="pg1987">
              <a:extLst>
                <a:ext uri="{FF2B5EF4-FFF2-40B4-BE49-F238E27FC236}">
                  <a16:creationId xmlns:a16="http://schemas.microsoft.com/office/drawing/2014/main" id="{64D6B8EB-DD1D-C379-2268-DB15CD73F90B}"/>
                </a:ext>
              </a:extLst>
            </p:cNvPr>
            <p:cNvSpPr/>
            <p:nvPr/>
          </p:nvSpPr>
          <p:spPr>
            <a:xfrm>
              <a:off x="4950309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38" name="pg1988">
              <a:extLst>
                <a:ext uri="{FF2B5EF4-FFF2-40B4-BE49-F238E27FC236}">
                  <a16:creationId xmlns:a16="http://schemas.microsoft.com/office/drawing/2014/main" id="{190E5104-F204-C06E-43DB-717CCCE1CA8E}"/>
                </a:ext>
              </a:extLst>
            </p:cNvPr>
            <p:cNvSpPr/>
            <p:nvPr/>
          </p:nvSpPr>
          <p:spPr>
            <a:xfrm>
              <a:off x="4961947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39" name="pg1989">
              <a:extLst>
                <a:ext uri="{FF2B5EF4-FFF2-40B4-BE49-F238E27FC236}">
                  <a16:creationId xmlns:a16="http://schemas.microsoft.com/office/drawing/2014/main" id="{31009D96-20F5-9B54-0E02-3770C473619F}"/>
                </a:ext>
              </a:extLst>
            </p:cNvPr>
            <p:cNvSpPr/>
            <p:nvPr/>
          </p:nvSpPr>
          <p:spPr>
            <a:xfrm>
              <a:off x="4973584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40" name="pg1990">
              <a:extLst>
                <a:ext uri="{FF2B5EF4-FFF2-40B4-BE49-F238E27FC236}">
                  <a16:creationId xmlns:a16="http://schemas.microsoft.com/office/drawing/2014/main" id="{7B2FB059-CBAC-3DD1-AA0C-5CB33210B19D}"/>
                </a:ext>
              </a:extLst>
            </p:cNvPr>
            <p:cNvSpPr/>
            <p:nvPr/>
          </p:nvSpPr>
          <p:spPr>
            <a:xfrm>
              <a:off x="4985221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41" name="pg1991">
              <a:extLst>
                <a:ext uri="{FF2B5EF4-FFF2-40B4-BE49-F238E27FC236}">
                  <a16:creationId xmlns:a16="http://schemas.microsoft.com/office/drawing/2014/main" id="{40E1393D-0407-DFC9-14DE-C96B309C2916}"/>
                </a:ext>
              </a:extLst>
            </p:cNvPr>
            <p:cNvSpPr/>
            <p:nvPr/>
          </p:nvSpPr>
          <p:spPr>
            <a:xfrm>
              <a:off x="4857211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42" name="pg1992">
              <a:extLst>
                <a:ext uri="{FF2B5EF4-FFF2-40B4-BE49-F238E27FC236}">
                  <a16:creationId xmlns:a16="http://schemas.microsoft.com/office/drawing/2014/main" id="{C5688BAC-69ED-76FC-AC2F-13D85F02B91C}"/>
                </a:ext>
              </a:extLst>
            </p:cNvPr>
            <p:cNvSpPr/>
            <p:nvPr/>
          </p:nvSpPr>
          <p:spPr>
            <a:xfrm>
              <a:off x="4868848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43" name="pg1993">
              <a:extLst>
                <a:ext uri="{FF2B5EF4-FFF2-40B4-BE49-F238E27FC236}">
                  <a16:creationId xmlns:a16="http://schemas.microsoft.com/office/drawing/2014/main" id="{D307CF8D-20F4-AA25-DB15-58B7FEFCF58C}"/>
                </a:ext>
              </a:extLst>
            </p:cNvPr>
            <p:cNvSpPr/>
            <p:nvPr/>
          </p:nvSpPr>
          <p:spPr>
            <a:xfrm>
              <a:off x="4880485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44" name="pg1994">
              <a:extLst>
                <a:ext uri="{FF2B5EF4-FFF2-40B4-BE49-F238E27FC236}">
                  <a16:creationId xmlns:a16="http://schemas.microsoft.com/office/drawing/2014/main" id="{6A4129BD-360D-77E6-23F1-642FAF5DC9F5}"/>
                </a:ext>
              </a:extLst>
            </p:cNvPr>
            <p:cNvSpPr/>
            <p:nvPr/>
          </p:nvSpPr>
          <p:spPr>
            <a:xfrm>
              <a:off x="4892123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45" name="pg1995">
              <a:extLst>
                <a:ext uri="{FF2B5EF4-FFF2-40B4-BE49-F238E27FC236}">
                  <a16:creationId xmlns:a16="http://schemas.microsoft.com/office/drawing/2014/main" id="{E6820FDD-49E8-8FEA-160C-DC9F643C8FE6}"/>
                </a:ext>
              </a:extLst>
            </p:cNvPr>
            <p:cNvSpPr/>
            <p:nvPr/>
          </p:nvSpPr>
          <p:spPr>
            <a:xfrm>
              <a:off x="4903760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46" name="pg1996">
              <a:extLst>
                <a:ext uri="{FF2B5EF4-FFF2-40B4-BE49-F238E27FC236}">
                  <a16:creationId xmlns:a16="http://schemas.microsoft.com/office/drawing/2014/main" id="{2B81501A-34D3-B19F-67A8-A0A230A55610}"/>
                </a:ext>
              </a:extLst>
            </p:cNvPr>
            <p:cNvSpPr/>
            <p:nvPr/>
          </p:nvSpPr>
          <p:spPr>
            <a:xfrm>
              <a:off x="4915397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47" name="pg1997">
              <a:extLst>
                <a:ext uri="{FF2B5EF4-FFF2-40B4-BE49-F238E27FC236}">
                  <a16:creationId xmlns:a16="http://schemas.microsoft.com/office/drawing/2014/main" id="{B34E774A-3856-4945-0BED-1568292822D9}"/>
                </a:ext>
              </a:extLst>
            </p:cNvPr>
            <p:cNvSpPr/>
            <p:nvPr/>
          </p:nvSpPr>
          <p:spPr>
            <a:xfrm>
              <a:off x="4927035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48" name="pg1998">
              <a:extLst>
                <a:ext uri="{FF2B5EF4-FFF2-40B4-BE49-F238E27FC236}">
                  <a16:creationId xmlns:a16="http://schemas.microsoft.com/office/drawing/2014/main" id="{D4EDDB0F-D235-3A24-D8C9-2534E5B3EF81}"/>
                </a:ext>
              </a:extLst>
            </p:cNvPr>
            <p:cNvSpPr/>
            <p:nvPr/>
          </p:nvSpPr>
          <p:spPr>
            <a:xfrm>
              <a:off x="4938672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49" name="pg1999">
              <a:extLst>
                <a:ext uri="{FF2B5EF4-FFF2-40B4-BE49-F238E27FC236}">
                  <a16:creationId xmlns:a16="http://schemas.microsoft.com/office/drawing/2014/main" id="{0905D245-30ED-58FF-7CC8-9811CB6CDD19}"/>
                </a:ext>
              </a:extLst>
            </p:cNvPr>
            <p:cNvSpPr/>
            <p:nvPr/>
          </p:nvSpPr>
          <p:spPr>
            <a:xfrm>
              <a:off x="4950309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50" name="pg2000">
              <a:extLst>
                <a:ext uri="{FF2B5EF4-FFF2-40B4-BE49-F238E27FC236}">
                  <a16:creationId xmlns:a16="http://schemas.microsoft.com/office/drawing/2014/main" id="{248BA8E7-5AAD-746B-DAD8-45FC5488D678}"/>
                </a:ext>
              </a:extLst>
            </p:cNvPr>
            <p:cNvSpPr/>
            <p:nvPr/>
          </p:nvSpPr>
          <p:spPr>
            <a:xfrm>
              <a:off x="4961947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51" name="pg2001">
              <a:extLst>
                <a:ext uri="{FF2B5EF4-FFF2-40B4-BE49-F238E27FC236}">
                  <a16:creationId xmlns:a16="http://schemas.microsoft.com/office/drawing/2014/main" id="{1B4F332F-A455-F385-34A7-7E8135372060}"/>
                </a:ext>
              </a:extLst>
            </p:cNvPr>
            <p:cNvSpPr/>
            <p:nvPr/>
          </p:nvSpPr>
          <p:spPr>
            <a:xfrm>
              <a:off x="4973584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52" name="pg2002">
              <a:extLst>
                <a:ext uri="{FF2B5EF4-FFF2-40B4-BE49-F238E27FC236}">
                  <a16:creationId xmlns:a16="http://schemas.microsoft.com/office/drawing/2014/main" id="{2F1FE227-6A9B-4C1E-DDA0-73171ECC12FF}"/>
                </a:ext>
              </a:extLst>
            </p:cNvPr>
            <p:cNvSpPr/>
            <p:nvPr/>
          </p:nvSpPr>
          <p:spPr>
            <a:xfrm>
              <a:off x="4833936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53" name="pg2003">
              <a:extLst>
                <a:ext uri="{FF2B5EF4-FFF2-40B4-BE49-F238E27FC236}">
                  <a16:creationId xmlns:a16="http://schemas.microsoft.com/office/drawing/2014/main" id="{C0B78DB3-2E2C-44CA-67D7-B4484F31CD8A}"/>
                </a:ext>
              </a:extLst>
            </p:cNvPr>
            <p:cNvSpPr/>
            <p:nvPr/>
          </p:nvSpPr>
          <p:spPr>
            <a:xfrm>
              <a:off x="4845573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54" name="pg2004">
              <a:extLst>
                <a:ext uri="{FF2B5EF4-FFF2-40B4-BE49-F238E27FC236}">
                  <a16:creationId xmlns:a16="http://schemas.microsoft.com/office/drawing/2014/main" id="{3FE2F50E-2631-D85D-63A6-BA19F2B4A056}"/>
                </a:ext>
              </a:extLst>
            </p:cNvPr>
            <p:cNvSpPr/>
            <p:nvPr/>
          </p:nvSpPr>
          <p:spPr>
            <a:xfrm>
              <a:off x="4857211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55" name="pg2005">
              <a:extLst>
                <a:ext uri="{FF2B5EF4-FFF2-40B4-BE49-F238E27FC236}">
                  <a16:creationId xmlns:a16="http://schemas.microsoft.com/office/drawing/2014/main" id="{A8CB200C-1EB0-A255-39BB-0F8697B038FF}"/>
                </a:ext>
              </a:extLst>
            </p:cNvPr>
            <p:cNvSpPr/>
            <p:nvPr/>
          </p:nvSpPr>
          <p:spPr>
            <a:xfrm>
              <a:off x="4868848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56" name="pg2006">
              <a:extLst>
                <a:ext uri="{FF2B5EF4-FFF2-40B4-BE49-F238E27FC236}">
                  <a16:creationId xmlns:a16="http://schemas.microsoft.com/office/drawing/2014/main" id="{0BC6CD37-4073-0770-838A-EE62E1E15316}"/>
                </a:ext>
              </a:extLst>
            </p:cNvPr>
            <p:cNvSpPr/>
            <p:nvPr/>
          </p:nvSpPr>
          <p:spPr>
            <a:xfrm>
              <a:off x="4880485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57" name="pg2007">
              <a:extLst>
                <a:ext uri="{FF2B5EF4-FFF2-40B4-BE49-F238E27FC236}">
                  <a16:creationId xmlns:a16="http://schemas.microsoft.com/office/drawing/2014/main" id="{65D2E40D-E6FB-9623-9DEA-25C597F51488}"/>
                </a:ext>
              </a:extLst>
            </p:cNvPr>
            <p:cNvSpPr/>
            <p:nvPr/>
          </p:nvSpPr>
          <p:spPr>
            <a:xfrm>
              <a:off x="4892123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58" name="pg2008">
              <a:extLst>
                <a:ext uri="{FF2B5EF4-FFF2-40B4-BE49-F238E27FC236}">
                  <a16:creationId xmlns:a16="http://schemas.microsoft.com/office/drawing/2014/main" id="{04F4891B-8D0B-20B5-470F-47FAD8A6A98A}"/>
                </a:ext>
              </a:extLst>
            </p:cNvPr>
            <p:cNvSpPr/>
            <p:nvPr/>
          </p:nvSpPr>
          <p:spPr>
            <a:xfrm>
              <a:off x="4903760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59" name="pg2009">
              <a:extLst>
                <a:ext uri="{FF2B5EF4-FFF2-40B4-BE49-F238E27FC236}">
                  <a16:creationId xmlns:a16="http://schemas.microsoft.com/office/drawing/2014/main" id="{946C3933-9ADB-DBB6-1111-FE05C1AD98FF}"/>
                </a:ext>
              </a:extLst>
            </p:cNvPr>
            <p:cNvSpPr/>
            <p:nvPr/>
          </p:nvSpPr>
          <p:spPr>
            <a:xfrm>
              <a:off x="4915397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60" name="pg2010">
              <a:extLst>
                <a:ext uri="{FF2B5EF4-FFF2-40B4-BE49-F238E27FC236}">
                  <a16:creationId xmlns:a16="http://schemas.microsoft.com/office/drawing/2014/main" id="{BC5346C5-67B4-1E85-4FC9-E53A12434FC6}"/>
                </a:ext>
              </a:extLst>
            </p:cNvPr>
            <p:cNvSpPr/>
            <p:nvPr/>
          </p:nvSpPr>
          <p:spPr>
            <a:xfrm>
              <a:off x="4927035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61" name="pg2011">
              <a:extLst>
                <a:ext uri="{FF2B5EF4-FFF2-40B4-BE49-F238E27FC236}">
                  <a16:creationId xmlns:a16="http://schemas.microsoft.com/office/drawing/2014/main" id="{C16D2B19-7650-C5ED-05E6-3F7B40048A9B}"/>
                </a:ext>
              </a:extLst>
            </p:cNvPr>
            <p:cNvSpPr/>
            <p:nvPr/>
          </p:nvSpPr>
          <p:spPr>
            <a:xfrm>
              <a:off x="4938672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62" name="pg2012">
              <a:extLst>
                <a:ext uri="{FF2B5EF4-FFF2-40B4-BE49-F238E27FC236}">
                  <a16:creationId xmlns:a16="http://schemas.microsoft.com/office/drawing/2014/main" id="{38E3C5F5-69FC-C31E-15D3-F5F3E3D2C64E}"/>
                </a:ext>
              </a:extLst>
            </p:cNvPr>
            <p:cNvSpPr/>
            <p:nvPr/>
          </p:nvSpPr>
          <p:spPr>
            <a:xfrm>
              <a:off x="4950309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63" name="pg2013">
              <a:extLst>
                <a:ext uri="{FF2B5EF4-FFF2-40B4-BE49-F238E27FC236}">
                  <a16:creationId xmlns:a16="http://schemas.microsoft.com/office/drawing/2014/main" id="{EF922F13-F35D-DE1E-EE9C-331710C20FF5}"/>
                </a:ext>
              </a:extLst>
            </p:cNvPr>
            <p:cNvSpPr/>
            <p:nvPr/>
          </p:nvSpPr>
          <p:spPr>
            <a:xfrm>
              <a:off x="4961947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64" name="pg2014">
              <a:extLst>
                <a:ext uri="{FF2B5EF4-FFF2-40B4-BE49-F238E27FC236}">
                  <a16:creationId xmlns:a16="http://schemas.microsoft.com/office/drawing/2014/main" id="{1A16DE2A-E4EC-7157-407A-BCACDD075738}"/>
                </a:ext>
              </a:extLst>
            </p:cNvPr>
            <p:cNvSpPr/>
            <p:nvPr/>
          </p:nvSpPr>
          <p:spPr>
            <a:xfrm>
              <a:off x="4822299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65" name="pg2015">
              <a:extLst>
                <a:ext uri="{FF2B5EF4-FFF2-40B4-BE49-F238E27FC236}">
                  <a16:creationId xmlns:a16="http://schemas.microsoft.com/office/drawing/2014/main" id="{DFC942B7-B1E3-8086-11C1-07B4FD9AD57E}"/>
                </a:ext>
              </a:extLst>
            </p:cNvPr>
            <p:cNvSpPr/>
            <p:nvPr/>
          </p:nvSpPr>
          <p:spPr>
            <a:xfrm>
              <a:off x="4833936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66" name="pg2016">
              <a:extLst>
                <a:ext uri="{FF2B5EF4-FFF2-40B4-BE49-F238E27FC236}">
                  <a16:creationId xmlns:a16="http://schemas.microsoft.com/office/drawing/2014/main" id="{9322B862-D9C1-87D7-DD30-617EB562E701}"/>
                </a:ext>
              </a:extLst>
            </p:cNvPr>
            <p:cNvSpPr/>
            <p:nvPr/>
          </p:nvSpPr>
          <p:spPr>
            <a:xfrm>
              <a:off x="4845573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67" name="pg2017">
              <a:extLst>
                <a:ext uri="{FF2B5EF4-FFF2-40B4-BE49-F238E27FC236}">
                  <a16:creationId xmlns:a16="http://schemas.microsoft.com/office/drawing/2014/main" id="{794F608D-FCD9-CA6A-E003-EA4D448678A3}"/>
                </a:ext>
              </a:extLst>
            </p:cNvPr>
            <p:cNvSpPr/>
            <p:nvPr/>
          </p:nvSpPr>
          <p:spPr>
            <a:xfrm>
              <a:off x="4857211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68" name="pg2018">
              <a:extLst>
                <a:ext uri="{FF2B5EF4-FFF2-40B4-BE49-F238E27FC236}">
                  <a16:creationId xmlns:a16="http://schemas.microsoft.com/office/drawing/2014/main" id="{3DF423E3-15E5-AF3F-019E-E07ECF7AFDE0}"/>
                </a:ext>
              </a:extLst>
            </p:cNvPr>
            <p:cNvSpPr/>
            <p:nvPr/>
          </p:nvSpPr>
          <p:spPr>
            <a:xfrm>
              <a:off x="4868848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69" name="pg2019">
              <a:extLst>
                <a:ext uri="{FF2B5EF4-FFF2-40B4-BE49-F238E27FC236}">
                  <a16:creationId xmlns:a16="http://schemas.microsoft.com/office/drawing/2014/main" id="{0451EF94-EEF3-1E40-64D2-9D6A96A9B3FE}"/>
                </a:ext>
              </a:extLst>
            </p:cNvPr>
            <p:cNvSpPr/>
            <p:nvPr/>
          </p:nvSpPr>
          <p:spPr>
            <a:xfrm>
              <a:off x="4880485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70" name="pg2020">
              <a:extLst>
                <a:ext uri="{FF2B5EF4-FFF2-40B4-BE49-F238E27FC236}">
                  <a16:creationId xmlns:a16="http://schemas.microsoft.com/office/drawing/2014/main" id="{DE41B152-2472-9C27-CA9A-1F7D0D126569}"/>
                </a:ext>
              </a:extLst>
            </p:cNvPr>
            <p:cNvSpPr/>
            <p:nvPr/>
          </p:nvSpPr>
          <p:spPr>
            <a:xfrm>
              <a:off x="4892123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71" name="pg2021">
              <a:extLst>
                <a:ext uri="{FF2B5EF4-FFF2-40B4-BE49-F238E27FC236}">
                  <a16:creationId xmlns:a16="http://schemas.microsoft.com/office/drawing/2014/main" id="{F7863758-B3ED-B5AF-0408-1A94A974C27C}"/>
                </a:ext>
              </a:extLst>
            </p:cNvPr>
            <p:cNvSpPr/>
            <p:nvPr/>
          </p:nvSpPr>
          <p:spPr>
            <a:xfrm>
              <a:off x="4903760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72" name="pg2022">
              <a:extLst>
                <a:ext uri="{FF2B5EF4-FFF2-40B4-BE49-F238E27FC236}">
                  <a16:creationId xmlns:a16="http://schemas.microsoft.com/office/drawing/2014/main" id="{E6D4B485-A899-5E55-3FF1-94722A7E807B}"/>
                </a:ext>
              </a:extLst>
            </p:cNvPr>
            <p:cNvSpPr/>
            <p:nvPr/>
          </p:nvSpPr>
          <p:spPr>
            <a:xfrm>
              <a:off x="4915397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73" name="pg2023">
              <a:extLst>
                <a:ext uri="{FF2B5EF4-FFF2-40B4-BE49-F238E27FC236}">
                  <a16:creationId xmlns:a16="http://schemas.microsoft.com/office/drawing/2014/main" id="{59EC9CA5-DC4F-6EAF-23BB-F611FF8C1EB7}"/>
                </a:ext>
              </a:extLst>
            </p:cNvPr>
            <p:cNvSpPr/>
            <p:nvPr/>
          </p:nvSpPr>
          <p:spPr>
            <a:xfrm>
              <a:off x="4927035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74" name="pg2024">
              <a:extLst>
                <a:ext uri="{FF2B5EF4-FFF2-40B4-BE49-F238E27FC236}">
                  <a16:creationId xmlns:a16="http://schemas.microsoft.com/office/drawing/2014/main" id="{033CDF05-9A1F-E581-D127-1988D4CECDA6}"/>
                </a:ext>
              </a:extLst>
            </p:cNvPr>
            <p:cNvSpPr/>
            <p:nvPr/>
          </p:nvSpPr>
          <p:spPr>
            <a:xfrm>
              <a:off x="4938672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75" name="pg2025">
              <a:extLst>
                <a:ext uri="{FF2B5EF4-FFF2-40B4-BE49-F238E27FC236}">
                  <a16:creationId xmlns:a16="http://schemas.microsoft.com/office/drawing/2014/main" id="{163B9FCF-BCA5-26EA-D194-1DC084C123F0}"/>
                </a:ext>
              </a:extLst>
            </p:cNvPr>
            <p:cNvSpPr/>
            <p:nvPr/>
          </p:nvSpPr>
          <p:spPr>
            <a:xfrm>
              <a:off x="4950309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76" name="pg2026">
              <a:extLst>
                <a:ext uri="{FF2B5EF4-FFF2-40B4-BE49-F238E27FC236}">
                  <a16:creationId xmlns:a16="http://schemas.microsoft.com/office/drawing/2014/main" id="{D5253379-3150-2620-FE59-85C000FC9783}"/>
                </a:ext>
              </a:extLst>
            </p:cNvPr>
            <p:cNvSpPr/>
            <p:nvPr/>
          </p:nvSpPr>
          <p:spPr>
            <a:xfrm>
              <a:off x="4961947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77" name="pg2027">
              <a:extLst>
                <a:ext uri="{FF2B5EF4-FFF2-40B4-BE49-F238E27FC236}">
                  <a16:creationId xmlns:a16="http://schemas.microsoft.com/office/drawing/2014/main" id="{AED55392-F4F1-633D-5201-826C69A76AC3}"/>
                </a:ext>
              </a:extLst>
            </p:cNvPr>
            <p:cNvSpPr/>
            <p:nvPr/>
          </p:nvSpPr>
          <p:spPr>
            <a:xfrm>
              <a:off x="4810661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78" name="pg2028">
              <a:extLst>
                <a:ext uri="{FF2B5EF4-FFF2-40B4-BE49-F238E27FC236}">
                  <a16:creationId xmlns:a16="http://schemas.microsoft.com/office/drawing/2014/main" id="{5D08038C-FBEE-68F6-7D04-1852237F59D1}"/>
                </a:ext>
              </a:extLst>
            </p:cNvPr>
            <p:cNvSpPr/>
            <p:nvPr/>
          </p:nvSpPr>
          <p:spPr>
            <a:xfrm>
              <a:off x="4822299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79" name="pg2029">
              <a:extLst>
                <a:ext uri="{FF2B5EF4-FFF2-40B4-BE49-F238E27FC236}">
                  <a16:creationId xmlns:a16="http://schemas.microsoft.com/office/drawing/2014/main" id="{5B7285A5-FFF5-5A3B-53CE-FBE723E6C470}"/>
                </a:ext>
              </a:extLst>
            </p:cNvPr>
            <p:cNvSpPr/>
            <p:nvPr/>
          </p:nvSpPr>
          <p:spPr>
            <a:xfrm>
              <a:off x="4833936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80" name="pg2030">
              <a:extLst>
                <a:ext uri="{FF2B5EF4-FFF2-40B4-BE49-F238E27FC236}">
                  <a16:creationId xmlns:a16="http://schemas.microsoft.com/office/drawing/2014/main" id="{C735BCBA-FF33-EF6C-6ABD-0DF83DD5C552}"/>
                </a:ext>
              </a:extLst>
            </p:cNvPr>
            <p:cNvSpPr/>
            <p:nvPr/>
          </p:nvSpPr>
          <p:spPr>
            <a:xfrm>
              <a:off x="4845573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81" name="pg2031">
              <a:extLst>
                <a:ext uri="{FF2B5EF4-FFF2-40B4-BE49-F238E27FC236}">
                  <a16:creationId xmlns:a16="http://schemas.microsoft.com/office/drawing/2014/main" id="{33A8052D-BE37-4107-92A0-C58D64BB67F6}"/>
                </a:ext>
              </a:extLst>
            </p:cNvPr>
            <p:cNvSpPr/>
            <p:nvPr/>
          </p:nvSpPr>
          <p:spPr>
            <a:xfrm>
              <a:off x="4857211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82" name="pg2032">
              <a:extLst>
                <a:ext uri="{FF2B5EF4-FFF2-40B4-BE49-F238E27FC236}">
                  <a16:creationId xmlns:a16="http://schemas.microsoft.com/office/drawing/2014/main" id="{6E390806-FE4D-FD46-86DA-7D80E0FC10E8}"/>
                </a:ext>
              </a:extLst>
            </p:cNvPr>
            <p:cNvSpPr/>
            <p:nvPr/>
          </p:nvSpPr>
          <p:spPr>
            <a:xfrm>
              <a:off x="4868848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83" name="pg2033">
              <a:extLst>
                <a:ext uri="{FF2B5EF4-FFF2-40B4-BE49-F238E27FC236}">
                  <a16:creationId xmlns:a16="http://schemas.microsoft.com/office/drawing/2014/main" id="{9A19F36F-C3C9-A577-317A-12BA30B27931}"/>
                </a:ext>
              </a:extLst>
            </p:cNvPr>
            <p:cNvSpPr/>
            <p:nvPr/>
          </p:nvSpPr>
          <p:spPr>
            <a:xfrm>
              <a:off x="4880485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84" name="pg2034">
              <a:extLst>
                <a:ext uri="{FF2B5EF4-FFF2-40B4-BE49-F238E27FC236}">
                  <a16:creationId xmlns:a16="http://schemas.microsoft.com/office/drawing/2014/main" id="{5168B3EE-BDF9-B827-D5F1-967B2DEDAC89}"/>
                </a:ext>
              </a:extLst>
            </p:cNvPr>
            <p:cNvSpPr/>
            <p:nvPr/>
          </p:nvSpPr>
          <p:spPr>
            <a:xfrm>
              <a:off x="4892123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85" name="pg2035">
              <a:extLst>
                <a:ext uri="{FF2B5EF4-FFF2-40B4-BE49-F238E27FC236}">
                  <a16:creationId xmlns:a16="http://schemas.microsoft.com/office/drawing/2014/main" id="{6C433D2E-1CC8-E577-44F8-D26B5A092839}"/>
                </a:ext>
              </a:extLst>
            </p:cNvPr>
            <p:cNvSpPr/>
            <p:nvPr/>
          </p:nvSpPr>
          <p:spPr>
            <a:xfrm>
              <a:off x="4903760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86" name="pg2036">
              <a:extLst>
                <a:ext uri="{FF2B5EF4-FFF2-40B4-BE49-F238E27FC236}">
                  <a16:creationId xmlns:a16="http://schemas.microsoft.com/office/drawing/2014/main" id="{93DA7619-C47E-4428-9972-E544890366F7}"/>
                </a:ext>
              </a:extLst>
            </p:cNvPr>
            <p:cNvSpPr/>
            <p:nvPr/>
          </p:nvSpPr>
          <p:spPr>
            <a:xfrm>
              <a:off x="4915397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87" name="pg2037">
              <a:extLst>
                <a:ext uri="{FF2B5EF4-FFF2-40B4-BE49-F238E27FC236}">
                  <a16:creationId xmlns:a16="http://schemas.microsoft.com/office/drawing/2014/main" id="{B54EA149-4084-92C5-7D9B-899115717B4D}"/>
                </a:ext>
              </a:extLst>
            </p:cNvPr>
            <p:cNvSpPr/>
            <p:nvPr/>
          </p:nvSpPr>
          <p:spPr>
            <a:xfrm>
              <a:off x="4927035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88" name="pg2038">
              <a:extLst>
                <a:ext uri="{FF2B5EF4-FFF2-40B4-BE49-F238E27FC236}">
                  <a16:creationId xmlns:a16="http://schemas.microsoft.com/office/drawing/2014/main" id="{6E112D33-E6D2-BF19-60D7-C208649FB5E3}"/>
                </a:ext>
              </a:extLst>
            </p:cNvPr>
            <p:cNvSpPr/>
            <p:nvPr/>
          </p:nvSpPr>
          <p:spPr>
            <a:xfrm>
              <a:off x="4938672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89" name="pg2039">
              <a:extLst>
                <a:ext uri="{FF2B5EF4-FFF2-40B4-BE49-F238E27FC236}">
                  <a16:creationId xmlns:a16="http://schemas.microsoft.com/office/drawing/2014/main" id="{1CBBE79B-01B4-5A85-45DC-7F07CF2B2545}"/>
                </a:ext>
              </a:extLst>
            </p:cNvPr>
            <p:cNvSpPr/>
            <p:nvPr/>
          </p:nvSpPr>
          <p:spPr>
            <a:xfrm>
              <a:off x="4950309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90" name="pg2040">
              <a:extLst>
                <a:ext uri="{FF2B5EF4-FFF2-40B4-BE49-F238E27FC236}">
                  <a16:creationId xmlns:a16="http://schemas.microsoft.com/office/drawing/2014/main" id="{25A5FF82-6897-86FD-F8C9-DA633D2D89E7}"/>
                </a:ext>
              </a:extLst>
            </p:cNvPr>
            <p:cNvSpPr/>
            <p:nvPr/>
          </p:nvSpPr>
          <p:spPr>
            <a:xfrm>
              <a:off x="4799024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91" name="pg2041">
              <a:extLst>
                <a:ext uri="{FF2B5EF4-FFF2-40B4-BE49-F238E27FC236}">
                  <a16:creationId xmlns:a16="http://schemas.microsoft.com/office/drawing/2014/main" id="{E2304714-AE80-C612-66DD-BCF0E53AC1B9}"/>
                </a:ext>
              </a:extLst>
            </p:cNvPr>
            <p:cNvSpPr/>
            <p:nvPr/>
          </p:nvSpPr>
          <p:spPr>
            <a:xfrm>
              <a:off x="4810661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92" name="pg2042">
              <a:extLst>
                <a:ext uri="{FF2B5EF4-FFF2-40B4-BE49-F238E27FC236}">
                  <a16:creationId xmlns:a16="http://schemas.microsoft.com/office/drawing/2014/main" id="{9477190E-DDD1-D3D5-D6D0-B12A9E56F1EE}"/>
                </a:ext>
              </a:extLst>
            </p:cNvPr>
            <p:cNvSpPr/>
            <p:nvPr/>
          </p:nvSpPr>
          <p:spPr>
            <a:xfrm>
              <a:off x="4822299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93" name="pg2043">
              <a:extLst>
                <a:ext uri="{FF2B5EF4-FFF2-40B4-BE49-F238E27FC236}">
                  <a16:creationId xmlns:a16="http://schemas.microsoft.com/office/drawing/2014/main" id="{F091834C-99BB-C718-3894-A54DF031BAE8}"/>
                </a:ext>
              </a:extLst>
            </p:cNvPr>
            <p:cNvSpPr/>
            <p:nvPr/>
          </p:nvSpPr>
          <p:spPr>
            <a:xfrm>
              <a:off x="4833936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94" name="pg2044">
              <a:extLst>
                <a:ext uri="{FF2B5EF4-FFF2-40B4-BE49-F238E27FC236}">
                  <a16:creationId xmlns:a16="http://schemas.microsoft.com/office/drawing/2014/main" id="{932F395E-BB96-05F6-F676-7C63162D7371}"/>
                </a:ext>
              </a:extLst>
            </p:cNvPr>
            <p:cNvSpPr/>
            <p:nvPr/>
          </p:nvSpPr>
          <p:spPr>
            <a:xfrm>
              <a:off x="4845573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95" name="pg2045">
              <a:extLst>
                <a:ext uri="{FF2B5EF4-FFF2-40B4-BE49-F238E27FC236}">
                  <a16:creationId xmlns:a16="http://schemas.microsoft.com/office/drawing/2014/main" id="{5048DE24-2ED6-1F30-F8C2-478CA0E9F476}"/>
                </a:ext>
              </a:extLst>
            </p:cNvPr>
            <p:cNvSpPr/>
            <p:nvPr/>
          </p:nvSpPr>
          <p:spPr>
            <a:xfrm>
              <a:off x="4857211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96" name="pg2046">
              <a:extLst>
                <a:ext uri="{FF2B5EF4-FFF2-40B4-BE49-F238E27FC236}">
                  <a16:creationId xmlns:a16="http://schemas.microsoft.com/office/drawing/2014/main" id="{498A3A3E-8C89-274F-1994-04A0FD9B0BB5}"/>
                </a:ext>
              </a:extLst>
            </p:cNvPr>
            <p:cNvSpPr/>
            <p:nvPr/>
          </p:nvSpPr>
          <p:spPr>
            <a:xfrm>
              <a:off x="4868848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97" name="pg2047">
              <a:extLst>
                <a:ext uri="{FF2B5EF4-FFF2-40B4-BE49-F238E27FC236}">
                  <a16:creationId xmlns:a16="http://schemas.microsoft.com/office/drawing/2014/main" id="{2AB7967F-C153-F742-EF6A-246AA45EB0A8}"/>
                </a:ext>
              </a:extLst>
            </p:cNvPr>
            <p:cNvSpPr/>
            <p:nvPr/>
          </p:nvSpPr>
          <p:spPr>
            <a:xfrm>
              <a:off x="4787387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98" name="pg2048">
              <a:extLst>
                <a:ext uri="{FF2B5EF4-FFF2-40B4-BE49-F238E27FC236}">
                  <a16:creationId xmlns:a16="http://schemas.microsoft.com/office/drawing/2014/main" id="{E55502F0-CAA9-67EC-F1E6-9069AFDF0CAB}"/>
                </a:ext>
              </a:extLst>
            </p:cNvPr>
            <p:cNvSpPr/>
            <p:nvPr/>
          </p:nvSpPr>
          <p:spPr>
            <a:xfrm>
              <a:off x="4799024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99" name="pg2049">
              <a:extLst>
                <a:ext uri="{FF2B5EF4-FFF2-40B4-BE49-F238E27FC236}">
                  <a16:creationId xmlns:a16="http://schemas.microsoft.com/office/drawing/2014/main" id="{A1E66671-4C38-9DBA-81C8-B763002FB46B}"/>
                </a:ext>
              </a:extLst>
            </p:cNvPr>
            <p:cNvSpPr/>
            <p:nvPr/>
          </p:nvSpPr>
          <p:spPr>
            <a:xfrm>
              <a:off x="4810661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00" name="pg2050">
              <a:extLst>
                <a:ext uri="{FF2B5EF4-FFF2-40B4-BE49-F238E27FC236}">
                  <a16:creationId xmlns:a16="http://schemas.microsoft.com/office/drawing/2014/main" id="{6C44901E-378C-2334-A009-A2B790C0DC74}"/>
                </a:ext>
              </a:extLst>
            </p:cNvPr>
            <p:cNvSpPr/>
            <p:nvPr/>
          </p:nvSpPr>
          <p:spPr>
            <a:xfrm>
              <a:off x="4822299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01" name="pg2051">
              <a:extLst>
                <a:ext uri="{FF2B5EF4-FFF2-40B4-BE49-F238E27FC236}">
                  <a16:creationId xmlns:a16="http://schemas.microsoft.com/office/drawing/2014/main" id="{D4AC0A36-EB40-D196-1C0F-C95DD15EE5B9}"/>
                </a:ext>
              </a:extLst>
            </p:cNvPr>
            <p:cNvSpPr/>
            <p:nvPr/>
          </p:nvSpPr>
          <p:spPr>
            <a:xfrm>
              <a:off x="4833936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02" name="pg2052">
              <a:extLst>
                <a:ext uri="{FF2B5EF4-FFF2-40B4-BE49-F238E27FC236}">
                  <a16:creationId xmlns:a16="http://schemas.microsoft.com/office/drawing/2014/main" id="{620961FA-61AE-25E6-7F79-B455780F8E9A}"/>
                </a:ext>
              </a:extLst>
            </p:cNvPr>
            <p:cNvSpPr/>
            <p:nvPr/>
          </p:nvSpPr>
          <p:spPr>
            <a:xfrm>
              <a:off x="4845573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03" name="pg2053">
              <a:extLst>
                <a:ext uri="{FF2B5EF4-FFF2-40B4-BE49-F238E27FC236}">
                  <a16:creationId xmlns:a16="http://schemas.microsoft.com/office/drawing/2014/main" id="{440A77B7-AAFB-80BE-9187-96E017235B32}"/>
                </a:ext>
              </a:extLst>
            </p:cNvPr>
            <p:cNvSpPr/>
            <p:nvPr/>
          </p:nvSpPr>
          <p:spPr>
            <a:xfrm>
              <a:off x="4857211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04" name="pg2054">
              <a:extLst>
                <a:ext uri="{FF2B5EF4-FFF2-40B4-BE49-F238E27FC236}">
                  <a16:creationId xmlns:a16="http://schemas.microsoft.com/office/drawing/2014/main" id="{2CB2D342-1EF3-1685-9E68-D4E3E261E98E}"/>
                </a:ext>
              </a:extLst>
            </p:cNvPr>
            <p:cNvSpPr/>
            <p:nvPr/>
          </p:nvSpPr>
          <p:spPr>
            <a:xfrm>
              <a:off x="4775749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05" name="pg2055">
              <a:extLst>
                <a:ext uri="{FF2B5EF4-FFF2-40B4-BE49-F238E27FC236}">
                  <a16:creationId xmlns:a16="http://schemas.microsoft.com/office/drawing/2014/main" id="{FF65A0EC-8E4E-C325-5B94-B52234D2785E}"/>
                </a:ext>
              </a:extLst>
            </p:cNvPr>
            <p:cNvSpPr/>
            <p:nvPr/>
          </p:nvSpPr>
          <p:spPr>
            <a:xfrm>
              <a:off x="4787387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06" name="pg2056">
              <a:extLst>
                <a:ext uri="{FF2B5EF4-FFF2-40B4-BE49-F238E27FC236}">
                  <a16:creationId xmlns:a16="http://schemas.microsoft.com/office/drawing/2014/main" id="{F5399508-F701-7C6A-6F20-8DC0D95E2C57}"/>
                </a:ext>
              </a:extLst>
            </p:cNvPr>
            <p:cNvSpPr/>
            <p:nvPr/>
          </p:nvSpPr>
          <p:spPr>
            <a:xfrm>
              <a:off x="4799024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07" name="pg2057">
              <a:extLst>
                <a:ext uri="{FF2B5EF4-FFF2-40B4-BE49-F238E27FC236}">
                  <a16:creationId xmlns:a16="http://schemas.microsoft.com/office/drawing/2014/main" id="{DFA747B4-8F95-2DDC-185B-75F7392B96E1}"/>
                </a:ext>
              </a:extLst>
            </p:cNvPr>
            <p:cNvSpPr/>
            <p:nvPr/>
          </p:nvSpPr>
          <p:spPr>
            <a:xfrm>
              <a:off x="4810661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08" name="pg2058">
              <a:extLst>
                <a:ext uri="{FF2B5EF4-FFF2-40B4-BE49-F238E27FC236}">
                  <a16:creationId xmlns:a16="http://schemas.microsoft.com/office/drawing/2014/main" id="{75AA7CC5-F512-4B21-B69B-C5F38D1ECDC9}"/>
                </a:ext>
              </a:extLst>
            </p:cNvPr>
            <p:cNvSpPr/>
            <p:nvPr/>
          </p:nvSpPr>
          <p:spPr>
            <a:xfrm>
              <a:off x="4822299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09" name="pg2059">
              <a:extLst>
                <a:ext uri="{FF2B5EF4-FFF2-40B4-BE49-F238E27FC236}">
                  <a16:creationId xmlns:a16="http://schemas.microsoft.com/office/drawing/2014/main" id="{1E713D95-E64D-071B-36F4-FCC07B9BB8A6}"/>
                </a:ext>
              </a:extLst>
            </p:cNvPr>
            <p:cNvSpPr/>
            <p:nvPr/>
          </p:nvSpPr>
          <p:spPr>
            <a:xfrm>
              <a:off x="4833936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10" name="pg2060">
              <a:extLst>
                <a:ext uri="{FF2B5EF4-FFF2-40B4-BE49-F238E27FC236}">
                  <a16:creationId xmlns:a16="http://schemas.microsoft.com/office/drawing/2014/main" id="{4BB06058-7430-4D30-BA2C-1D13D18F4C06}"/>
                </a:ext>
              </a:extLst>
            </p:cNvPr>
            <p:cNvSpPr/>
            <p:nvPr/>
          </p:nvSpPr>
          <p:spPr>
            <a:xfrm>
              <a:off x="4845573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11" name="pg2061">
              <a:extLst>
                <a:ext uri="{FF2B5EF4-FFF2-40B4-BE49-F238E27FC236}">
                  <a16:creationId xmlns:a16="http://schemas.microsoft.com/office/drawing/2014/main" id="{E9A27650-5C88-0D81-50D1-25B5883C519A}"/>
                </a:ext>
              </a:extLst>
            </p:cNvPr>
            <p:cNvSpPr/>
            <p:nvPr/>
          </p:nvSpPr>
          <p:spPr>
            <a:xfrm>
              <a:off x="4775749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12" name="pg2062">
              <a:extLst>
                <a:ext uri="{FF2B5EF4-FFF2-40B4-BE49-F238E27FC236}">
                  <a16:creationId xmlns:a16="http://schemas.microsoft.com/office/drawing/2014/main" id="{5CCFF34A-6967-61E8-935D-22B5587805A3}"/>
                </a:ext>
              </a:extLst>
            </p:cNvPr>
            <p:cNvSpPr/>
            <p:nvPr/>
          </p:nvSpPr>
          <p:spPr>
            <a:xfrm>
              <a:off x="4787387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13" name="pg2063">
              <a:extLst>
                <a:ext uri="{FF2B5EF4-FFF2-40B4-BE49-F238E27FC236}">
                  <a16:creationId xmlns:a16="http://schemas.microsoft.com/office/drawing/2014/main" id="{B2E1A875-DD60-6746-04D7-075B651E3928}"/>
                </a:ext>
              </a:extLst>
            </p:cNvPr>
            <p:cNvSpPr/>
            <p:nvPr/>
          </p:nvSpPr>
          <p:spPr>
            <a:xfrm>
              <a:off x="4799024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14" name="pg2064">
              <a:extLst>
                <a:ext uri="{FF2B5EF4-FFF2-40B4-BE49-F238E27FC236}">
                  <a16:creationId xmlns:a16="http://schemas.microsoft.com/office/drawing/2014/main" id="{393B7C45-F457-DD8E-7B47-56C6094CF3CF}"/>
                </a:ext>
              </a:extLst>
            </p:cNvPr>
            <p:cNvSpPr/>
            <p:nvPr/>
          </p:nvSpPr>
          <p:spPr>
            <a:xfrm>
              <a:off x="4810661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15" name="pg2065">
              <a:extLst>
                <a:ext uri="{FF2B5EF4-FFF2-40B4-BE49-F238E27FC236}">
                  <a16:creationId xmlns:a16="http://schemas.microsoft.com/office/drawing/2014/main" id="{D5D44D2B-AE3D-022B-77ED-940AA9068082}"/>
                </a:ext>
              </a:extLst>
            </p:cNvPr>
            <p:cNvSpPr/>
            <p:nvPr/>
          </p:nvSpPr>
          <p:spPr>
            <a:xfrm>
              <a:off x="4822299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16" name="pg2066">
              <a:extLst>
                <a:ext uri="{FF2B5EF4-FFF2-40B4-BE49-F238E27FC236}">
                  <a16:creationId xmlns:a16="http://schemas.microsoft.com/office/drawing/2014/main" id="{FDBFCF36-3C26-4AA8-5009-6CDD618D2635}"/>
                </a:ext>
              </a:extLst>
            </p:cNvPr>
            <p:cNvSpPr/>
            <p:nvPr/>
          </p:nvSpPr>
          <p:spPr>
            <a:xfrm>
              <a:off x="4833936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17" name="pg2067">
              <a:extLst>
                <a:ext uri="{FF2B5EF4-FFF2-40B4-BE49-F238E27FC236}">
                  <a16:creationId xmlns:a16="http://schemas.microsoft.com/office/drawing/2014/main" id="{D2F55081-6DC2-5415-CEE1-D9CAAE66D73C}"/>
                </a:ext>
              </a:extLst>
            </p:cNvPr>
            <p:cNvSpPr/>
            <p:nvPr/>
          </p:nvSpPr>
          <p:spPr>
            <a:xfrm>
              <a:off x="4752475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18" name="pg2068">
              <a:extLst>
                <a:ext uri="{FF2B5EF4-FFF2-40B4-BE49-F238E27FC236}">
                  <a16:creationId xmlns:a16="http://schemas.microsoft.com/office/drawing/2014/main" id="{43F0738F-4998-9FCF-7B70-C6A65E8CA2A4}"/>
                </a:ext>
              </a:extLst>
            </p:cNvPr>
            <p:cNvSpPr/>
            <p:nvPr/>
          </p:nvSpPr>
          <p:spPr>
            <a:xfrm>
              <a:off x="4764112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19" name="pg2069">
              <a:extLst>
                <a:ext uri="{FF2B5EF4-FFF2-40B4-BE49-F238E27FC236}">
                  <a16:creationId xmlns:a16="http://schemas.microsoft.com/office/drawing/2014/main" id="{6D3A4DFE-8C46-A076-582A-A7427354E7B0}"/>
                </a:ext>
              </a:extLst>
            </p:cNvPr>
            <p:cNvSpPr/>
            <p:nvPr/>
          </p:nvSpPr>
          <p:spPr>
            <a:xfrm>
              <a:off x="4775749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20" name="pg2070">
              <a:extLst>
                <a:ext uri="{FF2B5EF4-FFF2-40B4-BE49-F238E27FC236}">
                  <a16:creationId xmlns:a16="http://schemas.microsoft.com/office/drawing/2014/main" id="{63100E78-544B-FB58-4C9E-A80A286AE9B3}"/>
                </a:ext>
              </a:extLst>
            </p:cNvPr>
            <p:cNvSpPr/>
            <p:nvPr/>
          </p:nvSpPr>
          <p:spPr>
            <a:xfrm>
              <a:off x="4787387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21" name="pg2071">
              <a:extLst>
                <a:ext uri="{FF2B5EF4-FFF2-40B4-BE49-F238E27FC236}">
                  <a16:creationId xmlns:a16="http://schemas.microsoft.com/office/drawing/2014/main" id="{A9997250-A789-A132-B5A1-17EC89D37E78}"/>
                </a:ext>
              </a:extLst>
            </p:cNvPr>
            <p:cNvSpPr/>
            <p:nvPr/>
          </p:nvSpPr>
          <p:spPr>
            <a:xfrm>
              <a:off x="4799024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22" name="pg2072">
              <a:extLst>
                <a:ext uri="{FF2B5EF4-FFF2-40B4-BE49-F238E27FC236}">
                  <a16:creationId xmlns:a16="http://schemas.microsoft.com/office/drawing/2014/main" id="{A6CFC805-2B0F-FF9C-C3AF-528CC0058D73}"/>
                </a:ext>
              </a:extLst>
            </p:cNvPr>
            <p:cNvSpPr/>
            <p:nvPr/>
          </p:nvSpPr>
          <p:spPr>
            <a:xfrm>
              <a:off x="4810661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23" name="pg2073">
              <a:extLst>
                <a:ext uri="{FF2B5EF4-FFF2-40B4-BE49-F238E27FC236}">
                  <a16:creationId xmlns:a16="http://schemas.microsoft.com/office/drawing/2014/main" id="{3F1F75E0-48C6-D84B-CD78-68CD0AC3125B}"/>
                </a:ext>
              </a:extLst>
            </p:cNvPr>
            <p:cNvSpPr/>
            <p:nvPr/>
          </p:nvSpPr>
          <p:spPr>
            <a:xfrm>
              <a:off x="4822299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24" name="pg2074">
              <a:extLst>
                <a:ext uri="{FF2B5EF4-FFF2-40B4-BE49-F238E27FC236}">
                  <a16:creationId xmlns:a16="http://schemas.microsoft.com/office/drawing/2014/main" id="{07CE90B0-26DC-5CE0-E479-3B23436F2CD0}"/>
                </a:ext>
              </a:extLst>
            </p:cNvPr>
            <p:cNvSpPr/>
            <p:nvPr/>
          </p:nvSpPr>
          <p:spPr>
            <a:xfrm>
              <a:off x="4740837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25" name="pg2075">
              <a:extLst>
                <a:ext uri="{FF2B5EF4-FFF2-40B4-BE49-F238E27FC236}">
                  <a16:creationId xmlns:a16="http://schemas.microsoft.com/office/drawing/2014/main" id="{C7456559-7DEC-2517-BCDC-A5CF0A126FB1}"/>
                </a:ext>
              </a:extLst>
            </p:cNvPr>
            <p:cNvSpPr/>
            <p:nvPr/>
          </p:nvSpPr>
          <p:spPr>
            <a:xfrm>
              <a:off x="4752475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26" name="pg2076">
              <a:extLst>
                <a:ext uri="{FF2B5EF4-FFF2-40B4-BE49-F238E27FC236}">
                  <a16:creationId xmlns:a16="http://schemas.microsoft.com/office/drawing/2014/main" id="{5E83539F-70FF-3FE4-674E-B72A8F3891F0}"/>
                </a:ext>
              </a:extLst>
            </p:cNvPr>
            <p:cNvSpPr/>
            <p:nvPr/>
          </p:nvSpPr>
          <p:spPr>
            <a:xfrm>
              <a:off x="4764112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27" name="pg2077">
              <a:extLst>
                <a:ext uri="{FF2B5EF4-FFF2-40B4-BE49-F238E27FC236}">
                  <a16:creationId xmlns:a16="http://schemas.microsoft.com/office/drawing/2014/main" id="{2FD5CE7F-DB9A-C119-5524-7F453CAFDFE9}"/>
                </a:ext>
              </a:extLst>
            </p:cNvPr>
            <p:cNvSpPr/>
            <p:nvPr/>
          </p:nvSpPr>
          <p:spPr>
            <a:xfrm>
              <a:off x="4775749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28" name="pg2078">
              <a:extLst>
                <a:ext uri="{FF2B5EF4-FFF2-40B4-BE49-F238E27FC236}">
                  <a16:creationId xmlns:a16="http://schemas.microsoft.com/office/drawing/2014/main" id="{C0E77F52-35CB-F4EB-3DF1-B00FD49D96B0}"/>
                </a:ext>
              </a:extLst>
            </p:cNvPr>
            <p:cNvSpPr/>
            <p:nvPr/>
          </p:nvSpPr>
          <p:spPr>
            <a:xfrm>
              <a:off x="4787387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29" name="pg2079">
              <a:extLst>
                <a:ext uri="{FF2B5EF4-FFF2-40B4-BE49-F238E27FC236}">
                  <a16:creationId xmlns:a16="http://schemas.microsoft.com/office/drawing/2014/main" id="{9B7D7B15-1129-9D98-05DE-2F87E92240F5}"/>
                </a:ext>
              </a:extLst>
            </p:cNvPr>
            <p:cNvSpPr/>
            <p:nvPr/>
          </p:nvSpPr>
          <p:spPr>
            <a:xfrm>
              <a:off x="4799024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30" name="pg2080">
              <a:extLst>
                <a:ext uri="{FF2B5EF4-FFF2-40B4-BE49-F238E27FC236}">
                  <a16:creationId xmlns:a16="http://schemas.microsoft.com/office/drawing/2014/main" id="{C4F6BAD3-E008-41FD-8D87-4C724EAD7CBD}"/>
                </a:ext>
              </a:extLst>
            </p:cNvPr>
            <p:cNvSpPr/>
            <p:nvPr/>
          </p:nvSpPr>
          <p:spPr>
            <a:xfrm>
              <a:off x="4810661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31" name="pg2081">
              <a:extLst>
                <a:ext uri="{FF2B5EF4-FFF2-40B4-BE49-F238E27FC236}">
                  <a16:creationId xmlns:a16="http://schemas.microsoft.com/office/drawing/2014/main" id="{9624A57C-F8F6-7841-662B-25BB41BF3D4B}"/>
                </a:ext>
              </a:extLst>
            </p:cNvPr>
            <p:cNvSpPr/>
            <p:nvPr/>
          </p:nvSpPr>
          <p:spPr>
            <a:xfrm>
              <a:off x="4822299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32" name="pg2082">
              <a:extLst>
                <a:ext uri="{FF2B5EF4-FFF2-40B4-BE49-F238E27FC236}">
                  <a16:creationId xmlns:a16="http://schemas.microsoft.com/office/drawing/2014/main" id="{DF1CC195-6AF0-C2B3-1475-F2F9B58632EA}"/>
                </a:ext>
              </a:extLst>
            </p:cNvPr>
            <p:cNvSpPr/>
            <p:nvPr/>
          </p:nvSpPr>
          <p:spPr>
            <a:xfrm>
              <a:off x="4717563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33" name="pg2083">
              <a:extLst>
                <a:ext uri="{FF2B5EF4-FFF2-40B4-BE49-F238E27FC236}">
                  <a16:creationId xmlns:a16="http://schemas.microsoft.com/office/drawing/2014/main" id="{98E3D172-51D5-F016-16D5-028301195301}"/>
                </a:ext>
              </a:extLst>
            </p:cNvPr>
            <p:cNvSpPr/>
            <p:nvPr/>
          </p:nvSpPr>
          <p:spPr>
            <a:xfrm>
              <a:off x="4729200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34" name="pg2084">
              <a:extLst>
                <a:ext uri="{FF2B5EF4-FFF2-40B4-BE49-F238E27FC236}">
                  <a16:creationId xmlns:a16="http://schemas.microsoft.com/office/drawing/2014/main" id="{189557DE-3712-C68B-82CB-F0BBA5050854}"/>
                </a:ext>
              </a:extLst>
            </p:cNvPr>
            <p:cNvSpPr/>
            <p:nvPr/>
          </p:nvSpPr>
          <p:spPr>
            <a:xfrm>
              <a:off x="4740837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35" name="pg2085">
              <a:extLst>
                <a:ext uri="{FF2B5EF4-FFF2-40B4-BE49-F238E27FC236}">
                  <a16:creationId xmlns:a16="http://schemas.microsoft.com/office/drawing/2014/main" id="{51E819EC-0FE0-F4CD-6533-524F065FE13F}"/>
                </a:ext>
              </a:extLst>
            </p:cNvPr>
            <p:cNvSpPr/>
            <p:nvPr/>
          </p:nvSpPr>
          <p:spPr>
            <a:xfrm>
              <a:off x="4752475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36" name="pg2086">
              <a:extLst>
                <a:ext uri="{FF2B5EF4-FFF2-40B4-BE49-F238E27FC236}">
                  <a16:creationId xmlns:a16="http://schemas.microsoft.com/office/drawing/2014/main" id="{408DF7A1-E280-72D3-C65C-D63A55A5EECA}"/>
                </a:ext>
              </a:extLst>
            </p:cNvPr>
            <p:cNvSpPr/>
            <p:nvPr/>
          </p:nvSpPr>
          <p:spPr>
            <a:xfrm>
              <a:off x="4764112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37" name="pg2087">
              <a:extLst>
                <a:ext uri="{FF2B5EF4-FFF2-40B4-BE49-F238E27FC236}">
                  <a16:creationId xmlns:a16="http://schemas.microsoft.com/office/drawing/2014/main" id="{6B6E3816-787E-E9AC-F956-59D90F88C231}"/>
                </a:ext>
              </a:extLst>
            </p:cNvPr>
            <p:cNvSpPr/>
            <p:nvPr/>
          </p:nvSpPr>
          <p:spPr>
            <a:xfrm>
              <a:off x="4775749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38" name="pg2088">
              <a:extLst>
                <a:ext uri="{FF2B5EF4-FFF2-40B4-BE49-F238E27FC236}">
                  <a16:creationId xmlns:a16="http://schemas.microsoft.com/office/drawing/2014/main" id="{9FAED23E-A12B-6264-AEBC-5E797691A6EE}"/>
                </a:ext>
              </a:extLst>
            </p:cNvPr>
            <p:cNvSpPr/>
            <p:nvPr/>
          </p:nvSpPr>
          <p:spPr>
            <a:xfrm>
              <a:off x="4787387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39" name="pg2089">
              <a:extLst>
                <a:ext uri="{FF2B5EF4-FFF2-40B4-BE49-F238E27FC236}">
                  <a16:creationId xmlns:a16="http://schemas.microsoft.com/office/drawing/2014/main" id="{498F0040-F3E5-CEB1-F329-9FEAB820EE55}"/>
                </a:ext>
              </a:extLst>
            </p:cNvPr>
            <p:cNvSpPr/>
            <p:nvPr/>
          </p:nvSpPr>
          <p:spPr>
            <a:xfrm>
              <a:off x="4799024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40" name="pg2090">
              <a:extLst>
                <a:ext uri="{FF2B5EF4-FFF2-40B4-BE49-F238E27FC236}">
                  <a16:creationId xmlns:a16="http://schemas.microsoft.com/office/drawing/2014/main" id="{5958F91A-E255-6A87-2824-444AAF62F6EB}"/>
                </a:ext>
              </a:extLst>
            </p:cNvPr>
            <p:cNvSpPr/>
            <p:nvPr/>
          </p:nvSpPr>
          <p:spPr>
            <a:xfrm>
              <a:off x="4810661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41" name="pg2091">
              <a:extLst>
                <a:ext uri="{FF2B5EF4-FFF2-40B4-BE49-F238E27FC236}">
                  <a16:creationId xmlns:a16="http://schemas.microsoft.com/office/drawing/2014/main" id="{97A914A2-270B-570C-9E3C-5389BCA0A659}"/>
                </a:ext>
              </a:extLst>
            </p:cNvPr>
            <p:cNvSpPr/>
            <p:nvPr/>
          </p:nvSpPr>
          <p:spPr>
            <a:xfrm>
              <a:off x="4705925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42" name="pg2092">
              <a:extLst>
                <a:ext uri="{FF2B5EF4-FFF2-40B4-BE49-F238E27FC236}">
                  <a16:creationId xmlns:a16="http://schemas.microsoft.com/office/drawing/2014/main" id="{5E67FFD3-61E8-1DB7-EC89-CB375878C4A6}"/>
                </a:ext>
              </a:extLst>
            </p:cNvPr>
            <p:cNvSpPr/>
            <p:nvPr/>
          </p:nvSpPr>
          <p:spPr>
            <a:xfrm>
              <a:off x="4717563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43" name="pg2093">
              <a:extLst>
                <a:ext uri="{FF2B5EF4-FFF2-40B4-BE49-F238E27FC236}">
                  <a16:creationId xmlns:a16="http://schemas.microsoft.com/office/drawing/2014/main" id="{E624C77F-BFD9-B1E2-D533-E22F5CE0C6AF}"/>
                </a:ext>
              </a:extLst>
            </p:cNvPr>
            <p:cNvSpPr/>
            <p:nvPr/>
          </p:nvSpPr>
          <p:spPr>
            <a:xfrm>
              <a:off x="4729200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44" name="pg2094">
              <a:extLst>
                <a:ext uri="{FF2B5EF4-FFF2-40B4-BE49-F238E27FC236}">
                  <a16:creationId xmlns:a16="http://schemas.microsoft.com/office/drawing/2014/main" id="{4B147345-811A-FA9C-C90B-C4B923425376}"/>
                </a:ext>
              </a:extLst>
            </p:cNvPr>
            <p:cNvSpPr/>
            <p:nvPr/>
          </p:nvSpPr>
          <p:spPr>
            <a:xfrm>
              <a:off x="4740837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45" name="pg2095">
              <a:extLst>
                <a:ext uri="{FF2B5EF4-FFF2-40B4-BE49-F238E27FC236}">
                  <a16:creationId xmlns:a16="http://schemas.microsoft.com/office/drawing/2014/main" id="{76EFB347-E7D1-0310-9940-3836389738B1}"/>
                </a:ext>
              </a:extLst>
            </p:cNvPr>
            <p:cNvSpPr/>
            <p:nvPr/>
          </p:nvSpPr>
          <p:spPr>
            <a:xfrm>
              <a:off x="4752475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46" name="pg2096">
              <a:extLst>
                <a:ext uri="{FF2B5EF4-FFF2-40B4-BE49-F238E27FC236}">
                  <a16:creationId xmlns:a16="http://schemas.microsoft.com/office/drawing/2014/main" id="{6F5F77B8-D485-2D66-9AF7-FD8F903CD107}"/>
                </a:ext>
              </a:extLst>
            </p:cNvPr>
            <p:cNvSpPr/>
            <p:nvPr/>
          </p:nvSpPr>
          <p:spPr>
            <a:xfrm>
              <a:off x="4764112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47" name="pg2097">
              <a:extLst>
                <a:ext uri="{FF2B5EF4-FFF2-40B4-BE49-F238E27FC236}">
                  <a16:creationId xmlns:a16="http://schemas.microsoft.com/office/drawing/2014/main" id="{3D7C3109-0F20-3394-D2DB-D248AB1D7149}"/>
                </a:ext>
              </a:extLst>
            </p:cNvPr>
            <p:cNvSpPr/>
            <p:nvPr/>
          </p:nvSpPr>
          <p:spPr>
            <a:xfrm>
              <a:off x="4775749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48" name="pg2098">
              <a:extLst>
                <a:ext uri="{FF2B5EF4-FFF2-40B4-BE49-F238E27FC236}">
                  <a16:creationId xmlns:a16="http://schemas.microsoft.com/office/drawing/2014/main" id="{3973BB57-3CC8-F636-38F5-8C939CFC8ED2}"/>
                </a:ext>
              </a:extLst>
            </p:cNvPr>
            <p:cNvSpPr/>
            <p:nvPr/>
          </p:nvSpPr>
          <p:spPr>
            <a:xfrm>
              <a:off x="4787387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49" name="pg2099">
              <a:extLst>
                <a:ext uri="{FF2B5EF4-FFF2-40B4-BE49-F238E27FC236}">
                  <a16:creationId xmlns:a16="http://schemas.microsoft.com/office/drawing/2014/main" id="{3372128E-5BE9-F7C4-3524-736A6679D110}"/>
                </a:ext>
              </a:extLst>
            </p:cNvPr>
            <p:cNvSpPr/>
            <p:nvPr/>
          </p:nvSpPr>
          <p:spPr>
            <a:xfrm>
              <a:off x="4647739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50" name="pg2100">
              <a:extLst>
                <a:ext uri="{FF2B5EF4-FFF2-40B4-BE49-F238E27FC236}">
                  <a16:creationId xmlns:a16="http://schemas.microsoft.com/office/drawing/2014/main" id="{463B0304-A36D-2AC2-05CB-64498EC909CD}"/>
                </a:ext>
              </a:extLst>
            </p:cNvPr>
            <p:cNvSpPr/>
            <p:nvPr/>
          </p:nvSpPr>
          <p:spPr>
            <a:xfrm>
              <a:off x="4659376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51" name="pg2101">
              <a:extLst>
                <a:ext uri="{FF2B5EF4-FFF2-40B4-BE49-F238E27FC236}">
                  <a16:creationId xmlns:a16="http://schemas.microsoft.com/office/drawing/2014/main" id="{11EC01C3-15F2-B7AE-B4AE-43392956EB44}"/>
                </a:ext>
              </a:extLst>
            </p:cNvPr>
            <p:cNvSpPr/>
            <p:nvPr/>
          </p:nvSpPr>
          <p:spPr>
            <a:xfrm>
              <a:off x="4671013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52" name="pg2102">
              <a:extLst>
                <a:ext uri="{FF2B5EF4-FFF2-40B4-BE49-F238E27FC236}">
                  <a16:creationId xmlns:a16="http://schemas.microsoft.com/office/drawing/2014/main" id="{FA3E02DE-49EA-B0D5-7829-E23EC4904921}"/>
                </a:ext>
              </a:extLst>
            </p:cNvPr>
            <p:cNvSpPr/>
            <p:nvPr/>
          </p:nvSpPr>
          <p:spPr>
            <a:xfrm>
              <a:off x="4682651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53" name="pg2103">
              <a:extLst>
                <a:ext uri="{FF2B5EF4-FFF2-40B4-BE49-F238E27FC236}">
                  <a16:creationId xmlns:a16="http://schemas.microsoft.com/office/drawing/2014/main" id="{13878116-5319-9080-8F47-74C97D9CE93A}"/>
                </a:ext>
              </a:extLst>
            </p:cNvPr>
            <p:cNvSpPr/>
            <p:nvPr/>
          </p:nvSpPr>
          <p:spPr>
            <a:xfrm>
              <a:off x="4694288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54" name="pg2104">
              <a:extLst>
                <a:ext uri="{FF2B5EF4-FFF2-40B4-BE49-F238E27FC236}">
                  <a16:creationId xmlns:a16="http://schemas.microsoft.com/office/drawing/2014/main" id="{B1D08112-7E31-FEF4-4218-52438B48C847}"/>
                </a:ext>
              </a:extLst>
            </p:cNvPr>
            <p:cNvSpPr/>
            <p:nvPr/>
          </p:nvSpPr>
          <p:spPr>
            <a:xfrm>
              <a:off x="4705925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55" name="pg2105">
              <a:extLst>
                <a:ext uri="{FF2B5EF4-FFF2-40B4-BE49-F238E27FC236}">
                  <a16:creationId xmlns:a16="http://schemas.microsoft.com/office/drawing/2014/main" id="{3B8DDEDC-1044-6748-1650-6124CAE909DC}"/>
                </a:ext>
              </a:extLst>
            </p:cNvPr>
            <p:cNvSpPr/>
            <p:nvPr/>
          </p:nvSpPr>
          <p:spPr>
            <a:xfrm>
              <a:off x="4717563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56" name="pg2106">
              <a:extLst>
                <a:ext uri="{FF2B5EF4-FFF2-40B4-BE49-F238E27FC236}">
                  <a16:creationId xmlns:a16="http://schemas.microsoft.com/office/drawing/2014/main" id="{B6922339-81D5-1306-2102-C23D6C92A9AB}"/>
                </a:ext>
              </a:extLst>
            </p:cNvPr>
            <p:cNvSpPr/>
            <p:nvPr/>
          </p:nvSpPr>
          <p:spPr>
            <a:xfrm>
              <a:off x="4729200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57" name="pg2107">
              <a:extLst>
                <a:ext uri="{FF2B5EF4-FFF2-40B4-BE49-F238E27FC236}">
                  <a16:creationId xmlns:a16="http://schemas.microsoft.com/office/drawing/2014/main" id="{EA5B2D6D-955C-E296-6DE6-08CF6FE44C6A}"/>
                </a:ext>
              </a:extLst>
            </p:cNvPr>
            <p:cNvSpPr/>
            <p:nvPr/>
          </p:nvSpPr>
          <p:spPr>
            <a:xfrm>
              <a:off x="4740837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58" name="pg2108">
              <a:extLst>
                <a:ext uri="{FF2B5EF4-FFF2-40B4-BE49-F238E27FC236}">
                  <a16:creationId xmlns:a16="http://schemas.microsoft.com/office/drawing/2014/main" id="{3C7795AA-98B9-F934-CFBC-4479B267147A}"/>
                </a:ext>
              </a:extLst>
            </p:cNvPr>
            <p:cNvSpPr/>
            <p:nvPr/>
          </p:nvSpPr>
          <p:spPr>
            <a:xfrm>
              <a:off x="4752475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59" name="pg2109">
              <a:extLst>
                <a:ext uri="{FF2B5EF4-FFF2-40B4-BE49-F238E27FC236}">
                  <a16:creationId xmlns:a16="http://schemas.microsoft.com/office/drawing/2014/main" id="{28BC3A06-B712-09AF-516C-9FC81A9C6F6E}"/>
                </a:ext>
              </a:extLst>
            </p:cNvPr>
            <p:cNvSpPr/>
            <p:nvPr/>
          </p:nvSpPr>
          <p:spPr>
            <a:xfrm>
              <a:off x="4764112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60" name="pg2110">
              <a:extLst>
                <a:ext uri="{FF2B5EF4-FFF2-40B4-BE49-F238E27FC236}">
                  <a16:creationId xmlns:a16="http://schemas.microsoft.com/office/drawing/2014/main" id="{D27C2C79-7EB1-843A-2C39-311444B1AA36}"/>
                </a:ext>
              </a:extLst>
            </p:cNvPr>
            <p:cNvSpPr/>
            <p:nvPr/>
          </p:nvSpPr>
          <p:spPr>
            <a:xfrm>
              <a:off x="4775749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61" name="pg2111">
              <a:extLst>
                <a:ext uri="{FF2B5EF4-FFF2-40B4-BE49-F238E27FC236}">
                  <a16:creationId xmlns:a16="http://schemas.microsoft.com/office/drawing/2014/main" id="{C8ACF803-0F1D-B25B-03AD-022F8FDD488F}"/>
                </a:ext>
              </a:extLst>
            </p:cNvPr>
            <p:cNvSpPr/>
            <p:nvPr/>
          </p:nvSpPr>
          <p:spPr>
            <a:xfrm>
              <a:off x="4624464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62" name="pg2112">
              <a:extLst>
                <a:ext uri="{FF2B5EF4-FFF2-40B4-BE49-F238E27FC236}">
                  <a16:creationId xmlns:a16="http://schemas.microsoft.com/office/drawing/2014/main" id="{95347818-FAEF-839E-BA4A-647FC4C52266}"/>
                </a:ext>
              </a:extLst>
            </p:cNvPr>
            <p:cNvSpPr/>
            <p:nvPr/>
          </p:nvSpPr>
          <p:spPr>
            <a:xfrm>
              <a:off x="4636101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63" name="pg2113">
              <a:extLst>
                <a:ext uri="{FF2B5EF4-FFF2-40B4-BE49-F238E27FC236}">
                  <a16:creationId xmlns:a16="http://schemas.microsoft.com/office/drawing/2014/main" id="{46B62065-2780-08AB-82B3-28B713BE2693}"/>
                </a:ext>
              </a:extLst>
            </p:cNvPr>
            <p:cNvSpPr/>
            <p:nvPr/>
          </p:nvSpPr>
          <p:spPr>
            <a:xfrm>
              <a:off x="4647739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64" name="pg2114">
              <a:extLst>
                <a:ext uri="{FF2B5EF4-FFF2-40B4-BE49-F238E27FC236}">
                  <a16:creationId xmlns:a16="http://schemas.microsoft.com/office/drawing/2014/main" id="{C3B16DBE-CAEE-C16D-45E1-F3E6998D32E4}"/>
                </a:ext>
              </a:extLst>
            </p:cNvPr>
            <p:cNvSpPr/>
            <p:nvPr/>
          </p:nvSpPr>
          <p:spPr>
            <a:xfrm>
              <a:off x="4659376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65" name="pg2115">
              <a:extLst>
                <a:ext uri="{FF2B5EF4-FFF2-40B4-BE49-F238E27FC236}">
                  <a16:creationId xmlns:a16="http://schemas.microsoft.com/office/drawing/2014/main" id="{E070ECED-1374-5730-49B0-81BB7E240EB6}"/>
                </a:ext>
              </a:extLst>
            </p:cNvPr>
            <p:cNvSpPr/>
            <p:nvPr/>
          </p:nvSpPr>
          <p:spPr>
            <a:xfrm>
              <a:off x="4671013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66" name="pg2116">
              <a:extLst>
                <a:ext uri="{FF2B5EF4-FFF2-40B4-BE49-F238E27FC236}">
                  <a16:creationId xmlns:a16="http://schemas.microsoft.com/office/drawing/2014/main" id="{BF4797FC-0386-D234-6A4C-F7C3431B1ADA}"/>
                </a:ext>
              </a:extLst>
            </p:cNvPr>
            <p:cNvSpPr/>
            <p:nvPr/>
          </p:nvSpPr>
          <p:spPr>
            <a:xfrm>
              <a:off x="4682651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67" name="pg2117">
              <a:extLst>
                <a:ext uri="{FF2B5EF4-FFF2-40B4-BE49-F238E27FC236}">
                  <a16:creationId xmlns:a16="http://schemas.microsoft.com/office/drawing/2014/main" id="{AC36CDC6-2FF8-8BEE-8007-2C6DA048A622}"/>
                </a:ext>
              </a:extLst>
            </p:cNvPr>
            <p:cNvSpPr/>
            <p:nvPr/>
          </p:nvSpPr>
          <p:spPr>
            <a:xfrm>
              <a:off x="4694288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68" name="pg2118">
              <a:extLst>
                <a:ext uri="{FF2B5EF4-FFF2-40B4-BE49-F238E27FC236}">
                  <a16:creationId xmlns:a16="http://schemas.microsoft.com/office/drawing/2014/main" id="{1CC5893D-CD2F-A285-78B0-9D8BEAA73375}"/>
                </a:ext>
              </a:extLst>
            </p:cNvPr>
            <p:cNvSpPr/>
            <p:nvPr/>
          </p:nvSpPr>
          <p:spPr>
            <a:xfrm>
              <a:off x="4705925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69" name="pg2119">
              <a:extLst>
                <a:ext uri="{FF2B5EF4-FFF2-40B4-BE49-F238E27FC236}">
                  <a16:creationId xmlns:a16="http://schemas.microsoft.com/office/drawing/2014/main" id="{277CEA81-E759-BF29-1203-2132A55E9886}"/>
                </a:ext>
              </a:extLst>
            </p:cNvPr>
            <p:cNvSpPr/>
            <p:nvPr/>
          </p:nvSpPr>
          <p:spPr>
            <a:xfrm>
              <a:off x="4717563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70" name="pg2120">
              <a:extLst>
                <a:ext uri="{FF2B5EF4-FFF2-40B4-BE49-F238E27FC236}">
                  <a16:creationId xmlns:a16="http://schemas.microsoft.com/office/drawing/2014/main" id="{16B90CFC-24F0-B409-CDD6-66DA54055F34}"/>
                </a:ext>
              </a:extLst>
            </p:cNvPr>
            <p:cNvSpPr/>
            <p:nvPr/>
          </p:nvSpPr>
          <p:spPr>
            <a:xfrm>
              <a:off x="4729200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71" name="pg2121">
              <a:extLst>
                <a:ext uri="{FF2B5EF4-FFF2-40B4-BE49-F238E27FC236}">
                  <a16:creationId xmlns:a16="http://schemas.microsoft.com/office/drawing/2014/main" id="{8417E837-8CEC-0103-2D11-D5F40BD09E78}"/>
                </a:ext>
              </a:extLst>
            </p:cNvPr>
            <p:cNvSpPr/>
            <p:nvPr/>
          </p:nvSpPr>
          <p:spPr>
            <a:xfrm>
              <a:off x="4740837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72" name="pg2122">
              <a:extLst>
                <a:ext uri="{FF2B5EF4-FFF2-40B4-BE49-F238E27FC236}">
                  <a16:creationId xmlns:a16="http://schemas.microsoft.com/office/drawing/2014/main" id="{C1C1B505-5FB9-A0E2-0CF9-BCC8DE2E61BE}"/>
                </a:ext>
              </a:extLst>
            </p:cNvPr>
            <p:cNvSpPr/>
            <p:nvPr/>
          </p:nvSpPr>
          <p:spPr>
            <a:xfrm>
              <a:off x="4752475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73" name="pg2123">
              <a:extLst>
                <a:ext uri="{FF2B5EF4-FFF2-40B4-BE49-F238E27FC236}">
                  <a16:creationId xmlns:a16="http://schemas.microsoft.com/office/drawing/2014/main" id="{E8F59CBD-F8C2-E23C-510A-BAAFF38BC73B}"/>
                </a:ext>
              </a:extLst>
            </p:cNvPr>
            <p:cNvSpPr/>
            <p:nvPr/>
          </p:nvSpPr>
          <p:spPr>
            <a:xfrm>
              <a:off x="4764112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74" name="pg2124">
              <a:extLst>
                <a:ext uri="{FF2B5EF4-FFF2-40B4-BE49-F238E27FC236}">
                  <a16:creationId xmlns:a16="http://schemas.microsoft.com/office/drawing/2014/main" id="{2ADD712E-7B10-8670-F8BE-12E8659AAF7C}"/>
                </a:ext>
              </a:extLst>
            </p:cNvPr>
            <p:cNvSpPr/>
            <p:nvPr/>
          </p:nvSpPr>
          <p:spPr>
            <a:xfrm>
              <a:off x="4612827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75" name="pg2125">
              <a:extLst>
                <a:ext uri="{FF2B5EF4-FFF2-40B4-BE49-F238E27FC236}">
                  <a16:creationId xmlns:a16="http://schemas.microsoft.com/office/drawing/2014/main" id="{2BAD0049-1409-6B76-5098-6E787420C6D3}"/>
                </a:ext>
              </a:extLst>
            </p:cNvPr>
            <p:cNvSpPr/>
            <p:nvPr/>
          </p:nvSpPr>
          <p:spPr>
            <a:xfrm>
              <a:off x="4624464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76" name="pg2126">
              <a:extLst>
                <a:ext uri="{FF2B5EF4-FFF2-40B4-BE49-F238E27FC236}">
                  <a16:creationId xmlns:a16="http://schemas.microsoft.com/office/drawing/2014/main" id="{96AFBF3E-B468-69CE-93AD-ECD2F3538EA7}"/>
                </a:ext>
              </a:extLst>
            </p:cNvPr>
            <p:cNvSpPr/>
            <p:nvPr/>
          </p:nvSpPr>
          <p:spPr>
            <a:xfrm>
              <a:off x="4636101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77" name="pg2127">
              <a:extLst>
                <a:ext uri="{FF2B5EF4-FFF2-40B4-BE49-F238E27FC236}">
                  <a16:creationId xmlns:a16="http://schemas.microsoft.com/office/drawing/2014/main" id="{005B343F-1648-2FE1-2D3B-B6523195B95D}"/>
                </a:ext>
              </a:extLst>
            </p:cNvPr>
            <p:cNvSpPr/>
            <p:nvPr/>
          </p:nvSpPr>
          <p:spPr>
            <a:xfrm>
              <a:off x="4647739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78" name="pg2128">
              <a:extLst>
                <a:ext uri="{FF2B5EF4-FFF2-40B4-BE49-F238E27FC236}">
                  <a16:creationId xmlns:a16="http://schemas.microsoft.com/office/drawing/2014/main" id="{701C9812-5FE6-0064-785B-35F82D8C449F}"/>
                </a:ext>
              </a:extLst>
            </p:cNvPr>
            <p:cNvSpPr/>
            <p:nvPr/>
          </p:nvSpPr>
          <p:spPr>
            <a:xfrm>
              <a:off x="4659376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79" name="pg2129">
              <a:extLst>
                <a:ext uri="{FF2B5EF4-FFF2-40B4-BE49-F238E27FC236}">
                  <a16:creationId xmlns:a16="http://schemas.microsoft.com/office/drawing/2014/main" id="{16FFC88B-E6F6-AB3A-410A-95531C38E014}"/>
                </a:ext>
              </a:extLst>
            </p:cNvPr>
            <p:cNvSpPr/>
            <p:nvPr/>
          </p:nvSpPr>
          <p:spPr>
            <a:xfrm>
              <a:off x="4671013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80" name="pg2130">
              <a:extLst>
                <a:ext uri="{FF2B5EF4-FFF2-40B4-BE49-F238E27FC236}">
                  <a16:creationId xmlns:a16="http://schemas.microsoft.com/office/drawing/2014/main" id="{50FBBC70-B2D1-79FB-C82B-BF43281ACCE7}"/>
                </a:ext>
              </a:extLst>
            </p:cNvPr>
            <p:cNvSpPr/>
            <p:nvPr/>
          </p:nvSpPr>
          <p:spPr>
            <a:xfrm>
              <a:off x="4682651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81" name="pg2131">
              <a:extLst>
                <a:ext uri="{FF2B5EF4-FFF2-40B4-BE49-F238E27FC236}">
                  <a16:creationId xmlns:a16="http://schemas.microsoft.com/office/drawing/2014/main" id="{24E2923F-1AB5-271C-DDF7-35A95A49B4AE}"/>
                </a:ext>
              </a:extLst>
            </p:cNvPr>
            <p:cNvSpPr/>
            <p:nvPr/>
          </p:nvSpPr>
          <p:spPr>
            <a:xfrm>
              <a:off x="4694288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82" name="pg2132">
              <a:extLst>
                <a:ext uri="{FF2B5EF4-FFF2-40B4-BE49-F238E27FC236}">
                  <a16:creationId xmlns:a16="http://schemas.microsoft.com/office/drawing/2014/main" id="{51EA7959-2DB1-D6C6-132D-10F307FB847B}"/>
                </a:ext>
              </a:extLst>
            </p:cNvPr>
            <p:cNvSpPr/>
            <p:nvPr/>
          </p:nvSpPr>
          <p:spPr>
            <a:xfrm>
              <a:off x="4705925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83" name="pg2133">
              <a:extLst>
                <a:ext uri="{FF2B5EF4-FFF2-40B4-BE49-F238E27FC236}">
                  <a16:creationId xmlns:a16="http://schemas.microsoft.com/office/drawing/2014/main" id="{D0F4D956-8362-3F05-073C-BD4E30B64222}"/>
                </a:ext>
              </a:extLst>
            </p:cNvPr>
            <p:cNvSpPr/>
            <p:nvPr/>
          </p:nvSpPr>
          <p:spPr>
            <a:xfrm>
              <a:off x="4717563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84" name="pg2134">
              <a:extLst>
                <a:ext uri="{FF2B5EF4-FFF2-40B4-BE49-F238E27FC236}">
                  <a16:creationId xmlns:a16="http://schemas.microsoft.com/office/drawing/2014/main" id="{3912A24C-9783-0F3B-B3B6-46E174EDBD27}"/>
                </a:ext>
              </a:extLst>
            </p:cNvPr>
            <p:cNvSpPr/>
            <p:nvPr/>
          </p:nvSpPr>
          <p:spPr>
            <a:xfrm>
              <a:off x="4729200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85" name="pg2135">
              <a:extLst>
                <a:ext uri="{FF2B5EF4-FFF2-40B4-BE49-F238E27FC236}">
                  <a16:creationId xmlns:a16="http://schemas.microsoft.com/office/drawing/2014/main" id="{5DEAC6C1-06EC-234B-D18F-83A26ABCC462}"/>
                </a:ext>
              </a:extLst>
            </p:cNvPr>
            <p:cNvSpPr/>
            <p:nvPr/>
          </p:nvSpPr>
          <p:spPr>
            <a:xfrm>
              <a:off x="4740837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86" name="pg2136">
              <a:extLst>
                <a:ext uri="{FF2B5EF4-FFF2-40B4-BE49-F238E27FC236}">
                  <a16:creationId xmlns:a16="http://schemas.microsoft.com/office/drawing/2014/main" id="{AD2D32F4-E4AE-F2CB-7E87-AEBBA52946C3}"/>
                </a:ext>
              </a:extLst>
            </p:cNvPr>
            <p:cNvSpPr/>
            <p:nvPr/>
          </p:nvSpPr>
          <p:spPr>
            <a:xfrm>
              <a:off x="4612827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87" name="pg2137">
              <a:extLst>
                <a:ext uri="{FF2B5EF4-FFF2-40B4-BE49-F238E27FC236}">
                  <a16:creationId xmlns:a16="http://schemas.microsoft.com/office/drawing/2014/main" id="{0436461F-6972-794F-9774-317693A11EC4}"/>
                </a:ext>
              </a:extLst>
            </p:cNvPr>
            <p:cNvSpPr/>
            <p:nvPr/>
          </p:nvSpPr>
          <p:spPr>
            <a:xfrm>
              <a:off x="4624464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88" name="pg2138">
              <a:extLst>
                <a:ext uri="{FF2B5EF4-FFF2-40B4-BE49-F238E27FC236}">
                  <a16:creationId xmlns:a16="http://schemas.microsoft.com/office/drawing/2014/main" id="{7467276E-9E36-3F1A-73E4-15C3EDF58CA8}"/>
                </a:ext>
              </a:extLst>
            </p:cNvPr>
            <p:cNvSpPr/>
            <p:nvPr/>
          </p:nvSpPr>
          <p:spPr>
            <a:xfrm>
              <a:off x="4636101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89" name="pg2139">
              <a:extLst>
                <a:ext uri="{FF2B5EF4-FFF2-40B4-BE49-F238E27FC236}">
                  <a16:creationId xmlns:a16="http://schemas.microsoft.com/office/drawing/2014/main" id="{6932B27E-FAD3-73BF-0E52-23F5E7A9F815}"/>
                </a:ext>
              </a:extLst>
            </p:cNvPr>
            <p:cNvSpPr/>
            <p:nvPr/>
          </p:nvSpPr>
          <p:spPr>
            <a:xfrm>
              <a:off x="4647739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90" name="pg2140">
              <a:extLst>
                <a:ext uri="{FF2B5EF4-FFF2-40B4-BE49-F238E27FC236}">
                  <a16:creationId xmlns:a16="http://schemas.microsoft.com/office/drawing/2014/main" id="{84826B3B-27DB-6A3E-EC6B-6F50308C5A20}"/>
                </a:ext>
              </a:extLst>
            </p:cNvPr>
            <p:cNvSpPr/>
            <p:nvPr/>
          </p:nvSpPr>
          <p:spPr>
            <a:xfrm>
              <a:off x="4659376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91" name="pg2141">
              <a:extLst>
                <a:ext uri="{FF2B5EF4-FFF2-40B4-BE49-F238E27FC236}">
                  <a16:creationId xmlns:a16="http://schemas.microsoft.com/office/drawing/2014/main" id="{29BB4A9E-4AFC-4406-5EEE-5CEB42F0E9D1}"/>
                </a:ext>
              </a:extLst>
            </p:cNvPr>
            <p:cNvSpPr/>
            <p:nvPr/>
          </p:nvSpPr>
          <p:spPr>
            <a:xfrm>
              <a:off x="4671013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92" name="pg2142">
              <a:extLst>
                <a:ext uri="{FF2B5EF4-FFF2-40B4-BE49-F238E27FC236}">
                  <a16:creationId xmlns:a16="http://schemas.microsoft.com/office/drawing/2014/main" id="{CDA979B7-CABA-D24B-4D4A-7C4182EE7EA2}"/>
                </a:ext>
              </a:extLst>
            </p:cNvPr>
            <p:cNvSpPr/>
            <p:nvPr/>
          </p:nvSpPr>
          <p:spPr>
            <a:xfrm>
              <a:off x="4682651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93" name="pg2143">
              <a:extLst>
                <a:ext uri="{FF2B5EF4-FFF2-40B4-BE49-F238E27FC236}">
                  <a16:creationId xmlns:a16="http://schemas.microsoft.com/office/drawing/2014/main" id="{8092B1AF-95C6-3B1C-CD77-C6C053BDFEC6}"/>
                </a:ext>
              </a:extLst>
            </p:cNvPr>
            <p:cNvSpPr/>
            <p:nvPr/>
          </p:nvSpPr>
          <p:spPr>
            <a:xfrm>
              <a:off x="4694288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94" name="pg2144">
              <a:extLst>
                <a:ext uri="{FF2B5EF4-FFF2-40B4-BE49-F238E27FC236}">
                  <a16:creationId xmlns:a16="http://schemas.microsoft.com/office/drawing/2014/main" id="{CA980281-487D-8BA8-AE88-05DBAA02F446}"/>
                </a:ext>
              </a:extLst>
            </p:cNvPr>
            <p:cNvSpPr/>
            <p:nvPr/>
          </p:nvSpPr>
          <p:spPr>
            <a:xfrm>
              <a:off x="4705925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95" name="pg2145">
              <a:extLst>
                <a:ext uri="{FF2B5EF4-FFF2-40B4-BE49-F238E27FC236}">
                  <a16:creationId xmlns:a16="http://schemas.microsoft.com/office/drawing/2014/main" id="{A44651EA-04B4-9E0A-A9D6-83721D6D33DB}"/>
                </a:ext>
              </a:extLst>
            </p:cNvPr>
            <p:cNvSpPr/>
            <p:nvPr/>
          </p:nvSpPr>
          <p:spPr>
            <a:xfrm>
              <a:off x="4717563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96" name="pg2146">
              <a:extLst>
                <a:ext uri="{FF2B5EF4-FFF2-40B4-BE49-F238E27FC236}">
                  <a16:creationId xmlns:a16="http://schemas.microsoft.com/office/drawing/2014/main" id="{04A8C7F1-5BE6-73AD-66B3-119420795ED6}"/>
                </a:ext>
              </a:extLst>
            </p:cNvPr>
            <p:cNvSpPr/>
            <p:nvPr/>
          </p:nvSpPr>
          <p:spPr>
            <a:xfrm>
              <a:off x="4729200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97" name="pg2147">
              <a:extLst>
                <a:ext uri="{FF2B5EF4-FFF2-40B4-BE49-F238E27FC236}">
                  <a16:creationId xmlns:a16="http://schemas.microsoft.com/office/drawing/2014/main" id="{EE0580F5-926D-019F-F651-9737537A7A9D}"/>
                </a:ext>
              </a:extLst>
            </p:cNvPr>
            <p:cNvSpPr/>
            <p:nvPr/>
          </p:nvSpPr>
          <p:spPr>
            <a:xfrm>
              <a:off x="4612827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98" name="pg2148">
              <a:extLst>
                <a:ext uri="{FF2B5EF4-FFF2-40B4-BE49-F238E27FC236}">
                  <a16:creationId xmlns:a16="http://schemas.microsoft.com/office/drawing/2014/main" id="{870A256B-57E2-E7AE-16EA-4155BA790BFD}"/>
                </a:ext>
              </a:extLst>
            </p:cNvPr>
            <p:cNvSpPr/>
            <p:nvPr/>
          </p:nvSpPr>
          <p:spPr>
            <a:xfrm>
              <a:off x="4624464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99" name="pg2149">
              <a:extLst>
                <a:ext uri="{FF2B5EF4-FFF2-40B4-BE49-F238E27FC236}">
                  <a16:creationId xmlns:a16="http://schemas.microsoft.com/office/drawing/2014/main" id="{5FE05AD8-D2E6-F316-CDEC-B0253FF771D9}"/>
                </a:ext>
              </a:extLst>
            </p:cNvPr>
            <p:cNvSpPr/>
            <p:nvPr/>
          </p:nvSpPr>
          <p:spPr>
            <a:xfrm>
              <a:off x="4636101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00" name="pg2150">
              <a:extLst>
                <a:ext uri="{FF2B5EF4-FFF2-40B4-BE49-F238E27FC236}">
                  <a16:creationId xmlns:a16="http://schemas.microsoft.com/office/drawing/2014/main" id="{E3ACBBF4-DA02-9309-E515-B1EE93BDB0E0}"/>
                </a:ext>
              </a:extLst>
            </p:cNvPr>
            <p:cNvSpPr/>
            <p:nvPr/>
          </p:nvSpPr>
          <p:spPr>
            <a:xfrm>
              <a:off x="4647739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01" name="pg2151">
              <a:extLst>
                <a:ext uri="{FF2B5EF4-FFF2-40B4-BE49-F238E27FC236}">
                  <a16:creationId xmlns:a16="http://schemas.microsoft.com/office/drawing/2014/main" id="{DFB47B25-0705-F040-C3AE-3873E62F3330}"/>
                </a:ext>
              </a:extLst>
            </p:cNvPr>
            <p:cNvSpPr/>
            <p:nvPr/>
          </p:nvSpPr>
          <p:spPr>
            <a:xfrm>
              <a:off x="4659376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02" name="pg2152">
              <a:extLst>
                <a:ext uri="{FF2B5EF4-FFF2-40B4-BE49-F238E27FC236}">
                  <a16:creationId xmlns:a16="http://schemas.microsoft.com/office/drawing/2014/main" id="{DA479E57-46BC-38EE-CC6B-0F0A96F6E4C5}"/>
                </a:ext>
              </a:extLst>
            </p:cNvPr>
            <p:cNvSpPr/>
            <p:nvPr/>
          </p:nvSpPr>
          <p:spPr>
            <a:xfrm>
              <a:off x="4671013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03" name="pg2153">
              <a:extLst>
                <a:ext uri="{FF2B5EF4-FFF2-40B4-BE49-F238E27FC236}">
                  <a16:creationId xmlns:a16="http://schemas.microsoft.com/office/drawing/2014/main" id="{C12C4261-FEBD-4FB0-6CD0-A752AC3CD1FF}"/>
                </a:ext>
              </a:extLst>
            </p:cNvPr>
            <p:cNvSpPr/>
            <p:nvPr/>
          </p:nvSpPr>
          <p:spPr>
            <a:xfrm>
              <a:off x="4682651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04" name="pg2154">
              <a:extLst>
                <a:ext uri="{FF2B5EF4-FFF2-40B4-BE49-F238E27FC236}">
                  <a16:creationId xmlns:a16="http://schemas.microsoft.com/office/drawing/2014/main" id="{A43647DF-13E5-BE6A-9C82-5125392745E5}"/>
                </a:ext>
              </a:extLst>
            </p:cNvPr>
            <p:cNvSpPr/>
            <p:nvPr/>
          </p:nvSpPr>
          <p:spPr>
            <a:xfrm>
              <a:off x="4694288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05" name="pg2155">
              <a:extLst>
                <a:ext uri="{FF2B5EF4-FFF2-40B4-BE49-F238E27FC236}">
                  <a16:creationId xmlns:a16="http://schemas.microsoft.com/office/drawing/2014/main" id="{1D4DB318-4271-761D-621F-D98DB83000D2}"/>
                </a:ext>
              </a:extLst>
            </p:cNvPr>
            <p:cNvSpPr/>
            <p:nvPr/>
          </p:nvSpPr>
          <p:spPr>
            <a:xfrm>
              <a:off x="4612827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06" name="pg2156">
              <a:extLst>
                <a:ext uri="{FF2B5EF4-FFF2-40B4-BE49-F238E27FC236}">
                  <a16:creationId xmlns:a16="http://schemas.microsoft.com/office/drawing/2014/main" id="{1A87F4AC-2EE2-FD6E-2B73-8026FB19D262}"/>
                </a:ext>
              </a:extLst>
            </p:cNvPr>
            <p:cNvSpPr/>
            <p:nvPr/>
          </p:nvSpPr>
          <p:spPr>
            <a:xfrm>
              <a:off x="4624464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07" name="pg2157">
              <a:extLst>
                <a:ext uri="{FF2B5EF4-FFF2-40B4-BE49-F238E27FC236}">
                  <a16:creationId xmlns:a16="http://schemas.microsoft.com/office/drawing/2014/main" id="{FAE8762F-C293-2DCE-77AD-577B619311D4}"/>
                </a:ext>
              </a:extLst>
            </p:cNvPr>
            <p:cNvSpPr/>
            <p:nvPr/>
          </p:nvSpPr>
          <p:spPr>
            <a:xfrm>
              <a:off x="4636101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08" name="pg2158">
              <a:extLst>
                <a:ext uri="{FF2B5EF4-FFF2-40B4-BE49-F238E27FC236}">
                  <a16:creationId xmlns:a16="http://schemas.microsoft.com/office/drawing/2014/main" id="{73F05C9C-07FC-5FFE-8919-61F2D6B2392B}"/>
                </a:ext>
              </a:extLst>
            </p:cNvPr>
            <p:cNvSpPr/>
            <p:nvPr/>
          </p:nvSpPr>
          <p:spPr>
            <a:xfrm>
              <a:off x="4647739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09" name="pg2159">
              <a:extLst>
                <a:ext uri="{FF2B5EF4-FFF2-40B4-BE49-F238E27FC236}">
                  <a16:creationId xmlns:a16="http://schemas.microsoft.com/office/drawing/2014/main" id="{CBECD8B6-9AE1-6EBD-0430-DB6977FC81C6}"/>
                </a:ext>
              </a:extLst>
            </p:cNvPr>
            <p:cNvSpPr/>
            <p:nvPr/>
          </p:nvSpPr>
          <p:spPr>
            <a:xfrm>
              <a:off x="4659376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10" name="pg2160">
              <a:extLst>
                <a:ext uri="{FF2B5EF4-FFF2-40B4-BE49-F238E27FC236}">
                  <a16:creationId xmlns:a16="http://schemas.microsoft.com/office/drawing/2014/main" id="{A6A6BB64-470A-7E4F-57AB-CE59B484BF58}"/>
                </a:ext>
              </a:extLst>
            </p:cNvPr>
            <p:cNvSpPr/>
            <p:nvPr/>
          </p:nvSpPr>
          <p:spPr>
            <a:xfrm>
              <a:off x="4671013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11" name="pg2161">
              <a:extLst>
                <a:ext uri="{FF2B5EF4-FFF2-40B4-BE49-F238E27FC236}">
                  <a16:creationId xmlns:a16="http://schemas.microsoft.com/office/drawing/2014/main" id="{9D503044-B876-82C1-8685-28070277C4F3}"/>
                </a:ext>
              </a:extLst>
            </p:cNvPr>
            <p:cNvSpPr/>
            <p:nvPr/>
          </p:nvSpPr>
          <p:spPr>
            <a:xfrm>
              <a:off x="4682651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12" name="pg2162">
              <a:extLst>
                <a:ext uri="{FF2B5EF4-FFF2-40B4-BE49-F238E27FC236}">
                  <a16:creationId xmlns:a16="http://schemas.microsoft.com/office/drawing/2014/main" id="{EE1E394A-3880-6F2D-CEA3-33E813C56051}"/>
                </a:ext>
              </a:extLst>
            </p:cNvPr>
            <p:cNvSpPr/>
            <p:nvPr/>
          </p:nvSpPr>
          <p:spPr>
            <a:xfrm>
              <a:off x="4589552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13" name="pg2163">
              <a:extLst>
                <a:ext uri="{FF2B5EF4-FFF2-40B4-BE49-F238E27FC236}">
                  <a16:creationId xmlns:a16="http://schemas.microsoft.com/office/drawing/2014/main" id="{33137128-CCAB-8A43-FDE6-0198CCE4FCAC}"/>
                </a:ext>
              </a:extLst>
            </p:cNvPr>
            <p:cNvSpPr/>
            <p:nvPr/>
          </p:nvSpPr>
          <p:spPr>
            <a:xfrm>
              <a:off x="4601190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14" name="pg2164">
              <a:extLst>
                <a:ext uri="{FF2B5EF4-FFF2-40B4-BE49-F238E27FC236}">
                  <a16:creationId xmlns:a16="http://schemas.microsoft.com/office/drawing/2014/main" id="{0FDC56A3-951D-04B1-150D-43EECDD5F6D0}"/>
                </a:ext>
              </a:extLst>
            </p:cNvPr>
            <p:cNvSpPr/>
            <p:nvPr/>
          </p:nvSpPr>
          <p:spPr>
            <a:xfrm>
              <a:off x="4612827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15" name="pg2165">
              <a:extLst>
                <a:ext uri="{FF2B5EF4-FFF2-40B4-BE49-F238E27FC236}">
                  <a16:creationId xmlns:a16="http://schemas.microsoft.com/office/drawing/2014/main" id="{7E9879EE-5BCD-3984-47A8-3AD05828C421}"/>
                </a:ext>
              </a:extLst>
            </p:cNvPr>
            <p:cNvSpPr/>
            <p:nvPr/>
          </p:nvSpPr>
          <p:spPr>
            <a:xfrm>
              <a:off x="4624464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16" name="pg2166">
              <a:extLst>
                <a:ext uri="{FF2B5EF4-FFF2-40B4-BE49-F238E27FC236}">
                  <a16:creationId xmlns:a16="http://schemas.microsoft.com/office/drawing/2014/main" id="{A18C823E-A143-5E65-E706-EF0D56491DA2}"/>
                </a:ext>
              </a:extLst>
            </p:cNvPr>
            <p:cNvSpPr/>
            <p:nvPr/>
          </p:nvSpPr>
          <p:spPr>
            <a:xfrm>
              <a:off x="4636101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17" name="pg2167">
              <a:extLst>
                <a:ext uri="{FF2B5EF4-FFF2-40B4-BE49-F238E27FC236}">
                  <a16:creationId xmlns:a16="http://schemas.microsoft.com/office/drawing/2014/main" id="{83F46F2C-B230-C09E-431F-F7D3A94DB8D6}"/>
                </a:ext>
              </a:extLst>
            </p:cNvPr>
            <p:cNvSpPr/>
            <p:nvPr/>
          </p:nvSpPr>
          <p:spPr>
            <a:xfrm>
              <a:off x="4647739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18" name="pg2168">
              <a:extLst>
                <a:ext uri="{FF2B5EF4-FFF2-40B4-BE49-F238E27FC236}">
                  <a16:creationId xmlns:a16="http://schemas.microsoft.com/office/drawing/2014/main" id="{502A2C62-438B-F214-8086-1FF3F483B429}"/>
                </a:ext>
              </a:extLst>
            </p:cNvPr>
            <p:cNvSpPr/>
            <p:nvPr/>
          </p:nvSpPr>
          <p:spPr>
            <a:xfrm>
              <a:off x="4659376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19" name="pg2169">
              <a:extLst>
                <a:ext uri="{FF2B5EF4-FFF2-40B4-BE49-F238E27FC236}">
                  <a16:creationId xmlns:a16="http://schemas.microsoft.com/office/drawing/2014/main" id="{4166B172-C157-CE2B-640D-FEAF86BD96FB}"/>
                </a:ext>
              </a:extLst>
            </p:cNvPr>
            <p:cNvSpPr/>
            <p:nvPr/>
          </p:nvSpPr>
          <p:spPr>
            <a:xfrm>
              <a:off x="4671013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20" name="pg2170">
              <a:extLst>
                <a:ext uri="{FF2B5EF4-FFF2-40B4-BE49-F238E27FC236}">
                  <a16:creationId xmlns:a16="http://schemas.microsoft.com/office/drawing/2014/main" id="{B886A67F-5ECE-EACC-3998-CF40ED7907C0}"/>
                </a:ext>
              </a:extLst>
            </p:cNvPr>
            <p:cNvSpPr/>
            <p:nvPr/>
          </p:nvSpPr>
          <p:spPr>
            <a:xfrm>
              <a:off x="4589552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21" name="pg2171">
              <a:extLst>
                <a:ext uri="{FF2B5EF4-FFF2-40B4-BE49-F238E27FC236}">
                  <a16:creationId xmlns:a16="http://schemas.microsoft.com/office/drawing/2014/main" id="{7F7B5CD4-E38F-29F0-1F06-141E35E5BD81}"/>
                </a:ext>
              </a:extLst>
            </p:cNvPr>
            <p:cNvSpPr/>
            <p:nvPr/>
          </p:nvSpPr>
          <p:spPr>
            <a:xfrm>
              <a:off x="4601190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22" name="pg2172">
              <a:extLst>
                <a:ext uri="{FF2B5EF4-FFF2-40B4-BE49-F238E27FC236}">
                  <a16:creationId xmlns:a16="http://schemas.microsoft.com/office/drawing/2014/main" id="{3B7197E6-7046-EE1A-B1FF-29EB39F89BB7}"/>
                </a:ext>
              </a:extLst>
            </p:cNvPr>
            <p:cNvSpPr/>
            <p:nvPr/>
          </p:nvSpPr>
          <p:spPr>
            <a:xfrm>
              <a:off x="4612827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23" name="pg2173">
              <a:extLst>
                <a:ext uri="{FF2B5EF4-FFF2-40B4-BE49-F238E27FC236}">
                  <a16:creationId xmlns:a16="http://schemas.microsoft.com/office/drawing/2014/main" id="{BD2D5509-DBA9-4C12-DB41-D3F047B553AD}"/>
                </a:ext>
              </a:extLst>
            </p:cNvPr>
            <p:cNvSpPr/>
            <p:nvPr/>
          </p:nvSpPr>
          <p:spPr>
            <a:xfrm>
              <a:off x="4624464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24" name="pg2174">
              <a:extLst>
                <a:ext uri="{FF2B5EF4-FFF2-40B4-BE49-F238E27FC236}">
                  <a16:creationId xmlns:a16="http://schemas.microsoft.com/office/drawing/2014/main" id="{CD49D9E9-B166-F687-5261-7302AB5E7F33}"/>
                </a:ext>
              </a:extLst>
            </p:cNvPr>
            <p:cNvSpPr/>
            <p:nvPr/>
          </p:nvSpPr>
          <p:spPr>
            <a:xfrm>
              <a:off x="4636101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25" name="pg2175">
              <a:extLst>
                <a:ext uri="{FF2B5EF4-FFF2-40B4-BE49-F238E27FC236}">
                  <a16:creationId xmlns:a16="http://schemas.microsoft.com/office/drawing/2014/main" id="{3E0BB0BE-A86F-4D1F-5C81-FBE5699C780A}"/>
                </a:ext>
              </a:extLst>
            </p:cNvPr>
            <p:cNvSpPr/>
            <p:nvPr/>
          </p:nvSpPr>
          <p:spPr>
            <a:xfrm>
              <a:off x="4647739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26" name="pg2176">
              <a:extLst>
                <a:ext uri="{FF2B5EF4-FFF2-40B4-BE49-F238E27FC236}">
                  <a16:creationId xmlns:a16="http://schemas.microsoft.com/office/drawing/2014/main" id="{430E7B09-7643-EBC0-106B-01D429978CE1}"/>
                </a:ext>
              </a:extLst>
            </p:cNvPr>
            <p:cNvSpPr/>
            <p:nvPr/>
          </p:nvSpPr>
          <p:spPr>
            <a:xfrm>
              <a:off x="4659376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27" name="pg2177">
              <a:extLst>
                <a:ext uri="{FF2B5EF4-FFF2-40B4-BE49-F238E27FC236}">
                  <a16:creationId xmlns:a16="http://schemas.microsoft.com/office/drawing/2014/main" id="{5970E569-654A-4779-DC61-09365732F865}"/>
                </a:ext>
              </a:extLst>
            </p:cNvPr>
            <p:cNvSpPr/>
            <p:nvPr/>
          </p:nvSpPr>
          <p:spPr>
            <a:xfrm>
              <a:off x="4577915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28" name="pg2178">
              <a:extLst>
                <a:ext uri="{FF2B5EF4-FFF2-40B4-BE49-F238E27FC236}">
                  <a16:creationId xmlns:a16="http://schemas.microsoft.com/office/drawing/2014/main" id="{6AE75830-3E77-90AC-17E5-029A189BF7BD}"/>
                </a:ext>
              </a:extLst>
            </p:cNvPr>
            <p:cNvSpPr/>
            <p:nvPr/>
          </p:nvSpPr>
          <p:spPr>
            <a:xfrm>
              <a:off x="4589552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29" name="pg2179">
              <a:extLst>
                <a:ext uri="{FF2B5EF4-FFF2-40B4-BE49-F238E27FC236}">
                  <a16:creationId xmlns:a16="http://schemas.microsoft.com/office/drawing/2014/main" id="{E4457C0D-2A28-B122-C3BC-CE04E73B8343}"/>
                </a:ext>
              </a:extLst>
            </p:cNvPr>
            <p:cNvSpPr/>
            <p:nvPr/>
          </p:nvSpPr>
          <p:spPr>
            <a:xfrm>
              <a:off x="4601190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30" name="pg2180">
              <a:extLst>
                <a:ext uri="{FF2B5EF4-FFF2-40B4-BE49-F238E27FC236}">
                  <a16:creationId xmlns:a16="http://schemas.microsoft.com/office/drawing/2014/main" id="{185DA59B-9BB4-9813-FA34-22B89C3FE71C}"/>
                </a:ext>
              </a:extLst>
            </p:cNvPr>
            <p:cNvSpPr/>
            <p:nvPr/>
          </p:nvSpPr>
          <p:spPr>
            <a:xfrm>
              <a:off x="4612827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31" name="pg2181">
              <a:extLst>
                <a:ext uri="{FF2B5EF4-FFF2-40B4-BE49-F238E27FC236}">
                  <a16:creationId xmlns:a16="http://schemas.microsoft.com/office/drawing/2014/main" id="{7338C31F-9F44-7F75-BFE9-7707792BA166}"/>
                </a:ext>
              </a:extLst>
            </p:cNvPr>
            <p:cNvSpPr/>
            <p:nvPr/>
          </p:nvSpPr>
          <p:spPr>
            <a:xfrm>
              <a:off x="4624464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32" name="pg2182">
              <a:extLst>
                <a:ext uri="{FF2B5EF4-FFF2-40B4-BE49-F238E27FC236}">
                  <a16:creationId xmlns:a16="http://schemas.microsoft.com/office/drawing/2014/main" id="{157591D1-852E-2D21-574C-56F921513CED}"/>
                </a:ext>
              </a:extLst>
            </p:cNvPr>
            <p:cNvSpPr/>
            <p:nvPr/>
          </p:nvSpPr>
          <p:spPr>
            <a:xfrm>
              <a:off x="4636101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33" name="pg2183">
              <a:extLst>
                <a:ext uri="{FF2B5EF4-FFF2-40B4-BE49-F238E27FC236}">
                  <a16:creationId xmlns:a16="http://schemas.microsoft.com/office/drawing/2014/main" id="{C6A24581-CC91-DF18-0545-C2300FE8CECE}"/>
                </a:ext>
              </a:extLst>
            </p:cNvPr>
            <p:cNvSpPr/>
            <p:nvPr/>
          </p:nvSpPr>
          <p:spPr>
            <a:xfrm>
              <a:off x="4647739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34" name="pg2184">
              <a:extLst>
                <a:ext uri="{FF2B5EF4-FFF2-40B4-BE49-F238E27FC236}">
                  <a16:creationId xmlns:a16="http://schemas.microsoft.com/office/drawing/2014/main" id="{66A843BF-DC76-144B-89DD-5BC8A2F2BD31}"/>
                </a:ext>
              </a:extLst>
            </p:cNvPr>
            <p:cNvSpPr/>
            <p:nvPr/>
          </p:nvSpPr>
          <p:spPr>
            <a:xfrm>
              <a:off x="4577915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35" name="pg2185">
              <a:extLst>
                <a:ext uri="{FF2B5EF4-FFF2-40B4-BE49-F238E27FC236}">
                  <a16:creationId xmlns:a16="http://schemas.microsoft.com/office/drawing/2014/main" id="{19C839EF-9E2E-D6D8-45F6-EF413E31A96B}"/>
                </a:ext>
              </a:extLst>
            </p:cNvPr>
            <p:cNvSpPr/>
            <p:nvPr/>
          </p:nvSpPr>
          <p:spPr>
            <a:xfrm>
              <a:off x="4589552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36" name="pg2186">
              <a:extLst>
                <a:ext uri="{FF2B5EF4-FFF2-40B4-BE49-F238E27FC236}">
                  <a16:creationId xmlns:a16="http://schemas.microsoft.com/office/drawing/2014/main" id="{F1242374-76B3-AAE5-9812-DB59CADC6496}"/>
                </a:ext>
              </a:extLst>
            </p:cNvPr>
            <p:cNvSpPr/>
            <p:nvPr/>
          </p:nvSpPr>
          <p:spPr>
            <a:xfrm>
              <a:off x="4601190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37" name="pg2187">
              <a:extLst>
                <a:ext uri="{FF2B5EF4-FFF2-40B4-BE49-F238E27FC236}">
                  <a16:creationId xmlns:a16="http://schemas.microsoft.com/office/drawing/2014/main" id="{63D9E509-2475-59D4-D061-DD71C78F0DDF}"/>
                </a:ext>
              </a:extLst>
            </p:cNvPr>
            <p:cNvSpPr/>
            <p:nvPr/>
          </p:nvSpPr>
          <p:spPr>
            <a:xfrm>
              <a:off x="4612827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38" name="pg2188">
              <a:extLst>
                <a:ext uri="{FF2B5EF4-FFF2-40B4-BE49-F238E27FC236}">
                  <a16:creationId xmlns:a16="http://schemas.microsoft.com/office/drawing/2014/main" id="{BC2D0AD2-F37F-9E37-C157-F44A06691616}"/>
                </a:ext>
              </a:extLst>
            </p:cNvPr>
            <p:cNvSpPr/>
            <p:nvPr/>
          </p:nvSpPr>
          <p:spPr>
            <a:xfrm>
              <a:off x="4624464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39" name="pg2189">
              <a:extLst>
                <a:ext uri="{FF2B5EF4-FFF2-40B4-BE49-F238E27FC236}">
                  <a16:creationId xmlns:a16="http://schemas.microsoft.com/office/drawing/2014/main" id="{C6F78BCD-F87E-EBFA-9007-F1CC319A5A9F}"/>
                </a:ext>
              </a:extLst>
            </p:cNvPr>
            <p:cNvSpPr/>
            <p:nvPr/>
          </p:nvSpPr>
          <p:spPr>
            <a:xfrm>
              <a:off x="4636101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40" name="pg2190">
              <a:extLst>
                <a:ext uri="{FF2B5EF4-FFF2-40B4-BE49-F238E27FC236}">
                  <a16:creationId xmlns:a16="http://schemas.microsoft.com/office/drawing/2014/main" id="{99F26B56-C46B-5F00-582A-73343C8B1BC9}"/>
                </a:ext>
              </a:extLst>
            </p:cNvPr>
            <p:cNvSpPr/>
            <p:nvPr/>
          </p:nvSpPr>
          <p:spPr>
            <a:xfrm>
              <a:off x="4566278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41" name="pg2191">
              <a:extLst>
                <a:ext uri="{FF2B5EF4-FFF2-40B4-BE49-F238E27FC236}">
                  <a16:creationId xmlns:a16="http://schemas.microsoft.com/office/drawing/2014/main" id="{3DC37A1B-6F70-AAEF-C72A-B29A5079C88D}"/>
                </a:ext>
              </a:extLst>
            </p:cNvPr>
            <p:cNvSpPr/>
            <p:nvPr/>
          </p:nvSpPr>
          <p:spPr>
            <a:xfrm>
              <a:off x="4577915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42" name="pg2192">
              <a:extLst>
                <a:ext uri="{FF2B5EF4-FFF2-40B4-BE49-F238E27FC236}">
                  <a16:creationId xmlns:a16="http://schemas.microsoft.com/office/drawing/2014/main" id="{64FCC976-59D4-1251-DD42-F680CDE883C3}"/>
                </a:ext>
              </a:extLst>
            </p:cNvPr>
            <p:cNvSpPr/>
            <p:nvPr/>
          </p:nvSpPr>
          <p:spPr>
            <a:xfrm>
              <a:off x="4589552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43" name="pg2193">
              <a:extLst>
                <a:ext uri="{FF2B5EF4-FFF2-40B4-BE49-F238E27FC236}">
                  <a16:creationId xmlns:a16="http://schemas.microsoft.com/office/drawing/2014/main" id="{13D77EC6-0AAE-1D9A-1CCB-AAE7A10F0376}"/>
                </a:ext>
              </a:extLst>
            </p:cNvPr>
            <p:cNvSpPr/>
            <p:nvPr/>
          </p:nvSpPr>
          <p:spPr>
            <a:xfrm>
              <a:off x="4601190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44" name="pg2194">
              <a:extLst>
                <a:ext uri="{FF2B5EF4-FFF2-40B4-BE49-F238E27FC236}">
                  <a16:creationId xmlns:a16="http://schemas.microsoft.com/office/drawing/2014/main" id="{2A95E565-6335-2594-222D-6345E4BB2C3B}"/>
                </a:ext>
              </a:extLst>
            </p:cNvPr>
            <p:cNvSpPr/>
            <p:nvPr/>
          </p:nvSpPr>
          <p:spPr>
            <a:xfrm>
              <a:off x="4612827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45" name="pg2195">
              <a:extLst>
                <a:ext uri="{FF2B5EF4-FFF2-40B4-BE49-F238E27FC236}">
                  <a16:creationId xmlns:a16="http://schemas.microsoft.com/office/drawing/2014/main" id="{EC1E9328-254C-2DC9-C717-8CC8A2DA3881}"/>
                </a:ext>
              </a:extLst>
            </p:cNvPr>
            <p:cNvSpPr/>
            <p:nvPr/>
          </p:nvSpPr>
          <p:spPr>
            <a:xfrm>
              <a:off x="4624464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46" name="pg2196">
              <a:extLst>
                <a:ext uri="{FF2B5EF4-FFF2-40B4-BE49-F238E27FC236}">
                  <a16:creationId xmlns:a16="http://schemas.microsoft.com/office/drawing/2014/main" id="{502000C0-92EE-A3FF-E51E-577CFC256ABF}"/>
                </a:ext>
              </a:extLst>
            </p:cNvPr>
            <p:cNvSpPr/>
            <p:nvPr/>
          </p:nvSpPr>
          <p:spPr>
            <a:xfrm>
              <a:off x="4566278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47" name="pg2197">
              <a:extLst>
                <a:ext uri="{FF2B5EF4-FFF2-40B4-BE49-F238E27FC236}">
                  <a16:creationId xmlns:a16="http://schemas.microsoft.com/office/drawing/2014/main" id="{D1BAF8AE-E6BA-6E34-E030-10439A80CF9C}"/>
                </a:ext>
              </a:extLst>
            </p:cNvPr>
            <p:cNvSpPr/>
            <p:nvPr/>
          </p:nvSpPr>
          <p:spPr>
            <a:xfrm>
              <a:off x="4577915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48" name="pg2198">
              <a:extLst>
                <a:ext uri="{FF2B5EF4-FFF2-40B4-BE49-F238E27FC236}">
                  <a16:creationId xmlns:a16="http://schemas.microsoft.com/office/drawing/2014/main" id="{B3F37A35-EB8F-FD10-BFF8-6DC6D49B487C}"/>
                </a:ext>
              </a:extLst>
            </p:cNvPr>
            <p:cNvSpPr/>
            <p:nvPr/>
          </p:nvSpPr>
          <p:spPr>
            <a:xfrm>
              <a:off x="4589552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49" name="pg2199">
              <a:extLst>
                <a:ext uri="{FF2B5EF4-FFF2-40B4-BE49-F238E27FC236}">
                  <a16:creationId xmlns:a16="http://schemas.microsoft.com/office/drawing/2014/main" id="{85B9C9FA-30BC-653E-C748-75D18C4D000C}"/>
                </a:ext>
              </a:extLst>
            </p:cNvPr>
            <p:cNvSpPr/>
            <p:nvPr/>
          </p:nvSpPr>
          <p:spPr>
            <a:xfrm>
              <a:off x="4601190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50" name="pg2200">
              <a:extLst>
                <a:ext uri="{FF2B5EF4-FFF2-40B4-BE49-F238E27FC236}">
                  <a16:creationId xmlns:a16="http://schemas.microsoft.com/office/drawing/2014/main" id="{0E52CAE0-D4E2-026F-C307-C43D6103FAAE}"/>
                </a:ext>
              </a:extLst>
            </p:cNvPr>
            <p:cNvSpPr/>
            <p:nvPr/>
          </p:nvSpPr>
          <p:spPr>
            <a:xfrm>
              <a:off x="4612827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51" name="pg2201">
              <a:extLst>
                <a:ext uri="{FF2B5EF4-FFF2-40B4-BE49-F238E27FC236}">
                  <a16:creationId xmlns:a16="http://schemas.microsoft.com/office/drawing/2014/main" id="{2EBB2F36-9A55-C2F4-E168-BB379A7138FC}"/>
                </a:ext>
              </a:extLst>
            </p:cNvPr>
            <p:cNvSpPr/>
            <p:nvPr/>
          </p:nvSpPr>
          <p:spPr>
            <a:xfrm>
              <a:off x="4554640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52" name="pg2202">
              <a:extLst>
                <a:ext uri="{FF2B5EF4-FFF2-40B4-BE49-F238E27FC236}">
                  <a16:creationId xmlns:a16="http://schemas.microsoft.com/office/drawing/2014/main" id="{82A118C3-FAE4-7390-898C-405CAD9DF4EC}"/>
                </a:ext>
              </a:extLst>
            </p:cNvPr>
            <p:cNvSpPr/>
            <p:nvPr/>
          </p:nvSpPr>
          <p:spPr>
            <a:xfrm>
              <a:off x="4566278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53" name="pg2203">
              <a:extLst>
                <a:ext uri="{FF2B5EF4-FFF2-40B4-BE49-F238E27FC236}">
                  <a16:creationId xmlns:a16="http://schemas.microsoft.com/office/drawing/2014/main" id="{46D5B8C9-C9C3-FEB2-CD2C-8C07770115ED}"/>
                </a:ext>
              </a:extLst>
            </p:cNvPr>
            <p:cNvSpPr/>
            <p:nvPr/>
          </p:nvSpPr>
          <p:spPr>
            <a:xfrm>
              <a:off x="4577915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54" name="pg2204">
              <a:extLst>
                <a:ext uri="{FF2B5EF4-FFF2-40B4-BE49-F238E27FC236}">
                  <a16:creationId xmlns:a16="http://schemas.microsoft.com/office/drawing/2014/main" id="{24F6D223-D76E-717E-0B20-2781ADC45C97}"/>
                </a:ext>
              </a:extLst>
            </p:cNvPr>
            <p:cNvSpPr/>
            <p:nvPr/>
          </p:nvSpPr>
          <p:spPr>
            <a:xfrm>
              <a:off x="4589552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55" name="pg2205">
              <a:extLst>
                <a:ext uri="{FF2B5EF4-FFF2-40B4-BE49-F238E27FC236}">
                  <a16:creationId xmlns:a16="http://schemas.microsoft.com/office/drawing/2014/main" id="{F931BBF1-AB0A-BB93-C62C-76364DEE4E99}"/>
                </a:ext>
              </a:extLst>
            </p:cNvPr>
            <p:cNvSpPr/>
            <p:nvPr/>
          </p:nvSpPr>
          <p:spPr>
            <a:xfrm>
              <a:off x="4601190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56" name="pg2206">
              <a:extLst>
                <a:ext uri="{FF2B5EF4-FFF2-40B4-BE49-F238E27FC236}">
                  <a16:creationId xmlns:a16="http://schemas.microsoft.com/office/drawing/2014/main" id="{FD1BC77A-91FC-E3D0-2B0E-D19FF173EAAF}"/>
                </a:ext>
              </a:extLst>
            </p:cNvPr>
            <p:cNvSpPr/>
            <p:nvPr/>
          </p:nvSpPr>
          <p:spPr>
            <a:xfrm>
              <a:off x="4612827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57" name="pg2207">
              <a:extLst>
                <a:ext uri="{FF2B5EF4-FFF2-40B4-BE49-F238E27FC236}">
                  <a16:creationId xmlns:a16="http://schemas.microsoft.com/office/drawing/2014/main" id="{FADE8A75-37F1-65F5-A803-B29602F0EE9C}"/>
                </a:ext>
              </a:extLst>
            </p:cNvPr>
            <p:cNvSpPr/>
            <p:nvPr/>
          </p:nvSpPr>
          <p:spPr>
            <a:xfrm>
              <a:off x="4554640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58" name="pg2208">
              <a:extLst>
                <a:ext uri="{FF2B5EF4-FFF2-40B4-BE49-F238E27FC236}">
                  <a16:creationId xmlns:a16="http://schemas.microsoft.com/office/drawing/2014/main" id="{35CD3712-44DF-1160-2A37-DABE0F606266}"/>
                </a:ext>
              </a:extLst>
            </p:cNvPr>
            <p:cNvSpPr/>
            <p:nvPr/>
          </p:nvSpPr>
          <p:spPr>
            <a:xfrm>
              <a:off x="4566278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59" name="pg2209">
              <a:extLst>
                <a:ext uri="{FF2B5EF4-FFF2-40B4-BE49-F238E27FC236}">
                  <a16:creationId xmlns:a16="http://schemas.microsoft.com/office/drawing/2014/main" id="{FE067F12-C2AC-113B-291C-D3C2E44FF5C6}"/>
                </a:ext>
              </a:extLst>
            </p:cNvPr>
            <p:cNvSpPr/>
            <p:nvPr/>
          </p:nvSpPr>
          <p:spPr>
            <a:xfrm>
              <a:off x="4577915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60" name="pg2210">
              <a:extLst>
                <a:ext uri="{FF2B5EF4-FFF2-40B4-BE49-F238E27FC236}">
                  <a16:creationId xmlns:a16="http://schemas.microsoft.com/office/drawing/2014/main" id="{3C4ACC8F-DEA8-3B3C-D61E-62951119E55B}"/>
                </a:ext>
              </a:extLst>
            </p:cNvPr>
            <p:cNvSpPr/>
            <p:nvPr/>
          </p:nvSpPr>
          <p:spPr>
            <a:xfrm>
              <a:off x="4589552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61" name="pg2211">
              <a:extLst>
                <a:ext uri="{FF2B5EF4-FFF2-40B4-BE49-F238E27FC236}">
                  <a16:creationId xmlns:a16="http://schemas.microsoft.com/office/drawing/2014/main" id="{878E1796-153F-5ECD-7554-4E3722A90F31}"/>
                </a:ext>
              </a:extLst>
            </p:cNvPr>
            <p:cNvSpPr/>
            <p:nvPr/>
          </p:nvSpPr>
          <p:spPr>
            <a:xfrm>
              <a:off x="4601190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62" name="pg2212">
              <a:extLst>
                <a:ext uri="{FF2B5EF4-FFF2-40B4-BE49-F238E27FC236}">
                  <a16:creationId xmlns:a16="http://schemas.microsoft.com/office/drawing/2014/main" id="{E822E2F1-1257-968B-39F7-DE3A2F8375CE}"/>
                </a:ext>
              </a:extLst>
            </p:cNvPr>
            <p:cNvSpPr/>
            <p:nvPr/>
          </p:nvSpPr>
          <p:spPr>
            <a:xfrm>
              <a:off x="4543003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63" name="pg2213">
              <a:extLst>
                <a:ext uri="{FF2B5EF4-FFF2-40B4-BE49-F238E27FC236}">
                  <a16:creationId xmlns:a16="http://schemas.microsoft.com/office/drawing/2014/main" id="{A43DE163-E669-723A-42A4-B385FD881F12}"/>
                </a:ext>
              </a:extLst>
            </p:cNvPr>
            <p:cNvSpPr/>
            <p:nvPr/>
          </p:nvSpPr>
          <p:spPr>
            <a:xfrm>
              <a:off x="4554640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64" name="pg2214">
              <a:extLst>
                <a:ext uri="{FF2B5EF4-FFF2-40B4-BE49-F238E27FC236}">
                  <a16:creationId xmlns:a16="http://schemas.microsoft.com/office/drawing/2014/main" id="{A9E3A9D6-41EB-26E0-C572-CBACBE82B9C3}"/>
                </a:ext>
              </a:extLst>
            </p:cNvPr>
            <p:cNvSpPr/>
            <p:nvPr/>
          </p:nvSpPr>
          <p:spPr>
            <a:xfrm>
              <a:off x="4566278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65" name="pg2215">
              <a:extLst>
                <a:ext uri="{FF2B5EF4-FFF2-40B4-BE49-F238E27FC236}">
                  <a16:creationId xmlns:a16="http://schemas.microsoft.com/office/drawing/2014/main" id="{53FC1926-6834-B589-00A6-732754CF6739}"/>
                </a:ext>
              </a:extLst>
            </p:cNvPr>
            <p:cNvSpPr/>
            <p:nvPr/>
          </p:nvSpPr>
          <p:spPr>
            <a:xfrm>
              <a:off x="4577915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66" name="pg2216">
              <a:extLst>
                <a:ext uri="{FF2B5EF4-FFF2-40B4-BE49-F238E27FC236}">
                  <a16:creationId xmlns:a16="http://schemas.microsoft.com/office/drawing/2014/main" id="{BA233AC8-0545-39BF-8E71-B739C7F86927}"/>
                </a:ext>
              </a:extLst>
            </p:cNvPr>
            <p:cNvSpPr/>
            <p:nvPr/>
          </p:nvSpPr>
          <p:spPr>
            <a:xfrm>
              <a:off x="4589552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67" name="pg2217">
              <a:extLst>
                <a:ext uri="{FF2B5EF4-FFF2-40B4-BE49-F238E27FC236}">
                  <a16:creationId xmlns:a16="http://schemas.microsoft.com/office/drawing/2014/main" id="{F46C7E6A-B657-A8D9-1269-53D8EF749D3F}"/>
                </a:ext>
              </a:extLst>
            </p:cNvPr>
            <p:cNvSpPr/>
            <p:nvPr/>
          </p:nvSpPr>
          <p:spPr>
            <a:xfrm>
              <a:off x="4601190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68" name="pg2218">
              <a:extLst>
                <a:ext uri="{FF2B5EF4-FFF2-40B4-BE49-F238E27FC236}">
                  <a16:creationId xmlns:a16="http://schemas.microsoft.com/office/drawing/2014/main" id="{28BB460E-5487-A119-9308-AE244605262C}"/>
                </a:ext>
              </a:extLst>
            </p:cNvPr>
            <p:cNvSpPr/>
            <p:nvPr/>
          </p:nvSpPr>
          <p:spPr>
            <a:xfrm>
              <a:off x="4543003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69" name="pg2219">
              <a:extLst>
                <a:ext uri="{FF2B5EF4-FFF2-40B4-BE49-F238E27FC236}">
                  <a16:creationId xmlns:a16="http://schemas.microsoft.com/office/drawing/2014/main" id="{ADAB2A1C-2C7E-80A9-E116-A62E44C1429F}"/>
                </a:ext>
              </a:extLst>
            </p:cNvPr>
            <p:cNvSpPr/>
            <p:nvPr/>
          </p:nvSpPr>
          <p:spPr>
            <a:xfrm>
              <a:off x="4554640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70" name="pg2220">
              <a:extLst>
                <a:ext uri="{FF2B5EF4-FFF2-40B4-BE49-F238E27FC236}">
                  <a16:creationId xmlns:a16="http://schemas.microsoft.com/office/drawing/2014/main" id="{4338A6B6-AE87-3B41-DAF6-EB980B69FF77}"/>
                </a:ext>
              </a:extLst>
            </p:cNvPr>
            <p:cNvSpPr/>
            <p:nvPr/>
          </p:nvSpPr>
          <p:spPr>
            <a:xfrm>
              <a:off x="4566278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71" name="pg2221">
              <a:extLst>
                <a:ext uri="{FF2B5EF4-FFF2-40B4-BE49-F238E27FC236}">
                  <a16:creationId xmlns:a16="http://schemas.microsoft.com/office/drawing/2014/main" id="{8C83FD4C-AD95-D494-1CB3-2CD358CDDE96}"/>
                </a:ext>
              </a:extLst>
            </p:cNvPr>
            <p:cNvSpPr/>
            <p:nvPr/>
          </p:nvSpPr>
          <p:spPr>
            <a:xfrm>
              <a:off x="4577915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72" name="pg2222">
              <a:extLst>
                <a:ext uri="{FF2B5EF4-FFF2-40B4-BE49-F238E27FC236}">
                  <a16:creationId xmlns:a16="http://schemas.microsoft.com/office/drawing/2014/main" id="{69177B71-0ED3-C263-19D1-BA9F956A7999}"/>
                </a:ext>
              </a:extLst>
            </p:cNvPr>
            <p:cNvSpPr/>
            <p:nvPr/>
          </p:nvSpPr>
          <p:spPr>
            <a:xfrm>
              <a:off x="4589552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73" name="pg2223">
              <a:extLst>
                <a:ext uri="{FF2B5EF4-FFF2-40B4-BE49-F238E27FC236}">
                  <a16:creationId xmlns:a16="http://schemas.microsoft.com/office/drawing/2014/main" id="{545911F6-5ADA-32C6-28CC-6416320004CB}"/>
                </a:ext>
              </a:extLst>
            </p:cNvPr>
            <p:cNvSpPr/>
            <p:nvPr/>
          </p:nvSpPr>
          <p:spPr>
            <a:xfrm>
              <a:off x="4601190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74" name="pg2224">
              <a:extLst>
                <a:ext uri="{FF2B5EF4-FFF2-40B4-BE49-F238E27FC236}">
                  <a16:creationId xmlns:a16="http://schemas.microsoft.com/office/drawing/2014/main" id="{2887E925-4064-3DBE-F165-3B4B69381305}"/>
                </a:ext>
              </a:extLst>
            </p:cNvPr>
            <p:cNvSpPr/>
            <p:nvPr/>
          </p:nvSpPr>
          <p:spPr>
            <a:xfrm>
              <a:off x="4543003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75" name="pg2225">
              <a:extLst>
                <a:ext uri="{FF2B5EF4-FFF2-40B4-BE49-F238E27FC236}">
                  <a16:creationId xmlns:a16="http://schemas.microsoft.com/office/drawing/2014/main" id="{B0FA91A7-1601-9807-C25A-F25976262344}"/>
                </a:ext>
              </a:extLst>
            </p:cNvPr>
            <p:cNvSpPr/>
            <p:nvPr/>
          </p:nvSpPr>
          <p:spPr>
            <a:xfrm>
              <a:off x="4554640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76" name="pg2226">
              <a:extLst>
                <a:ext uri="{FF2B5EF4-FFF2-40B4-BE49-F238E27FC236}">
                  <a16:creationId xmlns:a16="http://schemas.microsoft.com/office/drawing/2014/main" id="{FAAC426D-8ABA-2B30-7AF8-2A8C94956BD0}"/>
                </a:ext>
              </a:extLst>
            </p:cNvPr>
            <p:cNvSpPr/>
            <p:nvPr/>
          </p:nvSpPr>
          <p:spPr>
            <a:xfrm>
              <a:off x="4566278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77" name="pg2227">
              <a:extLst>
                <a:ext uri="{FF2B5EF4-FFF2-40B4-BE49-F238E27FC236}">
                  <a16:creationId xmlns:a16="http://schemas.microsoft.com/office/drawing/2014/main" id="{BE3E22E9-C380-6EB8-E813-1E01A996B4C3}"/>
                </a:ext>
              </a:extLst>
            </p:cNvPr>
            <p:cNvSpPr/>
            <p:nvPr/>
          </p:nvSpPr>
          <p:spPr>
            <a:xfrm>
              <a:off x="4577915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78" name="pg2228">
              <a:extLst>
                <a:ext uri="{FF2B5EF4-FFF2-40B4-BE49-F238E27FC236}">
                  <a16:creationId xmlns:a16="http://schemas.microsoft.com/office/drawing/2014/main" id="{6873D3CA-EA54-942E-DDB4-F3D4745186E4}"/>
                </a:ext>
              </a:extLst>
            </p:cNvPr>
            <p:cNvSpPr/>
            <p:nvPr/>
          </p:nvSpPr>
          <p:spPr>
            <a:xfrm>
              <a:off x="4589552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79" name="pg2229">
              <a:extLst>
                <a:ext uri="{FF2B5EF4-FFF2-40B4-BE49-F238E27FC236}">
                  <a16:creationId xmlns:a16="http://schemas.microsoft.com/office/drawing/2014/main" id="{159BC748-21A4-4ABF-86E4-40D656D5C235}"/>
                </a:ext>
              </a:extLst>
            </p:cNvPr>
            <p:cNvSpPr/>
            <p:nvPr/>
          </p:nvSpPr>
          <p:spPr>
            <a:xfrm>
              <a:off x="3856400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80" name="pg2230">
              <a:extLst>
                <a:ext uri="{FF2B5EF4-FFF2-40B4-BE49-F238E27FC236}">
                  <a16:creationId xmlns:a16="http://schemas.microsoft.com/office/drawing/2014/main" id="{4425A78B-77F1-C33C-7623-C9E3F723DFD8}"/>
                </a:ext>
              </a:extLst>
            </p:cNvPr>
            <p:cNvSpPr/>
            <p:nvPr/>
          </p:nvSpPr>
          <p:spPr>
            <a:xfrm>
              <a:off x="3868038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81" name="pg2231">
              <a:extLst>
                <a:ext uri="{FF2B5EF4-FFF2-40B4-BE49-F238E27FC236}">
                  <a16:creationId xmlns:a16="http://schemas.microsoft.com/office/drawing/2014/main" id="{429C024C-A486-A141-002D-A3B0CBB8CD88}"/>
                </a:ext>
              </a:extLst>
            </p:cNvPr>
            <p:cNvSpPr/>
            <p:nvPr/>
          </p:nvSpPr>
          <p:spPr>
            <a:xfrm>
              <a:off x="3879675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82" name="pg2232">
              <a:extLst>
                <a:ext uri="{FF2B5EF4-FFF2-40B4-BE49-F238E27FC236}">
                  <a16:creationId xmlns:a16="http://schemas.microsoft.com/office/drawing/2014/main" id="{2779007C-04A9-5E1A-0A26-E26843431442}"/>
                </a:ext>
              </a:extLst>
            </p:cNvPr>
            <p:cNvSpPr/>
            <p:nvPr/>
          </p:nvSpPr>
          <p:spPr>
            <a:xfrm>
              <a:off x="3891312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83" name="pg2233">
              <a:extLst>
                <a:ext uri="{FF2B5EF4-FFF2-40B4-BE49-F238E27FC236}">
                  <a16:creationId xmlns:a16="http://schemas.microsoft.com/office/drawing/2014/main" id="{C1A0DA3B-96B8-C4DE-6C2A-6EEDEC884407}"/>
                </a:ext>
              </a:extLst>
            </p:cNvPr>
            <p:cNvSpPr/>
            <p:nvPr/>
          </p:nvSpPr>
          <p:spPr>
            <a:xfrm>
              <a:off x="4543003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84" name="pg2234">
              <a:extLst>
                <a:ext uri="{FF2B5EF4-FFF2-40B4-BE49-F238E27FC236}">
                  <a16:creationId xmlns:a16="http://schemas.microsoft.com/office/drawing/2014/main" id="{FB91BC2D-FFA9-B90C-3149-067D253C9A10}"/>
                </a:ext>
              </a:extLst>
            </p:cNvPr>
            <p:cNvSpPr/>
            <p:nvPr/>
          </p:nvSpPr>
          <p:spPr>
            <a:xfrm>
              <a:off x="4554640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85" name="pg2235">
              <a:extLst>
                <a:ext uri="{FF2B5EF4-FFF2-40B4-BE49-F238E27FC236}">
                  <a16:creationId xmlns:a16="http://schemas.microsoft.com/office/drawing/2014/main" id="{1A2E9FF9-3125-BB6A-3EB9-92F934082DB1}"/>
                </a:ext>
              </a:extLst>
            </p:cNvPr>
            <p:cNvSpPr/>
            <p:nvPr/>
          </p:nvSpPr>
          <p:spPr>
            <a:xfrm>
              <a:off x="4566278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86" name="pg2236">
              <a:extLst>
                <a:ext uri="{FF2B5EF4-FFF2-40B4-BE49-F238E27FC236}">
                  <a16:creationId xmlns:a16="http://schemas.microsoft.com/office/drawing/2014/main" id="{01C293B3-AE71-2CC6-5480-C9E36AD86495}"/>
                </a:ext>
              </a:extLst>
            </p:cNvPr>
            <p:cNvSpPr/>
            <p:nvPr/>
          </p:nvSpPr>
          <p:spPr>
            <a:xfrm>
              <a:off x="4577915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87" name="pg2237">
              <a:extLst>
                <a:ext uri="{FF2B5EF4-FFF2-40B4-BE49-F238E27FC236}">
                  <a16:creationId xmlns:a16="http://schemas.microsoft.com/office/drawing/2014/main" id="{AE7148CB-3DB8-B5F7-3222-51FFF3806E32}"/>
                </a:ext>
              </a:extLst>
            </p:cNvPr>
            <p:cNvSpPr/>
            <p:nvPr/>
          </p:nvSpPr>
          <p:spPr>
            <a:xfrm>
              <a:off x="385640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88" name="pg2238">
              <a:extLst>
                <a:ext uri="{FF2B5EF4-FFF2-40B4-BE49-F238E27FC236}">
                  <a16:creationId xmlns:a16="http://schemas.microsoft.com/office/drawing/2014/main" id="{F1267C66-BA99-A290-CCDA-0F16F5C80D0E}"/>
                </a:ext>
              </a:extLst>
            </p:cNvPr>
            <p:cNvSpPr/>
            <p:nvPr/>
          </p:nvSpPr>
          <p:spPr>
            <a:xfrm>
              <a:off x="386803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89" name="pg2239">
              <a:extLst>
                <a:ext uri="{FF2B5EF4-FFF2-40B4-BE49-F238E27FC236}">
                  <a16:creationId xmlns:a16="http://schemas.microsoft.com/office/drawing/2014/main" id="{8DB39B3C-0FDB-3133-EFCB-88CAD178A055}"/>
                </a:ext>
              </a:extLst>
            </p:cNvPr>
            <p:cNvSpPr/>
            <p:nvPr/>
          </p:nvSpPr>
          <p:spPr>
            <a:xfrm>
              <a:off x="3879675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90" name="pg2240">
              <a:extLst>
                <a:ext uri="{FF2B5EF4-FFF2-40B4-BE49-F238E27FC236}">
                  <a16:creationId xmlns:a16="http://schemas.microsoft.com/office/drawing/2014/main" id="{933E908E-F135-FAC2-B060-608032CB63FF}"/>
                </a:ext>
              </a:extLst>
            </p:cNvPr>
            <p:cNvSpPr/>
            <p:nvPr/>
          </p:nvSpPr>
          <p:spPr>
            <a:xfrm>
              <a:off x="3891312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91" name="pg2241">
              <a:extLst>
                <a:ext uri="{FF2B5EF4-FFF2-40B4-BE49-F238E27FC236}">
                  <a16:creationId xmlns:a16="http://schemas.microsoft.com/office/drawing/2014/main" id="{4D674D49-AA2D-39A2-246C-68B1C38A0232}"/>
                </a:ext>
              </a:extLst>
            </p:cNvPr>
            <p:cNvSpPr/>
            <p:nvPr/>
          </p:nvSpPr>
          <p:spPr>
            <a:xfrm>
              <a:off x="390295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92" name="pg2242">
              <a:extLst>
                <a:ext uri="{FF2B5EF4-FFF2-40B4-BE49-F238E27FC236}">
                  <a16:creationId xmlns:a16="http://schemas.microsoft.com/office/drawing/2014/main" id="{8408E3EB-168E-A5B2-1CEB-6B71E434998F}"/>
                </a:ext>
              </a:extLst>
            </p:cNvPr>
            <p:cNvSpPr/>
            <p:nvPr/>
          </p:nvSpPr>
          <p:spPr>
            <a:xfrm>
              <a:off x="3949499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93" name="pg2243">
              <a:extLst>
                <a:ext uri="{FF2B5EF4-FFF2-40B4-BE49-F238E27FC236}">
                  <a16:creationId xmlns:a16="http://schemas.microsoft.com/office/drawing/2014/main" id="{880E81AE-D1DD-81F9-EBA7-3B85A76ECF96}"/>
                </a:ext>
              </a:extLst>
            </p:cNvPr>
            <p:cNvSpPr/>
            <p:nvPr/>
          </p:nvSpPr>
          <p:spPr>
            <a:xfrm>
              <a:off x="3961136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94" name="pg2244">
              <a:extLst>
                <a:ext uri="{FF2B5EF4-FFF2-40B4-BE49-F238E27FC236}">
                  <a16:creationId xmlns:a16="http://schemas.microsoft.com/office/drawing/2014/main" id="{8DB5DC63-DEF7-28EB-2E09-0D2700537F17}"/>
                </a:ext>
              </a:extLst>
            </p:cNvPr>
            <p:cNvSpPr/>
            <p:nvPr/>
          </p:nvSpPr>
          <p:spPr>
            <a:xfrm>
              <a:off x="3972774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95" name="pg2245">
              <a:extLst>
                <a:ext uri="{FF2B5EF4-FFF2-40B4-BE49-F238E27FC236}">
                  <a16:creationId xmlns:a16="http://schemas.microsoft.com/office/drawing/2014/main" id="{CF3F6DCE-29C8-5574-8FE6-F377B3E8776A}"/>
                </a:ext>
              </a:extLst>
            </p:cNvPr>
            <p:cNvSpPr/>
            <p:nvPr/>
          </p:nvSpPr>
          <p:spPr>
            <a:xfrm>
              <a:off x="3984411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96" name="pg2246">
              <a:extLst>
                <a:ext uri="{FF2B5EF4-FFF2-40B4-BE49-F238E27FC236}">
                  <a16:creationId xmlns:a16="http://schemas.microsoft.com/office/drawing/2014/main" id="{290624CE-2C43-73B8-87ED-6A398ECE4856}"/>
                </a:ext>
              </a:extLst>
            </p:cNvPr>
            <p:cNvSpPr/>
            <p:nvPr/>
          </p:nvSpPr>
          <p:spPr>
            <a:xfrm>
              <a:off x="399604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97" name="pg2247">
              <a:extLst>
                <a:ext uri="{FF2B5EF4-FFF2-40B4-BE49-F238E27FC236}">
                  <a16:creationId xmlns:a16="http://schemas.microsoft.com/office/drawing/2014/main" id="{F6DB79D8-B75E-8B02-D038-9382E3CD2997}"/>
                </a:ext>
              </a:extLst>
            </p:cNvPr>
            <p:cNvSpPr/>
            <p:nvPr/>
          </p:nvSpPr>
          <p:spPr>
            <a:xfrm>
              <a:off x="4543003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98" name="pg2248">
              <a:extLst>
                <a:ext uri="{FF2B5EF4-FFF2-40B4-BE49-F238E27FC236}">
                  <a16:creationId xmlns:a16="http://schemas.microsoft.com/office/drawing/2014/main" id="{B9201898-047F-7B63-8C83-67679FFF3F85}"/>
                </a:ext>
              </a:extLst>
            </p:cNvPr>
            <p:cNvSpPr/>
            <p:nvPr/>
          </p:nvSpPr>
          <p:spPr>
            <a:xfrm>
              <a:off x="455464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99" name="pg2249">
              <a:extLst>
                <a:ext uri="{FF2B5EF4-FFF2-40B4-BE49-F238E27FC236}">
                  <a16:creationId xmlns:a16="http://schemas.microsoft.com/office/drawing/2014/main" id="{3A80C674-28DA-1083-B43D-52D29E2137C2}"/>
                </a:ext>
              </a:extLst>
            </p:cNvPr>
            <p:cNvSpPr/>
            <p:nvPr/>
          </p:nvSpPr>
          <p:spPr>
            <a:xfrm>
              <a:off x="456627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00" name="pg2250">
              <a:extLst>
                <a:ext uri="{FF2B5EF4-FFF2-40B4-BE49-F238E27FC236}">
                  <a16:creationId xmlns:a16="http://schemas.microsoft.com/office/drawing/2014/main" id="{7359A8CC-71A4-9B04-EF9E-92D5B4710389}"/>
                </a:ext>
              </a:extLst>
            </p:cNvPr>
            <p:cNvSpPr/>
            <p:nvPr/>
          </p:nvSpPr>
          <p:spPr>
            <a:xfrm>
              <a:off x="4577915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01" name="pg2251">
              <a:extLst>
                <a:ext uri="{FF2B5EF4-FFF2-40B4-BE49-F238E27FC236}">
                  <a16:creationId xmlns:a16="http://schemas.microsoft.com/office/drawing/2014/main" id="{2760C806-FDF3-F5E0-D8C5-C97F3478CD59}"/>
                </a:ext>
              </a:extLst>
            </p:cNvPr>
            <p:cNvSpPr/>
            <p:nvPr/>
          </p:nvSpPr>
          <p:spPr>
            <a:xfrm>
              <a:off x="4589552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02" name="pg2252">
              <a:extLst>
                <a:ext uri="{FF2B5EF4-FFF2-40B4-BE49-F238E27FC236}">
                  <a16:creationId xmlns:a16="http://schemas.microsoft.com/office/drawing/2014/main" id="{4D9ACAAD-231E-4A7D-5BC5-A2BFE9C94CE1}"/>
                </a:ext>
              </a:extLst>
            </p:cNvPr>
            <p:cNvSpPr/>
            <p:nvPr/>
          </p:nvSpPr>
          <p:spPr>
            <a:xfrm>
              <a:off x="3774939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03" name="pg2253">
              <a:extLst>
                <a:ext uri="{FF2B5EF4-FFF2-40B4-BE49-F238E27FC236}">
                  <a16:creationId xmlns:a16="http://schemas.microsoft.com/office/drawing/2014/main" id="{A04A2C0C-57F7-1C89-EDFF-1EAC0BC4351B}"/>
                </a:ext>
              </a:extLst>
            </p:cNvPr>
            <p:cNvSpPr/>
            <p:nvPr/>
          </p:nvSpPr>
          <p:spPr>
            <a:xfrm>
              <a:off x="378657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04" name="pg2254">
              <a:extLst>
                <a:ext uri="{FF2B5EF4-FFF2-40B4-BE49-F238E27FC236}">
                  <a16:creationId xmlns:a16="http://schemas.microsoft.com/office/drawing/2014/main" id="{AF517679-B898-E8E3-7B02-3F94450BA88C}"/>
                </a:ext>
              </a:extLst>
            </p:cNvPr>
            <p:cNvSpPr/>
            <p:nvPr/>
          </p:nvSpPr>
          <p:spPr>
            <a:xfrm>
              <a:off x="384476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05" name="pg2255">
              <a:extLst>
                <a:ext uri="{FF2B5EF4-FFF2-40B4-BE49-F238E27FC236}">
                  <a16:creationId xmlns:a16="http://schemas.microsoft.com/office/drawing/2014/main" id="{A172DB24-C186-8EC2-FEC6-2B55F903B461}"/>
                </a:ext>
              </a:extLst>
            </p:cNvPr>
            <p:cNvSpPr/>
            <p:nvPr/>
          </p:nvSpPr>
          <p:spPr>
            <a:xfrm>
              <a:off x="385640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06" name="pg2256">
              <a:extLst>
                <a:ext uri="{FF2B5EF4-FFF2-40B4-BE49-F238E27FC236}">
                  <a16:creationId xmlns:a16="http://schemas.microsoft.com/office/drawing/2014/main" id="{93DEC68D-8F89-981B-412D-0EB31AAF2B9B}"/>
                </a:ext>
              </a:extLst>
            </p:cNvPr>
            <p:cNvSpPr/>
            <p:nvPr/>
          </p:nvSpPr>
          <p:spPr>
            <a:xfrm>
              <a:off x="386803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07" name="pg2257">
              <a:extLst>
                <a:ext uri="{FF2B5EF4-FFF2-40B4-BE49-F238E27FC236}">
                  <a16:creationId xmlns:a16="http://schemas.microsoft.com/office/drawing/2014/main" id="{F249CD4B-F30B-8566-2817-8E5ED38C14B4}"/>
                </a:ext>
              </a:extLst>
            </p:cNvPr>
            <p:cNvSpPr/>
            <p:nvPr/>
          </p:nvSpPr>
          <p:spPr>
            <a:xfrm>
              <a:off x="387967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08" name="pg2258">
              <a:extLst>
                <a:ext uri="{FF2B5EF4-FFF2-40B4-BE49-F238E27FC236}">
                  <a16:creationId xmlns:a16="http://schemas.microsoft.com/office/drawing/2014/main" id="{C04AFC1F-0AE3-3FD7-CE57-FCEFCE73FD8C}"/>
                </a:ext>
              </a:extLst>
            </p:cNvPr>
            <p:cNvSpPr/>
            <p:nvPr/>
          </p:nvSpPr>
          <p:spPr>
            <a:xfrm>
              <a:off x="389131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09" name="pg2259">
              <a:extLst>
                <a:ext uri="{FF2B5EF4-FFF2-40B4-BE49-F238E27FC236}">
                  <a16:creationId xmlns:a16="http://schemas.microsoft.com/office/drawing/2014/main" id="{E7C6A9C0-1839-8D04-3E51-A25D14A2F3C5}"/>
                </a:ext>
              </a:extLst>
            </p:cNvPr>
            <p:cNvSpPr/>
            <p:nvPr/>
          </p:nvSpPr>
          <p:spPr>
            <a:xfrm>
              <a:off x="390295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10" name="pg2260">
              <a:extLst>
                <a:ext uri="{FF2B5EF4-FFF2-40B4-BE49-F238E27FC236}">
                  <a16:creationId xmlns:a16="http://schemas.microsoft.com/office/drawing/2014/main" id="{745091AC-211D-9E15-FD72-A353C91EFA36}"/>
                </a:ext>
              </a:extLst>
            </p:cNvPr>
            <p:cNvSpPr/>
            <p:nvPr/>
          </p:nvSpPr>
          <p:spPr>
            <a:xfrm>
              <a:off x="3949499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11" name="pg2261">
              <a:extLst>
                <a:ext uri="{FF2B5EF4-FFF2-40B4-BE49-F238E27FC236}">
                  <a16:creationId xmlns:a16="http://schemas.microsoft.com/office/drawing/2014/main" id="{27D0A2A6-E650-D216-CB14-478E03988075}"/>
                </a:ext>
              </a:extLst>
            </p:cNvPr>
            <p:cNvSpPr/>
            <p:nvPr/>
          </p:nvSpPr>
          <p:spPr>
            <a:xfrm>
              <a:off x="396113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12" name="pg2262">
              <a:extLst>
                <a:ext uri="{FF2B5EF4-FFF2-40B4-BE49-F238E27FC236}">
                  <a16:creationId xmlns:a16="http://schemas.microsoft.com/office/drawing/2014/main" id="{105BAFC6-476E-2F20-62E3-441C25BACBAC}"/>
                </a:ext>
              </a:extLst>
            </p:cNvPr>
            <p:cNvSpPr/>
            <p:nvPr/>
          </p:nvSpPr>
          <p:spPr>
            <a:xfrm>
              <a:off x="3972774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13" name="pg2263">
              <a:extLst>
                <a:ext uri="{FF2B5EF4-FFF2-40B4-BE49-F238E27FC236}">
                  <a16:creationId xmlns:a16="http://schemas.microsoft.com/office/drawing/2014/main" id="{898F47A9-1AEC-BB06-3FE2-5A2503DA4376}"/>
                </a:ext>
              </a:extLst>
            </p:cNvPr>
            <p:cNvSpPr/>
            <p:nvPr/>
          </p:nvSpPr>
          <p:spPr>
            <a:xfrm>
              <a:off x="3984411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14" name="pg2264">
              <a:extLst>
                <a:ext uri="{FF2B5EF4-FFF2-40B4-BE49-F238E27FC236}">
                  <a16:creationId xmlns:a16="http://schemas.microsoft.com/office/drawing/2014/main" id="{D3D0E142-74CA-42A2-7C31-A3B223CB053E}"/>
                </a:ext>
              </a:extLst>
            </p:cNvPr>
            <p:cNvSpPr/>
            <p:nvPr/>
          </p:nvSpPr>
          <p:spPr>
            <a:xfrm>
              <a:off x="399604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15" name="pg2265">
              <a:extLst>
                <a:ext uri="{FF2B5EF4-FFF2-40B4-BE49-F238E27FC236}">
                  <a16:creationId xmlns:a16="http://schemas.microsoft.com/office/drawing/2014/main" id="{FB4C10FF-38D2-EAEA-E796-6D86078583FE}"/>
                </a:ext>
              </a:extLst>
            </p:cNvPr>
            <p:cNvSpPr/>
            <p:nvPr/>
          </p:nvSpPr>
          <p:spPr>
            <a:xfrm>
              <a:off x="400768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16" name="pg2266">
              <a:extLst>
                <a:ext uri="{FF2B5EF4-FFF2-40B4-BE49-F238E27FC236}">
                  <a16:creationId xmlns:a16="http://schemas.microsoft.com/office/drawing/2014/main" id="{D0CDD4D2-B59E-CC16-2FC9-9063B1B95515}"/>
                </a:ext>
              </a:extLst>
            </p:cNvPr>
            <p:cNvSpPr/>
            <p:nvPr/>
          </p:nvSpPr>
          <p:spPr>
            <a:xfrm>
              <a:off x="401932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17" name="pg2267">
              <a:extLst>
                <a:ext uri="{FF2B5EF4-FFF2-40B4-BE49-F238E27FC236}">
                  <a16:creationId xmlns:a16="http://schemas.microsoft.com/office/drawing/2014/main" id="{5DA23F9F-510A-8C21-3617-1DF458DEDE59}"/>
                </a:ext>
              </a:extLst>
            </p:cNvPr>
            <p:cNvSpPr/>
            <p:nvPr/>
          </p:nvSpPr>
          <p:spPr>
            <a:xfrm>
              <a:off x="403096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18" name="pg2268">
              <a:extLst>
                <a:ext uri="{FF2B5EF4-FFF2-40B4-BE49-F238E27FC236}">
                  <a16:creationId xmlns:a16="http://schemas.microsoft.com/office/drawing/2014/main" id="{DABDAEDA-5979-21B5-8526-F550D30B7424}"/>
                </a:ext>
              </a:extLst>
            </p:cNvPr>
            <p:cNvSpPr/>
            <p:nvPr/>
          </p:nvSpPr>
          <p:spPr>
            <a:xfrm>
              <a:off x="404259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19" name="pg2269">
              <a:extLst>
                <a:ext uri="{FF2B5EF4-FFF2-40B4-BE49-F238E27FC236}">
                  <a16:creationId xmlns:a16="http://schemas.microsoft.com/office/drawing/2014/main" id="{E3D6D156-4CB6-0489-6416-2F47047DADEF}"/>
                </a:ext>
              </a:extLst>
            </p:cNvPr>
            <p:cNvSpPr/>
            <p:nvPr/>
          </p:nvSpPr>
          <p:spPr>
            <a:xfrm>
              <a:off x="405423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20" name="pg2270">
              <a:extLst>
                <a:ext uri="{FF2B5EF4-FFF2-40B4-BE49-F238E27FC236}">
                  <a16:creationId xmlns:a16="http://schemas.microsoft.com/office/drawing/2014/main" id="{D09FB5D0-B68C-F6AE-4A40-C744F8A108D5}"/>
                </a:ext>
              </a:extLst>
            </p:cNvPr>
            <p:cNvSpPr/>
            <p:nvPr/>
          </p:nvSpPr>
          <p:spPr>
            <a:xfrm>
              <a:off x="406587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21" name="pg2271">
              <a:extLst>
                <a:ext uri="{FF2B5EF4-FFF2-40B4-BE49-F238E27FC236}">
                  <a16:creationId xmlns:a16="http://schemas.microsoft.com/office/drawing/2014/main" id="{0C1E36CA-DFEA-45A8-7688-FBA7333DCA72}"/>
                </a:ext>
              </a:extLst>
            </p:cNvPr>
            <p:cNvSpPr/>
            <p:nvPr/>
          </p:nvSpPr>
          <p:spPr>
            <a:xfrm>
              <a:off x="407751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22" name="pg2272">
              <a:extLst>
                <a:ext uri="{FF2B5EF4-FFF2-40B4-BE49-F238E27FC236}">
                  <a16:creationId xmlns:a16="http://schemas.microsoft.com/office/drawing/2014/main" id="{5D2C94E5-11FC-9AD8-3C30-796DE5EA2857}"/>
                </a:ext>
              </a:extLst>
            </p:cNvPr>
            <p:cNvSpPr/>
            <p:nvPr/>
          </p:nvSpPr>
          <p:spPr>
            <a:xfrm>
              <a:off x="454300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23" name="pg2273">
              <a:extLst>
                <a:ext uri="{FF2B5EF4-FFF2-40B4-BE49-F238E27FC236}">
                  <a16:creationId xmlns:a16="http://schemas.microsoft.com/office/drawing/2014/main" id="{4508B2FB-A078-5D23-B7A9-5F00B6F100CA}"/>
                </a:ext>
              </a:extLst>
            </p:cNvPr>
            <p:cNvSpPr/>
            <p:nvPr/>
          </p:nvSpPr>
          <p:spPr>
            <a:xfrm>
              <a:off x="455464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24" name="pg2274">
              <a:extLst>
                <a:ext uri="{FF2B5EF4-FFF2-40B4-BE49-F238E27FC236}">
                  <a16:creationId xmlns:a16="http://schemas.microsoft.com/office/drawing/2014/main" id="{348F23BA-AB86-652D-F6E3-BB03BAFA70DE}"/>
                </a:ext>
              </a:extLst>
            </p:cNvPr>
            <p:cNvSpPr/>
            <p:nvPr/>
          </p:nvSpPr>
          <p:spPr>
            <a:xfrm>
              <a:off x="456627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25" name="pg2275">
              <a:extLst>
                <a:ext uri="{FF2B5EF4-FFF2-40B4-BE49-F238E27FC236}">
                  <a16:creationId xmlns:a16="http://schemas.microsoft.com/office/drawing/2014/main" id="{76F94BD2-9224-EFC6-5537-9C8596487DDB}"/>
                </a:ext>
              </a:extLst>
            </p:cNvPr>
            <p:cNvSpPr/>
            <p:nvPr/>
          </p:nvSpPr>
          <p:spPr>
            <a:xfrm>
              <a:off x="457791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26" name="pg2276">
              <a:extLst>
                <a:ext uri="{FF2B5EF4-FFF2-40B4-BE49-F238E27FC236}">
                  <a16:creationId xmlns:a16="http://schemas.microsoft.com/office/drawing/2014/main" id="{3FC58640-2DE4-4E5F-6432-C63E24AA833F}"/>
                </a:ext>
              </a:extLst>
            </p:cNvPr>
            <p:cNvSpPr/>
            <p:nvPr/>
          </p:nvSpPr>
          <p:spPr>
            <a:xfrm>
              <a:off x="458955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27" name="pg2277">
              <a:extLst>
                <a:ext uri="{FF2B5EF4-FFF2-40B4-BE49-F238E27FC236}">
                  <a16:creationId xmlns:a16="http://schemas.microsoft.com/office/drawing/2014/main" id="{2D070797-925B-5AAD-2C06-CF8286361349}"/>
                </a:ext>
              </a:extLst>
            </p:cNvPr>
            <p:cNvSpPr/>
            <p:nvPr/>
          </p:nvSpPr>
          <p:spPr>
            <a:xfrm>
              <a:off x="362365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28" name="pg2278">
              <a:extLst>
                <a:ext uri="{FF2B5EF4-FFF2-40B4-BE49-F238E27FC236}">
                  <a16:creationId xmlns:a16="http://schemas.microsoft.com/office/drawing/2014/main" id="{CE2B15E8-2E07-5B37-FCAA-5698054D42FA}"/>
                </a:ext>
              </a:extLst>
            </p:cNvPr>
            <p:cNvSpPr/>
            <p:nvPr/>
          </p:nvSpPr>
          <p:spPr>
            <a:xfrm>
              <a:off x="363529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29" name="pg2279">
              <a:extLst>
                <a:ext uri="{FF2B5EF4-FFF2-40B4-BE49-F238E27FC236}">
                  <a16:creationId xmlns:a16="http://schemas.microsoft.com/office/drawing/2014/main" id="{50585C98-6D13-50D5-2E39-1DBFC0C1854D}"/>
                </a:ext>
              </a:extLst>
            </p:cNvPr>
            <p:cNvSpPr/>
            <p:nvPr/>
          </p:nvSpPr>
          <p:spPr>
            <a:xfrm>
              <a:off x="364692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30" name="pg2280">
              <a:extLst>
                <a:ext uri="{FF2B5EF4-FFF2-40B4-BE49-F238E27FC236}">
                  <a16:creationId xmlns:a16="http://schemas.microsoft.com/office/drawing/2014/main" id="{A92D4AE0-BB43-33A6-392B-1ACF6E93EF7A}"/>
                </a:ext>
              </a:extLst>
            </p:cNvPr>
            <p:cNvSpPr/>
            <p:nvPr/>
          </p:nvSpPr>
          <p:spPr>
            <a:xfrm>
              <a:off x="365856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31" name="pg2281">
              <a:extLst>
                <a:ext uri="{FF2B5EF4-FFF2-40B4-BE49-F238E27FC236}">
                  <a16:creationId xmlns:a16="http://schemas.microsoft.com/office/drawing/2014/main" id="{2E94A3F4-7D40-764D-0544-39A91112F05E}"/>
                </a:ext>
              </a:extLst>
            </p:cNvPr>
            <p:cNvSpPr/>
            <p:nvPr/>
          </p:nvSpPr>
          <p:spPr>
            <a:xfrm>
              <a:off x="367020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32" name="pg2282">
              <a:extLst>
                <a:ext uri="{FF2B5EF4-FFF2-40B4-BE49-F238E27FC236}">
                  <a16:creationId xmlns:a16="http://schemas.microsoft.com/office/drawing/2014/main" id="{0A77EA5E-C357-BB1F-D5CD-97CDEE66088F}"/>
                </a:ext>
              </a:extLst>
            </p:cNvPr>
            <p:cNvSpPr/>
            <p:nvPr/>
          </p:nvSpPr>
          <p:spPr>
            <a:xfrm>
              <a:off x="372839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33" name="pg2283">
              <a:extLst>
                <a:ext uri="{FF2B5EF4-FFF2-40B4-BE49-F238E27FC236}">
                  <a16:creationId xmlns:a16="http://schemas.microsoft.com/office/drawing/2014/main" id="{5AEB71F4-2816-E8B2-F541-8D07964F75D4}"/>
                </a:ext>
              </a:extLst>
            </p:cNvPr>
            <p:cNvSpPr/>
            <p:nvPr/>
          </p:nvSpPr>
          <p:spPr>
            <a:xfrm>
              <a:off x="374002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34" name="pg2284">
              <a:extLst>
                <a:ext uri="{FF2B5EF4-FFF2-40B4-BE49-F238E27FC236}">
                  <a16:creationId xmlns:a16="http://schemas.microsoft.com/office/drawing/2014/main" id="{2CE15357-F249-5225-AC19-E76155D0CEAC}"/>
                </a:ext>
              </a:extLst>
            </p:cNvPr>
            <p:cNvSpPr/>
            <p:nvPr/>
          </p:nvSpPr>
          <p:spPr>
            <a:xfrm>
              <a:off x="375166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35" name="pg2285">
              <a:extLst>
                <a:ext uri="{FF2B5EF4-FFF2-40B4-BE49-F238E27FC236}">
                  <a16:creationId xmlns:a16="http://schemas.microsoft.com/office/drawing/2014/main" id="{59681B2A-7548-0990-4F0F-34A339ACCB52}"/>
                </a:ext>
              </a:extLst>
            </p:cNvPr>
            <p:cNvSpPr/>
            <p:nvPr/>
          </p:nvSpPr>
          <p:spPr>
            <a:xfrm>
              <a:off x="376330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36" name="pg2286">
              <a:extLst>
                <a:ext uri="{FF2B5EF4-FFF2-40B4-BE49-F238E27FC236}">
                  <a16:creationId xmlns:a16="http://schemas.microsoft.com/office/drawing/2014/main" id="{20AC44F4-84C1-AFD8-E487-975BBD5FAE9C}"/>
                </a:ext>
              </a:extLst>
            </p:cNvPr>
            <p:cNvSpPr/>
            <p:nvPr/>
          </p:nvSpPr>
          <p:spPr>
            <a:xfrm>
              <a:off x="377493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37" name="pg2287">
              <a:extLst>
                <a:ext uri="{FF2B5EF4-FFF2-40B4-BE49-F238E27FC236}">
                  <a16:creationId xmlns:a16="http://schemas.microsoft.com/office/drawing/2014/main" id="{7B12E1EC-0595-B7FA-F1E1-0B37E4CB71C4}"/>
                </a:ext>
              </a:extLst>
            </p:cNvPr>
            <p:cNvSpPr/>
            <p:nvPr/>
          </p:nvSpPr>
          <p:spPr>
            <a:xfrm>
              <a:off x="378657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38" name="pg2288">
              <a:extLst>
                <a:ext uri="{FF2B5EF4-FFF2-40B4-BE49-F238E27FC236}">
                  <a16:creationId xmlns:a16="http://schemas.microsoft.com/office/drawing/2014/main" id="{D76B126C-D5FD-BDCB-C617-D31CFA102810}"/>
                </a:ext>
              </a:extLst>
            </p:cNvPr>
            <p:cNvSpPr/>
            <p:nvPr/>
          </p:nvSpPr>
          <p:spPr>
            <a:xfrm>
              <a:off x="379821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39" name="pg2289">
              <a:extLst>
                <a:ext uri="{FF2B5EF4-FFF2-40B4-BE49-F238E27FC236}">
                  <a16:creationId xmlns:a16="http://schemas.microsoft.com/office/drawing/2014/main" id="{2E8EFA4C-E1D1-520A-84DE-B637217B582A}"/>
                </a:ext>
              </a:extLst>
            </p:cNvPr>
            <p:cNvSpPr/>
            <p:nvPr/>
          </p:nvSpPr>
          <p:spPr>
            <a:xfrm>
              <a:off x="380985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40" name="pg2290">
              <a:extLst>
                <a:ext uri="{FF2B5EF4-FFF2-40B4-BE49-F238E27FC236}">
                  <a16:creationId xmlns:a16="http://schemas.microsoft.com/office/drawing/2014/main" id="{36117358-4863-C34F-22E7-E2ECD995262F}"/>
                </a:ext>
              </a:extLst>
            </p:cNvPr>
            <p:cNvSpPr/>
            <p:nvPr/>
          </p:nvSpPr>
          <p:spPr>
            <a:xfrm>
              <a:off x="382148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41" name="pg2291">
              <a:extLst>
                <a:ext uri="{FF2B5EF4-FFF2-40B4-BE49-F238E27FC236}">
                  <a16:creationId xmlns:a16="http://schemas.microsoft.com/office/drawing/2014/main" id="{98F03A35-AF1C-D2A0-F962-26EDF3C23AEC}"/>
                </a:ext>
              </a:extLst>
            </p:cNvPr>
            <p:cNvSpPr/>
            <p:nvPr/>
          </p:nvSpPr>
          <p:spPr>
            <a:xfrm>
              <a:off x="383312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42" name="pg2292">
              <a:extLst>
                <a:ext uri="{FF2B5EF4-FFF2-40B4-BE49-F238E27FC236}">
                  <a16:creationId xmlns:a16="http://schemas.microsoft.com/office/drawing/2014/main" id="{C4F776F2-6EB4-E3E6-48A0-C1C5EE2B6868}"/>
                </a:ext>
              </a:extLst>
            </p:cNvPr>
            <p:cNvSpPr/>
            <p:nvPr/>
          </p:nvSpPr>
          <p:spPr>
            <a:xfrm>
              <a:off x="384476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43" name="pg2293">
              <a:extLst>
                <a:ext uri="{FF2B5EF4-FFF2-40B4-BE49-F238E27FC236}">
                  <a16:creationId xmlns:a16="http://schemas.microsoft.com/office/drawing/2014/main" id="{A19F8A67-0D68-1584-9A79-76546899E4D0}"/>
                </a:ext>
              </a:extLst>
            </p:cNvPr>
            <p:cNvSpPr/>
            <p:nvPr/>
          </p:nvSpPr>
          <p:spPr>
            <a:xfrm>
              <a:off x="385640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44" name="pg2294">
              <a:extLst>
                <a:ext uri="{FF2B5EF4-FFF2-40B4-BE49-F238E27FC236}">
                  <a16:creationId xmlns:a16="http://schemas.microsoft.com/office/drawing/2014/main" id="{AE88D9BB-5DFC-3787-D4B1-D55206D981F7}"/>
                </a:ext>
              </a:extLst>
            </p:cNvPr>
            <p:cNvSpPr/>
            <p:nvPr/>
          </p:nvSpPr>
          <p:spPr>
            <a:xfrm>
              <a:off x="386803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45" name="pg2295">
              <a:extLst>
                <a:ext uri="{FF2B5EF4-FFF2-40B4-BE49-F238E27FC236}">
                  <a16:creationId xmlns:a16="http://schemas.microsoft.com/office/drawing/2014/main" id="{DC9FD3AA-6D31-820A-7C76-AD27DED04107}"/>
                </a:ext>
              </a:extLst>
            </p:cNvPr>
            <p:cNvSpPr/>
            <p:nvPr/>
          </p:nvSpPr>
          <p:spPr>
            <a:xfrm>
              <a:off x="387967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46" name="pg2296">
              <a:extLst>
                <a:ext uri="{FF2B5EF4-FFF2-40B4-BE49-F238E27FC236}">
                  <a16:creationId xmlns:a16="http://schemas.microsoft.com/office/drawing/2014/main" id="{51C5ACAC-4FFE-B7C0-43BE-B7FE4755CA6D}"/>
                </a:ext>
              </a:extLst>
            </p:cNvPr>
            <p:cNvSpPr/>
            <p:nvPr/>
          </p:nvSpPr>
          <p:spPr>
            <a:xfrm>
              <a:off x="389131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47" name="pg2297">
              <a:extLst>
                <a:ext uri="{FF2B5EF4-FFF2-40B4-BE49-F238E27FC236}">
                  <a16:creationId xmlns:a16="http://schemas.microsoft.com/office/drawing/2014/main" id="{FE70589B-0868-BFF7-6CE3-E92D2B891C8D}"/>
                </a:ext>
              </a:extLst>
            </p:cNvPr>
            <p:cNvSpPr/>
            <p:nvPr/>
          </p:nvSpPr>
          <p:spPr>
            <a:xfrm>
              <a:off x="390295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48" name="pg2298">
              <a:extLst>
                <a:ext uri="{FF2B5EF4-FFF2-40B4-BE49-F238E27FC236}">
                  <a16:creationId xmlns:a16="http://schemas.microsoft.com/office/drawing/2014/main" id="{420C6600-425F-7BA3-9343-226FFBBB1CFF}"/>
                </a:ext>
              </a:extLst>
            </p:cNvPr>
            <p:cNvSpPr/>
            <p:nvPr/>
          </p:nvSpPr>
          <p:spPr>
            <a:xfrm>
              <a:off x="391458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49" name="pg2299">
              <a:extLst>
                <a:ext uri="{FF2B5EF4-FFF2-40B4-BE49-F238E27FC236}">
                  <a16:creationId xmlns:a16="http://schemas.microsoft.com/office/drawing/2014/main" id="{32A49E8D-05A5-A8B6-1291-FA0AF394888E}"/>
                </a:ext>
              </a:extLst>
            </p:cNvPr>
            <p:cNvSpPr/>
            <p:nvPr/>
          </p:nvSpPr>
          <p:spPr>
            <a:xfrm>
              <a:off x="392622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50" name="pg2300">
              <a:extLst>
                <a:ext uri="{FF2B5EF4-FFF2-40B4-BE49-F238E27FC236}">
                  <a16:creationId xmlns:a16="http://schemas.microsoft.com/office/drawing/2014/main" id="{A4A4A28D-CA8A-1D22-8CDD-A2FA487BB688}"/>
                </a:ext>
              </a:extLst>
            </p:cNvPr>
            <p:cNvSpPr/>
            <p:nvPr/>
          </p:nvSpPr>
          <p:spPr>
            <a:xfrm>
              <a:off x="393786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51" name="pg2301">
              <a:extLst>
                <a:ext uri="{FF2B5EF4-FFF2-40B4-BE49-F238E27FC236}">
                  <a16:creationId xmlns:a16="http://schemas.microsoft.com/office/drawing/2014/main" id="{18AD0B9F-1833-57D8-D7B1-1684045C4E37}"/>
                </a:ext>
              </a:extLst>
            </p:cNvPr>
            <p:cNvSpPr/>
            <p:nvPr/>
          </p:nvSpPr>
          <p:spPr>
            <a:xfrm>
              <a:off x="394949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52" name="pg2302">
              <a:extLst>
                <a:ext uri="{FF2B5EF4-FFF2-40B4-BE49-F238E27FC236}">
                  <a16:creationId xmlns:a16="http://schemas.microsoft.com/office/drawing/2014/main" id="{67D3BB0C-54D6-C2E5-320F-88E6184692A7}"/>
                </a:ext>
              </a:extLst>
            </p:cNvPr>
            <p:cNvSpPr/>
            <p:nvPr/>
          </p:nvSpPr>
          <p:spPr>
            <a:xfrm>
              <a:off x="396113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53" name="pg2303">
              <a:extLst>
                <a:ext uri="{FF2B5EF4-FFF2-40B4-BE49-F238E27FC236}">
                  <a16:creationId xmlns:a16="http://schemas.microsoft.com/office/drawing/2014/main" id="{34AF7D82-AD5E-A527-5513-84C711A7CF06}"/>
                </a:ext>
              </a:extLst>
            </p:cNvPr>
            <p:cNvSpPr/>
            <p:nvPr/>
          </p:nvSpPr>
          <p:spPr>
            <a:xfrm>
              <a:off x="397277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54" name="pg2304">
              <a:extLst>
                <a:ext uri="{FF2B5EF4-FFF2-40B4-BE49-F238E27FC236}">
                  <a16:creationId xmlns:a16="http://schemas.microsoft.com/office/drawing/2014/main" id="{082B764B-881D-322B-9DF9-622BA7EDB41C}"/>
                </a:ext>
              </a:extLst>
            </p:cNvPr>
            <p:cNvSpPr/>
            <p:nvPr/>
          </p:nvSpPr>
          <p:spPr>
            <a:xfrm>
              <a:off x="398441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55" name="pg2305">
              <a:extLst>
                <a:ext uri="{FF2B5EF4-FFF2-40B4-BE49-F238E27FC236}">
                  <a16:creationId xmlns:a16="http://schemas.microsoft.com/office/drawing/2014/main" id="{6E2D8422-D6D2-C93E-F14E-1BE2199AD14F}"/>
                </a:ext>
              </a:extLst>
            </p:cNvPr>
            <p:cNvSpPr/>
            <p:nvPr/>
          </p:nvSpPr>
          <p:spPr>
            <a:xfrm>
              <a:off x="399604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56" name="pg2306">
              <a:extLst>
                <a:ext uri="{FF2B5EF4-FFF2-40B4-BE49-F238E27FC236}">
                  <a16:creationId xmlns:a16="http://schemas.microsoft.com/office/drawing/2014/main" id="{7C8EBD28-B668-3DA9-5CC9-7461C11233AF}"/>
                </a:ext>
              </a:extLst>
            </p:cNvPr>
            <p:cNvSpPr/>
            <p:nvPr/>
          </p:nvSpPr>
          <p:spPr>
            <a:xfrm>
              <a:off x="400768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57" name="pg2307">
              <a:extLst>
                <a:ext uri="{FF2B5EF4-FFF2-40B4-BE49-F238E27FC236}">
                  <a16:creationId xmlns:a16="http://schemas.microsoft.com/office/drawing/2014/main" id="{E5928131-BEF9-E086-E4F6-01B5E6094572}"/>
                </a:ext>
              </a:extLst>
            </p:cNvPr>
            <p:cNvSpPr/>
            <p:nvPr/>
          </p:nvSpPr>
          <p:spPr>
            <a:xfrm>
              <a:off x="401932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58" name="pg2308">
              <a:extLst>
                <a:ext uri="{FF2B5EF4-FFF2-40B4-BE49-F238E27FC236}">
                  <a16:creationId xmlns:a16="http://schemas.microsoft.com/office/drawing/2014/main" id="{EA182F8B-5FB2-A614-67AF-DC9C8659103C}"/>
                </a:ext>
              </a:extLst>
            </p:cNvPr>
            <p:cNvSpPr/>
            <p:nvPr/>
          </p:nvSpPr>
          <p:spPr>
            <a:xfrm>
              <a:off x="403096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59" name="pg2309">
              <a:extLst>
                <a:ext uri="{FF2B5EF4-FFF2-40B4-BE49-F238E27FC236}">
                  <a16:creationId xmlns:a16="http://schemas.microsoft.com/office/drawing/2014/main" id="{26F62A06-6907-AA33-6522-EFB593E9E054}"/>
                </a:ext>
              </a:extLst>
            </p:cNvPr>
            <p:cNvSpPr/>
            <p:nvPr/>
          </p:nvSpPr>
          <p:spPr>
            <a:xfrm>
              <a:off x="404259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60" name="pg2310">
              <a:extLst>
                <a:ext uri="{FF2B5EF4-FFF2-40B4-BE49-F238E27FC236}">
                  <a16:creationId xmlns:a16="http://schemas.microsoft.com/office/drawing/2014/main" id="{D786019D-1269-F956-34CA-EAA5F5F7D1E9}"/>
                </a:ext>
              </a:extLst>
            </p:cNvPr>
            <p:cNvSpPr/>
            <p:nvPr/>
          </p:nvSpPr>
          <p:spPr>
            <a:xfrm>
              <a:off x="405423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61" name="pg2311">
              <a:extLst>
                <a:ext uri="{FF2B5EF4-FFF2-40B4-BE49-F238E27FC236}">
                  <a16:creationId xmlns:a16="http://schemas.microsoft.com/office/drawing/2014/main" id="{55E34279-065A-7C5C-A646-972305C2ED80}"/>
                </a:ext>
              </a:extLst>
            </p:cNvPr>
            <p:cNvSpPr/>
            <p:nvPr/>
          </p:nvSpPr>
          <p:spPr>
            <a:xfrm>
              <a:off x="406587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62" name="pg2312">
              <a:extLst>
                <a:ext uri="{FF2B5EF4-FFF2-40B4-BE49-F238E27FC236}">
                  <a16:creationId xmlns:a16="http://schemas.microsoft.com/office/drawing/2014/main" id="{0C67603A-5541-C56F-69BF-C8B61FDCBD0F}"/>
                </a:ext>
              </a:extLst>
            </p:cNvPr>
            <p:cNvSpPr/>
            <p:nvPr/>
          </p:nvSpPr>
          <p:spPr>
            <a:xfrm>
              <a:off x="407751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63" name="pg2313">
              <a:extLst>
                <a:ext uri="{FF2B5EF4-FFF2-40B4-BE49-F238E27FC236}">
                  <a16:creationId xmlns:a16="http://schemas.microsoft.com/office/drawing/2014/main" id="{11A5A552-FB4A-8390-CC9B-15361F2CBA91}"/>
                </a:ext>
              </a:extLst>
            </p:cNvPr>
            <p:cNvSpPr/>
            <p:nvPr/>
          </p:nvSpPr>
          <p:spPr>
            <a:xfrm>
              <a:off x="408914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64" name="pg2314">
              <a:extLst>
                <a:ext uri="{FF2B5EF4-FFF2-40B4-BE49-F238E27FC236}">
                  <a16:creationId xmlns:a16="http://schemas.microsoft.com/office/drawing/2014/main" id="{A27624C1-D45F-3519-922B-4EC4B8FEBC82}"/>
                </a:ext>
              </a:extLst>
            </p:cNvPr>
            <p:cNvSpPr/>
            <p:nvPr/>
          </p:nvSpPr>
          <p:spPr>
            <a:xfrm>
              <a:off x="412405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65" name="pg2315">
              <a:extLst>
                <a:ext uri="{FF2B5EF4-FFF2-40B4-BE49-F238E27FC236}">
                  <a16:creationId xmlns:a16="http://schemas.microsoft.com/office/drawing/2014/main" id="{8E96AB36-C571-44A6-97D3-D56B8A889202}"/>
                </a:ext>
              </a:extLst>
            </p:cNvPr>
            <p:cNvSpPr/>
            <p:nvPr/>
          </p:nvSpPr>
          <p:spPr>
            <a:xfrm>
              <a:off x="454300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66" name="pg2316">
              <a:extLst>
                <a:ext uri="{FF2B5EF4-FFF2-40B4-BE49-F238E27FC236}">
                  <a16:creationId xmlns:a16="http://schemas.microsoft.com/office/drawing/2014/main" id="{989C5711-9F0E-7DC3-5B14-58CA775FB160}"/>
                </a:ext>
              </a:extLst>
            </p:cNvPr>
            <p:cNvSpPr/>
            <p:nvPr/>
          </p:nvSpPr>
          <p:spPr>
            <a:xfrm>
              <a:off x="455464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67" name="pg2317">
              <a:extLst>
                <a:ext uri="{FF2B5EF4-FFF2-40B4-BE49-F238E27FC236}">
                  <a16:creationId xmlns:a16="http://schemas.microsoft.com/office/drawing/2014/main" id="{D27C7734-BEE0-AFBE-A10E-F1863EA7F88A}"/>
                </a:ext>
              </a:extLst>
            </p:cNvPr>
            <p:cNvSpPr/>
            <p:nvPr/>
          </p:nvSpPr>
          <p:spPr>
            <a:xfrm>
              <a:off x="456627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68" name="pg2318">
              <a:extLst>
                <a:ext uri="{FF2B5EF4-FFF2-40B4-BE49-F238E27FC236}">
                  <a16:creationId xmlns:a16="http://schemas.microsoft.com/office/drawing/2014/main" id="{7B131056-7F38-6577-5B1A-A85244CF8A0F}"/>
                </a:ext>
              </a:extLst>
            </p:cNvPr>
            <p:cNvSpPr/>
            <p:nvPr/>
          </p:nvSpPr>
          <p:spPr>
            <a:xfrm>
              <a:off x="457791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69" name="pg2319">
              <a:extLst>
                <a:ext uri="{FF2B5EF4-FFF2-40B4-BE49-F238E27FC236}">
                  <a16:creationId xmlns:a16="http://schemas.microsoft.com/office/drawing/2014/main" id="{4B85FA29-D659-664E-8114-BAC6E1CD70F6}"/>
                </a:ext>
              </a:extLst>
            </p:cNvPr>
            <p:cNvSpPr/>
            <p:nvPr/>
          </p:nvSpPr>
          <p:spPr>
            <a:xfrm>
              <a:off x="458955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70" name="pg2320">
              <a:extLst>
                <a:ext uri="{FF2B5EF4-FFF2-40B4-BE49-F238E27FC236}">
                  <a16:creationId xmlns:a16="http://schemas.microsoft.com/office/drawing/2014/main" id="{E4B9CAAE-EE3F-7097-101E-E0F39A5EA26D}"/>
                </a:ext>
              </a:extLst>
            </p:cNvPr>
            <p:cNvSpPr/>
            <p:nvPr/>
          </p:nvSpPr>
          <p:spPr>
            <a:xfrm>
              <a:off x="361201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71" name="pg2321">
              <a:extLst>
                <a:ext uri="{FF2B5EF4-FFF2-40B4-BE49-F238E27FC236}">
                  <a16:creationId xmlns:a16="http://schemas.microsoft.com/office/drawing/2014/main" id="{7983FF7D-82CF-55B7-2B7E-93DEFBC256FA}"/>
                </a:ext>
              </a:extLst>
            </p:cNvPr>
            <p:cNvSpPr/>
            <p:nvPr/>
          </p:nvSpPr>
          <p:spPr>
            <a:xfrm>
              <a:off x="362365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72" name="pg2322">
              <a:extLst>
                <a:ext uri="{FF2B5EF4-FFF2-40B4-BE49-F238E27FC236}">
                  <a16:creationId xmlns:a16="http://schemas.microsoft.com/office/drawing/2014/main" id="{C9C8952C-B6DF-2923-0871-C51C090EEDFD}"/>
                </a:ext>
              </a:extLst>
            </p:cNvPr>
            <p:cNvSpPr/>
            <p:nvPr/>
          </p:nvSpPr>
          <p:spPr>
            <a:xfrm>
              <a:off x="363529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73" name="pg2323">
              <a:extLst>
                <a:ext uri="{FF2B5EF4-FFF2-40B4-BE49-F238E27FC236}">
                  <a16:creationId xmlns:a16="http://schemas.microsoft.com/office/drawing/2014/main" id="{BF845A94-1D3B-91A2-F119-D57682F6EFAA}"/>
                </a:ext>
              </a:extLst>
            </p:cNvPr>
            <p:cNvSpPr/>
            <p:nvPr/>
          </p:nvSpPr>
          <p:spPr>
            <a:xfrm>
              <a:off x="364692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74" name="pg2324">
              <a:extLst>
                <a:ext uri="{FF2B5EF4-FFF2-40B4-BE49-F238E27FC236}">
                  <a16:creationId xmlns:a16="http://schemas.microsoft.com/office/drawing/2014/main" id="{938581D0-27AE-D642-B8E0-2C9C6EF779DB}"/>
                </a:ext>
              </a:extLst>
            </p:cNvPr>
            <p:cNvSpPr/>
            <p:nvPr/>
          </p:nvSpPr>
          <p:spPr>
            <a:xfrm>
              <a:off x="365856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75" name="pg2325">
              <a:extLst>
                <a:ext uri="{FF2B5EF4-FFF2-40B4-BE49-F238E27FC236}">
                  <a16:creationId xmlns:a16="http://schemas.microsoft.com/office/drawing/2014/main" id="{8420E031-ADB9-6638-0FF2-7D5A0884BBA9}"/>
                </a:ext>
              </a:extLst>
            </p:cNvPr>
            <p:cNvSpPr/>
            <p:nvPr/>
          </p:nvSpPr>
          <p:spPr>
            <a:xfrm>
              <a:off x="367020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76" name="pg2326">
              <a:extLst>
                <a:ext uri="{FF2B5EF4-FFF2-40B4-BE49-F238E27FC236}">
                  <a16:creationId xmlns:a16="http://schemas.microsoft.com/office/drawing/2014/main" id="{71CBC0DC-58F1-58A1-A326-ABE137E76965}"/>
                </a:ext>
              </a:extLst>
            </p:cNvPr>
            <p:cNvSpPr/>
            <p:nvPr/>
          </p:nvSpPr>
          <p:spPr>
            <a:xfrm>
              <a:off x="368184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77" name="pg2327">
              <a:extLst>
                <a:ext uri="{FF2B5EF4-FFF2-40B4-BE49-F238E27FC236}">
                  <a16:creationId xmlns:a16="http://schemas.microsoft.com/office/drawing/2014/main" id="{2068F1E6-11F1-015E-2D1E-9A9B80281DD0}"/>
                </a:ext>
              </a:extLst>
            </p:cNvPr>
            <p:cNvSpPr/>
            <p:nvPr/>
          </p:nvSpPr>
          <p:spPr>
            <a:xfrm>
              <a:off x="369347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78" name="pg2328">
              <a:extLst>
                <a:ext uri="{FF2B5EF4-FFF2-40B4-BE49-F238E27FC236}">
                  <a16:creationId xmlns:a16="http://schemas.microsoft.com/office/drawing/2014/main" id="{8598EB76-6C10-952A-DF3D-94F10CE973F3}"/>
                </a:ext>
              </a:extLst>
            </p:cNvPr>
            <p:cNvSpPr/>
            <p:nvPr/>
          </p:nvSpPr>
          <p:spPr>
            <a:xfrm>
              <a:off x="370511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79" name="pg2329">
              <a:extLst>
                <a:ext uri="{FF2B5EF4-FFF2-40B4-BE49-F238E27FC236}">
                  <a16:creationId xmlns:a16="http://schemas.microsoft.com/office/drawing/2014/main" id="{DAB6EA38-6797-6210-F52D-36B6864D2BEA}"/>
                </a:ext>
              </a:extLst>
            </p:cNvPr>
            <p:cNvSpPr/>
            <p:nvPr/>
          </p:nvSpPr>
          <p:spPr>
            <a:xfrm>
              <a:off x="371675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80" name="pg2330">
              <a:extLst>
                <a:ext uri="{FF2B5EF4-FFF2-40B4-BE49-F238E27FC236}">
                  <a16:creationId xmlns:a16="http://schemas.microsoft.com/office/drawing/2014/main" id="{2D6E5C3D-983A-99A1-AC2C-5180EA73B19E}"/>
                </a:ext>
              </a:extLst>
            </p:cNvPr>
            <p:cNvSpPr/>
            <p:nvPr/>
          </p:nvSpPr>
          <p:spPr>
            <a:xfrm>
              <a:off x="372839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81" name="pg2331">
              <a:extLst>
                <a:ext uri="{FF2B5EF4-FFF2-40B4-BE49-F238E27FC236}">
                  <a16:creationId xmlns:a16="http://schemas.microsoft.com/office/drawing/2014/main" id="{0F246648-3E99-0737-E5B9-CFFE60CB5CDA}"/>
                </a:ext>
              </a:extLst>
            </p:cNvPr>
            <p:cNvSpPr/>
            <p:nvPr/>
          </p:nvSpPr>
          <p:spPr>
            <a:xfrm>
              <a:off x="374002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82" name="pg2332">
              <a:extLst>
                <a:ext uri="{FF2B5EF4-FFF2-40B4-BE49-F238E27FC236}">
                  <a16:creationId xmlns:a16="http://schemas.microsoft.com/office/drawing/2014/main" id="{8BB1633F-2A94-0695-A5FB-2BF9931BE675}"/>
                </a:ext>
              </a:extLst>
            </p:cNvPr>
            <p:cNvSpPr/>
            <p:nvPr/>
          </p:nvSpPr>
          <p:spPr>
            <a:xfrm>
              <a:off x="375166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83" name="pg2333">
              <a:extLst>
                <a:ext uri="{FF2B5EF4-FFF2-40B4-BE49-F238E27FC236}">
                  <a16:creationId xmlns:a16="http://schemas.microsoft.com/office/drawing/2014/main" id="{8BF6E924-EEA5-0517-EC45-8558F7E09E3D}"/>
                </a:ext>
              </a:extLst>
            </p:cNvPr>
            <p:cNvSpPr/>
            <p:nvPr/>
          </p:nvSpPr>
          <p:spPr>
            <a:xfrm>
              <a:off x="376330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84" name="pg2334">
              <a:extLst>
                <a:ext uri="{FF2B5EF4-FFF2-40B4-BE49-F238E27FC236}">
                  <a16:creationId xmlns:a16="http://schemas.microsoft.com/office/drawing/2014/main" id="{F7A48EEC-DEF5-3804-3A80-CA407BC0B82C}"/>
                </a:ext>
              </a:extLst>
            </p:cNvPr>
            <p:cNvSpPr/>
            <p:nvPr/>
          </p:nvSpPr>
          <p:spPr>
            <a:xfrm>
              <a:off x="377493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85" name="pg2335">
              <a:extLst>
                <a:ext uri="{FF2B5EF4-FFF2-40B4-BE49-F238E27FC236}">
                  <a16:creationId xmlns:a16="http://schemas.microsoft.com/office/drawing/2014/main" id="{51D7A9DA-0EE4-F551-F69C-11EE30D51C9F}"/>
                </a:ext>
              </a:extLst>
            </p:cNvPr>
            <p:cNvSpPr/>
            <p:nvPr/>
          </p:nvSpPr>
          <p:spPr>
            <a:xfrm>
              <a:off x="378657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86" name="pg2336">
              <a:extLst>
                <a:ext uri="{FF2B5EF4-FFF2-40B4-BE49-F238E27FC236}">
                  <a16:creationId xmlns:a16="http://schemas.microsoft.com/office/drawing/2014/main" id="{827D97CA-C2CC-5424-83C6-F05C48CEC199}"/>
                </a:ext>
              </a:extLst>
            </p:cNvPr>
            <p:cNvSpPr/>
            <p:nvPr/>
          </p:nvSpPr>
          <p:spPr>
            <a:xfrm>
              <a:off x="379821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87" name="pg2337">
              <a:extLst>
                <a:ext uri="{FF2B5EF4-FFF2-40B4-BE49-F238E27FC236}">
                  <a16:creationId xmlns:a16="http://schemas.microsoft.com/office/drawing/2014/main" id="{43E372AE-9D7D-CBFC-D916-A438EE59ACD3}"/>
                </a:ext>
              </a:extLst>
            </p:cNvPr>
            <p:cNvSpPr/>
            <p:nvPr/>
          </p:nvSpPr>
          <p:spPr>
            <a:xfrm>
              <a:off x="380985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88" name="pg2338">
              <a:extLst>
                <a:ext uri="{FF2B5EF4-FFF2-40B4-BE49-F238E27FC236}">
                  <a16:creationId xmlns:a16="http://schemas.microsoft.com/office/drawing/2014/main" id="{9A8B174A-85F0-35D6-FA5D-EB0ED7E67054}"/>
                </a:ext>
              </a:extLst>
            </p:cNvPr>
            <p:cNvSpPr/>
            <p:nvPr/>
          </p:nvSpPr>
          <p:spPr>
            <a:xfrm>
              <a:off x="382148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89" name="pg2339">
              <a:extLst>
                <a:ext uri="{FF2B5EF4-FFF2-40B4-BE49-F238E27FC236}">
                  <a16:creationId xmlns:a16="http://schemas.microsoft.com/office/drawing/2014/main" id="{2BBAD56D-45F8-9B70-E38A-97B437B3CFFA}"/>
                </a:ext>
              </a:extLst>
            </p:cNvPr>
            <p:cNvSpPr/>
            <p:nvPr/>
          </p:nvSpPr>
          <p:spPr>
            <a:xfrm>
              <a:off x="383312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90" name="pg2340">
              <a:extLst>
                <a:ext uri="{FF2B5EF4-FFF2-40B4-BE49-F238E27FC236}">
                  <a16:creationId xmlns:a16="http://schemas.microsoft.com/office/drawing/2014/main" id="{6D57F269-2742-A346-1C11-A04DEAE53702}"/>
                </a:ext>
              </a:extLst>
            </p:cNvPr>
            <p:cNvSpPr/>
            <p:nvPr/>
          </p:nvSpPr>
          <p:spPr>
            <a:xfrm>
              <a:off x="384476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91" name="pg2341">
              <a:extLst>
                <a:ext uri="{FF2B5EF4-FFF2-40B4-BE49-F238E27FC236}">
                  <a16:creationId xmlns:a16="http://schemas.microsoft.com/office/drawing/2014/main" id="{BF509A60-12F0-7002-9DD1-BD636396A72A}"/>
                </a:ext>
              </a:extLst>
            </p:cNvPr>
            <p:cNvSpPr/>
            <p:nvPr/>
          </p:nvSpPr>
          <p:spPr>
            <a:xfrm>
              <a:off x="385640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92" name="pg2342">
              <a:extLst>
                <a:ext uri="{FF2B5EF4-FFF2-40B4-BE49-F238E27FC236}">
                  <a16:creationId xmlns:a16="http://schemas.microsoft.com/office/drawing/2014/main" id="{B63A3962-BE8B-F6E1-F9EF-E57AB758449D}"/>
                </a:ext>
              </a:extLst>
            </p:cNvPr>
            <p:cNvSpPr/>
            <p:nvPr/>
          </p:nvSpPr>
          <p:spPr>
            <a:xfrm>
              <a:off x="386803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93" name="pg2343">
              <a:extLst>
                <a:ext uri="{FF2B5EF4-FFF2-40B4-BE49-F238E27FC236}">
                  <a16:creationId xmlns:a16="http://schemas.microsoft.com/office/drawing/2014/main" id="{DE4092E1-6439-7297-59F9-AFEEA2978716}"/>
                </a:ext>
              </a:extLst>
            </p:cNvPr>
            <p:cNvSpPr/>
            <p:nvPr/>
          </p:nvSpPr>
          <p:spPr>
            <a:xfrm>
              <a:off x="387967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94" name="pg2344">
              <a:extLst>
                <a:ext uri="{FF2B5EF4-FFF2-40B4-BE49-F238E27FC236}">
                  <a16:creationId xmlns:a16="http://schemas.microsoft.com/office/drawing/2014/main" id="{74E3C973-4999-792B-8969-46C916D10669}"/>
                </a:ext>
              </a:extLst>
            </p:cNvPr>
            <p:cNvSpPr/>
            <p:nvPr/>
          </p:nvSpPr>
          <p:spPr>
            <a:xfrm>
              <a:off x="389131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95" name="pg2345">
              <a:extLst>
                <a:ext uri="{FF2B5EF4-FFF2-40B4-BE49-F238E27FC236}">
                  <a16:creationId xmlns:a16="http://schemas.microsoft.com/office/drawing/2014/main" id="{9C1FCCF5-5B25-88E7-F2B4-731DC9847229}"/>
                </a:ext>
              </a:extLst>
            </p:cNvPr>
            <p:cNvSpPr/>
            <p:nvPr/>
          </p:nvSpPr>
          <p:spPr>
            <a:xfrm>
              <a:off x="390295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96" name="pg2346">
              <a:extLst>
                <a:ext uri="{FF2B5EF4-FFF2-40B4-BE49-F238E27FC236}">
                  <a16:creationId xmlns:a16="http://schemas.microsoft.com/office/drawing/2014/main" id="{639D03FB-DB87-2CF7-626D-CCCE5F1B75DA}"/>
                </a:ext>
              </a:extLst>
            </p:cNvPr>
            <p:cNvSpPr/>
            <p:nvPr/>
          </p:nvSpPr>
          <p:spPr>
            <a:xfrm>
              <a:off x="391458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97" name="pg2347">
              <a:extLst>
                <a:ext uri="{FF2B5EF4-FFF2-40B4-BE49-F238E27FC236}">
                  <a16:creationId xmlns:a16="http://schemas.microsoft.com/office/drawing/2014/main" id="{B60BC238-4EFD-E948-91EA-B36EE87B0DC7}"/>
                </a:ext>
              </a:extLst>
            </p:cNvPr>
            <p:cNvSpPr/>
            <p:nvPr/>
          </p:nvSpPr>
          <p:spPr>
            <a:xfrm>
              <a:off x="392622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98" name="pg2348">
              <a:extLst>
                <a:ext uri="{FF2B5EF4-FFF2-40B4-BE49-F238E27FC236}">
                  <a16:creationId xmlns:a16="http://schemas.microsoft.com/office/drawing/2014/main" id="{B458D87A-255B-490B-D7ED-E6BD45D62E1D}"/>
                </a:ext>
              </a:extLst>
            </p:cNvPr>
            <p:cNvSpPr/>
            <p:nvPr/>
          </p:nvSpPr>
          <p:spPr>
            <a:xfrm>
              <a:off x="393786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99" name="pg2349">
              <a:extLst>
                <a:ext uri="{FF2B5EF4-FFF2-40B4-BE49-F238E27FC236}">
                  <a16:creationId xmlns:a16="http://schemas.microsoft.com/office/drawing/2014/main" id="{FD18A154-1D80-E562-F29C-A309215D4C36}"/>
                </a:ext>
              </a:extLst>
            </p:cNvPr>
            <p:cNvSpPr/>
            <p:nvPr/>
          </p:nvSpPr>
          <p:spPr>
            <a:xfrm>
              <a:off x="394949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00" name="pg2350">
              <a:extLst>
                <a:ext uri="{FF2B5EF4-FFF2-40B4-BE49-F238E27FC236}">
                  <a16:creationId xmlns:a16="http://schemas.microsoft.com/office/drawing/2014/main" id="{2B7AB59C-2755-6E60-136A-38E433AB5C47}"/>
                </a:ext>
              </a:extLst>
            </p:cNvPr>
            <p:cNvSpPr/>
            <p:nvPr/>
          </p:nvSpPr>
          <p:spPr>
            <a:xfrm>
              <a:off x="396113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01" name="pg2351">
              <a:extLst>
                <a:ext uri="{FF2B5EF4-FFF2-40B4-BE49-F238E27FC236}">
                  <a16:creationId xmlns:a16="http://schemas.microsoft.com/office/drawing/2014/main" id="{2F34C988-786E-5E9B-65D7-BDE0BCB221A5}"/>
                </a:ext>
              </a:extLst>
            </p:cNvPr>
            <p:cNvSpPr/>
            <p:nvPr/>
          </p:nvSpPr>
          <p:spPr>
            <a:xfrm>
              <a:off x="397277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02" name="pg2352">
              <a:extLst>
                <a:ext uri="{FF2B5EF4-FFF2-40B4-BE49-F238E27FC236}">
                  <a16:creationId xmlns:a16="http://schemas.microsoft.com/office/drawing/2014/main" id="{BAC20073-8AEB-00A4-0BCF-EC6A7B7A437E}"/>
                </a:ext>
              </a:extLst>
            </p:cNvPr>
            <p:cNvSpPr/>
            <p:nvPr/>
          </p:nvSpPr>
          <p:spPr>
            <a:xfrm>
              <a:off x="398441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03" name="pg2353">
              <a:extLst>
                <a:ext uri="{FF2B5EF4-FFF2-40B4-BE49-F238E27FC236}">
                  <a16:creationId xmlns:a16="http://schemas.microsoft.com/office/drawing/2014/main" id="{30DA1AB3-FCF6-5D9A-C1F7-9AB647354823}"/>
                </a:ext>
              </a:extLst>
            </p:cNvPr>
            <p:cNvSpPr/>
            <p:nvPr/>
          </p:nvSpPr>
          <p:spPr>
            <a:xfrm>
              <a:off x="399604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04" name="pg2354">
              <a:extLst>
                <a:ext uri="{FF2B5EF4-FFF2-40B4-BE49-F238E27FC236}">
                  <a16:creationId xmlns:a16="http://schemas.microsoft.com/office/drawing/2014/main" id="{0CA9796F-D732-EB26-DD14-FC2927DA6D86}"/>
                </a:ext>
              </a:extLst>
            </p:cNvPr>
            <p:cNvSpPr/>
            <p:nvPr/>
          </p:nvSpPr>
          <p:spPr>
            <a:xfrm>
              <a:off x="400768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05" name="pg2355">
              <a:extLst>
                <a:ext uri="{FF2B5EF4-FFF2-40B4-BE49-F238E27FC236}">
                  <a16:creationId xmlns:a16="http://schemas.microsoft.com/office/drawing/2014/main" id="{348DA585-3378-7D3A-B352-831C1F382ED3}"/>
                </a:ext>
              </a:extLst>
            </p:cNvPr>
            <p:cNvSpPr/>
            <p:nvPr/>
          </p:nvSpPr>
          <p:spPr>
            <a:xfrm>
              <a:off x="401932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06" name="pg2356">
              <a:extLst>
                <a:ext uri="{FF2B5EF4-FFF2-40B4-BE49-F238E27FC236}">
                  <a16:creationId xmlns:a16="http://schemas.microsoft.com/office/drawing/2014/main" id="{F9C4C6BC-68ED-5BEE-9E7B-659E52BD56D2}"/>
                </a:ext>
              </a:extLst>
            </p:cNvPr>
            <p:cNvSpPr/>
            <p:nvPr/>
          </p:nvSpPr>
          <p:spPr>
            <a:xfrm>
              <a:off x="403096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07" name="pg2357">
              <a:extLst>
                <a:ext uri="{FF2B5EF4-FFF2-40B4-BE49-F238E27FC236}">
                  <a16:creationId xmlns:a16="http://schemas.microsoft.com/office/drawing/2014/main" id="{2D918A11-7687-B875-5F63-349BA047EB13}"/>
                </a:ext>
              </a:extLst>
            </p:cNvPr>
            <p:cNvSpPr/>
            <p:nvPr/>
          </p:nvSpPr>
          <p:spPr>
            <a:xfrm>
              <a:off x="404259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08" name="pg2358">
              <a:extLst>
                <a:ext uri="{FF2B5EF4-FFF2-40B4-BE49-F238E27FC236}">
                  <a16:creationId xmlns:a16="http://schemas.microsoft.com/office/drawing/2014/main" id="{F0973474-0221-665D-CECF-55F2A2D8BF56}"/>
                </a:ext>
              </a:extLst>
            </p:cNvPr>
            <p:cNvSpPr/>
            <p:nvPr/>
          </p:nvSpPr>
          <p:spPr>
            <a:xfrm>
              <a:off x="405423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09" name="pg2359">
              <a:extLst>
                <a:ext uri="{FF2B5EF4-FFF2-40B4-BE49-F238E27FC236}">
                  <a16:creationId xmlns:a16="http://schemas.microsoft.com/office/drawing/2014/main" id="{9B9A45F3-D129-20FB-8966-C6D5797A4CBA}"/>
                </a:ext>
              </a:extLst>
            </p:cNvPr>
            <p:cNvSpPr/>
            <p:nvPr/>
          </p:nvSpPr>
          <p:spPr>
            <a:xfrm>
              <a:off x="406587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10" name="pg2360">
              <a:extLst>
                <a:ext uri="{FF2B5EF4-FFF2-40B4-BE49-F238E27FC236}">
                  <a16:creationId xmlns:a16="http://schemas.microsoft.com/office/drawing/2014/main" id="{7FC8FF2D-A4F4-0964-5FFC-423BBAC4A322}"/>
                </a:ext>
              </a:extLst>
            </p:cNvPr>
            <p:cNvSpPr/>
            <p:nvPr/>
          </p:nvSpPr>
          <p:spPr>
            <a:xfrm>
              <a:off x="407751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11" name="pg2361">
              <a:extLst>
                <a:ext uri="{FF2B5EF4-FFF2-40B4-BE49-F238E27FC236}">
                  <a16:creationId xmlns:a16="http://schemas.microsoft.com/office/drawing/2014/main" id="{2FEA401C-52A2-E1EF-005C-0749F4DCF45C}"/>
                </a:ext>
              </a:extLst>
            </p:cNvPr>
            <p:cNvSpPr/>
            <p:nvPr/>
          </p:nvSpPr>
          <p:spPr>
            <a:xfrm>
              <a:off x="408914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12" name="pg2362">
              <a:extLst>
                <a:ext uri="{FF2B5EF4-FFF2-40B4-BE49-F238E27FC236}">
                  <a16:creationId xmlns:a16="http://schemas.microsoft.com/office/drawing/2014/main" id="{672DCF50-EDC3-B1D8-1377-A718A560755F}"/>
                </a:ext>
              </a:extLst>
            </p:cNvPr>
            <p:cNvSpPr/>
            <p:nvPr/>
          </p:nvSpPr>
          <p:spPr>
            <a:xfrm>
              <a:off x="410078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13" name="pg2363">
              <a:extLst>
                <a:ext uri="{FF2B5EF4-FFF2-40B4-BE49-F238E27FC236}">
                  <a16:creationId xmlns:a16="http://schemas.microsoft.com/office/drawing/2014/main" id="{4A87590E-3C9C-CE42-2D0F-5E258DAA1C76}"/>
                </a:ext>
              </a:extLst>
            </p:cNvPr>
            <p:cNvSpPr/>
            <p:nvPr/>
          </p:nvSpPr>
          <p:spPr>
            <a:xfrm>
              <a:off x="411242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14" name="pg2364">
              <a:extLst>
                <a:ext uri="{FF2B5EF4-FFF2-40B4-BE49-F238E27FC236}">
                  <a16:creationId xmlns:a16="http://schemas.microsoft.com/office/drawing/2014/main" id="{90277F3B-2D7B-4396-091E-1D64995EEBDE}"/>
                </a:ext>
              </a:extLst>
            </p:cNvPr>
            <p:cNvSpPr/>
            <p:nvPr/>
          </p:nvSpPr>
          <p:spPr>
            <a:xfrm>
              <a:off x="412405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15" name="pg2365">
              <a:extLst>
                <a:ext uri="{FF2B5EF4-FFF2-40B4-BE49-F238E27FC236}">
                  <a16:creationId xmlns:a16="http://schemas.microsoft.com/office/drawing/2014/main" id="{3F971708-BAE5-9B49-6F0C-B0A9E6BB29B1}"/>
                </a:ext>
              </a:extLst>
            </p:cNvPr>
            <p:cNvSpPr/>
            <p:nvPr/>
          </p:nvSpPr>
          <p:spPr>
            <a:xfrm>
              <a:off x="413569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16" name="pg2366">
              <a:extLst>
                <a:ext uri="{FF2B5EF4-FFF2-40B4-BE49-F238E27FC236}">
                  <a16:creationId xmlns:a16="http://schemas.microsoft.com/office/drawing/2014/main" id="{167A251D-B14A-CC66-28B1-A01BC620098B}"/>
                </a:ext>
              </a:extLst>
            </p:cNvPr>
            <p:cNvSpPr/>
            <p:nvPr/>
          </p:nvSpPr>
          <p:spPr>
            <a:xfrm>
              <a:off x="414733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17" name="pg2367">
              <a:extLst>
                <a:ext uri="{FF2B5EF4-FFF2-40B4-BE49-F238E27FC236}">
                  <a16:creationId xmlns:a16="http://schemas.microsoft.com/office/drawing/2014/main" id="{D782F36C-73A7-8B73-0AC4-4E6A46E71A9B}"/>
                </a:ext>
              </a:extLst>
            </p:cNvPr>
            <p:cNvSpPr/>
            <p:nvPr/>
          </p:nvSpPr>
          <p:spPr>
            <a:xfrm>
              <a:off x="455464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18" name="pg2368">
              <a:extLst>
                <a:ext uri="{FF2B5EF4-FFF2-40B4-BE49-F238E27FC236}">
                  <a16:creationId xmlns:a16="http://schemas.microsoft.com/office/drawing/2014/main" id="{04839668-9DE9-DF9B-0B58-A188843FE9FF}"/>
                </a:ext>
              </a:extLst>
            </p:cNvPr>
            <p:cNvSpPr/>
            <p:nvPr/>
          </p:nvSpPr>
          <p:spPr>
            <a:xfrm>
              <a:off x="456627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19" name="pg2369">
              <a:extLst>
                <a:ext uri="{FF2B5EF4-FFF2-40B4-BE49-F238E27FC236}">
                  <a16:creationId xmlns:a16="http://schemas.microsoft.com/office/drawing/2014/main" id="{C4167835-2329-2D21-3C53-2E3B59F27D5D}"/>
                </a:ext>
              </a:extLst>
            </p:cNvPr>
            <p:cNvSpPr/>
            <p:nvPr/>
          </p:nvSpPr>
          <p:spPr>
            <a:xfrm>
              <a:off x="457791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20" name="pg2370">
              <a:extLst>
                <a:ext uri="{FF2B5EF4-FFF2-40B4-BE49-F238E27FC236}">
                  <a16:creationId xmlns:a16="http://schemas.microsoft.com/office/drawing/2014/main" id="{6D5B6D69-4FB7-61D3-5D9E-C35EB9BADEF2}"/>
                </a:ext>
              </a:extLst>
            </p:cNvPr>
            <p:cNvSpPr/>
            <p:nvPr/>
          </p:nvSpPr>
          <p:spPr>
            <a:xfrm>
              <a:off x="458955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21" name="pg2371">
              <a:extLst>
                <a:ext uri="{FF2B5EF4-FFF2-40B4-BE49-F238E27FC236}">
                  <a16:creationId xmlns:a16="http://schemas.microsoft.com/office/drawing/2014/main" id="{F8ECA6BB-B9AD-389A-7236-D0A3046BB0AA}"/>
                </a:ext>
              </a:extLst>
            </p:cNvPr>
            <p:cNvSpPr/>
            <p:nvPr/>
          </p:nvSpPr>
          <p:spPr>
            <a:xfrm>
              <a:off x="360037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22" name="pg2372">
              <a:extLst>
                <a:ext uri="{FF2B5EF4-FFF2-40B4-BE49-F238E27FC236}">
                  <a16:creationId xmlns:a16="http://schemas.microsoft.com/office/drawing/2014/main" id="{687CA863-4612-374F-1C09-314A3751EE78}"/>
                </a:ext>
              </a:extLst>
            </p:cNvPr>
            <p:cNvSpPr/>
            <p:nvPr/>
          </p:nvSpPr>
          <p:spPr>
            <a:xfrm>
              <a:off x="361201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23" name="pg2373">
              <a:extLst>
                <a:ext uri="{FF2B5EF4-FFF2-40B4-BE49-F238E27FC236}">
                  <a16:creationId xmlns:a16="http://schemas.microsoft.com/office/drawing/2014/main" id="{1B04FDA4-4D88-14D6-9941-5121C7F3721A}"/>
                </a:ext>
              </a:extLst>
            </p:cNvPr>
            <p:cNvSpPr/>
            <p:nvPr/>
          </p:nvSpPr>
          <p:spPr>
            <a:xfrm>
              <a:off x="362365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24" name="pg2374">
              <a:extLst>
                <a:ext uri="{FF2B5EF4-FFF2-40B4-BE49-F238E27FC236}">
                  <a16:creationId xmlns:a16="http://schemas.microsoft.com/office/drawing/2014/main" id="{F660DA26-35C0-7973-023B-FE45E6BF62A1}"/>
                </a:ext>
              </a:extLst>
            </p:cNvPr>
            <p:cNvSpPr/>
            <p:nvPr/>
          </p:nvSpPr>
          <p:spPr>
            <a:xfrm>
              <a:off x="363529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25" name="pg2375">
              <a:extLst>
                <a:ext uri="{FF2B5EF4-FFF2-40B4-BE49-F238E27FC236}">
                  <a16:creationId xmlns:a16="http://schemas.microsoft.com/office/drawing/2014/main" id="{9EC1874A-C3DC-A42E-F6A8-7F0892BF5043}"/>
                </a:ext>
              </a:extLst>
            </p:cNvPr>
            <p:cNvSpPr/>
            <p:nvPr/>
          </p:nvSpPr>
          <p:spPr>
            <a:xfrm>
              <a:off x="364692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26" name="pg2376">
              <a:extLst>
                <a:ext uri="{FF2B5EF4-FFF2-40B4-BE49-F238E27FC236}">
                  <a16:creationId xmlns:a16="http://schemas.microsoft.com/office/drawing/2014/main" id="{B27DE1A3-FC06-B3D2-4668-18117BFC2449}"/>
                </a:ext>
              </a:extLst>
            </p:cNvPr>
            <p:cNvSpPr/>
            <p:nvPr/>
          </p:nvSpPr>
          <p:spPr>
            <a:xfrm>
              <a:off x="365856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27" name="pg2377">
              <a:extLst>
                <a:ext uri="{FF2B5EF4-FFF2-40B4-BE49-F238E27FC236}">
                  <a16:creationId xmlns:a16="http://schemas.microsoft.com/office/drawing/2014/main" id="{D4F7E417-BBC9-CE0F-07B4-6EA7342B9851}"/>
                </a:ext>
              </a:extLst>
            </p:cNvPr>
            <p:cNvSpPr/>
            <p:nvPr/>
          </p:nvSpPr>
          <p:spPr>
            <a:xfrm>
              <a:off x="367020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28" name="pg2378">
              <a:extLst>
                <a:ext uri="{FF2B5EF4-FFF2-40B4-BE49-F238E27FC236}">
                  <a16:creationId xmlns:a16="http://schemas.microsoft.com/office/drawing/2014/main" id="{95BE4942-1C75-6110-26ED-E0BC5E8B0BF6}"/>
                </a:ext>
              </a:extLst>
            </p:cNvPr>
            <p:cNvSpPr/>
            <p:nvPr/>
          </p:nvSpPr>
          <p:spPr>
            <a:xfrm>
              <a:off x="368184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29" name="pg2379">
              <a:extLst>
                <a:ext uri="{FF2B5EF4-FFF2-40B4-BE49-F238E27FC236}">
                  <a16:creationId xmlns:a16="http://schemas.microsoft.com/office/drawing/2014/main" id="{E876427D-9DA0-33EC-A9A9-5793B039961D}"/>
                </a:ext>
              </a:extLst>
            </p:cNvPr>
            <p:cNvSpPr/>
            <p:nvPr/>
          </p:nvSpPr>
          <p:spPr>
            <a:xfrm>
              <a:off x="369347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30" name="pg2380">
              <a:extLst>
                <a:ext uri="{FF2B5EF4-FFF2-40B4-BE49-F238E27FC236}">
                  <a16:creationId xmlns:a16="http://schemas.microsoft.com/office/drawing/2014/main" id="{68B912CC-EEE5-8C46-6BF2-213F443D6739}"/>
                </a:ext>
              </a:extLst>
            </p:cNvPr>
            <p:cNvSpPr/>
            <p:nvPr/>
          </p:nvSpPr>
          <p:spPr>
            <a:xfrm>
              <a:off x="370511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31" name="pg2381">
              <a:extLst>
                <a:ext uri="{FF2B5EF4-FFF2-40B4-BE49-F238E27FC236}">
                  <a16:creationId xmlns:a16="http://schemas.microsoft.com/office/drawing/2014/main" id="{BBA6AD2E-CBE7-80AE-F87C-80574BCA9729}"/>
                </a:ext>
              </a:extLst>
            </p:cNvPr>
            <p:cNvSpPr/>
            <p:nvPr/>
          </p:nvSpPr>
          <p:spPr>
            <a:xfrm>
              <a:off x="371675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32" name="pg2382">
              <a:extLst>
                <a:ext uri="{FF2B5EF4-FFF2-40B4-BE49-F238E27FC236}">
                  <a16:creationId xmlns:a16="http://schemas.microsoft.com/office/drawing/2014/main" id="{ECC06CB4-410F-9DAB-3680-68EB0BE0D7B7}"/>
                </a:ext>
              </a:extLst>
            </p:cNvPr>
            <p:cNvSpPr/>
            <p:nvPr/>
          </p:nvSpPr>
          <p:spPr>
            <a:xfrm>
              <a:off x="372839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33" name="pg2383">
              <a:extLst>
                <a:ext uri="{FF2B5EF4-FFF2-40B4-BE49-F238E27FC236}">
                  <a16:creationId xmlns:a16="http://schemas.microsoft.com/office/drawing/2014/main" id="{F5FBA9AF-6FDA-58FA-7417-34BD07CEB7E0}"/>
                </a:ext>
              </a:extLst>
            </p:cNvPr>
            <p:cNvSpPr/>
            <p:nvPr/>
          </p:nvSpPr>
          <p:spPr>
            <a:xfrm>
              <a:off x="374002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34" name="pg2384">
              <a:extLst>
                <a:ext uri="{FF2B5EF4-FFF2-40B4-BE49-F238E27FC236}">
                  <a16:creationId xmlns:a16="http://schemas.microsoft.com/office/drawing/2014/main" id="{85A9CA11-AE24-0F51-A11B-8C940506054E}"/>
                </a:ext>
              </a:extLst>
            </p:cNvPr>
            <p:cNvSpPr/>
            <p:nvPr/>
          </p:nvSpPr>
          <p:spPr>
            <a:xfrm>
              <a:off x="375166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35" name="pg2385">
              <a:extLst>
                <a:ext uri="{FF2B5EF4-FFF2-40B4-BE49-F238E27FC236}">
                  <a16:creationId xmlns:a16="http://schemas.microsoft.com/office/drawing/2014/main" id="{4DE9CECF-E1B3-6F6A-A8E8-5F81AD9C41DD}"/>
                </a:ext>
              </a:extLst>
            </p:cNvPr>
            <p:cNvSpPr/>
            <p:nvPr/>
          </p:nvSpPr>
          <p:spPr>
            <a:xfrm>
              <a:off x="376330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36" name="pg2386">
              <a:extLst>
                <a:ext uri="{FF2B5EF4-FFF2-40B4-BE49-F238E27FC236}">
                  <a16:creationId xmlns:a16="http://schemas.microsoft.com/office/drawing/2014/main" id="{C0F4C320-2B87-E2B6-1558-1749D1122CA8}"/>
                </a:ext>
              </a:extLst>
            </p:cNvPr>
            <p:cNvSpPr/>
            <p:nvPr/>
          </p:nvSpPr>
          <p:spPr>
            <a:xfrm>
              <a:off x="377493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37" name="pg2387">
              <a:extLst>
                <a:ext uri="{FF2B5EF4-FFF2-40B4-BE49-F238E27FC236}">
                  <a16:creationId xmlns:a16="http://schemas.microsoft.com/office/drawing/2014/main" id="{250EF275-7051-5DCA-997B-2F1F72B7EE21}"/>
                </a:ext>
              </a:extLst>
            </p:cNvPr>
            <p:cNvSpPr/>
            <p:nvPr/>
          </p:nvSpPr>
          <p:spPr>
            <a:xfrm>
              <a:off x="378657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38" name="pg2388">
              <a:extLst>
                <a:ext uri="{FF2B5EF4-FFF2-40B4-BE49-F238E27FC236}">
                  <a16:creationId xmlns:a16="http://schemas.microsoft.com/office/drawing/2014/main" id="{0D8C376E-5A36-F24E-B095-526D05EEB46E}"/>
                </a:ext>
              </a:extLst>
            </p:cNvPr>
            <p:cNvSpPr/>
            <p:nvPr/>
          </p:nvSpPr>
          <p:spPr>
            <a:xfrm>
              <a:off x="379821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39" name="pg2389">
              <a:extLst>
                <a:ext uri="{FF2B5EF4-FFF2-40B4-BE49-F238E27FC236}">
                  <a16:creationId xmlns:a16="http://schemas.microsoft.com/office/drawing/2014/main" id="{C1549E7D-7CAB-855E-EB85-916EC76887BE}"/>
                </a:ext>
              </a:extLst>
            </p:cNvPr>
            <p:cNvSpPr/>
            <p:nvPr/>
          </p:nvSpPr>
          <p:spPr>
            <a:xfrm>
              <a:off x="380985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40" name="pg2390">
              <a:extLst>
                <a:ext uri="{FF2B5EF4-FFF2-40B4-BE49-F238E27FC236}">
                  <a16:creationId xmlns:a16="http://schemas.microsoft.com/office/drawing/2014/main" id="{E108B5D7-39F3-6BA5-06BB-FE7EC959CC5F}"/>
                </a:ext>
              </a:extLst>
            </p:cNvPr>
            <p:cNvSpPr/>
            <p:nvPr/>
          </p:nvSpPr>
          <p:spPr>
            <a:xfrm>
              <a:off x="382148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41" name="pg2391">
              <a:extLst>
                <a:ext uri="{FF2B5EF4-FFF2-40B4-BE49-F238E27FC236}">
                  <a16:creationId xmlns:a16="http://schemas.microsoft.com/office/drawing/2014/main" id="{A9E043FF-F9DE-4F94-EEE7-16846295D19C}"/>
                </a:ext>
              </a:extLst>
            </p:cNvPr>
            <p:cNvSpPr/>
            <p:nvPr/>
          </p:nvSpPr>
          <p:spPr>
            <a:xfrm>
              <a:off x="383312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42" name="pg2392">
              <a:extLst>
                <a:ext uri="{FF2B5EF4-FFF2-40B4-BE49-F238E27FC236}">
                  <a16:creationId xmlns:a16="http://schemas.microsoft.com/office/drawing/2014/main" id="{2C3FF1A0-8525-AB5A-26AF-1B9089A79DCD}"/>
                </a:ext>
              </a:extLst>
            </p:cNvPr>
            <p:cNvSpPr/>
            <p:nvPr/>
          </p:nvSpPr>
          <p:spPr>
            <a:xfrm>
              <a:off x="384476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43" name="pg2393">
              <a:extLst>
                <a:ext uri="{FF2B5EF4-FFF2-40B4-BE49-F238E27FC236}">
                  <a16:creationId xmlns:a16="http://schemas.microsoft.com/office/drawing/2014/main" id="{419B5A80-76D4-60AB-65F1-D342F3B9A854}"/>
                </a:ext>
              </a:extLst>
            </p:cNvPr>
            <p:cNvSpPr/>
            <p:nvPr/>
          </p:nvSpPr>
          <p:spPr>
            <a:xfrm>
              <a:off x="385640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44" name="pg2394">
              <a:extLst>
                <a:ext uri="{FF2B5EF4-FFF2-40B4-BE49-F238E27FC236}">
                  <a16:creationId xmlns:a16="http://schemas.microsoft.com/office/drawing/2014/main" id="{62E67BCD-E92A-70D6-C807-0D2972DF1CF7}"/>
                </a:ext>
              </a:extLst>
            </p:cNvPr>
            <p:cNvSpPr/>
            <p:nvPr/>
          </p:nvSpPr>
          <p:spPr>
            <a:xfrm>
              <a:off x="386803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45" name="pg2395">
              <a:extLst>
                <a:ext uri="{FF2B5EF4-FFF2-40B4-BE49-F238E27FC236}">
                  <a16:creationId xmlns:a16="http://schemas.microsoft.com/office/drawing/2014/main" id="{464690B5-1C34-6284-2A9F-E15A03C246F5}"/>
                </a:ext>
              </a:extLst>
            </p:cNvPr>
            <p:cNvSpPr/>
            <p:nvPr/>
          </p:nvSpPr>
          <p:spPr>
            <a:xfrm>
              <a:off x="387967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46" name="pg2396">
              <a:extLst>
                <a:ext uri="{FF2B5EF4-FFF2-40B4-BE49-F238E27FC236}">
                  <a16:creationId xmlns:a16="http://schemas.microsoft.com/office/drawing/2014/main" id="{9FA22ECF-28BA-0939-CD98-300B76325410}"/>
                </a:ext>
              </a:extLst>
            </p:cNvPr>
            <p:cNvSpPr/>
            <p:nvPr/>
          </p:nvSpPr>
          <p:spPr>
            <a:xfrm>
              <a:off x="389131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47" name="pg2397">
              <a:extLst>
                <a:ext uri="{FF2B5EF4-FFF2-40B4-BE49-F238E27FC236}">
                  <a16:creationId xmlns:a16="http://schemas.microsoft.com/office/drawing/2014/main" id="{5E325389-E63B-16E7-0AD8-0B65449DB21F}"/>
                </a:ext>
              </a:extLst>
            </p:cNvPr>
            <p:cNvSpPr/>
            <p:nvPr/>
          </p:nvSpPr>
          <p:spPr>
            <a:xfrm>
              <a:off x="390295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48" name="pg2398">
              <a:extLst>
                <a:ext uri="{FF2B5EF4-FFF2-40B4-BE49-F238E27FC236}">
                  <a16:creationId xmlns:a16="http://schemas.microsoft.com/office/drawing/2014/main" id="{8BFF99F9-0DA4-BC2D-D36D-ED309985C5A7}"/>
                </a:ext>
              </a:extLst>
            </p:cNvPr>
            <p:cNvSpPr/>
            <p:nvPr/>
          </p:nvSpPr>
          <p:spPr>
            <a:xfrm>
              <a:off x="391458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49" name="pg2399">
              <a:extLst>
                <a:ext uri="{FF2B5EF4-FFF2-40B4-BE49-F238E27FC236}">
                  <a16:creationId xmlns:a16="http://schemas.microsoft.com/office/drawing/2014/main" id="{069E2FC0-054F-E7C8-1617-3F29861BBD72}"/>
                </a:ext>
              </a:extLst>
            </p:cNvPr>
            <p:cNvSpPr/>
            <p:nvPr/>
          </p:nvSpPr>
          <p:spPr>
            <a:xfrm>
              <a:off x="392622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50" name="pg2400">
              <a:extLst>
                <a:ext uri="{FF2B5EF4-FFF2-40B4-BE49-F238E27FC236}">
                  <a16:creationId xmlns:a16="http://schemas.microsoft.com/office/drawing/2014/main" id="{DDFE2D60-B725-5EB0-56EE-40979232E251}"/>
                </a:ext>
              </a:extLst>
            </p:cNvPr>
            <p:cNvSpPr/>
            <p:nvPr/>
          </p:nvSpPr>
          <p:spPr>
            <a:xfrm>
              <a:off x="393786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51" name="pg2401">
              <a:extLst>
                <a:ext uri="{FF2B5EF4-FFF2-40B4-BE49-F238E27FC236}">
                  <a16:creationId xmlns:a16="http://schemas.microsoft.com/office/drawing/2014/main" id="{CB202CBA-6302-E216-48F3-FE922342CB6D}"/>
                </a:ext>
              </a:extLst>
            </p:cNvPr>
            <p:cNvSpPr/>
            <p:nvPr/>
          </p:nvSpPr>
          <p:spPr>
            <a:xfrm>
              <a:off x="394949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52" name="pg2402">
              <a:extLst>
                <a:ext uri="{FF2B5EF4-FFF2-40B4-BE49-F238E27FC236}">
                  <a16:creationId xmlns:a16="http://schemas.microsoft.com/office/drawing/2014/main" id="{70B380D4-3FBF-E667-7D28-A8B6B4159A1B}"/>
                </a:ext>
              </a:extLst>
            </p:cNvPr>
            <p:cNvSpPr/>
            <p:nvPr/>
          </p:nvSpPr>
          <p:spPr>
            <a:xfrm>
              <a:off x="396113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53" name="pg2403">
              <a:extLst>
                <a:ext uri="{FF2B5EF4-FFF2-40B4-BE49-F238E27FC236}">
                  <a16:creationId xmlns:a16="http://schemas.microsoft.com/office/drawing/2014/main" id="{E62C62FC-9E21-03FF-89C8-68841BB43A85}"/>
                </a:ext>
              </a:extLst>
            </p:cNvPr>
            <p:cNvSpPr/>
            <p:nvPr/>
          </p:nvSpPr>
          <p:spPr>
            <a:xfrm>
              <a:off x="397277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54" name="pg2404">
              <a:extLst>
                <a:ext uri="{FF2B5EF4-FFF2-40B4-BE49-F238E27FC236}">
                  <a16:creationId xmlns:a16="http://schemas.microsoft.com/office/drawing/2014/main" id="{5B213F61-10C4-7C6C-D454-80888DD661EC}"/>
                </a:ext>
              </a:extLst>
            </p:cNvPr>
            <p:cNvSpPr/>
            <p:nvPr/>
          </p:nvSpPr>
          <p:spPr>
            <a:xfrm>
              <a:off x="398441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55" name="pg2405">
              <a:extLst>
                <a:ext uri="{FF2B5EF4-FFF2-40B4-BE49-F238E27FC236}">
                  <a16:creationId xmlns:a16="http://schemas.microsoft.com/office/drawing/2014/main" id="{71B633B2-1F69-BC4F-9060-E040DE2DDCB1}"/>
                </a:ext>
              </a:extLst>
            </p:cNvPr>
            <p:cNvSpPr/>
            <p:nvPr/>
          </p:nvSpPr>
          <p:spPr>
            <a:xfrm>
              <a:off x="399604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56" name="pg2406">
              <a:extLst>
                <a:ext uri="{FF2B5EF4-FFF2-40B4-BE49-F238E27FC236}">
                  <a16:creationId xmlns:a16="http://schemas.microsoft.com/office/drawing/2014/main" id="{DFA3E148-BE09-626F-8F4D-58FA45C80DF5}"/>
                </a:ext>
              </a:extLst>
            </p:cNvPr>
            <p:cNvSpPr/>
            <p:nvPr/>
          </p:nvSpPr>
          <p:spPr>
            <a:xfrm>
              <a:off x="400768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57" name="pg2407">
              <a:extLst>
                <a:ext uri="{FF2B5EF4-FFF2-40B4-BE49-F238E27FC236}">
                  <a16:creationId xmlns:a16="http://schemas.microsoft.com/office/drawing/2014/main" id="{F7BCFD2E-01E2-065F-3295-5256ABC5B97C}"/>
                </a:ext>
              </a:extLst>
            </p:cNvPr>
            <p:cNvSpPr/>
            <p:nvPr/>
          </p:nvSpPr>
          <p:spPr>
            <a:xfrm>
              <a:off x="401932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58" name="pg2408">
              <a:extLst>
                <a:ext uri="{FF2B5EF4-FFF2-40B4-BE49-F238E27FC236}">
                  <a16:creationId xmlns:a16="http://schemas.microsoft.com/office/drawing/2014/main" id="{26AB56C9-1EC0-CF2A-6C03-139EFA9CF842}"/>
                </a:ext>
              </a:extLst>
            </p:cNvPr>
            <p:cNvSpPr/>
            <p:nvPr/>
          </p:nvSpPr>
          <p:spPr>
            <a:xfrm>
              <a:off x="403096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59" name="pg2409">
              <a:extLst>
                <a:ext uri="{FF2B5EF4-FFF2-40B4-BE49-F238E27FC236}">
                  <a16:creationId xmlns:a16="http://schemas.microsoft.com/office/drawing/2014/main" id="{A678998F-33FD-6DCA-FFAF-C738C1A6F95A}"/>
                </a:ext>
              </a:extLst>
            </p:cNvPr>
            <p:cNvSpPr/>
            <p:nvPr/>
          </p:nvSpPr>
          <p:spPr>
            <a:xfrm>
              <a:off x="404259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60" name="pg2410">
              <a:extLst>
                <a:ext uri="{FF2B5EF4-FFF2-40B4-BE49-F238E27FC236}">
                  <a16:creationId xmlns:a16="http://schemas.microsoft.com/office/drawing/2014/main" id="{3E87C352-7E81-736C-95A9-C560EF210224}"/>
                </a:ext>
              </a:extLst>
            </p:cNvPr>
            <p:cNvSpPr/>
            <p:nvPr/>
          </p:nvSpPr>
          <p:spPr>
            <a:xfrm>
              <a:off x="405423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61" name="pg2411">
              <a:extLst>
                <a:ext uri="{FF2B5EF4-FFF2-40B4-BE49-F238E27FC236}">
                  <a16:creationId xmlns:a16="http://schemas.microsoft.com/office/drawing/2014/main" id="{64C0308B-3444-F779-A809-348348122905}"/>
                </a:ext>
              </a:extLst>
            </p:cNvPr>
            <p:cNvSpPr/>
            <p:nvPr/>
          </p:nvSpPr>
          <p:spPr>
            <a:xfrm>
              <a:off x="406587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62" name="pg2412">
              <a:extLst>
                <a:ext uri="{FF2B5EF4-FFF2-40B4-BE49-F238E27FC236}">
                  <a16:creationId xmlns:a16="http://schemas.microsoft.com/office/drawing/2014/main" id="{B25B834D-F4DF-02B5-E95C-50FCCCDCB1FB}"/>
                </a:ext>
              </a:extLst>
            </p:cNvPr>
            <p:cNvSpPr/>
            <p:nvPr/>
          </p:nvSpPr>
          <p:spPr>
            <a:xfrm>
              <a:off x="407751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63" name="pg2413">
              <a:extLst>
                <a:ext uri="{FF2B5EF4-FFF2-40B4-BE49-F238E27FC236}">
                  <a16:creationId xmlns:a16="http://schemas.microsoft.com/office/drawing/2014/main" id="{B7FA1189-715F-A7B5-D3FD-73E343E75CF9}"/>
                </a:ext>
              </a:extLst>
            </p:cNvPr>
            <p:cNvSpPr/>
            <p:nvPr/>
          </p:nvSpPr>
          <p:spPr>
            <a:xfrm>
              <a:off x="408914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64" name="pg2414">
              <a:extLst>
                <a:ext uri="{FF2B5EF4-FFF2-40B4-BE49-F238E27FC236}">
                  <a16:creationId xmlns:a16="http://schemas.microsoft.com/office/drawing/2014/main" id="{5CB9199B-8C69-B97C-B8A0-EF20FEF50746}"/>
                </a:ext>
              </a:extLst>
            </p:cNvPr>
            <p:cNvSpPr/>
            <p:nvPr/>
          </p:nvSpPr>
          <p:spPr>
            <a:xfrm>
              <a:off x="410078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65" name="pg2415">
              <a:extLst>
                <a:ext uri="{FF2B5EF4-FFF2-40B4-BE49-F238E27FC236}">
                  <a16:creationId xmlns:a16="http://schemas.microsoft.com/office/drawing/2014/main" id="{A71C8929-4D99-1FCB-2F53-3FC696D363A8}"/>
                </a:ext>
              </a:extLst>
            </p:cNvPr>
            <p:cNvSpPr/>
            <p:nvPr/>
          </p:nvSpPr>
          <p:spPr>
            <a:xfrm>
              <a:off x="411242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66" name="pg2416">
              <a:extLst>
                <a:ext uri="{FF2B5EF4-FFF2-40B4-BE49-F238E27FC236}">
                  <a16:creationId xmlns:a16="http://schemas.microsoft.com/office/drawing/2014/main" id="{2C1545B9-3428-9018-D37D-5C706F33B5AD}"/>
                </a:ext>
              </a:extLst>
            </p:cNvPr>
            <p:cNvSpPr/>
            <p:nvPr/>
          </p:nvSpPr>
          <p:spPr>
            <a:xfrm>
              <a:off x="412405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67" name="pg2417">
              <a:extLst>
                <a:ext uri="{FF2B5EF4-FFF2-40B4-BE49-F238E27FC236}">
                  <a16:creationId xmlns:a16="http://schemas.microsoft.com/office/drawing/2014/main" id="{7459712B-5211-D6E9-FF1D-31D6BBC27EEC}"/>
                </a:ext>
              </a:extLst>
            </p:cNvPr>
            <p:cNvSpPr/>
            <p:nvPr/>
          </p:nvSpPr>
          <p:spPr>
            <a:xfrm>
              <a:off x="413569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68" name="pg2418">
              <a:extLst>
                <a:ext uri="{FF2B5EF4-FFF2-40B4-BE49-F238E27FC236}">
                  <a16:creationId xmlns:a16="http://schemas.microsoft.com/office/drawing/2014/main" id="{5CB52462-3C3E-49A7-2BF2-6BF1EE317A65}"/>
                </a:ext>
              </a:extLst>
            </p:cNvPr>
            <p:cNvSpPr/>
            <p:nvPr/>
          </p:nvSpPr>
          <p:spPr>
            <a:xfrm>
              <a:off x="414733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69" name="pg2419">
              <a:extLst>
                <a:ext uri="{FF2B5EF4-FFF2-40B4-BE49-F238E27FC236}">
                  <a16:creationId xmlns:a16="http://schemas.microsoft.com/office/drawing/2014/main" id="{B95BB318-E280-8AB2-E013-8086FC16B972}"/>
                </a:ext>
              </a:extLst>
            </p:cNvPr>
            <p:cNvSpPr/>
            <p:nvPr/>
          </p:nvSpPr>
          <p:spPr>
            <a:xfrm>
              <a:off x="426370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70" name="pg2420">
              <a:extLst>
                <a:ext uri="{FF2B5EF4-FFF2-40B4-BE49-F238E27FC236}">
                  <a16:creationId xmlns:a16="http://schemas.microsoft.com/office/drawing/2014/main" id="{A6CA550F-3053-68CB-5FB2-9D8729EAEADF}"/>
                </a:ext>
              </a:extLst>
            </p:cNvPr>
            <p:cNvSpPr/>
            <p:nvPr/>
          </p:nvSpPr>
          <p:spPr>
            <a:xfrm>
              <a:off x="427534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71" name="pg2421">
              <a:extLst>
                <a:ext uri="{FF2B5EF4-FFF2-40B4-BE49-F238E27FC236}">
                  <a16:creationId xmlns:a16="http://schemas.microsoft.com/office/drawing/2014/main" id="{52678A47-B19F-311B-1BC3-E422AC8D3782}"/>
                </a:ext>
              </a:extLst>
            </p:cNvPr>
            <p:cNvSpPr/>
            <p:nvPr/>
          </p:nvSpPr>
          <p:spPr>
            <a:xfrm>
              <a:off x="428698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72" name="pg2422">
              <a:extLst>
                <a:ext uri="{FF2B5EF4-FFF2-40B4-BE49-F238E27FC236}">
                  <a16:creationId xmlns:a16="http://schemas.microsoft.com/office/drawing/2014/main" id="{4AF162C2-8545-A7BB-5972-636901EF9167}"/>
                </a:ext>
              </a:extLst>
            </p:cNvPr>
            <p:cNvSpPr/>
            <p:nvPr/>
          </p:nvSpPr>
          <p:spPr>
            <a:xfrm>
              <a:off x="429861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73" name="pg2423">
              <a:extLst>
                <a:ext uri="{FF2B5EF4-FFF2-40B4-BE49-F238E27FC236}">
                  <a16:creationId xmlns:a16="http://schemas.microsoft.com/office/drawing/2014/main" id="{E1DAC748-8B91-37CE-C1AC-8C527054887B}"/>
                </a:ext>
              </a:extLst>
            </p:cNvPr>
            <p:cNvSpPr/>
            <p:nvPr/>
          </p:nvSpPr>
          <p:spPr>
            <a:xfrm>
              <a:off x="455464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74" name="pg2424">
              <a:extLst>
                <a:ext uri="{FF2B5EF4-FFF2-40B4-BE49-F238E27FC236}">
                  <a16:creationId xmlns:a16="http://schemas.microsoft.com/office/drawing/2014/main" id="{36D28D45-830A-8494-014F-1551C11ABC37}"/>
                </a:ext>
              </a:extLst>
            </p:cNvPr>
            <p:cNvSpPr/>
            <p:nvPr/>
          </p:nvSpPr>
          <p:spPr>
            <a:xfrm>
              <a:off x="456627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75" name="pg2425">
              <a:extLst>
                <a:ext uri="{FF2B5EF4-FFF2-40B4-BE49-F238E27FC236}">
                  <a16:creationId xmlns:a16="http://schemas.microsoft.com/office/drawing/2014/main" id="{060854BD-1667-8D1A-DE8D-6AFCBD982E73}"/>
                </a:ext>
              </a:extLst>
            </p:cNvPr>
            <p:cNvSpPr/>
            <p:nvPr/>
          </p:nvSpPr>
          <p:spPr>
            <a:xfrm>
              <a:off x="457791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76" name="pg2426">
              <a:extLst>
                <a:ext uri="{FF2B5EF4-FFF2-40B4-BE49-F238E27FC236}">
                  <a16:creationId xmlns:a16="http://schemas.microsoft.com/office/drawing/2014/main" id="{94A2699C-5D66-BBB8-8E18-B34B4D6B9492}"/>
                </a:ext>
              </a:extLst>
            </p:cNvPr>
            <p:cNvSpPr/>
            <p:nvPr/>
          </p:nvSpPr>
          <p:spPr>
            <a:xfrm>
              <a:off x="458955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77" name="pg2427">
              <a:extLst>
                <a:ext uri="{FF2B5EF4-FFF2-40B4-BE49-F238E27FC236}">
                  <a16:creationId xmlns:a16="http://schemas.microsoft.com/office/drawing/2014/main" id="{00CDF75E-E391-5459-2278-039BA5FB21FB}"/>
                </a:ext>
              </a:extLst>
            </p:cNvPr>
            <p:cNvSpPr/>
            <p:nvPr/>
          </p:nvSpPr>
          <p:spPr>
            <a:xfrm>
              <a:off x="460119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78" name="pg2428">
              <a:extLst>
                <a:ext uri="{FF2B5EF4-FFF2-40B4-BE49-F238E27FC236}">
                  <a16:creationId xmlns:a16="http://schemas.microsoft.com/office/drawing/2014/main" id="{9AD535F8-75E1-2BC3-5A02-B78FA3E25C07}"/>
                </a:ext>
              </a:extLst>
            </p:cNvPr>
            <p:cNvSpPr/>
            <p:nvPr/>
          </p:nvSpPr>
          <p:spPr>
            <a:xfrm>
              <a:off x="325125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79" name="pg2429">
              <a:extLst>
                <a:ext uri="{FF2B5EF4-FFF2-40B4-BE49-F238E27FC236}">
                  <a16:creationId xmlns:a16="http://schemas.microsoft.com/office/drawing/2014/main" id="{982836F3-0AA8-DCAC-D944-55449445A146}"/>
                </a:ext>
              </a:extLst>
            </p:cNvPr>
            <p:cNvSpPr/>
            <p:nvPr/>
          </p:nvSpPr>
          <p:spPr>
            <a:xfrm>
              <a:off x="326289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80" name="pg2430">
              <a:extLst>
                <a:ext uri="{FF2B5EF4-FFF2-40B4-BE49-F238E27FC236}">
                  <a16:creationId xmlns:a16="http://schemas.microsoft.com/office/drawing/2014/main" id="{8604097C-3E48-2505-CB6B-282B98AB68F2}"/>
                </a:ext>
              </a:extLst>
            </p:cNvPr>
            <p:cNvSpPr/>
            <p:nvPr/>
          </p:nvSpPr>
          <p:spPr>
            <a:xfrm>
              <a:off x="360037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81" name="pg2431">
              <a:extLst>
                <a:ext uri="{FF2B5EF4-FFF2-40B4-BE49-F238E27FC236}">
                  <a16:creationId xmlns:a16="http://schemas.microsoft.com/office/drawing/2014/main" id="{70D55FA0-34F9-4438-B8A6-B1E254FB0A71}"/>
                </a:ext>
              </a:extLst>
            </p:cNvPr>
            <p:cNvSpPr/>
            <p:nvPr/>
          </p:nvSpPr>
          <p:spPr>
            <a:xfrm>
              <a:off x="361201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82" name="pg2432">
              <a:extLst>
                <a:ext uri="{FF2B5EF4-FFF2-40B4-BE49-F238E27FC236}">
                  <a16:creationId xmlns:a16="http://schemas.microsoft.com/office/drawing/2014/main" id="{106F2EB3-7937-6DA5-CEB8-EDCE30FD75AA}"/>
                </a:ext>
              </a:extLst>
            </p:cNvPr>
            <p:cNvSpPr/>
            <p:nvPr/>
          </p:nvSpPr>
          <p:spPr>
            <a:xfrm>
              <a:off x="362365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83" name="pg2433">
              <a:extLst>
                <a:ext uri="{FF2B5EF4-FFF2-40B4-BE49-F238E27FC236}">
                  <a16:creationId xmlns:a16="http://schemas.microsoft.com/office/drawing/2014/main" id="{4BC7FBC0-316B-9CEC-64FF-EC165DD387FB}"/>
                </a:ext>
              </a:extLst>
            </p:cNvPr>
            <p:cNvSpPr/>
            <p:nvPr/>
          </p:nvSpPr>
          <p:spPr>
            <a:xfrm>
              <a:off x="363529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84" name="pg2434">
              <a:extLst>
                <a:ext uri="{FF2B5EF4-FFF2-40B4-BE49-F238E27FC236}">
                  <a16:creationId xmlns:a16="http://schemas.microsoft.com/office/drawing/2014/main" id="{82E6F6AD-24D0-EFBA-49F5-08B731C1D40E}"/>
                </a:ext>
              </a:extLst>
            </p:cNvPr>
            <p:cNvSpPr/>
            <p:nvPr/>
          </p:nvSpPr>
          <p:spPr>
            <a:xfrm>
              <a:off x="364692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85" name="pg2435">
              <a:extLst>
                <a:ext uri="{FF2B5EF4-FFF2-40B4-BE49-F238E27FC236}">
                  <a16:creationId xmlns:a16="http://schemas.microsoft.com/office/drawing/2014/main" id="{F086CF9B-ABB5-BAFF-EBAF-A455CC3C3E74}"/>
                </a:ext>
              </a:extLst>
            </p:cNvPr>
            <p:cNvSpPr/>
            <p:nvPr/>
          </p:nvSpPr>
          <p:spPr>
            <a:xfrm>
              <a:off x="365856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86" name="pg2436">
              <a:extLst>
                <a:ext uri="{FF2B5EF4-FFF2-40B4-BE49-F238E27FC236}">
                  <a16:creationId xmlns:a16="http://schemas.microsoft.com/office/drawing/2014/main" id="{68BC4B88-4C07-A412-17FD-3DEB791A942A}"/>
                </a:ext>
              </a:extLst>
            </p:cNvPr>
            <p:cNvSpPr/>
            <p:nvPr/>
          </p:nvSpPr>
          <p:spPr>
            <a:xfrm>
              <a:off x="367020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87" name="pg2437">
              <a:extLst>
                <a:ext uri="{FF2B5EF4-FFF2-40B4-BE49-F238E27FC236}">
                  <a16:creationId xmlns:a16="http://schemas.microsoft.com/office/drawing/2014/main" id="{27CD71DA-BAFC-4C64-C8B5-C006C3868F16}"/>
                </a:ext>
              </a:extLst>
            </p:cNvPr>
            <p:cNvSpPr/>
            <p:nvPr/>
          </p:nvSpPr>
          <p:spPr>
            <a:xfrm>
              <a:off x="368184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88" name="pg2438">
              <a:extLst>
                <a:ext uri="{FF2B5EF4-FFF2-40B4-BE49-F238E27FC236}">
                  <a16:creationId xmlns:a16="http://schemas.microsoft.com/office/drawing/2014/main" id="{48A23D76-0CA8-EECC-03E7-5936704232B7}"/>
                </a:ext>
              </a:extLst>
            </p:cNvPr>
            <p:cNvSpPr/>
            <p:nvPr/>
          </p:nvSpPr>
          <p:spPr>
            <a:xfrm>
              <a:off x="369347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89" name="pg2439">
              <a:extLst>
                <a:ext uri="{FF2B5EF4-FFF2-40B4-BE49-F238E27FC236}">
                  <a16:creationId xmlns:a16="http://schemas.microsoft.com/office/drawing/2014/main" id="{1C4B95BC-7BE2-69CE-45E6-BBC46C79A617}"/>
                </a:ext>
              </a:extLst>
            </p:cNvPr>
            <p:cNvSpPr/>
            <p:nvPr/>
          </p:nvSpPr>
          <p:spPr>
            <a:xfrm>
              <a:off x="370511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90" name="pg2440">
              <a:extLst>
                <a:ext uri="{FF2B5EF4-FFF2-40B4-BE49-F238E27FC236}">
                  <a16:creationId xmlns:a16="http://schemas.microsoft.com/office/drawing/2014/main" id="{A83ABCE1-1871-46F2-1EB3-387CC0AA9C7C}"/>
                </a:ext>
              </a:extLst>
            </p:cNvPr>
            <p:cNvSpPr/>
            <p:nvPr/>
          </p:nvSpPr>
          <p:spPr>
            <a:xfrm>
              <a:off x="371675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91" name="pg2441">
              <a:extLst>
                <a:ext uri="{FF2B5EF4-FFF2-40B4-BE49-F238E27FC236}">
                  <a16:creationId xmlns:a16="http://schemas.microsoft.com/office/drawing/2014/main" id="{C3937FA7-7D71-E18C-9F90-19F14C131CCA}"/>
                </a:ext>
              </a:extLst>
            </p:cNvPr>
            <p:cNvSpPr/>
            <p:nvPr/>
          </p:nvSpPr>
          <p:spPr>
            <a:xfrm>
              <a:off x="372839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92" name="pg2442">
              <a:extLst>
                <a:ext uri="{FF2B5EF4-FFF2-40B4-BE49-F238E27FC236}">
                  <a16:creationId xmlns:a16="http://schemas.microsoft.com/office/drawing/2014/main" id="{B5E3C68A-8DC8-95BB-0414-7E50D259F324}"/>
                </a:ext>
              </a:extLst>
            </p:cNvPr>
            <p:cNvSpPr/>
            <p:nvPr/>
          </p:nvSpPr>
          <p:spPr>
            <a:xfrm>
              <a:off x="374002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93" name="pg2443">
              <a:extLst>
                <a:ext uri="{FF2B5EF4-FFF2-40B4-BE49-F238E27FC236}">
                  <a16:creationId xmlns:a16="http://schemas.microsoft.com/office/drawing/2014/main" id="{9A61B69A-71C6-5B49-6804-F44828D18B36}"/>
                </a:ext>
              </a:extLst>
            </p:cNvPr>
            <p:cNvSpPr/>
            <p:nvPr/>
          </p:nvSpPr>
          <p:spPr>
            <a:xfrm>
              <a:off x="375166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94" name="pg2444">
              <a:extLst>
                <a:ext uri="{FF2B5EF4-FFF2-40B4-BE49-F238E27FC236}">
                  <a16:creationId xmlns:a16="http://schemas.microsoft.com/office/drawing/2014/main" id="{B8973E01-5E40-EF84-5093-58F2D0F1EB51}"/>
                </a:ext>
              </a:extLst>
            </p:cNvPr>
            <p:cNvSpPr/>
            <p:nvPr/>
          </p:nvSpPr>
          <p:spPr>
            <a:xfrm>
              <a:off x="376330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95" name="pg2445">
              <a:extLst>
                <a:ext uri="{FF2B5EF4-FFF2-40B4-BE49-F238E27FC236}">
                  <a16:creationId xmlns:a16="http://schemas.microsoft.com/office/drawing/2014/main" id="{7F757FD8-E5AB-8C99-39FA-875BD6BD1736}"/>
                </a:ext>
              </a:extLst>
            </p:cNvPr>
            <p:cNvSpPr/>
            <p:nvPr/>
          </p:nvSpPr>
          <p:spPr>
            <a:xfrm>
              <a:off x="377493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96" name="pg2446">
              <a:extLst>
                <a:ext uri="{FF2B5EF4-FFF2-40B4-BE49-F238E27FC236}">
                  <a16:creationId xmlns:a16="http://schemas.microsoft.com/office/drawing/2014/main" id="{4508BCAE-D598-0580-44F0-3F15E60DC44A}"/>
                </a:ext>
              </a:extLst>
            </p:cNvPr>
            <p:cNvSpPr/>
            <p:nvPr/>
          </p:nvSpPr>
          <p:spPr>
            <a:xfrm>
              <a:off x="378657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97" name="pg2447">
              <a:extLst>
                <a:ext uri="{FF2B5EF4-FFF2-40B4-BE49-F238E27FC236}">
                  <a16:creationId xmlns:a16="http://schemas.microsoft.com/office/drawing/2014/main" id="{454F973C-A3D5-8BAF-63ED-5E0424CFD01D}"/>
                </a:ext>
              </a:extLst>
            </p:cNvPr>
            <p:cNvSpPr/>
            <p:nvPr/>
          </p:nvSpPr>
          <p:spPr>
            <a:xfrm>
              <a:off x="379821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98" name="pg2448">
              <a:extLst>
                <a:ext uri="{FF2B5EF4-FFF2-40B4-BE49-F238E27FC236}">
                  <a16:creationId xmlns:a16="http://schemas.microsoft.com/office/drawing/2014/main" id="{C42E7DE4-2973-7A76-2913-45AAF72BC6C6}"/>
                </a:ext>
              </a:extLst>
            </p:cNvPr>
            <p:cNvSpPr/>
            <p:nvPr/>
          </p:nvSpPr>
          <p:spPr>
            <a:xfrm>
              <a:off x="380985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99" name="pg2449">
              <a:extLst>
                <a:ext uri="{FF2B5EF4-FFF2-40B4-BE49-F238E27FC236}">
                  <a16:creationId xmlns:a16="http://schemas.microsoft.com/office/drawing/2014/main" id="{B16ADF4A-2BE8-F2D1-4C78-BF24F8BB80AA}"/>
                </a:ext>
              </a:extLst>
            </p:cNvPr>
            <p:cNvSpPr/>
            <p:nvPr/>
          </p:nvSpPr>
          <p:spPr>
            <a:xfrm>
              <a:off x="382148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00" name="pg2450">
              <a:extLst>
                <a:ext uri="{FF2B5EF4-FFF2-40B4-BE49-F238E27FC236}">
                  <a16:creationId xmlns:a16="http://schemas.microsoft.com/office/drawing/2014/main" id="{DEF8C3D5-EBF3-660C-A70C-F50CF1361C71}"/>
                </a:ext>
              </a:extLst>
            </p:cNvPr>
            <p:cNvSpPr/>
            <p:nvPr/>
          </p:nvSpPr>
          <p:spPr>
            <a:xfrm>
              <a:off x="383312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01" name="pg2451">
              <a:extLst>
                <a:ext uri="{FF2B5EF4-FFF2-40B4-BE49-F238E27FC236}">
                  <a16:creationId xmlns:a16="http://schemas.microsoft.com/office/drawing/2014/main" id="{A7817119-F765-94C8-1A1E-33086BF567EB}"/>
                </a:ext>
              </a:extLst>
            </p:cNvPr>
            <p:cNvSpPr/>
            <p:nvPr/>
          </p:nvSpPr>
          <p:spPr>
            <a:xfrm>
              <a:off x="384476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02" name="pg2452">
              <a:extLst>
                <a:ext uri="{FF2B5EF4-FFF2-40B4-BE49-F238E27FC236}">
                  <a16:creationId xmlns:a16="http://schemas.microsoft.com/office/drawing/2014/main" id="{AAEB1CC5-D97B-A0E1-9687-A21AFE5B52D9}"/>
                </a:ext>
              </a:extLst>
            </p:cNvPr>
            <p:cNvSpPr/>
            <p:nvPr/>
          </p:nvSpPr>
          <p:spPr>
            <a:xfrm>
              <a:off x="385640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03" name="pg2453">
              <a:extLst>
                <a:ext uri="{FF2B5EF4-FFF2-40B4-BE49-F238E27FC236}">
                  <a16:creationId xmlns:a16="http://schemas.microsoft.com/office/drawing/2014/main" id="{D554F4AA-9EAF-6BC2-4784-3317049A8527}"/>
                </a:ext>
              </a:extLst>
            </p:cNvPr>
            <p:cNvSpPr/>
            <p:nvPr/>
          </p:nvSpPr>
          <p:spPr>
            <a:xfrm>
              <a:off x="386803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04" name="pg2454">
              <a:extLst>
                <a:ext uri="{FF2B5EF4-FFF2-40B4-BE49-F238E27FC236}">
                  <a16:creationId xmlns:a16="http://schemas.microsoft.com/office/drawing/2014/main" id="{604E75FF-6EBF-A720-E511-7661B8B59AB7}"/>
                </a:ext>
              </a:extLst>
            </p:cNvPr>
            <p:cNvSpPr/>
            <p:nvPr/>
          </p:nvSpPr>
          <p:spPr>
            <a:xfrm>
              <a:off x="387967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05" name="pg2455">
              <a:extLst>
                <a:ext uri="{FF2B5EF4-FFF2-40B4-BE49-F238E27FC236}">
                  <a16:creationId xmlns:a16="http://schemas.microsoft.com/office/drawing/2014/main" id="{49861754-E3BC-9A58-9C8D-F4CB0422A211}"/>
                </a:ext>
              </a:extLst>
            </p:cNvPr>
            <p:cNvSpPr/>
            <p:nvPr/>
          </p:nvSpPr>
          <p:spPr>
            <a:xfrm>
              <a:off x="389131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06" name="pg2456">
              <a:extLst>
                <a:ext uri="{FF2B5EF4-FFF2-40B4-BE49-F238E27FC236}">
                  <a16:creationId xmlns:a16="http://schemas.microsoft.com/office/drawing/2014/main" id="{011BF54F-2F41-98C3-AD44-FF2BE07519B5}"/>
                </a:ext>
              </a:extLst>
            </p:cNvPr>
            <p:cNvSpPr/>
            <p:nvPr/>
          </p:nvSpPr>
          <p:spPr>
            <a:xfrm>
              <a:off x="390295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07" name="pg2457">
              <a:extLst>
                <a:ext uri="{FF2B5EF4-FFF2-40B4-BE49-F238E27FC236}">
                  <a16:creationId xmlns:a16="http://schemas.microsoft.com/office/drawing/2014/main" id="{873E982E-28A7-7B5D-AC8D-848FD9AA0268}"/>
                </a:ext>
              </a:extLst>
            </p:cNvPr>
            <p:cNvSpPr/>
            <p:nvPr/>
          </p:nvSpPr>
          <p:spPr>
            <a:xfrm>
              <a:off x="391458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08" name="pg2458">
              <a:extLst>
                <a:ext uri="{FF2B5EF4-FFF2-40B4-BE49-F238E27FC236}">
                  <a16:creationId xmlns:a16="http://schemas.microsoft.com/office/drawing/2014/main" id="{89913958-2040-50C1-0396-FCC5D929AC32}"/>
                </a:ext>
              </a:extLst>
            </p:cNvPr>
            <p:cNvSpPr/>
            <p:nvPr/>
          </p:nvSpPr>
          <p:spPr>
            <a:xfrm>
              <a:off x="392622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09" name="pg2459">
              <a:extLst>
                <a:ext uri="{FF2B5EF4-FFF2-40B4-BE49-F238E27FC236}">
                  <a16:creationId xmlns:a16="http://schemas.microsoft.com/office/drawing/2014/main" id="{801BAEAA-FBC1-661E-45A1-A9D529BFAA7B}"/>
                </a:ext>
              </a:extLst>
            </p:cNvPr>
            <p:cNvSpPr/>
            <p:nvPr/>
          </p:nvSpPr>
          <p:spPr>
            <a:xfrm>
              <a:off x="393786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10" name="pg2460">
              <a:extLst>
                <a:ext uri="{FF2B5EF4-FFF2-40B4-BE49-F238E27FC236}">
                  <a16:creationId xmlns:a16="http://schemas.microsoft.com/office/drawing/2014/main" id="{9BCD99CA-52F7-0E6C-5685-09367A4C98A7}"/>
                </a:ext>
              </a:extLst>
            </p:cNvPr>
            <p:cNvSpPr/>
            <p:nvPr/>
          </p:nvSpPr>
          <p:spPr>
            <a:xfrm>
              <a:off x="394949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11" name="pg2461">
              <a:extLst>
                <a:ext uri="{FF2B5EF4-FFF2-40B4-BE49-F238E27FC236}">
                  <a16:creationId xmlns:a16="http://schemas.microsoft.com/office/drawing/2014/main" id="{257BA1FD-62E4-3A50-9427-048FEA766122}"/>
                </a:ext>
              </a:extLst>
            </p:cNvPr>
            <p:cNvSpPr/>
            <p:nvPr/>
          </p:nvSpPr>
          <p:spPr>
            <a:xfrm>
              <a:off x="396113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12" name="pg2462">
              <a:extLst>
                <a:ext uri="{FF2B5EF4-FFF2-40B4-BE49-F238E27FC236}">
                  <a16:creationId xmlns:a16="http://schemas.microsoft.com/office/drawing/2014/main" id="{B24ADF91-CEDB-D590-A9ED-B3E6910A0042}"/>
                </a:ext>
              </a:extLst>
            </p:cNvPr>
            <p:cNvSpPr/>
            <p:nvPr/>
          </p:nvSpPr>
          <p:spPr>
            <a:xfrm>
              <a:off x="397277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13" name="pg2463">
              <a:extLst>
                <a:ext uri="{FF2B5EF4-FFF2-40B4-BE49-F238E27FC236}">
                  <a16:creationId xmlns:a16="http://schemas.microsoft.com/office/drawing/2014/main" id="{54E8656F-8A4A-BB60-3023-DF5A24723F39}"/>
                </a:ext>
              </a:extLst>
            </p:cNvPr>
            <p:cNvSpPr/>
            <p:nvPr/>
          </p:nvSpPr>
          <p:spPr>
            <a:xfrm>
              <a:off x="398441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14" name="pg2464">
              <a:extLst>
                <a:ext uri="{FF2B5EF4-FFF2-40B4-BE49-F238E27FC236}">
                  <a16:creationId xmlns:a16="http://schemas.microsoft.com/office/drawing/2014/main" id="{F87E6F09-2EC2-F5DB-F229-0905684318BC}"/>
                </a:ext>
              </a:extLst>
            </p:cNvPr>
            <p:cNvSpPr/>
            <p:nvPr/>
          </p:nvSpPr>
          <p:spPr>
            <a:xfrm>
              <a:off x="399604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15" name="pg2465">
              <a:extLst>
                <a:ext uri="{FF2B5EF4-FFF2-40B4-BE49-F238E27FC236}">
                  <a16:creationId xmlns:a16="http://schemas.microsoft.com/office/drawing/2014/main" id="{0E203629-2F80-7E95-2367-D2B479D62852}"/>
                </a:ext>
              </a:extLst>
            </p:cNvPr>
            <p:cNvSpPr/>
            <p:nvPr/>
          </p:nvSpPr>
          <p:spPr>
            <a:xfrm>
              <a:off x="400768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16" name="pg2466">
              <a:extLst>
                <a:ext uri="{FF2B5EF4-FFF2-40B4-BE49-F238E27FC236}">
                  <a16:creationId xmlns:a16="http://schemas.microsoft.com/office/drawing/2014/main" id="{F4D4058B-CDEC-EDF2-D9FA-74390680FCCC}"/>
                </a:ext>
              </a:extLst>
            </p:cNvPr>
            <p:cNvSpPr/>
            <p:nvPr/>
          </p:nvSpPr>
          <p:spPr>
            <a:xfrm>
              <a:off x="401932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17" name="pg2467">
              <a:extLst>
                <a:ext uri="{FF2B5EF4-FFF2-40B4-BE49-F238E27FC236}">
                  <a16:creationId xmlns:a16="http://schemas.microsoft.com/office/drawing/2014/main" id="{0899EF0D-0923-F3D3-FA7E-045FA264AE24}"/>
                </a:ext>
              </a:extLst>
            </p:cNvPr>
            <p:cNvSpPr/>
            <p:nvPr/>
          </p:nvSpPr>
          <p:spPr>
            <a:xfrm>
              <a:off x="403096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18" name="pg2468">
              <a:extLst>
                <a:ext uri="{FF2B5EF4-FFF2-40B4-BE49-F238E27FC236}">
                  <a16:creationId xmlns:a16="http://schemas.microsoft.com/office/drawing/2014/main" id="{CAE69C93-6FAD-D2EE-CD2F-27C43F641DAE}"/>
                </a:ext>
              </a:extLst>
            </p:cNvPr>
            <p:cNvSpPr/>
            <p:nvPr/>
          </p:nvSpPr>
          <p:spPr>
            <a:xfrm>
              <a:off x="404259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19" name="pg2469">
              <a:extLst>
                <a:ext uri="{FF2B5EF4-FFF2-40B4-BE49-F238E27FC236}">
                  <a16:creationId xmlns:a16="http://schemas.microsoft.com/office/drawing/2014/main" id="{ABEDE01D-85F8-C5A3-D1FE-9A35D667A437}"/>
                </a:ext>
              </a:extLst>
            </p:cNvPr>
            <p:cNvSpPr/>
            <p:nvPr/>
          </p:nvSpPr>
          <p:spPr>
            <a:xfrm>
              <a:off x="405423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20" name="pg2470">
              <a:extLst>
                <a:ext uri="{FF2B5EF4-FFF2-40B4-BE49-F238E27FC236}">
                  <a16:creationId xmlns:a16="http://schemas.microsoft.com/office/drawing/2014/main" id="{36EB4312-F32F-CEB5-1FC7-405E51A22A7C}"/>
                </a:ext>
              </a:extLst>
            </p:cNvPr>
            <p:cNvSpPr/>
            <p:nvPr/>
          </p:nvSpPr>
          <p:spPr>
            <a:xfrm>
              <a:off x="406587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21" name="pg2471">
              <a:extLst>
                <a:ext uri="{FF2B5EF4-FFF2-40B4-BE49-F238E27FC236}">
                  <a16:creationId xmlns:a16="http://schemas.microsoft.com/office/drawing/2014/main" id="{83C238B4-6E2D-6240-41CF-29E1A5BBFC8E}"/>
                </a:ext>
              </a:extLst>
            </p:cNvPr>
            <p:cNvSpPr/>
            <p:nvPr/>
          </p:nvSpPr>
          <p:spPr>
            <a:xfrm>
              <a:off x="407751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22" name="pg2472">
              <a:extLst>
                <a:ext uri="{FF2B5EF4-FFF2-40B4-BE49-F238E27FC236}">
                  <a16:creationId xmlns:a16="http://schemas.microsoft.com/office/drawing/2014/main" id="{F24ED727-02D3-C010-55EC-BF38205AD306}"/>
                </a:ext>
              </a:extLst>
            </p:cNvPr>
            <p:cNvSpPr/>
            <p:nvPr/>
          </p:nvSpPr>
          <p:spPr>
            <a:xfrm>
              <a:off x="408914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23" name="pg2473">
              <a:extLst>
                <a:ext uri="{FF2B5EF4-FFF2-40B4-BE49-F238E27FC236}">
                  <a16:creationId xmlns:a16="http://schemas.microsoft.com/office/drawing/2014/main" id="{A4BD3AA1-DDFA-3FDA-DA4E-C848F99D7B0D}"/>
                </a:ext>
              </a:extLst>
            </p:cNvPr>
            <p:cNvSpPr/>
            <p:nvPr/>
          </p:nvSpPr>
          <p:spPr>
            <a:xfrm>
              <a:off x="410078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24" name="pg2474">
              <a:extLst>
                <a:ext uri="{FF2B5EF4-FFF2-40B4-BE49-F238E27FC236}">
                  <a16:creationId xmlns:a16="http://schemas.microsoft.com/office/drawing/2014/main" id="{A1C38871-C861-9A40-133B-8A54C423C519}"/>
                </a:ext>
              </a:extLst>
            </p:cNvPr>
            <p:cNvSpPr/>
            <p:nvPr/>
          </p:nvSpPr>
          <p:spPr>
            <a:xfrm>
              <a:off x="411242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25" name="pg2475">
              <a:extLst>
                <a:ext uri="{FF2B5EF4-FFF2-40B4-BE49-F238E27FC236}">
                  <a16:creationId xmlns:a16="http://schemas.microsoft.com/office/drawing/2014/main" id="{3BBBB6DE-E00F-9B78-F705-80F027F8F665}"/>
                </a:ext>
              </a:extLst>
            </p:cNvPr>
            <p:cNvSpPr/>
            <p:nvPr/>
          </p:nvSpPr>
          <p:spPr>
            <a:xfrm>
              <a:off x="412405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26" name="pg2476">
              <a:extLst>
                <a:ext uri="{FF2B5EF4-FFF2-40B4-BE49-F238E27FC236}">
                  <a16:creationId xmlns:a16="http://schemas.microsoft.com/office/drawing/2014/main" id="{F6568EDD-6009-8908-066B-3C96E8DCD056}"/>
                </a:ext>
              </a:extLst>
            </p:cNvPr>
            <p:cNvSpPr/>
            <p:nvPr/>
          </p:nvSpPr>
          <p:spPr>
            <a:xfrm>
              <a:off x="413569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27" name="pg2477">
              <a:extLst>
                <a:ext uri="{FF2B5EF4-FFF2-40B4-BE49-F238E27FC236}">
                  <a16:creationId xmlns:a16="http://schemas.microsoft.com/office/drawing/2014/main" id="{7C7CB875-6FDB-7AB5-D823-0139827E9F7A}"/>
                </a:ext>
              </a:extLst>
            </p:cNvPr>
            <p:cNvSpPr/>
            <p:nvPr/>
          </p:nvSpPr>
          <p:spPr>
            <a:xfrm>
              <a:off x="414733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28" name="pg2478">
              <a:extLst>
                <a:ext uri="{FF2B5EF4-FFF2-40B4-BE49-F238E27FC236}">
                  <a16:creationId xmlns:a16="http://schemas.microsoft.com/office/drawing/2014/main" id="{47F52665-9F70-58DD-EC44-56A0C0542F9D}"/>
                </a:ext>
              </a:extLst>
            </p:cNvPr>
            <p:cNvSpPr/>
            <p:nvPr/>
          </p:nvSpPr>
          <p:spPr>
            <a:xfrm>
              <a:off x="425207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29" name="pg2479">
              <a:extLst>
                <a:ext uri="{FF2B5EF4-FFF2-40B4-BE49-F238E27FC236}">
                  <a16:creationId xmlns:a16="http://schemas.microsoft.com/office/drawing/2014/main" id="{6A9E89CF-9AB5-56B5-392A-AC54E6144ED2}"/>
                </a:ext>
              </a:extLst>
            </p:cNvPr>
            <p:cNvSpPr/>
            <p:nvPr/>
          </p:nvSpPr>
          <p:spPr>
            <a:xfrm>
              <a:off x="426370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30" name="pg2480">
              <a:extLst>
                <a:ext uri="{FF2B5EF4-FFF2-40B4-BE49-F238E27FC236}">
                  <a16:creationId xmlns:a16="http://schemas.microsoft.com/office/drawing/2014/main" id="{B2AB8065-BDEE-F31C-0708-DE89B30F4D0F}"/>
                </a:ext>
              </a:extLst>
            </p:cNvPr>
            <p:cNvSpPr/>
            <p:nvPr/>
          </p:nvSpPr>
          <p:spPr>
            <a:xfrm>
              <a:off x="427534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31" name="pg2481">
              <a:extLst>
                <a:ext uri="{FF2B5EF4-FFF2-40B4-BE49-F238E27FC236}">
                  <a16:creationId xmlns:a16="http://schemas.microsoft.com/office/drawing/2014/main" id="{148EC11E-E5CB-37C9-08F6-00E08024F9A6}"/>
                </a:ext>
              </a:extLst>
            </p:cNvPr>
            <p:cNvSpPr/>
            <p:nvPr/>
          </p:nvSpPr>
          <p:spPr>
            <a:xfrm>
              <a:off x="428698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32" name="pg2482">
              <a:extLst>
                <a:ext uri="{FF2B5EF4-FFF2-40B4-BE49-F238E27FC236}">
                  <a16:creationId xmlns:a16="http://schemas.microsoft.com/office/drawing/2014/main" id="{8CE34790-7B2E-4644-90B5-525F01F9D57F}"/>
                </a:ext>
              </a:extLst>
            </p:cNvPr>
            <p:cNvSpPr/>
            <p:nvPr/>
          </p:nvSpPr>
          <p:spPr>
            <a:xfrm>
              <a:off x="429861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33" name="pg2483">
              <a:extLst>
                <a:ext uri="{FF2B5EF4-FFF2-40B4-BE49-F238E27FC236}">
                  <a16:creationId xmlns:a16="http://schemas.microsoft.com/office/drawing/2014/main" id="{6873CB95-41CB-933A-8FD6-EF038D15BAC1}"/>
                </a:ext>
              </a:extLst>
            </p:cNvPr>
            <p:cNvSpPr/>
            <p:nvPr/>
          </p:nvSpPr>
          <p:spPr>
            <a:xfrm>
              <a:off x="431025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34" name="pg2484">
              <a:extLst>
                <a:ext uri="{FF2B5EF4-FFF2-40B4-BE49-F238E27FC236}">
                  <a16:creationId xmlns:a16="http://schemas.microsoft.com/office/drawing/2014/main" id="{99C00F38-89F8-1970-4911-1FA158292AE3}"/>
                </a:ext>
              </a:extLst>
            </p:cNvPr>
            <p:cNvSpPr/>
            <p:nvPr/>
          </p:nvSpPr>
          <p:spPr>
            <a:xfrm>
              <a:off x="432189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35" name="pg2485">
              <a:extLst>
                <a:ext uri="{FF2B5EF4-FFF2-40B4-BE49-F238E27FC236}">
                  <a16:creationId xmlns:a16="http://schemas.microsoft.com/office/drawing/2014/main" id="{51475D6D-4C6B-D9FA-B54F-3F322FA372BC}"/>
                </a:ext>
              </a:extLst>
            </p:cNvPr>
            <p:cNvSpPr/>
            <p:nvPr/>
          </p:nvSpPr>
          <p:spPr>
            <a:xfrm>
              <a:off x="455464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36" name="pg2486">
              <a:extLst>
                <a:ext uri="{FF2B5EF4-FFF2-40B4-BE49-F238E27FC236}">
                  <a16:creationId xmlns:a16="http://schemas.microsoft.com/office/drawing/2014/main" id="{676B59FC-14F1-8D77-6D4A-AB2C4E7893B2}"/>
                </a:ext>
              </a:extLst>
            </p:cNvPr>
            <p:cNvSpPr/>
            <p:nvPr/>
          </p:nvSpPr>
          <p:spPr>
            <a:xfrm>
              <a:off x="456627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37" name="pg2487">
              <a:extLst>
                <a:ext uri="{FF2B5EF4-FFF2-40B4-BE49-F238E27FC236}">
                  <a16:creationId xmlns:a16="http://schemas.microsoft.com/office/drawing/2014/main" id="{82180F9E-5DD0-41FA-CAE8-84A15468EF70}"/>
                </a:ext>
              </a:extLst>
            </p:cNvPr>
            <p:cNvSpPr/>
            <p:nvPr/>
          </p:nvSpPr>
          <p:spPr>
            <a:xfrm>
              <a:off x="457791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38" name="pg2488">
              <a:extLst>
                <a:ext uri="{FF2B5EF4-FFF2-40B4-BE49-F238E27FC236}">
                  <a16:creationId xmlns:a16="http://schemas.microsoft.com/office/drawing/2014/main" id="{F1B0ECCB-57AA-4322-0B13-D2B84F2F9929}"/>
                </a:ext>
              </a:extLst>
            </p:cNvPr>
            <p:cNvSpPr/>
            <p:nvPr/>
          </p:nvSpPr>
          <p:spPr>
            <a:xfrm>
              <a:off x="458955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39" name="pg2489">
              <a:extLst>
                <a:ext uri="{FF2B5EF4-FFF2-40B4-BE49-F238E27FC236}">
                  <a16:creationId xmlns:a16="http://schemas.microsoft.com/office/drawing/2014/main" id="{F02D5699-F75D-9AB0-F192-BA6C62DA3915}"/>
                </a:ext>
              </a:extLst>
            </p:cNvPr>
            <p:cNvSpPr/>
            <p:nvPr/>
          </p:nvSpPr>
          <p:spPr>
            <a:xfrm>
              <a:off x="460119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40" name="pg2490">
              <a:extLst>
                <a:ext uri="{FF2B5EF4-FFF2-40B4-BE49-F238E27FC236}">
                  <a16:creationId xmlns:a16="http://schemas.microsoft.com/office/drawing/2014/main" id="{E9CA34FD-2669-FBB2-0A41-02603B64AF48}"/>
                </a:ext>
              </a:extLst>
            </p:cNvPr>
            <p:cNvSpPr/>
            <p:nvPr/>
          </p:nvSpPr>
          <p:spPr>
            <a:xfrm>
              <a:off x="323962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41" name="pg2491">
              <a:extLst>
                <a:ext uri="{FF2B5EF4-FFF2-40B4-BE49-F238E27FC236}">
                  <a16:creationId xmlns:a16="http://schemas.microsoft.com/office/drawing/2014/main" id="{AD23B492-7C8C-2F12-766F-7A5DB58BE567}"/>
                </a:ext>
              </a:extLst>
            </p:cNvPr>
            <p:cNvSpPr/>
            <p:nvPr/>
          </p:nvSpPr>
          <p:spPr>
            <a:xfrm>
              <a:off x="325125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42" name="pg2492">
              <a:extLst>
                <a:ext uri="{FF2B5EF4-FFF2-40B4-BE49-F238E27FC236}">
                  <a16:creationId xmlns:a16="http://schemas.microsoft.com/office/drawing/2014/main" id="{9AA56659-F799-A746-0112-EB60399E849E}"/>
                </a:ext>
              </a:extLst>
            </p:cNvPr>
            <p:cNvSpPr/>
            <p:nvPr/>
          </p:nvSpPr>
          <p:spPr>
            <a:xfrm>
              <a:off x="326289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43" name="pg2493">
              <a:extLst>
                <a:ext uri="{FF2B5EF4-FFF2-40B4-BE49-F238E27FC236}">
                  <a16:creationId xmlns:a16="http://schemas.microsoft.com/office/drawing/2014/main" id="{C5BCAC82-573E-56A3-3DEC-F143075F28E9}"/>
                </a:ext>
              </a:extLst>
            </p:cNvPr>
            <p:cNvSpPr/>
            <p:nvPr/>
          </p:nvSpPr>
          <p:spPr>
            <a:xfrm>
              <a:off x="327453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44" name="pg2494">
              <a:extLst>
                <a:ext uri="{FF2B5EF4-FFF2-40B4-BE49-F238E27FC236}">
                  <a16:creationId xmlns:a16="http://schemas.microsoft.com/office/drawing/2014/main" id="{43A97E19-3315-6578-3102-455B78A173C2}"/>
                </a:ext>
              </a:extLst>
            </p:cNvPr>
            <p:cNvSpPr/>
            <p:nvPr/>
          </p:nvSpPr>
          <p:spPr>
            <a:xfrm>
              <a:off x="328617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45" name="pg2495">
              <a:extLst>
                <a:ext uri="{FF2B5EF4-FFF2-40B4-BE49-F238E27FC236}">
                  <a16:creationId xmlns:a16="http://schemas.microsoft.com/office/drawing/2014/main" id="{22F1BB01-12CE-ED92-64C2-1B152B603044}"/>
                </a:ext>
              </a:extLst>
            </p:cNvPr>
            <p:cNvSpPr/>
            <p:nvPr/>
          </p:nvSpPr>
          <p:spPr>
            <a:xfrm>
              <a:off x="360037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46" name="pg2496">
              <a:extLst>
                <a:ext uri="{FF2B5EF4-FFF2-40B4-BE49-F238E27FC236}">
                  <a16:creationId xmlns:a16="http://schemas.microsoft.com/office/drawing/2014/main" id="{D4043F9A-6D59-671E-99E5-D2064C4145B7}"/>
                </a:ext>
              </a:extLst>
            </p:cNvPr>
            <p:cNvSpPr/>
            <p:nvPr/>
          </p:nvSpPr>
          <p:spPr>
            <a:xfrm>
              <a:off x="361201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47" name="pg2497">
              <a:extLst>
                <a:ext uri="{FF2B5EF4-FFF2-40B4-BE49-F238E27FC236}">
                  <a16:creationId xmlns:a16="http://schemas.microsoft.com/office/drawing/2014/main" id="{AC00B7D8-6769-EAEF-5E36-341EF4075195}"/>
                </a:ext>
              </a:extLst>
            </p:cNvPr>
            <p:cNvSpPr/>
            <p:nvPr/>
          </p:nvSpPr>
          <p:spPr>
            <a:xfrm>
              <a:off x="362365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48" name="pg2498">
              <a:extLst>
                <a:ext uri="{FF2B5EF4-FFF2-40B4-BE49-F238E27FC236}">
                  <a16:creationId xmlns:a16="http://schemas.microsoft.com/office/drawing/2014/main" id="{A4F74691-05EF-06B4-C44D-EB94D8D449E2}"/>
                </a:ext>
              </a:extLst>
            </p:cNvPr>
            <p:cNvSpPr/>
            <p:nvPr/>
          </p:nvSpPr>
          <p:spPr>
            <a:xfrm>
              <a:off x="363529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49" name="pg2499">
              <a:extLst>
                <a:ext uri="{FF2B5EF4-FFF2-40B4-BE49-F238E27FC236}">
                  <a16:creationId xmlns:a16="http://schemas.microsoft.com/office/drawing/2014/main" id="{8F9A88B4-833D-7C70-BB5E-44E2813C6381}"/>
                </a:ext>
              </a:extLst>
            </p:cNvPr>
            <p:cNvSpPr/>
            <p:nvPr/>
          </p:nvSpPr>
          <p:spPr>
            <a:xfrm>
              <a:off x="364692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50" name="pg2500">
              <a:extLst>
                <a:ext uri="{FF2B5EF4-FFF2-40B4-BE49-F238E27FC236}">
                  <a16:creationId xmlns:a16="http://schemas.microsoft.com/office/drawing/2014/main" id="{9D3A3355-777B-1085-C7B5-BEADE563BE71}"/>
                </a:ext>
              </a:extLst>
            </p:cNvPr>
            <p:cNvSpPr/>
            <p:nvPr/>
          </p:nvSpPr>
          <p:spPr>
            <a:xfrm>
              <a:off x="365856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51" name="pg2501">
              <a:extLst>
                <a:ext uri="{FF2B5EF4-FFF2-40B4-BE49-F238E27FC236}">
                  <a16:creationId xmlns:a16="http://schemas.microsoft.com/office/drawing/2014/main" id="{96CD2145-ACCC-B90E-72DD-9C74889CA2CC}"/>
                </a:ext>
              </a:extLst>
            </p:cNvPr>
            <p:cNvSpPr/>
            <p:nvPr/>
          </p:nvSpPr>
          <p:spPr>
            <a:xfrm>
              <a:off x="3670203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52" name="pg2502">
              <a:extLst>
                <a:ext uri="{FF2B5EF4-FFF2-40B4-BE49-F238E27FC236}">
                  <a16:creationId xmlns:a16="http://schemas.microsoft.com/office/drawing/2014/main" id="{DA2ABA79-5565-D58C-E10D-4570A9C66C05}"/>
                </a:ext>
              </a:extLst>
            </p:cNvPr>
            <p:cNvSpPr/>
            <p:nvPr/>
          </p:nvSpPr>
          <p:spPr>
            <a:xfrm>
              <a:off x="368184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53" name="pg2503">
              <a:extLst>
                <a:ext uri="{FF2B5EF4-FFF2-40B4-BE49-F238E27FC236}">
                  <a16:creationId xmlns:a16="http://schemas.microsoft.com/office/drawing/2014/main" id="{9576BBEA-1E12-BD0E-13C8-3F25DDE00300}"/>
                </a:ext>
              </a:extLst>
            </p:cNvPr>
            <p:cNvSpPr/>
            <p:nvPr/>
          </p:nvSpPr>
          <p:spPr>
            <a:xfrm>
              <a:off x="369347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54" name="pg2504">
              <a:extLst>
                <a:ext uri="{FF2B5EF4-FFF2-40B4-BE49-F238E27FC236}">
                  <a16:creationId xmlns:a16="http://schemas.microsoft.com/office/drawing/2014/main" id="{1EC94B20-E092-DDA5-F19B-A0579A621649}"/>
                </a:ext>
              </a:extLst>
            </p:cNvPr>
            <p:cNvSpPr/>
            <p:nvPr/>
          </p:nvSpPr>
          <p:spPr>
            <a:xfrm>
              <a:off x="370511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55" name="pg2505">
              <a:extLst>
                <a:ext uri="{FF2B5EF4-FFF2-40B4-BE49-F238E27FC236}">
                  <a16:creationId xmlns:a16="http://schemas.microsoft.com/office/drawing/2014/main" id="{057848B4-BE35-11C2-958F-BD55A5936363}"/>
                </a:ext>
              </a:extLst>
            </p:cNvPr>
            <p:cNvSpPr/>
            <p:nvPr/>
          </p:nvSpPr>
          <p:spPr>
            <a:xfrm>
              <a:off x="371675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56" name="pg2506">
              <a:extLst>
                <a:ext uri="{FF2B5EF4-FFF2-40B4-BE49-F238E27FC236}">
                  <a16:creationId xmlns:a16="http://schemas.microsoft.com/office/drawing/2014/main" id="{8334FA0B-F1F9-F9E5-98B6-09A9FC10823D}"/>
                </a:ext>
              </a:extLst>
            </p:cNvPr>
            <p:cNvSpPr/>
            <p:nvPr/>
          </p:nvSpPr>
          <p:spPr>
            <a:xfrm>
              <a:off x="372839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57" name="pg2507">
              <a:extLst>
                <a:ext uri="{FF2B5EF4-FFF2-40B4-BE49-F238E27FC236}">
                  <a16:creationId xmlns:a16="http://schemas.microsoft.com/office/drawing/2014/main" id="{B45EAAC8-B184-2763-16C1-41E258739A3F}"/>
                </a:ext>
              </a:extLst>
            </p:cNvPr>
            <p:cNvSpPr/>
            <p:nvPr/>
          </p:nvSpPr>
          <p:spPr>
            <a:xfrm>
              <a:off x="374002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58" name="pg2508">
              <a:extLst>
                <a:ext uri="{FF2B5EF4-FFF2-40B4-BE49-F238E27FC236}">
                  <a16:creationId xmlns:a16="http://schemas.microsoft.com/office/drawing/2014/main" id="{7A36048B-100F-5C11-6664-46C26D9614E1}"/>
                </a:ext>
              </a:extLst>
            </p:cNvPr>
            <p:cNvSpPr/>
            <p:nvPr/>
          </p:nvSpPr>
          <p:spPr>
            <a:xfrm>
              <a:off x="375166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59" name="pg2509">
              <a:extLst>
                <a:ext uri="{FF2B5EF4-FFF2-40B4-BE49-F238E27FC236}">
                  <a16:creationId xmlns:a16="http://schemas.microsoft.com/office/drawing/2014/main" id="{9695E86E-CD2F-49F5-B780-ACCC4C638432}"/>
                </a:ext>
              </a:extLst>
            </p:cNvPr>
            <p:cNvSpPr/>
            <p:nvPr/>
          </p:nvSpPr>
          <p:spPr>
            <a:xfrm>
              <a:off x="385640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60" name="pg2510">
              <a:extLst>
                <a:ext uri="{FF2B5EF4-FFF2-40B4-BE49-F238E27FC236}">
                  <a16:creationId xmlns:a16="http://schemas.microsoft.com/office/drawing/2014/main" id="{417B0165-7CC6-B1A7-E230-D187293A04EF}"/>
                </a:ext>
              </a:extLst>
            </p:cNvPr>
            <p:cNvSpPr/>
            <p:nvPr/>
          </p:nvSpPr>
          <p:spPr>
            <a:xfrm>
              <a:off x="386803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61" name="pg2511">
              <a:extLst>
                <a:ext uri="{FF2B5EF4-FFF2-40B4-BE49-F238E27FC236}">
                  <a16:creationId xmlns:a16="http://schemas.microsoft.com/office/drawing/2014/main" id="{41D8D638-6E8A-2571-D75C-2801068340D4}"/>
                </a:ext>
              </a:extLst>
            </p:cNvPr>
            <p:cNvSpPr/>
            <p:nvPr/>
          </p:nvSpPr>
          <p:spPr>
            <a:xfrm>
              <a:off x="387967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62" name="pg2512">
              <a:extLst>
                <a:ext uri="{FF2B5EF4-FFF2-40B4-BE49-F238E27FC236}">
                  <a16:creationId xmlns:a16="http://schemas.microsoft.com/office/drawing/2014/main" id="{86D3092D-EB02-8466-3B63-8ACAC6AA6E50}"/>
                </a:ext>
              </a:extLst>
            </p:cNvPr>
            <p:cNvSpPr/>
            <p:nvPr/>
          </p:nvSpPr>
          <p:spPr>
            <a:xfrm>
              <a:off x="389131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63" name="pg2513">
              <a:extLst>
                <a:ext uri="{FF2B5EF4-FFF2-40B4-BE49-F238E27FC236}">
                  <a16:creationId xmlns:a16="http://schemas.microsoft.com/office/drawing/2014/main" id="{6DD55752-7449-6029-1E1A-138AF34398A1}"/>
                </a:ext>
              </a:extLst>
            </p:cNvPr>
            <p:cNvSpPr/>
            <p:nvPr/>
          </p:nvSpPr>
          <p:spPr>
            <a:xfrm>
              <a:off x="390295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64" name="pg2514">
              <a:extLst>
                <a:ext uri="{FF2B5EF4-FFF2-40B4-BE49-F238E27FC236}">
                  <a16:creationId xmlns:a16="http://schemas.microsoft.com/office/drawing/2014/main" id="{7ED4C033-E62B-48BF-4DE4-B074CCD0F6A1}"/>
                </a:ext>
              </a:extLst>
            </p:cNvPr>
            <p:cNvSpPr/>
            <p:nvPr/>
          </p:nvSpPr>
          <p:spPr>
            <a:xfrm>
              <a:off x="391458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65" name="pg2515">
              <a:extLst>
                <a:ext uri="{FF2B5EF4-FFF2-40B4-BE49-F238E27FC236}">
                  <a16:creationId xmlns:a16="http://schemas.microsoft.com/office/drawing/2014/main" id="{EA07355B-5905-D775-3968-CA18465C0F68}"/>
                </a:ext>
              </a:extLst>
            </p:cNvPr>
            <p:cNvSpPr/>
            <p:nvPr/>
          </p:nvSpPr>
          <p:spPr>
            <a:xfrm>
              <a:off x="392622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66" name="pg2516">
              <a:extLst>
                <a:ext uri="{FF2B5EF4-FFF2-40B4-BE49-F238E27FC236}">
                  <a16:creationId xmlns:a16="http://schemas.microsoft.com/office/drawing/2014/main" id="{E43FD0AC-536E-1361-C99E-8FA5E2DC7363}"/>
                </a:ext>
              </a:extLst>
            </p:cNvPr>
            <p:cNvSpPr/>
            <p:nvPr/>
          </p:nvSpPr>
          <p:spPr>
            <a:xfrm>
              <a:off x="393786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67" name="pg2517">
              <a:extLst>
                <a:ext uri="{FF2B5EF4-FFF2-40B4-BE49-F238E27FC236}">
                  <a16:creationId xmlns:a16="http://schemas.microsoft.com/office/drawing/2014/main" id="{DA978D08-6E19-E8D7-DA06-00DA35EA1791}"/>
                </a:ext>
              </a:extLst>
            </p:cNvPr>
            <p:cNvSpPr/>
            <p:nvPr/>
          </p:nvSpPr>
          <p:spPr>
            <a:xfrm>
              <a:off x="394949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68" name="pg2518">
              <a:extLst>
                <a:ext uri="{FF2B5EF4-FFF2-40B4-BE49-F238E27FC236}">
                  <a16:creationId xmlns:a16="http://schemas.microsoft.com/office/drawing/2014/main" id="{CC7BD8A8-B40A-8C2A-EBB1-47A3957BD222}"/>
                </a:ext>
              </a:extLst>
            </p:cNvPr>
            <p:cNvSpPr/>
            <p:nvPr/>
          </p:nvSpPr>
          <p:spPr>
            <a:xfrm>
              <a:off x="396113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69" name="pg2519">
              <a:extLst>
                <a:ext uri="{FF2B5EF4-FFF2-40B4-BE49-F238E27FC236}">
                  <a16:creationId xmlns:a16="http://schemas.microsoft.com/office/drawing/2014/main" id="{B1C9F5C8-0B7C-06A7-96D6-05C6017876D1}"/>
                </a:ext>
              </a:extLst>
            </p:cNvPr>
            <p:cNvSpPr/>
            <p:nvPr/>
          </p:nvSpPr>
          <p:spPr>
            <a:xfrm>
              <a:off x="406587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70" name="pg2520">
              <a:extLst>
                <a:ext uri="{FF2B5EF4-FFF2-40B4-BE49-F238E27FC236}">
                  <a16:creationId xmlns:a16="http://schemas.microsoft.com/office/drawing/2014/main" id="{3BEDB812-EC28-A519-3876-BD3E3167DF9C}"/>
                </a:ext>
              </a:extLst>
            </p:cNvPr>
            <p:cNvSpPr/>
            <p:nvPr/>
          </p:nvSpPr>
          <p:spPr>
            <a:xfrm>
              <a:off x="407751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71" name="pg2521">
              <a:extLst>
                <a:ext uri="{FF2B5EF4-FFF2-40B4-BE49-F238E27FC236}">
                  <a16:creationId xmlns:a16="http://schemas.microsoft.com/office/drawing/2014/main" id="{97ACD83E-CA38-7E95-09F6-AADB3DFE7627}"/>
                </a:ext>
              </a:extLst>
            </p:cNvPr>
            <p:cNvSpPr/>
            <p:nvPr/>
          </p:nvSpPr>
          <p:spPr>
            <a:xfrm>
              <a:off x="408914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72" name="pg2522">
              <a:extLst>
                <a:ext uri="{FF2B5EF4-FFF2-40B4-BE49-F238E27FC236}">
                  <a16:creationId xmlns:a16="http://schemas.microsoft.com/office/drawing/2014/main" id="{32B0B6A2-FBE0-62E8-D886-46EDED667C67}"/>
                </a:ext>
              </a:extLst>
            </p:cNvPr>
            <p:cNvSpPr/>
            <p:nvPr/>
          </p:nvSpPr>
          <p:spPr>
            <a:xfrm>
              <a:off x="410078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73" name="pg2523">
              <a:extLst>
                <a:ext uri="{FF2B5EF4-FFF2-40B4-BE49-F238E27FC236}">
                  <a16:creationId xmlns:a16="http://schemas.microsoft.com/office/drawing/2014/main" id="{3C348838-58FE-9970-7BD0-3202E647259E}"/>
                </a:ext>
              </a:extLst>
            </p:cNvPr>
            <p:cNvSpPr/>
            <p:nvPr/>
          </p:nvSpPr>
          <p:spPr>
            <a:xfrm>
              <a:off x="411242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74" name="pg2524">
              <a:extLst>
                <a:ext uri="{FF2B5EF4-FFF2-40B4-BE49-F238E27FC236}">
                  <a16:creationId xmlns:a16="http://schemas.microsoft.com/office/drawing/2014/main" id="{33658F67-F7CE-7BF7-BEA5-DABB432B88CE}"/>
                </a:ext>
              </a:extLst>
            </p:cNvPr>
            <p:cNvSpPr/>
            <p:nvPr/>
          </p:nvSpPr>
          <p:spPr>
            <a:xfrm>
              <a:off x="412405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75" name="pg2525">
              <a:extLst>
                <a:ext uri="{FF2B5EF4-FFF2-40B4-BE49-F238E27FC236}">
                  <a16:creationId xmlns:a16="http://schemas.microsoft.com/office/drawing/2014/main" id="{32EF7EBF-6223-1196-E478-B1F42B9D3715}"/>
                </a:ext>
              </a:extLst>
            </p:cNvPr>
            <p:cNvSpPr/>
            <p:nvPr/>
          </p:nvSpPr>
          <p:spPr>
            <a:xfrm>
              <a:off x="413569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76" name="pg2526">
              <a:extLst>
                <a:ext uri="{FF2B5EF4-FFF2-40B4-BE49-F238E27FC236}">
                  <a16:creationId xmlns:a16="http://schemas.microsoft.com/office/drawing/2014/main" id="{D792432F-552A-C972-63DF-BCFA47D5C1B5}"/>
                </a:ext>
              </a:extLst>
            </p:cNvPr>
            <p:cNvSpPr/>
            <p:nvPr/>
          </p:nvSpPr>
          <p:spPr>
            <a:xfrm>
              <a:off x="414733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77" name="pg2527">
              <a:extLst>
                <a:ext uri="{FF2B5EF4-FFF2-40B4-BE49-F238E27FC236}">
                  <a16:creationId xmlns:a16="http://schemas.microsoft.com/office/drawing/2014/main" id="{72AD7118-A35E-A77D-C236-E00BD92406EA}"/>
                </a:ext>
              </a:extLst>
            </p:cNvPr>
            <p:cNvSpPr/>
            <p:nvPr/>
          </p:nvSpPr>
          <p:spPr>
            <a:xfrm>
              <a:off x="415897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78" name="pg2528">
              <a:extLst>
                <a:ext uri="{FF2B5EF4-FFF2-40B4-BE49-F238E27FC236}">
                  <a16:creationId xmlns:a16="http://schemas.microsoft.com/office/drawing/2014/main" id="{D1B13781-16E5-82D1-3FD1-401A9080179C}"/>
                </a:ext>
              </a:extLst>
            </p:cNvPr>
            <p:cNvSpPr/>
            <p:nvPr/>
          </p:nvSpPr>
          <p:spPr>
            <a:xfrm>
              <a:off x="422879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79" name="pg2529">
              <a:extLst>
                <a:ext uri="{FF2B5EF4-FFF2-40B4-BE49-F238E27FC236}">
                  <a16:creationId xmlns:a16="http://schemas.microsoft.com/office/drawing/2014/main" id="{F35D6D95-5822-0EA7-EEC9-0601E1B51FF4}"/>
                </a:ext>
              </a:extLst>
            </p:cNvPr>
            <p:cNvSpPr/>
            <p:nvPr/>
          </p:nvSpPr>
          <p:spPr>
            <a:xfrm>
              <a:off x="424043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80" name="pg2530">
              <a:extLst>
                <a:ext uri="{FF2B5EF4-FFF2-40B4-BE49-F238E27FC236}">
                  <a16:creationId xmlns:a16="http://schemas.microsoft.com/office/drawing/2014/main" id="{6E730FA5-DE14-849A-092C-C6A059F733BC}"/>
                </a:ext>
              </a:extLst>
            </p:cNvPr>
            <p:cNvSpPr/>
            <p:nvPr/>
          </p:nvSpPr>
          <p:spPr>
            <a:xfrm>
              <a:off x="425207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81" name="pg2531">
              <a:extLst>
                <a:ext uri="{FF2B5EF4-FFF2-40B4-BE49-F238E27FC236}">
                  <a16:creationId xmlns:a16="http://schemas.microsoft.com/office/drawing/2014/main" id="{C0104A42-BBD6-0B28-3D42-317024B871CE}"/>
                </a:ext>
              </a:extLst>
            </p:cNvPr>
            <p:cNvSpPr/>
            <p:nvPr/>
          </p:nvSpPr>
          <p:spPr>
            <a:xfrm>
              <a:off x="426370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82" name="pg2532">
              <a:extLst>
                <a:ext uri="{FF2B5EF4-FFF2-40B4-BE49-F238E27FC236}">
                  <a16:creationId xmlns:a16="http://schemas.microsoft.com/office/drawing/2014/main" id="{EF7242BA-4929-2209-4E5E-8F33D31A5932}"/>
                </a:ext>
              </a:extLst>
            </p:cNvPr>
            <p:cNvSpPr/>
            <p:nvPr/>
          </p:nvSpPr>
          <p:spPr>
            <a:xfrm>
              <a:off x="427534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83" name="pg2533">
              <a:extLst>
                <a:ext uri="{FF2B5EF4-FFF2-40B4-BE49-F238E27FC236}">
                  <a16:creationId xmlns:a16="http://schemas.microsoft.com/office/drawing/2014/main" id="{62801DB3-C4A0-FCC5-40EF-909BDD886401}"/>
                </a:ext>
              </a:extLst>
            </p:cNvPr>
            <p:cNvSpPr/>
            <p:nvPr/>
          </p:nvSpPr>
          <p:spPr>
            <a:xfrm>
              <a:off x="428698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84" name="pg2534">
              <a:extLst>
                <a:ext uri="{FF2B5EF4-FFF2-40B4-BE49-F238E27FC236}">
                  <a16:creationId xmlns:a16="http://schemas.microsoft.com/office/drawing/2014/main" id="{21A93B21-6C90-9ADA-4891-95189F587262}"/>
                </a:ext>
              </a:extLst>
            </p:cNvPr>
            <p:cNvSpPr/>
            <p:nvPr/>
          </p:nvSpPr>
          <p:spPr>
            <a:xfrm>
              <a:off x="429861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85" name="pg2535">
              <a:extLst>
                <a:ext uri="{FF2B5EF4-FFF2-40B4-BE49-F238E27FC236}">
                  <a16:creationId xmlns:a16="http://schemas.microsoft.com/office/drawing/2014/main" id="{1CAEE03D-0B03-326A-A6A2-3B0761653CEC}"/>
                </a:ext>
              </a:extLst>
            </p:cNvPr>
            <p:cNvSpPr/>
            <p:nvPr/>
          </p:nvSpPr>
          <p:spPr>
            <a:xfrm>
              <a:off x="431025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86" name="pg2536">
              <a:extLst>
                <a:ext uri="{FF2B5EF4-FFF2-40B4-BE49-F238E27FC236}">
                  <a16:creationId xmlns:a16="http://schemas.microsoft.com/office/drawing/2014/main" id="{D25A516F-07B9-E075-9476-1092ABD9C141}"/>
                </a:ext>
              </a:extLst>
            </p:cNvPr>
            <p:cNvSpPr/>
            <p:nvPr/>
          </p:nvSpPr>
          <p:spPr>
            <a:xfrm>
              <a:off x="432189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87" name="pg2537">
              <a:extLst>
                <a:ext uri="{FF2B5EF4-FFF2-40B4-BE49-F238E27FC236}">
                  <a16:creationId xmlns:a16="http://schemas.microsoft.com/office/drawing/2014/main" id="{8B689019-F0B7-C08A-8124-F05B6EC9EBC1}"/>
                </a:ext>
              </a:extLst>
            </p:cNvPr>
            <p:cNvSpPr/>
            <p:nvPr/>
          </p:nvSpPr>
          <p:spPr>
            <a:xfrm>
              <a:off x="433353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88" name="pg2538">
              <a:extLst>
                <a:ext uri="{FF2B5EF4-FFF2-40B4-BE49-F238E27FC236}">
                  <a16:creationId xmlns:a16="http://schemas.microsoft.com/office/drawing/2014/main" id="{0BCD85E9-498E-875C-1D58-801B1B527626}"/>
                </a:ext>
              </a:extLst>
            </p:cNvPr>
            <p:cNvSpPr/>
            <p:nvPr/>
          </p:nvSpPr>
          <p:spPr>
            <a:xfrm>
              <a:off x="434516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89" name="pg2539">
              <a:extLst>
                <a:ext uri="{FF2B5EF4-FFF2-40B4-BE49-F238E27FC236}">
                  <a16:creationId xmlns:a16="http://schemas.microsoft.com/office/drawing/2014/main" id="{1B2BC606-1B53-2A9D-0C95-2CA8A54AD162}"/>
                </a:ext>
              </a:extLst>
            </p:cNvPr>
            <p:cNvSpPr/>
            <p:nvPr/>
          </p:nvSpPr>
          <p:spPr>
            <a:xfrm>
              <a:off x="455464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90" name="pg2540">
              <a:extLst>
                <a:ext uri="{FF2B5EF4-FFF2-40B4-BE49-F238E27FC236}">
                  <a16:creationId xmlns:a16="http://schemas.microsoft.com/office/drawing/2014/main" id="{623BAD86-9B27-5C2D-1B40-9EAE0F6513CB}"/>
                </a:ext>
              </a:extLst>
            </p:cNvPr>
            <p:cNvSpPr/>
            <p:nvPr/>
          </p:nvSpPr>
          <p:spPr>
            <a:xfrm>
              <a:off x="456627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91" name="pg2541">
              <a:extLst>
                <a:ext uri="{FF2B5EF4-FFF2-40B4-BE49-F238E27FC236}">
                  <a16:creationId xmlns:a16="http://schemas.microsoft.com/office/drawing/2014/main" id="{DD064C77-866C-E3A7-3CFB-54D10D17DFDC}"/>
                </a:ext>
              </a:extLst>
            </p:cNvPr>
            <p:cNvSpPr/>
            <p:nvPr/>
          </p:nvSpPr>
          <p:spPr>
            <a:xfrm>
              <a:off x="457791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92" name="pg2542">
              <a:extLst>
                <a:ext uri="{FF2B5EF4-FFF2-40B4-BE49-F238E27FC236}">
                  <a16:creationId xmlns:a16="http://schemas.microsoft.com/office/drawing/2014/main" id="{78496264-C744-7EB5-4D24-41E880F2C490}"/>
                </a:ext>
              </a:extLst>
            </p:cNvPr>
            <p:cNvSpPr/>
            <p:nvPr/>
          </p:nvSpPr>
          <p:spPr>
            <a:xfrm>
              <a:off x="458955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93" name="pg2543">
              <a:extLst>
                <a:ext uri="{FF2B5EF4-FFF2-40B4-BE49-F238E27FC236}">
                  <a16:creationId xmlns:a16="http://schemas.microsoft.com/office/drawing/2014/main" id="{926FC908-2EBF-B5FE-E652-705D5B53CACF}"/>
                </a:ext>
              </a:extLst>
            </p:cNvPr>
            <p:cNvSpPr/>
            <p:nvPr/>
          </p:nvSpPr>
          <p:spPr>
            <a:xfrm>
              <a:off x="460119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94" name="pg2544">
              <a:extLst>
                <a:ext uri="{FF2B5EF4-FFF2-40B4-BE49-F238E27FC236}">
                  <a16:creationId xmlns:a16="http://schemas.microsoft.com/office/drawing/2014/main" id="{7D8B4656-2212-E630-EBCB-06A8178DF37F}"/>
                </a:ext>
              </a:extLst>
            </p:cNvPr>
            <p:cNvSpPr/>
            <p:nvPr/>
          </p:nvSpPr>
          <p:spPr>
            <a:xfrm>
              <a:off x="314652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95" name="pg2545">
              <a:extLst>
                <a:ext uri="{FF2B5EF4-FFF2-40B4-BE49-F238E27FC236}">
                  <a16:creationId xmlns:a16="http://schemas.microsoft.com/office/drawing/2014/main" id="{7355F98E-264D-DEBB-0C1A-6D06D047D2E5}"/>
                </a:ext>
              </a:extLst>
            </p:cNvPr>
            <p:cNvSpPr/>
            <p:nvPr/>
          </p:nvSpPr>
          <p:spPr>
            <a:xfrm>
              <a:off x="315816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96" name="pg2546">
              <a:extLst>
                <a:ext uri="{FF2B5EF4-FFF2-40B4-BE49-F238E27FC236}">
                  <a16:creationId xmlns:a16="http://schemas.microsoft.com/office/drawing/2014/main" id="{AF3CB6D4-0948-18FE-B31F-F1287CF8BF0B}"/>
                </a:ext>
              </a:extLst>
            </p:cNvPr>
            <p:cNvSpPr/>
            <p:nvPr/>
          </p:nvSpPr>
          <p:spPr>
            <a:xfrm>
              <a:off x="316979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97" name="pg2547">
              <a:extLst>
                <a:ext uri="{FF2B5EF4-FFF2-40B4-BE49-F238E27FC236}">
                  <a16:creationId xmlns:a16="http://schemas.microsoft.com/office/drawing/2014/main" id="{0B1257B1-6518-250E-AE91-580BE04C6815}"/>
                </a:ext>
              </a:extLst>
            </p:cNvPr>
            <p:cNvSpPr/>
            <p:nvPr/>
          </p:nvSpPr>
          <p:spPr>
            <a:xfrm>
              <a:off x="322798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98" name="pg2548">
              <a:extLst>
                <a:ext uri="{FF2B5EF4-FFF2-40B4-BE49-F238E27FC236}">
                  <a16:creationId xmlns:a16="http://schemas.microsoft.com/office/drawing/2014/main" id="{1593C591-8D1C-4EA5-E793-D6F59F52C074}"/>
                </a:ext>
              </a:extLst>
            </p:cNvPr>
            <p:cNvSpPr/>
            <p:nvPr/>
          </p:nvSpPr>
          <p:spPr>
            <a:xfrm>
              <a:off x="323962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99" name="pg2549">
              <a:extLst>
                <a:ext uri="{FF2B5EF4-FFF2-40B4-BE49-F238E27FC236}">
                  <a16:creationId xmlns:a16="http://schemas.microsoft.com/office/drawing/2014/main" id="{0A02D31E-619E-DACB-7187-1EA218290138}"/>
                </a:ext>
              </a:extLst>
            </p:cNvPr>
            <p:cNvSpPr/>
            <p:nvPr/>
          </p:nvSpPr>
          <p:spPr>
            <a:xfrm>
              <a:off x="325125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00" name="pg2550">
              <a:extLst>
                <a:ext uri="{FF2B5EF4-FFF2-40B4-BE49-F238E27FC236}">
                  <a16:creationId xmlns:a16="http://schemas.microsoft.com/office/drawing/2014/main" id="{7B81FBC4-FFDC-452B-6270-FF9F311C2EAB}"/>
                </a:ext>
              </a:extLst>
            </p:cNvPr>
            <p:cNvSpPr/>
            <p:nvPr/>
          </p:nvSpPr>
          <p:spPr>
            <a:xfrm>
              <a:off x="326289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01" name="pg2551">
              <a:extLst>
                <a:ext uri="{FF2B5EF4-FFF2-40B4-BE49-F238E27FC236}">
                  <a16:creationId xmlns:a16="http://schemas.microsoft.com/office/drawing/2014/main" id="{E5D49DB7-AB29-7D41-6521-C6072868D7DF}"/>
                </a:ext>
              </a:extLst>
            </p:cNvPr>
            <p:cNvSpPr/>
            <p:nvPr/>
          </p:nvSpPr>
          <p:spPr>
            <a:xfrm>
              <a:off x="327453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02" name="pg2552">
              <a:extLst>
                <a:ext uri="{FF2B5EF4-FFF2-40B4-BE49-F238E27FC236}">
                  <a16:creationId xmlns:a16="http://schemas.microsoft.com/office/drawing/2014/main" id="{D18E0E68-EE36-F542-2BD9-867ADF9D3B81}"/>
                </a:ext>
              </a:extLst>
            </p:cNvPr>
            <p:cNvSpPr/>
            <p:nvPr/>
          </p:nvSpPr>
          <p:spPr>
            <a:xfrm>
              <a:off x="328617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03" name="pg2553">
              <a:extLst>
                <a:ext uri="{FF2B5EF4-FFF2-40B4-BE49-F238E27FC236}">
                  <a16:creationId xmlns:a16="http://schemas.microsoft.com/office/drawing/2014/main" id="{6A3B4ECF-5287-9D9C-CDA8-05D97B248861}"/>
                </a:ext>
              </a:extLst>
            </p:cNvPr>
            <p:cNvSpPr/>
            <p:nvPr/>
          </p:nvSpPr>
          <p:spPr>
            <a:xfrm>
              <a:off x="329780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04" name="pg2554">
              <a:extLst>
                <a:ext uri="{FF2B5EF4-FFF2-40B4-BE49-F238E27FC236}">
                  <a16:creationId xmlns:a16="http://schemas.microsoft.com/office/drawing/2014/main" id="{56682D5C-D84F-2491-67ED-5B637A06E5D4}"/>
                </a:ext>
              </a:extLst>
            </p:cNvPr>
            <p:cNvSpPr/>
            <p:nvPr/>
          </p:nvSpPr>
          <p:spPr>
            <a:xfrm>
              <a:off x="330944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05" name="pg2555">
              <a:extLst>
                <a:ext uri="{FF2B5EF4-FFF2-40B4-BE49-F238E27FC236}">
                  <a16:creationId xmlns:a16="http://schemas.microsoft.com/office/drawing/2014/main" id="{EA8AA2A4-2155-005C-6C65-C315AF1789F5}"/>
                </a:ext>
              </a:extLst>
            </p:cNvPr>
            <p:cNvSpPr/>
            <p:nvPr/>
          </p:nvSpPr>
          <p:spPr>
            <a:xfrm>
              <a:off x="332108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06" name="pg2556">
              <a:extLst>
                <a:ext uri="{FF2B5EF4-FFF2-40B4-BE49-F238E27FC236}">
                  <a16:creationId xmlns:a16="http://schemas.microsoft.com/office/drawing/2014/main" id="{C2F06073-AA69-7E4C-5263-70651DD58C5A}"/>
                </a:ext>
              </a:extLst>
            </p:cNvPr>
            <p:cNvSpPr/>
            <p:nvPr/>
          </p:nvSpPr>
          <p:spPr>
            <a:xfrm>
              <a:off x="333272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07" name="pg2557">
              <a:extLst>
                <a:ext uri="{FF2B5EF4-FFF2-40B4-BE49-F238E27FC236}">
                  <a16:creationId xmlns:a16="http://schemas.microsoft.com/office/drawing/2014/main" id="{56FAA9DC-8864-7DF2-7F33-A0343B41B9BB}"/>
                </a:ext>
              </a:extLst>
            </p:cNvPr>
            <p:cNvSpPr/>
            <p:nvPr/>
          </p:nvSpPr>
          <p:spPr>
            <a:xfrm>
              <a:off x="334435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08" name="pg2558">
              <a:extLst>
                <a:ext uri="{FF2B5EF4-FFF2-40B4-BE49-F238E27FC236}">
                  <a16:creationId xmlns:a16="http://schemas.microsoft.com/office/drawing/2014/main" id="{867BE74A-CD37-954D-514A-82B2FC079457}"/>
                </a:ext>
              </a:extLst>
            </p:cNvPr>
            <p:cNvSpPr/>
            <p:nvPr/>
          </p:nvSpPr>
          <p:spPr>
            <a:xfrm>
              <a:off x="343745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09" name="pg2559">
              <a:extLst>
                <a:ext uri="{FF2B5EF4-FFF2-40B4-BE49-F238E27FC236}">
                  <a16:creationId xmlns:a16="http://schemas.microsoft.com/office/drawing/2014/main" id="{FF613434-8A91-079B-6930-64EF6F54F9A9}"/>
                </a:ext>
              </a:extLst>
            </p:cNvPr>
            <p:cNvSpPr/>
            <p:nvPr/>
          </p:nvSpPr>
          <p:spPr>
            <a:xfrm>
              <a:off x="344909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10" name="pg2560">
              <a:extLst>
                <a:ext uri="{FF2B5EF4-FFF2-40B4-BE49-F238E27FC236}">
                  <a16:creationId xmlns:a16="http://schemas.microsoft.com/office/drawing/2014/main" id="{2A2BFB14-000B-2258-B347-7D05986C3378}"/>
                </a:ext>
              </a:extLst>
            </p:cNvPr>
            <p:cNvSpPr/>
            <p:nvPr/>
          </p:nvSpPr>
          <p:spPr>
            <a:xfrm>
              <a:off x="346073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11" name="pg2561">
              <a:extLst>
                <a:ext uri="{FF2B5EF4-FFF2-40B4-BE49-F238E27FC236}">
                  <a16:creationId xmlns:a16="http://schemas.microsoft.com/office/drawing/2014/main" id="{D88A0A46-4041-7BF5-99E4-C2DAC5206B11}"/>
                </a:ext>
              </a:extLst>
            </p:cNvPr>
            <p:cNvSpPr/>
            <p:nvPr/>
          </p:nvSpPr>
          <p:spPr>
            <a:xfrm>
              <a:off x="347236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12" name="pg2562">
              <a:extLst>
                <a:ext uri="{FF2B5EF4-FFF2-40B4-BE49-F238E27FC236}">
                  <a16:creationId xmlns:a16="http://schemas.microsoft.com/office/drawing/2014/main" id="{5AE6F83C-9F42-52FE-3A0A-DB3C40F973AE}"/>
                </a:ext>
              </a:extLst>
            </p:cNvPr>
            <p:cNvSpPr/>
            <p:nvPr/>
          </p:nvSpPr>
          <p:spPr>
            <a:xfrm>
              <a:off x="348400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13" name="pg2563">
              <a:extLst>
                <a:ext uri="{FF2B5EF4-FFF2-40B4-BE49-F238E27FC236}">
                  <a16:creationId xmlns:a16="http://schemas.microsoft.com/office/drawing/2014/main" id="{9D1BB37B-8D43-64B7-A653-AD727724713A}"/>
                </a:ext>
              </a:extLst>
            </p:cNvPr>
            <p:cNvSpPr/>
            <p:nvPr/>
          </p:nvSpPr>
          <p:spPr>
            <a:xfrm>
              <a:off x="360037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14" name="pg2564">
              <a:extLst>
                <a:ext uri="{FF2B5EF4-FFF2-40B4-BE49-F238E27FC236}">
                  <a16:creationId xmlns:a16="http://schemas.microsoft.com/office/drawing/2014/main" id="{6B1DE616-0968-6998-9515-9AAD5B59971C}"/>
                </a:ext>
              </a:extLst>
            </p:cNvPr>
            <p:cNvSpPr/>
            <p:nvPr/>
          </p:nvSpPr>
          <p:spPr>
            <a:xfrm>
              <a:off x="361201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15" name="pg2565">
              <a:extLst>
                <a:ext uri="{FF2B5EF4-FFF2-40B4-BE49-F238E27FC236}">
                  <a16:creationId xmlns:a16="http://schemas.microsoft.com/office/drawing/2014/main" id="{074F2F0B-1673-D1C4-E8A6-04AEE577FEFF}"/>
                </a:ext>
              </a:extLst>
            </p:cNvPr>
            <p:cNvSpPr/>
            <p:nvPr/>
          </p:nvSpPr>
          <p:spPr>
            <a:xfrm>
              <a:off x="362365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16" name="pg2566">
              <a:extLst>
                <a:ext uri="{FF2B5EF4-FFF2-40B4-BE49-F238E27FC236}">
                  <a16:creationId xmlns:a16="http://schemas.microsoft.com/office/drawing/2014/main" id="{717D46F9-9511-DA55-1FA3-76D7C7705AEE}"/>
                </a:ext>
              </a:extLst>
            </p:cNvPr>
            <p:cNvSpPr/>
            <p:nvPr/>
          </p:nvSpPr>
          <p:spPr>
            <a:xfrm>
              <a:off x="363529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17" name="pg2567">
              <a:extLst>
                <a:ext uri="{FF2B5EF4-FFF2-40B4-BE49-F238E27FC236}">
                  <a16:creationId xmlns:a16="http://schemas.microsoft.com/office/drawing/2014/main" id="{7ADDE789-A59B-2651-D673-0A4EB4C68B88}"/>
                </a:ext>
              </a:extLst>
            </p:cNvPr>
            <p:cNvSpPr/>
            <p:nvPr/>
          </p:nvSpPr>
          <p:spPr>
            <a:xfrm>
              <a:off x="364692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18" name="pg2568">
              <a:extLst>
                <a:ext uri="{FF2B5EF4-FFF2-40B4-BE49-F238E27FC236}">
                  <a16:creationId xmlns:a16="http://schemas.microsoft.com/office/drawing/2014/main" id="{EE36ABEB-E36D-8603-E517-572916C449AC}"/>
                </a:ext>
              </a:extLst>
            </p:cNvPr>
            <p:cNvSpPr/>
            <p:nvPr/>
          </p:nvSpPr>
          <p:spPr>
            <a:xfrm>
              <a:off x="365856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19" name="pg2569">
              <a:extLst>
                <a:ext uri="{FF2B5EF4-FFF2-40B4-BE49-F238E27FC236}">
                  <a16:creationId xmlns:a16="http://schemas.microsoft.com/office/drawing/2014/main" id="{BBB710BD-1AC7-1440-D5D3-FABA33CB80AC}"/>
                </a:ext>
              </a:extLst>
            </p:cNvPr>
            <p:cNvSpPr/>
            <p:nvPr/>
          </p:nvSpPr>
          <p:spPr>
            <a:xfrm>
              <a:off x="367020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20" name="pg2570">
              <a:extLst>
                <a:ext uri="{FF2B5EF4-FFF2-40B4-BE49-F238E27FC236}">
                  <a16:creationId xmlns:a16="http://schemas.microsoft.com/office/drawing/2014/main" id="{9A0194CB-C3C1-B18B-CA0A-A46D98AD8383}"/>
                </a:ext>
              </a:extLst>
            </p:cNvPr>
            <p:cNvSpPr/>
            <p:nvPr/>
          </p:nvSpPr>
          <p:spPr>
            <a:xfrm>
              <a:off x="368184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21" name="pg2571">
              <a:extLst>
                <a:ext uri="{FF2B5EF4-FFF2-40B4-BE49-F238E27FC236}">
                  <a16:creationId xmlns:a16="http://schemas.microsoft.com/office/drawing/2014/main" id="{AC75D84E-2A9E-B278-E7C2-6AA19BA88379}"/>
                </a:ext>
              </a:extLst>
            </p:cNvPr>
            <p:cNvSpPr/>
            <p:nvPr/>
          </p:nvSpPr>
          <p:spPr>
            <a:xfrm>
              <a:off x="369347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22" name="pg2572">
              <a:extLst>
                <a:ext uri="{FF2B5EF4-FFF2-40B4-BE49-F238E27FC236}">
                  <a16:creationId xmlns:a16="http://schemas.microsoft.com/office/drawing/2014/main" id="{D279072E-B314-CE7F-2498-348EEA88C59F}"/>
                </a:ext>
              </a:extLst>
            </p:cNvPr>
            <p:cNvSpPr/>
            <p:nvPr/>
          </p:nvSpPr>
          <p:spPr>
            <a:xfrm>
              <a:off x="370511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23" name="pg2573">
              <a:extLst>
                <a:ext uri="{FF2B5EF4-FFF2-40B4-BE49-F238E27FC236}">
                  <a16:creationId xmlns:a16="http://schemas.microsoft.com/office/drawing/2014/main" id="{ADCE3291-E5AA-109C-14A9-A830FD3FAF4D}"/>
                </a:ext>
              </a:extLst>
            </p:cNvPr>
            <p:cNvSpPr/>
            <p:nvPr/>
          </p:nvSpPr>
          <p:spPr>
            <a:xfrm>
              <a:off x="371675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24" name="pg2574">
              <a:extLst>
                <a:ext uri="{FF2B5EF4-FFF2-40B4-BE49-F238E27FC236}">
                  <a16:creationId xmlns:a16="http://schemas.microsoft.com/office/drawing/2014/main" id="{A39CD121-F9BF-1C6B-D0E1-039A0A372B6C}"/>
                </a:ext>
              </a:extLst>
            </p:cNvPr>
            <p:cNvSpPr/>
            <p:nvPr/>
          </p:nvSpPr>
          <p:spPr>
            <a:xfrm>
              <a:off x="372839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25" name="pg2575">
              <a:extLst>
                <a:ext uri="{FF2B5EF4-FFF2-40B4-BE49-F238E27FC236}">
                  <a16:creationId xmlns:a16="http://schemas.microsoft.com/office/drawing/2014/main" id="{333DBC99-8BC6-E375-1A4B-68E58F7D1D5C}"/>
                </a:ext>
              </a:extLst>
            </p:cNvPr>
            <p:cNvSpPr/>
            <p:nvPr/>
          </p:nvSpPr>
          <p:spPr>
            <a:xfrm>
              <a:off x="374002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26" name="pg2576">
              <a:extLst>
                <a:ext uri="{FF2B5EF4-FFF2-40B4-BE49-F238E27FC236}">
                  <a16:creationId xmlns:a16="http://schemas.microsoft.com/office/drawing/2014/main" id="{E1B5C011-1095-3F73-2E7F-09179BF84C75}"/>
                </a:ext>
              </a:extLst>
            </p:cNvPr>
            <p:cNvSpPr/>
            <p:nvPr/>
          </p:nvSpPr>
          <p:spPr>
            <a:xfrm>
              <a:off x="375166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27" name="pg2577">
              <a:extLst>
                <a:ext uri="{FF2B5EF4-FFF2-40B4-BE49-F238E27FC236}">
                  <a16:creationId xmlns:a16="http://schemas.microsoft.com/office/drawing/2014/main" id="{9785581C-ACAD-B71E-DFD2-69780685CE64}"/>
                </a:ext>
              </a:extLst>
            </p:cNvPr>
            <p:cNvSpPr/>
            <p:nvPr/>
          </p:nvSpPr>
          <p:spPr>
            <a:xfrm>
              <a:off x="410078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28" name="pg2578">
              <a:extLst>
                <a:ext uri="{FF2B5EF4-FFF2-40B4-BE49-F238E27FC236}">
                  <a16:creationId xmlns:a16="http://schemas.microsoft.com/office/drawing/2014/main" id="{35FD16ED-3384-335C-4575-B85C3EC2452D}"/>
                </a:ext>
              </a:extLst>
            </p:cNvPr>
            <p:cNvSpPr/>
            <p:nvPr/>
          </p:nvSpPr>
          <p:spPr>
            <a:xfrm>
              <a:off x="411242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29" name="pg2579">
              <a:extLst>
                <a:ext uri="{FF2B5EF4-FFF2-40B4-BE49-F238E27FC236}">
                  <a16:creationId xmlns:a16="http://schemas.microsoft.com/office/drawing/2014/main" id="{D349F8A7-FB23-7095-ADDC-A6AA85742CC8}"/>
                </a:ext>
              </a:extLst>
            </p:cNvPr>
            <p:cNvSpPr/>
            <p:nvPr/>
          </p:nvSpPr>
          <p:spPr>
            <a:xfrm>
              <a:off x="412405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30" name="pg2580">
              <a:extLst>
                <a:ext uri="{FF2B5EF4-FFF2-40B4-BE49-F238E27FC236}">
                  <a16:creationId xmlns:a16="http://schemas.microsoft.com/office/drawing/2014/main" id="{D3C8358C-0D00-5EEC-43EE-4231085ACA83}"/>
                </a:ext>
              </a:extLst>
            </p:cNvPr>
            <p:cNvSpPr/>
            <p:nvPr/>
          </p:nvSpPr>
          <p:spPr>
            <a:xfrm>
              <a:off x="413569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31" name="pg2581">
              <a:extLst>
                <a:ext uri="{FF2B5EF4-FFF2-40B4-BE49-F238E27FC236}">
                  <a16:creationId xmlns:a16="http://schemas.microsoft.com/office/drawing/2014/main" id="{80A03188-1984-96A0-8DEA-BEE6E3AED6AF}"/>
                </a:ext>
              </a:extLst>
            </p:cNvPr>
            <p:cNvSpPr/>
            <p:nvPr/>
          </p:nvSpPr>
          <p:spPr>
            <a:xfrm>
              <a:off x="414733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32" name="pg2582">
              <a:extLst>
                <a:ext uri="{FF2B5EF4-FFF2-40B4-BE49-F238E27FC236}">
                  <a16:creationId xmlns:a16="http://schemas.microsoft.com/office/drawing/2014/main" id="{C5578DAC-22DC-35EA-82ED-DD27FA66EBFF}"/>
                </a:ext>
              </a:extLst>
            </p:cNvPr>
            <p:cNvSpPr/>
            <p:nvPr/>
          </p:nvSpPr>
          <p:spPr>
            <a:xfrm>
              <a:off x="415897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33" name="pg2583">
              <a:extLst>
                <a:ext uri="{FF2B5EF4-FFF2-40B4-BE49-F238E27FC236}">
                  <a16:creationId xmlns:a16="http://schemas.microsoft.com/office/drawing/2014/main" id="{1EEFD76A-7B70-820E-15EA-B94CFC094926}"/>
                </a:ext>
              </a:extLst>
            </p:cNvPr>
            <p:cNvSpPr/>
            <p:nvPr/>
          </p:nvSpPr>
          <p:spPr>
            <a:xfrm>
              <a:off x="417060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34" name="pg2584">
              <a:extLst>
                <a:ext uri="{FF2B5EF4-FFF2-40B4-BE49-F238E27FC236}">
                  <a16:creationId xmlns:a16="http://schemas.microsoft.com/office/drawing/2014/main" id="{D259798C-378F-DDBE-9664-35B9D669B67B}"/>
                </a:ext>
              </a:extLst>
            </p:cNvPr>
            <p:cNvSpPr/>
            <p:nvPr/>
          </p:nvSpPr>
          <p:spPr>
            <a:xfrm>
              <a:off x="419388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35" name="pg2585">
              <a:extLst>
                <a:ext uri="{FF2B5EF4-FFF2-40B4-BE49-F238E27FC236}">
                  <a16:creationId xmlns:a16="http://schemas.microsoft.com/office/drawing/2014/main" id="{04B3C66C-A46B-057F-734D-412EAC9704BF}"/>
                </a:ext>
              </a:extLst>
            </p:cNvPr>
            <p:cNvSpPr/>
            <p:nvPr/>
          </p:nvSpPr>
          <p:spPr>
            <a:xfrm>
              <a:off x="420552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36" name="pg2586">
              <a:extLst>
                <a:ext uri="{FF2B5EF4-FFF2-40B4-BE49-F238E27FC236}">
                  <a16:creationId xmlns:a16="http://schemas.microsoft.com/office/drawing/2014/main" id="{77FA6807-AB36-9101-5831-390A3A81D2F1}"/>
                </a:ext>
              </a:extLst>
            </p:cNvPr>
            <p:cNvSpPr/>
            <p:nvPr/>
          </p:nvSpPr>
          <p:spPr>
            <a:xfrm>
              <a:off x="421715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37" name="pg2587">
              <a:extLst>
                <a:ext uri="{FF2B5EF4-FFF2-40B4-BE49-F238E27FC236}">
                  <a16:creationId xmlns:a16="http://schemas.microsoft.com/office/drawing/2014/main" id="{7770E432-C0D2-068A-7234-05BF320D4904}"/>
                </a:ext>
              </a:extLst>
            </p:cNvPr>
            <p:cNvSpPr/>
            <p:nvPr/>
          </p:nvSpPr>
          <p:spPr>
            <a:xfrm>
              <a:off x="422879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38" name="pg2588">
              <a:extLst>
                <a:ext uri="{FF2B5EF4-FFF2-40B4-BE49-F238E27FC236}">
                  <a16:creationId xmlns:a16="http://schemas.microsoft.com/office/drawing/2014/main" id="{CAFE9826-B45F-79FB-E013-61878633F8E5}"/>
                </a:ext>
              </a:extLst>
            </p:cNvPr>
            <p:cNvSpPr/>
            <p:nvPr/>
          </p:nvSpPr>
          <p:spPr>
            <a:xfrm>
              <a:off x="424043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39" name="pg2589">
              <a:extLst>
                <a:ext uri="{FF2B5EF4-FFF2-40B4-BE49-F238E27FC236}">
                  <a16:creationId xmlns:a16="http://schemas.microsoft.com/office/drawing/2014/main" id="{D1086CD2-F9FF-6B72-F0A6-3695C2C49658}"/>
                </a:ext>
              </a:extLst>
            </p:cNvPr>
            <p:cNvSpPr/>
            <p:nvPr/>
          </p:nvSpPr>
          <p:spPr>
            <a:xfrm>
              <a:off x="425207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40" name="pg2590">
              <a:extLst>
                <a:ext uri="{FF2B5EF4-FFF2-40B4-BE49-F238E27FC236}">
                  <a16:creationId xmlns:a16="http://schemas.microsoft.com/office/drawing/2014/main" id="{72782BF6-954F-CF59-AD7E-1FCDBA89BBEA}"/>
                </a:ext>
              </a:extLst>
            </p:cNvPr>
            <p:cNvSpPr/>
            <p:nvPr/>
          </p:nvSpPr>
          <p:spPr>
            <a:xfrm>
              <a:off x="426370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41" name="pg2591">
              <a:extLst>
                <a:ext uri="{FF2B5EF4-FFF2-40B4-BE49-F238E27FC236}">
                  <a16:creationId xmlns:a16="http://schemas.microsoft.com/office/drawing/2014/main" id="{79C4AA1F-1A6C-F62E-3205-822A2C701C3C}"/>
                </a:ext>
              </a:extLst>
            </p:cNvPr>
            <p:cNvSpPr/>
            <p:nvPr/>
          </p:nvSpPr>
          <p:spPr>
            <a:xfrm>
              <a:off x="427534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42" name="pg2592">
              <a:extLst>
                <a:ext uri="{FF2B5EF4-FFF2-40B4-BE49-F238E27FC236}">
                  <a16:creationId xmlns:a16="http://schemas.microsoft.com/office/drawing/2014/main" id="{CD8892EC-B21C-D0A2-EDAC-FAB305FE7B79}"/>
                </a:ext>
              </a:extLst>
            </p:cNvPr>
            <p:cNvSpPr/>
            <p:nvPr/>
          </p:nvSpPr>
          <p:spPr>
            <a:xfrm>
              <a:off x="428698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43" name="pg2593">
              <a:extLst>
                <a:ext uri="{FF2B5EF4-FFF2-40B4-BE49-F238E27FC236}">
                  <a16:creationId xmlns:a16="http://schemas.microsoft.com/office/drawing/2014/main" id="{5DBBCB32-DF3A-CF34-8E4C-42547EE22CB0}"/>
                </a:ext>
              </a:extLst>
            </p:cNvPr>
            <p:cNvSpPr/>
            <p:nvPr/>
          </p:nvSpPr>
          <p:spPr>
            <a:xfrm>
              <a:off x="429861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44" name="pg2594">
              <a:extLst>
                <a:ext uri="{FF2B5EF4-FFF2-40B4-BE49-F238E27FC236}">
                  <a16:creationId xmlns:a16="http://schemas.microsoft.com/office/drawing/2014/main" id="{06041C0F-DB57-F9B7-A364-A3B6B5531E7A}"/>
                </a:ext>
              </a:extLst>
            </p:cNvPr>
            <p:cNvSpPr/>
            <p:nvPr/>
          </p:nvSpPr>
          <p:spPr>
            <a:xfrm>
              <a:off x="431025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45" name="pg2595">
              <a:extLst>
                <a:ext uri="{FF2B5EF4-FFF2-40B4-BE49-F238E27FC236}">
                  <a16:creationId xmlns:a16="http://schemas.microsoft.com/office/drawing/2014/main" id="{427868C7-BDA3-22B1-62BC-CC83B445865B}"/>
                </a:ext>
              </a:extLst>
            </p:cNvPr>
            <p:cNvSpPr/>
            <p:nvPr/>
          </p:nvSpPr>
          <p:spPr>
            <a:xfrm>
              <a:off x="432189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46" name="pg2596">
              <a:extLst>
                <a:ext uri="{FF2B5EF4-FFF2-40B4-BE49-F238E27FC236}">
                  <a16:creationId xmlns:a16="http://schemas.microsoft.com/office/drawing/2014/main" id="{6ACA4D1B-0BCB-DADC-3969-87B30AB8C3E9}"/>
                </a:ext>
              </a:extLst>
            </p:cNvPr>
            <p:cNvSpPr/>
            <p:nvPr/>
          </p:nvSpPr>
          <p:spPr>
            <a:xfrm>
              <a:off x="433353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47" name="pg2597">
              <a:extLst>
                <a:ext uri="{FF2B5EF4-FFF2-40B4-BE49-F238E27FC236}">
                  <a16:creationId xmlns:a16="http://schemas.microsoft.com/office/drawing/2014/main" id="{92ABD611-210F-1A37-1E2A-A5B4FEAA73F3}"/>
                </a:ext>
              </a:extLst>
            </p:cNvPr>
            <p:cNvSpPr/>
            <p:nvPr/>
          </p:nvSpPr>
          <p:spPr>
            <a:xfrm>
              <a:off x="434516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48" name="pg2598">
              <a:extLst>
                <a:ext uri="{FF2B5EF4-FFF2-40B4-BE49-F238E27FC236}">
                  <a16:creationId xmlns:a16="http://schemas.microsoft.com/office/drawing/2014/main" id="{14F7E3AD-05AF-41BE-803A-B43C0476D4E7}"/>
                </a:ext>
              </a:extLst>
            </p:cNvPr>
            <p:cNvSpPr/>
            <p:nvPr/>
          </p:nvSpPr>
          <p:spPr>
            <a:xfrm>
              <a:off x="435680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49" name="pg2599">
              <a:extLst>
                <a:ext uri="{FF2B5EF4-FFF2-40B4-BE49-F238E27FC236}">
                  <a16:creationId xmlns:a16="http://schemas.microsoft.com/office/drawing/2014/main" id="{EDFFB042-9EB2-5862-612E-64C19AE56AB0}"/>
                </a:ext>
              </a:extLst>
            </p:cNvPr>
            <p:cNvSpPr/>
            <p:nvPr/>
          </p:nvSpPr>
          <p:spPr>
            <a:xfrm>
              <a:off x="456627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50" name="pg2600">
              <a:extLst>
                <a:ext uri="{FF2B5EF4-FFF2-40B4-BE49-F238E27FC236}">
                  <a16:creationId xmlns:a16="http://schemas.microsoft.com/office/drawing/2014/main" id="{78102CD5-2282-41B0-3924-B98537D1096A}"/>
                </a:ext>
              </a:extLst>
            </p:cNvPr>
            <p:cNvSpPr/>
            <p:nvPr/>
          </p:nvSpPr>
          <p:spPr>
            <a:xfrm>
              <a:off x="457791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51" name="pg2601">
              <a:extLst>
                <a:ext uri="{FF2B5EF4-FFF2-40B4-BE49-F238E27FC236}">
                  <a16:creationId xmlns:a16="http://schemas.microsoft.com/office/drawing/2014/main" id="{E654297D-5F75-7388-EDEE-9244932B0C8E}"/>
                </a:ext>
              </a:extLst>
            </p:cNvPr>
            <p:cNvSpPr/>
            <p:nvPr/>
          </p:nvSpPr>
          <p:spPr>
            <a:xfrm>
              <a:off x="458955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52" name="pg2602">
              <a:extLst>
                <a:ext uri="{FF2B5EF4-FFF2-40B4-BE49-F238E27FC236}">
                  <a16:creationId xmlns:a16="http://schemas.microsoft.com/office/drawing/2014/main" id="{75165780-A5F0-50AA-14E1-6CEF75CC7E98}"/>
                </a:ext>
              </a:extLst>
            </p:cNvPr>
            <p:cNvSpPr/>
            <p:nvPr/>
          </p:nvSpPr>
          <p:spPr>
            <a:xfrm>
              <a:off x="460119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53" name="pg2603">
              <a:extLst>
                <a:ext uri="{FF2B5EF4-FFF2-40B4-BE49-F238E27FC236}">
                  <a16:creationId xmlns:a16="http://schemas.microsoft.com/office/drawing/2014/main" id="{53855AE2-E3F1-966C-81B5-D307AF2B3CB3}"/>
                </a:ext>
              </a:extLst>
            </p:cNvPr>
            <p:cNvSpPr/>
            <p:nvPr/>
          </p:nvSpPr>
          <p:spPr>
            <a:xfrm>
              <a:off x="312324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54" name="pg2604">
              <a:extLst>
                <a:ext uri="{FF2B5EF4-FFF2-40B4-BE49-F238E27FC236}">
                  <a16:creationId xmlns:a16="http://schemas.microsoft.com/office/drawing/2014/main" id="{5D440A42-045F-A6CC-74DF-9148381815CF}"/>
                </a:ext>
              </a:extLst>
            </p:cNvPr>
            <p:cNvSpPr/>
            <p:nvPr/>
          </p:nvSpPr>
          <p:spPr>
            <a:xfrm>
              <a:off x="313488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55" name="pg2605">
              <a:extLst>
                <a:ext uri="{FF2B5EF4-FFF2-40B4-BE49-F238E27FC236}">
                  <a16:creationId xmlns:a16="http://schemas.microsoft.com/office/drawing/2014/main" id="{7BEA95EB-E9A4-F452-525F-E04554886B92}"/>
                </a:ext>
              </a:extLst>
            </p:cNvPr>
            <p:cNvSpPr/>
            <p:nvPr/>
          </p:nvSpPr>
          <p:spPr>
            <a:xfrm>
              <a:off x="314652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56" name="pg2606">
              <a:extLst>
                <a:ext uri="{FF2B5EF4-FFF2-40B4-BE49-F238E27FC236}">
                  <a16:creationId xmlns:a16="http://schemas.microsoft.com/office/drawing/2014/main" id="{7CFC4FB3-2A95-E07E-49E9-FA389E906855}"/>
                </a:ext>
              </a:extLst>
            </p:cNvPr>
            <p:cNvSpPr/>
            <p:nvPr/>
          </p:nvSpPr>
          <p:spPr>
            <a:xfrm>
              <a:off x="315816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57" name="pg2607">
              <a:extLst>
                <a:ext uri="{FF2B5EF4-FFF2-40B4-BE49-F238E27FC236}">
                  <a16:creationId xmlns:a16="http://schemas.microsoft.com/office/drawing/2014/main" id="{576CCC2D-B9FB-A569-AA3C-19217650E459}"/>
                </a:ext>
              </a:extLst>
            </p:cNvPr>
            <p:cNvSpPr/>
            <p:nvPr/>
          </p:nvSpPr>
          <p:spPr>
            <a:xfrm>
              <a:off x="316979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58" name="pg2608">
              <a:extLst>
                <a:ext uri="{FF2B5EF4-FFF2-40B4-BE49-F238E27FC236}">
                  <a16:creationId xmlns:a16="http://schemas.microsoft.com/office/drawing/2014/main" id="{EFE42A57-E657-838C-27B0-E7414E2D540D}"/>
                </a:ext>
              </a:extLst>
            </p:cNvPr>
            <p:cNvSpPr/>
            <p:nvPr/>
          </p:nvSpPr>
          <p:spPr>
            <a:xfrm>
              <a:off x="318143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59" name="pg2609">
              <a:extLst>
                <a:ext uri="{FF2B5EF4-FFF2-40B4-BE49-F238E27FC236}">
                  <a16:creationId xmlns:a16="http://schemas.microsoft.com/office/drawing/2014/main" id="{6ACEE6D2-3424-7DF4-7792-2FDFD58D55B9}"/>
                </a:ext>
              </a:extLst>
            </p:cNvPr>
            <p:cNvSpPr/>
            <p:nvPr/>
          </p:nvSpPr>
          <p:spPr>
            <a:xfrm>
              <a:off x="321634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60" name="pg2610">
              <a:extLst>
                <a:ext uri="{FF2B5EF4-FFF2-40B4-BE49-F238E27FC236}">
                  <a16:creationId xmlns:a16="http://schemas.microsoft.com/office/drawing/2014/main" id="{A63915BD-F3DF-19A7-4DFC-4CE08EDB8CBA}"/>
                </a:ext>
              </a:extLst>
            </p:cNvPr>
            <p:cNvSpPr/>
            <p:nvPr/>
          </p:nvSpPr>
          <p:spPr>
            <a:xfrm>
              <a:off x="322798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61" name="pg2611">
              <a:extLst>
                <a:ext uri="{FF2B5EF4-FFF2-40B4-BE49-F238E27FC236}">
                  <a16:creationId xmlns:a16="http://schemas.microsoft.com/office/drawing/2014/main" id="{EAE9EA6A-D9C3-6321-C0F6-FE28CD622BA2}"/>
                </a:ext>
              </a:extLst>
            </p:cNvPr>
            <p:cNvSpPr/>
            <p:nvPr/>
          </p:nvSpPr>
          <p:spPr>
            <a:xfrm>
              <a:off x="323962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62" name="pg2612">
              <a:extLst>
                <a:ext uri="{FF2B5EF4-FFF2-40B4-BE49-F238E27FC236}">
                  <a16:creationId xmlns:a16="http://schemas.microsoft.com/office/drawing/2014/main" id="{457FB1F0-D2A2-7989-8384-BDD651D2559D}"/>
                </a:ext>
              </a:extLst>
            </p:cNvPr>
            <p:cNvSpPr/>
            <p:nvPr/>
          </p:nvSpPr>
          <p:spPr>
            <a:xfrm>
              <a:off x="325125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63" name="pg2613">
              <a:extLst>
                <a:ext uri="{FF2B5EF4-FFF2-40B4-BE49-F238E27FC236}">
                  <a16:creationId xmlns:a16="http://schemas.microsoft.com/office/drawing/2014/main" id="{8BE8C032-9ECE-A810-A17D-7D3A835B2D5A}"/>
                </a:ext>
              </a:extLst>
            </p:cNvPr>
            <p:cNvSpPr/>
            <p:nvPr/>
          </p:nvSpPr>
          <p:spPr>
            <a:xfrm>
              <a:off x="326289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64" name="pg2614">
              <a:extLst>
                <a:ext uri="{FF2B5EF4-FFF2-40B4-BE49-F238E27FC236}">
                  <a16:creationId xmlns:a16="http://schemas.microsoft.com/office/drawing/2014/main" id="{A4286BA4-F97E-EC9E-964F-FEAB1B20CF37}"/>
                </a:ext>
              </a:extLst>
            </p:cNvPr>
            <p:cNvSpPr/>
            <p:nvPr/>
          </p:nvSpPr>
          <p:spPr>
            <a:xfrm>
              <a:off x="327453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65" name="pg2615">
              <a:extLst>
                <a:ext uri="{FF2B5EF4-FFF2-40B4-BE49-F238E27FC236}">
                  <a16:creationId xmlns:a16="http://schemas.microsoft.com/office/drawing/2014/main" id="{533DB4AA-4FF0-229A-87A0-C342F9D6240B}"/>
                </a:ext>
              </a:extLst>
            </p:cNvPr>
            <p:cNvSpPr/>
            <p:nvPr/>
          </p:nvSpPr>
          <p:spPr>
            <a:xfrm>
              <a:off x="328617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66" name="pg2616">
              <a:extLst>
                <a:ext uri="{FF2B5EF4-FFF2-40B4-BE49-F238E27FC236}">
                  <a16:creationId xmlns:a16="http://schemas.microsoft.com/office/drawing/2014/main" id="{AC6ACBA2-62AB-0C5B-EC0F-BF8363BC31E0}"/>
                </a:ext>
              </a:extLst>
            </p:cNvPr>
            <p:cNvSpPr/>
            <p:nvPr/>
          </p:nvSpPr>
          <p:spPr>
            <a:xfrm>
              <a:off x="329780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67" name="pg2617">
              <a:extLst>
                <a:ext uri="{FF2B5EF4-FFF2-40B4-BE49-F238E27FC236}">
                  <a16:creationId xmlns:a16="http://schemas.microsoft.com/office/drawing/2014/main" id="{105DA929-F547-53D4-3F8D-BD9399A50455}"/>
                </a:ext>
              </a:extLst>
            </p:cNvPr>
            <p:cNvSpPr/>
            <p:nvPr/>
          </p:nvSpPr>
          <p:spPr>
            <a:xfrm>
              <a:off x="330944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68" name="pg2618">
              <a:extLst>
                <a:ext uri="{FF2B5EF4-FFF2-40B4-BE49-F238E27FC236}">
                  <a16:creationId xmlns:a16="http://schemas.microsoft.com/office/drawing/2014/main" id="{DBEE2C82-2E12-FD88-F2F1-7E9661B21C9D}"/>
                </a:ext>
              </a:extLst>
            </p:cNvPr>
            <p:cNvSpPr/>
            <p:nvPr/>
          </p:nvSpPr>
          <p:spPr>
            <a:xfrm>
              <a:off x="332108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69" name="pg2619">
              <a:extLst>
                <a:ext uri="{FF2B5EF4-FFF2-40B4-BE49-F238E27FC236}">
                  <a16:creationId xmlns:a16="http://schemas.microsoft.com/office/drawing/2014/main" id="{D4940C77-73FC-0D8C-1C0A-BE9575E74186}"/>
                </a:ext>
              </a:extLst>
            </p:cNvPr>
            <p:cNvSpPr/>
            <p:nvPr/>
          </p:nvSpPr>
          <p:spPr>
            <a:xfrm>
              <a:off x="333272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70" name="pg2620">
              <a:extLst>
                <a:ext uri="{FF2B5EF4-FFF2-40B4-BE49-F238E27FC236}">
                  <a16:creationId xmlns:a16="http://schemas.microsoft.com/office/drawing/2014/main" id="{3A6659E8-A46B-2D18-05E7-124C86B539D3}"/>
                </a:ext>
              </a:extLst>
            </p:cNvPr>
            <p:cNvSpPr/>
            <p:nvPr/>
          </p:nvSpPr>
          <p:spPr>
            <a:xfrm>
              <a:off x="334435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71" name="pg2621">
              <a:extLst>
                <a:ext uri="{FF2B5EF4-FFF2-40B4-BE49-F238E27FC236}">
                  <a16:creationId xmlns:a16="http://schemas.microsoft.com/office/drawing/2014/main" id="{82B21D03-926A-FC6F-BD1F-165648CD1467}"/>
                </a:ext>
              </a:extLst>
            </p:cNvPr>
            <p:cNvSpPr/>
            <p:nvPr/>
          </p:nvSpPr>
          <p:spPr>
            <a:xfrm>
              <a:off x="335599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72" name="pg2622">
              <a:extLst>
                <a:ext uri="{FF2B5EF4-FFF2-40B4-BE49-F238E27FC236}">
                  <a16:creationId xmlns:a16="http://schemas.microsoft.com/office/drawing/2014/main" id="{6F79DFEB-1412-C3F3-8EBF-F46A2E00AAF0}"/>
                </a:ext>
              </a:extLst>
            </p:cNvPr>
            <p:cNvSpPr/>
            <p:nvPr/>
          </p:nvSpPr>
          <p:spPr>
            <a:xfrm>
              <a:off x="336763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73" name="pg2623">
              <a:extLst>
                <a:ext uri="{FF2B5EF4-FFF2-40B4-BE49-F238E27FC236}">
                  <a16:creationId xmlns:a16="http://schemas.microsoft.com/office/drawing/2014/main" id="{0D92D5ED-A72A-2219-41D5-0662604EB034}"/>
                </a:ext>
              </a:extLst>
            </p:cNvPr>
            <p:cNvSpPr/>
            <p:nvPr/>
          </p:nvSpPr>
          <p:spPr>
            <a:xfrm>
              <a:off x="342581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74" name="pg2624">
              <a:extLst>
                <a:ext uri="{FF2B5EF4-FFF2-40B4-BE49-F238E27FC236}">
                  <a16:creationId xmlns:a16="http://schemas.microsoft.com/office/drawing/2014/main" id="{4B69ACE6-9D75-85C5-862B-81DB278A2148}"/>
                </a:ext>
              </a:extLst>
            </p:cNvPr>
            <p:cNvSpPr/>
            <p:nvPr/>
          </p:nvSpPr>
          <p:spPr>
            <a:xfrm>
              <a:off x="343745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75" name="pg2625">
              <a:extLst>
                <a:ext uri="{FF2B5EF4-FFF2-40B4-BE49-F238E27FC236}">
                  <a16:creationId xmlns:a16="http://schemas.microsoft.com/office/drawing/2014/main" id="{B4491CED-4AFF-29CD-2A07-743F5F214937}"/>
                </a:ext>
              </a:extLst>
            </p:cNvPr>
            <p:cNvSpPr/>
            <p:nvPr/>
          </p:nvSpPr>
          <p:spPr>
            <a:xfrm>
              <a:off x="344909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76" name="pg2626">
              <a:extLst>
                <a:ext uri="{FF2B5EF4-FFF2-40B4-BE49-F238E27FC236}">
                  <a16:creationId xmlns:a16="http://schemas.microsoft.com/office/drawing/2014/main" id="{C1E093DA-A7F6-703D-0D49-A518C0227B01}"/>
                </a:ext>
              </a:extLst>
            </p:cNvPr>
            <p:cNvSpPr/>
            <p:nvPr/>
          </p:nvSpPr>
          <p:spPr>
            <a:xfrm>
              <a:off x="346073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77" name="pg2627">
              <a:extLst>
                <a:ext uri="{FF2B5EF4-FFF2-40B4-BE49-F238E27FC236}">
                  <a16:creationId xmlns:a16="http://schemas.microsoft.com/office/drawing/2014/main" id="{77F6244B-5CCC-4EA3-236C-437F81C4C1E2}"/>
                </a:ext>
              </a:extLst>
            </p:cNvPr>
            <p:cNvSpPr/>
            <p:nvPr/>
          </p:nvSpPr>
          <p:spPr>
            <a:xfrm>
              <a:off x="347236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78" name="pg2628">
              <a:extLst>
                <a:ext uri="{FF2B5EF4-FFF2-40B4-BE49-F238E27FC236}">
                  <a16:creationId xmlns:a16="http://schemas.microsoft.com/office/drawing/2014/main" id="{E8336CAD-5778-7085-13C2-815B17CC1ED7}"/>
                </a:ext>
              </a:extLst>
            </p:cNvPr>
            <p:cNvSpPr/>
            <p:nvPr/>
          </p:nvSpPr>
          <p:spPr>
            <a:xfrm>
              <a:off x="348400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79" name="pg2629">
              <a:extLst>
                <a:ext uri="{FF2B5EF4-FFF2-40B4-BE49-F238E27FC236}">
                  <a16:creationId xmlns:a16="http://schemas.microsoft.com/office/drawing/2014/main" id="{120A0519-7ACF-4A74-90FC-970B69E6C4BB}"/>
                </a:ext>
              </a:extLst>
            </p:cNvPr>
            <p:cNvSpPr/>
            <p:nvPr/>
          </p:nvSpPr>
          <p:spPr>
            <a:xfrm>
              <a:off x="349564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80" name="pg2630">
              <a:extLst>
                <a:ext uri="{FF2B5EF4-FFF2-40B4-BE49-F238E27FC236}">
                  <a16:creationId xmlns:a16="http://schemas.microsoft.com/office/drawing/2014/main" id="{CB18040D-161B-9576-A078-B227C3A73E81}"/>
                </a:ext>
              </a:extLst>
            </p:cNvPr>
            <p:cNvSpPr/>
            <p:nvPr/>
          </p:nvSpPr>
          <p:spPr>
            <a:xfrm>
              <a:off x="350728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81" name="pg2631">
              <a:extLst>
                <a:ext uri="{FF2B5EF4-FFF2-40B4-BE49-F238E27FC236}">
                  <a16:creationId xmlns:a16="http://schemas.microsoft.com/office/drawing/2014/main" id="{ECA9E5B8-1232-39DC-F5B0-2FBA67F44399}"/>
                </a:ext>
              </a:extLst>
            </p:cNvPr>
            <p:cNvSpPr/>
            <p:nvPr/>
          </p:nvSpPr>
          <p:spPr>
            <a:xfrm>
              <a:off x="362365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82" name="pg2632">
              <a:extLst>
                <a:ext uri="{FF2B5EF4-FFF2-40B4-BE49-F238E27FC236}">
                  <a16:creationId xmlns:a16="http://schemas.microsoft.com/office/drawing/2014/main" id="{EBB7894A-1323-DF77-9FBE-1F32BE2E396A}"/>
                </a:ext>
              </a:extLst>
            </p:cNvPr>
            <p:cNvSpPr/>
            <p:nvPr/>
          </p:nvSpPr>
          <p:spPr>
            <a:xfrm>
              <a:off x="363529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83" name="pg2633">
              <a:extLst>
                <a:ext uri="{FF2B5EF4-FFF2-40B4-BE49-F238E27FC236}">
                  <a16:creationId xmlns:a16="http://schemas.microsoft.com/office/drawing/2014/main" id="{C23751DB-D60F-6203-634D-3552E415E56B}"/>
                </a:ext>
              </a:extLst>
            </p:cNvPr>
            <p:cNvSpPr/>
            <p:nvPr/>
          </p:nvSpPr>
          <p:spPr>
            <a:xfrm>
              <a:off x="364692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84" name="pg2634">
              <a:extLst>
                <a:ext uri="{FF2B5EF4-FFF2-40B4-BE49-F238E27FC236}">
                  <a16:creationId xmlns:a16="http://schemas.microsoft.com/office/drawing/2014/main" id="{156C1160-79AF-8367-94A1-8F5AD4F58E13}"/>
                </a:ext>
              </a:extLst>
            </p:cNvPr>
            <p:cNvSpPr/>
            <p:nvPr/>
          </p:nvSpPr>
          <p:spPr>
            <a:xfrm>
              <a:off x="365856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85" name="pg2635">
              <a:extLst>
                <a:ext uri="{FF2B5EF4-FFF2-40B4-BE49-F238E27FC236}">
                  <a16:creationId xmlns:a16="http://schemas.microsoft.com/office/drawing/2014/main" id="{6B04D35D-13EB-F38A-9F2D-5A69E040F32A}"/>
                </a:ext>
              </a:extLst>
            </p:cNvPr>
            <p:cNvSpPr/>
            <p:nvPr/>
          </p:nvSpPr>
          <p:spPr>
            <a:xfrm>
              <a:off x="367020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86" name="pg2636">
              <a:extLst>
                <a:ext uri="{FF2B5EF4-FFF2-40B4-BE49-F238E27FC236}">
                  <a16:creationId xmlns:a16="http://schemas.microsoft.com/office/drawing/2014/main" id="{8627BDE3-F6DB-DFDD-B8B6-E178E81A6BCF}"/>
                </a:ext>
              </a:extLst>
            </p:cNvPr>
            <p:cNvSpPr/>
            <p:nvPr/>
          </p:nvSpPr>
          <p:spPr>
            <a:xfrm>
              <a:off x="368184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87" name="pg2637">
              <a:extLst>
                <a:ext uri="{FF2B5EF4-FFF2-40B4-BE49-F238E27FC236}">
                  <a16:creationId xmlns:a16="http://schemas.microsoft.com/office/drawing/2014/main" id="{A768D84B-4471-8605-4937-EF43D7C37D71}"/>
                </a:ext>
              </a:extLst>
            </p:cNvPr>
            <p:cNvSpPr/>
            <p:nvPr/>
          </p:nvSpPr>
          <p:spPr>
            <a:xfrm>
              <a:off x="369347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88" name="pg2638">
              <a:extLst>
                <a:ext uri="{FF2B5EF4-FFF2-40B4-BE49-F238E27FC236}">
                  <a16:creationId xmlns:a16="http://schemas.microsoft.com/office/drawing/2014/main" id="{7363E244-F001-384B-D966-368DF3BE28CE}"/>
                </a:ext>
              </a:extLst>
            </p:cNvPr>
            <p:cNvSpPr/>
            <p:nvPr/>
          </p:nvSpPr>
          <p:spPr>
            <a:xfrm>
              <a:off x="370511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89" name="pg2639">
              <a:extLst>
                <a:ext uri="{FF2B5EF4-FFF2-40B4-BE49-F238E27FC236}">
                  <a16:creationId xmlns:a16="http://schemas.microsoft.com/office/drawing/2014/main" id="{66DD882D-48A5-C538-A169-6DCB4B361BC8}"/>
                </a:ext>
              </a:extLst>
            </p:cNvPr>
            <p:cNvSpPr/>
            <p:nvPr/>
          </p:nvSpPr>
          <p:spPr>
            <a:xfrm>
              <a:off x="371675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90" name="pg2640">
              <a:extLst>
                <a:ext uri="{FF2B5EF4-FFF2-40B4-BE49-F238E27FC236}">
                  <a16:creationId xmlns:a16="http://schemas.microsoft.com/office/drawing/2014/main" id="{4D15339C-769A-30EA-9371-ACE92DBAECB7}"/>
                </a:ext>
              </a:extLst>
            </p:cNvPr>
            <p:cNvSpPr/>
            <p:nvPr/>
          </p:nvSpPr>
          <p:spPr>
            <a:xfrm>
              <a:off x="372839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91" name="pg2641">
              <a:extLst>
                <a:ext uri="{FF2B5EF4-FFF2-40B4-BE49-F238E27FC236}">
                  <a16:creationId xmlns:a16="http://schemas.microsoft.com/office/drawing/2014/main" id="{03ACB9B8-68C4-6C4A-8AB1-6183DAEA39B0}"/>
                </a:ext>
              </a:extLst>
            </p:cNvPr>
            <p:cNvSpPr/>
            <p:nvPr/>
          </p:nvSpPr>
          <p:spPr>
            <a:xfrm>
              <a:off x="374002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92" name="pg2642">
              <a:extLst>
                <a:ext uri="{FF2B5EF4-FFF2-40B4-BE49-F238E27FC236}">
                  <a16:creationId xmlns:a16="http://schemas.microsoft.com/office/drawing/2014/main" id="{06E8A521-4A59-99A7-A0A1-663AB071439D}"/>
                </a:ext>
              </a:extLst>
            </p:cNvPr>
            <p:cNvSpPr/>
            <p:nvPr/>
          </p:nvSpPr>
          <p:spPr>
            <a:xfrm>
              <a:off x="375166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93" name="pg2643">
              <a:extLst>
                <a:ext uri="{FF2B5EF4-FFF2-40B4-BE49-F238E27FC236}">
                  <a16:creationId xmlns:a16="http://schemas.microsoft.com/office/drawing/2014/main" id="{3DDE8EDD-1AE6-1CBC-2463-68E6BB75AF75}"/>
                </a:ext>
              </a:extLst>
            </p:cNvPr>
            <p:cNvSpPr/>
            <p:nvPr/>
          </p:nvSpPr>
          <p:spPr>
            <a:xfrm>
              <a:off x="411242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94" name="pg2644">
              <a:extLst>
                <a:ext uri="{FF2B5EF4-FFF2-40B4-BE49-F238E27FC236}">
                  <a16:creationId xmlns:a16="http://schemas.microsoft.com/office/drawing/2014/main" id="{0840E8F3-7719-E7FC-A12B-795808537942}"/>
                </a:ext>
              </a:extLst>
            </p:cNvPr>
            <p:cNvSpPr/>
            <p:nvPr/>
          </p:nvSpPr>
          <p:spPr>
            <a:xfrm>
              <a:off x="412405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95" name="pg2645">
              <a:extLst>
                <a:ext uri="{FF2B5EF4-FFF2-40B4-BE49-F238E27FC236}">
                  <a16:creationId xmlns:a16="http://schemas.microsoft.com/office/drawing/2014/main" id="{2AC00B97-1C58-132E-27CF-4C7B9EE93B01}"/>
                </a:ext>
              </a:extLst>
            </p:cNvPr>
            <p:cNvSpPr/>
            <p:nvPr/>
          </p:nvSpPr>
          <p:spPr>
            <a:xfrm>
              <a:off x="413569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96" name="pg2646">
              <a:extLst>
                <a:ext uri="{FF2B5EF4-FFF2-40B4-BE49-F238E27FC236}">
                  <a16:creationId xmlns:a16="http://schemas.microsoft.com/office/drawing/2014/main" id="{3B6CA601-A29B-B06E-FC2C-529077C8858F}"/>
                </a:ext>
              </a:extLst>
            </p:cNvPr>
            <p:cNvSpPr/>
            <p:nvPr/>
          </p:nvSpPr>
          <p:spPr>
            <a:xfrm>
              <a:off x="414733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97" name="pg2647">
              <a:extLst>
                <a:ext uri="{FF2B5EF4-FFF2-40B4-BE49-F238E27FC236}">
                  <a16:creationId xmlns:a16="http://schemas.microsoft.com/office/drawing/2014/main" id="{E1204AE1-646B-A107-5205-1780E46A0531}"/>
                </a:ext>
              </a:extLst>
            </p:cNvPr>
            <p:cNvSpPr/>
            <p:nvPr/>
          </p:nvSpPr>
          <p:spPr>
            <a:xfrm>
              <a:off x="415897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98" name="pg2648">
              <a:extLst>
                <a:ext uri="{FF2B5EF4-FFF2-40B4-BE49-F238E27FC236}">
                  <a16:creationId xmlns:a16="http://schemas.microsoft.com/office/drawing/2014/main" id="{24CD28C8-211B-F9ED-8DD6-C768AABA1449}"/>
                </a:ext>
              </a:extLst>
            </p:cNvPr>
            <p:cNvSpPr/>
            <p:nvPr/>
          </p:nvSpPr>
          <p:spPr>
            <a:xfrm>
              <a:off x="417060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99" name="pg2649">
              <a:extLst>
                <a:ext uri="{FF2B5EF4-FFF2-40B4-BE49-F238E27FC236}">
                  <a16:creationId xmlns:a16="http://schemas.microsoft.com/office/drawing/2014/main" id="{05F56DE2-AC78-1BE7-06B1-2DB3C0AFE000}"/>
                </a:ext>
              </a:extLst>
            </p:cNvPr>
            <p:cNvSpPr/>
            <p:nvPr/>
          </p:nvSpPr>
          <p:spPr>
            <a:xfrm>
              <a:off x="418224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00" name="pg2650">
              <a:extLst>
                <a:ext uri="{FF2B5EF4-FFF2-40B4-BE49-F238E27FC236}">
                  <a16:creationId xmlns:a16="http://schemas.microsoft.com/office/drawing/2014/main" id="{302848EE-A327-66C8-9DCB-86F9E28ECA5C}"/>
                </a:ext>
              </a:extLst>
            </p:cNvPr>
            <p:cNvSpPr/>
            <p:nvPr/>
          </p:nvSpPr>
          <p:spPr>
            <a:xfrm>
              <a:off x="419388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01" name="pg2651">
              <a:extLst>
                <a:ext uri="{FF2B5EF4-FFF2-40B4-BE49-F238E27FC236}">
                  <a16:creationId xmlns:a16="http://schemas.microsoft.com/office/drawing/2014/main" id="{33A72A50-1A67-AEBD-63EE-C4147E77D5E2}"/>
                </a:ext>
              </a:extLst>
            </p:cNvPr>
            <p:cNvSpPr/>
            <p:nvPr/>
          </p:nvSpPr>
          <p:spPr>
            <a:xfrm>
              <a:off x="420552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02" name="pg2652">
              <a:extLst>
                <a:ext uri="{FF2B5EF4-FFF2-40B4-BE49-F238E27FC236}">
                  <a16:creationId xmlns:a16="http://schemas.microsoft.com/office/drawing/2014/main" id="{A3EB5F10-B606-541C-7832-10317DFFEE35}"/>
                </a:ext>
              </a:extLst>
            </p:cNvPr>
            <p:cNvSpPr/>
            <p:nvPr/>
          </p:nvSpPr>
          <p:spPr>
            <a:xfrm>
              <a:off x="421715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03" name="pg2653">
              <a:extLst>
                <a:ext uri="{FF2B5EF4-FFF2-40B4-BE49-F238E27FC236}">
                  <a16:creationId xmlns:a16="http://schemas.microsoft.com/office/drawing/2014/main" id="{93D31E44-29D0-31B4-6545-30670FB60F3E}"/>
                </a:ext>
              </a:extLst>
            </p:cNvPr>
            <p:cNvSpPr/>
            <p:nvPr/>
          </p:nvSpPr>
          <p:spPr>
            <a:xfrm>
              <a:off x="422879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04" name="pg2654">
              <a:extLst>
                <a:ext uri="{FF2B5EF4-FFF2-40B4-BE49-F238E27FC236}">
                  <a16:creationId xmlns:a16="http://schemas.microsoft.com/office/drawing/2014/main" id="{4D00493A-FB4D-52B9-45A9-39F08CEAD4E3}"/>
                </a:ext>
              </a:extLst>
            </p:cNvPr>
            <p:cNvSpPr/>
            <p:nvPr/>
          </p:nvSpPr>
          <p:spPr>
            <a:xfrm>
              <a:off x="424043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05" name="pg2655">
              <a:extLst>
                <a:ext uri="{FF2B5EF4-FFF2-40B4-BE49-F238E27FC236}">
                  <a16:creationId xmlns:a16="http://schemas.microsoft.com/office/drawing/2014/main" id="{2AE21A7A-C7CF-66D1-448F-9AF82A88D811}"/>
                </a:ext>
              </a:extLst>
            </p:cNvPr>
            <p:cNvSpPr/>
            <p:nvPr/>
          </p:nvSpPr>
          <p:spPr>
            <a:xfrm>
              <a:off x="425207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06" name="pg2656">
              <a:extLst>
                <a:ext uri="{FF2B5EF4-FFF2-40B4-BE49-F238E27FC236}">
                  <a16:creationId xmlns:a16="http://schemas.microsoft.com/office/drawing/2014/main" id="{296678C1-BA09-02D5-CE02-899DC361E126}"/>
                </a:ext>
              </a:extLst>
            </p:cNvPr>
            <p:cNvSpPr/>
            <p:nvPr/>
          </p:nvSpPr>
          <p:spPr>
            <a:xfrm>
              <a:off x="426370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07" name="pg2657">
              <a:extLst>
                <a:ext uri="{FF2B5EF4-FFF2-40B4-BE49-F238E27FC236}">
                  <a16:creationId xmlns:a16="http://schemas.microsoft.com/office/drawing/2014/main" id="{B7F45136-D150-1AD2-5C47-5B6EBD330A54}"/>
                </a:ext>
              </a:extLst>
            </p:cNvPr>
            <p:cNvSpPr/>
            <p:nvPr/>
          </p:nvSpPr>
          <p:spPr>
            <a:xfrm>
              <a:off x="427534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08" name="pg2658">
              <a:extLst>
                <a:ext uri="{FF2B5EF4-FFF2-40B4-BE49-F238E27FC236}">
                  <a16:creationId xmlns:a16="http://schemas.microsoft.com/office/drawing/2014/main" id="{4DDF6665-0929-C1F7-DA23-EEFE7812B5D6}"/>
                </a:ext>
              </a:extLst>
            </p:cNvPr>
            <p:cNvSpPr/>
            <p:nvPr/>
          </p:nvSpPr>
          <p:spPr>
            <a:xfrm>
              <a:off x="428698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09" name="pg2659">
              <a:extLst>
                <a:ext uri="{FF2B5EF4-FFF2-40B4-BE49-F238E27FC236}">
                  <a16:creationId xmlns:a16="http://schemas.microsoft.com/office/drawing/2014/main" id="{45206C28-7B95-6427-0789-261A58C42E9A}"/>
                </a:ext>
              </a:extLst>
            </p:cNvPr>
            <p:cNvSpPr/>
            <p:nvPr/>
          </p:nvSpPr>
          <p:spPr>
            <a:xfrm>
              <a:off x="429861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10" name="pg2660">
              <a:extLst>
                <a:ext uri="{FF2B5EF4-FFF2-40B4-BE49-F238E27FC236}">
                  <a16:creationId xmlns:a16="http://schemas.microsoft.com/office/drawing/2014/main" id="{ABA0C6F3-2645-4930-C8A0-53B4242C0AF8}"/>
                </a:ext>
              </a:extLst>
            </p:cNvPr>
            <p:cNvSpPr/>
            <p:nvPr/>
          </p:nvSpPr>
          <p:spPr>
            <a:xfrm>
              <a:off x="431025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11" name="pg2661">
              <a:extLst>
                <a:ext uri="{FF2B5EF4-FFF2-40B4-BE49-F238E27FC236}">
                  <a16:creationId xmlns:a16="http://schemas.microsoft.com/office/drawing/2014/main" id="{A99C6B74-899A-BAF9-A34B-5E66D41A2F6E}"/>
                </a:ext>
              </a:extLst>
            </p:cNvPr>
            <p:cNvSpPr/>
            <p:nvPr/>
          </p:nvSpPr>
          <p:spPr>
            <a:xfrm>
              <a:off x="432189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12" name="pg2662">
              <a:extLst>
                <a:ext uri="{FF2B5EF4-FFF2-40B4-BE49-F238E27FC236}">
                  <a16:creationId xmlns:a16="http://schemas.microsoft.com/office/drawing/2014/main" id="{CDD62D55-B703-B1A4-4567-CD7452455F01}"/>
                </a:ext>
              </a:extLst>
            </p:cNvPr>
            <p:cNvSpPr/>
            <p:nvPr/>
          </p:nvSpPr>
          <p:spPr>
            <a:xfrm>
              <a:off x="433353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13" name="pg2663">
              <a:extLst>
                <a:ext uri="{FF2B5EF4-FFF2-40B4-BE49-F238E27FC236}">
                  <a16:creationId xmlns:a16="http://schemas.microsoft.com/office/drawing/2014/main" id="{51AD070B-7942-6D17-A7A2-146B8CC7D1B8}"/>
                </a:ext>
              </a:extLst>
            </p:cNvPr>
            <p:cNvSpPr/>
            <p:nvPr/>
          </p:nvSpPr>
          <p:spPr>
            <a:xfrm>
              <a:off x="434516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14" name="pg2664">
              <a:extLst>
                <a:ext uri="{FF2B5EF4-FFF2-40B4-BE49-F238E27FC236}">
                  <a16:creationId xmlns:a16="http://schemas.microsoft.com/office/drawing/2014/main" id="{026498E0-A867-29E5-9761-DF0F6DDB564F}"/>
                </a:ext>
              </a:extLst>
            </p:cNvPr>
            <p:cNvSpPr/>
            <p:nvPr/>
          </p:nvSpPr>
          <p:spPr>
            <a:xfrm>
              <a:off x="435680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15" name="pg2665">
              <a:extLst>
                <a:ext uri="{FF2B5EF4-FFF2-40B4-BE49-F238E27FC236}">
                  <a16:creationId xmlns:a16="http://schemas.microsoft.com/office/drawing/2014/main" id="{721D0F31-6912-3522-9375-5C77330E926F}"/>
                </a:ext>
              </a:extLst>
            </p:cNvPr>
            <p:cNvSpPr/>
            <p:nvPr/>
          </p:nvSpPr>
          <p:spPr>
            <a:xfrm>
              <a:off x="436844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16" name="pg2666">
              <a:extLst>
                <a:ext uri="{FF2B5EF4-FFF2-40B4-BE49-F238E27FC236}">
                  <a16:creationId xmlns:a16="http://schemas.microsoft.com/office/drawing/2014/main" id="{57524F54-D4A5-8F73-5932-5423E9467EE2}"/>
                </a:ext>
              </a:extLst>
            </p:cNvPr>
            <p:cNvSpPr/>
            <p:nvPr/>
          </p:nvSpPr>
          <p:spPr>
            <a:xfrm>
              <a:off x="456627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17" name="pg2667">
              <a:extLst>
                <a:ext uri="{FF2B5EF4-FFF2-40B4-BE49-F238E27FC236}">
                  <a16:creationId xmlns:a16="http://schemas.microsoft.com/office/drawing/2014/main" id="{1ECCDF6C-3E41-0FA9-EC38-175C9F145683}"/>
                </a:ext>
              </a:extLst>
            </p:cNvPr>
            <p:cNvSpPr/>
            <p:nvPr/>
          </p:nvSpPr>
          <p:spPr>
            <a:xfrm>
              <a:off x="457791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18" name="pg2668">
              <a:extLst>
                <a:ext uri="{FF2B5EF4-FFF2-40B4-BE49-F238E27FC236}">
                  <a16:creationId xmlns:a16="http://schemas.microsoft.com/office/drawing/2014/main" id="{9F16A921-C18C-DCEB-A02C-9C64FC72144A}"/>
                </a:ext>
              </a:extLst>
            </p:cNvPr>
            <p:cNvSpPr/>
            <p:nvPr/>
          </p:nvSpPr>
          <p:spPr>
            <a:xfrm>
              <a:off x="458955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19" name="pg2669">
              <a:extLst>
                <a:ext uri="{FF2B5EF4-FFF2-40B4-BE49-F238E27FC236}">
                  <a16:creationId xmlns:a16="http://schemas.microsoft.com/office/drawing/2014/main" id="{09B25BD5-C156-8FC2-EBF0-C2B4FC2E5059}"/>
                </a:ext>
              </a:extLst>
            </p:cNvPr>
            <p:cNvSpPr/>
            <p:nvPr/>
          </p:nvSpPr>
          <p:spPr>
            <a:xfrm>
              <a:off x="460119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20" name="pg2670">
              <a:extLst>
                <a:ext uri="{FF2B5EF4-FFF2-40B4-BE49-F238E27FC236}">
                  <a16:creationId xmlns:a16="http://schemas.microsoft.com/office/drawing/2014/main" id="{DC31EAA5-A282-7078-8056-0B064211B8F3}"/>
                </a:ext>
              </a:extLst>
            </p:cNvPr>
            <p:cNvSpPr/>
            <p:nvPr/>
          </p:nvSpPr>
          <p:spPr>
            <a:xfrm>
              <a:off x="461282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21" name="pg2671">
              <a:extLst>
                <a:ext uri="{FF2B5EF4-FFF2-40B4-BE49-F238E27FC236}">
                  <a16:creationId xmlns:a16="http://schemas.microsoft.com/office/drawing/2014/main" id="{4CA74B52-7659-C1F5-B3CA-9C8D17B1E4D7}"/>
                </a:ext>
              </a:extLst>
            </p:cNvPr>
            <p:cNvSpPr/>
            <p:nvPr/>
          </p:nvSpPr>
          <p:spPr>
            <a:xfrm>
              <a:off x="311161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22" name="pg2672">
              <a:extLst>
                <a:ext uri="{FF2B5EF4-FFF2-40B4-BE49-F238E27FC236}">
                  <a16:creationId xmlns:a16="http://schemas.microsoft.com/office/drawing/2014/main" id="{AA7DEA37-76A6-A7E5-038D-22B0097A31F2}"/>
                </a:ext>
              </a:extLst>
            </p:cNvPr>
            <p:cNvSpPr/>
            <p:nvPr/>
          </p:nvSpPr>
          <p:spPr>
            <a:xfrm>
              <a:off x="312324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23" name="pg2673">
              <a:extLst>
                <a:ext uri="{FF2B5EF4-FFF2-40B4-BE49-F238E27FC236}">
                  <a16:creationId xmlns:a16="http://schemas.microsoft.com/office/drawing/2014/main" id="{4BD0ED16-70E3-33B3-5BA9-9BF7B200C0E3}"/>
                </a:ext>
              </a:extLst>
            </p:cNvPr>
            <p:cNvSpPr/>
            <p:nvPr/>
          </p:nvSpPr>
          <p:spPr>
            <a:xfrm>
              <a:off x="313488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24" name="pg2674">
              <a:extLst>
                <a:ext uri="{FF2B5EF4-FFF2-40B4-BE49-F238E27FC236}">
                  <a16:creationId xmlns:a16="http://schemas.microsoft.com/office/drawing/2014/main" id="{6C6024C5-9346-3AC0-2846-0DD969DF7898}"/>
                </a:ext>
              </a:extLst>
            </p:cNvPr>
            <p:cNvSpPr/>
            <p:nvPr/>
          </p:nvSpPr>
          <p:spPr>
            <a:xfrm>
              <a:off x="314652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25" name="pg2675">
              <a:extLst>
                <a:ext uri="{FF2B5EF4-FFF2-40B4-BE49-F238E27FC236}">
                  <a16:creationId xmlns:a16="http://schemas.microsoft.com/office/drawing/2014/main" id="{67BB8466-0517-C27B-6656-19AC15FB7B93}"/>
                </a:ext>
              </a:extLst>
            </p:cNvPr>
            <p:cNvSpPr/>
            <p:nvPr/>
          </p:nvSpPr>
          <p:spPr>
            <a:xfrm>
              <a:off x="315816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26" name="pg2676">
              <a:extLst>
                <a:ext uri="{FF2B5EF4-FFF2-40B4-BE49-F238E27FC236}">
                  <a16:creationId xmlns:a16="http://schemas.microsoft.com/office/drawing/2014/main" id="{5173D01E-B0ED-054A-AB46-8184C53B0B88}"/>
                </a:ext>
              </a:extLst>
            </p:cNvPr>
            <p:cNvSpPr/>
            <p:nvPr/>
          </p:nvSpPr>
          <p:spPr>
            <a:xfrm>
              <a:off x="316979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27" name="pg2677">
              <a:extLst>
                <a:ext uri="{FF2B5EF4-FFF2-40B4-BE49-F238E27FC236}">
                  <a16:creationId xmlns:a16="http://schemas.microsoft.com/office/drawing/2014/main" id="{9CF8DD96-B3AA-F0CA-D471-ACB0FE538578}"/>
                </a:ext>
              </a:extLst>
            </p:cNvPr>
            <p:cNvSpPr/>
            <p:nvPr/>
          </p:nvSpPr>
          <p:spPr>
            <a:xfrm>
              <a:off x="318143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28" name="pg2678">
              <a:extLst>
                <a:ext uri="{FF2B5EF4-FFF2-40B4-BE49-F238E27FC236}">
                  <a16:creationId xmlns:a16="http://schemas.microsoft.com/office/drawing/2014/main" id="{1D77250C-5A26-9526-8382-5AD1177FC64F}"/>
                </a:ext>
              </a:extLst>
            </p:cNvPr>
            <p:cNvSpPr/>
            <p:nvPr/>
          </p:nvSpPr>
          <p:spPr>
            <a:xfrm>
              <a:off x="319307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29" name="pg2679">
              <a:extLst>
                <a:ext uri="{FF2B5EF4-FFF2-40B4-BE49-F238E27FC236}">
                  <a16:creationId xmlns:a16="http://schemas.microsoft.com/office/drawing/2014/main" id="{4E09C238-B15D-F2E9-4A4C-4DEC97701513}"/>
                </a:ext>
              </a:extLst>
            </p:cNvPr>
            <p:cNvSpPr/>
            <p:nvPr/>
          </p:nvSpPr>
          <p:spPr>
            <a:xfrm>
              <a:off x="320471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30" name="pg2680">
              <a:extLst>
                <a:ext uri="{FF2B5EF4-FFF2-40B4-BE49-F238E27FC236}">
                  <a16:creationId xmlns:a16="http://schemas.microsoft.com/office/drawing/2014/main" id="{40E9A250-018E-7326-687F-0EB2244C5038}"/>
                </a:ext>
              </a:extLst>
            </p:cNvPr>
            <p:cNvSpPr/>
            <p:nvPr/>
          </p:nvSpPr>
          <p:spPr>
            <a:xfrm>
              <a:off x="321634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31" name="pg2681">
              <a:extLst>
                <a:ext uri="{FF2B5EF4-FFF2-40B4-BE49-F238E27FC236}">
                  <a16:creationId xmlns:a16="http://schemas.microsoft.com/office/drawing/2014/main" id="{D188D63C-34A6-361B-C48D-FED0DDAAA3C3}"/>
                </a:ext>
              </a:extLst>
            </p:cNvPr>
            <p:cNvSpPr/>
            <p:nvPr/>
          </p:nvSpPr>
          <p:spPr>
            <a:xfrm>
              <a:off x="322798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32" name="pg2682">
              <a:extLst>
                <a:ext uri="{FF2B5EF4-FFF2-40B4-BE49-F238E27FC236}">
                  <a16:creationId xmlns:a16="http://schemas.microsoft.com/office/drawing/2014/main" id="{582772C1-E675-1345-498B-6543FD64CA4B}"/>
                </a:ext>
              </a:extLst>
            </p:cNvPr>
            <p:cNvSpPr/>
            <p:nvPr/>
          </p:nvSpPr>
          <p:spPr>
            <a:xfrm>
              <a:off x="323962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33" name="pg2683">
              <a:extLst>
                <a:ext uri="{FF2B5EF4-FFF2-40B4-BE49-F238E27FC236}">
                  <a16:creationId xmlns:a16="http://schemas.microsoft.com/office/drawing/2014/main" id="{52B88720-9152-160C-44BF-17B85727E631}"/>
                </a:ext>
              </a:extLst>
            </p:cNvPr>
            <p:cNvSpPr/>
            <p:nvPr/>
          </p:nvSpPr>
          <p:spPr>
            <a:xfrm>
              <a:off x="325125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34" name="pg2684">
              <a:extLst>
                <a:ext uri="{FF2B5EF4-FFF2-40B4-BE49-F238E27FC236}">
                  <a16:creationId xmlns:a16="http://schemas.microsoft.com/office/drawing/2014/main" id="{0C9677BD-3B40-8CFE-F50E-13BF8D49C384}"/>
                </a:ext>
              </a:extLst>
            </p:cNvPr>
            <p:cNvSpPr/>
            <p:nvPr/>
          </p:nvSpPr>
          <p:spPr>
            <a:xfrm>
              <a:off x="326289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35" name="pg2685">
              <a:extLst>
                <a:ext uri="{FF2B5EF4-FFF2-40B4-BE49-F238E27FC236}">
                  <a16:creationId xmlns:a16="http://schemas.microsoft.com/office/drawing/2014/main" id="{05F76089-AE2A-4FF8-034F-7A201CCD5C46}"/>
                </a:ext>
              </a:extLst>
            </p:cNvPr>
            <p:cNvSpPr/>
            <p:nvPr/>
          </p:nvSpPr>
          <p:spPr>
            <a:xfrm>
              <a:off x="327453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36" name="pg2686">
              <a:extLst>
                <a:ext uri="{FF2B5EF4-FFF2-40B4-BE49-F238E27FC236}">
                  <a16:creationId xmlns:a16="http://schemas.microsoft.com/office/drawing/2014/main" id="{B725A710-201E-C00F-B808-D7AF3FB49D4F}"/>
                </a:ext>
              </a:extLst>
            </p:cNvPr>
            <p:cNvSpPr/>
            <p:nvPr/>
          </p:nvSpPr>
          <p:spPr>
            <a:xfrm>
              <a:off x="328617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37" name="pg2687">
              <a:extLst>
                <a:ext uri="{FF2B5EF4-FFF2-40B4-BE49-F238E27FC236}">
                  <a16:creationId xmlns:a16="http://schemas.microsoft.com/office/drawing/2014/main" id="{CDBB2E90-863A-93AC-EBD7-11B960CE5529}"/>
                </a:ext>
              </a:extLst>
            </p:cNvPr>
            <p:cNvSpPr/>
            <p:nvPr/>
          </p:nvSpPr>
          <p:spPr>
            <a:xfrm>
              <a:off x="329780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38" name="pg2688">
              <a:extLst>
                <a:ext uri="{FF2B5EF4-FFF2-40B4-BE49-F238E27FC236}">
                  <a16:creationId xmlns:a16="http://schemas.microsoft.com/office/drawing/2014/main" id="{8BFC22C7-26A5-6C05-E1AE-582941DD73D2}"/>
                </a:ext>
              </a:extLst>
            </p:cNvPr>
            <p:cNvSpPr/>
            <p:nvPr/>
          </p:nvSpPr>
          <p:spPr>
            <a:xfrm>
              <a:off x="330944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39" name="pg2689">
              <a:extLst>
                <a:ext uri="{FF2B5EF4-FFF2-40B4-BE49-F238E27FC236}">
                  <a16:creationId xmlns:a16="http://schemas.microsoft.com/office/drawing/2014/main" id="{F9481E60-A965-82AD-E3CB-1EEEE418B520}"/>
                </a:ext>
              </a:extLst>
            </p:cNvPr>
            <p:cNvSpPr/>
            <p:nvPr/>
          </p:nvSpPr>
          <p:spPr>
            <a:xfrm>
              <a:off x="332108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40" name="pg2690">
              <a:extLst>
                <a:ext uri="{FF2B5EF4-FFF2-40B4-BE49-F238E27FC236}">
                  <a16:creationId xmlns:a16="http://schemas.microsoft.com/office/drawing/2014/main" id="{B63614E6-4919-E7B6-AAE4-28ECEF149672}"/>
                </a:ext>
              </a:extLst>
            </p:cNvPr>
            <p:cNvSpPr/>
            <p:nvPr/>
          </p:nvSpPr>
          <p:spPr>
            <a:xfrm>
              <a:off x="333272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41" name="pg2691">
              <a:extLst>
                <a:ext uri="{FF2B5EF4-FFF2-40B4-BE49-F238E27FC236}">
                  <a16:creationId xmlns:a16="http://schemas.microsoft.com/office/drawing/2014/main" id="{D2655B25-817D-BD1F-E8DF-5DC15101484A}"/>
                </a:ext>
              </a:extLst>
            </p:cNvPr>
            <p:cNvSpPr/>
            <p:nvPr/>
          </p:nvSpPr>
          <p:spPr>
            <a:xfrm>
              <a:off x="334435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42" name="pg2692">
              <a:extLst>
                <a:ext uri="{FF2B5EF4-FFF2-40B4-BE49-F238E27FC236}">
                  <a16:creationId xmlns:a16="http://schemas.microsoft.com/office/drawing/2014/main" id="{03DDA503-E2E0-DE02-3F46-D2B54930C2BE}"/>
                </a:ext>
              </a:extLst>
            </p:cNvPr>
            <p:cNvSpPr/>
            <p:nvPr/>
          </p:nvSpPr>
          <p:spPr>
            <a:xfrm>
              <a:off x="335599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43" name="pg2693">
              <a:extLst>
                <a:ext uri="{FF2B5EF4-FFF2-40B4-BE49-F238E27FC236}">
                  <a16:creationId xmlns:a16="http://schemas.microsoft.com/office/drawing/2014/main" id="{A951599B-0B4A-2206-AD70-721774BC3472}"/>
                </a:ext>
              </a:extLst>
            </p:cNvPr>
            <p:cNvSpPr/>
            <p:nvPr/>
          </p:nvSpPr>
          <p:spPr>
            <a:xfrm>
              <a:off x="336763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44" name="pg2694">
              <a:extLst>
                <a:ext uri="{FF2B5EF4-FFF2-40B4-BE49-F238E27FC236}">
                  <a16:creationId xmlns:a16="http://schemas.microsoft.com/office/drawing/2014/main" id="{0F6AD866-AFDF-DDDB-9143-C54A9D0E383A}"/>
                </a:ext>
              </a:extLst>
            </p:cNvPr>
            <p:cNvSpPr/>
            <p:nvPr/>
          </p:nvSpPr>
          <p:spPr>
            <a:xfrm>
              <a:off x="337927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45" name="pg2695">
              <a:extLst>
                <a:ext uri="{FF2B5EF4-FFF2-40B4-BE49-F238E27FC236}">
                  <a16:creationId xmlns:a16="http://schemas.microsoft.com/office/drawing/2014/main" id="{6ED76863-1404-A7C0-D6FE-E243932F4B1F}"/>
                </a:ext>
              </a:extLst>
            </p:cNvPr>
            <p:cNvSpPr/>
            <p:nvPr/>
          </p:nvSpPr>
          <p:spPr>
            <a:xfrm>
              <a:off x="339090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46" name="pg2696">
              <a:extLst>
                <a:ext uri="{FF2B5EF4-FFF2-40B4-BE49-F238E27FC236}">
                  <a16:creationId xmlns:a16="http://schemas.microsoft.com/office/drawing/2014/main" id="{92C0A46D-D1F9-8CEB-9A89-D8E7D34988C7}"/>
                </a:ext>
              </a:extLst>
            </p:cNvPr>
            <p:cNvSpPr/>
            <p:nvPr/>
          </p:nvSpPr>
          <p:spPr>
            <a:xfrm>
              <a:off x="340254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47" name="pg2697">
              <a:extLst>
                <a:ext uri="{FF2B5EF4-FFF2-40B4-BE49-F238E27FC236}">
                  <a16:creationId xmlns:a16="http://schemas.microsoft.com/office/drawing/2014/main" id="{13E1A9AE-1464-8A8F-EA2F-2E2FC5F5E859}"/>
                </a:ext>
              </a:extLst>
            </p:cNvPr>
            <p:cNvSpPr/>
            <p:nvPr/>
          </p:nvSpPr>
          <p:spPr>
            <a:xfrm>
              <a:off x="341418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48" name="pg2698">
              <a:extLst>
                <a:ext uri="{FF2B5EF4-FFF2-40B4-BE49-F238E27FC236}">
                  <a16:creationId xmlns:a16="http://schemas.microsoft.com/office/drawing/2014/main" id="{446AC767-24E8-9498-5CA5-BCEA864F27B1}"/>
                </a:ext>
              </a:extLst>
            </p:cNvPr>
            <p:cNvSpPr/>
            <p:nvPr/>
          </p:nvSpPr>
          <p:spPr>
            <a:xfrm>
              <a:off x="342581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49" name="pg2699">
              <a:extLst>
                <a:ext uri="{FF2B5EF4-FFF2-40B4-BE49-F238E27FC236}">
                  <a16:creationId xmlns:a16="http://schemas.microsoft.com/office/drawing/2014/main" id="{B703032B-6A76-2447-4A45-E4B9D669D459}"/>
                </a:ext>
              </a:extLst>
            </p:cNvPr>
            <p:cNvSpPr/>
            <p:nvPr/>
          </p:nvSpPr>
          <p:spPr>
            <a:xfrm>
              <a:off x="343745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50" name="pg2700">
              <a:extLst>
                <a:ext uri="{FF2B5EF4-FFF2-40B4-BE49-F238E27FC236}">
                  <a16:creationId xmlns:a16="http://schemas.microsoft.com/office/drawing/2014/main" id="{297D07E5-5687-D2AE-5825-C43F1D7FE875}"/>
                </a:ext>
              </a:extLst>
            </p:cNvPr>
            <p:cNvSpPr/>
            <p:nvPr/>
          </p:nvSpPr>
          <p:spPr>
            <a:xfrm>
              <a:off x="344909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51" name="pg2701">
              <a:extLst>
                <a:ext uri="{FF2B5EF4-FFF2-40B4-BE49-F238E27FC236}">
                  <a16:creationId xmlns:a16="http://schemas.microsoft.com/office/drawing/2014/main" id="{A83D6D81-F7B6-BB84-8967-A2E5E1DC3DC7}"/>
                </a:ext>
              </a:extLst>
            </p:cNvPr>
            <p:cNvSpPr/>
            <p:nvPr/>
          </p:nvSpPr>
          <p:spPr>
            <a:xfrm>
              <a:off x="346073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52" name="pg2702">
              <a:extLst>
                <a:ext uri="{FF2B5EF4-FFF2-40B4-BE49-F238E27FC236}">
                  <a16:creationId xmlns:a16="http://schemas.microsoft.com/office/drawing/2014/main" id="{BC67AF96-13A7-880F-4D5D-F7DA55F4A2A8}"/>
                </a:ext>
              </a:extLst>
            </p:cNvPr>
            <p:cNvSpPr/>
            <p:nvPr/>
          </p:nvSpPr>
          <p:spPr>
            <a:xfrm>
              <a:off x="347236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53" name="pg2703">
              <a:extLst>
                <a:ext uri="{FF2B5EF4-FFF2-40B4-BE49-F238E27FC236}">
                  <a16:creationId xmlns:a16="http://schemas.microsoft.com/office/drawing/2014/main" id="{537F99B0-A3F6-1FB7-7738-1406785DEC07}"/>
                </a:ext>
              </a:extLst>
            </p:cNvPr>
            <p:cNvSpPr/>
            <p:nvPr/>
          </p:nvSpPr>
          <p:spPr>
            <a:xfrm>
              <a:off x="348400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54" name="pg2704">
              <a:extLst>
                <a:ext uri="{FF2B5EF4-FFF2-40B4-BE49-F238E27FC236}">
                  <a16:creationId xmlns:a16="http://schemas.microsoft.com/office/drawing/2014/main" id="{4239E9E2-9AF5-1DFA-FE38-3BF5DC615E2D}"/>
                </a:ext>
              </a:extLst>
            </p:cNvPr>
            <p:cNvSpPr/>
            <p:nvPr/>
          </p:nvSpPr>
          <p:spPr>
            <a:xfrm>
              <a:off x="349564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55" name="pg2705">
              <a:extLst>
                <a:ext uri="{FF2B5EF4-FFF2-40B4-BE49-F238E27FC236}">
                  <a16:creationId xmlns:a16="http://schemas.microsoft.com/office/drawing/2014/main" id="{3CD5F9F6-B49B-A932-0CFB-D311A0F6649C}"/>
                </a:ext>
              </a:extLst>
            </p:cNvPr>
            <p:cNvSpPr/>
            <p:nvPr/>
          </p:nvSpPr>
          <p:spPr>
            <a:xfrm>
              <a:off x="350728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56" name="pg2706">
              <a:extLst>
                <a:ext uri="{FF2B5EF4-FFF2-40B4-BE49-F238E27FC236}">
                  <a16:creationId xmlns:a16="http://schemas.microsoft.com/office/drawing/2014/main" id="{DC8B5C11-60FC-ACDB-845E-6DA604CA48FC}"/>
                </a:ext>
              </a:extLst>
            </p:cNvPr>
            <p:cNvSpPr/>
            <p:nvPr/>
          </p:nvSpPr>
          <p:spPr>
            <a:xfrm>
              <a:off x="351891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57" name="pg2707">
              <a:extLst>
                <a:ext uri="{FF2B5EF4-FFF2-40B4-BE49-F238E27FC236}">
                  <a16:creationId xmlns:a16="http://schemas.microsoft.com/office/drawing/2014/main" id="{6E6DA845-037C-020A-4D44-9D0234D2E513}"/>
                </a:ext>
              </a:extLst>
            </p:cNvPr>
            <p:cNvSpPr/>
            <p:nvPr/>
          </p:nvSpPr>
          <p:spPr>
            <a:xfrm>
              <a:off x="353055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58" name="pg2708">
              <a:extLst>
                <a:ext uri="{FF2B5EF4-FFF2-40B4-BE49-F238E27FC236}">
                  <a16:creationId xmlns:a16="http://schemas.microsoft.com/office/drawing/2014/main" id="{DBC30164-B7E3-3762-D478-94A86BC529AE}"/>
                </a:ext>
              </a:extLst>
            </p:cNvPr>
            <p:cNvSpPr/>
            <p:nvPr/>
          </p:nvSpPr>
          <p:spPr>
            <a:xfrm>
              <a:off x="354219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59" name="pg2709">
              <a:extLst>
                <a:ext uri="{FF2B5EF4-FFF2-40B4-BE49-F238E27FC236}">
                  <a16:creationId xmlns:a16="http://schemas.microsoft.com/office/drawing/2014/main" id="{5CA9DAEB-19CF-9973-8CE1-EC8C58E72D3A}"/>
                </a:ext>
              </a:extLst>
            </p:cNvPr>
            <p:cNvSpPr/>
            <p:nvPr/>
          </p:nvSpPr>
          <p:spPr>
            <a:xfrm>
              <a:off x="363529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60" name="pg2710">
              <a:extLst>
                <a:ext uri="{FF2B5EF4-FFF2-40B4-BE49-F238E27FC236}">
                  <a16:creationId xmlns:a16="http://schemas.microsoft.com/office/drawing/2014/main" id="{0700B19A-8C8C-4EFA-FC51-43D817D115AB}"/>
                </a:ext>
              </a:extLst>
            </p:cNvPr>
            <p:cNvSpPr/>
            <p:nvPr/>
          </p:nvSpPr>
          <p:spPr>
            <a:xfrm>
              <a:off x="364692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61" name="pg2711">
              <a:extLst>
                <a:ext uri="{FF2B5EF4-FFF2-40B4-BE49-F238E27FC236}">
                  <a16:creationId xmlns:a16="http://schemas.microsoft.com/office/drawing/2014/main" id="{EB909A0C-AE04-98E5-72F0-0BD1BAC68645}"/>
                </a:ext>
              </a:extLst>
            </p:cNvPr>
            <p:cNvSpPr/>
            <p:nvPr/>
          </p:nvSpPr>
          <p:spPr>
            <a:xfrm>
              <a:off x="365856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62" name="pg2712">
              <a:extLst>
                <a:ext uri="{FF2B5EF4-FFF2-40B4-BE49-F238E27FC236}">
                  <a16:creationId xmlns:a16="http://schemas.microsoft.com/office/drawing/2014/main" id="{D635FA75-88FE-7CD8-7E05-672E950227A3}"/>
                </a:ext>
              </a:extLst>
            </p:cNvPr>
            <p:cNvSpPr/>
            <p:nvPr/>
          </p:nvSpPr>
          <p:spPr>
            <a:xfrm>
              <a:off x="368184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63" name="pg2713">
              <a:extLst>
                <a:ext uri="{FF2B5EF4-FFF2-40B4-BE49-F238E27FC236}">
                  <a16:creationId xmlns:a16="http://schemas.microsoft.com/office/drawing/2014/main" id="{DD9513D4-5E0A-CFAE-120B-DE7D319BE2DC}"/>
                </a:ext>
              </a:extLst>
            </p:cNvPr>
            <p:cNvSpPr/>
            <p:nvPr/>
          </p:nvSpPr>
          <p:spPr>
            <a:xfrm>
              <a:off x="369347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64" name="pg2714">
              <a:extLst>
                <a:ext uri="{FF2B5EF4-FFF2-40B4-BE49-F238E27FC236}">
                  <a16:creationId xmlns:a16="http://schemas.microsoft.com/office/drawing/2014/main" id="{FCCD25FB-3F61-315E-A794-A4162D7C6196}"/>
                </a:ext>
              </a:extLst>
            </p:cNvPr>
            <p:cNvSpPr/>
            <p:nvPr/>
          </p:nvSpPr>
          <p:spPr>
            <a:xfrm>
              <a:off x="370511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65" name="pg2715">
              <a:extLst>
                <a:ext uri="{FF2B5EF4-FFF2-40B4-BE49-F238E27FC236}">
                  <a16:creationId xmlns:a16="http://schemas.microsoft.com/office/drawing/2014/main" id="{7D2E1CA5-DCEF-8F00-3F91-07FB35F5AC21}"/>
                </a:ext>
              </a:extLst>
            </p:cNvPr>
            <p:cNvSpPr/>
            <p:nvPr/>
          </p:nvSpPr>
          <p:spPr>
            <a:xfrm>
              <a:off x="371675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66" name="pg2716">
              <a:extLst>
                <a:ext uri="{FF2B5EF4-FFF2-40B4-BE49-F238E27FC236}">
                  <a16:creationId xmlns:a16="http://schemas.microsoft.com/office/drawing/2014/main" id="{4E507F48-949C-5DEA-67E4-0540D79A60CD}"/>
                </a:ext>
              </a:extLst>
            </p:cNvPr>
            <p:cNvSpPr/>
            <p:nvPr/>
          </p:nvSpPr>
          <p:spPr>
            <a:xfrm>
              <a:off x="372839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67" name="pg2717">
              <a:extLst>
                <a:ext uri="{FF2B5EF4-FFF2-40B4-BE49-F238E27FC236}">
                  <a16:creationId xmlns:a16="http://schemas.microsoft.com/office/drawing/2014/main" id="{19A1507C-4385-6441-938C-C996A4611EF9}"/>
                </a:ext>
              </a:extLst>
            </p:cNvPr>
            <p:cNvSpPr/>
            <p:nvPr/>
          </p:nvSpPr>
          <p:spPr>
            <a:xfrm>
              <a:off x="374002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68" name="pg2718">
              <a:extLst>
                <a:ext uri="{FF2B5EF4-FFF2-40B4-BE49-F238E27FC236}">
                  <a16:creationId xmlns:a16="http://schemas.microsoft.com/office/drawing/2014/main" id="{0746B732-038E-828F-8292-6A62F05E0B90}"/>
                </a:ext>
              </a:extLst>
            </p:cNvPr>
            <p:cNvSpPr/>
            <p:nvPr/>
          </p:nvSpPr>
          <p:spPr>
            <a:xfrm>
              <a:off x="375166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69" name="pg2719">
              <a:extLst>
                <a:ext uri="{FF2B5EF4-FFF2-40B4-BE49-F238E27FC236}">
                  <a16:creationId xmlns:a16="http://schemas.microsoft.com/office/drawing/2014/main" id="{8A38495E-F960-10AC-BD6B-B0E40E3FDAC5}"/>
                </a:ext>
              </a:extLst>
            </p:cNvPr>
            <p:cNvSpPr/>
            <p:nvPr/>
          </p:nvSpPr>
          <p:spPr>
            <a:xfrm>
              <a:off x="412405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70" name="pg2720">
              <a:extLst>
                <a:ext uri="{FF2B5EF4-FFF2-40B4-BE49-F238E27FC236}">
                  <a16:creationId xmlns:a16="http://schemas.microsoft.com/office/drawing/2014/main" id="{B35AFC97-1762-7410-04C4-57425E443DAB}"/>
                </a:ext>
              </a:extLst>
            </p:cNvPr>
            <p:cNvSpPr/>
            <p:nvPr/>
          </p:nvSpPr>
          <p:spPr>
            <a:xfrm>
              <a:off x="413569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71" name="pg2721">
              <a:extLst>
                <a:ext uri="{FF2B5EF4-FFF2-40B4-BE49-F238E27FC236}">
                  <a16:creationId xmlns:a16="http://schemas.microsoft.com/office/drawing/2014/main" id="{2B09F83E-27D8-10FC-1878-D619E046D5D4}"/>
                </a:ext>
              </a:extLst>
            </p:cNvPr>
            <p:cNvSpPr/>
            <p:nvPr/>
          </p:nvSpPr>
          <p:spPr>
            <a:xfrm>
              <a:off x="414733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72" name="pg2722">
              <a:extLst>
                <a:ext uri="{FF2B5EF4-FFF2-40B4-BE49-F238E27FC236}">
                  <a16:creationId xmlns:a16="http://schemas.microsoft.com/office/drawing/2014/main" id="{88F8E406-929E-9B59-8A46-5DFD9F864EA0}"/>
                </a:ext>
              </a:extLst>
            </p:cNvPr>
            <p:cNvSpPr/>
            <p:nvPr/>
          </p:nvSpPr>
          <p:spPr>
            <a:xfrm>
              <a:off x="415897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73" name="pg2723">
              <a:extLst>
                <a:ext uri="{FF2B5EF4-FFF2-40B4-BE49-F238E27FC236}">
                  <a16:creationId xmlns:a16="http://schemas.microsoft.com/office/drawing/2014/main" id="{90593CBB-70DF-58AA-B8D8-B796440E2242}"/>
                </a:ext>
              </a:extLst>
            </p:cNvPr>
            <p:cNvSpPr/>
            <p:nvPr/>
          </p:nvSpPr>
          <p:spPr>
            <a:xfrm>
              <a:off x="417060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74" name="pg2724">
              <a:extLst>
                <a:ext uri="{FF2B5EF4-FFF2-40B4-BE49-F238E27FC236}">
                  <a16:creationId xmlns:a16="http://schemas.microsoft.com/office/drawing/2014/main" id="{670FFF8C-6430-AF22-A574-3FB1FAD11502}"/>
                </a:ext>
              </a:extLst>
            </p:cNvPr>
            <p:cNvSpPr/>
            <p:nvPr/>
          </p:nvSpPr>
          <p:spPr>
            <a:xfrm>
              <a:off x="418224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75" name="pg2725">
              <a:extLst>
                <a:ext uri="{FF2B5EF4-FFF2-40B4-BE49-F238E27FC236}">
                  <a16:creationId xmlns:a16="http://schemas.microsoft.com/office/drawing/2014/main" id="{15655625-A62C-9363-EC30-542028A16364}"/>
                </a:ext>
              </a:extLst>
            </p:cNvPr>
            <p:cNvSpPr/>
            <p:nvPr/>
          </p:nvSpPr>
          <p:spPr>
            <a:xfrm>
              <a:off x="419388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76" name="pg2726">
              <a:extLst>
                <a:ext uri="{FF2B5EF4-FFF2-40B4-BE49-F238E27FC236}">
                  <a16:creationId xmlns:a16="http://schemas.microsoft.com/office/drawing/2014/main" id="{83BE28E6-8A24-6701-2251-A7FB21DC7BDB}"/>
                </a:ext>
              </a:extLst>
            </p:cNvPr>
            <p:cNvSpPr/>
            <p:nvPr/>
          </p:nvSpPr>
          <p:spPr>
            <a:xfrm>
              <a:off x="420552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77" name="pg2727">
              <a:extLst>
                <a:ext uri="{FF2B5EF4-FFF2-40B4-BE49-F238E27FC236}">
                  <a16:creationId xmlns:a16="http://schemas.microsoft.com/office/drawing/2014/main" id="{041C8A2F-AF28-6895-5C4E-A3B658CFD98D}"/>
                </a:ext>
              </a:extLst>
            </p:cNvPr>
            <p:cNvSpPr/>
            <p:nvPr/>
          </p:nvSpPr>
          <p:spPr>
            <a:xfrm>
              <a:off x="421715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78" name="pg2728">
              <a:extLst>
                <a:ext uri="{FF2B5EF4-FFF2-40B4-BE49-F238E27FC236}">
                  <a16:creationId xmlns:a16="http://schemas.microsoft.com/office/drawing/2014/main" id="{ED4CD9B8-4CB4-0CCD-67AE-E951AE582331}"/>
                </a:ext>
              </a:extLst>
            </p:cNvPr>
            <p:cNvSpPr/>
            <p:nvPr/>
          </p:nvSpPr>
          <p:spPr>
            <a:xfrm>
              <a:off x="422879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79" name="pg2729">
              <a:extLst>
                <a:ext uri="{FF2B5EF4-FFF2-40B4-BE49-F238E27FC236}">
                  <a16:creationId xmlns:a16="http://schemas.microsoft.com/office/drawing/2014/main" id="{ED8ADBB9-D1AA-41D2-1940-8992839E8379}"/>
                </a:ext>
              </a:extLst>
            </p:cNvPr>
            <p:cNvSpPr/>
            <p:nvPr/>
          </p:nvSpPr>
          <p:spPr>
            <a:xfrm>
              <a:off x="424043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80" name="pg2730">
              <a:extLst>
                <a:ext uri="{FF2B5EF4-FFF2-40B4-BE49-F238E27FC236}">
                  <a16:creationId xmlns:a16="http://schemas.microsoft.com/office/drawing/2014/main" id="{B134A298-DCA0-B3D6-6D54-D25F8CA97A4D}"/>
                </a:ext>
              </a:extLst>
            </p:cNvPr>
            <p:cNvSpPr/>
            <p:nvPr/>
          </p:nvSpPr>
          <p:spPr>
            <a:xfrm>
              <a:off x="425207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81" name="pg2731">
              <a:extLst>
                <a:ext uri="{FF2B5EF4-FFF2-40B4-BE49-F238E27FC236}">
                  <a16:creationId xmlns:a16="http://schemas.microsoft.com/office/drawing/2014/main" id="{C4C30DF5-860F-533E-9861-CEDEC7332699}"/>
                </a:ext>
              </a:extLst>
            </p:cNvPr>
            <p:cNvSpPr/>
            <p:nvPr/>
          </p:nvSpPr>
          <p:spPr>
            <a:xfrm>
              <a:off x="426370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82" name="pg2732">
              <a:extLst>
                <a:ext uri="{FF2B5EF4-FFF2-40B4-BE49-F238E27FC236}">
                  <a16:creationId xmlns:a16="http://schemas.microsoft.com/office/drawing/2014/main" id="{E9456C3E-874C-9A7A-BB0A-5EC3DC747A66}"/>
                </a:ext>
              </a:extLst>
            </p:cNvPr>
            <p:cNvSpPr/>
            <p:nvPr/>
          </p:nvSpPr>
          <p:spPr>
            <a:xfrm>
              <a:off x="427534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83" name="pg2733">
              <a:extLst>
                <a:ext uri="{FF2B5EF4-FFF2-40B4-BE49-F238E27FC236}">
                  <a16:creationId xmlns:a16="http://schemas.microsoft.com/office/drawing/2014/main" id="{83650057-AC55-ABC3-9C99-2A734FA3310A}"/>
                </a:ext>
              </a:extLst>
            </p:cNvPr>
            <p:cNvSpPr/>
            <p:nvPr/>
          </p:nvSpPr>
          <p:spPr>
            <a:xfrm>
              <a:off x="431025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84" name="pg2734">
              <a:extLst>
                <a:ext uri="{FF2B5EF4-FFF2-40B4-BE49-F238E27FC236}">
                  <a16:creationId xmlns:a16="http://schemas.microsoft.com/office/drawing/2014/main" id="{C58EC1E6-9023-D699-722D-3E16EACECF9F}"/>
                </a:ext>
              </a:extLst>
            </p:cNvPr>
            <p:cNvSpPr/>
            <p:nvPr/>
          </p:nvSpPr>
          <p:spPr>
            <a:xfrm>
              <a:off x="432189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85" name="pg2735">
              <a:extLst>
                <a:ext uri="{FF2B5EF4-FFF2-40B4-BE49-F238E27FC236}">
                  <a16:creationId xmlns:a16="http://schemas.microsoft.com/office/drawing/2014/main" id="{43BCA809-9972-C73E-FBDD-19ACE8001235}"/>
                </a:ext>
              </a:extLst>
            </p:cNvPr>
            <p:cNvSpPr/>
            <p:nvPr/>
          </p:nvSpPr>
          <p:spPr>
            <a:xfrm>
              <a:off x="433353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86" name="pg2736">
              <a:extLst>
                <a:ext uri="{FF2B5EF4-FFF2-40B4-BE49-F238E27FC236}">
                  <a16:creationId xmlns:a16="http://schemas.microsoft.com/office/drawing/2014/main" id="{7D2D15BD-2576-A972-FFC4-A63A63B3B96E}"/>
                </a:ext>
              </a:extLst>
            </p:cNvPr>
            <p:cNvSpPr/>
            <p:nvPr/>
          </p:nvSpPr>
          <p:spPr>
            <a:xfrm>
              <a:off x="434516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87" name="pg2737">
              <a:extLst>
                <a:ext uri="{FF2B5EF4-FFF2-40B4-BE49-F238E27FC236}">
                  <a16:creationId xmlns:a16="http://schemas.microsoft.com/office/drawing/2014/main" id="{7665D0FA-F2C1-C5F0-6221-18E527F00A35}"/>
                </a:ext>
              </a:extLst>
            </p:cNvPr>
            <p:cNvSpPr/>
            <p:nvPr/>
          </p:nvSpPr>
          <p:spPr>
            <a:xfrm>
              <a:off x="435680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88" name="pg2738">
              <a:extLst>
                <a:ext uri="{FF2B5EF4-FFF2-40B4-BE49-F238E27FC236}">
                  <a16:creationId xmlns:a16="http://schemas.microsoft.com/office/drawing/2014/main" id="{BA83C1D5-DD69-7898-E896-0F003DD7FDFC}"/>
                </a:ext>
              </a:extLst>
            </p:cNvPr>
            <p:cNvSpPr/>
            <p:nvPr/>
          </p:nvSpPr>
          <p:spPr>
            <a:xfrm>
              <a:off x="436844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89" name="pg2739">
              <a:extLst>
                <a:ext uri="{FF2B5EF4-FFF2-40B4-BE49-F238E27FC236}">
                  <a16:creationId xmlns:a16="http://schemas.microsoft.com/office/drawing/2014/main" id="{567524BC-282E-3DBB-3C5B-6019257B7A1B}"/>
                </a:ext>
              </a:extLst>
            </p:cNvPr>
            <p:cNvSpPr/>
            <p:nvPr/>
          </p:nvSpPr>
          <p:spPr>
            <a:xfrm>
              <a:off x="438008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90" name="pg2740">
              <a:extLst>
                <a:ext uri="{FF2B5EF4-FFF2-40B4-BE49-F238E27FC236}">
                  <a16:creationId xmlns:a16="http://schemas.microsoft.com/office/drawing/2014/main" id="{85D080A9-E9F2-9A72-2809-A19E85A32E94}"/>
                </a:ext>
              </a:extLst>
            </p:cNvPr>
            <p:cNvSpPr/>
            <p:nvPr/>
          </p:nvSpPr>
          <p:spPr>
            <a:xfrm>
              <a:off x="456627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91" name="pg2741">
              <a:extLst>
                <a:ext uri="{FF2B5EF4-FFF2-40B4-BE49-F238E27FC236}">
                  <a16:creationId xmlns:a16="http://schemas.microsoft.com/office/drawing/2014/main" id="{701C414D-AB24-92CB-7771-63E470939669}"/>
                </a:ext>
              </a:extLst>
            </p:cNvPr>
            <p:cNvSpPr/>
            <p:nvPr/>
          </p:nvSpPr>
          <p:spPr>
            <a:xfrm>
              <a:off x="457791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92" name="pg2742">
              <a:extLst>
                <a:ext uri="{FF2B5EF4-FFF2-40B4-BE49-F238E27FC236}">
                  <a16:creationId xmlns:a16="http://schemas.microsoft.com/office/drawing/2014/main" id="{AE5FFD4D-12C8-152E-A6C2-A6B87128EE53}"/>
                </a:ext>
              </a:extLst>
            </p:cNvPr>
            <p:cNvSpPr/>
            <p:nvPr/>
          </p:nvSpPr>
          <p:spPr>
            <a:xfrm>
              <a:off x="458955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93" name="pg2743">
              <a:extLst>
                <a:ext uri="{FF2B5EF4-FFF2-40B4-BE49-F238E27FC236}">
                  <a16:creationId xmlns:a16="http://schemas.microsoft.com/office/drawing/2014/main" id="{E08A6DB1-5DBF-6280-A916-BAAD94D09733}"/>
                </a:ext>
              </a:extLst>
            </p:cNvPr>
            <p:cNvSpPr/>
            <p:nvPr/>
          </p:nvSpPr>
          <p:spPr>
            <a:xfrm>
              <a:off x="460119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94" name="pg2744">
              <a:extLst>
                <a:ext uri="{FF2B5EF4-FFF2-40B4-BE49-F238E27FC236}">
                  <a16:creationId xmlns:a16="http://schemas.microsoft.com/office/drawing/2014/main" id="{4250F672-6382-E101-DA94-B251638901AF}"/>
                </a:ext>
              </a:extLst>
            </p:cNvPr>
            <p:cNvSpPr/>
            <p:nvPr/>
          </p:nvSpPr>
          <p:spPr>
            <a:xfrm>
              <a:off x="461282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95" name="pg2745">
              <a:extLst>
                <a:ext uri="{FF2B5EF4-FFF2-40B4-BE49-F238E27FC236}">
                  <a16:creationId xmlns:a16="http://schemas.microsoft.com/office/drawing/2014/main" id="{EC2164E5-9099-9CAC-4583-1BA9E184E774}"/>
                </a:ext>
              </a:extLst>
            </p:cNvPr>
            <p:cNvSpPr/>
            <p:nvPr/>
          </p:nvSpPr>
          <p:spPr>
            <a:xfrm>
              <a:off x="311161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96" name="pg2746">
              <a:extLst>
                <a:ext uri="{FF2B5EF4-FFF2-40B4-BE49-F238E27FC236}">
                  <a16:creationId xmlns:a16="http://schemas.microsoft.com/office/drawing/2014/main" id="{166EB373-219D-A403-7905-BF7468D2B411}"/>
                </a:ext>
              </a:extLst>
            </p:cNvPr>
            <p:cNvSpPr/>
            <p:nvPr/>
          </p:nvSpPr>
          <p:spPr>
            <a:xfrm>
              <a:off x="312324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97" name="pg2747">
              <a:extLst>
                <a:ext uri="{FF2B5EF4-FFF2-40B4-BE49-F238E27FC236}">
                  <a16:creationId xmlns:a16="http://schemas.microsoft.com/office/drawing/2014/main" id="{055D152F-28BE-9982-FEE0-71C4EE09B32D}"/>
                </a:ext>
              </a:extLst>
            </p:cNvPr>
            <p:cNvSpPr/>
            <p:nvPr/>
          </p:nvSpPr>
          <p:spPr>
            <a:xfrm>
              <a:off x="313488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98" name="pg2748">
              <a:extLst>
                <a:ext uri="{FF2B5EF4-FFF2-40B4-BE49-F238E27FC236}">
                  <a16:creationId xmlns:a16="http://schemas.microsoft.com/office/drawing/2014/main" id="{37680965-412E-593D-2E15-357246FFF430}"/>
                </a:ext>
              </a:extLst>
            </p:cNvPr>
            <p:cNvSpPr/>
            <p:nvPr/>
          </p:nvSpPr>
          <p:spPr>
            <a:xfrm>
              <a:off x="314652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99" name="pg2749">
              <a:extLst>
                <a:ext uri="{FF2B5EF4-FFF2-40B4-BE49-F238E27FC236}">
                  <a16:creationId xmlns:a16="http://schemas.microsoft.com/office/drawing/2014/main" id="{80170035-0D4B-DCE0-3B2C-4A259D96CE57}"/>
                </a:ext>
              </a:extLst>
            </p:cNvPr>
            <p:cNvSpPr/>
            <p:nvPr/>
          </p:nvSpPr>
          <p:spPr>
            <a:xfrm>
              <a:off x="315816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00" name="pg2750">
              <a:extLst>
                <a:ext uri="{FF2B5EF4-FFF2-40B4-BE49-F238E27FC236}">
                  <a16:creationId xmlns:a16="http://schemas.microsoft.com/office/drawing/2014/main" id="{3B69A3E8-586B-DF0F-AD43-E768E476C57D}"/>
                </a:ext>
              </a:extLst>
            </p:cNvPr>
            <p:cNvSpPr/>
            <p:nvPr/>
          </p:nvSpPr>
          <p:spPr>
            <a:xfrm>
              <a:off x="316979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01" name="pg2751">
              <a:extLst>
                <a:ext uri="{FF2B5EF4-FFF2-40B4-BE49-F238E27FC236}">
                  <a16:creationId xmlns:a16="http://schemas.microsoft.com/office/drawing/2014/main" id="{08EE171B-3512-F64B-C056-40EC47C35551}"/>
                </a:ext>
              </a:extLst>
            </p:cNvPr>
            <p:cNvSpPr/>
            <p:nvPr/>
          </p:nvSpPr>
          <p:spPr>
            <a:xfrm>
              <a:off x="318143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02" name="pg2752">
              <a:extLst>
                <a:ext uri="{FF2B5EF4-FFF2-40B4-BE49-F238E27FC236}">
                  <a16:creationId xmlns:a16="http://schemas.microsoft.com/office/drawing/2014/main" id="{55D836EF-7AA4-3945-BEDD-EDA1E9D686F3}"/>
                </a:ext>
              </a:extLst>
            </p:cNvPr>
            <p:cNvSpPr/>
            <p:nvPr/>
          </p:nvSpPr>
          <p:spPr>
            <a:xfrm>
              <a:off x="319307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03" name="pg2753">
              <a:extLst>
                <a:ext uri="{FF2B5EF4-FFF2-40B4-BE49-F238E27FC236}">
                  <a16:creationId xmlns:a16="http://schemas.microsoft.com/office/drawing/2014/main" id="{C53FC6CF-EAB9-EDEB-38A2-E383D6ED811A}"/>
                </a:ext>
              </a:extLst>
            </p:cNvPr>
            <p:cNvSpPr/>
            <p:nvPr/>
          </p:nvSpPr>
          <p:spPr>
            <a:xfrm>
              <a:off x="320471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04" name="pg2754">
              <a:extLst>
                <a:ext uri="{FF2B5EF4-FFF2-40B4-BE49-F238E27FC236}">
                  <a16:creationId xmlns:a16="http://schemas.microsoft.com/office/drawing/2014/main" id="{147902DB-DAFB-1050-1050-50C4AABD73E6}"/>
                </a:ext>
              </a:extLst>
            </p:cNvPr>
            <p:cNvSpPr/>
            <p:nvPr/>
          </p:nvSpPr>
          <p:spPr>
            <a:xfrm>
              <a:off x="321634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05" name="pg2755">
              <a:extLst>
                <a:ext uri="{FF2B5EF4-FFF2-40B4-BE49-F238E27FC236}">
                  <a16:creationId xmlns:a16="http://schemas.microsoft.com/office/drawing/2014/main" id="{FE221072-049F-D524-09FD-1522C3F9A0A2}"/>
                </a:ext>
              </a:extLst>
            </p:cNvPr>
            <p:cNvSpPr/>
            <p:nvPr/>
          </p:nvSpPr>
          <p:spPr>
            <a:xfrm>
              <a:off x="322798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06" name="pg2756">
              <a:extLst>
                <a:ext uri="{FF2B5EF4-FFF2-40B4-BE49-F238E27FC236}">
                  <a16:creationId xmlns:a16="http://schemas.microsoft.com/office/drawing/2014/main" id="{FBB4391C-8E3A-7AE4-DC4E-7E6BA992CEC9}"/>
                </a:ext>
              </a:extLst>
            </p:cNvPr>
            <p:cNvSpPr/>
            <p:nvPr/>
          </p:nvSpPr>
          <p:spPr>
            <a:xfrm>
              <a:off x="323962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07" name="pg2757">
              <a:extLst>
                <a:ext uri="{FF2B5EF4-FFF2-40B4-BE49-F238E27FC236}">
                  <a16:creationId xmlns:a16="http://schemas.microsoft.com/office/drawing/2014/main" id="{E3A90B23-BF7B-5230-858B-01E19926C3F9}"/>
                </a:ext>
              </a:extLst>
            </p:cNvPr>
            <p:cNvSpPr/>
            <p:nvPr/>
          </p:nvSpPr>
          <p:spPr>
            <a:xfrm>
              <a:off x="325125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08" name="pg2758">
              <a:extLst>
                <a:ext uri="{FF2B5EF4-FFF2-40B4-BE49-F238E27FC236}">
                  <a16:creationId xmlns:a16="http://schemas.microsoft.com/office/drawing/2014/main" id="{94255A0F-4EB4-0A58-CE4F-83A0A98476D7}"/>
                </a:ext>
              </a:extLst>
            </p:cNvPr>
            <p:cNvSpPr/>
            <p:nvPr/>
          </p:nvSpPr>
          <p:spPr>
            <a:xfrm>
              <a:off x="326289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09" name="pg2759">
              <a:extLst>
                <a:ext uri="{FF2B5EF4-FFF2-40B4-BE49-F238E27FC236}">
                  <a16:creationId xmlns:a16="http://schemas.microsoft.com/office/drawing/2014/main" id="{5DB3176A-7D22-B4A7-C473-A8CB047AE8A9}"/>
                </a:ext>
              </a:extLst>
            </p:cNvPr>
            <p:cNvSpPr/>
            <p:nvPr/>
          </p:nvSpPr>
          <p:spPr>
            <a:xfrm>
              <a:off x="327453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10" name="pg2760">
              <a:extLst>
                <a:ext uri="{FF2B5EF4-FFF2-40B4-BE49-F238E27FC236}">
                  <a16:creationId xmlns:a16="http://schemas.microsoft.com/office/drawing/2014/main" id="{23F1A1EE-7A5C-CFAD-3A2D-81A617830A91}"/>
                </a:ext>
              </a:extLst>
            </p:cNvPr>
            <p:cNvSpPr/>
            <p:nvPr/>
          </p:nvSpPr>
          <p:spPr>
            <a:xfrm>
              <a:off x="328617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11" name="pg2761">
              <a:extLst>
                <a:ext uri="{FF2B5EF4-FFF2-40B4-BE49-F238E27FC236}">
                  <a16:creationId xmlns:a16="http://schemas.microsoft.com/office/drawing/2014/main" id="{6A5EC2DC-4542-3262-C313-582563FADBF6}"/>
                </a:ext>
              </a:extLst>
            </p:cNvPr>
            <p:cNvSpPr/>
            <p:nvPr/>
          </p:nvSpPr>
          <p:spPr>
            <a:xfrm>
              <a:off x="329780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12" name="pg2762">
              <a:extLst>
                <a:ext uri="{FF2B5EF4-FFF2-40B4-BE49-F238E27FC236}">
                  <a16:creationId xmlns:a16="http://schemas.microsoft.com/office/drawing/2014/main" id="{4F35D94C-E575-7E14-5B8F-E9BA3875C06D}"/>
                </a:ext>
              </a:extLst>
            </p:cNvPr>
            <p:cNvSpPr/>
            <p:nvPr/>
          </p:nvSpPr>
          <p:spPr>
            <a:xfrm>
              <a:off x="330944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13" name="pg2763">
              <a:extLst>
                <a:ext uri="{FF2B5EF4-FFF2-40B4-BE49-F238E27FC236}">
                  <a16:creationId xmlns:a16="http://schemas.microsoft.com/office/drawing/2014/main" id="{1F7DBD3A-F661-4B16-8D99-5763D2AE939C}"/>
                </a:ext>
              </a:extLst>
            </p:cNvPr>
            <p:cNvSpPr/>
            <p:nvPr/>
          </p:nvSpPr>
          <p:spPr>
            <a:xfrm>
              <a:off x="332108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14" name="pg2764">
              <a:extLst>
                <a:ext uri="{FF2B5EF4-FFF2-40B4-BE49-F238E27FC236}">
                  <a16:creationId xmlns:a16="http://schemas.microsoft.com/office/drawing/2014/main" id="{80748C15-551E-3469-D20F-20F408D00153}"/>
                </a:ext>
              </a:extLst>
            </p:cNvPr>
            <p:cNvSpPr/>
            <p:nvPr/>
          </p:nvSpPr>
          <p:spPr>
            <a:xfrm>
              <a:off x="333272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15" name="pg2765">
              <a:extLst>
                <a:ext uri="{FF2B5EF4-FFF2-40B4-BE49-F238E27FC236}">
                  <a16:creationId xmlns:a16="http://schemas.microsoft.com/office/drawing/2014/main" id="{6CB2D1CF-9578-D5A9-060D-AA5232352523}"/>
                </a:ext>
              </a:extLst>
            </p:cNvPr>
            <p:cNvSpPr/>
            <p:nvPr/>
          </p:nvSpPr>
          <p:spPr>
            <a:xfrm>
              <a:off x="334435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16" name="pg2766">
              <a:extLst>
                <a:ext uri="{FF2B5EF4-FFF2-40B4-BE49-F238E27FC236}">
                  <a16:creationId xmlns:a16="http://schemas.microsoft.com/office/drawing/2014/main" id="{A429427A-9A08-BC55-8510-9C1AD4D18939}"/>
                </a:ext>
              </a:extLst>
            </p:cNvPr>
            <p:cNvSpPr/>
            <p:nvPr/>
          </p:nvSpPr>
          <p:spPr>
            <a:xfrm>
              <a:off x="335599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17" name="pg2767">
              <a:extLst>
                <a:ext uri="{FF2B5EF4-FFF2-40B4-BE49-F238E27FC236}">
                  <a16:creationId xmlns:a16="http://schemas.microsoft.com/office/drawing/2014/main" id="{CA211B76-80FB-F187-5EF8-2AF63D09658B}"/>
                </a:ext>
              </a:extLst>
            </p:cNvPr>
            <p:cNvSpPr/>
            <p:nvPr/>
          </p:nvSpPr>
          <p:spPr>
            <a:xfrm>
              <a:off x="336763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18" name="pg2768">
              <a:extLst>
                <a:ext uri="{FF2B5EF4-FFF2-40B4-BE49-F238E27FC236}">
                  <a16:creationId xmlns:a16="http://schemas.microsoft.com/office/drawing/2014/main" id="{BA769B2B-C8C8-A303-88E8-2B316DAF02D3}"/>
                </a:ext>
              </a:extLst>
            </p:cNvPr>
            <p:cNvSpPr/>
            <p:nvPr/>
          </p:nvSpPr>
          <p:spPr>
            <a:xfrm>
              <a:off x="337927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19" name="pg2769">
              <a:extLst>
                <a:ext uri="{FF2B5EF4-FFF2-40B4-BE49-F238E27FC236}">
                  <a16:creationId xmlns:a16="http://schemas.microsoft.com/office/drawing/2014/main" id="{AEFAA163-4192-EBD3-1156-1B6FED64DC4A}"/>
                </a:ext>
              </a:extLst>
            </p:cNvPr>
            <p:cNvSpPr/>
            <p:nvPr/>
          </p:nvSpPr>
          <p:spPr>
            <a:xfrm>
              <a:off x="339090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20" name="pg2770">
              <a:extLst>
                <a:ext uri="{FF2B5EF4-FFF2-40B4-BE49-F238E27FC236}">
                  <a16:creationId xmlns:a16="http://schemas.microsoft.com/office/drawing/2014/main" id="{0A2EEE93-33F3-9E14-5D3F-3074E21C2E4B}"/>
                </a:ext>
              </a:extLst>
            </p:cNvPr>
            <p:cNvSpPr/>
            <p:nvPr/>
          </p:nvSpPr>
          <p:spPr>
            <a:xfrm>
              <a:off x="340254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21" name="pg2771">
              <a:extLst>
                <a:ext uri="{FF2B5EF4-FFF2-40B4-BE49-F238E27FC236}">
                  <a16:creationId xmlns:a16="http://schemas.microsoft.com/office/drawing/2014/main" id="{F503BCD1-9B4A-E001-16DF-A96AD774141B}"/>
                </a:ext>
              </a:extLst>
            </p:cNvPr>
            <p:cNvSpPr/>
            <p:nvPr/>
          </p:nvSpPr>
          <p:spPr>
            <a:xfrm>
              <a:off x="341418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22" name="pg2772">
              <a:extLst>
                <a:ext uri="{FF2B5EF4-FFF2-40B4-BE49-F238E27FC236}">
                  <a16:creationId xmlns:a16="http://schemas.microsoft.com/office/drawing/2014/main" id="{BA45AD5D-3669-4EB3-36A0-11A8EF03B602}"/>
                </a:ext>
              </a:extLst>
            </p:cNvPr>
            <p:cNvSpPr/>
            <p:nvPr/>
          </p:nvSpPr>
          <p:spPr>
            <a:xfrm>
              <a:off x="342581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23" name="pg2773">
              <a:extLst>
                <a:ext uri="{FF2B5EF4-FFF2-40B4-BE49-F238E27FC236}">
                  <a16:creationId xmlns:a16="http://schemas.microsoft.com/office/drawing/2014/main" id="{4B405715-1187-0580-B26E-E0E27E2D7F88}"/>
                </a:ext>
              </a:extLst>
            </p:cNvPr>
            <p:cNvSpPr/>
            <p:nvPr/>
          </p:nvSpPr>
          <p:spPr>
            <a:xfrm>
              <a:off x="343745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24" name="pg2774">
              <a:extLst>
                <a:ext uri="{FF2B5EF4-FFF2-40B4-BE49-F238E27FC236}">
                  <a16:creationId xmlns:a16="http://schemas.microsoft.com/office/drawing/2014/main" id="{43FA5160-626D-E475-3F90-F5DDE74B14CB}"/>
                </a:ext>
              </a:extLst>
            </p:cNvPr>
            <p:cNvSpPr/>
            <p:nvPr/>
          </p:nvSpPr>
          <p:spPr>
            <a:xfrm>
              <a:off x="344909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25" name="pg2775">
              <a:extLst>
                <a:ext uri="{FF2B5EF4-FFF2-40B4-BE49-F238E27FC236}">
                  <a16:creationId xmlns:a16="http://schemas.microsoft.com/office/drawing/2014/main" id="{D5DCBFD1-B61F-7487-D182-41F5B7609117}"/>
                </a:ext>
              </a:extLst>
            </p:cNvPr>
            <p:cNvSpPr/>
            <p:nvPr/>
          </p:nvSpPr>
          <p:spPr>
            <a:xfrm>
              <a:off x="346073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26" name="pg2776">
              <a:extLst>
                <a:ext uri="{FF2B5EF4-FFF2-40B4-BE49-F238E27FC236}">
                  <a16:creationId xmlns:a16="http://schemas.microsoft.com/office/drawing/2014/main" id="{C85CBA9A-74DD-216D-5F4F-D0A8B1E09C1A}"/>
                </a:ext>
              </a:extLst>
            </p:cNvPr>
            <p:cNvSpPr/>
            <p:nvPr/>
          </p:nvSpPr>
          <p:spPr>
            <a:xfrm>
              <a:off x="347236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27" name="pg2777">
              <a:extLst>
                <a:ext uri="{FF2B5EF4-FFF2-40B4-BE49-F238E27FC236}">
                  <a16:creationId xmlns:a16="http://schemas.microsoft.com/office/drawing/2014/main" id="{72DB7C49-C045-809A-8AE0-9708048876F7}"/>
                </a:ext>
              </a:extLst>
            </p:cNvPr>
            <p:cNvSpPr/>
            <p:nvPr/>
          </p:nvSpPr>
          <p:spPr>
            <a:xfrm>
              <a:off x="348400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28" name="pg2778">
              <a:extLst>
                <a:ext uri="{FF2B5EF4-FFF2-40B4-BE49-F238E27FC236}">
                  <a16:creationId xmlns:a16="http://schemas.microsoft.com/office/drawing/2014/main" id="{45C80EB4-14D8-6495-6023-278B8AB738BC}"/>
                </a:ext>
              </a:extLst>
            </p:cNvPr>
            <p:cNvSpPr/>
            <p:nvPr/>
          </p:nvSpPr>
          <p:spPr>
            <a:xfrm>
              <a:off x="349564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29" name="pg2779">
              <a:extLst>
                <a:ext uri="{FF2B5EF4-FFF2-40B4-BE49-F238E27FC236}">
                  <a16:creationId xmlns:a16="http://schemas.microsoft.com/office/drawing/2014/main" id="{C89688D2-0D58-59EE-458A-ACF2FCA7985D}"/>
                </a:ext>
              </a:extLst>
            </p:cNvPr>
            <p:cNvSpPr/>
            <p:nvPr/>
          </p:nvSpPr>
          <p:spPr>
            <a:xfrm>
              <a:off x="350728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30" name="pg2780">
              <a:extLst>
                <a:ext uri="{FF2B5EF4-FFF2-40B4-BE49-F238E27FC236}">
                  <a16:creationId xmlns:a16="http://schemas.microsoft.com/office/drawing/2014/main" id="{E7001BD9-BFFA-8D4D-D7B0-92CE97B0B0CB}"/>
                </a:ext>
              </a:extLst>
            </p:cNvPr>
            <p:cNvSpPr/>
            <p:nvPr/>
          </p:nvSpPr>
          <p:spPr>
            <a:xfrm>
              <a:off x="351891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31" name="pg2781">
              <a:extLst>
                <a:ext uri="{FF2B5EF4-FFF2-40B4-BE49-F238E27FC236}">
                  <a16:creationId xmlns:a16="http://schemas.microsoft.com/office/drawing/2014/main" id="{E9B04A4F-CC41-1F3F-20D5-7DDBBB6AF50A}"/>
                </a:ext>
              </a:extLst>
            </p:cNvPr>
            <p:cNvSpPr/>
            <p:nvPr/>
          </p:nvSpPr>
          <p:spPr>
            <a:xfrm>
              <a:off x="353055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32" name="pg2782">
              <a:extLst>
                <a:ext uri="{FF2B5EF4-FFF2-40B4-BE49-F238E27FC236}">
                  <a16:creationId xmlns:a16="http://schemas.microsoft.com/office/drawing/2014/main" id="{F5F0DF87-6B6B-432F-9806-14C43B93CCDF}"/>
                </a:ext>
              </a:extLst>
            </p:cNvPr>
            <p:cNvSpPr/>
            <p:nvPr/>
          </p:nvSpPr>
          <p:spPr>
            <a:xfrm>
              <a:off x="354219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33" name="pg2783">
              <a:extLst>
                <a:ext uri="{FF2B5EF4-FFF2-40B4-BE49-F238E27FC236}">
                  <a16:creationId xmlns:a16="http://schemas.microsoft.com/office/drawing/2014/main" id="{F0CA5529-7AA6-FBFD-C3A0-FFB27E8C692E}"/>
                </a:ext>
              </a:extLst>
            </p:cNvPr>
            <p:cNvSpPr/>
            <p:nvPr/>
          </p:nvSpPr>
          <p:spPr>
            <a:xfrm>
              <a:off x="355383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34" name="pg2784">
              <a:extLst>
                <a:ext uri="{FF2B5EF4-FFF2-40B4-BE49-F238E27FC236}">
                  <a16:creationId xmlns:a16="http://schemas.microsoft.com/office/drawing/2014/main" id="{5F5CCFF0-F25B-D95E-BC76-856D1F9B4C09}"/>
                </a:ext>
              </a:extLst>
            </p:cNvPr>
            <p:cNvSpPr/>
            <p:nvPr/>
          </p:nvSpPr>
          <p:spPr>
            <a:xfrm>
              <a:off x="362365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35" name="pg2785">
              <a:extLst>
                <a:ext uri="{FF2B5EF4-FFF2-40B4-BE49-F238E27FC236}">
                  <a16:creationId xmlns:a16="http://schemas.microsoft.com/office/drawing/2014/main" id="{BB7CEC08-1402-E747-C53D-DB05AFB226D5}"/>
                </a:ext>
              </a:extLst>
            </p:cNvPr>
            <p:cNvSpPr/>
            <p:nvPr/>
          </p:nvSpPr>
          <p:spPr>
            <a:xfrm>
              <a:off x="363529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36" name="pg2786">
              <a:extLst>
                <a:ext uri="{FF2B5EF4-FFF2-40B4-BE49-F238E27FC236}">
                  <a16:creationId xmlns:a16="http://schemas.microsoft.com/office/drawing/2014/main" id="{C9E3CBD0-A35F-B438-8063-0AC3DA84FF7A}"/>
                </a:ext>
              </a:extLst>
            </p:cNvPr>
            <p:cNvSpPr/>
            <p:nvPr/>
          </p:nvSpPr>
          <p:spPr>
            <a:xfrm>
              <a:off x="364692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37" name="pg2787">
              <a:extLst>
                <a:ext uri="{FF2B5EF4-FFF2-40B4-BE49-F238E27FC236}">
                  <a16:creationId xmlns:a16="http://schemas.microsoft.com/office/drawing/2014/main" id="{A7CEB0EF-EC73-9458-F50D-EEDD0FBDC76C}"/>
                </a:ext>
              </a:extLst>
            </p:cNvPr>
            <p:cNvSpPr/>
            <p:nvPr/>
          </p:nvSpPr>
          <p:spPr>
            <a:xfrm>
              <a:off x="365856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38" name="pg2788">
              <a:extLst>
                <a:ext uri="{FF2B5EF4-FFF2-40B4-BE49-F238E27FC236}">
                  <a16:creationId xmlns:a16="http://schemas.microsoft.com/office/drawing/2014/main" id="{57086055-4BF4-6191-FCB2-B2FEC16F7038}"/>
                </a:ext>
              </a:extLst>
            </p:cNvPr>
            <p:cNvSpPr/>
            <p:nvPr/>
          </p:nvSpPr>
          <p:spPr>
            <a:xfrm>
              <a:off x="367020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39" name="pg2789">
              <a:extLst>
                <a:ext uri="{FF2B5EF4-FFF2-40B4-BE49-F238E27FC236}">
                  <a16:creationId xmlns:a16="http://schemas.microsoft.com/office/drawing/2014/main" id="{E1B674C1-5D1D-9B11-9AAB-2FF30CC5213F}"/>
                </a:ext>
              </a:extLst>
            </p:cNvPr>
            <p:cNvSpPr/>
            <p:nvPr/>
          </p:nvSpPr>
          <p:spPr>
            <a:xfrm>
              <a:off x="368184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40" name="pg2790">
              <a:extLst>
                <a:ext uri="{FF2B5EF4-FFF2-40B4-BE49-F238E27FC236}">
                  <a16:creationId xmlns:a16="http://schemas.microsoft.com/office/drawing/2014/main" id="{C3F7EEBF-9DDF-D839-FE3C-6C7B03A02E68}"/>
                </a:ext>
              </a:extLst>
            </p:cNvPr>
            <p:cNvSpPr/>
            <p:nvPr/>
          </p:nvSpPr>
          <p:spPr>
            <a:xfrm>
              <a:off x="369347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41" name="pg2791">
              <a:extLst>
                <a:ext uri="{FF2B5EF4-FFF2-40B4-BE49-F238E27FC236}">
                  <a16:creationId xmlns:a16="http://schemas.microsoft.com/office/drawing/2014/main" id="{B767D00E-EF6D-1E12-5819-BA670927DE97}"/>
                </a:ext>
              </a:extLst>
            </p:cNvPr>
            <p:cNvSpPr/>
            <p:nvPr/>
          </p:nvSpPr>
          <p:spPr>
            <a:xfrm>
              <a:off x="370511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42" name="pg2792">
              <a:extLst>
                <a:ext uri="{FF2B5EF4-FFF2-40B4-BE49-F238E27FC236}">
                  <a16:creationId xmlns:a16="http://schemas.microsoft.com/office/drawing/2014/main" id="{B737E12A-280D-1872-BC4C-2813FA4BBED3}"/>
                </a:ext>
              </a:extLst>
            </p:cNvPr>
            <p:cNvSpPr/>
            <p:nvPr/>
          </p:nvSpPr>
          <p:spPr>
            <a:xfrm>
              <a:off x="371675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43" name="pg2793">
              <a:extLst>
                <a:ext uri="{FF2B5EF4-FFF2-40B4-BE49-F238E27FC236}">
                  <a16:creationId xmlns:a16="http://schemas.microsoft.com/office/drawing/2014/main" id="{DB4AFA21-5288-4509-28F6-C2E828AFFD82}"/>
                </a:ext>
              </a:extLst>
            </p:cNvPr>
            <p:cNvSpPr/>
            <p:nvPr/>
          </p:nvSpPr>
          <p:spPr>
            <a:xfrm>
              <a:off x="372839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44" name="pg2794">
              <a:extLst>
                <a:ext uri="{FF2B5EF4-FFF2-40B4-BE49-F238E27FC236}">
                  <a16:creationId xmlns:a16="http://schemas.microsoft.com/office/drawing/2014/main" id="{B2AE3D78-8511-F37E-6C54-245D3CCE91DD}"/>
                </a:ext>
              </a:extLst>
            </p:cNvPr>
            <p:cNvSpPr/>
            <p:nvPr/>
          </p:nvSpPr>
          <p:spPr>
            <a:xfrm>
              <a:off x="374002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45" name="pg2795">
              <a:extLst>
                <a:ext uri="{FF2B5EF4-FFF2-40B4-BE49-F238E27FC236}">
                  <a16:creationId xmlns:a16="http://schemas.microsoft.com/office/drawing/2014/main" id="{81B3C924-ECED-5E33-66B7-91FDF2183EE9}"/>
                </a:ext>
              </a:extLst>
            </p:cNvPr>
            <p:cNvSpPr/>
            <p:nvPr/>
          </p:nvSpPr>
          <p:spPr>
            <a:xfrm>
              <a:off x="413569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46" name="pg2796">
              <a:extLst>
                <a:ext uri="{FF2B5EF4-FFF2-40B4-BE49-F238E27FC236}">
                  <a16:creationId xmlns:a16="http://schemas.microsoft.com/office/drawing/2014/main" id="{29F2C006-47D3-346E-C14F-08B66B016303}"/>
                </a:ext>
              </a:extLst>
            </p:cNvPr>
            <p:cNvSpPr/>
            <p:nvPr/>
          </p:nvSpPr>
          <p:spPr>
            <a:xfrm>
              <a:off x="414733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47" name="pg2797">
              <a:extLst>
                <a:ext uri="{FF2B5EF4-FFF2-40B4-BE49-F238E27FC236}">
                  <a16:creationId xmlns:a16="http://schemas.microsoft.com/office/drawing/2014/main" id="{E8170DA6-1D2C-B735-3C8F-9204C9E1799A}"/>
                </a:ext>
              </a:extLst>
            </p:cNvPr>
            <p:cNvSpPr/>
            <p:nvPr/>
          </p:nvSpPr>
          <p:spPr>
            <a:xfrm>
              <a:off x="415897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48" name="pg2798">
              <a:extLst>
                <a:ext uri="{FF2B5EF4-FFF2-40B4-BE49-F238E27FC236}">
                  <a16:creationId xmlns:a16="http://schemas.microsoft.com/office/drawing/2014/main" id="{DE7F3CB7-FA45-C091-1018-CE94325A5DC7}"/>
                </a:ext>
              </a:extLst>
            </p:cNvPr>
            <p:cNvSpPr/>
            <p:nvPr/>
          </p:nvSpPr>
          <p:spPr>
            <a:xfrm>
              <a:off x="417060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49" name="pg2799">
              <a:extLst>
                <a:ext uri="{FF2B5EF4-FFF2-40B4-BE49-F238E27FC236}">
                  <a16:creationId xmlns:a16="http://schemas.microsoft.com/office/drawing/2014/main" id="{B9D2DFFA-1642-B5FE-1735-E99DBDA78B7C}"/>
                </a:ext>
              </a:extLst>
            </p:cNvPr>
            <p:cNvSpPr/>
            <p:nvPr/>
          </p:nvSpPr>
          <p:spPr>
            <a:xfrm>
              <a:off x="418224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50" name="pg2800">
              <a:extLst>
                <a:ext uri="{FF2B5EF4-FFF2-40B4-BE49-F238E27FC236}">
                  <a16:creationId xmlns:a16="http://schemas.microsoft.com/office/drawing/2014/main" id="{9DC72159-95FE-11DB-2BEA-2213588D56A3}"/>
                </a:ext>
              </a:extLst>
            </p:cNvPr>
            <p:cNvSpPr/>
            <p:nvPr/>
          </p:nvSpPr>
          <p:spPr>
            <a:xfrm>
              <a:off x="419388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51" name="pg2801">
              <a:extLst>
                <a:ext uri="{FF2B5EF4-FFF2-40B4-BE49-F238E27FC236}">
                  <a16:creationId xmlns:a16="http://schemas.microsoft.com/office/drawing/2014/main" id="{DA8F6376-A458-D363-33D4-FDB343478C9A}"/>
                </a:ext>
              </a:extLst>
            </p:cNvPr>
            <p:cNvSpPr/>
            <p:nvPr/>
          </p:nvSpPr>
          <p:spPr>
            <a:xfrm>
              <a:off x="420552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52" name="pg2802">
              <a:extLst>
                <a:ext uri="{FF2B5EF4-FFF2-40B4-BE49-F238E27FC236}">
                  <a16:creationId xmlns:a16="http://schemas.microsoft.com/office/drawing/2014/main" id="{E057B952-94B3-8688-D5D0-5037560B14CB}"/>
                </a:ext>
              </a:extLst>
            </p:cNvPr>
            <p:cNvSpPr/>
            <p:nvPr/>
          </p:nvSpPr>
          <p:spPr>
            <a:xfrm>
              <a:off x="421715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53" name="pg2803">
              <a:extLst>
                <a:ext uri="{FF2B5EF4-FFF2-40B4-BE49-F238E27FC236}">
                  <a16:creationId xmlns:a16="http://schemas.microsoft.com/office/drawing/2014/main" id="{5DB9EFEE-C241-B94B-676C-70DAF7E2954F}"/>
                </a:ext>
              </a:extLst>
            </p:cNvPr>
            <p:cNvSpPr/>
            <p:nvPr/>
          </p:nvSpPr>
          <p:spPr>
            <a:xfrm>
              <a:off x="422879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54" name="pg2804">
              <a:extLst>
                <a:ext uri="{FF2B5EF4-FFF2-40B4-BE49-F238E27FC236}">
                  <a16:creationId xmlns:a16="http://schemas.microsoft.com/office/drawing/2014/main" id="{82CBFCD4-C022-863D-8A80-C461B9DC476C}"/>
                </a:ext>
              </a:extLst>
            </p:cNvPr>
            <p:cNvSpPr/>
            <p:nvPr/>
          </p:nvSpPr>
          <p:spPr>
            <a:xfrm>
              <a:off x="424043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55" name="pg2805">
              <a:extLst>
                <a:ext uri="{FF2B5EF4-FFF2-40B4-BE49-F238E27FC236}">
                  <a16:creationId xmlns:a16="http://schemas.microsoft.com/office/drawing/2014/main" id="{456E8242-11F4-535B-DF60-141AF0CFD145}"/>
                </a:ext>
              </a:extLst>
            </p:cNvPr>
            <p:cNvSpPr/>
            <p:nvPr/>
          </p:nvSpPr>
          <p:spPr>
            <a:xfrm>
              <a:off x="432189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56" name="pg2806">
              <a:extLst>
                <a:ext uri="{FF2B5EF4-FFF2-40B4-BE49-F238E27FC236}">
                  <a16:creationId xmlns:a16="http://schemas.microsoft.com/office/drawing/2014/main" id="{C79BA4E7-83DD-295C-576C-4307E382C948}"/>
                </a:ext>
              </a:extLst>
            </p:cNvPr>
            <p:cNvSpPr/>
            <p:nvPr/>
          </p:nvSpPr>
          <p:spPr>
            <a:xfrm>
              <a:off x="433353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57" name="pg2807">
              <a:extLst>
                <a:ext uri="{FF2B5EF4-FFF2-40B4-BE49-F238E27FC236}">
                  <a16:creationId xmlns:a16="http://schemas.microsoft.com/office/drawing/2014/main" id="{1E5C9F76-177A-94FE-2C11-723418246A96}"/>
                </a:ext>
              </a:extLst>
            </p:cNvPr>
            <p:cNvSpPr/>
            <p:nvPr/>
          </p:nvSpPr>
          <p:spPr>
            <a:xfrm>
              <a:off x="434516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58" name="pg2808">
              <a:extLst>
                <a:ext uri="{FF2B5EF4-FFF2-40B4-BE49-F238E27FC236}">
                  <a16:creationId xmlns:a16="http://schemas.microsoft.com/office/drawing/2014/main" id="{549762A2-5138-9978-E8B3-ED9F82975FCC}"/>
                </a:ext>
              </a:extLst>
            </p:cNvPr>
            <p:cNvSpPr/>
            <p:nvPr/>
          </p:nvSpPr>
          <p:spPr>
            <a:xfrm>
              <a:off x="435680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59" name="pg2809">
              <a:extLst>
                <a:ext uri="{FF2B5EF4-FFF2-40B4-BE49-F238E27FC236}">
                  <a16:creationId xmlns:a16="http://schemas.microsoft.com/office/drawing/2014/main" id="{BBDF24E3-0033-A6E4-08F8-29BF3DFD2589}"/>
                </a:ext>
              </a:extLst>
            </p:cNvPr>
            <p:cNvSpPr/>
            <p:nvPr/>
          </p:nvSpPr>
          <p:spPr>
            <a:xfrm>
              <a:off x="436844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60" name="pg2810">
              <a:extLst>
                <a:ext uri="{FF2B5EF4-FFF2-40B4-BE49-F238E27FC236}">
                  <a16:creationId xmlns:a16="http://schemas.microsoft.com/office/drawing/2014/main" id="{9A092A79-9BD3-C773-603A-C2A2786970BC}"/>
                </a:ext>
              </a:extLst>
            </p:cNvPr>
            <p:cNvSpPr/>
            <p:nvPr/>
          </p:nvSpPr>
          <p:spPr>
            <a:xfrm>
              <a:off x="438008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61" name="pg2811">
              <a:extLst>
                <a:ext uri="{FF2B5EF4-FFF2-40B4-BE49-F238E27FC236}">
                  <a16:creationId xmlns:a16="http://schemas.microsoft.com/office/drawing/2014/main" id="{80456A4E-12DA-EB05-4314-174ED56136B7}"/>
                </a:ext>
              </a:extLst>
            </p:cNvPr>
            <p:cNvSpPr/>
            <p:nvPr/>
          </p:nvSpPr>
          <p:spPr>
            <a:xfrm>
              <a:off x="457791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62" name="pg2812">
              <a:extLst>
                <a:ext uri="{FF2B5EF4-FFF2-40B4-BE49-F238E27FC236}">
                  <a16:creationId xmlns:a16="http://schemas.microsoft.com/office/drawing/2014/main" id="{BC4EB65A-7205-0766-F21E-118AAC19BC1D}"/>
                </a:ext>
              </a:extLst>
            </p:cNvPr>
            <p:cNvSpPr/>
            <p:nvPr/>
          </p:nvSpPr>
          <p:spPr>
            <a:xfrm>
              <a:off x="458955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63" name="pg2813">
              <a:extLst>
                <a:ext uri="{FF2B5EF4-FFF2-40B4-BE49-F238E27FC236}">
                  <a16:creationId xmlns:a16="http://schemas.microsoft.com/office/drawing/2014/main" id="{04D2B357-49CB-3FF0-4590-FFB1C47EFD2E}"/>
                </a:ext>
              </a:extLst>
            </p:cNvPr>
            <p:cNvSpPr/>
            <p:nvPr/>
          </p:nvSpPr>
          <p:spPr>
            <a:xfrm>
              <a:off x="460119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64" name="pg2814">
              <a:extLst>
                <a:ext uri="{FF2B5EF4-FFF2-40B4-BE49-F238E27FC236}">
                  <a16:creationId xmlns:a16="http://schemas.microsoft.com/office/drawing/2014/main" id="{5884728D-A4F0-5536-D3BE-9E7AEC7A4076}"/>
                </a:ext>
              </a:extLst>
            </p:cNvPr>
            <p:cNvSpPr/>
            <p:nvPr/>
          </p:nvSpPr>
          <p:spPr>
            <a:xfrm>
              <a:off x="461282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65" name="pg2815">
              <a:extLst>
                <a:ext uri="{FF2B5EF4-FFF2-40B4-BE49-F238E27FC236}">
                  <a16:creationId xmlns:a16="http://schemas.microsoft.com/office/drawing/2014/main" id="{C682D640-5ADB-B810-F009-F3BD8AE2D76F}"/>
                </a:ext>
              </a:extLst>
            </p:cNvPr>
            <p:cNvSpPr/>
            <p:nvPr/>
          </p:nvSpPr>
          <p:spPr>
            <a:xfrm>
              <a:off x="462446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66" name="pg2816">
              <a:extLst>
                <a:ext uri="{FF2B5EF4-FFF2-40B4-BE49-F238E27FC236}">
                  <a16:creationId xmlns:a16="http://schemas.microsoft.com/office/drawing/2014/main" id="{73D0F761-B7F7-DDFF-65FE-B74716CA75FE}"/>
                </a:ext>
              </a:extLst>
            </p:cNvPr>
            <p:cNvSpPr/>
            <p:nvPr/>
          </p:nvSpPr>
          <p:spPr>
            <a:xfrm>
              <a:off x="311161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67" name="pg2817">
              <a:extLst>
                <a:ext uri="{FF2B5EF4-FFF2-40B4-BE49-F238E27FC236}">
                  <a16:creationId xmlns:a16="http://schemas.microsoft.com/office/drawing/2014/main" id="{2D81D7D5-A791-A58C-C888-0E31C5A7FF4B}"/>
                </a:ext>
              </a:extLst>
            </p:cNvPr>
            <p:cNvSpPr/>
            <p:nvPr/>
          </p:nvSpPr>
          <p:spPr>
            <a:xfrm>
              <a:off x="312324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68" name="pg2818">
              <a:extLst>
                <a:ext uri="{FF2B5EF4-FFF2-40B4-BE49-F238E27FC236}">
                  <a16:creationId xmlns:a16="http://schemas.microsoft.com/office/drawing/2014/main" id="{5715931F-27B2-C15A-44F1-5B05E9F228D4}"/>
                </a:ext>
              </a:extLst>
            </p:cNvPr>
            <p:cNvSpPr/>
            <p:nvPr/>
          </p:nvSpPr>
          <p:spPr>
            <a:xfrm>
              <a:off x="313488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69" name="pg2819">
              <a:extLst>
                <a:ext uri="{FF2B5EF4-FFF2-40B4-BE49-F238E27FC236}">
                  <a16:creationId xmlns:a16="http://schemas.microsoft.com/office/drawing/2014/main" id="{7F2C25DD-A198-EB37-4CCB-F6E0080ACE08}"/>
                </a:ext>
              </a:extLst>
            </p:cNvPr>
            <p:cNvSpPr/>
            <p:nvPr/>
          </p:nvSpPr>
          <p:spPr>
            <a:xfrm>
              <a:off x="314652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70" name="pg2820">
              <a:extLst>
                <a:ext uri="{FF2B5EF4-FFF2-40B4-BE49-F238E27FC236}">
                  <a16:creationId xmlns:a16="http://schemas.microsoft.com/office/drawing/2014/main" id="{EFBAF160-4586-1BAE-074E-37133EF2A8BA}"/>
                </a:ext>
              </a:extLst>
            </p:cNvPr>
            <p:cNvSpPr/>
            <p:nvPr/>
          </p:nvSpPr>
          <p:spPr>
            <a:xfrm>
              <a:off x="315816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71" name="pg2821">
              <a:extLst>
                <a:ext uri="{FF2B5EF4-FFF2-40B4-BE49-F238E27FC236}">
                  <a16:creationId xmlns:a16="http://schemas.microsoft.com/office/drawing/2014/main" id="{78A2DE55-425C-6482-34CE-E0D3D455549F}"/>
                </a:ext>
              </a:extLst>
            </p:cNvPr>
            <p:cNvSpPr/>
            <p:nvPr/>
          </p:nvSpPr>
          <p:spPr>
            <a:xfrm>
              <a:off x="316979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72" name="pg2822">
              <a:extLst>
                <a:ext uri="{FF2B5EF4-FFF2-40B4-BE49-F238E27FC236}">
                  <a16:creationId xmlns:a16="http://schemas.microsoft.com/office/drawing/2014/main" id="{ACC522D1-E6CF-2222-27A9-077A4589440E}"/>
                </a:ext>
              </a:extLst>
            </p:cNvPr>
            <p:cNvSpPr/>
            <p:nvPr/>
          </p:nvSpPr>
          <p:spPr>
            <a:xfrm>
              <a:off x="318143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73" name="pg2823">
              <a:extLst>
                <a:ext uri="{FF2B5EF4-FFF2-40B4-BE49-F238E27FC236}">
                  <a16:creationId xmlns:a16="http://schemas.microsoft.com/office/drawing/2014/main" id="{6FAE1053-D9AD-6473-38DC-8CDD0402FCE9}"/>
                </a:ext>
              </a:extLst>
            </p:cNvPr>
            <p:cNvSpPr/>
            <p:nvPr/>
          </p:nvSpPr>
          <p:spPr>
            <a:xfrm>
              <a:off x="319307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74" name="pg2824">
              <a:extLst>
                <a:ext uri="{FF2B5EF4-FFF2-40B4-BE49-F238E27FC236}">
                  <a16:creationId xmlns:a16="http://schemas.microsoft.com/office/drawing/2014/main" id="{CE64CC3C-1D12-31C2-9087-79AB66FEFBB5}"/>
                </a:ext>
              </a:extLst>
            </p:cNvPr>
            <p:cNvSpPr/>
            <p:nvPr/>
          </p:nvSpPr>
          <p:spPr>
            <a:xfrm>
              <a:off x="320471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75" name="pg2825">
              <a:extLst>
                <a:ext uri="{FF2B5EF4-FFF2-40B4-BE49-F238E27FC236}">
                  <a16:creationId xmlns:a16="http://schemas.microsoft.com/office/drawing/2014/main" id="{F25C1FA1-C23D-FEAA-BAE9-0236E2320BAE}"/>
                </a:ext>
              </a:extLst>
            </p:cNvPr>
            <p:cNvSpPr/>
            <p:nvPr/>
          </p:nvSpPr>
          <p:spPr>
            <a:xfrm>
              <a:off x="321634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76" name="pg2826">
              <a:extLst>
                <a:ext uri="{FF2B5EF4-FFF2-40B4-BE49-F238E27FC236}">
                  <a16:creationId xmlns:a16="http://schemas.microsoft.com/office/drawing/2014/main" id="{A546C2CF-AB55-5DC3-EE1A-BB426370EB1E}"/>
                </a:ext>
              </a:extLst>
            </p:cNvPr>
            <p:cNvSpPr/>
            <p:nvPr/>
          </p:nvSpPr>
          <p:spPr>
            <a:xfrm>
              <a:off x="322798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77" name="pg2827">
              <a:extLst>
                <a:ext uri="{FF2B5EF4-FFF2-40B4-BE49-F238E27FC236}">
                  <a16:creationId xmlns:a16="http://schemas.microsoft.com/office/drawing/2014/main" id="{5CDA2D1C-D4A2-73F7-AE36-F96DC9456B03}"/>
                </a:ext>
              </a:extLst>
            </p:cNvPr>
            <p:cNvSpPr/>
            <p:nvPr/>
          </p:nvSpPr>
          <p:spPr>
            <a:xfrm>
              <a:off x="323962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78" name="pg2828">
              <a:extLst>
                <a:ext uri="{FF2B5EF4-FFF2-40B4-BE49-F238E27FC236}">
                  <a16:creationId xmlns:a16="http://schemas.microsoft.com/office/drawing/2014/main" id="{9A58E7C6-A179-145A-F65F-9304EAFB3B63}"/>
                </a:ext>
              </a:extLst>
            </p:cNvPr>
            <p:cNvSpPr/>
            <p:nvPr/>
          </p:nvSpPr>
          <p:spPr>
            <a:xfrm>
              <a:off x="325125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79" name="pg2829">
              <a:extLst>
                <a:ext uri="{FF2B5EF4-FFF2-40B4-BE49-F238E27FC236}">
                  <a16:creationId xmlns:a16="http://schemas.microsoft.com/office/drawing/2014/main" id="{00E80644-B832-9B55-DED2-249A80733833}"/>
                </a:ext>
              </a:extLst>
            </p:cNvPr>
            <p:cNvSpPr/>
            <p:nvPr/>
          </p:nvSpPr>
          <p:spPr>
            <a:xfrm>
              <a:off x="326289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80" name="pg2830">
              <a:extLst>
                <a:ext uri="{FF2B5EF4-FFF2-40B4-BE49-F238E27FC236}">
                  <a16:creationId xmlns:a16="http://schemas.microsoft.com/office/drawing/2014/main" id="{DC57D758-4152-3B69-2FF2-812AA96E0A13}"/>
                </a:ext>
              </a:extLst>
            </p:cNvPr>
            <p:cNvSpPr/>
            <p:nvPr/>
          </p:nvSpPr>
          <p:spPr>
            <a:xfrm>
              <a:off x="327453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81" name="pg2831">
              <a:extLst>
                <a:ext uri="{FF2B5EF4-FFF2-40B4-BE49-F238E27FC236}">
                  <a16:creationId xmlns:a16="http://schemas.microsoft.com/office/drawing/2014/main" id="{281C80C8-86C4-9B44-0224-BDC33B61B7B2}"/>
                </a:ext>
              </a:extLst>
            </p:cNvPr>
            <p:cNvSpPr/>
            <p:nvPr/>
          </p:nvSpPr>
          <p:spPr>
            <a:xfrm>
              <a:off x="328617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82" name="pg2832">
              <a:extLst>
                <a:ext uri="{FF2B5EF4-FFF2-40B4-BE49-F238E27FC236}">
                  <a16:creationId xmlns:a16="http://schemas.microsoft.com/office/drawing/2014/main" id="{F5E132F9-DB46-1BBB-6760-220E5DFA34D1}"/>
                </a:ext>
              </a:extLst>
            </p:cNvPr>
            <p:cNvSpPr/>
            <p:nvPr/>
          </p:nvSpPr>
          <p:spPr>
            <a:xfrm>
              <a:off x="329780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83" name="pg2833">
              <a:extLst>
                <a:ext uri="{FF2B5EF4-FFF2-40B4-BE49-F238E27FC236}">
                  <a16:creationId xmlns:a16="http://schemas.microsoft.com/office/drawing/2014/main" id="{49161232-FE83-B40F-199B-1DD5995D8F5E}"/>
                </a:ext>
              </a:extLst>
            </p:cNvPr>
            <p:cNvSpPr/>
            <p:nvPr/>
          </p:nvSpPr>
          <p:spPr>
            <a:xfrm>
              <a:off x="330944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84" name="pg2834">
              <a:extLst>
                <a:ext uri="{FF2B5EF4-FFF2-40B4-BE49-F238E27FC236}">
                  <a16:creationId xmlns:a16="http://schemas.microsoft.com/office/drawing/2014/main" id="{1CC27BD5-E92E-6380-06E6-D1BD354DDD6E}"/>
                </a:ext>
              </a:extLst>
            </p:cNvPr>
            <p:cNvSpPr/>
            <p:nvPr/>
          </p:nvSpPr>
          <p:spPr>
            <a:xfrm>
              <a:off x="332108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85" name="pg2835">
              <a:extLst>
                <a:ext uri="{FF2B5EF4-FFF2-40B4-BE49-F238E27FC236}">
                  <a16:creationId xmlns:a16="http://schemas.microsoft.com/office/drawing/2014/main" id="{B79420BC-7DF9-DFD2-D803-759DB3BC1D34}"/>
                </a:ext>
              </a:extLst>
            </p:cNvPr>
            <p:cNvSpPr/>
            <p:nvPr/>
          </p:nvSpPr>
          <p:spPr>
            <a:xfrm>
              <a:off x="333272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86" name="pg2836">
              <a:extLst>
                <a:ext uri="{FF2B5EF4-FFF2-40B4-BE49-F238E27FC236}">
                  <a16:creationId xmlns:a16="http://schemas.microsoft.com/office/drawing/2014/main" id="{13C46A35-B64A-209B-9FAB-321B9CBF0DAF}"/>
                </a:ext>
              </a:extLst>
            </p:cNvPr>
            <p:cNvSpPr/>
            <p:nvPr/>
          </p:nvSpPr>
          <p:spPr>
            <a:xfrm>
              <a:off x="334435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87" name="pg2837">
              <a:extLst>
                <a:ext uri="{FF2B5EF4-FFF2-40B4-BE49-F238E27FC236}">
                  <a16:creationId xmlns:a16="http://schemas.microsoft.com/office/drawing/2014/main" id="{0504A2C8-60CE-82D4-D167-A369D5EFDE18}"/>
                </a:ext>
              </a:extLst>
            </p:cNvPr>
            <p:cNvSpPr/>
            <p:nvPr/>
          </p:nvSpPr>
          <p:spPr>
            <a:xfrm>
              <a:off x="335599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88" name="pg2838">
              <a:extLst>
                <a:ext uri="{FF2B5EF4-FFF2-40B4-BE49-F238E27FC236}">
                  <a16:creationId xmlns:a16="http://schemas.microsoft.com/office/drawing/2014/main" id="{3D99AC0F-17C5-083B-CCDC-F83D7829B315}"/>
                </a:ext>
              </a:extLst>
            </p:cNvPr>
            <p:cNvSpPr/>
            <p:nvPr/>
          </p:nvSpPr>
          <p:spPr>
            <a:xfrm>
              <a:off x="336763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89" name="pg2839">
              <a:extLst>
                <a:ext uri="{FF2B5EF4-FFF2-40B4-BE49-F238E27FC236}">
                  <a16:creationId xmlns:a16="http://schemas.microsoft.com/office/drawing/2014/main" id="{15C0A7D3-36A0-5DD3-24F2-32ECBD2B5C51}"/>
                </a:ext>
              </a:extLst>
            </p:cNvPr>
            <p:cNvSpPr/>
            <p:nvPr/>
          </p:nvSpPr>
          <p:spPr>
            <a:xfrm>
              <a:off x="337927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90" name="pg2840">
              <a:extLst>
                <a:ext uri="{FF2B5EF4-FFF2-40B4-BE49-F238E27FC236}">
                  <a16:creationId xmlns:a16="http://schemas.microsoft.com/office/drawing/2014/main" id="{5A45CA9B-7A47-DF56-1014-386571BC2A0D}"/>
                </a:ext>
              </a:extLst>
            </p:cNvPr>
            <p:cNvSpPr/>
            <p:nvPr/>
          </p:nvSpPr>
          <p:spPr>
            <a:xfrm>
              <a:off x="339090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91" name="pg2841">
              <a:extLst>
                <a:ext uri="{FF2B5EF4-FFF2-40B4-BE49-F238E27FC236}">
                  <a16:creationId xmlns:a16="http://schemas.microsoft.com/office/drawing/2014/main" id="{95341C28-27B7-F656-7DFD-5FB62474291D}"/>
                </a:ext>
              </a:extLst>
            </p:cNvPr>
            <p:cNvSpPr/>
            <p:nvPr/>
          </p:nvSpPr>
          <p:spPr>
            <a:xfrm>
              <a:off x="340254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92" name="pg2842">
              <a:extLst>
                <a:ext uri="{FF2B5EF4-FFF2-40B4-BE49-F238E27FC236}">
                  <a16:creationId xmlns:a16="http://schemas.microsoft.com/office/drawing/2014/main" id="{193DD9AD-CAE8-3336-85A7-91AD182ED64D}"/>
                </a:ext>
              </a:extLst>
            </p:cNvPr>
            <p:cNvSpPr/>
            <p:nvPr/>
          </p:nvSpPr>
          <p:spPr>
            <a:xfrm>
              <a:off x="341418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93" name="pg2843">
              <a:extLst>
                <a:ext uri="{FF2B5EF4-FFF2-40B4-BE49-F238E27FC236}">
                  <a16:creationId xmlns:a16="http://schemas.microsoft.com/office/drawing/2014/main" id="{CF705D25-09DA-5DF1-CCF2-B5DC621F2AE7}"/>
                </a:ext>
              </a:extLst>
            </p:cNvPr>
            <p:cNvSpPr/>
            <p:nvPr/>
          </p:nvSpPr>
          <p:spPr>
            <a:xfrm>
              <a:off x="342581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94" name="pg2844">
              <a:extLst>
                <a:ext uri="{FF2B5EF4-FFF2-40B4-BE49-F238E27FC236}">
                  <a16:creationId xmlns:a16="http://schemas.microsoft.com/office/drawing/2014/main" id="{B21BEBA0-8314-0905-994E-74A851FD1F08}"/>
                </a:ext>
              </a:extLst>
            </p:cNvPr>
            <p:cNvSpPr/>
            <p:nvPr/>
          </p:nvSpPr>
          <p:spPr>
            <a:xfrm>
              <a:off x="343745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95" name="pg2845">
              <a:extLst>
                <a:ext uri="{FF2B5EF4-FFF2-40B4-BE49-F238E27FC236}">
                  <a16:creationId xmlns:a16="http://schemas.microsoft.com/office/drawing/2014/main" id="{0AAEFFE3-BA1E-019B-398F-49CC4FD5B8A7}"/>
                </a:ext>
              </a:extLst>
            </p:cNvPr>
            <p:cNvSpPr/>
            <p:nvPr/>
          </p:nvSpPr>
          <p:spPr>
            <a:xfrm>
              <a:off x="344909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96" name="pg2846">
              <a:extLst>
                <a:ext uri="{FF2B5EF4-FFF2-40B4-BE49-F238E27FC236}">
                  <a16:creationId xmlns:a16="http://schemas.microsoft.com/office/drawing/2014/main" id="{19CFCD19-08BA-3268-2A3E-72C2B27286D9}"/>
                </a:ext>
              </a:extLst>
            </p:cNvPr>
            <p:cNvSpPr/>
            <p:nvPr/>
          </p:nvSpPr>
          <p:spPr>
            <a:xfrm>
              <a:off x="346073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97" name="pg2847">
              <a:extLst>
                <a:ext uri="{FF2B5EF4-FFF2-40B4-BE49-F238E27FC236}">
                  <a16:creationId xmlns:a16="http://schemas.microsoft.com/office/drawing/2014/main" id="{BA479327-7FCC-CC1F-AE8F-766970999460}"/>
                </a:ext>
              </a:extLst>
            </p:cNvPr>
            <p:cNvSpPr/>
            <p:nvPr/>
          </p:nvSpPr>
          <p:spPr>
            <a:xfrm>
              <a:off x="347236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98" name="pg2848">
              <a:extLst>
                <a:ext uri="{FF2B5EF4-FFF2-40B4-BE49-F238E27FC236}">
                  <a16:creationId xmlns:a16="http://schemas.microsoft.com/office/drawing/2014/main" id="{EFC25094-6784-B503-3322-3A0E515C566C}"/>
                </a:ext>
              </a:extLst>
            </p:cNvPr>
            <p:cNvSpPr/>
            <p:nvPr/>
          </p:nvSpPr>
          <p:spPr>
            <a:xfrm>
              <a:off x="348400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99" name="pg2849">
              <a:extLst>
                <a:ext uri="{FF2B5EF4-FFF2-40B4-BE49-F238E27FC236}">
                  <a16:creationId xmlns:a16="http://schemas.microsoft.com/office/drawing/2014/main" id="{72D0308A-A50B-B881-5827-247479A98568}"/>
                </a:ext>
              </a:extLst>
            </p:cNvPr>
            <p:cNvSpPr/>
            <p:nvPr/>
          </p:nvSpPr>
          <p:spPr>
            <a:xfrm>
              <a:off x="349564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00" name="pg2850">
              <a:extLst>
                <a:ext uri="{FF2B5EF4-FFF2-40B4-BE49-F238E27FC236}">
                  <a16:creationId xmlns:a16="http://schemas.microsoft.com/office/drawing/2014/main" id="{BAEE9248-D994-7C5D-BF78-70FD4B1A11BC}"/>
                </a:ext>
              </a:extLst>
            </p:cNvPr>
            <p:cNvSpPr/>
            <p:nvPr/>
          </p:nvSpPr>
          <p:spPr>
            <a:xfrm>
              <a:off x="350728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01" name="pg2851">
              <a:extLst>
                <a:ext uri="{FF2B5EF4-FFF2-40B4-BE49-F238E27FC236}">
                  <a16:creationId xmlns:a16="http://schemas.microsoft.com/office/drawing/2014/main" id="{484D2E3B-B424-7B6A-20FE-82B6F79A32C8}"/>
                </a:ext>
              </a:extLst>
            </p:cNvPr>
            <p:cNvSpPr/>
            <p:nvPr/>
          </p:nvSpPr>
          <p:spPr>
            <a:xfrm>
              <a:off x="351891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02" name="pg2852">
              <a:extLst>
                <a:ext uri="{FF2B5EF4-FFF2-40B4-BE49-F238E27FC236}">
                  <a16:creationId xmlns:a16="http://schemas.microsoft.com/office/drawing/2014/main" id="{91284490-B6F2-A4EA-EEC3-70621BAC9D26}"/>
                </a:ext>
              </a:extLst>
            </p:cNvPr>
            <p:cNvSpPr/>
            <p:nvPr/>
          </p:nvSpPr>
          <p:spPr>
            <a:xfrm>
              <a:off x="353055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03" name="pg2853">
              <a:extLst>
                <a:ext uri="{FF2B5EF4-FFF2-40B4-BE49-F238E27FC236}">
                  <a16:creationId xmlns:a16="http://schemas.microsoft.com/office/drawing/2014/main" id="{67876CB6-4F41-7F1D-BCE4-77E56386E887}"/>
                </a:ext>
              </a:extLst>
            </p:cNvPr>
            <p:cNvSpPr/>
            <p:nvPr/>
          </p:nvSpPr>
          <p:spPr>
            <a:xfrm>
              <a:off x="354219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04" name="pg2854">
              <a:extLst>
                <a:ext uri="{FF2B5EF4-FFF2-40B4-BE49-F238E27FC236}">
                  <a16:creationId xmlns:a16="http://schemas.microsoft.com/office/drawing/2014/main" id="{25B35530-F9DB-0E06-EBE2-AEA97374124A}"/>
                </a:ext>
              </a:extLst>
            </p:cNvPr>
            <p:cNvSpPr/>
            <p:nvPr/>
          </p:nvSpPr>
          <p:spPr>
            <a:xfrm>
              <a:off x="355383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05" name="pg2855">
              <a:extLst>
                <a:ext uri="{FF2B5EF4-FFF2-40B4-BE49-F238E27FC236}">
                  <a16:creationId xmlns:a16="http://schemas.microsoft.com/office/drawing/2014/main" id="{46AEBE8E-F82F-4A8A-C4A8-62359460483A}"/>
                </a:ext>
              </a:extLst>
            </p:cNvPr>
            <p:cNvSpPr/>
            <p:nvPr/>
          </p:nvSpPr>
          <p:spPr>
            <a:xfrm>
              <a:off x="361201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06" name="pg2856">
              <a:extLst>
                <a:ext uri="{FF2B5EF4-FFF2-40B4-BE49-F238E27FC236}">
                  <a16:creationId xmlns:a16="http://schemas.microsoft.com/office/drawing/2014/main" id="{C2703A39-D594-F63F-3E89-7CF58A9761E2}"/>
                </a:ext>
              </a:extLst>
            </p:cNvPr>
            <p:cNvSpPr/>
            <p:nvPr/>
          </p:nvSpPr>
          <p:spPr>
            <a:xfrm>
              <a:off x="362365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07" name="pg2857">
              <a:extLst>
                <a:ext uri="{FF2B5EF4-FFF2-40B4-BE49-F238E27FC236}">
                  <a16:creationId xmlns:a16="http://schemas.microsoft.com/office/drawing/2014/main" id="{615FC15E-C270-6F47-FF61-7A73A2FA24C6}"/>
                </a:ext>
              </a:extLst>
            </p:cNvPr>
            <p:cNvSpPr/>
            <p:nvPr/>
          </p:nvSpPr>
          <p:spPr>
            <a:xfrm>
              <a:off x="363529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08" name="pg2858">
              <a:extLst>
                <a:ext uri="{FF2B5EF4-FFF2-40B4-BE49-F238E27FC236}">
                  <a16:creationId xmlns:a16="http://schemas.microsoft.com/office/drawing/2014/main" id="{625DDE87-D15F-2300-8D75-D6197503F7A5}"/>
                </a:ext>
              </a:extLst>
            </p:cNvPr>
            <p:cNvSpPr/>
            <p:nvPr/>
          </p:nvSpPr>
          <p:spPr>
            <a:xfrm>
              <a:off x="364692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09" name="pg2859">
              <a:extLst>
                <a:ext uri="{FF2B5EF4-FFF2-40B4-BE49-F238E27FC236}">
                  <a16:creationId xmlns:a16="http://schemas.microsoft.com/office/drawing/2014/main" id="{0ECB6DC7-503E-014C-CCFF-D80FBF2C963D}"/>
                </a:ext>
              </a:extLst>
            </p:cNvPr>
            <p:cNvSpPr/>
            <p:nvPr/>
          </p:nvSpPr>
          <p:spPr>
            <a:xfrm>
              <a:off x="365856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10" name="pg2860">
              <a:extLst>
                <a:ext uri="{FF2B5EF4-FFF2-40B4-BE49-F238E27FC236}">
                  <a16:creationId xmlns:a16="http://schemas.microsoft.com/office/drawing/2014/main" id="{AF7D05F7-80CC-6126-0AF9-CEBAE67FF698}"/>
                </a:ext>
              </a:extLst>
            </p:cNvPr>
            <p:cNvSpPr/>
            <p:nvPr/>
          </p:nvSpPr>
          <p:spPr>
            <a:xfrm>
              <a:off x="367020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11" name="pg2861">
              <a:extLst>
                <a:ext uri="{FF2B5EF4-FFF2-40B4-BE49-F238E27FC236}">
                  <a16:creationId xmlns:a16="http://schemas.microsoft.com/office/drawing/2014/main" id="{524CFFB5-6B01-29A7-DFA5-BE59A79746B7}"/>
                </a:ext>
              </a:extLst>
            </p:cNvPr>
            <p:cNvSpPr/>
            <p:nvPr/>
          </p:nvSpPr>
          <p:spPr>
            <a:xfrm>
              <a:off x="368184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12" name="pg2862">
              <a:extLst>
                <a:ext uri="{FF2B5EF4-FFF2-40B4-BE49-F238E27FC236}">
                  <a16:creationId xmlns:a16="http://schemas.microsoft.com/office/drawing/2014/main" id="{913CF319-2FFF-56FE-6FE2-AF65CF112D68}"/>
                </a:ext>
              </a:extLst>
            </p:cNvPr>
            <p:cNvSpPr/>
            <p:nvPr/>
          </p:nvSpPr>
          <p:spPr>
            <a:xfrm>
              <a:off x="369347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13" name="pg2863">
              <a:extLst>
                <a:ext uri="{FF2B5EF4-FFF2-40B4-BE49-F238E27FC236}">
                  <a16:creationId xmlns:a16="http://schemas.microsoft.com/office/drawing/2014/main" id="{A0403A26-7544-D917-AE9F-A4382555B4F1}"/>
                </a:ext>
              </a:extLst>
            </p:cNvPr>
            <p:cNvSpPr/>
            <p:nvPr/>
          </p:nvSpPr>
          <p:spPr>
            <a:xfrm>
              <a:off x="370511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14" name="pg2864">
              <a:extLst>
                <a:ext uri="{FF2B5EF4-FFF2-40B4-BE49-F238E27FC236}">
                  <a16:creationId xmlns:a16="http://schemas.microsoft.com/office/drawing/2014/main" id="{6D807099-BDD2-08AD-55B6-719E86BABF1E}"/>
                </a:ext>
              </a:extLst>
            </p:cNvPr>
            <p:cNvSpPr/>
            <p:nvPr/>
          </p:nvSpPr>
          <p:spPr>
            <a:xfrm>
              <a:off x="371675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15" name="pg2865">
              <a:extLst>
                <a:ext uri="{FF2B5EF4-FFF2-40B4-BE49-F238E27FC236}">
                  <a16:creationId xmlns:a16="http://schemas.microsoft.com/office/drawing/2014/main" id="{178F6897-63EB-7D8E-A3C6-FB6E3D365A78}"/>
                </a:ext>
              </a:extLst>
            </p:cNvPr>
            <p:cNvSpPr/>
            <p:nvPr/>
          </p:nvSpPr>
          <p:spPr>
            <a:xfrm>
              <a:off x="372839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16" name="pg2866">
              <a:extLst>
                <a:ext uri="{FF2B5EF4-FFF2-40B4-BE49-F238E27FC236}">
                  <a16:creationId xmlns:a16="http://schemas.microsoft.com/office/drawing/2014/main" id="{C57C0242-F7DF-20D3-6021-632F1BB3C573}"/>
                </a:ext>
              </a:extLst>
            </p:cNvPr>
            <p:cNvSpPr/>
            <p:nvPr/>
          </p:nvSpPr>
          <p:spPr>
            <a:xfrm>
              <a:off x="374002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17" name="pg2867">
              <a:extLst>
                <a:ext uri="{FF2B5EF4-FFF2-40B4-BE49-F238E27FC236}">
                  <a16:creationId xmlns:a16="http://schemas.microsoft.com/office/drawing/2014/main" id="{16CB4E93-AC1C-DDB3-C901-CB8197AF7A4E}"/>
                </a:ext>
              </a:extLst>
            </p:cNvPr>
            <p:cNvSpPr/>
            <p:nvPr/>
          </p:nvSpPr>
          <p:spPr>
            <a:xfrm>
              <a:off x="375166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18" name="pg2868">
              <a:extLst>
                <a:ext uri="{FF2B5EF4-FFF2-40B4-BE49-F238E27FC236}">
                  <a16:creationId xmlns:a16="http://schemas.microsoft.com/office/drawing/2014/main" id="{2FD3A396-32E6-8370-0AB2-72AA1017EE5C}"/>
                </a:ext>
              </a:extLst>
            </p:cNvPr>
            <p:cNvSpPr/>
            <p:nvPr/>
          </p:nvSpPr>
          <p:spPr>
            <a:xfrm>
              <a:off x="376330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19" name="pg2869">
              <a:extLst>
                <a:ext uri="{FF2B5EF4-FFF2-40B4-BE49-F238E27FC236}">
                  <a16:creationId xmlns:a16="http://schemas.microsoft.com/office/drawing/2014/main" id="{A19F1BED-1FF0-DF27-40B9-EF78D2BC102F}"/>
                </a:ext>
              </a:extLst>
            </p:cNvPr>
            <p:cNvSpPr/>
            <p:nvPr/>
          </p:nvSpPr>
          <p:spPr>
            <a:xfrm>
              <a:off x="413569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20" name="pg2870">
              <a:extLst>
                <a:ext uri="{FF2B5EF4-FFF2-40B4-BE49-F238E27FC236}">
                  <a16:creationId xmlns:a16="http://schemas.microsoft.com/office/drawing/2014/main" id="{71B1CEAA-8598-9AC9-F758-AE170BC8058A}"/>
                </a:ext>
              </a:extLst>
            </p:cNvPr>
            <p:cNvSpPr/>
            <p:nvPr/>
          </p:nvSpPr>
          <p:spPr>
            <a:xfrm>
              <a:off x="414733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21" name="pg2871">
              <a:extLst>
                <a:ext uri="{FF2B5EF4-FFF2-40B4-BE49-F238E27FC236}">
                  <a16:creationId xmlns:a16="http://schemas.microsoft.com/office/drawing/2014/main" id="{53956F66-4ED9-90CC-C79F-400C1F7492F8}"/>
                </a:ext>
              </a:extLst>
            </p:cNvPr>
            <p:cNvSpPr/>
            <p:nvPr/>
          </p:nvSpPr>
          <p:spPr>
            <a:xfrm>
              <a:off x="415897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22" name="pg2872">
              <a:extLst>
                <a:ext uri="{FF2B5EF4-FFF2-40B4-BE49-F238E27FC236}">
                  <a16:creationId xmlns:a16="http://schemas.microsoft.com/office/drawing/2014/main" id="{D25D9377-C5F2-2E7D-D842-30E846BA4F31}"/>
                </a:ext>
              </a:extLst>
            </p:cNvPr>
            <p:cNvSpPr/>
            <p:nvPr/>
          </p:nvSpPr>
          <p:spPr>
            <a:xfrm>
              <a:off x="417060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23" name="pg2873">
              <a:extLst>
                <a:ext uri="{FF2B5EF4-FFF2-40B4-BE49-F238E27FC236}">
                  <a16:creationId xmlns:a16="http://schemas.microsoft.com/office/drawing/2014/main" id="{7A85F93C-6158-EF2F-450F-502A4DCE06A1}"/>
                </a:ext>
              </a:extLst>
            </p:cNvPr>
            <p:cNvSpPr/>
            <p:nvPr/>
          </p:nvSpPr>
          <p:spPr>
            <a:xfrm>
              <a:off x="418224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24" name="pg2874">
              <a:extLst>
                <a:ext uri="{FF2B5EF4-FFF2-40B4-BE49-F238E27FC236}">
                  <a16:creationId xmlns:a16="http://schemas.microsoft.com/office/drawing/2014/main" id="{DE5FB309-FF34-20B1-5269-D6CCFCF00461}"/>
                </a:ext>
              </a:extLst>
            </p:cNvPr>
            <p:cNvSpPr/>
            <p:nvPr/>
          </p:nvSpPr>
          <p:spPr>
            <a:xfrm>
              <a:off x="419388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25" name="pg2875">
              <a:extLst>
                <a:ext uri="{FF2B5EF4-FFF2-40B4-BE49-F238E27FC236}">
                  <a16:creationId xmlns:a16="http://schemas.microsoft.com/office/drawing/2014/main" id="{B80911A1-30EB-3DEA-7744-C4A555E8FD33}"/>
                </a:ext>
              </a:extLst>
            </p:cNvPr>
            <p:cNvSpPr/>
            <p:nvPr/>
          </p:nvSpPr>
          <p:spPr>
            <a:xfrm>
              <a:off x="420552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26" name="pg2876">
              <a:extLst>
                <a:ext uri="{FF2B5EF4-FFF2-40B4-BE49-F238E27FC236}">
                  <a16:creationId xmlns:a16="http://schemas.microsoft.com/office/drawing/2014/main" id="{56847F75-F6F3-4E71-C7A4-E6C8EBA3AF36}"/>
                </a:ext>
              </a:extLst>
            </p:cNvPr>
            <p:cNvSpPr/>
            <p:nvPr/>
          </p:nvSpPr>
          <p:spPr>
            <a:xfrm>
              <a:off x="421715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27" name="pg2877">
              <a:extLst>
                <a:ext uri="{FF2B5EF4-FFF2-40B4-BE49-F238E27FC236}">
                  <a16:creationId xmlns:a16="http://schemas.microsoft.com/office/drawing/2014/main" id="{F4E9BC2D-9A1F-B842-9407-139373230B43}"/>
                </a:ext>
              </a:extLst>
            </p:cNvPr>
            <p:cNvSpPr/>
            <p:nvPr/>
          </p:nvSpPr>
          <p:spPr>
            <a:xfrm>
              <a:off x="433353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28" name="pg2878">
              <a:extLst>
                <a:ext uri="{FF2B5EF4-FFF2-40B4-BE49-F238E27FC236}">
                  <a16:creationId xmlns:a16="http://schemas.microsoft.com/office/drawing/2014/main" id="{9DFD120B-DFA2-6CC7-1E31-44D34989F1FF}"/>
                </a:ext>
              </a:extLst>
            </p:cNvPr>
            <p:cNvSpPr/>
            <p:nvPr/>
          </p:nvSpPr>
          <p:spPr>
            <a:xfrm>
              <a:off x="434516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29" name="pg2879">
              <a:extLst>
                <a:ext uri="{FF2B5EF4-FFF2-40B4-BE49-F238E27FC236}">
                  <a16:creationId xmlns:a16="http://schemas.microsoft.com/office/drawing/2014/main" id="{5FFE3109-8785-5AC3-AD4D-321D38604C53}"/>
                </a:ext>
              </a:extLst>
            </p:cNvPr>
            <p:cNvSpPr/>
            <p:nvPr/>
          </p:nvSpPr>
          <p:spPr>
            <a:xfrm>
              <a:off x="435680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30" name="pg2880">
              <a:extLst>
                <a:ext uri="{FF2B5EF4-FFF2-40B4-BE49-F238E27FC236}">
                  <a16:creationId xmlns:a16="http://schemas.microsoft.com/office/drawing/2014/main" id="{9785F7EB-599A-F3DE-77DA-193FABB88F8C}"/>
                </a:ext>
              </a:extLst>
            </p:cNvPr>
            <p:cNvSpPr/>
            <p:nvPr/>
          </p:nvSpPr>
          <p:spPr>
            <a:xfrm>
              <a:off x="436844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31" name="pg2881">
              <a:extLst>
                <a:ext uri="{FF2B5EF4-FFF2-40B4-BE49-F238E27FC236}">
                  <a16:creationId xmlns:a16="http://schemas.microsoft.com/office/drawing/2014/main" id="{57216763-504C-3C7A-889B-A1CE18E43D72}"/>
                </a:ext>
              </a:extLst>
            </p:cNvPr>
            <p:cNvSpPr/>
            <p:nvPr/>
          </p:nvSpPr>
          <p:spPr>
            <a:xfrm>
              <a:off x="438008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32" name="pg2882">
              <a:extLst>
                <a:ext uri="{FF2B5EF4-FFF2-40B4-BE49-F238E27FC236}">
                  <a16:creationId xmlns:a16="http://schemas.microsoft.com/office/drawing/2014/main" id="{DC07AFA6-ECFA-09C6-C90C-A89A4650A7F8}"/>
                </a:ext>
              </a:extLst>
            </p:cNvPr>
            <p:cNvSpPr/>
            <p:nvPr/>
          </p:nvSpPr>
          <p:spPr>
            <a:xfrm>
              <a:off x="439171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33" name="pg2883">
              <a:extLst>
                <a:ext uri="{FF2B5EF4-FFF2-40B4-BE49-F238E27FC236}">
                  <a16:creationId xmlns:a16="http://schemas.microsoft.com/office/drawing/2014/main" id="{0A892480-B02F-E115-715A-D1682B15A39B}"/>
                </a:ext>
              </a:extLst>
            </p:cNvPr>
            <p:cNvSpPr/>
            <p:nvPr/>
          </p:nvSpPr>
          <p:spPr>
            <a:xfrm>
              <a:off x="440335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34" name="pg2884">
              <a:extLst>
                <a:ext uri="{FF2B5EF4-FFF2-40B4-BE49-F238E27FC236}">
                  <a16:creationId xmlns:a16="http://schemas.microsoft.com/office/drawing/2014/main" id="{F6F1C463-8542-D634-DA7A-A972F893C4A5}"/>
                </a:ext>
              </a:extLst>
            </p:cNvPr>
            <p:cNvSpPr/>
            <p:nvPr/>
          </p:nvSpPr>
          <p:spPr>
            <a:xfrm>
              <a:off x="457791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35" name="pg2885">
              <a:extLst>
                <a:ext uri="{FF2B5EF4-FFF2-40B4-BE49-F238E27FC236}">
                  <a16:creationId xmlns:a16="http://schemas.microsoft.com/office/drawing/2014/main" id="{F7EC2B8A-FB3B-9616-DF4A-527B45C88DD5}"/>
                </a:ext>
              </a:extLst>
            </p:cNvPr>
            <p:cNvSpPr/>
            <p:nvPr/>
          </p:nvSpPr>
          <p:spPr>
            <a:xfrm>
              <a:off x="458955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36" name="pg2886">
              <a:extLst>
                <a:ext uri="{FF2B5EF4-FFF2-40B4-BE49-F238E27FC236}">
                  <a16:creationId xmlns:a16="http://schemas.microsoft.com/office/drawing/2014/main" id="{03292F23-708C-05BC-77D5-2FC43BB76CFD}"/>
                </a:ext>
              </a:extLst>
            </p:cNvPr>
            <p:cNvSpPr/>
            <p:nvPr/>
          </p:nvSpPr>
          <p:spPr>
            <a:xfrm>
              <a:off x="460119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37" name="pg2887">
              <a:extLst>
                <a:ext uri="{FF2B5EF4-FFF2-40B4-BE49-F238E27FC236}">
                  <a16:creationId xmlns:a16="http://schemas.microsoft.com/office/drawing/2014/main" id="{90640EF9-7A9D-6B55-1AF3-51FB1CCBBC44}"/>
                </a:ext>
              </a:extLst>
            </p:cNvPr>
            <p:cNvSpPr/>
            <p:nvPr/>
          </p:nvSpPr>
          <p:spPr>
            <a:xfrm>
              <a:off x="461282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38" name="pg2888">
              <a:extLst>
                <a:ext uri="{FF2B5EF4-FFF2-40B4-BE49-F238E27FC236}">
                  <a16:creationId xmlns:a16="http://schemas.microsoft.com/office/drawing/2014/main" id="{80226C1E-90DA-D98F-DB25-96511EEBBC1E}"/>
                </a:ext>
              </a:extLst>
            </p:cNvPr>
            <p:cNvSpPr/>
            <p:nvPr/>
          </p:nvSpPr>
          <p:spPr>
            <a:xfrm>
              <a:off x="462446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39" name="pg2889">
              <a:extLst>
                <a:ext uri="{FF2B5EF4-FFF2-40B4-BE49-F238E27FC236}">
                  <a16:creationId xmlns:a16="http://schemas.microsoft.com/office/drawing/2014/main" id="{47AE8160-B2C3-4343-DF15-5E970D67372E}"/>
                </a:ext>
              </a:extLst>
            </p:cNvPr>
            <p:cNvSpPr/>
            <p:nvPr/>
          </p:nvSpPr>
          <p:spPr>
            <a:xfrm>
              <a:off x="311161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40" name="pg2890">
              <a:extLst>
                <a:ext uri="{FF2B5EF4-FFF2-40B4-BE49-F238E27FC236}">
                  <a16:creationId xmlns:a16="http://schemas.microsoft.com/office/drawing/2014/main" id="{79DC03D1-FD2C-4089-3650-919C7A96B35E}"/>
                </a:ext>
              </a:extLst>
            </p:cNvPr>
            <p:cNvSpPr/>
            <p:nvPr/>
          </p:nvSpPr>
          <p:spPr>
            <a:xfrm>
              <a:off x="312324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41" name="pg2891">
              <a:extLst>
                <a:ext uri="{FF2B5EF4-FFF2-40B4-BE49-F238E27FC236}">
                  <a16:creationId xmlns:a16="http://schemas.microsoft.com/office/drawing/2014/main" id="{3D7D3F49-692D-8AFF-0375-AB24C40791D1}"/>
                </a:ext>
              </a:extLst>
            </p:cNvPr>
            <p:cNvSpPr/>
            <p:nvPr/>
          </p:nvSpPr>
          <p:spPr>
            <a:xfrm>
              <a:off x="313488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42" name="pg2892">
              <a:extLst>
                <a:ext uri="{FF2B5EF4-FFF2-40B4-BE49-F238E27FC236}">
                  <a16:creationId xmlns:a16="http://schemas.microsoft.com/office/drawing/2014/main" id="{A7D8F87E-B876-0BCB-B375-9725306D0C84}"/>
                </a:ext>
              </a:extLst>
            </p:cNvPr>
            <p:cNvSpPr/>
            <p:nvPr/>
          </p:nvSpPr>
          <p:spPr>
            <a:xfrm>
              <a:off x="314652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43" name="pg2893">
              <a:extLst>
                <a:ext uri="{FF2B5EF4-FFF2-40B4-BE49-F238E27FC236}">
                  <a16:creationId xmlns:a16="http://schemas.microsoft.com/office/drawing/2014/main" id="{8DD4B1F9-590A-DD4A-7F80-6A48F3CCB60F}"/>
                </a:ext>
              </a:extLst>
            </p:cNvPr>
            <p:cNvSpPr/>
            <p:nvPr/>
          </p:nvSpPr>
          <p:spPr>
            <a:xfrm>
              <a:off x="315816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44" name="pg2894">
              <a:extLst>
                <a:ext uri="{FF2B5EF4-FFF2-40B4-BE49-F238E27FC236}">
                  <a16:creationId xmlns:a16="http://schemas.microsoft.com/office/drawing/2014/main" id="{093CF355-0EEC-2B1B-1B0E-A8A3E20B5264}"/>
                </a:ext>
              </a:extLst>
            </p:cNvPr>
            <p:cNvSpPr/>
            <p:nvPr/>
          </p:nvSpPr>
          <p:spPr>
            <a:xfrm>
              <a:off x="316979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45" name="pg2895">
              <a:extLst>
                <a:ext uri="{FF2B5EF4-FFF2-40B4-BE49-F238E27FC236}">
                  <a16:creationId xmlns:a16="http://schemas.microsoft.com/office/drawing/2014/main" id="{C9993E1E-4650-09B4-53A6-0A58D197C56F}"/>
                </a:ext>
              </a:extLst>
            </p:cNvPr>
            <p:cNvSpPr/>
            <p:nvPr/>
          </p:nvSpPr>
          <p:spPr>
            <a:xfrm>
              <a:off x="318143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46" name="pg2896">
              <a:extLst>
                <a:ext uri="{FF2B5EF4-FFF2-40B4-BE49-F238E27FC236}">
                  <a16:creationId xmlns:a16="http://schemas.microsoft.com/office/drawing/2014/main" id="{2D0474E8-E7C3-96DC-7214-4162CCF53482}"/>
                </a:ext>
              </a:extLst>
            </p:cNvPr>
            <p:cNvSpPr/>
            <p:nvPr/>
          </p:nvSpPr>
          <p:spPr>
            <a:xfrm>
              <a:off x="319307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47" name="pg2897">
              <a:extLst>
                <a:ext uri="{FF2B5EF4-FFF2-40B4-BE49-F238E27FC236}">
                  <a16:creationId xmlns:a16="http://schemas.microsoft.com/office/drawing/2014/main" id="{3DAFBD6B-E074-2269-CCD9-8F4C6004A362}"/>
                </a:ext>
              </a:extLst>
            </p:cNvPr>
            <p:cNvSpPr/>
            <p:nvPr/>
          </p:nvSpPr>
          <p:spPr>
            <a:xfrm>
              <a:off x="320471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48" name="pg2898">
              <a:extLst>
                <a:ext uri="{FF2B5EF4-FFF2-40B4-BE49-F238E27FC236}">
                  <a16:creationId xmlns:a16="http://schemas.microsoft.com/office/drawing/2014/main" id="{E726190B-1200-81E5-CE2F-359DCD142FD5}"/>
                </a:ext>
              </a:extLst>
            </p:cNvPr>
            <p:cNvSpPr/>
            <p:nvPr/>
          </p:nvSpPr>
          <p:spPr>
            <a:xfrm>
              <a:off x="321634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49" name="pg2899">
              <a:extLst>
                <a:ext uri="{FF2B5EF4-FFF2-40B4-BE49-F238E27FC236}">
                  <a16:creationId xmlns:a16="http://schemas.microsoft.com/office/drawing/2014/main" id="{5CCF7B06-1086-CFE2-F4B0-7EADCA5B59E8}"/>
                </a:ext>
              </a:extLst>
            </p:cNvPr>
            <p:cNvSpPr/>
            <p:nvPr/>
          </p:nvSpPr>
          <p:spPr>
            <a:xfrm>
              <a:off x="322798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50" name="pg2900">
              <a:extLst>
                <a:ext uri="{FF2B5EF4-FFF2-40B4-BE49-F238E27FC236}">
                  <a16:creationId xmlns:a16="http://schemas.microsoft.com/office/drawing/2014/main" id="{7F79A17E-3ABA-354D-B3FD-264AD4730F19}"/>
                </a:ext>
              </a:extLst>
            </p:cNvPr>
            <p:cNvSpPr/>
            <p:nvPr/>
          </p:nvSpPr>
          <p:spPr>
            <a:xfrm>
              <a:off x="323962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51" name="pg2901">
              <a:extLst>
                <a:ext uri="{FF2B5EF4-FFF2-40B4-BE49-F238E27FC236}">
                  <a16:creationId xmlns:a16="http://schemas.microsoft.com/office/drawing/2014/main" id="{941DFFFD-65D9-D794-9C66-CEC757B4C9B5}"/>
                </a:ext>
              </a:extLst>
            </p:cNvPr>
            <p:cNvSpPr/>
            <p:nvPr/>
          </p:nvSpPr>
          <p:spPr>
            <a:xfrm>
              <a:off x="335599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52" name="pg2902">
              <a:extLst>
                <a:ext uri="{FF2B5EF4-FFF2-40B4-BE49-F238E27FC236}">
                  <a16:creationId xmlns:a16="http://schemas.microsoft.com/office/drawing/2014/main" id="{2E2BB4F1-16AC-76F6-44C0-837347944ECA}"/>
                </a:ext>
              </a:extLst>
            </p:cNvPr>
            <p:cNvSpPr/>
            <p:nvPr/>
          </p:nvSpPr>
          <p:spPr>
            <a:xfrm>
              <a:off x="336763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53" name="pg2903">
              <a:extLst>
                <a:ext uri="{FF2B5EF4-FFF2-40B4-BE49-F238E27FC236}">
                  <a16:creationId xmlns:a16="http://schemas.microsoft.com/office/drawing/2014/main" id="{F1C2C0B3-B6A4-3D20-EA83-2D9007BBB0AB}"/>
                </a:ext>
              </a:extLst>
            </p:cNvPr>
            <p:cNvSpPr/>
            <p:nvPr/>
          </p:nvSpPr>
          <p:spPr>
            <a:xfrm>
              <a:off x="337927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54" name="pg2904">
              <a:extLst>
                <a:ext uri="{FF2B5EF4-FFF2-40B4-BE49-F238E27FC236}">
                  <a16:creationId xmlns:a16="http://schemas.microsoft.com/office/drawing/2014/main" id="{CE6114B7-91C9-16E8-7EC6-D43FCC34FDE0}"/>
                </a:ext>
              </a:extLst>
            </p:cNvPr>
            <p:cNvSpPr/>
            <p:nvPr/>
          </p:nvSpPr>
          <p:spPr>
            <a:xfrm>
              <a:off x="339090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55" name="pg2905">
              <a:extLst>
                <a:ext uri="{FF2B5EF4-FFF2-40B4-BE49-F238E27FC236}">
                  <a16:creationId xmlns:a16="http://schemas.microsoft.com/office/drawing/2014/main" id="{003F0796-5E4E-8D60-8442-ECC433ED3ECA}"/>
                </a:ext>
              </a:extLst>
            </p:cNvPr>
            <p:cNvSpPr/>
            <p:nvPr/>
          </p:nvSpPr>
          <p:spPr>
            <a:xfrm>
              <a:off x="340254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56" name="pg2906">
              <a:extLst>
                <a:ext uri="{FF2B5EF4-FFF2-40B4-BE49-F238E27FC236}">
                  <a16:creationId xmlns:a16="http://schemas.microsoft.com/office/drawing/2014/main" id="{F73D2C02-9564-076C-9A53-41C1CB7B797D}"/>
                </a:ext>
              </a:extLst>
            </p:cNvPr>
            <p:cNvSpPr/>
            <p:nvPr/>
          </p:nvSpPr>
          <p:spPr>
            <a:xfrm>
              <a:off x="341418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57" name="pg2907">
              <a:extLst>
                <a:ext uri="{FF2B5EF4-FFF2-40B4-BE49-F238E27FC236}">
                  <a16:creationId xmlns:a16="http://schemas.microsoft.com/office/drawing/2014/main" id="{56181467-699C-3B9A-C22C-DE4283AFFBFD}"/>
                </a:ext>
              </a:extLst>
            </p:cNvPr>
            <p:cNvSpPr/>
            <p:nvPr/>
          </p:nvSpPr>
          <p:spPr>
            <a:xfrm>
              <a:off x="342581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58" name="pg2908">
              <a:extLst>
                <a:ext uri="{FF2B5EF4-FFF2-40B4-BE49-F238E27FC236}">
                  <a16:creationId xmlns:a16="http://schemas.microsoft.com/office/drawing/2014/main" id="{5B1B544C-5B6C-E4BF-A500-0C44DA4912F0}"/>
                </a:ext>
              </a:extLst>
            </p:cNvPr>
            <p:cNvSpPr/>
            <p:nvPr/>
          </p:nvSpPr>
          <p:spPr>
            <a:xfrm>
              <a:off x="343745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59" name="pg2909">
              <a:extLst>
                <a:ext uri="{FF2B5EF4-FFF2-40B4-BE49-F238E27FC236}">
                  <a16:creationId xmlns:a16="http://schemas.microsoft.com/office/drawing/2014/main" id="{11B5AD38-1BCB-ADC9-AE73-7F6126A0AA83}"/>
                </a:ext>
              </a:extLst>
            </p:cNvPr>
            <p:cNvSpPr/>
            <p:nvPr/>
          </p:nvSpPr>
          <p:spPr>
            <a:xfrm>
              <a:off x="344909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60" name="pg2910">
              <a:extLst>
                <a:ext uri="{FF2B5EF4-FFF2-40B4-BE49-F238E27FC236}">
                  <a16:creationId xmlns:a16="http://schemas.microsoft.com/office/drawing/2014/main" id="{6A95AF48-24C6-F8DB-E3D6-A956781A2826}"/>
                </a:ext>
              </a:extLst>
            </p:cNvPr>
            <p:cNvSpPr/>
            <p:nvPr/>
          </p:nvSpPr>
          <p:spPr>
            <a:xfrm>
              <a:off x="346073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61" name="pg2911">
              <a:extLst>
                <a:ext uri="{FF2B5EF4-FFF2-40B4-BE49-F238E27FC236}">
                  <a16:creationId xmlns:a16="http://schemas.microsoft.com/office/drawing/2014/main" id="{E2F80ECD-6617-4BDC-1053-4E38481ADB7E}"/>
                </a:ext>
              </a:extLst>
            </p:cNvPr>
            <p:cNvSpPr/>
            <p:nvPr/>
          </p:nvSpPr>
          <p:spPr>
            <a:xfrm>
              <a:off x="348400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62" name="pg2912">
              <a:extLst>
                <a:ext uri="{FF2B5EF4-FFF2-40B4-BE49-F238E27FC236}">
                  <a16:creationId xmlns:a16="http://schemas.microsoft.com/office/drawing/2014/main" id="{F087E5D8-7445-F7EE-0B93-3F9C56227DCC}"/>
                </a:ext>
              </a:extLst>
            </p:cNvPr>
            <p:cNvSpPr/>
            <p:nvPr/>
          </p:nvSpPr>
          <p:spPr>
            <a:xfrm>
              <a:off x="349564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63" name="pg2913">
              <a:extLst>
                <a:ext uri="{FF2B5EF4-FFF2-40B4-BE49-F238E27FC236}">
                  <a16:creationId xmlns:a16="http://schemas.microsoft.com/office/drawing/2014/main" id="{FB18D0DD-4406-0381-D6DA-1887A740A7AF}"/>
                </a:ext>
              </a:extLst>
            </p:cNvPr>
            <p:cNvSpPr/>
            <p:nvPr/>
          </p:nvSpPr>
          <p:spPr>
            <a:xfrm>
              <a:off x="350728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64" name="pg2914">
              <a:extLst>
                <a:ext uri="{FF2B5EF4-FFF2-40B4-BE49-F238E27FC236}">
                  <a16:creationId xmlns:a16="http://schemas.microsoft.com/office/drawing/2014/main" id="{1D474E20-B03F-A259-B764-6DB2C00C4881}"/>
                </a:ext>
              </a:extLst>
            </p:cNvPr>
            <p:cNvSpPr/>
            <p:nvPr/>
          </p:nvSpPr>
          <p:spPr>
            <a:xfrm>
              <a:off x="351891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65" name="pg2915">
              <a:extLst>
                <a:ext uri="{FF2B5EF4-FFF2-40B4-BE49-F238E27FC236}">
                  <a16:creationId xmlns:a16="http://schemas.microsoft.com/office/drawing/2014/main" id="{7B078722-41B2-9C59-4CE5-94F21F8101B5}"/>
                </a:ext>
              </a:extLst>
            </p:cNvPr>
            <p:cNvSpPr/>
            <p:nvPr/>
          </p:nvSpPr>
          <p:spPr>
            <a:xfrm>
              <a:off x="353055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66" name="pg2916">
              <a:extLst>
                <a:ext uri="{FF2B5EF4-FFF2-40B4-BE49-F238E27FC236}">
                  <a16:creationId xmlns:a16="http://schemas.microsoft.com/office/drawing/2014/main" id="{6EDE48A0-F55E-820B-E598-173B2C9EEFDA}"/>
                </a:ext>
              </a:extLst>
            </p:cNvPr>
            <p:cNvSpPr/>
            <p:nvPr/>
          </p:nvSpPr>
          <p:spPr>
            <a:xfrm>
              <a:off x="354219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67" name="pg2917">
              <a:extLst>
                <a:ext uri="{FF2B5EF4-FFF2-40B4-BE49-F238E27FC236}">
                  <a16:creationId xmlns:a16="http://schemas.microsoft.com/office/drawing/2014/main" id="{3AAFD607-95DC-3EE7-C6D2-ABB18FF90439}"/>
                </a:ext>
              </a:extLst>
            </p:cNvPr>
            <p:cNvSpPr/>
            <p:nvPr/>
          </p:nvSpPr>
          <p:spPr>
            <a:xfrm>
              <a:off x="355383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68" name="pg2918">
              <a:extLst>
                <a:ext uri="{FF2B5EF4-FFF2-40B4-BE49-F238E27FC236}">
                  <a16:creationId xmlns:a16="http://schemas.microsoft.com/office/drawing/2014/main" id="{83C68DCF-36D4-3C55-BC09-08B500049290}"/>
                </a:ext>
              </a:extLst>
            </p:cNvPr>
            <p:cNvSpPr/>
            <p:nvPr/>
          </p:nvSpPr>
          <p:spPr>
            <a:xfrm>
              <a:off x="356546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69" name="pg2919">
              <a:extLst>
                <a:ext uri="{FF2B5EF4-FFF2-40B4-BE49-F238E27FC236}">
                  <a16:creationId xmlns:a16="http://schemas.microsoft.com/office/drawing/2014/main" id="{31FF7180-A331-35E7-ED0A-14881A81146D}"/>
                </a:ext>
              </a:extLst>
            </p:cNvPr>
            <p:cNvSpPr/>
            <p:nvPr/>
          </p:nvSpPr>
          <p:spPr>
            <a:xfrm>
              <a:off x="358874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70" name="pg2920">
              <a:extLst>
                <a:ext uri="{FF2B5EF4-FFF2-40B4-BE49-F238E27FC236}">
                  <a16:creationId xmlns:a16="http://schemas.microsoft.com/office/drawing/2014/main" id="{AC0A1685-4DEF-BD6D-2E1F-381B764856A6}"/>
                </a:ext>
              </a:extLst>
            </p:cNvPr>
            <p:cNvSpPr/>
            <p:nvPr/>
          </p:nvSpPr>
          <p:spPr>
            <a:xfrm>
              <a:off x="360037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71" name="pg2921">
              <a:extLst>
                <a:ext uri="{FF2B5EF4-FFF2-40B4-BE49-F238E27FC236}">
                  <a16:creationId xmlns:a16="http://schemas.microsoft.com/office/drawing/2014/main" id="{45582A61-F0F1-CE90-846A-B724DD90FA95}"/>
                </a:ext>
              </a:extLst>
            </p:cNvPr>
            <p:cNvSpPr/>
            <p:nvPr/>
          </p:nvSpPr>
          <p:spPr>
            <a:xfrm>
              <a:off x="361201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72" name="pg2922">
              <a:extLst>
                <a:ext uri="{FF2B5EF4-FFF2-40B4-BE49-F238E27FC236}">
                  <a16:creationId xmlns:a16="http://schemas.microsoft.com/office/drawing/2014/main" id="{3FFAE0CC-C91E-3763-4309-66A9427C0004}"/>
                </a:ext>
              </a:extLst>
            </p:cNvPr>
            <p:cNvSpPr/>
            <p:nvPr/>
          </p:nvSpPr>
          <p:spPr>
            <a:xfrm>
              <a:off x="362365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73" name="pg2923">
              <a:extLst>
                <a:ext uri="{FF2B5EF4-FFF2-40B4-BE49-F238E27FC236}">
                  <a16:creationId xmlns:a16="http://schemas.microsoft.com/office/drawing/2014/main" id="{2A6F9CAB-BDD7-189B-EFF9-CD8416BEC744}"/>
                </a:ext>
              </a:extLst>
            </p:cNvPr>
            <p:cNvSpPr/>
            <p:nvPr/>
          </p:nvSpPr>
          <p:spPr>
            <a:xfrm>
              <a:off x="363529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74" name="pg2924">
              <a:extLst>
                <a:ext uri="{FF2B5EF4-FFF2-40B4-BE49-F238E27FC236}">
                  <a16:creationId xmlns:a16="http://schemas.microsoft.com/office/drawing/2014/main" id="{7F3702E2-5E80-230F-073D-CA53DA00D06F}"/>
                </a:ext>
              </a:extLst>
            </p:cNvPr>
            <p:cNvSpPr/>
            <p:nvPr/>
          </p:nvSpPr>
          <p:spPr>
            <a:xfrm>
              <a:off x="364692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75" name="pg2925">
              <a:extLst>
                <a:ext uri="{FF2B5EF4-FFF2-40B4-BE49-F238E27FC236}">
                  <a16:creationId xmlns:a16="http://schemas.microsoft.com/office/drawing/2014/main" id="{5B615B60-C2A5-AFCE-AC79-04CAD81FE685}"/>
                </a:ext>
              </a:extLst>
            </p:cNvPr>
            <p:cNvSpPr/>
            <p:nvPr/>
          </p:nvSpPr>
          <p:spPr>
            <a:xfrm>
              <a:off x="365856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76" name="pg2926">
              <a:extLst>
                <a:ext uri="{FF2B5EF4-FFF2-40B4-BE49-F238E27FC236}">
                  <a16:creationId xmlns:a16="http://schemas.microsoft.com/office/drawing/2014/main" id="{CCF0D6F6-EE48-547C-A4F4-EF4D0D9F7A99}"/>
                </a:ext>
              </a:extLst>
            </p:cNvPr>
            <p:cNvSpPr/>
            <p:nvPr/>
          </p:nvSpPr>
          <p:spPr>
            <a:xfrm>
              <a:off x="367020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77" name="pg2927">
              <a:extLst>
                <a:ext uri="{FF2B5EF4-FFF2-40B4-BE49-F238E27FC236}">
                  <a16:creationId xmlns:a16="http://schemas.microsoft.com/office/drawing/2014/main" id="{AE2E050E-9292-F296-4C49-E8F71542ADBF}"/>
                </a:ext>
              </a:extLst>
            </p:cNvPr>
            <p:cNvSpPr/>
            <p:nvPr/>
          </p:nvSpPr>
          <p:spPr>
            <a:xfrm>
              <a:off x="368184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78" name="pg2928">
              <a:extLst>
                <a:ext uri="{FF2B5EF4-FFF2-40B4-BE49-F238E27FC236}">
                  <a16:creationId xmlns:a16="http://schemas.microsoft.com/office/drawing/2014/main" id="{1263E17A-8BB5-79A1-04A1-858FD45051AA}"/>
                </a:ext>
              </a:extLst>
            </p:cNvPr>
            <p:cNvSpPr/>
            <p:nvPr/>
          </p:nvSpPr>
          <p:spPr>
            <a:xfrm>
              <a:off x="369347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79" name="pg2929">
              <a:extLst>
                <a:ext uri="{FF2B5EF4-FFF2-40B4-BE49-F238E27FC236}">
                  <a16:creationId xmlns:a16="http://schemas.microsoft.com/office/drawing/2014/main" id="{A3AA008A-0A78-361A-9884-56295F60BEBC}"/>
                </a:ext>
              </a:extLst>
            </p:cNvPr>
            <p:cNvSpPr/>
            <p:nvPr/>
          </p:nvSpPr>
          <p:spPr>
            <a:xfrm>
              <a:off x="370511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80" name="pg2930">
              <a:extLst>
                <a:ext uri="{FF2B5EF4-FFF2-40B4-BE49-F238E27FC236}">
                  <a16:creationId xmlns:a16="http://schemas.microsoft.com/office/drawing/2014/main" id="{E5E43880-A821-5729-0428-7E604D5F663D}"/>
                </a:ext>
              </a:extLst>
            </p:cNvPr>
            <p:cNvSpPr/>
            <p:nvPr/>
          </p:nvSpPr>
          <p:spPr>
            <a:xfrm>
              <a:off x="371675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81" name="pg2931">
              <a:extLst>
                <a:ext uri="{FF2B5EF4-FFF2-40B4-BE49-F238E27FC236}">
                  <a16:creationId xmlns:a16="http://schemas.microsoft.com/office/drawing/2014/main" id="{C2B094A8-B6C9-0797-4A25-0148659AA99B}"/>
                </a:ext>
              </a:extLst>
            </p:cNvPr>
            <p:cNvSpPr/>
            <p:nvPr/>
          </p:nvSpPr>
          <p:spPr>
            <a:xfrm>
              <a:off x="372839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82" name="pg2932">
              <a:extLst>
                <a:ext uri="{FF2B5EF4-FFF2-40B4-BE49-F238E27FC236}">
                  <a16:creationId xmlns:a16="http://schemas.microsoft.com/office/drawing/2014/main" id="{40CBE583-EE1D-0CFC-AE57-2E2BF1EC3B1C}"/>
                </a:ext>
              </a:extLst>
            </p:cNvPr>
            <p:cNvSpPr/>
            <p:nvPr/>
          </p:nvSpPr>
          <p:spPr>
            <a:xfrm>
              <a:off x="374002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83" name="pg2933">
              <a:extLst>
                <a:ext uri="{FF2B5EF4-FFF2-40B4-BE49-F238E27FC236}">
                  <a16:creationId xmlns:a16="http://schemas.microsoft.com/office/drawing/2014/main" id="{5F3B04B3-91A3-5D60-08A4-597275519DFE}"/>
                </a:ext>
              </a:extLst>
            </p:cNvPr>
            <p:cNvSpPr/>
            <p:nvPr/>
          </p:nvSpPr>
          <p:spPr>
            <a:xfrm>
              <a:off x="375166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84" name="pg2934">
              <a:extLst>
                <a:ext uri="{FF2B5EF4-FFF2-40B4-BE49-F238E27FC236}">
                  <a16:creationId xmlns:a16="http://schemas.microsoft.com/office/drawing/2014/main" id="{0D1CCB9B-F853-8D5E-AFC4-1EDDD01C9449}"/>
                </a:ext>
              </a:extLst>
            </p:cNvPr>
            <p:cNvSpPr/>
            <p:nvPr/>
          </p:nvSpPr>
          <p:spPr>
            <a:xfrm>
              <a:off x="376330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85" name="pg2935">
              <a:extLst>
                <a:ext uri="{FF2B5EF4-FFF2-40B4-BE49-F238E27FC236}">
                  <a16:creationId xmlns:a16="http://schemas.microsoft.com/office/drawing/2014/main" id="{54B14ACE-73AB-D7A5-FF64-43551D70BA86}"/>
                </a:ext>
              </a:extLst>
            </p:cNvPr>
            <p:cNvSpPr/>
            <p:nvPr/>
          </p:nvSpPr>
          <p:spPr>
            <a:xfrm>
              <a:off x="377493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86" name="pg2936">
              <a:extLst>
                <a:ext uri="{FF2B5EF4-FFF2-40B4-BE49-F238E27FC236}">
                  <a16:creationId xmlns:a16="http://schemas.microsoft.com/office/drawing/2014/main" id="{4F3EEBB1-BF1D-9A1E-0CAE-6104B3FA6D78}"/>
                </a:ext>
              </a:extLst>
            </p:cNvPr>
            <p:cNvSpPr/>
            <p:nvPr/>
          </p:nvSpPr>
          <p:spPr>
            <a:xfrm>
              <a:off x="415897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87" name="pg2937">
              <a:extLst>
                <a:ext uri="{FF2B5EF4-FFF2-40B4-BE49-F238E27FC236}">
                  <a16:creationId xmlns:a16="http://schemas.microsoft.com/office/drawing/2014/main" id="{97F4124E-2E36-4C77-00C6-CCF1A873C33E}"/>
                </a:ext>
              </a:extLst>
            </p:cNvPr>
            <p:cNvSpPr/>
            <p:nvPr/>
          </p:nvSpPr>
          <p:spPr>
            <a:xfrm>
              <a:off x="434516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88" name="pg2938">
              <a:extLst>
                <a:ext uri="{FF2B5EF4-FFF2-40B4-BE49-F238E27FC236}">
                  <a16:creationId xmlns:a16="http://schemas.microsoft.com/office/drawing/2014/main" id="{9ABB2EBB-1E8F-5846-2CC7-3827D210E810}"/>
                </a:ext>
              </a:extLst>
            </p:cNvPr>
            <p:cNvSpPr/>
            <p:nvPr/>
          </p:nvSpPr>
          <p:spPr>
            <a:xfrm>
              <a:off x="435680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89" name="pg2939">
              <a:extLst>
                <a:ext uri="{FF2B5EF4-FFF2-40B4-BE49-F238E27FC236}">
                  <a16:creationId xmlns:a16="http://schemas.microsoft.com/office/drawing/2014/main" id="{39165257-A7E2-40D5-ED58-FD050BBF33E2}"/>
                </a:ext>
              </a:extLst>
            </p:cNvPr>
            <p:cNvSpPr/>
            <p:nvPr/>
          </p:nvSpPr>
          <p:spPr>
            <a:xfrm>
              <a:off x="436844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90" name="pg2940">
              <a:extLst>
                <a:ext uri="{FF2B5EF4-FFF2-40B4-BE49-F238E27FC236}">
                  <a16:creationId xmlns:a16="http://schemas.microsoft.com/office/drawing/2014/main" id="{C6E8BE34-BC10-0ECE-2629-842A6BFE545D}"/>
                </a:ext>
              </a:extLst>
            </p:cNvPr>
            <p:cNvSpPr/>
            <p:nvPr/>
          </p:nvSpPr>
          <p:spPr>
            <a:xfrm>
              <a:off x="438008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91" name="pg2941">
              <a:extLst>
                <a:ext uri="{FF2B5EF4-FFF2-40B4-BE49-F238E27FC236}">
                  <a16:creationId xmlns:a16="http://schemas.microsoft.com/office/drawing/2014/main" id="{BE1AD8DD-FD70-DF69-9880-61772A415FA2}"/>
                </a:ext>
              </a:extLst>
            </p:cNvPr>
            <p:cNvSpPr/>
            <p:nvPr/>
          </p:nvSpPr>
          <p:spPr>
            <a:xfrm>
              <a:off x="439171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92" name="pg2942">
              <a:extLst>
                <a:ext uri="{FF2B5EF4-FFF2-40B4-BE49-F238E27FC236}">
                  <a16:creationId xmlns:a16="http://schemas.microsoft.com/office/drawing/2014/main" id="{577A200F-9C73-6E9C-8326-1417A7241EAB}"/>
                </a:ext>
              </a:extLst>
            </p:cNvPr>
            <p:cNvSpPr/>
            <p:nvPr/>
          </p:nvSpPr>
          <p:spPr>
            <a:xfrm>
              <a:off x="440335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93" name="pg2943">
              <a:extLst>
                <a:ext uri="{FF2B5EF4-FFF2-40B4-BE49-F238E27FC236}">
                  <a16:creationId xmlns:a16="http://schemas.microsoft.com/office/drawing/2014/main" id="{D21CF70B-C9CB-2444-1B5D-6141A474E18A}"/>
                </a:ext>
              </a:extLst>
            </p:cNvPr>
            <p:cNvSpPr/>
            <p:nvPr/>
          </p:nvSpPr>
          <p:spPr>
            <a:xfrm>
              <a:off x="441499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94" name="pg2944">
              <a:extLst>
                <a:ext uri="{FF2B5EF4-FFF2-40B4-BE49-F238E27FC236}">
                  <a16:creationId xmlns:a16="http://schemas.microsoft.com/office/drawing/2014/main" id="{FBF30136-C4A0-0641-2A25-FD1EF1914252}"/>
                </a:ext>
              </a:extLst>
            </p:cNvPr>
            <p:cNvSpPr/>
            <p:nvPr/>
          </p:nvSpPr>
          <p:spPr>
            <a:xfrm>
              <a:off x="457791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95" name="pg2945">
              <a:extLst>
                <a:ext uri="{FF2B5EF4-FFF2-40B4-BE49-F238E27FC236}">
                  <a16:creationId xmlns:a16="http://schemas.microsoft.com/office/drawing/2014/main" id="{C67FAC5E-08EC-1BC5-FD3E-9A1511C85A56}"/>
                </a:ext>
              </a:extLst>
            </p:cNvPr>
            <p:cNvSpPr/>
            <p:nvPr/>
          </p:nvSpPr>
          <p:spPr>
            <a:xfrm>
              <a:off x="458955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96" name="pg2946">
              <a:extLst>
                <a:ext uri="{FF2B5EF4-FFF2-40B4-BE49-F238E27FC236}">
                  <a16:creationId xmlns:a16="http://schemas.microsoft.com/office/drawing/2014/main" id="{99634723-97BC-7829-9E48-75CDEBE38845}"/>
                </a:ext>
              </a:extLst>
            </p:cNvPr>
            <p:cNvSpPr/>
            <p:nvPr/>
          </p:nvSpPr>
          <p:spPr>
            <a:xfrm>
              <a:off x="460119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97" name="pg2947">
              <a:extLst>
                <a:ext uri="{FF2B5EF4-FFF2-40B4-BE49-F238E27FC236}">
                  <a16:creationId xmlns:a16="http://schemas.microsoft.com/office/drawing/2014/main" id="{3D188CC7-5414-3675-6F9B-1CA5BD0450AC}"/>
                </a:ext>
              </a:extLst>
            </p:cNvPr>
            <p:cNvSpPr/>
            <p:nvPr/>
          </p:nvSpPr>
          <p:spPr>
            <a:xfrm>
              <a:off x="461282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98" name="pg2948">
              <a:extLst>
                <a:ext uri="{FF2B5EF4-FFF2-40B4-BE49-F238E27FC236}">
                  <a16:creationId xmlns:a16="http://schemas.microsoft.com/office/drawing/2014/main" id="{D5B0B7A9-9575-05F8-E711-6786F5B258D7}"/>
                </a:ext>
              </a:extLst>
            </p:cNvPr>
            <p:cNvSpPr/>
            <p:nvPr/>
          </p:nvSpPr>
          <p:spPr>
            <a:xfrm>
              <a:off x="462446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99" name="pg2949">
              <a:extLst>
                <a:ext uri="{FF2B5EF4-FFF2-40B4-BE49-F238E27FC236}">
                  <a16:creationId xmlns:a16="http://schemas.microsoft.com/office/drawing/2014/main" id="{6E91D96A-360E-F3CE-67C7-C19994053E50}"/>
                </a:ext>
              </a:extLst>
            </p:cNvPr>
            <p:cNvSpPr/>
            <p:nvPr/>
          </p:nvSpPr>
          <p:spPr>
            <a:xfrm>
              <a:off x="309997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00" name="pg2950">
              <a:extLst>
                <a:ext uri="{FF2B5EF4-FFF2-40B4-BE49-F238E27FC236}">
                  <a16:creationId xmlns:a16="http://schemas.microsoft.com/office/drawing/2014/main" id="{7E827579-BF28-59C6-C048-6B9FEDC0FBB6}"/>
                </a:ext>
              </a:extLst>
            </p:cNvPr>
            <p:cNvSpPr/>
            <p:nvPr/>
          </p:nvSpPr>
          <p:spPr>
            <a:xfrm>
              <a:off x="311161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01" name="pg2951">
              <a:extLst>
                <a:ext uri="{FF2B5EF4-FFF2-40B4-BE49-F238E27FC236}">
                  <a16:creationId xmlns:a16="http://schemas.microsoft.com/office/drawing/2014/main" id="{013B75BD-F161-553F-2243-9DBA09E07B3B}"/>
                </a:ext>
              </a:extLst>
            </p:cNvPr>
            <p:cNvSpPr/>
            <p:nvPr/>
          </p:nvSpPr>
          <p:spPr>
            <a:xfrm>
              <a:off x="312324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02" name="pg2952">
              <a:extLst>
                <a:ext uri="{FF2B5EF4-FFF2-40B4-BE49-F238E27FC236}">
                  <a16:creationId xmlns:a16="http://schemas.microsoft.com/office/drawing/2014/main" id="{3A4ACBE8-7D73-5F4D-1A90-B224B0B2B699}"/>
                </a:ext>
              </a:extLst>
            </p:cNvPr>
            <p:cNvSpPr/>
            <p:nvPr/>
          </p:nvSpPr>
          <p:spPr>
            <a:xfrm>
              <a:off x="313488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03" name="pg2953">
              <a:extLst>
                <a:ext uri="{FF2B5EF4-FFF2-40B4-BE49-F238E27FC236}">
                  <a16:creationId xmlns:a16="http://schemas.microsoft.com/office/drawing/2014/main" id="{85E5D048-5E4A-1A1A-2B4D-C630E3691C66}"/>
                </a:ext>
              </a:extLst>
            </p:cNvPr>
            <p:cNvSpPr/>
            <p:nvPr/>
          </p:nvSpPr>
          <p:spPr>
            <a:xfrm>
              <a:off x="314652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04" name="pg2954">
              <a:extLst>
                <a:ext uri="{FF2B5EF4-FFF2-40B4-BE49-F238E27FC236}">
                  <a16:creationId xmlns:a16="http://schemas.microsoft.com/office/drawing/2014/main" id="{DD6569F3-E795-835A-3F16-2FBC298A5252}"/>
                </a:ext>
              </a:extLst>
            </p:cNvPr>
            <p:cNvSpPr/>
            <p:nvPr/>
          </p:nvSpPr>
          <p:spPr>
            <a:xfrm>
              <a:off x="315816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05" name="pg2955">
              <a:extLst>
                <a:ext uri="{FF2B5EF4-FFF2-40B4-BE49-F238E27FC236}">
                  <a16:creationId xmlns:a16="http://schemas.microsoft.com/office/drawing/2014/main" id="{980804C4-1915-613F-32A8-046BAC70DE61}"/>
                </a:ext>
              </a:extLst>
            </p:cNvPr>
            <p:cNvSpPr/>
            <p:nvPr/>
          </p:nvSpPr>
          <p:spPr>
            <a:xfrm>
              <a:off x="316979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06" name="pg2956">
              <a:extLst>
                <a:ext uri="{FF2B5EF4-FFF2-40B4-BE49-F238E27FC236}">
                  <a16:creationId xmlns:a16="http://schemas.microsoft.com/office/drawing/2014/main" id="{D815E710-C056-076E-CE46-AAABA73FB04D}"/>
                </a:ext>
              </a:extLst>
            </p:cNvPr>
            <p:cNvSpPr/>
            <p:nvPr/>
          </p:nvSpPr>
          <p:spPr>
            <a:xfrm>
              <a:off x="318143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07" name="pg2957">
              <a:extLst>
                <a:ext uri="{FF2B5EF4-FFF2-40B4-BE49-F238E27FC236}">
                  <a16:creationId xmlns:a16="http://schemas.microsoft.com/office/drawing/2014/main" id="{217B0994-5D79-32DC-E34A-67D35301A78B}"/>
                </a:ext>
              </a:extLst>
            </p:cNvPr>
            <p:cNvSpPr/>
            <p:nvPr/>
          </p:nvSpPr>
          <p:spPr>
            <a:xfrm>
              <a:off x="319307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08" name="pg2958">
              <a:extLst>
                <a:ext uri="{FF2B5EF4-FFF2-40B4-BE49-F238E27FC236}">
                  <a16:creationId xmlns:a16="http://schemas.microsoft.com/office/drawing/2014/main" id="{E3C17F6F-F5F2-592D-8E42-7481E7465CD9}"/>
                </a:ext>
              </a:extLst>
            </p:cNvPr>
            <p:cNvSpPr/>
            <p:nvPr/>
          </p:nvSpPr>
          <p:spPr>
            <a:xfrm>
              <a:off x="320471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09" name="pg2959">
              <a:extLst>
                <a:ext uri="{FF2B5EF4-FFF2-40B4-BE49-F238E27FC236}">
                  <a16:creationId xmlns:a16="http://schemas.microsoft.com/office/drawing/2014/main" id="{27F44BA5-A541-1B06-F182-2EB7CFA91F92}"/>
                </a:ext>
              </a:extLst>
            </p:cNvPr>
            <p:cNvSpPr/>
            <p:nvPr/>
          </p:nvSpPr>
          <p:spPr>
            <a:xfrm>
              <a:off x="341418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10" name="pg2960">
              <a:extLst>
                <a:ext uri="{FF2B5EF4-FFF2-40B4-BE49-F238E27FC236}">
                  <a16:creationId xmlns:a16="http://schemas.microsoft.com/office/drawing/2014/main" id="{A23A48D3-1026-C3C1-66FA-179D28196E3E}"/>
                </a:ext>
              </a:extLst>
            </p:cNvPr>
            <p:cNvSpPr/>
            <p:nvPr/>
          </p:nvSpPr>
          <p:spPr>
            <a:xfrm>
              <a:off x="342581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11" name="pg2961">
              <a:extLst>
                <a:ext uri="{FF2B5EF4-FFF2-40B4-BE49-F238E27FC236}">
                  <a16:creationId xmlns:a16="http://schemas.microsoft.com/office/drawing/2014/main" id="{A1C05493-7E3D-5303-F3E4-22A3030038F0}"/>
                </a:ext>
              </a:extLst>
            </p:cNvPr>
            <p:cNvSpPr/>
            <p:nvPr/>
          </p:nvSpPr>
          <p:spPr>
            <a:xfrm>
              <a:off x="349564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12" name="pg2962">
              <a:extLst>
                <a:ext uri="{FF2B5EF4-FFF2-40B4-BE49-F238E27FC236}">
                  <a16:creationId xmlns:a16="http://schemas.microsoft.com/office/drawing/2014/main" id="{76FF117E-16BC-9EAD-6407-CCE2E91BA8FB}"/>
                </a:ext>
              </a:extLst>
            </p:cNvPr>
            <p:cNvSpPr/>
            <p:nvPr/>
          </p:nvSpPr>
          <p:spPr>
            <a:xfrm>
              <a:off x="350728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13" name="pg2963">
              <a:extLst>
                <a:ext uri="{FF2B5EF4-FFF2-40B4-BE49-F238E27FC236}">
                  <a16:creationId xmlns:a16="http://schemas.microsoft.com/office/drawing/2014/main" id="{C2F50EC8-E992-3003-E124-16B588FDD4D8}"/>
                </a:ext>
              </a:extLst>
            </p:cNvPr>
            <p:cNvSpPr/>
            <p:nvPr/>
          </p:nvSpPr>
          <p:spPr>
            <a:xfrm>
              <a:off x="351891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14" name="pg2964">
              <a:extLst>
                <a:ext uri="{FF2B5EF4-FFF2-40B4-BE49-F238E27FC236}">
                  <a16:creationId xmlns:a16="http://schemas.microsoft.com/office/drawing/2014/main" id="{0ABC878F-D27C-246E-9333-3C879F08121C}"/>
                </a:ext>
              </a:extLst>
            </p:cNvPr>
            <p:cNvSpPr/>
            <p:nvPr/>
          </p:nvSpPr>
          <p:spPr>
            <a:xfrm>
              <a:off x="353055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15" name="pg2965">
              <a:extLst>
                <a:ext uri="{FF2B5EF4-FFF2-40B4-BE49-F238E27FC236}">
                  <a16:creationId xmlns:a16="http://schemas.microsoft.com/office/drawing/2014/main" id="{00E7DDF8-1AF5-696B-A878-F972833630B8}"/>
                </a:ext>
              </a:extLst>
            </p:cNvPr>
            <p:cNvSpPr/>
            <p:nvPr/>
          </p:nvSpPr>
          <p:spPr>
            <a:xfrm>
              <a:off x="354219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16" name="pg2966">
              <a:extLst>
                <a:ext uri="{FF2B5EF4-FFF2-40B4-BE49-F238E27FC236}">
                  <a16:creationId xmlns:a16="http://schemas.microsoft.com/office/drawing/2014/main" id="{D271074B-A82D-7B4B-B1B6-604D9F8DE317}"/>
                </a:ext>
              </a:extLst>
            </p:cNvPr>
            <p:cNvSpPr/>
            <p:nvPr/>
          </p:nvSpPr>
          <p:spPr>
            <a:xfrm>
              <a:off x="355383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17" name="pg2967">
              <a:extLst>
                <a:ext uri="{FF2B5EF4-FFF2-40B4-BE49-F238E27FC236}">
                  <a16:creationId xmlns:a16="http://schemas.microsoft.com/office/drawing/2014/main" id="{AB96BB22-F6E0-57C4-1143-657F823DE2FE}"/>
                </a:ext>
              </a:extLst>
            </p:cNvPr>
            <p:cNvSpPr/>
            <p:nvPr/>
          </p:nvSpPr>
          <p:spPr>
            <a:xfrm>
              <a:off x="356546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18" name="pg2968">
              <a:extLst>
                <a:ext uri="{FF2B5EF4-FFF2-40B4-BE49-F238E27FC236}">
                  <a16:creationId xmlns:a16="http://schemas.microsoft.com/office/drawing/2014/main" id="{5822F4F9-280A-C7ED-A793-BFC6739AB076}"/>
                </a:ext>
              </a:extLst>
            </p:cNvPr>
            <p:cNvSpPr/>
            <p:nvPr/>
          </p:nvSpPr>
          <p:spPr>
            <a:xfrm>
              <a:off x="357710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19" name="pg2969">
              <a:extLst>
                <a:ext uri="{FF2B5EF4-FFF2-40B4-BE49-F238E27FC236}">
                  <a16:creationId xmlns:a16="http://schemas.microsoft.com/office/drawing/2014/main" id="{42D72DC5-6574-0FDB-1348-D7859BE13557}"/>
                </a:ext>
              </a:extLst>
            </p:cNvPr>
            <p:cNvSpPr/>
            <p:nvPr/>
          </p:nvSpPr>
          <p:spPr>
            <a:xfrm>
              <a:off x="358874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20" name="pg2970">
              <a:extLst>
                <a:ext uri="{FF2B5EF4-FFF2-40B4-BE49-F238E27FC236}">
                  <a16:creationId xmlns:a16="http://schemas.microsoft.com/office/drawing/2014/main" id="{03026D27-79CC-6405-239E-44B9AE624849}"/>
                </a:ext>
              </a:extLst>
            </p:cNvPr>
            <p:cNvSpPr/>
            <p:nvPr/>
          </p:nvSpPr>
          <p:spPr>
            <a:xfrm>
              <a:off x="360037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21" name="pg2971">
              <a:extLst>
                <a:ext uri="{FF2B5EF4-FFF2-40B4-BE49-F238E27FC236}">
                  <a16:creationId xmlns:a16="http://schemas.microsoft.com/office/drawing/2014/main" id="{E05C9FD9-FF97-FD3E-09EC-ABF3237739F5}"/>
                </a:ext>
              </a:extLst>
            </p:cNvPr>
            <p:cNvSpPr/>
            <p:nvPr/>
          </p:nvSpPr>
          <p:spPr>
            <a:xfrm>
              <a:off x="361201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22" name="pg2972">
              <a:extLst>
                <a:ext uri="{FF2B5EF4-FFF2-40B4-BE49-F238E27FC236}">
                  <a16:creationId xmlns:a16="http://schemas.microsoft.com/office/drawing/2014/main" id="{798C4526-834C-68DC-3D91-6DA7B9CF5991}"/>
                </a:ext>
              </a:extLst>
            </p:cNvPr>
            <p:cNvSpPr/>
            <p:nvPr/>
          </p:nvSpPr>
          <p:spPr>
            <a:xfrm>
              <a:off x="362365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23" name="pg2973">
              <a:extLst>
                <a:ext uri="{FF2B5EF4-FFF2-40B4-BE49-F238E27FC236}">
                  <a16:creationId xmlns:a16="http://schemas.microsoft.com/office/drawing/2014/main" id="{98AB11CD-5124-8921-ED5F-7590D03F0F9C}"/>
                </a:ext>
              </a:extLst>
            </p:cNvPr>
            <p:cNvSpPr/>
            <p:nvPr/>
          </p:nvSpPr>
          <p:spPr>
            <a:xfrm>
              <a:off x="363529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24" name="pg2974">
              <a:extLst>
                <a:ext uri="{FF2B5EF4-FFF2-40B4-BE49-F238E27FC236}">
                  <a16:creationId xmlns:a16="http://schemas.microsoft.com/office/drawing/2014/main" id="{BB9A2916-6CFB-C2BA-07C6-F90E68B247EC}"/>
                </a:ext>
              </a:extLst>
            </p:cNvPr>
            <p:cNvSpPr/>
            <p:nvPr/>
          </p:nvSpPr>
          <p:spPr>
            <a:xfrm>
              <a:off x="364692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25" name="pg2975">
              <a:extLst>
                <a:ext uri="{FF2B5EF4-FFF2-40B4-BE49-F238E27FC236}">
                  <a16:creationId xmlns:a16="http://schemas.microsoft.com/office/drawing/2014/main" id="{B1FA2BAF-1CD5-8A54-EC20-42D65F4BD479}"/>
                </a:ext>
              </a:extLst>
            </p:cNvPr>
            <p:cNvSpPr/>
            <p:nvPr/>
          </p:nvSpPr>
          <p:spPr>
            <a:xfrm>
              <a:off x="365856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26" name="pg2976">
              <a:extLst>
                <a:ext uri="{FF2B5EF4-FFF2-40B4-BE49-F238E27FC236}">
                  <a16:creationId xmlns:a16="http://schemas.microsoft.com/office/drawing/2014/main" id="{5BB520AC-CC99-B810-7823-E9759464496D}"/>
                </a:ext>
              </a:extLst>
            </p:cNvPr>
            <p:cNvSpPr/>
            <p:nvPr/>
          </p:nvSpPr>
          <p:spPr>
            <a:xfrm>
              <a:off x="367020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27" name="pg2977">
              <a:extLst>
                <a:ext uri="{FF2B5EF4-FFF2-40B4-BE49-F238E27FC236}">
                  <a16:creationId xmlns:a16="http://schemas.microsoft.com/office/drawing/2014/main" id="{EF69F8F3-9FA0-2E91-8A2F-4D8CA3D60FD0}"/>
                </a:ext>
              </a:extLst>
            </p:cNvPr>
            <p:cNvSpPr/>
            <p:nvPr/>
          </p:nvSpPr>
          <p:spPr>
            <a:xfrm>
              <a:off x="368184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28" name="pg2978">
              <a:extLst>
                <a:ext uri="{FF2B5EF4-FFF2-40B4-BE49-F238E27FC236}">
                  <a16:creationId xmlns:a16="http://schemas.microsoft.com/office/drawing/2014/main" id="{D0DA0254-87E6-4170-EE71-DE024B32C010}"/>
                </a:ext>
              </a:extLst>
            </p:cNvPr>
            <p:cNvSpPr/>
            <p:nvPr/>
          </p:nvSpPr>
          <p:spPr>
            <a:xfrm>
              <a:off x="369347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29" name="pg2979">
              <a:extLst>
                <a:ext uri="{FF2B5EF4-FFF2-40B4-BE49-F238E27FC236}">
                  <a16:creationId xmlns:a16="http://schemas.microsoft.com/office/drawing/2014/main" id="{8CDC8CF7-1D59-06DE-8D5F-55A3D5F1635E}"/>
                </a:ext>
              </a:extLst>
            </p:cNvPr>
            <p:cNvSpPr/>
            <p:nvPr/>
          </p:nvSpPr>
          <p:spPr>
            <a:xfrm>
              <a:off x="370511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30" name="pg2980">
              <a:extLst>
                <a:ext uri="{FF2B5EF4-FFF2-40B4-BE49-F238E27FC236}">
                  <a16:creationId xmlns:a16="http://schemas.microsoft.com/office/drawing/2014/main" id="{9308FC43-1DA0-815B-2720-82ADC77DC441}"/>
                </a:ext>
              </a:extLst>
            </p:cNvPr>
            <p:cNvSpPr/>
            <p:nvPr/>
          </p:nvSpPr>
          <p:spPr>
            <a:xfrm>
              <a:off x="371675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31" name="pg2981">
              <a:extLst>
                <a:ext uri="{FF2B5EF4-FFF2-40B4-BE49-F238E27FC236}">
                  <a16:creationId xmlns:a16="http://schemas.microsoft.com/office/drawing/2014/main" id="{3C581ACE-8AF6-89F8-FA34-2AD7B1990318}"/>
                </a:ext>
              </a:extLst>
            </p:cNvPr>
            <p:cNvSpPr/>
            <p:nvPr/>
          </p:nvSpPr>
          <p:spPr>
            <a:xfrm>
              <a:off x="372839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32" name="pg2982">
              <a:extLst>
                <a:ext uri="{FF2B5EF4-FFF2-40B4-BE49-F238E27FC236}">
                  <a16:creationId xmlns:a16="http://schemas.microsoft.com/office/drawing/2014/main" id="{0CBD7ADA-45CA-A4BF-378E-CA0B810818F2}"/>
                </a:ext>
              </a:extLst>
            </p:cNvPr>
            <p:cNvSpPr/>
            <p:nvPr/>
          </p:nvSpPr>
          <p:spPr>
            <a:xfrm>
              <a:off x="374002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33" name="pg2983">
              <a:extLst>
                <a:ext uri="{FF2B5EF4-FFF2-40B4-BE49-F238E27FC236}">
                  <a16:creationId xmlns:a16="http://schemas.microsoft.com/office/drawing/2014/main" id="{FDEF4FC7-293D-98B6-82BE-DCAFDCE7B890}"/>
                </a:ext>
              </a:extLst>
            </p:cNvPr>
            <p:cNvSpPr/>
            <p:nvPr/>
          </p:nvSpPr>
          <p:spPr>
            <a:xfrm>
              <a:off x="375166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34" name="pg2984">
              <a:extLst>
                <a:ext uri="{FF2B5EF4-FFF2-40B4-BE49-F238E27FC236}">
                  <a16:creationId xmlns:a16="http://schemas.microsoft.com/office/drawing/2014/main" id="{2D564ABD-AB5A-EACE-8BAB-75F3D343190B}"/>
                </a:ext>
              </a:extLst>
            </p:cNvPr>
            <p:cNvSpPr/>
            <p:nvPr/>
          </p:nvSpPr>
          <p:spPr>
            <a:xfrm>
              <a:off x="376330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35" name="pg2985">
              <a:extLst>
                <a:ext uri="{FF2B5EF4-FFF2-40B4-BE49-F238E27FC236}">
                  <a16:creationId xmlns:a16="http://schemas.microsoft.com/office/drawing/2014/main" id="{742DB373-8F7B-5BBD-40E3-05D8EE897BA1}"/>
                </a:ext>
              </a:extLst>
            </p:cNvPr>
            <p:cNvSpPr/>
            <p:nvPr/>
          </p:nvSpPr>
          <p:spPr>
            <a:xfrm>
              <a:off x="377493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36" name="pg2986">
              <a:extLst>
                <a:ext uri="{FF2B5EF4-FFF2-40B4-BE49-F238E27FC236}">
                  <a16:creationId xmlns:a16="http://schemas.microsoft.com/office/drawing/2014/main" id="{200390AC-9E96-F37A-31F2-3B1A037022C6}"/>
                </a:ext>
              </a:extLst>
            </p:cNvPr>
            <p:cNvSpPr/>
            <p:nvPr/>
          </p:nvSpPr>
          <p:spPr>
            <a:xfrm>
              <a:off x="378657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37" name="pg2987">
              <a:extLst>
                <a:ext uri="{FF2B5EF4-FFF2-40B4-BE49-F238E27FC236}">
                  <a16:creationId xmlns:a16="http://schemas.microsoft.com/office/drawing/2014/main" id="{0ACE2FBD-C1D0-23C0-86DB-66A8C0CE501C}"/>
                </a:ext>
              </a:extLst>
            </p:cNvPr>
            <p:cNvSpPr/>
            <p:nvPr/>
          </p:nvSpPr>
          <p:spPr>
            <a:xfrm>
              <a:off x="435680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38" name="pg2988">
              <a:extLst>
                <a:ext uri="{FF2B5EF4-FFF2-40B4-BE49-F238E27FC236}">
                  <a16:creationId xmlns:a16="http://schemas.microsoft.com/office/drawing/2014/main" id="{27A66828-8E9D-F7D8-46E3-41F30BD646F1}"/>
                </a:ext>
              </a:extLst>
            </p:cNvPr>
            <p:cNvSpPr/>
            <p:nvPr/>
          </p:nvSpPr>
          <p:spPr>
            <a:xfrm>
              <a:off x="436844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39" name="pg2989">
              <a:extLst>
                <a:ext uri="{FF2B5EF4-FFF2-40B4-BE49-F238E27FC236}">
                  <a16:creationId xmlns:a16="http://schemas.microsoft.com/office/drawing/2014/main" id="{13BB0006-B942-7E52-F745-4527750B47D5}"/>
                </a:ext>
              </a:extLst>
            </p:cNvPr>
            <p:cNvSpPr/>
            <p:nvPr/>
          </p:nvSpPr>
          <p:spPr>
            <a:xfrm>
              <a:off x="438008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40" name="pg2990">
              <a:extLst>
                <a:ext uri="{FF2B5EF4-FFF2-40B4-BE49-F238E27FC236}">
                  <a16:creationId xmlns:a16="http://schemas.microsoft.com/office/drawing/2014/main" id="{86C3281D-C316-3793-2AFD-50F5EEA7367F}"/>
                </a:ext>
              </a:extLst>
            </p:cNvPr>
            <p:cNvSpPr/>
            <p:nvPr/>
          </p:nvSpPr>
          <p:spPr>
            <a:xfrm>
              <a:off x="439171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41" name="pg2991">
              <a:extLst>
                <a:ext uri="{FF2B5EF4-FFF2-40B4-BE49-F238E27FC236}">
                  <a16:creationId xmlns:a16="http://schemas.microsoft.com/office/drawing/2014/main" id="{ABC9041C-31AC-D673-C73D-0D3897FC45C6}"/>
                </a:ext>
              </a:extLst>
            </p:cNvPr>
            <p:cNvSpPr/>
            <p:nvPr/>
          </p:nvSpPr>
          <p:spPr>
            <a:xfrm>
              <a:off x="440335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42" name="pg2992">
              <a:extLst>
                <a:ext uri="{FF2B5EF4-FFF2-40B4-BE49-F238E27FC236}">
                  <a16:creationId xmlns:a16="http://schemas.microsoft.com/office/drawing/2014/main" id="{F25298DE-CEF1-4F0D-9AE3-9A474022F199}"/>
                </a:ext>
              </a:extLst>
            </p:cNvPr>
            <p:cNvSpPr/>
            <p:nvPr/>
          </p:nvSpPr>
          <p:spPr>
            <a:xfrm>
              <a:off x="441499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43" name="pg2993">
              <a:extLst>
                <a:ext uri="{FF2B5EF4-FFF2-40B4-BE49-F238E27FC236}">
                  <a16:creationId xmlns:a16="http://schemas.microsoft.com/office/drawing/2014/main" id="{155CDDBD-7F8C-1ED7-85BC-1779BAEFE651}"/>
                </a:ext>
              </a:extLst>
            </p:cNvPr>
            <p:cNvSpPr/>
            <p:nvPr/>
          </p:nvSpPr>
          <p:spPr>
            <a:xfrm>
              <a:off x="442663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44" name="pg2994">
              <a:extLst>
                <a:ext uri="{FF2B5EF4-FFF2-40B4-BE49-F238E27FC236}">
                  <a16:creationId xmlns:a16="http://schemas.microsoft.com/office/drawing/2014/main" id="{D62F1D03-5239-CEF7-D083-BB5BB77E8B7B}"/>
                </a:ext>
              </a:extLst>
            </p:cNvPr>
            <p:cNvSpPr/>
            <p:nvPr/>
          </p:nvSpPr>
          <p:spPr>
            <a:xfrm>
              <a:off x="458955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45" name="pg2995">
              <a:extLst>
                <a:ext uri="{FF2B5EF4-FFF2-40B4-BE49-F238E27FC236}">
                  <a16:creationId xmlns:a16="http://schemas.microsoft.com/office/drawing/2014/main" id="{27E7AFE0-61E3-47E1-4ED3-9A308FB8A85F}"/>
                </a:ext>
              </a:extLst>
            </p:cNvPr>
            <p:cNvSpPr/>
            <p:nvPr/>
          </p:nvSpPr>
          <p:spPr>
            <a:xfrm>
              <a:off x="460119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46" name="pg2996">
              <a:extLst>
                <a:ext uri="{FF2B5EF4-FFF2-40B4-BE49-F238E27FC236}">
                  <a16:creationId xmlns:a16="http://schemas.microsoft.com/office/drawing/2014/main" id="{AFC5E974-9A7B-78D0-4C1A-0BAC343B3C87}"/>
                </a:ext>
              </a:extLst>
            </p:cNvPr>
            <p:cNvSpPr/>
            <p:nvPr/>
          </p:nvSpPr>
          <p:spPr>
            <a:xfrm>
              <a:off x="461282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47" name="pg2997">
              <a:extLst>
                <a:ext uri="{FF2B5EF4-FFF2-40B4-BE49-F238E27FC236}">
                  <a16:creationId xmlns:a16="http://schemas.microsoft.com/office/drawing/2014/main" id="{68C7BE7D-675D-E338-E015-F75F9505312C}"/>
                </a:ext>
              </a:extLst>
            </p:cNvPr>
            <p:cNvSpPr/>
            <p:nvPr/>
          </p:nvSpPr>
          <p:spPr>
            <a:xfrm>
              <a:off x="462446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48" name="pg2998">
              <a:extLst>
                <a:ext uri="{FF2B5EF4-FFF2-40B4-BE49-F238E27FC236}">
                  <a16:creationId xmlns:a16="http://schemas.microsoft.com/office/drawing/2014/main" id="{E88639AF-0983-0EB0-FAB5-898490B10AD4}"/>
                </a:ext>
              </a:extLst>
            </p:cNvPr>
            <p:cNvSpPr/>
            <p:nvPr/>
          </p:nvSpPr>
          <p:spPr>
            <a:xfrm>
              <a:off x="463610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49" name="pg2999">
              <a:extLst>
                <a:ext uri="{FF2B5EF4-FFF2-40B4-BE49-F238E27FC236}">
                  <a16:creationId xmlns:a16="http://schemas.microsoft.com/office/drawing/2014/main" id="{3FE3D666-27DD-C710-1DDA-3041BDD8D770}"/>
                </a:ext>
              </a:extLst>
            </p:cNvPr>
            <p:cNvSpPr/>
            <p:nvPr/>
          </p:nvSpPr>
          <p:spPr>
            <a:xfrm>
              <a:off x="309997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50" name="pg3000">
              <a:extLst>
                <a:ext uri="{FF2B5EF4-FFF2-40B4-BE49-F238E27FC236}">
                  <a16:creationId xmlns:a16="http://schemas.microsoft.com/office/drawing/2014/main" id="{FB821E84-C6A2-2AA7-05CC-E62645953DFA}"/>
                </a:ext>
              </a:extLst>
            </p:cNvPr>
            <p:cNvSpPr/>
            <p:nvPr/>
          </p:nvSpPr>
          <p:spPr>
            <a:xfrm>
              <a:off x="311161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51" name="pg3001">
              <a:extLst>
                <a:ext uri="{FF2B5EF4-FFF2-40B4-BE49-F238E27FC236}">
                  <a16:creationId xmlns:a16="http://schemas.microsoft.com/office/drawing/2014/main" id="{EB7DE07C-5EDA-339A-2DCE-D6BD1B4590E9}"/>
                </a:ext>
              </a:extLst>
            </p:cNvPr>
            <p:cNvSpPr/>
            <p:nvPr/>
          </p:nvSpPr>
          <p:spPr>
            <a:xfrm>
              <a:off x="312324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52" name="pg3002">
              <a:extLst>
                <a:ext uri="{FF2B5EF4-FFF2-40B4-BE49-F238E27FC236}">
                  <a16:creationId xmlns:a16="http://schemas.microsoft.com/office/drawing/2014/main" id="{69855FC4-7382-9C39-5221-39EB7FE2AE50}"/>
                </a:ext>
              </a:extLst>
            </p:cNvPr>
            <p:cNvSpPr/>
            <p:nvPr/>
          </p:nvSpPr>
          <p:spPr>
            <a:xfrm>
              <a:off x="313488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53" name="pg3003">
              <a:extLst>
                <a:ext uri="{FF2B5EF4-FFF2-40B4-BE49-F238E27FC236}">
                  <a16:creationId xmlns:a16="http://schemas.microsoft.com/office/drawing/2014/main" id="{34F06211-2F01-5CDC-DC20-6ECC539B08D6}"/>
                </a:ext>
              </a:extLst>
            </p:cNvPr>
            <p:cNvSpPr/>
            <p:nvPr/>
          </p:nvSpPr>
          <p:spPr>
            <a:xfrm>
              <a:off x="314652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54" name="pg3004">
              <a:extLst>
                <a:ext uri="{FF2B5EF4-FFF2-40B4-BE49-F238E27FC236}">
                  <a16:creationId xmlns:a16="http://schemas.microsoft.com/office/drawing/2014/main" id="{D570B313-26C3-8072-E456-465D7036566F}"/>
                </a:ext>
              </a:extLst>
            </p:cNvPr>
            <p:cNvSpPr/>
            <p:nvPr/>
          </p:nvSpPr>
          <p:spPr>
            <a:xfrm>
              <a:off x="315816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55" name="pg3005">
              <a:extLst>
                <a:ext uri="{FF2B5EF4-FFF2-40B4-BE49-F238E27FC236}">
                  <a16:creationId xmlns:a16="http://schemas.microsoft.com/office/drawing/2014/main" id="{C545F354-B7AB-36B1-BE84-3E33E56FB595}"/>
                </a:ext>
              </a:extLst>
            </p:cNvPr>
            <p:cNvSpPr/>
            <p:nvPr/>
          </p:nvSpPr>
          <p:spPr>
            <a:xfrm>
              <a:off x="316979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56" name="pg3006">
              <a:extLst>
                <a:ext uri="{FF2B5EF4-FFF2-40B4-BE49-F238E27FC236}">
                  <a16:creationId xmlns:a16="http://schemas.microsoft.com/office/drawing/2014/main" id="{936879E0-E884-8DF3-0276-D179E7CB445D}"/>
                </a:ext>
              </a:extLst>
            </p:cNvPr>
            <p:cNvSpPr/>
            <p:nvPr/>
          </p:nvSpPr>
          <p:spPr>
            <a:xfrm>
              <a:off x="318143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57" name="pg3007">
              <a:extLst>
                <a:ext uri="{FF2B5EF4-FFF2-40B4-BE49-F238E27FC236}">
                  <a16:creationId xmlns:a16="http://schemas.microsoft.com/office/drawing/2014/main" id="{17F4226F-1C20-18DA-971F-C19A5900076D}"/>
                </a:ext>
              </a:extLst>
            </p:cNvPr>
            <p:cNvSpPr/>
            <p:nvPr/>
          </p:nvSpPr>
          <p:spPr>
            <a:xfrm>
              <a:off x="350728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58" name="pg3008">
              <a:extLst>
                <a:ext uri="{FF2B5EF4-FFF2-40B4-BE49-F238E27FC236}">
                  <a16:creationId xmlns:a16="http://schemas.microsoft.com/office/drawing/2014/main" id="{60731315-77C8-37EE-B864-C47CC2FFB8A5}"/>
                </a:ext>
              </a:extLst>
            </p:cNvPr>
            <p:cNvSpPr/>
            <p:nvPr/>
          </p:nvSpPr>
          <p:spPr>
            <a:xfrm>
              <a:off x="351891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59" name="pg3009">
              <a:extLst>
                <a:ext uri="{FF2B5EF4-FFF2-40B4-BE49-F238E27FC236}">
                  <a16:creationId xmlns:a16="http://schemas.microsoft.com/office/drawing/2014/main" id="{1FB8A3E7-E985-3838-E280-8BF7F5796E05}"/>
                </a:ext>
              </a:extLst>
            </p:cNvPr>
            <p:cNvSpPr/>
            <p:nvPr/>
          </p:nvSpPr>
          <p:spPr>
            <a:xfrm>
              <a:off x="353055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60" name="pg3010">
              <a:extLst>
                <a:ext uri="{FF2B5EF4-FFF2-40B4-BE49-F238E27FC236}">
                  <a16:creationId xmlns:a16="http://schemas.microsoft.com/office/drawing/2014/main" id="{56609AF7-0133-FEC1-3C6D-EBDD549F577A}"/>
                </a:ext>
              </a:extLst>
            </p:cNvPr>
            <p:cNvSpPr/>
            <p:nvPr/>
          </p:nvSpPr>
          <p:spPr>
            <a:xfrm>
              <a:off x="354219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61" name="pg3011">
              <a:extLst>
                <a:ext uri="{FF2B5EF4-FFF2-40B4-BE49-F238E27FC236}">
                  <a16:creationId xmlns:a16="http://schemas.microsoft.com/office/drawing/2014/main" id="{A9946750-EE27-F76A-A1C4-E062488512F4}"/>
                </a:ext>
              </a:extLst>
            </p:cNvPr>
            <p:cNvSpPr/>
            <p:nvPr/>
          </p:nvSpPr>
          <p:spPr>
            <a:xfrm>
              <a:off x="355383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62" name="pg3012">
              <a:extLst>
                <a:ext uri="{FF2B5EF4-FFF2-40B4-BE49-F238E27FC236}">
                  <a16:creationId xmlns:a16="http://schemas.microsoft.com/office/drawing/2014/main" id="{C2786C2E-06B3-949C-E0A4-25724A83865F}"/>
                </a:ext>
              </a:extLst>
            </p:cNvPr>
            <p:cNvSpPr/>
            <p:nvPr/>
          </p:nvSpPr>
          <p:spPr>
            <a:xfrm>
              <a:off x="356546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63" name="pg3013">
              <a:extLst>
                <a:ext uri="{FF2B5EF4-FFF2-40B4-BE49-F238E27FC236}">
                  <a16:creationId xmlns:a16="http://schemas.microsoft.com/office/drawing/2014/main" id="{8F2116F9-5758-8FD4-D9A0-AA99D832A8F0}"/>
                </a:ext>
              </a:extLst>
            </p:cNvPr>
            <p:cNvSpPr/>
            <p:nvPr/>
          </p:nvSpPr>
          <p:spPr>
            <a:xfrm>
              <a:off x="357710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64" name="pg3014">
              <a:extLst>
                <a:ext uri="{FF2B5EF4-FFF2-40B4-BE49-F238E27FC236}">
                  <a16:creationId xmlns:a16="http://schemas.microsoft.com/office/drawing/2014/main" id="{7576ED49-34BB-22B8-7118-550D8FAFD0D9}"/>
                </a:ext>
              </a:extLst>
            </p:cNvPr>
            <p:cNvSpPr/>
            <p:nvPr/>
          </p:nvSpPr>
          <p:spPr>
            <a:xfrm>
              <a:off x="358874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65" name="pg3015">
              <a:extLst>
                <a:ext uri="{FF2B5EF4-FFF2-40B4-BE49-F238E27FC236}">
                  <a16:creationId xmlns:a16="http://schemas.microsoft.com/office/drawing/2014/main" id="{55623400-F1C3-10E3-41F2-D2159782378C}"/>
                </a:ext>
              </a:extLst>
            </p:cNvPr>
            <p:cNvSpPr/>
            <p:nvPr/>
          </p:nvSpPr>
          <p:spPr>
            <a:xfrm>
              <a:off x="360037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66" name="pg3016">
              <a:extLst>
                <a:ext uri="{FF2B5EF4-FFF2-40B4-BE49-F238E27FC236}">
                  <a16:creationId xmlns:a16="http://schemas.microsoft.com/office/drawing/2014/main" id="{EF05CE19-9361-C091-F9F9-0237FF9D4FAA}"/>
                </a:ext>
              </a:extLst>
            </p:cNvPr>
            <p:cNvSpPr/>
            <p:nvPr/>
          </p:nvSpPr>
          <p:spPr>
            <a:xfrm>
              <a:off x="361201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67" name="pg3017">
              <a:extLst>
                <a:ext uri="{FF2B5EF4-FFF2-40B4-BE49-F238E27FC236}">
                  <a16:creationId xmlns:a16="http://schemas.microsoft.com/office/drawing/2014/main" id="{901660E5-6DA6-FD18-B32B-A7AD01CD090A}"/>
                </a:ext>
              </a:extLst>
            </p:cNvPr>
            <p:cNvSpPr/>
            <p:nvPr/>
          </p:nvSpPr>
          <p:spPr>
            <a:xfrm>
              <a:off x="362365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68" name="pg3018">
              <a:extLst>
                <a:ext uri="{FF2B5EF4-FFF2-40B4-BE49-F238E27FC236}">
                  <a16:creationId xmlns:a16="http://schemas.microsoft.com/office/drawing/2014/main" id="{33217EF8-5BD2-FE5C-275E-60DDC999971C}"/>
                </a:ext>
              </a:extLst>
            </p:cNvPr>
            <p:cNvSpPr/>
            <p:nvPr/>
          </p:nvSpPr>
          <p:spPr>
            <a:xfrm>
              <a:off x="363529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69" name="pg3019">
              <a:extLst>
                <a:ext uri="{FF2B5EF4-FFF2-40B4-BE49-F238E27FC236}">
                  <a16:creationId xmlns:a16="http://schemas.microsoft.com/office/drawing/2014/main" id="{07393E48-E842-7CD5-3FA3-48ADB92DC19B}"/>
                </a:ext>
              </a:extLst>
            </p:cNvPr>
            <p:cNvSpPr/>
            <p:nvPr/>
          </p:nvSpPr>
          <p:spPr>
            <a:xfrm>
              <a:off x="364692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70" name="pg3020">
              <a:extLst>
                <a:ext uri="{FF2B5EF4-FFF2-40B4-BE49-F238E27FC236}">
                  <a16:creationId xmlns:a16="http://schemas.microsoft.com/office/drawing/2014/main" id="{6347F561-ACE9-402F-728D-AE88AF26D884}"/>
                </a:ext>
              </a:extLst>
            </p:cNvPr>
            <p:cNvSpPr/>
            <p:nvPr/>
          </p:nvSpPr>
          <p:spPr>
            <a:xfrm>
              <a:off x="365856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71" name="pg3021">
              <a:extLst>
                <a:ext uri="{FF2B5EF4-FFF2-40B4-BE49-F238E27FC236}">
                  <a16:creationId xmlns:a16="http://schemas.microsoft.com/office/drawing/2014/main" id="{3D85731D-38B5-5D7C-D814-6674B1A3A7B6}"/>
                </a:ext>
              </a:extLst>
            </p:cNvPr>
            <p:cNvSpPr/>
            <p:nvPr/>
          </p:nvSpPr>
          <p:spPr>
            <a:xfrm>
              <a:off x="367020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72" name="pg3022">
              <a:extLst>
                <a:ext uri="{FF2B5EF4-FFF2-40B4-BE49-F238E27FC236}">
                  <a16:creationId xmlns:a16="http://schemas.microsoft.com/office/drawing/2014/main" id="{E6A8FD62-0A88-7686-A4F7-DC7EA85F2546}"/>
                </a:ext>
              </a:extLst>
            </p:cNvPr>
            <p:cNvSpPr/>
            <p:nvPr/>
          </p:nvSpPr>
          <p:spPr>
            <a:xfrm>
              <a:off x="368184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73" name="pg3023">
              <a:extLst>
                <a:ext uri="{FF2B5EF4-FFF2-40B4-BE49-F238E27FC236}">
                  <a16:creationId xmlns:a16="http://schemas.microsoft.com/office/drawing/2014/main" id="{AC25B3A1-5DC2-FC3C-6DBF-75939952272D}"/>
                </a:ext>
              </a:extLst>
            </p:cNvPr>
            <p:cNvSpPr/>
            <p:nvPr/>
          </p:nvSpPr>
          <p:spPr>
            <a:xfrm>
              <a:off x="369347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74" name="pg3024">
              <a:extLst>
                <a:ext uri="{FF2B5EF4-FFF2-40B4-BE49-F238E27FC236}">
                  <a16:creationId xmlns:a16="http://schemas.microsoft.com/office/drawing/2014/main" id="{BA001DC4-E390-5158-D2D0-0518FCA63A6C}"/>
                </a:ext>
              </a:extLst>
            </p:cNvPr>
            <p:cNvSpPr/>
            <p:nvPr/>
          </p:nvSpPr>
          <p:spPr>
            <a:xfrm>
              <a:off x="370511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75" name="pg3025">
              <a:extLst>
                <a:ext uri="{FF2B5EF4-FFF2-40B4-BE49-F238E27FC236}">
                  <a16:creationId xmlns:a16="http://schemas.microsoft.com/office/drawing/2014/main" id="{E88DCD35-C325-A97E-3598-BC4DF8E1F6CF}"/>
                </a:ext>
              </a:extLst>
            </p:cNvPr>
            <p:cNvSpPr/>
            <p:nvPr/>
          </p:nvSpPr>
          <p:spPr>
            <a:xfrm>
              <a:off x="371675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76" name="pg3026">
              <a:extLst>
                <a:ext uri="{FF2B5EF4-FFF2-40B4-BE49-F238E27FC236}">
                  <a16:creationId xmlns:a16="http://schemas.microsoft.com/office/drawing/2014/main" id="{B6F39FBE-DD32-9DC2-3F08-5CA9D02E5589}"/>
                </a:ext>
              </a:extLst>
            </p:cNvPr>
            <p:cNvSpPr/>
            <p:nvPr/>
          </p:nvSpPr>
          <p:spPr>
            <a:xfrm>
              <a:off x="372839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77" name="pg3027">
              <a:extLst>
                <a:ext uri="{FF2B5EF4-FFF2-40B4-BE49-F238E27FC236}">
                  <a16:creationId xmlns:a16="http://schemas.microsoft.com/office/drawing/2014/main" id="{3E635AC0-AD4D-CE8F-29F9-7A400B20D6DC}"/>
                </a:ext>
              </a:extLst>
            </p:cNvPr>
            <p:cNvSpPr/>
            <p:nvPr/>
          </p:nvSpPr>
          <p:spPr>
            <a:xfrm>
              <a:off x="374002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78" name="pg3028">
              <a:extLst>
                <a:ext uri="{FF2B5EF4-FFF2-40B4-BE49-F238E27FC236}">
                  <a16:creationId xmlns:a16="http://schemas.microsoft.com/office/drawing/2014/main" id="{AE365DBF-2004-B364-DEDA-AC584567ED1E}"/>
                </a:ext>
              </a:extLst>
            </p:cNvPr>
            <p:cNvSpPr/>
            <p:nvPr/>
          </p:nvSpPr>
          <p:spPr>
            <a:xfrm>
              <a:off x="375166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79" name="pg3029">
              <a:extLst>
                <a:ext uri="{FF2B5EF4-FFF2-40B4-BE49-F238E27FC236}">
                  <a16:creationId xmlns:a16="http://schemas.microsoft.com/office/drawing/2014/main" id="{1AD44027-864D-024F-A061-87D5CE960638}"/>
                </a:ext>
              </a:extLst>
            </p:cNvPr>
            <p:cNvSpPr/>
            <p:nvPr/>
          </p:nvSpPr>
          <p:spPr>
            <a:xfrm>
              <a:off x="376330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80" name="pg3030">
              <a:extLst>
                <a:ext uri="{FF2B5EF4-FFF2-40B4-BE49-F238E27FC236}">
                  <a16:creationId xmlns:a16="http://schemas.microsoft.com/office/drawing/2014/main" id="{39EBC115-1514-B1E2-85A9-9DEA67CB43F3}"/>
                </a:ext>
              </a:extLst>
            </p:cNvPr>
            <p:cNvSpPr/>
            <p:nvPr/>
          </p:nvSpPr>
          <p:spPr>
            <a:xfrm>
              <a:off x="377493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81" name="pg3031">
              <a:extLst>
                <a:ext uri="{FF2B5EF4-FFF2-40B4-BE49-F238E27FC236}">
                  <a16:creationId xmlns:a16="http://schemas.microsoft.com/office/drawing/2014/main" id="{D0AB5C68-B905-09F8-2016-19229D85E44D}"/>
                </a:ext>
              </a:extLst>
            </p:cNvPr>
            <p:cNvSpPr/>
            <p:nvPr/>
          </p:nvSpPr>
          <p:spPr>
            <a:xfrm>
              <a:off x="378657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82" name="pg3032">
              <a:extLst>
                <a:ext uri="{FF2B5EF4-FFF2-40B4-BE49-F238E27FC236}">
                  <a16:creationId xmlns:a16="http://schemas.microsoft.com/office/drawing/2014/main" id="{E7457056-7D06-3AE0-D30D-3E757C6670FF}"/>
                </a:ext>
              </a:extLst>
            </p:cNvPr>
            <p:cNvSpPr/>
            <p:nvPr/>
          </p:nvSpPr>
          <p:spPr>
            <a:xfrm>
              <a:off x="436844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83" name="pg3033">
              <a:extLst>
                <a:ext uri="{FF2B5EF4-FFF2-40B4-BE49-F238E27FC236}">
                  <a16:creationId xmlns:a16="http://schemas.microsoft.com/office/drawing/2014/main" id="{586E50A2-3AAF-86FE-A011-9BBBAB1163A6}"/>
                </a:ext>
              </a:extLst>
            </p:cNvPr>
            <p:cNvSpPr/>
            <p:nvPr/>
          </p:nvSpPr>
          <p:spPr>
            <a:xfrm>
              <a:off x="438008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84" name="pg3034">
              <a:extLst>
                <a:ext uri="{FF2B5EF4-FFF2-40B4-BE49-F238E27FC236}">
                  <a16:creationId xmlns:a16="http://schemas.microsoft.com/office/drawing/2014/main" id="{ADC22F53-2890-5548-9227-A2516294670D}"/>
                </a:ext>
              </a:extLst>
            </p:cNvPr>
            <p:cNvSpPr/>
            <p:nvPr/>
          </p:nvSpPr>
          <p:spPr>
            <a:xfrm>
              <a:off x="439171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85" name="pg3035">
              <a:extLst>
                <a:ext uri="{FF2B5EF4-FFF2-40B4-BE49-F238E27FC236}">
                  <a16:creationId xmlns:a16="http://schemas.microsoft.com/office/drawing/2014/main" id="{4DBEB3A5-7024-9233-13D3-9D4375CCBE72}"/>
                </a:ext>
              </a:extLst>
            </p:cNvPr>
            <p:cNvSpPr/>
            <p:nvPr/>
          </p:nvSpPr>
          <p:spPr>
            <a:xfrm>
              <a:off x="440335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86" name="pg3036">
              <a:extLst>
                <a:ext uri="{FF2B5EF4-FFF2-40B4-BE49-F238E27FC236}">
                  <a16:creationId xmlns:a16="http://schemas.microsoft.com/office/drawing/2014/main" id="{E011B271-CD8E-C1F3-D818-F95242579722}"/>
                </a:ext>
              </a:extLst>
            </p:cNvPr>
            <p:cNvSpPr/>
            <p:nvPr/>
          </p:nvSpPr>
          <p:spPr>
            <a:xfrm>
              <a:off x="441499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87" name="pg3037">
              <a:extLst>
                <a:ext uri="{FF2B5EF4-FFF2-40B4-BE49-F238E27FC236}">
                  <a16:creationId xmlns:a16="http://schemas.microsoft.com/office/drawing/2014/main" id="{172A96E1-355A-9210-6171-C2FF227E9BB2}"/>
                </a:ext>
              </a:extLst>
            </p:cNvPr>
            <p:cNvSpPr/>
            <p:nvPr/>
          </p:nvSpPr>
          <p:spPr>
            <a:xfrm>
              <a:off x="442663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88" name="pg3038">
              <a:extLst>
                <a:ext uri="{FF2B5EF4-FFF2-40B4-BE49-F238E27FC236}">
                  <a16:creationId xmlns:a16="http://schemas.microsoft.com/office/drawing/2014/main" id="{0143B088-B961-24E3-47D7-E6710AB8DF66}"/>
                </a:ext>
              </a:extLst>
            </p:cNvPr>
            <p:cNvSpPr/>
            <p:nvPr/>
          </p:nvSpPr>
          <p:spPr>
            <a:xfrm>
              <a:off x="443826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89" name="pg3039">
              <a:extLst>
                <a:ext uri="{FF2B5EF4-FFF2-40B4-BE49-F238E27FC236}">
                  <a16:creationId xmlns:a16="http://schemas.microsoft.com/office/drawing/2014/main" id="{F4D7DAD0-2296-18B3-3459-6A1ACA0768FB}"/>
                </a:ext>
              </a:extLst>
            </p:cNvPr>
            <p:cNvSpPr/>
            <p:nvPr/>
          </p:nvSpPr>
          <p:spPr>
            <a:xfrm>
              <a:off x="458955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90" name="pg3040">
              <a:extLst>
                <a:ext uri="{FF2B5EF4-FFF2-40B4-BE49-F238E27FC236}">
                  <a16:creationId xmlns:a16="http://schemas.microsoft.com/office/drawing/2014/main" id="{46260015-FFCB-69AF-A1E0-63A04B62016A}"/>
                </a:ext>
              </a:extLst>
            </p:cNvPr>
            <p:cNvSpPr/>
            <p:nvPr/>
          </p:nvSpPr>
          <p:spPr>
            <a:xfrm>
              <a:off x="460119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91" name="pg3041">
              <a:extLst>
                <a:ext uri="{FF2B5EF4-FFF2-40B4-BE49-F238E27FC236}">
                  <a16:creationId xmlns:a16="http://schemas.microsoft.com/office/drawing/2014/main" id="{9EC6BB60-1F0F-BCD3-4703-385BD4D3CCB3}"/>
                </a:ext>
              </a:extLst>
            </p:cNvPr>
            <p:cNvSpPr/>
            <p:nvPr/>
          </p:nvSpPr>
          <p:spPr>
            <a:xfrm>
              <a:off x="461282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92" name="pg3042">
              <a:extLst>
                <a:ext uri="{FF2B5EF4-FFF2-40B4-BE49-F238E27FC236}">
                  <a16:creationId xmlns:a16="http://schemas.microsoft.com/office/drawing/2014/main" id="{EC5DF8AE-D02D-8EA4-BC42-48F834357893}"/>
                </a:ext>
              </a:extLst>
            </p:cNvPr>
            <p:cNvSpPr/>
            <p:nvPr/>
          </p:nvSpPr>
          <p:spPr>
            <a:xfrm>
              <a:off x="462446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93" name="pg3043">
              <a:extLst>
                <a:ext uri="{FF2B5EF4-FFF2-40B4-BE49-F238E27FC236}">
                  <a16:creationId xmlns:a16="http://schemas.microsoft.com/office/drawing/2014/main" id="{7109098C-E43C-17F8-F12E-9F7BA99441FD}"/>
                </a:ext>
              </a:extLst>
            </p:cNvPr>
            <p:cNvSpPr/>
            <p:nvPr/>
          </p:nvSpPr>
          <p:spPr>
            <a:xfrm>
              <a:off x="463610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94" name="pg3044">
              <a:extLst>
                <a:ext uri="{FF2B5EF4-FFF2-40B4-BE49-F238E27FC236}">
                  <a16:creationId xmlns:a16="http://schemas.microsoft.com/office/drawing/2014/main" id="{BBFCB9FD-B646-BC76-F4D0-699DC596E579}"/>
                </a:ext>
              </a:extLst>
            </p:cNvPr>
            <p:cNvSpPr/>
            <p:nvPr/>
          </p:nvSpPr>
          <p:spPr>
            <a:xfrm>
              <a:off x="308833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95" name="pg3045">
              <a:extLst>
                <a:ext uri="{FF2B5EF4-FFF2-40B4-BE49-F238E27FC236}">
                  <a16:creationId xmlns:a16="http://schemas.microsoft.com/office/drawing/2014/main" id="{CEDF7728-3321-4CE7-9530-01E2AC455A53}"/>
                </a:ext>
              </a:extLst>
            </p:cNvPr>
            <p:cNvSpPr/>
            <p:nvPr/>
          </p:nvSpPr>
          <p:spPr>
            <a:xfrm>
              <a:off x="309997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96" name="pg3046">
              <a:extLst>
                <a:ext uri="{FF2B5EF4-FFF2-40B4-BE49-F238E27FC236}">
                  <a16:creationId xmlns:a16="http://schemas.microsoft.com/office/drawing/2014/main" id="{84FAFCA9-E328-6337-5769-E7EAED34AD27}"/>
                </a:ext>
              </a:extLst>
            </p:cNvPr>
            <p:cNvSpPr/>
            <p:nvPr/>
          </p:nvSpPr>
          <p:spPr>
            <a:xfrm>
              <a:off x="311161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97" name="pg3047">
              <a:extLst>
                <a:ext uri="{FF2B5EF4-FFF2-40B4-BE49-F238E27FC236}">
                  <a16:creationId xmlns:a16="http://schemas.microsoft.com/office/drawing/2014/main" id="{D171A5E5-701E-2B26-ED3C-B3640FCEBE5E}"/>
                </a:ext>
              </a:extLst>
            </p:cNvPr>
            <p:cNvSpPr/>
            <p:nvPr/>
          </p:nvSpPr>
          <p:spPr>
            <a:xfrm>
              <a:off x="312324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98" name="pg3048">
              <a:extLst>
                <a:ext uri="{FF2B5EF4-FFF2-40B4-BE49-F238E27FC236}">
                  <a16:creationId xmlns:a16="http://schemas.microsoft.com/office/drawing/2014/main" id="{43DA4743-865B-D37A-D04C-D53F9C584FF1}"/>
                </a:ext>
              </a:extLst>
            </p:cNvPr>
            <p:cNvSpPr/>
            <p:nvPr/>
          </p:nvSpPr>
          <p:spPr>
            <a:xfrm>
              <a:off x="313488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99" name="pg3049">
              <a:extLst>
                <a:ext uri="{FF2B5EF4-FFF2-40B4-BE49-F238E27FC236}">
                  <a16:creationId xmlns:a16="http://schemas.microsoft.com/office/drawing/2014/main" id="{EC57B40D-F03C-A02F-0D30-FDE2A0639422}"/>
                </a:ext>
              </a:extLst>
            </p:cNvPr>
            <p:cNvSpPr/>
            <p:nvPr/>
          </p:nvSpPr>
          <p:spPr>
            <a:xfrm>
              <a:off x="314652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00" name="pg3050">
              <a:extLst>
                <a:ext uri="{FF2B5EF4-FFF2-40B4-BE49-F238E27FC236}">
                  <a16:creationId xmlns:a16="http://schemas.microsoft.com/office/drawing/2014/main" id="{4524FA52-0BAA-B676-222D-C8F4358F605F}"/>
                </a:ext>
              </a:extLst>
            </p:cNvPr>
            <p:cNvSpPr/>
            <p:nvPr/>
          </p:nvSpPr>
          <p:spPr>
            <a:xfrm>
              <a:off x="351891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01" name="pg3051">
              <a:extLst>
                <a:ext uri="{FF2B5EF4-FFF2-40B4-BE49-F238E27FC236}">
                  <a16:creationId xmlns:a16="http://schemas.microsoft.com/office/drawing/2014/main" id="{E2B8E2E3-BDB4-4078-497B-A2C215768D60}"/>
                </a:ext>
              </a:extLst>
            </p:cNvPr>
            <p:cNvSpPr/>
            <p:nvPr/>
          </p:nvSpPr>
          <p:spPr>
            <a:xfrm>
              <a:off x="353055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02" name="pg3052">
              <a:extLst>
                <a:ext uri="{FF2B5EF4-FFF2-40B4-BE49-F238E27FC236}">
                  <a16:creationId xmlns:a16="http://schemas.microsoft.com/office/drawing/2014/main" id="{7469C49B-FB73-11F5-FAA9-4727FD331367}"/>
                </a:ext>
              </a:extLst>
            </p:cNvPr>
            <p:cNvSpPr/>
            <p:nvPr/>
          </p:nvSpPr>
          <p:spPr>
            <a:xfrm>
              <a:off x="354219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03" name="pg3053">
              <a:extLst>
                <a:ext uri="{FF2B5EF4-FFF2-40B4-BE49-F238E27FC236}">
                  <a16:creationId xmlns:a16="http://schemas.microsoft.com/office/drawing/2014/main" id="{785EB0F5-7AC5-4DB1-8508-80B3085898A4}"/>
                </a:ext>
              </a:extLst>
            </p:cNvPr>
            <p:cNvSpPr/>
            <p:nvPr/>
          </p:nvSpPr>
          <p:spPr>
            <a:xfrm>
              <a:off x="355383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04" name="pg3054">
              <a:extLst>
                <a:ext uri="{FF2B5EF4-FFF2-40B4-BE49-F238E27FC236}">
                  <a16:creationId xmlns:a16="http://schemas.microsoft.com/office/drawing/2014/main" id="{069D5C37-F74F-F0F9-C893-005CF08C52D6}"/>
                </a:ext>
              </a:extLst>
            </p:cNvPr>
            <p:cNvSpPr/>
            <p:nvPr/>
          </p:nvSpPr>
          <p:spPr>
            <a:xfrm>
              <a:off x="356546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05" name="pg3055">
              <a:extLst>
                <a:ext uri="{FF2B5EF4-FFF2-40B4-BE49-F238E27FC236}">
                  <a16:creationId xmlns:a16="http://schemas.microsoft.com/office/drawing/2014/main" id="{892B9FC2-716D-325C-6020-01F703182353}"/>
                </a:ext>
              </a:extLst>
            </p:cNvPr>
            <p:cNvSpPr/>
            <p:nvPr/>
          </p:nvSpPr>
          <p:spPr>
            <a:xfrm>
              <a:off x="357710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06" name="pg3056">
              <a:extLst>
                <a:ext uri="{FF2B5EF4-FFF2-40B4-BE49-F238E27FC236}">
                  <a16:creationId xmlns:a16="http://schemas.microsoft.com/office/drawing/2014/main" id="{B1E68CC2-BE1B-CD26-C58D-4C64B17704A4}"/>
                </a:ext>
              </a:extLst>
            </p:cNvPr>
            <p:cNvSpPr/>
            <p:nvPr/>
          </p:nvSpPr>
          <p:spPr>
            <a:xfrm>
              <a:off x="358874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07" name="pg3057">
              <a:extLst>
                <a:ext uri="{FF2B5EF4-FFF2-40B4-BE49-F238E27FC236}">
                  <a16:creationId xmlns:a16="http://schemas.microsoft.com/office/drawing/2014/main" id="{83A60DE5-F623-994A-1400-CBB9368BDE32}"/>
                </a:ext>
              </a:extLst>
            </p:cNvPr>
            <p:cNvSpPr/>
            <p:nvPr/>
          </p:nvSpPr>
          <p:spPr>
            <a:xfrm>
              <a:off x="360037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08" name="pg3058">
              <a:extLst>
                <a:ext uri="{FF2B5EF4-FFF2-40B4-BE49-F238E27FC236}">
                  <a16:creationId xmlns:a16="http://schemas.microsoft.com/office/drawing/2014/main" id="{E1DF5382-7FDB-0129-63BD-0313FD64CA4B}"/>
                </a:ext>
              </a:extLst>
            </p:cNvPr>
            <p:cNvSpPr/>
            <p:nvPr/>
          </p:nvSpPr>
          <p:spPr>
            <a:xfrm>
              <a:off x="361201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09" name="pg3059">
              <a:extLst>
                <a:ext uri="{FF2B5EF4-FFF2-40B4-BE49-F238E27FC236}">
                  <a16:creationId xmlns:a16="http://schemas.microsoft.com/office/drawing/2014/main" id="{44FC9339-7C7D-9EEE-999A-686AF5D46C35}"/>
                </a:ext>
              </a:extLst>
            </p:cNvPr>
            <p:cNvSpPr/>
            <p:nvPr/>
          </p:nvSpPr>
          <p:spPr>
            <a:xfrm>
              <a:off x="362365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10" name="pg3060">
              <a:extLst>
                <a:ext uri="{FF2B5EF4-FFF2-40B4-BE49-F238E27FC236}">
                  <a16:creationId xmlns:a16="http://schemas.microsoft.com/office/drawing/2014/main" id="{1CD1EE8D-20D7-144B-FD10-2B1A6D6C5BE2}"/>
                </a:ext>
              </a:extLst>
            </p:cNvPr>
            <p:cNvSpPr/>
            <p:nvPr/>
          </p:nvSpPr>
          <p:spPr>
            <a:xfrm>
              <a:off x="363529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11" name="pg3061">
              <a:extLst>
                <a:ext uri="{FF2B5EF4-FFF2-40B4-BE49-F238E27FC236}">
                  <a16:creationId xmlns:a16="http://schemas.microsoft.com/office/drawing/2014/main" id="{29316577-728E-CA0B-CBA6-B66E1C1C3F41}"/>
                </a:ext>
              </a:extLst>
            </p:cNvPr>
            <p:cNvSpPr/>
            <p:nvPr/>
          </p:nvSpPr>
          <p:spPr>
            <a:xfrm>
              <a:off x="364692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12" name="pg3062">
              <a:extLst>
                <a:ext uri="{FF2B5EF4-FFF2-40B4-BE49-F238E27FC236}">
                  <a16:creationId xmlns:a16="http://schemas.microsoft.com/office/drawing/2014/main" id="{5BEBD5DB-6B98-2BDE-5040-B7A7011058CB}"/>
                </a:ext>
              </a:extLst>
            </p:cNvPr>
            <p:cNvSpPr/>
            <p:nvPr/>
          </p:nvSpPr>
          <p:spPr>
            <a:xfrm>
              <a:off x="365856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13" name="pg3063">
              <a:extLst>
                <a:ext uri="{FF2B5EF4-FFF2-40B4-BE49-F238E27FC236}">
                  <a16:creationId xmlns:a16="http://schemas.microsoft.com/office/drawing/2014/main" id="{B76E685A-7328-56A2-2E79-5BD13FB92ED5}"/>
                </a:ext>
              </a:extLst>
            </p:cNvPr>
            <p:cNvSpPr/>
            <p:nvPr/>
          </p:nvSpPr>
          <p:spPr>
            <a:xfrm>
              <a:off x="367020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14" name="pg3064">
              <a:extLst>
                <a:ext uri="{FF2B5EF4-FFF2-40B4-BE49-F238E27FC236}">
                  <a16:creationId xmlns:a16="http://schemas.microsoft.com/office/drawing/2014/main" id="{01E17630-C303-D232-9D5D-03B80ADDDFBE}"/>
                </a:ext>
              </a:extLst>
            </p:cNvPr>
            <p:cNvSpPr/>
            <p:nvPr/>
          </p:nvSpPr>
          <p:spPr>
            <a:xfrm>
              <a:off x="368184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15" name="pg3065">
              <a:extLst>
                <a:ext uri="{FF2B5EF4-FFF2-40B4-BE49-F238E27FC236}">
                  <a16:creationId xmlns:a16="http://schemas.microsoft.com/office/drawing/2014/main" id="{60B042F8-2C93-744B-83EA-BDDEA3275C15}"/>
                </a:ext>
              </a:extLst>
            </p:cNvPr>
            <p:cNvSpPr/>
            <p:nvPr/>
          </p:nvSpPr>
          <p:spPr>
            <a:xfrm>
              <a:off x="369347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16" name="pg3066">
              <a:extLst>
                <a:ext uri="{FF2B5EF4-FFF2-40B4-BE49-F238E27FC236}">
                  <a16:creationId xmlns:a16="http://schemas.microsoft.com/office/drawing/2014/main" id="{3AA1988B-0EF0-96D3-13FE-291BBE6FF477}"/>
                </a:ext>
              </a:extLst>
            </p:cNvPr>
            <p:cNvSpPr/>
            <p:nvPr/>
          </p:nvSpPr>
          <p:spPr>
            <a:xfrm>
              <a:off x="370511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17" name="pg3067">
              <a:extLst>
                <a:ext uri="{FF2B5EF4-FFF2-40B4-BE49-F238E27FC236}">
                  <a16:creationId xmlns:a16="http://schemas.microsoft.com/office/drawing/2014/main" id="{3C4840FF-0C2A-E221-EE29-AAB3E247DD43}"/>
                </a:ext>
              </a:extLst>
            </p:cNvPr>
            <p:cNvSpPr/>
            <p:nvPr/>
          </p:nvSpPr>
          <p:spPr>
            <a:xfrm>
              <a:off x="371675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18" name="pg3068">
              <a:extLst>
                <a:ext uri="{FF2B5EF4-FFF2-40B4-BE49-F238E27FC236}">
                  <a16:creationId xmlns:a16="http://schemas.microsoft.com/office/drawing/2014/main" id="{3193C580-CF05-3C7D-9F4B-EEBED0DA5607}"/>
                </a:ext>
              </a:extLst>
            </p:cNvPr>
            <p:cNvSpPr/>
            <p:nvPr/>
          </p:nvSpPr>
          <p:spPr>
            <a:xfrm>
              <a:off x="372839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19" name="pg3069">
              <a:extLst>
                <a:ext uri="{FF2B5EF4-FFF2-40B4-BE49-F238E27FC236}">
                  <a16:creationId xmlns:a16="http://schemas.microsoft.com/office/drawing/2014/main" id="{55C7EF01-9905-A287-DD33-9F20A59D1691}"/>
                </a:ext>
              </a:extLst>
            </p:cNvPr>
            <p:cNvSpPr/>
            <p:nvPr/>
          </p:nvSpPr>
          <p:spPr>
            <a:xfrm>
              <a:off x="374002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20" name="pg3070">
              <a:extLst>
                <a:ext uri="{FF2B5EF4-FFF2-40B4-BE49-F238E27FC236}">
                  <a16:creationId xmlns:a16="http://schemas.microsoft.com/office/drawing/2014/main" id="{1A6799F9-35B9-3354-8D3A-5F8393E96DB1}"/>
                </a:ext>
              </a:extLst>
            </p:cNvPr>
            <p:cNvSpPr/>
            <p:nvPr/>
          </p:nvSpPr>
          <p:spPr>
            <a:xfrm>
              <a:off x="375166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21" name="pg3071">
              <a:extLst>
                <a:ext uri="{FF2B5EF4-FFF2-40B4-BE49-F238E27FC236}">
                  <a16:creationId xmlns:a16="http://schemas.microsoft.com/office/drawing/2014/main" id="{7167A376-F453-E302-A2CB-EBEF7261B355}"/>
                </a:ext>
              </a:extLst>
            </p:cNvPr>
            <p:cNvSpPr/>
            <p:nvPr/>
          </p:nvSpPr>
          <p:spPr>
            <a:xfrm>
              <a:off x="376330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22" name="pg3072">
              <a:extLst>
                <a:ext uri="{FF2B5EF4-FFF2-40B4-BE49-F238E27FC236}">
                  <a16:creationId xmlns:a16="http://schemas.microsoft.com/office/drawing/2014/main" id="{503032E5-19C2-DF67-4632-4A9F161E3B5C}"/>
                </a:ext>
              </a:extLst>
            </p:cNvPr>
            <p:cNvSpPr/>
            <p:nvPr/>
          </p:nvSpPr>
          <p:spPr>
            <a:xfrm>
              <a:off x="377493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23" name="pg3073">
              <a:extLst>
                <a:ext uri="{FF2B5EF4-FFF2-40B4-BE49-F238E27FC236}">
                  <a16:creationId xmlns:a16="http://schemas.microsoft.com/office/drawing/2014/main" id="{E83A6397-2985-0D71-C902-BF04CC64C58D}"/>
                </a:ext>
              </a:extLst>
            </p:cNvPr>
            <p:cNvSpPr/>
            <p:nvPr/>
          </p:nvSpPr>
          <p:spPr>
            <a:xfrm>
              <a:off x="378657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24" name="pg3074">
              <a:extLst>
                <a:ext uri="{FF2B5EF4-FFF2-40B4-BE49-F238E27FC236}">
                  <a16:creationId xmlns:a16="http://schemas.microsoft.com/office/drawing/2014/main" id="{780E105C-CDFD-B17D-6F4C-0B1067374E60}"/>
                </a:ext>
              </a:extLst>
            </p:cNvPr>
            <p:cNvSpPr/>
            <p:nvPr/>
          </p:nvSpPr>
          <p:spPr>
            <a:xfrm>
              <a:off x="438008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25" name="pg3075">
              <a:extLst>
                <a:ext uri="{FF2B5EF4-FFF2-40B4-BE49-F238E27FC236}">
                  <a16:creationId xmlns:a16="http://schemas.microsoft.com/office/drawing/2014/main" id="{71DBD92A-7A5D-8850-5E05-A314805B24C8}"/>
                </a:ext>
              </a:extLst>
            </p:cNvPr>
            <p:cNvSpPr/>
            <p:nvPr/>
          </p:nvSpPr>
          <p:spPr>
            <a:xfrm>
              <a:off x="439171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26" name="pg3076">
              <a:extLst>
                <a:ext uri="{FF2B5EF4-FFF2-40B4-BE49-F238E27FC236}">
                  <a16:creationId xmlns:a16="http://schemas.microsoft.com/office/drawing/2014/main" id="{24B4C368-0BBF-19F6-7231-565C5465E8CD}"/>
                </a:ext>
              </a:extLst>
            </p:cNvPr>
            <p:cNvSpPr/>
            <p:nvPr/>
          </p:nvSpPr>
          <p:spPr>
            <a:xfrm>
              <a:off x="440335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27" name="pg3077">
              <a:extLst>
                <a:ext uri="{FF2B5EF4-FFF2-40B4-BE49-F238E27FC236}">
                  <a16:creationId xmlns:a16="http://schemas.microsoft.com/office/drawing/2014/main" id="{2F618513-D358-C608-2C3A-16B404E1C0B1}"/>
                </a:ext>
              </a:extLst>
            </p:cNvPr>
            <p:cNvSpPr/>
            <p:nvPr/>
          </p:nvSpPr>
          <p:spPr>
            <a:xfrm>
              <a:off x="441499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28" name="pg3078">
              <a:extLst>
                <a:ext uri="{FF2B5EF4-FFF2-40B4-BE49-F238E27FC236}">
                  <a16:creationId xmlns:a16="http://schemas.microsoft.com/office/drawing/2014/main" id="{172CB861-E546-B99F-1761-F5EC208DAF96}"/>
                </a:ext>
              </a:extLst>
            </p:cNvPr>
            <p:cNvSpPr/>
            <p:nvPr/>
          </p:nvSpPr>
          <p:spPr>
            <a:xfrm>
              <a:off x="442663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29" name="pg3079">
              <a:extLst>
                <a:ext uri="{FF2B5EF4-FFF2-40B4-BE49-F238E27FC236}">
                  <a16:creationId xmlns:a16="http://schemas.microsoft.com/office/drawing/2014/main" id="{64669BB6-4239-39C9-7365-AC483481FC23}"/>
                </a:ext>
              </a:extLst>
            </p:cNvPr>
            <p:cNvSpPr/>
            <p:nvPr/>
          </p:nvSpPr>
          <p:spPr>
            <a:xfrm>
              <a:off x="443826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30" name="pg3080">
              <a:extLst>
                <a:ext uri="{FF2B5EF4-FFF2-40B4-BE49-F238E27FC236}">
                  <a16:creationId xmlns:a16="http://schemas.microsoft.com/office/drawing/2014/main" id="{178F46BE-633F-2291-4232-471BFCEF456B}"/>
                </a:ext>
              </a:extLst>
            </p:cNvPr>
            <p:cNvSpPr/>
            <p:nvPr/>
          </p:nvSpPr>
          <p:spPr>
            <a:xfrm>
              <a:off x="444990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31" name="pg3081">
              <a:extLst>
                <a:ext uri="{FF2B5EF4-FFF2-40B4-BE49-F238E27FC236}">
                  <a16:creationId xmlns:a16="http://schemas.microsoft.com/office/drawing/2014/main" id="{9E9FCA21-B582-EB89-E721-AA88E6099418}"/>
                </a:ext>
              </a:extLst>
            </p:cNvPr>
            <p:cNvSpPr/>
            <p:nvPr/>
          </p:nvSpPr>
          <p:spPr>
            <a:xfrm>
              <a:off x="460119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32" name="pg3082">
              <a:extLst>
                <a:ext uri="{FF2B5EF4-FFF2-40B4-BE49-F238E27FC236}">
                  <a16:creationId xmlns:a16="http://schemas.microsoft.com/office/drawing/2014/main" id="{3AD15B0A-83A6-59DD-94F1-71F02B9FC45B}"/>
                </a:ext>
              </a:extLst>
            </p:cNvPr>
            <p:cNvSpPr/>
            <p:nvPr/>
          </p:nvSpPr>
          <p:spPr>
            <a:xfrm>
              <a:off x="461282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33" name="pg3083">
              <a:extLst>
                <a:ext uri="{FF2B5EF4-FFF2-40B4-BE49-F238E27FC236}">
                  <a16:creationId xmlns:a16="http://schemas.microsoft.com/office/drawing/2014/main" id="{37960E9C-AAEE-053D-159C-480E1578710B}"/>
                </a:ext>
              </a:extLst>
            </p:cNvPr>
            <p:cNvSpPr/>
            <p:nvPr/>
          </p:nvSpPr>
          <p:spPr>
            <a:xfrm>
              <a:off x="462446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34" name="pg3084">
              <a:extLst>
                <a:ext uri="{FF2B5EF4-FFF2-40B4-BE49-F238E27FC236}">
                  <a16:creationId xmlns:a16="http://schemas.microsoft.com/office/drawing/2014/main" id="{0589CFA0-1EC0-2443-7000-7EFB238101A0}"/>
                </a:ext>
              </a:extLst>
            </p:cNvPr>
            <p:cNvSpPr/>
            <p:nvPr/>
          </p:nvSpPr>
          <p:spPr>
            <a:xfrm>
              <a:off x="463610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35" name="pg3085">
              <a:extLst>
                <a:ext uri="{FF2B5EF4-FFF2-40B4-BE49-F238E27FC236}">
                  <a16:creationId xmlns:a16="http://schemas.microsoft.com/office/drawing/2014/main" id="{25784305-A2EB-9C82-F013-0CFC586BF194}"/>
                </a:ext>
              </a:extLst>
            </p:cNvPr>
            <p:cNvSpPr/>
            <p:nvPr/>
          </p:nvSpPr>
          <p:spPr>
            <a:xfrm>
              <a:off x="464773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36" name="pg3086">
              <a:extLst>
                <a:ext uri="{FF2B5EF4-FFF2-40B4-BE49-F238E27FC236}">
                  <a16:creationId xmlns:a16="http://schemas.microsoft.com/office/drawing/2014/main" id="{6A736544-EA38-2B5B-4555-9DAE3FA20F29}"/>
                </a:ext>
              </a:extLst>
            </p:cNvPr>
            <p:cNvSpPr/>
            <p:nvPr/>
          </p:nvSpPr>
          <p:spPr>
            <a:xfrm>
              <a:off x="306506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37" name="pg3087">
              <a:extLst>
                <a:ext uri="{FF2B5EF4-FFF2-40B4-BE49-F238E27FC236}">
                  <a16:creationId xmlns:a16="http://schemas.microsoft.com/office/drawing/2014/main" id="{782799E2-3270-58FF-6707-DD618E8905A9}"/>
                </a:ext>
              </a:extLst>
            </p:cNvPr>
            <p:cNvSpPr/>
            <p:nvPr/>
          </p:nvSpPr>
          <p:spPr>
            <a:xfrm>
              <a:off x="307669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38" name="pg3088">
              <a:extLst>
                <a:ext uri="{FF2B5EF4-FFF2-40B4-BE49-F238E27FC236}">
                  <a16:creationId xmlns:a16="http://schemas.microsoft.com/office/drawing/2014/main" id="{114CA7A7-9B0F-097C-774F-C1BCAFC899D5}"/>
                </a:ext>
              </a:extLst>
            </p:cNvPr>
            <p:cNvSpPr/>
            <p:nvPr/>
          </p:nvSpPr>
          <p:spPr>
            <a:xfrm>
              <a:off x="308833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39" name="pg3089">
              <a:extLst>
                <a:ext uri="{FF2B5EF4-FFF2-40B4-BE49-F238E27FC236}">
                  <a16:creationId xmlns:a16="http://schemas.microsoft.com/office/drawing/2014/main" id="{86D6336C-98EB-B434-A41A-3B98A684E271}"/>
                </a:ext>
              </a:extLst>
            </p:cNvPr>
            <p:cNvSpPr/>
            <p:nvPr/>
          </p:nvSpPr>
          <p:spPr>
            <a:xfrm>
              <a:off x="309997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40" name="pg3090">
              <a:extLst>
                <a:ext uri="{FF2B5EF4-FFF2-40B4-BE49-F238E27FC236}">
                  <a16:creationId xmlns:a16="http://schemas.microsoft.com/office/drawing/2014/main" id="{B424EFB7-052B-9238-80CB-25492BFB2EEF}"/>
                </a:ext>
              </a:extLst>
            </p:cNvPr>
            <p:cNvSpPr/>
            <p:nvPr/>
          </p:nvSpPr>
          <p:spPr>
            <a:xfrm>
              <a:off x="311161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41" name="pg3091">
              <a:extLst>
                <a:ext uri="{FF2B5EF4-FFF2-40B4-BE49-F238E27FC236}">
                  <a16:creationId xmlns:a16="http://schemas.microsoft.com/office/drawing/2014/main" id="{8296F4FD-5837-78E5-1428-63EC25FC8041}"/>
                </a:ext>
              </a:extLst>
            </p:cNvPr>
            <p:cNvSpPr/>
            <p:nvPr/>
          </p:nvSpPr>
          <p:spPr>
            <a:xfrm>
              <a:off x="312324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42" name="pg3092">
              <a:extLst>
                <a:ext uri="{FF2B5EF4-FFF2-40B4-BE49-F238E27FC236}">
                  <a16:creationId xmlns:a16="http://schemas.microsoft.com/office/drawing/2014/main" id="{D614A653-8AFC-85FD-B1A8-0780C314112D}"/>
                </a:ext>
              </a:extLst>
            </p:cNvPr>
            <p:cNvSpPr/>
            <p:nvPr/>
          </p:nvSpPr>
          <p:spPr>
            <a:xfrm>
              <a:off x="313488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43" name="pg3093">
              <a:extLst>
                <a:ext uri="{FF2B5EF4-FFF2-40B4-BE49-F238E27FC236}">
                  <a16:creationId xmlns:a16="http://schemas.microsoft.com/office/drawing/2014/main" id="{5859EA2C-23AC-C98C-A3F3-CAB3C515B700}"/>
                </a:ext>
              </a:extLst>
            </p:cNvPr>
            <p:cNvSpPr/>
            <p:nvPr/>
          </p:nvSpPr>
          <p:spPr>
            <a:xfrm>
              <a:off x="3542193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44" name="pg3094">
              <a:extLst>
                <a:ext uri="{FF2B5EF4-FFF2-40B4-BE49-F238E27FC236}">
                  <a16:creationId xmlns:a16="http://schemas.microsoft.com/office/drawing/2014/main" id="{4B9214D2-5319-D364-2BD2-3B6DE9596E7A}"/>
                </a:ext>
              </a:extLst>
            </p:cNvPr>
            <p:cNvSpPr/>
            <p:nvPr/>
          </p:nvSpPr>
          <p:spPr>
            <a:xfrm>
              <a:off x="355383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45" name="pg3095">
              <a:extLst>
                <a:ext uri="{FF2B5EF4-FFF2-40B4-BE49-F238E27FC236}">
                  <a16:creationId xmlns:a16="http://schemas.microsoft.com/office/drawing/2014/main" id="{6A3C37F8-FBCE-A2A4-D8B5-5C08D23EB167}"/>
                </a:ext>
              </a:extLst>
            </p:cNvPr>
            <p:cNvSpPr/>
            <p:nvPr/>
          </p:nvSpPr>
          <p:spPr>
            <a:xfrm>
              <a:off x="356546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46" name="pg3096">
              <a:extLst>
                <a:ext uri="{FF2B5EF4-FFF2-40B4-BE49-F238E27FC236}">
                  <a16:creationId xmlns:a16="http://schemas.microsoft.com/office/drawing/2014/main" id="{DC806089-0614-3DCE-8319-4BA626E08B8F}"/>
                </a:ext>
              </a:extLst>
            </p:cNvPr>
            <p:cNvSpPr/>
            <p:nvPr/>
          </p:nvSpPr>
          <p:spPr>
            <a:xfrm>
              <a:off x="357710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47" name="pg3097">
              <a:extLst>
                <a:ext uri="{FF2B5EF4-FFF2-40B4-BE49-F238E27FC236}">
                  <a16:creationId xmlns:a16="http://schemas.microsoft.com/office/drawing/2014/main" id="{FFA5706A-1A57-D053-A1B7-069DDE5EB937}"/>
                </a:ext>
              </a:extLst>
            </p:cNvPr>
            <p:cNvSpPr/>
            <p:nvPr/>
          </p:nvSpPr>
          <p:spPr>
            <a:xfrm>
              <a:off x="358874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48" name="pg3098">
              <a:extLst>
                <a:ext uri="{FF2B5EF4-FFF2-40B4-BE49-F238E27FC236}">
                  <a16:creationId xmlns:a16="http://schemas.microsoft.com/office/drawing/2014/main" id="{41A3DCDD-62B7-7FA7-EBFC-E9B05FF282BE}"/>
                </a:ext>
              </a:extLst>
            </p:cNvPr>
            <p:cNvSpPr/>
            <p:nvPr/>
          </p:nvSpPr>
          <p:spPr>
            <a:xfrm>
              <a:off x="360037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49" name="pg3099">
              <a:extLst>
                <a:ext uri="{FF2B5EF4-FFF2-40B4-BE49-F238E27FC236}">
                  <a16:creationId xmlns:a16="http://schemas.microsoft.com/office/drawing/2014/main" id="{0570B6AE-2A9D-A398-7755-497E9337512F}"/>
                </a:ext>
              </a:extLst>
            </p:cNvPr>
            <p:cNvSpPr/>
            <p:nvPr/>
          </p:nvSpPr>
          <p:spPr>
            <a:xfrm>
              <a:off x="361201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50" name="pg3100">
              <a:extLst>
                <a:ext uri="{FF2B5EF4-FFF2-40B4-BE49-F238E27FC236}">
                  <a16:creationId xmlns:a16="http://schemas.microsoft.com/office/drawing/2014/main" id="{54368438-02BA-41A5-1F1A-E289F36CD840}"/>
                </a:ext>
              </a:extLst>
            </p:cNvPr>
            <p:cNvSpPr/>
            <p:nvPr/>
          </p:nvSpPr>
          <p:spPr>
            <a:xfrm>
              <a:off x="362365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51" name="pg3101">
              <a:extLst>
                <a:ext uri="{FF2B5EF4-FFF2-40B4-BE49-F238E27FC236}">
                  <a16:creationId xmlns:a16="http://schemas.microsoft.com/office/drawing/2014/main" id="{ABF7E9FB-EA39-CCB7-E7CE-1672B892F38C}"/>
                </a:ext>
              </a:extLst>
            </p:cNvPr>
            <p:cNvSpPr/>
            <p:nvPr/>
          </p:nvSpPr>
          <p:spPr>
            <a:xfrm>
              <a:off x="363529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52" name="pg3102">
              <a:extLst>
                <a:ext uri="{FF2B5EF4-FFF2-40B4-BE49-F238E27FC236}">
                  <a16:creationId xmlns:a16="http://schemas.microsoft.com/office/drawing/2014/main" id="{BAC6EA50-D015-B67F-DD3B-41C155870BCD}"/>
                </a:ext>
              </a:extLst>
            </p:cNvPr>
            <p:cNvSpPr/>
            <p:nvPr/>
          </p:nvSpPr>
          <p:spPr>
            <a:xfrm>
              <a:off x="3646928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53" name="pg3103">
              <a:extLst>
                <a:ext uri="{FF2B5EF4-FFF2-40B4-BE49-F238E27FC236}">
                  <a16:creationId xmlns:a16="http://schemas.microsoft.com/office/drawing/2014/main" id="{6BBCD67C-C93E-BB85-BD08-1F1BED380057}"/>
                </a:ext>
              </a:extLst>
            </p:cNvPr>
            <p:cNvSpPr/>
            <p:nvPr/>
          </p:nvSpPr>
          <p:spPr>
            <a:xfrm>
              <a:off x="365856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54" name="pg3104">
              <a:extLst>
                <a:ext uri="{FF2B5EF4-FFF2-40B4-BE49-F238E27FC236}">
                  <a16:creationId xmlns:a16="http://schemas.microsoft.com/office/drawing/2014/main" id="{0BC39697-9AF3-8B8F-8324-9EEAD8DC6572}"/>
                </a:ext>
              </a:extLst>
            </p:cNvPr>
            <p:cNvSpPr/>
            <p:nvPr/>
          </p:nvSpPr>
          <p:spPr>
            <a:xfrm>
              <a:off x="3670203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55" name="pg3105">
              <a:extLst>
                <a:ext uri="{FF2B5EF4-FFF2-40B4-BE49-F238E27FC236}">
                  <a16:creationId xmlns:a16="http://schemas.microsoft.com/office/drawing/2014/main" id="{853BC9ED-99CE-39EA-91B1-B39CE4528207}"/>
                </a:ext>
              </a:extLst>
            </p:cNvPr>
            <p:cNvSpPr/>
            <p:nvPr/>
          </p:nvSpPr>
          <p:spPr>
            <a:xfrm>
              <a:off x="370511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56" name="pg3106">
              <a:extLst>
                <a:ext uri="{FF2B5EF4-FFF2-40B4-BE49-F238E27FC236}">
                  <a16:creationId xmlns:a16="http://schemas.microsoft.com/office/drawing/2014/main" id="{6165E0F8-85E5-C89C-80A0-D6B6F07B1201}"/>
                </a:ext>
              </a:extLst>
            </p:cNvPr>
            <p:cNvSpPr/>
            <p:nvPr/>
          </p:nvSpPr>
          <p:spPr>
            <a:xfrm>
              <a:off x="371675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57" name="pg3107">
              <a:extLst>
                <a:ext uri="{FF2B5EF4-FFF2-40B4-BE49-F238E27FC236}">
                  <a16:creationId xmlns:a16="http://schemas.microsoft.com/office/drawing/2014/main" id="{590B2B17-38CC-5C53-8708-8F55270E2F31}"/>
                </a:ext>
              </a:extLst>
            </p:cNvPr>
            <p:cNvSpPr/>
            <p:nvPr/>
          </p:nvSpPr>
          <p:spPr>
            <a:xfrm>
              <a:off x="372839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58" name="pg3108">
              <a:extLst>
                <a:ext uri="{FF2B5EF4-FFF2-40B4-BE49-F238E27FC236}">
                  <a16:creationId xmlns:a16="http://schemas.microsoft.com/office/drawing/2014/main" id="{FB616265-E36F-C69C-4323-EBCAD2A8E8BC}"/>
                </a:ext>
              </a:extLst>
            </p:cNvPr>
            <p:cNvSpPr/>
            <p:nvPr/>
          </p:nvSpPr>
          <p:spPr>
            <a:xfrm>
              <a:off x="374002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59" name="pg3109">
              <a:extLst>
                <a:ext uri="{FF2B5EF4-FFF2-40B4-BE49-F238E27FC236}">
                  <a16:creationId xmlns:a16="http://schemas.microsoft.com/office/drawing/2014/main" id="{46E20D12-462D-EC62-04BC-3B142E9D21D4}"/>
                </a:ext>
              </a:extLst>
            </p:cNvPr>
            <p:cNvSpPr/>
            <p:nvPr/>
          </p:nvSpPr>
          <p:spPr>
            <a:xfrm>
              <a:off x="375166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60" name="pg3110">
              <a:extLst>
                <a:ext uri="{FF2B5EF4-FFF2-40B4-BE49-F238E27FC236}">
                  <a16:creationId xmlns:a16="http://schemas.microsoft.com/office/drawing/2014/main" id="{3AAB9891-BB61-3130-88F5-47425971CF51}"/>
                </a:ext>
              </a:extLst>
            </p:cNvPr>
            <p:cNvSpPr/>
            <p:nvPr/>
          </p:nvSpPr>
          <p:spPr>
            <a:xfrm>
              <a:off x="376330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61" name="pg3111">
              <a:extLst>
                <a:ext uri="{FF2B5EF4-FFF2-40B4-BE49-F238E27FC236}">
                  <a16:creationId xmlns:a16="http://schemas.microsoft.com/office/drawing/2014/main" id="{0DC06967-8A46-3086-A9CB-739D2F370827}"/>
                </a:ext>
              </a:extLst>
            </p:cNvPr>
            <p:cNvSpPr/>
            <p:nvPr/>
          </p:nvSpPr>
          <p:spPr>
            <a:xfrm>
              <a:off x="377493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62" name="pg3112">
              <a:extLst>
                <a:ext uri="{FF2B5EF4-FFF2-40B4-BE49-F238E27FC236}">
                  <a16:creationId xmlns:a16="http://schemas.microsoft.com/office/drawing/2014/main" id="{9FBACAAA-76CD-F01A-8223-BEA89EE30961}"/>
                </a:ext>
              </a:extLst>
            </p:cNvPr>
            <p:cNvSpPr/>
            <p:nvPr/>
          </p:nvSpPr>
          <p:spPr>
            <a:xfrm>
              <a:off x="378657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63" name="pg3113">
              <a:extLst>
                <a:ext uri="{FF2B5EF4-FFF2-40B4-BE49-F238E27FC236}">
                  <a16:creationId xmlns:a16="http://schemas.microsoft.com/office/drawing/2014/main" id="{3B2F182E-403B-6281-E43A-C1BF2D3BB5FF}"/>
                </a:ext>
              </a:extLst>
            </p:cNvPr>
            <p:cNvSpPr/>
            <p:nvPr/>
          </p:nvSpPr>
          <p:spPr>
            <a:xfrm>
              <a:off x="440335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64" name="pg3114">
              <a:extLst>
                <a:ext uri="{FF2B5EF4-FFF2-40B4-BE49-F238E27FC236}">
                  <a16:creationId xmlns:a16="http://schemas.microsoft.com/office/drawing/2014/main" id="{815A8510-61B7-25EF-5EEA-7EC82B659906}"/>
                </a:ext>
              </a:extLst>
            </p:cNvPr>
            <p:cNvSpPr/>
            <p:nvPr/>
          </p:nvSpPr>
          <p:spPr>
            <a:xfrm>
              <a:off x="441499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65" name="pg3115">
              <a:extLst>
                <a:ext uri="{FF2B5EF4-FFF2-40B4-BE49-F238E27FC236}">
                  <a16:creationId xmlns:a16="http://schemas.microsoft.com/office/drawing/2014/main" id="{E876E179-4868-E4A0-936A-855C985864C8}"/>
                </a:ext>
              </a:extLst>
            </p:cNvPr>
            <p:cNvSpPr/>
            <p:nvPr/>
          </p:nvSpPr>
          <p:spPr>
            <a:xfrm>
              <a:off x="442663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66" name="pg3116">
              <a:extLst>
                <a:ext uri="{FF2B5EF4-FFF2-40B4-BE49-F238E27FC236}">
                  <a16:creationId xmlns:a16="http://schemas.microsoft.com/office/drawing/2014/main" id="{A3F0808C-3D10-8064-03AB-C845916BC723}"/>
                </a:ext>
              </a:extLst>
            </p:cNvPr>
            <p:cNvSpPr/>
            <p:nvPr/>
          </p:nvSpPr>
          <p:spPr>
            <a:xfrm>
              <a:off x="443826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67" name="pg3117">
              <a:extLst>
                <a:ext uri="{FF2B5EF4-FFF2-40B4-BE49-F238E27FC236}">
                  <a16:creationId xmlns:a16="http://schemas.microsoft.com/office/drawing/2014/main" id="{2704E5BE-4226-E4FB-6737-CA9D2FAAB7A5}"/>
                </a:ext>
              </a:extLst>
            </p:cNvPr>
            <p:cNvSpPr/>
            <p:nvPr/>
          </p:nvSpPr>
          <p:spPr>
            <a:xfrm>
              <a:off x="444990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68" name="pg3118">
              <a:extLst>
                <a:ext uri="{FF2B5EF4-FFF2-40B4-BE49-F238E27FC236}">
                  <a16:creationId xmlns:a16="http://schemas.microsoft.com/office/drawing/2014/main" id="{C02D634C-08AD-73C3-3785-2ECD3BC165DD}"/>
                </a:ext>
              </a:extLst>
            </p:cNvPr>
            <p:cNvSpPr/>
            <p:nvPr/>
          </p:nvSpPr>
          <p:spPr>
            <a:xfrm>
              <a:off x="446154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69" name="pg3119">
              <a:extLst>
                <a:ext uri="{FF2B5EF4-FFF2-40B4-BE49-F238E27FC236}">
                  <a16:creationId xmlns:a16="http://schemas.microsoft.com/office/drawing/2014/main" id="{4205768F-42E2-C84A-3E03-3A15C43AD682}"/>
                </a:ext>
              </a:extLst>
            </p:cNvPr>
            <p:cNvSpPr/>
            <p:nvPr/>
          </p:nvSpPr>
          <p:spPr>
            <a:xfrm>
              <a:off x="460119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70" name="pg3120">
              <a:extLst>
                <a:ext uri="{FF2B5EF4-FFF2-40B4-BE49-F238E27FC236}">
                  <a16:creationId xmlns:a16="http://schemas.microsoft.com/office/drawing/2014/main" id="{5A39A5C8-9600-BF87-16F4-BC72BD680F5F}"/>
                </a:ext>
              </a:extLst>
            </p:cNvPr>
            <p:cNvSpPr/>
            <p:nvPr/>
          </p:nvSpPr>
          <p:spPr>
            <a:xfrm>
              <a:off x="461282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71" name="pg3121">
              <a:extLst>
                <a:ext uri="{FF2B5EF4-FFF2-40B4-BE49-F238E27FC236}">
                  <a16:creationId xmlns:a16="http://schemas.microsoft.com/office/drawing/2014/main" id="{77E4D687-C820-AC95-444F-924E890DE2D3}"/>
                </a:ext>
              </a:extLst>
            </p:cNvPr>
            <p:cNvSpPr/>
            <p:nvPr/>
          </p:nvSpPr>
          <p:spPr>
            <a:xfrm>
              <a:off x="462446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72" name="pg3122">
              <a:extLst>
                <a:ext uri="{FF2B5EF4-FFF2-40B4-BE49-F238E27FC236}">
                  <a16:creationId xmlns:a16="http://schemas.microsoft.com/office/drawing/2014/main" id="{033A05DD-6E7E-3729-D6AC-A8EE6F11BADF}"/>
                </a:ext>
              </a:extLst>
            </p:cNvPr>
            <p:cNvSpPr/>
            <p:nvPr/>
          </p:nvSpPr>
          <p:spPr>
            <a:xfrm>
              <a:off x="463610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73" name="pg3123">
              <a:extLst>
                <a:ext uri="{FF2B5EF4-FFF2-40B4-BE49-F238E27FC236}">
                  <a16:creationId xmlns:a16="http://schemas.microsoft.com/office/drawing/2014/main" id="{EF721E16-E52C-C57E-D34A-FB29A5834669}"/>
                </a:ext>
              </a:extLst>
            </p:cNvPr>
            <p:cNvSpPr/>
            <p:nvPr/>
          </p:nvSpPr>
          <p:spPr>
            <a:xfrm>
              <a:off x="464773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74" name="pg3124">
              <a:extLst>
                <a:ext uri="{FF2B5EF4-FFF2-40B4-BE49-F238E27FC236}">
                  <a16:creationId xmlns:a16="http://schemas.microsoft.com/office/drawing/2014/main" id="{7C91918D-4B4C-7C6D-D581-D3E69A691E75}"/>
                </a:ext>
              </a:extLst>
            </p:cNvPr>
            <p:cNvSpPr/>
            <p:nvPr/>
          </p:nvSpPr>
          <p:spPr>
            <a:xfrm>
              <a:off x="465937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75" name="pg3125">
              <a:extLst>
                <a:ext uri="{FF2B5EF4-FFF2-40B4-BE49-F238E27FC236}">
                  <a16:creationId xmlns:a16="http://schemas.microsoft.com/office/drawing/2014/main" id="{D100EA67-7239-49DF-E9F1-9C64CE4D6414}"/>
                </a:ext>
              </a:extLst>
            </p:cNvPr>
            <p:cNvSpPr/>
            <p:nvPr/>
          </p:nvSpPr>
          <p:spPr>
            <a:xfrm>
              <a:off x="294868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76" name="pg3126">
              <a:extLst>
                <a:ext uri="{FF2B5EF4-FFF2-40B4-BE49-F238E27FC236}">
                  <a16:creationId xmlns:a16="http://schemas.microsoft.com/office/drawing/2014/main" id="{F99953D0-AE60-18E8-30D8-5E95139E84D4}"/>
                </a:ext>
              </a:extLst>
            </p:cNvPr>
            <p:cNvSpPr/>
            <p:nvPr/>
          </p:nvSpPr>
          <p:spPr>
            <a:xfrm>
              <a:off x="2960326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77" name="pg3127">
              <a:extLst>
                <a:ext uri="{FF2B5EF4-FFF2-40B4-BE49-F238E27FC236}">
                  <a16:creationId xmlns:a16="http://schemas.microsoft.com/office/drawing/2014/main" id="{604DDD43-A02E-0E2F-6372-B450957EF1FC}"/>
                </a:ext>
              </a:extLst>
            </p:cNvPr>
            <p:cNvSpPr/>
            <p:nvPr/>
          </p:nvSpPr>
          <p:spPr>
            <a:xfrm>
              <a:off x="2971963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78" name="pg3128">
              <a:extLst>
                <a:ext uri="{FF2B5EF4-FFF2-40B4-BE49-F238E27FC236}">
                  <a16:creationId xmlns:a16="http://schemas.microsoft.com/office/drawing/2014/main" id="{8B8D6459-02A7-F537-9F75-EB139FB7E313}"/>
                </a:ext>
              </a:extLst>
            </p:cNvPr>
            <p:cNvSpPr/>
            <p:nvPr/>
          </p:nvSpPr>
          <p:spPr>
            <a:xfrm>
              <a:off x="298360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79" name="pg3129">
              <a:extLst>
                <a:ext uri="{FF2B5EF4-FFF2-40B4-BE49-F238E27FC236}">
                  <a16:creationId xmlns:a16="http://schemas.microsoft.com/office/drawing/2014/main" id="{D44C7ECD-6702-00DA-1C04-A6BCEFCCF335}"/>
                </a:ext>
              </a:extLst>
            </p:cNvPr>
            <p:cNvSpPr/>
            <p:nvPr/>
          </p:nvSpPr>
          <p:spPr>
            <a:xfrm>
              <a:off x="2995238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80" name="pg3130">
              <a:extLst>
                <a:ext uri="{FF2B5EF4-FFF2-40B4-BE49-F238E27FC236}">
                  <a16:creationId xmlns:a16="http://schemas.microsoft.com/office/drawing/2014/main" id="{480939EB-CD40-0694-92A2-D69B47795468}"/>
                </a:ext>
              </a:extLst>
            </p:cNvPr>
            <p:cNvSpPr/>
            <p:nvPr/>
          </p:nvSpPr>
          <p:spPr>
            <a:xfrm>
              <a:off x="3006875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81" name="pg3131">
              <a:extLst>
                <a:ext uri="{FF2B5EF4-FFF2-40B4-BE49-F238E27FC236}">
                  <a16:creationId xmlns:a16="http://schemas.microsoft.com/office/drawing/2014/main" id="{12D196AD-26E2-F42D-81CF-60D4F74196DC}"/>
                </a:ext>
              </a:extLst>
            </p:cNvPr>
            <p:cNvSpPr/>
            <p:nvPr/>
          </p:nvSpPr>
          <p:spPr>
            <a:xfrm>
              <a:off x="304178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82" name="pg3132">
              <a:extLst>
                <a:ext uri="{FF2B5EF4-FFF2-40B4-BE49-F238E27FC236}">
                  <a16:creationId xmlns:a16="http://schemas.microsoft.com/office/drawing/2014/main" id="{24F578D0-3F36-C996-CDB0-18E82A7D8F14}"/>
                </a:ext>
              </a:extLst>
            </p:cNvPr>
            <p:cNvSpPr/>
            <p:nvPr/>
          </p:nvSpPr>
          <p:spPr>
            <a:xfrm>
              <a:off x="3053425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83" name="pg3133">
              <a:extLst>
                <a:ext uri="{FF2B5EF4-FFF2-40B4-BE49-F238E27FC236}">
                  <a16:creationId xmlns:a16="http://schemas.microsoft.com/office/drawing/2014/main" id="{2A4180FF-DBE1-C64D-38D8-8E39CF8BEB2D}"/>
                </a:ext>
              </a:extLst>
            </p:cNvPr>
            <p:cNvSpPr/>
            <p:nvPr/>
          </p:nvSpPr>
          <p:spPr>
            <a:xfrm>
              <a:off x="306506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84" name="pg3134">
              <a:extLst>
                <a:ext uri="{FF2B5EF4-FFF2-40B4-BE49-F238E27FC236}">
                  <a16:creationId xmlns:a16="http://schemas.microsoft.com/office/drawing/2014/main" id="{8C687710-808D-43B5-A5BD-69D21F086B14}"/>
                </a:ext>
              </a:extLst>
            </p:cNvPr>
            <p:cNvSpPr/>
            <p:nvPr/>
          </p:nvSpPr>
          <p:spPr>
            <a:xfrm>
              <a:off x="307669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85" name="pg3135">
              <a:extLst>
                <a:ext uri="{FF2B5EF4-FFF2-40B4-BE49-F238E27FC236}">
                  <a16:creationId xmlns:a16="http://schemas.microsoft.com/office/drawing/2014/main" id="{18D3E15F-0C29-D568-8C81-C5E0C6A48AC8}"/>
                </a:ext>
              </a:extLst>
            </p:cNvPr>
            <p:cNvSpPr/>
            <p:nvPr/>
          </p:nvSpPr>
          <p:spPr>
            <a:xfrm>
              <a:off x="308833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86" name="pg3136">
              <a:extLst>
                <a:ext uri="{FF2B5EF4-FFF2-40B4-BE49-F238E27FC236}">
                  <a16:creationId xmlns:a16="http://schemas.microsoft.com/office/drawing/2014/main" id="{1AC63275-7CB4-F8D1-5CF4-3663B458339C}"/>
                </a:ext>
              </a:extLst>
            </p:cNvPr>
            <p:cNvSpPr/>
            <p:nvPr/>
          </p:nvSpPr>
          <p:spPr>
            <a:xfrm>
              <a:off x="309997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87" name="pg3137">
              <a:extLst>
                <a:ext uri="{FF2B5EF4-FFF2-40B4-BE49-F238E27FC236}">
                  <a16:creationId xmlns:a16="http://schemas.microsoft.com/office/drawing/2014/main" id="{3CCAF134-7EB5-F959-192D-8838D9C77D06}"/>
                </a:ext>
              </a:extLst>
            </p:cNvPr>
            <p:cNvSpPr/>
            <p:nvPr/>
          </p:nvSpPr>
          <p:spPr>
            <a:xfrm>
              <a:off x="311161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88" name="pg3138">
              <a:extLst>
                <a:ext uri="{FF2B5EF4-FFF2-40B4-BE49-F238E27FC236}">
                  <a16:creationId xmlns:a16="http://schemas.microsoft.com/office/drawing/2014/main" id="{07F15A92-A721-8689-054B-C029B52F6406}"/>
                </a:ext>
              </a:extLst>
            </p:cNvPr>
            <p:cNvSpPr/>
            <p:nvPr/>
          </p:nvSpPr>
          <p:spPr>
            <a:xfrm>
              <a:off x="312324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89" name="pg3139">
              <a:extLst>
                <a:ext uri="{FF2B5EF4-FFF2-40B4-BE49-F238E27FC236}">
                  <a16:creationId xmlns:a16="http://schemas.microsoft.com/office/drawing/2014/main" id="{3B096884-3CBA-CBB8-F796-9C19E9AE82A7}"/>
                </a:ext>
              </a:extLst>
            </p:cNvPr>
            <p:cNvSpPr/>
            <p:nvPr/>
          </p:nvSpPr>
          <p:spPr>
            <a:xfrm>
              <a:off x="363529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90" name="pg3140">
              <a:extLst>
                <a:ext uri="{FF2B5EF4-FFF2-40B4-BE49-F238E27FC236}">
                  <a16:creationId xmlns:a16="http://schemas.microsoft.com/office/drawing/2014/main" id="{90A3B253-AA0C-74DF-12EE-8A56124BBC00}"/>
                </a:ext>
              </a:extLst>
            </p:cNvPr>
            <p:cNvSpPr/>
            <p:nvPr/>
          </p:nvSpPr>
          <p:spPr>
            <a:xfrm>
              <a:off x="3646928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91" name="pg3141">
              <a:extLst>
                <a:ext uri="{FF2B5EF4-FFF2-40B4-BE49-F238E27FC236}">
                  <a16:creationId xmlns:a16="http://schemas.microsoft.com/office/drawing/2014/main" id="{39D7E201-CBC4-53D6-4951-4E64EDAEE1EB}"/>
                </a:ext>
              </a:extLst>
            </p:cNvPr>
            <p:cNvSpPr/>
            <p:nvPr/>
          </p:nvSpPr>
          <p:spPr>
            <a:xfrm>
              <a:off x="371675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92" name="pg3142">
              <a:extLst>
                <a:ext uri="{FF2B5EF4-FFF2-40B4-BE49-F238E27FC236}">
                  <a16:creationId xmlns:a16="http://schemas.microsoft.com/office/drawing/2014/main" id="{B5F580B2-CF18-228B-E80B-364227D42A29}"/>
                </a:ext>
              </a:extLst>
            </p:cNvPr>
            <p:cNvSpPr/>
            <p:nvPr/>
          </p:nvSpPr>
          <p:spPr>
            <a:xfrm>
              <a:off x="3728390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93" name="pg3143">
              <a:extLst>
                <a:ext uri="{FF2B5EF4-FFF2-40B4-BE49-F238E27FC236}">
                  <a16:creationId xmlns:a16="http://schemas.microsoft.com/office/drawing/2014/main" id="{227F023F-8D32-2E9F-0F49-7213F0FBAF48}"/>
                </a:ext>
              </a:extLst>
            </p:cNvPr>
            <p:cNvSpPr/>
            <p:nvPr/>
          </p:nvSpPr>
          <p:spPr>
            <a:xfrm>
              <a:off x="374002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94" name="pg3144">
              <a:extLst>
                <a:ext uri="{FF2B5EF4-FFF2-40B4-BE49-F238E27FC236}">
                  <a16:creationId xmlns:a16="http://schemas.microsoft.com/office/drawing/2014/main" id="{4AF3E9B3-610B-49F5-2B62-4790A4019584}"/>
                </a:ext>
              </a:extLst>
            </p:cNvPr>
            <p:cNvSpPr/>
            <p:nvPr/>
          </p:nvSpPr>
          <p:spPr>
            <a:xfrm>
              <a:off x="375166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95" name="pg3145">
              <a:extLst>
                <a:ext uri="{FF2B5EF4-FFF2-40B4-BE49-F238E27FC236}">
                  <a16:creationId xmlns:a16="http://schemas.microsoft.com/office/drawing/2014/main" id="{11F6B0D5-5B43-04CD-6F1E-A10A6DA3CDA5}"/>
                </a:ext>
              </a:extLst>
            </p:cNvPr>
            <p:cNvSpPr/>
            <p:nvPr/>
          </p:nvSpPr>
          <p:spPr>
            <a:xfrm>
              <a:off x="376330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96" name="pg3146">
              <a:extLst>
                <a:ext uri="{FF2B5EF4-FFF2-40B4-BE49-F238E27FC236}">
                  <a16:creationId xmlns:a16="http://schemas.microsoft.com/office/drawing/2014/main" id="{95D70C32-252C-8D44-DDDE-0CEE902B8C25}"/>
                </a:ext>
              </a:extLst>
            </p:cNvPr>
            <p:cNvSpPr/>
            <p:nvPr/>
          </p:nvSpPr>
          <p:spPr>
            <a:xfrm>
              <a:off x="377493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97" name="pg3147">
              <a:extLst>
                <a:ext uri="{FF2B5EF4-FFF2-40B4-BE49-F238E27FC236}">
                  <a16:creationId xmlns:a16="http://schemas.microsoft.com/office/drawing/2014/main" id="{C43BB64A-09B7-904C-60AF-B62C3A66EFE1}"/>
                </a:ext>
              </a:extLst>
            </p:cNvPr>
            <p:cNvSpPr/>
            <p:nvPr/>
          </p:nvSpPr>
          <p:spPr>
            <a:xfrm>
              <a:off x="441499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98" name="pg3148">
              <a:extLst>
                <a:ext uri="{FF2B5EF4-FFF2-40B4-BE49-F238E27FC236}">
                  <a16:creationId xmlns:a16="http://schemas.microsoft.com/office/drawing/2014/main" id="{9CA98334-0950-1642-99B8-2336D312ADCC}"/>
                </a:ext>
              </a:extLst>
            </p:cNvPr>
            <p:cNvSpPr/>
            <p:nvPr/>
          </p:nvSpPr>
          <p:spPr>
            <a:xfrm>
              <a:off x="4426630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99" name="pg3149">
              <a:extLst>
                <a:ext uri="{FF2B5EF4-FFF2-40B4-BE49-F238E27FC236}">
                  <a16:creationId xmlns:a16="http://schemas.microsoft.com/office/drawing/2014/main" id="{192B9567-40E7-DA8A-D30A-4E2C530EA578}"/>
                </a:ext>
              </a:extLst>
            </p:cNvPr>
            <p:cNvSpPr/>
            <p:nvPr/>
          </p:nvSpPr>
          <p:spPr>
            <a:xfrm>
              <a:off x="443826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00" name="pg3150">
              <a:extLst>
                <a:ext uri="{FF2B5EF4-FFF2-40B4-BE49-F238E27FC236}">
                  <a16:creationId xmlns:a16="http://schemas.microsoft.com/office/drawing/2014/main" id="{4EF9D56B-86C8-58A1-142C-07FE8D35CA14}"/>
                </a:ext>
              </a:extLst>
            </p:cNvPr>
            <p:cNvSpPr/>
            <p:nvPr/>
          </p:nvSpPr>
          <p:spPr>
            <a:xfrm>
              <a:off x="444990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01" name="pg3151">
              <a:extLst>
                <a:ext uri="{FF2B5EF4-FFF2-40B4-BE49-F238E27FC236}">
                  <a16:creationId xmlns:a16="http://schemas.microsoft.com/office/drawing/2014/main" id="{FB304D49-10E9-CE74-E9E7-A86CCF4FFF5F}"/>
                </a:ext>
              </a:extLst>
            </p:cNvPr>
            <p:cNvSpPr/>
            <p:nvPr/>
          </p:nvSpPr>
          <p:spPr>
            <a:xfrm>
              <a:off x="446154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02" name="pg3152">
              <a:extLst>
                <a:ext uri="{FF2B5EF4-FFF2-40B4-BE49-F238E27FC236}">
                  <a16:creationId xmlns:a16="http://schemas.microsoft.com/office/drawing/2014/main" id="{9600DFE5-AA0E-8BA7-7766-B3417790D7F0}"/>
                </a:ext>
              </a:extLst>
            </p:cNvPr>
            <p:cNvSpPr/>
            <p:nvPr/>
          </p:nvSpPr>
          <p:spPr>
            <a:xfrm>
              <a:off x="461282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03" name="pg3153">
              <a:extLst>
                <a:ext uri="{FF2B5EF4-FFF2-40B4-BE49-F238E27FC236}">
                  <a16:creationId xmlns:a16="http://schemas.microsoft.com/office/drawing/2014/main" id="{0490E0E7-7792-84B8-56CB-97F1CA0E1236}"/>
                </a:ext>
              </a:extLst>
            </p:cNvPr>
            <p:cNvSpPr/>
            <p:nvPr/>
          </p:nvSpPr>
          <p:spPr>
            <a:xfrm>
              <a:off x="462446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04" name="pg3154">
              <a:extLst>
                <a:ext uri="{FF2B5EF4-FFF2-40B4-BE49-F238E27FC236}">
                  <a16:creationId xmlns:a16="http://schemas.microsoft.com/office/drawing/2014/main" id="{95C8E23F-D07B-F92D-A27C-76122C47B639}"/>
                </a:ext>
              </a:extLst>
            </p:cNvPr>
            <p:cNvSpPr/>
            <p:nvPr/>
          </p:nvSpPr>
          <p:spPr>
            <a:xfrm>
              <a:off x="463610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05" name="pg3155">
              <a:extLst>
                <a:ext uri="{FF2B5EF4-FFF2-40B4-BE49-F238E27FC236}">
                  <a16:creationId xmlns:a16="http://schemas.microsoft.com/office/drawing/2014/main" id="{F7FFB4AD-829F-40B1-18D5-AF8AE25358FC}"/>
                </a:ext>
              </a:extLst>
            </p:cNvPr>
            <p:cNvSpPr/>
            <p:nvPr/>
          </p:nvSpPr>
          <p:spPr>
            <a:xfrm>
              <a:off x="464773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06" name="pg3156">
              <a:extLst>
                <a:ext uri="{FF2B5EF4-FFF2-40B4-BE49-F238E27FC236}">
                  <a16:creationId xmlns:a16="http://schemas.microsoft.com/office/drawing/2014/main" id="{C54CC6C8-37A1-8D4C-CC43-22D52DE45884}"/>
                </a:ext>
              </a:extLst>
            </p:cNvPr>
            <p:cNvSpPr/>
            <p:nvPr/>
          </p:nvSpPr>
          <p:spPr>
            <a:xfrm>
              <a:off x="4659376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07" name="pg3157">
              <a:extLst>
                <a:ext uri="{FF2B5EF4-FFF2-40B4-BE49-F238E27FC236}">
                  <a16:creationId xmlns:a16="http://schemas.microsoft.com/office/drawing/2014/main" id="{5BDC45BD-8332-9A8C-739C-03D8235C5E49}"/>
                </a:ext>
              </a:extLst>
            </p:cNvPr>
            <p:cNvSpPr/>
            <p:nvPr/>
          </p:nvSpPr>
          <p:spPr>
            <a:xfrm>
              <a:off x="293705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08" name="pg3158">
              <a:extLst>
                <a:ext uri="{FF2B5EF4-FFF2-40B4-BE49-F238E27FC236}">
                  <a16:creationId xmlns:a16="http://schemas.microsoft.com/office/drawing/2014/main" id="{EB34386A-733C-0B91-E2E1-FAF09F689155}"/>
                </a:ext>
              </a:extLst>
            </p:cNvPr>
            <p:cNvSpPr/>
            <p:nvPr/>
          </p:nvSpPr>
          <p:spPr>
            <a:xfrm>
              <a:off x="294868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09" name="pg3159">
              <a:extLst>
                <a:ext uri="{FF2B5EF4-FFF2-40B4-BE49-F238E27FC236}">
                  <a16:creationId xmlns:a16="http://schemas.microsoft.com/office/drawing/2014/main" id="{4AAD377A-89D3-6E48-FC4C-81317598771C}"/>
                </a:ext>
              </a:extLst>
            </p:cNvPr>
            <p:cNvSpPr/>
            <p:nvPr/>
          </p:nvSpPr>
          <p:spPr>
            <a:xfrm>
              <a:off x="2960326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10" name="pg3160">
              <a:extLst>
                <a:ext uri="{FF2B5EF4-FFF2-40B4-BE49-F238E27FC236}">
                  <a16:creationId xmlns:a16="http://schemas.microsoft.com/office/drawing/2014/main" id="{CC887600-39BD-1402-642D-0005B1D9465C}"/>
                </a:ext>
              </a:extLst>
            </p:cNvPr>
            <p:cNvSpPr/>
            <p:nvPr/>
          </p:nvSpPr>
          <p:spPr>
            <a:xfrm>
              <a:off x="297196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11" name="pg3161">
              <a:extLst>
                <a:ext uri="{FF2B5EF4-FFF2-40B4-BE49-F238E27FC236}">
                  <a16:creationId xmlns:a16="http://schemas.microsoft.com/office/drawing/2014/main" id="{0F102C4C-E12C-E557-EA44-6CA64D5BD6A6}"/>
                </a:ext>
              </a:extLst>
            </p:cNvPr>
            <p:cNvSpPr/>
            <p:nvPr/>
          </p:nvSpPr>
          <p:spPr>
            <a:xfrm>
              <a:off x="298360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12" name="pg3162">
              <a:extLst>
                <a:ext uri="{FF2B5EF4-FFF2-40B4-BE49-F238E27FC236}">
                  <a16:creationId xmlns:a16="http://schemas.microsoft.com/office/drawing/2014/main" id="{0AB15BB2-6408-77EA-B800-DE6E623CA3D3}"/>
                </a:ext>
              </a:extLst>
            </p:cNvPr>
            <p:cNvSpPr/>
            <p:nvPr/>
          </p:nvSpPr>
          <p:spPr>
            <a:xfrm>
              <a:off x="2995238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13" name="pg3163">
              <a:extLst>
                <a:ext uri="{FF2B5EF4-FFF2-40B4-BE49-F238E27FC236}">
                  <a16:creationId xmlns:a16="http://schemas.microsoft.com/office/drawing/2014/main" id="{CA58D400-9641-9949-ADB5-F9FF6CFE948A}"/>
                </a:ext>
              </a:extLst>
            </p:cNvPr>
            <p:cNvSpPr/>
            <p:nvPr/>
          </p:nvSpPr>
          <p:spPr>
            <a:xfrm>
              <a:off x="3006875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14" name="pg3164">
              <a:extLst>
                <a:ext uri="{FF2B5EF4-FFF2-40B4-BE49-F238E27FC236}">
                  <a16:creationId xmlns:a16="http://schemas.microsoft.com/office/drawing/2014/main" id="{67115216-9297-8DDC-CB0B-B01C974B0B75}"/>
                </a:ext>
              </a:extLst>
            </p:cNvPr>
            <p:cNvSpPr/>
            <p:nvPr/>
          </p:nvSpPr>
          <p:spPr>
            <a:xfrm>
              <a:off x="301851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15" name="pg3165">
              <a:extLst>
                <a:ext uri="{FF2B5EF4-FFF2-40B4-BE49-F238E27FC236}">
                  <a16:creationId xmlns:a16="http://schemas.microsoft.com/office/drawing/2014/main" id="{C870F0E4-908C-6F84-A6C3-B82F3D3D2A3F}"/>
                </a:ext>
              </a:extLst>
            </p:cNvPr>
            <p:cNvSpPr/>
            <p:nvPr/>
          </p:nvSpPr>
          <p:spPr>
            <a:xfrm>
              <a:off x="303015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16" name="pg3166">
              <a:extLst>
                <a:ext uri="{FF2B5EF4-FFF2-40B4-BE49-F238E27FC236}">
                  <a16:creationId xmlns:a16="http://schemas.microsoft.com/office/drawing/2014/main" id="{4968B95D-8DEC-33DB-B84F-A2D5AA3A5854}"/>
                </a:ext>
              </a:extLst>
            </p:cNvPr>
            <p:cNvSpPr/>
            <p:nvPr/>
          </p:nvSpPr>
          <p:spPr>
            <a:xfrm>
              <a:off x="304178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17" name="pg3167">
              <a:extLst>
                <a:ext uri="{FF2B5EF4-FFF2-40B4-BE49-F238E27FC236}">
                  <a16:creationId xmlns:a16="http://schemas.microsoft.com/office/drawing/2014/main" id="{061CC7DF-3315-D6EF-8E8F-65D8609ED15E}"/>
                </a:ext>
              </a:extLst>
            </p:cNvPr>
            <p:cNvSpPr/>
            <p:nvPr/>
          </p:nvSpPr>
          <p:spPr>
            <a:xfrm>
              <a:off x="3053425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18" name="pg3168">
              <a:extLst>
                <a:ext uri="{FF2B5EF4-FFF2-40B4-BE49-F238E27FC236}">
                  <a16:creationId xmlns:a16="http://schemas.microsoft.com/office/drawing/2014/main" id="{4106356C-5E14-6CA4-E19B-ED780CFFAFC8}"/>
                </a:ext>
              </a:extLst>
            </p:cNvPr>
            <p:cNvSpPr/>
            <p:nvPr/>
          </p:nvSpPr>
          <p:spPr>
            <a:xfrm>
              <a:off x="306506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19" name="pg3169">
              <a:extLst>
                <a:ext uri="{FF2B5EF4-FFF2-40B4-BE49-F238E27FC236}">
                  <a16:creationId xmlns:a16="http://schemas.microsoft.com/office/drawing/2014/main" id="{E43D9718-BC91-2845-9909-008B57802974}"/>
                </a:ext>
              </a:extLst>
            </p:cNvPr>
            <p:cNvSpPr/>
            <p:nvPr/>
          </p:nvSpPr>
          <p:spPr>
            <a:xfrm>
              <a:off x="307669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20" name="pg3170">
              <a:extLst>
                <a:ext uri="{FF2B5EF4-FFF2-40B4-BE49-F238E27FC236}">
                  <a16:creationId xmlns:a16="http://schemas.microsoft.com/office/drawing/2014/main" id="{B943D263-C3C1-DA30-AF62-6F76873F5F37}"/>
                </a:ext>
              </a:extLst>
            </p:cNvPr>
            <p:cNvSpPr/>
            <p:nvPr/>
          </p:nvSpPr>
          <p:spPr>
            <a:xfrm>
              <a:off x="308833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21" name="pg3171">
              <a:extLst>
                <a:ext uri="{FF2B5EF4-FFF2-40B4-BE49-F238E27FC236}">
                  <a16:creationId xmlns:a16="http://schemas.microsoft.com/office/drawing/2014/main" id="{9CDF2FB3-F07D-7F40-4334-A90E2A29A280}"/>
                </a:ext>
              </a:extLst>
            </p:cNvPr>
            <p:cNvSpPr/>
            <p:nvPr/>
          </p:nvSpPr>
          <p:spPr>
            <a:xfrm>
              <a:off x="309997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22" name="pg3172">
              <a:extLst>
                <a:ext uri="{FF2B5EF4-FFF2-40B4-BE49-F238E27FC236}">
                  <a16:creationId xmlns:a16="http://schemas.microsoft.com/office/drawing/2014/main" id="{A85ABBDE-E32A-F60D-30F9-4D170A1EA003}"/>
                </a:ext>
              </a:extLst>
            </p:cNvPr>
            <p:cNvSpPr/>
            <p:nvPr/>
          </p:nvSpPr>
          <p:spPr>
            <a:xfrm>
              <a:off x="311161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23" name="pg3173">
              <a:extLst>
                <a:ext uri="{FF2B5EF4-FFF2-40B4-BE49-F238E27FC236}">
                  <a16:creationId xmlns:a16="http://schemas.microsoft.com/office/drawing/2014/main" id="{A5CE59B1-5721-DC14-FBC1-A452F77F7A13}"/>
                </a:ext>
              </a:extLst>
            </p:cNvPr>
            <p:cNvSpPr/>
            <p:nvPr/>
          </p:nvSpPr>
          <p:spPr>
            <a:xfrm>
              <a:off x="371675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24" name="pg3174">
              <a:extLst>
                <a:ext uri="{FF2B5EF4-FFF2-40B4-BE49-F238E27FC236}">
                  <a16:creationId xmlns:a16="http://schemas.microsoft.com/office/drawing/2014/main" id="{81D0EEDF-AD99-3BBA-C012-CD85A7165C97}"/>
                </a:ext>
              </a:extLst>
            </p:cNvPr>
            <p:cNvSpPr/>
            <p:nvPr/>
          </p:nvSpPr>
          <p:spPr>
            <a:xfrm>
              <a:off x="372839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25" name="pg3175">
              <a:extLst>
                <a:ext uri="{FF2B5EF4-FFF2-40B4-BE49-F238E27FC236}">
                  <a16:creationId xmlns:a16="http://schemas.microsoft.com/office/drawing/2014/main" id="{32CBD2F1-BA2B-3E47-E59E-7400F0885735}"/>
                </a:ext>
              </a:extLst>
            </p:cNvPr>
            <p:cNvSpPr/>
            <p:nvPr/>
          </p:nvSpPr>
          <p:spPr>
            <a:xfrm>
              <a:off x="374002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26" name="pg3176">
              <a:extLst>
                <a:ext uri="{FF2B5EF4-FFF2-40B4-BE49-F238E27FC236}">
                  <a16:creationId xmlns:a16="http://schemas.microsoft.com/office/drawing/2014/main" id="{CD80C503-11BB-05D7-4587-CC910679FEB1}"/>
                </a:ext>
              </a:extLst>
            </p:cNvPr>
            <p:cNvSpPr/>
            <p:nvPr/>
          </p:nvSpPr>
          <p:spPr>
            <a:xfrm>
              <a:off x="375166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27" name="pg3177">
              <a:extLst>
                <a:ext uri="{FF2B5EF4-FFF2-40B4-BE49-F238E27FC236}">
                  <a16:creationId xmlns:a16="http://schemas.microsoft.com/office/drawing/2014/main" id="{CED0966E-D4AA-1420-06A3-5DB07823A643}"/>
                </a:ext>
              </a:extLst>
            </p:cNvPr>
            <p:cNvSpPr/>
            <p:nvPr/>
          </p:nvSpPr>
          <p:spPr>
            <a:xfrm>
              <a:off x="441499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28" name="pg3178">
              <a:extLst>
                <a:ext uri="{FF2B5EF4-FFF2-40B4-BE49-F238E27FC236}">
                  <a16:creationId xmlns:a16="http://schemas.microsoft.com/office/drawing/2014/main" id="{31593B36-994B-4C3C-571D-D9EDC9F64425}"/>
                </a:ext>
              </a:extLst>
            </p:cNvPr>
            <p:cNvSpPr/>
            <p:nvPr/>
          </p:nvSpPr>
          <p:spPr>
            <a:xfrm>
              <a:off x="442663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29" name="pg3179">
              <a:extLst>
                <a:ext uri="{FF2B5EF4-FFF2-40B4-BE49-F238E27FC236}">
                  <a16:creationId xmlns:a16="http://schemas.microsoft.com/office/drawing/2014/main" id="{AC8770ED-6BFE-E2F8-6149-AF5D66DF291A}"/>
                </a:ext>
              </a:extLst>
            </p:cNvPr>
            <p:cNvSpPr/>
            <p:nvPr/>
          </p:nvSpPr>
          <p:spPr>
            <a:xfrm>
              <a:off x="443826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30" name="pg3180">
              <a:extLst>
                <a:ext uri="{FF2B5EF4-FFF2-40B4-BE49-F238E27FC236}">
                  <a16:creationId xmlns:a16="http://schemas.microsoft.com/office/drawing/2014/main" id="{B1C922B8-4660-FC7B-69FF-DCBCCC0C7093}"/>
                </a:ext>
              </a:extLst>
            </p:cNvPr>
            <p:cNvSpPr/>
            <p:nvPr/>
          </p:nvSpPr>
          <p:spPr>
            <a:xfrm>
              <a:off x="444990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31" name="pg3181">
              <a:extLst>
                <a:ext uri="{FF2B5EF4-FFF2-40B4-BE49-F238E27FC236}">
                  <a16:creationId xmlns:a16="http://schemas.microsoft.com/office/drawing/2014/main" id="{9ABBEFE4-40DE-A220-FFE3-09890793DF80}"/>
                </a:ext>
              </a:extLst>
            </p:cNvPr>
            <p:cNvSpPr/>
            <p:nvPr/>
          </p:nvSpPr>
          <p:spPr>
            <a:xfrm>
              <a:off x="446154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32" name="pg3182">
              <a:extLst>
                <a:ext uri="{FF2B5EF4-FFF2-40B4-BE49-F238E27FC236}">
                  <a16:creationId xmlns:a16="http://schemas.microsoft.com/office/drawing/2014/main" id="{22F08DC4-BEE7-B278-B94F-4719823A5CAF}"/>
                </a:ext>
              </a:extLst>
            </p:cNvPr>
            <p:cNvSpPr/>
            <p:nvPr/>
          </p:nvSpPr>
          <p:spPr>
            <a:xfrm>
              <a:off x="461282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33" name="pg3183">
              <a:extLst>
                <a:ext uri="{FF2B5EF4-FFF2-40B4-BE49-F238E27FC236}">
                  <a16:creationId xmlns:a16="http://schemas.microsoft.com/office/drawing/2014/main" id="{AF2C0961-2084-93ED-D9A1-7290A730240B}"/>
                </a:ext>
              </a:extLst>
            </p:cNvPr>
            <p:cNvSpPr/>
            <p:nvPr/>
          </p:nvSpPr>
          <p:spPr>
            <a:xfrm>
              <a:off x="462446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34" name="pg3184">
              <a:extLst>
                <a:ext uri="{FF2B5EF4-FFF2-40B4-BE49-F238E27FC236}">
                  <a16:creationId xmlns:a16="http://schemas.microsoft.com/office/drawing/2014/main" id="{FF4E6C64-8722-E14A-7917-E8D0D36C5D80}"/>
                </a:ext>
              </a:extLst>
            </p:cNvPr>
            <p:cNvSpPr/>
            <p:nvPr/>
          </p:nvSpPr>
          <p:spPr>
            <a:xfrm>
              <a:off x="463610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35" name="pg3185">
              <a:extLst>
                <a:ext uri="{FF2B5EF4-FFF2-40B4-BE49-F238E27FC236}">
                  <a16:creationId xmlns:a16="http://schemas.microsoft.com/office/drawing/2014/main" id="{87BB7CD5-6CB1-F0E5-545D-E5CB2563C86E}"/>
                </a:ext>
              </a:extLst>
            </p:cNvPr>
            <p:cNvSpPr/>
            <p:nvPr/>
          </p:nvSpPr>
          <p:spPr>
            <a:xfrm>
              <a:off x="464773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36" name="pg3186">
              <a:extLst>
                <a:ext uri="{FF2B5EF4-FFF2-40B4-BE49-F238E27FC236}">
                  <a16:creationId xmlns:a16="http://schemas.microsoft.com/office/drawing/2014/main" id="{9CDAF86D-17CE-B762-298C-163587910FAC}"/>
                </a:ext>
              </a:extLst>
            </p:cNvPr>
            <p:cNvSpPr/>
            <p:nvPr/>
          </p:nvSpPr>
          <p:spPr>
            <a:xfrm>
              <a:off x="4659376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37" name="pg3187">
              <a:extLst>
                <a:ext uri="{FF2B5EF4-FFF2-40B4-BE49-F238E27FC236}">
                  <a16:creationId xmlns:a16="http://schemas.microsoft.com/office/drawing/2014/main" id="{1D11FBDB-784D-22D9-2570-88284F4250BD}"/>
                </a:ext>
              </a:extLst>
            </p:cNvPr>
            <p:cNvSpPr/>
            <p:nvPr/>
          </p:nvSpPr>
          <p:spPr>
            <a:xfrm>
              <a:off x="467101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38" name="pg3188">
              <a:extLst>
                <a:ext uri="{FF2B5EF4-FFF2-40B4-BE49-F238E27FC236}">
                  <a16:creationId xmlns:a16="http://schemas.microsoft.com/office/drawing/2014/main" id="{2458D876-9EA1-67E5-64BF-3AC9A81C47B8}"/>
                </a:ext>
              </a:extLst>
            </p:cNvPr>
            <p:cNvSpPr/>
            <p:nvPr/>
          </p:nvSpPr>
          <p:spPr>
            <a:xfrm>
              <a:off x="293705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39" name="pg3189">
              <a:extLst>
                <a:ext uri="{FF2B5EF4-FFF2-40B4-BE49-F238E27FC236}">
                  <a16:creationId xmlns:a16="http://schemas.microsoft.com/office/drawing/2014/main" id="{B1A34FB5-AC9A-D8AE-5B6C-AC493B1E651E}"/>
                </a:ext>
              </a:extLst>
            </p:cNvPr>
            <p:cNvSpPr/>
            <p:nvPr/>
          </p:nvSpPr>
          <p:spPr>
            <a:xfrm>
              <a:off x="294868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40" name="pg3190">
              <a:extLst>
                <a:ext uri="{FF2B5EF4-FFF2-40B4-BE49-F238E27FC236}">
                  <a16:creationId xmlns:a16="http://schemas.microsoft.com/office/drawing/2014/main" id="{9356D712-153F-F4AA-B010-1786309B2A9B}"/>
                </a:ext>
              </a:extLst>
            </p:cNvPr>
            <p:cNvSpPr/>
            <p:nvPr/>
          </p:nvSpPr>
          <p:spPr>
            <a:xfrm>
              <a:off x="2960326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41" name="pg3191">
              <a:extLst>
                <a:ext uri="{FF2B5EF4-FFF2-40B4-BE49-F238E27FC236}">
                  <a16:creationId xmlns:a16="http://schemas.microsoft.com/office/drawing/2014/main" id="{F49DB972-3151-07BD-A42D-588CF6164D1F}"/>
                </a:ext>
              </a:extLst>
            </p:cNvPr>
            <p:cNvSpPr/>
            <p:nvPr/>
          </p:nvSpPr>
          <p:spPr>
            <a:xfrm>
              <a:off x="297196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42" name="pg3192">
              <a:extLst>
                <a:ext uri="{FF2B5EF4-FFF2-40B4-BE49-F238E27FC236}">
                  <a16:creationId xmlns:a16="http://schemas.microsoft.com/office/drawing/2014/main" id="{1D0C4443-1C7D-EBA3-E97C-FED0D77A1139}"/>
                </a:ext>
              </a:extLst>
            </p:cNvPr>
            <p:cNvSpPr/>
            <p:nvPr/>
          </p:nvSpPr>
          <p:spPr>
            <a:xfrm>
              <a:off x="298360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43" name="pg3193">
              <a:extLst>
                <a:ext uri="{FF2B5EF4-FFF2-40B4-BE49-F238E27FC236}">
                  <a16:creationId xmlns:a16="http://schemas.microsoft.com/office/drawing/2014/main" id="{D85A0461-CA57-40C4-1AC6-268CCF4011EA}"/>
                </a:ext>
              </a:extLst>
            </p:cNvPr>
            <p:cNvSpPr/>
            <p:nvPr/>
          </p:nvSpPr>
          <p:spPr>
            <a:xfrm>
              <a:off x="2995238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44" name="pg3194">
              <a:extLst>
                <a:ext uri="{FF2B5EF4-FFF2-40B4-BE49-F238E27FC236}">
                  <a16:creationId xmlns:a16="http://schemas.microsoft.com/office/drawing/2014/main" id="{2CE1EF9B-641C-96DF-135B-A637EBD93F99}"/>
                </a:ext>
              </a:extLst>
            </p:cNvPr>
            <p:cNvSpPr/>
            <p:nvPr/>
          </p:nvSpPr>
          <p:spPr>
            <a:xfrm>
              <a:off x="3006875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45" name="pg3195">
              <a:extLst>
                <a:ext uri="{FF2B5EF4-FFF2-40B4-BE49-F238E27FC236}">
                  <a16:creationId xmlns:a16="http://schemas.microsoft.com/office/drawing/2014/main" id="{D1ED9881-D8F6-07F4-CC33-E7A7774E96C4}"/>
                </a:ext>
              </a:extLst>
            </p:cNvPr>
            <p:cNvSpPr/>
            <p:nvPr/>
          </p:nvSpPr>
          <p:spPr>
            <a:xfrm>
              <a:off x="301851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46" name="pg3196">
              <a:extLst>
                <a:ext uri="{FF2B5EF4-FFF2-40B4-BE49-F238E27FC236}">
                  <a16:creationId xmlns:a16="http://schemas.microsoft.com/office/drawing/2014/main" id="{E1D7E4C8-264C-1EEB-AC8F-DAD8A941CF00}"/>
                </a:ext>
              </a:extLst>
            </p:cNvPr>
            <p:cNvSpPr/>
            <p:nvPr/>
          </p:nvSpPr>
          <p:spPr>
            <a:xfrm>
              <a:off x="3030150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47" name="pg3197">
              <a:extLst>
                <a:ext uri="{FF2B5EF4-FFF2-40B4-BE49-F238E27FC236}">
                  <a16:creationId xmlns:a16="http://schemas.microsoft.com/office/drawing/2014/main" id="{10A30E8F-D682-99E7-0C22-2B853E29B909}"/>
                </a:ext>
              </a:extLst>
            </p:cNvPr>
            <p:cNvSpPr/>
            <p:nvPr/>
          </p:nvSpPr>
          <p:spPr>
            <a:xfrm>
              <a:off x="304178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48" name="pg3198">
              <a:extLst>
                <a:ext uri="{FF2B5EF4-FFF2-40B4-BE49-F238E27FC236}">
                  <a16:creationId xmlns:a16="http://schemas.microsoft.com/office/drawing/2014/main" id="{B0D19DEA-40B1-5BDF-C450-2061789599F9}"/>
                </a:ext>
              </a:extLst>
            </p:cNvPr>
            <p:cNvSpPr/>
            <p:nvPr/>
          </p:nvSpPr>
          <p:spPr>
            <a:xfrm>
              <a:off x="3053425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49" name="pg3199">
              <a:extLst>
                <a:ext uri="{FF2B5EF4-FFF2-40B4-BE49-F238E27FC236}">
                  <a16:creationId xmlns:a16="http://schemas.microsoft.com/office/drawing/2014/main" id="{3B3C709A-EE99-8AF6-47A5-36800FD9EC48}"/>
                </a:ext>
              </a:extLst>
            </p:cNvPr>
            <p:cNvSpPr/>
            <p:nvPr/>
          </p:nvSpPr>
          <p:spPr>
            <a:xfrm>
              <a:off x="306506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50" name="pg3200">
              <a:extLst>
                <a:ext uri="{FF2B5EF4-FFF2-40B4-BE49-F238E27FC236}">
                  <a16:creationId xmlns:a16="http://schemas.microsoft.com/office/drawing/2014/main" id="{84A4FED3-0193-692C-BA6F-BE46C0B57B48}"/>
                </a:ext>
              </a:extLst>
            </p:cNvPr>
            <p:cNvSpPr/>
            <p:nvPr/>
          </p:nvSpPr>
          <p:spPr>
            <a:xfrm>
              <a:off x="307669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51" name="pg3201">
              <a:extLst>
                <a:ext uri="{FF2B5EF4-FFF2-40B4-BE49-F238E27FC236}">
                  <a16:creationId xmlns:a16="http://schemas.microsoft.com/office/drawing/2014/main" id="{19D41EF8-4162-3093-FD28-68EE65398711}"/>
                </a:ext>
              </a:extLst>
            </p:cNvPr>
            <p:cNvSpPr/>
            <p:nvPr/>
          </p:nvSpPr>
          <p:spPr>
            <a:xfrm>
              <a:off x="308833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52" name="pg3202">
              <a:extLst>
                <a:ext uri="{FF2B5EF4-FFF2-40B4-BE49-F238E27FC236}">
                  <a16:creationId xmlns:a16="http://schemas.microsoft.com/office/drawing/2014/main" id="{B261682A-D5C8-8501-0DD4-813BA88D7067}"/>
                </a:ext>
              </a:extLst>
            </p:cNvPr>
            <p:cNvSpPr/>
            <p:nvPr/>
          </p:nvSpPr>
          <p:spPr>
            <a:xfrm>
              <a:off x="309997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53" name="pg3203">
              <a:extLst>
                <a:ext uri="{FF2B5EF4-FFF2-40B4-BE49-F238E27FC236}">
                  <a16:creationId xmlns:a16="http://schemas.microsoft.com/office/drawing/2014/main" id="{546EA074-1610-A138-5B03-7E9E02EE4E01}"/>
                </a:ext>
              </a:extLst>
            </p:cNvPr>
            <p:cNvSpPr/>
            <p:nvPr/>
          </p:nvSpPr>
          <p:spPr>
            <a:xfrm>
              <a:off x="441499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54" name="pg3204">
              <a:extLst>
                <a:ext uri="{FF2B5EF4-FFF2-40B4-BE49-F238E27FC236}">
                  <a16:creationId xmlns:a16="http://schemas.microsoft.com/office/drawing/2014/main" id="{B108F2EE-8CDF-5F73-C5F3-4B78CC21E8D3}"/>
                </a:ext>
              </a:extLst>
            </p:cNvPr>
            <p:cNvSpPr/>
            <p:nvPr/>
          </p:nvSpPr>
          <p:spPr>
            <a:xfrm>
              <a:off x="4426630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55" name="pg3205">
              <a:extLst>
                <a:ext uri="{FF2B5EF4-FFF2-40B4-BE49-F238E27FC236}">
                  <a16:creationId xmlns:a16="http://schemas.microsoft.com/office/drawing/2014/main" id="{037ABB4A-2419-EA11-EB48-09EDAEFE2C54}"/>
                </a:ext>
              </a:extLst>
            </p:cNvPr>
            <p:cNvSpPr/>
            <p:nvPr/>
          </p:nvSpPr>
          <p:spPr>
            <a:xfrm>
              <a:off x="443826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56" name="pg3206">
              <a:extLst>
                <a:ext uri="{FF2B5EF4-FFF2-40B4-BE49-F238E27FC236}">
                  <a16:creationId xmlns:a16="http://schemas.microsoft.com/office/drawing/2014/main" id="{3AC33EE8-481B-5B5B-6B81-32BFBE52195C}"/>
                </a:ext>
              </a:extLst>
            </p:cNvPr>
            <p:cNvSpPr/>
            <p:nvPr/>
          </p:nvSpPr>
          <p:spPr>
            <a:xfrm>
              <a:off x="444990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57" name="pg3207">
              <a:extLst>
                <a:ext uri="{FF2B5EF4-FFF2-40B4-BE49-F238E27FC236}">
                  <a16:creationId xmlns:a16="http://schemas.microsoft.com/office/drawing/2014/main" id="{7A352866-EEB3-F21C-23C6-9E4CE240D722}"/>
                </a:ext>
              </a:extLst>
            </p:cNvPr>
            <p:cNvSpPr/>
            <p:nvPr/>
          </p:nvSpPr>
          <p:spPr>
            <a:xfrm>
              <a:off x="446154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58" name="pg3208">
              <a:extLst>
                <a:ext uri="{FF2B5EF4-FFF2-40B4-BE49-F238E27FC236}">
                  <a16:creationId xmlns:a16="http://schemas.microsoft.com/office/drawing/2014/main" id="{780214AC-1F1E-968C-2687-6A8345E3494A}"/>
                </a:ext>
              </a:extLst>
            </p:cNvPr>
            <p:cNvSpPr/>
            <p:nvPr/>
          </p:nvSpPr>
          <p:spPr>
            <a:xfrm>
              <a:off x="461282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59" name="pg3209">
              <a:extLst>
                <a:ext uri="{FF2B5EF4-FFF2-40B4-BE49-F238E27FC236}">
                  <a16:creationId xmlns:a16="http://schemas.microsoft.com/office/drawing/2014/main" id="{DF69E7FF-013C-68C6-0964-DC7DA6A2AE2D}"/>
                </a:ext>
              </a:extLst>
            </p:cNvPr>
            <p:cNvSpPr/>
            <p:nvPr/>
          </p:nvSpPr>
          <p:spPr>
            <a:xfrm>
              <a:off x="462446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60" name="pg3210">
              <a:extLst>
                <a:ext uri="{FF2B5EF4-FFF2-40B4-BE49-F238E27FC236}">
                  <a16:creationId xmlns:a16="http://schemas.microsoft.com/office/drawing/2014/main" id="{750B8992-9ED1-178E-BF1A-EC3696988225}"/>
                </a:ext>
              </a:extLst>
            </p:cNvPr>
            <p:cNvSpPr/>
            <p:nvPr/>
          </p:nvSpPr>
          <p:spPr>
            <a:xfrm>
              <a:off x="463610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61" name="pg3211">
              <a:extLst>
                <a:ext uri="{FF2B5EF4-FFF2-40B4-BE49-F238E27FC236}">
                  <a16:creationId xmlns:a16="http://schemas.microsoft.com/office/drawing/2014/main" id="{7431DF51-F015-A11C-E099-10AF1890A6CA}"/>
                </a:ext>
              </a:extLst>
            </p:cNvPr>
            <p:cNvSpPr/>
            <p:nvPr/>
          </p:nvSpPr>
          <p:spPr>
            <a:xfrm>
              <a:off x="464773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62" name="pg3212">
              <a:extLst>
                <a:ext uri="{FF2B5EF4-FFF2-40B4-BE49-F238E27FC236}">
                  <a16:creationId xmlns:a16="http://schemas.microsoft.com/office/drawing/2014/main" id="{0C0A76CE-E4DA-73DB-0721-C3553E349506}"/>
                </a:ext>
              </a:extLst>
            </p:cNvPr>
            <p:cNvSpPr/>
            <p:nvPr/>
          </p:nvSpPr>
          <p:spPr>
            <a:xfrm>
              <a:off x="4659376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63" name="pg3213">
              <a:extLst>
                <a:ext uri="{FF2B5EF4-FFF2-40B4-BE49-F238E27FC236}">
                  <a16:creationId xmlns:a16="http://schemas.microsoft.com/office/drawing/2014/main" id="{01DF5C5B-8D23-B93A-D9D4-655B611141B3}"/>
                </a:ext>
              </a:extLst>
            </p:cNvPr>
            <p:cNvSpPr/>
            <p:nvPr/>
          </p:nvSpPr>
          <p:spPr>
            <a:xfrm>
              <a:off x="467101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64" name="pg3214">
              <a:extLst>
                <a:ext uri="{FF2B5EF4-FFF2-40B4-BE49-F238E27FC236}">
                  <a16:creationId xmlns:a16="http://schemas.microsoft.com/office/drawing/2014/main" id="{1C11D07E-5CAD-A9EA-A5EC-350405619C2E}"/>
                </a:ext>
              </a:extLst>
            </p:cNvPr>
            <p:cNvSpPr/>
            <p:nvPr/>
          </p:nvSpPr>
          <p:spPr>
            <a:xfrm>
              <a:off x="468265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65" name="pg3215">
              <a:extLst>
                <a:ext uri="{FF2B5EF4-FFF2-40B4-BE49-F238E27FC236}">
                  <a16:creationId xmlns:a16="http://schemas.microsoft.com/office/drawing/2014/main" id="{9208D85F-2DAA-EA3E-16F9-C4E2D350039F}"/>
                </a:ext>
              </a:extLst>
            </p:cNvPr>
            <p:cNvSpPr/>
            <p:nvPr/>
          </p:nvSpPr>
          <p:spPr>
            <a:xfrm>
              <a:off x="292541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66" name="pg3216">
              <a:extLst>
                <a:ext uri="{FF2B5EF4-FFF2-40B4-BE49-F238E27FC236}">
                  <a16:creationId xmlns:a16="http://schemas.microsoft.com/office/drawing/2014/main" id="{292F9FFC-F851-74C2-313F-F9219CBD3B04}"/>
                </a:ext>
              </a:extLst>
            </p:cNvPr>
            <p:cNvSpPr/>
            <p:nvPr/>
          </p:nvSpPr>
          <p:spPr>
            <a:xfrm>
              <a:off x="293705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67" name="pg3217">
              <a:extLst>
                <a:ext uri="{FF2B5EF4-FFF2-40B4-BE49-F238E27FC236}">
                  <a16:creationId xmlns:a16="http://schemas.microsoft.com/office/drawing/2014/main" id="{FB51A0FE-232E-ED46-7DF2-FFDD43D85C91}"/>
                </a:ext>
              </a:extLst>
            </p:cNvPr>
            <p:cNvSpPr/>
            <p:nvPr/>
          </p:nvSpPr>
          <p:spPr>
            <a:xfrm>
              <a:off x="294868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68" name="pg3218">
              <a:extLst>
                <a:ext uri="{FF2B5EF4-FFF2-40B4-BE49-F238E27FC236}">
                  <a16:creationId xmlns:a16="http://schemas.microsoft.com/office/drawing/2014/main" id="{99CD120B-B8E4-C1E7-9ED0-F4E2DC4F95CF}"/>
                </a:ext>
              </a:extLst>
            </p:cNvPr>
            <p:cNvSpPr/>
            <p:nvPr/>
          </p:nvSpPr>
          <p:spPr>
            <a:xfrm>
              <a:off x="2960326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69" name="pg3219">
              <a:extLst>
                <a:ext uri="{FF2B5EF4-FFF2-40B4-BE49-F238E27FC236}">
                  <a16:creationId xmlns:a16="http://schemas.microsoft.com/office/drawing/2014/main" id="{81466BC5-5ACD-7600-6BF5-44653B38336C}"/>
                </a:ext>
              </a:extLst>
            </p:cNvPr>
            <p:cNvSpPr/>
            <p:nvPr/>
          </p:nvSpPr>
          <p:spPr>
            <a:xfrm>
              <a:off x="297196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70" name="pg3220">
              <a:extLst>
                <a:ext uri="{FF2B5EF4-FFF2-40B4-BE49-F238E27FC236}">
                  <a16:creationId xmlns:a16="http://schemas.microsoft.com/office/drawing/2014/main" id="{17D2C721-CB7A-A30F-5988-CF0675EE7A42}"/>
                </a:ext>
              </a:extLst>
            </p:cNvPr>
            <p:cNvSpPr/>
            <p:nvPr/>
          </p:nvSpPr>
          <p:spPr>
            <a:xfrm>
              <a:off x="298360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71" name="pg3221">
              <a:extLst>
                <a:ext uri="{FF2B5EF4-FFF2-40B4-BE49-F238E27FC236}">
                  <a16:creationId xmlns:a16="http://schemas.microsoft.com/office/drawing/2014/main" id="{21052216-3A72-66FD-89C2-08258665EDFB}"/>
                </a:ext>
              </a:extLst>
            </p:cNvPr>
            <p:cNvSpPr/>
            <p:nvPr/>
          </p:nvSpPr>
          <p:spPr>
            <a:xfrm>
              <a:off x="2995238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72" name="pg3222">
              <a:extLst>
                <a:ext uri="{FF2B5EF4-FFF2-40B4-BE49-F238E27FC236}">
                  <a16:creationId xmlns:a16="http://schemas.microsoft.com/office/drawing/2014/main" id="{A11AA0CB-1D96-35F0-A087-A29758A7408C}"/>
                </a:ext>
              </a:extLst>
            </p:cNvPr>
            <p:cNvSpPr/>
            <p:nvPr/>
          </p:nvSpPr>
          <p:spPr>
            <a:xfrm>
              <a:off x="3006875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73" name="pg3223">
              <a:extLst>
                <a:ext uri="{FF2B5EF4-FFF2-40B4-BE49-F238E27FC236}">
                  <a16:creationId xmlns:a16="http://schemas.microsoft.com/office/drawing/2014/main" id="{5BD464E9-6855-C418-8E8B-0BFC942B4AA4}"/>
                </a:ext>
              </a:extLst>
            </p:cNvPr>
            <p:cNvSpPr/>
            <p:nvPr/>
          </p:nvSpPr>
          <p:spPr>
            <a:xfrm>
              <a:off x="301851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74" name="pg3224">
              <a:extLst>
                <a:ext uri="{FF2B5EF4-FFF2-40B4-BE49-F238E27FC236}">
                  <a16:creationId xmlns:a16="http://schemas.microsoft.com/office/drawing/2014/main" id="{B8778331-E450-65C2-49BE-5B3264294366}"/>
                </a:ext>
              </a:extLst>
            </p:cNvPr>
            <p:cNvSpPr/>
            <p:nvPr/>
          </p:nvSpPr>
          <p:spPr>
            <a:xfrm>
              <a:off x="3030150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75" name="pg3225">
              <a:extLst>
                <a:ext uri="{FF2B5EF4-FFF2-40B4-BE49-F238E27FC236}">
                  <a16:creationId xmlns:a16="http://schemas.microsoft.com/office/drawing/2014/main" id="{DCAC467C-3BC5-E896-A99D-EDC07D6A46B1}"/>
                </a:ext>
              </a:extLst>
            </p:cNvPr>
            <p:cNvSpPr/>
            <p:nvPr/>
          </p:nvSpPr>
          <p:spPr>
            <a:xfrm>
              <a:off x="304178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76" name="pg3226">
              <a:extLst>
                <a:ext uri="{FF2B5EF4-FFF2-40B4-BE49-F238E27FC236}">
                  <a16:creationId xmlns:a16="http://schemas.microsoft.com/office/drawing/2014/main" id="{38B7AB86-1AF1-A4CE-E332-2928B948F9EE}"/>
                </a:ext>
              </a:extLst>
            </p:cNvPr>
            <p:cNvSpPr/>
            <p:nvPr/>
          </p:nvSpPr>
          <p:spPr>
            <a:xfrm>
              <a:off x="3053425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77" name="pg3227">
              <a:extLst>
                <a:ext uri="{FF2B5EF4-FFF2-40B4-BE49-F238E27FC236}">
                  <a16:creationId xmlns:a16="http://schemas.microsoft.com/office/drawing/2014/main" id="{5D299237-36AC-EEBF-CC1C-4E4C2F5C1DBE}"/>
                </a:ext>
              </a:extLst>
            </p:cNvPr>
            <p:cNvSpPr/>
            <p:nvPr/>
          </p:nvSpPr>
          <p:spPr>
            <a:xfrm>
              <a:off x="306506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78" name="pg3228">
              <a:extLst>
                <a:ext uri="{FF2B5EF4-FFF2-40B4-BE49-F238E27FC236}">
                  <a16:creationId xmlns:a16="http://schemas.microsoft.com/office/drawing/2014/main" id="{FADE7AD8-F153-70FB-7491-5A7171C70A14}"/>
                </a:ext>
              </a:extLst>
            </p:cNvPr>
            <p:cNvSpPr/>
            <p:nvPr/>
          </p:nvSpPr>
          <p:spPr>
            <a:xfrm>
              <a:off x="307669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79" name="pg3229">
              <a:extLst>
                <a:ext uri="{FF2B5EF4-FFF2-40B4-BE49-F238E27FC236}">
                  <a16:creationId xmlns:a16="http://schemas.microsoft.com/office/drawing/2014/main" id="{E7E6AAF8-685F-0C2E-E758-AC92E585203A}"/>
                </a:ext>
              </a:extLst>
            </p:cNvPr>
            <p:cNvSpPr/>
            <p:nvPr/>
          </p:nvSpPr>
          <p:spPr>
            <a:xfrm>
              <a:off x="441499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80" name="pg3230">
              <a:extLst>
                <a:ext uri="{FF2B5EF4-FFF2-40B4-BE49-F238E27FC236}">
                  <a16:creationId xmlns:a16="http://schemas.microsoft.com/office/drawing/2014/main" id="{33B0EDC7-CEF3-F357-5026-AD1A6A75E732}"/>
                </a:ext>
              </a:extLst>
            </p:cNvPr>
            <p:cNvSpPr/>
            <p:nvPr/>
          </p:nvSpPr>
          <p:spPr>
            <a:xfrm>
              <a:off x="4426630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81" name="pg3231">
              <a:extLst>
                <a:ext uri="{FF2B5EF4-FFF2-40B4-BE49-F238E27FC236}">
                  <a16:creationId xmlns:a16="http://schemas.microsoft.com/office/drawing/2014/main" id="{FBAFCB9E-58A1-64CD-912F-4C94CA0E85BB}"/>
                </a:ext>
              </a:extLst>
            </p:cNvPr>
            <p:cNvSpPr/>
            <p:nvPr/>
          </p:nvSpPr>
          <p:spPr>
            <a:xfrm>
              <a:off x="443826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82" name="pg3232">
              <a:extLst>
                <a:ext uri="{FF2B5EF4-FFF2-40B4-BE49-F238E27FC236}">
                  <a16:creationId xmlns:a16="http://schemas.microsoft.com/office/drawing/2014/main" id="{2A30A641-A3D7-129F-B115-1B7790A9F331}"/>
                </a:ext>
              </a:extLst>
            </p:cNvPr>
            <p:cNvSpPr/>
            <p:nvPr/>
          </p:nvSpPr>
          <p:spPr>
            <a:xfrm>
              <a:off x="444990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83" name="pg3233">
              <a:extLst>
                <a:ext uri="{FF2B5EF4-FFF2-40B4-BE49-F238E27FC236}">
                  <a16:creationId xmlns:a16="http://schemas.microsoft.com/office/drawing/2014/main" id="{DF2D1DCD-5C13-6CE4-1953-DA4C2212F849}"/>
                </a:ext>
              </a:extLst>
            </p:cNvPr>
            <p:cNvSpPr/>
            <p:nvPr/>
          </p:nvSpPr>
          <p:spPr>
            <a:xfrm>
              <a:off x="446154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84" name="pg3234">
              <a:extLst>
                <a:ext uri="{FF2B5EF4-FFF2-40B4-BE49-F238E27FC236}">
                  <a16:creationId xmlns:a16="http://schemas.microsoft.com/office/drawing/2014/main" id="{E9319088-9D8C-6EAB-201B-66F93DBF7A24}"/>
                </a:ext>
              </a:extLst>
            </p:cNvPr>
            <p:cNvSpPr/>
            <p:nvPr/>
          </p:nvSpPr>
          <p:spPr>
            <a:xfrm>
              <a:off x="461282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85" name="pg3235">
              <a:extLst>
                <a:ext uri="{FF2B5EF4-FFF2-40B4-BE49-F238E27FC236}">
                  <a16:creationId xmlns:a16="http://schemas.microsoft.com/office/drawing/2014/main" id="{AB588BF8-2908-3767-C5BC-1815A791FA9C}"/>
                </a:ext>
              </a:extLst>
            </p:cNvPr>
            <p:cNvSpPr/>
            <p:nvPr/>
          </p:nvSpPr>
          <p:spPr>
            <a:xfrm>
              <a:off x="462446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86" name="pg3236">
              <a:extLst>
                <a:ext uri="{FF2B5EF4-FFF2-40B4-BE49-F238E27FC236}">
                  <a16:creationId xmlns:a16="http://schemas.microsoft.com/office/drawing/2014/main" id="{F609C387-972E-E898-99CB-AEF5250E7AE3}"/>
                </a:ext>
              </a:extLst>
            </p:cNvPr>
            <p:cNvSpPr/>
            <p:nvPr/>
          </p:nvSpPr>
          <p:spPr>
            <a:xfrm>
              <a:off x="463610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87" name="pg3237">
              <a:extLst>
                <a:ext uri="{FF2B5EF4-FFF2-40B4-BE49-F238E27FC236}">
                  <a16:creationId xmlns:a16="http://schemas.microsoft.com/office/drawing/2014/main" id="{F94716D8-E475-8339-101D-EF701DEDF063}"/>
                </a:ext>
              </a:extLst>
            </p:cNvPr>
            <p:cNvSpPr/>
            <p:nvPr/>
          </p:nvSpPr>
          <p:spPr>
            <a:xfrm>
              <a:off x="464773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88" name="pg3238">
              <a:extLst>
                <a:ext uri="{FF2B5EF4-FFF2-40B4-BE49-F238E27FC236}">
                  <a16:creationId xmlns:a16="http://schemas.microsoft.com/office/drawing/2014/main" id="{5AA9F644-8CE2-AE7C-1E53-BECBE33FBE24}"/>
                </a:ext>
              </a:extLst>
            </p:cNvPr>
            <p:cNvSpPr/>
            <p:nvPr/>
          </p:nvSpPr>
          <p:spPr>
            <a:xfrm>
              <a:off x="4659376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89" name="pg3239">
              <a:extLst>
                <a:ext uri="{FF2B5EF4-FFF2-40B4-BE49-F238E27FC236}">
                  <a16:creationId xmlns:a16="http://schemas.microsoft.com/office/drawing/2014/main" id="{B2A8676D-EA93-D05A-01D0-3069D0A44531}"/>
                </a:ext>
              </a:extLst>
            </p:cNvPr>
            <p:cNvSpPr/>
            <p:nvPr/>
          </p:nvSpPr>
          <p:spPr>
            <a:xfrm>
              <a:off x="467101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90" name="pg3240">
              <a:extLst>
                <a:ext uri="{FF2B5EF4-FFF2-40B4-BE49-F238E27FC236}">
                  <a16:creationId xmlns:a16="http://schemas.microsoft.com/office/drawing/2014/main" id="{02E0E72A-2479-45A4-21CC-771B1C807091}"/>
                </a:ext>
              </a:extLst>
            </p:cNvPr>
            <p:cNvSpPr/>
            <p:nvPr/>
          </p:nvSpPr>
          <p:spPr>
            <a:xfrm>
              <a:off x="468265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91" name="pg3241">
              <a:extLst>
                <a:ext uri="{FF2B5EF4-FFF2-40B4-BE49-F238E27FC236}">
                  <a16:creationId xmlns:a16="http://schemas.microsoft.com/office/drawing/2014/main" id="{8602C584-BAD8-86A8-16DA-5A48CD810A1D}"/>
                </a:ext>
              </a:extLst>
            </p:cNvPr>
            <p:cNvSpPr/>
            <p:nvPr/>
          </p:nvSpPr>
          <p:spPr>
            <a:xfrm>
              <a:off x="292541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92" name="pg3242">
              <a:extLst>
                <a:ext uri="{FF2B5EF4-FFF2-40B4-BE49-F238E27FC236}">
                  <a16:creationId xmlns:a16="http://schemas.microsoft.com/office/drawing/2014/main" id="{2DF2BADB-4A55-241B-D6F5-D2F5EFA521BE}"/>
                </a:ext>
              </a:extLst>
            </p:cNvPr>
            <p:cNvSpPr/>
            <p:nvPr/>
          </p:nvSpPr>
          <p:spPr>
            <a:xfrm>
              <a:off x="293705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93" name="pg3243">
              <a:extLst>
                <a:ext uri="{FF2B5EF4-FFF2-40B4-BE49-F238E27FC236}">
                  <a16:creationId xmlns:a16="http://schemas.microsoft.com/office/drawing/2014/main" id="{297BFF73-0472-E55C-E30A-7AE5DAF801F9}"/>
                </a:ext>
              </a:extLst>
            </p:cNvPr>
            <p:cNvSpPr/>
            <p:nvPr/>
          </p:nvSpPr>
          <p:spPr>
            <a:xfrm>
              <a:off x="2948689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94" name="pg3244">
              <a:extLst>
                <a:ext uri="{FF2B5EF4-FFF2-40B4-BE49-F238E27FC236}">
                  <a16:creationId xmlns:a16="http://schemas.microsoft.com/office/drawing/2014/main" id="{D38B4B84-2CAA-C7FA-3B90-9484DF8912BA}"/>
                </a:ext>
              </a:extLst>
            </p:cNvPr>
            <p:cNvSpPr/>
            <p:nvPr/>
          </p:nvSpPr>
          <p:spPr>
            <a:xfrm>
              <a:off x="2960326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95" name="pg3245">
              <a:extLst>
                <a:ext uri="{FF2B5EF4-FFF2-40B4-BE49-F238E27FC236}">
                  <a16:creationId xmlns:a16="http://schemas.microsoft.com/office/drawing/2014/main" id="{3F4CE67F-28AE-9723-4FD3-287D38D656F7}"/>
                </a:ext>
              </a:extLst>
            </p:cNvPr>
            <p:cNvSpPr/>
            <p:nvPr/>
          </p:nvSpPr>
          <p:spPr>
            <a:xfrm>
              <a:off x="297196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96" name="pg3246">
              <a:extLst>
                <a:ext uri="{FF2B5EF4-FFF2-40B4-BE49-F238E27FC236}">
                  <a16:creationId xmlns:a16="http://schemas.microsoft.com/office/drawing/2014/main" id="{F519AF45-09AC-3DBF-6FAD-C6C3A13F52AC}"/>
                </a:ext>
              </a:extLst>
            </p:cNvPr>
            <p:cNvSpPr/>
            <p:nvPr/>
          </p:nvSpPr>
          <p:spPr>
            <a:xfrm>
              <a:off x="298360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97" name="pg3247">
              <a:extLst>
                <a:ext uri="{FF2B5EF4-FFF2-40B4-BE49-F238E27FC236}">
                  <a16:creationId xmlns:a16="http://schemas.microsoft.com/office/drawing/2014/main" id="{54DCB8AF-8047-1919-071A-C0BA8191F3D8}"/>
                </a:ext>
              </a:extLst>
            </p:cNvPr>
            <p:cNvSpPr/>
            <p:nvPr/>
          </p:nvSpPr>
          <p:spPr>
            <a:xfrm>
              <a:off x="2995238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98" name="pg3248">
              <a:extLst>
                <a:ext uri="{FF2B5EF4-FFF2-40B4-BE49-F238E27FC236}">
                  <a16:creationId xmlns:a16="http://schemas.microsoft.com/office/drawing/2014/main" id="{D147DEFF-0504-2EB4-0222-C8CB1CFCFC23}"/>
                </a:ext>
              </a:extLst>
            </p:cNvPr>
            <p:cNvSpPr/>
            <p:nvPr/>
          </p:nvSpPr>
          <p:spPr>
            <a:xfrm>
              <a:off x="3006875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99" name="pg3249">
              <a:extLst>
                <a:ext uri="{FF2B5EF4-FFF2-40B4-BE49-F238E27FC236}">
                  <a16:creationId xmlns:a16="http://schemas.microsoft.com/office/drawing/2014/main" id="{ECC8955E-0F7F-EF56-4C58-0A86E0E146E1}"/>
                </a:ext>
              </a:extLst>
            </p:cNvPr>
            <p:cNvSpPr/>
            <p:nvPr/>
          </p:nvSpPr>
          <p:spPr>
            <a:xfrm>
              <a:off x="301851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00" name="pg3250">
              <a:extLst>
                <a:ext uri="{FF2B5EF4-FFF2-40B4-BE49-F238E27FC236}">
                  <a16:creationId xmlns:a16="http://schemas.microsoft.com/office/drawing/2014/main" id="{5ABB9664-88E7-E4B2-A9E7-DC402E8942D5}"/>
                </a:ext>
              </a:extLst>
            </p:cNvPr>
            <p:cNvSpPr/>
            <p:nvPr/>
          </p:nvSpPr>
          <p:spPr>
            <a:xfrm>
              <a:off x="3030150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01" name="pg3251">
              <a:extLst>
                <a:ext uri="{FF2B5EF4-FFF2-40B4-BE49-F238E27FC236}">
                  <a16:creationId xmlns:a16="http://schemas.microsoft.com/office/drawing/2014/main" id="{1021C7B7-15CD-CBDF-F0F3-69942373BBFB}"/>
                </a:ext>
              </a:extLst>
            </p:cNvPr>
            <p:cNvSpPr/>
            <p:nvPr/>
          </p:nvSpPr>
          <p:spPr>
            <a:xfrm>
              <a:off x="3041787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02" name="pg3252">
              <a:extLst>
                <a:ext uri="{FF2B5EF4-FFF2-40B4-BE49-F238E27FC236}">
                  <a16:creationId xmlns:a16="http://schemas.microsoft.com/office/drawing/2014/main" id="{B51A6AEB-C612-6E3B-F130-80F8BDCEA7AC}"/>
                </a:ext>
              </a:extLst>
            </p:cNvPr>
            <p:cNvSpPr/>
            <p:nvPr/>
          </p:nvSpPr>
          <p:spPr>
            <a:xfrm>
              <a:off x="3053425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03" name="pg3253">
              <a:extLst>
                <a:ext uri="{FF2B5EF4-FFF2-40B4-BE49-F238E27FC236}">
                  <a16:creationId xmlns:a16="http://schemas.microsoft.com/office/drawing/2014/main" id="{4A65E847-0223-E71C-5FFD-90DDD391C362}"/>
                </a:ext>
              </a:extLst>
            </p:cNvPr>
            <p:cNvSpPr/>
            <p:nvPr/>
          </p:nvSpPr>
          <p:spPr>
            <a:xfrm>
              <a:off x="4414992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04" name="pg3254">
              <a:extLst>
                <a:ext uri="{FF2B5EF4-FFF2-40B4-BE49-F238E27FC236}">
                  <a16:creationId xmlns:a16="http://schemas.microsoft.com/office/drawing/2014/main" id="{4B9B6ABB-AEB2-E99A-F0DA-8DC2CC411A14}"/>
                </a:ext>
              </a:extLst>
            </p:cNvPr>
            <p:cNvSpPr/>
            <p:nvPr/>
          </p:nvSpPr>
          <p:spPr>
            <a:xfrm>
              <a:off x="4426630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05" name="pg3255">
              <a:extLst>
                <a:ext uri="{FF2B5EF4-FFF2-40B4-BE49-F238E27FC236}">
                  <a16:creationId xmlns:a16="http://schemas.microsoft.com/office/drawing/2014/main" id="{D62F7AF1-EDA4-A94F-142A-721DCAD5F145}"/>
                </a:ext>
              </a:extLst>
            </p:cNvPr>
            <p:cNvSpPr/>
            <p:nvPr/>
          </p:nvSpPr>
          <p:spPr>
            <a:xfrm>
              <a:off x="4438267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06" name="pg3256">
              <a:extLst>
                <a:ext uri="{FF2B5EF4-FFF2-40B4-BE49-F238E27FC236}">
                  <a16:creationId xmlns:a16="http://schemas.microsoft.com/office/drawing/2014/main" id="{7C7788B9-A928-CA27-B632-3C7BBEBB4743}"/>
                </a:ext>
              </a:extLst>
            </p:cNvPr>
            <p:cNvSpPr/>
            <p:nvPr/>
          </p:nvSpPr>
          <p:spPr>
            <a:xfrm>
              <a:off x="444990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07" name="pg3257">
              <a:extLst>
                <a:ext uri="{FF2B5EF4-FFF2-40B4-BE49-F238E27FC236}">
                  <a16:creationId xmlns:a16="http://schemas.microsoft.com/office/drawing/2014/main" id="{3E9412E3-9C8E-B46F-1A6E-F1F062B62140}"/>
                </a:ext>
              </a:extLst>
            </p:cNvPr>
            <p:cNvSpPr/>
            <p:nvPr/>
          </p:nvSpPr>
          <p:spPr>
            <a:xfrm>
              <a:off x="4461542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08" name="pg3258">
              <a:extLst>
                <a:ext uri="{FF2B5EF4-FFF2-40B4-BE49-F238E27FC236}">
                  <a16:creationId xmlns:a16="http://schemas.microsoft.com/office/drawing/2014/main" id="{FB5CBF84-1646-1E9E-0FA5-920C7819A752}"/>
                </a:ext>
              </a:extLst>
            </p:cNvPr>
            <p:cNvSpPr/>
            <p:nvPr/>
          </p:nvSpPr>
          <p:spPr>
            <a:xfrm>
              <a:off x="462446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09" name="pg3259">
              <a:extLst>
                <a:ext uri="{FF2B5EF4-FFF2-40B4-BE49-F238E27FC236}">
                  <a16:creationId xmlns:a16="http://schemas.microsoft.com/office/drawing/2014/main" id="{36799CB1-B7DF-4258-D046-F8E135D90BBF}"/>
                </a:ext>
              </a:extLst>
            </p:cNvPr>
            <p:cNvSpPr/>
            <p:nvPr/>
          </p:nvSpPr>
          <p:spPr>
            <a:xfrm>
              <a:off x="463610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10" name="pg3260">
              <a:extLst>
                <a:ext uri="{FF2B5EF4-FFF2-40B4-BE49-F238E27FC236}">
                  <a16:creationId xmlns:a16="http://schemas.microsoft.com/office/drawing/2014/main" id="{D4C83FEE-F07A-2D77-3ECB-283845329890}"/>
                </a:ext>
              </a:extLst>
            </p:cNvPr>
            <p:cNvSpPr/>
            <p:nvPr/>
          </p:nvSpPr>
          <p:spPr>
            <a:xfrm>
              <a:off x="4647739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11" name="pg3261">
              <a:extLst>
                <a:ext uri="{FF2B5EF4-FFF2-40B4-BE49-F238E27FC236}">
                  <a16:creationId xmlns:a16="http://schemas.microsoft.com/office/drawing/2014/main" id="{4B1054AB-9015-730A-6221-A4D357864558}"/>
                </a:ext>
              </a:extLst>
            </p:cNvPr>
            <p:cNvSpPr/>
            <p:nvPr/>
          </p:nvSpPr>
          <p:spPr>
            <a:xfrm>
              <a:off x="4659376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12" name="pg3262">
              <a:extLst>
                <a:ext uri="{FF2B5EF4-FFF2-40B4-BE49-F238E27FC236}">
                  <a16:creationId xmlns:a16="http://schemas.microsoft.com/office/drawing/2014/main" id="{5F844FC1-350C-C98F-5203-058BA09A12EE}"/>
                </a:ext>
              </a:extLst>
            </p:cNvPr>
            <p:cNvSpPr/>
            <p:nvPr/>
          </p:nvSpPr>
          <p:spPr>
            <a:xfrm>
              <a:off x="467101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13" name="pg3263">
              <a:extLst>
                <a:ext uri="{FF2B5EF4-FFF2-40B4-BE49-F238E27FC236}">
                  <a16:creationId xmlns:a16="http://schemas.microsoft.com/office/drawing/2014/main" id="{D114FE83-3A3E-CB10-3EBB-6094C9411867}"/>
                </a:ext>
              </a:extLst>
            </p:cNvPr>
            <p:cNvSpPr/>
            <p:nvPr/>
          </p:nvSpPr>
          <p:spPr>
            <a:xfrm>
              <a:off x="468265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14" name="pg3264">
              <a:extLst>
                <a:ext uri="{FF2B5EF4-FFF2-40B4-BE49-F238E27FC236}">
                  <a16:creationId xmlns:a16="http://schemas.microsoft.com/office/drawing/2014/main" id="{4B1DCEF0-0FC4-435A-8908-BDF1DD74F2B9}"/>
                </a:ext>
              </a:extLst>
            </p:cNvPr>
            <p:cNvSpPr/>
            <p:nvPr/>
          </p:nvSpPr>
          <p:spPr>
            <a:xfrm>
              <a:off x="289050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15" name="pg3265">
              <a:extLst>
                <a:ext uri="{FF2B5EF4-FFF2-40B4-BE49-F238E27FC236}">
                  <a16:creationId xmlns:a16="http://schemas.microsoft.com/office/drawing/2014/main" id="{AA5922AC-CD82-048D-F1F8-0F13FAD964E9}"/>
                </a:ext>
              </a:extLst>
            </p:cNvPr>
            <p:cNvSpPr/>
            <p:nvPr/>
          </p:nvSpPr>
          <p:spPr>
            <a:xfrm>
              <a:off x="290213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16" name="pg3266">
              <a:extLst>
                <a:ext uri="{FF2B5EF4-FFF2-40B4-BE49-F238E27FC236}">
                  <a16:creationId xmlns:a16="http://schemas.microsoft.com/office/drawing/2014/main" id="{0286C142-A64A-864F-8172-051C8EE4CA2B}"/>
                </a:ext>
              </a:extLst>
            </p:cNvPr>
            <p:cNvSpPr/>
            <p:nvPr/>
          </p:nvSpPr>
          <p:spPr>
            <a:xfrm>
              <a:off x="2913777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17" name="pg3267">
              <a:extLst>
                <a:ext uri="{FF2B5EF4-FFF2-40B4-BE49-F238E27FC236}">
                  <a16:creationId xmlns:a16="http://schemas.microsoft.com/office/drawing/2014/main" id="{F5F8D479-BC19-3262-4DC4-5E958E6210BB}"/>
                </a:ext>
              </a:extLst>
            </p:cNvPr>
            <p:cNvSpPr/>
            <p:nvPr/>
          </p:nvSpPr>
          <p:spPr>
            <a:xfrm>
              <a:off x="292541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18" name="pg3268">
              <a:extLst>
                <a:ext uri="{FF2B5EF4-FFF2-40B4-BE49-F238E27FC236}">
                  <a16:creationId xmlns:a16="http://schemas.microsoft.com/office/drawing/2014/main" id="{93567A0D-FB45-63C2-694E-2512D150F1F6}"/>
                </a:ext>
              </a:extLst>
            </p:cNvPr>
            <p:cNvSpPr/>
            <p:nvPr/>
          </p:nvSpPr>
          <p:spPr>
            <a:xfrm>
              <a:off x="293705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19" name="pg3269">
              <a:extLst>
                <a:ext uri="{FF2B5EF4-FFF2-40B4-BE49-F238E27FC236}">
                  <a16:creationId xmlns:a16="http://schemas.microsoft.com/office/drawing/2014/main" id="{F737E2BB-C3A1-F6AF-9FD4-30BAADA9CEA5}"/>
                </a:ext>
              </a:extLst>
            </p:cNvPr>
            <p:cNvSpPr/>
            <p:nvPr/>
          </p:nvSpPr>
          <p:spPr>
            <a:xfrm>
              <a:off x="294868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20" name="pg3270">
              <a:extLst>
                <a:ext uri="{FF2B5EF4-FFF2-40B4-BE49-F238E27FC236}">
                  <a16:creationId xmlns:a16="http://schemas.microsoft.com/office/drawing/2014/main" id="{F7FA9D42-D332-DC52-8789-4429C2619F49}"/>
                </a:ext>
              </a:extLst>
            </p:cNvPr>
            <p:cNvSpPr/>
            <p:nvPr/>
          </p:nvSpPr>
          <p:spPr>
            <a:xfrm>
              <a:off x="2960326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21" name="pg3271">
              <a:extLst>
                <a:ext uri="{FF2B5EF4-FFF2-40B4-BE49-F238E27FC236}">
                  <a16:creationId xmlns:a16="http://schemas.microsoft.com/office/drawing/2014/main" id="{ECA199A8-90F7-EFA7-87C4-F72FF340C8AD}"/>
                </a:ext>
              </a:extLst>
            </p:cNvPr>
            <p:cNvSpPr/>
            <p:nvPr/>
          </p:nvSpPr>
          <p:spPr>
            <a:xfrm>
              <a:off x="297196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22" name="pg3272">
              <a:extLst>
                <a:ext uri="{FF2B5EF4-FFF2-40B4-BE49-F238E27FC236}">
                  <a16:creationId xmlns:a16="http://schemas.microsoft.com/office/drawing/2014/main" id="{A3DABBCA-7F0C-117D-823B-2EBD5B8314D0}"/>
                </a:ext>
              </a:extLst>
            </p:cNvPr>
            <p:cNvSpPr/>
            <p:nvPr/>
          </p:nvSpPr>
          <p:spPr>
            <a:xfrm>
              <a:off x="298360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23" name="pg3273">
              <a:extLst>
                <a:ext uri="{FF2B5EF4-FFF2-40B4-BE49-F238E27FC236}">
                  <a16:creationId xmlns:a16="http://schemas.microsoft.com/office/drawing/2014/main" id="{90CB16E1-1F20-44C8-3E04-3E47E98466EC}"/>
                </a:ext>
              </a:extLst>
            </p:cNvPr>
            <p:cNvSpPr/>
            <p:nvPr/>
          </p:nvSpPr>
          <p:spPr>
            <a:xfrm>
              <a:off x="2995238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24" name="pg3274">
              <a:extLst>
                <a:ext uri="{FF2B5EF4-FFF2-40B4-BE49-F238E27FC236}">
                  <a16:creationId xmlns:a16="http://schemas.microsoft.com/office/drawing/2014/main" id="{6C925F3A-129A-CA27-E220-507100788A4A}"/>
                </a:ext>
              </a:extLst>
            </p:cNvPr>
            <p:cNvSpPr/>
            <p:nvPr/>
          </p:nvSpPr>
          <p:spPr>
            <a:xfrm>
              <a:off x="3006875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25" name="pg3275">
              <a:extLst>
                <a:ext uri="{FF2B5EF4-FFF2-40B4-BE49-F238E27FC236}">
                  <a16:creationId xmlns:a16="http://schemas.microsoft.com/office/drawing/2014/main" id="{B387A74A-BE77-F981-A320-23658DD7DBD0}"/>
                </a:ext>
              </a:extLst>
            </p:cNvPr>
            <p:cNvSpPr/>
            <p:nvPr/>
          </p:nvSpPr>
          <p:spPr>
            <a:xfrm>
              <a:off x="301851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26" name="pg3276">
              <a:extLst>
                <a:ext uri="{FF2B5EF4-FFF2-40B4-BE49-F238E27FC236}">
                  <a16:creationId xmlns:a16="http://schemas.microsoft.com/office/drawing/2014/main" id="{946F9529-7946-63FF-5A9C-C3774FBC56C4}"/>
                </a:ext>
              </a:extLst>
            </p:cNvPr>
            <p:cNvSpPr/>
            <p:nvPr/>
          </p:nvSpPr>
          <p:spPr>
            <a:xfrm>
              <a:off x="3030150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27" name="pg3277">
              <a:extLst>
                <a:ext uri="{FF2B5EF4-FFF2-40B4-BE49-F238E27FC236}">
                  <a16:creationId xmlns:a16="http://schemas.microsoft.com/office/drawing/2014/main" id="{3761FF84-30DD-169E-D6ED-0FB127CDC084}"/>
                </a:ext>
              </a:extLst>
            </p:cNvPr>
            <p:cNvSpPr/>
            <p:nvPr/>
          </p:nvSpPr>
          <p:spPr>
            <a:xfrm>
              <a:off x="441499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28" name="pg3278">
              <a:extLst>
                <a:ext uri="{FF2B5EF4-FFF2-40B4-BE49-F238E27FC236}">
                  <a16:creationId xmlns:a16="http://schemas.microsoft.com/office/drawing/2014/main" id="{95D62714-B4E9-1304-9816-57120967E999}"/>
                </a:ext>
              </a:extLst>
            </p:cNvPr>
            <p:cNvSpPr/>
            <p:nvPr/>
          </p:nvSpPr>
          <p:spPr>
            <a:xfrm>
              <a:off x="4426630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29" name="pg3279">
              <a:extLst>
                <a:ext uri="{FF2B5EF4-FFF2-40B4-BE49-F238E27FC236}">
                  <a16:creationId xmlns:a16="http://schemas.microsoft.com/office/drawing/2014/main" id="{616DD41E-F67D-F945-8983-69DCC2B15C77}"/>
                </a:ext>
              </a:extLst>
            </p:cNvPr>
            <p:cNvSpPr/>
            <p:nvPr/>
          </p:nvSpPr>
          <p:spPr>
            <a:xfrm>
              <a:off x="4438267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30" name="pg3280">
              <a:extLst>
                <a:ext uri="{FF2B5EF4-FFF2-40B4-BE49-F238E27FC236}">
                  <a16:creationId xmlns:a16="http://schemas.microsoft.com/office/drawing/2014/main" id="{5A021E6D-5AF1-70D2-3CF1-F53CB09D76FD}"/>
                </a:ext>
              </a:extLst>
            </p:cNvPr>
            <p:cNvSpPr/>
            <p:nvPr/>
          </p:nvSpPr>
          <p:spPr>
            <a:xfrm>
              <a:off x="444990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31" name="pg3281">
              <a:extLst>
                <a:ext uri="{FF2B5EF4-FFF2-40B4-BE49-F238E27FC236}">
                  <a16:creationId xmlns:a16="http://schemas.microsoft.com/office/drawing/2014/main" id="{F46CBF08-ED72-2E54-A80D-2BD77302159A}"/>
                </a:ext>
              </a:extLst>
            </p:cNvPr>
            <p:cNvSpPr/>
            <p:nvPr/>
          </p:nvSpPr>
          <p:spPr>
            <a:xfrm>
              <a:off x="446154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32" name="pg3282">
              <a:extLst>
                <a:ext uri="{FF2B5EF4-FFF2-40B4-BE49-F238E27FC236}">
                  <a16:creationId xmlns:a16="http://schemas.microsoft.com/office/drawing/2014/main" id="{7F47EE40-504F-E6E0-F67E-9844084E4D1F}"/>
                </a:ext>
              </a:extLst>
            </p:cNvPr>
            <p:cNvSpPr/>
            <p:nvPr/>
          </p:nvSpPr>
          <p:spPr>
            <a:xfrm>
              <a:off x="462446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33" name="pg3283">
              <a:extLst>
                <a:ext uri="{FF2B5EF4-FFF2-40B4-BE49-F238E27FC236}">
                  <a16:creationId xmlns:a16="http://schemas.microsoft.com/office/drawing/2014/main" id="{A61E1C6B-6D3D-B5E2-5B8E-4BEEFF412252}"/>
                </a:ext>
              </a:extLst>
            </p:cNvPr>
            <p:cNvSpPr/>
            <p:nvPr/>
          </p:nvSpPr>
          <p:spPr>
            <a:xfrm>
              <a:off x="463610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34" name="pg3284">
              <a:extLst>
                <a:ext uri="{FF2B5EF4-FFF2-40B4-BE49-F238E27FC236}">
                  <a16:creationId xmlns:a16="http://schemas.microsoft.com/office/drawing/2014/main" id="{191BC6E9-AE3A-093A-C38D-5545F99E544D}"/>
                </a:ext>
              </a:extLst>
            </p:cNvPr>
            <p:cNvSpPr/>
            <p:nvPr/>
          </p:nvSpPr>
          <p:spPr>
            <a:xfrm>
              <a:off x="464773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35" name="pg3285">
              <a:extLst>
                <a:ext uri="{FF2B5EF4-FFF2-40B4-BE49-F238E27FC236}">
                  <a16:creationId xmlns:a16="http://schemas.microsoft.com/office/drawing/2014/main" id="{D83D2B22-578E-5F4A-7BA6-66732DB35339}"/>
                </a:ext>
              </a:extLst>
            </p:cNvPr>
            <p:cNvSpPr/>
            <p:nvPr/>
          </p:nvSpPr>
          <p:spPr>
            <a:xfrm>
              <a:off x="4659376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36" name="pg3286">
              <a:extLst>
                <a:ext uri="{FF2B5EF4-FFF2-40B4-BE49-F238E27FC236}">
                  <a16:creationId xmlns:a16="http://schemas.microsoft.com/office/drawing/2014/main" id="{34AE0A8E-BF1E-76CB-65AE-C82DDE0234A2}"/>
                </a:ext>
              </a:extLst>
            </p:cNvPr>
            <p:cNvSpPr/>
            <p:nvPr/>
          </p:nvSpPr>
          <p:spPr>
            <a:xfrm>
              <a:off x="467101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37" name="pg3287">
              <a:extLst>
                <a:ext uri="{FF2B5EF4-FFF2-40B4-BE49-F238E27FC236}">
                  <a16:creationId xmlns:a16="http://schemas.microsoft.com/office/drawing/2014/main" id="{8C8EA297-35BE-C4B8-7C8F-D51F448C8582}"/>
                </a:ext>
              </a:extLst>
            </p:cNvPr>
            <p:cNvSpPr/>
            <p:nvPr/>
          </p:nvSpPr>
          <p:spPr>
            <a:xfrm>
              <a:off x="468265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38" name="pg3288">
              <a:extLst>
                <a:ext uri="{FF2B5EF4-FFF2-40B4-BE49-F238E27FC236}">
                  <a16:creationId xmlns:a16="http://schemas.microsoft.com/office/drawing/2014/main" id="{8C62B839-418B-F70D-C271-4B8B774DF3FE}"/>
                </a:ext>
              </a:extLst>
            </p:cNvPr>
            <p:cNvSpPr/>
            <p:nvPr/>
          </p:nvSpPr>
          <p:spPr>
            <a:xfrm>
              <a:off x="2890502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39" name="pg3289">
              <a:extLst>
                <a:ext uri="{FF2B5EF4-FFF2-40B4-BE49-F238E27FC236}">
                  <a16:creationId xmlns:a16="http://schemas.microsoft.com/office/drawing/2014/main" id="{C5B2E5FB-5C38-F95E-6D8F-A95652FF296F}"/>
                </a:ext>
              </a:extLst>
            </p:cNvPr>
            <p:cNvSpPr/>
            <p:nvPr/>
          </p:nvSpPr>
          <p:spPr>
            <a:xfrm>
              <a:off x="290213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40" name="pg3290">
              <a:extLst>
                <a:ext uri="{FF2B5EF4-FFF2-40B4-BE49-F238E27FC236}">
                  <a16:creationId xmlns:a16="http://schemas.microsoft.com/office/drawing/2014/main" id="{AAF77588-4415-CF91-7D8A-29FC4196C59A}"/>
                </a:ext>
              </a:extLst>
            </p:cNvPr>
            <p:cNvSpPr/>
            <p:nvPr/>
          </p:nvSpPr>
          <p:spPr>
            <a:xfrm>
              <a:off x="2913777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41" name="pg3291">
              <a:extLst>
                <a:ext uri="{FF2B5EF4-FFF2-40B4-BE49-F238E27FC236}">
                  <a16:creationId xmlns:a16="http://schemas.microsoft.com/office/drawing/2014/main" id="{9CF0EA92-A92C-E07F-82EE-F34CD8D05E49}"/>
                </a:ext>
              </a:extLst>
            </p:cNvPr>
            <p:cNvSpPr/>
            <p:nvPr/>
          </p:nvSpPr>
          <p:spPr>
            <a:xfrm>
              <a:off x="292541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42" name="pg3292">
              <a:extLst>
                <a:ext uri="{FF2B5EF4-FFF2-40B4-BE49-F238E27FC236}">
                  <a16:creationId xmlns:a16="http://schemas.microsoft.com/office/drawing/2014/main" id="{E952373B-E8D5-62F2-1C92-DEAB71697D7F}"/>
                </a:ext>
              </a:extLst>
            </p:cNvPr>
            <p:cNvSpPr/>
            <p:nvPr/>
          </p:nvSpPr>
          <p:spPr>
            <a:xfrm>
              <a:off x="293705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43" name="pg3293">
              <a:extLst>
                <a:ext uri="{FF2B5EF4-FFF2-40B4-BE49-F238E27FC236}">
                  <a16:creationId xmlns:a16="http://schemas.microsoft.com/office/drawing/2014/main" id="{F832935B-0820-28CC-41A1-980AAA2A6C2D}"/>
                </a:ext>
              </a:extLst>
            </p:cNvPr>
            <p:cNvSpPr/>
            <p:nvPr/>
          </p:nvSpPr>
          <p:spPr>
            <a:xfrm>
              <a:off x="294868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44" name="pg3294">
              <a:extLst>
                <a:ext uri="{FF2B5EF4-FFF2-40B4-BE49-F238E27FC236}">
                  <a16:creationId xmlns:a16="http://schemas.microsoft.com/office/drawing/2014/main" id="{EC744D4F-9E36-0C62-6C3D-0F2CBCDA5C3A}"/>
                </a:ext>
              </a:extLst>
            </p:cNvPr>
            <p:cNvSpPr/>
            <p:nvPr/>
          </p:nvSpPr>
          <p:spPr>
            <a:xfrm>
              <a:off x="2960326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45" name="pg3295">
              <a:extLst>
                <a:ext uri="{FF2B5EF4-FFF2-40B4-BE49-F238E27FC236}">
                  <a16:creationId xmlns:a16="http://schemas.microsoft.com/office/drawing/2014/main" id="{E98264AF-DF27-591A-E5B1-9565C9A60A37}"/>
                </a:ext>
              </a:extLst>
            </p:cNvPr>
            <p:cNvSpPr/>
            <p:nvPr/>
          </p:nvSpPr>
          <p:spPr>
            <a:xfrm>
              <a:off x="2971963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46" name="pg3296">
              <a:extLst>
                <a:ext uri="{FF2B5EF4-FFF2-40B4-BE49-F238E27FC236}">
                  <a16:creationId xmlns:a16="http://schemas.microsoft.com/office/drawing/2014/main" id="{352B35AC-3105-DF3C-F578-E38276F07A39}"/>
                </a:ext>
              </a:extLst>
            </p:cNvPr>
            <p:cNvSpPr/>
            <p:nvPr/>
          </p:nvSpPr>
          <p:spPr>
            <a:xfrm>
              <a:off x="298360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47" name="pg3297">
              <a:extLst>
                <a:ext uri="{FF2B5EF4-FFF2-40B4-BE49-F238E27FC236}">
                  <a16:creationId xmlns:a16="http://schemas.microsoft.com/office/drawing/2014/main" id="{26A96391-49BD-4227-5E56-741B99E0D25A}"/>
                </a:ext>
              </a:extLst>
            </p:cNvPr>
            <p:cNvSpPr/>
            <p:nvPr/>
          </p:nvSpPr>
          <p:spPr>
            <a:xfrm>
              <a:off x="4403355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48" name="pg3298">
              <a:extLst>
                <a:ext uri="{FF2B5EF4-FFF2-40B4-BE49-F238E27FC236}">
                  <a16:creationId xmlns:a16="http://schemas.microsoft.com/office/drawing/2014/main" id="{1DC7E371-C722-B26B-EBD9-9809CBBCF980}"/>
                </a:ext>
              </a:extLst>
            </p:cNvPr>
            <p:cNvSpPr/>
            <p:nvPr/>
          </p:nvSpPr>
          <p:spPr>
            <a:xfrm>
              <a:off x="4414992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49" name="pg3299">
              <a:extLst>
                <a:ext uri="{FF2B5EF4-FFF2-40B4-BE49-F238E27FC236}">
                  <a16:creationId xmlns:a16="http://schemas.microsoft.com/office/drawing/2014/main" id="{7CCADCC6-BC70-FBE9-1887-F67F6879CC1D}"/>
                </a:ext>
              </a:extLst>
            </p:cNvPr>
            <p:cNvSpPr/>
            <p:nvPr/>
          </p:nvSpPr>
          <p:spPr>
            <a:xfrm>
              <a:off x="4426630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50" name="pg3300">
              <a:extLst>
                <a:ext uri="{FF2B5EF4-FFF2-40B4-BE49-F238E27FC236}">
                  <a16:creationId xmlns:a16="http://schemas.microsoft.com/office/drawing/2014/main" id="{4657F07F-3C26-B050-3189-2CAB7B59E787}"/>
                </a:ext>
              </a:extLst>
            </p:cNvPr>
            <p:cNvSpPr/>
            <p:nvPr/>
          </p:nvSpPr>
          <p:spPr>
            <a:xfrm>
              <a:off x="4438267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51" name="pg3301">
              <a:extLst>
                <a:ext uri="{FF2B5EF4-FFF2-40B4-BE49-F238E27FC236}">
                  <a16:creationId xmlns:a16="http://schemas.microsoft.com/office/drawing/2014/main" id="{2EB63994-B0B3-B690-4090-AED7FFBFACF7}"/>
                </a:ext>
              </a:extLst>
            </p:cNvPr>
            <p:cNvSpPr/>
            <p:nvPr/>
          </p:nvSpPr>
          <p:spPr>
            <a:xfrm>
              <a:off x="444990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52" name="pg3302">
              <a:extLst>
                <a:ext uri="{FF2B5EF4-FFF2-40B4-BE49-F238E27FC236}">
                  <a16:creationId xmlns:a16="http://schemas.microsoft.com/office/drawing/2014/main" id="{339D1103-0651-E109-CAFE-D3417F3B0D1E}"/>
                </a:ext>
              </a:extLst>
            </p:cNvPr>
            <p:cNvSpPr/>
            <p:nvPr/>
          </p:nvSpPr>
          <p:spPr>
            <a:xfrm>
              <a:off x="462446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53" name="pg3303">
              <a:extLst>
                <a:ext uri="{FF2B5EF4-FFF2-40B4-BE49-F238E27FC236}">
                  <a16:creationId xmlns:a16="http://schemas.microsoft.com/office/drawing/2014/main" id="{CA6BF3BE-D351-3959-56E3-D3DA3231E2CA}"/>
                </a:ext>
              </a:extLst>
            </p:cNvPr>
            <p:cNvSpPr/>
            <p:nvPr/>
          </p:nvSpPr>
          <p:spPr>
            <a:xfrm>
              <a:off x="463610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54" name="pg3304">
              <a:extLst>
                <a:ext uri="{FF2B5EF4-FFF2-40B4-BE49-F238E27FC236}">
                  <a16:creationId xmlns:a16="http://schemas.microsoft.com/office/drawing/2014/main" id="{72DA84AD-3B70-1247-CE24-1C2712936C27}"/>
                </a:ext>
              </a:extLst>
            </p:cNvPr>
            <p:cNvSpPr/>
            <p:nvPr/>
          </p:nvSpPr>
          <p:spPr>
            <a:xfrm>
              <a:off x="464773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55" name="pg3305">
              <a:extLst>
                <a:ext uri="{FF2B5EF4-FFF2-40B4-BE49-F238E27FC236}">
                  <a16:creationId xmlns:a16="http://schemas.microsoft.com/office/drawing/2014/main" id="{BB03F640-62C3-28F1-D776-73C08669AD6E}"/>
                </a:ext>
              </a:extLst>
            </p:cNvPr>
            <p:cNvSpPr/>
            <p:nvPr/>
          </p:nvSpPr>
          <p:spPr>
            <a:xfrm>
              <a:off x="4659376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56" name="pg3306">
              <a:extLst>
                <a:ext uri="{FF2B5EF4-FFF2-40B4-BE49-F238E27FC236}">
                  <a16:creationId xmlns:a16="http://schemas.microsoft.com/office/drawing/2014/main" id="{A94CF29E-2214-5976-4F62-7E6298DBB827}"/>
                </a:ext>
              </a:extLst>
            </p:cNvPr>
            <p:cNvSpPr/>
            <p:nvPr/>
          </p:nvSpPr>
          <p:spPr>
            <a:xfrm>
              <a:off x="4671013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57" name="pg3307">
              <a:extLst>
                <a:ext uri="{FF2B5EF4-FFF2-40B4-BE49-F238E27FC236}">
                  <a16:creationId xmlns:a16="http://schemas.microsoft.com/office/drawing/2014/main" id="{7A2E81CD-6F96-D3C9-4E3A-A5D928954121}"/>
                </a:ext>
              </a:extLst>
            </p:cNvPr>
            <p:cNvSpPr/>
            <p:nvPr/>
          </p:nvSpPr>
          <p:spPr>
            <a:xfrm>
              <a:off x="468265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58" name="pg3308">
              <a:extLst>
                <a:ext uri="{FF2B5EF4-FFF2-40B4-BE49-F238E27FC236}">
                  <a16:creationId xmlns:a16="http://schemas.microsoft.com/office/drawing/2014/main" id="{3AAEBE37-21D7-DE69-F965-8CC789DD9B02}"/>
                </a:ext>
              </a:extLst>
            </p:cNvPr>
            <p:cNvSpPr/>
            <p:nvPr/>
          </p:nvSpPr>
          <p:spPr>
            <a:xfrm>
              <a:off x="2878865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59" name="pg3309">
              <a:extLst>
                <a:ext uri="{FF2B5EF4-FFF2-40B4-BE49-F238E27FC236}">
                  <a16:creationId xmlns:a16="http://schemas.microsoft.com/office/drawing/2014/main" id="{D7E9BFBB-93BE-E6B2-07F9-8CEE3A23DF64}"/>
                </a:ext>
              </a:extLst>
            </p:cNvPr>
            <p:cNvSpPr/>
            <p:nvPr/>
          </p:nvSpPr>
          <p:spPr>
            <a:xfrm>
              <a:off x="289050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60" name="pg3310">
              <a:extLst>
                <a:ext uri="{FF2B5EF4-FFF2-40B4-BE49-F238E27FC236}">
                  <a16:creationId xmlns:a16="http://schemas.microsoft.com/office/drawing/2014/main" id="{A71C72F8-8AC1-212F-481D-BD1EFF64185B}"/>
                </a:ext>
              </a:extLst>
            </p:cNvPr>
            <p:cNvSpPr/>
            <p:nvPr/>
          </p:nvSpPr>
          <p:spPr>
            <a:xfrm>
              <a:off x="290213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61" name="pg3311">
              <a:extLst>
                <a:ext uri="{FF2B5EF4-FFF2-40B4-BE49-F238E27FC236}">
                  <a16:creationId xmlns:a16="http://schemas.microsoft.com/office/drawing/2014/main" id="{CF57EC75-71F7-6512-4324-F03F23176BFA}"/>
                </a:ext>
              </a:extLst>
            </p:cNvPr>
            <p:cNvSpPr/>
            <p:nvPr/>
          </p:nvSpPr>
          <p:spPr>
            <a:xfrm>
              <a:off x="2913777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62" name="pg3312">
              <a:extLst>
                <a:ext uri="{FF2B5EF4-FFF2-40B4-BE49-F238E27FC236}">
                  <a16:creationId xmlns:a16="http://schemas.microsoft.com/office/drawing/2014/main" id="{B7864AD9-B317-A433-CDF7-F246BF44C6AF}"/>
                </a:ext>
              </a:extLst>
            </p:cNvPr>
            <p:cNvSpPr/>
            <p:nvPr/>
          </p:nvSpPr>
          <p:spPr>
            <a:xfrm>
              <a:off x="2925414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63" name="pg3313">
              <a:extLst>
                <a:ext uri="{FF2B5EF4-FFF2-40B4-BE49-F238E27FC236}">
                  <a16:creationId xmlns:a16="http://schemas.microsoft.com/office/drawing/2014/main" id="{A1C39A9D-530E-6377-D93C-97FDA33F6BC6}"/>
                </a:ext>
              </a:extLst>
            </p:cNvPr>
            <p:cNvSpPr/>
            <p:nvPr/>
          </p:nvSpPr>
          <p:spPr>
            <a:xfrm>
              <a:off x="293705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64" name="pg3314">
              <a:extLst>
                <a:ext uri="{FF2B5EF4-FFF2-40B4-BE49-F238E27FC236}">
                  <a16:creationId xmlns:a16="http://schemas.microsoft.com/office/drawing/2014/main" id="{46B4FB1E-E2F7-A699-872A-D56EB7C9DFAC}"/>
                </a:ext>
              </a:extLst>
            </p:cNvPr>
            <p:cNvSpPr/>
            <p:nvPr/>
          </p:nvSpPr>
          <p:spPr>
            <a:xfrm>
              <a:off x="294868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65" name="pg3315">
              <a:extLst>
                <a:ext uri="{FF2B5EF4-FFF2-40B4-BE49-F238E27FC236}">
                  <a16:creationId xmlns:a16="http://schemas.microsoft.com/office/drawing/2014/main" id="{745D7502-78CD-3CF8-5751-B8ABBC50F921}"/>
                </a:ext>
              </a:extLst>
            </p:cNvPr>
            <p:cNvSpPr/>
            <p:nvPr/>
          </p:nvSpPr>
          <p:spPr>
            <a:xfrm>
              <a:off x="2960326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66" name="pg3316">
              <a:extLst>
                <a:ext uri="{FF2B5EF4-FFF2-40B4-BE49-F238E27FC236}">
                  <a16:creationId xmlns:a16="http://schemas.microsoft.com/office/drawing/2014/main" id="{E4D14FB1-4B82-5AFE-49E5-2C1080679416}"/>
                </a:ext>
              </a:extLst>
            </p:cNvPr>
            <p:cNvSpPr/>
            <p:nvPr/>
          </p:nvSpPr>
          <p:spPr>
            <a:xfrm>
              <a:off x="4403355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67" name="pg3317">
              <a:extLst>
                <a:ext uri="{FF2B5EF4-FFF2-40B4-BE49-F238E27FC236}">
                  <a16:creationId xmlns:a16="http://schemas.microsoft.com/office/drawing/2014/main" id="{21B627FB-2270-92E2-5877-35A649DF517E}"/>
                </a:ext>
              </a:extLst>
            </p:cNvPr>
            <p:cNvSpPr/>
            <p:nvPr/>
          </p:nvSpPr>
          <p:spPr>
            <a:xfrm>
              <a:off x="441499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68" name="pg3318">
              <a:extLst>
                <a:ext uri="{FF2B5EF4-FFF2-40B4-BE49-F238E27FC236}">
                  <a16:creationId xmlns:a16="http://schemas.microsoft.com/office/drawing/2014/main" id="{4E9FF787-26C4-FF0E-14EE-B135FEC79C00}"/>
                </a:ext>
              </a:extLst>
            </p:cNvPr>
            <p:cNvSpPr/>
            <p:nvPr/>
          </p:nvSpPr>
          <p:spPr>
            <a:xfrm>
              <a:off x="4426630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69" name="pg3319">
              <a:extLst>
                <a:ext uri="{FF2B5EF4-FFF2-40B4-BE49-F238E27FC236}">
                  <a16:creationId xmlns:a16="http://schemas.microsoft.com/office/drawing/2014/main" id="{A24F1ABC-DE01-826E-DD86-1A60E4DAC095}"/>
                </a:ext>
              </a:extLst>
            </p:cNvPr>
            <p:cNvSpPr/>
            <p:nvPr/>
          </p:nvSpPr>
          <p:spPr>
            <a:xfrm>
              <a:off x="4438267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70" name="pg3320">
              <a:extLst>
                <a:ext uri="{FF2B5EF4-FFF2-40B4-BE49-F238E27FC236}">
                  <a16:creationId xmlns:a16="http://schemas.microsoft.com/office/drawing/2014/main" id="{F23C3AA5-00DD-C56B-67D0-A22B29CF856D}"/>
                </a:ext>
              </a:extLst>
            </p:cNvPr>
            <p:cNvSpPr/>
            <p:nvPr/>
          </p:nvSpPr>
          <p:spPr>
            <a:xfrm>
              <a:off x="4449904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71" name="pg3321">
              <a:extLst>
                <a:ext uri="{FF2B5EF4-FFF2-40B4-BE49-F238E27FC236}">
                  <a16:creationId xmlns:a16="http://schemas.microsoft.com/office/drawing/2014/main" id="{BB650A51-3BF7-7495-977D-8E78300FE690}"/>
                </a:ext>
              </a:extLst>
            </p:cNvPr>
            <p:cNvSpPr/>
            <p:nvPr/>
          </p:nvSpPr>
          <p:spPr>
            <a:xfrm>
              <a:off x="446154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72" name="pg3322">
              <a:extLst>
                <a:ext uri="{FF2B5EF4-FFF2-40B4-BE49-F238E27FC236}">
                  <a16:creationId xmlns:a16="http://schemas.microsoft.com/office/drawing/2014/main" id="{2BC8C1C4-2184-2FB3-0824-2C27B94CE146}"/>
                </a:ext>
              </a:extLst>
            </p:cNvPr>
            <p:cNvSpPr/>
            <p:nvPr/>
          </p:nvSpPr>
          <p:spPr>
            <a:xfrm>
              <a:off x="447317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73" name="pg3323">
              <a:extLst>
                <a:ext uri="{FF2B5EF4-FFF2-40B4-BE49-F238E27FC236}">
                  <a16:creationId xmlns:a16="http://schemas.microsoft.com/office/drawing/2014/main" id="{8E426CAE-E7D3-A51B-8213-E2C7EDCD3A09}"/>
                </a:ext>
              </a:extLst>
            </p:cNvPr>
            <p:cNvSpPr/>
            <p:nvPr/>
          </p:nvSpPr>
          <p:spPr>
            <a:xfrm>
              <a:off x="463610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74" name="pg3324">
              <a:extLst>
                <a:ext uri="{FF2B5EF4-FFF2-40B4-BE49-F238E27FC236}">
                  <a16:creationId xmlns:a16="http://schemas.microsoft.com/office/drawing/2014/main" id="{1A8A4D31-256F-416E-09A3-6DE0ABDEA761}"/>
                </a:ext>
              </a:extLst>
            </p:cNvPr>
            <p:cNvSpPr/>
            <p:nvPr/>
          </p:nvSpPr>
          <p:spPr>
            <a:xfrm>
              <a:off x="464773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75" name="pg3325">
              <a:extLst>
                <a:ext uri="{FF2B5EF4-FFF2-40B4-BE49-F238E27FC236}">
                  <a16:creationId xmlns:a16="http://schemas.microsoft.com/office/drawing/2014/main" id="{4371061A-645C-F9D2-FFFD-5DCECCCFD340}"/>
                </a:ext>
              </a:extLst>
            </p:cNvPr>
            <p:cNvSpPr/>
            <p:nvPr/>
          </p:nvSpPr>
          <p:spPr>
            <a:xfrm>
              <a:off x="4659376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76" name="pg3326">
              <a:extLst>
                <a:ext uri="{FF2B5EF4-FFF2-40B4-BE49-F238E27FC236}">
                  <a16:creationId xmlns:a16="http://schemas.microsoft.com/office/drawing/2014/main" id="{E20B6879-F4AE-2D9D-DE4F-1D4803311D8A}"/>
                </a:ext>
              </a:extLst>
            </p:cNvPr>
            <p:cNvSpPr/>
            <p:nvPr/>
          </p:nvSpPr>
          <p:spPr>
            <a:xfrm>
              <a:off x="4671013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77" name="pg3327">
              <a:extLst>
                <a:ext uri="{FF2B5EF4-FFF2-40B4-BE49-F238E27FC236}">
                  <a16:creationId xmlns:a16="http://schemas.microsoft.com/office/drawing/2014/main" id="{E6451E45-E3DB-D977-4432-6229CF499D45}"/>
                </a:ext>
              </a:extLst>
            </p:cNvPr>
            <p:cNvSpPr/>
            <p:nvPr/>
          </p:nvSpPr>
          <p:spPr>
            <a:xfrm>
              <a:off x="468265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78" name="pg3328">
              <a:extLst>
                <a:ext uri="{FF2B5EF4-FFF2-40B4-BE49-F238E27FC236}">
                  <a16:creationId xmlns:a16="http://schemas.microsoft.com/office/drawing/2014/main" id="{FF999568-ACE0-27A3-B56B-A884B89BF2D5}"/>
                </a:ext>
              </a:extLst>
            </p:cNvPr>
            <p:cNvSpPr/>
            <p:nvPr/>
          </p:nvSpPr>
          <p:spPr>
            <a:xfrm>
              <a:off x="286722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79" name="pg3329">
              <a:extLst>
                <a:ext uri="{FF2B5EF4-FFF2-40B4-BE49-F238E27FC236}">
                  <a16:creationId xmlns:a16="http://schemas.microsoft.com/office/drawing/2014/main" id="{2CF3B0AD-01EE-7BEA-C45E-B8DE47C46944}"/>
                </a:ext>
              </a:extLst>
            </p:cNvPr>
            <p:cNvSpPr/>
            <p:nvPr/>
          </p:nvSpPr>
          <p:spPr>
            <a:xfrm>
              <a:off x="2878865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80" name="pg3330">
              <a:extLst>
                <a:ext uri="{FF2B5EF4-FFF2-40B4-BE49-F238E27FC236}">
                  <a16:creationId xmlns:a16="http://schemas.microsoft.com/office/drawing/2014/main" id="{30F5EEEC-1FA9-0E06-3D5C-7B097194105C}"/>
                </a:ext>
              </a:extLst>
            </p:cNvPr>
            <p:cNvSpPr/>
            <p:nvPr/>
          </p:nvSpPr>
          <p:spPr>
            <a:xfrm>
              <a:off x="289050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81" name="pg3331">
              <a:extLst>
                <a:ext uri="{FF2B5EF4-FFF2-40B4-BE49-F238E27FC236}">
                  <a16:creationId xmlns:a16="http://schemas.microsoft.com/office/drawing/2014/main" id="{91254EEF-4131-B8BF-4473-516205A1AAD3}"/>
                </a:ext>
              </a:extLst>
            </p:cNvPr>
            <p:cNvSpPr/>
            <p:nvPr/>
          </p:nvSpPr>
          <p:spPr>
            <a:xfrm>
              <a:off x="290213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82" name="pg3332">
              <a:extLst>
                <a:ext uri="{FF2B5EF4-FFF2-40B4-BE49-F238E27FC236}">
                  <a16:creationId xmlns:a16="http://schemas.microsoft.com/office/drawing/2014/main" id="{65FCC05F-BE1C-50CF-7889-2BEC9F20896C}"/>
                </a:ext>
              </a:extLst>
            </p:cNvPr>
            <p:cNvSpPr/>
            <p:nvPr/>
          </p:nvSpPr>
          <p:spPr>
            <a:xfrm>
              <a:off x="291377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83" name="pg3333">
              <a:extLst>
                <a:ext uri="{FF2B5EF4-FFF2-40B4-BE49-F238E27FC236}">
                  <a16:creationId xmlns:a16="http://schemas.microsoft.com/office/drawing/2014/main" id="{DC1B20DF-1AE2-FA0E-CCDA-8D6F8D2AB229}"/>
                </a:ext>
              </a:extLst>
            </p:cNvPr>
            <p:cNvSpPr/>
            <p:nvPr/>
          </p:nvSpPr>
          <p:spPr>
            <a:xfrm>
              <a:off x="2925414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84" name="pg3334">
              <a:extLst>
                <a:ext uri="{FF2B5EF4-FFF2-40B4-BE49-F238E27FC236}">
                  <a16:creationId xmlns:a16="http://schemas.microsoft.com/office/drawing/2014/main" id="{7F0B209C-C021-3DDA-607F-E6A6F23448EE}"/>
                </a:ext>
              </a:extLst>
            </p:cNvPr>
            <p:cNvSpPr/>
            <p:nvPr/>
          </p:nvSpPr>
          <p:spPr>
            <a:xfrm>
              <a:off x="293705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85" name="pg3335">
              <a:extLst>
                <a:ext uri="{FF2B5EF4-FFF2-40B4-BE49-F238E27FC236}">
                  <a16:creationId xmlns:a16="http://schemas.microsoft.com/office/drawing/2014/main" id="{8CC03928-9E88-B69F-F042-763F333A460E}"/>
                </a:ext>
              </a:extLst>
            </p:cNvPr>
            <p:cNvSpPr/>
            <p:nvPr/>
          </p:nvSpPr>
          <p:spPr>
            <a:xfrm>
              <a:off x="294868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86" name="pg3336">
              <a:extLst>
                <a:ext uri="{FF2B5EF4-FFF2-40B4-BE49-F238E27FC236}">
                  <a16:creationId xmlns:a16="http://schemas.microsoft.com/office/drawing/2014/main" id="{E7F0AB37-CE21-2A6F-8DAE-3320A7E4DC4A}"/>
                </a:ext>
              </a:extLst>
            </p:cNvPr>
            <p:cNvSpPr/>
            <p:nvPr/>
          </p:nvSpPr>
          <p:spPr>
            <a:xfrm>
              <a:off x="4403355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87" name="pg3337">
              <a:extLst>
                <a:ext uri="{FF2B5EF4-FFF2-40B4-BE49-F238E27FC236}">
                  <a16:creationId xmlns:a16="http://schemas.microsoft.com/office/drawing/2014/main" id="{929C4269-5614-179B-FEF0-ECF3C6281DD7}"/>
                </a:ext>
              </a:extLst>
            </p:cNvPr>
            <p:cNvSpPr/>
            <p:nvPr/>
          </p:nvSpPr>
          <p:spPr>
            <a:xfrm>
              <a:off x="441499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88" name="pg3338">
              <a:extLst>
                <a:ext uri="{FF2B5EF4-FFF2-40B4-BE49-F238E27FC236}">
                  <a16:creationId xmlns:a16="http://schemas.microsoft.com/office/drawing/2014/main" id="{6122A721-A45F-A1EC-A318-76F9D10A0FDA}"/>
                </a:ext>
              </a:extLst>
            </p:cNvPr>
            <p:cNvSpPr/>
            <p:nvPr/>
          </p:nvSpPr>
          <p:spPr>
            <a:xfrm>
              <a:off x="4426630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89" name="pg3339">
              <a:extLst>
                <a:ext uri="{FF2B5EF4-FFF2-40B4-BE49-F238E27FC236}">
                  <a16:creationId xmlns:a16="http://schemas.microsoft.com/office/drawing/2014/main" id="{F77819EB-1C1B-1610-217E-B1182FD286D2}"/>
                </a:ext>
              </a:extLst>
            </p:cNvPr>
            <p:cNvSpPr/>
            <p:nvPr/>
          </p:nvSpPr>
          <p:spPr>
            <a:xfrm>
              <a:off x="443826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90" name="pg3340">
              <a:extLst>
                <a:ext uri="{FF2B5EF4-FFF2-40B4-BE49-F238E27FC236}">
                  <a16:creationId xmlns:a16="http://schemas.microsoft.com/office/drawing/2014/main" id="{D7FBC39B-E8B1-1CA5-C76F-87AB93CDB67A}"/>
                </a:ext>
              </a:extLst>
            </p:cNvPr>
            <p:cNvSpPr/>
            <p:nvPr/>
          </p:nvSpPr>
          <p:spPr>
            <a:xfrm>
              <a:off x="4449904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91" name="pg3341">
              <a:extLst>
                <a:ext uri="{FF2B5EF4-FFF2-40B4-BE49-F238E27FC236}">
                  <a16:creationId xmlns:a16="http://schemas.microsoft.com/office/drawing/2014/main" id="{889731F5-4FA0-BD11-F70C-5EBFCFD971E2}"/>
                </a:ext>
              </a:extLst>
            </p:cNvPr>
            <p:cNvSpPr/>
            <p:nvPr/>
          </p:nvSpPr>
          <p:spPr>
            <a:xfrm>
              <a:off x="446154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92" name="pg3342">
              <a:extLst>
                <a:ext uri="{FF2B5EF4-FFF2-40B4-BE49-F238E27FC236}">
                  <a16:creationId xmlns:a16="http://schemas.microsoft.com/office/drawing/2014/main" id="{964E719D-88EB-7472-8B55-395F06AD512A}"/>
                </a:ext>
              </a:extLst>
            </p:cNvPr>
            <p:cNvSpPr/>
            <p:nvPr/>
          </p:nvSpPr>
          <p:spPr>
            <a:xfrm>
              <a:off x="447317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93" name="pg3343">
              <a:extLst>
                <a:ext uri="{FF2B5EF4-FFF2-40B4-BE49-F238E27FC236}">
                  <a16:creationId xmlns:a16="http://schemas.microsoft.com/office/drawing/2014/main" id="{B8046391-AB75-C4E0-4ECD-03AD6E6C11B2}"/>
                </a:ext>
              </a:extLst>
            </p:cNvPr>
            <p:cNvSpPr/>
            <p:nvPr/>
          </p:nvSpPr>
          <p:spPr>
            <a:xfrm>
              <a:off x="4484816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94" name="pg3344">
              <a:extLst>
                <a:ext uri="{FF2B5EF4-FFF2-40B4-BE49-F238E27FC236}">
                  <a16:creationId xmlns:a16="http://schemas.microsoft.com/office/drawing/2014/main" id="{C9C894D8-FA0E-ED6B-F47C-10C30467191A}"/>
                </a:ext>
              </a:extLst>
            </p:cNvPr>
            <p:cNvSpPr/>
            <p:nvPr/>
          </p:nvSpPr>
          <p:spPr>
            <a:xfrm>
              <a:off x="463610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95" name="pg3345">
              <a:extLst>
                <a:ext uri="{FF2B5EF4-FFF2-40B4-BE49-F238E27FC236}">
                  <a16:creationId xmlns:a16="http://schemas.microsoft.com/office/drawing/2014/main" id="{0854464B-332B-0112-5FB1-D6601891AAFD}"/>
                </a:ext>
              </a:extLst>
            </p:cNvPr>
            <p:cNvSpPr/>
            <p:nvPr/>
          </p:nvSpPr>
          <p:spPr>
            <a:xfrm>
              <a:off x="464773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96" name="pg3346">
              <a:extLst>
                <a:ext uri="{FF2B5EF4-FFF2-40B4-BE49-F238E27FC236}">
                  <a16:creationId xmlns:a16="http://schemas.microsoft.com/office/drawing/2014/main" id="{8C26B42A-0C20-3B3A-02FB-9DD8470A853A}"/>
                </a:ext>
              </a:extLst>
            </p:cNvPr>
            <p:cNvSpPr/>
            <p:nvPr/>
          </p:nvSpPr>
          <p:spPr>
            <a:xfrm>
              <a:off x="4659376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97" name="pg3347">
              <a:extLst>
                <a:ext uri="{FF2B5EF4-FFF2-40B4-BE49-F238E27FC236}">
                  <a16:creationId xmlns:a16="http://schemas.microsoft.com/office/drawing/2014/main" id="{E7E25CD4-88E2-9F4B-102E-C7FF33E63DE0}"/>
                </a:ext>
              </a:extLst>
            </p:cNvPr>
            <p:cNvSpPr/>
            <p:nvPr/>
          </p:nvSpPr>
          <p:spPr>
            <a:xfrm>
              <a:off x="4671013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98" name="pg3348">
              <a:extLst>
                <a:ext uri="{FF2B5EF4-FFF2-40B4-BE49-F238E27FC236}">
                  <a16:creationId xmlns:a16="http://schemas.microsoft.com/office/drawing/2014/main" id="{39BE75AC-41D4-E9CF-C59C-116C472C16EE}"/>
                </a:ext>
              </a:extLst>
            </p:cNvPr>
            <p:cNvSpPr/>
            <p:nvPr/>
          </p:nvSpPr>
          <p:spPr>
            <a:xfrm>
              <a:off x="468265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99" name="pg3349">
              <a:extLst>
                <a:ext uri="{FF2B5EF4-FFF2-40B4-BE49-F238E27FC236}">
                  <a16:creationId xmlns:a16="http://schemas.microsoft.com/office/drawing/2014/main" id="{AEBB068E-3DA4-9590-B16B-A88B8F13D8C5}"/>
                </a:ext>
              </a:extLst>
            </p:cNvPr>
            <p:cNvSpPr/>
            <p:nvPr/>
          </p:nvSpPr>
          <p:spPr>
            <a:xfrm>
              <a:off x="4694288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00" name="pg3350">
              <a:extLst>
                <a:ext uri="{FF2B5EF4-FFF2-40B4-BE49-F238E27FC236}">
                  <a16:creationId xmlns:a16="http://schemas.microsoft.com/office/drawing/2014/main" id="{2CFD6E90-8540-7164-6ACD-97C71549F711}"/>
                </a:ext>
              </a:extLst>
            </p:cNvPr>
            <p:cNvSpPr/>
            <p:nvPr/>
          </p:nvSpPr>
          <p:spPr>
            <a:xfrm>
              <a:off x="2855590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01" name="pg3351">
              <a:extLst>
                <a:ext uri="{FF2B5EF4-FFF2-40B4-BE49-F238E27FC236}">
                  <a16:creationId xmlns:a16="http://schemas.microsoft.com/office/drawing/2014/main" id="{1E2ACA26-A603-E85B-D83C-7D1361D7E2C4}"/>
                </a:ext>
              </a:extLst>
            </p:cNvPr>
            <p:cNvSpPr/>
            <p:nvPr/>
          </p:nvSpPr>
          <p:spPr>
            <a:xfrm>
              <a:off x="286722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02" name="pg3352">
              <a:extLst>
                <a:ext uri="{FF2B5EF4-FFF2-40B4-BE49-F238E27FC236}">
                  <a16:creationId xmlns:a16="http://schemas.microsoft.com/office/drawing/2014/main" id="{B5930A7D-CB51-A9C8-08C5-A53FAC997AA4}"/>
                </a:ext>
              </a:extLst>
            </p:cNvPr>
            <p:cNvSpPr/>
            <p:nvPr/>
          </p:nvSpPr>
          <p:spPr>
            <a:xfrm>
              <a:off x="2878865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03" name="pg3353">
              <a:extLst>
                <a:ext uri="{FF2B5EF4-FFF2-40B4-BE49-F238E27FC236}">
                  <a16:creationId xmlns:a16="http://schemas.microsoft.com/office/drawing/2014/main" id="{AE134BAA-07D2-FE1A-44AC-6CA24959BEF4}"/>
                </a:ext>
              </a:extLst>
            </p:cNvPr>
            <p:cNvSpPr/>
            <p:nvPr/>
          </p:nvSpPr>
          <p:spPr>
            <a:xfrm>
              <a:off x="289050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04" name="pg3354">
              <a:extLst>
                <a:ext uri="{FF2B5EF4-FFF2-40B4-BE49-F238E27FC236}">
                  <a16:creationId xmlns:a16="http://schemas.microsoft.com/office/drawing/2014/main" id="{BFD6E331-0C70-286E-9739-5DA534F60987}"/>
                </a:ext>
              </a:extLst>
            </p:cNvPr>
            <p:cNvSpPr/>
            <p:nvPr/>
          </p:nvSpPr>
          <p:spPr>
            <a:xfrm>
              <a:off x="290213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05" name="pg3355">
              <a:extLst>
                <a:ext uri="{FF2B5EF4-FFF2-40B4-BE49-F238E27FC236}">
                  <a16:creationId xmlns:a16="http://schemas.microsoft.com/office/drawing/2014/main" id="{9157EF76-4BC3-CC84-7A09-B8231E8F665F}"/>
                </a:ext>
              </a:extLst>
            </p:cNvPr>
            <p:cNvSpPr/>
            <p:nvPr/>
          </p:nvSpPr>
          <p:spPr>
            <a:xfrm>
              <a:off x="291377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06" name="pg3356">
              <a:extLst>
                <a:ext uri="{FF2B5EF4-FFF2-40B4-BE49-F238E27FC236}">
                  <a16:creationId xmlns:a16="http://schemas.microsoft.com/office/drawing/2014/main" id="{8B2A624A-2B76-CCE7-C98E-B57FAB15A276}"/>
                </a:ext>
              </a:extLst>
            </p:cNvPr>
            <p:cNvSpPr/>
            <p:nvPr/>
          </p:nvSpPr>
          <p:spPr>
            <a:xfrm>
              <a:off x="2925414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07" name="pg3357">
              <a:extLst>
                <a:ext uri="{FF2B5EF4-FFF2-40B4-BE49-F238E27FC236}">
                  <a16:creationId xmlns:a16="http://schemas.microsoft.com/office/drawing/2014/main" id="{75EA6AAD-746F-560B-3624-D7C863796172}"/>
                </a:ext>
              </a:extLst>
            </p:cNvPr>
            <p:cNvSpPr/>
            <p:nvPr/>
          </p:nvSpPr>
          <p:spPr>
            <a:xfrm>
              <a:off x="2937051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08" name="pg3358">
              <a:extLst>
                <a:ext uri="{FF2B5EF4-FFF2-40B4-BE49-F238E27FC236}">
                  <a16:creationId xmlns:a16="http://schemas.microsoft.com/office/drawing/2014/main" id="{DE145572-C7C2-0ECA-656A-D0D2F66323B5}"/>
                </a:ext>
              </a:extLst>
            </p:cNvPr>
            <p:cNvSpPr/>
            <p:nvPr/>
          </p:nvSpPr>
          <p:spPr>
            <a:xfrm>
              <a:off x="4403355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09" name="pg3359">
              <a:extLst>
                <a:ext uri="{FF2B5EF4-FFF2-40B4-BE49-F238E27FC236}">
                  <a16:creationId xmlns:a16="http://schemas.microsoft.com/office/drawing/2014/main" id="{6012E245-D8DC-7275-751F-AF99230C2A41}"/>
                </a:ext>
              </a:extLst>
            </p:cNvPr>
            <p:cNvSpPr/>
            <p:nvPr/>
          </p:nvSpPr>
          <p:spPr>
            <a:xfrm>
              <a:off x="441499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10" name="pg3360">
              <a:extLst>
                <a:ext uri="{FF2B5EF4-FFF2-40B4-BE49-F238E27FC236}">
                  <a16:creationId xmlns:a16="http://schemas.microsoft.com/office/drawing/2014/main" id="{0A0CF2E3-C05A-F2B6-D004-ED6D4A2A2ACE}"/>
                </a:ext>
              </a:extLst>
            </p:cNvPr>
            <p:cNvSpPr/>
            <p:nvPr/>
          </p:nvSpPr>
          <p:spPr>
            <a:xfrm>
              <a:off x="4426630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11" name="pg3361">
              <a:extLst>
                <a:ext uri="{FF2B5EF4-FFF2-40B4-BE49-F238E27FC236}">
                  <a16:creationId xmlns:a16="http://schemas.microsoft.com/office/drawing/2014/main" id="{D3D906A0-0E4F-0319-1607-648F3D204C1B}"/>
                </a:ext>
              </a:extLst>
            </p:cNvPr>
            <p:cNvSpPr/>
            <p:nvPr/>
          </p:nvSpPr>
          <p:spPr>
            <a:xfrm>
              <a:off x="443826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12" name="pg3362">
              <a:extLst>
                <a:ext uri="{FF2B5EF4-FFF2-40B4-BE49-F238E27FC236}">
                  <a16:creationId xmlns:a16="http://schemas.microsoft.com/office/drawing/2014/main" id="{BA186679-51E2-054E-1146-B673106F1262}"/>
                </a:ext>
              </a:extLst>
            </p:cNvPr>
            <p:cNvSpPr/>
            <p:nvPr/>
          </p:nvSpPr>
          <p:spPr>
            <a:xfrm>
              <a:off x="4449904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13" name="pg3363">
              <a:extLst>
                <a:ext uri="{FF2B5EF4-FFF2-40B4-BE49-F238E27FC236}">
                  <a16:creationId xmlns:a16="http://schemas.microsoft.com/office/drawing/2014/main" id="{F8C24731-17AE-6271-DA7F-4C3CCDE4630E}"/>
                </a:ext>
              </a:extLst>
            </p:cNvPr>
            <p:cNvSpPr/>
            <p:nvPr/>
          </p:nvSpPr>
          <p:spPr>
            <a:xfrm>
              <a:off x="446154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14" name="pg3364">
              <a:extLst>
                <a:ext uri="{FF2B5EF4-FFF2-40B4-BE49-F238E27FC236}">
                  <a16:creationId xmlns:a16="http://schemas.microsoft.com/office/drawing/2014/main" id="{DAF38BBD-689E-B3FB-1B2B-9641EC60ACFC}"/>
                </a:ext>
              </a:extLst>
            </p:cNvPr>
            <p:cNvSpPr/>
            <p:nvPr/>
          </p:nvSpPr>
          <p:spPr>
            <a:xfrm>
              <a:off x="447317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15" name="pg3365">
              <a:extLst>
                <a:ext uri="{FF2B5EF4-FFF2-40B4-BE49-F238E27FC236}">
                  <a16:creationId xmlns:a16="http://schemas.microsoft.com/office/drawing/2014/main" id="{D78A6D79-4ADB-FD43-2B0E-D32631503013}"/>
                </a:ext>
              </a:extLst>
            </p:cNvPr>
            <p:cNvSpPr/>
            <p:nvPr/>
          </p:nvSpPr>
          <p:spPr>
            <a:xfrm>
              <a:off x="4484816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16" name="pg3366">
              <a:extLst>
                <a:ext uri="{FF2B5EF4-FFF2-40B4-BE49-F238E27FC236}">
                  <a16:creationId xmlns:a16="http://schemas.microsoft.com/office/drawing/2014/main" id="{1311316E-BC48-1695-0A10-440E39B0C68F}"/>
                </a:ext>
              </a:extLst>
            </p:cNvPr>
            <p:cNvSpPr/>
            <p:nvPr/>
          </p:nvSpPr>
          <p:spPr>
            <a:xfrm>
              <a:off x="464773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17" name="pg3367">
              <a:extLst>
                <a:ext uri="{FF2B5EF4-FFF2-40B4-BE49-F238E27FC236}">
                  <a16:creationId xmlns:a16="http://schemas.microsoft.com/office/drawing/2014/main" id="{4B9ADD98-ACC9-2FF5-AB2C-EA639817FE7B}"/>
                </a:ext>
              </a:extLst>
            </p:cNvPr>
            <p:cNvSpPr/>
            <p:nvPr/>
          </p:nvSpPr>
          <p:spPr>
            <a:xfrm>
              <a:off x="4659376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18" name="pg3368">
              <a:extLst>
                <a:ext uri="{FF2B5EF4-FFF2-40B4-BE49-F238E27FC236}">
                  <a16:creationId xmlns:a16="http://schemas.microsoft.com/office/drawing/2014/main" id="{AEAB3E2E-235F-D807-84AF-A62B87CA6710}"/>
                </a:ext>
              </a:extLst>
            </p:cNvPr>
            <p:cNvSpPr/>
            <p:nvPr/>
          </p:nvSpPr>
          <p:spPr>
            <a:xfrm>
              <a:off x="4671013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19" name="pg3369">
              <a:extLst>
                <a:ext uri="{FF2B5EF4-FFF2-40B4-BE49-F238E27FC236}">
                  <a16:creationId xmlns:a16="http://schemas.microsoft.com/office/drawing/2014/main" id="{1D17BCA4-A2CD-E8A3-EDEC-BD56313F917E}"/>
                </a:ext>
              </a:extLst>
            </p:cNvPr>
            <p:cNvSpPr/>
            <p:nvPr/>
          </p:nvSpPr>
          <p:spPr>
            <a:xfrm>
              <a:off x="4682651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20" name="pg3370">
              <a:extLst>
                <a:ext uri="{FF2B5EF4-FFF2-40B4-BE49-F238E27FC236}">
                  <a16:creationId xmlns:a16="http://schemas.microsoft.com/office/drawing/2014/main" id="{A2DCB6E5-EADB-8B6A-8CCD-9D30791F9269}"/>
                </a:ext>
              </a:extLst>
            </p:cNvPr>
            <p:cNvSpPr/>
            <p:nvPr/>
          </p:nvSpPr>
          <p:spPr>
            <a:xfrm>
              <a:off x="4694288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21" name="pg3371">
              <a:extLst>
                <a:ext uri="{FF2B5EF4-FFF2-40B4-BE49-F238E27FC236}">
                  <a16:creationId xmlns:a16="http://schemas.microsoft.com/office/drawing/2014/main" id="{61AA7E84-BCD9-3152-AD51-BE4374848C78}"/>
                </a:ext>
              </a:extLst>
            </p:cNvPr>
            <p:cNvSpPr/>
            <p:nvPr/>
          </p:nvSpPr>
          <p:spPr>
            <a:xfrm>
              <a:off x="2855590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22" name="pg3372">
              <a:extLst>
                <a:ext uri="{FF2B5EF4-FFF2-40B4-BE49-F238E27FC236}">
                  <a16:creationId xmlns:a16="http://schemas.microsoft.com/office/drawing/2014/main" id="{86B006EA-67F5-0FB6-07B3-48EFAA3C73F9}"/>
                </a:ext>
              </a:extLst>
            </p:cNvPr>
            <p:cNvSpPr/>
            <p:nvPr/>
          </p:nvSpPr>
          <p:spPr>
            <a:xfrm>
              <a:off x="286722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23" name="pg3373">
              <a:extLst>
                <a:ext uri="{FF2B5EF4-FFF2-40B4-BE49-F238E27FC236}">
                  <a16:creationId xmlns:a16="http://schemas.microsoft.com/office/drawing/2014/main" id="{197DF587-DB73-52D7-F83D-3140F6F324C1}"/>
                </a:ext>
              </a:extLst>
            </p:cNvPr>
            <p:cNvSpPr/>
            <p:nvPr/>
          </p:nvSpPr>
          <p:spPr>
            <a:xfrm>
              <a:off x="2878865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24" name="pg3374">
              <a:extLst>
                <a:ext uri="{FF2B5EF4-FFF2-40B4-BE49-F238E27FC236}">
                  <a16:creationId xmlns:a16="http://schemas.microsoft.com/office/drawing/2014/main" id="{43FB04A0-BE6A-8FAA-8BE9-A737C21E8F32}"/>
                </a:ext>
              </a:extLst>
            </p:cNvPr>
            <p:cNvSpPr/>
            <p:nvPr/>
          </p:nvSpPr>
          <p:spPr>
            <a:xfrm>
              <a:off x="289050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25" name="pg3375">
              <a:extLst>
                <a:ext uri="{FF2B5EF4-FFF2-40B4-BE49-F238E27FC236}">
                  <a16:creationId xmlns:a16="http://schemas.microsoft.com/office/drawing/2014/main" id="{3DE0EBF0-E9B6-2CF0-04DD-640CD5C9C520}"/>
                </a:ext>
              </a:extLst>
            </p:cNvPr>
            <p:cNvSpPr/>
            <p:nvPr/>
          </p:nvSpPr>
          <p:spPr>
            <a:xfrm>
              <a:off x="290213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26" name="pg3376">
              <a:extLst>
                <a:ext uri="{FF2B5EF4-FFF2-40B4-BE49-F238E27FC236}">
                  <a16:creationId xmlns:a16="http://schemas.microsoft.com/office/drawing/2014/main" id="{207B090E-29A9-0451-3D98-5290F3F66F0C}"/>
                </a:ext>
              </a:extLst>
            </p:cNvPr>
            <p:cNvSpPr/>
            <p:nvPr/>
          </p:nvSpPr>
          <p:spPr>
            <a:xfrm>
              <a:off x="291377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27" name="pg3377">
              <a:extLst>
                <a:ext uri="{FF2B5EF4-FFF2-40B4-BE49-F238E27FC236}">
                  <a16:creationId xmlns:a16="http://schemas.microsoft.com/office/drawing/2014/main" id="{DF859F6F-CF06-EECE-B353-0756B10AD133}"/>
                </a:ext>
              </a:extLst>
            </p:cNvPr>
            <p:cNvSpPr/>
            <p:nvPr/>
          </p:nvSpPr>
          <p:spPr>
            <a:xfrm>
              <a:off x="2925414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28" name="pg3378">
              <a:extLst>
                <a:ext uri="{FF2B5EF4-FFF2-40B4-BE49-F238E27FC236}">
                  <a16:creationId xmlns:a16="http://schemas.microsoft.com/office/drawing/2014/main" id="{223B0BFC-9589-5339-E6E2-C784F84AFB06}"/>
                </a:ext>
              </a:extLst>
            </p:cNvPr>
            <p:cNvSpPr/>
            <p:nvPr/>
          </p:nvSpPr>
          <p:spPr>
            <a:xfrm>
              <a:off x="4403355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29" name="pg3379">
              <a:extLst>
                <a:ext uri="{FF2B5EF4-FFF2-40B4-BE49-F238E27FC236}">
                  <a16:creationId xmlns:a16="http://schemas.microsoft.com/office/drawing/2014/main" id="{D02C86ED-8AB8-D960-A549-84EFE59D434C}"/>
                </a:ext>
              </a:extLst>
            </p:cNvPr>
            <p:cNvSpPr/>
            <p:nvPr/>
          </p:nvSpPr>
          <p:spPr>
            <a:xfrm>
              <a:off x="441499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30" name="pg3380">
              <a:extLst>
                <a:ext uri="{FF2B5EF4-FFF2-40B4-BE49-F238E27FC236}">
                  <a16:creationId xmlns:a16="http://schemas.microsoft.com/office/drawing/2014/main" id="{27B99240-B7E6-7069-CA1B-2A239012B05C}"/>
                </a:ext>
              </a:extLst>
            </p:cNvPr>
            <p:cNvSpPr/>
            <p:nvPr/>
          </p:nvSpPr>
          <p:spPr>
            <a:xfrm>
              <a:off x="4426630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31" name="pg3381">
              <a:extLst>
                <a:ext uri="{FF2B5EF4-FFF2-40B4-BE49-F238E27FC236}">
                  <a16:creationId xmlns:a16="http://schemas.microsoft.com/office/drawing/2014/main" id="{B1AAC90D-C911-14AC-C999-5894BF54F968}"/>
                </a:ext>
              </a:extLst>
            </p:cNvPr>
            <p:cNvSpPr/>
            <p:nvPr/>
          </p:nvSpPr>
          <p:spPr>
            <a:xfrm>
              <a:off x="443826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32" name="pg3382">
              <a:extLst>
                <a:ext uri="{FF2B5EF4-FFF2-40B4-BE49-F238E27FC236}">
                  <a16:creationId xmlns:a16="http://schemas.microsoft.com/office/drawing/2014/main" id="{5D8069AD-4620-4009-D60A-1A27E3B0384B}"/>
                </a:ext>
              </a:extLst>
            </p:cNvPr>
            <p:cNvSpPr/>
            <p:nvPr/>
          </p:nvSpPr>
          <p:spPr>
            <a:xfrm>
              <a:off x="4449904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33" name="pg3383">
              <a:extLst>
                <a:ext uri="{FF2B5EF4-FFF2-40B4-BE49-F238E27FC236}">
                  <a16:creationId xmlns:a16="http://schemas.microsoft.com/office/drawing/2014/main" id="{7A540C93-18F8-9352-422D-E2905DD8A723}"/>
                </a:ext>
              </a:extLst>
            </p:cNvPr>
            <p:cNvSpPr/>
            <p:nvPr/>
          </p:nvSpPr>
          <p:spPr>
            <a:xfrm>
              <a:off x="446154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34" name="pg3384">
              <a:extLst>
                <a:ext uri="{FF2B5EF4-FFF2-40B4-BE49-F238E27FC236}">
                  <a16:creationId xmlns:a16="http://schemas.microsoft.com/office/drawing/2014/main" id="{7E37E335-F7E0-8493-CCBB-F85668A32191}"/>
                </a:ext>
              </a:extLst>
            </p:cNvPr>
            <p:cNvSpPr/>
            <p:nvPr/>
          </p:nvSpPr>
          <p:spPr>
            <a:xfrm>
              <a:off x="447317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35" name="pg3385">
              <a:extLst>
                <a:ext uri="{FF2B5EF4-FFF2-40B4-BE49-F238E27FC236}">
                  <a16:creationId xmlns:a16="http://schemas.microsoft.com/office/drawing/2014/main" id="{D2BDF310-A527-16A0-8FFE-FF81E5D5FF7F}"/>
                </a:ext>
              </a:extLst>
            </p:cNvPr>
            <p:cNvSpPr/>
            <p:nvPr/>
          </p:nvSpPr>
          <p:spPr>
            <a:xfrm>
              <a:off x="4484816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36" name="pg3386">
              <a:extLst>
                <a:ext uri="{FF2B5EF4-FFF2-40B4-BE49-F238E27FC236}">
                  <a16:creationId xmlns:a16="http://schemas.microsoft.com/office/drawing/2014/main" id="{B07211F2-C2CC-3BFA-CAEF-84C4683F61D4}"/>
                </a:ext>
              </a:extLst>
            </p:cNvPr>
            <p:cNvSpPr/>
            <p:nvPr/>
          </p:nvSpPr>
          <p:spPr>
            <a:xfrm>
              <a:off x="464773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37" name="pg3387">
              <a:extLst>
                <a:ext uri="{FF2B5EF4-FFF2-40B4-BE49-F238E27FC236}">
                  <a16:creationId xmlns:a16="http://schemas.microsoft.com/office/drawing/2014/main" id="{A339C1E2-8801-95F6-D2E0-3EA185650736}"/>
                </a:ext>
              </a:extLst>
            </p:cNvPr>
            <p:cNvSpPr/>
            <p:nvPr/>
          </p:nvSpPr>
          <p:spPr>
            <a:xfrm>
              <a:off x="4659376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38" name="pg3388">
              <a:extLst>
                <a:ext uri="{FF2B5EF4-FFF2-40B4-BE49-F238E27FC236}">
                  <a16:creationId xmlns:a16="http://schemas.microsoft.com/office/drawing/2014/main" id="{AA076E8D-6502-0A0D-33EB-ADBA5EAC01E2}"/>
                </a:ext>
              </a:extLst>
            </p:cNvPr>
            <p:cNvSpPr/>
            <p:nvPr/>
          </p:nvSpPr>
          <p:spPr>
            <a:xfrm>
              <a:off x="4671013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39" name="pg3389">
              <a:extLst>
                <a:ext uri="{FF2B5EF4-FFF2-40B4-BE49-F238E27FC236}">
                  <a16:creationId xmlns:a16="http://schemas.microsoft.com/office/drawing/2014/main" id="{0C3911B9-1283-B296-6B70-7B83BC80288A}"/>
                </a:ext>
              </a:extLst>
            </p:cNvPr>
            <p:cNvSpPr/>
            <p:nvPr/>
          </p:nvSpPr>
          <p:spPr>
            <a:xfrm>
              <a:off x="4682651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40" name="pg3390">
              <a:extLst>
                <a:ext uri="{FF2B5EF4-FFF2-40B4-BE49-F238E27FC236}">
                  <a16:creationId xmlns:a16="http://schemas.microsoft.com/office/drawing/2014/main" id="{95EAC86E-028B-7418-B219-9826EF8075CB}"/>
                </a:ext>
              </a:extLst>
            </p:cNvPr>
            <p:cNvSpPr/>
            <p:nvPr/>
          </p:nvSpPr>
          <p:spPr>
            <a:xfrm>
              <a:off x="4694288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41" name="pg3391">
              <a:extLst>
                <a:ext uri="{FF2B5EF4-FFF2-40B4-BE49-F238E27FC236}">
                  <a16:creationId xmlns:a16="http://schemas.microsoft.com/office/drawing/2014/main" id="{825B0CC9-C335-F7FE-84FC-1FEE9DC79FAF}"/>
                </a:ext>
              </a:extLst>
            </p:cNvPr>
            <p:cNvSpPr/>
            <p:nvPr/>
          </p:nvSpPr>
          <p:spPr>
            <a:xfrm>
              <a:off x="283231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42" name="pg3392">
              <a:extLst>
                <a:ext uri="{FF2B5EF4-FFF2-40B4-BE49-F238E27FC236}">
                  <a16:creationId xmlns:a16="http://schemas.microsoft.com/office/drawing/2014/main" id="{4085586A-68A9-46E8-592C-D60E4BAC695D}"/>
                </a:ext>
              </a:extLst>
            </p:cNvPr>
            <p:cNvSpPr/>
            <p:nvPr/>
          </p:nvSpPr>
          <p:spPr>
            <a:xfrm>
              <a:off x="2843953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43" name="pg3393">
              <a:extLst>
                <a:ext uri="{FF2B5EF4-FFF2-40B4-BE49-F238E27FC236}">
                  <a16:creationId xmlns:a16="http://schemas.microsoft.com/office/drawing/2014/main" id="{7396CC07-3841-348E-854F-EA4D58F6357F}"/>
                </a:ext>
              </a:extLst>
            </p:cNvPr>
            <p:cNvSpPr/>
            <p:nvPr/>
          </p:nvSpPr>
          <p:spPr>
            <a:xfrm>
              <a:off x="286722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44" name="pg3394">
              <a:extLst>
                <a:ext uri="{FF2B5EF4-FFF2-40B4-BE49-F238E27FC236}">
                  <a16:creationId xmlns:a16="http://schemas.microsoft.com/office/drawing/2014/main" id="{F2B57B9B-43E0-F11C-3BCD-9A8C346E5D1F}"/>
                </a:ext>
              </a:extLst>
            </p:cNvPr>
            <p:cNvSpPr/>
            <p:nvPr/>
          </p:nvSpPr>
          <p:spPr>
            <a:xfrm>
              <a:off x="287886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45" name="pg3395">
              <a:extLst>
                <a:ext uri="{FF2B5EF4-FFF2-40B4-BE49-F238E27FC236}">
                  <a16:creationId xmlns:a16="http://schemas.microsoft.com/office/drawing/2014/main" id="{8C548B60-86AD-5231-0C5D-8FC6B23E7EAE}"/>
                </a:ext>
              </a:extLst>
            </p:cNvPr>
            <p:cNvSpPr/>
            <p:nvPr/>
          </p:nvSpPr>
          <p:spPr>
            <a:xfrm>
              <a:off x="289050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46" name="pg3396">
              <a:extLst>
                <a:ext uri="{FF2B5EF4-FFF2-40B4-BE49-F238E27FC236}">
                  <a16:creationId xmlns:a16="http://schemas.microsoft.com/office/drawing/2014/main" id="{E4B4BA89-85C8-6245-5B1D-806B9BF8E9CF}"/>
                </a:ext>
              </a:extLst>
            </p:cNvPr>
            <p:cNvSpPr/>
            <p:nvPr/>
          </p:nvSpPr>
          <p:spPr>
            <a:xfrm>
              <a:off x="290213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47" name="pg3397">
              <a:extLst>
                <a:ext uri="{FF2B5EF4-FFF2-40B4-BE49-F238E27FC236}">
                  <a16:creationId xmlns:a16="http://schemas.microsoft.com/office/drawing/2014/main" id="{76CA1C46-0812-AFC1-72EE-C9A0CCFB37BC}"/>
                </a:ext>
              </a:extLst>
            </p:cNvPr>
            <p:cNvSpPr/>
            <p:nvPr/>
          </p:nvSpPr>
          <p:spPr>
            <a:xfrm>
              <a:off x="291377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48" name="pg3398">
              <a:extLst>
                <a:ext uri="{FF2B5EF4-FFF2-40B4-BE49-F238E27FC236}">
                  <a16:creationId xmlns:a16="http://schemas.microsoft.com/office/drawing/2014/main" id="{36735302-6D26-0E61-9DB1-5CF21CFB0BB1}"/>
                </a:ext>
              </a:extLst>
            </p:cNvPr>
            <p:cNvSpPr/>
            <p:nvPr/>
          </p:nvSpPr>
          <p:spPr>
            <a:xfrm>
              <a:off x="440335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49" name="pg3399">
              <a:extLst>
                <a:ext uri="{FF2B5EF4-FFF2-40B4-BE49-F238E27FC236}">
                  <a16:creationId xmlns:a16="http://schemas.microsoft.com/office/drawing/2014/main" id="{1C2A5ADC-A756-8F1A-0942-548980DB0B98}"/>
                </a:ext>
              </a:extLst>
            </p:cNvPr>
            <p:cNvSpPr/>
            <p:nvPr/>
          </p:nvSpPr>
          <p:spPr>
            <a:xfrm>
              <a:off x="441499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50" name="pg3400">
              <a:extLst>
                <a:ext uri="{FF2B5EF4-FFF2-40B4-BE49-F238E27FC236}">
                  <a16:creationId xmlns:a16="http://schemas.microsoft.com/office/drawing/2014/main" id="{2F5E6370-BB20-8DD6-22B8-3FC634A6DDF8}"/>
                </a:ext>
              </a:extLst>
            </p:cNvPr>
            <p:cNvSpPr/>
            <p:nvPr/>
          </p:nvSpPr>
          <p:spPr>
            <a:xfrm>
              <a:off x="4426630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51" name="pg3401">
              <a:extLst>
                <a:ext uri="{FF2B5EF4-FFF2-40B4-BE49-F238E27FC236}">
                  <a16:creationId xmlns:a16="http://schemas.microsoft.com/office/drawing/2014/main" id="{35003061-5BA8-660C-815B-BC36AC0C644E}"/>
                </a:ext>
              </a:extLst>
            </p:cNvPr>
            <p:cNvSpPr/>
            <p:nvPr/>
          </p:nvSpPr>
          <p:spPr>
            <a:xfrm>
              <a:off x="443826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52" name="pg3402">
              <a:extLst>
                <a:ext uri="{FF2B5EF4-FFF2-40B4-BE49-F238E27FC236}">
                  <a16:creationId xmlns:a16="http://schemas.microsoft.com/office/drawing/2014/main" id="{C3A22B2F-FCEA-25B9-3380-8241F78DB421}"/>
                </a:ext>
              </a:extLst>
            </p:cNvPr>
            <p:cNvSpPr/>
            <p:nvPr/>
          </p:nvSpPr>
          <p:spPr>
            <a:xfrm>
              <a:off x="4449904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53" name="pg3403">
              <a:extLst>
                <a:ext uri="{FF2B5EF4-FFF2-40B4-BE49-F238E27FC236}">
                  <a16:creationId xmlns:a16="http://schemas.microsoft.com/office/drawing/2014/main" id="{62B8E333-6D18-B11D-6BD9-C97B6BAA74BC}"/>
                </a:ext>
              </a:extLst>
            </p:cNvPr>
            <p:cNvSpPr/>
            <p:nvPr/>
          </p:nvSpPr>
          <p:spPr>
            <a:xfrm>
              <a:off x="446154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54" name="pg3404">
              <a:extLst>
                <a:ext uri="{FF2B5EF4-FFF2-40B4-BE49-F238E27FC236}">
                  <a16:creationId xmlns:a16="http://schemas.microsoft.com/office/drawing/2014/main" id="{BD3B6566-C005-645B-1D90-CE90039AECAB}"/>
                </a:ext>
              </a:extLst>
            </p:cNvPr>
            <p:cNvSpPr/>
            <p:nvPr/>
          </p:nvSpPr>
          <p:spPr>
            <a:xfrm>
              <a:off x="447317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55" name="pg3405">
              <a:extLst>
                <a:ext uri="{FF2B5EF4-FFF2-40B4-BE49-F238E27FC236}">
                  <a16:creationId xmlns:a16="http://schemas.microsoft.com/office/drawing/2014/main" id="{06895FB9-64A0-C4D7-AC5C-D64EC4834D8A}"/>
                </a:ext>
              </a:extLst>
            </p:cNvPr>
            <p:cNvSpPr/>
            <p:nvPr/>
          </p:nvSpPr>
          <p:spPr>
            <a:xfrm>
              <a:off x="4484816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56" name="pg3406">
              <a:extLst>
                <a:ext uri="{FF2B5EF4-FFF2-40B4-BE49-F238E27FC236}">
                  <a16:creationId xmlns:a16="http://schemas.microsoft.com/office/drawing/2014/main" id="{F291AEB0-42A8-786C-C721-330185489C45}"/>
                </a:ext>
              </a:extLst>
            </p:cNvPr>
            <p:cNvSpPr/>
            <p:nvPr/>
          </p:nvSpPr>
          <p:spPr>
            <a:xfrm>
              <a:off x="464773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57" name="pg3407">
              <a:extLst>
                <a:ext uri="{FF2B5EF4-FFF2-40B4-BE49-F238E27FC236}">
                  <a16:creationId xmlns:a16="http://schemas.microsoft.com/office/drawing/2014/main" id="{B66F0C06-5F4C-60F5-5196-DE95CECFEE2A}"/>
                </a:ext>
              </a:extLst>
            </p:cNvPr>
            <p:cNvSpPr/>
            <p:nvPr/>
          </p:nvSpPr>
          <p:spPr>
            <a:xfrm>
              <a:off x="4659376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58" name="pg3408">
              <a:extLst>
                <a:ext uri="{FF2B5EF4-FFF2-40B4-BE49-F238E27FC236}">
                  <a16:creationId xmlns:a16="http://schemas.microsoft.com/office/drawing/2014/main" id="{D0FE5636-A8B2-3F62-2490-2CE16534159F}"/>
                </a:ext>
              </a:extLst>
            </p:cNvPr>
            <p:cNvSpPr/>
            <p:nvPr/>
          </p:nvSpPr>
          <p:spPr>
            <a:xfrm>
              <a:off x="4671013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59" name="pg3409">
              <a:extLst>
                <a:ext uri="{FF2B5EF4-FFF2-40B4-BE49-F238E27FC236}">
                  <a16:creationId xmlns:a16="http://schemas.microsoft.com/office/drawing/2014/main" id="{80FCB00D-9AE7-8B22-FA44-066D4C79804A}"/>
                </a:ext>
              </a:extLst>
            </p:cNvPr>
            <p:cNvSpPr/>
            <p:nvPr/>
          </p:nvSpPr>
          <p:spPr>
            <a:xfrm>
              <a:off x="4682651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60" name="pg3410">
              <a:extLst>
                <a:ext uri="{FF2B5EF4-FFF2-40B4-BE49-F238E27FC236}">
                  <a16:creationId xmlns:a16="http://schemas.microsoft.com/office/drawing/2014/main" id="{B1CB24C1-CEF7-67EE-39A1-6718937F8D6B}"/>
                </a:ext>
              </a:extLst>
            </p:cNvPr>
            <p:cNvSpPr/>
            <p:nvPr/>
          </p:nvSpPr>
          <p:spPr>
            <a:xfrm>
              <a:off x="4694288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61" name="pg3411">
              <a:extLst>
                <a:ext uri="{FF2B5EF4-FFF2-40B4-BE49-F238E27FC236}">
                  <a16:creationId xmlns:a16="http://schemas.microsoft.com/office/drawing/2014/main" id="{71A4AD64-584D-AF3D-99BD-F2624520A471}"/>
                </a:ext>
              </a:extLst>
            </p:cNvPr>
            <p:cNvSpPr/>
            <p:nvPr/>
          </p:nvSpPr>
          <p:spPr>
            <a:xfrm>
              <a:off x="2820678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62" name="pg3412">
              <a:extLst>
                <a:ext uri="{FF2B5EF4-FFF2-40B4-BE49-F238E27FC236}">
                  <a16:creationId xmlns:a16="http://schemas.microsoft.com/office/drawing/2014/main" id="{69E3E978-A5A1-E114-9466-49AC8C550966}"/>
                </a:ext>
              </a:extLst>
            </p:cNvPr>
            <p:cNvSpPr/>
            <p:nvPr/>
          </p:nvSpPr>
          <p:spPr>
            <a:xfrm>
              <a:off x="283231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63" name="pg3413">
              <a:extLst>
                <a:ext uri="{FF2B5EF4-FFF2-40B4-BE49-F238E27FC236}">
                  <a16:creationId xmlns:a16="http://schemas.microsoft.com/office/drawing/2014/main" id="{30B4AFE6-75F6-5037-5C35-5D7A480FCE90}"/>
                </a:ext>
              </a:extLst>
            </p:cNvPr>
            <p:cNvSpPr/>
            <p:nvPr/>
          </p:nvSpPr>
          <p:spPr>
            <a:xfrm>
              <a:off x="2843953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64" name="pg3414">
              <a:extLst>
                <a:ext uri="{FF2B5EF4-FFF2-40B4-BE49-F238E27FC236}">
                  <a16:creationId xmlns:a16="http://schemas.microsoft.com/office/drawing/2014/main" id="{9A8C26FE-D31F-961C-8784-F1261A612E72}"/>
                </a:ext>
              </a:extLst>
            </p:cNvPr>
            <p:cNvSpPr/>
            <p:nvPr/>
          </p:nvSpPr>
          <p:spPr>
            <a:xfrm>
              <a:off x="2855590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65" name="pg3415">
              <a:extLst>
                <a:ext uri="{FF2B5EF4-FFF2-40B4-BE49-F238E27FC236}">
                  <a16:creationId xmlns:a16="http://schemas.microsoft.com/office/drawing/2014/main" id="{400A1C12-168A-3DB6-409C-434BC0A8B6A0}"/>
                </a:ext>
              </a:extLst>
            </p:cNvPr>
            <p:cNvSpPr/>
            <p:nvPr/>
          </p:nvSpPr>
          <p:spPr>
            <a:xfrm>
              <a:off x="286722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66" name="pg3416">
              <a:extLst>
                <a:ext uri="{FF2B5EF4-FFF2-40B4-BE49-F238E27FC236}">
                  <a16:creationId xmlns:a16="http://schemas.microsoft.com/office/drawing/2014/main" id="{48DF9B41-14FF-A57E-6263-38B393141A00}"/>
                </a:ext>
              </a:extLst>
            </p:cNvPr>
            <p:cNvSpPr/>
            <p:nvPr/>
          </p:nvSpPr>
          <p:spPr>
            <a:xfrm>
              <a:off x="287886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67" name="pg3417">
              <a:extLst>
                <a:ext uri="{FF2B5EF4-FFF2-40B4-BE49-F238E27FC236}">
                  <a16:creationId xmlns:a16="http://schemas.microsoft.com/office/drawing/2014/main" id="{A173786E-E666-C044-A083-97443C8569C1}"/>
                </a:ext>
              </a:extLst>
            </p:cNvPr>
            <p:cNvSpPr/>
            <p:nvPr/>
          </p:nvSpPr>
          <p:spPr>
            <a:xfrm>
              <a:off x="289050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68" name="pg3418">
              <a:extLst>
                <a:ext uri="{FF2B5EF4-FFF2-40B4-BE49-F238E27FC236}">
                  <a16:creationId xmlns:a16="http://schemas.microsoft.com/office/drawing/2014/main" id="{1900ACBC-C5CC-2A48-A657-2917EAC91C24}"/>
                </a:ext>
              </a:extLst>
            </p:cNvPr>
            <p:cNvSpPr/>
            <p:nvPr/>
          </p:nvSpPr>
          <p:spPr>
            <a:xfrm>
              <a:off x="2902139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69" name="pg3419">
              <a:extLst>
                <a:ext uri="{FF2B5EF4-FFF2-40B4-BE49-F238E27FC236}">
                  <a16:creationId xmlns:a16="http://schemas.microsoft.com/office/drawing/2014/main" id="{072295FF-3FE0-E937-1668-CECD8E1CD4A6}"/>
                </a:ext>
              </a:extLst>
            </p:cNvPr>
            <p:cNvSpPr/>
            <p:nvPr/>
          </p:nvSpPr>
          <p:spPr>
            <a:xfrm>
              <a:off x="291377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70" name="pg3420">
              <a:extLst>
                <a:ext uri="{FF2B5EF4-FFF2-40B4-BE49-F238E27FC236}">
                  <a16:creationId xmlns:a16="http://schemas.microsoft.com/office/drawing/2014/main" id="{147A40F3-D8F2-7FE8-B00D-D81FF29AA62A}"/>
                </a:ext>
              </a:extLst>
            </p:cNvPr>
            <p:cNvSpPr/>
            <p:nvPr/>
          </p:nvSpPr>
          <p:spPr>
            <a:xfrm>
              <a:off x="441499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71" name="pg3421">
              <a:extLst>
                <a:ext uri="{FF2B5EF4-FFF2-40B4-BE49-F238E27FC236}">
                  <a16:creationId xmlns:a16="http://schemas.microsoft.com/office/drawing/2014/main" id="{C3528558-FF2A-CFC7-14B1-F5E1810A67A7}"/>
                </a:ext>
              </a:extLst>
            </p:cNvPr>
            <p:cNvSpPr/>
            <p:nvPr/>
          </p:nvSpPr>
          <p:spPr>
            <a:xfrm>
              <a:off x="4426630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72" name="pg3422">
              <a:extLst>
                <a:ext uri="{FF2B5EF4-FFF2-40B4-BE49-F238E27FC236}">
                  <a16:creationId xmlns:a16="http://schemas.microsoft.com/office/drawing/2014/main" id="{B7FDEC69-61EC-6140-EC6E-FA126F434196}"/>
                </a:ext>
              </a:extLst>
            </p:cNvPr>
            <p:cNvSpPr/>
            <p:nvPr/>
          </p:nvSpPr>
          <p:spPr>
            <a:xfrm>
              <a:off x="443826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73" name="pg3423">
              <a:extLst>
                <a:ext uri="{FF2B5EF4-FFF2-40B4-BE49-F238E27FC236}">
                  <a16:creationId xmlns:a16="http://schemas.microsoft.com/office/drawing/2014/main" id="{B23E22C2-3E5F-A40E-C734-48FC65D0F265}"/>
                </a:ext>
              </a:extLst>
            </p:cNvPr>
            <p:cNvSpPr/>
            <p:nvPr/>
          </p:nvSpPr>
          <p:spPr>
            <a:xfrm>
              <a:off x="4449904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74" name="pg3424">
              <a:extLst>
                <a:ext uri="{FF2B5EF4-FFF2-40B4-BE49-F238E27FC236}">
                  <a16:creationId xmlns:a16="http://schemas.microsoft.com/office/drawing/2014/main" id="{9848B105-2656-E78A-4F82-9BE078809431}"/>
                </a:ext>
              </a:extLst>
            </p:cNvPr>
            <p:cNvSpPr/>
            <p:nvPr/>
          </p:nvSpPr>
          <p:spPr>
            <a:xfrm>
              <a:off x="446154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75" name="pg3425">
              <a:extLst>
                <a:ext uri="{FF2B5EF4-FFF2-40B4-BE49-F238E27FC236}">
                  <a16:creationId xmlns:a16="http://schemas.microsoft.com/office/drawing/2014/main" id="{89AB2A70-513A-3FAB-EC5D-004197E713F1}"/>
                </a:ext>
              </a:extLst>
            </p:cNvPr>
            <p:cNvSpPr/>
            <p:nvPr/>
          </p:nvSpPr>
          <p:spPr>
            <a:xfrm>
              <a:off x="4473179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76" name="pg3426">
              <a:extLst>
                <a:ext uri="{FF2B5EF4-FFF2-40B4-BE49-F238E27FC236}">
                  <a16:creationId xmlns:a16="http://schemas.microsoft.com/office/drawing/2014/main" id="{33B27C8E-DDCD-17EB-9AD8-EA32C07B5016}"/>
                </a:ext>
              </a:extLst>
            </p:cNvPr>
            <p:cNvSpPr/>
            <p:nvPr/>
          </p:nvSpPr>
          <p:spPr>
            <a:xfrm>
              <a:off x="4659376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77" name="pg3427">
              <a:extLst>
                <a:ext uri="{FF2B5EF4-FFF2-40B4-BE49-F238E27FC236}">
                  <a16:creationId xmlns:a16="http://schemas.microsoft.com/office/drawing/2014/main" id="{2B46E0D9-6CBB-405E-29F6-AECA0932E44E}"/>
                </a:ext>
              </a:extLst>
            </p:cNvPr>
            <p:cNvSpPr/>
            <p:nvPr/>
          </p:nvSpPr>
          <p:spPr>
            <a:xfrm>
              <a:off x="4671013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78" name="pg3428">
              <a:extLst>
                <a:ext uri="{FF2B5EF4-FFF2-40B4-BE49-F238E27FC236}">
                  <a16:creationId xmlns:a16="http://schemas.microsoft.com/office/drawing/2014/main" id="{E6447070-D687-846F-03EA-8743C595197B}"/>
                </a:ext>
              </a:extLst>
            </p:cNvPr>
            <p:cNvSpPr/>
            <p:nvPr/>
          </p:nvSpPr>
          <p:spPr>
            <a:xfrm>
              <a:off x="4682651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79" name="pg3429">
              <a:extLst>
                <a:ext uri="{FF2B5EF4-FFF2-40B4-BE49-F238E27FC236}">
                  <a16:creationId xmlns:a16="http://schemas.microsoft.com/office/drawing/2014/main" id="{8CEB0F39-7B66-D189-AA3E-39FE1F50CD73}"/>
                </a:ext>
              </a:extLst>
            </p:cNvPr>
            <p:cNvSpPr/>
            <p:nvPr/>
          </p:nvSpPr>
          <p:spPr>
            <a:xfrm>
              <a:off x="4694288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80" name="pg3430">
              <a:extLst>
                <a:ext uri="{FF2B5EF4-FFF2-40B4-BE49-F238E27FC236}">
                  <a16:creationId xmlns:a16="http://schemas.microsoft.com/office/drawing/2014/main" id="{4DDD0BBC-1EDF-6E0E-5405-D78DED5E37D0}"/>
                </a:ext>
              </a:extLst>
            </p:cNvPr>
            <p:cNvSpPr/>
            <p:nvPr/>
          </p:nvSpPr>
          <p:spPr>
            <a:xfrm>
              <a:off x="470592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81" name="pg3431">
              <a:extLst>
                <a:ext uri="{FF2B5EF4-FFF2-40B4-BE49-F238E27FC236}">
                  <a16:creationId xmlns:a16="http://schemas.microsoft.com/office/drawing/2014/main" id="{BA7B196A-8BF1-ADA9-CB3E-CC1FA9AA2370}"/>
                </a:ext>
              </a:extLst>
            </p:cNvPr>
            <p:cNvSpPr/>
            <p:nvPr/>
          </p:nvSpPr>
          <p:spPr>
            <a:xfrm>
              <a:off x="2820678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82" name="pg3432">
              <a:extLst>
                <a:ext uri="{FF2B5EF4-FFF2-40B4-BE49-F238E27FC236}">
                  <a16:creationId xmlns:a16="http://schemas.microsoft.com/office/drawing/2014/main" id="{146DDBB7-3FA3-7CAD-BD4F-C2D2058C676D}"/>
                </a:ext>
              </a:extLst>
            </p:cNvPr>
            <p:cNvSpPr/>
            <p:nvPr/>
          </p:nvSpPr>
          <p:spPr>
            <a:xfrm>
              <a:off x="283231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83" name="pg3433">
              <a:extLst>
                <a:ext uri="{FF2B5EF4-FFF2-40B4-BE49-F238E27FC236}">
                  <a16:creationId xmlns:a16="http://schemas.microsoft.com/office/drawing/2014/main" id="{9424BA8D-BF82-15C4-B87B-B5EF6516F5DE}"/>
                </a:ext>
              </a:extLst>
            </p:cNvPr>
            <p:cNvSpPr/>
            <p:nvPr/>
          </p:nvSpPr>
          <p:spPr>
            <a:xfrm>
              <a:off x="2843953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84" name="pg3434">
              <a:extLst>
                <a:ext uri="{FF2B5EF4-FFF2-40B4-BE49-F238E27FC236}">
                  <a16:creationId xmlns:a16="http://schemas.microsoft.com/office/drawing/2014/main" id="{E41E5E99-DF73-4864-68FA-1B0AE69699C1}"/>
                </a:ext>
              </a:extLst>
            </p:cNvPr>
            <p:cNvSpPr/>
            <p:nvPr/>
          </p:nvSpPr>
          <p:spPr>
            <a:xfrm>
              <a:off x="2855590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85" name="pg3435">
              <a:extLst>
                <a:ext uri="{FF2B5EF4-FFF2-40B4-BE49-F238E27FC236}">
                  <a16:creationId xmlns:a16="http://schemas.microsoft.com/office/drawing/2014/main" id="{BAE6A28D-84BA-DFCC-0E55-7019A3699317}"/>
                </a:ext>
              </a:extLst>
            </p:cNvPr>
            <p:cNvSpPr/>
            <p:nvPr/>
          </p:nvSpPr>
          <p:spPr>
            <a:xfrm>
              <a:off x="2867227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86" name="pg3436">
              <a:extLst>
                <a:ext uri="{FF2B5EF4-FFF2-40B4-BE49-F238E27FC236}">
                  <a16:creationId xmlns:a16="http://schemas.microsoft.com/office/drawing/2014/main" id="{6FA903CE-8B1F-9D99-01DF-63780FF34642}"/>
                </a:ext>
              </a:extLst>
            </p:cNvPr>
            <p:cNvSpPr/>
            <p:nvPr/>
          </p:nvSpPr>
          <p:spPr>
            <a:xfrm>
              <a:off x="287886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87" name="pg3437">
              <a:extLst>
                <a:ext uri="{FF2B5EF4-FFF2-40B4-BE49-F238E27FC236}">
                  <a16:creationId xmlns:a16="http://schemas.microsoft.com/office/drawing/2014/main" id="{85C52F63-72B4-A05F-B537-2DC8F6054EF5}"/>
                </a:ext>
              </a:extLst>
            </p:cNvPr>
            <p:cNvSpPr/>
            <p:nvPr/>
          </p:nvSpPr>
          <p:spPr>
            <a:xfrm>
              <a:off x="289050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88" name="pg3438">
              <a:extLst>
                <a:ext uri="{FF2B5EF4-FFF2-40B4-BE49-F238E27FC236}">
                  <a16:creationId xmlns:a16="http://schemas.microsoft.com/office/drawing/2014/main" id="{F1D1267F-8ABF-1080-041D-0BBA9C8A41D6}"/>
                </a:ext>
              </a:extLst>
            </p:cNvPr>
            <p:cNvSpPr/>
            <p:nvPr/>
          </p:nvSpPr>
          <p:spPr>
            <a:xfrm>
              <a:off x="2902139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89" name="pg3439">
              <a:extLst>
                <a:ext uri="{FF2B5EF4-FFF2-40B4-BE49-F238E27FC236}">
                  <a16:creationId xmlns:a16="http://schemas.microsoft.com/office/drawing/2014/main" id="{BFD44402-28F5-1E24-C741-4FA1621A00F8}"/>
                </a:ext>
              </a:extLst>
            </p:cNvPr>
            <p:cNvSpPr/>
            <p:nvPr/>
          </p:nvSpPr>
          <p:spPr>
            <a:xfrm>
              <a:off x="441499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90" name="pg3440">
              <a:extLst>
                <a:ext uri="{FF2B5EF4-FFF2-40B4-BE49-F238E27FC236}">
                  <a16:creationId xmlns:a16="http://schemas.microsoft.com/office/drawing/2014/main" id="{BE128F02-A024-E1C0-62A7-B532E065C9F7}"/>
                </a:ext>
              </a:extLst>
            </p:cNvPr>
            <p:cNvSpPr/>
            <p:nvPr/>
          </p:nvSpPr>
          <p:spPr>
            <a:xfrm>
              <a:off x="4426630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91" name="pg3441">
              <a:extLst>
                <a:ext uri="{FF2B5EF4-FFF2-40B4-BE49-F238E27FC236}">
                  <a16:creationId xmlns:a16="http://schemas.microsoft.com/office/drawing/2014/main" id="{B2623210-C666-1C50-6BE6-FA485E182CCB}"/>
                </a:ext>
              </a:extLst>
            </p:cNvPr>
            <p:cNvSpPr/>
            <p:nvPr/>
          </p:nvSpPr>
          <p:spPr>
            <a:xfrm>
              <a:off x="4438267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92" name="pg3442">
              <a:extLst>
                <a:ext uri="{FF2B5EF4-FFF2-40B4-BE49-F238E27FC236}">
                  <a16:creationId xmlns:a16="http://schemas.microsoft.com/office/drawing/2014/main" id="{672CE1CC-6973-ADDA-9310-5257DC94766F}"/>
                </a:ext>
              </a:extLst>
            </p:cNvPr>
            <p:cNvSpPr/>
            <p:nvPr/>
          </p:nvSpPr>
          <p:spPr>
            <a:xfrm>
              <a:off x="4449904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93" name="pg3443">
              <a:extLst>
                <a:ext uri="{FF2B5EF4-FFF2-40B4-BE49-F238E27FC236}">
                  <a16:creationId xmlns:a16="http://schemas.microsoft.com/office/drawing/2014/main" id="{FE75230E-1B7A-37CC-10F8-F5CC6E74649A}"/>
                </a:ext>
              </a:extLst>
            </p:cNvPr>
            <p:cNvSpPr/>
            <p:nvPr/>
          </p:nvSpPr>
          <p:spPr>
            <a:xfrm>
              <a:off x="446154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94" name="pg3444">
              <a:extLst>
                <a:ext uri="{FF2B5EF4-FFF2-40B4-BE49-F238E27FC236}">
                  <a16:creationId xmlns:a16="http://schemas.microsoft.com/office/drawing/2014/main" id="{90F91167-68E6-993C-F386-7EAFDE7CEC03}"/>
                </a:ext>
              </a:extLst>
            </p:cNvPr>
            <p:cNvSpPr/>
            <p:nvPr/>
          </p:nvSpPr>
          <p:spPr>
            <a:xfrm>
              <a:off x="4659376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95" name="pg3445">
              <a:extLst>
                <a:ext uri="{FF2B5EF4-FFF2-40B4-BE49-F238E27FC236}">
                  <a16:creationId xmlns:a16="http://schemas.microsoft.com/office/drawing/2014/main" id="{7C57668A-C00F-7646-7269-8BABAEA414B9}"/>
                </a:ext>
              </a:extLst>
            </p:cNvPr>
            <p:cNvSpPr/>
            <p:nvPr/>
          </p:nvSpPr>
          <p:spPr>
            <a:xfrm>
              <a:off x="4671013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96" name="pg3446">
              <a:extLst>
                <a:ext uri="{FF2B5EF4-FFF2-40B4-BE49-F238E27FC236}">
                  <a16:creationId xmlns:a16="http://schemas.microsoft.com/office/drawing/2014/main" id="{7A820D9E-CEA0-426C-1BA2-359F07753CC0}"/>
                </a:ext>
              </a:extLst>
            </p:cNvPr>
            <p:cNvSpPr/>
            <p:nvPr/>
          </p:nvSpPr>
          <p:spPr>
            <a:xfrm>
              <a:off x="4682651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97" name="pg3447">
              <a:extLst>
                <a:ext uri="{FF2B5EF4-FFF2-40B4-BE49-F238E27FC236}">
                  <a16:creationId xmlns:a16="http://schemas.microsoft.com/office/drawing/2014/main" id="{877E3934-E709-8AD0-5DBA-11C4C7031B71}"/>
                </a:ext>
              </a:extLst>
            </p:cNvPr>
            <p:cNvSpPr/>
            <p:nvPr/>
          </p:nvSpPr>
          <p:spPr>
            <a:xfrm>
              <a:off x="4694288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98" name="pg3448">
              <a:extLst>
                <a:ext uri="{FF2B5EF4-FFF2-40B4-BE49-F238E27FC236}">
                  <a16:creationId xmlns:a16="http://schemas.microsoft.com/office/drawing/2014/main" id="{FD1E8912-DD18-3B3B-5E1E-35C230A3D375}"/>
                </a:ext>
              </a:extLst>
            </p:cNvPr>
            <p:cNvSpPr/>
            <p:nvPr/>
          </p:nvSpPr>
          <p:spPr>
            <a:xfrm>
              <a:off x="470592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99" name="pg3449">
              <a:extLst>
                <a:ext uri="{FF2B5EF4-FFF2-40B4-BE49-F238E27FC236}">
                  <a16:creationId xmlns:a16="http://schemas.microsoft.com/office/drawing/2014/main" id="{A1A3D9E5-2280-141B-39C0-D4A93DC4BF03}"/>
                </a:ext>
              </a:extLst>
            </p:cNvPr>
            <p:cNvSpPr/>
            <p:nvPr/>
          </p:nvSpPr>
          <p:spPr>
            <a:xfrm>
              <a:off x="2820678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00" name="pg3450">
              <a:extLst>
                <a:ext uri="{FF2B5EF4-FFF2-40B4-BE49-F238E27FC236}">
                  <a16:creationId xmlns:a16="http://schemas.microsoft.com/office/drawing/2014/main" id="{83482321-EB94-F2A9-8D66-57D590296718}"/>
                </a:ext>
              </a:extLst>
            </p:cNvPr>
            <p:cNvSpPr/>
            <p:nvPr/>
          </p:nvSpPr>
          <p:spPr>
            <a:xfrm>
              <a:off x="283231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01" name="pg3451">
              <a:extLst>
                <a:ext uri="{FF2B5EF4-FFF2-40B4-BE49-F238E27FC236}">
                  <a16:creationId xmlns:a16="http://schemas.microsoft.com/office/drawing/2014/main" id="{DB2ED8D3-120E-B366-D0F9-41CF17DCE0F6}"/>
                </a:ext>
              </a:extLst>
            </p:cNvPr>
            <p:cNvSpPr/>
            <p:nvPr/>
          </p:nvSpPr>
          <p:spPr>
            <a:xfrm>
              <a:off x="284395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02" name="pg3452">
              <a:extLst>
                <a:ext uri="{FF2B5EF4-FFF2-40B4-BE49-F238E27FC236}">
                  <a16:creationId xmlns:a16="http://schemas.microsoft.com/office/drawing/2014/main" id="{9C071324-8812-0375-0857-C63DB666DDE8}"/>
                </a:ext>
              </a:extLst>
            </p:cNvPr>
            <p:cNvSpPr/>
            <p:nvPr/>
          </p:nvSpPr>
          <p:spPr>
            <a:xfrm>
              <a:off x="2855590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03" name="pg3453">
              <a:extLst>
                <a:ext uri="{FF2B5EF4-FFF2-40B4-BE49-F238E27FC236}">
                  <a16:creationId xmlns:a16="http://schemas.microsoft.com/office/drawing/2014/main" id="{330B07D2-14A1-7C43-2D64-9A7E9C9C07AB}"/>
                </a:ext>
              </a:extLst>
            </p:cNvPr>
            <p:cNvSpPr/>
            <p:nvPr/>
          </p:nvSpPr>
          <p:spPr>
            <a:xfrm>
              <a:off x="2867227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04" name="pg3454">
              <a:extLst>
                <a:ext uri="{FF2B5EF4-FFF2-40B4-BE49-F238E27FC236}">
                  <a16:creationId xmlns:a16="http://schemas.microsoft.com/office/drawing/2014/main" id="{66312481-9206-248C-35B9-1C2D437657C4}"/>
                </a:ext>
              </a:extLst>
            </p:cNvPr>
            <p:cNvSpPr/>
            <p:nvPr/>
          </p:nvSpPr>
          <p:spPr>
            <a:xfrm>
              <a:off x="287886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05" name="pg3455">
              <a:extLst>
                <a:ext uri="{FF2B5EF4-FFF2-40B4-BE49-F238E27FC236}">
                  <a16:creationId xmlns:a16="http://schemas.microsoft.com/office/drawing/2014/main" id="{AB4968F2-EEE6-5028-EBEA-1557A6E187A6}"/>
                </a:ext>
              </a:extLst>
            </p:cNvPr>
            <p:cNvSpPr/>
            <p:nvPr/>
          </p:nvSpPr>
          <p:spPr>
            <a:xfrm>
              <a:off x="289050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06" name="pg3456">
              <a:extLst>
                <a:ext uri="{FF2B5EF4-FFF2-40B4-BE49-F238E27FC236}">
                  <a16:creationId xmlns:a16="http://schemas.microsoft.com/office/drawing/2014/main" id="{CA940FB6-B903-FB0A-5A56-4F7CC9F993DC}"/>
                </a:ext>
              </a:extLst>
            </p:cNvPr>
            <p:cNvSpPr/>
            <p:nvPr/>
          </p:nvSpPr>
          <p:spPr>
            <a:xfrm>
              <a:off x="2902139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07" name="pg3457">
              <a:extLst>
                <a:ext uri="{FF2B5EF4-FFF2-40B4-BE49-F238E27FC236}">
                  <a16:creationId xmlns:a16="http://schemas.microsoft.com/office/drawing/2014/main" id="{D5A230B9-8693-54C7-85AA-F0053BD81937}"/>
                </a:ext>
              </a:extLst>
            </p:cNvPr>
            <p:cNvSpPr/>
            <p:nvPr/>
          </p:nvSpPr>
          <p:spPr>
            <a:xfrm>
              <a:off x="441499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08" name="pg3458">
              <a:extLst>
                <a:ext uri="{FF2B5EF4-FFF2-40B4-BE49-F238E27FC236}">
                  <a16:creationId xmlns:a16="http://schemas.microsoft.com/office/drawing/2014/main" id="{D40C0D52-DFCC-91D4-0766-5302E4E127A6}"/>
                </a:ext>
              </a:extLst>
            </p:cNvPr>
            <p:cNvSpPr/>
            <p:nvPr/>
          </p:nvSpPr>
          <p:spPr>
            <a:xfrm>
              <a:off x="4426630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09" name="pg3459">
              <a:extLst>
                <a:ext uri="{FF2B5EF4-FFF2-40B4-BE49-F238E27FC236}">
                  <a16:creationId xmlns:a16="http://schemas.microsoft.com/office/drawing/2014/main" id="{A4F56A93-2152-7478-7B1B-BA40EEDB409F}"/>
                </a:ext>
              </a:extLst>
            </p:cNvPr>
            <p:cNvSpPr/>
            <p:nvPr/>
          </p:nvSpPr>
          <p:spPr>
            <a:xfrm>
              <a:off x="4438267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10" name="pg3460">
              <a:extLst>
                <a:ext uri="{FF2B5EF4-FFF2-40B4-BE49-F238E27FC236}">
                  <a16:creationId xmlns:a16="http://schemas.microsoft.com/office/drawing/2014/main" id="{549EA513-6EB2-4507-D130-89E896A3A9B7}"/>
                </a:ext>
              </a:extLst>
            </p:cNvPr>
            <p:cNvSpPr/>
            <p:nvPr/>
          </p:nvSpPr>
          <p:spPr>
            <a:xfrm>
              <a:off x="4449904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11" name="pg3461">
              <a:extLst>
                <a:ext uri="{FF2B5EF4-FFF2-40B4-BE49-F238E27FC236}">
                  <a16:creationId xmlns:a16="http://schemas.microsoft.com/office/drawing/2014/main" id="{4CF50B1A-30FD-221E-D76D-F844D7370C8C}"/>
                </a:ext>
              </a:extLst>
            </p:cNvPr>
            <p:cNvSpPr/>
            <p:nvPr/>
          </p:nvSpPr>
          <p:spPr>
            <a:xfrm>
              <a:off x="446154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12" name="pg3462">
              <a:extLst>
                <a:ext uri="{FF2B5EF4-FFF2-40B4-BE49-F238E27FC236}">
                  <a16:creationId xmlns:a16="http://schemas.microsoft.com/office/drawing/2014/main" id="{0EB4EA1F-C31A-20ED-A251-1B19B21D593A}"/>
                </a:ext>
              </a:extLst>
            </p:cNvPr>
            <p:cNvSpPr/>
            <p:nvPr/>
          </p:nvSpPr>
          <p:spPr>
            <a:xfrm>
              <a:off x="4473179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13" name="pg3463">
              <a:extLst>
                <a:ext uri="{FF2B5EF4-FFF2-40B4-BE49-F238E27FC236}">
                  <a16:creationId xmlns:a16="http://schemas.microsoft.com/office/drawing/2014/main" id="{3C05A31C-C9C6-68C7-4DD6-CCDB23AEBDBF}"/>
                </a:ext>
              </a:extLst>
            </p:cNvPr>
            <p:cNvSpPr/>
            <p:nvPr/>
          </p:nvSpPr>
          <p:spPr>
            <a:xfrm>
              <a:off x="467101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14" name="pg3464">
              <a:extLst>
                <a:ext uri="{FF2B5EF4-FFF2-40B4-BE49-F238E27FC236}">
                  <a16:creationId xmlns:a16="http://schemas.microsoft.com/office/drawing/2014/main" id="{CBE3649F-F590-0CB7-0F7E-8D566454B4DD}"/>
                </a:ext>
              </a:extLst>
            </p:cNvPr>
            <p:cNvSpPr/>
            <p:nvPr/>
          </p:nvSpPr>
          <p:spPr>
            <a:xfrm>
              <a:off x="4682651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15" name="pg3465">
              <a:extLst>
                <a:ext uri="{FF2B5EF4-FFF2-40B4-BE49-F238E27FC236}">
                  <a16:creationId xmlns:a16="http://schemas.microsoft.com/office/drawing/2014/main" id="{DD7A3244-0DD3-FC79-3C08-FAD4AB6E9D4A}"/>
                </a:ext>
              </a:extLst>
            </p:cNvPr>
            <p:cNvSpPr/>
            <p:nvPr/>
          </p:nvSpPr>
          <p:spPr>
            <a:xfrm>
              <a:off x="4694288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16" name="pg3466">
              <a:extLst>
                <a:ext uri="{FF2B5EF4-FFF2-40B4-BE49-F238E27FC236}">
                  <a16:creationId xmlns:a16="http://schemas.microsoft.com/office/drawing/2014/main" id="{B2838632-9FF3-512A-F3F1-40A7F61BA446}"/>
                </a:ext>
              </a:extLst>
            </p:cNvPr>
            <p:cNvSpPr/>
            <p:nvPr/>
          </p:nvSpPr>
          <p:spPr>
            <a:xfrm>
              <a:off x="470592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17" name="pg3467">
              <a:extLst>
                <a:ext uri="{FF2B5EF4-FFF2-40B4-BE49-F238E27FC236}">
                  <a16:creationId xmlns:a16="http://schemas.microsoft.com/office/drawing/2014/main" id="{970B4771-E838-D1BB-04B1-AB8DF15B29E4}"/>
                </a:ext>
              </a:extLst>
            </p:cNvPr>
            <p:cNvSpPr/>
            <p:nvPr/>
          </p:nvSpPr>
          <p:spPr>
            <a:xfrm>
              <a:off x="471756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18" name="pg3468">
              <a:extLst>
                <a:ext uri="{FF2B5EF4-FFF2-40B4-BE49-F238E27FC236}">
                  <a16:creationId xmlns:a16="http://schemas.microsoft.com/office/drawing/2014/main" id="{837B6A28-38CC-CF73-DC64-FC1AD7806B1A}"/>
                </a:ext>
              </a:extLst>
            </p:cNvPr>
            <p:cNvSpPr/>
            <p:nvPr/>
          </p:nvSpPr>
          <p:spPr>
            <a:xfrm>
              <a:off x="283231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19" name="pg3469">
              <a:extLst>
                <a:ext uri="{FF2B5EF4-FFF2-40B4-BE49-F238E27FC236}">
                  <a16:creationId xmlns:a16="http://schemas.microsoft.com/office/drawing/2014/main" id="{FB98E4DE-5EF3-1A88-0F80-F1F77219A67D}"/>
                </a:ext>
              </a:extLst>
            </p:cNvPr>
            <p:cNvSpPr/>
            <p:nvPr/>
          </p:nvSpPr>
          <p:spPr>
            <a:xfrm>
              <a:off x="284395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20" name="pg3470">
              <a:extLst>
                <a:ext uri="{FF2B5EF4-FFF2-40B4-BE49-F238E27FC236}">
                  <a16:creationId xmlns:a16="http://schemas.microsoft.com/office/drawing/2014/main" id="{4921C5C4-F57B-D272-2FF4-86060F402A82}"/>
                </a:ext>
              </a:extLst>
            </p:cNvPr>
            <p:cNvSpPr/>
            <p:nvPr/>
          </p:nvSpPr>
          <p:spPr>
            <a:xfrm>
              <a:off x="285559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21" name="pg3471">
              <a:extLst>
                <a:ext uri="{FF2B5EF4-FFF2-40B4-BE49-F238E27FC236}">
                  <a16:creationId xmlns:a16="http://schemas.microsoft.com/office/drawing/2014/main" id="{1D3D6A27-5522-28EF-00AC-C99E7937912F}"/>
                </a:ext>
              </a:extLst>
            </p:cNvPr>
            <p:cNvSpPr/>
            <p:nvPr/>
          </p:nvSpPr>
          <p:spPr>
            <a:xfrm>
              <a:off x="2867227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22" name="pg3472">
              <a:extLst>
                <a:ext uri="{FF2B5EF4-FFF2-40B4-BE49-F238E27FC236}">
                  <a16:creationId xmlns:a16="http://schemas.microsoft.com/office/drawing/2014/main" id="{5C616938-7C11-DEDD-6DB1-25A9A7800679}"/>
                </a:ext>
              </a:extLst>
            </p:cNvPr>
            <p:cNvSpPr/>
            <p:nvPr/>
          </p:nvSpPr>
          <p:spPr>
            <a:xfrm>
              <a:off x="287886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23" name="pg3473">
              <a:extLst>
                <a:ext uri="{FF2B5EF4-FFF2-40B4-BE49-F238E27FC236}">
                  <a16:creationId xmlns:a16="http://schemas.microsoft.com/office/drawing/2014/main" id="{B2AD2FE1-3BF4-58D7-1039-C08CF33ECE0E}"/>
                </a:ext>
              </a:extLst>
            </p:cNvPr>
            <p:cNvSpPr/>
            <p:nvPr/>
          </p:nvSpPr>
          <p:spPr>
            <a:xfrm>
              <a:off x="2890502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24" name="pg3474">
              <a:extLst>
                <a:ext uri="{FF2B5EF4-FFF2-40B4-BE49-F238E27FC236}">
                  <a16:creationId xmlns:a16="http://schemas.microsoft.com/office/drawing/2014/main" id="{73576394-ABFA-0A82-4C98-EBF181C439D5}"/>
                </a:ext>
              </a:extLst>
            </p:cNvPr>
            <p:cNvSpPr/>
            <p:nvPr/>
          </p:nvSpPr>
          <p:spPr>
            <a:xfrm>
              <a:off x="442663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25" name="pg3475">
              <a:extLst>
                <a:ext uri="{FF2B5EF4-FFF2-40B4-BE49-F238E27FC236}">
                  <a16:creationId xmlns:a16="http://schemas.microsoft.com/office/drawing/2014/main" id="{7B00FF00-0619-2D12-E8C0-F175202E28B6}"/>
                </a:ext>
              </a:extLst>
            </p:cNvPr>
            <p:cNvSpPr/>
            <p:nvPr/>
          </p:nvSpPr>
          <p:spPr>
            <a:xfrm>
              <a:off x="4438267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26" name="pg3476">
              <a:extLst>
                <a:ext uri="{FF2B5EF4-FFF2-40B4-BE49-F238E27FC236}">
                  <a16:creationId xmlns:a16="http://schemas.microsoft.com/office/drawing/2014/main" id="{1CFFEE88-4AE1-D863-C6F6-051A85BC4940}"/>
                </a:ext>
              </a:extLst>
            </p:cNvPr>
            <p:cNvSpPr/>
            <p:nvPr/>
          </p:nvSpPr>
          <p:spPr>
            <a:xfrm>
              <a:off x="4449904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27" name="pg3477">
              <a:extLst>
                <a:ext uri="{FF2B5EF4-FFF2-40B4-BE49-F238E27FC236}">
                  <a16:creationId xmlns:a16="http://schemas.microsoft.com/office/drawing/2014/main" id="{D804B079-FBE9-526B-D808-36AD93C4F1FB}"/>
                </a:ext>
              </a:extLst>
            </p:cNvPr>
            <p:cNvSpPr/>
            <p:nvPr/>
          </p:nvSpPr>
          <p:spPr>
            <a:xfrm>
              <a:off x="4461542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28" name="pg3478">
              <a:extLst>
                <a:ext uri="{FF2B5EF4-FFF2-40B4-BE49-F238E27FC236}">
                  <a16:creationId xmlns:a16="http://schemas.microsoft.com/office/drawing/2014/main" id="{E6F999F4-26A5-3DF4-FB93-DB3BCB1D9DFB}"/>
                </a:ext>
              </a:extLst>
            </p:cNvPr>
            <p:cNvSpPr/>
            <p:nvPr/>
          </p:nvSpPr>
          <p:spPr>
            <a:xfrm>
              <a:off x="4473179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29" name="pg3479">
              <a:extLst>
                <a:ext uri="{FF2B5EF4-FFF2-40B4-BE49-F238E27FC236}">
                  <a16:creationId xmlns:a16="http://schemas.microsoft.com/office/drawing/2014/main" id="{049E5096-A176-10CA-535A-91FA34435A2B}"/>
                </a:ext>
              </a:extLst>
            </p:cNvPr>
            <p:cNvSpPr/>
            <p:nvPr/>
          </p:nvSpPr>
          <p:spPr>
            <a:xfrm>
              <a:off x="467101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30" name="pg3480">
              <a:extLst>
                <a:ext uri="{FF2B5EF4-FFF2-40B4-BE49-F238E27FC236}">
                  <a16:creationId xmlns:a16="http://schemas.microsoft.com/office/drawing/2014/main" id="{DDB8F16E-35B7-09BB-F162-325D470ED49E}"/>
                </a:ext>
              </a:extLst>
            </p:cNvPr>
            <p:cNvSpPr/>
            <p:nvPr/>
          </p:nvSpPr>
          <p:spPr>
            <a:xfrm>
              <a:off x="4682651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31" name="pg3481">
              <a:extLst>
                <a:ext uri="{FF2B5EF4-FFF2-40B4-BE49-F238E27FC236}">
                  <a16:creationId xmlns:a16="http://schemas.microsoft.com/office/drawing/2014/main" id="{B69023F4-733E-28D0-C2D9-12B3628BC13F}"/>
                </a:ext>
              </a:extLst>
            </p:cNvPr>
            <p:cNvSpPr/>
            <p:nvPr/>
          </p:nvSpPr>
          <p:spPr>
            <a:xfrm>
              <a:off x="4694288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32" name="pg3482">
              <a:extLst>
                <a:ext uri="{FF2B5EF4-FFF2-40B4-BE49-F238E27FC236}">
                  <a16:creationId xmlns:a16="http://schemas.microsoft.com/office/drawing/2014/main" id="{C6CFE7BB-72F7-0EFD-91C9-A8A307D20321}"/>
                </a:ext>
              </a:extLst>
            </p:cNvPr>
            <p:cNvSpPr/>
            <p:nvPr/>
          </p:nvSpPr>
          <p:spPr>
            <a:xfrm>
              <a:off x="470592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33" name="pg3483">
              <a:extLst>
                <a:ext uri="{FF2B5EF4-FFF2-40B4-BE49-F238E27FC236}">
                  <a16:creationId xmlns:a16="http://schemas.microsoft.com/office/drawing/2014/main" id="{B4773D1D-60B8-54A0-D6E7-79AB88EBAE24}"/>
                </a:ext>
              </a:extLst>
            </p:cNvPr>
            <p:cNvSpPr/>
            <p:nvPr/>
          </p:nvSpPr>
          <p:spPr>
            <a:xfrm>
              <a:off x="471756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34" name="pg3484">
              <a:extLst>
                <a:ext uri="{FF2B5EF4-FFF2-40B4-BE49-F238E27FC236}">
                  <a16:creationId xmlns:a16="http://schemas.microsoft.com/office/drawing/2014/main" id="{BF797834-A47F-E3C3-9EA0-D337D698D9C0}"/>
                </a:ext>
              </a:extLst>
            </p:cNvPr>
            <p:cNvSpPr/>
            <p:nvPr/>
          </p:nvSpPr>
          <p:spPr>
            <a:xfrm>
              <a:off x="472920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35" name="pg3485">
              <a:extLst>
                <a:ext uri="{FF2B5EF4-FFF2-40B4-BE49-F238E27FC236}">
                  <a16:creationId xmlns:a16="http://schemas.microsoft.com/office/drawing/2014/main" id="{8CB8BE82-96E2-3B5F-4F94-775DA7802A18}"/>
                </a:ext>
              </a:extLst>
            </p:cNvPr>
            <p:cNvSpPr/>
            <p:nvPr/>
          </p:nvSpPr>
          <p:spPr>
            <a:xfrm>
              <a:off x="283231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36" name="pg3486">
              <a:extLst>
                <a:ext uri="{FF2B5EF4-FFF2-40B4-BE49-F238E27FC236}">
                  <a16:creationId xmlns:a16="http://schemas.microsoft.com/office/drawing/2014/main" id="{77DC8264-2098-1C14-E174-FFDC649DE918}"/>
                </a:ext>
              </a:extLst>
            </p:cNvPr>
            <p:cNvSpPr/>
            <p:nvPr/>
          </p:nvSpPr>
          <p:spPr>
            <a:xfrm>
              <a:off x="2843953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37" name="pg3487">
              <a:extLst>
                <a:ext uri="{FF2B5EF4-FFF2-40B4-BE49-F238E27FC236}">
                  <a16:creationId xmlns:a16="http://schemas.microsoft.com/office/drawing/2014/main" id="{F9D467BE-060B-9780-CC93-2CF38692226C}"/>
                </a:ext>
              </a:extLst>
            </p:cNvPr>
            <p:cNvSpPr/>
            <p:nvPr/>
          </p:nvSpPr>
          <p:spPr>
            <a:xfrm>
              <a:off x="2855590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38" name="pg3488">
              <a:extLst>
                <a:ext uri="{FF2B5EF4-FFF2-40B4-BE49-F238E27FC236}">
                  <a16:creationId xmlns:a16="http://schemas.microsoft.com/office/drawing/2014/main" id="{FBDCB0E6-2BA8-9C6A-14B0-AAE3C7BEFC64}"/>
                </a:ext>
              </a:extLst>
            </p:cNvPr>
            <p:cNvSpPr/>
            <p:nvPr/>
          </p:nvSpPr>
          <p:spPr>
            <a:xfrm>
              <a:off x="2867227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39" name="pg3489">
              <a:extLst>
                <a:ext uri="{FF2B5EF4-FFF2-40B4-BE49-F238E27FC236}">
                  <a16:creationId xmlns:a16="http://schemas.microsoft.com/office/drawing/2014/main" id="{263976F2-8727-F88E-C2FF-254C11D21D11}"/>
                </a:ext>
              </a:extLst>
            </p:cNvPr>
            <p:cNvSpPr/>
            <p:nvPr/>
          </p:nvSpPr>
          <p:spPr>
            <a:xfrm>
              <a:off x="287886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40" name="pg3490">
              <a:extLst>
                <a:ext uri="{FF2B5EF4-FFF2-40B4-BE49-F238E27FC236}">
                  <a16:creationId xmlns:a16="http://schemas.microsoft.com/office/drawing/2014/main" id="{4EE746DD-E707-048B-633C-40FF1A7E535D}"/>
                </a:ext>
              </a:extLst>
            </p:cNvPr>
            <p:cNvSpPr/>
            <p:nvPr/>
          </p:nvSpPr>
          <p:spPr>
            <a:xfrm>
              <a:off x="2890502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41" name="pg3491">
              <a:extLst>
                <a:ext uri="{FF2B5EF4-FFF2-40B4-BE49-F238E27FC236}">
                  <a16:creationId xmlns:a16="http://schemas.microsoft.com/office/drawing/2014/main" id="{AADB1A07-0E4A-8883-9B48-90B20B98A3C3}"/>
                </a:ext>
              </a:extLst>
            </p:cNvPr>
            <p:cNvSpPr/>
            <p:nvPr/>
          </p:nvSpPr>
          <p:spPr>
            <a:xfrm>
              <a:off x="4438267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42" name="pg3492">
              <a:extLst>
                <a:ext uri="{FF2B5EF4-FFF2-40B4-BE49-F238E27FC236}">
                  <a16:creationId xmlns:a16="http://schemas.microsoft.com/office/drawing/2014/main" id="{5CD3ADE7-3949-3D0E-B3AD-463FF09843B6}"/>
                </a:ext>
              </a:extLst>
            </p:cNvPr>
            <p:cNvSpPr/>
            <p:nvPr/>
          </p:nvSpPr>
          <p:spPr>
            <a:xfrm>
              <a:off x="4449904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43" name="pg3493">
              <a:extLst>
                <a:ext uri="{FF2B5EF4-FFF2-40B4-BE49-F238E27FC236}">
                  <a16:creationId xmlns:a16="http://schemas.microsoft.com/office/drawing/2014/main" id="{D1F13A63-A63C-41BB-7483-08E6D3F83CDB}"/>
                </a:ext>
              </a:extLst>
            </p:cNvPr>
            <p:cNvSpPr/>
            <p:nvPr/>
          </p:nvSpPr>
          <p:spPr>
            <a:xfrm>
              <a:off x="4461542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44" name="pg3494">
              <a:extLst>
                <a:ext uri="{FF2B5EF4-FFF2-40B4-BE49-F238E27FC236}">
                  <a16:creationId xmlns:a16="http://schemas.microsoft.com/office/drawing/2014/main" id="{4B2C0F9F-2B2B-AA65-AB1B-8D6CF2A7AE49}"/>
                </a:ext>
              </a:extLst>
            </p:cNvPr>
            <p:cNvSpPr/>
            <p:nvPr/>
          </p:nvSpPr>
          <p:spPr>
            <a:xfrm>
              <a:off x="4473179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45" name="pg3495">
              <a:extLst>
                <a:ext uri="{FF2B5EF4-FFF2-40B4-BE49-F238E27FC236}">
                  <a16:creationId xmlns:a16="http://schemas.microsoft.com/office/drawing/2014/main" id="{053E6F60-C5D7-176C-5E9C-BE7F907DBB31}"/>
                </a:ext>
              </a:extLst>
            </p:cNvPr>
            <p:cNvSpPr/>
            <p:nvPr/>
          </p:nvSpPr>
          <p:spPr>
            <a:xfrm>
              <a:off x="4484816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46" name="pg3496">
              <a:extLst>
                <a:ext uri="{FF2B5EF4-FFF2-40B4-BE49-F238E27FC236}">
                  <a16:creationId xmlns:a16="http://schemas.microsoft.com/office/drawing/2014/main" id="{95DB9536-CC8A-2BC0-1C3A-A60B60D79C8F}"/>
                </a:ext>
              </a:extLst>
            </p:cNvPr>
            <p:cNvSpPr/>
            <p:nvPr/>
          </p:nvSpPr>
          <p:spPr>
            <a:xfrm>
              <a:off x="4496454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47" name="pg3497">
              <a:extLst>
                <a:ext uri="{FF2B5EF4-FFF2-40B4-BE49-F238E27FC236}">
                  <a16:creationId xmlns:a16="http://schemas.microsoft.com/office/drawing/2014/main" id="{ACCA08E4-FEBC-DF23-15D8-371A5F8C2A80}"/>
                </a:ext>
              </a:extLst>
            </p:cNvPr>
            <p:cNvSpPr/>
            <p:nvPr/>
          </p:nvSpPr>
          <p:spPr>
            <a:xfrm>
              <a:off x="4508091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48" name="pg3498">
              <a:extLst>
                <a:ext uri="{FF2B5EF4-FFF2-40B4-BE49-F238E27FC236}">
                  <a16:creationId xmlns:a16="http://schemas.microsoft.com/office/drawing/2014/main" id="{F4E3654E-ED63-FC1A-389B-2C8C94742860}"/>
                </a:ext>
              </a:extLst>
            </p:cNvPr>
            <p:cNvSpPr/>
            <p:nvPr/>
          </p:nvSpPr>
          <p:spPr>
            <a:xfrm>
              <a:off x="4519728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49" name="pg3499">
              <a:extLst>
                <a:ext uri="{FF2B5EF4-FFF2-40B4-BE49-F238E27FC236}">
                  <a16:creationId xmlns:a16="http://schemas.microsoft.com/office/drawing/2014/main" id="{22C40C70-79E3-5A0F-3003-982D8E93B1B2}"/>
                </a:ext>
              </a:extLst>
            </p:cNvPr>
            <p:cNvSpPr/>
            <p:nvPr/>
          </p:nvSpPr>
          <p:spPr>
            <a:xfrm>
              <a:off x="4682651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50" name="pg3500">
              <a:extLst>
                <a:ext uri="{FF2B5EF4-FFF2-40B4-BE49-F238E27FC236}">
                  <a16:creationId xmlns:a16="http://schemas.microsoft.com/office/drawing/2014/main" id="{17DDA00F-4409-F64A-8A91-A098B31161BE}"/>
                </a:ext>
              </a:extLst>
            </p:cNvPr>
            <p:cNvSpPr/>
            <p:nvPr/>
          </p:nvSpPr>
          <p:spPr>
            <a:xfrm>
              <a:off x="4694288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51" name="pg3501">
              <a:extLst>
                <a:ext uri="{FF2B5EF4-FFF2-40B4-BE49-F238E27FC236}">
                  <a16:creationId xmlns:a16="http://schemas.microsoft.com/office/drawing/2014/main" id="{BF3C02F5-4C91-4DEE-B169-75829D463D49}"/>
                </a:ext>
              </a:extLst>
            </p:cNvPr>
            <p:cNvSpPr/>
            <p:nvPr/>
          </p:nvSpPr>
          <p:spPr>
            <a:xfrm>
              <a:off x="470592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52" name="pg3502">
              <a:extLst>
                <a:ext uri="{FF2B5EF4-FFF2-40B4-BE49-F238E27FC236}">
                  <a16:creationId xmlns:a16="http://schemas.microsoft.com/office/drawing/2014/main" id="{68545C03-AF4D-02FE-5C8C-B45AC1F9651E}"/>
                </a:ext>
              </a:extLst>
            </p:cNvPr>
            <p:cNvSpPr/>
            <p:nvPr/>
          </p:nvSpPr>
          <p:spPr>
            <a:xfrm>
              <a:off x="4717563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53" name="pg3503">
              <a:extLst>
                <a:ext uri="{FF2B5EF4-FFF2-40B4-BE49-F238E27FC236}">
                  <a16:creationId xmlns:a16="http://schemas.microsoft.com/office/drawing/2014/main" id="{D264FF45-728B-B05E-C6B5-6A6D3F999208}"/>
                </a:ext>
              </a:extLst>
            </p:cNvPr>
            <p:cNvSpPr/>
            <p:nvPr/>
          </p:nvSpPr>
          <p:spPr>
            <a:xfrm>
              <a:off x="4729200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54" name="pg3504">
              <a:extLst>
                <a:ext uri="{FF2B5EF4-FFF2-40B4-BE49-F238E27FC236}">
                  <a16:creationId xmlns:a16="http://schemas.microsoft.com/office/drawing/2014/main" id="{94427BC2-9AA7-D739-7BA0-A22CC0E79AD7}"/>
                </a:ext>
              </a:extLst>
            </p:cNvPr>
            <p:cNvSpPr/>
            <p:nvPr/>
          </p:nvSpPr>
          <p:spPr>
            <a:xfrm>
              <a:off x="2843953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55" name="pg3505">
              <a:extLst>
                <a:ext uri="{FF2B5EF4-FFF2-40B4-BE49-F238E27FC236}">
                  <a16:creationId xmlns:a16="http://schemas.microsoft.com/office/drawing/2014/main" id="{CD32EF25-24F1-D645-2586-5BF2B62EC988}"/>
                </a:ext>
              </a:extLst>
            </p:cNvPr>
            <p:cNvSpPr/>
            <p:nvPr/>
          </p:nvSpPr>
          <p:spPr>
            <a:xfrm>
              <a:off x="2855590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56" name="pg3506">
              <a:extLst>
                <a:ext uri="{FF2B5EF4-FFF2-40B4-BE49-F238E27FC236}">
                  <a16:creationId xmlns:a16="http://schemas.microsoft.com/office/drawing/2014/main" id="{F2B81C97-9C5B-F5A0-E9FE-440F4CF696C8}"/>
                </a:ext>
              </a:extLst>
            </p:cNvPr>
            <p:cNvSpPr/>
            <p:nvPr/>
          </p:nvSpPr>
          <p:spPr>
            <a:xfrm>
              <a:off x="2867227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57" name="pg3507">
              <a:extLst>
                <a:ext uri="{FF2B5EF4-FFF2-40B4-BE49-F238E27FC236}">
                  <a16:creationId xmlns:a16="http://schemas.microsoft.com/office/drawing/2014/main" id="{46834C82-71B6-0F2A-A718-DB1DE61872A3}"/>
                </a:ext>
              </a:extLst>
            </p:cNvPr>
            <p:cNvSpPr/>
            <p:nvPr/>
          </p:nvSpPr>
          <p:spPr>
            <a:xfrm>
              <a:off x="2878865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58" name="pg3508">
              <a:extLst>
                <a:ext uri="{FF2B5EF4-FFF2-40B4-BE49-F238E27FC236}">
                  <a16:creationId xmlns:a16="http://schemas.microsoft.com/office/drawing/2014/main" id="{4E5B4BB9-A8CA-27D9-AE9E-7825BF72D8AA}"/>
                </a:ext>
              </a:extLst>
            </p:cNvPr>
            <p:cNvSpPr/>
            <p:nvPr/>
          </p:nvSpPr>
          <p:spPr>
            <a:xfrm>
              <a:off x="2890502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59" name="pg3509">
              <a:extLst>
                <a:ext uri="{FF2B5EF4-FFF2-40B4-BE49-F238E27FC236}">
                  <a16:creationId xmlns:a16="http://schemas.microsoft.com/office/drawing/2014/main" id="{8BE04614-6C96-DEAA-5EE8-22272688C8D0}"/>
                </a:ext>
              </a:extLst>
            </p:cNvPr>
            <p:cNvSpPr/>
            <p:nvPr/>
          </p:nvSpPr>
          <p:spPr>
            <a:xfrm>
              <a:off x="4438267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60" name="pg3510">
              <a:extLst>
                <a:ext uri="{FF2B5EF4-FFF2-40B4-BE49-F238E27FC236}">
                  <a16:creationId xmlns:a16="http://schemas.microsoft.com/office/drawing/2014/main" id="{65FF71BC-92DE-CA6F-837D-629CBE3AE969}"/>
                </a:ext>
              </a:extLst>
            </p:cNvPr>
            <p:cNvSpPr/>
            <p:nvPr/>
          </p:nvSpPr>
          <p:spPr>
            <a:xfrm>
              <a:off x="4449904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61" name="pg3511">
              <a:extLst>
                <a:ext uri="{FF2B5EF4-FFF2-40B4-BE49-F238E27FC236}">
                  <a16:creationId xmlns:a16="http://schemas.microsoft.com/office/drawing/2014/main" id="{5BD48C0D-448F-8E76-7C92-6C2550D557DC}"/>
                </a:ext>
              </a:extLst>
            </p:cNvPr>
            <p:cNvSpPr/>
            <p:nvPr/>
          </p:nvSpPr>
          <p:spPr>
            <a:xfrm>
              <a:off x="4461542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62" name="pg3512">
              <a:extLst>
                <a:ext uri="{FF2B5EF4-FFF2-40B4-BE49-F238E27FC236}">
                  <a16:creationId xmlns:a16="http://schemas.microsoft.com/office/drawing/2014/main" id="{D023E781-0E46-CA72-8C28-46AD1FEB4F27}"/>
                </a:ext>
              </a:extLst>
            </p:cNvPr>
            <p:cNvSpPr/>
            <p:nvPr/>
          </p:nvSpPr>
          <p:spPr>
            <a:xfrm>
              <a:off x="4473179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63" name="pg3513">
              <a:extLst>
                <a:ext uri="{FF2B5EF4-FFF2-40B4-BE49-F238E27FC236}">
                  <a16:creationId xmlns:a16="http://schemas.microsoft.com/office/drawing/2014/main" id="{E42A10A4-BEB8-788A-0929-C970FC12AFEB}"/>
                </a:ext>
              </a:extLst>
            </p:cNvPr>
            <p:cNvSpPr/>
            <p:nvPr/>
          </p:nvSpPr>
          <p:spPr>
            <a:xfrm>
              <a:off x="4484816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64" name="pg3514">
              <a:extLst>
                <a:ext uri="{FF2B5EF4-FFF2-40B4-BE49-F238E27FC236}">
                  <a16:creationId xmlns:a16="http://schemas.microsoft.com/office/drawing/2014/main" id="{BB243444-5BDD-01A3-AE22-ED7A2E52B30E}"/>
                </a:ext>
              </a:extLst>
            </p:cNvPr>
            <p:cNvSpPr/>
            <p:nvPr/>
          </p:nvSpPr>
          <p:spPr>
            <a:xfrm>
              <a:off x="4496454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65" name="pg3515">
              <a:extLst>
                <a:ext uri="{FF2B5EF4-FFF2-40B4-BE49-F238E27FC236}">
                  <a16:creationId xmlns:a16="http://schemas.microsoft.com/office/drawing/2014/main" id="{930F350A-DF5A-FC79-971A-3B7EB94B6257}"/>
                </a:ext>
              </a:extLst>
            </p:cNvPr>
            <p:cNvSpPr/>
            <p:nvPr/>
          </p:nvSpPr>
          <p:spPr>
            <a:xfrm>
              <a:off x="4508091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66" name="pg3516">
              <a:extLst>
                <a:ext uri="{FF2B5EF4-FFF2-40B4-BE49-F238E27FC236}">
                  <a16:creationId xmlns:a16="http://schemas.microsoft.com/office/drawing/2014/main" id="{8A5F2EA7-70BE-3012-98A3-E70FB2478D98}"/>
                </a:ext>
              </a:extLst>
            </p:cNvPr>
            <p:cNvSpPr/>
            <p:nvPr/>
          </p:nvSpPr>
          <p:spPr>
            <a:xfrm>
              <a:off x="4519728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67" name="pg3517">
              <a:extLst>
                <a:ext uri="{FF2B5EF4-FFF2-40B4-BE49-F238E27FC236}">
                  <a16:creationId xmlns:a16="http://schemas.microsoft.com/office/drawing/2014/main" id="{1322F854-202F-4523-83A0-4A91E47466A8}"/>
                </a:ext>
              </a:extLst>
            </p:cNvPr>
            <p:cNvSpPr/>
            <p:nvPr/>
          </p:nvSpPr>
          <p:spPr>
            <a:xfrm>
              <a:off x="4531366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68" name="pg3518">
              <a:extLst>
                <a:ext uri="{FF2B5EF4-FFF2-40B4-BE49-F238E27FC236}">
                  <a16:creationId xmlns:a16="http://schemas.microsoft.com/office/drawing/2014/main" id="{68DFAD68-1BD9-A2A4-ED53-A6D336775016}"/>
                </a:ext>
              </a:extLst>
            </p:cNvPr>
            <p:cNvSpPr/>
            <p:nvPr/>
          </p:nvSpPr>
          <p:spPr>
            <a:xfrm>
              <a:off x="4682651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69" name="pg3519">
              <a:extLst>
                <a:ext uri="{FF2B5EF4-FFF2-40B4-BE49-F238E27FC236}">
                  <a16:creationId xmlns:a16="http://schemas.microsoft.com/office/drawing/2014/main" id="{3775544B-CD6A-EFFC-75DE-4B80D1128350}"/>
                </a:ext>
              </a:extLst>
            </p:cNvPr>
            <p:cNvSpPr/>
            <p:nvPr/>
          </p:nvSpPr>
          <p:spPr>
            <a:xfrm>
              <a:off x="4694288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70" name="pg3520">
              <a:extLst>
                <a:ext uri="{FF2B5EF4-FFF2-40B4-BE49-F238E27FC236}">
                  <a16:creationId xmlns:a16="http://schemas.microsoft.com/office/drawing/2014/main" id="{D8D3AAE6-2247-6A9F-234E-789FAE16593F}"/>
                </a:ext>
              </a:extLst>
            </p:cNvPr>
            <p:cNvSpPr/>
            <p:nvPr/>
          </p:nvSpPr>
          <p:spPr>
            <a:xfrm>
              <a:off x="4705925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71" name="pg3521">
              <a:extLst>
                <a:ext uri="{FF2B5EF4-FFF2-40B4-BE49-F238E27FC236}">
                  <a16:creationId xmlns:a16="http://schemas.microsoft.com/office/drawing/2014/main" id="{6FBD5DF9-7C65-EADD-B793-66C3F54A055A}"/>
                </a:ext>
              </a:extLst>
            </p:cNvPr>
            <p:cNvSpPr/>
            <p:nvPr/>
          </p:nvSpPr>
          <p:spPr>
            <a:xfrm>
              <a:off x="4717563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72" name="pg3522">
              <a:extLst>
                <a:ext uri="{FF2B5EF4-FFF2-40B4-BE49-F238E27FC236}">
                  <a16:creationId xmlns:a16="http://schemas.microsoft.com/office/drawing/2014/main" id="{1928EB15-6C60-C871-B726-504F0C763EDD}"/>
                </a:ext>
              </a:extLst>
            </p:cNvPr>
            <p:cNvSpPr/>
            <p:nvPr/>
          </p:nvSpPr>
          <p:spPr>
            <a:xfrm>
              <a:off x="4729200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73" name="pg3523">
              <a:extLst>
                <a:ext uri="{FF2B5EF4-FFF2-40B4-BE49-F238E27FC236}">
                  <a16:creationId xmlns:a16="http://schemas.microsoft.com/office/drawing/2014/main" id="{A41A48AC-2679-5CEB-554D-D6C44BC94D1C}"/>
                </a:ext>
              </a:extLst>
            </p:cNvPr>
            <p:cNvSpPr/>
            <p:nvPr/>
          </p:nvSpPr>
          <p:spPr>
            <a:xfrm>
              <a:off x="2843953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74" name="pg3524">
              <a:extLst>
                <a:ext uri="{FF2B5EF4-FFF2-40B4-BE49-F238E27FC236}">
                  <a16:creationId xmlns:a16="http://schemas.microsoft.com/office/drawing/2014/main" id="{040251E7-4921-D3BD-15AE-89A665DF9226}"/>
                </a:ext>
              </a:extLst>
            </p:cNvPr>
            <p:cNvSpPr/>
            <p:nvPr/>
          </p:nvSpPr>
          <p:spPr>
            <a:xfrm>
              <a:off x="2855590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75" name="pg3525">
              <a:extLst>
                <a:ext uri="{FF2B5EF4-FFF2-40B4-BE49-F238E27FC236}">
                  <a16:creationId xmlns:a16="http://schemas.microsoft.com/office/drawing/2014/main" id="{6D9D098D-F0D6-CE10-C86D-0C94964EAAF4}"/>
                </a:ext>
              </a:extLst>
            </p:cNvPr>
            <p:cNvSpPr/>
            <p:nvPr/>
          </p:nvSpPr>
          <p:spPr>
            <a:xfrm>
              <a:off x="2867227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76" name="pg3526">
              <a:extLst>
                <a:ext uri="{FF2B5EF4-FFF2-40B4-BE49-F238E27FC236}">
                  <a16:creationId xmlns:a16="http://schemas.microsoft.com/office/drawing/2014/main" id="{D0B205FA-FA16-8D8F-F3CA-FA5B5CEA5CAC}"/>
                </a:ext>
              </a:extLst>
            </p:cNvPr>
            <p:cNvSpPr/>
            <p:nvPr/>
          </p:nvSpPr>
          <p:spPr>
            <a:xfrm>
              <a:off x="2878865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77" name="pg3527">
              <a:extLst>
                <a:ext uri="{FF2B5EF4-FFF2-40B4-BE49-F238E27FC236}">
                  <a16:creationId xmlns:a16="http://schemas.microsoft.com/office/drawing/2014/main" id="{F2BBF511-9ED8-77D0-8914-F75EF46E56D1}"/>
                </a:ext>
              </a:extLst>
            </p:cNvPr>
            <p:cNvSpPr/>
            <p:nvPr/>
          </p:nvSpPr>
          <p:spPr>
            <a:xfrm>
              <a:off x="2890502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78" name="pg3528">
              <a:extLst>
                <a:ext uri="{FF2B5EF4-FFF2-40B4-BE49-F238E27FC236}">
                  <a16:creationId xmlns:a16="http://schemas.microsoft.com/office/drawing/2014/main" id="{EBC4243E-7B07-D53B-D76B-6CD81DC67445}"/>
                </a:ext>
              </a:extLst>
            </p:cNvPr>
            <p:cNvSpPr/>
            <p:nvPr/>
          </p:nvSpPr>
          <p:spPr>
            <a:xfrm>
              <a:off x="4449904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79" name="pg3529">
              <a:extLst>
                <a:ext uri="{FF2B5EF4-FFF2-40B4-BE49-F238E27FC236}">
                  <a16:creationId xmlns:a16="http://schemas.microsoft.com/office/drawing/2014/main" id="{1ABBDBA7-70E7-EE05-E6B7-AE9FBCCF3B46}"/>
                </a:ext>
              </a:extLst>
            </p:cNvPr>
            <p:cNvSpPr/>
            <p:nvPr/>
          </p:nvSpPr>
          <p:spPr>
            <a:xfrm>
              <a:off x="4461542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80" name="pg3530">
              <a:extLst>
                <a:ext uri="{FF2B5EF4-FFF2-40B4-BE49-F238E27FC236}">
                  <a16:creationId xmlns:a16="http://schemas.microsoft.com/office/drawing/2014/main" id="{C1B25063-C348-69B8-1EE5-4F66B2414C5F}"/>
                </a:ext>
              </a:extLst>
            </p:cNvPr>
            <p:cNvSpPr/>
            <p:nvPr/>
          </p:nvSpPr>
          <p:spPr>
            <a:xfrm>
              <a:off x="4473179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81" name="pg3531">
              <a:extLst>
                <a:ext uri="{FF2B5EF4-FFF2-40B4-BE49-F238E27FC236}">
                  <a16:creationId xmlns:a16="http://schemas.microsoft.com/office/drawing/2014/main" id="{8831359D-88BE-1C52-8FCE-D32A79202A24}"/>
                </a:ext>
              </a:extLst>
            </p:cNvPr>
            <p:cNvSpPr/>
            <p:nvPr/>
          </p:nvSpPr>
          <p:spPr>
            <a:xfrm>
              <a:off x="4484816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82" name="pg3532">
              <a:extLst>
                <a:ext uri="{FF2B5EF4-FFF2-40B4-BE49-F238E27FC236}">
                  <a16:creationId xmlns:a16="http://schemas.microsoft.com/office/drawing/2014/main" id="{88424C77-BDD7-5D31-162A-5042DE2D6A35}"/>
                </a:ext>
              </a:extLst>
            </p:cNvPr>
            <p:cNvSpPr/>
            <p:nvPr/>
          </p:nvSpPr>
          <p:spPr>
            <a:xfrm>
              <a:off x="4496454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83" name="pg3533">
              <a:extLst>
                <a:ext uri="{FF2B5EF4-FFF2-40B4-BE49-F238E27FC236}">
                  <a16:creationId xmlns:a16="http://schemas.microsoft.com/office/drawing/2014/main" id="{5B72FD00-210A-CB32-EC4D-F6067F86077C}"/>
                </a:ext>
              </a:extLst>
            </p:cNvPr>
            <p:cNvSpPr/>
            <p:nvPr/>
          </p:nvSpPr>
          <p:spPr>
            <a:xfrm>
              <a:off x="4508091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84" name="pg3534">
              <a:extLst>
                <a:ext uri="{FF2B5EF4-FFF2-40B4-BE49-F238E27FC236}">
                  <a16:creationId xmlns:a16="http://schemas.microsoft.com/office/drawing/2014/main" id="{247B35CD-6A6A-42BD-B73F-3CB896FCDC6F}"/>
                </a:ext>
              </a:extLst>
            </p:cNvPr>
            <p:cNvSpPr/>
            <p:nvPr/>
          </p:nvSpPr>
          <p:spPr>
            <a:xfrm>
              <a:off x="4519728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85" name="pg3535">
              <a:extLst>
                <a:ext uri="{FF2B5EF4-FFF2-40B4-BE49-F238E27FC236}">
                  <a16:creationId xmlns:a16="http://schemas.microsoft.com/office/drawing/2014/main" id="{2F401629-FC25-707C-D146-4D4B9B8A124F}"/>
                </a:ext>
              </a:extLst>
            </p:cNvPr>
            <p:cNvSpPr/>
            <p:nvPr/>
          </p:nvSpPr>
          <p:spPr>
            <a:xfrm>
              <a:off x="4531366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86" name="pg3536">
              <a:extLst>
                <a:ext uri="{FF2B5EF4-FFF2-40B4-BE49-F238E27FC236}">
                  <a16:creationId xmlns:a16="http://schemas.microsoft.com/office/drawing/2014/main" id="{B373DCA2-BEFE-F3D9-84D5-73115C877B29}"/>
                </a:ext>
              </a:extLst>
            </p:cNvPr>
            <p:cNvSpPr/>
            <p:nvPr/>
          </p:nvSpPr>
          <p:spPr>
            <a:xfrm>
              <a:off x="4694288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87" name="pg3537">
              <a:extLst>
                <a:ext uri="{FF2B5EF4-FFF2-40B4-BE49-F238E27FC236}">
                  <a16:creationId xmlns:a16="http://schemas.microsoft.com/office/drawing/2014/main" id="{7BD28D3B-77F4-4161-EA5C-63B13B1DC776}"/>
                </a:ext>
              </a:extLst>
            </p:cNvPr>
            <p:cNvSpPr/>
            <p:nvPr/>
          </p:nvSpPr>
          <p:spPr>
            <a:xfrm>
              <a:off x="4705925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88" name="pg3538">
              <a:extLst>
                <a:ext uri="{FF2B5EF4-FFF2-40B4-BE49-F238E27FC236}">
                  <a16:creationId xmlns:a16="http://schemas.microsoft.com/office/drawing/2014/main" id="{7C7AB012-111A-D3F8-5000-E5C933D32013}"/>
                </a:ext>
              </a:extLst>
            </p:cNvPr>
            <p:cNvSpPr/>
            <p:nvPr/>
          </p:nvSpPr>
          <p:spPr>
            <a:xfrm>
              <a:off x="4717563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89" name="pg3539">
              <a:extLst>
                <a:ext uri="{FF2B5EF4-FFF2-40B4-BE49-F238E27FC236}">
                  <a16:creationId xmlns:a16="http://schemas.microsoft.com/office/drawing/2014/main" id="{B74240A5-11FE-2FE7-F75A-D1D215B338CE}"/>
                </a:ext>
              </a:extLst>
            </p:cNvPr>
            <p:cNvSpPr/>
            <p:nvPr/>
          </p:nvSpPr>
          <p:spPr>
            <a:xfrm>
              <a:off x="4729200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90" name="pg3540">
              <a:extLst>
                <a:ext uri="{FF2B5EF4-FFF2-40B4-BE49-F238E27FC236}">
                  <a16:creationId xmlns:a16="http://schemas.microsoft.com/office/drawing/2014/main" id="{C6A27ED9-4C38-7606-F19C-CCC41A02C082}"/>
                </a:ext>
              </a:extLst>
            </p:cNvPr>
            <p:cNvSpPr/>
            <p:nvPr/>
          </p:nvSpPr>
          <p:spPr>
            <a:xfrm>
              <a:off x="4740837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91" name="pg3541">
              <a:extLst>
                <a:ext uri="{FF2B5EF4-FFF2-40B4-BE49-F238E27FC236}">
                  <a16:creationId xmlns:a16="http://schemas.microsoft.com/office/drawing/2014/main" id="{A4022E91-C6E3-2248-4620-A12457C44D2C}"/>
                </a:ext>
              </a:extLst>
            </p:cNvPr>
            <p:cNvSpPr/>
            <p:nvPr/>
          </p:nvSpPr>
          <p:spPr>
            <a:xfrm>
              <a:off x="284395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92" name="pg3542">
              <a:extLst>
                <a:ext uri="{FF2B5EF4-FFF2-40B4-BE49-F238E27FC236}">
                  <a16:creationId xmlns:a16="http://schemas.microsoft.com/office/drawing/2014/main" id="{5A586C21-58C0-5729-83B4-7B3C8098DFCF}"/>
                </a:ext>
              </a:extLst>
            </p:cNvPr>
            <p:cNvSpPr/>
            <p:nvPr/>
          </p:nvSpPr>
          <p:spPr>
            <a:xfrm>
              <a:off x="2855590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93" name="pg3543">
              <a:extLst>
                <a:ext uri="{FF2B5EF4-FFF2-40B4-BE49-F238E27FC236}">
                  <a16:creationId xmlns:a16="http://schemas.microsoft.com/office/drawing/2014/main" id="{51AB6263-BF9F-CCAE-DB01-391B3C076BE0}"/>
                </a:ext>
              </a:extLst>
            </p:cNvPr>
            <p:cNvSpPr/>
            <p:nvPr/>
          </p:nvSpPr>
          <p:spPr>
            <a:xfrm>
              <a:off x="2867227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94" name="pg3544">
              <a:extLst>
                <a:ext uri="{FF2B5EF4-FFF2-40B4-BE49-F238E27FC236}">
                  <a16:creationId xmlns:a16="http://schemas.microsoft.com/office/drawing/2014/main" id="{7AE4955D-3780-0D26-0248-1415750910FF}"/>
                </a:ext>
              </a:extLst>
            </p:cNvPr>
            <p:cNvSpPr/>
            <p:nvPr/>
          </p:nvSpPr>
          <p:spPr>
            <a:xfrm>
              <a:off x="2878865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95" name="pg3545">
              <a:extLst>
                <a:ext uri="{FF2B5EF4-FFF2-40B4-BE49-F238E27FC236}">
                  <a16:creationId xmlns:a16="http://schemas.microsoft.com/office/drawing/2014/main" id="{6903B5A3-3355-B168-AB59-EBAF26C91708}"/>
                </a:ext>
              </a:extLst>
            </p:cNvPr>
            <p:cNvSpPr/>
            <p:nvPr/>
          </p:nvSpPr>
          <p:spPr>
            <a:xfrm>
              <a:off x="2890502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96" name="pg3546">
              <a:extLst>
                <a:ext uri="{FF2B5EF4-FFF2-40B4-BE49-F238E27FC236}">
                  <a16:creationId xmlns:a16="http://schemas.microsoft.com/office/drawing/2014/main" id="{0BF09B8E-D7A3-E58B-AD9B-2E5824D2A6E8}"/>
                </a:ext>
              </a:extLst>
            </p:cNvPr>
            <p:cNvSpPr/>
            <p:nvPr/>
          </p:nvSpPr>
          <p:spPr>
            <a:xfrm>
              <a:off x="4461542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97" name="pg3547">
              <a:extLst>
                <a:ext uri="{FF2B5EF4-FFF2-40B4-BE49-F238E27FC236}">
                  <a16:creationId xmlns:a16="http://schemas.microsoft.com/office/drawing/2014/main" id="{B2143F41-CF92-E5C3-6CEB-FF4571B9BE78}"/>
                </a:ext>
              </a:extLst>
            </p:cNvPr>
            <p:cNvSpPr/>
            <p:nvPr/>
          </p:nvSpPr>
          <p:spPr>
            <a:xfrm>
              <a:off x="4473179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98" name="pg3548">
              <a:extLst>
                <a:ext uri="{FF2B5EF4-FFF2-40B4-BE49-F238E27FC236}">
                  <a16:creationId xmlns:a16="http://schemas.microsoft.com/office/drawing/2014/main" id="{3BE643C3-E2D4-A3EB-291D-2077FE6C3CB1}"/>
                </a:ext>
              </a:extLst>
            </p:cNvPr>
            <p:cNvSpPr/>
            <p:nvPr/>
          </p:nvSpPr>
          <p:spPr>
            <a:xfrm>
              <a:off x="4484816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99" name="pg3549">
              <a:extLst>
                <a:ext uri="{FF2B5EF4-FFF2-40B4-BE49-F238E27FC236}">
                  <a16:creationId xmlns:a16="http://schemas.microsoft.com/office/drawing/2014/main" id="{F599927B-7758-33CD-1880-1AAF2CCD103E}"/>
                </a:ext>
              </a:extLst>
            </p:cNvPr>
            <p:cNvSpPr/>
            <p:nvPr/>
          </p:nvSpPr>
          <p:spPr>
            <a:xfrm>
              <a:off x="4496454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00" name="pg3550">
              <a:extLst>
                <a:ext uri="{FF2B5EF4-FFF2-40B4-BE49-F238E27FC236}">
                  <a16:creationId xmlns:a16="http://schemas.microsoft.com/office/drawing/2014/main" id="{195C9D55-AE68-27EE-AB9F-2DBD432AD717}"/>
                </a:ext>
              </a:extLst>
            </p:cNvPr>
            <p:cNvSpPr/>
            <p:nvPr/>
          </p:nvSpPr>
          <p:spPr>
            <a:xfrm>
              <a:off x="4508091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01" name="pg3551">
              <a:extLst>
                <a:ext uri="{FF2B5EF4-FFF2-40B4-BE49-F238E27FC236}">
                  <a16:creationId xmlns:a16="http://schemas.microsoft.com/office/drawing/2014/main" id="{8C6C0F37-8283-3E1F-BF55-ADA8925143D2}"/>
                </a:ext>
              </a:extLst>
            </p:cNvPr>
            <p:cNvSpPr/>
            <p:nvPr/>
          </p:nvSpPr>
          <p:spPr>
            <a:xfrm>
              <a:off x="4519728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02" name="pg3552">
              <a:extLst>
                <a:ext uri="{FF2B5EF4-FFF2-40B4-BE49-F238E27FC236}">
                  <a16:creationId xmlns:a16="http://schemas.microsoft.com/office/drawing/2014/main" id="{624358F8-CDBC-05F1-CC23-286365EA0F43}"/>
                </a:ext>
              </a:extLst>
            </p:cNvPr>
            <p:cNvSpPr/>
            <p:nvPr/>
          </p:nvSpPr>
          <p:spPr>
            <a:xfrm>
              <a:off x="4531366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03" name="pg3553">
              <a:extLst>
                <a:ext uri="{FF2B5EF4-FFF2-40B4-BE49-F238E27FC236}">
                  <a16:creationId xmlns:a16="http://schemas.microsoft.com/office/drawing/2014/main" id="{192C41B6-E7B9-CB82-1F70-8F7B8E707A2A}"/>
                </a:ext>
              </a:extLst>
            </p:cNvPr>
            <p:cNvSpPr/>
            <p:nvPr/>
          </p:nvSpPr>
          <p:spPr>
            <a:xfrm>
              <a:off x="454300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04" name="pg3554">
              <a:extLst>
                <a:ext uri="{FF2B5EF4-FFF2-40B4-BE49-F238E27FC236}">
                  <a16:creationId xmlns:a16="http://schemas.microsoft.com/office/drawing/2014/main" id="{76F3E15F-4043-5B17-47EB-432EE7624CA9}"/>
                </a:ext>
              </a:extLst>
            </p:cNvPr>
            <p:cNvSpPr/>
            <p:nvPr/>
          </p:nvSpPr>
          <p:spPr>
            <a:xfrm>
              <a:off x="4694288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05" name="pg3555">
              <a:extLst>
                <a:ext uri="{FF2B5EF4-FFF2-40B4-BE49-F238E27FC236}">
                  <a16:creationId xmlns:a16="http://schemas.microsoft.com/office/drawing/2014/main" id="{57BF59DA-7FF9-ED26-708A-690D1E40A970}"/>
                </a:ext>
              </a:extLst>
            </p:cNvPr>
            <p:cNvSpPr/>
            <p:nvPr/>
          </p:nvSpPr>
          <p:spPr>
            <a:xfrm>
              <a:off x="4705925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06" name="pg3556">
              <a:extLst>
                <a:ext uri="{FF2B5EF4-FFF2-40B4-BE49-F238E27FC236}">
                  <a16:creationId xmlns:a16="http://schemas.microsoft.com/office/drawing/2014/main" id="{49082028-D700-2A32-2A36-8CB7C65290A9}"/>
                </a:ext>
              </a:extLst>
            </p:cNvPr>
            <p:cNvSpPr/>
            <p:nvPr/>
          </p:nvSpPr>
          <p:spPr>
            <a:xfrm>
              <a:off x="471756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07" name="pg3557">
              <a:extLst>
                <a:ext uri="{FF2B5EF4-FFF2-40B4-BE49-F238E27FC236}">
                  <a16:creationId xmlns:a16="http://schemas.microsoft.com/office/drawing/2014/main" id="{5518EBBF-BF72-4160-F4CC-D75EBACD7C64}"/>
                </a:ext>
              </a:extLst>
            </p:cNvPr>
            <p:cNvSpPr/>
            <p:nvPr/>
          </p:nvSpPr>
          <p:spPr>
            <a:xfrm>
              <a:off x="4729200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08" name="pg3558">
              <a:extLst>
                <a:ext uri="{FF2B5EF4-FFF2-40B4-BE49-F238E27FC236}">
                  <a16:creationId xmlns:a16="http://schemas.microsoft.com/office/drawing/2014/main" id="{E3BE82EE-0DF8-A41F-50FB-193551578C27}"/>
                </a:ext>
              </a:extLst>
            </p:cNvPr>
            <p:cNvSpPr/>
            <p:nvPr/>
          </p:nvSpPr>
          <p:spPr>
            <a:xfrm>
              <a:off x="4740837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09" name="pg3559">
              <a:extLst>
                <a:ext uri="{FF2B5EF4-FFF2-40B4-BE49-F238E27FC236}">
                  <a16:creationId xmlns:a16="http://schemas.microsoft.com/office/drawing/2014/main" id="{C5421DBA-D98B-F374-E6E3-9FD787BC4777}"/>
                </a:ext>
              </a:extLst>
            </p:cNvPr>
            <p:cNvSpPr/>
            <p:nvPr/>
          </p:nvSpPr>
          <p:spPr>
            <a:xfrm>
              <a:off x="285559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10" name="pg3560">
              <a:extLst>
                <a:ext uri="{FF2B5EF4-FFF2-40B4-BE49-F238E27FC236}">
                  <a16:creationId xmlns:a16="http://schemas.microsoft.com/office/drawing/2014/main" id="{4A4675A9-CF30-06B4-F86E-B1BCC2FD34FE}"/>
                </a:ext>
              </a:extLst>
            </p:cNvPr>
            <p:cNvSpPr/>
            <p:nvPr/>
          </p:nvSpPr>
          <p:spPr>
            <a:xfrm>
              <a:off x="2867227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11" name="pg3561">
              <a:extLst>
                <a:ext uri="{FF2B5EF4-FFF2-40B4-BE49-F238E27FC236}">
                  <a16:creationId xmlns:a16="http://schemas.microsoft.com/office/drawing/2014/main" id="{376317B9-CF25-45D4-D521-0448C6361C2B}"/>
                </a:ext>
              </a:extLst>
            </p:cNvPr>
            <p:cNvSpPr/>
            <p:nvPr/>
          </p:nvSpPr>
          <p:spPr>
            <a:xfrm>
              <a:off x="2878865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12" name="pg3562">
              <a:extLst>
                <a:ext uri="{FF2B5EF4-FFF2-40B4-BE49-F238E27FC236}">
                  <a16:creationId xmlns:a16="http://schemas.microsoft.com/office/drawing/2014/main" id="{B652BA56-481A-475A-A057-8C3E83F14DD8}"/>
                </a:ext>
              </a:extLst>
            </p:cNvPr>
            <p:cNvSpPr/>
            <p:nvPr/>
          </p:nvSpPr>
          <p:spPr>
            <a:xfrm>
              <a:off x="2890502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13" name="pg3563">
              <a:extLst>
                <a:ext uri="{FF2B5EF4-FFF2-40B4-BE49-F238E27FC236}">
                  <a16:creationId xmlns:a16="http://schemas.microsoft.com/office/drawing/2014/main" id="{D1B21FC2-6299-46BD-27C1-92272C0E9ACC}"/>
                </a:ext>
              </a:extLst>
            </p:cNvPr>
            <p:cNvSpPr/>
            <p:nvPr/>
          </p:nvSpPr>
          <p:spPr>
            <a:xfrm>
              <a:off x="4473179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14" name="pg3564">
              <a:extLst>
                <a:ext uri="{FF2B5EF4-FFF2-40B4-BE49-F238E27FC236}">
                  <a16:creationId xmlns:a16="http://schemas.microsoft.com/office/drawing/2014/main" id="{856007DF-0ED0-1B03-027D-EDF51C027CE7}"/>
                </a:ext>
              </a:extLst>
            </p:cNvPr>
            <p:cNvSpPr/>
            <p:nvPr/>
          </p:nvSpPr>
          <p:spPr>
            <a:xfrm>
              <a:off x="4484816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15" name="pg3565">
              <a:extLst>
                <a:ext uri="{FF2B5EF4-FFF2-40B4-BE49-F238E27FC236}">
                  <a16:creationId xmlns:a16="http://schemas.microsoft.com/office/drawing/2014/main" id="{B1C18CD5-A482-51D7-ABE1-DC7FC1F3C757}"/>
                </a:ext>
              </a:extLst>
            </p:cNvPr>
            <p:cNvSpPr/>
            <p:nvPr/>
          </p:nvSpPr>
          <p:spPr>
            <a:xfrm>
              <a:off x="4496454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16" name="pg3566">
              <a:extLst>
                <a:ext uri="{FF2B5EF4-FFF2-40B4-BE49-F238E27FC236}">
                  <a16:creationId xmlns:a16="http://schemas.microsoft.com/office/drawing/2014/main" id="{E5B9512B-77C1-731F-06E4-731CB81827EB}"/>
                </a:ext>
              </a:extLst>
            </p:cNvPr>
            <p:cNvSpPr/>
            <p:nvPr/>
          </p:nvSpPr>
          <p:spPr>
            <a:xfrm>
              <a:off x="4508091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17" name="pg3567">
              <a:extLst>
                <a:ext uri="{FF2B5EF4-FFF2-40B4-BE49-F238E27FC236}">
                  <a16:creationId xmlns:a16="http://schemas.microsoft.com/office/drawing/2014/main" id="{20AFBEF4-09E6-7B68-CCD9-19BF942CBF7F}"/>
                </a:ext>
              </a:extLst>
            </p:cNvPr>
            <p:cNvSpPr/>
            <p:nvPr/>
          </p:nvSpPr>
          <p:spPr>
            <a:xfrm>
              <a:off x="4519728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18" name="pg3568">
              <a:extLst>
                <a:ext uri="{FF2B5EF4-FFF2-40B4-BE49-F238E27FC236}">
                  <a16:creationId xmlns:a16="http://schemas.microsoft.com/office/drawing/2014/main" id="{3858BEB3-320E-2949-14A5-CB5CF79E0D85}"/>
                </a:ext>
              </a:extLst>
            </p:cNvPr>
            <p:cNvSpPr/>
            <p:nvPr/>
          </p:nvSpPr>
          <p:spPr>
            <a:xfrm>
              <a:off x="4531366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19" name="pg3569">
              <a:extLst>
                <a:ext uri="{FF2B5EF4-FFF2-40B4-BE49-F238E27FC236}">
                  <a16:creationId xmlns:a16="http://schemas.microsoft.com/office/drawing/2014/main" id="{176BC740-0A81-BA7E-900E-3633C45158E6}"/>
                </a:ext>
              </a:extLst>
            </p:cNvPr>
            <p:cNvSpPr/>
            <p:nvPr/>
          </p:nvSpPr>
          <p:spPr>
            <a:xfrm>
              <a:off x="4543003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20" name="pg3570">
              <a:extLst>
                <a:ext uri="{FF2B5EF4-FFF2-40B4-BE49-F238E27FC236}">
                  <a16:creationId xmlns:a16="http://schemas.microsoft.com/office/drawing/2014/main" id="{85CFF49C-317F-FFD7-9BA0-0D36E7C3352C}"/>
                </a:ext>
              </a:extLst>
            </p:cNvPr>
            <p:cNvSpPr/>
            <p:nvPr/>
          </p:nvSpPr>
          <p:spPr>
            <a:xfrm>
              <a:off x="455464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21" name="pg3571">
              <a:extLst>
                <a:ext uri="{FF2B5EF4-FFF2-40B4-BE49-F238E27FC236}">
                  <a16:creationId xmlns:a16="http://schemas.microsoft.com/office/drawing/2014/main" id="{45FA8542-247A-370D-A28D-BCCC5D3BC053}"/>
                </a:ext>
              </a:extLst>
            </p:cNvPr>
            <p:cNvSpPr/>
            <p:nvPr/>
          </p:nvSpPr>
          <p:spPr>
            <a:xfrm>
              <a:off x="4694288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22" name="pg3572">
              <a:extLst>
                <a:ext uri="{FF2B5EF4-FFF2-40B4-BE49-F238E27FC236}">
                  <a16:creationId xmlns:a16="http://schemas.microsoft.com/office/drawing/2014/main" id="{CCCD717F-0AEB-C6B2-728C-2DCFB0F529AB}"/>
                </a:ext>
              </a:extLst>
            </p:cNvPr>
            <p:cNvSpPr/>
            <p:nvPr/>
          </p:nvSpPr>
          <p:spPr>
            <a:xfrm>
              <a:off x="4705925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23" name="pg3573">
              <a:extLst>
                <a:ext uri="{FF2B5EF4-FFF2-40B4-BE49-F238E27FC236}">
                  <a16:creationId xmlns:a16="http://schemas.microsoft.com/office/drawing/2014/main" id="{4F37C95A-EE49-BCA5-38D9-68F7D97B32CE}"/>
                </a:ext>
              </a:extLst>
            </p:cNvPr>
            <p:cNvSpPr/>
            <p:nvPr/>
          </p:nvSpPr>
          <p:spPr>
            <a:xfrm>
              <a:off x="4717563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24" name="pg3574">
              <a:extLst>
                <a:ext uri="{FF2B5EF4-FFF2-40B4-BE49-F238E27FC236}">
                  <a16:creationId xmlns:a16="http://schemas.microsoft.com/office/drawing/2014/main" id="{4B6B9683-BE1D-B589-284F-7F24231F9D9F}"/>
                </a:ext>
              </a:extLst>
            </p:cNvPr>
            <p:cNvSpPr/>
            <p:nvPr/>
          </p:nvSpPr>
          <p:spPr>
            <a:xfrm>
              <a:off x="472920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25" name="pg3575">
              <a:extLst>
                <a:ext uri="{FF2B5EF4-FFF2-40B4-BE49-F238E27FC236}">
                  <a16:creationId xmlns:a16="http://schemas.microsoft.com/office/drawing/2014/main" id="{A096A7A8-C6BB-549F-21FD-247BCC28681B}"/>
                </a:ext>
              </a:extLst>
            </p:cNvPr>
            <p:cNvSpPr/>
            <p:nvPr/>
          </p:nvSpPr>
          <p:spPr>
            <a:xfrm>
              <a:off x="4740837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26" name="pg3576">
              <a:extLst>
                <a:ext uri="{FF2B5EF4-FFF2-40B4-BE49-F238E27FC236}">
                  <a16:creationId xmlns:a16="http://schemas.microsoft.com/office/drawing/2014/main" id="{A6081413-E366-4CF1-8F0D-82AE37602B57}"/>
                </a:ext>
              </a:extLst>
            </p:cNvPr>
            <p:cNvSpPr/>
            <p:nvPr/>
          </p:nvSpPr>
          <p:spPr>
            <a:xfrm>
              <a:off x="2855590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27" name="pg3577">
              <a:extLst>
                <a:ext uri="{FF2B5EF4-FFF2-40B4-BE49-F238E27FC236}">
                  <a16:creationId xmlns:a16="http://schemas.microsoft.com/office/drawing/2014/main" id="{0FEF01ED-8513-99C1-7AB2-3A5BE5BA09B8}"/>
                </a:ext>
              </a:extLst>
            </p:cNvPr>
            <p:cNvSpPr/>
            <p:nvPr/>
          </p:nvSpPr>
          <p:spPr>
            <a:xfrm>
              <a:off x="2867227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28" name="pg3578">
              <a:extLst>
                <a:ext uri="{FF2B5EF4-FFF2-40B4-BE49-F238E27FC236}">
                  <a16:creationId xmlns:a16="http://schemas.microsoft.com/office/drawing/2014/main" id="{6C405B47-7320-F299-34E4-5CAF7F31EBA7}"/>
                </a:ext>
              </a:extLst>
            </p:cNvPr>
            <p:cNvSpPr/>
            <p:nvPr/>
          </p:nvSpPr>
          <p:spPr>
            <a:xfrm>
              <a:off x="2878865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29" name="pg3579">
              <a:extLst>
                <a:ext uri="{FF2B5EF4-FFF2-40B4-BE49-F238E27FC236}">
                  <a16:creationId xmlns:a16="http://schemas.microsoft.com/office/drawing/2014/main" id="{732D2A35-B84F-35AB-487C-D3EE181B2065}"/>
                </a:ext>
              </a:extLst>
            </p:cNvPr>
            <p:cNvSpPr/>
            <p:nvPr/>
          </p:nvSpPr>
          <p:spPr>
            <a:xfrm>
              <a:off x="2890502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30" name="pg3580">
              <a:extLst>
                <a:ext uri="{FF2B5EF4-FFF2-40B4-BE49-F238E27FC236}">
                  <a16:creationId xmlns:a16="http://schemas.microsoft.com/office/drawing/2014/main" id="{C1F9B4B6-5B3F-E8A1-1825-0FE2A34EA2B5}"/>
                </a:ext>
              </a:extLst>
            </p:cNvPr>
            <p:cNvSpPr/>
            <p:nvPr/>
          </p:nvSpPr>
          <p:spPr>
            <a:xfrm>
              <a:off x="4484816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31" name="pg3581">
              <a:extLst>
                <a:ext uri="{FF2B5EF4-FFF2-40B4-BE49-F238E27FC236}">
                  <a16:creationId xmlns:a16="http://schemas.microsoft.com/office/drawing/2014/main" id="{AB00D084-3A88-C6EE-4653-8503AFD2848F}"/>
                </a:ext>
              </a:extLst>
            </p:cNvPr>
            <p:cNvSpPr/>
            <p:nvPr/>
          </p:nvSpPr>
          <p:spPr>
            <a:xfrm>
              <a:off x="4496454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32" name="pg3582">
              <a:extLst>
                <a:ext uri="{FF2B5EF4-FFF2-40B4-BE49-F238E27FC236}">
                  <a16:creationId xmlns:a16="http://schemas.microsoft.com/office/drawing/2014/main" id="{D49C9F07-28F5-C070-3098-C23435AD9F1C}"/>
                </a:ext>
              </a:extLst>
            </p:cNvPr>
            <p:cNvSpPr/>
            <p:nvPr/>
          </p:nvSpPr>
          <p:spPr>
            <a:xfrm>
              <a:off x="4508091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33" name="pg3583">
              <a:extLst>
                <a:ext uri="{FF2B5EF4-FFF2-40B4-BE49-F238E27FC236}">
                  <a16:creationId xmlns:a16="http://schemas.microsoft.com/office/drawing/2014/main" id="{00B71C45-7C52-694D-0045-DD391996AEFC}"/>
                </a:ext>
              </a:extLst>
            </p:cNvPr>
            <p:cNvSpPr/>
            <p:nvPr/>
          </p:nvSpPr>
          <p:spPr>
            <a:xfrm>
              <a:off x="4519728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34" name="pg3584">
              <a:extLst>
                <a:ext uri="{FF2B5EF4-FFF2-40B4-BE49-F238E27FC236}">
                  <a16:creationId xmlns:a16="http://schemas.microsoft.com/office/drawing/2014/main" id="{FE96A80D-AEA9-7734-8840-D9CA612AF620}"/>
                </a:ext>
              </a:extLst>
            </p:cNvPr>
            <p:cNvSpPr/>
            <p:nvPr/>
          </p:nvSpPr>
          <p:spPr>
            <a:xfrm>
              <a:off x="4531366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35" name="pg3585">
              <a:extLst>
                <a:ext uri="{FF2B5EF4-FFF2-40B4-BE49-F238E27FC236}">
                  <a16:creationId xmlns:a16="http://schemas.microsoft.com/office/drawing/2014/main" id="{99B725E6-34C3-7410-E60D-21D4A53A6877}"/>
                </a:ext>
              </a:extLst>
            </p:cNvPr>
            <p:cNvSpPr/>
            <p:nvPr/>
          </p:nvSpPr>
          <p:spPr>
            <a:xfrm>
              <a:off x="4543003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36" name="pg3586">
              <a:extLst>
                <a:ext uri="{FF2B5EF4-FFF2-40B4-BE49-F238E27FC236}">
                  <a16:creationId xmlns:a16="http://schemas.microsoft.com/office/drawing/2014/main" id="{DAB74BE2-A190-E600-D126-E57B15307AA7}"/>
                </a:ext>
              </a:extLst>
            </p:cNvPr>
            <p:cNvSpPr/>
            <p:nvPr/>
          </p:nvSpPr>
          <p:spPr>
            <a:xfrm>
              <a:off x="4694288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37" name="pg3587">
              <a:extLst>
                <a:ext uri="{FF2B5EF4-FFF2-40B4-BE49-F238E27FC236}">
                  <a16:creationId xmlns:a16="http://schemas.microsoft.com/office/drawing/2014/main" id="{EE8A651A-51B1-1B71-8A92-B6BDA231C830}"/>
                </a:ext>
              </a:extLst>
            </p:cNvPr>
            <p:cNvSpPr/>
            <p:nvPr/>
          </p:nvSpPr>
          <p:spPr>
            <a:xfrm>
              <a:off x="4705925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38" name="pg3588">
              <a:extLst>
                <a:ext uri="{FF2B5EF4-FFF2-40B4-BE49-F238E27FC236}">
                  <a16:creationId xmlns:a16="http://schemas.microsoft.com/office/drawing/2014/main" id="{0C5F7A2D-DB48-F09A-6A7A-08B403275974}"/>
                </a:ext>
              </a:extLst>
            </p:cNvPr>
            <p:cNvSpPr/>
            <p:nvPr/>
          </p:nvSpPr>
          <p:spPr>
            <a:xfrm>
              <a:off x="4717563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39" name="pg3589">
              <a:extLst>
                <a:ext uri="{FF2B5EF4-FFF2-40B4-BE49-F238E27FC236}">
                  <a16:creationId xmlns:a16="http://schemas.microsoft.com/office/drawing/2014/main" id="{FE256381-F2C3-4C3C-33AA-C0F130342879}"/>
                </a:ext>
              </a:extLst>
            </p:cNvPr>
            <p:cNvSpPr/>
            <p:nvPr/>
          </p:nvSpPr>
          <p:spPr>
            <a:xfrm>
              <a:off x="4729200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40" name="pg3590">
              <a:extLst>
                <a:ext uri="{FF2B5EF4-FFF2-40B4-BE49-F238E27FC236}">
                  <a16:creationId xmlns:a16="http://schemas.microsoft.com/office/drawing/2014/main" id="{A0E976A3-7551-3BD8-7B13-CDD64DDA9508}"/>
                </a:ext>
              </a:extLst>
            </p:cNvPr>
            <p:cNvSpPr/>
            <p:nvPr/>
          </p:nvSpPr>
          <p:spPr>
            <a:xfrm>
              <a:off x="4740837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41" name="pg3591">
              <a:extLst>
                <a:ext uri="{FF2B5EF4-FFF2-40B4-BE49-F238E27FC236}">
                  <a16:creationId xmlns:a16="http://schemas.microsoft.com/office/drawing/2014/main" id="{95C74937-6ACC-6207-607C-C650C88C1AE0}"/>
                </a:ext>
              </a:extLst>
            </p:cNvPr>
            <p:cNvSpPr/>
            <p:nvPr/>
          </p:nvSpPr>
          <p:spPr>
            <a:xfrm>
              <a:off x="2855590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42" name="pg3592">
              <a:extLst>
                <a:ext uri="{FF2B5EF4-FFF2-40B4-BE49-F238E27FC236}">
                  <a16:creationId xmlns:a16="http://schemas.microsoft.com/office/drawing/2014/main" id="{E4FD3E2F-019A-76F5-16C8-6A810F802EBF}"/>
                </a:ext>
              </a:extLst>
            </p:cNvPr>
            <p:cNvSpPr/>
            <p:nvPr/>
          </p:nvSpPr>
          <p:spPr>
            <a:xfrm>
              <a:off x="2867227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43" name="pg3593">
              <a:extLst>
                <a:ext uri="{FF2B5EF4-FFF2-40B4-BE49-F238E27FC236}">
                  <a16:creationId xmlns:a16="http://schemas.microsoft.com/office/drawing/2014/main" id="{E49A5C2C-3FD2-BB0C-EFBF-50AD9F46A521}"/>
                </a:ext>
              </a:extLst>
            </p:cNvPr>
            <p:cNvSpPr/>
            <p:nvPr/>
          </p:nvSpPr>
          <p:spPr>
            <a:xfrm>
              <a:off x="2878865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44" name="pg3594">
              <a:extLst>
                <a:ext uri="{FF2B5EF4-FFF2-40B4-BE49-F238E27FC236}">
                  <a16:creationId xmlns:a16="http://schemas.microsoft.com/office/drawing/2014/main" id="{6950D30C-11A1-6EF7-4CFB-49EA02935B65}"/>
                </a:ext>
              </a:extLst>
            </p:cNvPr>
            <p:cNvSpPr/>
            <p:nvPr/>
          </p:nvSpPr>
          <p:spPr>
            <a:xfrm>
              <a:off x="2890502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45" name="pg3595">
              <a:extLst>
                <a:ext uri="{FF2B5EF4-FFF2-40B4-BE49-F238E27FC236}">
                  <a16:creationId xmlns:a16="http://schemas.microsoft.com/office/drawing/2014/main" id="{4C4455F8-3B15-7565-F36A-F3257B60840E}"/>
                </a:ext>
              </a:extLst>
            </p:cNvPr>
            <p:cNvSpPr/>
            <p:nvPr/>
          </p:nvSpPr>
          <p:spPr>
            <a:xfrm>
              <a:off x="2902139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46" name="pg3596">
              <a:extLst>
                <a:ext uri="{FF2B5EF4-FFF2-40B4-BE49-F238E27FC236}">
                  <a16:creationId xmlns:a16="http://schemas.microsoft.com/office/drawing/2014/main" id="{449574C8-774F-978A-F9F6-741236556A0E}"/>
                </a:ext>
              </a:extLst>
            </p:cNvPr>
            <p:cNvSpPr/>
            <p:nvPr/>
          </p:nvSpPr>
          <p:spPr>
            <a:xfrm>
              <a:off x="4484816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47" name="pg3597">
              <a:extLst>
                <a:ext uri="{FF2B5EF4-FFF2-40B4-BE49-F238E27FC236}">
                  <a16:creationId xmlns:a16="http://schemas.microsoft.com/office/drawing/2014/main" id="{73AE6716-C61C-70C7-6696-F2EE80CF8F3C}"/>
                </a:ext>
              </a:extLst>
            </p:cNvPr>
            <p:cNvSpPr/>
            <p:nvPr/>
          </p:nvSpPr>
          <p:spPr>
            <a:xfrm>
              <a:off x="4496454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48" name="pg3598">
              <a:extLst>
                <a:ext uri="{FF2B5EF4-FFF2-40B4-BE49-F238E27FC236}">
                  <a16:creationId xmlns:a16="http://schemas.microsoft.com/office/drawing/2014/main" id="{598C40A6-0423-21F5-C28F-359F10CCC5D6}"/>
                </a:ext>
              </a:extLst>
            </p:cNvPr>
            <p:cNvSpPr/>
            <p:nvPr/>
          </p:nvSpPr>
          <p:spPr>
            <a:xfrm>
              <a:off x="4508091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49" name="pg3599">
              <a:extLst>
                <a:ext uri="{FF2B5EF4-FFF2-40B4-BE49-F238E27FC236}">
                  <a16:creationId xmlns:a16="http://schemas.microsoft.com/office/drawing/2014/main" id="{47BCF9D0-CEEA-C3E2-9A91-C33BB6E133D9}"/>
                </a:ext>
              </a:extLst>
            </p:cNvPr>
            <p:cNvSpPr/>
            <p:nvPr/>
          </p:nvSpPr>
          <p:spPr>
            <a:xfrm>
              <a:off x="4519728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50" name="pg3600">
              <a:extLst>
                <a:ext uri="{FF2B5EF4-FFF2-40B4-BE49-F238E27FC236}">
                  <a16:creationId xmlns:a16="http://schemas.microsoft.com/office/drawing/2014/main" id="{44F130FD-07AB-1C4F-17C1-74769392E808}"/>
                </a:ext>
              </a:extLst>
            </p:cNvPr>
            <p:cNvSpPr/>
            <p:nvPr/>
          </p:nvSpPr>
          <p:spPr>
            <a:xfrm>
              <a:off x="4531366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51" name="pg3601">
              <a:extLst>
                <a:ext uri="{FF2B5EF4-FFF2-40B4-BE49-F238E27FC236}">
                  <a16:creationId xmlns:a16="http://schemas.microsoft.com/office/drawing/2014/main" id="{534A33B2-F689-50CC-5BFA-2E83C558869E}"/>
                </a:ext>
              </a:extLst>
            </p:cNvPr>
            <p:cNvSpPr/>
            <p:nvPr/>
          </p:nvSpPr>
          <p:spPr>
            <a:xfrm>
              <a:off x="4543003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52" name="pg3602">
              <a:extLst>
                <a:ext uri="{FF2B5EF4-FFF2-40B4-BE49-F238E27FC236}">
                  <a16:creationId xmlns:a16="http://schemas.microsoft.com/office/drawing/2014/main" id="{CB7C9073-5DBC-B5D9-E6F3-69AA6B2C8AEB}"/>
                </a:ext>
              </a:extLst>
            </p:cNvPr>
            <p:cNvSpPr/>
            <p:nvPr/>
          </p:nvSpPr>
          <p:spPr>
            <a:xfrm>
              <a:off x="4694288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53" name="pg3603">
              <a:extLst>
                <a:ext uri="{FF2B5EF4-FFF2-40B4-BE49-F238E27FC236}">
                  <a16:creationId xmlns:a16="http://schemas.microsoft.com/office/drawing/2014/main" id="{C3A98E4E-4EE9-B065-337B-36DA56B9F520}"/>
                </a:ext>
              </a:extLst>
            </p:cNvPr>
            <p:cNvSpPr/>
            <p:nvPr/>
          </p:nvSpPr>
          <p:spPr>
            <a:xfrm>
              <a:off x="4705925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54" name="pg3604">
              <a:extLst>
                <a:ext uri="{FF2B5EF4-FFF2-40B4-BE49-F238E27FC236}">
                  <a16:creationId xmlns:a16="http://schemas.microsoft.com/office/drawing/2014/main" id="{E72C8DFF-39CA-A07F-F589-720EBC3F00DF}"/>
                </a:ext>
              </a:extLst>
            </p:cNvPr>
            <p:cNvSpPr/>
            <p:nvPr/>
          </p:nvSpPr>
          <p:spPr>
            <a:xfrm>
              <a:off x="4717563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55" name="pg3605">
              <a:extLst>
                <a:ext uri="{FF2B5EF4-FFF2-40B4-BE49-F238E27FC236}">
                  <a16:creationId xmlns:a16="http://schemas.microsoft.com/office/drawing/2014/main" id="{998FDDDF-24C3-6819-5BF5-428F6E39EB3E}"/>
                </a:ext>
              </a:extLst>
            </p:cNvPr>
            <p:cNvSpPr/>
            <p:nvPr/>
          </p:nvSpPr>
          <p:spPr>
            <a:xfrm>
              <a:off x="4729200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56" name="pg3606">
              <a:extLst>
                <a:ext uri="{FF2B5EF4-FFF2-40B4-BE49-F238E27FC236}">
                  <a16:creationId xmlns:a16="http://schemas.microsoft.com/office/drawing/2014/main" id="{F822EAC3-A422-C46B-0883-9A8C3A2CAFC2}"/>
                </a:ext>
              </a:extLst>
            </p:cNvPr>
            <p:cNvSpPr/>
            <p:nvPr/>
          </p:nvSpPr>
          <p:spPr>
            <a:xfrm>
              <a:off x="4740837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57" name="pg3607">
              <a:extLst>
                <a:ext uri="{FF2B5EF4-FFF2-40B4-BE49-F238E27FC236}">
                  <a16:creationId xmlns:a16="http://schemas.microsoft.com/office/drawing/2014/main" id="{5AA723F4-162B-FF66-AA6C-621857B0B2B5}"/>
                </a:ext>
              </a:extLst>
            </p:cNvPr>
            <p:cNvSpPr/>
            <p:nvPr/>
          </p:nvSpPr>
          <p:spPr>
            <a:xfrm>
              <a:off x="2855590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58" name="pg3608">
              <a:extLst>
                <a:ext uri="{FF2B5EF4-FFF2-40B4-BE49-F238E27FC236}">
                  <a16:creationId xmlns:a16="http://schemas.microsoft.com/office/drawing/2014/main" id="{1C079633-905C-4A14-84AE-7AD5C97011B9}"/>
                </a:ext>
              </a:extLst>
            </p:cNvPr>
            <p:cNvSpPr/>
            <p:nvPr/>
          </p:nvSpPr>
          <p:spPr>
            <a:xfrm>
              <a:off x="2867227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59" name="pg3609">
              <a:extLst>
                <a:ext uri="{FF2B5EF4-FFF2-40B4-BE49-F238E27FC236}">
                  <a16:creationId xmlns:a16="http://schemas.microsoft.com/office/drawing/2014/main" id="{D729394C-C3D4-EB66-E597-A7F95091F705}"/>
                </a:ext>
              </a:extLst>
            </p:cNvPr>
            <p:cNvSpPr/>
            <p:nvPr/>
          </p:nvSpPr>
          <p:spPr>
            <a:xfrm>
              <a:off x="2878865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60" name="pg3610">
              <a:extLst>
                <a:ext uri="{FF2B5EF4-FFF2-40B4-BE49-F238E27FC236}">
                  <a16:creationId xmlns:a16="http://schemas.microsoft.com/office/drawing/2014/main" id="{F0115A48-37CC-5276-36F4-CE9D14744DD9}"/>
                </a:ext>
              </a:extLst>
            </p:cNvPr>
            <p:cNvSpPr/>
            <p:nvPr/>
          </p:nvSpPr>
          <p:spPr>
            <a:xfrm>
              <a:off x="2890502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61" name="pg3611">
              <a:extLst>
                <a:ext uri="{FF2B5EF4-FFF2-40B4-BE49-F238E27FC236}">
                  <a16:creationId xmlns:a16="http://schemas.microsoft.com/office/drawing/2014/main" id="{390BFE3D-78C2-6393-8425-A14BD9380D8B}"/>
                </a:ext>
              </a:extLst>
            </p:cNvPr>
            <p:cNvSpPr/>
            <p:nvPr/>
          </p:nvSpPr>
          <p:spPr>
            <a:xfrm>
              <a:off x="2902139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62" name="pg3612">
              <a:extLst>
                <a:ext uri="{FF2B5EF4-FFF2-40B4-BE49-F238E27FC236}">
                  <a16:creationId xmlns:a16="http://schemas.microsoft.com/office/drawing/2014/main" id="{DFEDA107-9FC8-A17C-F117-6AE4BB4026F3}"/>
                </a:ext>
              </a:extLst>
            </p:cNvPr>
            <p:cNvSpPr/>
            <p:nvPr/>
          </p:nvSpPr>
          <p:spPr>
            <a:xfrm>
              <a:off x="4496454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63" name="pg3613">
              <a:extLst>
                <a:ext uri="{FF2B5EF4-FFF2-40B4-BE49-F238E27FC236}">
                  <a16:creationId xmlns:a16="http://schemas.microsoft.com/office/drawing/2014/main" id="{85A5E6A2-013F-F5DF-5146-0B86292EDF2C}"/>
                </a:ext>
              </a:extLst>
            </p:cNvPr>
            <p:cNvSpPr/>
            <p:nvPr/>
          </p:nvSpPr>
          <p:spPr>
            <a:xfrm>
              <a:off x="4508091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64" name="pg3614">
              <a:extLst>
                <a:ext uri="{FF2B5EF4-FFF2-40B4-BE49-F238E27FC236}">
                  <a16:creationId xmlns:a16="http://schemas.microsoft.com/office/drawing/2014/main" id="{F88730CA-F0A5-A8A8-A280-1CC76AD18B2C}"/>
                </a:ext>
              </a:extLst>
            </p:cNvPr>
            <p:cNvSpPr/>
            <p:nvPr/>
          </p:nvSpPr>
          <p:spPr>
            <a:xfrm>
              <a:off x="4519728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65" name="pg3615">
              <a:extLst>
                <a:ext uri="{FF2B5EF4-FFF2-40B4-BE49-F238E27FC236}">
                  <a16:creationId xmlns:a16="http://schemas.microsoft.com/office/drawing/2014/main" id="{A5F7603C-DBE5-1D22-0C80-700E996038A3}"/>
                </a:ext>
              </a:extLst>
            </p:cNvPr>
            <p:cNvSpPr/>
            <p:nvPr/>
          </p:nvSpPr>
          <p:spPr>
            <a:xfrm>
              <a:off x="4531366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66" name="pg3616">
              <a:extLst>
                <a:ext uri="{FF2B5EF4-FFF2-40B4-BE49-F238E27FC236}">
                  <a16:creationId xmlns:a16="http://schemas.microsoft.com/office/drawing/2014/main" id="{FC674863-F38B-4503-6484-67AEB9E2BD82}"/>
                </a:ext>
              </a:extLst>
            </p:cNvPr>
            <p:cNvSpPr/>
            <p:nvPr/>
          </p:nvSpPr>
          <p:spPr>
            <a:xfrm>
              <a:off x="4543003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67" name="pg3617">
              <a:extLst>
                <a:ext uri="{FF2B5EF4-FFF2-40B4-BE49-F238E27FC236}">
                  <a16:creationId xmlns:a16="http://schemas.microsoft.com/office/drawing/2014/main" id="{6E028FB5-E5DE-76D7-68E4-A748D1E7EF20}"/>
                </a:ext>
              </a:extLst>
            </p:cNvPr>
            <p:cNvSpPr/>
            <p:nvPr/>
          </p:nvSpPr>
          <p:spPr>
            <a:xfrm>
              <a:off x="4694288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68" name="pg3618">
              <a:extLst>
                <a:ext uri="{FF2B5EF4-FFF2-40B4-BE49-F238E27FC236}">
                  <a16:creationId xmlns:a16="http://schemas.microsoft.com/office/drawing/2014/main" id="{270C6778-C893-A905-013F-85048E1EA0AA}"/>
                </a:ext>
              </a:extLst>
            </p:cNvPr>
            <p:cNvSpPr/>
            <p:nvPr/>
          </p:nvSpPr>
          <p:spPr>
            <a:xfrm>
              <a:off x="4705925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69" name="pg3619">
              <a:extLst>
                <a:ext uri="{FF2B5EF4-FFF2-40B4-BE49-F238E27FC236}">
                  <a16:creationId xmlns:a16="http://schemas.microsoft.com/office/drawing/2014/main" id="{3731C88C-7A2D-D151-9BCF-9FFFD89AA47B}"/>
                </a:ext>
              </a:extLst>
            </p:cNvPr>
            <p:cNvSpPr/>
            <p:nvPr/>
          </p:nvSpPr>
          <p:spPr>
            <a:xfrm>
              <a:off x="4717563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70" name="pg3620">
              <a:extLst>
                <a:ext uri="{FF2B5EF4-FFF2-40B4-BE49-F238E27FC236}">
                  <a16:creationId xmlns:a16="http://schemas.microsoft.com/office/drawing/2014/main" id="{65FE85DE-521E-2FAC-832D-A383F19BA7F2}"/>
                </a:ext>
              </a:extLst>
            </p:cNvPr>
            <p:cNvSpPr/>
            <p:nvPr/>
          </p:nvSpPr>
          <p:spPr>
            <a:xfrm>
              <a:off x="4729200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71" name="pg3621">
              <a:extLst>
                <a:ext uri="{FF2B5EF4-FFF2-40B4-BE49-F238E27FC236}">
                  <a16:creationId xmlns:a16="http://schemas.microsoft.com/office/drawing/2014/main" id="{C0C73146-A03A-CACF-677C-4DB47E8D8302}"/>
                </a:ext>
              </a:extLst>
            </p:cNvPr>
            <p:cNvSpPr/>
            <p:nvPr/>
          </p:nvSpPr>
          <p:spPr>
            <a:xfrm>
              <a:off x="2867227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72" name="pg3622">
              <a:extLst>
                <a:ext uri="{FF2B5EF4-FFF2-40B4-BE49-F238E27FC236}">
                  <a16:creationId xmlns:a16="http://schemas.microsoft.com/office/drawing/2014/main" id="{8E4E0B0D-E361-2837-A98D-AFA7E8341F42}"/>
                </a:ext>
              </a:extLst>
            </p:cNvPr>
            <p:cNvSpPr/>
            <p:nvPr/>
          </p:nvSpPr>
          <p:spPr>
            <a:xfrm>
              <a:off x="2878865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73" name="pg3623">
              <a:extLst>
                <a:ext uri="{FF2B5EF4-FFF2-40B4-BE49-F238E27FC236}">
                  <a16:creationId xmlns:a16="http://schemas.microsoft.com/office/drawing/2014/main" id="{E1B299FD-C90A-6192-3119-47FE533458E2}"/>
                </a:ext>
              </a:extLst>
            </p:cNvPr>
            <p:cNvSpPr/>
            <p:nvPr/>
          </p:nvSpPr>
          <p:spPr>
            <a:xfrm>
              <a:off x="2890502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74" name="pg3624">
              <a:extLst>
                <a:ext uri="{FF2B5EF4-FFF2-40B4-BE49-F238E27FC236}">
                  <a16:creationId xmlns:a16="http://schemas.microsoft.com/office/drawing/2014/main" id="{55AA1D5A-CDD4-FE48-6D4C-4E4519FAD518}"/>
                </a:ext>
              </a:extLst>
            </p:cNvPr>
            <p:cNvSpPr/>
            <p:nvPr/>
          </p:nvSpPr>
          <p:spPr>
            <a:xfrm>
              <a:off x="2902139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75" name="pg3625">
              <a:extLst>
                <a:ext uri="{FF2B5EF4-FFF2-40B4-BE49-F238E27FC236}">
                  <a16:creationId xmlns:a16="http://schemas.microsoft.com/office/drawing/2014/main" id="{757F35BA-D3B6-C24D-F0DC-294B273664A9}"/>
                </a:ext>
              </a:extLst>
            </p:cNvPr>
            <p:cNvSpPr/>
            <p:nvPr/>
          </p:nvSpPr>
          <p:spPr>
            <a:xfrm>
              <a:off x="2913777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76" name="pg3626">
              <a:extLst>
                <a:ext uri="{FF2B5EF4-FFF2-40B4-BE49-F238E27FC236}">
                  <a16:creationId xmlns:a16="http://schemas.microsoft.com/office/drawing/2014/main" id="{BE3C0EDE-F595-C1BF-3106-336257E1C1B5}"/>
                </a:ext>
              </a:extLst>
            </p:cNvPr>
            <p:cNvSpPr/>
            <p:nvPr/>
          </p:nvSpPr>
          <p:spPr>
            <a:xfrm>
              <a:off x="4508091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77" name="pg3627">
              <a:extLst>
                <a:ext uri="{FF2B5EF4-FFF2-40B4-BE49-F238E27FC236}">
                  <a16:creationId xmlns:a16="http://schemas.microsoft.com/office/drawing/2014/main" id="{8F5B22B1-98B2-18C5-9AC7-42C5F565F334}"/>
                </a:ext>
              </a:extLst>
            </p:cNvPr>
            <p:cNvSpPr/>
            <p:nvPr/>
          </p:nvSpPr>
          <p:spPr>
            <a:xfrm>
              <a:off x="4519728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78" name="pg3628">
              <a:extLst>
                <a:ext uri="{FF2B5EF4-FFF2-40B4-BE49-F238E27FC236}">
                  <a16:creationId xmlns:a16="http://schemas.microsoft.com/office/drawing/2014/main" id="{92E69D2F-C4C1-065F-8590-9EB5A228777E}"/>
                </a:ext>
              </a:extLst>
            </p:cNvPr>
            <p:cNvSpPr/>
            <p:nvPr/>
          </p:nvSpPr>
          <p:spPr>
            <a:xfrm>
              <a:off x="4531366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79" name="pg3629">
              <a:extLst>
                <a:ext uri="{FF2B5EF4-FFF2-40B4-BE49-F238E27FC236}">
                  <a16:creationId xmlns:a16="http://schemas.microsoft.com/office/drawing/2014/main" id="{84B296CF-2367-D952-D94F-F043EC99D2DD}"/>
                </a:ext>
              </a:extLst>
            </p:cNvPr>
            <p:cNvSpPr/>
            <p:nvPr/>
          </p:nvSpPr>
          <p:spPr>
            <a:xfrm>
              <a:off x="4543003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80" name="pg3630">
              <a:extLst>
                <a:ext uri="{FF2B5EF4-FFF2-40B4-BE49-F238E27FC236}">
                  <a16:creationId xmlns:a16="http://schemas.microsoft.com/office/drawing/2014/main" id="{3B967C76-0783-DB88-B90A-17FD79358B0A}"/>
                </a:ext>
              </a:extLst>
            </p:cNvPr>
            <p:cNvSpPr/>
            <p:nvPr/>
          </p:nvSpPr>
          <p:spPr>
            <a:xfrm>
              <a:off x="4554640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81" name="pg3631">
              <a:extLst>
                <a:ext uri="{FF2B5EF4-FFF2-40B4-BE49-F238E27FC236}">
                  <a16:creationId xmlns:a16="http://schemas.microsoft.com/office/drawing/2014/main" id="{1A39FAB3-C429-69C1-4B24-60522961E077}"/>
                </a:ext>
              </a:extLst>
            </p:cNvPr>
            <p:cNvSpPr/>
            <p:nvPr/>
          </p:nvSpPr>
          <p:spPr>
            <a:xfrm>
              <a:off x="4694288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82" name="pg3632">
              <a:extLst>
                <a:ext uri="{FF2B5EF4-FFF2-40B4-BE49-F238E27FC236}">
                  <a16:creationId xmlns:a16="http://schemas.microsoft.com/office/drawing/2014/main" id="{DC04F0BE-B9F7-72A1-CA4D-D83E0DA18D5F}"/>
                </a:ext>
              </a:extLst>
            </p:cNvPr>
            <p:cNvSpPr/>
            <p:nvPr/>
          </p:nvSpPr>
          <p:spPr>
            <a:xfrm>
              <a:off x="4705925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83" name="pg3633">
              <a:extLst>
                <a:ext uri="{FF2B5EF4-FFF2-40B4-BE49-F238E27FC236}">
                  <a16:creationId xmlns:a16="http://schemas.microsoft.com/office/drawing/2014/main" id="{34AA4BC4-307D-B2A9-7B0C-0F2BEBF56EE8}"/>
                </a:ext>
              </a:extLst>
            </p:cNvPr>
            <p:cNvSpPr/>
            <p:nvPr/>
          </p:nvSpPr>
          <p:spPr>
            <a:xfrm>
              <a:off x="4717563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84" name="pg3634">
              <a:extLst>
                <a:ext uri="{FF2B5EF4-FFF2-40B4-BE49-F238E27FC236}">
                  <a16:creationId xmlns:a16="http://schemas.microsoft.com/office/drawing/2014/main" id="{DD0D3606-C191-F43D-CE3F-F25F1F153CE3}"/>
                </a:ext>
              </a:extLst>
            </p:cNvPr>
            <p:cNvSpPr/>
            <p:nvPr/>
          </p:nvSpPr>
          <p:spPr>
            <a:xfrm>
              <a:off x="4729200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85" name="pg3635">
              <a:extLst>
                <a:ext uri="{FF2B5EF4-FFF2-40B4-BE49-F238E27FC236}">
                  <a16:creationId xmlns:a16="http://schemas.microsoft.com/office/drawing/2014/main" id="{8345CC89-0834-A489-A240-23BB61A2173A}"/>
                </a:ext>
              </a:extLst>
            </p:cNvPr>
            <p:cNvSpPr/>
            <p:nvPr/>
          </p:nvSpPr>
          <p:spPr>
            <a:xfrm>
              <a:off x="2867227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86" name="pg3636">
              <a:extLst>
                <a:ext uri="{FF2B5EF4-FFF2-40B4-BE49-F238E27FC236}">
                  <a16:creationId xmlns:a16="http://schemas.microsoft.com/office/drawing/2014/main" id="{CF546C00-473F-63D6-CBBB-B1037896C531}"/>
                </a:ext>
              </a:extLst>
            </p:cNvPr>
            <p:cNvSpPr/>
            <p:nvPr/>
          </p:nvSpPr>
          <p:spPr>
            <a:xfrm>
              <a:off x="2878865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87" name="pg3637">
              <a:extLst>
                <a:ext uri="{FF2B5EF4-FFF2-40B4-BE49-F238E27FC236}">
                  <a16:creationId xmlns:a16="http://schemas.microsoft.com/office/drawing/2014/main" id="{0DD9B3C8-160F-8C0C-8284-BE728C590114}"/>
                </a:ext>
              </a:extLst>
            </p:cNvPr>
            <p:cNvSpPr/>
            <p:nvPr/>
          </p:nvSpPr>
          <p:spPr>
            <a:xfrm>
              <a:off x="2890502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88" name="pg3638">
              <a:extLst>
                <a:ext uri="{FF2B5EF4-FFF2-40B4-BE49-F238E27FC236}">
                  <a16:creationId xmlns:a16="http://schemas.microsoft.com/office/drawing/2014/main" id="{61B8A9D4-8E53-9214-6C28-7607CCD4DF24}"/>
                </a:ext>
              </a:extLst>
            </p:cNvPr>
            <p:cNvSpPr/>
            <p:nvPr/>
          </p:nvSpPr>
          <p:spPr>
            <a:xfrm>
              <a:off x="2902139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89" name="pg3639">
              <a:extLst>
                <a:ext uri="{FF2B5EF4-FFF2-40B4-BE49-F238E27FC236}">
                  <a16:creationId xmlns:a16="http://schemas.microsoft.com/office/drawing/2014/main" id="{89D072F5-EC84-F02D-A839-66500C592511}"/>
                </a:ext>
              </a:extLst>
            </p:cNvPr>
            <p:cNvSpPr/>
            <p:nvPr/>
          </p:nvSpPr>
          <p:spPr>
            <a:xfrm>
              <a:off x="2913777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90" name="pg3640">
              <a:extLst>
                <a:ext uri="{FF2B5EF4-FFF2-40B4-BE49-F238E27FC236}">
                  <a16:creationId xmlns:a16="http://schemas.microsoft.com/office/drawing/2014/main" id="{8A900D7C-41E4-0FFF-E440-2781F991B635}"/>
                </a:ext>
              </a:extLst>
            </p:cNvPr>
            <p:cNvSpPr/>
            <p:nvPr/>
          </p:nvSpPr>
          <p:spPr>
            <a:xfrm>
              <a:off x="2925414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91" name="pg3641">
              <a:extLst>
                <a:ext uri="{FF2B5EF4-FFF2-40B4-BE49-F238E27FC236}">
                  <a16:creationId xmlns:a16="http://schemas.microsoft.com/office/drawing/2014/main" id="{3F008214-4BBB-679F-6EA3-F88DE5E5663E}"/>
                </a:ext>
              </a:extLst>
            </p:cNvPr>
            <p:cNvSpPr/>
            <p:nvPr/>
          </p:nvSpPr>
          <p:spPr>
            <a:xfrm>
              <a:off x="4508091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92" name="pg3642">
              <a:extLst>
                <a:ext uri="{FF2B5EF4-FFF2-40B4-BE49-F238E27FC236}">
                  <a16:creationId xmlns:a16="http://schemas.microsoft.com/office/drawing/2014/main" id="{EDD278FC-F383-629B-98D9-00BCFC6AEAC3}"/>
                </a:ext>
              </a:extLst>
            </p:cNvPr>
            <p:cNvSpPr/>
            <p:nvPr/>
          </p:nvSpPr>
          <p:spPr>
            <a:xfrm>
              <a:off x="4519728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93" name="pg3643">
              <a:extLst>
                <a:ext uri="{FF2B5EF4-FFF2-40B4-BE49-F238E27FC236}">
                  <a16:creationId xmlns:a16="http://schemas.microsoft.com/office/drawing/2014/main" id="{683BB854-5329-E6ED-9A54-548BEA67491B}"/>
                </a:ext>
              </a:extLst>
            </p:cNvPr>
            <p:cNvSpPr/>
            <p:nvPr/>
          </p:nvSpPr>
          <p:spPr>
            <a:xfrm>
              <a:off x="4531366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94" name="pg3644">
              <a:extLst>
                <a:ext uri="{FF2B5EF4-FFF2-40B4-BE49-F238E27FC236}">
                  <a16:creationId xmlns:a16="http://schemas.microsoft.com/office/drawing/2014/main" id="{19621A2D-1CE7-0154-DDCD-8FFC2DEBDBE5}"/>
                </a:ext>
              </a:extLst>
            </p:cNvPr>
            <p:cNvSpPr/>
            <p:nvPr/>
          </p:nvSpPr>
          <p:spPr>
            <a:xfrm>
              <a:off x="4543003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95" name="pg3645">
              <a:extLst>
                <a:ext uri="{FF2B5EF4-FFF2-40B4-BE49-F238E27FC236}">
                  <a16:creationId xmlns:a16="http://schemas.microsoft.com/office/drawing/2014/main" id="{C9A5E898-61E2-E732-120A-0981A6848ED8}"/>
                </a:ext>
              </a:extLst>
            </p:cNvPr>
            <p:cNvSpPr/>
            <p:nvPr/>
          </p:nvSpPr>
          <p:spPr>
            <a:xfrm>
              <a:off x="4554640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96" name="pg3646">
              <a:extLst>
                <a:ext uri="{FF2B5EF4-FFF2-40B4-BE49-F238E27FC236}">
                  <a16:creationId xmlns:a16="http://schemas.microsoft.com/office/drawing/2014/main" id="{C5F592C6-901A-B49A-0480-42D45E6477D5}"/>
                </a:ext>
              </a:extLst>
            </p:cNvPr>
            <p:cNvSpPr/>
            <p:nvPr/>
          </p:nvSpPr>
          <p:spPr>
            <a:xfrm>
              <a:off x="4694288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97" name="pg3647">
              <a:extLst>
                <a:ext uri="{FF2B5EF4-FFF2-40B4-BE49-F238E27FC236}">
                  <a16:creationId xmlns:a16="http://schemas.microsoft.com/office/drawing/2014/main" id="{EDEE059E-81A6-F155-03FD-1C385A4F2C66}"/>
                </a:ext>
              </a:extLst>
            </p:cNvPr>
            <p:cNvSpPr/>
            <p:nvPr/>
          </p:nvSpPr>
          <p:spPr>
            <a:xfrm>
              <a:off x="4705925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98" name="pg3648">
              <a:extLst>
                <a:ext uri="{FF2B5EF4-FFF2-40B4-BE49-F238E27FC236}">
                  <a16:creationId xmlns:a16="http://schemas.microsoft.com/office/drawing/2014/main" id="{2A385D58-5168-91A8-FCD2-2B5FC0DA8291}"/>
                </a:ext>
              </a:extLst>
            </p:cNvPr>
            <p:cNvSpPr/>
            <p:nvPr/>
          </p:nvSpPr>
          <p:spPr>
            <a:xfrm>
              <a:off x="4717563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99" name="pg3649">
              <a:extLst>
                <a:ext uri="{FF2B5EF4-FFF2-40B4-BE49-F238E27FC236}">
                  <a16:creationId xmlns:a16="http://schemas.microsoft.com/office/drawing/2014/main" id="{303BFB0D-E729-FB88-6C8A-495FB18B9D94}"/>
                </a:ext>
              </a:extLst>
            </p:cNvPr>
            <p:cNvSpPr/>
            <p:nvPr/>
          </p:nvSpPr>
          <p:spPr>
            <a:xfrm>
              <a:off x="4729200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00" name="pg3650">
              <a:extLst>
                <a:ext uri="{FF2B5EF4-FFF2-40B4-BE49-F238E27FC236}">
                  <a16:creationId xmlns:a16="http://schemas.microsoft.com/office/drawing/2014/main" id="{589CA464-8312-FC4F-D669-814B97B3541C}"/>
                </a:ext>
              </a:extLst>
            </p:cNvPr>
            <p:cNvSpPr/>
            <p:nvPr/>
          </p:nvSpPr>
          <p:spPr>
            <a:xfrm>
              <a:off x="287886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01" name="pg3651">
              <a:extLst>
                <a:ext uri="{FF2B5EF4-FFF2-40B4-BE49-F238E27FC236}">
                  <a16:creationId xmlns:a16="http://schemas.microsoft.com/office/drawing/2014/main" id="{DBC902E5-7B0B-4072-1853-68F4B0C8C194}"/>
                </a:ext>
              </a:extLst>
            </p:cNvPr>
            <p:cNvSpPr/>
            <p:nvPr/>
          </p:nvSpPr>
          <p:spPr>
            <a:xfrm>
              <a:off x="2890502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02" name="pg3652">
              <a:extLst>
                <a:ext uri="{FF2B5EF4-FFF2-40B4-BE49-F238E27FC236}">
                  <a16:creationId xmlns:a16="http://schemas.microsoft.com/office/drawing/2014/main" id="{7730E576-7250-1402-F63A-41F110A73B98}"/>
                </a:ext>
              </a:extLst>
            </p:cNvPr>
            <p:cNvSpPr/>
            <p:nvPr/>
          </p:nvSpPr>
          <p:spPr>
            <a:xfrm>
              <a:off x="2902139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03" name="pg3653">
              <a:extLst>
                <a:ext uri="{FF2B5EF4-FFF2-40B4-BE49-F238E27FC236}">
                  <a16:creationId xmlns:a16="http://schemas.microsoft.com/office/drawing/2014/main" id="{BE2BE0B2-857F-19E7-D26F-8DF0E8181E61}"/>
                </a:ext>
              </a:extLst>
            </p:cNvPr>
            <p:cNvSpPr/>
            <p:nvPr/>
          </p:nvSpPr>
          <p:spPr>
            <a:xfrm>
              <a:off x="2913777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04" name="pg3654">
              <a:extLst>
                <a:ext uri="{FF2B5EF4-FFF2-40B4-BE49-F238E27FC236}">
                  <a16:creationId xmlns:a16="http://schemas.microsoft.com/office/drawing/2014/main" id="{7A3242AB-6544-6514-C4C2-6344E4EE2E22}"/>
                </a:ext>
              </a:extLst>
            </p:cNvPr>
            <p:cNvSpPr/>
            <p:nvPr/>
          </p:nvSpPr>
          <p:spPr>
            <a:xfrm>
              <a:off x="2925414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05" name="pg3655">
              <a:extLst>
                <a:ext uri="{FF2B5EF4-FFF2-40B4-BE49-F238E27FC236}">
                  <a16:creationId xmlns:a16="http://schemas.microsoft.com/office/drawing/2014/main" id="{D02AFDD4-DDAA-DC8D-5C29-A934A47BF7DF}"/>
                </a:ext>
              </a:extLst>
            </p:cNvPr>
            <p:cNvSpPr/>
            <p:nvPr/>
          </p:nvSpPr>
          <p:spPr>
            <a:xfrm>
              <a:off x="4508091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06" name="pg3656">
              <a:extLst>
                <a:ext uri="{FF2B5EF4-FFF2-40B4-BE49-F238E27FC236}">
                  <a16:creationId xmlns:a16="http://schemas.microsoft.com/office/drawing/2014/main" id="{6B64D90D-8631-BE91-996D-11F19AB5B173}"/>
                </a:ext>
              </a:extLst>
            </p:cNvPr>
            <p:cNvSpPr/>
            <p:nvPr/>
          </p:nvSpPr>
          <p:spPr>
            <a:xfrm>
              <a:off x="451972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07" name="pg3657">
              <a:extLst>
                <a:ext uri="{FF2B5EF4-FFF2-40B4-BE49-F238E27FC236}">
                  <a16:creationId xmlns:a16="http://schemas.microsoft.com/office/drawing/2014/main" id="{DF2E03E7-18B6-5AF1-6F78-44D6F1005712}"/>
                </a:ext>
              </a:extLst>
            </p:cNvPr>
            <p:cNvSpPr/>
            <p:nvPr/>
          </p:nvSpPr>
          <p:spPr>
            <a:xfrm>
              <a:off x="4531366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08" name="pg3658">
              <a:extLst>
                <a:ext uri="{FF2B5EF4-FFF2-40B4-BE49-F238E27FC236}">
                  <a16:creationId xmlns:a16="http://schemas.microsoft.com/office/drawing/2014/main" id="{5B3F85C0-82ED-BB6D-49B7-3D7ED694C8C9}"/>
                </a:ext>
              </a:extLst>
            </p:cNvPr>
            <p:cNvSpPr/>
            <p:nvPr/>
          </p:nvSpPr>
          <p:spPr>
            <a:xfrm>
              <a:off x="4543003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09" name="pg3659">
              <a:extLst>
                <a:ext uri="{FF2B5EF4-FFF2-40B4-BE49-F238E27FC236}">
                  <a16:creationId xmlns:a16="http://schemas.microsoft.com/office/drawing/2014/main" id="{FAC4AFA5-7027-3597-8D78-0E3E2A7DADDC}"/>
                </a:ext>
              </a:extLst>
            </p:cNvPr>
            <p:cNvSpPr/>
            <p:nvPr/>
          </p:nvSpPr>
          <p:spPr>
            <a:xfrm>
              <a:off x="4554640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10" name="pg3660">
              <a:extLst>
                <a:ext uri="{FF2B5EF4-FFF2-40B4-BE49-F238E27FC236}">
                  <a16:creationId xmlns:a16="http://schemas.microsoft.com/office/drawing/2014/main" id="{99867FD5-E7A5-CE33-C6BF-5AB99832CD7D}"/>
                </a:ext>
              </a:extLst>
            </p:cNvPr>
            <p:cNvSpPr/>
            <p:nvPr/>
          </p:nvSpPr>
          <p:spPr>
            <a:xfrm>
              <a:off x="456627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11" name="pg3661">
              <a:extLst>
                <a:ext uri="{FF2B5EF4-FFF2-40B4-BE49-F238E27FC236}">
                  <a16:creationId xmlns:a16="http://schemas.microsoft.com/office/drawing/2014/main" id="{3ED66502-2AB0-719A-E8A8-9E532628ABE7}"/>
                </a:ext>
              </a:extLst>
            </p:cNvPr>
            <p:cNvSpPr/>
            <p:nvPr/>
          </p:nvSpPr>
          <p:spPr>
            <a:xfrm>
              <a:off x="457791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12" name="pg3662">
              <a:extLst>
                <a:ext uri="{FF2B5EF4-FFF2-40B4-BE49-F238E27FC236}">
                  <a16:creationId xmlns:a16="http://schemas.microsoft.com/office/drawing/2014/main" id="{6BD2E15A-7880-6A3C-7494-C4B7C5D541DC}"/>
                </a:ext>
              </a:extLst>
            </p:cNvPr>
            <p:cNvSpPr/>
            <p:nvPr/>
          </p:nvSpPr>
          <p:spPr>
            <a:xfrm>
              <a:off x="4589552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13" name="pg3663">
              <a:extLst>
                <a:ext uri="{FF2B5EF4-FFF2-40B4-BE49-F238E27FC236}">
                  <a16:creationId xmlns:a16="http://schemas.microsoft.com/office/drawing/2014/main" id="{31A953A6-E9CF-FEEB-D26E-0384B9D87A67}"/>
                </a:ext>
              </a:extLst>
            </p:cNvPr>
            <p:cNvSpPr/>
            <p:nvPr/>
          </p:nvSpPr>
          <p:spPr>
            <a:xfrm>
              <a:off x="469428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14" name="pg3664">
              <a:extLst>
                <a:ext uri="{FF2B5EF4-FFF2-40B4-BE49-F238E27FC236}">
                  <a16:creationId xmlns:a16="http://schemas.microsoft.com/office/drawing/2014/main" id="{72882143-C89A-333E-D77B-D1EE547CEF7F}"/>
                </a:ext>
              </a:extLst>
            </p:cNvPr>
            <p:cNvSpPr/>
            <p:nvPr/>
          </p:nvSpPr>
          <p:spPr>
            <a:xfrm>
              <a:off x="470592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15" name="pg3665">
              <a:extLst>
                <a:ext uri="{FF2B5EF4-FFF2-40B4-BE49-F238E27FC236}">
                  <a16:creationId xmlns:a16="http://schemas.microsoft.com/office/drawing/2014/main" id="{D7D75AD5-4DFF-AE35-4EEF-7B0F0C9F9BD9}"/>
                </a:ext>
              </a:extLst>
            </p:cNvPr>
            <p:cNvSpPr/>
            <p:nvPr/>
          </p:nvSpPr>
          <p:spPr>
            <a:xfrm>
              <a:off x="4717563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16" name="pg3666">
              <a:extLst>
                <a:ext uri="{FF2B5EF4-FFF2-40B4-BE49-F238E27FC236}">
                  <a16:creationId xmlns:a16="http://schemas.microsoft.com/office/drawing/2014/main" id="{484D7339-BA36-D5D6-4F8F-9B973DA30B14}"/>
                </a:ext>
              </a:extLst>
            </p:cNvPr>
            <p:cNvSpPr/>
            <p:nvPr/>
          </p:nvSpPr>
          <p:spPr>
            <a:xfrm>
              <a:off x="4729200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17" name="pg3667">
              <a:extLst>
                <a:ext uri="{FF2B5EF4-FFF2-40B4-BE49-F238E27FC236}">
                  <a16:creationId xmlns:a16="http://schemas.microsoft.com/office/drawing/2014/main" id="{B0C2402F-6291-3EF6-10C0-EB14DC877BA9}"/>
                </a:ext>
              </a:extLst>
            </p:cNvPr>
            <p:cNvSpPr/>
            <p:nvPr/>
          </p:nvSpPr>
          <p:spPr>
            <a:xfrm>
              <a:off x="2890502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18" name="pg3668">
              <a:extLst>
                <a:ext uri="{FF2B5EF4-FFF2-40B4-BE49-F238E27FC236}">
                  <a16:creationId xmlns:a16="http://schemas.microsoft.com/office/drawing/2014/main" id="{082295CA-7474-9C7D-7980-15D26D1EB27E}"/>
                </a:ext>
              </a:extLst>
            </p:cNvPr>
            <p:cNvSpPr/>
            <p:nvPr/>
          </p:nvSpPr>
          <p:spPr>
            <a:xfrm>
              <a:off x="2902139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19" name="pg3669">
              <a:extLst>
                <a:ext uri="{FF2B5EF4-FFF2-40B4-BE49-F238E27FC236}">
                  <a16:creationId xmlns:a16="http://schemas.microsoft.com/office/drawing/2014/main" id="{B2B1FE56-56CC-C5FF-7FF7-1776D40FDE59}"/>
                </a:ext>
              </a:extLst>
            </p:cNvPr>
            <p:cNvSpPr/>
            <p:nvPr/>
          </p:nvSpPr>
          <p:spPr>
            <a:xfrm>
              <a:off x="2913777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20" name="pg3670">
              <a:extLst>
                <a:ext uri="{FF2B5EF4-FFF2-40B4-BE49-F238E27FC236}">
                  <a16:creationId xmlns:a16="http://schemas.microsoft.com/office/drawing/2014/main" id="{77D47FE7-EAF5-11E4-0D79-02C7C044C4CE}"/>
                </a:ext>
              </a:extLst>
            </p:cNvPr>
            <p:cNvSpPr/>
            <p:nvPr/>
          </p:nvSpPr>
          <p:spPr>
            <a:xfrm>
              <a:off x="2925414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21" name="pg3671">
              <a:extLst>
                <a:ext uri="{FF2B5EF4-FFF2-40B4-BE49-F238E27FC236}">
                  <a16:creationId xmlns:a16="http://schemas.microsoft.com/office/drawing/2014/main" id="{57BC3858-CD7C-1557-9290-5FDDBC0EC625}"/>
                </a:ext>
              </a:extLst>
            </p:cNvPr>
            <p:cNvSpPr/>
            <p:nvPr/>
          </p:nvSpPr>
          <p:spPr>
            <a:xfrm>
              <a:off x="451972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22" name="pg3672">
              <a:extLst>
                <a:ext uri="{FF2B5EF4-FFF2-40B4-BE49-F238E27FC236}">
                  <a16:creationId xmlns:a16="http://schemas.microsoft.com/office/drawing/2014/main" id="{9F846C71-3A4E-8585-E4DF-298635A41584}"/>
                </a:ext>
              </a:extLst>
            </p:cNvPr>
            <p:cNvSpPr/>
            <p:nvPr/>
          </p:nvSpPr>
          <p:spPr>
            <a:xfrm>
              <a:off x="4531366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23" name="pg3673">
              <a:extLst>
                <a:ext uri="{FF2B5EF4-FFF2-40B4-BE49-F238E27FC236}">
                  <a16:creationId xmlns:a16="http://schemas.microsoft.com/office/drawing/2014/main" id="{9C2CD830-6D5D-993C-669C-378CEFB779AD}"/>
                </a:ext>
              </a:extLst>
            </p:cNvPr>
            <p:cNvSpPr/>
            <p:nvPr/>
          </p:nvSpPr>
          <p:spPr>
            <a:xfrm>
              <a:off x="4543003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24" name="pg3674">
              <a:extLst>
                <a:ext uri="{FF2B5EF4-FFF2-40B4-BE49-F238E27FC236}">
                  <a16:creationId xmlns:a16="http://schemas.microsoft.com/office/drawing/2014/main" id="{3E344084-6C80-7686-9BC4-2F67B2699D08}"/>
                </a:ext>
              </a:extLst>
            </p:cNvPr>
            <p:cNvSpPr/>
            <p:nvPr/>
          </p:nvSpPr>
          <p:spPr>
            <a:xfrm>
              <a:off x="455464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25" name="pg3675">
              <a:extLst>
                <a:ext uri="{FF2B5EF4-FFF2-40B4-BE49-F238E27FC236}">
                  <a16:creationId xmlns:a16="http://schemas.microsoft.com/office/drawing/2014/main" id="{8BAF2B10-FA37-C6BA-6301-B1E288E20840}"/>
                </a:ext>
              </a:extLst>
            </p:cNvPr>
            <p:cNvSpPr/>
            <p:nvPr/>
          </p:nvSpPr>
          <p:spPr>
            <a:xfrm>
              <a:off x="456627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26" name="pg3676">
              <a:extLst>
                <a:ext uri="{FF2B5EF4-FFF2-40B4-BE49-F238E27FC236}">
                  <a16:creationId xmlns:a16="http://schemas.microsoft.com/office/drawing/2014/main" id="{BD8F1141-5932-F4C5-1CCA-5762607ED0A7}"/>
                </a:ext>
              </a:extLst>
            </p:cNvPr>
            <p:cNvSpPr/>
            <p:nvPr/>
          </p:nvSpPr>
          <p:spPr>
            <a:xfrm>
              <a:off x="4577915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27" name="pg3677">
              <a:extLst>
                <a:ext uri="{FF2B5EF4-FFF2-40B4-BE49-F238E27FC236}">
                  <a16:creationId xmlns:a16="http://schemas.microsoft.com/office/drawing/2014/main" id="{3A62D38A-D84C-378C-D655-2E99C3D1E2C3}"/>
                </a:ext>
              </a:extLst>
            </p:cNvPr>
            <p:cNvSpPr/>
            <p:nvPr/>
          </p:nvSpPr>
          <p:spPr>
            <a:xfrm>
              <a:off x="4589552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28" name="pg3678">
              <a:extLst>
                <a:ext uri="{FF2B5EF4-FFF2-40B4-BE49-F238E27FC236}">
                  <a16:creationId xmlns:a16="http://schemas.microsoft.com/office/drawing/2014/main" id="{66D4E725-4ED3-14E6-3F41-F3E27D1E6F8F}"/>
                </a:ext>
              </a:extLst>
            </p:cNvPr>
            <p:cNvSpPr/>
            <p:nvPr/>
          </p:nvSpPr>
          <p:spPr>
            <a:xfrm>
              <a:off x="460119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29" name="pg3679">
              <a:extLst>
                <a:ext uri="{FF2B5EF4-FFF2-40B4-BE49-F238E27FC236}">
                  <a16:creationId xmlns:a16="http://schemas.microsoft.com/office/drawing/2014/main" id="{B97A668C-F4D9-58F2-0C1B-5C2A7808097A}"/>
                </a:ext>
              </a:extLst>
            </p:cNvPr>
            <p:cNvSpPr/>
            <p:nvPr/>
          </p:nvSpPr>
          <p:spPr>
            <a:xfrm>
              <a:off x="4682651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30" name="pg3680">
              <a:extLst>
                <a:ext uri="{FF2B5EF4-FFF2-40B4-BE49-F238E27FC236}">
                  <a16:creationId xmlns:a16="http://schemas.microsoft.com/office/drawing/2014/main" id="{D7F15329-9EFF-85A9-FBE0-36337144C707}"/>
                </a:ext>
              </a:extLst>
            </p:cNvPr>
            <p:cNvSpPr/>
            <p:nvPr/>
          </p:nvSpPr>
          <p:spPr>
            <a:xfrm>
              <a:off x="469428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31" name="pg3681">
              <a:extLst>
                <a:ext uri="{FF2B5EF4-FFF2-40B4-BE49-F238E27FC236}">
                  <a16:creationId xmlns:a16="http://schemas.microsoft.com/office/drawing/2014/main" id="{30CEE986-04E1-4AC7-7CD9-D198DED74CC1}"/>
                </a:ext>
              </a:extLst>
            </p:cNvPr>
            <p:cNvSpPr/>
            <p:nvPr/>
          </p:nvSpPr>
          <p:spPr>
            <a:xfrm>
              <a:off x="4705925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32" name="pg3682">
              <a:extLst>
                <a:ext uri="{FF2B5EF4-FFF2-40B4-BE49-F238E27FC236}">
                  <a16:creationId xmlns:a16="http://schemas.microsoft.com/office/drawing/2014/main" id="{B3253BDA-3CB8-3BF9-ABF2-115E57B25E1F}"/>
                </a:ext>
              </a:extLst>
            </p:cNvPr>
            <p:cNvSpPr/>
            <p:nvPr/>
          </p:nvSpPr>
          <p:spPr>
            <a:xfrm>
              <a:off x="4717563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33" name="pg3683">
              <a:extLst>
                <a:ext uri="{FF2B5EF4-FFF2-40B4-BE49-F238E27FC236}">
                  <a16:creationId xmlns:a16="http://schemas.microsoft.com/office/drawing/2014/main" id="{58BD0B0C-E9EE-66EF-C90E-76CFC4B1A031}"/>
                </a:ext>
              </a:extLst>
            </p:cNvPr>
            <p:cNvSpPr/>
            <p:nvPr/>
          </p:nvSpPr>
          <p:spPr>
            <a:xfrm>
              <a:off x="472920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34" name="pg3684">
              <a:extLst>
                <a:ext uri="{FF2B5EF4-FFF2-40B4-BE49-F238E27FC236}">
                  <a16:creationId xmlns:a16="http://schemas.microsoft.com/office/drawing/2014/main" id="{243680C6-FBED-E34E-C90C-D2BDCBBDE9AF}"/>
                </a:ext>
              </a:extLst>
            </p:cNvPr>
            <p:cNvSpPr/>
            <p:nvPr/>
          </p:nvSpPr>
          <p:spPr>
            <a:xfrm>
              <a:off x="2890502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35" name="pg3685">
              <a:extLst>
                <a:ext uri="{FF2B5EF4-FFF2-40B4-BE49-F238E27FC236}">
                  <a16:creationId xmlns:a16="http://schemas.microsoft.com/office/drawing/2014/main" id="{A263B4CF-BA97-C725-9FDE-0FA5F93ED589}"/>
                </a:ext>
              </a:extLst>
            </p:cNvPr>
            <p:cNvSpPr/>
            <p:nvPr/>
          </p:nvSpPr>
          <p:spPr>
            <a:xfrm>
              <a:off x="2902139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36" name="pg3686">
              <a:extLst>
                <a:ext uri="{FF2B5EF4-FFF2-40B4-BE49-F238E27FC236}">
                  <a16:creationId xmlns:a16="http://schemas.microsoft.com/office/drawing/2014/main" id="{DAEF9D8A-B37D-374D-5AC7-B8BC1028DF5D}"/>
                </a:ext>
              </a:extLst>
            </p:cNvPr>
            <p:cNvSpPr/>
            <p:nvPr/>
          </p:nvSpPr>
          <p:spPr>
            <a:xfrm>
              <a:off x="2913777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37" name="pg3687">
              <a:extLst>
                <a:ext uri="{FF2B5EF4-FFF2-40B4-BE49-F238E27FC236}">
                  <a16:creationId xmlns:a16="http://schemas.microsoft.com/office/drawing/2014/main" id="{BEEDDA46-E4CC-439F-C007-A2BC5FC62691}"/>
                </a:ext>
              </a:extLst>
            </p:cNvPr>
            <p:cNvSpPr/>
            <p:nvPr/>
          </p:nvSpPr>
          <p:spPr>
            <a:xfrm>
              <a:off x="2925414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38" name="pg3688">
              <a:extLst>
                <a:ext uri="{FF2B5EF4-FFF2-40B4-BE49-F238E27FC236}">
                  <a16:creationId xmlns:a16="http://schemas.microsoft.com/office/drawing/2014/main" id="{7D800374-0F48-78EB-79D7-CB4483DFB310}"/>
                </a:ext>
              </a:extLst>
            </p:cNvPr>
            <p:cNvSpPr/>
            <p:nvPr/>
          </p:nvSpPr>
          <p:spPr>
            <a:xfrm>
              <a:off x="4531366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39" name="pg3689">
              <a:extLst>
                <a:ext uri="{FF2B5EF4-FFF2-40B4-BE49-F238E27FC236}">
                  <a16:creationId xmlns:a16="http://schemas.microsoft.com/office/drawing/2014/main" id="{384C575C-9585-F025-15EE-468609F0B598}"/>
                </a:ext>
              </a:extLst>
            </p:cNvPr>
            <p:cNvSpPr/>
            <p:nvPr/>
          </p:nvSpPr>
          <p:spPr>
            <a:xfrm>
              <a:off x="4543003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40" name="pg3690">
              <a:extLst>
                <a:ext uri="{FF2B5EF4-FFF2-40B4-BE49-F238E27FC236}">
                  <a16:creationId xmlns:a16="http://schemas.microsoft.com/office/drawing/2014/main" id="{DE32F305-65D7-7EBC-D95F-568282E5DDFC}"/>
                </a:ext>
              </a:extLst>
            </p:cNvPr>
            <p:cNvSpPr/>
            <p:nvPr/>
          </p:nvSpPr>
          <p:spPr>
            <a:xfrm>
              <a:off x="455464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41" name="pg3691">
              <a:extLst>
                <a:ext uri="{FF2B5EF4-FFF2-40B4-BE49-F238E27FC236}">
                  <a16:creationId xmlns:a16="http://schemas.microsoft.com/office/drawing/2014/main" id="{4ED74CA8-131B-9294-66C0-DFEEA64AB1FF}"/>
                </a:ext>
              </a:extLst>
            </p:cNvPr>
            <p:cNvSpPr/>
            <p:nvPr/>
          </p:nvSpPr>
          <p:spPr>
            <a:xfrm>
              <a:off x="4566278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42" name="pg3692">
              <a:extLst>
                <a:ext uri="{FF2B5EF4-FFF2-40B4-BE49-F238E27FC236}">
                  <a16:creationId xmlns:a16="http://schemas.microsoft.com/office/drawing/2014/main" id="{FD5ACA0B-C129-801F-864D-C1024D4FA8FF}"/>
                </a:ext>
              </a:extLst>
            </p:cNvPr>
            <p:cNvSpPr/>
            <p:nvPr/>
          </p:nvSpPr>
          <p:spPr>
            <a:xfrm>
              <a:off x="4577915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43" name="pg3693">
              <a:extLst>
                <a:ext uri="{FF2B5EF4-FFF2-40B4-BE49-F238E27FC236}">
                  <a16:creationId xmlns:a16="http://schemas.microsoft.com/office/drawing/2014/main" id="{1A93E7E6-9BF0-CD23-51B1-7302A887B5D0}"/>
                </a:ext>
              </a:extLst>
            </p:cNvPr>
            <p:cNvSpPr/>
            <p:nvPr/>
          </p:nvSpPr>
          <p:spPr>
            <a:xfrm>
              <a:off x="4589552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44" name="pg3694">
              <a:extLst>
                <a:ext uri="{FF2B5EF4-FFF2-40B4-BE49-F238E27FC236}">
                  <a16:creationId xmlns:a16="http://schemas.microsoft.com/office/drawing/2014/main" id="{CFC1D1BA-192C-2A67-200D-A28D5B6A6BCF}"/>
                </a:ext>
              </a:extLst>
            </p:cNvPr>
            <p:cNvSpPr/>
            <p:nvPr/>
          </p:nvSpPr>
          <p:spPr>
            <a:xfrm>
              <a:off x="460119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45" name="pg3695">
              <a:extLst>
                <a:ext uri="{FF2B5EF4-FFF2-40B4-BE49-F238E27FC236}">
                  <a16:creationId xmlns:a16="http://schemas.microsoft.com/office/drawing/2014/main" id="{45D753A0-85D9-F260-2DB7-1BF2A20E8406}"/>
                </a:ext>
              </a:extLst>
            </p:cNvPr>
            <p:cNvSpPr/>
            <p:nvPr/>
          </p:nvSpPr>
          <p:spPr>
            <a:xfrm>
              <a:off x="4682651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46" name="pg3696">
              <a:extLst>
                <a:ext uri="{FF2B5EF4-FFF2-40B4-BE49-F238E27FC236}">
                  <a16:creationId xmlns:a16="http://schemas.microsoft.com/office/drawing/2014/main" id="{A1FF674E-2175-1303-207D-E9F2F8A25146}"/>
                </a:ext>
              </a:extLst>
            </p:cNvPr>
            <p:cNvSpPr/>
            <p:nvPr/>
          </p:nvSpPr>
          <p:spPr>
            <a:xfrm>
              <a:off x="4694288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47" name="pg3697">
              <a:extLst>
                <a:ext uri="{FF2B5EF4-FFF2-40B4-BE49-F238E27FC236}">
                  <a16:creationId xmlns:a16="http://schemas.microsoft.com/office/drawing/2014/main" id="{9B31847D-87B6-D5A9-1D65-1950BC064C33}"/>
                </a:ext>
              </a:extLst>
            </p:cNvPr>
            <p:cNvSpPr/>
            <p:nvPr/>
          </p:nvSpPr>
          <p:spPr>
            <a:xfrm>
              <a:off x="4705925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48" name="pg3698">
              <a:extLst>
                <a:ext uri="{FF2B5EF4-FFF2-40B4-BE49-F238E27FC236}">
                  <a16:creationId xmlns:a16="http://schemas.microsoft.com/office/drawing/2014/main" id="{528024BD-8763-2B5B-7205-4103E255A58F}"/>
                </a:ext>
              </a:extLst>
            </p:cNvPr>
            <p:cNvSpPr/>
            <p:nvPr/>
          </p:nvSpPr>
          <p:spPr>
            <a:xfrm>
              <a:off x="4717563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49" name="pg3699">
              <a:extLst>
                <a:ext uri="{FF2B5EF4-FFF2-40B4-BE49-F238E27FC236}">
                  <a16:creationId xmlns:a16="http://schemas.microsoft.com/office/drawing/2014/main" id="{95155954-F637-1D6F-029A-AF546FE4DD60}"/>
                </a:ext>
              </a:extLst>
            </p:cNvPr>
            <p:cNvSpPr/>
            <p:nvPr/>
          </p:nvSpPr>
          <p:spPr>
            <a:xfrm>
              <a:off x="472920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50" name="pg3700">
              <a:extLst>
                <a:ext uri="{FF2B5EF4-FFF2-40B4-BE49-F238E27FC236}">
                  <a16:creationId xmlns:a16="http://schemas.microsoft.com/office/drawing/2014/main" id="{981B103F-8A7A-F920-DBE7-165C83FDF4F8}"/>
                </a:ext>
              </a:extLst>
            </p:cNvPr>
            <p:cNvSpPr/>
            <p:nvPr/>
          </p:nvSpPr>
          <p:spPr>
            <a:xfrm>
              <a:off x="287886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51" name="pg3701">
              <a:extLst>
                <a:ext uri="{FF2B5EF4-FFF2-40B4-BE49-F238E27FC236}">
                  <a16:creationId xmlns:a16="http://schemas.microsoft.com/office/drawing/2014/main" id="{1C9ACACC-9754-FC45-129C-E9DDB3FE7D14}"/>
                </a:ext>
              </a:extLst>
            </p:cNvPr>
            <p:cNvSpPr/>
            <p:nvPr/>
          </p:nvSpPr>
          <p:spPr>
            <a:xfrm>
              <a:off x="2890502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52" name="pg3702">
              <a:extLst>
                <a:ext uri="{FF2B5EF4-FFF2-40B4-BE49-F238E27FC236}">
                  <a16:creationId xmlns:a16="http://schemas.microsoft.com/office/drawing/2014/main" id="{7C5E9EAB-214B-FF0B-29E4-83075CF5B87D}"/>
                </a:ext>
              </a:extLst>
            </p:cNvPr>
            <p:cNvSpPr/>
            <p:nvPr/>
          </p:nvSpPr>
          <p:spPr>
            <a:xfrm>
              <a:off x="2902139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53" name="pg3703">
              <a:extLst>
                <a:ext uri="{FF2B5EF4-FFF2-40B4-BE49-F238E27FC236}">
                  <a16:creationId xmlns:a16="http://schemas.microsoft.com/office/drawing/2014/main" id="{9FCFB8E1-0C2F-1908-AE90-963FF8235321}"/>
                </a:ext>
              </a:extLst>
            </p:cNvPr>
            <p:cNvSpPr/>
            <p:nvPr/>
          </p:nvSpPr>
          <p:spPr>
            <a:xfrm>
              <a:off x="2913777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54" name="pg3704">
              <a:extLst>
                <a:ext uri="{FF2B5EF4-FFF2-40B4-BE49-F238E27FC236}">
                  <a16:creationId xmlns:a16="http://schemas.microsoft.com/office/drawing/2014/main" id="{2CE56818-6062-5987-5766-E0180E60C93F}"/>
                </a:ext>
              </a:extLst>
            </p:cNvPr>
            <p:cNvSpPr/>
            <p:nvPr/>
          </p:nvSpPr>
          <p:spPr>
            <a:xfrm>
              <a:off x="2925414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55" name="pg3705">
              <a:extLst>
                <a:ext uri="{FF2B5EF4-FFF2-40B4-BE49-F238E27FC236}">
                  <a16:creationId xmlns:a16="http://schemas.microsoft.com/office/drawing/2014/main" id="{AA664981-D5CC-9E85-5DE7-A6B02BBC7EC9}"/>
                </a:ext>
              </a:extLst>
            </p:cNvPr>
            <p:cNvSpPr/>
            <p:nvPr/>
          </p:nvSpPr>
          <p:spPr>
            <a:xfrm>
              <a:off x="454300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56" name="pg3706">
              <a:extLst>
                <a:ext uri="{FF2B5EF4-FFF2-40B4-BE49-F238E27FC236}">
                  <a16:creationId xmlns:a16="http://schemas.microsoft.com/office/drawing/2014/main" id="{099E4DCC-7383-252A-3217-7D0F593FA8D9}"/>
                </a:ext>
              </a:extLst>
            </p:cNvPr>
            <p:cNvSpPr/>
            <p:nvPr/>
          </p:nvSpPr>
          <p:spPr>
            <a:xfrm>
              <a:off x="455464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57" name="pg3707">
              <a:extLst>
                <a:ext uri="{FF2B5EF4-FFF2-40B4-BE49-F238E27FC236}">
                  <a16:creationId xmlns:a16="http://schemas.microsoft.com/office/drawing/2014/main" id="{352EE520-C1D4-9265-255F-A97E731A0B76}"/>
                </a:ext>
              </a:extLst>
            </p:cNvPr>
            <p:cNvSpPr/>
            <p:nvPr/>
          </p:nvSpPr>
          <p:spPr>
            <a:xfrm>
              <a:off x="4566278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58" name="pg3708">
              <a:extLst>
                <a:ext uri="{FF2B5EF4-FFF2-40B4-BE49-F238E27FC236}">
                  <a16:creationId xmlns:a16="http://schemas.microsoft.com/office/drawing/2014/main" id="{C45D0551-343A-2D7C-0D11-273B4E861858}"/>
                </a:ext>
              </a:extLst>
            </p:cNvPr>
            <p:cNvSpPr/>
            <p:nvPr/>
          </p:nvSpPr>
          <p:spPr>
            <a:xfrm>
              <a:off x="457791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59" name="pg3709">
              <a:extLst>
                <a:ext uri="{FF2B5EF4-FFF2-40B4-BE49-F238E27FC236}">
                  <a16:creationId xmlns:a16="http://schemas.microsoft.com/office/drawing/2014/main" id="{F5B44AA8-66ED-E46E-C0F9-5F67D2FB241B}"/>
                </a:ext>
              </a:extLst>
            </p:cNvPr>
            <p:cNvSpPr/>
            <p:nvPr/>
          </p:nvSpPr>
          <p:spPr>
            <a:xfrm>
              <a:off x="4589552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60" name="pg3710">
              <a:extLst>
                <a:ext uri="{FF2B5EF4-FFF2-40B4-BE49-F238E27FC236}">
                  <a16:creationId xmlns:a16="http://schemas.microsoft.com/office/drawing/2014/main" id="{0CB0C04E-5CB4-A0BE-5683-DD94E18B060C}"/>
                </a:ext>
              </a:extLst>
            </p:cNvPr>
            <p:cNvSpPr/>
            <p:nvPr/>
          </p:nvSpPr>
          <p:spPr>
            <a:xfrm>
              <a:off x="460119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61" name="pg3711">
              <a:extLst>
                <a:ext uri="{FF2B5EF4-FFF2-40B4-BE49-F238E27FC236}">
                  <a16:creationId xmlns:a16="http://schemas.microsoft.com/office/drawing/2014/main" id="{F1B606B3-BA9F-F915-4435-55D2D6060AF1}"/>
                </a:ext>
              </a:extLst>
            </p:cNvPr>
            <p:cNvSpPr/>
            <p:nvPr/>
          </p:nvSpPr>
          <p:spPr>
            <a:xfrm>
              <a:off x="4612827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62" name="pg3712">
              <a:extLst>
                <a:ext uri="{FF2B5EF4-FFF2-40B4-BE49-F238E27FC236}">
                  <a16:creationId xmlns:a16="http://schemas.microsoft.com/office/drawing/2014/main" id="{D14903DF-7366-EFC8-585B-D385C3A0AD0F}"/>
                </a:ext>
              </a:extLst>
            </p:cNvPr>
            <p:cNvSpPr/>
            <p:nvPr/>
          </p:nvSpPr>
          <p:spPr>
            <a:xfrm>
              <a:off x="467101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63" name="pg3713">
              <a:extLst>
                <a:ext uri="{FF2B5EF4-FFF2-40B4-BE49-F238E27FC236}">
                  <a16:creationId xmlns:a16="http://schemas.microsoft.com/office/drawing/2014/main" id="{707BFD9E-2E21-8BC2-DFC1-101CD503C13A}"/>
                </a:ext>
              </a:extLst>
            </p:cNvPr>
            <p:cNvSpPr/>
            <p:nvPr/>
          </p:nvSpPr>
          <p:spPr>
            <a:xfrm>
              <a:off x="4682651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64" name="pg3714">
              <a:extLst>
                <a:ext uri="{FF2B5EF4-FFF2-40B4-BE49-F238E27FC236}">
                  <a16:creationId xmlns:a16="http://schemas.microsoft.com/office/drawing/2014/main" id="{40185F54-3BE3-ED87-0F65-1D88F1F53B13}"/>
                </a:ext>
              </a:extLst>
            </p:cNvPr>
            <p:cNvSpPr/>
            <p:nvPr/>
          </p:nvSpPr>
          <p:spPr>
            <a:xfrm>
              <a:off x="4694288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65" name="pg3715">
              <a:extLst>
                <a:ext uri="{FF2B5EF4-FFF2-40B4-BE49-F238E27FC236}">
                  <a16:creationId xmlns:a16="http://schemas.microsoft.com/office/drawing/2014/main" id="{88156979-12FC-20CA-DED0-22A3AB396074}"/>
                </a:ext>
              </a:extLst>
            </p:cNvPr>
            <p:cNvSpPr/>
            <p:nvPr/>
          </p:nvSpPr>
          <p:spPr>
            <a:xfrm>
              <a:off x="470592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66" name="pg3716">
              <a:extLst>
                <a:ext uri="{FF2B5EF4-FFF2-40B4-BE49-F238E27FC236}">
                  <a16:creationId xmlns:a16="http://schemas.microsoft.com/office/drawing/2014/main" id="{F0A5FE45-36F1-01F7-489F-4F757A49CDB9}"/>
                </a:ext>
              </a:extLst>
            </p:cNvPr>
            <p:cNvSpPr/>
            <p:nvPr/>
          </p:nvSpPr>
          <p:spPr>
            <a:xfrm>
              <a:off x="471756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67" name="pg3717">
              <a:extLst>
                <a:ext uri="{FF2B5EF4-FFF2-40B4-BE49-F238E27FC236}">
                  <a16:creationId xmlns:a16="http://schemas.microsoft.com/office/drawing/2014/main" id="{D1C732D5-FBAE-D24E-8716-78781623C400}"/>
                </a:ext>
              </a:extLst>
            </p:cNvPr>
            <p:cNvSpPr/>
            <p:nvPr/>
          </p:nvSpPr>
          <p:spPr>
            <a:xfrm>
              <a:off x="472920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68" name="pg3718">
              <a:extLst>
                <a:ext uri="{FF2B5EF4-FFF2-40B4-BE49-F238E27FC236}">
                  <a16:creationId xmlns:a16="http://schemas.microsoft.com/office/drawing/2014/main" id="{54038887-220F-DEF2-7B30-D7F9340A9046}"/>
                </a:ext>
              </a:extLst>
            </p:cNvPr>
            <p:cNvSpPr/>
            <p:nvPr/>
          </p:nvSpPr>
          <p:spPr>
            <a:xfrm>
              <a:off x="287886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69" name="pg3719">
              <a:extLst>
                <a:ext uri="{FF2B5EF4-FFF2-40B4-BE49-F238E27FC236}">
                  <a16:creationId xmlns:a16="http://schemas.microsoft.com/office/drawing/2014/main" id="{D3485404-4207-1AA1-51AB-0D0C617EBA8B}"/>
                </a:ext>
              </a:extLst>
            </p:cNvPr>
            <p:cNvSpPr/>
            <p:nvPr/>
          </p:nvSpPr>
          <p:spPr>
            <a:xfrm>
              <a:off x="2890502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70" name="pg3720">
              <a:extLst>
                <a:ext uri="{FF2B5EF4-FFF2-40B4-BE49-F238E27FC236}">
                  <a16:creationId xmlns:a16="http://schemas.microsoft.com/office/drawing/2014/main" id="{55DBE068-4088-554E-6097-8BA77B9BEE98}"/>
                </a:ext>
              </a:extLst>
            </p:cNvPr>
            <p:cNvSpPr/>
            <p:nvPr/>
          </p:nvSpPr>
          <p:spPr>
            <a:xfrm>
              <a:off x="2902139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71" name="pg3721">
              <a:extLst>
                <a:ext uri="{FF2B5EF4-FFF2-40B4-BE49-F238E27FC236}">
                  <a16:creationId xmlns:a16="http://schemas.microsoft.com/office/drawing/2014/main" id="{9E978382-A007-0969-61FE-A64D52DC3196}"/>
                </a:ext>
              </a:extLst>
            </p:cNvPr>
            <p:cNvSpPr/>
            <p:nvPr/>
          </p:nvSpPr>
          <p:spPr>
            <a:xfrm>
              <a:off x="2913777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72" name="pg3722">
              <a:extLst>
                <a:ext uri="{FF2B5EF4-FFF2-40B4-BE49-F238E27FC236}">
                  <a16:creationId xmlns:a16="http://schemas.microsoft.com/office/drawing/2014/main" id="{F1999F57-0B4A-0CF8-2796-736A7F240BB4}"/>
                </a:ext>
              </a:extLst>
            </p:cNvPr>
            <p:cNvSpPr/>
            <p:nvPr/>
          </p:nvSpPr>
          <p:spPr>
            <a:xfrm>
              <a:off x="2925414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73" name="pg3723">
              <a:extLst>
                <a:ext uri="{FF2B5EF4-FFF2-40B4-BE49-F238E27FC236}">
                  <a16:creationId xmlns:a16="http://schemas.microsoft.com/office/drawing/2014/main" id="{F00CA8B4-9742-EB29-781E-849E5E20E8FB}"/>
                </a:ext>
              </a:extLst>
            </p:cNvPr>
            <p:cNvSpPr/>
            <p:nvPr/>
          </p:nvSpPr>
          <p:spPr>
            <a:xfrm>
              <a:off x="4566278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74" name="pg3724">
              <a:extLst>
                <a:ext uri="{FF2B5EF4-FFF2-40B4-BE49-F238E27FC236}">
                  <a16:creationId xmlns:a16="http://schemas.microsoft.com/office/drawing/2014/main" id="{8E7C73A3-3B8B-7761-098C-35F56EA2FBA9}"/>
                </a:ext>
              </a:extLst>
            </p:cNvPr>
            <p:cNvSpPr/>
            <p:nvPr/>
          </p:nvSpPr>
          <p:spPr>
            <a:xfrm>
              <a:off x="457791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75" name="pg3725">
              <a:extLst>
                <a:ext uri="{FF2B5EF4-FFF2-40B4-BE49-F238E27FC236}">
                  <a16:creationId xmlns:a16="http://schemas.microsoft.com/office/drawing/2014/main" id="{4C3C60B1-5A9E-E7C0-9E63-842C9F866C56}"/>
                </a:ext>
              </a:extLst>
            </p:cNvPr>
            <p:cNvSpPr/>
            <p:nvPr/>
          </p:nvSpPr>
          <p:spPr>
            <a:xfrm>
              <a:off x="4589552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76" name="pg3726">
              <a:extLst>
                <a:ext uri="{FF2B5EF4-FFF2-40B4-BE49-F238E27FC236}">
                  <a16:creationId xmlns:a16="http://schemas.microsoft.com/office/drawing/2014/main" id="{4674E671-7917-E075-EA50-6002C2E80376}"/>
                </a:ext>
              </a:extLst>
            </p:cNvPr>
            <p:cNvSpPr/>
            <p:nvPr/>
          </p:nvSpPr>
          <p:spPr>
            <a:xfrm>
              <a:off x="4601190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77" name="pg3727">
              <a:extLst>
                <a:ext uri="{FF2B5EF4-FFF2-40B4-BE49-F238E27FC236}">
                  <a16:creationId xmlns:a16="http://schemas.microsoft.com/office/drawing/2014/main" id="{0541B56F-01B7-E56E-6C8C-DFD4BEC380F5}"/>
                </a:ext>
              </a:extLst>
            </p:cNvPr>
            <p:cNvSpPr/>
            <p:nvPr/>
          </p:nvSpPr>
          <p:spPr>
            <a:xfrm>
              <a:off x="4612827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78" name="pg3728">
              <a:extLst>
                <a:ext uri="{FF2B5EF4-FFF2-40B4-BE49-F238E27FC236}">
                  <a16:creationId xmlns:a16="http://schemas.microsoft.com/office/drawing/2014/main" id="{F6356A6D-1B87-FD5B-3920-768200E0A853}"/>
                </a:ext>
              </a:extLst>
            </p:cNvPr>
            <p:cNvSpPr/>
            <p:nvPr/>
          </p:nvSpPr>
          <p:spPr>
            <a:xfrm>
              <a:off x="4671013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79" name="pg3729">
              <a:extLst>
                <a:ext uri="{FF2B5EF4-FFF2-40B4-BE49-F238E27FC236}">
                  <a16:creationId xmlns:a16="http://schemas.microsoft.com/office/drawing/2014/main" id="{5F993773-96B9-15FB-B241-AF211BDA052F}"/>
                </a:ext>
              </a:extLst>
            </p:cNvPr>
            <p:cNvSpPr/>
            <p:nvPr/>
          </p:nvSpPr>
          <p:spPr>
            <a:xfrm>
              <a:off x="4682651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80" name="pg3730">
              <a:extLst>
                <a:ext uri="{FF2B5EF4-FFF2-40B4-BE49-F238E27FC236}">
                  <a16:creationId xmlns:a16="http://schemas.microsoft.com/office/drawing/2014/main" id="{2D94EAFF-4918-F66A-81E1-7A83444725C9}"/>
                </a:ext>
              </a:extLst>
            </p:cNvPr>
            <p:cNvSpPr/>
            <p:nvPr/>
          </p:nvSpPr>
          <p:spPr>
            <a:xfrm>
              <a:off x="4694288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81" name="pg3731">
              <a:extLst>
                <a:ext uri="{FF2B5EF4-FFF2-40B4-BE49-F238E27FC236}">
                  <a16:creationId xmlns:a16="http://schemas.microsoft.com/office/drawing/2014/main" id="{052C2E14-43D3-B5B8-54CC-C56410452228}"/>
                </a:ext>
              </a:extLst>
            </p:cNvPr>
            <p:cNvSpPr/>
            <p:nvPr/>
          </p:nvSpPr>
          <p:spPr>
            <a:xfrm>
              <a:off x="470592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82" name="pg3732">
              <a:extLst>
                <a:ext uri="{FF2B5EF4-FFF2-40B4-BE49-F238E27FC236}">
                  <a16:creationId xmlns:a16="http://schemas.microsoft.com/office/drawing/2014/main" id="{4118D52C-D761-C130-660F-FF6847DF8C00}"/>
                </a:ext>
              </a:extLst>
            </p:cNvPr>
            <p:cNvSpPr/>
            <p:nvPr/>
          </p:nvSpPr>
          <p:spPr>
            <a:xfrm>
              <a:off x="4717563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83" name="pg3733">
              <a:extLst>
                <a:ext uri="{FF2B5EF4-FFF2-40B4-BE49-F238E27FC236}">
                  <a16:creationId xmlns:a16="http://schemas.microsoft.com/office/drawing/2014/main" id="{4F103361-45E4-DBB6-C2AD-2B56F8197EF9}"/>
                </a:ext>
              </a:extLst>
            </p:cNvPr>
            <p:cNvSpPr/>
            <p:nvPr/>
          </p:nvSpPr>
          <p:spPr>
            <a:xfrm>
              <a:off x="286722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84" name="pg3734">
              <a:extLst>
                <a:ext uri="{FF2B5EF4-FFF2-40B4-BE49-F238E27FC236}">
                  <a16:creationId xmlns:a16="http://schemas.microsoft.com/office/drawing/2014/main" id="{8FEF3D7A-67BF-9DF0-A00C-E51E9C3A3232}"/>
                </a:ext>
              </a:extLst>
            </p:cNvPr>
            <p:cNvSpPr/>
            <p:nvPr/>
          </p:nvSpPr>
          <p:spPr>
            <a:xfrm>
              <a:off x="287886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85" name="pg3735">
              <a:extLst>
                <a:ext uri="{FF2B5EF4-FFF2-40B4-BE49-F238E27FC236}">
                  <a16:creationId xmlns:a16="http://schemas.microsoft.com/office/drawing/2014/main" id="{2565EA93-0FF3-ED67-4716-49ACD5A9C6BD}"/>
                </a:ext>
              </a:extLst>
            </p:cNvPr>
            <p:cNvSpPr/>
            <p:nvPr/>
          </p:nvSpPr>
          <p:spPr>
            <a:xfrm>
              <a:off x="2890502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86" name="pg3736">
              <a:extLst>
                <a:ext uri="{FF2B5EF4-FFF2-40B4-BE49-F238E27FC236}">
                  <a16:creationId xmlns:a16="http://schemas.microsoft.com/office/drawing/2014/main" id="{81D869C8-5902-E3EF-90C9-445F7F939492}"/>
                </a:ext>
              </a:extLst>
            </p:cNvPr>
            <p:cNvSpPr/>
            <p:nvPr/>
          </p:nvSpPr>
          <p:spPr>
            <a:xfrm>
              <a:off x="2902139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87" name="pg3737">
              <a:extLst>
                <a:ext uri="{FF2B5EF4-FFF2-40B4-BE49-F238E27FC236}">
                  <a16:creationId xmlns:a16="http://schemas.microsoft.com/office/drawing/2014/main" id="{87863556-3DFC-6251-E896-D44816F5E222}"/>
                </a:ext>
              </a:extLst>
            </p:cNvPr>
            <p:cNvSpPr/>
            <p:nvPr/>
          </p:nvSpPr>
          <p:spPr>
            <a:xfrm>
              <a:off x="291377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88" name="pg3738">
              <a:extLst>
                <a:ext uri="{FF2B5EF4-FFF2-40B4-BE49-F238E27FC236}">
                  <a16:creationId xmlns:a16="http://schemas.microsoft.com/office/drawing/2014/main" id="{0D2B4630-96C1-8629-1A65-74FD1F67DBC5}"/>
                </a:ext>
              </a:extLst>
            </p:cNvPr>
            <p:cNvSpPr/>
            <p:nvPr/>
          </p:nvSpPr>
          <p:spPr>
            <a:xfrm>
              <a:off x="457791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89" name="pg3739">
              <a:extLst>
                <a:ext uri="{FF2B5EF4-FFF2-40B4-BE49-F238E27FC236}">
                  <a16:creationId xmlns:a16="http://schemas.microsoft.com/office/drawing/2014/main" id="{CCC139C1-36A4-2302-F149-64330AE0B682}"/>
                </a:ext>
              </a:extLst>
            </p:cNvPr>
            <p:cNvSpPr/>
            <p:nvPr/>
          </p:nvSpPr>
          <p:spPr>
            <a:xfrm>
              <a:off x="4589552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90" name="pg3740">
              <a:extLst>
                <a:ext uri="{FF2B5EF4-FFF2-40B4-BE49-F238E27FC236}">
                  <a16:creationId xmlns:a16="http://schemas.microsoft.com/office/drawing/2014/main" id="{8FFE8CFA-A339-0C1E-A505-F704D4C3BBD6}"/>
                </a:ext>
              </a:extLst>
            </p:cNvPr>
            <p:cNvSpPr/>
            <p:nvPr/>
          </p:nvSpPr>
          <p:spPr>
            <a:xfrm>
              <a:off x="4601190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91" name="pg3741">
              <a:extLst>
                <a:ext uri="{FF2B5EF4-FFF2-40B4-BE49-F238E27FC236}">
                  <a16:creationId xmlns:a16="http://schemas.microsoft.com/office/drawing/2014/main" id="{BFA7FD8D-44DD-7B23-1A9F-3B40C3336AD0}"/>
                </a:ext>
              </a:extLst>
            </p:cNvPr>
            <p:cNvSpPr/>
            <p:nvPr/>
          </p:nvSpPr>
          <p:spPr>
            <a:xfrm>
              <a:off x="461282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92" name="pg3742">
              <a:extLst>
                <a:ext uri="{FF2B5EF4-FFF2-40B4-BE49-F238E27FC236}">
                  <a16:creationId xmlns:a16="http://schemas.microsoft.com/office/drawing/2014/main" id="{337E5772-B731-2BB2-D9BE-3A385EA04D77}"/>
                </a:ext>
              </a:extLst>
            </p:cNvPr>
            <p:cNvSpPr/>
            <p:nvPr/>
          </p:nvSpPr>
          <p:spPr>
            <a:xfrm>
              <a:off x="4624464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93" name="pg3743">
              <a:extLst>
                <a:ext uri="{FF2B5EF4-FFF2-40B4-BE49-F238E27FC236}">
                  <a16:creationId xmlns:a16="http://schemas.microsoft.com/office/drawing/2014/main" id="{E320CE8D-1D74-948A-FF0E-58ACC758E07E}"/>
                </a:ext>
              </a:extLst>
            </p:cNvPr>
            <p:cNvSpPr/>
            <p:nvPr/>
          </p:nvSpPr>
          <p:spPr>
            <a:xfrm>
              <a:off x="4636101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94" name="pg3744">
              <a:extLst>
                <a:ext uri="{FF2B5EF4-FFF2-40B4-BE49-F238E27FC236}">
                  <a16:creationId xmlns:a16="http://schemas.microsoft.com/office/drawing/2014/main" id="{B7864BE7-150B-23AC-CE30-966F4B29B3DB}"/>
                </a:ext>
              </a:extLst>
            </p:cNvPr>
            <p:cNvSpPr/>
            <p:nvPr/>
          </p:nvSpPr>
          <p:spPr>
            <a:xfrm>
              <a:off x="4659376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95" name="pg3745">
              <a:extLst>
                <a:ext uri="{FF2B5EF4-FFF2-40B4-BE49-F238E27FC236}">
                  <a16:creationId xmlns:a16="http://schemas.microsoft.com/office/drawing/2014/main" id="{111FE4B1-E0AD-B35A-9054-CE5D6D9D7CFA}"/>
                </a:ext>
              </a:extLst>
            </p:cNvPr>
            <p:cNvSpPr/>
            <p:nvPr/>
          </p:nvSpPr>
          <p:spPr>
            <a:xfrm>
              <a:off x="4671013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96" name="pg3746">
              <a:extLst>
                <a:ext uri="{FF2B5EF4-FFF2-40B4-BE49-F238E27FC236}">
                  <a16:creationId xmlns:a16="http://schemas.microsoft.com/office/drawing/2014/main" id="{D553A354-9963-B8A6-5806-8FBCDCC662D9}"/>
                </a:ext>
              </a:extLst>
            </p:cNvPr>
            <p:cNvSpPr/>
            <p:nvPr/>
          </p:nvSpPr>
          <p:spPr>
            <a:xfrm>
              <a:off x="4682651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97" name="pg3747">
              <a:extLst>
                <a:ext uri="{FF2B5EF4-FFF2-40B4-BE49-F238E27FC236}">
                  <a16:creationId xmlns:a16="http://schemas.microsoft.com/office/drawing/2014/main" id="{73C48071-6675-AFAF-98A7-342AEB3BF4FD}"/>
                </a:ext>
              </a:extLst>
            </p:cNvPr>
            <p:cNvSpPr/>
            <p:nvPr/>
          </p:nvSpPr>
          <p:spPr>
            <a:xfrm>
              <a:off x="4694288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98" name="pg3748">
              <a:extLst>
                <a:ext uri="{FF2B5EF4-FFF2-40B4-BE49-F238E27FC236}">
                  <a16:creationId xmlns:a16="http://schemas.microsoft.com/office/drawing/2014/main" id="{CF5510D5-B6B9-D1A7-CCB9-24C6C8618E0C}"/>
                </a:ext>
              </a:extLst>
            </p:cNvPr>
            <p:cNvSpPr/>
            <p:nvPr/>
          </p:nvSpPr>
          <p:spPr>
            <a:xfrm>
              <a:off x="470592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99" name="pg3749">
              <a:extLst>
                <a:ext uri="{FF2B5EF4-FFF2-40B4-BE49-F238E27FC236}">
                  <a16:creationId xmlns:a16="http://schemas.microsoft.com/office/drawing/2014/main" id="{D6D0C883-6A51-6732-5A21-70606ECBB3A1}"/>
                </a:ext>
              </a:extLst>
            </p:cNvPr>
            <p:cNvSpPr/>
            <p:nvPr/>
          </p:nvSpPr>
          <p:spPr>
            <a:xfrm>
              <a:off x="2855590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00" name="pg3750">
              <a:extLst>
                <a:ext uri="{FF2B5EF4-FFF2-40B4-BE49-F238E27FC236}">
                  <a16:creationId xmlns:a16="http://schemas.microsoft.com/office/drawing/2014/main" id="{350011BB-C146-F29A-48F6-089592D699FB}"/>
                </a:ext>
              </a:extLst>
            </p:cNvPr>
            <p:cNvSpPr/>
            <p:nvPr/>
          </p:nvSpPr>
          <p:spPr>
            <a:xfrm>
              <a:off x="286722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01" name="pg3751">
              <a:extLst>
                <a:ext uri="{FF2B5EF4-FFF2-40B4-BE49-F238E27FC236}">
                  <a16:creationId xmlns:a16="http://schemas.microsoft.com/office/drawing/2014/main" id="{392495EC-BF2A-CE86-C41E-68DC1D441425}"/>
                </a:ext>
              </a:extLst>
            </p:cNvPr>
            <p:cNvSpPr/>
            <p:nvPr/>
          </p:nvSpPr>
          <p:spPr>
            <a:xfrm>
              <a:off x="287886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02" name="pg3752">
              <a:extLst>
                <a:ext uri="{FF2B5EF4-FFF2-40B4-BE49-F238E27FC236}">
                  <a16:creationId xmlns:a16="http://schemas.microsoft.com/office/drawing/2014/main" id="{D81744C4-9140-DB36-186B-A599E71F6410}"/>
                </a:ext>
              </a:extLst>
            </p:cNvPr>
            <p:cNvSpPr/>
            <p:nvPr/>
          </p:nvSpPr>
          <p:spPr>
            <a:xfrm>
              <a:off x="2890502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03" name="pg3753">
              <a:extLst>
                <a:ext uri="{FF2B5EF4-FFF2-40B4-BE49-F238E27FC236}">
                  <a16:creationId xmlns:a16="http://schemas.microsoft.com/office/drawing/2014/main" id="{43A4D8EB-B2A0-F0F4-5B54-E42F152DC53C}"/>
                </a:ext>
              </a:extLst>
            </p:cNvPr>
            <p:cNvSpPr/>
            <p:nvPr/>
          </p:nvSpPr>
          <p:spPr>
            <a:xfrm>
              <a:off x="2902139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04" name="pg3754">
              <a:extLst>
                <a:ext uri="{FF2B5EF4-FFF2-40B4-BE49-F238E27FC236}">
                  <a16:creationId xmlns:a16="http://schemas.microsoft.com/office/drawing/2014/main" id="{0C22584C-3AE0-EC99-AAAC-17559BCB33E6}"/>
                </a:ext>
              </a:extLst>
            </p:cNvPr>
            <p:cNvSpPr/>
            <p:nvPr/>
          </p:nvSpPr>
          <p:spPr>
            <a:xfrm>
              <a:off x="291377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05" name="pg3755">
              <a:extLst>
                <a:ext uri="{FF2B5EF4-FFF2-40B4-BE49-F238E27FC236}">
                  <a16:creationId xmlns:a16="http://schemas.microsoft.com/office/drawing/2014/main" id="{17D7F67E-2DB7-FF94-CCB7-94DED7B64B53}"/>
                </a:ext>
              </a:extLst>
            </p:cNvPr>
            <p:cNvSpPr/>
            <p:nvPr/>
          </p:nvSpPr>
          <p:spPr>
            <a:xfrm>
              <a:off x="457791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06" name="pg3756">
              <a:extLst>
                <a:ext uri="{FF2B5EF4-FFF2-40B4-BE49-F238E27FC236}">
                  <a16:creationId xmlns:a16="http://schemas.microsoft.com/office/drawing/2014/main" id="{6E946B03-2DA1-14D0-08B6-72FECAD27609}"/>
                </a:ext>
              </a:extLst>
            </p:cNvPr>
            <p:cNvSpPr/>
            <p:nvPr/>
          </p:nvSpPr>
          <p:spPr>
            <a:xfrm>
              <a:off x="4589552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07" name="pg3757">
              <a:extLst>
                <a:ext uri="{FF2B5EF4-FFF2-40B4-BE49-F238E27FC236}">
                  <a16:creationId xmlns:a16="http://schemas.microsoft.com/office/drawing/2014/main" id="{B33DB13F-9E27-D1BB-FB93-350D1DB788E8}"/>
                </a:ext>
              </a:extLst>
            </p:cNvPr>
            <p:cNvSpPr/>
            <p:nvPr/>
          </p:nvSpPr>
          <p:spPr>
            <a:xfrm>
              <a:off x="4601190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08" name="pg3758">
              <a:extLst>
                <a:ext uri="{FF2B5EF4-FFF2-40B4-BE49-F238E27FC236}">
                  <a16:creationId xmlns:a16="http://schemas.microsoft.com/office/drawing/2014/main" id="{AC4BCFC6-49E9-AA83-6386-0AC97EFD9679}"/>
                </a:ext>
              </a:extLst>
            </p:cNvPr>
            <p:cNvSpPr/>
            <p:nvPr/>
          </p:nvSpPr>
          <p:spPr>
            <a:xfrm>
              <a:off x="461282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09" name="pg3759">
              <a:extLst>
                <a:ext uri="{FF2B5EF4-FFF2-40B4-BE49-F238E27FC236}">
                  <a16:creationId xmlns:a16="http://schemas.microsoft.com/office/drawing/2014/main" id="{BFAD8A94-8936-F00A-D448-40BB2F1BC2B5}"/>
                </a:ext>
              </a:extLst>
            </p:cNvPr>
            <p:cNvSpPr/>
            <p:nvPr/>
          </p:nvSpPr>
          <p:spPr>
            <a:xfrm>
              <a:off x="4624464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10" name="pg3760">
              <a:extLst>
                <a:ext uri="{FF2B5EF4-FFF2-40B4-BE49-F238E27FC236}">
                  <a16:creationId xmlns:a16="http://schemas.microsoft.com/office/drawing/2014/main" id="{8E976504-0489-0B53-F6B6-FA1DFAF1A4A5}"/>
                </a:ext>
              </a:extLst>
            </p:cNvPr>
            <p:cNvSpPr/>
            <p:nvPr/>
          </p:nvSpPr>
          <p:spPr>
            <a:xfrm>
              <a:off x="4636101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11" name="pg3761">
              <a:extLst>
                <a:ext uri="{FF2B5EF4-FFF2-40B4-BE49-F238E27FC236}">
                  <a16:creationId xmlns:a16="http://schemas.microsoft.com/office/drawing/2014/main" id="{BD97EBEE-B973-3C88-17FD-73E1DABC3B63}"/>
                </a:ext>
              </a:extLst>
            </p:cNvPr>
            <p:cNvSpPr/>
            <p:nvPr/>
          </p:nvSpPr>
          <p:spPr>
            <a:xfrm>
              <a:off x="4647739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12" name="pg3762">
              <a:extLst>
                <a:ext uri="{FF2B5EF4-FFF2-40B4-BE49-F238E27FC236}">
                  <a16:creationId xmlns:a16="http://schemas.microsoft.com/office/drawing/2014/main" id="{5E56750D-78EC-751E-70AF-4CA8F7BF3754}"/>
                </a:ext>
              </a:extLst>
            </p:cNvPr>
            <p:cNvSpPr/>
            <p:nvPr/>
          </p:nvSpPr>
          <p:spPr>
            <a:xfrm>
              <a:off x="4659376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13" name="pg3763">
              <a:extLst>
                <a:ext uri="{FF2B5EF4-FFF2-40B4-BE49-F238E27FC236}">
                  <a16:creationId xmlns:a16="http://schemas.microsoft.com/office/drawing/2014/main" id="{C2045AF6-C2C7-7288-4EF0-865436268384}"/>
                </a:ext>
              </a:extLst>
            </p:cNvPr>
            <p:cNvSpPr/>
            <p:nvPr/>
          </p:nvSpPr>
          <p:spPr>
            <a:xfrm>
              <a:off x="4671013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14" name="pg3764">
              <a:extLst>
                <a:ext uri="{FF2B5EF4-FFF2-40B4-BE49-F238E27FC236}">
                  <a16:creationId xmlns:a16="http://schemas.microsoft.com/office/drawing/2014/main" id="{3B38B5AC-5D61-478B-D9A4-A530E2298F71}"/>
                </a:ext>
              </a:extLst>
            </p:cNvPr>
            <p:cNvSpPr/>
            <p:nvPr/>
          </p:nvSpPr>
          <p:spPr>
            <a:xfrm>
              <a:off x="4682651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15" name="pg3765">
              <a:extLst>
                <a:ext uri="{FF2B5EF4-FFF2-40B4-BE49-F238E27FC236}">
                  <a16:creationId xmlns:a16="http://schemas.microsoft.com/office/drawing/2014/main" id="{78AC62E6-6D6B-F59A-CAA8-235EB44A9C66}"/>
                </a:ext>
              </a:extLst>
            </p:cNvPr>
            <p:cNvSpPr/>
            <p:nvPr/>
          </p:nvSpPr>
          <p:spPr>
            <a:xfrm>
              <a:off x="4694288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16" name="pg3766">
              <a:extLst>
                <a:ext uri="{FF2B5EF4-FFF2-40B4-BE49-F238E27FC236}">
                  <a16:creationId xmlns:a16="http://schemas.microsoft.com/office/drawing/2014/main" id="{F12A506C-130F-7931-98DC-E53379764AEA}"/>
                </a:ext>
              </a:extLst>
            </p:cNvPr>
            <p:cNvSpPr/>
            <p:nvPr/>
          </p:nvSpPr>
          <p:spPr>
            <a:xfrm>
              <a:off x="470592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17" name="pg3767">
              <a:extLst>
                <a:ext uri="{FF2B5EF4-FFF2-40B4-BE49-F238E27FC236}">
                  <a16:creationId xmlns:a16="http://schemas.microsoft.com/office/drawing/2014/main" id="{55E0EB5C-8A4C-CF72-3C98-2526BCD1890F}"/>
                </a:ext>
              </a:extLst>
            </p:cNvPr>
            <p:cNvSpPr/>
            <p:nvPr/>
          </p:nvSpPr>
          <p:spPr>
            <a:xfrm>
              <a:off x="2855590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18" name="pg3768">
              <a:extLst>
                <a:ext uri="{FF2B5EF4-FFF2-40B4-BE49-F238E27FC236}">
                  <a16:creationId xmlns:a16="http://schemas.microsoft.com/office/drawing/2014/main" id="{FC6BFFC4-349F-23A6-206D-5C6FB773AB63}"/>
                </a:ext>
              </a:extLst>
            </p:cNvPr>
            <p:cNvSpPr/>
            <p:nvPr/>
          </p:nvSpPr>
          <p:spPr>
            <a:xfrm>
              <a:off x="2867227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19" name="pg3769">
              <a:extLst>
                <a:ext uri="{FF2B5EF4-FFF2-40B4-BE49-F238E27FC236}">
                  <a16:creationId xmlns:a16="http://schemas.microsoft.com/office/drawing/2014/main" id="{B1CA8771-1E0F-37F2-8023-259CD6098279}"/>
                </a:ext>
              </a:extLst>
            </p:cNvPr>
            <p:cNvSpPr/>
            <p:nvPr/>
          </p:nvSpPr>
          <p:spPr>
            <a:xfrm>
              <a:off x="287886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20" name="pg3770">
              <a:extLst>
                <a:ext uri="{FF2B5EF4-FFF2-40B4-BE49-F238E27FC236}">
                  <a16:creationId xmlns:a16="http://schemas.microsoft.com/office/drawing/2014/main" id="{78AB0A6E-6A84-0954-5DB2-270C06544163}"/>
                </a:ext>
              </a:extLst>
            </p:cNvPr>
            <p:cNvSpPr/>
            <p:nvPr/>
          </p:nvSpPr>
          <p:spPr>
            <a:xfrm>
              <a:off x="2890502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21" name="pg3771">
              <a:extLst>
                <a:ext uri="{FF2B5EF4-FFF2-40B4-BE49-F238E27FC236}">
                  <a16:creationId xmlns:a16="http://schemas.microsoft.com/office/drawing/2014/main" id="{E2902FF2-16F6-C01F-F022-4096456CB96A}"/>
                </a:ext>
              </a:extLst>
            </p:cNvPr>
            <p:cNvSpPr/>
            <p:nvPr/>
          </p:nvSpPr>
          <p:spPr>
            <a:xfrm>
              <a:off x="2902139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22" name="pg3772">
              <a:extLst>
                <a:ext uri="{FF2B5EF4-FFF2-40B4-BE49-F238E27FC236}">
                  <a16:creationId xmlns:a16="http://schemas.microsoft.com/office/drawing/2014/main" id="{B23B6267-ED12-4025-DE78-9A4D557D62D9}"/>
                </a:ext>
              </a:extLst>
            </p:cNvPr>
            <p:cNvSpPr/>
            <p:nvPr/>
          </p:nvSpPr>
          <p:spPr>
            <a:xfrm>
              <a:off x="457791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23" name="pg3773">
              <a:extLst>
                <a:ext uri="{FF2B5EF4-FFF2-40B4-BE49-F238E27FC236}">
                  <a16:creationId xmlns:a16="http://schemas.microsoft.com/office/drawing/2014/main" id="{05E23A30-EB1B-6645-4A5C-38829F52C383}"/>
                </a:ext>
              </a:extLst>
            </p:cNvPr>
            <p:cNvSpPr/>
            <p:nvPr/>
          </p:nvSpPr>
          <p:spPr>
            <a:xfrm>
              <a:off x="4589552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24" name="pg3774">
              <a:extLst>
                <a:ext uri="{FF2B5EF4-FFF2-40B4-BE49-F238E27FC236}">
                  <a16:creationId xmlns:a16="http://schemas.microsoft.com/office/drawing/2014/main" id="{2C0B07E3-3CD4-830B-4371-3E3BF85F2CA8}"/>
                </a:ext>
              </a:extLst>
            </p:cNvPr>
            <p:cNvSpPr/>
            <p:nvPr/>
          </p:nvSpPr>
          <p:spPr>
            <a:xfrm>
              <a:off x="4601190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25" name="pg3775">
              <a:extLst>
                <a:ext uri="{FF2B5EF4-FFF2-40B4-BE49-F238E27FC236}">
                  <a16:creationId xmlns:a16="http://schemas.microsoft.com/office/drawing/2014/main" id="{B38C1158-1381-B3BD-1BFE-CC2DD6D6B091}"/>
                </a:ext>
              </a:extLst>
            </p:cNvPr>
            <p:cNvSpPr/>
            <p:nvPr/>
          </p:nvSpPr>
          <p:spPr>
            <a:xfrm>
              <a:off x="4612827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26" name="pg3776">
              <a:extLst>
                <a:ext uri="{FF2B5EF4-FFF2-40B4-BE49-F238E27FC236}">
                  <a16:creationId xmlns:a16="http://schemas.microsoft.com/office/drawing/2014/main" id="{E29BF432-8153-D7D1-A2C3-988358FEA251}"/>
                </a:ext>
              </a:extLst>
            </p:cNvPr>
            <p:cNvSpPr/>
            <p:nvPr/>
          </p:nvSpPr>
          <p:spPr>
            <a:xfrm>
              <a:off x="4624464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27" name="pg3777">
              <a:extLst>
                <a:ext uri="{FF2B5EF4-FFF2-40B4-BE49-F238E27FC236}">
                  <a16:creationId xmlns:a16="http://schemas.microsoft.com/office/drawing/2014/main" id="{4B259574-B637-C84A-33F6-084F2052B53D}"/>
                </a:ext>
              </a:extLst>
            </p:cNvPr>
            <p:cNvSpPr/>
            <p:nvPr/>
          </p:nvSpPr>
          <p:spPr>
            <a:xfrm>
              <a:off x="4636101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28" name="pg3778">
              <a:extLst>
                <a:ext uri="{FF2B5EF4-FFF2-40B4-BE49-F238E27FC236}">
                  <a16:creationId xmlns:a16="http://schemas.microsoft.com/office/drawing/2014/main" id="{F9DC00F9-AF04-02E9-D493-294B4693610A}"/>
                </a:ext>
              </a:extLst>
            </p:cNvPr>
            <p:cNvSpPr/>
            <p:nvPr/>
          </p:nvSpPr>
          <p:spPr>
            <a:xfrm>
              <a:off x="4647739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29" name="pg3779">
              <a:extLst>
                <a:ext uri="{FF2B5EF4-FFF2-40B4-BE49-F238E27FC236}">
                  <a16:creationId xmlns:a16="http://schemas.microsoft.com/office/drawing/2014/main" id="{5B405EFF-25C7-ACF1-A439-54D88125BB46}"/>
                </a:ext>
              </a:extLst>
            </p:cNvPr>
            <p:cNvSpPr/>
            <p:nvPr/>
          </p:nvSpPr>
          <p:spPr>
            <a:xfrm>
              <a:off x="4659376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30" name="pg3780">
              <a:extLst>
                <a:ext uri="{FF2B5EF4-FFF2-40B4-BE49-F238E27FC236}">
                  <a16:creationId xmlns:a16="http://schemas.microsoft.com/office/drawing/2014/main" id="{BB274FB8-7E66-A284-D766-8E99D91CA8EC}"/>
                </a:ext>
              </a:extLst>
            </p:cNvPr>
            <p:cNvSpPr/>
            <p:nvPr/>
          </p:nvSpPr>
          <p:spPr>
            <a:xfrm>
              <a:off x="4671013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31" name="pg3781">
              <a:extLst>
                <a:ext uri="{FF2B5EF4-FFF2-40B4-BE49-F238E27FC236}">
                  <a16:creationId xmlns:a16="http://schemas.microsoft.com/office/drawing/2014/main" id="{32B4BDF9-06D2-E0A4-6A79-DBE9CBA82312}"/>
                </a:ext>
              </a:extLst>
            </p:cNvPr>
            <p:cNvSpPr/>
            <p:nvPr/>
          </p:nvSpPr>
          <p:spPr>
            <a:xfrm>
              <a:off x="4682651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32" name="pg3782">
              <a:extLst>
                <a:ext uri="{FF2B5EF4-FFF2-40B4-BE49-F238E27FC236}">
                  <a16:creationId xmlns:a16="http://schemas.microsoft.com/office/drawing/2014/main" id="{DCF1006A-1375-EA93-569F-8910E8206672}"/>
                </a:ext>
              </a:extLst>
            </p:cNvPr>
            <p:cNvSpPr/>
            <p:nvPr/>
          </p:nvSpPr>
          <p:spPr>
            <a:xfrm>
              <a:off x="4694288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33" name="pg3783">
              <a:extLst>
                <a:ext uri="{FF2B5EF4-FFF2-40B4-BE49-F238E27FC236}">
                  <a16:creationId xmlns:a16="http://schemas.microsoft.com/office/drawing/2014/main" id="{1384AC07-3BF4-32BC-24CC-F42DDABCF127}"/>
                </a:ext>
              </a:extLst>
            </p:cNvPr>
            <p:cNvSpPr/>
            <p:nvPr/>
          </p:nvSpPr>
          <p:spPr>
            <a:xfrm>
              <a:off x="470592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34" name="pg3784">
              <a:extLst>
                <a:ext uri="{FF2B5EF4-FFF2-40B4-BE49-F238E27FC236}">
                  <a16:creationId xmlns:a16="http://schemas.microsoft.com/office/drawing/2014/main" id="{2953F762-6C0E-7C88-D3DA-5652883F91C5}"/>
                </a:ext>
              </a:extLst>
            </p:cNvPr>
            <p:cNvSpPr/>
            <p:nvPr/>
          </p:nvSpPr>
          <p:spPr>
            <a:xfrm>
              <a:off x="2855590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35" name="pg3785">
              <a:extLst>
                <a:ext uri="{FF2B5EF4-FFF2-40B4-BE49-F238E27FC236}">
                  <a16:creationId xmlns:a16="http://schemas.microsoft.com/office/drawing/2014/main" id="{17A70A08-F707-6E2B-12CF-96AF386A5667}"/>
                </a:ext>
              </a:extLst>
            </p:cNvPr>
            <p:cNvSpPr/>
            <p:nvPr/>
          </p:nvSpPr>
          <p:spPr>
            <a:xfrm>
              <a:off x="2867227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36" name="pg3786">
              <a:extLst>
                <a:ext uri="{FF2B5EF4-FFF2-40B4-BE49-F238E27FC236}">
                  <a16:creationId xmlns:a16="http://schemas.microsoft.com/office/drawing/2014/main" id="{76940C1E-D70F-B49E-2A57-A797342BBF28}"/>
                </a:ext>
              </a:extLst>
            </p:cNvPr>
            <p:cNvSpPr/>
            <p:nvPr/>
          </p:nvSpPr>
          <p:spPr>
            <a:xfrm>
              <a:off x="2878865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37" name="pg3787">
              <a:extLst>
                <a:ext uri="{FF2B5EF4-FFF2-40B4-BE49-F238E27FC236}">
                  <a16:creationId xmlns:a16="http://schemas.microsoft.com/office/drawing/2014/main" id="{BC5D1A24-35EF-7E4F-D706-04D904DF1B85}"/>
                </a:ext>
              </a:extLst>
            </p:cNvPr>
            <p:cNvSpPr/>
            <p:nvPr/>
          </p:nvSpPr>
          <p:spPr>
            <a:xfrm>
              <a:off x="2890502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38" name="pg3788">
              <a:extLst>
                <a:ext uri="{FF2B5EF4-FFF2-40B4-BE49-F238E27FC236}">
                  <a16:creationId xmlns:a16="http://schemas.microsoft.com/office/drawing/2014/main" id="{438E9E1B-8988-D9A2-6B00-7780B03B4965}"/>
                </a:ext>
              </a:extLst>
            </p:cNvPr>
            <p:cNvSpPr/>
            <p:nvPr/>
          </p:nvSpPr>
          <p:spPr>
            <a:xfrm>
              <a:off x="2902139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39" name="pg3789">
              <a:extLst>
                <a:ext uri="{FF2B5EF4-FFF2-40B4-BE49-F238E27FC236}">
                  <a16:creationId xmlns:a16="http://schemas.microsoft.com/office/drawing/2014/main" id="{0C207906-C09B-3818-7F50-F517EEB0C6C4}"/>
                </a:ext>
              </a:extLst>
            </p:cNvPr>
            <p:cNvSpPr/>
            <p:nvPr/>
          </p:nvSpPr>
          <p:spPr>
            <a:xfrm>
              <a:off x="4577915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40" name="pg3790">
              <a:extLst>
                <a:ext uri="{FF2B5EF4-FFF2-40B4-BE49-F238E27FC236}">
                  <a16:creationId xmlns:a16="http://schemas.microsoft.com/office/drawing/2014/main" id="{E5824BA4-8033-167B-E722-51393BC88197}"/>
                </a:ext>
              </a:extLst>
            </p:cNvPr>
            <p:cNvSpPr/>
            <p:nvPr/>
          </p:nvSpPr>
          <p:spPr>
            <a:xfrm>
              <a:off x="4589552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41" name="pg3791">
              <a:extLst>
                <a:ext uri="{FF2B5EF4-FFF2-40B4-BE49-F238E27FC236}">
                  <a16:creationId xmlns:a16="http://schemas.microsoft.com/office/drawing/2014/main" id="{66C3DC40-E68E-A585-6374-1DB8B15DA3E5}"/>
                </a:ext>
              </a:extLst>
            </p:cNvPr>
            <p:cNvSpPr/>
            <p:nvPr/>
          </p:nvSpPr>
          <p:spPr>
            <a:xfrm>
              <a:off x="4601190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42" name="pg3792">
              <a:extLst>
                <a:ext uri="{FF2B5EF4-FFF2-40B4-BE49-F238E27FC236}">
                  <a16:creationId xmlns:a16="http://schemas.microsoft.com/office/drawing/2014/main" id="{D659744A-06DC-8498-31E4-E3E4B83EFA04}"/>
                </a:ext>
              </a:extLst>
            </p:cNvPr>
            <p:cNvSpPr/>
            <p:nvPr/>
          </p:nvSpPr>
          <p:spPr>
            <a:xfrm>
              <a:off x="4612827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43" name="pg3793">
              <a:extLst>
                <a:ext uri="{FF2B5EF4-FFF2-40B4-BE49-F238E27FC236}">
                  <a16:creationId xmlns:a16="http://schemas.microsoft.com/office/drawing/2014/main" id="{D69B47A4-C2D1-AB33-2ECF-688F3732D887}"/>
                </a:ext>
              </a:extLst>
            </p:cNvPr>
            <p:cNvSpPr/>
            <p:nvPr/>
          </p:nvSpPr>
          <p:spPr>
            <a:xfrm>
              <a:off x="4624464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44" name="pg3794">
              <a:extLst>
                <a:ext uri="{FF2B5EF4-FFF2-40B4-BE49-F238E27FC236}">
                  <a16:creationId xmlns:a16="http://schemas.microsoft.com/office/drawing/2014/main" id="{A1FB3EC5-92AD-1803-0797-624D8790FBA3}"/>
                </a:ext>
              </a:extLst>
            </p:cNvPr>
            <p:cNvSpPr/>
            <p:nvPr/>
          </p:nvSpPr>
          <p:spPr>
            <a:xfrm>
              <a:off x="4636101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45" name="pg3795">
              <a:extLst>
                <a:ext uri="{FF2B5EF4-FFF2-40B4-BE49-F238E27FC236}">
                  <a16:creationId xmlns:a16="http://schemas.microsoft.com/office/drawing/2014/main" id="{77CB1EF2-E148-40B0-9ABE-62BFB9091F73}"/>
                </a:ext>
              </a:extLst>
            </p:cNvPr>
            <p:cNvSpPr/>
            <p:nvPr/>
          </p:nvSpPr>
          <p:spPr>
            <a:xfrm>
              <a:off x="4647739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46" name="pg3796">
              <a:extLst>
                <a:ext uri="{FF2B5EF4-FFF2-40B4-BE49-F238E27FC236}">
                  <a16:creationId xmlns:a16="http://schemas.microsoft.com/office/drawing/2014/main" id="{D0ED871A-ABDA-2C55-A382-C3B3F62CECD7}"/>
                </a:ext>
              </a:extLst>
            </p:cNvPr>
            <p:cNvSpPr/>
            <p:nvPr/>
          </p:nvSpPr>
          <p:spPr>
            <a:xfrm>
              <a:off x="4659376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47" name="pg3797">
              <a:extLst>
                <a:ext uri="{FF2B5EF4-FFF2-40B4-BE49-F238E27FC236}">
                  <a16:creationId xmlns:a16="http://schemas.microsoft.com/office/drawing/2014/main" id="{61A18509-3655-7416-8E32-82FC6C9FB245}"/>
                </a:ext>
              </a:extLst>
            </p:cNvPr>
            <p:cNvSpPr/>
            <p:nvPr/>
          </p:nvSpPr>
          <p:spPr>
            <a:xfrm>
              <a:off x="4671013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48" name="pg3798">
              <a:extLst>
                <a:ext uri="{FF2B5EF4-FFF2-40B4-BE49-F238E27FC236}">
                  <a16:creationId xmlns:a16="http://schemas.microsoft.com/office/drawing/2014/main" id="{63A89853-245F-A0BA-31D2-3528E599BAB8}"/>
                </a:ext>
              </a:extLst>
            </p:cNvPr>
            <p:cNvSpPr/>
            <p:nvPr/>
          </p:nvSpPr>
          <p:spPr>
            <a:xfrm>
              <a:off x="4682651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49" name="pg3799">
              <a:extLst>
                <a:ext uri="{FF2B5EF4-FFF2-40B4-BE49-F238E27FC236}">
                  <a16:creationId xmlns:a16="http://schemas.microsoft.com/office/drawing/2014/main" id="{6372D436-B75A-4B94-D3BD-8F880210852B}"/>
                </a:ext>
              </a:extLst>
            </p:cNvPr>
            <p:cNvSpPr/>
            <p:nvPr/>
          </p:nvSpPr>
          <p:spPr>
            <a:xfrm>
              <a:off x="4694288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50" name="pg3800">
              <a:extLst>
                <a:ext uri="{FF2B5EF4-FFF2-40B4-BE49-F238E27FC236}">
                  <a16:creationId xmlns:a16="http://schemas.microsoft.com/office/drawing/2014/main" id="{96F7B6F6-21C6-7FE1-30D0-A4AFEDD27BF3}"/>
                </a:ext>
              </a:extLst>
            </p:cNvPr>
            <p:cNvSpPr/>
            <p:nvPr/>
          </p:nvSpPr>
          <p:spPr>
            <a:xfrm>
              <a:off x="2843953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51" name="pg3801">
              <a:extLst>
                <a:ext uri="{FF2B5EF4-FFF2-40B4-BE49-F238E27FC236}">
                  <a16:creationId xmlns:a16="http://schemas.microsoft.com/office/drawing/2014/main" id="{5BBC564B-D69D-EAAB-690B-6627C2C99ABC}"/>
                </a:ext>
              </a:extLst>
            </p:cNvPr>
            <p:cNvSpPr/>
            <p:nvPr/>
          </p:nvSpPr>
          <p:spPr>
            <a:xfrm>
              <a:off x="2855590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52" name="pg3802">
              <a:extLst>
                <a:ext uri="{FF2B5EF4-FFF2-40B4-BE49-F238E27FC236}">
                  <a16:creationId xmlns:a16="http://schemas.microsoft.com/office/drawing/2014/main" id="{1DD3A167-1887-6FBA-B51D-1AE8893BC42B}"/>
                </a:ext>
              </a:extLst>
            </p:cNvPr>
            <p:cNvSpPr/>
            <p:nvPr/>
          </p:nvSpPr>
          <p:spPr>
            <a:xfrm>
              <a:off x="2867227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53" name="pg3803">
              <a:extLst>
                <a:ext uri="{FF2B5EF4-FFF2-40B4-BE49-F238E27FC236}">
                  <a16:creationId xmlns:a16="http://schemas.microsoft.com/office/drawing/2014/main" id="{4AEBCD9F-6D7C-F0A5-FA2A-4000540AAD0C}"/>
                </a:ext>
              </a:extLst>
            </p:cNvPr>
            <p:cNvSpPr/>
            <p:nvPr/>
          </p:nvSpPr>
          <p:spPr>
            <a:xfrm>
              <a:off x="2878865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54" name="pg3804">
              <a:extLst>
                <a:ext uri="{FF2B5EF4-FFF2-40B4-BE49-F238E27FC236}">
                  <a16:creationId xmlns:a16="http://schemas.microsoft.com/office/drawing/2014/main" id="{6DC992B4-AB4D-D6A5-B540-A57CB5EBB10A}"/>
                </a:ext>
              </a:extLst>
            </p:cNvPr>
            <p:cNvSpPr/>
            <p:nvPr/>
          </p:nvSpPr>
          <p:spPr>
            <a:xfrm>
              <a:off x="2890502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55" name="pg3805">
              <a:extLst>
                <a:ext uri="{FF2B5EF4-FFF2-40B4-BE49-F238E27FC236}">
                  <a16:creationId xmlns:a16="http://schemas.microsoft.com/office/drawing/2014/main" id="{8521F7C8-3E8F-6448-2D1F-71DD90971FFD}"/>
                </a:ext>
              </a:extLst>
            </p:cNvPr>
            <p:cNvSpPr/>
            <p:nvPr/>
          </p:nvSpPr>
          <p:spPr>
            <a:xfrm>
              <a:off x="4589552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56" name="pg3806">
              <a:extLst>
                <a:ext uri="{FF2B5EF4-FFF2-40B4-BE49-F238E27FC236}">
                  <a16:creationId xmlns:a16="http://schemas.microsoft.com/office/drawing/2014/main" id="{3B87DA0F-7BCB-AB01-0141-99339A4AF802}"/>
                </a:ext>
              </a:extLst>
            </p:cNvPr>
            <p:cNvSpPr/>
            <p:nvPr/>
          </p:nvSpPr>
          <p:spPr>
            <a:xfrm>
              <a:off x="4601190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57" name="pg3807">
              <a:extLst>
                <a:ext uri="{FF2B5EF4-FFF2-40B4-BE49-F238E27FC236}">
                  <a16:creationId xmlns:a16="http://schemas.microsoft.com/office/drawing/2014/main" id="{00984D0D-0A66-72AF-F898-5A1B52BFDE90}"/>
                </a:ext>
              </a:extLst>
            </p:cNvPr>
            <p:cNvSpPr/>
            <p:nvPr/>
          </p:nvSpPr>
          <p:spPr>
            <a:xfrm>
              <a:off x="4612827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58" name="pg3808">
              <a:extLst>
                <a:ext uri="{FF2B5EF4-FFF2-40B4-BE49-F238E27FC236}">
                  <a16:creationId xmlns:a16="http://schemas.microsoft.com/office/drawing/2014/main" id="{BDAF9387-411B-5C21-0DED-3EAC8F7FD628}"/>
                </a:ext>
              </a:extLst>
            </p:cNvPr>
            <p:cNvSpPr/>
            <p:nvPr/>
          </p:nvSpPr>
          <p:spPr>
            <a:xfrm>
              <a:off x="4624464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59" name="pg3809">
              <a:extLst>
                <a:ext uri="{FF2B5EF4-FFF2-40B4-BE49-F238E27FC236}">
                  <a16:creationId xmlns:a16="http://schemas.microsoft.com/office/drawing/2014/main" id="{DA3304F2-741C-B2F3-ABD0-97A3353A91F0}"/>
                </a:ext>
              </a:extLst>
            </p:cNvPr>
            <p:cNvSpPr/>
            <p:nvPr/>
          </p:nvSpPr>
          <p:spPr>
            <a:xfrm>
              <a:off x="4636101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60" name="pg3810">
              <a:extLst>
                <a:ext uri="{FF2B5EF4-FFF2-40B4-BE49-F238E27FC236}">
                  <a16:creationId xmlns:a16="http://schemas.microsoft.com/office/drawing/2014/main" id="{EE5605D0-7AA3-82DD-673F-6FC8DC9F3D5C}"/>
                </a:ext>
              </a:extLst>
            </p:cNvPr>
            <p:cNvSpPr/>
            <p:nvPr/>
          </p:nvSpPr>
          <p:spPr>
            <a:xfrm>
              <a:off x="4647739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61" name="pg3811">
              <a:extLst>
                <a:ext uri="{FF2B5EF4-FFF2-40B4-BE49-F238E27FC236}">
                  <a16:creationId xmlns:a16="http://schemas.microsoft.com/office/drawing/2014/main" id="{98EA2826-305D-DCC1-664E-950D5ED0EBE2}"/>
                </a:ext>
              </a:extLst>
            </p:cNvPr>
            <p:cNvSpPr/>
            <p:nvPr/>
          </p:nvSpPr>
          <p:spPr>
            <a:xfrm>
              <a:off x="4659376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62" name="pg3812">
              <a:extLst>
                <a:ext uri="{FF2B5EF4-FFF2-40B4-BE49-F238E27FC236}">
                  <a16:creationId xmlns:a16="http://schemas.microsoft.com/office/drawing/2014/main" id="{C757163F-C922-0732-24B4-B16E703F1D8D}"/>
                </a:ext>
              </a:extLst>
            </p:cNvPr>
            <p:cNvSpPr/>
            <p:nvPr/>
          </p:nvSpPr>
          <p:spPr>
            <a:xfrm>
              <a:off x="4671013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63" name="pg3813">
              <a:extLst>
                <a:ext uri="{FF2B5EF4-FFF2-40B4-BE49-F238E27FC236}">
                  <a16:creationId xmlns:a16="http://schemas.microsoft.com/office/drawing/2014/main" id="{42A1F6AE-6319-03EA-00DC-810306B804A1}"/>
                </a:ext>
              </a:extLst>
            </p:cNvPr>
            <p:cNvSpPr/>
            <p:nvPr/>
          </p:nvSpPr>
          <p:spPr>
            <a:xfrm>
              <a:off x="4682651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64" name="pg3814">
              <a:extLst>
                <a:ext uri="{FF2B5EF4-FFF2-40B4-BE49-F238E27FC236}">
                  <a16:creationId xmlns:a16="http://schemas.microsoft.com/office/drawing/2014/main" id="{D8966A76-C2C8-C90F-61B8-03B260F6737D}"/>
                </a:ext>
              </a:extLst>
            </p:cNvPr>
            <p:cNvSpPr/>
            <p:nvPr/>
          </p:nvSpPr>
          <p:spPr>
            <a:xfrm>
              <a:off x="2843953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65" name="pg3815">
              <a:extLst>
                <a:ext uri="{FF2B5EF4-FFF2-40B4-BE49-F238E27FC236}">
                  <a16:creationId xmlns:a16="http://schemas.microsoft.com/office/drawing/2014/main" id="{ABFDFA2A-A177-A0DE-61CD-C5428B94733C}"/>
                </a:ext>
              </a:extLst>
            </p:cNvPr>
            <p:cNvSpPr/>
            <p:nvPr/>
          </p:nvSpPr>
          <p:spPr>
            <a:xfrm>
              <a:off x="2855590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66" name="pg3816">
              <a:extLst>
                <a:ext uri="{FF2B5EF4-FFF2-40B4-BE49-F238E27FC236}">
                  <a16:creationId xmlns:a16="http://schemas.microsoft.com/office/drawing/2014/main" id="{545B9C5F-B6E5-4118-FB3F-27319D3CDBE9}"/>
                </a:ext>
              </a:extLst>
            </p:cNvPr>
            <p:cNvSpPr/>
            <p:nvPr/>
          </p:nvSpPr>
          <p:spPr>
            <a:xfrm>
              <a:off x="2867227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67" name="pg3817">
              <a:extLst>
                <a:ext uri="{FF2B5EF4-FFF2-40B4-BE49-F238E27FC236}">
                  <a16:creationId xmlns:a16="http://schemas.microsoft.com/office/drawing/2014/main" id="{B5823D8C-9C5E-F773-A7F7-5CA782B4A2FB}"/>
                </a:ext>
              </a:extLst>
            </p:cNvPr>
            <p:cNvSpPr/>
            <p:nvPr/>
          </p:nvSpPr>
          <p:spPr>
            <a:xfrm>
              <a:off x="2878865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68" name="pg3818">
              <a:extLst>
                <a:ext uri="{FF2B5EF4-FFF2-40B4-BE49-F238E27FC236}">
                  <a16:creationId xmlns:a16="http://schemas.microsoft.com/office/drawing/2014/main" id="{46A3B8D9-4772-18A3-2214-A21A0C7FAF7D}"/>
                </a:ext>
              </a:extLst>
            </p:cNvPr>
            <p:cNvSpPr/>
            <p:nvPr/>
          </p:nvSpPr>
          <p:spPr>
            <a:xfrm>
              <a:off x="2890502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69" name="pg3819">
              <a:extLst>
                <a:ext uri="{FF2B5EF4-FFF2-40B4-BE49-F238E27FC236}">
                  <a16:creationId xmlns:a16="http://schemas.microsoft.com/office/drawing/2014/main" id="{E4342E79-0574-38C9-47AE-468C687D2CD7}"/>
                </a:ext>
              </a:extLst>
            </p:cNvPr>
            <p:cNvSpPr/>
            <p:nvPr/>
          </p:nvSpPr>
          <p:spPr>
            <a:xfrm>
              <a:off x="4601190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70" name="pg3820">
              <a:extLst>
                <a:ext uri="{FF2B5EF4-FFF2-40B4-BE49-F238E27FC236}">
                  <a16:creationId xmlns:a16="http://schemas.microsoft.com/office/drawing/2014/main" id="{82EC1BCE-B929-89AB-A393-9E2AFC7EB111}"/>
                </a:ext>
              </a:extLst>
            </p:cNvPr>
            <p:cNvSpPr/>
            <p:nvPr/>
          </p:nvSpPr>
          <p:spPr>
            <a:xfrm>
              <a:off x="4612827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71" name="pg3821">
              <a:extLst>
                <a:ext uri="{FF2B5EF4-FFF2-40B4-BE49-F238E27FC236}">
                  <a16:creationId xmlns:a16="http://schemas.microsoft.com/office/drawing/2014/main" id="{AC5C6DDB-6BC3-D8AE-DE0A-8044A638AC6A}"/>
                </a:ext>
              </a:extLst>
            </p:cNvPr>
            <p:cNvSpPr/>
            <p:nvPr/>
          </p:nvSpPr>
          <p:spPr>
            <a:xfrm>
              <a:off x="4624464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72" name="pg3822">
              <a:extLst>
                <a:ext uri="{FF2B5EF4-FFF2-40B4-BE49-F238E27FC236}">
                  <a16:creationId xmlns:a16="http://schemas.microsoft.com/office/drawing/2014/main" id="{6235E724-DB4E-15FA-FB38-F8322D374325}"/>
                </a:ext>
              </a:extLst>
            </p:cNvPr>
            <p:cNvSpPr/>
            <p:nvPr/>
          </p:nvSpPr>
          <p:spPr>
            <a:xfrm>
              <a:off x="4636101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73" name="pg3823">
              <a:extLst>
                <a:ext uri="{FF2B5EF4-FFF2-40B4-BE49-F238E27FC236}">
                  <a16:creationId xmlns:a16="http://schemas.microsoft.com/office/drawing/2014/main" id="{64AE0B2D-08E7-74D6-50B5-C415AB3F05F4}"/>
                </a:ext>
              </a:extLst>
            </p:cNvPr>
            <p:cNvSpPr/>
            <p:nvPr/>
          </p:nvSpPr>
          <p:spPr>
            <a:xfrm>
              <a:off x="4647739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74" name="pg3824">
              <a:extLst>
                <a:ext uri="{FF2B5EF4-FFF2-40B4-BE49-F238E27FC236}">
                  <a16:creationId xmlns:a16="http://schemas.microsoft.com/office/drawing/2014/main" id="{9A090D85-196D-2684-0E03-5823E33E1069}"/>
                </a:ext>
              </a:extLst>
            </p:cNvPr>
            <p:cNvSpPr/>
            <p:nvPr/>
          </p:nvSpPr>
          <p:spPr>
            <a:xfrm>
              <a:off x="2843953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75" name="pg3825">
              <a:extLst>
                <a:ext uri="{FF2B5EF4-FFF2-40B4-BE49-F238E27FC236}">
                  <a16:creationId xmlns:a16="http://schemas.microsoft.com/office/drawing/2014/main" id="{3DD562B5-1E06-4B22-F963-2F896505248D}"/>
                </a:ext>
              </a:extLst>
            </p:cNvPr>
            <p:cNvSpPr/>
            <p:nvPr/>
          </p:nvSpPr>
          <p:spPr>
            <a:xfrm>
              <a:off x="2855590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76" name="pg3826">
              <a:extLst>
                <a:ext uri="{FF2B5EF4-FFF2-40B4-BE49-F238E27FC236}">
                  <a16:creationId xmlns:a16="http://schemas.microsoft.com/office/drawing/2014/main" id="{ACF83241-A1BC-C40A-8E35-3F959EC6AE66}"/>
                </a:ext>
              </a:extLst>
            </p:cNvPr>
            <p:cNvSpPr/>
            <p:nvPr/>
          </p:nvSpPr>
          <p:spPr>
            <a:xfrm>
              <a:off x="2867227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77" name="pg3827">
              <a:extLst>
                <a:ext uri="{FF2B5EF4-FFF2-40B4-BE49-F238E27FC236}">
                  <a16:creationId xmlns:a16="http://schemas.microsoft.com/office/drawing/2014/main" id="{DA03F1C3-B152-A9BE-8A64-DEF11FADAF55}"/>
                </a:ext>
              </a:extLst>
            </p:cNvPr>
            <p:cNvSpPr/>
            <p:nvPr/>
          </p:nvSpPr>
          <p:spPr>
            <a:xfrm>
              <a:off x="2878865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78" name="pg3828">
              <a:extLst>
                <a:ext uri="{FF2B5EF4-FFF2-40B4-BE49-F238E27FC236}">
                  <a16:creationId xmlns:a16="http://schemas.microsoft.com/office/drawing/2014/main" id="{3190523B-5A4D-F26A-91FE-B43CA922BE40}"/>
                </a:ext>
              </a:extLst>
            </p:cNvPr>
            <p:cNvSpPr/>
            <p:nvPr/>
          </p:nvSpPr>
          <p:spPr>
            <a:xfrm>
              <a:off x="2890502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79" name="pg3829">
              <a:extLst>
                <a:ext uri="{FF2B5EF4-FFF2-40B4-BE49-F238E27FC236}">
                  <a16:creationId xmlns:a16="http://schemas.microsoft.com/office/drawing/2014/main" id="{98F66358-24CA-F279-6DB5-375B84579AAC}"/>
                </a:ext>
              </a:extLst>
            </p:cNvPr>
            <p:cNvSpPr/>
            <p:nvPr/>
          </p:nvSpPr>
          <p:spPr>
            <a:xfrm>
              <a:off x="2843953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80" name="pg3830">
              <a:extLst>
                <a:ext uri="{FF2B5EF4-FFF2-40B4-BE49-F238E27FC236}">
                  <a16:creationId xmlns:a16="http://schemas.microsoft.com/office/drawing/2014/main" id="{E287DD2D-F7C9-DD8A-7DC5-2080FB6A642C}"/>
                </a:ext>
              </a:extLst>
            </p:cNvPr>
            <p:cNvSpPr/>
            <p:nvPr/>
          </p:nvSpPr>
          <p:spPr>
            <a:xfrm>
              <a:off x="2855590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81" name="pg3831">
              <a:extLst>
                <a:ext uri="{FF2B5EF4-FFF2-40B4-BE49-F238E27FC236}">
                  <a16:creationId xmlns:a16="http://schemas.microsoft.com/office/drawing/2014/main" id="{6B3C2B95-E06C-9111-9CB4-A2AA207C8F7E}"/>
                </a:ext>
              </a:extLst>
            </p:cNvPr>
            <p:cNvSpPr/>
            <p:nvPr/>
          </p:nvSpPr>
          <p:spPr>
            <a:xfrm>
              <a:off x="2867227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82" name="pg3832">
              <a:extLst>
                <a:ext uri="{FF2B5EF4-FFF2-40B4-BE49-F238E27FC236}">
                  <a16:creationId xmlns:a16="http://schemas.microsoft.com/office/drawing/2014/main" id="{7D782ECA-FE27-D0A4-39AA-5258F8BF5ABB}"/>
                </a:ext>
              </a:extLst>
            </p:cNvPr>
            <p:cNvSpPr/>
            <p:nvPr/>
          </p:nvSpPr>
          <p:spPr>
            <a:xfrm>
              <a:off x="2878865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83" name="pg3833">
              <a:extLst>
                <a:ext uri="{FF2B5EF4-FFF2-40B4-BE49-F238E27FC236}">
                  <a16:creationId xmlns:a16="http://schemas.microsoft.com/office/drawing/2014/main" id="{DAC6A4F0-09BC-332C-C634-A9F27959CDD5}"/>
                </a:ext>
              </a:extLst>
            </p:cNvPr>
            <p:cNvSpPr/>
            <p:nvPr/>
          </p:nvSpPr>
          <p:spPr>
            <a:xfrm>
              <a:off x="2832315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84" name="pg3834">
              <a:extLst>
                <a:ext uri="{FF2B5EF4-FFF2-40B4-BE49-F238E27FC236}">
                  <a16:creationId xmlns:a16="http://schemas.microsoft.com/office/drawing/2014/main" id="{F05D86BA-02AE-9147-C52F-42960974E084}"/>
                </a:ext>
              </a:extLst>
            </p:cNvPr>
            <p:cNvSpPr/>
            <p:nvPr/>
          </p:nvSpPr>
          <p:spPr>
            <a:xfrm>
              <a:off x="2843953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85" name="pg3835">
              <a:extLst>
                <a:ext uri="{FF2B5EF4-FFF2-40B4-BE49-F238E27FC236}">
                  <a16:creationId xmlns:a16="http://schemas.microsoft.com/office/drawing/2014/main" id="{29E225C3-68EB-3C36-9FE5-9D180E102519}"/>
                </a:ext>
              </a:extLst>
            </p:cNvPr>
            <p:cNvSpPr/>
            <p:nvPr/>
          </p:nvSpPr>
          <p:spPr>
            <a:xfrm>
              <a:off x="2855590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86" name="pg3836">
              <a:extLst>
                <a:ext uri="{FF2B5EF4-FFF2-40B4-BE49-F238E27FC236}">
                  <a16:creationId xmlns:a16="http://schemas.microsoft.com/office/drawing/2014/main" id="{B4F5576B-B038-A6E0-E2AF-812FB930A528}"/>
                </a:ext>
              </a:extLst>
            </p:cNvPr>
            <p:cNvSpPr/>
            <p:nvPr/>
          </p:nvSpPr>
          <p:spPr>
            <a:xfrm>
              <a:off x="2867227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87" name="pg3837">
              <a:extLst>
                <a:ext uri="{FF2B5EF4-FFF2-40B4-BE49-F238E27FC236}">
                  <a16:creationId xmlns:a16="http://schemas.microsoft.com/office/drawing/2014/main" id="{EDBD7A99-4DCA-8728-5113-54698D8A0B01}"/>
                </a:ext>
              </a:extLst>
            </p:cNvPr>
            <p:cNvSpPr/>
            <p:nvPr/>
          </p:nvSpPr>
          <p:spPr>
            <a:xfrm>
              <a:off x="2878865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88" name="pg3838">
              <a:extLst>
                <a:ext uri="{FF2B5EF4-FFF2-40B4-BE49-F238E27FC236}">
                  <a16:creationId xmlns:a16="http://schemas.microsoft.com/office/drawing/2014/main" id="{EFAEBF31-24AE-F298-3FE1-72339B7B4357}"/>
                </a:ext>
              </a:extLst>
            </p:cNvPr>
            <p:cNvSpPr/>
            <p:nvPr/>
          </p:nvSpPr>
          <p:spPr>
            <a:xfrm>
              <a:off x="2832315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89" name="pg3839">
              <a:extLst>
                <a:ext uri="{FF2B5EF4-FFF2-40B4-BE49-F238E27FC236}">
                  <a16:creationId xmlns:a16="http://schemas.microsoft.com/office/drawing/2014/main" id="{36F5FCA5-527B-751A-5ED7-7E31B3DDE246}"/>
                </a:ext>
              </a:extLst>
            </p:cNvPr>
            <p:cNvSpPr/>
            <p:nvPr/>
          </p:nvSpPr>
          <p:spPr>
            <a:xfrm>
              <a:off x="2843953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90" name="pg3840">
              <a:extLst>
                <a:ext uri="{FF2B5EF4-FFF2-40B4-BE49-F238E27FC236}">
                  <a16:creationId xmlns:a16="http://schemas.microsoft.com/office/drawing/2014/main" id="{FD7DD7F6-B824-9FB4-5614-872A4B4C5AE4}"/>
                </a:ext>
              </a:extLst>
            </p:cNvPr>
            <p:cNvSpPr/>
            <p:nvPr/>
          </p:nvSpPr>
          <p:spPr>
            <a:xfrm>
              <a:off x="2855590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91" name="pg3841">
              <a:extLst>
                <a:ext uri="{FF2B5EF4-FFF2-40B4-BE49-F238E27FC236}">
                  <a16:creationId xmlns:a16="http://schemas.microsoft.com/office/drawing/2014/main" id="{24190A29-0A90-0110-1436-9A2CC9F2F755}"/>
                </a:ext>
              </a:extLst>
            </p:cNvPr>
            <p:cNvSpPr/>
            <p:nvPr/>
          </p:nvSpPr>
          <p:spPr>
            <a:xfrm>
              <a:off x="2867227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92" name="pg3842">
              <a:extLst>
                <a:ext uri="{FF2B5EF4-FFF2-40B4-BE49-F238E27FC236}">
                  <a16:creationId xmlns:a16="http://schemas.microsoft.com/office/drawing/2014/main" id="{AA4C0B79-3F7B-FC55-6FEC-5ED98A4FBAD8}"/>
                </a:ext>
              </a:extLst>
            </p:cNvPr>
            <p:cNvSpPr/>
            <p:nvPr/>
          </p:nvSpPr>
          <p:spPr>
            <a:xfrm>
              <a:off x="2878865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93" name="pg3843">
              <a:extLst>
                <a:ext uri="{FF2B5EF4-FFF2-40B4-BE49-F238E27FC236}">
                  <a16:creationId xmlns:a16="http://schemas.microsoft.com/office/drawing/2014/main" id="{A490A4A1-F826-BCA4-A09E-577DE66A9576}"/>
                </a:ext>
              </a:extLst>
            </p:cNvPr>
            <p:cNvSpPr/>
            <p:nvPr/>
          </p:nvSpPr>
          <p:spPr>
            <a:xfrm>
              <a:off x="2832315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94" name="pg3844">
              <a:extLst>
                <a:ext uri="{FF2B5EF4-FFF2-40B4-BE49-F238E27FC236}">
                  <a16:creationId xmlns:a16="http://schemas.microsoft.com/office/drawing/2014/main" id="{7A279D54-574B-B812-D318-D7E44F9CE11E}"/>
                </a:ext>
              </a:extLst>
            </p:cNvPr>
            <p:cNvSpPr/>
            <p:nvPr/>
          </p:nvSpPr>
          <p:spPr>
            <a:xfrm>
              <a:off x="2843953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95" name="pg3845">
              <a:extLst>
                <a:ext uri="{FF2B5EF4-FFF2-40B4-BE49-F238E27FC236}">
                  <a16:creationId xmlns:a16="http://schemas.microsoft.com/office/drawing/2014/main" id="{AAA8AE10-1E86-1E06-3BC1-350BE8A5F13D}"/>
                </a:ext>
              </a:extLst>
            </p:cNvPr>
            <p:cNvSpPr/>
            <p:nvPr/>
          </p:nvSpPr>
          <p:spPr>
            <a:xfrm>
              <a:off x="2855590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96" name="pg3846">
              <a:extLst>
                <a:ext uri="{FF2B5EF4-FFF2-40B4-BE49-F238E27FC236}">
                  <a16:creationId xmlns:a16="http://schemas.microsoft.com/office/drawing/2014/main" id="{1F50E174-FBC7-09F9-8BF4-C81CCDD13F3E}"/>
                </a:ext>
              </a:extLst>
            </p:cNvPr>
            <p:cNvSpPr/>
            <p:nvPr/>
          </p:nvSpPr>
          <p:spPr>
            <a:xfrm>
              <a:off x="2867227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97" name="pg3847">
              <a:extLst>
                <a:ext uri="{FF2B5EF4-FFF2-40B4-BE49-F238E27FC236}">
                  <a16:creationId xmlns:a16="http://schemas.microsoft.com/office/drawing/2014/main" id="{A5F7E23B-9F25-55EF-8B7C-653F0A544B89}"/>
                </a:ext>
              </a:extLst>
            </p:cNvPr>
            <p:cNvSpPr/>
            <p:nvPr/>
          </p:nvSpPr>
          <p:spPr>
            <a:xfrm>
              <a:off x="2878865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98" name="pg3848">
              <a:extLst>
                <a:ext uri="{FF2B5EF4-FFF2-40B4-BE49-F238E27FC236}">
                  <a16:creationId xmlns:a16="http://schemas.microsoft.com/office/drawing/2014/main" id="{3880F78B-AB66-911E-8AD2-DA300DB619E0}"/>
                </a:ext>
              </a:extLst>
            </p:cNvPr>
            <p:cNvSpPr/>
            <p:nvPr/>
          </p:nvSpPr>
          <p:spPr>
            <a:xfrm>
              <a:off x="2832315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99" name="pg3849">
              <a:extLst>
                <a:ext uri="{FF2B5EF4-FFF2-40B4-BE49-F238E27FC236}">
                  <a16:creationId xmlns:a16="http://schemas.microsoft.com/office/drawing/2014/main" id="{371BE72B-8F2E-3415-2315-6FF0B12D10AC}"/>
                </a:ext>
              </a:extLst>
            </p:cNvPr>
            <p:cNvSpPr/>
            <p:nvPr/>
          </p:nvSpPr>
          <p:spPr>
            <a:xfrm>
              <a:off x="2843953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00" name="pg3850">
              <a:extLst>
                <a:ext uri="{FF2B5EF4-FFF2-40B4-BE49-F238E27FC236}">
                  <a16:creationId xmlns:a16="http://schemas.microsoft.com/office/drawing/2014/main" id="{036D4DA3-2A8B-C7D3-63E9-A57F82BDB1B3}"/>
                </a:ext>
              </a:extLst>
            </p:cNvPr>
            <p:cNvSpPr/>
            <p:nvPr/>
          </p:nvSpPr>
          <p:spPr>
            <a:xfrm>
              <a:off x="2855590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01" name="pg3851">
              <a:extLst>
                <a:ext uri="{FF2B5EF4-FFF2-40B4-BE49-F238E27FC236}">
                  <a16:creationId xmlns:a16="http://schemas.microsoft.com/office/drawing/2014/main" id="{4BA947D4-051B-9237-1372-457DA2EF9581}"/>
                </a:ext>
              </a:extLst>
            </p:cNvPr>
            <p:cNvSpPr/>
            <p:nvPr/>
          </p:nvSpPr>
          <p:spPr>
            <a:xfrm>
              <a:off x="2867227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02" name="pg3852">
              <a:extLst>
                <a:ext uri="{FF2B5EF4-FFF2-40B4-BE49-F238E27FC236}">
                  <a16:creationId xmlns:a16="http://schemas.microsoft.com/office/drawing/2014/main" id="{C7947D4B-C807-87A5-11B6-9BDFDFB5311F}"/>
                </a:ext>
              </a:extLst>
            </p:cNvPr>
            <p:cNvSpPr/>
            <p:nvPr/>
          </p:nvSpPr>
          <p:spPr>
            <a:xfrm>
              <a:off x="2832315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03" name="pg3853">
              <a:extLst>
                <a:ext uri="{FF2B5EF4-FFF2-40B4-BE49-F238E27FC236}">
                  <a16:creationId xmlns:a16="http://schemas.microsoft.com/office/drawing/2014/main" id="{45959D0E-5D58-91BD-9BA3-9F767E631020}"/>
                </a:ext>
              </a:extLst>
            </p:cNvPr>
            <p:cNvSpPr/>
            <p:nvPr/>
          </p:nvSpPr>
          <p:spPr>
            <a:xfrm>
              <a:off x="2843953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04" name="pg3854">
              <a:extLst>
                <a:ext uri="{FF2B5EF4-FFF2-40B4-BE49-F238E27FC236}">
                  <a16:creationId xmlns:a16="http://schemas.microsoft.com/office/drawing/2014/main" id="{2FF4DB26-0782-1BA3-71DA-C9885910DBBB}"/>
                </a:ext>
              </a:extLst>
            </p:cNvPr>
            <p:cNvSpPr/>
            <p:nvPr/>
          </p:nvSpPr>
          <p:spPr>
            <a:xfrm>
              <a:off x="2855590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05" name="pg3855">
              <a:extLst>
                <a:ext uri="{FF2B5EF4-FFF2-40B4-BE49-F238E27FC236}">
                  <a16:creationId xmlns:a16="http://schemas.microsoft.com/office/drawing/2014/main" id="{70A06204-CB85-1BA8-BE41-F409FCC86DE4}"/>
                </a:ext>
              </a:extLst>
            </p:cNvPr>
            <p:cNvSpPr/>
            <p:nvPr/>
          </p:nvSpPr>
          <p:spPr>
            <a:xfrm>
              <a:off x="2867227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06" name="pg3856">
              <a:extLst>
                <a:ext uri="{FF2B5EF4-FFF2-40B4-BE49-F238E27FC236}">
                  <a16:creationId xmlns:a16="http://schemas.microsoft.com/office/drawing/2014/main" id="{959BC536-B9EA-3C29-28AA-AA7B066735C7}"/>
                </a:ext>
              </a:extLst>
            </p:cNvPr>
            <p:cNvSpPr/>
            <p:nvPr/>
          </p:nvSpPr>
          <p:spPr>
            <a:xfrm>
              <a:off x="2832315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07" name="pg3857">
              <a:extLst>
                <a:ext uri="{FF2B5EF4-FFF2-40B4-BE49-F238E27FC236}">
                  <a16:creationId xmlns:a16="http://schemas.microsoft.com/office/drawing/2014/main" id="{EB054F85-F797-0165-1E10-2B21469653EB}"/>
                </a:ext>
              </a:extLst>
            </p:cNvPr>
            <p:cNvSpPr/>
            <p:nvPr/>
          </p:nvSpPr>
          <p:spPr>
            <a:xfrm>
              <a:off x="2843953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08" name="pg3858">
              <a:extLst>
                <a:ext uri="{FF2B5EF4-FFF2-40B4-BE49-F238E27FC236}">
                  <a16:creationId xmlns:a16="http://schemas.microsoft.com/office/drawing/2014/main" id="{5CD959CC-046F-5830-430D-C08A13D83C86}"/>
                </a:ext>
              </a:extLst>
            </p:cNvPr>
            <p:cNvSpPr/>
            <p:nvPr/>
          </p:nvSpPr>
          <p:spPr>
            <a:xfrm>
              <a:off x="2855590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09" name="pg3859">
              <a:extLst>
                <a:ext uri="{FF2B5EF4-FFF2-40B4-BE49-F238E27FC236}">
                  <a16:creationId xmlns:a16="http://schemas.microsoft.com/office/drawing/2014/main" id="{D4A3929F-FF00-DA36-DAFE-90E797C734D2}"/>
                </a:ext>
              </a:extLst>
            </p:cNvPr>
            <p:cNvSpPr/>
            <p:nvPr/>
          </p:nvSpPr>
          <p:spPr>
            <a:xfrm>
              <a:off x="2867227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10" name="pg3860">
              <a:extLst>
                <a:ext uri="{FF2B5EF4-FFF2-40B4-BE49-F238E27FC236}">
                  <a16:creationId xmlns:a16="http://schemas.microsoft.com/office/drawing/2014/main" id="{540DB822-2028-2CCF-1F7A-0C65BA23F04D}"/>
                </a:ext>
              </a:extLst>
            </p:cNvPr>
            <p:cNvSpPr/>
            <p:nvPr/>
          </p:nvSpPr>
          <p:spPr>
            <a:xfrm>
              <a:off x="2832315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11" name="pg3861">
              <a:extLst>
                <a:ext uri="{FF2B5EF4-FFF2-40B4-BE49-F238E27FC236}">
                  <a16:creationId xmlns:a16="http://schemas.microsoft.com/office/drawing/2014/main" id="{3DD2A2E3-BDA7-8141-957B-14D5F4656B32}"/>
                </a:ext>
              </a:extLst>
            </p:cNvPr>
            <p:cNvSpPr/>
            <p:nvPr/>
          </p:nvSpPr>
          <p:spPr>
            <a:xfrm>
              <a:off x="2843953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12" name="pg3862">
              <a:extLst>
                <a:ext uri="{FF2B5EF4-FFF2-40B4-BE49-F238E27FC236}">
                  <a16:creationId xmlns:a16="http://schemas.microsoft.com/office/drawing/2014/main" id="{D9964EAE-D120-111C-0F3E-9FBDAA8CAD43}"/>
                </a:ext>
              </a:extLst>
            </p:cNvPr>
            <p:cNvSpPr/>
            <p:nvPr/>
          </p:nvSpPr>
          <p:spPr>
            <a:xfrm>
              <a:off x="2855590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13" name="pg3863">
              <a:extLst>
                <a:ext uri="{FF2B5EF4-FFF2-40B4-BE49-F238E27FC236}">
                  <a16:creationId xmlns:a16="http://schemas.microsoft.com/office/drawing/2014/main" id="{7B669B3B-5DFE-0A4D-E5AA-532A94AA5C04}"/>
                </a:ext>
              </a:extLst>
            </p:cNvPr>
            <p:cNvSpPr/>
            <p:nvPr/>
          </p:nvSpPr>
          <p:spPr>
            <a:xfrm>
              <a:off x="2867227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14" name="pg3864">
              <a:extLst>
                <a:ext uri="{FF2B5EF4-FFF2-40B4-BE49-F238E27FC236}">
                  <a16:creationId xmlns:a16="http://schemas.microsoft.com/office/drawing/2014/main" id="{E6603A02-B877-A184-A2F8-EB3AAAD0177A}"/>
                </a:ext>
              </a:extLst>
            </p:cNvPr>
            <p:cNvSpPr/>
            <p:nvPr/>
          </p:nvSpPr>
          <p:spPr>
            <a:xfrm>
              <a:off x="2832315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15" name="pg3865">
              <a:extLst>
                <a:ext uri="{FF2B5EF4-FFF2-40B4-BE49-F238E27FC236}">
                  <a16:creationId xmlns:a16="http://schemas.microsoft.com/office/drawing/2014/main" id="{9C884919-C51C-4204-F709-A4F21E1ACADC}"/>
                </a:ext>
              </a:extLst>
            </p:cNvPr>
            <p:cNvSpPr/>
            <p:nvPr/>
          </p:nvSpPr>
          <p:spPr>
            <a:xfrm>
              <a:off x="2843953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16" name="pg3866">
              <a:extLst>
                <a:ext uri="{FF2B5EF4-FFF2-40B4-BE49-F238E27FC236}">
                  <a16:creationId xmlns:a16="http://schemas.microsoft.com/office/drawing/2014/main" id="{E76674D9-CFD0-C9D5-9DF2-41B3ABA26060}"/>
                </a:ext>
              </a:extLst>
            </p:cNvPr>
            <p:cNvSpPr/>
            <p:nvPr/>
          </p:nvSpPr>
          <p:spPr>
            <a:xfrm>
              <a:off x="2855590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17" name="pg3867">
              <a:extLst>
                <a:ext uri="{FF2B5EF4-FFF2-40B4-BE49-F238E27FC236}">
                  <a16:creationId xmlns:a16="http://schemas.microsoft.com/office/drawing/2014/main" id="{0154D148-042A-4BFD-6B4D-9D06B777A81C}"/>
                </a:ext>
              </a:extLst>
            </p:cNvPr>
            <p:cNvSpPr/>
            <p:nvPr/>
          </p:nvSpPr>
          <p:spPr>
            <a:xfrm>
              <a:off x="2399291" y="2540116"/>
              <a:ext cx="3705599" cy="2850404"/>
            </a:xfrm>
            <a:custGeom>
              <a:avLst/>
              <a:gdLst/>
              <a:ahLst/>
              <a:cxnLst/>
              <a:rect l="0" t="0" r="0" b="0"/>
              <a:pathLst>
                <a:path w="3705599" h="2850404">
                  <a:moveTo>
                    <a:pt x="2893187" y="266106"/>
                  </a:moveTo>
                  <a:lnTo>
                    <a:pt x="2917831" y="266068"/>
                  </a:lnTo>
                  <a:lnTo>
                    <a:pt x="2961871" y="266005"/>
                  </a:lnTo>
                  <a:lnTo>
                    <a:pt x="3005910" y="265941"/>
                  </a:lnTo>
                  <a:lnTo>
                    <a:pt x="3049950" y="265884"/>
                  </a:lnTo>
                  <a:lnTo>
                    <a:pt x="3093989" y="265820"/>
                  </a:lnTo>
                  <a:lnTo>
                    <a:pt x="3138033" y="265757"/>
                  </a:lnTo>
                  <a:lnTo>
                    <a:pt x="3182073" y="265693"/>
                  </a:lnTo>
                  <a:lnTo>
                    <a:pt x="3226112" y="265630"/>
                  </a:lnTo>
                  <a:lnTo>
                    <a:pt x="3236535" y="240559"/>
                  </a:lnTo>
                  <a:lnTo>
                    <a:pt x="3246246" y="228887"/>
                  </a:lnTo>
                  <a:lnTo>
                    <a:pt x="3259547" y="232754"/>
                  </a:lnTo>
                  <a:lnTo>
                    <a:pt x="3266632" y="232430"/>
                  </a:lnTo>
                  <a:lnTo>
                    <a:pt x="3274508" y="226410"/>
                  </a:lnTo>
                  <a:lnTo>
                    <a:pt x="3280895" y="222752"/>
                  </a:lnTo>
                  <a:lnTo>
                    <a:pt x="3285102" y="223292"/>
                  </a:lnTo>
                  <a:lnTo>
                    <a:pt x="3288693" y="228804"/>
                  </a:lnTo>
                  <a:lnTo>
                    <a:pt x="3291680" y="232481"/>
                  </a:lnTo>
                  <a:lnTo>
                    <a:pt x="3295168" y="231408"/>
                  </a:lnTo>
                  <a:lnTo>
                    <a:pt x="3298155" y="226207"/>
                  </a:lnTo>
                  <a:lnTo>
                    <a:pt x="3298052" y="218993"/>
                  </a:lnTo>
                  <a:lnTo>
                    <a:pt x="3302140" y="213970"/>
                  </a:lnTo>
                  <a:lnTo>
                    <a:pt x="3306992" y="213201"/>
                  </a:lnTo>
                  <a:lnTo>
                    <a:pt x="3311478" y="213360"/>
                  </a:lnTo>
                  <a:lnTo>
                    <a:pt x="3313715" y="210909"/>
                  </a:lnTo>
                  <a:lnTo>
                    <a:pt x="3313467" y="207391"/>
                  </a:lnTo>
                  <a:lnTo>
                    <a:pt x="3311850" y="201726"/>
                  </a:lnTo>
                  <a:lnTo>
                    <a:pt x="3312398" y="194906"/>
                  </a:lnTo>
                  <a:lnTo>
                    <a:pt x="3323601" y="182859"/>
                  </a:lnTo>
                  <a:lnTo>
                    <a:pt x="3337337" y="174686"/>
                  </a:lnTo>
                  <a:lnTo>
                    <a:pt x="3342153" y="170603"/>
                  </a:lnTo>
                  <a:lnTo>
                    <a:pt x="3343554" y="162322"/>
                  </a:lnTo>
                  <a:lnTo>
                    <a:pt x="3351429" y="153717"/>
                  </a:lnTo>
                  <a:lnTo>
                    <a:pt x="3355367" y="148770"/>
                  </a:lnTo>
                  <a:lnTo>
                    <a:pt x="3356328" y="144471"/>
                  </a:lnTo>
                  <a:lnTo>
                    <a:pt x="3354287" y="139181"/>
                  </a:lnTo>
                  <a:lnTo>
                    <a:pt x="3354494" y="129097"/>
                  </a:lnTo>
                  <a:lnTo>
                    <a:pt x="3357202" y="117050"/>
                  </a:lnTo>
                  <a:lnTo>
                    <a:pt x="3360442" y="103930"/>
                  </a:lnTo>
                  <a:lnTo>
                    <a:pt x="3367703" y="92099"/>
                  </a:lnTo>
                  <a:lnTo>
                    <a:pt x="3379609" y="79195"/>
                  </a:lnTo>
                  <a:lnTo>
                    <a:pt x="3382673" y="62240"/>
                  </a:lnTo>
                  <a:lnTo>
                    <a:pt x="3385903" y="44357"/>
                  </a:lnTo>
                  <a:lnTo>
                    <a:pt x="3400295" y="26932"/>
                  </a:lnTo>
                  <a:lnTo>
                    <a:pt x="3416615" y="7169"/>
                  </a:lnTo>
                  <a:lnTo>
                    <a:pt x="3422535" y="0"/>
                  </a:lnTo>
                  <a:lnTo>
                    <a:pt x="3618932" y="0"/>
                  </a:lnTo>
                  <a:lnTo>
                    <a:pt x="3619257" y="14859"/>
                  </a:lnTo>
                  <a:lnTo>
                    <a:pt x="3619521" y="35130"/>
                  </a:lnTo>
                  <a:lnTo>
                    <a:pt x="3619800" y="56493"/>
                  </a:lnTo>
                  <a:lnTo>
                    <a:pt x="3620001" y="71740"/>
                  </a:lnTo>
                  <a:lnTo>
                    <a:pt x="3620347" y="92677"/>
                  </a:lnTo>
                  <a:lnTo>
                    <a:pt x="3620621" y="109334"/>
                  </a:lnTo>
                  <a:lnTo>
                    <a:pt x="3620988" y="131078"/>
                  </a:lnTo>
                  <a:lnTo>
                    <a:pt x="3621179" y="142699"/>
                  </a:lnTo>
                  <a:lnTo>
                    <a:pt x="3623045" y="146052"/>
                  </a:lnTo>
                  <a:lnTo>
                    <a:pt x="3621924" y="150631"/>
                  </a:lnTo>
                  <a:lnTo>
                    <a:pt x="3621433" y="152923"/>
                  </a:lnTo>
                  <a:lnTo>
                    <a:pt x="3621552" y="154746"/>
                  </a:lnTo>
                  <a:lnTo>
                    <a:pt x="3622296" y="157038"/>
                  </a:lnTo>
                  <a:lnTo>
                    <a:pt x="3622172" y="160245"/>
                  </a:lnTo>
                  <a:lnTo>
                    <a:pt x="3620435" y="163147"/>
                  </a:lnTo>
                  <a:lnTo>
                    <a:pt x="3619567" y="166500"/>
                  </a:lnTo>
                  <a:lnTo>
                    <a:pt x="3619319" y="171993"/>
                  </a:lnTo>
                  <a:lnTo>
                    <a:pt x="3621179" y="175353"/>
                  </a:lnTo>
                  <a:lnTo>
                    <a:pt x="3624285" y="177334"/>
                  </a:lnTo>
                  <a:lnTo>
                    <a:pt x="3626895" y="177334"/>
                  </a:lnTo>
                  <a:lnTo>
                    <a:pt x="3630249" y="179322"/>
                  </a:lnTo>
                  <a:lnTo>
                    <a:pt x="3634595" y="182834"/>
                  </a:lnTo>
                  <a:lnTo>
                    <a:pt x="3641173" y="185882"/>
                  </a:lnTo>
                  <a:lnTo>
                    <a:pt x="3648005" y="186949"/>
                  </a:lnTo>
                  <a:lnTo>
                    <a:pt x="3652723" y="186187"/>
                  </a:lnTo>
                  <a:lnTo>
                    <a:pt x="3658434" y="188174"/>
                  </a:lnTo>
                  <a:lnTo>
                    <a:pt x="3660423" y="193058"/>
                  </a:lnTo>
                  <a:lnTo>
                    <a:pt x="3659307" y="197630"/>
                  </a:lnTo>
                  <a:lnTo>
                    <a:pt x="3656077" y="199770"/>
                  </a:lnTo>
                  <a:lnTo>
                    <a:pt x="3652599" y="201453"/>
                  </a:lnTo>
                  <a:lnTo>
                    <a:pt x="3651979" y="204958"/>
                  </a:lnTo>
                  <a:lnTo>
                    <a:pt x="3653715" y="208623"/>
                  </a:lnTo>
                  <a:lnTo>
                    <a:pt x="3656201" y="211829"/>
                  </a:lnTo>
                  <a:lnTo>
                    <a:pt x="3658935" y="217462"/>
                  </a:lnTo>
                  <a:lnTo>
                    <a:pt x="3657813" y="222346"/>
                  </a:lnTo>
                  <a:lnTo>
                    <a:pt x="3655333" y="226467"/>
                  </a:lnTo>
                  <a:lnTo>
                    <a:pt x="3654212" y="230735"/>
                  </a:lnTo>
                  <a:lnTo>
                    <a:pt x="3656325" y="234405"/>
                  </a:lnTo>
                  <a:lnTo>
                    <a:pt x="3661912" y="239282"/>
                  </a:lnTo>
                  <a:lnTo>
                    <a:pt x="3665389" y="244013"/>
                  </a:lnTo>
                  <a:lnTo>
                    <a:pt x="3670857" y="246611"/>
                  </a:lnTo>
                  <a:lnTo>
                    <a:pt x="3673461" y="244775"/>
                  </a:lnTo>
                  <a:lnTo>
                    <a:pt x="3675575" y="242330"/>
                  </a:lnTo>
                  <a:lnTo>
                    <a:pt x="3677807" y="240501"/>
                  </a:lnTo>
                  <a:lnTo>
                    <a:pt x="3681657" y="241575"/>
                  </a:lnTo>
                  <a:lnTo>
                    <a:pt x="3686127" y="242946"/>
                  </a:lnTo>
                  <a:lnTo>
                    <a:pt x="3691011" y="244578"/>
                  </a:lnTo>
                  <a:lnTo>
                    <a:pt x="3690427" y="248535"/>
                  </a:lnTo>
                  <a:lnTo>
                    <a:pt x="3693404" y="255203"/>
                  </a:lnTo>
                  <a:lnTo>
                    <a:pt x="3695708" y="268024"/>
                  </a:lnTo>
                  <a:lnTo>
                    <a:pt x="3692169" y="273847"/>
                  </a:lnTo>
                  <a:lnTo>
                    <a:pt x="3692928" y="281563"/>
                  </a:lnTo>
                  <a:lnTo>
                    <a:pt x="3702742" y="283811"/>
                  </a:lnTo>
                  <a:lnTo>
                    <a:pt x="3705129" y="286173"/>
                  </a:lnTo>
                  <a:lnTo>
                    <a:pt x="3705599" y="289025"/>
                  </a:lnTo>
                  <a:lnTo>
                    <a:pt x="3683983" y="308806"/>
                  </a:lnTo>
                  <a:lnTo>
                    <a:pt x="3665694" y="306037"/>
                  </a:lnTo>
                  <a:lnTo>
                    <a:pt x="3655772" y="311283"/>
                  </a:lnTo>
                  <a:lnTo>
                    <a:pt x="3645380" y="312813"/>
                  </a:lnTo>
                  <a:lnTo>
                    <a:pt x="3640822" y="321653"/>
                  </a:lnTo>
                  <a:lnTo>
                    <a:pt x="3635117" y="323526"/>
                  </a:lnTo>
                  <a:lnTo>
                    <a:pt x="3627303" y="322993"/>
                  </a:lnTo>
                  <a:lnTo>
                    <a:pt x="3620565" y="320497"/>
                  </a:lnTo>
                  <a:lnTo>
                    <a:pt x="3615423" y="321723"/>
                  </a:lnTo>
                  <a:lnTo>
                    <a:pt x="3608229" y="337675"/>
                  </a:lnTo>
                  <a:lnTo>
                    <a:pt x="3602338" y="336284"/>
                  </a:lnTo>
                  <a:lnTo>
                    <a:pt x="3599992" y="342025"/>
                  </a:lnTo>
                  <a:lnTo>
                    <a:pt x="3596912" y="344534"/>
                  </a:lnTo>
                  <a:lnTo>
                    <a:pt x="3592395" y="346686"/>
                  </a:lnTo>
                  <a:lnTo>
                    <a:pt x="3588473" y="339599"/>
                  </a:lnTo>
                  <a:lnTo>
                    <a:pt x="3585977" y="332862"/>
                  </a:lnTo>
                  <a:lnTo>
                    <a:pt x="3582298" y="331382"/>
                  </a:lnTo>
                  <a:lnTo>
                    <a:pt x="3577409" y="329661"/>
                  </a:lnTo>
                  <a:lnTo>
                    <a:pt x="3572381" y="329718"/>
                  </a:lnTo>
                  <a:lnTo>
                    <a:pt x="3569027" y="330683"/>
                  </a:lnTo>
                  <a:lnTo>
                    <a:pt x="3564867" y="335040"/>
                  </a:lnTo>
                  <a:lnTo>
                    <a:pt x="3558836" y="338780"/>
                  </a:lnTo>
                  <a:lnTo>
                    <a:pt x="3554273" y="335662"/>
                  </a:lnTo>
                  <a:lnTo>
                    <a:pt x="3550702" y="330652"/>
                  </a:lnTo>
                  <a:lnTo>
                    <a:pt x="3547648" y="338710"/>
                  </a:lnTo>
                  <a:lnTo>
                    <a:pt x="3543204" y="347220"/>
                  </a:lnTo>
                  <a:lnTo>
                    <a:pt x="3543943" y="357145"/>
                  </a:lnTo>
                  <a:lnTo>
                    <a:pt x="3542031" y="363032"/>
                  </a:lnTo>
                  <a:lnTo>
                    <a:pt x="3537814" y="361445"/>
                  </a:lnTo>
                  <a:lnTo>
                    <a:pt x="3533618" y="356282"/>
                  </a:lnTo>
                  <a:lnTo>
                    <a:pt x="3521840" y="352154"/>
                  </a:lnTo>
                  <a:lnTo>
                    <a:pt x="3512461" y="352535"/>
                  </a:lnTo>
                  <a:lnTo>
                    <a:pt x="3514368" y="347023"/>
                  </a:lnTo>
                  <a:lnTo>
                    <a:pt x="3523236" y="339110"/>
                  </a:lnTo>
                  <a:lnTo>
                    <a:pt x="3520507" y="337561"/>
                  </a:lnTo>
                  <a:lnTo>
                    <a:pt x="3516156" y="338659"/>
                  </a:lnTo>
                  <a:lnTo>
                    <a:pt x="3514259" y="337561"/>
                  </a:lnTo>
                  <a:lnTo>
                    <a:pt x="3517370" y="330372"/>
                  </a:lnTo>
                  <a:lnTo>
                    <a:pt x="3517670" y="322441"/>
                  </a:lnTo>
                  <a:lnTo>
                    <a:pt x="3513701" y="325216"/>
                  </a:lnTo>
                  <a:lnTo>
                    <a:pt x="3508709" y="333585"/>
                  </a:lnTo>
                  <a:lnTo>
                    <a:pt x="3496632" y="340247"/>
                  </a:lnTo>
                  <a:lnTo>
                    <a:pt x="3497195" y="351398"/>
                  </a:lnTo>
                  <a:lnTo>
                    <a:pt x="3485826" y="374253"/>
                  </a:lnTo>
                  <a:lnTo>
                    <a:pt x="3485320" y="383982"/>
                  </a:lnTo>
                  <a:lnTo>
                    <a:pt x="3478028" y="391749"/>
                  </a:lnTo>
                  <a:lnTo>
                    <a:pt x="3468628" y="398429"/>
                  </a:lnTo>
                  <a:lnTo>
                    <a:pt x="3456091" y="396550"/>
                  </a:lnTo>
                  <a:lnTo>
                    <a:pt x="3446521" y="402354"/>
                  </a:lnTo>
                  <a:lnTo>
                    <a:pt x="3441663" y="409015"/>
                  </a:lnTo>
                  <a:lnTo>
                    <a:pt x="3437441" y="410019"/>
                  </a:lnTo>
                  <a:lnTo>
                    <a:pt x="3435240" y="401535"/>
                  </a:lnTo>
                  <a:lnTo>
                    <a:pt x="3433638" y="398912"/>
                  </a:lnTo>
                  <a:lnTo>
                    <a:pt x="3430113" y="411422"/>
                  </a:lnTo>
                  <a:lnTo>
                    <a:pt x="3426522" y="412197"/>
                  </a:lnTo>
                  <a:lnTo>
                    <a:pt x="3425163" y="403325"/>
                  </a:lnTo>
                  <a:lnTo>
                    <a:pt x="3423457" y="397464"/>
                  </a:lnTo>
                  <a:lnTo>
                    <a:pt x="3418563" y="402519"/>
                  </a:lnTo>
                  <a:lnTo>
                    <a:pt x="3415313" y="415918"/>
                  </a:lnTo>
                  <a:lnTo>
                    <a:pt x="3411907" y="414788"/>
                  </a:lnTo>
                  <a:lnTo>
                    <a:pt x="3410822" y="409803"/>
                  </a:lnTo>
                  <a:lnTo>
                    <a:pt x="3408383" y="408291"/>
                  </a:lnTo>
                  <a:lnTo>
                    <a:pt x="3407546" y="413988"/>
                  </a:lnTo>
                  <a:lnTo>
                    <a:pt x="3408776" y="422002"/>
                  </a:lnTo>
                  <a:lnTo>
                    <a:pt x="3407003" y="426282"/>
                  </a:lnTo>
                  <a:lnTo>
                    <a:pt x="3403618" y="423996"/>
                  </a:lnTo>
                  <a:lnTo>
                    <a:pt x="3400213" y="420141"/>
                  </a:lnTo>
                  <a:lnTo>
                    <a:pt x="3394595" y="423069"/>
                  </a:lnTo>
                  <a:lnTo>
                    <a:pt x="3389438" y="424256"/>
                  </a:lnTo>
                  <a:lnTo>
                    <a:pt x="3389417" y="420332"/>
                  </a:lnTo>
                  <a:lnTo>
                    <a:pt x="3390399" y="415518"/>
                  </a:lnTo>
                  <a:lnTo>
                    <a:pt x="3380121" y="418179"/>
                  </a:lnTo>
                  <a:lnTo>
                    <a:pt x="3367796" y="427057"/>
                  </a:lnTo>
                  <a:lnTo>
                    <a:pt x="3358225" y="439339"/>
                  </a:lnTo>
                  <a:lnTo>
                    <a:pt x="3361543" y="441383"/>
                  </a:lnTo>
                  <a:lnTo>
                    <a:pt x="3365279" y="445295"/>
                  </a:lnTo>
                  <a:lnTo>
                    <a:pt x="3348654" y="464270"/>
                  </a:lnTo>
                  <a:lnTo>
                    <a:pt x="3331611" y="481359"/>
                  </a:lnTo>
                  <a:lnTo>
                    <a:pt x="3318738" y="509244"/>
                  </a:lnTo>
                  <a:lnTo>
                    <a:pt x="3313571" y="512508"/>
                  </a:lnTo>
                  <a:lnTo>
                    <a:pt x="3309132" y="517620"/>
                  </a:lnTo>
                  <a:lnTo>
                    <a:pt x="3304419" y="534455"/>
                  </a:lnTo>
                  <a:lnTo>
                    <a:pt x="3298977" y="549442"/>
                  </a:lnTo>
                  <a:lnTo>
                    <a:pt x="3302021" y="556116"/>
                  </a:lnTo>
                  <a:lnTo>
                    <a:pt x="3304026" y="562981"/>
                  </a:lnTo>
                  <a:lnTo>
                    <a:pt x="3308858" y="569737"/>
                  </a:lnTo>
                  <a:lnTo>
                    <a:pt x="3312966" y="570347"/>
                  </a:lnTo>
                  <a:lnTo>
                    <a:pt x="3317415" y="569128"/>
                  </a:lnTo>
                  <a:lnTo>
                    <a:pt x="3320681" y="569414"/>
                  </a:lnTo>
                  <a:lnTo>
                    <a:pt x="3322780" y="572284"/>
                  </a:lnTo>
                  <a:lnTo>
                    <a:pt x="3321849" y="575726"/>
                  </a:lnTo>
                  <a:lnTo>
                    <a:pt x="3316718" y="576583"/>
                  </a:lnTo>
                  <a:lnTo>
                    <a:pt x="3307147" y="582603"/>
                  </a:lnTo>
                  <a:lnTo>
                    <a:pt x="3298755" y="584915"/>
                  </a:lnTo>
                  <a:lnTo>
                    <a:pt x="3294548" y="592192"/>
                  </a:lnTo>
                  <a:lnTo>
                    <a:pt x="3288244" y="600600"/>
                  </a:lnTo>
                  <a:lnTo>
                    <a:pt x="3275996" y="613720"/>
                  </a:lnTo>
                  <a:lnTo>
                    <a:pt x="3281231" y="617765"/>
                  </a:lnTo>
                  <a:lnTo>
                    <a:pt x="3300150" y="622325"/>
                  </a:lnTo>
                  <a:lnTo>
                    <a:pt x="3308584" y="627018"/>
                  </a:lnTo>
                  <a:lnTo>
                    <a:pt x="3321348" y="651524"/>
                  </a:lnTo>
                  <a:lnTo>
                    <a:pt x="3318433" y="653975"/>
                  </a:lnTo>
                  <a:lnTo>
                    <a:pt x="3317276" y="658465"/>
                  </a:lnTo>
                  <a:lnTo>
                    <a:pt x="3328624" y="664765"/>
                  </a:lnTo>
                  <a:lnTo>
                    <a:pt x="3332247" y="682362"/>
                  </a:lnTo>
                  <a:lnTo>
                    <a:pt x="3341564" y="688350"/>
                  </a:lnTo>
                  <a:lnTo>
                    <a:pt x="3355450" y="692033"/>
                  </a:lnTo>
                  <a:lnTo>
                    <a:pt x="3372431" y="686712"/>
                  </a:lnTo>
                  <a:lnTo>
                    <a:pt x="3386570" y="679390"/>
                  </a:lnTo>
                  <a:lnTo>
                    <a:pt x="3386074" y="673388"/>
                  </a:lnTo>
                  <a:lnTo>
                    <a:pt x="3377191" y="659424"/>
                  </a:lnTo>
                  <a:lnTo>
                    <a:pt x="3375051" y="652864"/>
                  </a:lnTo>
                  <a:lnTo>
                    <a:pt x="3368457" y="648616"/>
                  </a:lnTo>
                  <a:lnTo>
                    <a:pt x="3365951" y="652216"/>
                  </a:lnTo>
                  <a:lnTo>
                    <a:pt x="3361687" y="647542"/>
                  </a:lnTo>
                  <a:lnTo>
                    <a:pt x="3361207" y="644920"/>
                  </a:lnTo>
                  <a:lnTo>
                    <a:pt x="3365181" y="643643"/>
                  </a:lnTo>
                  <a:lnTo>
                    <a:pt x="3369801" y="644151"/>
                  </a:lnTo>
                  <a:lnTo>
                    <a:pt x="3375191" y="646596"/>
                  </a:lnTo>
                  <a:lnTo>
                    <a:pt x="3389061" y="661818"/>
                  </a:lnTo>
                  <a:lnTo>
                    <a:pt x="3392900" y="681771"/>
                  </a:lnTo>
                  <a:lnTo>
                    <a:pt x="3393722" y="694440"/>
                  </a:lnTo>
                  <a:lnTo>
                    <a:pt x="3392156" y="698771"/>
                  </a:lnTo>
                  <a:lnTo>
                    <a:pt x="3388120" y="697882"/>
                  </a:lnTo>
                  <a:lnTo>
                    <a:pt x="3380420" y="698746"/>
                  </a:lnTo>
                  <a:lnTo>
                    <a:pt x="3343890" y="705306"/>
                  </a:lnTo>
                  <a:lnTo>
                    <a:pt x="3335776" y="711084"/>
                  </a:lnTo>
                  <a:lnTo>
                    <a:pt x="3317173" y="717359"/>
                  </a:lnTo>
                  <a:lnTo>
                    <a:pt x="3316015" y="714228"/>
                  </a:lnTo>
                  <a:lnTo>
                    <a:pt x="3317359" y="707750"/>
                  </a:lnTo>
                  <a:lnTo>
                    <a:pt x="3316186" y="694484"/>
                  </a:lnTo>
                  <a:lnTo>
                    <a:pt x="3312516" y="693868"/>
                  </a:lnTo>
                  <a:lnTo>
                    <a:pt x="3283613" y="715498"/>
                  </a:lnTo>
                  <a:lnTo>
                    <a:pt x="3272441" y="716857"/>
                  </a:lnTo>
                  <a:lnTo>
                    <a:pt x="3263046" y="723188"/>
                  </a:lnTo>
                  <a:lnTo>
                    <a:pt x="3260943" y="719676"/>
                  </a:lnTo>
                  <a:lnTo>
                    <a:pt x="3259263" y="703458"/>
                  </a:lnTo>
                  <a:lnTo>
                    <a:pt x="3265144" y="689855"/>
                  </a:lnTo>
                  <a:lnTo>
                    <a:pt x="3262012" y="690071"/>
                  </a:lnTo>
                  <a:lnTo>
                    <a:pt x="3252194" y="698238"/>
                  </a:lnTo>
                  <a:lnTo>
                    <a:pt x="3247997" y="693214"/>
                  </a:lnTo>
                  <a:lnTo>
                    <a:pt x="3245894" y="687702"/>
                  </a:lnTo>
                  <a:lnTo>
                    <a:pt x="3242871" y="684584"/>
                  </a:lnTo>
                  <a:lnTo>
                    <a:pt x="3239595" y="683403"/>
                  </a:lnTo>
                  <a:lnTo>
                    <a:pt x="3242396" y="695443"/>
                  </a:lnTo>
                  <a:lnTo>
                    <a:pt x="3235740" y="704474"/>
                  </a:lnTo>
                  <a:lnTo>
                    <a:pt x="3233915" y="727830"/>
                  </a:lnTo>
                  <a:lnTo>
                    <a:pt x="3225549" y="737553"/>
                  </a:lnTo>
                  <a:lnTo>
                    <a:pt x="3199467" y="743802"/>
                  </a:lnTo>
                  <a:lnTo>
                    <a:pt x="3182465" y="742481"/>
                  </a:lnTo>
                  <a:lnTo>
                    <a:pt x="3167231" y="744424"/>
                  </a:lnTo>
                  <a:lnTo>
                    <a:pt x="3146974" y="748907"/>
                  </a:lnTo>
                  <a:lnTo>
                    <a:pt x="3135780" y="746240"/>
                  </a:lnTo>
                  <a:lnTo>
                    <a:pt x="3124313" y="750971"/>
                  </a:lnTo>
                  <a:lnTo>
                    <a:pt x="3085390" y="752260"/>
                  </a:lnTo>
                  <a:lnTo>
                    <a:pt x="3077183" y="749752"/>
                  </a:lnTo>
                  <a:lnTo>
                    <a:pt x="3066703" y="758687"/>
                  </a:lnTo>
                  <a:lnTo>
                    <a:pt x="3049924" y="763970"/>
                  </a:lnTo>
                  <a:lnTo>
                    <a:pt x="3007512" y="783993"/>
                  </a:lnTo>
                  <a:lnTo>
                    <a:pt x="2998159" y="791277"/>
                  </a:lnTo>
                  <a:lnTo>
                    <a:pt x="2986769" y="802651"/>
                  </a:lnTo>
                  <a:lnTo>
                    <a:pt x="2979121" y="808766"/>
                  </a:lnTo>
                  <a:lnTo>
                    <a:pt x="2972832" y="810754"/>
                  </a:lnTo>
                  <a:lnTo>
                    <a:pt x="2968966" y="815847"/>
                  </a:lnTo>
                  <a:lnTo>
                    <a:pt x="2964744" y="819174"/>
                  </a:lnTo>
                  <a:lnTo>
                    <a:pt x="2968821" y="807807"/>
                  </a:lnTo>
                  <a:lnTo>
                    <a:pt x="2973250" y="798224"/>
                  </a:lnTo>
                  <a:lnTo>
                    <a:pt x="2976930" y="779662"/>
                  </a:lnTo>
                  <a:lnTo>
                    <a:pt x="2975844" y="764650"/>
                  </a:lnTo>
                  <a:lnTo>
                    <a:pt x="2971281" y="758477"/>
                  </a:lnTo>
                  <a:lnTo>
                    <a:pt x="2966563" y="754362"/>
                  </a:lnTo>
                  <a:lnTo>
                    <a:pt x="2972093" y="769178"/>
                  </a:lnTo>
                  <a:lnTo>
                    <a:pt x="2972987" y="787346"/>
                  </a:lnTo>
                  <a:lnTo>
                    <a:pt x="2971085" y="797989"/>
                  </a:lnTo>
                  <a:lnTo>
                    <a:pt x="2960682" y="818520"/>
                  </a:lnTo>
                  <a:lnTo>
                    <a:pt x="2956253" y="823302"/>
                  </a:lnTo>
                  <a:lnTo>
                    <a:pt x="2951075" y="827506"/>
                  </a:lnTo>
                  <a:lnTo>
                    <a:pt x="2947174" y="829335"/>
                  </a:lnTo>
                  <a:lnTo>
                    <a:pt x="2943572" y="832618"/>
                  </a:lnTo>
                  <a:lnTo>
                    <a:pt x="2939386" y="837819"/>
                  </a:lnTo>
                  <a:lnTo>
                    <a:pt x="2935417" y="848145"/>
                  </a:lnTo>
                  <a:lnTo>
                    <a:pt x="2937820" y="857556"/>
                  </a:lnTo>
                  <a:lnTo>
                    <a:pt x="2958104" y="860992"/>
                  </a:lnTo>
                  <a:lnTo>
                    <a:pt x="2963545" y="858090"/>
                  </a:lnTo>
                  <a:lnTo>
                    <a:pt x="2966315" y="864827"/>
                  </a:lnTo>
                  <a:lnTo>
                    <a:pt x="2967865" y="874188"/>
                  </a:lnTo>
                  <a:lnTo>
                    <a:pt x="2966346" y="884310"/>
                  </a:lnTo>
                  <a:lnTo>
                    <a:pt x="2962956" y="894611"/>
                  </a:lnTo>
                  <a:lnTo>
                    <a:pt x="2960382" y="907400"/>
                  </a:lnTo>
                  <a:lnTo>
                    <a:pt x="2958202" y="926902"/>
                  </a:lnTo>
                  <a:lnTo>
                    <a:pt x="2954920" y="944449"/>
                  </a:lnTo>
                  <a:lnTo>
                    <a:pt x="2954491" y="939121"/>
                  </a:lnTo>
                  <a:lnTo>
                    <a:pt x="2956543" y="917790"/>
                  </a:lnTo>
                  <a:lnTo>
                    <a:pt x="2953220" y="920019"/>
                  </a:lnTo>
                  <a:lnTo>
                    <a:pt x="2950931" y="924940"/>
                  </a:lnTo>
                  <a:lnTo>
                    <a:pt x="2944740" y="952450"/>
                  </a:lnTo>
                  <a:lnTo>
                    <a:pt x="2936229" y="967113"/>
                  </a:lnTo>
                  <a:lnTo>
                    <a:pt x="2928389" y="977255"/>
                  </a:lnTo>
                  <a:lnTo>
                    <a:pt x="2920302" y="975578"/>
                  </a:lnTo>
                  <a:lnTo>
                    <a:pt x="2922121" y="983637"/>
                  </a:lnTo>
                  <a:lnTo>
                    <a:pt x="2919899" y="987834"/>
                  </a:lnTo>
                  <a:lnTo>
                    <a:pt x="2917997" y="996592"/>
                  </a:lnTo>
                  <a:lnTo>
                    <a:pt x="2913175" y="1002396"/>
                  </a:lnTo>
                  <a:lnTo>
                    <a:pt x="2908643" y="1001837"/>
                  </a:lnTo>
                  <a:lnTo>
                    <a:pt x="2902132" y="1005838"/>
                  </a:lnTo>
                  <a:lnTo>
                    <a:pt x="2899564" y="1008899"/>
                  </a:lnTo>
                  <a:lnTo>
                    <a:pt x="2899372" y="1014760"/>
                  </a:lnTo>
                  <a:lnTo>
                    <a:pt x="2895016" y="1019917"/>
                  </a:lnTo>
                  <a:lnTo>
                    <a:pt x="2879296" y="1046703"/>
                  </a:lnTo>
                  <a:lnTo>
                    <a:pt x="2865648" y="1054609"/>
                  </a:lnTo>
                  <a:lnTo>
                    <a:pt x="2862382" y="1053459"/>
                  </a:lnTo>
                  <a:lnTo>
                    <a:pt x="2865978" y="1040816"/>
                  </a:lnTo>
                  <a:lnTo>
                    <a:pt x="2868443" y="1028032"/>
                  </a:lnTo>
                  <a:lnTo>
                    <a:pt x="2860160" y="1022469"/>
                  </a:lnTo>
                  <a:lnTo>
                    <a:pt x="2852232" y="1019529"/>
                  </a:lnTo>
                  <a:lnTo>
                    <a:pt x="2843137" y="1019917"/>
                  </a:lnTo>
                  <a:lnTo>
                    <a:pt x="2833091" y="1009978"/>
                  </a:lnTo>
                  <a:lnTo>
                    <a:pt x="2820141" y="1002751"/>
                  </a:lnTo>
                  <a:lnTo>
                    <a:pt x="2802064" y="983199"/>
                  </a:lnTo>
                  <a:lnTo>
                    <a:pt x="2802591" y="977775"/>
                  </a:lnTo>
                  <a:lnTo>
                    <a:pt x="2802136" y="968675"/>
                  </a:lnTo>
                  <a:lnTo>
                    <a:pt x="2807630" y="954298"/>
                  </a:lnTo>
                  <a:lnTo>
                    <a:pt x="2812896" y="944245"/>
                  </a:lnTo>
                  <a:lnTo>
                    <a:pt x="2820167" y="939038"/>
                  </a:lnTo>
                  <a:lnTo>
                    <a:pt x="2841266" y="933735"/>
                  </a:lnTo>
                  <a:lnTo>
                    <a:pt x="2846558" y="925759"/>
                  </a:lnTo>
                  <a:lnTo>
                    <a:pt x="2849695" y="919041"/>
                  </a:lnTo>
                  <a:lnTo>
                    <a:pt x="2839241" y="930579"/>
                  </a:lnTo>
                  <a:lnTo>
                    <a:pt x="2823582" y="934491"/>
                  </a:lnTo>
                  <a:lnTo>
                    <a:pt x="2815144" y="938797"/>
                  </a:lnTo>
                  <a:lnTo>
                    <a:pt x="2808395" y="945382"/>
                  </a:lnTo>
                  <a:lnTo>
                    <a:pt x="2804400" y="953650"/>
                  </a:lnTo>
                  <a:lnTo>
                    <a:pt x="2795356" y="963614"/>
                  </a:lnTo>
                  <a:lnTo>
                    <a:pt x="2795992" y="970288"/>
                  </a:lnTo>
                  <a:lnTo>
                    <a:pt x="2797506" y="975032"/>
                  </a:lnTo>
                  <a:lnTo>
                    <a:pt x="2796808" y="984920"/>
                  </a:lnTo>
                  <a:lnTo>
                    <a:pt x="2802529" y="994559"/>
                  </a:lnTo>
                  <a:lnTo>
                    <a:pt x="2813872" y="1010353"/>
                  </a:lnTo>
                  <a:lnTo>
                    <a:pt x="2816038" y="1034884"/>
                  </a:lnTo>
                  <a:lnTo>
                    <a:pt x="2824694" y="1051300"/>
                  </a:lnTo>
                  <a:lnTo>
                    <a:pt x="2837959" y="1070440"/>
                  </a:lnTo>
                  <a:lnTo>
                    <a:pt x="2848160" y="1075883"/>
                  </a:lnTo>
                  <a:lnTo>
                    <a:pt x="2848656" y="1083001"/>
                  </a:lnTo>
                  <a:lnTo>
                    <a:pt x="2843948" y="1094756"/>
                  </a:lnTo>
                  <a:lnTo>
                    <a:pt x="2837742" y="1100128"/>
                  </a:lnTo>
                  <a:lnTo>
                    <a:pt x="2845814" y="1099055"/>
                  </a:lnTo>
                  <a:lnTo>
                    <a:pt x="2849835" y="1101741"/>
                  </a:lnTo>
                  <a:lnTo>
                    <a:pt x="2853746" y="1111546"/>
                  </a:lnTo>
                  <a:lnTo>
                    <a:pt x="2853442" y="1121555"/>
                  </a:lnTo>
                  <a:lnTo>
                    <a:pt x="2852119" y="1127194"/>
                  </a:lnTo>
                  <a:lnTo>
                    <a:pt x="2849674" y="1129442"/>
                  </a:lnTo>
                  <a:lnTo>
                    <a:pt x="2849778" y="1123682"/>
                  </a:lnTo>
                  <a:lnTo>
                    <a:pt x="2848046" y="1121682"/>
                  </a:lnTo>
                  <a:lnTo>
                    <a:pt x="2845189" y="1124177"/>
                  </a:lnTo>
                  <a:lnTo>
                    <a:pt x="2843339" y="1127022"/>
                  </a:lnTo>
                  <a:lnTo>
                    <a:pt x="2842569" y="1138231"/>
                  </a:lnTo>
                  <a:lnTo>
                    <a:pt x="2840610" y="1143832"/>
                  </a:lnTo>
                  <a:lnTo>
                    <a:pt x="2833685" y="1145496"/>
                  </a:lnTo>
                  <a:lnTo>
                    <a:pt x="2826662" y="1160203"/>
                  </a:lnTo>
                  <a:lnTo>
                    <a:pt x="2820130" y="1168547"/>
                  </a:lnTo>
                  <a:lnTo>
                    <a:pt x="2794426" y="1224971"/>
                  </a:lnTo>
                  <a:lnTo>
                    <a:pt x="2795408" y="1234401"/>
                  </a:lnTo>
                  <a:lnTo>
                    <a:pt x="2790705" y="1237436"/>
                  </a:lnTo>
                  <a:lnTo>
                    <a:pt x="2783584" y="1239907"/>
                  </a:lnTo>
                  <a:lnTo>
                    <a:pt x="2776380" y="1245546"/>
                  </a:lnTo>
                  <a:lnTo>
                    <a:pt x="2771600" y="1251763"/>
                  </a:lnTo>
                  <a:lnTo>
                    <a:pt x="2767161" y="1268484"/>
                  </a:lnTo>
                  <a:lnTo>
                    <a:pt x="2758655" y="1287306"/>
                  </a:lnTo>
                  <a:lnTo>
                    <a:pt x="2753348" y="1279463"/>
                  </a:lnTo>
                  <a:lnTo>
                    <a:pt x="2751989" y="1272751"/>
                  </a:lnTo>
                  <a:lnTo>
                    <a:pt x="2754350" y="1255243"/>
                  </a:lnTo>
                  <a:lnTo>
                    <a:pt x="2763549" y="1226539"/>
                  </a:lnTo>
                  <a:lnTo>
                    <a:pt x="2773683" y="1208695"/>
                  </a:lnTo>
                  <a:lnTo>
                    <a:pt x="2781414" y="1200236"/>
                  </a:lnTo>
                  <a:lnTo>
                    <a:pt x="2787770" y="1182995"/>
                  </a:lnTo>
                  <a:lnTo>
                    <a:pt x="2779739" y="1180423"/>
                  </a:lnTo>
                  <a:lnTo>
                    <a:pt x="2767497" y="1180702"/>
                  </a:lnTo>
                  <a:lnTo>
                    <a:pt x="2769802" y="1172745"/>
                  </a:lnTo>
                  <a:lnTo>
                    <a:pt x="2773373" y="1165734"/>
                  </a:lnTo>
                  <a:lnTo>
                    <a:pt x="2766991" y="1158749"/>
                  </a:lnTo>
                  <a:lnTo>
                    <a:pt x="2763213" y="1157860"/>
                  </a:lnTo>
                  <a:lnTo>
                    <a:pt x="2759322" y="1154996"/>
                  </a:lnTo>
                  <a:lnTo>
                    <a:pt x="2763885" y="1149179"/>
                  </a:lnTo>
                  <a:lnTo>
                    <a:pt x="2766112" y="1143032"/>
                  </a:lnTo>
                  <a:lnTo>
                    <a:pt x="2764753" y="1135551"/>
                  </a:lnTo>
                  <a:lnTo>
                    <a:pt x="2766665" y="1129918"/>
                  </a:lnTo>
                  <a:lnTo>
                    <a:pt x="2763477" y="1130769"/>
                  </a:lnTo>
                  <a:lnTo>
                    <a:pt x="2758350" y="1136732"/>
                  </a:lnTo>
                  <a:lnTo>
                    <a:pt x="2755162" y="1139113"/>
                  </a:lnTo>
                  <a:lnTo>
                    <a:pt x="2753219" y="1133836"/>
                  </a:lnTo>
                  <a:lnTo>
                    <a:pt x="2751002" y="1135030"/>
                  </a:lnTo>
                  <a:lnTo>
                    <a:pt x="2749560" y="1138656"/>
                  </a:lnTo>
                  <a:lnTo>
                    <a:pt x="2746289" y="1140650"/>
                  </a:lnTo>
                  <a:lnTo>
                    <a:pt x="2739380" y="1135691"/>
                  </a:lnTo>
                  <a:lnTo>
                    <a:pt x="2729308" y="1130013"/>
                  </a:lnTo>
                  <a:lnTo>
                    <a:pt x="2723701" y="1120246"/>
                  </a:lnTo>
                  <a:lnTo>
                    <a:pt x="2720502" y="1112677"/>
                  </a:lnTo>
                  <a:lnTo>
                    <a:pt x="2723752" y="1098979"/>
                  </a:lnTo>
                  <a:lnTo>
                    <a:pt x="2730713" y="1096547"/>
                  </a:lnTo>
                  <a:lnTo>
                    <a:pt x="2739757" y="1098769"/>
                  </a:lnTo>
                  <a:lnTo>
                    <a:pt x="2751612" y="1098750"/>
                  </a:lnTo>
                  <a:lnTo>
                    <a:pt x="2749917" y="1095708"/>
                  </a:lnTo>
                  <a:lnTo>
                    <a:pt x="2745684" y="1096210"/>
                  </a:lnTo>
                  <a:lnTo>
                    <a:pt x="2733189" y="1085097"/>
                  </a:lnTo>
                  <a:lnTo>
                    <a:pt x="2729168" y="1078385"/>
                  </a:lnTo>
                  <a:lnTo>
                    <a:pt x="2722254" y="1076543"/>
                  </a:lnTo>
                  <a:lnTo>
                    <a:pt x="2719101" y="1082995"/>
                  </a:lnTo>
                  <a:lnTo>
                    <a:pt x="2715603" y="1084710"/>
                  </a:lnTo>
                  <a:lnTo>
                    <a:pt x="2719923" y="1070593"/>
                  </a:lnTo>
                  <a:lnTo>
                    <a:pt x="2725571" y="1070015"/>
                  </a:lnTo>
                  <a:lnTo>
                    <a:pt x="2733912" y="1066103"/>
                  </a:lnTo>
                  <a:lnTo>
                    <a:pt x="2731488" y="1057930"/>
                  </a:lnTo>
                  <a:lnTo>
                    <a:pt x="2726223" y="1054355"/>
                  </a:lnTo>
                  <a:lnTo>
                    <a:pt x="2716714" y="1058838"/>
                  </a:lnTo>
                  <a:lnTo>
                    <a:pt x="2716828" y="1053091"/>
                  </a:lnTo>
                  <a:lnTo>
                    <a:pt x="2718610" y="1045731"/>
                  </a:lnTo>
                  <a:lnTo>
                    <a:pt x="2725778" y="1045756"/>
                  </a:lnTo>
                  <a:lnTo>
                    <a:pt x="2732057" y="1048157"/>
                  </a:lnTo>
                  <a:lnTo>
                    <a:pt x="2737400" y="1036269"/>
                  </a:lnTo>
                  <a:lnTo>
                    <a:pt x="2737638" y="1030960"/>
                  </a:lnTo>
                  <a:lnTo>
                    <a:pt x="2728760" y="1038676"/>
                  </a:lnTo>
                  <a:lnTo>
                    <a:pt x="2726765" y="1022031"/>
                  </a:lnTo>
                  <a:lnTo>
                    <a:pt x="2735504" y="1005977"/>
                  </a:lnTo>
                  <a:lnTo>
                    <a:pt x="2743839" y="998979"/>
                  </a:lnTo>
                  <a:lnTo>
                    <a:pt x="2754252" y="999183"/>
                  </a:lnTo>
                  <a:lnTo>
                    <a:pt x="2764836" y="998052"/>
                  </a:lnTo>
                  <a:lnTo>
                    <a:pt x="2758195" y="995112"/>
                  </a:lnTo>
                  <a:lnTo>
                    <a:pt x="2751379" y="993518"/>
                  </a:lnTo>
                  <a:lnTo>
                    <a:pt x="2756500" y="987174"/>
                  </a:lnTo>
                  <a:lnTo>
                    <a:pt x="2760867" y="986037"/>
                  </a:lnTo>
                  <a:lnTo>
                    <a:pt x="2765156" y="980506"/>
                  </a:lnTo>
                  <a:lnTo>
                    <a:pt x="2754841" y="981325"/>
                  </a:lnTo>
                  <a:lnTo>
                    <a:pt x="2756056" y="970860"/>
                  </a:lnTo>
                  <a:lnTo>
                    <a:pt x="2751043" y="972987"/>
                  </a:lnTo>
                  <a:lnTo>
                    <a:pt x="2745043" y="973971"/>
                  </a:lnTo>
                  <a:lnTo>
                    <a:pt x="2742708" y="978410"/>
                  </a:lnTo>
                  <a:lnTo>
                    <a:pt x="2743168" y="985783"/>
                  </a:lnTo>
                  <a:lnTo>
                    <a:pt x="2741416" y="990622"/>
                  </a:lnTo>
                  <a:lnTo>
                    <a:pt x="2736749" y="994509"/>
                  </a:lnTo>
                  <a:lnTo>
                    <a:pt x="2728868" y="997538"/>
                  </a:lnTo>
                  <a:lnTo>
                    <a:pt x="2728104" y="992286"/>
                  </a:lnTo>
                  <a:lnTo>
                    <a:pt x="2725499" y="989905"/>
                  </a:lnTo>
                  <a:lnTo>
                    <a:pt x="2724528" y="1001151"/>
                  </a:lnTo>
                  <a:lnTo>
                    <a:pt x="2722460" y="1004974"/>
                  </a:lnTo>
                  <a:lnTo>
                    <a:pt x="2716698" y="994420"/>
                  </a:lnTo>
                  <a:lnTo>
                    <a:pt x="2714967" y="996547"/>
                  </a:lnTo>
                  <a:lnTo>
                    <a:pt x="2715189" y="999545"/>
                  </a:lnTo>
                  <a:lnTo>
                    <a:pt x="2713717" y="1004726"/>
                  </a:lnTo>
                  <a:lnTo>
                    <a:pt x="2708776" y="1007425"/>
                  </a:lnTo>
                  <a:lnTo>
                    <a:pt x="2709081" y="1014068"/>
                  </a:lnTo>
                  <a:lnTo>
                    <a:pt x="2707164" y="1017688"/>
                  </a:lnTo>
                  <a:lnTo>
                    <a:pt x="2691340" y="1011921"/>
                  </a:lnTo>
                  <a:lnTo>
                    <a:pt x="2690968" y="1013877"/>
                  </a:lnTo>
                  <a:lnTo>
                    <a:pt x="2699919" y="1026311"/>
                  </a:lnTo>
                  <a:lnTo>
                    <a:pt x="2706456" y="1030560"/>
                  </a:lnTo>
                  <a:lnTo>
                    <a:pt x="2707252" y="1037342"/>
                  </a:lnTo>
                  <a:lnTo>
                    <a:pt x="2701640" y="1042968"/>
                  </a:lnTo>
                  <a:lnTo>
                    <a:pt x="2693898" y="1038110"/>
                  </a:lnTo>
                  <a:lnTo>
                    <a:pt x="2692596" y="1038466"/>
                  </a:lnTo>
                  <a:lnTo>
                    <a:pt x="2696803" y="1046798"/>
                  </a:lnTo>
                  <a:lnTo>
                    <a:pt x="2699454" y="1054075"/>
                  </a:lnTo>
                  <a:lnTo>
                    <a:pt x="2696725" y="1060172"/>
                  </a:lnTo>
                  <a:lnTo>
                    <a:pt x="2697149" y="1067678"/>
                  </a:lnTo>
                  <a:lnTo>
                    <a:pt x="2696560" y="1074485"/>
                  </a:lnTo>
                  <a:lnTo>
                    <a:pt x="2694891" y="1080423"/>
                  </a:lnTo>
                  <a:lnTo>
                    <a:pt x="2698653" y="1107793"/>
                  </a:lnTo>
                  <a:lnTo>
                    <a:pt x="2703185" y="1115236"/>
                  </a:lnTo>
                  <a:lnTo>
                    <a:pt x="2707639" y="1122355"/>
                  </a:lnTo>
                  <a:lnTo>
                    <a:pt x="2710001" y="1129016"/>
                  </a:lnTo>
                  <a:lnTo>
                    <a:pt x="2705273" y="1129988"/>
                  </a:lnTo>
                  <a:lnTo>
                    <a:pt x="2697743" y="1124507"/>
                  </a:lnTo>
                  <a:lnTo>
                    <a:pt x="2691129" y="1120329"/>
                  </a:lnTo>
                  <a:lnTo>
                    <a:pt x="2683248" y="1106968"/>
                  </a:lnTo>
                  <a:lnTo>
                    <a:pt x="2681945" y="1101633"/>
                  </a:lnTo>
                  <a:lnTo>
                    <a:pt x="2680023" y="1097417"/>
                  </a:lnTo>
                  <a:lnTo>
                    <a:pt x="2680953" y="1107101"/>
                  </a:lnTo>
                  <a:lnTo>
                    <a:pt x="2683765" y="1117916"/>
                  </a:lnTo>
                  <a:lnTo>
                    <a:pt x="2708446" y="1142117"/>
                  </a:lnTo>
                  <a:lnTo>
                    <a:pt x="2713003" y="1151401"/>
                  </a:lnTo>
                  <a:lnTo>
                    <a:pt x="2716476" y="1158698"/>
                  </a:lnTo>
                  <a:lnTo>
                    <a:pt x="2715603" y="1165690"/>
                  </a:lnTo>
                  <a:lnTo>
                    <a:pt x="2709169" y="1160743"/>
                  </a:lnTo>
                  <a:lnTo>
                    <a:pt x="2703619" y="1154437"/>
                  </a:lnTo>
                  <a:lnTo>
                    <a:pt x="2688886" y="1147312"/>
                  </a:lnTo>
                  <a:lnTo>
                    <a:pt x="2670308" y="1142809"/>
                  </a:lnTo>
                  <a:lnTo>
                    <a:pt x="2659833" y="1126247"/>
                  </a:lnTo>
                  <a:lnTo>
                    <a:pt x="2659869" y="1133157"/>
                  </a:lnTo>
                  <a:lnTo>
                    <a:pt x="2657543" y="1139018"/>
                  </a:lnTo>
                  <a:lnTo>
                    <a:pt x="2651141" y="1131874"/>
                  </a:lnTo>
                  <a:lnTo>
                    <a:pt x="2647105" y="1125778"/>
                  </a:lnTo>
                  <a:lnTo>
                    <a:pt x="2645751" y="1119097"/>
                  </a:lnTo>
                  <a:lnTo>
                    <a:pt x="2637756" y="1119554"/>
                  </a:lnTo>
                  <a:lnTo>
                    <a:pt x="2629374" y="1125358"/>
                  </a:lnTo>
                  <a:lnTo>
                    <a:pt x="2621266" y="1123980"/>
                  </a:lnTo>
                  <a:lnTo>
                    <a:pt x="2620305" y="1112651"/>
                  </a:lnTo>
                  <a:lnTo>
                    <a:pt x="2622496" y="1106650"/>
                  </a:lnTo>
                  <a:lnTo>
                    <a:pt x="2631596" y="1092457"/>
                  </a:lnTo>
                  <a:lnTo>
                    <a:pt x="2640170" y="1085211"/>
                  </a:lnTo>
                  <a:lnTo>
                    <a:pt x="2643952" y="1075857"/>
                  </a:lnTo>
                  <a:lnTo>
                    <a:pt x="2642660" y="1061353"/>
                  </a:lnTo>
                  <a:lnTo>
                    <a:pt x="2641048" y="1076111"/>
                  </a:lnTo>
                  <a:lnTo>
                    <a:pt x="2636149" y="1083427"/>
                  </a:lnTo>
                  <a:lnTo>
                    <a:pt x="2628449" y="1089015"/>
                  </a:lnTo>
                  <a:lnTo>
                    <a:pt x="2618315" y="1098973"/>
                  </a:lnTo>
                  <a:lnTo>
                    <a:pt x="2615840" y="1108181"/>
                  </a:lnTo>
                  <a:lnTo>
                    <a:pt x="2612677" y="1125422"/>
                  </a:lnTo>
                  <a:lnTo>
                    <a:pt x="2616956" y="1131258"/>
                  </a:lnTo>
                  <a:lnTo>
                    <a:pt x="2621328" y="1132782"/>
                  </a:lnTo>
                  <a:lnTo>
                    <a:pt x="2634242" y="1128870"/>
                  </a:lnTo>
                  <a:lnTo>
                    <a:pt x="2640924" y="1130617"/>
                  </a:lnTo>
                  <a:lnTo>
                    <a:pt x="2655786" y="1151376"/>
                  </a:lnTo>
                  <a:lnTo>
                    <a:pt x="2683460" y="1159587"/>
                  </a:lnTo>
                  <a:lnTo>
                    <a:pt x="2693552" y="1164718"/>
                  </a:lnTo>
                  <a:lnTo>
                    <a:pt x="2701779" y="1175552"/>
                  </a:lnTo>
                  <a:lnTo>
                    <a:pt x="2714146" y="1181788"/>
                  </a:lnTo>
                  <a:lnTo>
                    <a:pt x="2723742" y="1190850"/>
                  </a:lnTo>
                  <a:lnTo>
                    <a:pt x="2724000" y="1196762"/>
                  </a:lnTo>
                  <a:lnTo>
                    <a:pt x="2720678" y="1203754"/>
                  </a:lnTo>
                  <a:lnTo>
                    <a:pt x="2719365" y="1213216"/>
                  </a:lnTo>
                  <a:lnTo>
                    <a:pt x="2715288" y="1219185"/>
                  </a:lnTo>
                  <a:lnTo>
                    <a:pt x="2705500" y="1219871"/>
                  </a:lnTo>
                  <a:lnTo>
                    <a:pt x="2699588" y="1218334"/>
                  </a:lnTo>
                  <a:lnTo>
                    <a:pt x="2667807" y="1185071"/>
                  </a:lnTo>
                  <a:lnTo>
                    <a:pt x="2664013" y="1182010"/>
                  </a:lnTo>
                  <a:lnTo>
                    <a:pt x="2652226" y="1164591"/>
                  </a:lnTo>
                  <a:lnTo>
                    <a:pt x="2638397" y="1155262"/>
                  </a:lnTo>
                  <a:lnTo>
                    <a:pt x="2634118" y="1155459"/>
                  </a:lnTo>
                  <a:lnTo>
                    <a:pt x="2653802" y="1172713"/>
                  </a:lnTo>
                  <a:lnTo>
                    <a:pt x="2661838" y="1184779"/>
                  </a:lnTo>
                  <a:lnTo>
                    <a:pt x="2675992" y="1201696"/>
                  </a:lnTo>
                  <a:lnTo>
                    <a:pt x="2686111" y="1208860"/>
                  </a:lnTo>
                  <a:lnTo>
                    <a:pt x="2693557" y="1220036"/>
                  </a:lnTo>
                  <a:lnTo>
                    <a:pt x="2700477" y="1225275"/>
                  </a:lnTo>
                  <a:lnTo>
                    <a:pt x="2719370" y="1232737"/>
                  </a:lnTo>
                  <a:lnTo>
                    <a:pt x="2712802" y="1238097"/>
                  </a:lnTo>
                  <a:lnTo>
                    <a:pt x="2723287" y="1242663"/>
                  </a:lnTo>
                  <a:lnTo>
                    <a:pt x="2724786" y="1251058"/>
                  </a:lnTo>
                  <a:lnTo>
                    <a:pt x="2723825" y="1260628"/>
                  </a:lnTo>
                  <a:lnTo>
                    <a:pt x="2709272" y="1256843"/>
                  </a:lnTo>
                  <a:lnTo>
                    <a:pt x="2708797" y="1263892"/>
                  </a:lnTo>
                  <a:lnTo>
                    <a:pt x="2710099" y="1268052"/>
                  </a:lnTo>
                  <a:lnTo>
                    <a:pt x="2703671" y="1271487"/>
                  </a:lnTo>
                  <a:lnTo>
                    <a:pt x="2694730" y="1266826"/>
                  </a:lnTo>
                  <a:lnTo>
                    <a:pt x="2671517" y="1241329"/>
                  </a:lnTo>
                  <a:lnTo>
                    <a:pt x="2671713" y="1244739"/>
                  </a:lnTo>
                  <a:lnTo>
                    <a:pt x="2673594" y="1248696"/>
                  </a:lnTo>
                  <a:lnTo>
                    <a:pt x="2687056" y="1265111"/>
                  </a:lnTo>
                  <a:lnTo>
                    <a:pt x="2699071" y="1274955"/>
                  </a:lnTo>
                  <a:lnTo>
                    <a:pt x="2709257" y="1279400"/>
                  </a:lnTo>
                  <a:lnTo>
                    <a:pt x="2717107" y="1287649"/>
                  </a:lnTo>
                  <a:lnTo>
                    <a:pt x="2719877" y="1292640"/>
                  </a:lnTo>
                  <a:lnTo>
                    <a:pt x="2721727" y="1300210"/>
                  </a:lnTo>
                  <a:lnTo>
                    <a:pt x="2715908" y="1305354"/>
                  </a:lnTo>
                  <a:lnTo>
                    <a:pt x="2709283" y="1308193"/>
                  </a:lnTo>
                  <a:lnTo>
                    <a:pt x="2702813" y="1303061"/>
                  </a:lnTo>
                  <a:lnTo>
                    <a:pt x="2698069" y="1297657"/>
                  </a:lnTo>
                  <a:lnTo>
                    <a:pt x="2687966" y="1288481"/>
                  </a:lnTo>
                  <a:lnTo>
                    <a:pt x="2684938" y="1278225"/>
                  </a:lnTo>
                  <a:lnTo>
                    <a:pt x="2677253" y="1278752"/>
                  </a:lnTo>
                  <a:lnTo>
                    <a:pt x="2645136" y="1265747"/>
                  </a:lnTo>
                  <a:lnTo>
                    <a:pt x="2619323" y="1264248"/>
                  </a:lnTo>
                  <a:lnTo>
                    <a:pt x="2621845" y="1266864"/>
                  </a:lnTo>
                  <a:lnTo>
                    <a:pt x="2625111" y="1268604"/>
                  </a:lnTo>
                  <a:lnTo>
                    <a:pt x="2645668" y="1271811"/>
                  </a:lnTo>
                  <a:lnTo>
                    <a:pt x="2653792" y="1277800"/>
                  </a:lnTo>
                  <a:lnTo>
                    <a:pt x="2670700" y="1283115"/>
                  </a:lnTo>
                  <a:lnTo>
                    <a:pt x="2680602" y="1284569"/>
                  </a:lnTo>
                  <a:lnTo>
                    <a:pt x="2684617" y="1300896"/>
                  </a:lnTo>
                  <a:lnTo>
                    <a:pt x="2698301" y="1312130"/>
                  </a:lnTo>
                  <a:lnTo>
                    <a:pt x="2700079" y="1320455"/>
                  </a:lnTo>
                  <a:lnTo>
                    <a:pt x="2709422" y="1321389"/>
                  </a:lnTo>
                  <a:lnTo>
                    <a:pt x="2725861" y="1313222"/>
                  </a:lnTo>
                  <a:lnTo>
                    <a:pt x="2736470" y="1316086"/>
                  </a:lnTo>
                  <a:lnTo>
                    <a:pt x="2751772" y="1318423"/>
                  </a:lnTo>
                  <a:lnTo>
                    <a:pt x="2755270" y="1325015"/>
                  </a:lnTo>
                  <a:lnTo>
                    <a:pt x="2757896" y="1337557"/>
                  </a:lnTo>
                  <a:lnTo>
                    <a:pt x="2763306" y="1351667"/>
                  </a:lnTo>
                  <a:lnTo>
                    <a:pt x="2777337" y="1407303"/>
                  </a:lnTo>
                  <a:lnTo>
                    <a:pt x="2798416" y="1452810"/>
                  </a:lnTo>
                  <a:lnTo>
                    <a:pt x="2801010" y="1460646"/>
                  </a:lnTo>
                  <a:lnTo>
                    <a:pt x="2796111" y="1453769"/>
                  </a:lnTo>
                  <a:lnTo>
                    <a:pt x="2780473" y="1423630"/>
                  </a:lnTo>
                  <a:lnTo>
                    <a:pt x="2771843" y="1401867"/>
                  </a:lnTo>
                  <a:lnTo>
                    <a:pt x="2762975" y="1363441"/>
                  </a:lnTo>
                  <a:lnTo>
                    <a:pt x="2760402" y="1354836"/>
                  </a:lnTo>
                  <a:lnTo>
                    <a:pt x="2757374" y="1351401"/>
                  </a:lnTo>
                  <a:lnTo>
                    <a:pt x="2755379" y="1354195"/>
                  </a:lnTo>
                  <a:lnTo>
                    <a:pt x="2754521" y="1359091"/>
                  </a:lnTo>
                  <a:lnTo>
                    <a:pt x="2755968" y="1362850"/>
                  </a:lnTo>
                  <a:lnTo>
                    <a:pt x="2752475" y="1375500"/>
                  </a:lnTo>
                  <a:lnTo>
                    <a:pt x="2753989" y="1381305"/>
                  </a:lnTo>
                  <a:lnTo>
                    <a:pt x="2759663" y="1387306"/>
                  </a:lnTo>
                  <a:lnTo>
                    <a:pt x="2765828" y="1402280"/>
                  </a:lnTo>
                  <a:lnTo>
                    <a:pt x="2770753" y="1422442"/>
                  </a:lnTo>
                  <a:lnTo>
                    <a:pt x="2764092" y="1414269"/>
                  </a:lnTo>
                  <a:lnTo>
                    <a:pt x="2756981" y="1409938"/>
                  </a:lnTo>
                  <a:lnTo>
                    <a:pt x="2745917" y="1406617"/>
                  </a:lnTo>
                  <a:lnTo>
                    <a:pt x="2736062" y="1400794"/>
                  </a:lnTo>
                  <a:lnTo>
                    <a:pt x="2736780" y="1409145"/>
                  </a:lnTo>
                  <a:lnTo>
                    <a:pt x="2735835" y="1418162"/>
                  </a:lnTo>
                  <a:lnTo>
                    <a:pt x="2728238" y="1415412"/>
                  </a:lnTo>
                  <a:lnTo>
                    <a:pt x="2723070" y="1412421"/>
                  </a:lnTo>
                  <a:lnTo>
                    <a:pt x="2727644" y="1422030"/>
                  </a:lnTo>
                  <a:lnTo>
                    <a:pt x="2717716" y="1419147"/>
                  </a:lnTo>
                  <a:lnTo>
                    <a:pt x="2711102" y="1419750"/>
                  </a:lnTo>
                  <a:lnTo>
                    <a:pt x="2706802" y="1428278"/>
                  </a:lnTo>
                  <a:lnTo>
                    <a:pt x="2701035" y="1433454"/>
                  </a:lnTo>
                  <a:lnTo>
                    <a:pt x="2692508" y="1435124"/>
                  </a:lnTo>
                  <a:lnTo>
                    <a:pt x="2679858" y="1427326"/>
                  </a:lnTo>
                  <a:lnTo>
                    <a:pt x="2675760" y="1417857"/>
                  </a:lnTo>
                  <a:lnTo>
                    <a:pt x="2674065" y="1407316"/>
                  </a:lnTo>
                  <a:lnTo>
                    <a:pt x="2673388" y="1419782"/>
                  </a:lnTo>
                  <a:lnTo>
                    <a:pt x="2675641" y="1432762"/>
                  </a:lnTo>
                  <a:lnTo>
                    <a:pt x="2674850" y="1442630"/>
                  </a:lnTo>
                  <a:lnTo>
                    <a:pt x="2687031" y="1444446"/>
                  </a:lnTo>
                  <a:lnTo>
                    <a:pt x="2698420" y="1442833"/>
                  </a:lnTo>
                  <a:lnTo>
                    <a:pt x="2713789" y="1443246"/>
                  </a:lnTo>
                  <a:lnTo>
                    <a:pt x="2723814" y="1441398"/>
                  </a:lnTo>
                  <a:lnTo>
                    <a:pt x="2729850" y="1438261"/>
                  </a:lnTo>
                  <a:lnTo>
                    <a:pt x="2744325" y="1440979"/>
                  </a:lnTo>
                  <a:lnTo>
                    <a:pt x="2745353" y="1452899"/>
                  </a:lnTo>
                  <a:lnTo>
                    <a:pt x="2743700" y="1464749"/>
                  </a:lnTo>
                  <a:lnTo>
                    <a:pt x="2742863" y="1477367"/>
                  </a:lnTo>
                  <a:lnTo>
                    <a:pt x="2746873" y="1477284"/>
                  </a:lnTo>
                  <a:lnTo>
                    <a:pt x="2751586" y="1473252"/>
                  </a:lnTo>
                  <a:lnTo>
                    <a:pt x="2753942" y="1450651"/>
                  </a:lnTo>
                  <a:lnTo>
                    <a:pt x="2767172" y="1442300"/>
                  </a:lnTo>
                  <a:lnTo>
                    <a:pt x="2771605" y="1442872"/>
                  </a:lnTo>
                  <a:lnTo>
                    <a:pt x="2775817" y="1450136"/>
                  </a:lnTo>
                  <a:lnTo>
                    <a:pt x="2777233" y="1457503"/>
                  </a:lnTo>
                  <a:lnTo>
                    <a:pt x="2778727" y="1467619"/>
                  </a:lnTo>
                  <a:lnTo>
                    <a:pt x="2775636" y="1483031"/>
                  </a:lnTo>
                  <a:lnTo>
                    <a:pt x="2755312" y="1501054"/>
                  </a:lnTo>
                  <a:lnTo>
                    <a:pt x="2740754" y="1517717"/>
                  </a:lnTo>
                  <a:lnTo>
                    <a:pt x="2733313" y="1521115"/>
                  </a:lnTo>
                  <a:lnTo>
                    <a:pt x="2722579" y="1519178"/>
                  </a:lnTo>
                  <a:lnTo>
                    <a:pt x="2710409" y="1514987"/>
                  </a:lnTo>
                  <a:lnTo>
                    <a:pt x="2704441" y="1514142"/>
                  </a:lnTo>
                  <a:lnTo>
                    <a:pt x="2699903" y="1515539"/>
                  </a:lnTo>
                  <a:lnTo>
                    <a:pt x="2697139" y="1510408"/>
                  </a:lnTo>
                  <a:lnTo>
                    <a:pt x="2695356" y="1501047"/>
                  </a:lnTo>
                  <a:lnTo>
                    <a:pt x="2690622" y="1497942"/>
                  </a:lnTo>
                  <a:lnTo>
                    <a:pt x="2687041" y="1498285"/>
                  </a:lnTo>
                  <a:lnTo>
                    <a:pt x="2684597" y="1508230"/>
                  </a:lnTo>
                  <a:lnTo>
                    <a:pt x="2673243" y="1511056"/>
                  </a:lnTo>
                  <a:lnTo>
                    <a:pt x="2657807" y="1506947"/>
                  </a:lnTo>
                  <a:lnTo>
                    <a:pt x="2641642" y="1498584"/>
                  </a:lnTo>
                  <a:lnTo>
                    <a:pt x="2648577" y="1507557"/>
                  </a:lnTo>
                  <a:lnTo>
                    <a:pt x="2688689" y="1524296"/>
                  </a:lnTo>
                  <a:lnTo>
                    <a:pt x="2693206" y="1527427"/>
                  </a:lnTo>
                  <a:lnTo>
                    <a:pt x="2697423" y="1532006"/>
                  </a:lnTo>
                  <a:lnTo>
                    <a:pt x="2691811" y="1539188"/>
                  </a:lnTo>
                  <a:lnTo>
                    <a:pt x="2687413" y="1547278"/>
                  </a:lnTo>
                  <a:lnTo>
                    <a:pt x="2686793" y="1553629"/>
                  </a:lnTo>
                  <a:lnTo>
                    <a:pt x="2685242" y="1557636"/>
                  </a:lnTo>
                  <a:lnTo>
                    <a:pt x="2669248" y="1568431"/>
                  </a:lnTo>
                  <a:lnTo>
                    <a:pt x="2660582" y="1566526"/>
                  </a:lnTo>
                  <a:lnTo>
                    <a:pt x="2638438" y="1547062"/>
                  </a:lnTo>
                  <a:lnTo>
                    <a:pt x="2648526" y="1563897"/>
                  </a:lnTo>
                  <a:lnTo>
                    <a:pt x="2656603" y="1571041"/>
                  </a:lnTo>
                  <a:lnTo>
                    <a:pt x="2672866" y="1574852"/>
                  </a:lnTo>
                  <a:lnTo>
                    <a:pt x="2703371" y="1568558"/>
                  </a:lnTo>
                  <a:lnTo>
                    <a:pt x="2713376" y="1575430"/>
                  </a:lnTo>
                  <a:lnTo>
                    <a:pt x="2705164" y="1587603"/>
                  </a:lnTo>
                  <a:lnTo>
                    <a:pt x="2697004" y="1596145"/>
                  </a:lnTo>
                  <a:lnTo>
                    <a:pt x="2686302" y="1597097"/>
                  </a:lnTo>
                  <a:lnTo>
                    <a:pt x="2676876" y="1599409"/>
                  </a:lnTo>
                  <a:lnTo>
                    <a:pt x="2674111" y="1605283"/>
                  </a:lnTo>
                  <a:lnTo>
                    <a:pt x="2667393" y="1605651"/>
                  </a:lnTo>
                  <a:lnTo>
                    <a:pt x="2656892" y="1606000"/>
                  </a:lnTo>
                  <a:lnTo>
                    <a:pt x="2640635" y="1606534"/>
                  </a:lnTo>
                  <a:lnTo>
                    <a:pt x="2631705" y="1605162"/>
                  </a:lnTo>
                  <a:lnTo>
                    <a:pt x="2619230" y="1617164"/>
                  </a:lnTo>
                  <a:lnTo>
                    <a:pt x="2614522" y="1618815"/>
                  </a:lnTo>
                  <a:lnTo>
                    <a:pt x="2607944" y="1616561"/>
                  </a:lnTo>
                  <a:lnTo>
                    <a:pt x="2605184" y="1606921"/>
                  </a:lnTo>
                  <a:lnTo>
                    <a:pt x="2602244" y="1602184"/>
                  </a:lnTo>
                  <a:lnTo>
                    <a:pt x="2602171" y="1620219"/>
                  </a:lnTo>
                  <a:lnTo>
                    <a:pt x="2603324" y="1625077"/>
                  </a:lnTo>
                  <a:lnTo>
                    <a:pt x="2605680" y="1628741"/>
                  </a:lnTo>
                  <a:lnTo>
                    <a:pt x="2591087" y="1638527"/>
                  </a:lnTo>
                  <a:lnTo>
                    <a:pt x="2577118" y="1650733"/>
                  </a:lnTo>
                  <a:lnTo>
                    <a:pt x="2572111" y="1654054"/>
                  </a:lnTo>
                  <a:lnTo>
                    <a:pt x="2566421" y="1660169"/>
                  </a:lnTo>
                  <a:lnTo>
                    <a:pt x="2554768" y="1677830"/>
                  </a:lnTo>
                  <a:lnTo>
                    <a:pt x="2551889" y="1690708"/>
                  </a:lnTo>
                  <a:lnTo>
                    <a:pt x="2547678" y="1705066"/>
                  </a:lnTo>
                  <a:lnTo>
                    <a:pt x="2547145" y="1698602"/>
                  </a:lnTo>
                  <a:lnTo>
                    <a:pt x="2547869" y="1687717"/>
                  </a:lnTo>
                  <a:lnTo>
                    <a:pt x="2544985" y="1675251"/>
                  </a:lnTo>
                  <a:lnTo>
                    <a:pt x="2543156" y="1698087"/>
                  </a:lnTo>
                  <a:lnTo>
                    <a:pt x="2538629" y="1708699"/>
                  </a:lnTo>
                  <a:lnTo>
                    <a:pt x="2497086" y="1707950"/>
                  </a:lnTo>
                  <a:lnTo>
                    <a:pt x="2478900" y="1713716"/>
                  </a:lnTo>
                  <a:lnTo>
                    <a:pt x="2450984" y="1733116"/>
                  </a:lnTo>
                  <a:lnTo>
                    <a:pt x="2442638" y="1741619"/>
                  </a:lnTo>
                  <a:lnTo>
                    <a:pt x="2419580" y="1774495"/>
                  </a:lnTo>
                  <a:lnTo>
                    <a:pt x="2413694" y="1795534"/>
                  </a:lnTo>
                  <a:lnTo>
                    <a:pt x="2408976" y="1786688"/>
                  </a:lnTo>
                  <a:lnTo>
                    <a:pt x="2410144" y="1780052"/>
                  </a:lnTo>
                  <a:lnTo>
                    <a:pt x="2410237" y="1774629"/>
                  </a:lnTo>
                  <a:lnTo>
                    <a:pt x="2404428" y="1786263"/>
                  </a:lnTo>
                  <a:lnTo>
                    <a:pt x="2409942" y="1803205"/>
                  </a:lnTo>
                  <a:lnTo>
                    <a:pt x="2404992" y="1809676"/>
                  </a:lnTo>
                  <a:lnTo>
                    <a:pt x="2389762" y="1821755"/>
                  </a:lnTo>
                  <a:lnTo>
                    <a:pt x="2381427" y="1823736"/>
                  </a:lnTo>
                  <a:lnTo>
                    <a:pt x="2372068" y="1827172"/>
                  </a:lnTo>
                  <a:lnTo>
                    <a:pt x="2369122" y="1839085"/>
                  </a:lnTo>
                  <a:lnTo>
                    <a:pt x="2356415" y="1850071"/>
                  </a:lnTo>
                  <a:lnTo>
                    <a:pt x="2349010" y="1854936"/>
                  </a:lnTo>
                  <a:lnTo>
                    <a:pt x="2335449" y="1851989"/>
                  </a:lnTo>
                  <a:lnTo>
                    <a:pt x="2339625" y="1862569"/>
                  </a:lnTo>
                  <a:lnTo>
                    <a:pt x="2334643" y="1870577"/>
                  </a:lnTo>
                  <a:lnTo>
                    <a:pt x="2326065" y="1876718"/>
                  </a:lnTo>
                  <a:lnTo>
                    <a:pt x="2315399" y="1880725"/>
                  </a:lnTo>
                  <a:lnTo>
                    <a:pt x="2309285" y="1880236"/>
                  </a:lnTo>
                  <a:lnTo>
                    <a:pt x="2304061" y="1882363"/>
                  </a:lnTo>
                  <a:lnTo>
                    <a:pt x="2299968" y="1887456"/>
                  </a:lnTo>
                  <a:lnTo>
                    <a:pt x="2289968" y="1892219"/>
                  </a:lnTo>
                  <a:lnTo>
                    <a:pt x="2279581" y="1889539"/>
                  </a:lnTo>
                  <a:lnTo>
                    <a:pt x="2267809" y="1887932"/>
                  </a:lnTo>
                  <a:lnTo>
                    <a:pt x="2261251" y="1890790"/>
                  </a:lnTo>
                  <a:lnTo>
                    <a:pt x="2272274" y="1895515"/>
                  </a:lnTo>
                  <a:lnTo>
                    <a:pt x="2278176" y="1902360"/>
                  </a:lnTo>
                  <a:lnTo>
                    <a:pt x="2276961" y="1911588"/>
                  </a:lnTo>
                  <a:lnTo>
                    <a:pt x="2274010" y="1915150"/>
                  </a:lnTo>
                  <a:lnTo>
                    <a:pt x="2267055" y="1919976"/>
                  </a:lnTo>
                  <a:lnTo>
                    <a:pt x="2264001" y="1919259"/>
                  </a:lnTo>
                  <a:lnTo>
                    <a:pt x="2262135" y="1914909"/>
                  </a:lnTo>
                  <a:lnTo>
                    <a:pt x="2259872" y="1905847"/>
                  </a:lnTo>
                  <a:lnTo>
                    <a:pt x="2256637" y="1907777"/>
                  </a:lnTo>
                  <a:lnTo>
                    <a:pt x="2256078" y="1912000"/>
                  </a:lnTo>
                  <a:lnTo>
                    <a:pt x="2253298" y="1913505"/>
                  </a:lnTo>
                  <a:lnTo>
                    <a:pt x="2243433" y="1899071"/>
                  </a:lnTo>
                  <a:lnTo>
                    <a:pt x="2243924" y="1910082"/>
                  </a:lnTo>
                  <a:lnTo>
                    <a:pt x="2247371" y="1918541"/>
                  </a:lnTo>
                  <a:lnTo>
                    <a:pt x="2250704" y="1922834"/>
                  </a:lnTo>
                  <a:lnTo>
                    <a:pt x="2254068" y="1925361"/>
                  </a:lnTo>
                  <a:lnTo>
                    <a:pt x="2254895" y="1929286"/>
                  </a:lnTo>
                  <a:lnTo>
                    <a:pt x="2248146" y="1938850"/>
                  </a:lnTo>
                  <a:lnTo>
                    <a:pt x="2244673" y="1940977"/>
                  </a:lnTo>
                  <a:lnTo>
                    <a:pt x="2238493" y="1942527"/>
                  </a:lnTo>
                  <a:lnTo>
                    <a:pt x="2235015" y="1948420"/>
                  </a:lnTo>
                  <a:lnTo>
                    <a:pt x="2236043" y="1953494"/>
                  </a:lnTo>
                  <a:lnTo>
                    <a:pt x="2230638" y="1964505"/>
                  </a:lnTo>
                  <a:lnTo>
                    <a:pt x="2217713" y="1971383"/>
                  </a:lnTo>
                  <a:lnTo>
                    <a:pt x="2213765" y="1971116"/>
                  </a:lnTo>
                  <a:lnTo>
                    <a:pt x="2210546" y="1973129"/>
                  </a:lnTo>
                  <a:lnTo>
                    <a:pt x="2212427" y="1978032"/>
                  </a:lnTo>
                  <a:lnTo>
                    <a:pt x="2215651" y="1981601"/>
                  </a:lnTo>
                  <a:lnTo>
                    <a:pt x="2215538" y="1984915"/>
                  </a:lnTo>
                  <a:lnTo>
                    <a:pt x="2212122" y="1989418"/>
                  </a:lnTo>
                  <a:lnTo>
                    <a:pt x="2205378" y="1990675"/>
                  </a:lnTo>
                  <a:lnTo>
                    <a:pt x="2201590" y="1995813"/>
                  </a:lnTo>
                  <a:lnTo>
                    <a:pt x="2202789" y="2000658"/>
                  </a:lnTo>
                  <a:lnTo>
                    <a:pt x="2205016" y="2003363"/>
                  </a:lnTo>
                  <a:lnTo>
                    <a:pt x="2204551" y="2008025"/>
                  </a:lnTo>
                  <a:lnTo>
                    <a:pt x="2196882" y="2012705"/>
                  </a:lnTo>
                  <a:lnTo>
                    <a:pt x="2195084" y="2017309"/>
                  </a:lnTo>
                  <a:lnTo>
                    <a:pt x="2198892" y="2018668"/>
                  </a:lnTo>
                  <a:lnTo>
                    <a:pt x="2201822" y="2017309"/>
                  </a:lnTo>
                  <a:lnTo>
                    <a:pt x="2203967" y="2018299"/>
                  </a:lnTo>
                  <a:lnTo>
                    <a:pt x="2199368" y="2025996"/>
                  </a:lnTo>
                  <a:lnTo>
                    <a:pt x="2195239" y="2030689"/>
                  </a:lnTo>
                  <a:lnTo>
                    <a:pt x="2191316" y="2039122"/>
                  </a:lnTo>
                  <a:lnTo>
                    <a:pt x="2182216" y="2041453"/>
                  </a:lnTo>
                  <a:lnTo>
                    <a:pt x="2182557" y="2044177"/>
                  </a:lnTo>
                  <a:lnTo>
                    <a:pt x="2187699" y="2046590"/>
                  </a:lnTo>
                  <a:lnTo>
                    <a:pt x="2192004" y="2053074"/>
                  </a:lnTo>
                  <a:lnTo>
                    <a:pt x="2183916" y="2065045"/>
                  </a:lnTo>
                  <a:lnTo>
                    <a:pt x="2178867" y="2064060"/>
                  </a:lnTo>
                  <a:lnTo>
                    <a:pt x="2175782" y="2061425"/>
                  </a:lnTo>
                  <a:lnTo>
                    <a:pt x="2173813" y="2070874"/>
                  </a:lnTo>
                  <a:lnTo>
                    <a:pt x="2174568" y="2075917"/>
                  </a:lnTo>
                  <a:lnTo>
                    <a:pt x="2172645" y="2086223"/>
                  </a:lnTo>
                  <a:lnTo>
                    <a:pt x="2169555" y="2098613"/>
                  </a:lnTo>
                  <a:lnTo>
                    <a:pt x="2167457" y="2103699"/>
                  </a:lnTo>
                  <a:lnTo>
                    <a:pt x="2167902" y="2113174"/>
                  </a:lnTo>
                  <a:lnTo>
                    <a:pt x="2169199" y="2122325"/>
                  </a:lnTo>
                  <a:lnTo>
                    <a:pt x="2174149" y="2134118"/>
                  </a:lnTo>
                  <a:lnTo>
                    <a:pt x="2181710" y="2182343"/>
                  </a:lnTo>
                  <a:lnTo>
                    <a:pt x="2186857" y="2199089"/>
                  </a:lnTo>
                  <a:lnTo>
                    <a:pt x="2196128" y="2244272"/>
                  </a:lnTo>
                  <a:lnTo>
                    <a:pt x="2211471" y="2288077"/>
                  </a:lnTo>
                  <a:lnTo>
                    <a:pt x="2233118" y="2341026"/>
                  </a:lnTo>
                  <a:lnTo>
                    <a:pt x="2268646" y="2405203"/>
                  </a:lnTo>
                  <a:lnTo>
                    <a:pt x="2272899" y="2414348"/>
                  </a:lnTo>
                  <a:lnTo>
                    <a:pt x="2268274" y="2422102"/>
                  </a:lnTo>
                  <a:lnTo>
                    <a:pt x="2266863" y="2430135"/>
                  </a:lnTo>
                  <a:lnTo>
                    <a:pt x="2266460" y="2442245"/>
                  </a:lnTo>
                  <a:lnTo>
                    <a:pt x="2267742" y="2454044"/>
                  </a:lnTo>
                  <a:lnTo>
                    <a:pt x="2271943" y="2468453"/>
                  </a:lnTo>
                  <a:lnTo>
                    <a:pt x="2280015" y="2490483"/>
                  </a:lnTo>
                  <a:lnTo>
                    <a:pt x="2275499" y="2486088"/>
                  </a:lnTo>
                  <a:lnTo>
                    <a:pt x="2263809" y="2454470"/>
                  </a:lnTo>
                  <a:lnTo>
                    <a:pt x="2262450" y="2435901"/>
                  </a:lnTo>
                  <a:lnTo>
                    <a:pt x="2264135" y="2409560"/>
                  </a:lnTo>
                  <a:lnTo>
                    <a:pt x="2261391" y="2410195"/>
                  </a:lnTo>
                  <a:lnTo>
                    <a:pt x="2259164" y="2418755"/>
                  </a:lnTo>
                  <a:lnTo>
                    <a:pt x="2257939" y="2428808"/>
                  </a:lnTo>
                  <a:lnTo>
                    <a:pt x="2254973" y="2432700"/>
                  </a:lnTo>
                  <a:lnTo>
                    <a:pt x="2250926" y="2417364"/>
                  </a:lnTo>
                  <a:lnTo>
                    <a:pt x="2251210" y="2410430"/>
                  </a:lnTo>
                  <a:lnTo>
                    <a:pt x="2255505" y="2402327"/>
                  </a:lnTo>
                  <a:lnTo>
                    <a:pt x="2254259" y="2399412"/>
                  </a:lnTo>
                  <a:lnTo>
                    <a:pt x="2247309" y="2395265"/>
                  </a:lnTo>
                  <a:lnTo>
                    <a:pt x="2245831" y="2388743"/>
                  </a:lnTo>
                  <a:lnTo>
                    <a:pt x="2246771" y="2382304"/>
                  </a:lnTo>
                  <a:lnTo>
                    <a:pt x="2242782" y="2378862"/>
                  </a:lnTo>
                  <a:lnTo>
                    <a:pt x="2239661" y="2379027"/>
                  </a:lnTo>
                  <a:lnTo>
                    <a:pt x="2241753" y="2394903"/>
                  </a:lnTo>
                  <a:lnTo>
                    <a:pt x="2245056" y="2404651"/>
                  </a:lnTo>
                  <a:lnTo>
                    <a:pt x="2249138" y="2428014"/>
                  </a:lnTo>
                  <a:lnTo>
                    <a:pt x="2255727" y="2442169"/>
                  </a:lnTo>
                  <a:lnTo>
                    <a:pt x="2259567" y="2454038"/>
                  </a:lnTo>
                  <a:lnTo>
                    <a:pt x="2304438" y="2580696"/>
                  </a:lnTo>
                  <a:lnTo>
                    <a:pt x="2315058" y="2596826"/>
                  </a:lnTo>
                  <a:lnTo>
                    <a:pt x="2318985" y="2608409"/>
                  </a:lnTo>
                  <a:lnTo>
                    <a:pt x="2323073" y="2632630"/>
                  </a:lnTo>
                  <a:lnTo>
                    <a:pt x="2323998" y="2663728"/>
                  </a:lnTo>
                  <a:lnTo>
                    <a:pt x="2316665" y="2720564"/>
                  </a:lnTo>
                  <a:lnTo>
                    <a:pt x="2314996" y="2759333"/>
                  </a:lnTo>
                  <a:lnTo>
                    <a:pt x="2313947" y="2758145"/>
                  </a:lnTo>
                  <a:lnTo>
                    <a:pt x="2313244" y="2754062"/>
                  </a:lnTo>
                  <a:lnTo>
                    <a:pt x="2311549" y="2753503"/>
                  </a:lnTo>
                  <a:lnTo>
                    <a:pt x="2305182" y="2771265"/>
                  </a:lnTo>
                  <a:lnTo>
                    <a:pt x="2296531" y="2787287"/>
                  </a:lnTo>
                  <a:lnTo>
                    <a:pt x="2293684" y="2812187"/>
                  </a:lnTo>
                  <a:lnTo>
                    <a:pt x="2289534" y="2824653"/>
                  </a:lnTo>
                  <a:lnTo>
                    <a:pt x="2277075" y="2837843"/>
                  </a:lnTo>
                  <a:lnTo>
                    <a:pt x="2269354" y="2837506"/>
                  </a:lnTo>
                  <a:lnTo>
                    <a:pt x="2250420" y="2847400"/>
                  </a:lnTo>
                  <a:lnTo>
                    <a:pt x="2237118" y="2844822"/>
                  </a:lnTo>
                  <a:lnTo>
                    <a:pt x="2221269" y="2850404"/>
                  </a:lnTo>
                  <a:lnTo>
                    <a:pt x="2210840" y="2849781"/>
                  </a:lnTo>
                  <a:lnTo>
                    <a:pt x="2204820" y="2838014"/>
                  </a:lnTo>
                  <a:lnTo>
                    <a:pt x="2205740" y="2832750"/>
                  </a:lnTo>
                  <a:lnTo>
                    <a:pt x="2208137" y="2827460"/>
                  </a:lnTo>
                  <a:lnTo>
                    <a:pt x="2212199" y="2826228"/>
                  </a:lnTo>
                  <a:lnTo>
                    <a:pt x="2226199" y="2838560"/>
                  </a:lnTo>
                  <a:lnTo>
                    <a:pt x="2228839" y="2833372"/>
                  </a:lnTo>
                  <a:lnTo>
                    <a:pt x="2224612" y="2827199"/>
                  </a:lnTo>
                  <a:lnTo>
                    <a:pt x="2216519" y="2823757"/>
                  </a:lnTo>
                  <a:lnTo>
                    <a:pt x="2210540" y="2819973"/>
                  </a:lnTo>
                  <a:lnTo>
                    <a:pt x="2198494" y="2791859"/>
                  </a:lnTo>
                  <a:lnTo>
                    <a:pt x="2186014" y="2772554"/>
                  </a:lnTo>
                  <a:lnTo>
                    <a:pt x="2183911" y="2759650"/>
                  </a:lnTo>
                  <a:lnTo>
                    <a:pt x="2162393" y="2751782"/>
                  </a:lnTo>
                  <a:lnTo>
                    <a:pt x="2146812" y="2739869"/>
                  </a:lnTo>
                  <a:lnTo>
                    <a:pt x="2136652" y="2718678"/>
                  </a:lnTo>
                  <a:lnTo>
                    <a:pt x="2130823" y="2681102"/>
                  </a:lnTo>
                  <a:lnTo>
                    <a:pt x="2123950" y="2676879"/>
                  </a:lnTo>
                  <a:lnTo>
                    <a:pt x="2121046" y="2673958"/>
                  </a:lnTo>
                  <a:lnTo>
                    <a:pt x="2127759" y="2660013"/>
                  </a:lnTo>
                  <a:lnTo>
                    <a:pt x="2134833" y="2648322"/>
                  </a:lnTo>
                  <a:lnTo>
                    <a:pt x="2129237" y="2651230"/>
                  </a:lnTo>
                  <a:lnTo>
                    <a:pt x="2125108" y="2655555"/>
                  </a:lnTo>
                  <a:lnTo>
                    <a:pt x="2119857" y="2665880"/>
                  </a:lnTo>
                  <a:lnTo>
                    <a:pt x="2116023" y="2667468"/>
                  </a:lnTo>
                  <a:lnTo>
                    <a:pt x="2112509" y="2665880"/>
                  </a:lnTo>
                  <a:lnTo>
                    <a:pt x="2108457" y="2646074"/>
                  </a:lnTo>
                  <a:lnTo>
                    <a:pt x="2109615" y="2621726"/>
                  </a:lnTo>
                  <a:lnTo>
                    <a:pt x="2115294" y="2612620"/>
                  </a:lnTo>
                  <a:lnTo>
                    <a:pt x="2106571" y="2612378"/>
                  </a:lnTo>
                  <a:lnTo>
                    <a:pt x="2097533" y="2615846"/>
                  </a:lnTo>
                  <a:lnTo>
                    <a:pt x="2098856" y="2623962"/>
                  </a:lnTo>
                  <a:lnTo>
                    <a:pt x="2097579" y="2628420"/>
                  </a:lnTo>
                  <a:lnTo>
                    <a:pt x="2090995" y="2627276"/>
                  </a:lnTo>
                  <a:lnTo>
                    <a:pt x="2086003" y="2624425"/>
                  </a:lnTo>
                  <a:lnTo>
                    <a:pt x="2079229" y="2615979"/>
                  </a:lnTo>
                  <a:lnTo>
                    <a:pt x="2069989" y="2599862"/>
                  </a:lnTo>
                  <a:lnTo>
                    <a:pt x="2051033" y="2555460"/>
                  </a:lnTo>
                  <a:lnTo>
                    <a:pt x="2047338" y="2549198"/>
                  </a:lnTo>
                  <a:lnTo>
                    <a:pt x="2041070" y="2542645"/>
                  </a:lnTo>
                  <a:lnTo>
                    <a:pt x="2044021" y="2540606"/>
                  </a:lnTo>
                  <a:lnTo>
                    <a:pt x="2049406" y="2539400"/>
                  </a:lnTo>
                  <a:lnTo>
                    <a:pt x="2061576" y="2519409"/>
                  </a:lnTo>
                  <a:lnTo>
                    <a:pt x="2071136" y="2507330"/>
                  </a:lnTo>
                  <a:lnTo>
                    <a:pt x="2074309" y="2498973"/>
                  </a:lnTo>
                  <a:lnTo>
                    <a:pt x="2073756" y="2495398"/>
                  </a:lnTo>
                  <a:lnTo>
                    <a:pt x="2069529" y="2490203"/>
                  </a:lnTo>
                  <a:lnTo>
                    <a:pt x="2063979" y="2494744"/>
                  </a:lnTo>
                  <a:lnTo>
                    <a:pt x="2061601" y="2493448"/>
                  </a:lnTo>
                  <a:lnTo>
                    <a:pt x="2055359" y="2482970"/>
                  </a:lnTo>
                  <a:lnTo>
                    <a:pt x="2049395" y="2480011"/>
                  </a:lnTo>
                  <a:lnTo>
                    <a:pt x="2045240" y="2482278"/>
                  </a:lnTo>
                  <a:lnTo>
                    <a:pt x="2049623" y="2490864"/>
                  </a:lnTo>
                  <a:lnTo>
                    <a:pt x="2053560" y="2494052"/>
                  </a:lnTo>
                  <a:lnTo>
                    <a:pt x="2052036" y="2506536"/>
                  </a:lnTo>
                  <a:lnTo>
                    <a:pt x="2050444" y="2510601"/>
                  </a:lnTo>
                  <a:lnTo>
                    <a:pt x="2046755" y="2514189"/>
                  </a:lnTo>
                  <a:lnTo>
                    <a:pt x="2040993" y="2512277"/>
                  </a:lnTo>
                  <a:lnTo>
                    <a:pt x="2038078" y="2515364"/>
                  </a:lnTo>
                  <a:lnTo>
                    <a:pt x="2034647" y="2512112"/>
                  </a:lnTo>
                  <a:lnTo>
                    <a:pt x="2031231" y="2506625"/>
                  </a:lnTo>
                  <a:lnTo>
                    <a:pt x="2027427" y="2497595"/>
                  </a:lnTo>
                  <a:lnTo>
                    <a:pt x="2037478" y="2446767"/>
                  </a:lnTo>
                  <a:lnTo>
                    <a:pt x="2046780" y="2414380"/>
                  </a:lnTo>
                  <a:lnTo>
                    <a:pt x="2047845" y="2377433"/>
                  </a:lnTo>
                  <a:lnTo>
                    <a:pt x="2048537" y="2371959"/>
                  </a:lnTo>
                  <a:lnTo>
                    <a:pt x="2047752" y="2362141"/>
                  </a:lnTo>
                  <a:lnTo>
                    <a:pt x="2035277" y="2340804"/>
                  </a:lnTo>
                  <a:lnTo>
                    <a:pt x="1980122" y="2288737"/>
                  </a:lnTo>
                  <a:lnTo>
                    <a:pt x="1937374" y="2227081"/>
                  </a:lnTo>
                  <a:lnTo>
                    <a:pt x="1900348" y="2203953"/>
                  </a:lnTo>
                  <a:lnTo>
                    <a:pt x="1872256" y="2209033"/>
                  </a:lnTo>
                  <a:lnTo>
                    <a:pt x="1867393" y="2213682"/>
                  </a:lnTo>
                  <a:lnTo>
                    <a:pt x="1865305" y="2219759"/>
                  </a:lnTo>
                  <a:lnTo>
                    <a:pt x="1867068" y="2226637"/>
                  </a:lnTo>
                  <a:lnTo>
                    <a:pt x="1864515" y="2229501"/>
                  </a:lnTo>
                  <a:lnTo>
                    <a:pt x="1856975" y="2229139"/>
                  </a:lnTo>
                  <a:lnTo>
                    <a:pt x="1846820" y="2230739"/>
                  </a:lnTo>
                  <a:lnTo>
                    <a:pt x="1820305" y="2246971"/>
                  </a:lnTo>
                  <a:lnTo>
                    <a:pt x="1810951" y="2246374"/>
                  </a:lnTo>
                  <a:lnTo>
                    <a:pt x="1802455" y="2250578"/>
                  </a:lnTo>
                  <a:lnTo>
                    <a:pt x="1796094" y="2253727"/>
                  </a:lnTo>
                  <a:lnTo>
                    <a:pt x="1779506" y="2255442"/>
                  </a:lnTo>
                  <a:lnTo>
                    <a:pt x="1765439" y="2259043"/>
                  </a:lnTo>
                  <a:lnTo>
                    <a:pt x="1759362" y="2257093"/>
                  </a:lnTo>
                  <a:lnTo>
                    <a:pt x="1755398" y="2247682"/>
                  </a:lnTo>
                  <a:lnTo>
                    <a:pt x="1755398" y="2237940"/>
                  </a:lnTo>
                  <a:lnTo>
                    <a:pt x="1758613" y="2245408"/>
                  </a:lnTo>
                  <a:lnTo>
                    <a:pt x="1763589" y="2251251"/>
                  </a:lnTo>
                  <a:lnTo>
                    <a:pt x="1765868" y="2248914"/>
                  </a:lnTo>
                  <a:lnTo>
                    <a:pt x="1766721" y="2243745"/>
                  </a:lnTo>
                  <a:lnTo>
                    <a:pt x="1761770" y="2233616"/>
                  </a:lnTo>
                  <a:lnTo>
                    <a:pt x="1745822" y="2220604"/>
                  </a:lnTo>
                  <a:lnTo>
                    <a:pt x="1727673" y="2201597"/>
                  </a:lnTo>
                  <a:lnTo>
                    <a:pt x="1733208" y="2202226"/>
                  </a:lnTo>
                  <a:lnTo>
                    <a:pt x="1734608" y="2198155"/>
                  </a:lnTo>
                  <a:lnTo>
                    <a:pt x="1728981" y="2192815"/>
                  </a:lnTo>
                  <a:lnTo>
                    <a:pt x="1731358" y="2186642"/>
                  </a:lnTo>
                  <a:lnTo>
                    <a:pt x="1735322" y="2180158"/>
                  </a:lnTo>
                  <a:lnTo>
                    <a:pt x="1727663" y="2181130"/>
                  </a:lnTo>
                  <a:lnTo>
                    <a:pt x="1720790" y="2185670"/>
                  </a:lnTo>
                  <a:lnTo>
                    <a:pt x="1720563" y="2191278"/>
                  </a:lnTo>
                  <a:lnTo>
                    <a:pt x="1719203" y="2195736"/>
                  </a:lnTo>
                  <a:lnTo>
                    <a:pt x="1715503" y="2195088"/>
                  </a:lnTo>
                  <a:lnTo>
                    <a:pt x="1708635" y="2189569"/>
                  </a:lnTo>
                  <a:lnTo>
                    <a:pt x="1674823" y="2174208"/>
                  </a:lnTo>
                  <a:lnTo>
                    <a:pt x="1645264" y="2165546"/>
                  </a:lnTo>
                  <a:lnTo>
                    <a:pt x="1667950" y="2161647"/>
                  </a:lnTo>
                  <a:lnTo>
                    <a:pt x="1680254" y="2164676"/>
                  </a:lnTo>
                  <a:lnTo>
                    <a:pt x="1678787" y="2160027"/>
                  </a:lnTo>
                  <a:lnTo>
                    <a:pt x="1675826" y="2157075"/>
                  </a:lnTo>
                  <a:lnTo>
                    <a:pt x="1666121" y="2153334"/>
                  </a:lnTo>
                  <a:lnTo>
                    <a:pt x="1653759" y="2154757"/>
                  </a:lnTo>
                  <a:lnTo>
                    <a:pt x="1645951" y="2152998"/>
                  </a:lnTo>
                  <a:lnTo>
                    <a:pt x="1637967" y="2156706"/>
                  </a:lnTo>
                  <a:lnTo>
                    <a:pt x="1629218" y="2162218"/>
                  </a:lnTo>
                  <a:lnTo>
                    <a:pt x="1621430" y="2165057"/>
                  </a:lnTo>
                  <a:lnTo>
                    <a:pt x="1590951" y="2169026"/>
                  </a:lnTo>
                  <a:lnTo>
                    <a:pt x="1566234" y="2173332"/>
                  </a:lnTo>
                  <a:lnTo>
                    <a:pt x="1570197" y="2168785"/>
                  </a:lnTo>
                  <a:lnTo>
                    <a:pt x="1574424" y="2165863"/>
                  </a:lnTo>
                  <a:lnTo>
                    <a:pt x="1589028" y="2161418"/>
                  </a:lnTo>
                  <a:lnTo>
                    <a:pt x="1591214" y="2152178"/>
                  </a:lnTo>
                  <a:lnTo>
                    <a:pt x="1587783" y="2143281"/>
                  </a:lnTo>
                  <a:lnTo>
                    <a:pt x="1583938" y="2145415"/>
                  </a:lnTo>
                  <a:lnTo>
                    <a:pt x="1579902" y="2152369"/>
                  </a:lnTo>
                  <a:lnTo>
                    <a:pt x="1574952" y="2147358"/>
                  </a:lnTo>
                  <a:lnTo>
                    <a:pt x="1569469" y="2147384"/>
                  </a:lnTo>
                  <a:lnTo>
                    <a:pt x="1567980" y="2158446"/>
                  </a:lnTo>
                  <a:lnTo>
                    <a:pt x="1560952" y="2165863"/>
                  </a:lnTo>
                  <a:lnTo>
                    <a:pt x="1557779" y="2173332"/>
                  </a:lnTo>
                  <a:lnTo>
                    <a:pt x="1537170" y="2179180"/>
                  </a:lnTo>
                  <a:lnTo>
                    <a:pt x="1534530" y="2177231"/>
                  </a:lnTo>
                  <a:lnTo>
                    <a:pt x="1540560" y="2170137"/>
                  </a:lnTo>
                  <a:lnTo>
                    <a:pt x="1540080" y="2166194"/>
                  </a:lnTo>
                  <a:lnTo>
                    <a:pt x="1533202" y="2169578"/>
                  </a:lnTo>
                  <a:lnTo>
                    <a:pt x="1521667" y="2183022"/>
                  </a:lnTo>
                  <a:lnTo>
                    <a:pt x="1481059" y="2187423"/>
                  </a:lnTo>
                  <a:lnTo>
                    <a:pt x="1483276" y="2184368"/>
                  </a:lnTo>
                  <a:lnTo>
                    <a:pt x="1491849" y="2183759"/>
                  </a:lnTo>
                  <a:lnTo>
                    <a:pt x="1503885" y="2179504"/>
                  </a:lnTo>
                  <a:lnTo>
                    <a:pt x="1501451" y="2172341"/>
                  </a:lnTo>
                  <a:lnTo>
                    <a:pt x="1496810" y="2164466"/>
                  </a:lnTo>
                  <a:lnTo>
                    <a:pt x="1492526" y="2163590"/>
                  </a:lnTo>
                  <a:lnTo>
                    <a:pt x="1489700" y="2158973"/>
                  </a:lnTo>
                  <a:lnTo>
                    <a:pt x="1489839" y="2144425"/>
                  </a:lnTo>
                  <a:lnTo>
                    <a:pt x="1487100" y="2135921"/>
                  </a:lnTo>
                  <a:lnTo>
                    <a:pt x="1480491" y="2127171"/>
                  </a:lnTo>
                  <a:lnTo>
                    <a:pt x="1478258" y="2128853"/>
                  </a:lnTo>
                  <a:lnTo>
                    <a:pt x="1473395" y="2143815"/>
                  </a:lnTo>
                  <a:lnTo>
                    <a:pt x="1469354" y="2163438"/>
                  </a:lnTo>
                  <a:lnTo>
                    <a:pt x="1467354" y="2169775"/>
                  </a:lnTo>
                  <a:lnTo>
                    <a:pt x="1455314" y="2170220"/>
                  </a:lnTo>
                  <a:lnTo>
                    <a:pt x="1444658" y="2168880"/>
                  </a:lnTo>
                  <a:lnTo>
                    <a:pt x="1408442" y="2171236"/>
                  </a:lnTo>
                  <a:lnTo>
                    <a:pt x="1394913" y="2164587"/>
                  </a:lnTo>
                  <a:lnTo>
                    <a:pt x="1389301" y="2163311"/>
                  </a:lnTo>
                  <a:lnTo>
                    <a:pt x="1385885" y="2163463"/>
                  </a:lnTo>
                  <a:lnTo>
                    <a:pt x="1370134" y="2169559"/>
                  </a:lnTo>
                  <a:lnTo>
                    <a:pt x="1352186" y="2174227"/>
                  </a:lnTo>
                  <a:lnTo>
                    <a:pt x="1347959" y="2172760"/>
                  </a:lnTo>
                  <a:lnTo>
                    <a:pt x="1341929" y="2172544"/>
                  </a:lnTo>
                  <a:lnTo>
                    <a:pt x="1328916" y="2188433"/>
                  </a:lnTo>
                  <a:lnTo>
                    <a:pt x="1313573" y="2195869"/>
                  </a:lnTo>
                  <a:lnTo>
                    <a:pt x="1274862" y="2182501"/>
                  </a:lnTo>
                  <a:lnTo>
                    <a:pt x="1265234" y="2171750"/>
                  </a:lnTo>
                  <a:lnTo>
                    <a:pt x="1256687" y="2169451"/>
                  </a:lnTo>
                  <a:lnTo>
                    <a:pt x="1246176" y="2168124"/>
                  </a:lnTo>
                  <a:lnTo>
                    <a:pt x="1234884" y="2181352"/>
                  </a:lnTo>
                  <a:lnTo>
                    <a:pt x="1226306" y="2199203"/>
                  </a:lnTo>
                  <a:lnTo>
                    <a:pt x="1239861" y="2208989"/>
                  </a:lnTo>
                  <a:lnTo>
                    <a:pt x="1251462" y="2213669"/>
                  </a:lnTo>
                  <a:lnTo>
                    <a:pt x="1270635" y="2209745"/>
                  </a:lnTo>
                  <a:lnTo>
                    <a:pt x="1281234" y="2201083"/>
                  </a:lnTo>
                  <a:lnTo>
                    <a:pt x="1289890" y="2201368"/>
                  </a:lnTo>
                  <a:lnTo>
                    <a:pt x="1294029" y="2199609"/>
                  </a:lnTo>
                  <a:lnTo>
                    <a:pt x="1297806" y="2195088"/>
                  </a:lnTo>
                  <a:lnTo>
                    <a:pt x="1305207" y="2198657"/>
                  </a:lnTo>
                  <a:lnTo>
                    <a:pt x="1305470" y="2202232"/>
                  </a:lnTo>
                  <a:lnTo>
                    <a:pt x="1300215" y="2207268"/>
                  </a:lnTo>
                  <a:lnTo>
                    <a:pt x="1293595" y="2211510"/>
                  </a:lnTo>
                  <a:lnTo>
                    <a:pt x="1289579" y="2216508"/>
                  </a:lnTo>
                  <a:lnTo>
                    <a:pt x="1297135" y="2226580"/>
                  </a:lnTo>
                  <a:lnTo>
                    <a:pt x="1309000" y="2229964"/>
                  </a:lnTo>
                  <a:lnTo>
                    <a:pt x="1313465" y="2228504"/>
                  </a:lnTo>
                  <a:lnTo>
                    <a:pt x="1316229" y="2217181"/>
                  </a:lnTo>
                  <a:lnTo>
                    <a:pt x="1323526" y="2209891"/>
                  </a:lnTo>
                  <a:lnTo>
                    <a:pt x="1333443" y="2211466"/>
                  </a:lnTo>
                  <a:lnTo>
                    <a:pt x="1332032" y="2216038"/>
                  </a:lnTo>
                  <a:lnTo>
                    <a:pt x="1333422" y="2220356"/>
                  </a:lnTo>
                  <a:lnTo>
                    <a:pt x="1337980" y="2227729"/>
                  </a:lnTo>
                  <a:lnTo>
                    <a:pt x="1337458" y="2238290"/>
                  </a:lnTo>
                  <a:lnTo>
                    <a:pt x="1338342" y="2240836"/>
                  </a:lnTo>
                  <a:lnTo>
                    <a:pt x="1327655" y="2245497"/>
                  </a:lnTo>
                  <a:lnTo>
                    <a:pt x="1319692" y="2247079"/>
                  </a:lnTo>
                  <a:lnTo>
                    <a:pt x="1313320" y="2253181"/>
                  </a:lnTo>
                  <a:lnTo>
                    <a:pt x="1316658" y="2256725"/>
                  </a:lnTo>
                  <a:lnTo>
                    <a:pt x="1310168" y="2259837"/>
                  </a:lnTo>
                  <a:lnTo>
                    <a:pt x="1305780" y="2258592"/>
                  </a:lnTo>
                  <a:lnTo>
                    <a:pt x="1303574" y="2259741"/>
                  </a:lnTo>
                  <a:lnTo>
                    <a:pt x="1302912" y="2263488"/>
                  </a:lnTo>
                  <a:lnTo>
                    <a:pt x="1299558" y="2266968"/>
                  </a:lnTo>
                  <a:lnTo>
                    <a:pt x="1304437" y="2277453"/>
                  </a:lnTo>
                  <a:lnTo>
                    <a:pt x="1314436" y="2284298"/>
                  </a:lnTo>
                  <a:lnTo>
                    <a:pt x="1321490" y="2292878"/>
                  </a:lnTo>
                  <a:lnTo>
                    <a:pt x="1349851" y="2304175"/>
                  </a:lnTo>
                  <a:lnTo>
                    <a:pt x="1356724" y="2303851"/>
                  </a:lnTo>
                  <a:lnTo>
                    <a:pt x="1363488" y="2315225"/>
                  </a:lnTo>
                  <a:lnTo>
                    <a:pt x="1368940" y="2319136"/>
                  </a:lnTo>
                  <a:lnTo>
                    <a:pt x="1374191" y="2321124"/>
                  </a:lnTo>
                  <a:lnTo>
                    <a:pt x="1373591" y="2328948"/>
                  </a:lnTo>
                  <a:lnTo>
                    <a:pt x="1364263" y="2334676"/>
                  </a:lnTo>
                  <a:lnTo>
                    <a:pt x="1361742" y="2341509"/>
                  </a:lnTo>
                  <a:lnTo>
                    <a:pt x="1359395" y="2345351"/>
                  </a:lnTo>
                  <a:lnTo>
                    <a:pt x="1355189" y="2340486"/>
                  </a:lnTo>
                  <a:lnTo>
                    <a:pt x="1350869" y="2336962"/>
                  </a:lnTo>
                  <a:lnTo>
                    <a:pt x="1340869" y="2347681"/>
                  </a:lnTo>
                  <a:lnTo>
                    <a:pt x="1336048" y="2349936"/>
                  </a:lnTo>
                  <a:lnTo>
                    <a:pt x="1338440" y="2338378"/>
                  </a:lnTo>
                  <a:lnTo>
                    <a:pt x="1334663" y="2333850"/>
                  </a:lnTo>
                  <a:lnTo>
                    <a:pt x="1328952" y="2322261"/>
                  </a:lnTo>
                  <a:lnTo>
                    <a:pt x="1320632" y="2315091"/>
                  </a:lnTo>
                  <a:lnTo>
                    <a:pt x="1314772" y="2312716"/>
                  </a:lnTo>
                  <a:lnTo>
                    <a:pt x="1310209" y="2308182"/>
                  </a:lnTo>
                  <a:lnTo>
                    <a:pt x="1304685" y="2306347"/>
                  </a:lnTo>
                  <a:lnTo>
                    <a:pt x="1299972" y="2306817"/>
                  </a:lnTo>
                  <a:lnTo>
                    <a:pt x="1291993" y="2304175"/>
                  </a:lnTo>
                  <a:lnTo>
                    <a:pt x="1291466" y="2298009"/>
                  </a:lnTo>
                  <a:lnTo>
                    <a:pt x="1289254" y="2293392"/>
                  </a:lnTo>
                  <a:lnTo>
                    <a:pt x="1283011" y="2287943"/>
                  </a:lnTo>
                  <a:lnTo>
                    <a:pt x="1253183" y="2277649"/>
                  </a:lnTo>
                  <a:lnTo>
                    <a:pt x="1253002" y="2281910"/>
                  </a:lnTo>
                  <a:lnTo>
                    <a:pt x="1255069" y="2285117"/>
                  </a:lnTo>
                  <a:lnTo>
                    <a:pt x="1259353" y="2287251"/>
                  </a:lnTo>
                  <a:lnTo>
                    <a:pt x="1264480" y="2291404"/>
                  </a:lnTo>
                  <a:lnTo>
                    <a:pt x="1264433" y="2303705"/>
                  </a:lnTo>
                  <a:lnTo>
                    <a:pt x="1262216" y="2308912"/>
                  </a:lnTo>
                  <a:lnTo>
                    <a:pt x="1261265" y="2316330"/>
                  </a:lnTo>
                  <a:lnTo>
                    <a:pt x="1259291" y="2323868"/>
                  </a:lnTo>
                  <a:lnTo>
                    <a:pt x="1255643" y="2329811"/>
                  </a:lnTo>
                  <a:lnTo>
                    <a:pt x="1247499" y="2333863"/>
                  </a:lnTo>
                  <a:lnTo>
                    <a:pt x="1243907" y="2330472"/>
                  </a:lnTo>
                  <a:lnTo>
                    <a:pt x="1238099" y="2314240"/>
                  </a:lnTo>
                  <a:lnTo>
                    <a:pt x="1229887" y="2309128"/>
                  </a:lnTo>
                  <a:lnTo>
                    <a:pt x="1216839" y="2308525"/>
                  </a:lnTo>
                  <a:lnTo>
                    <a:pt x="1207976" y="2312195"/>
                  </a:lnTo>
                  <a:lnTo>
                    <a:pt x="1198317" y="2327919"/>
                  </a:lnTo>
                  <a:lnTo>
                    <a:pt x="1190535" y="2330491"/>
                  </a:lnTo>
                  <a:lnTo>
                    <a:pt x="1163895" y="2322343"/>
                  </a:lnTo>
                  <a:lnTo>
                    <a:pt x="1133478" y="2309928"/>
                  </a:lnTo>
                  <a:lnTo>
                    <a:pt x="1134263" y="2305794"/>
                  </a:lnTo>
                  <a:lnTo>
                    <a:pt x="1139049" y="2304467"/>
                  </a:lnTo>
                  <a:lnTo>
                    <a:pt x="1148227" y="2306163"/>
                  </a:lnTo>
                  <a:lnTo>
                    <a:pt x="1147741" y="2301902"/>
                  </a:lnTo>
                  <a:lnTo>
                    <a:pt x="1138361" y="2288032"/>
                  </a:lnTo>
                  <a:lnTo>
                    <a:pt x="1136641" y="2281771"/>
                  </a:lnTo>
                  <a:lnTo>
                    <a:pt x="1137850" y="2274131"/>
                  </a:lnTo>
                  <a:lnTo>
                    <a:pt x="1134791" y="2274303"/>
                  </a:lnTo>
                  <a:lnTo>
                    <a:pt x="1129158" y="2280717"/>
                  </a:lnTo>
                  <a:lnTo>
                    <a:pt x="1109763" y="2275281"/>
                  </a:lnTo>
                  <a:lnTo>
                    <a:pt x="1104410" y="2268784"/>
                  </a:lnTo>
                  <a:lnTo>
                    <a:pt x="1093015" y="2250476"/>
                  </a:lnTo>
                  <a:lnTo>
                    <a:pt x="1076933" y="2249879"/>
                  </a:lnTo>
                  <a:lnTo>
                    <a:pt x="1069657" y="2238779"/>
                  </a:lnTo>
                  <a:lnTo>
                    <a:pt x="1056515" y="2243427"/>
                  </a:lnTo>
                  <a:lnTo>
                    <a:pt x="1049859" y="2248571"/>
                  </a:lnTo>
                  <a:lnTo>
                    <a:pt x="1044009" y="2256541"/>
                  </a:lnTo>
                  <a:lnTo>
                    <a:pt x="1046288" y="2260675"/>
                  </a:lnTo>
                  <a:lnTo>
                    <a:pt x="1052117" y="2267241"/>
                  </a:lnTo>
                  <a:lnTo>
                    <a:pt x="1049456" y="2270410"/>
                  </a:lnTo>
                  <a:lnTo>
                    <a:pt x="1030744" y="2275090"/>
                  </a:lnTo>
                  <a:lnTo>
                    <a:pt x="987304" y="2269857"/>
                  </a:lnTo>
                  <a:lnTo>
                    <a:pt x="974601" y="2264968"/>
                  </a:lnTo>
                  <a:lnTo>
                    <a:pt x="957553" y="2254629"/>
                  </a:lnTo>
                  <a:lnTo>
                    <a:pt x="933921" y="2246202"/>
                  </a:lnTo>
                  <a:lnTo>
                    <a:pt x="922542" y="2244843"/>
                  </a:lnTo>
                  <a:lnTo>
                    <a:pt x="911400" y="2246513"/>
                  </a:lnTo>
                  <a:lnTo>
                    <a:pt x="878978" y="2247377"/>
                  </a:lnTo>
                  <a:lnTo>
                    <a:pt x="871454" y="2249619"/>
                  </a:lnTo>
                  <a:lnTo>
                    <a:pt x="865046" y="2253200"/>
                  </a:lnTo>
                  <a:lnTo>
                    <a:pt x="860891" y="2249238"/>
                  </a:lnTo>
                  <a:lnTo>
                    <a:pt x="858968" y="2242163"/>
                  </a:lnTo>
                  <a:lnTo>
                    <a:pt x="862731" y="2241014"/>
                  </a:lnTo>
                  <a:lnTo>
                    <a:pt x="866916" y="2236854"/>
                  </a:lnTo>
                  <a:lnTo>
                    <a:pt x="870694" y="2228631"/>
                  </a:lnTo>
                  <a:lnTo>
                    <a:pt x="871123" y="2223658"/>
                  </a:lnTo>
                  <a:lnTo>
                    <a:pt x="868482" y="2220413"/>
                  </a:lnTo>
                  <a:lnTo>
                    <a:pt x="863459" y="2220089"/>
                  </a:lnTo>
                  <a:lnTo>
                    <a:pt x="852364" y="2241516"/>
                  </a:lnTo>
                  <a:lnTo>
                    <a:pt x="858705" y="2253524"/>
                  </a:lnTo>
                  <a:lnTo>
                    <a:pt x="858271" y="2257855"/>
                  </a:lnTo>
                  <a:lnTo>
                    <a:pt x="836132" y="2260319"/>
                  </a:lnTo>
                  <a:lnTo>
                    <a:pt x="785881" y="2284495"/>
                  </a:lnTo>
                  <a:lnTo>
                    <a:pt x="766285" y="2297532"/>
                  </a:lnTo>
                  <a:lnTo>
                    <a:pt x="767288" y="2293144"/>
                  </a:lnTo>
                  <a:lnTo>
                    <a:pt x="790982" y="2276246"/>
                  </a:lnTo>
                  <a:lnTo>
                    <a:pt x="782615" y="2273661"/>
                  </a:lnTo>
                  <a:lnTo>
                    <a:pt x="769143" y="2277884"/>
                  </a:lnTo>
                  <a:lnTo>
                    <a:pt x="764311" y="2276259"/>
                  </a:lnTo>
                  <a:lnTo>
                    <a:pt x="770016" y="2262288"/>
                  </a:lnTo>
                  <a:lnTo>
                    <a:pt x="768156" y="2249968"/>
                  </a:lnTo>
                  <a:lnTo>
                    <a:pt x="758591" y="2249631"/>
                  </a:lnTo>
                  <a:lnTo>
                    <a:pt x="752498" y="2259468"/>
                  </a:lnTo>
                  <a:lnTo>
                    <a:pt x="748265" y="2259049"/>
                  </a:lnTo>
                  <a:lnTo>
                    <a:pt x="742720" y="2254832"/>
                  </a:lnTo>
                  <a:lnTo>
                    <a:pt x="738426" y="2256166"/>
                  </a:lnTo>
                  <a:lnTo>
                    <a:pt x="741604" y="2278456"/>
                  </a:lnTo>
                  <a:lnTo>
                    <a:pt x="747630" y="2287626"/>
                  </a:lnTo>
                  <a:lnTo>
                    <a:pt x="752668" y="2299317"/>
                  </a:lnTo>
                  <a:lnTo>
                    <a:pt x="738907" y="2313764"/>
                  </a:lnTo>
                  <a:lnTo>
                    <a:pt x="726127" y="2325684"/>
                  </a:lnTo>
                  <a:lnTo>
                    <a:pt x="724742" y="2337203"/>
                  </a:lnTo>
                  <a:lnTo>
                    <a:pt x="711900" y="2352209"/>
                  </a:lnTo>
                  <a:lnTo>
                    <a:pt x="699818" y="2360719"/>
                  </a:lnTo>
                  <a:lnTo>
                    <a:pt x="671432" y="2380723"/>
                  </a:lnTo>
                  <a:lnTo>
                    <a:pt x="663334" y="2385003"/>
                  </a:lnTo>
                  <a:lnTo>
                    <a:pt x="650523" y="2394287"/>
                  </a:lnTo>
                  <a:lnTo>
                    <a:pt x="632849" y="2401247"/>
                  </a:lnTo>
                  <a:lnTo>
                    <a:pt x="615904" y="2412297"/>
                  </a:lnTo>
                  <a:lnTo>
                    <a:pt x="610189" y="2413973"/>
                  </a:lnTo>
                  <a:lnTo>
                    <a:pt x="621010" y="2404619"/>
                  </a:lnTo>
                  <a:lnTo>
                    <a:pt x="633842" y="2395379"/>
                  </a:lnTo>
                  <a:lnTo>
                    <a:pt x="622834" y="2396643"/>
                  </a:lnTo>
                  <a:lnTo>
                    <a:pt x="605869" y="2392363"/>
                  </a:lnTo>
                  <a:lnTo>
                    <a:pt x="595487" y="2392115"/>
                  </a:lnTo>
                  <a:lnTo>
                    <a:pt x="595414" y="2395487"/>
                  </a:lnTo>
                  <a:lnTo>
                    <a:pt x="587518" y="2400250"/>
                  </a:lnTo>
                  <a:lnTo>
                    <a:pt x="579338" y="2393252"/>
                  </a:lnTo>
                  <a:lnTo>
                    <a:pt x="575772" y="2388546"/>
                  </a:lnTo>
                  <a:lnTo>
                    <a:pt x="574082" y="2384482"/>
                  </a:lnTo>
                  <a:lnTo>
                    <a:pt x="570609" y="2383498"/>
                  </a:lnTo>
                  <a:lnTo>
                    <a:pt x="567271" y="2385384"/>
                  </a:lnTo>
                  <a:lnTo>
                    <a:pt x="579482" y="2414005"/>
                  </a:lnTo>
                  <a:lnTo>
                    <a:pt x="584686" y="2415243"/>
                  </a:lnTo>
                  <a:lnTo>
                    <a:pt x="590443" y="2418088"/>
                  </a:lnTo>
                  <a:lnTo>
                    <a:pt x="583275" y="2424756"/>
                  </a:lnTo>
                  <a:lnTo>
                    <a:pt x="575560" y="2429817"/>
                  </a:lnTo>
                  <a:lnTo>
                    <a:pt x="563426" y="2433177"/>
                  </a:lnTo>
                  <a:lnTo>
                    <a:pt x="553142" y="2422730"/>
                  </a:lnTo>
                  <a:lnTo>
                    <a:pt x="550915" y="2435838"/>
                  </a:lnTo>
                  <a:lnTo>
                    <a:pt x="549613" y="2448926"/>
                  </a:lnTo>
                  <a:lnTo>
                    <a:pt x="546161" y="2452285"/>
                  </a:lnTo>
                  <a:lnTo>
                    <a:pt x="540647" y="2457073"/>
                  </a:lnTo>
                  <a:lnTo>
                    <a:pt x="537655" y="2453460"/>
                  </a:lnTo>
                  <a:lnTo>
                    <a:pt x="536234" y="2448399"/>
                  </a:lnTo>
                  <a:lnTo>
                    <a:pt x="532704" y="2452914"/>
                  </a:lnTo>
                  <a:lnTo>
                    <a:pt x="527536" y="2456305"/>
                  </a:lnTo>
                  <a:lnTo>
                    <a:pt x="519010" y="2456984"/>
                  </a:lnTo>
                  <a:lnTo>
                    <a:pt x="512612" y="2458794"/>
                  </a:lnTo>
                  <a:lnTo>
                    <a:pt x="512762" y="2464217"/>
                  </a:lnTo>
                  <a:lnTo>
                    <a:pt x="514224" y="2469666"/>
                  </a:lnTo>
                  <a:lnTo>
                    <a:pt x="525542" y="2465361"/>
                  </a:lnTo>
                  <a:lnTo>
                    <a:pt x="521438" y="2479376"/>
                  </a:lnTo>
                  <a:lnTo>
                    <a:pt x="511031" y="2493226"/>
                  </a:lnTo>
                  <a:lnTo>
                    <a:pt x="502550" y="2496497"/>
                  </a:lnTo>
                  <a:lnTo>
                    <a:pt x="489579" y="2494471"/>
                  </a:lnTo>
                  <a:lnTo>
                    <a:pt x="486375" y="2495861"/>
                  </a:lnTo>
                  <a:lnTo>
                    <a:pt x="483507" y="2498738"/>
                  </a:lnTo>
                  <a:lnTo>
                    <a:pt x="498618" y="2520406"/>
                  </a:lnTo>
                  <a:lnTo>
                    <a:pt x="488908" y="2553085"/>
                  </a:lnTo>
                  <a:lnTo>
                    <a:pt x="482701" y="2564928"/>
                  </a:lnTo>
                  <a:lnTo>
                    <a:pt x="478396" y="2566446"/>
                  </a:lnTo>
                  <a:lnTo>
                    <a:pt x="473730" y="2566789"/>
                  </a:lnTo>
                  <a:lnTo>
                    <a:pt x="456981" y="2556260"/>
                  </a:lnTo>
                  <a:lnTo>
                    <a:pt x="447845" y="2548119"/>
                  </a:lnTo>
                  <a:lnTo>
                    <a:pt x="455896" y="2570275"/>
                  </a:lnTo>
                  <a:lnTo>
                    <a:pt x="477833" y="2576746"/>
                  </a:lnTo>
                  <a:lnTo>
                    <a:pt x="478955" y="2585129"/>
                  </a:lnTo>
                  <a:lnTo>
                    <a:pt x="478831" y="2592292"/>
                  </a:lnTo>
                  <a:lnTo>
                    <a:pt x="474510" y="2600700"/>
                  </a:lnTo>
                  <a:lnTo>
                    <a:pt x="470469" y="2611870"/>
                  </a:lnTo>
                  <a:lnTo>
                    <a:pt x="473451" y="2619650"/>
                  </a:lnTo>
                  <a:lnTo>
                    <a:pt x="476913" y="2638885"/>
                  </a:lnTo>
                  <a:lnTo>
                    <a:pt x="479874" y="2647712"/>
                  </a:lnTo>
                  <a:lnTo>
                    <a:pt x="483130" y="2674492"/>
                  </a:lnTo>
                  <a:lnTo>
                    <a:pt x="486592" y="2686106"/>
                  </a:lnTo>
                  <a:lnTo>
                    <a:pt x="506535" y="2728851"/>
                  </a:lnTo>
                  <a:lnTo>
                    <a:pt x="513258" y="2729181"/>
                  </a:lnTo>
                  <a:lnTo>
                    <a:pt x="514338" y="2733811"/>
                  </a:lnTo>
                  <a:lnTo>
                    <a:pt x="513697" y="2742688"/>
                  </a:lnTo>
                  <a:lnTo>
                    <a:pt x="499352" y="2745273"/>
                  </a:lnTo>
                  <a:lnTo>
                    <a:pt x="493331" y="2749229"/>
                  </a:lnTo>
                  <a:lnTo>
                    <a:pt x="492158" y="2752665"/>
                  </a:lnTo>
                  <a:lnTo>
                    <a:pt x="491269" y="2754519"/>
                  </a:lnTo>
                  <a:lnTo>
                    <a:pt x="489419" y="2754348"/>
                  </a:lnTo>
                  <a:lnTo>
                    <a:pt x="482577" y="2751877"/>
                  </a:lnTo>
                  <a:lnTo>
                    <a:pt x="467022" y="2739735"/>
                  </a:lnTo>
                  <a:lnTo>
                    <a:pt x="444357" y="2732210"/>
                  </a:lnTo>
                  <a:lnTo>
                    <a:pt x="414575" y="2729295"/>
                  </a:lnTo>
                  <a:lnTo>
                    <a:pt x="394230" y="2723218"/>
                  </a:lnTo>
                  <a:lnTo>
                    <a:pt x="383321" y="2713959"/>
                  </a:lnTo>
                  <a:lnTo>
                    <a:pt x="371916" y="2708473"/>
                  </a:lnTo>
                  <a:lnTo>
                    <a:pt x="360019" y="2706745"/>
                  </a:lnTo>
                  <a:lnTo>
                    <a:pt x="350165" y="2701722"/>
                  </a:lnTo>
                  <a:lnTo>
                    <a:pt x="342351" y="2693403"/>
                  </a:lnTo>
                  <a:lnTo>
                    <a:pt x="330925" y="2688094"/>
                  </a:lnTo>
                  <a:lnTo>
                    <a:pt x="315887" y="2685789"/>
                  </a:lnTo>
                  <a:lnTo>
                    <a:pt x="306099" y="2679553"/>
                  </a:lnTo>
                  <a:lnTo>
                    <a:pt x="299293" y="2664306"/>
                  </a:lnTo>
                  <a:lnTo>
                    <a:pt x="299262" y="2664077"/>
                  </a:lnTo>
                  <a:lnTo>
                    <a:pt x="293170" y="2638586"/>
                  </a:lnTo>
                  <a:lnTo>
                    <a:pt x="285496" y="2622615"/>
                  </a:lnTo>
                  <a:lnTo>
                    <a:pt x="270561" y="2602853"/>
                  </a:lnTo>
                  <a:lnTo>
                    <a:pt x="269186" y="2600249"/>
                  </a:lnTo>
                  <a:lnTo>
                    <a:pt x="269062" y="2596998"/>
                  </a:lnTo>
                  <a:lnTo>
                    <a:pt x="270912" y="2585497"/>
                  </a:lnTo>
                  <a:lnTo>
                    <a:pt x="269336" y="2577229"/>
                  </a:lnTo>
                  <a:lnTo>
                    <a:pt x="264608" y="2570491"/>
                  </a:lnTo>
                  <a:lnTo>
                    <a:pt x="263522" y="2563360"/>
                  </a:lnTo>
                  <a:lnTo>
                    <a:pt x="266086" y="2555854"/>
                  </a:lnTo>
                  <a:lnTo>
                    <a:pt x="266251" y="2546836"/>
                  </a:lnTo>
                  <a:lnTo>
                    <a:pt x="264024" y="2536307"/>
                  </a:lnTo>
                  <a:lnTo>
                    <a:pt x="254500" y="2524921"/>
                  </a:lnTo>
                  <a:lnTo>
                    <a:pt x="237679" y="2512690"/>
                  </a:lnTo>
                  <a:lnTo>
                    <a:pt x="223349" y="2494826"/>
                  </a:lnTo>
                  <a:lnTo>
                    <a:pt x="211520" y="2471343"/>
                  </a:lnTo>
                  <a:lnTo>
                    <a:pt x="199820" y="2455073"/>
                  </a:lnTo>
                  <a:lnTo>
                    <a:pt x="188249" y="2446011"/>
                  </a:lnTo>
                  <a:lnTo>
                    <a:pt x="180338" y="2434949"/>
                  </a:lnTo>
                  <a:lnTo>
                    <a:pt x="176079" y="2421886"/>
                  </a:lnTo>
                  <a:lnTo>
                    <a:pt x="174824" y="2414303"/>
                  </a:lnTo>
                  <a:lnTo>
                    <a:pt x="176560" y="2412208"/>
                  </a:lnTo>
                  <a:lnTo>
                    <a:pt x="169449" y="2397684"/>
                  </a:lnTo>
                  <a:lnTo>
                    <a:pt x="153491" y="2370746"/>
                  </a:lnTo>
                  <a:lnTo>
                    <a:pt x="144324" y="2351047"/>
                  </a:lnTo>
                  <a:lnTo>
                    <a:pt x="141962" y="2338594"/>
                  </a:lnTo>
                  <a:lnTo>
                    <a:pt x="131807" y="2323772"/>
                  </a:lnTo>
                  <a:lnTo>
                    <a:pt x="113865" y="2306582"/>
                  </a:lnTo>
                  <a:lnTo>
                    <a:pt x="104108" y="2295399"/>
                  </a:lnTo>
                  <a:lnTo>
                    <a:pt x="101711" y="2287632"/>
                  </a:lnTo>
                  <a:lnTo>
                    <a:pt x="73712" y="2265044"/>
                  </a:lnTo>
                  <a:lnTo>
                    <a:pt x="65578" y="2250933"/>
                  </a:lnTo>
                  <a:lnTo>
                    <a:pt x="59227" y="2246475"/>
                  </a:lnTo>
                  <a:lnTo>
                    <a:pt x="51935" y="2246958"/>
                  </a:lnTo>
                  <a:lnTo>
                    <a:pt x="48194" y="2245605"/>
                  </a:lnTo>
                  <a:lnTo>
                    <a:pt x="48008" y="2242417"/>
                  </a:lnTo>
                  <a:lnTo>
                    <a:pt x="45646" y="2242265"/>
                  </a:lnTo>
                  <a:lnTo>
                    <a:pt x="41104" y="2245161"/>
                  </a:lnTo>
                  <a:lnTo>
                    <a:pt x="26210" y="2245745"/>
                  </a:lnTo>
                  <a:lnTo>
                    <a:pt x="961" y="2244024"/>
                  </a:lnTo>
                  <a:lnTo>
                    <a:pt x="0" y="2243821"/>
                  </a:lnTo>
                  <a:lnTo>
                    <a:pt x="0" y="0"/>
                  </a:lnTo>
                  <a:lnTo>
                    <a:pt x="1773799" y="0"/>
                  </a:lnTo>
                  <a:lnTo>
                    <a:pt x="1791779" y="9112"/>
                  </a:lnTo>
                  <a:lnTo>
                    <a:pt x="1812321" y="19521"/>
                  </a:lnTo>
                  <a:lnTo>
                    <a:pt x="1817499" y="36825"/>
                  </a:lnTo>
                  <a:lnTo>
                    <a:pt x="1822542" y="53673"/>
                  </a:lnTo>
                  <a:lnTo>
                    <a:pt x="1834568" y="65904"/>
                  </a:lnTo>
                  <a:lnTo>
                    <a:pt x="1845575" y="77074"/>
                  </a:lnTo>
                  <a:lnTo>
                    <a:pt x="1851947" y="76490"/>
                  </a:lnTo>
                  <a:lnTo>
                    <a:pt x="1858412" y="71772"/>
                  </a:lnTo>
                  <a:lnTo>
                    <a:pt x="1862515" y="69498"/>
                  </a:lnTo>
                  <a:lnTo>
                    <a:pt x="1869393" y="69123"/>
                  </a:lnTo>
                  <a:lnTo>
                    <a:pt x="1884690" y="65085"/>
                  </a:lnTo>
                  <a:lnTo>
                    <a:pt x="1889211" y="65967"/>
                  </a:lnTo>
                  <a:lnTo>
                    <a:pt x="1891780" y="67987"/>
                  </a:lnTo>
                  <a:lnTo>
                    <a:pt x="1891992" y="71149"/>
                  </a:lnTo>
                  <a:lnTo>
                    <a:pt x="1891470" y="73664"/>
                  </a:lnTo>
                  <a:lnTo>
                    <a:pt x="1889103" y="78713"/>
                  </a:lnTo>
                  <a:lnTo>
                    <a:pt x="1892839" y="88333"/>
                  </a:lnTo>
                  <a:lnTo>
                    <a:pt x="1893625" y="99021"/>
                  </a:lnTo>
                  <a:lnTo>
                    <a:pt x="1895676" y="107099"/>
                  </a:lnTo>
                  <a:lnTo>
                    <a:pt x="1901939" y="117437"/>
                  </a:lnTo>
                  <a:lnTo>
                    <a:pt x="1907381" y="125515"/>
                  </a:lnTo>
                  <a:lnTo>
                    <a:pt x="1914233" y="127077"/>
                  </a:lnTo>
                  <a:lnTo>
                    <a:pt x="1930093" y="122372"/>
                  </a:lnTo>
                  <a:lnTo>
                    <a:pt x="1940031" y="120593"/>
                  </a:lnTo>
                  <a:lnTo>
                    <a:pt x="1945674" y="121362"/>
                  </a:lnTo>
                  <a:lnTo>
                    <a:pt x="1955327" y="128925"/>
                  </a:lnTo>
                  <a:lnTo>
                    <a:pt x="1960050" y="133472"/>
                  </a:lnTo>
                  <a:lnTo>
                    <a:pt x="1961177" y="137250"/>
                  </a:lnTo>
                  <a:lnTo>
                    <a:pt x="1948139" y="160340"/>
                  </a:lnTo>
                  <a:lnTo>
                    <a:pt x="1968815" y="171797"/>
                  </a:lnTo>
                  <a:lnTo>
                    <a:pt x="1991889" y="184320"/>
                  </a:lnTo>
                  <a:lnTo>
                    <a:pt x="2019402" y="199249"/>
                  </a:lnTo>
                  <a:lnTo>
                    <a:pt x="2036223" y="208388"/>
                  </a:lnTo>
                  <a:lnTo>
                    <a:pt x="2058377" y="221438"/>
                  </a:lnTo>
                  <a:lnTo>
                    <a:pt x="2062170" y="240032"/>
                  </a:lnTo>
                  <a:lnTo>
                    <a:pt x="2065364" y="255723"/>
                  </a:lnTo>
                  <a:lnTo>
                    <a:pt x="2069436" y="277600"/>
                  </a:lnTo>
                  <a:lnTo>
                    <a:pt x="2073585" y="299916"/>
                  </a:lnTo>
                  <a:lnTo>
                    <a:pt x="2077725" y="322148"/>
                  </a:lnTo>
                  <a:lnTo>
                    <a:pt x="2082112" y="345746"/>
                  </a:lnTo>
                  <a:lnTo>
                    <a:pt x="2086934" y="371669"/>
                  </a:lnTo>
                  <a:lnTo>
                    <a:pt x="2091218" y="394676"/>
                  </a:lnTo>
                  <a:lnTo>
                    <a:pt x="2095894" y="419792"/>
                  </a:lnTo>
                  <a:lnTo>
                    <a:pt x="2102111" y="452477"/>
                  </a:lnTo>
                  <a:lnTo>
                    <a:pt x="2096551" y="465070"/>
                  </a:lnTo>
                  <a:lnTo>
                    <a:pt x="2084443" y="492491"/>
                  </a:lnTo>
                  <a:lnTo>
                    <a:pt x="2073498" y="517277"/>
                  </a:lnTo>
                  <a:lnTo>
                    <a:pt x="2072541" y="524465"/>
                  </a:lnTo>
                  <a:lnTo>
                    <a:pt x="2065017" y="560606"/>
                  </a:lnTo>
                  <a:lnTo>
                    <a:pt x="2058987" y="575535"/>
                  </a:lnTo>
                  <a:lnTo>
                    <a:pt x="2048424" y="584204"/>
                  </a:lnTo>
                  <a:lnTo>
                    <a:pt x="2037938" y="592605"/>
                  </a:lnTo>
                  <a:lnTo>
                    <a:pt x="2024859" y="606684"/>
                  </a:lnTo>
                  <a:lnTo>
                    <a:pt x="2010472" y="613638"/>
                  </a:lnTo>
                  <a:lnTo>
                    <a:pt x="2003123" y="617727"/>
                  </a:lnTo>
                  <a:lnTo>
                    <a:pt x="1999273" y="624179"/>
                  </a:lnTo>
                  <a:lnTo>
                    <a:pt x="1995026" y="638322"/>
                  </a:lnTo>
                  <a:lnTo>
                    <a:pt x="1995842" y="659919"/>
                  </a:lnTo>
                  <a:lnTo>
                    <a:pt x="2007692" y="678507"/>
                  </a:lnTo>
                  <a:lnTo>
                    <a:pt x="2025024" y="688902"/>
                  </a:lnTo>
                  <a:lnTo>
                    <a:pt x="2043669" y="699025"/>
                  </a:lnTo>
                  <a:lnTo>
                    <a:pt x="2070232" y="699069"/>
                  </a:lnTo>
                  <a:lnTo>
                    <a:pt x="2094122" y="685562"/>
                  </a:lnTo>
                  <a:lnTo>
                    <a:pt x="2119433" y="671255"/>
                  </a:lnTo>
                  <a:lnTo>
                    <a:pt x="2142001" y="658497"/>
                  </a:lnTo>
                  <a:lnTo>
                    <a:pt x="2168842" y="643326"/>
                  </a:lnTo>
                  <a:lnTo>
                    <a:pt x="2193151" y="629577"/>
                  </a:lnTo>
                  <a:lnTo>
                    <a:pt x="2219548" y="624637"/>
                  </a:lnTo>
                  <a:lnTo>
                    <a:pt x="2256125" y="617797"/>
                  </a:lnTo>
                  <a:lnTo>
                    <a:pt x="2302169" y="609180"/>
                  </a:lnTo>
                  <a:lnTo>
                    <a:pt x="2324587" y="599368"/>
                  </a:lnTo>
                  <a:lnTo>
                    <a:pt x="2353557" y="586687"/>
                  </a:lnTo>
                  <a:lnTo>
                    <a:pt x="2386977" y="572055"/>
                  </a:lnTo>
                  <a:lnTo>
                    <a:pt x="2415818" y="559431"/>
                  </a:lnTo>
                  <a:lnTo>
                    <a:pt x="2430319" y="552433"/>
                  </a:lnTo>
                  <a:lnTo>
                    <a:pt x="2440633" y="544450"/>
                  </a:lnTo>
                  <a:lnTo>
                    <a:pt x="2443191" y="538544"/>
                  </a:lnTo>
                  <a:lnTo>
                    <a:pt x="2442582" y="535153"/>
                  </a:lnTo>
                  <a:lnTo>
                    <a:pt x="2439920" y="531756"/>
                  </a:lnTo>
                  <a:lnTo>
                    <a:pt x="2436241" y="529247"/>
                  </a:lnTo>
                  <a:lnTo>
                    <a:pt x="2432970" y="527114"/>
                  </a:lnTo>
                  <a:lnTo>
                    <a:pt x="2431435" y="524472"/>
                  </a:lnTo>
                  <a:lnTo>
                    <a:pt x="2431130" y="518693"/>
                  </a:lnTo>
                  <a:lnTo>
                    <a:pt x="2429125" y="515372"/>
                  </a:lnTo>
                  <a:lnTo>
                    <a:pt x="2427213" y="512927"/>
                  </a:lnTo>
                  <a:lnTo>
                    <a:pt x="2427936" y="490561"/>
                  </a:lnTo>
                  <a:lnTo>
                    <a:pt x="2425414" y="483626"/>
                  </a:lnTo>
                  <a:lnTo>
                    <a:pt x="2416014" y="466048"/>
                  </a:lnTo>
                  <a:lnTo>
                    <a:pt x="2433941" y="458167"/>
                  </a:lnTo>
                  <a:lnTo>
                    <a:pt x="2450550" y="450858"/>
                  </a:lnTo>
                  <a:lnTo>
                    <a:pt x="2463795" y="445448"/>
                  </a:lnTo>
                  <a:lnTo>
                    <a:pt x="2491541" y="444597"/>
                  </a:lnTo>
                  <a:lnTo>
                    <a:pt x="2517307" y="444705"/>
                  </a:lnTo>
                  <a:lnTo>
                    <a:pt x="2552820" y="444851"/>
                  </a:lnTo>
                  <a:lnTo>
                    <a:pt x="2582741" y="444971"/>
                  </a:lnTo>
                  <a:lnTo>
                    <a:pt x="2617649" y="445117"/>
                  </a:lnTo>
                  <a:lnTo>
                    <a:pt x="2638113" y="445200"/>
                  </a:lnTo>
                  <a:lnTo>
                    <a:pt x="2664928" y="444946"/>
                  </a:lnTo>
                  <a:lnTo>
                    <a:pt x="2677997" y="424656"/>
                  </a:lnTo>
                  <a:lnTo>
                    <a:pt x="2689676" y="406513"/>
                  </a:lnTo>
                  <a:lnTo>
                    <a:pt x="2702539" y="389177"/>
                  </a:lnTo>
                  <a:lnTo>
                    <a:pt x="2725406" y="368824"/>
                  </a:lnTo>
                  <a:lnTo>
                    <a:pt x="2732047" y="365166"/>
                  </a:lnTo>
                  <a:lnTo>
                    <a:pt x="2735710" y="357139"/>
                  </a:lnTo>
                  <a:lnTo>
                    <a:pt x="2749570" y="349512"/>
                  </a:lnTo>
                  <a:lnTo>
                    <a:pt x="2764841" y="342438"/>
                  </a:lnTo>
                  <a:lnTo>
                    <a:pt x="2770830" y="335802"/>
                  </a:lnTo>
                  <a:lnTo>
                    <a:pt x="2773729" y="332023"/>
                  </a:lnTo>
                  <a:lnTo>
                    <a:pt x="2815076" y="296232"/>
                  </a:lnTo>
                  <a:lnTo>
                    <a:pt x="2838559" y="279702"/>
                  </a:lnTo>
                  <a:lnTo>
                    <a:pt x="2857953" y="270501"/>
                  </a:lnTo>
                  <a:lnTo>
                    <a:pt x="2872717" y="266106"/>
                  </a:lnTo>
                  <a:lnTo>
                    <a:pt x="2882686" y="266735"/>
                  </a:lnTo>
                  <a:lnTo>
                    <a:pt x="2888355" y="2661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18" name="pg3868">
              <a:extLst>
                <a:ext uri="{FF2B5EF4-FFF2-40B4-BE49-F238E27FC236}">
                  <a16:creationId xmlns:a16="http://schemas.microsoft.com/office/drawing/2014/main" id="{38C9619F-9194-9D6D-DF8E-60659AF90CA7}"/>
                </a:ext>
              </a:extLst>
            </p:cNvPr>
            <p:cNvSpPr/>
            <p:nvPr/>
          </p:nvSpPr>
          <p:spPr>
            <a:xfrm>
              <a:off x="5359282" y="3307053"/>
              <a:ext cx="225302" cy="75760"/>
            </a:xfrm>
            <a:custGeom>
              <a:avLst/>
              <a:gdLst/>
              <a:ahLst/>
              <a:cxnLst/>
              <a:rect l="0" t="0" r="0" b="0"/>
              <a:pathLst>
                <a:path w="225302" h="75760">
                  <a:moveTo>
                    <a:pt x="153584" y="30132"/>
                  </a:moveTo>
                  <a:lnTo>
                    <a:pt x="160385" y="30983"/>
                  </a:lnTo>
                  <a:lnTo>
                    <a:pt x="166235" y="28513"/>
                  </a:lnTo>
                  <a:lnTo>
                    <a:pt x="171775" y="23521"/>
                  </a:lnTo>
                  <a:lnTo>
                    <a:pt x="184637" y="16771"/>
                  </a:lnTo>
                  <a:lnTo>
                    <a:pt x="195598" y="13818"/>
                  </a:lnTo>
                  <a:lnTo>
                    <a:pt x="199050" y="13208"/>
                  </a:lnTo>
                  <a:lnTo>
                    <a:pt x="204275" y="17946"/>
                  </a:lnTo>
                  <a:lnTo>
                    <a:pt x="214641" y="14142"/>
                  </a:lnTo>
                  <a:lnTo>
                    <a:pt x="225302" y="12008"/>
                  </a:lnTo>
                  <a:lnTo>
                    <a:pt x="179185" y="33669"/>
                  </a:lnTo>
                  <a:lnTo>
                    <a:pt x="169754" y="36108"/>
                  </a:lnTo>
                  <a:lnTo>
                    <a:pt x="156261" y="42560"/>
                  </a:lnTo>
                  <a:lnTo>
                    <a:pt x="143507" y="47132"/>
                  </a:lnTo>
                  <a:lnTo>
                    <a:pt x="134324" y="48796"/>
                  </a:lnTo>
                  <a:lnTo>
                    <a:pt x="88662" y="64875"/>
                  </a:lnTo>
                  <a:lnTo>
                    <a:pt x="85040" y="65224"/>
                  </a:lnTo>
                  <a:lnTo>
                    <a:pt x="81122" y="63656"/>
                  </a:lnTo>
                  <a:lnTo>
                    <a:pt x="43512" y="71937"/>
                  </a:lnTo>
                  <a:lnTo>
                    <a:pt x="28076" y="72870"/>
                  </a:lnTo>
                  <a:lnTo>
                    <a:pt x="14020" y="75760"/>
                  </a:lnTo>
                  <a:lnTo>
                    <a:pt x="24417" y="69092"/>
                  </a:lnTo>
                  <a:lnTo>
                    <a:pt x="24644" y="66596"/>
                  </a:lnTo>
                  <a:lnTo>
                    <a:pt x="22159" y="64646"/>
                  </a:lnTo>
                  <a:lnTo>
                    <a:pt x="16598" y="65212"/>
                  </a:lnTo>
                  <a:lnTo>
                    <a:pt x="10903" y="72076"/>
                  </a:lnTo>
                  <a:lnTo>
                    <a:pt x="1813" y="74369"/>
                  </a:lnTo>
                  <a:lnTo>
                    <a:pt x="0" y="66895"/>
                  </a:lnTo>
                  <a:lnTo>
                    <a:pt x="3033" y="61109"/>
                  </a:lnTo>
                  <a:lnTo>
                    <a:pt x="7141" y="55623"/>
                  </a:lnTo>
                  <a:lnTo>
                    <a:pt x="16169" y="46999"/>
                  </a:lnTo>
                  <a:lnTo>
                    <a:pt x="29083" y="41531"/>
                  </a:lnTo>
                  <a:lnTo>
                    <a:pt x="35646" y="36806"/>
                  </a:lnTo>
                  <a:lnTo>
                    <a:pt x="40194" y="40966"/>
                  </a:lnTo>
                  <a:lnTo>
                    <a:pt x="41191" y="35346"/>
                  </a:lnTo>
                  <a:lnTo>
                    <a:pt x="44690" y="32101"/>
                  </a:lnTo>
                  <a:lnTo>
                    <a:pt x="48493" y="30354"/>
                  </a:lnTo>
                  <a:lnTo>
                    <a:pt x="57640" y="30310"/>
                  </a:lnTo>
                  <a:lnTo>
                    <a:pt x="62565" y="29427"/>
                  </a:lnTo>
                  <a:lnTo>
                    <a:pt x="66126" y="27560"/>
                  </a:lnTo>
                  <a:lnTo>
                    <a:pt x="69779" y="27211"/>
                  </a:lnTo>
                  <a:lnTo>
                    <a:pt x="79784" y="29757"/>
                  </a:lnTo>
                  <a:lnTo>
                    <a:pt x="89556" y="29027"/>
                  </a:lnTo>
                  <a:lnTo>
                    <a:pt x="97447" y="25509"/>
                  </a:lnTo>
                  <a:lnTo>
                    <a:pt x="105648" y="24328"/>
                  </a:lnTo>
                  <a:lnTo>
                    <a:pt x="127343" y="23534"/>
                  </a:lnTo>
                  <a:lnTo>
                    <a:pt x="148902" y="20962"/>
                  </a:lnTo>
                  <a:lnTo>
                    <a:pt x="157522" y="16390"/>
                  </a:lnTo>
                  <a:lnTo>
                    <a:pt x="175630" y="3575"/>
                  </a:lnTo>
                  <a:lnTo>
                    <a:pt x="186048" y="0"/>
                  </a:lnTo>
                  <a:lnTo>
                    <a:pt x="169826" y="14891"/>
                  </a:lnTo>
                  <a:lnTo>
                    <a:pt x="161108" y="217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19" name="pg3869">
              <a:extLst>
                <a:ext uri="{FF2B5EF4-FFF2-40B4-BE49-F238E27FC236}">
                  <a16:creationId xmlns:a16="http://schemas.microsoft.com/office/drawing/2014/main" id="{C080E8D1-1FD7-D903-9335-BF1B4AA47CA0}"/>
                </a:ext>
              </a:extLst>
            </p:cNvPr>
            <p:cNvSpPr/>
            <p:nvPr/>
          </p:nvSpPr>
          <p:spPr>
            <a:xfrm>
              <a:off x="5954108" y="2877417"/>
              <a:ext cx="23756" cy="26893"/>
            </a:xfrm>
            <a:custGeom>
              <a:avLst/>
              <a:gdLst/>
              <a:ahLst/>
              <a:cxnLst/>
              <a:rect l="0" t="0" r="0" b="0"/>
              <a:pathLst>
                <a:path w="23756" h="26893">
                  <a:moveTo>
                    <a:pt x="17596" y="18663"/>
                  </a:moveTo>
                  <a:lnTo>
                    <a:pt x="10841" y="17558"/>
                  </a:lnTo>
                  <a:lnTo>
                    <a:pt x="10981" y="24423"/>
                  </a:lnTo>
                  <a:lnTo>
                    <a:pt x="10226" y="26893"/>
                  </a:lnTo>
                  <a:lnTo>
                    <a:pt x="2744" y="23363"/>
                  </a:lnTo>
                  <a:lnTo>
                    <a:pt x="0" y="21089"/>
                  </a:lnTo>
                  <a:lnTo>
                    <a:pt x="237" y="11995"/>
                  </a:lnTo>
                  <a:lnTo>
                    <a:pt x="6847" y="3397"/>
                  </a:lnTo>
                  <a:lnTo>
                    <a:pt x="11885" y="0"/>
                  </a:lnTo>
                  <a:lnTo>
                    <a:pt x="18381" y="2355"/>
                  </a:lnTo>
                  <a:lnTo>
                    <a:pt x="23368" y="11983"/>
                  </a:lnTo>
                  <a:lnTo>
                    <a:pt x="23756" y="1612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20" name="pg3870">
              <a:extLst>
                <a:ext uri="{FF2B5EF4-FFF2-40B4-BE49-F238E27FC236}">
                  <a16:creationId xmlns:a16="http://schemas.microsoft.com/office/drawing/2014/main" id="{6FC1387F-1AE6-A18F-9CD1-5092B4CC2489}"/>
                </a:ext>
              </a:extLst>
            </p:cNvPr>
            <p:cNvSpPr/>
            <p:nvPr/>
          </p:nvSpPr>
          <p:spPr>
            <a:xfrm>
              <a:off x="5337706" y="3371376"/>
              <a:ext cx="17833" cy="18174"/>
            </a:xfrm>
            <a:custGeom>
              <a:avLst/>
              <a:gdLst/>
              <a:ahLst/>
              <a:cxnLst/>
              <a:rect l="0" t="0" r="0" b="0"/>
              <a:pathLst>
                <a:path w="17833" h="18174">
                  <a:moveTo>
                    <a:pt x="0" y="18174"/>
                  </a:moveTo>
                  <a:lnTo>
                    <a:pt x="5048" y="5702"/>
                  </a:lnTo>
                  <a:lnTo>
                    <a:pt x="14330" y="0"/>
                  </a:lnTo>
                  <a:lnTo>
                    <a:pt x="17689" y="1187"/>
                  </a:lnTo>
                  <a:lnTo>
                    <a:pt x="17833" y="5594"/>
                  </a:lnTo>
                  <a:lnTo>
                    <a:pt x="16531" y="9360"/>
                  </a:lnTo>
                  <a:lnTo>
                    <a:pt x="10304" y="15164"/>
                  </a:lnTo>
                  <a:lnTo>
                    <a:pt x="5054" y="176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21" name="pg3871">
              <a:extLst>
                <a:ext uri="{FF2B5EF4-FFF2-40B4-BE49-F238E27FC236}">
                  <a16:creationId xmlns:a16="http://schemas.microsoft.com/office/drawing/2014/main" id="{FB84EAAF-4EAF-769F-C81E-D62B0E585657}"/>
                </a:ext>
              </a:extLst>
            </p:cNvPr>
            <p:cNvSpPr/>
            <p:nvPr/>
          </p:nvSpPr>
          <p:spPr>
            <a:xfrm>
              <a:off x="5698253" y="3267490"/>
              <a:ext cx="33791" cy="16879"/>
            </a:xfrm>
            <a:custGeom>
              <a:avLst/>
              <a:gdLst/>
              <a:ahLst/>
              <a:cxnLst/>
              <a:rect l="0" t="0" r="0" b="0"/>
              <a:pathLst>
                <a:path w="33791" h="16879">
                  <a:moveTo>
                    <a:pt x="4645" y="16879"/>
                  </a:moveTo>
                  <a:lnTo>
                    <a:pt x="0" y="12776"/>
                  </a:lnTo>
                  <a:lnTo>
                    <a:pt x="7270" y="10878"/>
                  </a:lnTo>
                  <a:lnTo>
                    <a:pt x="16454" y="1130"/>
                  </a:lnTo>
                  <a:lnTo>
                    <a:pt x="22562" y="0"/>
                  </a:lnTo>
                  <a:lnTo>
                    <a:pt x="32158" y="5518"/>
                  </a:lnTo>
                  <a:lnTo>
                    <a:pt x="33791" y="1052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22" name="pg3872">
              <a:extLst>
                <a:ext uri="{FF2B5EF4-FFF2-40B4-BE49-F238E27FC236}">
                  <a16:creationId xmlns:a16="http://schemas.microsoft.com/office/drawing/2014/main" id="{4BED7005-C3F8-690E-407D-26A18033DF4E}"/>
                </a:ext>
              </a:extLst>
            </p:cNvPr>
            <p:cNvSpPr/>
            <p:nvPr/>
          </p:nvSpPr>
          <p:spPr>
            <a:xfrm>
              <a:off x="5643532" y="3241859"/>
              <a:ext cx="12087" cy="24671"/>
            </a:xfrm>
            <a:custGeom>
              <a:avLst/>
              <a:gdLst/>
              <a:ahLst/>
              <a:cxnLst/>
              <a:rect l="0" t="0" r="0" b="0"/>
              <a:pathLst>
                <a:path w="12087" h="24671">
                  <a:moveTo>
                    <a:pt x="5855" y="24671"/>
                  </a:moveTo>
                  <a:lnTo>
                    <a:pt x="0" y="24048"/>
                  </a:lnTo>
                  <a:lnTo>
                    <a:pt x="2971" y="19248"/>
                  </a:lnTo>
                  <a:lnTo>
                    <a:pt x="4103" y="12199"/>
                  </a:lnTo>
                  <a:lnTo>
                    <a:pt x="6991" y="4457"/>
                  </a:lnTo>
                  <a:lnTo>
                    <a:pt x="8655" y="2089"/>
                  </a:lnTo>
                  <a:lnTo>
                    <a:pt x="12087" y="0"/>
                  </a:lnTo>
                  <a:lnTo>
                    <a:pt x="11095" y="211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23" name="pg3873">
              <a:extLst>
                <a:ext uri="{FF2B5EF4-FFF2-40B4-BE49-F238E27FC236}">
                  <a16:creationId xmlns:a16="http://schemas.microsoft.com/office/drawing/2014/main" id="{8E6FFF8C-683E-B754-058B-B2223A54CAE6}"/>
                </a:ext>
              </a:extLst>
            </p:cNvPr>
            <p:cNvSpPr/>
            <p:nvPr/>
          </p:nvSpPr>
          <p:spPr>
            <a:xfrm>
              <a:off x="5761346" y="3275262"/>
              <a:ext cx="27001" cy="19248"/>
            </a:xfrm>
            <a:custGeom>
              <a:avLst/>
              <a:gdLst/>
              <a:ahLst/>
              <a:cxnLst/>
              <a:rect l="0" t="0" r="0" b="0"/>
              <a:pathLst>
                <a:path w="27001" h="19248">
                  <a:moveTo>
                    <a:pt x="18836" y="19248"/>
                  </a:moveTo>
                  <a:lnTo>
                    <a:pt x="0" y="14453"/>
                  </a:lnTo>
                  <a:lnTo>
                    <a:pt x="15498" y="10389"/>
                  </a:lnTo>
                  <a:lnTo>
                    <a:pt x="18030" y="8973"/>
                  </a:lnTo>
                  <a:lnTo>
                    <a:pt x="20050" y="2997"/>
                  </a:lnTo>
                  <a:lnTo>
                    <a:pt x="20303" y="0"/>
                  </a:lnTo>
                  <a:lnTo>
                    <a:pt x="26190" y="12853"/>
                  </a:lnTo>
                  <a:lnTo>
                    <a:pt x="27001" y="1715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24" name="pg3874">
              <a:extLst>
                <a:ext uri="{FF2B5EF4-FFF2-40B4-BE49-F238E27FC236}">
                  <a16:creationId xmlns:a16="http://schemas.microsoft.com/office/drawing/2014/main" id="{F482B892-589F-3835-0CBB-6AFBFEE27792}"/>
                </a:ext>
              </a:extLst>
            </p:cNvPr>
            <p:cNvSpPr/>
            <p:nvPr/>
          </p:nvSpPr>
          <p:spPr>
            <a:xfrm>
              <a:off x="5180933" y="3984239"/>
              <a:ext cx="8624" cy="14377"/>
            </a:xfrm>
            <a:custGeom>
              <a:avLst/>
              <a:gdLst/>
              <a:ahLst/>
              <a:cxnLst/>
              <a:rect l="0" t="0" r="0" b="0"/>
              <a:pathLst>
                <a:path w="8624" h="14377">
                  <a:moveTo>
                    <a:pt x="7028" y="14377"/>
                  </a:moveTo>
                  <a:lnTo>
                    <a:pt x="0" y="0"/>
                  </a:lnTo>
                  <a:lnTo>
                    <a:pt x="7229" y="4648"/>
                  </a:lnTo>
                  <a:lnTo>
                    <a:pt x="8521" y="8515"/>
                  </a:lnTo>
                  <a:lnTo>
                    <a:pt x="8624" y="117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25" name="pg3875">
              <a:extLst>
                <a:ext uri="{FF2B5EF4-FFF2-40B4-BE49-F238E27FC236}">
                  <a16:creationId xmlns:a16="http://schemas.microsoft.com/office/drawing/2014/main" id="{87DF92E9-16B4-F613-AC59-69A007D50933}"/>
                </a:ext>
              </a:extLst>
            </p:cNvPr>
            <p:cNvSpPr/>
            <p:nvPr/>
          </p:nvSpPr>
          <p:spPr>
            <a:xfrm>
              <a:off x="5183801" y="4007259"/>
              <a:ext cx="24727" cy="72349"/>
            </a:xfrm>
            <a:custGeom>
              <a:avLst/>
              <a:gdLst/>
              <a:ahLst/>
              <a:cxnLst/>
              <a:rect l="0" t="0" r="0" b="0"/>
              <a:pathLst>
                <a:path w="24727" h="72349">
                  <a:moveTo>
                    <a:pt x="1250" y="72349"/>
                  </a:moveTo>
                  <a:lnTo>
                    <a:pt x="0" y="71213"/>
                  </a:lnTo>
                  <a:lnTo>
                    <a:pt x="16267" y="63796"/>
                  </a:lnTo>
                  <a:lnTo>
                    <a:pt x="21399" y="37670"/>
                  </a:lnTo>
                  <a:lnTo>
                    <a:pt x="22102" y="25623"/>
                  </a:lnTo>
                  <a:lnTo>
                    <a:pt x="19663" y="4388"/>
                  </a:lnTo>
                  <a:lnTo>
                    <a:pt x="19745" y="0"/>
                  </a:lnTo>
                  <a:lnTo>
                    <a:pt x="22391" y="6845"/>
                  </a:lnTo>
                  <a:lnTo>
                    <a:pt x="24727" y="26658"/>
                  </a:lnTo>
                  <a:lnTo>
                    <a:pt x="23849" y="41683"/>
                  </a:lnTo>
                  <a:lnTo>
                    <a:pt x="19130" y="63573"/>
                  </a:lnTo>
                  <a:lnTo>
                    <a:pt x="15446" y="6880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26" name="pg3876">
              <a:extLst>
                <a:ext uri="{FF2B5EF4-FFF2-40B4-BE49-F238E27FC236}">
                  <a16:creationId xmlns:a16="http://schemas.microsoft.com/office/drawing/2014/main" id="{B32F5D9E-F83D-1EE9-26BA-70F6D0A70796}"/>
                </a:ext>
              </a:extLst>
            </p:cNvPr>
            <p:cNvSpPr/>
            <p:nvPr/>
          </p:nvSpPr>
          <p:spPr>
            <a:xfrm>
              <a:off x="5152676" y="4082556"/>
              <a:ext cx="21404" cy="9277"/>
            </a:xfrm>
            <a:custGeom>
              <a:avLst/>
              <a:gdLst/>
              <a:ahLst/>
              <a:cxnLst/>
              <a:rect l="0" t="0" r="0" b="0"/>
              <a:pathLst>
                <a:path w="21404" h="9277">
                  <a:moveTo>
                    <a:pt x="2170" y="9277"/>
                  </a:moveTo>
                  <a:lnTo>
                    <a:pt x="0" y="8725"/>
                  </a:lnTo>
                  <a:lnTo>
                    <a:pt x="12619" y="2089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27" name="pg3877">
              <a:extLst>
                <a:ext uri="{FF2B5EF4-FFF2-40B4-BE49-F238E27FC236}">
                  <a16:creationId xmlns:a16="http://schemas.microsoft.com/office/drawing/2014/main" id="{51C5AE1A-3282-C079-EEC7-C048E60B2738}"/>
                </a:ext>
              </a:extLst>
            </p:cNvPr>
            <p:cNvSpPr/>
            <p:nvPr/>
          </p:nvSpPr>
          <p:spPr>
            <a:xfrm>
              <a:off x="5095061" y="4115235"/>
              <a:ext cx="33993" cy="39982"/>
            </a:xfrm>
            <a:custGeom>
              <a:avLst/>
              <a:gdLst/>
              <a:ahLst/>
              <a:cxnLst/>
              <a:rect l="0" t="0" r="0" b="0"/>
              <a:pathLst>
                <a:path w="33993" h="39982">
                  <a:moveTo>
                    <a:pt x="0" y="39982"/>
                  </a:moveTo>
                  <a:lnTo>
                    <a:pt x="9689" y="23744"/>
                  </a:lnTo>
                  <a:lnTo>
                    <a:pt x="28825" y="3149"/>
                  </a:lnTo>
                  <a:lnTo>
                    <a:pt x="33993" y="0"/>
                  </a:lnTo>
                  <a:lnTo>
                    <a:pt x="18081" y="17590"/>
                  </a:lnTo>
                  <a:lnTo>
                    <a:pt x="2635" y="3848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28" name="pg3878">
              <a:extLst>
                <a:ext uri="{FF2B5EF4-FFF2-40B4-BE49-F238E27FC236}">
                  <a16:creationId xmlns:a16="http://schemas.microsoft.com/office/drawing/2014/main" id="{5D5C649F-7ED7-8B54-7570-279F2B826089}"/>
                </a:ext>
              </a:extLst>
            </p:cNvPr>
            <p:cNvSpPr/>
            <p:nvPr/>
          </p:nvSpPr>
          <p:spPr>
            <a:xfrm>
              <a:off x="4494680" y="5206518"/>
              <a:ext cx="17373" cy="15672"/>
            </a:xfrm>
            <a:custGeom>
              <a:avLst/>
              <a:gdLst/>
              <a:ahLst/>
              <a:cxnLst/>
              <a:rect l="0" t="0" r="0" b="0"/>
              <a:pathLst>
                <a:path w="17373" h="15672">
                  <a:moveTo>
                    <a:pt x="13601" y="15672"/>
                  </a:moveTo>
                  <a:lnTo>
                    <a:pt x="5968" y="13183"/>
                  </a:lnTo>
                  <a:lnTo>
                    <a:pt x="1798" y="8725"/>
                  </a:lnTo>
                  <a:lnTo>
                    <a:pt x="0" y="0"/>
                  </a:lnTo>
                  <a:lnTo>
                    <a:pt x="6645" y="9239"/>
                  </a:lnTo>
                  <a:lnTo>
                    <a:pt x="9028" y="11329"/>
                  </a:lnTo>
                  <a:lnTo>
                    <a:pt x="17373" y="122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29" name="pg3879">
              <a:extLst>
                <a:ext uri="{FF2B5EF4-FFF2-40B4-BE49-F238E27FC236}">
                  <a16:creationId xmlns:a16="http://schemas.microsoft.com/office/drawing/2014/main" id="{8F181650-584E-F2F5-0439-8FA9F97E9C83}"/>
                </a:ext>
              </a:extLst>
            </p:cNvPr>
            <p:cNvSpPr/>
            <p:nvPr/>
          </p:nvSpPr>
          <p:spPr>
            <a:xfrm>
              <a:off x="4498091" y="5186660"/>
              <a:ext cx="9033" cy="26938"/>
            </a:xfrm>
            <a:custGeom>
              <a:avLst/>
              <a:gdLst/>
              <a:ahLst/>
              <a:cxnLst/>
              <a:rect l="0" t="0" r="0" b="0"/>
              <a:pathLst>
                <a:path w="9033" h="26938">
                  <a:moveTo>
                    <a:pt x="8883" y="26938"/>
                  </a:moveTo>
                  <a:lnTo>
                    <a:pt x="3550" y="14142"/>
                  </a:lnTo>
                  <a:lnTo>
                    <a:pt x="0" y="0"/>
                  </a:lnTo>
                  <a:lnTo>
                    <a:pt x="5079" y="4578"/>
                  </a:lnTo>
                  <a:lnTo>
                    <a:pt x="9033" y="19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30" name="pg3880">
              <a:extLst>
                <a:ext uri="{FF2B5EF4-FFF2-40B4-BE49-F238E27FC236}">
                  <a16:creationId xmlns:a16="http://schemas.microsoft.com/office/drawing/2014/main" id="{935C4663-45D3-91EE-4881-4AD9DC7F36E9}"/>
                </a:ext>
              </a:extLst>
            </p:cNvPr>
            <p:cNvSpPr/>
            <p:nvPr/>
          </p:nvSpPr>
          <p:spPr>
            <a:xfrm>
              <a:off x="4666217" y="5362642"/>
              <a:ext cx="34236" cy="51158"/>
            </a:xfrm>
            <a:custGeom>
              <a:avLst/>
              <a:gdLst/>
              <a:ahLst/>
              <a:cxnLst/>
              <a:rect l="0" t="0" r="0" b="0"/>
              <a:pathLst>
                <a:path w="34236" h="51158">
                  <a:moveTo>
                    <a:pt x="0" y="51158"/>
                  </a:moveTo>
                  <a:lnTo>
                    <a:pt x="2330" y="45036"/>
                  </a:lnTo>
                  <a:lnTo>
                    <a:pt x="10531" y="31948"/>
                  </a:lnTo>
                  <a:lnTo>
                    <a:pt x="13182" y="25788"/>
                  </a:lnTo>
                  <a:lnTo>
                    <a:pt x="18722" y="21883"/>
                  </a:lnTo>
                  <a:lnTo>
                    <a:pt x="23880" y="14821"/>
                  </a:lnTo>
                  <a:lnTo>
                    <a:pt x="24267" y="6585"/>
                  </a:lnTo>
                  <a:lnTo>
                    <a:pt x="31760" y="825"/>
                  </a:lnTo>
                  <a:lnTo>
                    <a:pt x="34236" y="0"/>
                  </a:lnTo>
                  <a:lnTo>
                    <a:pt x="21032" y="267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31" name="pg3881">
              <a:extLst>
                <a:ext uri="{FF2B5EF4-FFF2-40B4-BE49-F238E27FC236}">
                  <a16:creationId xmlns:a16="http://schemas.microsoft.com/office/drawing/2014/main" id="{26E16B8E-A4C6-4DD1-64BC-BEBC46B19EE1}"/>
                </a:ext>
              </a:extLst>
            </p:cNvPr>
            <p:cNvSpPr/>
            <p:nvPr/>
          </p:nvSpPr>
          <p:spPr>
            <a:xfrm>
              <a:off x="3456939" y="4803878"/>
              <a:ext cx="26706" cy="20480"/>
            </a:xfrm>
            <a:custGeom>
              <a:avLst/>
              <a:gdLst/>
              <a:ahLst/>
              <a:cxnLst/>
              <a:rect l="0" t="0" r="0" b="0"/>
              <a:pathLst>
                <a:path w="26706" h="20480">
                  <a:moveTo>
                    <a:pt x="18603" y="20480"/>
                  </a:moveTo>
                  <a:lnTo>
                    <a:pt x="1100" y="9214"/>
                  </a:lnTo>
                  <a:lnTo>
                    <a:pt x="0" y="4375"/>
                  </a:lnTo>
                  <a:lnTo>
                    <a:pt x="8635" y="0"/>
                  </a:lnTo>
                  <a:lnTo>
                    <a:pt x="13906" y="387"/>
                  </a:lnTo>
                  <a:lnTo>
                    <a:pt x="22241" y="6109"/>
                  </a:lnTo>
                  <a:lnTo>
                    <a:pt x="25290" y="7703"/>
                  </a:lnTo>
                  <a:lnTo>
                    <a:pt x="26706" y="10020"/>
                  </a:lnTo>
                  <a:lnTo>
                    <a:pt x="25900" y="13646"/>
                  </a:lnTo>
                  <a:lnTo>
                    <a:pt x="22536" y="18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32" name="pg3882">
              <a:extLst>
                <a:ext uri="{FF2B5EF4-FFF2-40B4-BE49-F238E27FC236}">
                  <a16:creationId xmlns:a16="http://schemas.microsoft.com/office/drawing/2014/main" id="{17A51242-4F3A-AC00-EDF8-9DCA0EF63888}"/>
                </a:ext>
              </a:extLst>
            </p:cNvPr>
            <p:cNvSpPr/>
            <p:nvPr/>
          </p:nvSpPr>
          <p:spPr>
            <a:xfrm>
              <a:off x="2924653" y="5000397"/>
              <a:ext cx="20774" cy="30399"/>
            </a:xfrm>
            <a:custGeom>
              <a:avLst/>
              <a:gdLst/>
              <a:ahLst/>
              <a:cxnLst/>
              <a:rect l="0" t="0" r="0" b="0"/>
              <a:pathLst>
                <a:path w="20774" h="30399">
                  <a:moveTo>
                    <a:pt x="0" y="30399"/>
                  </a:moveTo>
                  <a:lnTo>
                    <a:pt x="5121" y="19749"/>
                  </a:lnTo>
                  <a:lnTo>
                    <a:pt x="6072" y="15482"/>
                  </a:lnTo>
                  <a:lnTo>
                    <a:pt x="14469" y="2006"/>
                  </a:lnTo>
                  <a:lnTo>
                    <a:pt x="18903" y="0"/>
                  </a:lnTo>
                  <a:lnTo>
                    <a:pt x="20774" y="5734"/>
                  </a:lnTo>
                  <a:lnTo>
                    <a:pt x="12138" y="15202"/>
                  </a:lnTo>
                  <a:lnTo>
                    <a:pt x="2294" y="300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33" name="pg3883">
              <a:extLst>
                <a:ext uri="{FF2B5EF4-FFF2-40B4-BE49-F238E27FC236}">
                  <a16:creationId xmlns:a16="http://schemas.microsoft.com/office/drawing/2014/main" id="{4D3A4F83-13E2-8E00-4AD7-00BA1BD40538}"/>
                </a:ext>
              </a:extLst>
            </p:cNvPr>
            <p:cNvSpPr/>
            <p:nvPr/>
          </p:nvSpPr>
          <p:spPr>
            <a:xfrm>
              <a:off x="2949515" y="4968054"/>
              <a:ext cx="42075" cy="30323"/>
            </a:xfrm>
            <a:custGeom>
              <a:avLst/>
              <a:gdLst/>
              <a:ahLst/>
              <a:cxnLst/>
              <a:rect l="0" t="0" r="0" b="0"/>
              <a:pathLst>
                <a:path w="42075" h="30323">
                  <a:moveTo>
                    <a:pt x="0" y="30323"/>
                  </a:moveTo>
                  <a:lnTo>
                    <a:pt x="4816" y="23299"/>
                  </a:lnTo>
                  <a:lnTo>
                    <a:pt x="12645" y="19756"/>
                  </a:lnTo>
                  <a:lnTo>
                    <a:pt x="29822" y="6261"/>
                  </a:lnTo>
                  <a:lnTo>
                    <a:pt x="36830" y="5334"/>
                  </a:lnTo>
                  <a:lnTo>
                    <a:pt x="40478" y="685"/>
                  </a:lnTo>
                  <a:lnTo>
                    <a:pt x="42075" y="0"/>
                  </a:lnTo>
                  <a:lnTo>
                    <a:pt x="41042" y="5696"/>
                  </a:lnTo>
                  <a:lnTo>
                    <a:pt x="27223" y="13786"/>
                  </a:lnTo>
                  <a:lnTo>
                    <a:pt x="3886" y="297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34" name="pg3884">
              <a:extLst>
                <a:ext uri="{FF2B5EF4-FFF2-40B4-BE49-F238E27FC236}">
                  <a16:creationId xmlns:a16="http://schemas.microsoft.com/office/drawing/2014/main" id="{E5F0A632-AEBD-E584-7049-4B197F6F15A6}"/>
                </a:ext>
              </a:extLst>
            </p:cNvPr>
            <p:cNvSpPr/>
            <p:nvPr/>
          </p:nvSpPr>
          <p:spPr>
            <a:xfrm>
              <a:off x="2887740" y="5040830"/>
              <a:ext cx="34318" cy="75366"/>
            </a:xfrm>
            <a:custGeom>
              <a:avLst/>
              <a:gdLst/>
              <a:ahLst/>
              <a:cxnLst/>
              <a:rect l="0" t="0" r="0" b="0"/>
              <a:pathLst>
                <a:path w="34318" h="75366">
                  <a:moveTo>
                    <a:pt x="0" y="75366"/>
                  </a:moveTo>
                  <a:lnTo>
                    <a:pt x="909" y="64215"/>
                  </a:lnTo>
                  <a:lnTo>
                    <a:pt x="9503" y="38877"/>
                  </a:lnTo>
                  <a:lnTo>
                    <a:pt x="26965" y="5575"/>
                  </a:lnTo>
                  <a:lnTo>
                    <a:pt x="34318" y="0"/>
                  </a:lnTo>
                  <a:lnTo>
                    <a:pt x="14175" y="36521"/>
                  </a:lnTo>
                  <a:lnTo>
                    <a:pt x="3302" y="6788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35" name="pg3885">
              <a:extLst>
                <a:ext uri="{FF2B5EF4-FFF2-40B4-BE49-F238E27FC236}">
                  <a16:creationId xmlns:a16="http://schemas.microsoft.com/office/drawing/2014/main" id="{B1A437F9-B0D3-273B-541E-0D35AB67C240}"/>
                </a:ext>
              </a:extLst>
            </p:cNvPr>
            <p:cNvSpPr/>
            <p:nvPr/>
          </p:nvSpPr>
          <p:spPr>
            <a:xfrm>
              <a:off x="3130649" y="4843237"/>
              <a:ext cx="34081" cy="26658"/>
            </a:xfrm>
            <a:custGeom>
              <a:avLst/>
              <a:gdLst/>
              <a:ahLst/>
              <a:cxnLst/>
              <a:rect l="0" t="0" r="0" b="0"/>
              <a:pathLst>
                <a:path w="34081" h="26658">
                  <a:moveTo>
                    <a:pt x="0" y="26658"/>
                  </a:moveTo>
                  <a:lnTo>
                    <a:pt x="23068" y="6655"/>
                  </a:lnTo>
                  <a:lnTo>
                    <a:pt x="27905" y="0"/>
                  </a:lnTo>
                  <a:lnTo>
                    <a:pt x="34081" y="292"/>
                  </a:lnTo>
                  <a:lnTo>
                    <a:pt x="23781" y="11500"/>
                  </a:lnTo>
                  <a:lnTo>
                    <a:pt x="5286" y="254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36" name="pg3886">
              <a:extLst>
                <a:ext uri="{FF2B5EF4-FFF2-40B4-BE49-F238E27FC236}">
                  <a16:creationId xmlns:a16="http://schemas.microsoft.com/office/drawing/2014/main" id="{40063F46-FF41-D914-127C-634A7133909F}"/>
                </a:ext>
              </a:extLst>
            </p:cNvPr>
            <p:cNvSpPr/>
            <p:nvPr/>
          </p:nvSpPr>
          <p:spPr>
            <a:xfrm>
              <a:off x="2885373" y="5122184"/>
              <a:ext cx="25027" cy="140921"/>
            </a:xfrm>
            <a:custGeom>
              <a:avLst/>
              <a:gdLst/>
              <a:ahLst/>
              <a:cxnLst/>
              <a:rect l="0" t="0" r="0" b="0"/>
              <a:pathLst>
                <a:path w="25027" h="140921">
                  <a:moveTo>
                    <a:pt x="23564" y="140921"/>
                  </a:moveTo>
                  <a:lnTo>
                    <a:pt x="14800" y="112719"/>
                  </a:lnTo>
                  <a:lnTo>
                    <a:pt x="537" y="48898"/>
                  </a:lnTo>
                  <a:lnTo>
                    <a:pt x="0" y="12522"/>
                  </a:lnTo>
                  <a:lnTo>
                    <a:pt x="2242" y="0"/>
                  </a:lnTo>
                  <a:lnTo>
                    <a:pt x="5922" y="51374"/>
                  </a:lnTo>
                  <a:lnTo>
                    <a:pt x="21688" y="116618"/>
                  </a:lnTo>
                  <a:lnTo>
                    <a:pt x="25027" y="13488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37" name="pg3887">
              <a:extLst>
                <a:ext uri="{FF2B5EF4-FFF2-40B4-BE49-F238E27FC236}">
                  <a16:creationId xmlns:a16="http://schemas.microsoft.com/office/drawing/2014/main" id="{440319F3-083D-9A9A-5753-E958562B5E22}"/>
                </a:ext>
              </a:extLst>
            </p:cNvPr>
            <p:cNvSpPr/>
            <p:nvPr/>
          </p:nvSpPr>
          <p:spPr>
            <a:xfrm>
              <a:off x="5637481" y="3252585"/>
              <a:ext cx="5178" cy="13666"/>
            </a:xfrm>
            <a:custGeom>
              <a:avLst/>
              <a:gdLst/>
              <a:ahLst/>
              <a:cxnLst/>
              <a:rect l="0" t="0" r="0" b="0"/>
              <a:pathLst>
                <a:path w="5178" h="13666">
                  <a:moveTo>
                    <a:pt x="1095" y="13666"/>
                  </a:moveTo>
                  <a:lnTo>
                    <a:pt x="0" y="7385"/>
                  </a:lnTo>
                  <a:lnTo>
                    <a:pt x="2056" y="165"/>
                  </a:lnTo>
                  <a:lnTo>
                    <a:pt x="4139" y="0"/>
                  </a:lnTo>
                  <a:lnTo>
                    <a:pt x="5178" y="3841"/>
                  </a:lnTo>
                  <a:lnTo>
                    <a:pt x="4030" y="112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38" name="pg3888">
              <a:extLst>
                <a:ext uri="{FF2B5EF4-FFF2-40B4-BE49-F238E27FC236}">
                  <a16:creationId xmlns:a16="http://schemas.microsoft.com/office/drawing/2014/main" id="{A39265BA-F28C-1667-5BCC-ABEACF05638F}"/>
                </a:ext>
              </a:extLst>
            </p:cNvPr>
            <p:cNvSpPr/>
            <p:nvPr/>
          </p:nvSpPr>
          <p:spPr>
            <a:xfrm>
              <a:off x="5335877" y="3489988"/>
              <a:ext cx="15498" cy="28227"/>
            </a:xfrm>
            <a:custGeom>
              <a:avLst/>
              <a:gdLst/>
              <a:ahLst/>
              <a:cxnLst/>
              <a:rect l="0" t="0" r="0" b="0"/>
              <a:pathLst>
                <a:path w="15498" h="28227">
                  <a:moveTo>
                    <a:pt x="284" y="28227"/>
                  </a:moveTo>
                  <a:lnTo>
                    <a:pt x="0" y="24442"/>
                  </a:lnTo>
                  <a:lnTo>
                    <a:pt x="15498" y="0"/>
                  </a:lnTo>
                  <a:lnTo>
                    <a:pt x="12697" y="854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39" name="pg3889">
              <a:extLst>
                <a:ext uri="{FF2B5EF4-FFF2-40B4-BE49-F238E27FC236}">
                  <a16:creationId xmlns:a16="http://schemas.microsoft.com/office/drawing/2014/main" id="{04FA1D54-4322-3F6A-9F48-225161C39675}"/>
                </a:ext>
              </a:extLst>
            </p:cNvPr>
            <p:cNvSpPr/>
            <p:nvPr/>
          </p:nvSpPr>
          <p:spPr>
            <a:xfrm>
              <a:off x="5216776" y="3678353"/>
              <a:ext cx="29698" cy="55407"/>
            </a:xfrm>
            <a:custGeom>
              <a:avLst/>
              <a:gdLst/>
              <a:ahLst/>
              <a:cxnLst/>
              <a:rect l="0" t="0" r="0" b="0"/>
              <a:pathLst>
                <a:path w="29698" h="55407">
                  <a:moveTo>
                    <a:pt x="0" y="55407"/>
                  </a:moveTo>
                  <a:lnTo>
                    <a:pt x="16143" y="29364"/>
                  </a:lnTo>
                  <a:lnTo>
                    <a:pt x="25518" y="7544"/>
                  </a:lnTo>
                  <a:lnTo>
                    <a:pt x="29698" y="0"/>
                  </a:lnTo>
                  <a:lnTo>
                    <a:pt x="25642" y="15291"/>
                  </a:lnTo>
                  <a:lnTo>
                    <a:pt x="18552" y="29351"/>
                  </a:lnTo>
                  <a:lnTo>
                    <a:pt x="4811" y="53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40" name="pg3890">
              <a:extLst>
                <a:ext uri="{FF2B5EF4-FFF2-40B4-BE49-F238E27FC236}">
                  <a16:creationId xmlns:a16="http://schemas.microsoft.com/office/drawing/2014/main" id="{620EB06B-BC72-CAD3-1A78-E203DFAAC888}"/>
                </a:ext>
              </a:extLst>
            </p:cNvPr>
            <p:cNvSpPr/>
            <p:nvPr/>
          </p:nvSpPr>
          <p:spPr>
            <a:xfrm>
              <a:off x="5079677" y="4146288"/>
              <a:ext cx="13513" cy="6191"/>
            </a:xfrm>
            <a:custGeom>
              <a:avLst/>
              <a:gdLst/>
              <a:ahLst/>
              <a:cxnLst/>
              <a:rect l="0" t="0" r="0" b="0"/>
              <a:pathLst>
                <a:path w="13513" h="6191">
                  <a:moveTo>
                    <a:pt x="11157" y="6191"/>
                  </a:moveTo>
                  <a:lnTo>
                    <a:pt x="6997" y="4756"/>
                  </a:lnTo>
                  <a:lnTo>
                    <a:pt x="1266" y="2013"/>
                  </a:lnTo>
                  <a:lnTo>
                    <a:pt x="0" y="0"/>
                  </a:lnTo>
                  <a:lnTo>
                    <a:pt x="5467" y="730"/>
                  </a:lnTo>
                  <a:lnTo>
                    <a:pt x="13513" y="58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41" name="pg3891">
              <a:extLst>
                <a:ext uri="{FF2B5EF4-FFF2-40B4-BE49-F238E27FC236}">
                  <a16:creationId xmlns:a16="http://schemas.microsoft.com/office/drawing/2014/main" id="{3D01D6A1-59D8-D98E-2E19-CE089DB702EA}"/>
                </a:ext>
              </a:extLst>
            </p:cNvPr>
            <p:cNvSpPr/>
            <p:nvPr/>
          </p:nvSpPr>
          <p:spPr>
            <a:xfrm>
              <a:off x="4577198" y="5440364"/>
              <a:ext cx="10779" cy="15615"/>
            </a:xfrm>
            <a:custGeom>
              <a:avLst/>
              <a:gdLst/>
              <a:ahLst/>
              <a:cxnLst/>
              <a:rect l="0" t="0" r="0" b="0"/>
              <a:pathLst>
                <a:path w="10779" h="15615">
                  <a:moveTo>
                    <a:pt x="6020" y="15615"/>
                  </a:moveTo>
                  <a:lnTo>
                    <a:pt x="4511" y="14790"/>
                  </a:lnTo>
                  <a:lnTo>
                    <a:pt x="4511" y="10890"/>
                  </a:lnTo>
                  <a:lnTo>
                    <a:pt x="0" y="2260"/>
                  </a:lnTo>
                  <a:lnTo>
                    <a:pt x="170" y="0"/>
                  </a:lnTo>
                  <a:lnTo>
                    <a:pt x="10516" y="8446"/>
                  </a:lnTo>
                  <a:lnTo>
                    <a:pt x="10779" y="10713"/>
                  </a:lnTo>
                  <a:lnTo>
                    <a:pt x="9193" y="129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42" name="pg3892">
              <a:extLst>
                <a:ext uri="{FF2B5EF4-FFF2-40B4-BE49-F238E27FC236}">
                  <a16:creationId xmlns:a16="http://schemas.microsoft.com/office/drawing/2014/main" id="{5317A426-992C-A9E4-D0D8-A8C57ED1F0DD}"/>
                </a:ext>
              </a:extLst>
            </p:cNvPr>
            <p:cNvSpPr/>
            <p:nvPr/>
          </p:nvSpPr>
          <p:spPr>
            <a:xfrm>
              <a:off x="4637878" y="5427841"/>
              <a:ext cx="6681" cy="5543"/>
            </a:xfrm>
            <a:custGeom>
              <a:avLst/>
              <a:gdLst/>
              <a:ahLst/>
              <a:cxnLst/>
              <a:rect l="0" t="0" r="0" b="0"/>
              <a:pathLst>
                <a:path w="6681" h="5543">
                  <a:moveTo>
                    <a:pt x="0" y="5543"/>
                  </a:moveTo>
                  <a:lnTo>
                    <a:pt x="1002" y="3695"/>
                  </a:lnTo>
                  <a:lnTo>
                    <a:pt x="5178" y="0"/>
                  </a:lnTo>
                  <a:lnTo>
                    <a:pt x="6681" y="1435"/>
                  </a:lnTo>
                  <a:lnTo>
                    <a:pt x="6516" y="3283"/>
                  </a:lnTo>
                  <a:lnTo>
                    <a:pt x="2005" y="55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43" name="pg3893">
              <a:extLst>
                <a:ext uri="{FF2B5EF4-FFF2-40B4-BE49-F238E27FC236}">
                  <a16:creationId xmlns:a16="http://schemas.microsoft.com/office/drawing/2014/main" id="{E16EA203-53AA-1C82-79A0-32897BF03EB4}"/>
                </a:ext>
              </a:extLst>
            </p:cNvPr>
            <p:cNvSpPr/>
            <p:nvPr/>
          </p:nvSpPr>
          <p:spPr>
            <a:xfrm>
              <a:off x="4657267" y="5415509"/>
              <a:ext cx="5348" cy="5550"/>
            </a:xfrm>
            <a:custGeom>
              <a:avLst/>
              <a:gdLst/>
              <a:ahLst/>
              <a:cxnLst/>
              <a:rect l="0" t="0" r="0" b="0"/>
              <a:pathLst>
                <a:path w="5348" h="5550">
                  <a:moveTo>
                    <a:pt x="0" y="5550"/>
                  </a:moveTo>
                  <a:lnTo>
                    <a:pt x="4175" y="0"/>
                  </a:lnTo>
                  <a:lnTo>
                    <a:pt x="5348" y="412"/>
                  </a:lnTo>
                  <a:lnTo>
                    <a:pt x="2842" y="493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44" name="pg3894">
              <a:extLst>
                <a:ext uri="{FF2B5EF4-FFF2-40B4-BE49-F238E27FC236}">
                  <a16:creationId xmlns:a16="http://schemas.microsoft.com/office/drawing/2014/main" id="{D0B2D76A-3945-A9B4-5C4E-7278C6DC79AF}"/>
                </a:ext>
              </a:extLst>
            </p:cNvPr>
            <p:cNvSpPr/>
            <p:nvPr/>
          </p:nvSpPr>
          <p:spPr>
            <a:xfrm>
              <a:off x="4607290" y="5439132"/>
              <a:ext cx="21895" cy="8630"/>
            </a:xfrm>
            <a:custGeom>
              <a:avLst/>
              <a:gdLst/>
              <a:ahLst/>
              <a:cxnLst/>
              <a:rect l="0" t="0" r="0" b="0"/>
              <a:pathLst>
                <a:path w="21895" h="8630">
                  <a:moveTo>
                    <a:pt x="5012" y="8630"/>
                  </a:moveTo>
                  <a:lnTo>
                    <a:pt x="0" y="6369"/>
                  </a:lnTo>
                  <a:lnTo>
                    <a:pt x="5513" y="3289"/>
                  </a:lnTo>
                  <a:lnTo>
                    <a:pt x="21895" y="0"/>
                  </a:lnTo>
                  <a:lnTo>
                    <a:pt x="15709" y="4108"/>
                  </a:lnTo>
                  <a:lnTo>
                    <a:pt x="9860" y="555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45" name="pg3895">
              <a:extLst>
                <a:ext uri="{FF2B5EF4-FFF2-40B4-BE49-F238E27FC236}">
                  <a16:creationId xmlns:a16="http://schemas.microsoft.com/office/drawing/2014/main" id="{2F27B56C-7987-AD24-9E99-7C18DB542C0F}"/>
                </a:ext>
              </a:extLst>
            </p:cNvPr>
            <p:cNvSpPr/>
            <p:nvPr/>
          </p:nvSpPr>
          <p:spPr>
            <a:xfrm>
              <a:off x="4570537" y="4631229"/>
              <a:ext cx="6945" cy="31688"/>
            </a:xfrm>
            <a:custGeom>
              <a:avLst/>
              <a:gdLst/>
              <a:ahLst/>
              <a:cxnLst/>
              <a:rect l="0" t="0" r="0" b="0"/>
              <a:pathLst>
                <a:path w="6945" h="31688">
                  <a:moveTo>
                    <a:pt x="2237" y="31688"/>
                  </a:moveTo>
                  <a:lnTo>
                    <a:pt x="201" y="20467"/>
                  </a:lnTo>
                  <a:lnTo>
                    <a:pt x="0" y="9570"/>
                  </a:lnTo>
                  <a:lnTo>
                    <a:pt x="3565" y="3124"/>
                  </a:lnTo>
                  <a:lnTo>
                    <a:pt x="694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46" name="pg3896">
              <a:extLst>
                <a:ext uri="{FF2B5EF4-FFF2-40B4-BE49-F238E27FC236}">
                  <a16:creationId xmlns:a16="http://schemas.microsoft.com/office/drawing/2014/main" id="{20BDF07B-53AD-7130-BF4D-2AB1772B5405}"/>
                </a:ext>
              </a:extLst>
            </p:cNvPr>
            <p:cNvSpPr/>
            <p:nvPr/>
          </p:nvSpPr>
          <p:spPr>
            <a:xfrm>
              <a:off x="4554992" y="5448277"/>
              <a:ext cx="10567" cy="12891"/>
            </a:xfrm>
            <a:custGeom>
              <a:avLst/>
              <a:gdLst/>
              <a:ahLst/>
              <a:cxnLst/>
              <a:rect l="0" t="0" r="0" b="0"/>
              <a:pathLst>
                <a:path w="10567" h="12891">
                  <a:moveTo>
                    <a:pt x="0" y="12891"/>
                  </a:moveTo>
                  <a:lnTo>
                    <a:pt x="5529" y="7772"/>
                  </a:lnTo>
                  <a:lnTo>
                    <a:pt x="7322" y="0"/>
                  </a:lnTo>
                  <a:lnTo>
                    <a:pt x="10567" y="6070"/>
                  </a:lnTo>
                  <a:lnTo>
                    <a:pt x="10505" y="9754"/>
                  </a:lnTo>
                  <a:lnTo>
                    <a:pt x="6857" y="116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47" name="pg3897">
              <a:extLst>
                <a:ext uri="{FF2B5EF4-FFF2-40B4-BE49-F238E27FC236}">
                  <a16:creationId xmlns:a16="http://schemas.microsoft.com/office/drawing/2014/main" id="{3BBB7D00-FCA4-D09A-5827-50ADDE5E9051}"/>
                </a:ext>
              </a:extLst>
            </p:cNvPr>
            <p:cNvSpPr/>
            <p:nvPr/>
          </p:nvSpPr>
          <p:spPr>
            <a:xfrm>
              <a:off x="4681421" y="5037121"/>
              <a:ext cx="28195" cy="83983"/>
            </a:xfrm>
            <a:custGeom>
              <a:avLst/>
              <a:gdLst/>
              <a:ahLst/>
              <a:cxnLst/>
              <a:rect l="0" t="0" r="0" b="0"/>
              <a:pathLst>
                <a:path w="28195" h="83983">
                  <a:moveTo>
                    <a:pt x="28195" y="83983"/>
                  </a:moveTo>
                  <a:lnTo>
                    <a:pt x="18464" y="61770"/>
                  </a:lnTo>
                  <a:lnTo>
                    <a:pt x="6438" y="26938"/>
                  </a:lnTo>
                  <a:lnTo>
                    <a:pt x="0" y="0"/>
                  </a:lnTo>
                  <a:lnTo>
                    <a:pt x="4356" y="7283"/>
                  </a:lnTo>
                  <a:lnTo>
                    <a:pt x="8614" y="22359"/>
                  </a:lnTo>
                  <a:lnTo>
                    <a:pt x="26474" y="744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48" name="pg3898">
              <a:extLst>
                <a:ext uri="{FF2B5EF4-FFF2-40B4-BE49-F238E27FC236}">
                  <a16:creationId xmlns:a16="http://schemas.microsoft.com/office/drawing/2014/main" id="{6C03B583-47F7-D79B-9D94-3CE1E14CAAEA}"/>
                </a:ext>
              </a:extLst>
            </p:cNvPr>
            <p:cNvSpPr/>
            <p:nvPr/>
          </p:nvSpPr>
          <p:spPr>
            <a:xfrm>
              <a:off x="4535949" y="5462902"/>
              <a:ext cx="7699" cy="4470"/>
            </a:xfrm>
            <a:custGeom>
              <a:avLst/>
              <a:gdLst/>
              <a:ahLst/>
              <a:cxnLst/>
              <a:rect l="0" t="0" r="0" b="0"/>
              <a:pathLst>
                <a:path w="7699" h="4470">
                  <a:moveTo>
                    <a:pt x="232" y="4470"/>
                  </a:moveTo>
                  <a:lnTo>
                    <a:pt x="0" y="2457"/>
                  </a:lnTo>
                  <a:lnTo>
                    <a:pt x="4630" y="0"/>
                  </a:lnTo>
                  <a:lnTo>
                    <a:pt x="7699" y="165"/>
                  </a:lnTo>
                  <a:lnTo>
                    <a:pt x="7586" y="2889"/>
                  </a:lnTo>
                  <a:lnTo>
                    <a:pt x="2919" y="41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49" name="pg3899">
              <a:extLst>
                <a:ext uri="{FF2B5EF4-FFF2-40B4-BE49-F238E27FC236}">
                  <a16:creationId xmlns:a16="http://schemas.microsoft.com/office/drawing/2014/main" id="{F04CB893-38AE-56A1-2ACA-076EAFD597BC}"/>
                </a:ext>
              </a:extLst>
            </p:cNvPr>
            <p:cNvSpPr/>
            <p:nvPr/>
          </p:nvSpPr>
          <p:spPr>
            <a:xfrm>
              <a:off x="3781115" y="4789697"/>
              <a:ext cx="7508" cy="12059"/>
            </a:xfrm>
            <a:custGeom>
              <a:avLst/>
              <a:gdLst/>
              <a:ahLst/>
              <a:cxnLst/>
              <a:rect l="0" t="0" r="0" b="0"/>
              <a:pathLst>
                <a:path w="7508" h="12059">
                  <a:moveTo>
                    <a:pt x="0" y="12059"/>
                  </a:moveTo>
                  <a:lnTo>
                    <a:pt x="263" y="9462"/>
                  </a:lnTo>
                  <a:lnTo>
                    <a:pt x="4490" y="2648"/>
                  </a:lnTo>
                  <a:lnTo>
                    <a:pt x="7508" y="0"/>
                  </a:lnTo>
                  <a:lnTo>
                    <a:pt x="5746" y="52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50" name="pg3900">
              <a:extLst>
                <a:ext uri="{FF2B5EF4-FFF2-40B4-BE49-F238E27FC236}">
                  <a16:creationId xmlns:a16="http://schemas.microsoft.com/office/drawing/2014/main" id="{D44ECADB-8B7D-0864-2B30-D8A2181FD654}"/>
                </a:ext>
              </a:extLst>
            </p:cNvPr>
            <p:cNvSpPr/>
            <p:nvPr/>
          </p:nvSpPr>
          <p:spPr>
            <a:xfrm>
              <a:off x="3804479" y="4723202"/>
              <a:ext cx="17435" cy="7734"/>
            </a:xfrm>
            <a:custGeom>
              <a:avLst/>
              <a:gdLst/>
              <a:ahLst/>
              <a:cxnLst/>
              <a:rect l="0" t="0" r="0" b="0"/>
              <a:pathLst>
                <a:path w="17435" h="7734">
                  <a:moveTo>
                    <a:pt x="16107" y="7734"/>
                  </a:moveTo>
                  <a:lnTo>
                    <a:pt x="6733" y="5029"/>
                  </a:lnTo>
                  <a:lnTo>
                    <a:pt x="1033" y="2514"/>
                  </a:lnTo>
                  <a:lnTo>
                    <a:pt x="0" y="0"/>
                  </a:lnTo>
                  <a:lnTo>
                    <a:pt x="15756" y="4565"/>
                  </a:lnTo>
                  <a:lnTo>
                    <a:pt x="17435" y="62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51" name="pg3901">
              <a:extLst>
                <a:ext uri="{FF2B5EF4-FFF2-40B4-BE49-F238E27FC236}">
                  <a16:creationId xmlns:a16="http://schemas.microsoft.com/office/drawing/2014/main" id="{428138C8-4941-B534-9149-8DF3E9DB5D92}"/>
                </a:ext>
              </a:extLst>
            </p:cNvPr>
            <p:cNvSpPr/>
            <p:nvPr/>
          </p:nvSpPr>
          <p:spPr>
            <a:xfrm>
              <a:off x="3847510" y="4721970"/>
              <a:ext cx="25921" cy="5569"/>
            </a:xfrm>
            <a:custGeom>
              <a:avLst/>
              <a:gdLst/>
              <a:ahLst/>
              <a:cxnLst/>
              <a:rect l="0" t="0" r="0" b="0"/>
              <a:pathLst>
                <a:path w="25921" h="5569">
                  <a:moveTo>
                    <a:pt x="16609" y="5569"/>
                  </a:moveTo>
                  <a:lnTo>
                    <a:pt x="2806" y="5308"/>
                  </a:lnTo>
                  <a:lnTo>
                    <a:pt x="0" y="4330"/>
                  </a:lnTo>
                  <a:lnTo>
                    <a:pt x="5539" y="2470"/>
                  </a:lnTo>
                  <a:lnTo>
                    <a:pt x="21895" y="0"/>
                  </a:lnTo>
                  <a:lnTo>
                    <a:pt x="25921" y="27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52" name="pg3902">
              <a:extLst>
                <a:ext uri="{FF2B5EF4-FFF2-40B4-BE49-F238E27FC236}">
                  <a16:creationId xmlns:a16="http://schemas.microsoft.com/office/drawing/2014/main" id="{77D71014-74E7-A63B-8AC4-1AD85A92507C}"/>
                </a:ext>
              </a:extLst>
            </p:cNvPr>
            <p:cNvSpPr/>
            <p:nvPr/>
          </p:nvSpPr>
          <p:spPr>
            <a:xfrm>
              <a:off x="3738952" y="4735636"/>
              <a:ext cx="16650" cy="17044"/>
            </a:xfrm>
            <a:custGeom>
              <a:avLst/>
              <a:gdLst/>
              <a:ahLst/>
              <a:cxnLst/>
              <a:rect l="0" t="0" r="0" b="0"/>
              <a:pathLst>
                <a:path w="16650" h="17044">
                  <a:moveTo>
                    <a:pt x="12862" y="17044"/>
                  </a:moveTo>
                  <a:lnTo>
                    <a:pt x="7679" y="14034"/>
                  </a:lnTo>
                  <a:lnTo>
                    <a:pt x="0" y="13761"/>
                  </a:lnTo>
                  <a:lnTo>
                    <a:pt x="3379" y="11697"/>
                  </a:lnTo>
                  <a:lnTo>
                    <a:pt x="5751" y="9684"/>
                  </a:lnTo>
                  <a:lnTo>
                    <a:pt x="6935" y="7518"/>
                  </a:lnTo>
                  <a:lnTo>
                    <a:pt x="16650" y="0"/>
                  </a:lnTo>
                  <a:lnTo>
                    <a:pt x="13896" y="5518"/>
                  </a:lnTo>
                  <a:lnTo>
                    <a:pt x="12490" y="10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53" name="pg3903">
              <a:extLst>
                <a:ext uri="{FF2B5EF4-FFF2-40B4-BE49-F238E27FC236}">
                  <a16:creationId xmlns:a16="http://schemas.microsoft.com/office/drawing/2014/main" id="{80FECCD7-1FEF-44EC-26E8-9001586AE787}"/>
                </a:ext>
              </a:extLst>
            </p:cNvPr>
            <p:cNvSpPr/>
            <p:nvPr/>
          </p:nvSpPr>
          <p:spPr>
            <a:xfrm>
              <a:off x="3789234" y="4750191"/>
              <a:ext cx="5746" cy="36527"/>
            </a:xfrm>
            <a:custGeom>
              <a:avLst/>
              <a:gdLst/>
              <a:ahLst/>
              <a:cxnLst/>
              <a:rect l="0" t="0" r="0" b="0"/>
              <a:pathLst>
                <a:path w="5746" h="36527">
                  <a:moveTo>
                    <a:pt x="1188" y="36527"/>
                  </a:moveTo>
                  <a:lnTo>
                    <a:pt x="4118" y="16695"/>
                  </a:lnTo>
                  <a:lnTo>
                    <a:pt x="0" y="0"/>
                  </a:lnTo>
                  <a:lnTo>
                    <a:pt x="4340" y="7328"/>
                  </a:lnTo>
                  <a:lnTo>
                    <a:pt x="5746" y="16047"/>
                  </a:lnTo>
                  <a:lnTo>
                    <a:pt x="4175" y="323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54" name="pg3904">
              <a:extLst>
                <a:ext uri="{FF2B5EF4-FFF2-40B4-BE49-F238E27FC236}">
                  <a16:creationId xmlns:a16="http://schemas.microsoft.com/office/drawing/2014/main" id="{9F47AEDE-3B3A-2615-4116-9683D9A10B4C}"/>
                </a:ext>
              </a:extLst>
            </p:cNvPr>
            <p:cNvSpPr/>
            <p:nvPr/>
          </p:nvSpPr>
          <p:spPr>
            <a:xfrm>
              <a:off x="4186131" y="4792371"/>
              <a:ext cx="40173" cy="16358"/>
            </a:xfrm>
            <a:custGeom>
              <a:avLst/>
              <a:gdLst/>
              <a:ahLst/>
              <a:cxnLst/>
              <a:rect l="0" t="0" r="0" b="0"/>
              <a:pathLst>
                <a:path w="40173" h="16358">
                  <a:moveTo>
                    <a:pt x="11482" y="16358"/>
                  </a:moveTo>
                  <a:lnTo>
                    <a:pt x="0" y="12954"/>
                  </a:lnTo>
                  <a:lnTo>
                    <a:pt x="7136" y="12307"/>
                  </a:lnTo>
                  <a:lnTo>
                    <a:pt x="12299" y="13685"/>
                  </a:lnTo>
                  <a:lnTo>
                    <a:pt x="25373" y="6991"/>
                  </a:lnTo>
                  <a:lnTo>
                    <a:pt x="32231" y="1924"/>
                  </a:lnTo>
                  <a:lnTo>
                    <a:pt x="40173" y="0"/>
                  </a:lnTo>
                  <a:lnTo>
                    <a:pt x="22102" y="116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55" name="pg3905">
              <a:extLst>
                <a:ext uri="{FF2B5EF4-FFF2-40B4-BE49-F238E27FC236}">
                  <a16:creationId xmlns:a16="http://schemas.microsoft.com/office/drawing/2014/main" id="{C4BD7D09-0BE1-0018-7325-A7BB1805705E}"/>
                </a:ext>
              </a:extLst>
            </p:cNvPr>
            <p:cNvSpPr/>
            <p:nvPr/>
          </p:nvSpPr>
          <p:spPr>
            <a:xfrm>
              <a:off x="5923277" y="2903466"/>
              <a:ext cx="8449" cy="10395"/>
            </a:xfrm>
            <a:custGeom>
              <a:avLst/>
              <a:gdLst/>
              <a:ahLst/>
              <a:cxnLst/>
              <a:rect l="0" t="0" r="0" b="0"/>
              <a:pathLst>
                <a:path w="8449" h="10395">
                  <a:moveTo>
                    <a:pt x="4428" y="10395"/>
                  </a:moveTo>
                  <a:lnTo>
                    <a:pt x="139" y="9563"/>
                  </a:lnTo>
                  <a:lnTo>
                    <a:pt x="0" y="3149"/>
                  </a:lnTo>
                  <a:lnTo>
                    <a:pt x="1297" y="971"/>
                  </a:lnTo>
                  <a:lnTo>
                    <a:pt x="2780" y="0"/>
                  </a:lnTo>
                  <a:lnTo>
                    <a:pt x="4981" y="1803"/>
                  </a:lnTo>
                  <a:lnTo>
                    <a:pt x="8449" y="7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56" name="pg3906">
              <a:extLst>
                <a:ext uri="{FF2B5EF4-FFF2-40B4-BE49-F238E27FC236}">
                  <a16:creationId xmlns:a16="http://schemas.microsoft.com/office/drawing/2014/main" id="{E708924F-145E-3EEC-E3EE-4C015048AAB2}"/>
                </a:ext>
              </a:extLst>
            </p:cNvPr>
            <p:cNvSpPr/>
            <p:nvPr/>
          </p:nvSpPr>
          <p:spPr>
            <a:xfrm>
              <a:off x="2399291" y="4782381"/>
              <a:ext cx="513697" cy="755524"/>
            </a:xfrm>
            <a:custGeom>
              <a:avLst/>
              <a:gdLst/>
              <a:ahLst/>
              <a:cxnLst/>
              <a:rect l="0" t="0" r="0" b="0"/>
              <a:pathLst>
                <a:path w="513697" h="755524">
                  <a:moveTo>
                    <a:pt x="961" y="1759"/>
                  </a:moveTo>
                  <a:lnTo>
                    <a:pt x="26210" y="3480"/>
                  </a:lnTo>
                  <a:lnTo>
                    <a:pt x="41104" y="2895"/>
                  </a:lnTo>
                  <a:lnTo>
                    <a:pt x="45646" y="0"/>
                  </a:lnTo>
                  <a:lnTo>
                    <a:pt x="48008" y="152"/>
                  </a:lnTo>
                  <a:lnTo>
                    <a:pt x="48194" y="3340"/>
                  </a:lnTo>
                  <a:lnTo>
                    <a:pt x="51935" y="4692"/>
                  </a:lnTo>
                  <a:lnTo>
                    <a:pt x="59227" y="4210"/>
                  </a:lnTo>
                  <a:lnTo>
                    <a:pt x="65578" y="8668"/>
                  </a:lnTo>
                  <a:lnTo>
                    <a:pt x="73712" y="22778"/>
                  </a:lnTo>
                  <a:lnTo>
                    <a:pt x="101747" y="45379"/>
                  </a:lnTo>
                  <a:lnTo>
                    <a:pt x="104108" y="53133"/>
                  </a:lnTo>
                  <a:lnTo>
                    <a:pt x="113865" y="64316"/>
                  </a:lnTo>
                  <a:lnTo>
                    <a:pt x="131807" y="81507"/>
                  </a:lnTo>
                  <a:lnTo>
                    <a:pt x="141962" y="96329"/>
                  </a:lnTo>
                  <a:lnTo>
                    <a:pt x="144324" y="108782"/>
                  </a:lnTo>
                  <a:lnTo>
                    <a:pt x="153491" y="128481"/>
                  </a:lnTo>
                  <a:lnTo>
                    <a:pt x="169449" y="155419"/>
                  </a:lnTo>
                  <a:lnTo>
                    <a:pt x="176560" y="169942"/>
                  </a:lnTo>
                  <a:lnTo>
                    <a:pt x="174824" y="172038"/>
                  </a:lnTo>
                  <a:lnTo>
                    <a:pt x="176079" y="179620"/>
                  </a:lnTo>
                  <a:lnTo>
                    <a:pt x="180338" y="192683"/>
                  </a:lnTo>
                  <a:lnTo>
                    <a:pt x="188249" y="203745"/>
                  </a:lnTo>
                  <a:lnTo>
                    <a:pt x="199820" y="212807"/>
                  </a:lnTo>
                  <a:lnTo>
                    <a:pt x="211520" y="229077"/>
                  </a:lnTo>
                  <a:lnTo>
                    <a:pt x="223349" y="252561"/>
                  </a:lnTo>
                  <a:lnTo>
                    <a:pt x="237679" y="270425"/>
                  </a:lnTo>
                  <a:lnTo>
                    <a:pt x="254500" y="282655"/>
                  </a:lnTo>
                  <a:lnTo>
                    <a:pt x="264024" y="294042"/>
                  </a:lnTo>
                  <a:lnTo>
                    <a:pt x="266251" y="304571"/>
                  </a:lnTo>
                  <a:lnTo>
                    <a:pt x="266086" y="313588"/>
                  </a:lnTo>
                  <a:lnTo>
                    <a:pt x="263522" y="321094"/>
                  </a:lnTo>
                  <a:lnTo>
                    <a:pt x="264608" y="328226"/>
                  </a:lnTo>
                  <a:lnTo>
                    <a:pt x="269336" y="334964"/>
                  </a:lnTo>
                  <a:lnTo>
                    <a:pt x="270912" y="343232"/>
                  </a:lnTo>
                  <a:lnTo>
                    <a:pt x="269062" y="354732"/>
                  </a:lnTo>
                  <a:lnTo>
                    <a:pt x="269191" y="357990"/>
                  </a:lnTo>
                  <a:lnTo>
                    <a:pt x="270561" y="360587"/>
                  </a:lnTo>
                  <a:lnTo>
                    <a:pt x="285496" y="380350"/>
                  </a:lnTo>
                  <a:lnTo>
                    <a:pt x="293170" y="396321"/>
                  </a:lnTo>
                  <a:lnTo>
                    <a:pt x="299262" y="421811"/>
                  </a:lnTo>
                  <a:lnTo>
                    <a:pt x="299293" y="422040"/>
                  </a:lnTo>
                  <a:lnTo>
                    <a:pt x="306099" y="437287"/>
                  </a:lnTo>
                  <a:lnTo>
                    <a:pt x="315887" y="443523"/>
                  </a:lnTo>
                  <a:lnTo>
                    <a:pt x="330925" y="445829"/>
                  </a:lnTo>
                  <a:lnTo>
                    <a:pt x="342351" y="451138"/>
                  </a:lnTo>
                  <a:lnTo>
                    <a:pt x="350165" y="459457"/>
                  </a:lnTo>
                  <a:lnTo>
                    <a:pt x="360019" y="464480"/>
                  </a:lnTo>
                  <a:lnTo>
                    <a:pt x="371916" y="466207"/>
                  </a:lnTo>
                  <a:lnTo>
                    <a:pt x="383321" y="471694"/>
                  </a:lnTo>
                  <a:lnTo>
                    <a:pt x="394230" y="480953"/>
                  </a:lnTo>
                  <a:lnTo>
                    <a:pt x="414575" y="487030"/>
                  </a:lnTo>
                  <a:lnTo>
                    <a:pt x="444357" y="489945"/>
                  </a:lnTo>
                  <a:lnTo>
                    <a:pt x="467022" y="497470"/>
                  </a:lnTo>
                  <a:lnTo>
                    <a:pt x="482577" y="509612"/>
                  </a:lnTo>
                  <a:lnTo>
                    <a:pt x="489419" y="512082"/>
                  </a:lnTo>
                  <a:lnTo>
                    <a:pt x="491269" y="512254"/>
                  </a:lnTo>
                  <a:lnTo>
                    <a:pt x="492158" y="510399"/>
                  </a:lnTo>
                  <a:lnTo>
                    <a:pt x="493331" y="506964"/>
                  </a:lnTo>
                  <a:lnTo>
                    <a:pt x="499352" y="503008"/>
                  </a:lnTo>
                  <a:lnTo>
                    <a:pt x="513697" y="500423"/>
                  </a:lnTo>
                  <a:lnTo>
                    <a:pt x="511770" y="527285"/>
                  </a:lnTo>
                  <a:lnTo>
                    <a:pt x="505372" y="549327"/>
                  </a:lnTo>
                  <a:lnTo>
                    <a:pt x="484293" y="595152"/>
                  </a:lnTo>
                  <a:lnTo>
                    <a:pt x="475508" y="623576"/>
                  </a:lnTo>
                  <a:lnTo>
                    <a:pt x="458511" y="704804"/>
                  </a:lnTo>
                  <a:lnTo>
                    <a:pt x="453534" y="755524"/>
                  </a:lnTo>
                  <a:lnTo>
                    <a:pt x="0" y="755524"/>
                  </a:lnTo>
                  <a:lnTo>
                    <a:pt x="0" y="15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57" name="pg3907">
              <a:extLst>
                <a:ext uri="{FF2B5EF4-FFF2-40B4-BE49-F238E27FC236}">
                  <a16:creationId xmlns:a16="http://schemas.microsoft.com/office/drawing/2014/main" id="{6AB1E678-A134-09D9-A59B-42EDD0CDE38A}"/>
                </a:ext>
              </a:extLst>
            </p:cNvPr>
            <p:cNvSpPr/>
            <p:nvPr/>
          </p:nvSpPr>
          <p:spPr>
            <a:xfrm>
              <a:off x="4173090" y="2540116"/>
              <a:ext cx="1519164" cy="699069"/>
            </a:xfrm>
            <a:custGeom>
              <a:avLst/>
              <a:gdLst/>
              <a:ahLst/>
              <a:cxnLst/>
              <a:rect l="0" t="0" r="0" b="0"/>
              <a:pathLst>
                <a:path w="1519164" h="699069">
                  <a:moveTo>
                    <a:pt x="1509975" y="5632"/>
                  </a:moveTo>
                  <a:lnTo>
                    <a:pt x="1494849" y="16263"/>
                  </a:lnTo>
                  <a:lnTo>
                    <a:pt x="1478746" y="33041"/>
                  </a:lnTo>
                  <a:lnTo>
                    <a:pt x="1440965" y="45729"/>
                  </a:lnTo>
                  <a:lnTo>
                    <a:pt x="1426940" y="48955"/>
                  </a:lnTo>
                  <a:lnTo>
                    <a:pt x="1413994" y="47234"/>
                  </a:lnTo>
                  <a:lnTo>
                    <a:pt x="1398238" y="57559"/>
                  </a:lnTo>
                  <a:lnTo>
                    <a:pt x="1379593" y="63872"/>
                  </a:lnTo>
                  <a:lnTo>
                    <a:pt x="1374089" y="73474"/>
                  </a:lnTo>
                  <a:lnTo>
                    <a:pt x="1329270" y="99193"/>
                  </a:lnTo>
                  <a:lnTo>
                    <a:pt x="1312066" y="102431"/>
                  </a:lnTo>
                  <a:lnTo>
                    <a:pt x="1297426" y="109283"/>
                  </a:lnTo>
                  <a:lnTo>
                    <a:pt x="1293095" y="120917"/>
                  </a:lnTo>
                  <a:lnTo>
                    <a:pt x="1280026" y="127934"/>
                  </a:lnTo>
                  <a:lnTo>
                    <a:pt x="1276399" y="133307"/>
                  </a:lnTo>
                  <a:lnTo>
                    <a:pt x="1265407" y="149583"/>
                  </a:lnTo>
                  <a:lnTo>
                    <a:pt x="1244974" y="170603"/>
                  </a:lnTo>
                  <a:lnTo>
                    <a:pt x="1220075" y="174121"/>
                  </a:lnTo>
                  <a:lnTo>
                    <a:pt x="1210975" y="181436"/>
                  </a:lnTo>
                  <a:lnTo>
                    <a:pt x="1200438" y="193242"/>
                  </a:lnTo>
                  <a:lnTo>
                    <a:pt x="1185576" y="201345"/>
                  </a:lnTo>
                  <a:lnTo>
                    <a:pt x="1156233" y="197547"/>
                  </a:lnTo>
                  <a:lnTo>
                    <a:pt x="1163370" y="202513"/>
                  </a:lnTo>
                  <a:lnTo>
                    <a:pt x="1189622" y="210255"/>
                  </a:lnTo>
                  <a:lnTo>
                    <a:pt x="1192351" y="221730"/>
                  </a:lnTo>
                  <a:lnTo>
                    <a:pt x="1179199" y="224473"/>
                  </a:lnTo>
                  <a:lnTo>
                    <a:pt x="1151660" y="239771"/>
                  </a:lnTo>
                  <a:lnTo>
                    <a:pt x="1114556" y="266113"/>
                  </a:lnTo>
                  <a:lnTo>
                    <a:pt x="1108887" y="266735"/>
                  </a:lnTo>
                  <a:lnTo>
                    <a:pt x="1098918" y="266106"/>
                  </a:lnTo>
                  <a:lnTo>
                    <a:pt x="1084154" y="270501"/>
                  </a:lnTo>
                  <a:lnTo>
                    <a:pt x="1064759" y="279702"/>
                  </a:lnTo>
                  <a:lnTo>
                    <a:pt x="1041277" y="296232"/>
                  </a:lnTo>
                  <a:lnTo>
                    <a:pt x="999930" y="332023"/>
                  </a:lnTo>
                  <a:lnTo>
                    <a:pt x="997031" y="335802"/>
                  </a:lnTo>
                  <a:lnTo>
                    <a:pt x="991042" y="342438"/>
                  </a:lnTo>
                  <a:lnTo>
                    <a:pt x="975771" y="349512"/>
                  </a:lnTo>
                  <a:lnTo>
                    <a:pt x="961911" y="357139"/>
                  </a:lnTo>
                  <a:lnTo>
                    <a:pt x="958248" y="365166"/>
                  </a:lnTo>
                  <a:lnTo>
                    <a:pt x="951607" y="368824"/>
                  </a:lnTo>
                  <a:lnTo>
                    <a:pt x="928740" y="389177"/>
                  </a:lnTo>
                  <a:lnTo>
                    <a:pt x="915877" y="406513"/>
                  </a:lnTo>
                  <a:lnTo>
                    <a:pt x="904198" y="424656"/>
                  </a:lnTo>
                  <a:lnTo>
                    <a:pt x="891129" y="444946"/>
                  </a:lnTo>
                  <a:lnTo>
                    <a:pt x="864314" y="445200"/>
                  </a:lnTo>
                  <a:lnTo>
                    <a:pt x="843850" y="445117"/>
                  </a:lnTo>
                  <a:lnTo>
                    <a:pt x="808942" y="444971"/>
                  </a:lnTo>
                  <a:lnTo>
                    <a:pt x="779020" y="444851"/>
                  </a:lnTo>
                  <a:lnTo>
                    <a:pt x="743508" y="444705"/>
                  </a:lnTo>
                  <a:lnTo>
                    <a:pt x="717742" y="444597"/>
                  </a:lnTo>
                  <a:lnTo>
                    <a:pt x="689996" y="445448"/>
                  </a:lnTo>
                  <a:lnTo>
                    <a:pt x="676751" y="450858"/>
                  </a:lnTo>
                  <a:lnTo>
                    <a:pt x="660142" y="458167"/>
                  </a:lnTo>
                  <a:lnTo>
                    <a:pt x="642215" y="466048"/>
                  </a:lnTo>
                  <a:lnTo>
                    <a:pt x="651615" y="483626"/>
                  </a:lnTo>
                  <a:lnTo>
                    <a:pt x="654137" y="490561"/>
                  </a:lnTo>
                  <a:lnTo>
                    <a:pt x="653414" y="512927"/>
                  </a:lnTo>
                  <a:lnTo>
                    <a:pt x="655326" y="515372"/>
                  </a:lnTo>
                  <a:lnTo>
                    <a:pt x="657331" y="518693"/>
                  </a:lnTo>
                  <a:lnTo>
                    <a:pt x="657636" y="524472"/>
                  </a:lnTo>
                  <a:lnTo>
                    <a:pt x="659171" y="527114"/>
                  </a:lnTo>
                  <a:lnTo>
                    <a:pt x="662442" y="529247"/>
                  </a:lnTo>
                  <a:lnTo>
                    <a:pt x="666121" y="531756"/>
                  </a:lnTo>
                  <a:lnTo>
                    <a:pt x="668783" y="535153"/>
                  </a:lnTo>
                  <a:lnTo>
                    <a:pt x="669392" y="538544"/>
                  </a:lnTo>
                  <a:lnTo>
                    <a:pt x="666834" y="544450"/>
                  </a:lnTo>
                  <a:lnTo>
                    <a:pt x="656520" y="552433"/>
                  </a:lnTo>
                  <a:lnTo>
                    <a:pt x="642019" y="559431"/>
                  </a:lnTo>
                  <a:lnTo>
                    <a:pt x="613178" y="572055"/>
                  </a:lnTo>
                  <a:lnTo>
                    <a:pt x="579758" y="586687"/>
                  </a:lnTo>
                  <a:lnTo>
                    <a:pt x="550788" y="599368"/>
                  </a:lnTo>
                  <a:lnTo>
                    <a:pt x="528370" y="609180"/>
                  </a:lnTo>
                  <a:lnTo>
                    <a:pt x="482326" y="617797"/>
                  </a:lnTo>
                  <a:lnTo>
                    <a:pt x="445749" y="624637"/>
                  </a:lnTo>
                  <a:lnTo>
                    <a:pt x="419352" y="629577"/>
                  </a:lnTo>
                  <a:lnTo>
                    <a:pt x="395043" y="643326"/>
                  </a:lnTo>
                  <a:lnTo>
                    <a:pt x="368202" y="658497"/>
                  </a:lnTo>
                  <a:lnTo>
                    <a:pt x="345634" y="671255"/>
                  </a:lnTo>
                  <a:lnTo>
                    <a:pt x="320323" y="685562"/>
                  </a:lnTo>
                  <a:lnTo>
                    <a:pt x="296432" y="699069"/>
                  </a:lnTo>
                  <a:lnTo>
                    <a:pt x="269870" y="699025"/>
                  </a:lnTo>
                  <a:lnTo>
                    <a:pt x="251225" y="688902"/>
                  </a:lnTo>
                  <a:lnTo>
                    <a:pt x="233893" y="678507"/>
                  </a:lnTo>
                  <a:lnTo>
                    <a:pt x="222043" y="659919"/>
                  </a:lnTo>
                  <a:lnTo>
                    <a:pt x="221227" y="638322"/>
                  </a:lnTo>
                  <a:lnTo>
                    <a:pt x="225474" y="624179"/>
                  </a:lnTo>
                  <a:lnTo>
                    <a:pt x="229324" y="617727"/>
                  </a:lnTo>
                  <a:lnTo>
                    <a:pt x="236673" y="613638"/>
                  </a:lnTo>
                  <a:lnTo>
                    <a:pt x="251060" y="606684"/>
                  </a:lnTo>
                  <a:lnTo>
                    <a:pt x="264139" y="592605"/>
                  </a:lnTo>
                  <a:lnTo>
                    <a:pt x="274625" y="584204"/>
                  </a:lnTo>
                  <a:lnTo>
                    <a:pt x="285187" y="575535"/>
                  </a:lnTo>
                  <a:lnTo>
                    <a:pt x="291218" y="560606"/>
                  </a:lnTo>
                  <a:lnTo>
                    <a:pt x="298742" y="524465"/>
                  </a:lnTo>
                  <a:lnTo>
                    <a:pt x="299698" y="517277"/>
                  </a:lnTo>
                  <a:lnTo>
                    <a:pt x="310644" y="492491"/>
                  </a:lnTo>
                  <a:lnTo>
                    <a:pt x="322752" y="465070"/>
                  </a:lnTo>
                  <a:lnTo>
                    <a:pt x="328312" y="452477"/>
                  </a:lnTo>
                  <a:lnTo>
                    <a:pt x="322095" y="419792"/>
                  </a:lnTo>
                  <a:lnTo>
                    <a:pt x="317419" y="394676"/>
                  </a:lnTo>
                  <a:lnTo>
                    <a:pt x="313135" y="371669"/>
                  </a:lnTo>
                  <a:lnTo>
                    <a:pt x="308313" y="345746"/>
                  </a:lnTo>
                  <a:lnTo>
                    <a:pt x="303926" y="322148"/>
                  </a:lnTo>
                  <a:lnTo>
                    <a:pt x="299786" y="299916"/>
                  </a:lnTo>
                  <a:lnTo>
                    <a:pt x="295637" y="277600"/>
                  </a:lnTo>
                  <a:lnTo>
                    <a:pt x="291564" y="255723"/>
                  </a:lnTo>
                  <a:lnTo>
                    <a:pt x="288371" y="240032"/>
                  </a:lnTo>
                  <a:lnTo>
                    <a:pt x="284578" y="221438"/>
                  </a:lnTo>
                  <a:lnTo>
                    <a:pt x="262424" y="208388"/>
                  </a:lnTo>
                  <a:lnTo>
                    <a:pt x="245603" y="199249"/>
                  </a:lnTo>
                  <a:lnTo>
                    <a:pt x="218090" y="184320"/>
                  </a:lnTo>
                  <a:lnTo>
                    <a:pt x="195016" y="171797"/>
                  </a:lnTo>
                  <a:lnTo>
                    <a:pt x="174340" y="160340"/>
                  </a:lnTo>
                  <a:lnTo>
                    <a:pt x="187378" y="137250"/>
                  </a:lnTo>
                  <a:lnTo>
                    <a:pt x="186251" y="133472"/>
                  </a:lnTo>
                  <a:lnTo>
                    <a:pt x="181528" y="128925"/>
                  </a:lnTo>
                  <a:lnTo>
                    <a:pt x="171875" y="121362"/>
                  </a:lnTo>
                  <a:lnTo>
                    <a:pt x="166232" y="120593"/>
                  </a:lnTo>
                  <a:lnTo>
                    <a:pt x="156294" y="122372"/>
                  </a:lnTo>
                  <a:lnTo>
                    <a:pt x="140434" y="127077"/>
                  </a:lnTo>
                  <a:lnTo>
                    <a:pt x="133582" y="125515"/>
                  </a:lnTo>
                  <a:lnTo>
                    <a:pt x="128140" y="117437"/>
                  </a:lnTo>
                  <a:lnTo>
                    <a:pt x="121877" y="107099"/>
                  </a:lnTo>
                  <a:lnTo>
                    <a:pt x="119825" y="99021"/>
                  </a:lnTo>
                  <a:lnTo>
                    <a:pt x="119040" y="88333"/>
                  </a:lnTo>
                  <a:lnTo>
                    <a:pt x="115304" y="78713"/>
                  </a:lnTo>
                  <a:lnTo>
                    <a:pt x="117671" y="73664"/>
                  </a:lnTo>
                  <a:lnTo>
                    <a:pt x="118192" y="71149"/>
                  </a:lnTo>
                  <a:lnTo>
                    <a:pt x="117981" y="67987"/>
                  </a:lnTo>
                  <a:lnTo>
                    <a:pt x="115412" y="65967"/>
                  </a:lnTo>
                  <a:lnTo>
                    <a:pt x="110890" y="65085"/>
                  </a:lnTo>
                  <a:lnTo>
                    <a:pt x="95594" y="69123"/>
                  </a:lnTo>
                  <a:lnTo>
                    <a:pt x="88716" y="69498"/>
                  </a:lnTo>
                  <a:lnTo>
                    <a:pt x="84613" y="71772"/>
                  </a:lnTo>
                  <a:lnTo>
                    <a:pt x="78148" y="76490"/>
                  </a:lnTo>
                  <a:lnTo>
                    <a:pt x="71776" y="77074"/>
                  </a:lnTo>
                  <a:lnTo>
                    <a:pt x="60769" y="65904"/>
                  </a:lnTo>
                  <a:lnTo>
                    <a:pt x="48743" y="53673"/>
                  </a:lnTo>
                  <a:lnTo>
                    <a:pt x="43700" y="36825"/>
                  </a:lnTo>
                  <a:lnTo>
                    <a:pt x="38522" y="19521"/>
                  </a:lnTo>
                  <a:lnTo>
                    <a:pt x="17980" y="9112"/>
                  </a:lnTo>
                  <a:lnTo>
                    <a:pt x="0" y="0"/>
                  </a:lnTo>
                  <a:lnTo>
                    <a:pt x="151916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58" name="pg3908">
              <a:extLst>
                <a:ext uri="{FF2B5EF4-FFF2-40B4-BE49-F238E27FC236}">
                  <a16:creationId xmlns:a16="http://schemas.microsoft.com/office/drawing/2014/main" id="{9BE6E7F4-B754-7BCF-68B8-A59A7593A198}"/>
                </a:ext>
              </a:extLst>
            </p:cNvPr>
            <p:cNvSpPr/>
            <p:nvPr/>
          </p:nvSpPr>
          <p:spPr>
            <a:xfrm>
              <a:off x="6018224" y="2540116"/>
              <a:ext cx="296962" cy="257863"/>
            </a:xfrm>
            <a:custGeom>
              <a:avLst/>
              <a:gdLst/>
              <a:ahLst/>
              <a:cxnLst/>
              <a:rect l="0" t="0" r="0" b="0"/>
              <a:pathLst>
                <a:path w="296962" h="257863">
                  <a:moveTo>
                    <a:pt x="67195" y="242946"/>
                  </a:moveTo>
                  <a:lnTo>
                    <a:pt x="62725" y="241575"/>
                  </a:lnTo>
                  <a:lnTo>
                    <a:pt x="58875" y="240501"/>
                  </a:lnTo>
                  <a:lnTo>
                    <a:pt x="56643" y="242330"/>
                  </a:lnTo>
                  <a:lnTo>
                    <a:pt x="54529" y="244775"/>
                  </a:lnTo>
                  <a:lnTo>
                    <a:pt x="51924" y="246611"/>
                  </a:lnTo>
                  <a:lnTo>
                    <a:pt x="46457" y="244013"/>
                  </a:lnTo>
                  <a:lnTo>
                    <a:pt x="42979" y="239282"/>
                  </a:lnTo>
                  <a:lnTo>
                    <a:pt x="37393" y="234405"/>
                  </a:lnTo>
                  <a:lnTo>
                    <a:pt x="35279" y="230735"/>
                  </a:lnTo>
                  <a:lnTo>
                    <a:pt x="36401" y="226467"/>
                  </a:lnTo>
                  <a:lnTo>
                    <a:pt x="38881" y="222346"/>
                  </a:lnTo>
                  <a:lnTo>
                    <a:pt x="40002" y="217462"/>
                  </a:lnTo>
                  <a:lnTo>
                    <a:pt x="37269" y="211829"/>
                  </a:lnTo>
                  <a:lnTo>
                    <a:pt x="34783" y="208623"/>
                  </a:lnTo>
                  <a:lnTo>
                    <a:pt x="33047" y="204958"/>
                  </a:lnTo>
                  <a:lnTo>
                    <a:pt x="33667" y="201453"/>
                  </a:lnTo>
                  <a:lnTo>
                    <a:pt x="37145" y="199770"/>
                  </a:lnTo>
                  <a:lnTo>
                    <a:pt x="40375" y="197630"/>
                  </a:lnTo>
                  <a:lnTo>
                    <a:pt x="41491" y="193058"/>
                  </a:lnTo>
                  <a:lnTo>
                    <a:pt x="39501" y="188174"/>
                  </a:lnTo>
                  <a:lnTo>
                    <a:pt x="33791" y="186187"/>
                  </a:lnTo>
                  <a:lnTo>
                    <a:pt x="29073" y="186949"/>
                  </a:lnTo>
                  <a:lnTo>
                    <a:pt x="22241" y="185882"/>
                  </a:lnTo>
                  <a:lnTo>
                    <a:pt x="15663" y="182834"/>
                  </a:lnTo>
                  <a:lnTo>
                    <a:pt x="11316" y="179322"/>
                  </a:lnTo>
                  <a:lnTo>
                    <a:pt x="7963" y="177334"/>
                  </a:lnTo>
                  <a:lnTo>
                    <a:pt x="5353" y="177334"/>
                  </a:lnTo>
                  <a:lnTo>
                    <a:pt x="2247" y="175353"/>
                  </a:lnTo>
                  <a:lnTo>
                    <a:pt x="387" y="171993"/>
                  </a:lnTo>
                  <a:lnTo>
                    <a:pt x="635" y="166500"/>
                  </a:lnTo>
                  <a:lnTo>
                    <a:pt x="1503" y="163147"/>
                  </a:lnTo>
                  <a:lnTo>
                    <a:pt x="3239" y="160245"/>
                  </a:lnTo>
                  <a:lnTo>
                    <a:pt x="3363" y="157038"/>
                  </a:lnTo>
                  <a:lnTo>
                    <a:pt x="2619" y="154746"/>
                  </a:lnTo>
                  <a:lnTo>
                    <a:pt x="2500" y="152923"/>
                  </a:lnTo>
                  <a:lnTo>
                    <a:pt x="2991" y="150631"/>
                  </a:lnTo>
                  <a:lnTo>
                    <a:pt x="4113" y="146052"/>
                  </a:lnTo>
                  <a:lnTo>
                    <a:pt x="2247" y="142699"/>
                  </a:lnTo>
                  <a:lnTo>
                    <a:pt x="2056" y="131078"/>
                  </a:lnTo>
                  <a:lnTo>
                    <a:pt x="1689" y="109334"/>
                  </a:lnTo>
                  <a:lnTo>
                    <a:pt x="1415" y="92677"/>
                  </a:lnTo>
                  <a:lnTo>
                    <a:pt x="1069" y="71740"/>
                  </a:lnTo>
                  <a:lnTo>
                    <a:pt x="867" y="56493"/>
                  </a:lnTo>
                  <a:lnTo>
                    <a:pt x="588" y="35130"/>
                  </a:lnTo>
                  <a:lnTo>
                    <a:pt x="325" y="14859"/>
                  </a:lnTo>
                  <a:lnTo>
                    <a:pt x="0" y="0"/>
                  </a:lnTo>
                  <a:lnTo>
                    <a:pt x="276472" y="0"/>
                  </a:lnTo>
                  <a:lnTo>
                    <a:pt x="276633" y="57"/>
                  </a:lnTo>
                  <a:lnTo>
                    <a:pt x="276810" y="0"/>
                  </a:lnTo>
                  <a:lnTo>
                    <a:pt x="296962" y="0"/>
                  </a:lnTo>
                  <a:lnTo>
                    <a:pt x="296962" y="192012"/>
                  </a:lnTo>
                  <a:lnTo>
                    <a:pt x="290901" y="195833"/>
                  </a:lnTo>
                  <a:lnTo>
                    <a:pt x="267083" y="205085"/>
                  </a:lnTo>
                  <a:lnTo>
                    <a:pt x="239280" y="222746"/>
                  </a:lnTo>
                  <a:lnTo>
                    <a:pt x="203354" y="237625"/>
                  </a:lnTo>
                  <a:lnTo>
                    <a:pt x="195825" y="237682"/>
                  </a:lnTo>
                  <a:lnTo>
                    <a:pt x="179510" y="225438"/>
                  </a:lnTo>
                  <a:lnTo>
                    <a:pt x="184073" y="219863"/>
                  </a:lnTo>
                  <a:lnTo>
                    <a:pt x="188316" y="212306"/>
                  </a:lnTo>
                  <a:lnTo>
                    <a:pt x="184260" y="214484"/>
                  </a:lnTo>
                  <a:lnTo>
                    <a:pt x="181629" y="217761"/>
                  </a:lnTo>
                  <a:lnTo>
                    <a:pt x="171790" y="223019"/>
                  </a:lnTo>
                  <a:lnTo>
                    <a:pt x="179769" y="233199"/>
                  </a:lnTo>
                  <a:lnTo>
                    <a:pt x="175914" y="237015"/>
                  </a:lnTo>
                  <a:lnTo>
                    <a:pt x="164503" y="242032"/>
                  </a:lnTo>
                  <a:lnTo>
                    <a:pt x="153878" y="249290"/>
                  </a:lnTo>
                  <a:lnTo>
                    <a:pt x="144577" y="254142"/>
                  </a:lnTo>
                  <a:lnTo>
                    <a:pt x="137052" y="247970"/>
                  </a:lnTo>
                  <a:lnTo>
                    <a:pt x="116283" y="255768"/>
                  </a:lnTo>
                  <a:lnTo>
                    <a:pt x="98791" y="257863"/>
                  </a:lnTo>
                  <a:lnTo>
                    <a:pt x="95008" y="253913"/>
                  </a:lnTo>
                  <a:lnTo>
                    <a:pt x="93897" y="247677"/>
                  </a:lnTo>
                  <a:lnTo>
                    <a:pt x="87773" y="246172"/>
                  </a:lnTo>
                  <a:lnTo>
                    <a:pt x="76394" y="247893"/>
                  </a:lnTo>
                  <a:lnTo>
                    <a:pt x="72079" y="2445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59" name="pg3909">
              <a:extLst>
                <a:ext uri="{FF2B5EF4-FFF2-40B4-BE49-F238E27FC236}">
                  <a16:creationId xmlns:a16="http://schemas.microsoft.com/office/drawing/2014/main" id="{BBE91317-3FCD-4E59-2388-E752BE1D674F}"/>
                </a:ext>
              </a:extLst>
            </p:cNvPr>
            <p:cNvSpPr/>
            <p:nvPr/>
          </p:nvSpPr>
          <p:spPr>
            <a:xfrm>
              <a:off x="5287647" y="2540116"/>
              <a:ext cx="534180" cy="266113"/>
            </a:xfrm>
            <a:custGeom>
              <a:avLst/>
              <a:gdLst/>
              <a:ahLst/>
              <a:cxnLst/>
              <a:rect l="0" t="0" r="0" b="0"/>
              <a:pathLst>
                <a:path w="534180" h="266113">
                  <a:moveTo>
                    <a:pt x="528260" y="7169"/>
                  </a:moveTo>
                  <a:lnTo>
                    <a:pt x="511940" y="26932"/>
                  </a:lnTo>
                  <a:lnTo>
                    <a:pt x="497548" y="44357"/>
                  </a:lnTo>
                  <a:lnTo>
                    <a:pt x="494318" y="62240"/>
                  </a:lnTo>
                  <a:lnTo>
                    <a:pt x="491254" y="79195"/>
                  </a:lnTo>
                  <a:lnTo>
                    <a:pt x="479347" y="92099"/>
                  </a:lnTo>
                  <a:lnTo>
                    <a:pt x="472087" y="103930"/>
                  </a:lnTo>
                  <a:lnTo>
                    <a:pt x="468847" y="117050"/>
                  </a:lnTo>
                  <a:lnTo>
                    <a:pt x="466139" y="129097"/>
                  </a:lnTo>
                  <a:lnTo>
                    <a:pt x="465932" y="139181"/>
                  </a:lnTo>
                  <a:lnTo>
                    <a:pt x="467973" y="144471"/>
                  </a:lnTo>
                  <a:lnTo>
                    <a:pt x="467012" y="148770"/>
                  </a:lnTo>
                  <a:lnTo>
                    <a:pt x="463074" y="153717"/>
                  </a:lnTo>
                  <a:lnTo>
                    <a:pt x="455199" y="162322"/>
                  </a:lnTo>
                  <a:lnTo>
                    <a:pt x="453798" y="170603"/>
                  </a:lnTo>
                  <a:lnTo>
                    <a:pt x="448982" y="174686"/>
                  </a:lnTo>
                  <a:lnTo>
                    <a:pt x="435246" y="182859"/>
                  </a:lnTo>
                  <a:lnTo>
                    <a:pt x="424042" y="194906"/>
                  </a:lnTo>
                  <a:lnTo>
                    <a:pt x="423495" y="201726"/>
                  </a:lnTo>
                  <a:lnTo>
                    <a:pt x="425112" y="207391"/>
                  </a:lnTo>
                  <a:lnTo>
                    <a:pt x="425360" y="210909"/>
                  </a:lnTo>
                  <a:lnTo>
                    <a:pt x="423122" y="213360"/>
                  </a:lnTo>
                  <a:lnTo>
                    <a:pt x="418637" y="213201"/>
                  </a:lnTo>
                  <a:lnTo>
                    <a:pt x="413784" y="213970"/>
                  </a:lnTo>
                  <a:lnTo>
                    <a:pt x="409697" y="218993"/>
                  </a:lnTo>
                  <a:lnTo>
                    <a:pt x="409800" y="226207"/>
                  </a:lnTo>
                  <a:lnTo>
                    <a:pt x="406813" y="231408"/>
                  </a:lnTo>
                  <a:lnTo>
                    <a:pt x="403325" y="232481"/>
                  </a:lnTo>
                  <a:lnTo>
                    <a:pt x="400338" y="228804"/>
                  </a:lnTo>
                  <a:lnTo>
                    <a:pt x="396746" y="223292"/>
                  </a:lnTo>
                  <a:lnTo>
                    <a:pt x="392540" y="222752"/>
                  </a:lnTo>
                  <a:lnTo>
                    <a:pt x="386153" y="226410"/>
                  </a:lnTo>
                  <a:lnTo>
                    <a:pt x="378277" y="232430"/>
                  </a:lnTo>
                  <a:lnTo>
                    <a:pt x="371192" y="232754"/>
                  </a:lnTo>
                  <a:lnTo>
                    <a:pt x="357890" y="228887"/>
                  </a:lnTo>
                  <a:lnTo>
                    <a:pt x="348180" y="240559"/>
                  </a:lnTo>
                  <a:lnTo>
                    <a:pt x="337757" y="265630"/>
                  </a:lnTo>
                  <a:lnTo>
                    <a:pt x="293717" y="265693"/>
                  </a:lnTo>
                  <a:lnTo>
                    <a:pt x="249678" y="265757"/>
                  </a:lnTo>
                  <a:lnTo>
                    <a:pt x="205634" y="265820"/>
                  </a:lnTo>
                  <a:lnTo>
                    <a:pt x="161594" y="265884"/>
                  </a:lnTo>
                  <a:lnTo>
                    <a:pt x="117555" y="265941"/>
                  </a:lnTo>
                  <a:lnTo>
                    <a:pt x="73516" y="266005"/>
                  </a:lnTo>
                  <a:lnTo>
                    <a:pt x="29476" y="266068"/>
                  </a:lnTo>
                  <a:lnTo>
                    <a:pt x="4831" y="266106"/>
                  </a:lnTo>
                  <a:lnTo>
                    <a:pt x="0" y="266113"/>
                  </a:lnTo>
                  <a:lnTo>
                    <a:pt x="15089" y="261204"/>
                  </a:lnTo>
                  <a:lnTo>
                    <a:pt x="46550" y="242127"/>
                  </a:lnTo>
                  <a:lnTo>
                    <a:pt x="69753" y="235218"/>
                  </a:lnTo>
                  <a:lnTo>
                    <a:pt x="99933" y="215182"/>
                  </a:lnTo>
                  <a:lnTo>
                    <a:pt x="121792" y="211328"/>
                  </a:lnTo>
                  <a:lnTo>
                    <a:pt x="125952" y="206921"/>
                  </a:lnTo>
                  <a:lnTo>
                    <a:pt x="129616" y="190302"/>
                  </a:lnTo>
                  <a:lnTo>
                    <a:pt x="131616" y="184377"/>
                  </a:lnTo>
                  <a:lnTo>
                    <a:pt x="141823" y="168056"/>
                  </a:lnTo>
                  <a:lnTo>
                    <a:pt x="154080" y="154289"/>
                  </a:lnTo>
                  <a:lnTo>
                    <a:pt x="163971" y="135250"/>
                  </a:lnTo>
                  <a:lnTo>
                    <a:pt x="181924" y="123083"/>
                  </a:lnTo>
                  <a:lnTo>
                    <a:pt x="209070" y="112909"/>
                  </a:lnTo>
                  <a:lnTo>
                    <a:pt x="234180" y="90689"/>
                  </a:lnTo>
                  <a:lnTo>
                    <a:pt x="247942" y="83914"/>
                  </a:lnTo>
                  <a:lnTo>
                    <a:pt x="261280" y="79062"/>
                  </a:lnTo>
                  <a:lnTo>
                    <a:pt x="266881" y="70032"/>
                  </a:lnTo>
                  <a:lnTo>
                    <a:pt x="275129" y="64869"/>
                  </a:lnTo>
                  <a:lnTo>
                    <a:pt x="297180" y="54372"/>
                  </a:lnTo>
                  <a:lnTo>
                    <a:pt x="321484" y="51533"/>
                  </a:lnTo>
                  <a:lnTo>
                    <a:pt x="346046" y="42820"/>
                  </a:lnTo>
                  <a:lnTo>
                    <a:pt x="364887" y="38203"/>
                  </a:lnTo>
                  <a:lnTo>
                    <a:pt x="376442" y="30030"/>
                  </a:lnTo>
                  <a:lnTo>
                    <a:pt x="393243" y="25725"/>
                  </a:lnTo>
                  <a:lnTo>
                    <a:pt x="443385" y="2273"/>
                  </a:lnTo>
                  <a:lnTo>
                    <a:pt x="446265" y="0"/>
                  </a:lnTo>
                  <a:lnTo>
                    <a:pt x="53418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60" name="pg3910">
              <a:extLst>
                <a:ext uri="{FF2B5EF4-FFF2-40B4-BE49-F238E27FC236}">
                  <a16:creationId xmlns:a16="http://schemas.microsoft.com/office/drawing/2014/main" id="{188DFB69-4EFE-9A74-9684-72764D6FCA92}"/>
                </a:ext>
              </a:extLst>
            </p:cNvPr>
            <p:cNvSpPr/>
            <p:nvPr/>
          </p:nvSpPr>
          <p:spPr>
            <a:xfrm>
              <a:off x="6188919" y="2797057"/>
              <a:ext cx="126268" cy="202407"/>
            </a:xfrm>
            <a:custGeom>
              <a:avLst/>
              <a:gdLst/>
              <a:ahLst/>
              <a:cxnLst/>
              <a:rect l="0" t="0" r="0" b="0"/>
              <a:pathLst>
                <a:path w="126268" h="202407">
                  <a:moveTo>
                    <a:pt x="117079" y="175208"/>
                  </a:moveTo>
                  <a:lnTo>
                    <a:pt x="108057" y="174662"/>
                  </a:lnTo>
                  <a:lnTo>
                    <a:pt x="101406" y="175266"/>
                  </a:lnTo>
                  <a:lnTo>
                    <a:pt x="91386" y="182892"/>
                  </a:lnTo>
                  <a:lnTo>
                    <a:pt x="89830" y="198305"/>
                  </a:lnTo>
                  <a:lnTo>
                    <a:pt x="85406" y="196266"/>
                  </a:lnTo>
                  <a:lnTo>
                    <a:pt x="80916" y="196768"/>
                  </a:lnTo>
                  <a:lnTo>
                    <a:pt x="78595" y="201607"/>
                  </a:lnTo>
                  <a:lnTo>
                    <a:pt x="75288" y="202407"/>
                  </a:lnTo>
                  <a:lnTo>
                    <a:pt x="66529" y="197829"/>
                  </a:lnTo>
                  <a:lnTo>
                    <a:pt x="56214" y="200331"/>
                  </a:lnTo>
                  <a:lnTo>
                    <a:pt x="48147" y="196857"/>
                  </a:lnTo>
                  <a:lnTo>
                    <a:pt x="37863" y="174275"/>
                  </a:lnTo>
                  <a:lnTo>
                    <a:pt x="32401" y="166362"/>
                  </a:lnTo>
                  <a:lnTo>
                    <a:pt x="22717" y="163810"/>
                  </a:lnTo>
                  <a:lnTo>
                    <a:pt x="20205" y="168585"/>
                  </a:lnTo>
                  <a:lnTo>
                    <a:pt x="16448" y="173259"/>
                  </a:lnTo>
                  <a:lnTo>
                    <a:pt x="7126" y="163943"/>
                  </a:lnTo>
                  <a:lnTo>
                    <a:pt x="56" y="129365"/>
                  </a:lnTo>
                  <a:lnTo>
                    <a:pt x="0" y="121021"/>
                  </a:lnTo>
                  <a:lnTo>
                    <a:pt x="9896" y="91936"/>
                  </a:lnTo>
                  <a:lnTo>
                    <a:pt x="34401" y="65753"/>
                  </a:lnTo>
                  <a:lnTo>
                    <a:pt x="26577" y="64877"/>
                  </a:lnTo>
                  <a:lnTo>
                    <a:pt x="4940" y="83033"/>
                  </a:lnTo>
                  <a:lnTo>
                    <a:pt x="7172" y="78638"/>
                  </a:lnTo>
                  <a:lnTo>
                    <a:pt x="10841" y="74059"/>
                  </a:lnTo>
                  <a:lnTo>
                    <a:pt x="18138" y="66674"/>
                  </a:lnTo>
                  <a:lnTo>
                    <a:pt x="29213" y="59733"/>
                  </a:lnTo>
                  <a:lnTo>
                    <a:pt x="43961" y="55688"/>
                  </a:lnTo>
                  <a:lnTo>
                    <a:pt x="54106" y="55072"/>
                  </a:lnTo>
                  <a:lnTo>
                    <a:pt x="61098" y="51236"/>
                  </a:lnTo>
                  <a:lnTo>
                    <a:pt x="71231" y="44441"/>
                  </a:lnTo>
                  <a:lnTo>
                    <a:pt x="73112" y="40834"/>
                  </a:lnTo>
                  <a:lnTo>
                    <a:pt x="64126" y="44981"/>
                  </a:lnTo>
                  <a:lnTo>
                    <a:pt x="49196" y="49064"/>
                  </a:lnTo>
                  <a:lnTo>
                    <a:pt x="53026" y="43711"/>
                  </a:lnTo>
                  <a:lnTo>
                    <a:pt x="56762" y="40847"/>
                  </a:lnTo>
                  <a:lnTo>
                    <a:pt x="126268" y="0"/>
                  </a:lnTo>
                  <a:lnTo>
                    <a:pt x="126268" y="1681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61" name="pg3911">
              <a:extLst>
                <a:ext uri="{FF2B5EF4-FFF2-40B4-BE49-F238E27FC236}">
                  <a16:creationId xmlns:a16="http://schemas.microsoft.com/office/drawing/2014/main" id="{E39ED38A-85FB-61F1-81AD-D465687492DC}"/>
                </a:ext>
              </a:extLst>
            </p:cNvPr>
            <p:cNvSpPr/>
            <p:nvPr/>
          </p:nvSpPr>
          <p:spPr>
            <a:xfrm>
              <a:off x="6175048" y="2885799"/>
              <a:ext cx="12040" cy="17520"/>
            </a:xfrm>
            <a:custGeom>
              <a:avLst/>
              <a:gdLst/>
              <a:ahLst/>
              <a:cxnLst/>
              <a:rect l="0" t="0" r="0" b="0"/>
              <a:pathLst>
                <a:path w="12040" h="17520">
                  <a:moveTo>
                    <a:pt x="0" y="17520"/>
                  </a:moveTo>
                  <a:lnTo>
                    <a:pt x="1291" y="13062"/>
                  </a:lnTo>
                  <a:lnTo>
                    <a:pt x="7792" y="1695"/>
                  </a:lnTo>
                  <a:lnTo>
                    <a:pt x="12040" y="0"/>
                  </a:lnTo>
                  <a:lnTo>
                    <a:pt x="5327" y="129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62" name="pg3912">
              <a:extLst>
                <a:ext uri="{FF2B5EF4-FFF2-40B4-BE49-F238E27FC236}">
                  <a16:creationId xmlns:a16="http://schemas.microsoft.com/office/drawing/2014/main" id="{E63F4CC5-5D75-BF66-23EC-CD72BFBFCC50}"/>
                </a:ext>
              </a:extLst>
            </p:cNvPr>
            <p:cNvSpPr/>
            <p:nvPr/>
          </p:nvSpPr>
          <p:spPr>
            <a:xfrm>
              <a:off x="6114410" y="2832043"/>
              <a:ext cx="16050" cy="22950"/>
            </a:xfrm>
            <a:custGeom>
              <a:avLst/>
              <a:gdLst/>
              <a:ahLst/>
              <a:cxnLst/>
              <a:rect l="0" t="0" r="0" b="0"/>
              <a:pathLst>
                <a:path w="16050" h="22950">
                  <a:moveTo>
                    <a:pt x="0" y="22950"/>
                  </a:moveTo>
                  <a:lnTo>
                    <a:pt x="5539" y="5391"/>
                  </a:lnTo>
                  <a:lnTo>
                    <a:pt x="10046" y="0"/>
                  </a:lnTo>
                  <a:lnTo>
                    <a:pt x="16050" y="1816"/>
                  </a:lnTo>
                  <a:lnTo>
                    <a:pt x="15208" y="12427"/>
                  </a:lnTo>
                  <a:lnTo>
                    <a:pt x="14242" y="1607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63" name="pg3913">
              <a:extLst>
                <a:ext uri="{FF2B5EF4-FFF2-40B4-BE49-F238E27FC236}">
                  <a16:creationId xmlns:a16="http://schemas.microsoft.com/office/drawing/2014/main" id="{28AB62F0-0DB1-5812-5C75-64D9FE6F7BCD}"/>
                </a:ext>
              </a:extLst>
            </p:cNvPr>
            <p:cNvSpPr/>
            <p:nvPr/>
          </p:nvSpPr>
          <p:spPr>
            <a:xfrm>
              <a:off x="5366847" y="2715076"/>
              <a:ext cx="51274" cy="34247"/>
            </a:xfrm>
            <a:custGeom>
              <a:avLst/>
              <a:gdLst/>
              <a:ahLst/>
              <a:cxnLst/>
              <a:rect l="0" t="0" r="0" b="0"/>
              <a:pathLst>
                <a:path w="51274" h="34247">
                  <a:moveTo>
                    <a:pt x="33548" y="33244"/>
                  </a:moveTo>
                  <a:lnTo>
                    <a:pt x="19601" y="30837"/>
                  </a:lnTo>
                  <a:lnTo>
                    <a:pt x="4268" y="34177"/>
                  </a:lnTo>
                  <a:lnTo>
                    <a:pt x="0" y="34247"/>
                  </a:lnTo>
                  <a:lnTo>
                    <a:pt x="11389" y="24582"/>
                  </a:lnTo>
                  <a:lnTo>
                    <a:pt x="28903" y="18638"/>
                  </a:lnTo>
                  <a:lnTo>
                    <a:pt x="46364" y="463"/>
                  </a:lnTo>
                  <a:lnTo>
                    <a:pt x="51274" y="0"/>
                  </a:lnTo>
                  <a:lnTo>
                    <a:pt x="44628" y="20587"/>
                  </a:lnTo>
                  <a:lnTo>
                    <a:pt x="43274" y="27948"/>
                  </a:lnTo>
                  <a:lnTo>
                    <a:pt x="41703" y="306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64" name="pg3914">
              <a:extLst>
                <a:ext uri="{FF2B5EF4-FFF2-40B4-BE49-F238E27FC236}">
                  <a16:creationId xmlns:a16="http://schemas.microsoft.com/office/drawing/2014/main" id="{1847583E-876B-0CB7-3CB7-DED0C19DC50B}"/>
                </a:ext>
              </a:extLst>
            </p:cNvPr>
            <p:cNvSpPr/>
            <p:nvPr/>
          </p:nvSpPr>
          <p:spPr>
            <a:xfrm>
              <a:off x="5377730" y="2716409"/>
              <a:ext cx="30200" cy="16853"/>
            </a:xfrm>
            <a:custGeom>
              <a:avLst/>
              <a:gdLst/>
              <a:ahLst/>
              <a:cxnLst/>
              <a:rect l="0" t="0" r="0" b="0"/>
              <a:pathLst>
                <a:path w="30200" h="16853">
                  <a:moveTo>
                    <a:pt x="4423" y="16853"/>
                  </a:moveTo>
                  <a:lnTo>
                    <a:pt x="0" y="15723"/>
                  </a:lnTo>
                  <a:lnTo>
                    <a:pt x="14082" y="2946"/>
                  </a:lnTo>
                  <a:lnTo>
                    <a:pt x="30200" y="0"/>
                  </a:lnTo>
                  <a:lnTo>
                    <a:pt x="17187" y="1417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65" name="pg3915">
              <a:extLst>
                <a:ext uri="{FF2B5EF4-FFF2-40B4-BE49-F238E27FC236}">
                  <a16:creationId xmlns:a16="http://schemas.microsoft.com/office/drawing/2014/main" id="{6E7DB138-5FF1-7B2D-C63B-4CE59B6CA730}"/>
                </a:ext>
              </a:extLst>
            </p:cNvPr>
            <p:cNvSpPr/>
            <p:nvPr/>
          </p:nvSpPr>
          <p:spPr>
            <a:xfrm>
              <a:off x="5667831" y="2547127"/>
              <a:ext cx="30784" cy="17069"/>
            </a:xfrm>
            <a:custGeom>
              <a:avLst/>
              <a:gdLst/>
              <a:ahLst/>
              <a:cxnLst/>
              <a:rect l="0" t="0" r="0" b="0"/>
              <a:pathLst>
                <a:path w="30784" h="17069">
                  <a:moveTo>
                    <a:pt x="0" y="17069"/>
                  </a:moveTo>
                  <a:lnTo>
                    <a:pt x="2294" y="12554"/>
                  </a:lnTo>
                  <a:lnTo>
                    <a:pt x="15430" y="4508"/>
                  </a:lnTo>
                  <a:lnTo>
                    <a:pt x="25084" y="0"/>
                  </a:lnTo>
                  <a:lnTo>
                    <a:pt x="30784" y="95"/>
                  </a:lnTo>
                  <a:lnTo>
                    <a:pt x="21502" y="9957"/>
                  </a:lnTo>
                  <a:lnTo>
                    <a:pt x="9622" y="160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66" name="pg3916">
              <a:extLst>
                <a:ext uri="{FF2B5EF4-FFF2-40B4-BE49-F238E27FC236}">
                  <a16:creationId xmlns:a16="http://schemas.microsoft.com/office/drawing/2014/main" id="{E875B5BF-8196-D281-16D8-62670D23811A}"/>
                </a:ext>
              </a:extLst>
            </p:cNvPr>
            <p:cNvSpPr/>
            <p:nvPr/>
          </p:nvSpPr>
          <p:spPr>
            <a:xfrm>
              <a:off x="4939342" y="5500509"/>
              <a:ext cx="49258" cy="37397"/>
            </a:xfrm>
            <a:custGeom>
              <a:avLst/>
              <a:gdLst/>
              <a:ahLst/>
              <a:cxnLst/>
              <a:rect l="0" t="0" r="0" b="0"/>
              <a:pathLst>
                <a:path w="49258" h="37397">
                  <a:moveTo>
                    <a:pt x="36380" y="7931"/>
                  </a:moveTo>
                  <a:lnTo>
                    <a:pt x="25890" y="16136"/>
                  </a:lnTo>
                  <a:lnTo>
                    <a:pt x="33512" y="21991"/>
                  </a:lnTo>
                  <a:lnTo>
                    <a:pt x="40695" y="9258"/>
                  </a:lnTo>
                  <a:lnTo>
                    <a:pt x="46395" y="19603"/>
                  </a:lnTo>
                  <a:lnTo>
                    <a:pt x="49258" y="37397"/>
                  </a:lnTo>
                  <a:lnTo>
                    <a:pt x="16879" y="37397"/>
                  </a:lnTo>
                  <a:lnTo>
                    <a:pt x="15627" y="32145"/>
                  </a:lnTo>
                  <a:lnTo>
                    <a:pt x="9084" y="25573"/>
                  </a:lnTo>
                  <a:lnTo>
                    <a:pt x="0" y="8807"/>
                  </a:lnTo>
                  <a:lnTo>
                    <a:pt x="5276" y="4483"/>
                  </a:lnTo>
                  <a:lnTo>
                    <a:pt x="12309" y="5924"/>
                  </a:lnTo>
                  <a:lnTo>
                    <a:pt x="15911" y="3905"/>
                  </a:lnTo>
                  <a:lnTo>
                    <a:pt x="25662" y="2292"/>
                  </a:lnTo>
                  <a:lnTo>
                    <a:pt x="31585" y="0"/>
                  </a:lnTo>
                  <a:lnTo>
                    <a:pt x="36215" y="495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67" name="pg3917">
              <a:extLst>
                <a:ext uri="{FF2B5EF4-FFF2-40B4-BE49-F238E27FC236}">
                  <a16:creationId xmlns:a16="http://schemas.microsoft.com/office/drawing/2014/main" id="{778FBDF5-D19F-58CD-3EB9-7B84BD702566}"/>
                </a:ext>
              </a:extLst>
            </p:cNvPr>
            <p:cNvSpPr/>
            <p:nvPr/>
          </p:nvSpPr>
          <p:spPr>
            <a:xfrm>
              <a:off x="4945285" y="5155530"/>
              <a:ext cx="95830" cy="135860"/>
            </a:xfrm>
            <a:custGeom>
              <a:avLst/>
              <a:gdLst/>
              <a:ahLst/>
              <a:cxnLst/>
              <a:rect l="0" t="0" r="0" b="0"/>
              <a:pathLst>
                <a:path w="95830" h="135860">
                  <a:moveTo>
                    <a:pt x="73800" y="135860"/>
                  </a:moveTo>
                  <a:lnTo>
                    <a:pt x="64612" y="122835"/>
                  </a:lnTo>
                  <a:lnTo>
                    <a:pt x="57211" y="119050"/>
                  </a:lnTo>
                  <a:lnTo>
                    <a:pt x="68772" y="109842"/>
                  </a:lnTo>
                  <a:lnTo>
                    <a:pt x="73764" y="101930"/>
                  </a:lnTo>
                  <a:lnTo>
                    <a:pt x="73660" y="84669"/>
                  </a:lnTo>
                  <a:lnTo>
                    <a:pt x="76482" y="75214"/>
                  </a:lnTo>
                  <a:lnTo>
                    <a:pt x="75526" y="67028"/>
                  </a:lnTo>
                  <a:lnTo>
                    <a:pt x="78073" y="58671"/>
                  </a:lnTo>
                  <a:lnTo>
                    <a:pt x="74627" y="49285"/>
                  </a:lnTo>
                  <a:lnTo>
                    <a:pt x="64963" y="41842"/>
                  </a:lnTo>
                  <a:lnTo>
                    <a:pt x="45842" y="12237"/>
                  </a:lnTo>
                  <a:lnTo>
                    <a:pt x="15637" y="5048"/>
                  </a:lnTo>
                  <a:lnTo>
                    <a:pt x="0" y="4750"/>
                  </a:lnTo>
                  <a:lnTo>
                    <a:pt x="8593" y="0"/>
                  </a:lnTo>
                  <a:lnTo>
                    <a:pt x="16531" y="577"/>
                  </a:lnTo>
                  <a:lnTo>
                    <a:pt x="28748" y="3403"/>
                  </a:lnTo>
                  <a:lnTo>
                    <a:pt x="43377" y="4769"/>
                  </a:lnTo>
                  <a:lnTo>
                    <a:pt x="52318" y="13481"/>
                  </a:lnTo>
                  <a:lnTo>
                    <a:pt x="60855" y="25033"/>
                  </a:lnTo>
                  <a:lnTo>
                    <a:pt x="68565" y="29707"/>
                  </a:lnTo>
                  <a:lnTo>
                    <a:pt x="71738" y="32679"/>
                  </a:lnTo>
                  <a:lnTo>
                    <a:pt x="71381" y="36032"/>
                  </a:lnTo>
                  <a:lnTo>
                    <a:pt x="72663" y="39181"/>
                  </a:lnTo>
                  <a:lnTo>
                    <a:pt x="82724" y="44586"/>
                  </a:lnTo>
                  <a:lnTo>
                    <a:pt x="92858" y="53311"/>
                  </a:lnTo>
                  <a:lnTo>
                    <a:pt x="95830" y="78897"/>
                  </a:lnTo>
                  <a:lnTo>
                    <a:pt x="82177" y="91007"/>
                  </a:lnTo>
                  <a:lnTo>
                    <a:pt x="79665" y="128055"/>
                  </a:lnTo>
                  <a:lnTo>
                    <a:pt x="76001" y="1347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68" name="pg3918">
              <a:extLst>
                <a:ext uri="{FF2B5EF4-FFF2-40B4-BE49-F238E27FC236}">
                  <a16:creationId xmlns:a16="http://schemas.microsoft.com/office/drawing/2014/main" id="{C5C63028-7013-122F-1E2C-4CC7478A8FCE}"/>
                </a:ext>
              </a:extLst>
            </p:cNvPr>
            <p:cNvSpPr/>
            <p:nvPr/>
          </p:nvSpPr>
          <p:spPr>
            <a:xfrm>
              <a:off x="4893261" y="5381534"/>
              <a:ext cx="74105" cy="118987"/>
            </a:xfrm>
            <a:custGeom>
              <a:avLst/>
              <a:gdLst/>
              <a:ahLst/>
              <a:cxnLst/>
              <a:rect l="0" t="0" r="0" b="0"/>
              <a:pathLst>
                <a:path w="74105" h="118987">
                  <a:moveTo>
                    <a:pt x="72947" y="80116"/>
                  </a:moveTo>
                  <a:lnTo>
                    <a:pt x="74105" y="91896"/>
                  </a:lnTo>
                  <a:lnTo>
                    <a:pt x="73035" y="96094"/>
                  </a:lnTo>
                  <a:lnTo>
                    <a:pt x="61583" y="103968"/>
                  </a:lnTo>
                  <a:lnTo>
                    <a:pt x="58643" y="108369"/>
                  </a:lnTo>
                  <a:lnTo>
                    <a:pt x="47847" y="112808"/>
                  </a:lnTo>
                  <a:lnTo>
                    <a:pt x="41315" y="118987"/>
                  </a:lnTo>
                  <a:lnTo>
                    <a:pt x="38044" y="108947"/>
                  </a:lnTo>
                  <a:lnTo>
                    <a:pt x="31703" y="102742"/>
                  </a:lnTo>
                  <a:lnTo>
                    <a:pt x="30639" y="92194"/>
                  </a:lnTo>
                  <a:lnTo>
                    <a:pt x="25792" y="95757"/>
                  </a:lnTo>
                  <a:lnTo>
                    <a:pt x="18805" y="93585"/>
                  </a:lnTo>
                  <a:lnTo>
                    <a:pt x="7281" y="85596"/>
                  </a:lnTo>
                  <a:lnTo>
                    <a:pt x="0" y="74750"/>
                  </a:lnTo>
                  <a:lnTo>
                    <a:pt x="10201" y="72870"/>
                  </a:lnTo>
                  <a:lnTo>
                    <a:pt x="12309" y="79608"/>
                  </a:lnTo>
                  <a:lnTo>
                    <a:pt x="20381" y="71340"/>
                  </a:lnTo>
                  <a:lnTo>
                    <a:pt x="18546" y="66983"/>
                  </a:lnTo>
                  <a:lnTo>
                    <a:pt x="17089" y="66425"/>
                  </a:lnTo>
                  <a:lnTo>
                    <a:pt x="14443" y="58321"/>
                  </a:lnTo>
                  <a:lnTo>
                    <a:pt x="26587" y="37098"/>
                  </a:lnTo>
                  <a:lnTo>
                    <a:pt x="29207" y="23407"/>
                  </a:lnTo>
                  <a:lnTo>
                    <a:pt x="23699" y="1441"/>
                  </a:lnTo>
                  <a:lnTo>
                    <a:pt x="28841" y="0"/>
                  </a:lnTo>
                  <a:lnTo>
                    <a:pt x="42545" y="7703"/>
                  </a:lnTo>
                  <a:lnTo>
                    <a:pt x="48685" y="15285"/>
                  </a:lnTo>
                  <a:lnTo>
                    <a:pt x="48886" y="25693"/>
                  </a:lnTo>
                  <a:lnTo>
                    <a:pt x="54648" y="33752"/>
                  </a:lnTo>
                  <a:lnTo>
                    <a:pt x="62989" y="53057"/>
                  </a:lnTo>
                  <a:lnTo>
                    <a:pt x="73180" y="64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69" name="pg3919">
              <a:extLst>
                <a:ext uri="{FF2B5EF4-FFF2-40B4-BE49-F238E27FC236}">
                  <a16:creationId xmlns:a16="http://schemas.microsoft.com/office/drawing/2014/main" id="{AABF937E-7088-5F6B-1BC9-A6B945187C05}"/>
                </a:ext>
              </a:extLst>
            </p:cNvPr>
            <p:cNvSpPr/>
            <p:nvPr/>
          </p:nvSpPr>
          <p:spPr>
            <a:xfrm>
              <a:off x="4835016" y="5174016"/>
              <a:ext cx="112522" cy="38661"/>
            </a:xfrm>
            <a:custGeom>
              <a:avLst/>
              <a:gdLst/>
              <a:ahLst/>
              <a:cxnLst/>
              <a:rect l="0" t="0" r="0" b="0"/>
              <a:pathLst>
                <a:path w="112522" h="38661">
                  <a:moveTo>
                    <a:pt x="64973" y="13005"/>
                  </a:moveTo>
                  <a:lnTo>
                    <a:pt x="71841" y="12453"/>
                  </a:lnTo>
                  <a:lnTo>
                    <a:pt x="75960" y="9792"/>
                  </a:lnTo>
                  <a:lnTo>
                    <a:pt x="94931" y="10878"/>
                  </a:lnTo>
                  <a:lnTo>
                    <a:pt x="110248" y="6985"/>
                  </a:lnTo>
                  <a:lnTo>
                    <a:pt x="112522" y="13894"/>
                  </a:lnTo>
                  <a:lnTo>
                    <a:pt x="112134" y="17501"/>
                  </a:lnTo>
                  <a:lnTo>
                    <a:pt x="79562" y="20886"/>
                  </a:lnTo>
                  <a:lnTo>
                    <a:pt x="49682" y="31028"/>
                  </a:lnTo>
                  <a:lnTo>
                    <a:pt x="33305" y="37899"/>
                  </a:lnTo>
                  <a:lnTo>
                    <a:pt x="25611" y="38661"/>
                  </a:lnTo>
                  <a:lnTo>
                    <a:pt x="19730" y="35047"/>
                  </a:lnTo>
                  <a:lnTo>
                    <a:pt x="0" y="14104"/>
                  </a:lnTo>
                  <a:lnTo>
                    <a:pt x="5276" y="16193"/>
                  </a:lnTo>
                  <a:lnTo>
                    <a:pt x="19854" y="28030"/>
                  </a:lnTo>
                  <a:lnTo>
                    <a:pt x="28908" y="25871"/>
                  </a:lnTo>
                  <a:lnTo>
                    <a:pt x="37295" y="18047"/>
                  </a:lnTo>
                  <a:lnTo>
                    <a:pt x="38577" y="12135"/>
                  </a:lnTo>
                  <a:lnTo>
                    <a:pt x="37326" y="9335"/>
                  </a:lnTo>
                  <a:lnTo>
                    <a:pt x="41119" y="0"/>
                  </a:lnTo>
                  <a:lnTo>
                    <a:pt x="52152" y="896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70" name="pg3920">
              <a:extLst>
                <a:ext uri="{FF2B5EF4-FFF2-40B4-BE49-F238E27FC236}">
                  <a16:creationId xmlns:a16="http://schemas.microsoft.com/office/drawing/2014/main" id="{2FA40252-F578-D3BF-D4D8-A14D6BC71BD3}"/>
                </a:ext>
              </a:extLst>
            </p:cNvPr>
            <p:cNvSpPr/>
            <p:nvPr/>
          </p:nvSpPr>
          <p:spPr>
            <a:xfrm>
              <a:off x="4985696" y="5397055"/>
              <a:ext cx="30985" cy="11691"/>
            </a:xfrm>
            <a:custGeom>
              <a:avLst/>
              <a:gdLst/>
              <a:ahLst/>
              <a:cxnLst/>
              <a:rect l="0" t="0" r="0" b="0"/>
              <a:pathLst>
                <a:path w="30985" h="11691">
                  <a:moveTo>
                    <a:pt x="10733" y="11691"/>
                  </a:moveTo>
                  <a:lnTo>
                    <a:pt x="2191" y="9030"/>
                  </a:lnTo>
                  <a:lnTo>
                    <a:pt x="0" y="6890"/>
                  </a:lnTo>
                  <a:lnTo>
                    <a:pt x="3658" y="3295"/>
                  </a:lnTo>
                  <a:lnTo>
                    <a:pt x="11710" y="298"/>
                  </a:lnTo>
                  <a:lnTo>
                    <a:pt x="24639" y="0"/>
                  </a:lnTo>
                  <a:lnTo>
                    <a:pt x="30303" y="3543"/>
                  </a:lnTo>
                  <a:lnTo>
                    <a:pt x="30985" y="5093"/>
                  </a:lnTo>
                  <a:lnTo>
                    <a:pt x="22686" y="899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71" name="pg3921">
              <a:extLst>
                <a:ext uri="{FF2B5EF4-FFF2-40B4-BE49-F238E27FC236}">
                  <a16:creationId xmlns:a16="http://schemas.microsoft.com/office/drawing/2014/main" id="{86590E7B-2921-5ED0-CBC6-F31527EFF90B}"/>
                </a:ext>
              </a:extLst>
            </p:cNvPr>
            <p:cNvSpPr/>
            <p:nvPr/>
          </p:nvSpPr>
          <p:spPr>
            <a:xfrm>
              <a:off x="5304944" y="5521433"/>
              <a:ext cx="12277" cy="16472"/>
            </a:xfrm>
            <a:custGeom>
              <a:avLst/>
              <a:gdLst/>
              <a:ahLst/>
              <a:cxnLst/>
              <a:rect l="0" t="0" r="0" b="0"/>
              <a:pathLst>
                <a:path w="12277" h="16472">
                  <a:moveTo>
                    <a:pt x="7008" y="16472"/>
                  </a:moveTo>
                  <a:lnTo>
                    <a:pt x="0" y="16472"/>
                  </a:lnTo>
                  <a:lnTo>
                    <a:pt x="1962" y="2806"/>
                  </a:lnTo>
                  <a:lnTo>
                    <a:pt x="7771" y="0"/>
                  </a:lnTo>
                  <a:lnTo>
                    <a:pt x="10050" y="152"/>
                  </a:lnTo>
                  <a:lnTo>
                    <a:pt x="12277" y="762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72" name="pg3922">
              <a:extLst>
                <a:ext uri="{FF2B5EF4-FFF2-40B4-BE49-F238E27FC236}">
                  <a16:creationId xmlns:a16="http://schemas.microsoft.com/office/drawing/2014/main" id="{0600B51B-ACC7-2B24-7216-6D6BE041AF2B}"/>
                </a:ext>
              </a:extLst>
            </p:cNvPr>
            <p:cNvSpPr/>
            <p:nvPr/>
          </p:nvSpPr>
          <p:spPr>
            <a:xfrm>
              <a:off x="5068380" y="5334383"/>
              <a:ext cx="70456" cy="119063"/>
            </a:xfrm>
            <a:custGeom>
              <a:avLst/>
              <a:gdLst/>
              <a:ahLst/>
              <a:cxnLst/>
              <a:rect l="0" t="0" r="0" b="0"/>
              <a:pathLst>
                <a:path w="70456" h="119063">
                  <a:moveTo>
                    <a:pt x="31373" y="24747"/>
                  </a:moveTo>
                  <a:lnTo>
                    <a:pt x="46235" y="30285"/>
                  </a:lnTo>
                  <a:lnTo>
                    <a:pt x="62302" y="48650"/>
                  </a:lnTo>
                  <a:lnTo>
                    <a:pt x="69221" y="55191"/>
                  </a:lnTo>
                  <a:lnTo>
                    <a:pt x="70456" y="61147"/>
                  </a:lnTo>
                  <a:lnTo>
                    <a:pt x="67748" y="88340"/>
                  </a:lnTo>
                  <a:lnTo>
                    <a:pt x="64136" y="104711"/>
                  </a:lnTo>
                  <a:lnTo>
                    <a:pt x="64679" y="119063"/>
                  </a:lnTo>
                  <a:lnTo>
                    <a:pt x="60906" y="114815"/>
                  </a:lnTo>
                  <a:lnTo>
                    <a:pt x="57093" y="105416"/>
                  </a:lnTo>
                  <a:lnTo>
                    <a:pt x="50840" y="100012"/>
                  </a:lnTo>
                  <a:lnTo>
                    <a:pt x="48757" y="97180"/>
                  </a:lnTo>
                  <a:lnTo>
                    <a:pt x="59997" y="96557"/>
                  </a:lnTo>
                  <a:lnTo>
                    <a:pt x="60994" y="81761"/>
                  </a:lnTo>
                  <a:lnTo>
                    <a:pt x="66477" y="70089"/>
                  </a:lnTo>
                  <a:lnTo>
                    <a:pt x="65645" y="57947"/>
                  </a:lnTo>
                  <a:lnTo>
                    <a:pt x="52529" y="44579"/>
                  </a:lnTo>
                  <a:lnTo>
                    <a:pt x="43538" y="32812"/>
                  </a:lnTo>
                  <a:lnTo>
                    <a:pt x="29714" y="29046"/>
                  </a:lnTo>
                  <a:lnTo>
                    <a:pt x="16929" y="17330"/>
                  </a:lnTo>
                  <a:lnTo>
                    <a:pt x="9301" y="15888"/>
                  </a:lnTo>
                  <a:lnTo>
                    <a:pt x="0" y="17952"/>
                  </a:lnTo>
                  <a:lnTo>
                    <a:pt x="3359" y="10967"/>
                  </a:lnTo>
                  <a:lnTo>
                    <a:pt x="5684" y="1727"/>
                  </a:lnTo>
                  <a:lnTo>
                    <a:pt x="7389" y="0"/>
                  </a:lnTo>
                  <a:lnTo>
                    <a:pt x="13952" y="100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73" name="pg3923">
              <a:extLst>
                <a:ext uri="{FF2B5EF4-FFF2-40B4-BE49-F238E27FC236}">
                  <a16:creationId xmlns:a16="http://schemas.microsoft.com/office/drawing/2014/main" id="{10DEACA4-4BC2-C1BD-5E13-F530C596C382}"/>
                </a:ext>
              </a:extLst>
            </p:cNvPr>
            <p:cNvSpPr/>
            <p:nvPr/>
          </p:nvSpPr>
          <p:spPr>
            <a:xfrm>
              <a:off x="5178096" y="5447191"/>
              <a:ext cx="46804" cy="72629"/>
            </a:xfrm>
            <a:custGeom>
              <a:avLst/>
              <a:gdLst/>
              <a:ahLst/>
              <a:cxnLst/>
              <a:rect l="0" t="0" r="0" b="0"/>
              <a:pathLst>
                <a:path w="46804" h="72629">
                  <a:moveTo>
                    <a:pt x="46804" y="71314"/>
                  </a:moveTo>
                  <a:lnTo>
                    <a:pt x="39713" y="69974"/>
                  </a:lnTo>
                  <a:lnTo>
                    <a:pt x="29249" y="72559"/>
                  </a:lnTo>
                  <a:lnTo>
                    <a:pt x="25482" y="72629"/>
                  </a:lnTo>
                  <a:lnTo>
                    <a:pt x="27828" y="68101"/>
                  </a:lnTo>
                  <a:lnTo>
                    <a:pt x="35094" y="61979"/>
                  </a:lnTo>
                  <a:lnTo>
                    <a:pt x="35460" y="56150"/>
                  </a:lnTo>
                  <a:lnTo>
                    <a:pt x="26469" y="47742"/>
                  </a:lnTo>
                  <a:lnTo>
                    <a:pt x="16004" y="26824"/>
                  </a:lnTo>
                  <a:lnTo>
                    <a:pt x="11105" y="21864"/>
                  </a:lnTo>
                  <a:lnTo>
                    <a:pt x="8779" y="14002"/>
                  </a:lnTo>
                  <a:lnTo>
                    <a:pt x="0" y="5569"/>
                  </a:lnTo>
                  <a:lnTo>
                    <a:pt x="1834" y="1060"/>
                  </a:lnTo>
                  <a:lnTo>
                    <a:pt x="3638" y="0"/>
                  </a:lnTo>
                  <a:lnTo>
                    <a:pt x="9575" y="2165"/>
                  </a:lnTo>
                  <a:lnTo>
                    <a:pt x="23022" y="32253"/>
                  </a:lnTo>
                  <a:lnTo>
                    <a:pt x="23900" y="35136"/>
                  </a:lnTo>
                  <a:lnTo>
                    <a:pt x="46101" y="647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74" name="pt3924">
              <a:extLst>
                <a:ext uri="{FF2B5EF4-FFF2-40B4-BE49-F238E27FC236}">
                  <a16:creationId xmlns:a16="http://schemas.microsoft.com/office/drawing/2014/main" id="{044E748E-C291-054B-04E1-D2896E913B6A}"/>
                </a:ext>
              </a:extLst>
            </p:cNvPr>
            <p:cNvSpPr/>
            <p:nvPr/>
          </p:nvSpPr>
          <p:spPr>
            <a:xfrm>
              <a:off x="5411954" y="3276309"/>
              <a:ext cx="63202" cy="63202"/>
            </a:xfrm>
            <a:prstGeom prst="ellipse">
              <a:avLst/>
            </a:prstGeom>
            <a:solidFill>
              <a:srgbClr val="51B7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75" name="pt3925">
              <a:extLst>
                <a:ext uri="{FF2B5EF4-FFF2-40B4-BE49-F238E27FC236}">
                  <a16:creationId xmlns:a16="http://schemas.microsoft.com/office/drawing/2014/main" id="{A2BC3C06-635F-1785-CBA0-78441D4EB105}"/>
                </a:ext>
              </a:extLst>
            </p:cNvPr>
            <p:cNvSpPr/>
            <p:nvPr/>
          </p:nvSpPr>
          <p:spPr>
            <a:xfrm>
              <a:off x="3286560" y="4746129"/>
              <a:ext cx="63202" cy="63202"/>
            </a:xfrm>
            <a:prstGeom prst="ellipse">
              <a:avLst/>
            </a:prstGeom>
            <a:solidFill>
              <a:srgbClr val="59C3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76" name="pt3926">
              <a:extLst>
                <a:ext uri="{FF2B5EF4-FFF2-40B4-BE49-F238E27FC236}">
                  <a16:creationId xmlns:a16="http://schemas.microsoft.com/office/drawing/2014/main" id="{04185B23-D579-1D27-6AA6-135EABF6D487}"/>
                </a:ext>
              </a:extLst>
            </p:cNvPr>
            <p:cNvSpPr/>
            <p:nvPr/>
          </p:nvSpPr>
          <p:spPr>
            <a:xfrm>
              <a:off x="2878450" y="4973596"/>
              <a:ext cx="63202" cy="63202"/>
            </a:xfrm>
            <a:prstGeom prst="ellipse">
              <a:avLst/>
            </a:prstGeom>
            <a:solidFill>
              <a:srgbClr val="60CE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77" name="pt3927">
              <a:extLst>
                <a:ext uri="{FF2B5EF4-FFF2-40B4-BE49-F238E27FC236}">
                  <a16:creationId xmlns:a16="http://schemas.microsoft.com/office/drawing/2014/main" id="{BE11C166-7B1C-C2E3-0E08-9247B8C8567C}"/>
                </a:ext>
              </a:extLst>
            </p:cNvPr>
            <p:cNvSpPr/>
            <p:nvPr/>
          </p:nvSpPr>
          <p:spPr>
            <a:xfrm>
              <a:off x="5154968" y="3735383"/>
              <a:ext cx="63202" cy="63202"/>
            </a:xfrm>
            <a:prstGeom prst="ellipse">
              <a:avLst/>
            </a:prstGeom>
            <a:solidFill>
              <a:srgbClr val="3A689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78" name="pt3928">
              <a:extLst>
                <a:ext uri="{FF2B5EF4-FFF2-40B4-BE49-F238E27FC236}">
                  <a16:creationId xmlns:a16="http://schemas.microsoft.com/office/drawing/2014/main" id="{629776D4-5F12-73FD-4BA8-35C18A0E97B9}"/>
                </a:ext>
              </a:extLst>
            </p:cNvPr>
            <p:cNvSpPr/>
            <p:nvPr/>
          </p:nvSpPr>
          <p:spPr>
            <a:xfrm>
              <a:off x="3815690" y="4677487"/>
              <a:ext cx="63202" cy="63202"/>
            </a:xfrm>
            <a:prstGeom prst="ellipse">
              <a:avLst/>
            </a:prstGeom>
            <a:solidFill>
              <a:srgbClr val="88D9B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79" name="pt3929">
              <a:extLst>
                <a:ext uri="{FF2B5EF4-FFF2-40B4-BE49-F238E27FC236}">
                  <a16:creationId xmlns:a16="http://schemas.microsoft.com/office/drawing/2014/main" id="{C4A1E5C5-A615-094F-62A6-7A2065515FB5}"/>
                </a:ext>
              </a:extLst>
            </p:cNvPr>
            <p:cNvSpPr/>
            <p:nvPr/>
          </p:nvSpPr>
          <p:spPr>
            <a:xfrm>
              <a:off x="5234441" y="3545894"/>
              <a:ext cx="63202" cy="63202"/>
            </a:xfrm>
            <a:prstGeom prst="ellipse">
              <a:avLst/>
            </a:prstGeom>
            <a:solidFill>
              <a:srgbClr val="359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80" name="pt3930">
              <a:extLst>
                <a:ext uri="{FF2B5EF4-FFF2-40B4-BE49-F238E27FC236}">
                  <a16:creationId xmlns:a16="http://schemas.microsoft.com/office/drawing/2014/main" id="{B086C71E-A93F-4FEB-BC78-16247003D1B4}"/>
                </a:ext>
              </a:extLst>
            </p:cNvPr>
            <p:cNvSpPr/>
            <p:nvPr/>
          </p:nvSpPr>
          <p:spPr>
            <a:xfrm>
              <a:off x="3635685" y="4800931"/>
              <a:ext cx="63202" cy="63202"/>
            </a:xfrm>
            <a:prstGeom prst="ellipse">
              <a:avLst/>
            </a:prstGeom>
            <a:solidFill>
              <a:srgbClr val="388AA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81" name="pt3931">
              <a:extLst>
                <a:ext uri="{FF2B5EF4-FFF2-40B4-BE49-F238E27FC236}">
                  <a16:creationId xmlns:a16="http://schemas.microsoft.com/office/drawing/2014/main" id="{45A8268D-B14B-4157-57DA-D3558A7F0031}"/>
                </a:ext>
              </a:extLst>
            </p:cNvPr>
            <p:cNvSpPr/>
            <p:nvPr/>
          </p:nvSpPr>
          <p:spPr>
            <a:xfrm>
              <a:off x="5803938" y="2901996"/>
              <a:ext cx="63202" cy="63202"/>
            </a:xfrm>
            <a:prstGeom prst="ellipse">
              <a:avLst/>
            </a:prstGeom>
            <a:solidFill>
              <a:srgbClr val="382A5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82" name="pt3932">
              <a:extLst>
                <a:ext uri="{FF2B5EF4-FFF2-40B4-BE49-F238E27FC236}">
                  <a16:creationId xmlns:a16="http://schemas.microsoft.com/office/drawing/2014/main" id="{94EDF5FB-50BC-46D6-4DF3-E03BAA63AEDF}"/>
                </a:ext>
              </a:extLst>
            </p:cNvPr>
            <p:cNvSpPr/>
            <p:nvPr/>
          </p:nvSpPr>
          <p:spPr>
            <a:xfrm>
              <a:off x="5602232" y="3222656"/>
              <a:ext cx="63202" cy="63202"/>
            </a:xfrm>
            <a:prstGeom prst="ellipse">
              <a:avLst/>
            </a:prstGeom>
            <a:solidFill>
              <a:srgbClr val="231A2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83" name="pt3933">
              <a:extLst>
                <a:ext uri="{FF2B5EF4-FFF2-40B4-BE49-F238E27FC236}">
                  <a16:creationId xmlns:a16="http://schemas.microsoft.com/office/drawing/2014/main" id="{9425FE09-9578-9D4C-1638-BBE6A2E6F2B0}"/>
                </a:ext>
              </a:extLst>
            </p:cNvPr>
            <p:cNvSpPr/>
            <p:nvPr/>
          </p:nvSpPr>
          <p:spPr>
            <a:xfrm>
              <a:off x="5052138" y="3796215"/>
              <a:ext cx="63202" cy="63202"/>
            </a:xfrm>
            <a:prstGeom prst="ellipse">
              <a:avLst/>
            </a:prstGeom>
            <a:solidFill>
              <a:srgbClr val="97DEC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84" name="pt3934">
              <a:extLst>
                <a:ext uri="{FF2B5EF4-FFF2-40B4-BE49-F238E27FC236}">
                  <a16:creationId xmlns:a16="http://schemas.microsoft.com/office/drawing/2014/main" id="{86745409-A8C5-630C-AD75-1B833A903DA6}"/>
                </a:ext>
              </a:extLst>
            </p:cNvPr>
            <p:cNvSpPr/>
            <p:nvPr/>
          </p:nvSpPr>
          <p:spPr>
            <a:xfrm>
              <a:off x="4189184" y="4765547"/>
              <a:ext cx="63202" cy="63202"/>
            </a:xfrm>
            <a:prstGeom prst="ellipse">
              <a:avLst/>
            </a:prstGeom>
            <a:solidFill>
              <a:srgbClr val="6ED2B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85" name="pt3935">
              <a:extLst>
                <a:ext uri="{FF2B5EF4-FFF2-40B4-BE49-F238E27FC236}">
                  <a16:creationId xmlns:a16="http://schemas.microsoft.com/office/drawing/2014/main" id="{31F0030F-4B37-DFE7-22BA-496882203113}"/>
                </a:ext>
              </a:extLst>
            </p:cNvPr>
            <p:cNvSpPr/>
            <p:nvPr/>
          </p:nvSpPr>
          <p:spPr>
            <a:xfrm>
              <a:off x="4913887" y="4211118"/>
              <a:ext cx="63202" cy="63202"/>
            </a:xfrm>
            <a:prstGeom prst="ellipse">
              <a:avLst/>
            </a:prstGeom>
            <a:solidFill>
              <a:srgbClr val="48AC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86" name="pt3936">
              <a:extLst>
                <a:ext uri="{FF2B5EF4-FFF2-40B4-BE49-F238E27FC236}">
                  <a16:creationId xmlns:a16="http://schemas.microsoft.com/office/drawing/2014/main" id="{0BB81BA0-6E1A-8485-3518-2ADE564AB2D6}"/>
                </a:ext>
              </a:extLst>
            </p:cNvPr>
            <p:cNvSpPr/>
            <p:nvPr/>
          </p:nvSpPr>
          <p:spPr>
            <a:xfrm>
              <a:off x="4598477" y="4463619"/>
              <a:ext cx="63202" cy="63202"/>
            </a:xfrm>
            <a:prstGeom prst="ellipse">
              <a:avLst/>
            </a:prstGeom>
            <a:solidFill>
              <a:srgbClr val="3593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87" name="pt3937">
              <a:extLst>
                <a:ext uri="{FF2B5EF4-FFF2-40B4-BE49-F238E27FC236}">
                  <a16:creationId xmlns:a16="http://schemas.microsoft.com/office/drawing/2014/main" id="{61869EBF-B941-3C63-AB36-5798C2C51BC2}"/>
                </a:ext>
              </a:extLst>
            </p:cNvPr>
            <p:cNvSpPr/>
            <p:nvPr/>
          </p:nvSpPr>
          <p:spPr>
            <a:xfrm>
              <a:off x="4706891" y="4368015"/>
              <a:ext cx="63202" cy="63202"/>
            </a:xfrm>
            <a:prstGeom prst="ellipse">
              <a:avLst/>
            </a:prstGeom>
            <a:solidFill>
              <a:srgbClr val="71D3B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88" name="pt3938">
              <a:extLst>
                <a:ext uri="{FF2B5EF4-FFF2-40B4-BE49-F238E27FC236}">
                  <a16:creationId xmlns:a16="http://schemas.microsoft.com/office/drawing/2014/main" id="{DEA6C8FD-F13F-A7F2-DE39-1AB0922E7B19}"/>
                </a:ext>
              </a:extLst>
            </p:cNvPr>
            <p:cNvSpPr/>
            <p:nvPr/>
          </p:nvSpPr>
          <p:spPr>
            <a:xfrm>
              <a:off x="5170525" y="3498927"/>
              <a:ext cx="63202" cy="63202"/>
            </a:xfrm>
            <a:prstGeom prst="ellipse">
              <a:avLst/>
            </a:prstGeom>
            <a:solidFill>
              <a:srgbClr val="82D8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89" name="pt3939">
              <a:extLst>
                <a:ext uri="{FF2B5EF4-FFF2-40B4-BE49-F238E27FC236}">
                  <a16:creationId xmlns:a16="http://schemas.microsoft.com/office/drawing/2014/main" id="{831D02F0-DF42-15CF-06D3-192A00DFFB08}"/>
                </a:ext>
              </a:extLst>
            </p:cNvPr>
            <p:cNvSpPr/>
            <p:nvPr/>
          </p:nvSpPr>
          <p:spPr>
            <a:xfrm>
              <a:off x="4143523" y="4766403"/>
              <a:ext cx="63202" cy="63202"/>
            </a:xfrm>
            <a:prstGeom prst="ellipse">
              <a:avLst/>
            </a:prstGeom>
            <a:solidFill>
              <a:srgbClr val="74D3B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90" name="pt3940">
              <a:extLst>
                <a:ext uri="{FF2B5EF4-FFF2-40B4-BE49-F238E27FC236}">
                  <a16:creationId xmlns:a16="http://schemas.microsoft.com/office/drawing/2014/main" id="{43B6BA3D-D44E-13B7-46EA-04D9FB7C75BF}"/>
                </a:ext>
              </a:extLst>
            </p:cNvPr>
            <p:cNvSpPr/>
            <p:nvPr/>
          </p:nvSpPr>
          <p:spPr>
            <a:xfrm>
              <a:off x="4544041" y="4668741"/>
              <a:ext cx="63202" cy="63202"/>
            </a:xfrm>
            <a:prstGeom prst="ellipse">
              <a:avLst/>
            </a:prstGeom>
            <a:solidFill>
              <a:srgbClr val="58C2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91" name="pt3941">
              <a:extLst>
                <a:ext uri="{FF2B5EF4-FFF2-40B4-BE49-F238E27FC236}">
                  <a16:creationId xmlns:a16="http://schemas.microsoft.com/office/drawing/2014/main" id="{3F3208DF-CB65-B3EB-F2BC-11E9C86D01A1}"/>
                </a:ext>
              </a:extLst>
            </p:cNvPr>
            <p:cNvSpPr/>
            <p:nvPr/>
          </p:nvSpPr>
          <p:spPr>
            <a:xfrm>
              <a:off x="3690881" y="4772296"/>
              <a:ext cx="63202" cy="63202"/>
            </a:xfrm>
            <a:prstGeom prst="ellipse">
              <a:avLst/>
            </a:prstGeom>
            <a:solidFill>
              <a:srgbClr val="378F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92" name="pt3942">
              <a:extLst>
                <a:ext uri="{FF2B5EF4-FFF2-40B4-BE49-F238E27FC236}">
                  <a16:creationId xmlns:a16="http://schemas.microsoft.com/office/drawing/2014/main" id="{5D7F2CD0-161A-82EA-7B6E-0F9AF4AC14B5}"/>
                </a:ext>
              </a:extLst>
            </p:cNvPr>
            <p:cNvSpPr/>
            <p:nvPr/>
          </p:nvSpPr>
          <p:spPr>
            <a:xfrm>
              <a:off x="5016032" y="3641698"/>
              <a:ext cx="63202" cy="63202"/>
            </a:xfrm>
            <a:prstGeom prst="ellipse">
              <a:avLst/>
            </a:prstGeom>
            <a:solidFill>
              <a:srgbClr val="CAEED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93" name="pt3943">
              <a:extLst>
                <a:ext uri="{FF2B5EF4-FFF2-40B4-BE49-F238E27FC236}">
                  <a16:creationId xmlns:a16="http://schemas.microsoft.com/office/drawing/2014/main" id="{9347DDEC-683E-83E1-316C-484BC62D05C1}"/>
                </a:ext>
              </a:extLst>
            </p:cNvPr>
            <p:cNvSpPr/>
            <p:nvPr/>
          </p:nvSpPr>
          <p:spPr>
            <a:xfrm>
              <a:off x="4551789" y="4536931"/>
              <a:ext cx="63202" cy="63202"/>
            </a:xfrm>
            <a:prstGeom prst="ellipse">
              <a:avLst/>
            </a:prstGeom>
            <a:solidFill>
              <a:srgbClr val="77D4B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94" name="pt3944">
              <a:extLst>
                <a:ext uri="{FF2B5EF4-FFF2-40B4-BE49-F238E27FC236}">
                  <a16:creationId xmlns:a16="http://schemas.microsoft.com/office/drawing/2014/main" id="{B1188662-269A-B127-CF75-B67C46EC1985}"/>
                </a:ext>
              </a:extLst>
            </p:cNvPr>
            <p:cNvSpPr/>
            <p:nvPr/>
          </p:nvSpPr>
          <p:spPr>
            <a:xfrm>
              <a:off x="3457033" y="4801454"/>
              <a:ext cx="63202" cy="63202"/>
            </a:xfrm>
            <a:prstGeom prst="ellipse">
              <a:avLst/>
            </a:prstGeom>
            <a:solidFill>
              <a:srgbClr val="3A77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95" name="pt3945">
              <a:extLst>
                <a:ext uri="{FF2B5EF4-FFF2-40B4-BE49-F238E27FC236}">
                  <a16:creationId xmlns:a16="http://schemas.microsoft.com/office/drawing/2014/main" id="{159322F5-F621-B10A-8273-AF306233AAFB}"/>
                </a:ext>
              </a:extLst>
            </p:cNvPr>
            <p:cNvSpPr/>
            <p:nvPr/>
          </p:nvSpPr>
          <p:spPr>
            <a:xfrm>
              <a:off x="4795350" y="4267713"/>
              <a:ext cx="63202" cy="63202"/>
            </a:xfrm>
            <a:prstGeom prst="ellipse">
              <a:avLst/>
            </a:prstGeom>
            <a:solidFill>
              <a:srgbClr val="3593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96" name="pt3946">
              <a:extLst>
                <a:ext uri="{FF2B5EF4-FFF2-40B4-BE49-F238E27FC236}">
                  <a16:creationId xmlns:a16="http://schemas.microsoft.com/office/drawing/2014/main" id="{2882C694-929D-1595-F2AC-0EED739625ED}"/>
                </a:ext>
              </a:extLst>
            </p:cNvPr>
            <p:cNvSpPr/>
            <p:nvPr/>
          </p:nvSpPr>
          <p:spPr>
            <a:xfrm>
              <a:off x="5763373" y="2927118"/>
              <a:ext cx="63202" cy="63202"/>
            </a:xfrm>
            <a:prstGeom prst="ellipse">
              <a:avLst/>
            </a:prstGeom>
            <a:solidFill>
              <a:srgbClr val="3B3A6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97" name="pt3947">
              <a:extLst>
                <a:ext uri="{FF2B5EF4-FFF2-40B4-BE49-F238E27FC236}">
                  <a16:creationId xmlns:a16="http://schemas.microsoft.com/office/drawing/2014/main" id="{46A9FE5C-B714-E087-C285-A101A30E3118}"/>
                </a:ext>
              </a:extLst>
            </p:cNvPr>
            <p:cNvSpPr/>
            <p:nvPr/>
          </p:nvSpPr>
          <p:spPr>
            <a:xfrm>
              <a:off x="3223042" y="4753931"/>
              <a:ext cx="63202" cy="63202"/>
            </a:xfrm>
            <a:prstGeom prst="ellipse">
              <a:avLst/>
            </a:prstGeom>
            <a:solidFill>
              <a:srgbClr val="50B6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98" name="pt3948">
              <a:extLst>
                <a:ext uri="{FF2B5EF4-FFF2-40B4-BE49-F238E27FC236}">
                  <a16:creationId xmlns:a16="http://schemas.microsoft.com/office/drawing/2014/main" id="{A00C2A65-0531-69A8-1F62-2A630EC6B291}"/>
                </a:ext>
              </a:extLst>
            </p:cNvPr>
            <p:cNvSpPr/>
            <p:nvPr/>
          </p:nvSpPr>
          <p:spPr>
            <a:xfrm>
              <a:off x="6187218" y="2929573"/>
              <a:ext cx="63202" cy="63202"/>
            </a:xfrm>
            <a:prstGeom prst="ellipse">
              <a:avLst/>
            </a:prstGeom>
            <a:solidFill>
              <a:srgbClr val="3A315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99" name="pt3949">
              <a:extLst>
                <a:ext uri="{FF2B5EF4-FFF2-40B4-BE49-F238E27FC236}">
                  <a16:creationId xmlns:a16="http://schemas.microsoft.com/office/drawing/2014/main" id="{97231F3B-7FC9-F218-A26D-D1739E64CF13}"/>
                </a:ext>
              </a:extLst>
            </p:cNvPr>
            <p:cNvSpPr/>
            <p:nvPr/>
          </p:nvSpPr>
          <p:spPr>
            <a:xfrm>
              <a:off x="4558922" y="4541579"/>
              <a:ext cx="63202" cy="63202"/>
            </a:xfrm>
            <a:prstGeom prst="ellipse">
              <a:avLst/>
            </a:prstGeom>
            <a:solidFill>
              <a:srgbClr val="5DCA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00" name="pt3950">
              <a:extLst>
                <a:ext uri="{FF2B5EF4-FFF2-40B4-BE49-F238E27FC236}">
                  <a16:creationId xmlns:a16="http://schemas.microsoft.com/office/drawing/2014/main" id="{15B6F90C-407B-42DA-CB8B-2F1556DAE102}"/>
                </a:ext>
              </a:extLst>
            </p:cNvPr>
            <p:cNvSpPr/>
            <p:nvPr/>
          </p:nvSpPr>
          <p:spPr>
            <a:xfrm>
              <a:off x="5665872" y="3067530"/>
              <a:ext cx="63202" cy="63202"/>
            </a:xfrm>
            <a:prstGeom prst="ellipse">
              <a:avLst/>
            </a:prstGeom>
            <a:solidFill>
              <a:srgbClr val="58C1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01" name="pt3951">
              <a:extLst>
                <a:ext uri="{FF2B5EF4-FFF2-40B4-BE49-F238E27FC236}">
                  <a16:creationId xmlns:a16="http://schemas.microsoft.com/office/drawing/2014/main" id="{C1C995BB-1F9A-3BFC-828F-4B9ECD5D551F}"/>
                </a:ext>
              </a:extLst>
            </p:cNvPr>
            <p:cNvSpPr/>
            <p:nvPr/>
          </p:nvSpPr>
          <p:spPr>
            <a:xfrm>
              <a:off x="3541256" y="4824822"/>
              <a:ext cx="63202" cy="63202"/>
            </a:xfrm>
            <a:prstGeom prst="ellipse">
              <a:avLst/>
            </a:prstGeom>
            <a:solidFill>
              <a:srgbClr val="378E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02" name="pt3952">
              <a:extLst>
                <a:ext uri="{FF2B5EF4-FFF2-40B4-BE49-F238E27FC236}">
                  <a16:creationId xmlns:a16="http://schemas.microsoft.com/office/drawing/2014/main" id="{57362AE1-EC9A-958A-A6B1-064D8CD2BBDA}"/>
                </a:ext>
              </a:extLst>
            </p:cNvPr>
            <p:cNvSpPr/>
            <p:nvPr/>
          </p:nvSpPr>
          <p:spPr>
            <a:xfrm>
              <a:off x="4587926" y="4467164"/>
              <a:ext cx="63202" cy="63202"/>
            </a:xfrm>
            <a:prstGeom prst="ellipse">
              <a:avLst/>
            </a:prstGeom>
            <a:solidFill>
              <a:srgbClr val="6BD1B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03" name="pt3953">
              <a:extLst>
                <a:ext uri="{FF2B5EF4-FFF2-40B4-BE49-F238E27FC236}">
                  <a16:creationId xmlns:a16="http://schemas.microsoft.com/office/drawing/2014/main" id="{7DD1B601-864E-1361-B23E-40E9DB6038D7}"/>
                </a:ext>
              </a:extLst>
            </p:cNvPr>
            <p:cNvSpPr/>
            <p:nvPr/>
          </p:nvSpPr>
          <p:spPr>
            <a:xfrm>
              <a:off x="5657937" y="3028251"/>
              <a:ext cx="63202" cy="63202"/>
            </a:xfrm>
            <a:prstGeom prst="ellipse">
              <a:avLst/>
            </a:prstGeom>
            <a:solidFill>
              <a:srgbClr val="3A7B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04" name="pt3954">
              <a:extLst>
                <a:ext uri="{FF2B5EF4-FFF2-40B4-BE49-F238E27FC236}">
                  <a16:creationId xmlns:a16="http://schemas.microsoft.com/office/drawing/2014/main" id="{027000A5-4E2A-23AF-03B3-18907999B815}"/>
                </a:ext>
              </a:extLst>
            </p:cNvPr>
            <p:cNvSpPr/>
            <p:nvPr/>
          </p:nvSpPr>
          <p:spPr>
            <a:xfrm>
              <a:off x="2979067" y="4895874"/>
              <a:ext cx="63202" cy="63202"/>
            </a:xfrm>
            <a:prstGeom prst="ellipse">
              <a:avLst/>
            </a:prstGeom>
            <a:solidFill>
              <a:srgbClr val="57C1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05" name="pt3955">
              <a:extLst>
                <a:ext uri="{FF2B5EF4-FFF2-40B4-BE49-F238E27FC236}">
                  <a16:creationId xmlns:a16="http://schemas.microsoft.com/office/drawing/2014/main" id="{1E5F69DD-902D-4859-BB2D-DA463FB2A10B}"/>
                </a:ext>
              </a:extLst>
            </p:cNvPr>
            <p:cNvSpPr/>
            <p:nvPr/>
          </p:nvSpPr>
          <p:spPr>
            <a:xfrm>
              <a:off x="4922163" y="4187507"/>
              <a:ext cx="63202" cy="63202"/>
            </a:xfrm>
            <a:prstGeom prst="ellipse">
              <a:avLst/>
            </a:prstGeom>
            <a:solidFill>
              <a:srgbClr val="3A639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06" name="pt3956">
              <a:extLst>
                <a:ext uri="{FF2B5EF4-FFF2-40B4-BE49-F238E27FC236}">
                  <a16:creationId xmlns:a16="http://schemas.microsoft.com/office/drawing/2014/main" id="{3AA9D70E-4E16-1E1A-2739-2E85BABDDF69}"/>
                </a:ext>
              </a:extLst>
            </p:cNvPr>
            <p:cNvSpPr/>
            <p:nvPr/>
          </p:nvSpPr>
          <p:spPr>
            <a:xfrm>
              <a:off x="2851349" y="4946495"/>
              <a:ext cx="117405" cy="117405"/>
            </a:xfrm>
            <a:prstGeom prst="ellipse">
              <a:avLst/>
            </a:prstGeom>
            <a:solidFill>
              <a:srgbClr val="60CE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07" name="pt3957">
              <a:extLst>
                <a:ext uri="{FF2B5EF4-FFF2-40B4-BE49-F238E27FC236}">
                  <a16:creationId xmlns:a16="http://schemas.microsoft.com/office/drawing/2014/main" id="{98EE68A6-305C-A0DB-B7CC-874EB9E5C921}"/>
                </a:ext>
              </a:extLst>
            </p:cNvPr>
            <p:cNvSpPr/>
            <p:nvPr/>
          </p:nvSpPr>
          <p:spPr>
            <a:xfrm>
              <a:off x="5776837" y="2874895"/>
              <a:ext cx="117405" cy="117405"/>
            </a:xfrm>
            <a:prstGeom prst="ellipse">
              <a:avLst/>
            </a:prstGeom>
            <a:solidFill>
              <a:srgbClr val="382A5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08" name="pt3958">
              <a:extLst>
                <a:ext uri="{FF2B5EF4-FFF2-40B4-BE49-F238E27FC236}">
                  <a16:creationId xmlns:a16="http://schemas.microsoft.com/office/drawing/2014/main" id="{B2F5D901-7E75-DA15-2261-86D951202584}"/>
                </a:ext>
              </a:extLst>
            </p:cNvPr>
            <p:cNvSpPr/>
            <p:nvPr/>
          </p:nvSpPr>
          <p:spPr>
            <a:xfrm>
              <a:off x="4516940" y="4641639"/>
              <a:ext cx="117405" cy="117405"/>
            </a:xfrm>
            <a:prstGeom prst="ellipse">
              <a:avLst/>
            </a:prstGeom>
            <a:solidFill>
              <a:srgbClr val="58C2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09" name="pt3959">
              <a:extLst>
                <a:ext uri="{FF2B5EF4-FFF2-40B4-BE49-F238E27FC236}">
                  <a16:creationId xmlns:a16="http://schemas.microsoft.com/office/drawing/2014/main" id="{DF645C1F-15F8-532B-002A-650C9E6F867C}"/>
                </a:ext>
              </a:extLst>
            </p:cNvPr>
            <p:cNvSpPr/>
            <p:nvPr/>
          </p:nvSpPr>
          <p:spPr>
            <a:xfrm>
              <a:off x="3514155" y="4797720"/>
              <a:ext cx="117405" cy="117405"/>
            </a:xfrm>
            <a:prstGeom prst="ellipse">
              <a:avLst/>
            </a:prstGeom>
            <a:solidFill>
              <a:srgbClr val="378E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10" name="pt3960">
              <a:extLst>
                <a:ext uri="{FF2B5EF4-FFF2-40B4-BE49-F238E27FC236}">
                  <a16:creationId xmlns:a16="http://schemas.microsoft.com/office/drawing/2014/main" id="{CE2100DD-D0F1-CC97-1030-C4FB6E6C8C50}"/>
                </a:ext>
              </a:extLst>
            </p:cNvPr>
            <p:cNvSpPr/>
            <p:nvPr/>
          </p:nvSpPr>
          <p:spPr>
            <a:xfrm>
              <a:off x="5630836" y="3001150"/>
              <a:ext cx="117405" cy="117405"/>
            </a:xfrm>
            <a:prstGeom prst="ellipse">
              <a:avLst/>
            </a:prstGeom>
            <a:solidFill>
              <a:srgbClr val="3A7B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11" name="pl3961">
              <a:extLst>
                <a:ext uri="{FF2B5EF4-FFF2-40B4-BE49-F238E27FC236}">
                  <a16:creationId xmlns:a16="http://schemas.microsoft.com/office/drawing/2014/main" id="{A3D9667B-1405-4C89-2031-667E7CD80D3B}"/>
                </a:ext>
              </a:extLst>
            </p:cNvPr>
            <p:cNvSpPr/>
            <p:nvPr/>
          </p:nvSpPr>
          <p:spPr>
            <a:xfrm>
              <a:off x="2850381" y="4909040"/>
              <a:ext cx="52429" cy="84489"/>
            </a:xfrm>
            <a:custGeom>
              <a:avLst/>
              <a:gdLst/>
              <a:ahLst/>
              <a:cxnLst/>
              <a:rect l="0" t="0" r="0" b="0"/>
              <a:pathLst>
                <a:path w="52429" h="84489">
                  <a:moveTo>
                    <a:pt x="0" y="0"/>
                  </a:moveTo>
                  <a:lnTo>
                    <a:pt x="52429" y="8448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12" name="pl3962">
              <a:extLst>
                <a:ext uri="{FF2B5EF4-FFF2-40B4-BE49-F238E27FC236}">
                  <a16:creationId xmlns:a16="http://schemas.microsoft.com/office/drawing/2014/main" id="{5DE1997A-67AC-24D0-8733-867E1EEE3CB9}"/>
                </a:ext>
              </a:extLst>
            </p:cNvPr>
            <p:cNvSpPr/>
            <p:nvPr/>
          </p:nvSpPr>
          <p:spPr>
            <a:xfrm>
              <a:off x="5743645" y="2857377"/>
              <a:ext cx="80489" cy="66760"/>
            </a:xfrm>
            <a:custGeom>
              <a:avLst/>
              <a:gdLst/>
              <a:ahLst/>
              <a:cxnLst/>
              <a:rect l="0" t="0" r="0" b="0"/>
              <a:pathLst>
                <a:path w="80489" h="66760">
                  <a:moveTo>
                    <a:pt x="0" y="0"/>
                  </a:moveTo>
                  <a:lnTo>
                    <a:pt x="80489" y="6676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13" name="pl3963">
              <a:extLst>
                <a:ext uri="{FF2B5EF4-FFF2-40B4-BE49-F238E27FC236}">
                  <a16:creationId xmlns:a16="http://schemas.microsoft.com/office/drawing/2014/main" id="{AE631068-E8B9-6B56-EE35-7B755AAF6FAE}"/>
                </a:ext>
              </a:extLst>
            </p:cNvPr>
            <p:cNvSpPr/>
            <p:nvPr/>
          </p:nvSpPr>
          <p:spPr>
            <a:xfrm>
              <a:off x="4513432" y="4609245"/>
              <a:ext cx="54396" cy="79653"/>
            </a:xfrm>
            <a:custGeom>
              <a:avLst/>
              <a:gdLst/>
              <a:ahLst/>
              <a:cxnLst/>
              <a:rect l="0" t="0" r="0" b="0"/>
              <a:pathLst>
                <a:path w="54396" h="79653">
                  <a:moveTo>
                    <a:pt x="0" y="0"/>
                  </a:moveTo>
                  <a:lnTo>
                    <a:pt x="54396" y="7965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14" name="pl3964">
              <a:extLst>
                <a:ext uri="{FF2B5EF4-FFF2-40B4-BE49-F238E27FC236}">
                  <a16:creationId xmlns:a16="http://schemas.microsoft.com/office/drawing/2014/main" id="{E7571F6C-EA54-405B-F6D8-EF07388F6B9E}"/>
                </a:ext>
              </a:extLst>
            </p:cNvPr>
            <p:cNvSpPr/>
            <p:nvPr/>
          </p:nvSpPr>
          <p:spPr>
            <a:xfrm>
              <a:off x="3511786" y="4762607"/>
              <a:ext cx="53546" cy="82256"/>
            </a:xfrm>
            <a:custGeom>
              <a:avLst/>
              <a:gdLst/>
              <a:ahLst/>
              <a:cxnLst/>
              <a:rect l="0" t="0" r="0" b="0"/>
              <a:pathLst>
                <a:path w="53546" h="82256">
                  <a:moveTo>
                    <a:pt x="0" y="0"/>
                  </a:moveTo>
                  <a:lnTo>
                    <a:pt x="53546" y="8225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15" name="pl3965">
              <a:extLst>
                <a:ext uri="{FF2B5EF4-FFF2-40B4-BE49-F238E27FC236}">
                  <a16:creationId xmlns:a16="http://schemas.microsoft.com/office/drawing/2014/main" id="{99023E20-5E99-DAE3-3E62-189890FDCCE5}"/>
                </a:ext>
              </a:extLst>
            </p:cNvPr>
            <p:cNvSpPr/>
            <p:nvPr/>
          </p:nvSpPr>
          <p:spPr>
            <a:xfrm>
              <a:off x="5503278" y="3044361"/>
              <a:ext cx="169654" cy="14110"/>
            </a:xfrm>
            <a:custGeom>
              <a:avLst/>
              <a:gdLst/>
              <a:ahLst/>
              <a:cxnLst/>
              <a:rect l="0" t="0" r="0" b="0"/>
              <a:pathLst>
                <a:path w="169654" h="14110">
                  <a:moveTo>
                    <a:pt x="0" y="0"/>
                  </a:moveTo>
                  <a:lnTo>
                    <a:pt x="169654" y="1411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16" name="pg3966">
              <a:extLst>
                <a:ext uri="{FF2B5EF4-FFF2-40B4-BE49-F238E27FC236}">
                  <a16:creationId xmlns:a16="http://schemas.microsoft.com/office/drawing/2014/main" id="{BC5B510A-60D9-23D9-720F-64E3C423B73A}"/>
                </a:ext>
              </a:extLst>
            </p:cNvPr>
            <p:cNvSpPr/>
            <p:nvPr/>
          </p:nvSpPr>
          <p:spPr>
            <a:xfrm>
              <a:off x="2291866" y="4760367"/>
              <a:ext cx="558515" cy="191932"/>
            </a:xfrm>
            <a:custGeom>
              <a:avLst/>
              <a:gdLst/>
              <a:ahLst/>
              <a:cxnLst/>
              <a:rect l="0" t="0" r="0" b="0"/>
              <a:pathLst>
                <a:path w="558515" h="191932">
                  <a:moveTo>
                    <a:pt x="27431" y="191932"/>
                  </a:moveTo>
                  <a:lnTo>
                    <a:pt x="531083" y="191932"/>
                  </a:lnTo>
                  <a:lnTo>
                    <a:pt x="529978" y="191910"/>
                  </a:lnTo>
                  <a:lnTo>
                    <a:pt x="534390" y="191732"/>
                  </a:lnTo>
                  <a:lnTo>
                    <a:pt x="538715" y="190849"/>
                  </a:lnTo>
                  <a:lnTo>
                    <a:pt x="542843" y="189284"/>
                  </a:lnTo>
                  <a:lnTo>
                    <a:pt x="546666" y="187076"/>
                  </a:lnTo>
                  <a:lnTo>
                    <a:pt x="550086" y="184284"/>
                  </a:lnTo>
                  <a:lnTo>
                    <a:pt x="553013" y="180980"/>
                  </a:lnTo>
                  <a:lnTo>
                    <a:pt x="555373" y="177248"/>
                  </a:lnTo>
                  <a:lnTo>
                    <a:pt x="557103" y="173187"/>
                  </a:lnTo>
                  <a:lnTo>
                    <a:pt x="558160" y="168900"/>
                  </a:lnTo>
                  <a:lnTo>
                    <a:pt x="558515" y="164500"/>
                  </a:lnTo>
                  <a:lnTo>
                    <a:pt x="558515" y="27432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17" name="tx3967">
              <a:extLst>
                <a:ext uri="{FF2B5EF4-FFF2-40B4-BE49-F238E27FC236}">
                  <a16:creationId xmlns:a16="http://schemas.microsoft.com/office/drawing/2014/main" id="{BAE29C74-E430-22E9-3D4C-1B415554D5A2}"/>
                </a:ext>
              </a:extLst>
            </p:cNvPr>
            <p:cNvSpPr/>
            <p:nvPr/>
          </p:nvSpPr>
          <p:spPr>
            <a:xfrm>
              <a:off x="2337586" y="4806087"/>
              <a:ext cx="467075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</a:t>
              </a:r>
              <a:r>
                <a:rPr lang="en-US"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</a:t>
              </a:r>
              <a:r>
                <a:rPr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TX</a:t>
              </a:r>
            </a:p>
          </p:txBody>
        </p:sp>
        <p:sp>
          <p:nvSpPr>
            <p:cNvPr id="24818" name="pg3968">
              <a:extLst>
                <a:ext uri="{FF2B5EF4-FFF2-40B4-BE49-F238E27FC236}">
                  <a16:creationId xmlns:a16="http://schemas.microsoft.com/office/drawing/2014/main" id="{16043C01-E613-AEBA-8E12-B9D36998EDEE}"/>
                </a:ext>
              </a:extLst>
            </p:cNvPr>
            <p:cNvSpPr/>
            <p:nvPr/>
          </p:nvSpPr>
          <p:spPr>
            <a:xfrm>
              <a:off x="5282225" y="2665445"/>
              <a:ext cx="589605" cy="191932"/>
            </a:xfrm>
            <a:custGeom>
              <a:avLst/>
              <a:gdLst/>
              <a:ahLst/>
              <a:cxnLst/>
              <a:rect l="0" t="0" r="0" b="0"/>
              <a:pathLst>
                <a:path w="589605" h="191932">
                  <a:moveTo>
                    <a:pt x="27431" y="191932"/>
                  </a:moveTo>
                  <a:lnTo>
                    <a:pt x="562173" y="191932"/>
                  </a:lnTo>
                  <a:lnTo>
                    <a:pt x="561068" y="191910"/>
                  </a:lnTo>
                  <a:lnTo>
                    <a:pt x="565479" y="191732"/>
                  </a:lnTo>
                  <a:lnTo>
                    <a:pt x="569805" y="190849"/>
                  </a:lnTo>
                  <a:lnTo>
                    <a:pt x="573933" y="189284"/>
                  </a:lnTo>
                  <a:lnTo>
                    <a:pt x="577756" y="187076"/>
                  </a:lnTo>
                  <a:lnTo>
                    <a:pt x="581175" y="184284"/>
                  </a:lnTo>
                  <a:lnTo>
                    <a:pt x="584103" y="180980"/>
                  </a:lnTo>
                  <a:lnTo>
                    <a:pt x="586462" y="177248"/>
                  </a:lnTo>
                  <a:lnTo>
                    <a:pt x="588193" y="173187"/>
                  </a:lnTo>
                  <a:lnTo>
                    <a:pt x="589249" y="168900"/>
                  </a:lnTo>
                  <a:lnTo>
                    <a:pt x="589605" y="164500"/>
                  </a:lnTo>
                  <a:lnTo>
                    <a:pt x="589605" y="27432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19" name="tx3969">
              <a:extLst>
                <a:ext uri="{FF2B5EF4-FFF2-40B4-BE49-F238E27FC236}">
                  <a16:creationId xmlns:a16="http://schemas.microsoft.com/office/drawing/2014/main" id="{6A000C2D-1CBF-DDAC-007F-79DB2A6F871C}"/>
                </a:ext>
              </a:extLst>
            </p:cNvPr>
            <p:cNvSpPr/>
            <p:nvPr/>
          </p:nvSpPr>
          <p:spPr>
            <a:xfrm>
              <a:off x="5327945" y="2711165"/>
              <a:ext cx="498165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</a:t>
              </a:r>
              <a:r>
                <a:rPr lang="en-US"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</a:t>
              </a:r>
              <a:r>
                <a:rPr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</a:t>
              </a:r>
            </a:p>
          </p:txBody>
        </p:sp>
        <p:sp>
          <p:nvSpPr>
            <p:cNvPr id="24820" name="pg3970">
              <a:extLst>
                <a:ext uri="{FF2B5EF4-FFF2-40B4-BE49-F238E27FC236}">
                  <a16:creationId xmlns:a16="http://schemas.microsoft.com/office/drawing/2014/main" id="{19880B46-D251-03B2-4C79-2A635A8B3AFE}"/>
                </a:ext>
              </a:extLst>
            </p:cNvPr>
            <p:cNvSpPr/>
            <p:nvPr/>
          </p:nvSpPr>
          <p:spPr>
            <a:xfrm>
              <a:off x="3970461" y="4460335"/>
              <a:ext cx="542970" cy="191932"/>
            </a:xfrm>
            <a:custGeom>
              <a:avLst/>
              <a:gdLst/>
              <a:ahLst/>
              <a:cxnLst/>
              <a:rect l="0" t="0" r="0" b="0"/>
              <a:pathLst>
                <a:path w="542970" h="191932">
                  <a:moveTo>
                    <a:pt x="27431" y="191932"/>
                  </a:moveTo>
                  <a:lnTo>
                    <a:pt x="515538" y="191932"/>
                  </a:lnTo>
                  <a:lnTo>
                    <a:pt x="514434" y="191910"/>
                  </a:lnTo>
                  <a:lnTo>
                    <a:pt x="518845" y="191732"/>
                  </a:lnTo>
                  <a:lnTo>
                    <a:pt x="523170" y="190849"/>
                  </a:lnTo>
                  <a:lnTo>
                    <a:pt x="527298" y="189284"/>
                  </a:lnTo>
                  <a:lnTo>
                    <a:pt x="531121" y="187076"/>
                  </a:lnTo>
                  <a:lnTo>
                    <a:pt x="534541" y="184284"/>
                  </a:lnTo>
                  <a:lnTo>
                    <a:pt x="537469" y="180980"/>
                  </a:lnTo>
                  <a:lnTo>
                    <a:pt x="539828" y="177248"/>
                  </a:lnTo>
                  <a:lnTo>
                    <a:pt x="541558" y="173187"/>
                  </a:lnTo>
                  <a:lnTo>
                    <a:pt x="542615" y="168900"/>
                  </a:lnTo>
                  <a:lnTo>
                    <a:pt x="542970" y="164500"/>
                  </a:lnTo>
                  <a:lnTo>
                    <a:pt x="542970" y="27431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21" name="tx3971">
              <a:extLst>
                <a:ext uri="{FF2B5EF4-FFF2-40B4-BE49-F238E27FC236}">
                  <a16:creationId xmlns:a16="http://schemas.microsoft.com/office/drawing/2014/main" id="{286A546C-1B6D-68A7-333C-D325DA24756F}"/>
                </a:ext>
              </a:extLst>
            </p:cNvPr>
            <p:cNvSpPr/>
            <p:nvPr/>
          </p:nvSpPr>
          <p:spPr>
            <a:xfrm>
              <a:off x="4016181" y="4506055"/>
              <a:ext cx="451530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</a:t>
              </a:r>
              <a:r>
                <a:rPr lang="en-US"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</a:t>
              </a:r>
              <a:r>
                <a:rPr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FL</a:t>
              </a:r>
            </a:p>
          </p:txBody>
        </p:sp>
        <p:sp>
          <p:nvSpPr>
            <p:cNvPr id="24822" name="pg3972">
              <a:extLst>
                <a:ext uri="{FF2B5EF4-FFF2-40B4-BE49-F238E27FC236}">
                  <a16:creationId xmlns:a16="http://schemas.microsoft.com/office/drawing/2014/main" id="{2B5CADE3-DD20-BC68-E72C-C42B0586E058}"/>
                </a:ext>
              </a:extLst>
            </p:cNvPr>
            <p:cNvSpPr/>
            <p:nvPr/>
          </p:nvSpPr>
          <p:spPr>
            <a:xfrm>
              <a:off x="2960951" y="4613857"/>
              <a:ext cx="550834" cy="191932"/>
            </a:xfrm>
            <a:custGeom>
              <a:avLst/>
              <a:gdLst/>
              <a:ahLst/>
              <a:cxnLst/>
              <a:rect l="0" t="0" r="0" b="0"/>
              <a:pathLst>
                <a:path w="550834" h="191932">
                  <a:moveTo>
                    <a:pt x="27431" y="191932"/>
                  </a:moveTo>
                  <a:lnTo>
                    <a:pt x="523402" y="191932"/>
                  </a:lnTo>
                  <a:lnTo>
                    <a:pt x="522297" y="191910"/>
                  </a:lnTo>
                  <a:lnTo>
                    <a:pt x="526709" y="191732"/>
                  </a:lnTo>
                  <a:lnTo>
                    <a:pt x="531034" y="190849"/>
                  </a:lnTo>
                  <a:lnTo>
                    <a:pt x="535162" y="189284"/>
                  </a:lnTo>
                  <a:lnTo>
                    <a:pt x="538985" y="187076"/>
                  </a:lnTo>
                  <a:lnTo>
                    <a:pt x="542405" y="184284"/>
                  </a:lnTo>
                  <a:lnTo>
                    <a:pt x="545332" y="180980"/>
                  </a:lnTo>
                  <a:lnTo>
                    <a:pt x="547692" y="177248"/>
                  </a:lnTo>
                  <a:lnTo>
                    <a:pt x="549422" y="173187"/>
                  </a:lnTo>
                  <a:lnTo>
                    <a:pt x="550479" y="168900"/>
                  </a:lnTo>
                  <a:lnTo>
                    <a:pt x="550834" y="164500"/>
                  </a:lnTo>
                  <a:lnTo>
                    <a:pt x="550834" y="27431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23" name="tx3973">
              <a:extLst>
                <a:ext uri="{FF2B5EF4-FFF2-40B4-BE49-F238E27FC236}">
                  <a16:creationId xmlns:a16="http://schemas.microsoft.com/office/drawing/2014/main" id="{B9B43F9E-114F-5F26-B3BE-467C27476411}"/>
                </a:ext>
              </a:extLst>
            </p:cNvPr>
            <p:cNvSpPr/>
            <p:nvPr/>
          </p:nvSpPr>
          <p:spPr>
            <a:xfrm>
              <a:off x="3006671" y="4659577"/>
              <a:ext cx="459394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</a:t>
              </a:r>
              <a:r>
                <a:rPr lang="en-US"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</a:t>
              </a:r>
              <a:r>
                <a:rPr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</a:t>
              </a:r>
            </a:p>
          </p:txBody>
        </p:sp>
        <p:sp>
          <p:nvSpPr>
            <p:cNvPr id="24824" name="pg3974">
              <a:extLst>
                <a:ext uri="{FF2B5EF4-FFF2-40B4-BE49-F238E27FC236}">
                  <a16:creationId xmlns:a16="http://schemas.microsoft.com/office/drawing/2014/main" id="{17A914A8-DA77-8E08-B9B9-BBE72DAC7479}"/>
                </a:ext>
              </a:extLst>
            </p:cNvPr>
            <p:cNvSpPr/>
            <p:nvPr/>
          </p:nvSpPr>
          <p:spPr>
            <a:xfrm>
              <a:off x="4921537" y="2948305"/>
              <a:ext cx="581741" cy="191932"/>
            </a:xfrm>
            <a:custGeom>
              <a:avLst/>
              <a:gdLst/>
              <a:ahLst/>
              <a:cxnLst/>
              <a:rect l="0" t="0" r="0" b="0"/>
              <a:pathLst>
                <a:path w="581741" h="191932">
                  <a:moveTo>
                    <a:pt x="27431" y="191932"/>
                  </a:moveTo>
                  <a:lnTo>
                    <a:pt x="554309" y="191932"/>
                  </a:lnTo>
                  <a:lnTo>
                    <a:pt x="553204" y="191910"/>
                  </a:lnTo>
                  <a:lnTo>
                    <a:pt x="557615" y="191732"/>
                  </a:lnTo>
                  <a:lnTo>
                    <a:pt x="561941" y="190849"/>
                  </a:lnTo>
                  <a:lnTo>
                    <a:pt x="566069" y="189284"/>
                  </a:lnTo>
                  <a:lnTo>
                    <a:pt x="569892" y="187076"/>
                  </a:lnTo>
                  <a:lnTo>
                    <a:pt x="573312" y="184284"/>
                  </a:lnTo>
                  <a:lnTo>
                    <a:pt x="576239" y="180980"/>
                  </a:lnTo>
                  <a:lnTo>
                    <a:pt x="578599" y="177248"/>
                  </a:lnTo>
                  <a:lnTo>
                    <a:pt x="580329" y="173187"/>
                  </a:lnTo>
                  <a:lnTo>
                    <a:pt x="581386" y="168900"/>
                  </a:lnTo>
                  <a:lnTo>
                    <a:pt x="581741" y="164500"/>
                  </a:lnTo>
                  <a:lnTo>
                    <a:pt x="581741" y="27432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25" name="tx3975">
              <a:extLst>
                <a:ext uri="{FF2B5EF4-FFF2-40B4-BE49-F238E27FC236}">
                  <a16:creationId xmlns:a16="http://schemas.microsoft.com/office/drawing/2014/main" id="{F58C403B-B1A1-A9D5-7407-4434F21E8126}"/>
                </a:ext>
              </a:extLst>
            </p:cNvPr>
            <p:cNvSpPr/>
            <p:nvPr/>
          </p:nvSpPr>
          <p:spPr>
            <a:xfrm>
              <a:off x="4967257" y="2994025"/>
              <a:ext cx="490301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</a:t>
              </a:r>
              <a:r>
                <a:rPr lang="en-US"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</a:t>
              </a:r>
              <a:r>
                <a:rPr sz="110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NH</a:t>
              </a:r>
            </a:p>
          </p:txBody>
        </p:sp>
        <p:sp>
          <p:nvSpPr>
            <p:cNvPr id="24826" name="rc3976">
              <a:extLst>
                <a:ext uri="{FF2B5EF4-FFF2-40B4-BE49-F238E27FC236}">
                  <a16:creationId xmlns:a16="http://schemas.microsoft.com/office/drawing/2014/main" id="{62F8D871-74AD-0808-424B-6F0A76C47161}"/>
                </a:ext>
              </a:extLst>
            </p:cNvPr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27" name="tx3977">
              <a:extLst>
                <a:ext uri="{FF2B5EF4-FFF2-40B4-BE49-F238E27FC236}">
                  <a16:creationId xmlns:a16="http://schemas.microsoft.com/office/drawing/2014/main" id="{847378FE-7E6F-C594-0D22-F7862BCBCB91}"/>
                </a:ext>
              </a:extLst>
            </p:cNvPr>
            <p:cNvSpPr/>
            <p:nvPr/>
          </p:nvSpPr>
          <p:spPr>
            <a:xfrm>
              <a:off x="1889564" y="5366840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4828" name="tx3978">
              <a:extLst>
                <a:ext uri="{FF2B5EF4-FFF2-40B4-BE49-F238E27FC236}">
                  <a16:creationId xmlns:a16="http://schemas.microsoft.com/office/drawing/2014/main" id="{1FE42B73-427F-33F7-4B52-EA8DC8B6E2CF}"/>
                </a:ext>
              </a:extLst>
            </p:cNvPr>
            <p:cNvSpPr/>
            <p:nvPr/>
          </p:nvSpPr>
          <p:spPr>
            <a:xfrm>
              <a:off x="2013922" y="534846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24829" name="tx3979">
              <a:extLst>
                <a:ext uri="{FF2B5EF4-FFF2-40B4-BE49-F238E27FC236}">
                  <a16:creationId xmlns:a16="http://schemas.microsoft.com/office/drawing/2014/main" id="{ECBD12BD-B75E-D0ED-2A92-B42FFE440175}"/>
                </a:ext>
              </a:extLst>
            </p:cNvPr>
            <p:cNvSpPr/>
            <p:nvPr/>
          </p:nvSpPr>
          <p:spPr>
            <a:xfrm>
              <a:off x="2058636" y="536684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24830" name="tx3980">
              <a:extLst>
                <a:ext uri="{FF2B5EF4-FFF2-40B4-BE49-F238E27FC236}">
                  <a16:creationId xmlns:a16="http://schemas.microsoft.com/office/drawing/2014/main" id="{1FC99181-5435-248D-F77D-BF0DF7C6866C}"/>
                </a:ext>
              </a:extLst>
            </p:cNvPr>
            <p:cNvSpPr/>
            <p:nvPr/>
          </p:nvSpPr>
          <p:spPr>
            <a:xfrm>
              <a:off x="1889564" y="471646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4831" name="tx3981">
              <a:extLst>
                <a:ext uri="{FF2B5EF4-FFF2-40B4-BE49-F238E27FC236}">
                  <a16:creationId xmlns:a16="http://schemas.microsoft.com/office/drawing/2014/main" id="{90FDD45C-5BA3-3845-6489-5BBF458A45E3}"/>
                </a:ext>
              </a:extLst>
            </p:cNvPr>
            <p:cNvSpPr/>
            <p:nvPr/>
          </p:nvSpPr>
          <p:spPr>
            <a:xfrm>
              <a:off x="2013922" y="469808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24832" name="tx3982">
              <a:extLst>
                <a:ext uri="{FF2B5EF4-FFF2-40B4-BE49-F238E27FC236}">
                  <a16:creationId xmlns:a16="http://schemas.microsoft.com/office/drawing/2014/main" id="{61A5224C-6C21-5353-3531-7572E2F2E497}"/>
                </a:ext>
              </a:extLst>
            </p:cNvPr>
            <p:cNvSpPr/>
            <p:nvPr/>
          </p:nvSpPr>
          <p:spPr>
            <a:xfrm>
              <a:off x="2058636" y="471646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24833" name="tx3983">
              <a:extLst>
                <a:ext uri="{FF2B5EF4-FFF2-40B4-BE49-F238E27FC236}">
                  <a16:creationId xmlns:a16="http://schemas.microsoft.com/office/drawing/2014/main" id="{ED481AE1-B711-7DFF-187F-5E6DBAF918BF}"/>
                </a:ext>
              </a:extLst>
            </p:cNvPr>
            <p:cNvSpPr/>
            <p:nvPr/>
          </p:nvSpPr>
          <p:spPr>
            <a:xfrm>
              <a:off x="1889564" y="406618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24834" name="tx3984">
              <a:extLst>
                <a:ext uri="{FF2B5EF4-FFF2-40B4-BE49-F238E27FC236}">
                  <a16:creationId xmlns:a16="http://schemas.microsoft.com/office/drawing/2014/main" id="{0B814C86-7182-DD60-2EA4-93F11C9DC91E}"/>
                </a:ext>
              </a:extLst>
            </p:cNvPr>
            <p:cNvSpPr/>
            <p:nvPr/>
          </p:nvSpPr>
          <p:spPr>
            <a:xfrm>
              <a:off x="2013922" y="404780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24835" name="tx3985">
              <a:extLst>
                <a:ext uri="{FF2B5EF4-FFF2-40B4-BE49-F238E27FC236}">
                  <a16:creationId xmlns:a16="http://schemas.microsoft.com/office/drawing/2014/main" id="{6B3131F8-2E33-308A-F3CB-CAF4D6E53970}"/>
                </a:ext>
              </a:extLst>
            </p:cNvPr>
            <p:cNvSpPr/>
            <p:nvPr/>
          </p:nvSpPr>
          <p:spPr>
            <a:xfrm>
              <a:off x="2058636" y="406618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24836" name="tx3986">
              <a:extLst>
                <a:ext uri="{FF2B5EF4-FFF2-40B4-BE49-F238E27FC236}">
                  <a16:creationId xmlns:a16="http://schemas.microsoft.com/office/drawing/2014/main" id="{7CFE932C-A063-FA23-21EE-CDF254C5D7F9}"/>
                </a:ext>
              </a:extLst>
            </p:cNvPr>
            <p:cNvSpPr/>
            <p:nvPr/>
          </p:nvSpPr>
          <p:spPr>
            <a:xfrm>
              <a:off x="1889564" y="341590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4837" name="tx3987">
              <a:extLst>
                <a:ext uri="{FF2B5EF4-FFF2-40B4-BE49-F238E27FC236}">
                  <a16:creationId xmlns:a16="http://schemas.microsoft.com/office/drawing/2014/main" id="{2567556D-3785-CF5A-FB19-3FBF6A324467}"/>
                </a:ext>
              </a:extLst>
            </p:cNvPr>
            <p:cNvSpPr/>
            <p:nvPr/>
          </p:nvSpPr>
          <p:spPr>
            <a:xfrm>
              <a:off x="2013922" y="339752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24838" name="tx3988">
              <a:extLst>
                <a:ext uri="{FF2B5EF4-FFF2-40B4-BE49-F238E27FC236}">
                  <a16:creationId xmlns:a16="http://schemas.microsoft.com/office/drawing/2014/main" id="{67FBAF74-9403-36E0-50C9-5725675B6CA5}"/>
                </a:ext>
              </a:extLst>
            </p:cNvPr>
            <p:cNvSpPr/>
            <p:nvPr/>
          </p:nvSpPr>
          <p:spPr>
            <a:xfrm>
              <a:off x="2058636" y="341590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24839" name="tx3989">
              <a:extLst>
                <a:ext uri="{FF2B5EF4-FFF2-40B4-BE49-F238E27FC236}">
                  <a16:creationId xmlns:a16="http://schemas.microsoft.com/office/drawing/2014/main" id="{64383210-BEC2-3131-60B0-3F156FF35351}"/>
                </a:ext>
              </a:extLst>
            </p:cNvPr>
            <p:cNvSpPr/>
            <p:nvPr/>
          </p:nvSpPr>
          <p:spPr>
            <a:xfrm>
              <a:off x="1889564" y="2765720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24840" name="tx3990">
              <a:extLst>
                <a:ext uri="{FF2B5EF4-FFF2-40B4-BE49-F238E27FC236}">
                  <a16:creationId xmlns:a16="http://schemas.microsoft.com/office/drawing/2014/main" id="{B1C2F61C-8C50-AEA0-A7EA-2F5B594D10C8}"/>
                </a:ext>
              </a:extLst>
            </p:cNvPr>
            <p:cNvSpPr/>
            <p:nvPr/>
          </p:nvSpPr>
          <p:spPr>
            <a:xfrm>
              <a:off x="2013922" y="274734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24841" name="tx3991">
              <a:extLst>
                <a:ext uri="{FF2B5EF4-FFF2-40B4-BE49-F238E27FC236}">
                  <a16:creationId xmlns:a16="http://schemas.microsoft.com/office/drawing/2014/main" id="{AB64C804-58A9-69E4-960D-BE0EF007E146}"/>
                </a:ext>
              </a:extLst>
            </p:cNvPr>
            <p:cNvSpPr/>
            <p:nvPr/>
          </p:nvSpPr>
          <p:spPr>
            <a:xfrm>
              <a:off x="2058636" y="276572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24842" name="pl3992">
              <a:extLst>
                <a:ext uri="{FF2B5EF4-FFF2-40B4-BE49-F238E27FC236}">
                  <a16:creationId xmlns:a16="http://schemas.microsoft.com/office/drawing/2014/main" id="{F3F335FA-D5E5-6D60-D5FD-C3539863F0BE}"/>
                </a:ext>
              </a:extLst>
            </p:cNvPr>
            <p:cNvSpPr/>
            <p:nvPr/>
          </p:nvSpPr>
          <p:spPr>
            <a:xfrm>
              <a:off x="2167122" y="540785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43" name="pl3993">
              <a:extLst>
                <a:ext uri="{FF2B5EF4-FFF2-40B4-BE49-F238E27FC236}">
                  <a16:creationId xmlns:a16="http://schemas.microsoft.com/office/drawing/2014/main" id="{1A02AEED-94AB-47E5-A122-6F55BBA52A4D}"/>
                </a:ext>
              </a:extLst>
            </p:cNvPr>
            <p:cNvSpPr/>
            <p:nvPr/>
          </p:nvSpPr>
          <p:spPr>
            <a:xfrm>
              <a:off x="2167122" y="475757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44" name="pl3994">
              <a:extLst>
                <a:ext uri="{FF2B5EF4-FFF2-40B4-BE49-F238E27FC236}">
                  <a16:creationId xmlns:a16="http://schemas.microsoft.com/office/drawing/2014/main" id="{E23E167D-ED8F-849E-B215-FB648A454BCA}"/>
                </a:ext>
              </a:extLst>
            </p:cNvPr>
            <p:cNvSpPr/>
            <p:nvPr/>
          </p:nvSpPr>
          <p:spPr>
            <a:xfrm>
              <a:off x="2167122" y="410729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45" name="pl3995">
              <a:extLst>
                <a:ext uri="{FF2B5EF4-FFF2-40B4-BE49-F238E27FC236}">
                  <a16:creationId xmlns:a16="http://schemas.microsoft.com/office/drawing/2014/main" id="{12285829-D2E4-9E64-B4D3-AFA92F629276}"/>
                </a:ext>
              </a:extLst>
            </p:cNvPr>
            <p:cNvSpPr/>
            <p:nvPr/>
          </p:nvSpPr>
          <p:spPr>
            <a:xfrm>
              <a:off x="2167122" y="345701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46" name="pl3996">
              <a:extLst>
                <a:ext uri="{FF2B5EF4-FFF2-40B4-BE49-F238E27FC236}">
                  <a16:creationId xmlns:a16="http://schemas.microsoft.com/office/drawing/2014/main" id="{4C4A530A-52C6-EE87-9B5F-BF286AE78BAA}"/>
                </a:ext>
              </a:extLst>
            </p:cNvPr>
            <p:cNvSpPr/>
            <p:nvPr/>
          </p:nvSpPr>
          <p:spPr>
            <a:xfrm>
              <a:off x="2167122" y="280673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47" name="pl3997">
              <a:extLst>
                <a:ext uri="{FF2B5EF4-FFF2-40B4-BE49-F238E27FC236}">
                  <a16:creationId xmlns:a16="http://schemas.microsoft.com/office/drawing/2014/main" id="{B44D8CFC-80FD-7386-38B5-EF8F2D64E73F}"/>
                </a:ext>
              </a:extLst>
            </p:cNvPr>
            <p:cNvSpPr/>
            <p:nvPr/>
          </p:nvSpPr>
          <p:spPr>
            <a:xfrm>
              <a:off x="2610961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48" name="pl3998">
              <a:extLst>
                <a:ext uri="{FF2B5EF4-FFF2-40B4-BE49-F238E27FC236}">
                  <a16:creationId xmlns:a16="http://schemas.microsoft.com/office/drawing/2014/main" id="{584B9859-FA97-2ED4-B415-63C0E889BFA5}"/>
                </a:ext>
              </a:extLst>
            </p:cNvPr>
            <p:cNvSpPr/>
            <p:nvPr/>
          </p:nvSpPr>
          <p:spPr>
            <a:xfrm>
              <a:off x="314013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49" name="pl3999">
              <a:extLst>
                <a:ext uri="{FF2B5EF4-FFF2-40B4-BE49-F238E27FC236}">
                  <a16:creationId xmlns:a16="http://schemas.microsoft.com/office/drawing/2014/main" id="{1EE19F56-C36A-7BAD-BE0A-F99CBCA63B6D}"/>
                </a:ext>
              </a:extLst>
            </p:cNvPr>
            <p:cNvSpPr/>
            <p:nvPr/>
          </p:nvSpPr>
          <p:spPr>
            <a:xfrm>
              <a:off x="366931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50" name="pl4000">
              <a:extLst>
                <a:ext uri="{FF2B5EF4-FFF2-40B4-BE49-F238E27FC236}">
                  <a16:creationId xmlns:a16="http://schemas.microsoft.com/office/drawing/2014/main" id="{5E723C48-5864-0CBF-68D2-EC3C6D0A65E5}"/>
                </a:ext>
              </a:extLst>
            </p:cNvPr>
            <p:cNvSpPr/>
            <p:nvPr/>
          </p:nvSpPr>
          <p:spPr>
            <a:xfrm>
              <a:off x="419848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51" name="pl4001">
              <a:extLst>
                <a:ext uri="{FF2B5EF4-FFF2-40B4-BE49-F238E27FC236}">
                  <a16:creationId xmlns:a16="http://schemas.microsoft.com/office/drawing/2014/main" id="{3E35DEED-25C7-3828-55BC-B2E064DEE873}"/>
                </a:ext>
              </a:extLst>
            </p:cNvPr>
            <p:cNvSpPr/>
            <p:nvPr/>
          </p:nvSpPr>
          <p:spPr>
            <a:xfrm>
              <a:off x="472766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52" name="pl4002">
              <a:extLst>
                <a:ext uri="{FF2B5EF4-FFF2-40B4-BE49-F238E27FC236}">
                  <a16:creationId xmlns:a16="http://schemas.microsoft.com/office/drawing/2014/main" id="{78A48566-E4E6-12A4-72B1-C3D82DBA7608}"/>
                </a:ext>
              </a:extLst>
            </p:cNvPr>
            <p:cNvSpPr/>
            <p:nvPr/>
          </p:nvSpPr>
          <p:spPr>
            <a:xfrm>
              <a:off x="525683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53" name="pl4003">
              <a:extLst>
                <a:ext uri="{FF2B5EF4-FFF2-40B4-BE49-F238E27FC236}">
                  <a16:creationId xmlns:a16="http://schemas.microsoft.com/office/drawing/2014/main" id="{BB3E7E9C-2EA0-F3D0-2F84-4FC65A968E98}"/>
                </a:ext>
              </a:extLst>
            </p:cNvPr>
            <p:cNvSpPr/>
            <p:nvPr/>
          </p:nvSpPr>
          <p:spPr>
            <a:xfrm>
              <a:off x="578601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54" name="pl4004">
              <a:extLst>
                <a:ext uri="{FF2B5EF4-FFF2-40B4-BE49-F238E27FC236}">
                  <a16:creationId xmlns:a16="http://schemas.microsoft.com/office/drawing/2014/main" id="{A2787BD2-38EE-19DF-EBF8-92E47B70E6A6}"/>
                </a:ext>
              </a:extLst>
            </p:cNvPr>
            <p:cNvSpPr/>
            <p:nvPr/>
          </p:nvSpPr>
          <p:spPr>
            <a:xfrm>
              <a:off x="631518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55" name="tx4005">
              <a:extLst>
                <a:ext uri="{FF2B5EF4-FFF2-40B4-BE49-F238E27FC236}">
                  <a16:creationId xmlns:a16="http://schemas.microsoft.com/office/drawing/2014/main" id="{75B922EE-0B27-418D-C0FF-8A9A8561F20F}"/>
                </a:ext>
              </a:extLst>
            </p:cNvPr>
            <p:cNvSpPr/>
            <p:nvPr/>
          </p:nvSpPr>
          <p:spPr>
            <a:xfrm>
              <a:off x="2442620" y="5783578"/>
              <a:ext cx="18653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4856" name="tx4006">
              <a:extLst>
                <a:ext uri="{FF2B5EF4-FFF2-40B4-BE49-F238E27FC236}">
                  <a16:creationId xmlns:a16="http://schemas.microsoft.com/office/drawing/2014/main" id="{1D81D192-27C7-A11F-C630-BBF0A5CB8935}"/>
                </a:ext>
              </a:extLst>
            </p:cNvPr>
            <p:cNvSpPr/>
            <p:nvPr/>
          </p:nvSpPr>
          <p:spPr>
            <a:xfrm>
              <a:off x="262915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24857" name="tx4007">
              <a:extLst>
                <a:ext uri="{FF2B5EF4-FFF2-40B4-BE49-F238E27FC236}">
                  <a16:creationId xmlns:a16="http://schemas.microsoft.com/office/drawing/2014/main" id="{48845092-F9F4-646A-1553-4B500A306BF3}"/>
                </a:ext>
              </a:extLst>
            </p:cNvPr>
            <p:cNvSpPr/>
            <p:nvPr/>
          </p:nvSpPr>
          <p:spPr>
            <a:xfrm>
              <a:off x="267387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24858" name="tx4008">
              <a:extLst>
                <a:ext uri="{FF2B5EF4-FFF2-40B4-BE49-F238E27FC236}">
                  <a16:creationId xmlns:a16="http://schemas.microsoft.com/office/drawing/2014/main" id="{457B332C-3219-65CF-F511-A0A6E11105FA}"/>
                </a:ext>
              </a:extLst>
            </p:cNvPr>
            <p:cNvSpPr/>
            <p:nvPr/>
          </p:nvSpPr>
          <p:spPr>
            <a:xfrm>
              <a:off x="298738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24859" name="tx4009">
              <a:extLst>
                <a:ext uri="{FF2B5EF4-FFF2-40B4-BE49-F238E27FC236}">
                  <a16:creationId xmlns:a16="http://schemas.microsoft.com/office/drawing/2014/main" id="{2B40A5EF-DEF7-E256-F500-E1D1670A76D1}"/>
                </a:ext>
              </a:extLst>
            </p:cNvPr>
            <p:cNvSpPr/>
            <p:nvPr/>
          </p:nvSpPr>
          <p:spPr>
            <a:xfrm>
              <a:off x="314274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24860" name="tx4010">
              <a:extLst>
                <a:ext uri="{FF2B5EF4-FFF2-40B4-BE49-F238E27FC236}">
                  <a16:creationId xmlns:a16="http://schemas.microsoft.com/office/drawing/2014/main" id="{92EE3FE1-5FA2-7DB3-D44D-02A6EE8F6BCA}"/>
                </a:ext>
              </a:extLst>
            </p:cNvPr>
            <p:cNvSpPr/>
            <p:nvPr/>
          </p:nvSpPr>
          <p:spPr>
            <a:xfrm>
              <a:off x="318745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24861" name="tx4011">
              <a:extLst>
                <a:ext uri="{FF2B5EF4-FFF2-40B4-BE49-F238E27FC236}">
                  <a16:creationId xmlns:a16="http://schemas.microsoft.com/office/drawing/2014/main" id="{31EC81B6-34F8-A280-5271-BC900365E25A}"/>
                </a:ext>
              </a:extLst>
            </p:cNvPr>
            <p:cNvSpPr/>
            <p:nvPr/>
          </p:nvSpPr>
          <p:spPr>
            <a:xfrm>
              <a:off x="351656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24862" name="tx4012">
              <a:extLst>
                <a:ext uri="{FF2B5EF4-FFF2-40B4-BE49-F238E27FC236}">
                  <a16:creationId xmlns:a16="http://schemas.microsoft.com/office/drawing/2014/main" id="{41147B46-4FB6-92AB-6035-19B65B3CBF75}"/>
                </a:ext>
              </a:extLst>
            </p:cNvPr>
            <p:cNvSpPr/>
            <p:nvPr/>
          </p:nvSpPr>
          <p:spPr>
            <a:xfrm>
              <a:off x="367191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24863" name="tx4013">
              <a:extLst>
                <a:ext uri="{FF2B5EF4-FFF2-40B4-BE49-F238E27FC236}">
                  <a16:creationId xmlns:a16="http://schemas.microsoft.com/office/drawing/2014/main" id="{F08C7D66-AA2B-EB14-75DE-D0BD2F8C79E6}"/>
                </a:ext>
              </a:extLst>
            </p:cNvPr>
            <p:cNvSpPr/>
            <p:nvPr/>
          </p:nvSpPr>
          <p:spPr>
            <a:xfrm>
              <a:off x="371663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24864" name="tx4014">
              <a:extLst>
                <a:ext uri="{FF2B5EF4-FFF2-40B4-BE49-F238E27FC236}">
                  <a16:creationId xmlns:a16="http://schemas.microsoft.com/office/drawing/2014/main" id="{0AB627EA-B53B-F556-E85F-87DCBC84D2D7}"/>
                </a:ext>
              </a:extLst>
            </p:cNvPr>
            <p:cNvSpPr/>
            <p:nvPr/>
          </p:nvSpPr>
          <p:spPr>
            <a:xfrm>
              <a:off x="404573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24865" name="tx4015">
              <a:extLst>
                <a:ext uri="{FF2B5EF4-FFF2-40B4-BE49-F238E27FC236}">
                  <a16:creationId xmlns:a16="http://schemas.microsoft.com/office/drawing/2014/main" id="{B67C0A2B-5B97-E2F7-6CBC-98D2783DD1B7}"/>
                </a:ext>
              </a:extLst>
            </p:cNvPr>
            <p:cNvSpPr/>
            <p:nvPr/>
          </p:nvSpPr>
          <p:spPr>
            <a:xfrm>
              <a:off x="420109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24866" name="tx4016">
              <a:extLst>
                <a:ext uri="{FF2B5EF4-FFF2-40B4-BE49-F238E27FC236}">
                  <a16:creationId xmlns:a16="http://schemas.microsoft.com/office/drawing/2014/main" id="{BF6D3DC9-8BB7-4EEE-CBC2-33034B1A5F23}"/>
                </a:ext>
              </a:extLst>
            </p:cNvPr>
            <p:cNvSpPr/>
            <p:nvPr/>
          </p:nvSpPr>
          <p:spPr>
            <a:xfrm>
              <a:off x="424580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24867" name="tx4017">
              <a:extLst>
                <a:ext uri="{FF2B5EF4-FFF2-40B4-BE49-F238E27FC236}">
                  <a16:creationId xmlns:a16="http://schemas.microsoft.com/office/drawing/2014/main" id="{11983CE8-7A49-3978-23CA-410F7D1F11D4}"/>
                </a:ext>
              </a:extLst>
            </p:cNvPr>
            <p:cNvSpPr/>
            <p:nvPr/>
          </p:nvSpPr>
          <p:spPr>
            <a:xfrm>
              <a:off x="457491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24868" name="tx4018">
              <a:extLst>
                <a:ext uri="{FF2B5EF4-FFF2-40B4-BE49-F238E27FC236}">
                  <a16:creationId xmlns:a16="http://schemas.microsoft.com/office/drawing/2014/main" id="{B4E388CD-0EB9-E5FA-1B95-BC6CB8784D73}"/>
                </a:ext>
              </a:extLst>
            </p:cNvPr>
            <p:cNvSpPr/>
            <p:nvPr/>
          </p:nvSpPr>
          <p:spPr>
            <a:xfrm>
              <a:off x="473026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24869" name="tx4019">
              <a:extLst>
                <a:ext uri="{FF2B5EF4-FFF2-40B4-BE49-F238E27FC236}">
                  <a16:creationId xmlns:a16="http://schemas.microsoft.com/office/drawing/2014/main" id="{3DF8D76C-8A38-40BC-750E-3D5BDEA87259}"/>
                </a:ext>
              </a:extLst>
            </p:cNvPr>
            <p:cNvSpPr/>
            <p:nvPr/>
          </p:nvSpPr>
          <p:spPr>
            <a:xfrm>
              <a:off x="477498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24870" name="tx4020">
              <a:extLst>
                <a:ext uri="{FF2B5EF4-FFF2-40B4-BE49-F238E27FC236}">
                  <a16:creationId xmlns:a16="http://schemas.microsoft.com/office/drawing/2014/main" id="{DA81F433-FCC4-DF00-C0B3-AB9B97023851}"/>
                </a:ext>
              </a:extLst>
            </p:cNvPr>
            <p:cNvSpPr/>
            <p:nvPr/>
          </p:nvSpPr>
          <p:spPr>
            <a:xfrm>
              <a:off x="510408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24871" name="tx4021">
              <a:extLst>
                <a:ext uri="{FF2B5EF4-FFF2-40B4-BE49-F238E27FC236}">
                  <a16:creationId xmlns:a16="http://schemas.microsoft.com/office/drawing/2014/main" id="{2A5F606E-B3D6-287F-87FE-955188A7DCA5}"/>
                </a:ext>
              </a:extLst>
            </p:cNvPr>
            <p:cNvSpPr/>
            <p:nvPr/>
          </p:nvSpPr>
          <p:spPr>
            <a:xfrm>
              <a:off x="525944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24872" name="tx4022">
              <a:extLst>
                <a:ext uri="{FF2B5EF4-FFF2-40B4-BE49-F238E27FC236}">
                  <a16:creationId xmlns:a16="http://schemas.microsoft.com/office/drawing/2014/main" id="{6C76F7D2-067F-A6C1-2CCA-8BC07B82E7CF}"/>
                </a:ext>
              </a:extLst>
            </p:cNvPr>
            <p:cNvSpPr/>
            <p:nvPr/>
          </p:nvSpPr>
          <p:spPr>
            <a:xfrm>
              <a:off x="530415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24873" name="tx4023">
              <a:extLst>
                <a:ext uri="{FF2B5EF4-FFF2-40B4-BE49-F238E27FC236}">
                  <a16:creationId xmlns:a16="http://schemas.microsoft.com/office/drawing/2014/main" id="{6DC6BB3D-8570-6773-3BA2-E621BFD05561}"/>
                </a:ext>
              </a:extLst>
            </p:cNvPr>
            <p:cNvSpPr/>
            <p:nvPr/>
          </p:nvSpPr>
          <p:spPr>
            <a:xfrm>
              <a:off x="563326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24874" name="tx4024">
              <a:extLst>
                <a:ext uri="{FF2B5EF4-FFF2-40B4-BE49-F238E27FC236}">
                  <a16:creationId xmlns:a16="http://schemas.microsoft.com/office/drawing/2014/main" id="{793BA51A-05A3-D1F1-02F4-B446417DA468}"/>
                </a:ext>
              </a:extLst>
            </p:cNvPr>
            <p:cNvSpPr/>
            <p:nvPr/>
          </p:nvSpPr>
          <p:spPr>
            <a:xfrm>
              <a:off x="578861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24875" name="tx4025">
              <a:extLst>
                <a:ext uri="{FF2B5EF4-FFF2-40B4-BE49-F238E27FC236}">
                  <a16:creationId xmlns:a16="http://schemas.microsoft.com/office/drawing/2014/main" id="{CC1E31F4-4E41-A6FD-7306-3D3D661FEF06}"/>
                </a:ext>
              </a:extLst>
            </p:cNvPr>
            <p:cNvSpPr/>
            <p:nvPr/>
          </p:nvSpPr>
          <p:spPr>
            <a:xfrm>
              <a:off x="583333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24876" name="tx4026">
              <a:extLst>
                <a:ext uri="{FF2B5EF4-FFF2-40B4-BE49-F238E27FC236}">
                  <a16:creationId xmlns:a16="http://schemas.microsoft.com/office/drawing/2014/main" id="{F8F0872A-E745-9A13-9928-6FFCA5633AC9}"/>
                </a:ext>
              </a:extLst>
            </p:cNvPr>
            <p:cNvSpPr/>
            <p:nvPr/>
          </p:nvSpPr>
          <p:spPr>
            <a:xfrm>
              <a:off x="616243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24877" name="tx4027">
              <a:extLst>
                <a:ext uri="{FF2B5EF4-FFF2-40B4-BE49-F238E27FC236}">
                  <a16:creationId xmlns:a16="http://schemas.microsoft.com/office/drawing/2014/main" id="{F7B32F8D-6B8F-C667-98E7-0D32D4024372}"/>
                </a:ext>
              </a:extLst>
            </p:cNvPr>
            <p:cNvSpPr/>
            <p:nvPr/>
          </p:nvSpPr>
          <p:spPr>
            <a:xfrm>
              <a:off x="631779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24878" name="tx4028">
              <a:extLst>
                <a:ext uri="{FF2B5EF4-FFF2-40B4-BE49-F238E27FC236}">
                  <a16:creationId xmlns:a16="http://schemas.microsoft.com/office/drawing/2014/main" id="{ABF772C6-79A8-C99F-F9C6-9F6C08A592CC}"/>
                </a:ext>
              </a:extLst>
            </p:cNvPr>
            <p:cNvSpPr/>
            <p:nvPr/>
          </p:nvSpPr>
          <p:spPr>
            <a:xfrm>
              <a:off x="636250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24879" name="tx4029">
              <a:extLst>
                <a:ext uri="{FF2B5EF4-FFF2-40B4-BE49-F238E27FC236}">
                  <a16:creationId xmlns:a16="http://schemas.microsoft.com/office/drawing/2014/main" id="{DC7B9CC0-3713-8293-95FD-32CF753CAECA}"/>
                </a:ext>
              </a:extLst>
            </p:cNvPr>
            <p:cNvSpPr/>
            <p:nvPr/>
          </p:nvSpPr>
          <p:spPr>
            <a:xfrm>
              <a:off x="4066122" y="5925448"/>
              <a:ext cx="61383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24880" name="tx4030">
              <a:extLst>
                <a:ext uri="{FF2B5EF4-FFF2-40B4-BE49-F238E27FC236}">
                  <a16:creationId xmlns:a16="http://schemas.microsoft.com/office/drawing/2014/main" id="{56C7CC22-A609-BE73-F320-1D33F6EB076C}"/>
                </a:ext>
              </a:extLst>
            </p:cNvPr>
            <p:cNvSpPr/>
            <p:nvPr/>
          </p:nvSpPr>
          <p:spPr>
            <a:xfrm rot="-5400000">
              <a:off x="1525174" y="3987658"/>
              <a:ext cx="49715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24881" name="rc4031">
              <a:extLst>
                <a:ext uri="{FF2B5EF4-FFF2-40B4-BE49-F238E27FC236}">
                  <a16:creationId xmlns:a16="http://schemas.microsoft.com/office/drawing/2014/main" id="{D74AA668-D072-5D82-854D-F56E3C4CA86F}"/>
                </a:ext>
              </a:extLst>
            </p:cNvPr>
            <p:cNvSpPr/>
            <p:nvPr/>
          </p:nvSpPr>
          <p:spPr>
            <a:xfrm>
              <a:off x="6683342" y="3243743"/>
              <a:ext cx="737012" cy="15880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4882" name="tx4032">
              <a:extLst>
                <a:ext uri="{FF2B5EF4-FFF2-40B4-BE49-F238E27FC236}">
                  <a16:creationId xmlns:a16="http://schemas.microsoft.com/office/drawing/2014/main" id="{7A6376F4-BEB5-8BA1-7BC7-A267B6644B69}"/>
                </a:ext>
              </a:extLst>
            </p:cNvPr>
            <p:cNvSpPr/>
            <p:nvPr/>
          </p:nvSpPr>
          <p:spPr>
            <a:xfrm>
              <a:off x="6752931" y="3328785"/>
              <a:ext cx="59783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</a:t>
              </a:r>
            </a:p>
          </p:txBody>
        </p:sp>
        <p:sp>
          <p:nvSpPr>
            <p:cNvPr id="24883" name="tx4033">
              <a:extLst>
                <a:ext uri="{FF2B5EF4-FFF2-40B4-BE49-F238E27FC236}">
                  <a16:creationId xmlns:a16="http://schemas.microsoft.com/office/drawing/2014/main" id="{CD29D643-C516-12F7-ACDE-F8EA652E2EFF}"/>
                </a:ext>
              </a:extLst>
            </p:cNvPr>
            <p:cNvSpPr/>
            <p:nvPr/>
          </p:nvSpPr>
          <p:spPr>
            <a:xfrm>
              <a:off x="6752931" y="3479661"/>
              <a:ext cx="37252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Offset</a:t>
              </a:r>
            </a:p>
          </p:txBody>
        </p:sp>
        <p:pic>
          <p:nvPicPr>
            <p:cNvPr id="24884" name="pic4034">
              <a:extLst>
                <a:ext uri="{FF2B5EF4-FFF2-40B4-BE49-F238E27FC236}">
                  <a16:creationId xmlns:a16="http://schemas.microsoft.com/office/drawing/2014/main" id="{F0FF6085-6B54-CB0F-1259-A22D953BEF98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52931" y="3664922"/>
              <a:ext cx="219455" cy="1097280"/>
            </a:xfrm>
            <a:prstGeom prst="rect">
              <a:avLst/>
            </a:prstGeom>
          </p:spPr>
        </p:pic>
        <p:sp>
          <p:nvSpPr>
            <p:cNvPr id="24885" name="pl4035">
              <a:extLst>
                <a:ext uri="{FF2B5EF4-FFF2-40B4-BE49-F238E27FC236}">
                  <a16:creationId xmlns:a16="http://schemas.microsoft.com/office/drawing/2014/main" id="{27B7F122-E650-47B7-9C02-D78C4B3AFBD2}"/>
                </a:ext>
              </a:extLst>
            </p:cNvPr>
            <p:cNvSpPr/>
            <p:nvPr/>
          </p:nvSpPr>
          <p:spPr>
            <a:xfrm>
              <a:off x="6928496" y="476037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86" name="pl4036">
              <a:extLst>
                <a:ext uri="{FF2B5EF4-FFF2-40B4-BE49-F238E27FC236}">
                  <a16:creationId xmlns:a16="http://schemas.microsoft.com/office/drawing/2014/main" id="{1CD7347A-AE2F-7378-E2E2-7D2A710538DD}"/>
                </a:ext>
              </a:extLst>
            </p:cNvPr>
            <p:cNvSpPr/>
            <p:nvPr/>
          </p:nvSpPr>
          <p:spPr>
            <a:xfrm>
              <a:off x="6928496" y="448696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87" name="pl4037">
              <a:extLst>
                <a:ext uri="{FF2B5EF4-FFF2-40B4-BE49-F238E27FC236}">
                  <a16:creationId xmlns:a16="http://schemas.microsoft.com/office/drawing/2014/main" id="{42E3AA6C-372F-E566-A6A7-CAC8626A0E77}"/>
                </a:ext>
              </a:extLst>
            </p:cNvPr>
            <p:cNvSpPr/>
            <p:nvPr/>
          </p:nvSpPr>
          <p:spPr>
            <a:xfrm>
              <a:off x="6928496" y="421356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88" name="pl4038">
              <a:extLst>
                <a:ext uri="{FF2B5EF4-FFF2-40B4-BE49-F238E27FC236}">
                  <a16:creationId xmlns:a16="http://schemas.microsoft.com/office/drawing/2014/main" id="{D8444C23-28EF-F16F-95BE-81B6D48F8F8B}"/>
                </a:ext>
              </a:extLst>
            </p:cNvPr>
            <p:cNvSpPr/>
            <p:nvPr/>
          </p:nvSpPr>
          <p:spPr>
            <a:xfrm>
              <a:off x="6928496" y="394015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89" name="pl4039">
              <a:extLst>
                <a:ext uri="{FF2B5EF4-FFF2-40B4-BE49-F238E27FC236}">
                  <a16:creationId xmlns:a16="http://schemas.microsoft.com/office/drawing/2014/main" id="{76C454DD-1822-7E45-BBF5-263966A0ED98}"/>
                </a:ext>
              </a:extLst>
            </p:cNvPr>
            <p:cNvSpPr/>
            <p:nvPr/>
          </p:nvSpPr>
          <p:spPr>
            <a:xfrm>
              <a:off x="6928496" y="366675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90" name="pl4040">
              <a:extLst>
                <a:ext uri="{FF2B5EF4-FFF2-40B4-BE49-F238E27FC236}">
                  <a16:creationId xmlns:a16="http://schemas.microsoft.com/office/drawing/2014/main" id="{A900A2A5-B553-9C20-2D29-6445B41B1B34}"/>
                </a:ext>
              </a:extLst>
            </p:cNvPr>
            <p:cNvSpPr/>
            <p:nvPr/>
          </p:nvSpPr>
          <p:spPr>
            <a:xfrm>
              <a:off x="6752931" y="476037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91" name="pl4041">
              <a:extLst>
                <a:ext uri="{FF2B5EF4-FFF2-40B4-BE49-F238E27FC236}">
                  <a16:creationId xmlns:a16="http://schemas.microsoft.com/office/drawing/2014/main" id="{CC1D68D7-D4F4-BB42-98CC-BCC34C3B9F01}"/>
                </a:ext>
              </a:extLst>
            </p:cNvPr>
            <p:cNvSpPr/>
            <p:nvPr/>
          </p:nvSpPr>
          <p:spPr>
            <a:xfrm>
              <a:off x="6752931" y="448696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92" name="pl4042">
              <a:extLst>
                <a:ext uri="{FF2B5EF4-FFF2-40B4-BE49-F238E27FC236}">
                  <a16:creationId xmlns:a16="http://schemas.microsoft.com/office/drawing/2014/main" id="{56B6DF72-8549-C576-2B2B-0B921203E3DE}"/>
                </a:ext>
              </a:extLst>
            </p:cNvPr>
            <p:cNvSpPr/>
            <p:nvPr/>
          </p:nvSpPr>
          <p:spPr>
            <a:xfrm>
              <a:off x="6752931" y="421356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93" name="pl4043">
              <a:extLst>
                <a:ext uri="{FF2B5EF4-FFF2-40B4-BE49-F238E27FC236}">
                  <a16:creationId xmlns:a16="http://schemas.microsoft.com/office/drawing/2014/main" id="{9A664E0F-8101-7174-8F26-6DDC4C8EEB0F}"/>
                </a:ext>
              </a:extLst>
            </p:cNvPr>
            <p:cNvSpPr/>
            <p:nvPr/>
          </p:nvSpPr>
          <p:spPr>
            <a:xfrm>
              <a:off x="6752931" y="394015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94" name="pl4044">
              <a:extLst>
                <a:ext uri="{FF2B5EF4-FFF2-40B4-BE49-F238E27FC236}">
                  <a16:creationId xmlns:a16="http://schemas.microsoft.com/office/drawing/2014/main" id="{D106082D-056A-AD66-4D66-71F4D9F979BA}"/>
                </a:ext>
              </a:extLst>
            </p:cNvPr>
            <p:cNvSpPr/>
            <p:nvPr/>
          </p:nvSpPr>
          <p:spPr>
            <a:xfrm>
              <a:off x="6752931" y="366675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95" name="tx4045">
              <a:extLst>
                <a:ext uri="{FF2B5EF4-FFF2-40B4-BE49-F238E27FC236}">
                  <a16:creationId xmlns:a16="http://schemas.microsoft.com/office/drawing/2014/main" id="{4B9BFE21-8CE0-F0B2-5087-20C48A6B6BCF}"/>
                </a:ext>
              </a:extLst>
            </p:cNvPr>
            <p:cNvSpPr/>
            <p:nvPr/>
          </p:nvSpPr>
          <p:spPr>
            <a:xfrm>
              <a:off x="7041976" y="472032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896" name="tx4046">
              <a:extLst>
                <a:ext uri="{FF2B5EF4-FFF2-40B4-BE49-F238E27FC236}">
                  <a16:creationId xmlns:a16="http://schemas.microsoft.com/office/drawing/2014/main" id="{6D904E27-A3C7-D60A-45A8-283135F61247}"/>
                </a:ext>
              </a:extLst>
            </p:cNvPr>
            <p:cNvSpPr/>
            <p:nvPr/>
          </p:nvSpPr>
          <p:spPr>
            <a:xfrm>
              <a:off x="7041976" y="4446917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4897" name="tx4047">
              <a:extLst>
                <a:ext uri="{FF2B5EF4-FFF2-40B4-BE49-F238E27FC236}">
                  <a16:creationId xmlns:a16="http://schemas.microsoft.com/office/drawing/2014/main" id="{D5961D75-38EA-78E8-382E-F94949AB399C}"/>
                </a:ext>
              </a:extLst>
            </p:cNvPr>
            <p:cNvSpPr/>
            <p:nvPr/>
          </p:nvSpPr>
          <p:spPr>
            <a:xfrm>
              <a:off x="7041976" y="4173511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4898" name="tx4048">
              <a:extLst>
                <a:ext uri="{FF2B5EF4-FFF2-40B4-BE49-F238E27FC236}">
                  <a16:creationId xmlns:a16="http://schemas.microsoft.com/office/drawing/2014/main" id="{7E64BDED-A9FE-9235-DD4F-0D239AA340A4}"/>
                </a:ext>
              </a:extLst>
            </p:cNvPr>
            <p:cNvSpPr/>
            <p:nvPr/>
          </p:nvSpPr>
          <p:spPr>
            <a:xfrm>
              <a:off x="7041976" y="3900105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24899" name="tx4049">
              <a:extLst>
                <a:ext uri="{FF2B5EF4-FFF2-40B4-BE49-F238E27FC236}">
                  <a16:creationId xmlns:a16="http://schemas.microsoft.com/office/drawing/2014/main" id="{E1DBC9EA-FDF4-69DC-B2E8-615C3F3084B2}"/>
                </a:ext>
              </a:extLst>
            </p:cNvPr>
            <p:cNvSpPr/>
            <p:nvPr/>
          </p:nvSpPr>
          <p:spPr>
            <a:xfrm>
              <a:off x="7041976" y="3626700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4900" name="tx4050">
              <a:extLst>
                <a:ext uri="{FF2B5EF4-FFF2-40B4-BE49-F238E27FC236}">
                  <a16:creationId xmlns:a16="http://schemas.microsoft.com/office/drawing/2014/main" id="{5A6A3F02-AE77-F849-8D9B-409A49130E3A}"/>
                </a:ext>
              </a:extLst>
            </p:cNvPr>
            <p:cNvSpPr/>
            <p:nvPr/>
          </p:nvSpPr>
          <p:spPr>
            <a:xfrm>
              <a:off x="2201917" y="1669789"/>
              <a:ext cx="2541117" cy="218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Offset to </a:t>
              </a:r>
            </a:p>
          </p:txBody>
        </p:sp>
        <p:sp>
          <p:nvSpPr>
            <p:cNvPr id="24901" name="tx4051">
              <a:extLst>
                <a:ext uri="{FF2B5EF4-FFF2-40B4-BE49-F238E27FC236}">
                  <a16:creationId xmlns:a16="http://schemas.microsoft.com/office/drawing/2014/main" id="{FB965D75-B6DB-8BF4-27F4-17ABF474B4E1}"/>
                </a:ext>
              </a:extLst>
            </p:cNvPr>
            <p:cNvSpPr/>
            <p:nvPr/>
          </p:nvSpPr>
          <p:spPr>
            <a:xfrm>
              <a:off x="2201917" y="1998973"/>
              <a:ext cx="2218883" cy="218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 (RDA)</a:t>
              </a:r>
            </a:p>
          </p:txBody>
        </p:sp>
      </p:grpSp>
      <p:grpSp>
        <p:nvGrpSpPr>
          <p:cNvPr id="20186" name="Group 20185">
            <a:extLst>
              <a:ext uri="{FF2B5EF4-FFF2-40B4-BE49-F238E27FC236}">
                <a16:creationId xmlns:a16="http://schemas.microsoft.com/office/drawing/2014/main" id="{A7B52EA3-C6E6-9829-AA0C-15237095BF11}"/>
              </a:ext>
            </a:extLst>
          </p:cNvPr>
          <p:cNvGrpSpPr/>
          <p:nvPr/>
        </p:nvGrpSpPr>
        <p:grpSpPr>
          <a:xfrm>
            <a:off x="2313432" y="2103120"/>
            <a:ext cx="1920240" cy="1728192"/>
            <a:chOff x="2301906" y="1853932"/>
            <a:chExt cx="4149766" cy="3701248"/>
          </a:xfrm>
        </p:grpSpPr>
        <p:sp>
          <p:nvSpPr>
            <p:cNvPr id="20187" name="rc5">
              <a:extLst>
                <a:ext uri="{FF2B5EF4-FFF2-40B4-BE49-F238E27FC236}">
                  <a16:creationId xmlns:a16="http://schemas.microsoft.com/office/drawing/2014/main" id="{5A1FE5BC-78AC-F7FC-B868-D23881C56FCB}"/>
                </a:ext>
              </a:extLst>
            </p:cNvPr>
            <p:cNvSpPr/>
            <p:nvPr/>
          </p:nvSpPr>
          <p:spPr>
            <a:xfrm>
              <a:off x="2483768" y="1859856"/>
              <a:ext cx="3967903" cy="3695324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0188" name="pl13">
              <a:extLst>
                <a:ext uri="{FF2B5EF4-FFF2-40B4-BE49-F238E27FC236}">
                  <a16:creationId xmlns:a16="http://schemas.microsoft.com/office/drawing/2014/main" id="{49AEE0BC-2AF6-F463-7B63-07D875EBA125}"/>
                </a:ext>
              </a:extLst>
            </p:cNvPr>
            <p:cNvSpPr/>
            <p:nvPr/>
          </p:nvSpPr>
          <p:spPr>
            <a:xfrm>
              <a:off x="2301906" y="4615577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89" name="pl15">
              <a:extLst>
                <a:ext uri="{FF2B5EF4-FFF2-40B4-BE49-F238E27FC236}">
                  <a16:creationId xmlns:a16="http://schemas.microsoft.com/office/drawing/2014/main" id="{EB58DBFB-D53A-C961-1413-A678DF5401F3}"/>
                </a:ext>
              </a:extLst>
            </p:cNvPr>
            <p:cNvSpPr/>
            <p:nvPr/>
          </p:nvSpPr>
          <p:spPr>
            <a:xfrm>
              <a:off x="2301906" y="2736372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90" name="pg29">
              <a:extLst>
                <a:ext uri="{FF2B5EF4-FFF2-40B4-BE49-F238E27FC236}">
                  <a16:creationId xmlns:a16="http://schemas.microsoft.com/office/drawing/2014/main" id="{84178FE8-45AD-65BF-8620-2C8B571E83AB}"/>
                </a:ext>
              </a:extLst>
            </p:cNvPr>
            <p:cNvSpPr/>
            <p:nvPr/>
          </p:nvSpPr>
          <p:spPr>
            <a:xfrm>
              <a:off x="408979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91" name="pg30">
              <a:extLst>
                <a:ext uri="{FF2B5EF4-FFF2-40B4-BE49-F238E27FC236}">
                  <a16:creationId xmlns:a16="http://schemas.microsoft.com/office/drawing/2014/main" id="{47B27B19-6505-951B-FB0A-7EDF84F0371F}"/>
                </a:ext>
              </a:extLst>
            </p:cNvPr>
            <p:cNvSpPr/>
            <p:nvPr/>
          </p:nvSpPr>
          <p:spPr>
            <a:xfrm>
              <a:off x="4171236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92" name="pg31">
              <a:extLst>
                <a:ext uri="{FF2B5EF4-FFF2-40B4-BE49-F238E27FC236}">
                  <a16:creationId xmlns:a16="http://schemas.microsoft.com/office/drawing/2014/main" id="{C9BC391E-F703-9815-9C4E-3F9D99DB60F9}"/>
                </a:ext>
              </a:extLst>
            </p:cNvPr>
            <p:cNvSpPr/>
            <p:nvPr/>
          </p:nvSpPr>
          <p:spPr>
            <a:xfrm>
              <a:off x="4252673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93" name="pg32">
              <a:extLst>
                <a:ext uri="{FF2B5EF4-FFF2-40B4-BE49-F238E27FC236}">
                  <a16:creationId xmlns:a16="http://schemas.microsoft.com/office/drawing/2014/main" id="{3CC6500F-68ED-4C0C-7FF1-4FADE7DAF82D}"/>
                </a:ext>
              </a:extLst>
            </p:cNvPr>
            <p:cNvSpPr/>
            <p:nvPr/>
          </p:nvSpPr>
          <p:spPr>
            <a:xfrm>
              <a:off x="4334110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94" name="pg33">
              <a:extLst>
                <a:ext uri="{FF2B5EF4-FFF2-40B4-BE49-F238E27FC236}">
                  <a16:creationId xmlns:a16="http://schemas.microsoft.com/office/drawing/2014/main" id="{FF85DD9F-9197-EF83-826D-1C008A630856}"/>
                </a:ext>
              </a:extLst>
            </p:cNvPr>
            <p:cNvSpPr/>
            <p:nvPr/>
          </p:nvSpPr>
          <p:spPr>
            <a:xfrm>
              <a:off x="4415547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95" name="pg34">
              <a:extLst>
                <a:ext uri="{FF2B5EF4-FFF2-40B4-BE49-F238E27FC236}">
                  <a16:creationId xmlns:a16="http://schemas.microsoft.com/office/drawing/2014/main" id="{B4CA9BEA-4581-F13D-4A02-3A7187046ED1}"/>
                </a:ext>
              </a:extLst>
            </p:cNvPr>
            <p:cNvSpPr/>
            <p:nvPr/>
          </p:nvSpPr>
          <p:spPr>
            <a:xfrm>
              <a:off x="4496984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96" name="pg35">
              <a:extLst>
                <a:ext uri="{FF2B5EF4-FFF2-40B4-BE49-F238E27FC236}">
                  <a16:creationId xmlns:a16="http://schemas.microsoft.com/office/drawing/2014/main" id="{5D8D0B8C-E25C-0B5B-762D-3DCD547A0D03}"/>
                </a:ext>
              </a:extLst>
            </p:cNvPr>
            <p:cNvSpPr/>
            <p:nvPr/>
          </p:nvSpPr>
          <p:spPr>
            <a:xfrm>
              <a:off x="4578421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97" name="pg36">
              <a:extLst>
                <a:ext uri="{FF2B5EF4-FFF2-40B4-BE49-F238E27FC236}">
                  <a16:creationId xmlns:a16="http://schemas.microsoft.com/office/drawing/2014/main" id="{F7B527E3-69E2-064E-1B4A-F520ACAE2FDF}"/>
                </a:ext>
              </a:extLst>
            </p:cNvPr>
            <p:cNvSpPr/>
            <p:nvPr/>
          </p:nvSpPr>
          <p:spPr>
            <a:xfrm>
              <a:off x="465985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98" name="pg37">
              <a:extLst>
                <a:ext uri="{FF2B5EF4-FFF2-40B4-BE49-F238E27FC236}">
                  <a16:creationId xmlns:a16="http://schemas.microsoft.com/office/drawing/2014/main" id="{BF6C8F8B-A46E-3F9D-EFF2-DB4D2197F2B6}"/>
                </a:ext>
              </a:extLst>
            </p:cNvPr>
            <p:cNvSpPr/>
            <p:nvPr/>
          </p:nvSpPr>
          <p:spPr>
            <a:xfrm>
              <a:off x="5067044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99" name="pg38">
              <a:extLst>
                <a:ext uri="{FF2B5EF4-FFF2-40B4-BE49-F238E27FC236}">
                  <a16:creationId xmlns:a16="http://schemas.microsoft.com/office/drawing/2014/main" id="{CD60DAFD-34A8-3D60-B1C8-898DCDD874C3}"/>
                </a:ext>
              </a:extLst>
            </p:cNvPr>
            <p:cNvSpPr/>
            <p:nvPr/>
          </p:nvSpPr>
          <p:spPr>
            <a:xfrm>
              <a:off x="5148481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00" name="pg39">
              <a:extLst>
                <a:ext uri="{FF2B5EF4-FFF2-40B4-BE49-F238E27FC236}">
                  <a16:creationId xmlns:a16="http://schemas.microsoft.com/office/drawing/2014/main" id="{B099E795-D379-5904-DDB5-52F62B0382DE}"/>
                </a:ext>
              </a:extLst>
            </p:cNvPr>
            <p:cNvSpPr/>
            <p:nvPr/>
          </p:nvSpPr>
          <p:spPr>
            <a:xfrm>
              <a:off x="522991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01" name="pg40">
              <a:extLst>
                <a:ext uri="{FF2B5EF4-FFF2-40B4-BE49-F238E27FC236}">
                  <a16:creationId xmlns:a16="http://schemas.microsoft.com/office/drawing/2014/main" id="{464D3ED5-DBB4-B964-7555-1A1E45AD9E32}"/>
                </a:ext>
              </a:extLst>
            </p:cNvPr>
            <p:cNvSpPr/>
            <p:nvPr/>
          </p:nvSpPr>
          <p:spPr>
            <a:xfrm>
              <a:off x="5311355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02" name="pg41">
              <a:extLst>
                <a:ext uri="{FF2B5EF4-FFF2-40B4-BE49-F238E27FC236}">
                  <a16:creationId xmlns:a16="http://schemas.microsoft.com/office/drawing/2014/main" id="{A99ADE36-D68E-6F7C-C3EB-173994F2FE97}"/>
                </a:ext>
              </a:extLst>
            </p:cNvPr>
            <p:cNvSpPr/>
            <p:nvPr/>
          </p:nvSpPr>
          <p:spPr>
            <a:xfrm>
              <a:off x="5392793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03" name="pg42">
              <a:extLst>
                <a:ext uri="{FF2B5EF4-FFF2-40B4-BE49-F238E27FC236}">
                  <a16:creationId xmlns:a16="http://schemas.microsoft.com/office/drawing/2014/main" id="{8475ED66-7264-8313-FAD5-B177CB996B50}"/>
                </a:ext>
              </a:extLst>
            </p:cNvPr>
            <p:cNvSpPr/>
            <p:nvPr/>
          </p:nvSpPr>
          <p:spPr>
            <a:xfrm>
              <a:off x="368261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04" name="pg43">
              <a:extLst>
                <a:ext uri="{FF2B5EF4-FFF2-40B4-BE49-F238E27FC236}">
                  <a16:creationId xmlns:a16="http://schemas.microsoft.com/office/drawing/2014/main" id="{8069C3C3-DDA8-405C-E7A9-4F3512BD4CE6}"/>
                </a:ext>
              </a:extLst>
            </p:cNvPr>
            <p:cNvSpPr/>
            <p:nvPr/>
          </p:nvSpPr>
          <p:spPr>
            <a:xfrm>
              <a:off x="3764050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05" name="pg44">
              <a:extLst>
                <a:ext uri="{FF2B5EF4-FFF2-40B4-BE49-F238E27FC236}">
                  <a16:creationId xmlns:a16="http://schemas.microsoft.com/office/drawing/2014/main" id="{2DA371E6-8B95-E92E-4DE3-A1EB18D2F088}"/>
                </a:ext>
              </a:extLst>
            </p:cNvPr>
            <p:cNvSpPr/>
            <p:nvPr/>
          </p:nvSpPr>
          <p:spPr>
            <a:xfrm>
              <a:off x="384548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06" name="pg45">
              <a:extLst>
                <a:ext uri="{FF2B5EF4-FFF2-40B4-BE49-F238E27FC236}">
                  <a16:creationId xmlns:a16="http://schemas.microsoft.com/office/drawing/2014/main" id="{326C1C2B-7B4A-91A2-3329-5534EBA8BE04}"/>
                </a:ext>
              </a:extLst>
            </p:cNvPr>
            <p:cNvSpPr/>
            <p:nvPr/>
          </p:nvSpPr>
          <p:spPr>
            <a:xfrm>
              <a:off x="392692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07" name="pg46">
              <a:extLst>
                <a:ext uri="{FF2B5EF4-FFF2-40B4-BE49-F238E27FC236}">
                  <a16:creationId xmlns:a16="http://schemas.microsoft.com/office/drawing/2014/main" id="{B266A169-5441-EB7D-A732-F65A3AEA4D44}"/>
                </a:ext>
              </a:extLst>
            </p:cNvPr>
            <p:cNvSpPr/>
            <p:nvPr/>
          </p:nvSpPr>
          <p:spPr>
            <a:xfrm>
              <a:off x="400836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08" name="pg47">
              <a:extLst>
                <a:ext uri="{FF2B5EF4-FFF2-40B4-BE49-F238E27FC236}">
                  <a16:creationId xmlns:a16="http://schemas.microsoft.com/office/drawing/2014/main" id="{D3191F89-9E8C-CA60-16C6-B7A1A9CBD21F}"/>
                </a:ext>
              </a:extLst>
            </p:cNvPr>
            <p:cNvSpPr/>
            <p:nvPr/>
          </p:nvSpPr>
          <p:spPr>
            <a:xfrm>
              <a:off x="4089798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09" name="pg48">
              <a:extLst>
                <a:ext uri="{FF2B5EF4-FFF2-40B4-BE49-F238E27FC236}">
                  <a16:creationId xmlns:a16="http://schemas.microsoft.com/office/drawing/2014/main" id="{DAEDC429-396B-A1C3-2C1E-B15DBB746BA1}"/>
                </a:ext>
              </a:extLst>
            </p:cNvPr>
            <p:cNvSpPr/>
            <p:nvPr/>
          </p:nvSpPr>
          <p:spPr>
            <a:xfrm>
              <a:off x="4171236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10" name="pg49">
              <a:extLst>
                <a:ext uri="{FF2B5EF4-FFF2-40B4-BE49-F238E27FC236}">
                  <a16:creationId xmlns:a16="http://schemas.microsoft.com/office/drawing/2014/main" id="{4D259FFF-C588-1596-0D07-DD069195CDAB}"/>
                </a:ext>
              </a:extLst>
            </p:cNvPr>
            <p:cNvSpPr/>
            <p:nvPr/>
          </p:nvSpPr>
          <p:spPr>
            <a:xfrm>
              <a:off x="425267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11" name="pg50">
              <a:extLst>
                <a:ext uri="{FF2B5EF4-FFF2-40B4-BE49-F238E27FC236}">
                  <a16:creationId xmlns:a16="http://schemas.microsoft.com/office/drawing/2014/main" id="{776C3EDD-4DF4-A233-395A-198B4E65990E}"/>
                </a:ext>
              </a:extLst>
            </p:cNvPr>
            <p:cNvSpPr/>
            <p:nvPr/>
          </p:nvSpPr>
          <p:spPr>
            <a:xfrm>
              <a:off x="4334110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12" name="pg51">
              <a:extLst>
                <a:ext uri="{FF2B5EF4-FFF2-40B4-BE49-F238E27FC236}">
                  <a16:creationId xmlns:a16="http://schemas.microsoft.com/office/drawing/2014/main" id="{41451D99-52A7-9FDC-13DA-5BB74D28A81D}"/>
                </a:ext>
              </a:extLst>
            </p:cNvPr>
            <p:cNvSpPr/>
            <p:nvPr/>
          </p:nvSpPr>
          <p:spPr>
            <a:xfrm>
              <a:off x="441554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13" name="pg52">
              <a:extLst>
                <a:ext uri="{FF2B5EF4-FFF2-40B4-BE49-F238E27FC236}">
                  <a16:creationId xmlns:a16="http://schemas.microsoft.com/office/drawing/2014/main" id="{26A6DCCE-EEF2-09D5-5836-4D553FFF7531}"/>
                </a:ext>
              </a:extLst>
            </p:cNvPr>
            <p:cNvSpPr/>
            <p:nvPr/>
          </p:nvSpPr>
          <p:spPr>
            <a:xfrm>
              <a:off x="449698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14" name="pg53">
              <a:extLst>
                <a:ext uri="{FF2B5EF4-FFF2-40B4-BE49-F238E27FC236}">
                  <a16:creationId xmlns:a16="http://schemas.microsoft.com/office/drawing/2014/main" id="{CF97E860-7135-6204-FE90-ED54F32A8C13}"/>
                </a:ext>
              </a:extLst>
            </p:cNvPr>
            <p:cNvSpPr/>
            <p:nvPr/>
          </p:nvSpPr>
          <p:spPr>
            <a:xfrm>
              <a:off x="457842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15" name="pg54">
              <a:extLst>
                <a:ext uri="{FF2B5EF4-FFF2-40B4-BE49-F238E27FC236}">
                  <a16:creationId xmlns:a16="http://schemas.microsoft.com/office/drawing/2014/main" id="{63461992-3090-7DBF-206F-E2EE2F9262E5}"/>
                </a:ext>
              </a:extLst>
            </p:cNvPr>
            <p:cNvSpPr/>
            <p:nvPr/>
          </p:nvSpPr>
          <p:spPr>
            <a:xfrm>
              <a:off x="498560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16" name="pg55">
              <a:extLst>
                <a:ext uri="{FF2B5EF4-FFF2-40B4-BE49-F238E27FC236}">
                  <a16:creationId xmlns:a16="http://schemas.microsoft.com/office/drawing/2014/main" id="{14E771D3-45E3-1B9D-564B-BB07E10D0C0B}"/>
                </a:ext>
              </a:extLst>
            </p:cNvPr>
            <p:cNvSpPr/>
            <p:nvPr/>
          </p:nvSpPr>
          <p:spPr>
            <a:xfrm>
              <a:off x="506704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17" name="pg56">
              <a:extLst>
                <a:ext uri="{FF2B5EF4-FFF2-40B4-BE49-F238E27FC236}">
                  <a16:creationId xmlns:a16="http://schemas.microsoft.com/office/drawing/2014/main" id="{445EA522-487D-8D4E-9A8A-1E9E9520D9DF}"/>
                </a:ext>
              </a:extLst>
            </p:cNvPr>
            <p:cNvSpPr/>
            <p:nvPr/>
          </p:nvSpPr>
          <p:spPr>
            <a:xfrm>
              <a:off x="514848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18" name="pg57">
              <a:extLst>
                <a:ext uri="{FF2B5EF4-FFF2-40B4-BE49-F238E27FC236}">
                  <a16:creationId xmlns:a16="http://schemas.microsoft.com/office/drawing/2014/main" id="{CB2A1438-A369-CAAB-56C9-2DE56AF63B05}"/>
                </a:ext>
              </a:extLst>
            </p:cNvPr>
            <p:cNvSpPr/>
            <p:nvPr/>
          </p:nvSpPr>
          <p:spPr>
            <a:xfrm>
              <a:off x="5229918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19" name="pg58">
              <a:extLst>
                <a:ext uri="{FF2B5EF4-FFF2-40B4-BE49-F238E27FC236}">
                  <a16:creationId xmlns:a16="http://schemas.microsoft.com/office/drawing/2014/main" id="{EB07E35F-71E1-6903-0C81-4F5C7C8BC1DA}"/>
                </a:ext>
              </a:extLst>
            </p:cNvPr>
            <p:cNvSpPr/>
            <p:nvPr/>
          </p:nvSpPr>
          <p:spPr>
            <a:xfrm>
              <a:off x="5311355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20" name="pg59">
              <a:extLst>
                <a:ext uri="{FF2B5EF4-FFF2-40B4-BE49-F238E27FC236}">
                  <a16:creationId xmlns:a16="http://schemas.microsoft.com/office/drawing/2014/main" id="{7AB26097-298C-B954-C49A-8EED947629E1}"/>
                </a:ext>
              </a:extLst>
            </p:cNvPr>
            <p:cNvSpPr/>
            <p:nvPr/>
          </p:nvSpPr>
          <p:spPr>
            <a:xfrm>
              <a:off x="539279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21" name="pg60">
              <a:extLst>
                <a:ext uri="{FF2B5EF4-FFF2-40B4-BE49-F238E27FC236}">
                  <a16:creationId xmlns:a16="http://schemas.microsoft.com/office/drawing/2014/main" id="{A1376B2C-6AB9-19C2-CB2F-FF8C0066C643}"/>
                </a:ext>
              </a:extLst>
            </p:cNvPr>
            <p:cNvSpPr/>
            <p:nvPr/>
          </p:nvSpPr>
          <p:spPr>
            <a:xfrm>
              <a:off x="3601176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22" name="pg61">
              <a:extLst>
                <a:ext uri="{FF2B5EF4-FFF2-40B4-BE49-F238E27FC236}">
                  <a16:creationId xmlns:a16="http://schemas.microsoft.com/office/drawing/2014/main" id="{AF43D834-1BD0-6C16-188D-F01BC85B2BA1}"/>
                </a:ext>
              </a:extLst>
            </p:cNvPr>
            <p:cNvSpPr/>
            <p:nvPr/>
          </p:nvSpPr>
          <p:spPr>
            <a:xfrm>
              <a:off x="368261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23" name="pg62">
              <a:extLst>
                <a:ext uri="{FF2B5EF4-FFF2-40B4-BE49-F238E27FC236}">
                  <a16:creationId xmlns:a16="http://schemas.microsoft.com/office/drawing/2014/main" id="{D37A1387-C067-2B02-68A8-36DB64A36373}"/>
                </a:ext>
              </a:extLst>
            </p:cNvPr>
            <p:cNvSpPr/>
            <p:nvPr/>
          </p:nvSpPr>
          <p:spPr>
            <a:xfrm>
              <a:off x="376405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24" name="pg63">
              <a:extLst>
                <a:ext uri="{FF2B5EF4-FFF2-40B4-BE49-F238E27FC236}">
                  <a16:creationId xmlns:a16="http://schemas.microsoft.com/office/drawing/2014/main" id="{FDFE7DC4-4FC7-05B7-9042-DF1AE5EBBC1A}"/>
                </a:ext>
              </a:extLst>
            </p:cNvPr>
            <p:cNvSpPr/>
            <p:nvPr/>
          </p:nvSpPr>
          <p:spPr>
            <a:xfrm>
              <a:off x="384548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25" name="pg64">
              <a:extLst>
                <a:ext uri="{FF2B5EF4-FFF2-40B4-BE49-F238E27FC236}">
                  <a16:creationId xmlns:a16="http://schemas.microsoft.com/office/drawing/2014/main" id="{68C97E93-407F-199C-5C7A-45A12CBB7364}"/>
                </a:ext>
              </a:extLst>
            </p:cNvPr>
            <p:cNvSpPr/>
            <p:nvPr/>
          </p:nvSpPr>
          <p:spPr>
            <a:xfrm>
              <a:off x="392692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26" name="pg65">
              <a:extLst>
                <a:ext uri="{FF2B5EF4-FFF2-40B4-BE49-F238E27FC236}">
                  <a16:creationId xmlns:a16="http://schemas.microsoft.com/office/drawing/2014/main" id="{06D2507D-8834-2657-56A5-0AB200980288}"/>
                </a:ext>
              </a:extLst>
            </p:cNvPr>
            <p:cNvSpPr/>
            <p:nvPr/>
          </p:nvSpPr>
          <p:spPr>
            <a:xfrm>
              <a:off x="4008361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27" name="pg66">
              <a:extLst>
                <a:ext uri="{FF2B5EF4-FFF2-40B4-BE49-F238E27FC236}">
                  <a16:creationId xmlns:a16="http://schemas.microsoft.com/office/drawing/2014/main" id="{B75C97B3-DEE9-91F6-1A0F-8EC7C368F0AE}"/>
                </a:ext>
              </a:extLst>
            </p:cNvPr>
            <p:cNvSpPr/>
            <p:nvPr/>
          </p:nvSpPr>
          <p:spPr>
            <a:xfrm>
              <a:off x="4089798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28" name="pg67">
              <a:extLst>
                <a:ext uri="{FF2B5EF4-FFF2-40B4-BE49-F238E27FC236}">
                  <a16:creationId xmlns:a16="http://schemas.microsoft.com/office/drawing/2014/main" id="{CE210C05-4D0E-E844-624B-6921FD3851EC}"/>
                </a:ext>
              </a:extLst>
            </p:cNvPr>
            <p:cNvSpPr/>
            <p:nvPr/>
          </p:nvSpPr>
          <p:spPr>
            <a:xfrm>
              <a:off x="4171236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29" name="pg68">
              <a:extLst>
                <a:ext uri="{FF2B5EF4-FFF2-40B4-BE49-F238E27FC236}">
                  <a16:creationId xmlns:a16="http://schemas.microsoft.com/office/drawing/2014/main" id="{CAF38B80-3485-7FC1-B37E-D8D56E8F8965}"/>
                </a:ext>
              </a:extLst>
            </p:cNvPr>
            <p:cNvSpPr/>
            <p:nvPr/>
          </p:nvSpPr>
          <p:spPr>
            <a:xfrm>
              <a:off x="425267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30" name="pg69">
              <a:extLst>
                <a:ext uri="{FF2B5EF4-FFF2-40B4-BE49-F238E27FC236}">
                  <a16:creationId xmlns:a16="http://schemas.microsoft.com/office/drawing/2014/main" id="{066C7C53-2A4A-F538-9CBB-3D6FB0EFB178}"/>
                </a:ext>
              </a:extLst>
            </p:cNvPr>
            <p:cNvSpPr/>
            <p:nvPr/>
          </p:nvSpPr>
          <p:spPr>
            <a:xfrm>
              <a:off x="433411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31" name="pg70">
              <a:extLst>
                <a:ext uri="{FF2B5EF4-FFF2-40B4-BE49-F238E27FC236}">
                  <a16:creationId xmlns:a16="http://schemas.microsoft.com/office/drawing/2014/main" id="{7745B48F-CA63-1945-F16D-3BFA3D6AF4CF}"/>
                </a:ext>
              </a:extLst>
            </p:cNvPr>
            <p:cNvSpPr/>
            <p:nvPr/>
          </p:nvSpPr>
          <p:spPr>
            <a:xfrm>
              <a:off x="441554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32" name="pg71">
              <a:extLst>
                <a:ext uri="{FF2B5EF4-FFF2-40B4-BE49-F238E27FC236}">
                  <a16:creationId xmlns:a16="http://schemas.microsoft.com/office/drawing/2014/main" id="{6E441FFE-89B4-FFC7-AB24-1C0F5D0413CE}"/>
                </a:ext>
              </a:extLst>
            </p:cNvPr>
            <p:cNvSpPr/>
            <p:nvPr/>
          </p:nvSpPr>
          <p:spPr>
            <a:xfrm>
              <a:off x="449698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33" name="pg72">
              <a:extLst>
                <a:ext uri="{FF2B5EF4-FFF2-40B4-BE49-F238E27FC236}">
                  <a16:creationId xmlns:a16="http://schemas.microsoft.com/office/drawing/2014/main" id="{E92480DE-8AF0-DFC1-9969-4503DC96F512}"/>
                </a:ext>
              </a:extLst>
            </p:cNvPr>
            <p:cNvSpPr/>
            <p:nvPr/>
          </p:nvSpPr>
          <p:spPr>
            <a:xfrm>
              <a:off x="490417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34" name="pg73">
              <a:extLst>
                <a:ext uri="{FF2B5EF4-FFF2-40B4-BE49-F238E27FC236}">
                  <a16:creationId xmlns:a16="http://schemas.microsoft.com/office/drawing/2014/main" id="{41487E08-D496-DFA6-CF90-EE57678F9EB0}"/>
                </a:ext>
              </a:extLst>
            </p:cNvPr>
            <p:cNvSpPr/>
            <p:nvPr/>
          </p:nvSpPr>
          <p:spPr>
            <a:xfrm>
              <a:off x="498560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35" name="pg74">
              <a:extLst>
                <a:ext uri="{FF2B5EF4-FFF2-40B4-BE49-F238E27FC236}">
                  <a16:creationId xmlns:a16="http://schemas.microsoft.com/office/drawing/2014/main" id="{4FDD2B0A-15FD-07E8-8138-3E95FFF23053}"/>
                </a:ext>
              </a:extLst>
            </p:cNvPr>
            <p:cNvSpPr/>
            <p:nvPr/>
          </p:nvSpPr>
          <p:spPr>
            <a:xfrm>
              <a:off x="506704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36" name="pg75">
              <a:extLst>
                <a:ext uri="{FF2B5EF4-FFF2-40B4-BE49-F238E27FC236}">
                  <a16:creationId xmlns:a16="http://schemas.microsoft.com/office/drawing/2014/main" id="{45DA9174-6F2A-CA6D-7776-7F80A2198A8D}"/>
                </a:ext>
              </a:extLst>
            </p:cNvPr>
            <p:cNvSpPr/>
            <p:nvPr/>
          </p:nvSpPr>
          <p:spPr>
            <a:xfrm>
              <a:off x="5148481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37" name="pg76">
              <a:extLst>
                <a:ext uri="{FF2B5EF4-FFF2-40B4-BE49-F238E27FC236}">
                  <a16:creationId xmlns:a16="http://schemas.microsoft.com/office/drawing/2014/main" id="{EDD8AB3A-DC0C-13F0-5A8D-F0050667DA6A}"/>
                </a:ext>
              </a:extLst>
            </p:cNvPr>
            <p:cNvSpPr/>
            <p:nvPr/>
          </p:nvSpPr>
          <p:spPr>
            <a:xfrm>
              <a:off x="5229918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38" name="pg77">
              <a:extLst>
                <a:ext uri="{FF2B5EF4-FFF2-40B4-BE49-F238E27FC236}">
                  <a16:creationId xmlns:a16="http://schemas.microsoft.com/office/drawing/2014/main" id="{B8E6C943-3B7E-E339-DCE6-F356FAF67E86}"/>
                </a:ext>
              </a:extLst>
            </p:cNvPr>
            <p:cNvSpPr/>
            <p:nvPr/>
          </p:nvSpPr>
          <p:spPr>
            <a:xfrm>
              <a:off x="5311355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39" name="pg78">
              <a:extLst>
                <a:ext uri="{FF2B5EF4-FFF2-40B4-BE49-F238E27FC236}">
                  <a16:creationId xmlns:a16="http://schemas.microsoft.com/office/drawing/2014/main" id="{644A50C7-EC9B-B3F7-43E9-E40CB21E2AA7}"/>
                </a:ext>
              </a:extLst>
            </p:cNvPr>
            <p:cNvSpPr/>
            <p:nvPr/>
          </p:nvSpPr>
          <p:spPr>
            <a:xfrm>
              <a:off x="539279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40" name="pg79">
              <a:extLst>
                <a:ext uri="{FF2B5EF4-FFF2-40B4-BE49-F238E27FC236}">
                  <a16:creationId xmlns:a16="http://schemas.microsoft.com/office/drawing/2014/main" id="{D73C3EFF-9B14-0D0D-14FD-38EE4C17DA19}"/>
                </a:ext>
              </a:extLst>
            </p:cNvPr>
            <p:cNvSpPr/>
            <p:nvPr/>
          </p:nvSpPr>
          <p:spPr>
            <a:xfrm>
              <a:off x="343830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41" name="pg80">
              <a:extLst>
                <a:ext uri="{FF2B5EF4-FFF2-40B4-BE49-F238E27FC236}">
                  <a16:creationId xmlns:a16="http://schemas.microsoft.com/office/drawing/2014/main" id="{9350833D-7608-0BCF-C747-9AD6CA7B8E23}"/>
                </a:ext>
              </a:extLst>
            </p:cNvPr>
            <p:cNvSpPr/>
            <p:nvPr/>
          </p:nvSpPr>
          <p:spPr>
            <a:xfrm>
              <a:off x="351973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42" name="pg81">
              <a:extLst>
                <a:ext uri="{FF2B5EF4-FFF2-40B4-BE49-F238E27FC236}">
                  <a16:creationId xmlns:a16="http://schemas.microsoft.com/office/drawing/2014/main" id="{C99D787B-9073-7595-DDF0-E99E35C6C092}"/>
                </a:ext>
              </a:extLst>
            </p:cNvPr>
            <p:cNvSpPr/>
            <p:nvPr/>
          </p:nvSpPr>
          <p:spPr>
            <a:xfrm>
              <a:off x="3601176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43" name="pg82">
              <a:extLst>
                <a:ext uri="{FF2B5EF4-FFF2-40B4-BE49-F238E27FC236}">
                  <a16:creationId xmlns:a16="http://schemas.microsoft.com/office/drawing/2014/main" id="{90502272-0BC3-9C41-1B73-B50AF1A662B0}"/>
                </a:ext>
              </a:extLst>
            </p:cNvPr>
            <p:cNvSpPr/>
            <p:nvPr/>
          </p:nvSpPr>
          <p:spPr>
            <a:xfrm>
              <a:off x="368261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44" name="pg83">
              <a:extLst>
                <a:ext uri="{FF2B5EF4-FFF2-40B4-BE49-F238E27FC236}">
                  <a16:creationId xmlns:a16="http://schemas.microsoft.com/office/drawing/2014/main" id="{4519C07A-32AE-DB31-8C6B-CA8D0E5981F4}"/>
                </a:ext>
              </a:extLst>
            </p:cNvPr>
            <p:cNvSpPr/>
            <p:nvPr/>
          </p:nvSpPr>
          <p:spPr>
            <a:xfrm>
              <a:off x="376405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45" name="pg84">
              <a:extLst>
                <a:ext uri="{FF2B5EF4-FFF2-40B4-BE49-F238E27FC236}">
                  <a16:creationId xmlns:a16="http://schemas.microsoft.com/office/drawing/2014/main" id="{C95B08AA-38EE-2FCD-DE7C-808AA4213C27}"/>
                </a:ext>
              </a:extLst>
            </p:cNvPr>
            <p:cNvSpPr/>
            <p:nvPr/>
          </p:nvSpPr>
          <p:spPr>
            <a:xfrm>
              <a:off x="3845487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46" name="pg85">
              <a:extLst>
                <a:ext uri="{FF2B5EF4-FFF2-40B4-BE49-F238E27FC236}">
                  <a16:creationId xmlns:a16="http://schemas.microsoft.com/office/drawing/2014/main" id="{741D2791-4873-8F68-8383-A89B02F82E7B}"/>
                </a:ext>
              </a:extLst>
            </p:cNvPr>
            <p:cNvSpPr/>
            <p:nvPr/>
          </p:nvSpPr>
          <p:spPr>
            <a:xfrm>
              <a:off x="3926924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47" name="pg86">
              <a:extLst>
                <a:ext uri="{FF2B5EF4-FFF2-40B4-BE49-F238E27FC236}">
                  <a16:creationId xmlns:a16="http://schemas.microsoft.com/office/drawing/2014/main" id="{8C866B1C-9E0B-75F3-76A7-166E7E60BA65}"/>
                </a:ext>
              </a:extLst>
            </p:cNvPr>
            <p:cNvSpPr/>
            <p:nvPr/>
          </p:nvSpPr>
          <p:spPr>
            <a:xfrm>
              <a:off x="400836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48" name="pg87">
              <a:extLst>
                <a:ext uri="{FF2B5EF4-FFF2-40B4-BE49-F238E27FC236}">
                  <a16:creationId xmlns:a16="http://schemas.microsoft.com/office/drawing/2014/main" id="{B63B6756-15CB-2085-7FC4-448FF4EBE870}"/>
                </a:ext>
              </a:extLst>
            </p:cNvPr>
            <p:cNvSpPr/>
            <p:nvPr/>
          </p:nvSpPr>
          <p:spPr>
            <a:xfrm>
              <a:off x="408979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49" name="pg88">
              <a:extLst>
                <a:ext uri="{FF2B5EF4-FFF2-40B4-BE49-F238E27FC236}">
                  <a16:creationId xmlns:a16="http://schemas.microsoft.com/office/drawing/2014/main" id="{15C80FA5-3C17-1BDB-981F-635D8A1BCD34}"/>
                </a:ext>
              </a:extLst>
            </p:cNvPr>
            <p:cNvSpPr/>
            <p:nvPr/>
          </p:nvSpPr>
          <p:spPr>
            <a:xfrm>
              <a:off x="4171236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50" name="pg89">
              <a:extLst>
                <a:ext uri="{FF2B5EF4-FFF2-40B4-BE49-F238E27FC236}">
                  <a16:creationId xmlns:a16="http://schemas.microsoft.com/office/drawing/2014/main" id="{B23B98C6-5A7A-57C9-E004-C2E4F136E801}"/>
                </a:ext>
              </a:extLst>
            </p:cNvPr>
            <p:cNvSpPr/>
            <p:nvPr/>
          </p:nvSpPr>
          <p:spPr>
            <a:xfrm>
              <a:off x="425267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51" name="pg90">
              <a:extLst>
                <a:ext uri="{FF2B5EF4-FFF2-40B4-BE49-F238E27FC236}">
                  <a16:creationId xmlns:a16="http://schemas.microsoft.com/office/drawing/2014/main" id="{717925F9-F980-214B-4C89-61080D1BE9AC}"/>
                </a:ext>
              </a:extLst>
            </p:cNvPr>
            <p:cNvSpPr/>
            <p:nvPr/>
          </p:nvSpPr>
          <p:spPr>
            <a:xfrm>
              <a:off x="433411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52" name="pg91">
              <a:extLst>
                <a:ext uri="{FF2B5EF4-FFF2-40B4-BE49-F238E27FC236}">
                  <a16:creationId xmlns:a16="http://schemas.microsoft.com/office/drawing/2014/main" id="{31B1D895-8AEC-6BC3-6416-677257596098}"/>
                </a:ext>
              </a:extLst>
            </p:cNvPr>
            <p:cNvSpPr/>
            <p:nvPr/>
          </p:nvSpPr>
          <p:spPr>
            <a:xfrm>
              <a:off x="482273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53" name="pg92">
              <a:extLst>
                <a:ext uri="{FF2B5EF4-FFF2-40B4-BE49-F238E27FC236}">
                  <a16:creationId xmlns:a16="http://schemas.microsoft.com/office/drawing/2014/main" id="{A5A3F547-F92C-DB81-F527-D51FA339772B}"/>
                </a:ext>
              </a:extLst>
            </p:cNvPr>
            <p:cNvSpPr/>
            <p:nvPr/>
          </p:nvSpPr>
          <p:spPr>
            <a:xfrm>
              <a:off x="490417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54" name="pg93">
              <a:extLst>
                <a:ext uri="{FF2B5EF4-FFF2-40B4-BE49-F238E27FC236}">
                  <a16:creationId xmlns:a16="http://schemas.microsoft.com/office/drawing/2014/main" id="{07821B9B-34F2-4BA4-9A0B-C5095769AA4C}"/>
                </a:ext>
              </a:extLst>
            </p:cNvPr>
            <p:cNvSpPr/>
            <p:nvPr/>
          </p:nvSpPr>
          <p:spPr>
            <a:xfrm>
              <a:off x="4985607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55" name="pg94">
              <a:extLst>
                <a:ext uri="{FF2B5EF4-FFF2-40B4-BE49-F238E27FC236}">
                  <a16:creationId xmlns:a16="http://schemas.microsoft.com/office/drawing/2014/main" id="{51B36BDC-F476-71AC-4601-A6977F12082B}"/>
                </a:ext>
              </a:extLst>
            </p:cNvPr>
            <p:cNvSpPr/>
            <p:nvPr/>
          </p:nvSpPr>
          <p:spPr>
            <a:xfrm>
              <a:off x="5067044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56" name="pg95">
              <a:extLst>
                <a:ext uri="{FF2B5EF4-FFF2-40B4-BE49-F238E27FC236}">
                  <a16:creationId xmlns:a16="http://schemas.microsoft.com/office/drawing/2014/main" id="{139AE259-FB29-3643-75BD-17F51A552BEA}"/>
                </a:ext>
              </a:extLst>
            </p:cNvPr>
            <p:cNvSpPr/>
            <p:nvPr/>
          </p:nvSpPr>
          <p:spPr>
            <a:xfrm>
              <a:off x="514848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57" name="pg96">
              <a:extLst>
                <a:ext uri="{FF2B5EF4-FFF2-40B4-BE49-F238E27FC236}">
                  <a16:creationId xmlns:a16="http://schemas.microsoft.com/office/drawing/2014/main" id="{16A37E26-3167-A3DF-43E8-670FCB6563AE}"/>
                </a:ext>
              </a:extLst>
            </p:cNvPr>
            <p:cNvSpPr/>
            <p:nvPr/>
          </p:nvSpPr>
          <p:spPr>
            <a:xfrm>
              <a:off x="522991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58" name="pg97">
              <a:extLst>
                <a:ext uri="{FF2B5EF4-FFF2-40B4-BE49-F238E27FC236}">
                  <a16:creationId xmlns:a16="http://schemas.microsoft.com/office/drawing/2014/main" id="{83D15628-B96F-C06D-2940-57ACDCF02525}"/>
                </a:ext>
              </a:extLst>
            </p:cNvPr>
            <p:cNvSpPr/>
            <p:nvPr/>
          </p:nvSpPr>
          <p:spPr>
            <a:xfrm>
              <a:off x="327542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59" name="pg98">
              <a:extLst>
                <a:ext uri="{FF2B5EF4-FFF2-40B4-BE49-F238E27FC236}">
                  <a16:creationId xmlns:a16="http://schemas.microsoft.com/office/drawing/2014/main" id="{0492C196-50A2-2703-CA9B-CD2B0EB76A09}"/>
                </a:ext>
              </a:extLst>
            </p:cNvPr>
            <p:cNvSpPr/>
            <p:nvPr/>
          </p:nvSpPr>
          <p:spPr>
            <a:xfrm>
              <a:off x="335686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60" name="pg99">
              <a:extLst>
                <a:ext uri="{FF2B5EF4-FFF2-40B4-BE49-F238E27FC236}">
                  <a16:creationId xmlns:a16="http://schemas.microsoft.com/office/drawing/2014/main" id="{785BB832-64B1-1E69-D6C0-FC611D5FFF64}"/>
                </a:ext>
              </a:extLst>
            </p:cNvPr>
            <p:cNvSpPr/>
            <p:nvPr/>
          </p:nvSpPr>
          <p:spPr>
            <a:xfrm>
              <a:off x="343830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61" name="pg100">
              <a:extLst>
                <a:ext uri="{FF2B5EF4-FFF2-40B4-BE49-F238E27FC236}">
                  <a16:creationId xmlns:a16="http://schemas.microsoft.com/office/drawing/2014/main" id="{22DCC4F3-D397-85D6-3A86-E3D72D6C63A7}"/>
                </a:ext>
              </a:extLst>
            </p:cNvPr>
            <p:cNvSpPr/>
            <p:nvPr/>
          </p:nvSpPr>
          <p:spPr>
            <a:xfrm>
              <a:off x="351973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62" name="pg101">
              <a:extLst>
                <a:ext uri="{FF2B5EF4-FFF2-40B4-BE49-F238E27FC236}">
                  <a16:creationId xmlns:a16="http://schemas.microsoft.com/office/drawing/2014/main" id="{19A8D53F-B671-31C1-F2BC-9B50F0A267B1}"/>
                </a:ext>
              </a:extLst>
            </p:cNvPr>
            <p:cNvSpPr/>
            <p:nvPr/>
          </p:nvSpPr>
          <p:spPr>
            <a:xfrm>
              <a:off x="360117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63" name="pg102">
              <a:extLst>
                <a:ext uri="{FF2B5EF4-FFF2-40B4-BE49-F238E27FC236}">
                  <a16:creationId xmlns:a16="http://schemas.microsoft.com/office/drawing/2014/main" id="{7A3ACDC1-C1ED-9E8E-333B-330B13F6EA55}"/>
                </a:ext>
              </a:extLst>
            </p:cNvPr>
            <p:cNvSpPr/>
            <p:nvPr/>
          </p:nvSpPr>
          <p:spPr>
            <a:xfrm>
              <a:off x="368261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64" name="pg103">
              <a:extLst>
                <a:ext uri="{FF2B5EF4-FFF2-40B4-BE49-F238E27FC236}">
                  <a16:creationId xmlns:a16="http://schemas.microsoft.com/office/drawing/2014/main" id="{BC07596C-4726-F516-2368-EB29765DFF58}"/>
                </a:ext>
              </a:extLst>
            </p:cNvPr>
            <p:cNvSpPr/>
            <p:nvPr/>
          </p:nvSpPr>
          <p:spPr>
            <a:xfrm>
              <a:off x="376405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65" name="pg104">
              <a:extLst>
                <a:ext uri="{FF2B5EF4-FFF2-40B4-BE49-F238E27FC236}">
                  <a16:creationId xmlns:a16="http://schemas.microsoft.com/office/drawing/2014/main" id="{17EBF9F1-470E-44DF-B882-400192C42493}"/>
                </a:ext>
              </a:extLst>
            </p:cNvPr>
            <p:cNvSpPr/>
            <p:nvPr/>
          </p:nvSpPr>
          <p:spPr>
            <a:xfrm>
              <a:off x="384548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66" name="pg105">
              <a:extLst>
                <a:ext uri="{FF2B5EF4-FFF2-40B4-BE49-F238E27FC236}">
                  <a16:creationId xmlns:a16="http://schemas.microsoft.com/office/drawing/2014/main" id="{FEDECCEC-910F-D853-E256-E6E68EEBCD0D}"/>
                </a:ext>
              </a:extLst>
            </p:cNvPr>
            <p:cNvSpPr/>
            <p:nvPr/>
          </p:nvSpPr>
          <p:spPr>
            <a:xfrm>
              <a:off x="392692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67" name="pg106">
              <a:extLst>
                <a:ext uri="{FF2B5EF4-FFF2-40B4-BE49-F238E27FC236}">
                  <a16:creationId xmlns:a16="http://schemas.microsoft.com/office/drawing/2014/main" id="{7C56330B-BA03-B5F4-49C3-461A3C97F69B}"/>
                </a:ext>
              </a:extLst>
            </p:cNvPr>
            <p:cNvSpPr/>
            <p:nvPr/>
          </p:nvSpPr>
          <p:spPr>
            <a:xfrm>
              <a:off x="400836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68" name="pg107">
              <a:extLst>
                <a:ext uri="{FF2B5EF4-FFF2-40B4-BE49-F238E27FC236}">
                  <a16:creationId xmlns:a16="http://schemas.microsoft.com/office/drawing/2014/main" id="{84ACBFEB-8773-8BFF-B8AA-D1EA7DB1A62D}"/>
                </a:ext>
              </a:extLst>
            </p:cNvPr>
            <p:cNvSpPr/>
            <p:nvPr/>
          </p:nvSpPr>
          <p:spPr>
            <a:xfrm>
              <a:off x="408979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69" name="pg108">
              <a:extLst>
                <a:ext uri="{FF2B5EF4-FFF2-40B4-BE49-F238E27FC236}">
                  <a16:creationId xmlns:a16="http://schemas.microsoft.com/office/drawing/2014/main" id="{637125D7-14FC-9560-8993-83D5630FB878}"/>
                </a:ext>
              </a:extLst>
            </p:cNvPr>
            <p:cNvSpPr/>
            <p:nvPr/>
          </p:nvSpPr>
          <p:spPr>
            <a:xfrm>
              <a:off x="417123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70" name="pg109">
              <a:extLst>
                <a:ext uri="{FF2B5EF4-FFF2-40B4-BE49-F238E27FC236}">
                  <a16:creationId xmlns:a16="http://schemas.microsoft.com/office/drawing/2014/main" id="{8529FB85-BD5E-3DFA-6E94-A2D9B1E72247}"/>
                </a:ext>
              </a:extLst>
            </p:cNvPr>
            <p:cNvSpPr/>
            <p:nvPr/>
          </p:nvSpPr>
          <p:spPr>
            <a:xfrm>
              <a:off x="425267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71" name="pg110">
              <a:extLst>
                <a:ext uri="{FF2B5EF4-FFF2-40B4-BE49-F238E27FC236}">
                  <a16:creationId xmlns:a16="http://schemas.microsoft.com/office/drawing/2014/main" id="{042F13EC-F637-3CA7-4028-1AAF30CBCF20}"/>
                </a:ext>
              </a:extLst>
            </p:cNvPr>
            <p:cNvSpPr/>
            <p:nvPr/>
          </p:nvSpPr>
          <p:spPr>
            <a:xfrm>
              <a:off x="433411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72" name="pg111">
              <a:extLst>
                <a:ext uri="{FF2B5EF4-FFF2-40B4-BE49-F238E27FC236}">
                  <a16:creationId xmlns:a16="http://schemas.microsoft.com/office/drawing/2014/main" id="{720D6274-A247-D2E7-6E5F-FEE51B43EFAF}"/>
                </a:ext>
              </a:extLst>
            </p:cNvPr>
            <p:cNvSpPr/>
            <p:nvPr/>
          </p:nvSpPr>
          <p:spPr>
            <a:xfrm>
              <a:off x="441554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73" name="pg112">
              <a:extLst>
                <a:ext uri="{FF2B5EF4-FFF2-40B4-BE49-F238E27FC236}">
                  <a16:creationId xmlns:a16="http://schemas.microsoft.com/office/drawing/2014/main" id="{BC52ED01-989C-C3D4-8A4F-6C270939F0B8}"/>
                </a:ext>
              </a:extLst>
            </p:cNvPr>
            <p:cNvSpPr/>
            <p:nvPr/>
          </p:nvSpPr>
          <p:spPr>
            <a:xfrm>
              <a:off x="449698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74" name="pg113">
              <a:extLst>
                <a:ext uri="{FF2B5EF4-FFF2-40B4-BE49-F238E27FC236}">
                  <a16:creationId xmlns:a16="http://schemas.microsoft.com/office/drawing/2014/main" id="{F6BFF965-9BC3-E94C-79E4-1E3F3447BFB5}"/>
                </a:ext>
              </a:extLst>
            </p:cNvPr>
            <p:cNvSpPr/>
            <p:nvPr/>
          </p:nvSpPr>
          <p:spPr>
            <a:xfrm>
              <a:off x="457842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75" name="pg114">
              <a:extLst>
                <a:ext uri="{FF2B5EF4-FFF2-40B4-BE49-F238E27FC236}">
                  <a16:creationId xmlns:a16="http://schemas.microsoft.com/office/drawing/2014/main" id="{A1C0B623-98FA-3991-DD3F-D167ADEE8B9C}"/>
                </a:ext>
              </a:extLst>
            </p:cNvPr>
            <p:cNvSpPr/>
            <p:nvPr/>
          </p:nvSpPr>
          <p:spPr>
            <a:xfrm>
              <a:off x="474129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76" name="pg115">
              <a:extLst>
                <a:ext uri="{FF2B5EF4-FFF2-40B4-BE49-F238E27FC236}">
                  <a16:creationId xmlns:a16="http://schemas.microsoft.com/office/drawing/2014/main" id="{79BE7ED3-5D27-B05E-DC5F-54A3698EAAF6}"/>
                </a:ext>
              </a:extLst>
            </p:cNvPr>
            <p:cNvSpPr/>
            <p:nvPr/>
          </p:nvSpPr>
          <p:spPr>
            <a:xfrm>
              <a:off x="482273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77" name="pg116">
              <a:extLst>
                <a:ext uri="{FF2B5EF4-FFF2-40B4-BE49-F238E27FC236}">
                  <a16:creationId xmlns:a16="http://schemas.microsoft.com/office/drawing/2014/main" id="{18BC2427-2C02-A354-72D7-4EC3B31846B3}"/>
                </a:ext>
              </a:extLst>
            </p:cNvPr>
            <p:cNvSpPr/>
            <p:nvPr/>
          </p:nvSpPr>
          <p:spPr>
            <a:xfrm>
              <a:off x="490417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78" name="pg117">
              <a:extLst>
                <a:ext uri="{FF2B5EF4-FFF2-40B4-BE49-F238E27FC236}">
                  <a16:creationId xmlns:a16="http://schemas.microsoft.com/office/drawing/2014/main" id="{F708B190-3C19-120C-9228-CA2B1EC9655D}"/>
                </a:ext>
              </a:extLst>
            </p:cNvPr>
            <p:cNvSpPr/>
            <p:nvPr/>
          </p:nvSpPr>
          <p:spPr>
            <a:xfrm>
              <a:off x="498560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79" name="pg118">
              <a:extLst>
                <a:ext uri="{FF2B5EF4-FFF2-40B4-BE49-F238E27FC236}">
                  <a16:creationId xmlns:a16="http://schemas.microsoft.com/office/drawing/2014/main" id="{09F3C0F9-D6B7-70D8-DF8C-3DB940CD811C}"/>
                </a:ext>
              </a:extLst>
            </p:cNvPr>
            <p:cNvSpPr/>
            <p:nvPr/>
          </p:nvSpPr>
          <p:spPr>
            <a:xfrm>
              <a:off x="506704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80" name="pg119">
              <a:extLst>
                <a:ext uri="{FF2B5EF4-FFF2-40B4-BE49-F238E27FC236}">
                  <a16:creationId xmlns:a16="http://schemas.microsoft.com/office/drawing/2014/main" id="{EF81FEF7-3839-979E-06B7-E61757B151A4}"/>
                </a:ext>
              </a:extLst>
            </p:cNvPr>
            <p:cNvSpPr/>
            <p:nvPr/>
          </p:nvSpPr>
          <p:spPr>
            <a:xfrm>
              <a:off x="514848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81" name="pg120">
              <a:extLst>
                <a:ext uri="{FF2B5EF4-FFF2-40B4-BE49-F238E27FC236}">
                  <a16:creationId xmlns:a16="http://schemas.microsoft.com/office/drawing/2014/main" id="{389AB7B5-D861-0DDB-F76A-FE28DF3A29FC}"/>
                </a:ext>
              </a:extLst>
            </p:cNvPr>
            <p:cNvSpPr/>
            <p:nvPr/>
          </p:nvSpPr>
          <p:spPr>
            <a:xfrm>
              <a:off x="522991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82" name="pg121">
              <a:extLst>
                <a:ext uri="{FF2B5EF4-FFF2-40B4-BE49-F238E27FC236}">
                  <a16:creationId xmlns:a16="http://schemas.microsoft.com/office/drawing/2014/main" id="{570AF4DC-B502-8629-E4AB-883269EB2D58}"/>
                </a:ext>
              </a:extLst>
            </p:cNvPr>
            <p:cNvSpPr/>
            <p:nvPr/>
          </p:nvSpPr>
          <p:spPr>
            <a:xfrm>
              <a:off x="327542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83" name="pg122">
              <a:extLst>
                <a:ext uri="{FF2B5EF4-FFF2-40B4-BE49-F238E27FC236}">
                  <a16:creationId xmlns:a16="http://schemas.microsoft.com/office/drawing/2014/main" id="{7A4853BE-84C6-1175-3273-510F387970C4}"/>
                </a:ext>
              </a:extLst>
            </p:cNvPr>
            <p:cNvSpPr/>
            <p:nvPr/>
          </p:nvSpPr>
          <p:spPr>
            <a:xfrm>
              <a:off x="335686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84" name="pg123">
              <a:extLst>
                <a:ext uri="{FF2B5EF4-FFF2-40B4-BE49-F238E27FC236}">
                  <a16:creationId xmlns:a16="http://schemas.microsoft.com/office/drawing/2014/main" id="{A07DC2AB-7340-FD2C-71E3-BF6FDA4E5BD7}"/>
                </a:ext>
              </a:extLst>
            </p:cNvPr>
            <p:cNvSpPr/>
            <p:nvPr/>
          </p:nvSpPr>
          <p:spPr>
            <a:xfrm>
              <a:off x="343830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85" name="pg124">
              <a:extLst>
                <a:ext uri="{FF2B5EF4-FFF2-40B4-BE49-F238E27FC236}">
                  <a16:creationId xmlns:a16="http://schemas.microsoft.com/office/drawing/2014/main" id="{81C13BEA-4840-75CC-EDD6-908336499FE1}"/>
                </a:ext>
              </a:extLst>
            </p:cNvPr>
            <p:cNvSpPr/>
            <p:nvPr/>
          </p:nvSpPr>
          <p:spPr>
            <a:xfrm>
              <a:off x="351973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86" name="pg125">
              <a:extLst>
                <a:ext uri="{FF2B5EF4-FFF2-40B4-BE49-F238E27FC236}">
                  <a16:creationId xmlns:a16="http://schemas.microsoft.com/office/drawing/2014/main" id="{CD666F52-1566-F539-C1D7-E58B6A3AF107}"/>
                </a:ext>
              </a:extLst>
            </p:cNvPr>
            <p:cNvSpPr/>
            <p:nvPr/>
          </p:nvSpPr>
          <p:spPr>
            <a:xfrm>
              <a:off x="360117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87" name="pg126">
              <a:extLst>
                <a:ext uri="{FF2B5EF4-FFF2-40B4-BE49-F238E27FC236}">
                  <a16:creationId xmlns:a16="http://schemas.microsoft.com/office/drawing/2014/main" id="{3CD2D24C-D46C-4D94-2FE8-E9F0B01847BD}"/>
                </a:ext>
              </a:extLst>
            </p:cNvPr>
            <p:cNvSpPr/>
            <p:nvPr/>
          </p:nvSpPr>
          <p:spPr>
            <a:xfrm>
              <a:off x="368261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88" name="pg127">
              <a:extLst>
                <a:ext uri="{FF2B5EF4-FFF2-40B4-BE49-F238E27FC236}">
                  <a16:creationId xmlns:a16="http://schemas.microsoft.com/office/drawing/2014/main" id="{948BC4AA-4239-592B-B3CC-F93687901FFF}"/>
                </a:ext>
              </a:extLst>
            </p:cNvPr>
            <p:cNvSpPr/>
            <p:nvPr/>
          </p:nvSpPr>
          <p:spPr>
            <a:xfrm>
              <a:off x="376405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89" name="pg128">
              <a:extLst>
                <a:ext uri="{FF2B5EF4-FFF2-40B4-BE49-F238E27FC236}">
                  <a16:creationId xmlns:a16="http://schemas.microsoft.com/office/drawing/2014/main" id="{AA0AA104-3177-1593-3D2A-F1015FCE06CD}"/>
                </a:ext>
              </a:extLst>
            </p:cNvPr>
            <p:cNvSpPr/>
            <p:nvPr/>
          </p:nvSpPr>
          <p:spPr>
            <a:xfrm>
              <a:off x="384548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90" name="pg129">
              <a:extLst>
                <a:ext uri="{FF2B5EF4-FFF2-40B4-BE49-F238E27FC236}">
                  <a16:creationId xmlns:a16="http://schemas.microsoft.com/office/drawing/2014/main" id="{7BC8BADF-2326-1F2D-E35D-FC573ADBCAA5}"/>
                </a:ext>
              </a:extLst>
            </p:cNvPr>
            <p:cNvSpPr/>
            <p:nvPr/>
          </p:nvSpPr>
          <p:spPr>
            <a:xfrm>
              <a:off x="392692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91" name="pg130">
              <a:extLst>
                <a:ext uri="{FF2B5EF4-FFF2-40B4-BE49-F238E27FC236}">
                  <a16:creationId xmlns:a16="http://schemas.microsoft.com/office/drawing/2014/main" id="{6E9CAFB6-4A02-58C1-9FA8-A105A12066D4}"/>
                </a:ext>
              </a:extLst>
            </p:cNvPr>
            <p:cNvSpPr/>
            <p:nvPr/>
          </p:nvSpPr>
          <p:spPr>
            <a:xfrm>
              <a:off x="400836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92" name="pg131">
              <a:extLst>
                <a:ext uri="{FF2B5EF4-FFF2-40B4-BE49-F238E27FC236}">
                  <a16:creationId xmlns:a16="http://schemas.microsoft.com/office/drawing/2014/main" id="{0BB04042-E036-F16D-FDF2-B83EE0BEE8F2}"/>
                </a:ext>
              </a:extLst>
            </p:cNvPr>
            <p:cNvSpPr/>
            <p:nvPr/>
          </p:nvSpPr>
          <p:spPr>
            <a:xfrm>
              <a:off x="408979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93" name="pg132">
              <a:extLst>
                <a:ext uri="{FF2B5EF4-FFF2-40B4-BE49-F238E27FC236}">
                  <a16:creationId xmlns:a16="http://schemas.microsoft.com/office/drawing/2014/main" id="{81E5338D-3A95-62AB-800C-0298169E15B4}"/>
                </a:ext>
              </a:extLst>
            </p:cNvPr>
            <p:cNvSpPr/>
            <p:nvPr/>
          </p:nvSpPr>
          <p:spPr>
            <a:xfrm>
              <a:off x="417123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94" name="pg133">
              <a:extLst>
                <a:ext uri="{FF2B5EF4-FFF2-40B4-BE49-F238E27FC236}">
                  <a16:creationId xmlns:a16="http://schemas.microsoft.com/office/drawing/2014/main" id="{DE1C490D-D39E-2BAE-C920-8A21DEA060BE}"/>
                </a:ext>
              </a:extLst>
            </p:cNvPr>
            <p:cNvSpPr/>
            <p:nvPr/>
          </p:nvSpPr>
          <p:spPr>
            <a:xfrm>
              <a:off x="425267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95" name="pg134">
              <a:extLst>
                <a:ext uri="{FF2B5EF4-FFF2-40B4-BE49-F238E27FC236}">
                  <a16:creationId xmlns:a16="http://schemas.microsoft.com/office/drawing/2014/main" id="{5F1FDE38-A1EF-4215-CD84-B383A0231F8B}"/>
                </a:ext>
              </a:extLst>
            </p:cNvPr>
            <p:cNvSpPr/>
            <p:nvPr/>
          </p:nvSpPr>
          <p:spPr>
            <a:xfrm>
              <a:off x="433411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96" name="pg135">
              <a:extLst>
                <a:ext uri="{FF2B5EF4-FFF2-40B4-BE49-F238E27FC236}">
                  <a16:creationId xmlns:a16="http://schemas.microsoft.com/office/drawing/2014/main" id="{4B9D86AE-A171-C1EF-37E4-4FF9057FA284}"/>
                </a:ext>
              </a:extLst>
            </p:cNvPr>
            <p:cNvSpPr/>
            <p:nvPr/>
          </p:nvSpPr>
          <p:spPr>
            <a:xfrm>
              <a:off x="441554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97" name="pg136">
              <a:extLst>
                <a:ext uri="{FF2B5EF4-FFF2-40B4-BE49-F238E27FC236}">
                  <a16:creationId xmlns:a16="http://schemas.microsoft.com/office/drawing/2014/main" id="{560E9494-B4DD-344F-EBEF-6525C029D651}"/>
                </a:ext>
              </a:extLst>
            </p:cNvPr>
            <p:cNvSpPr/>
            <p:nvPr/>
          </p:nvSpPr>
          <p:spPr>
            <a:xfrm>
              <a:off x="449698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98" name="pg137">
              <a:extLst>
                <a:ext uri="{FF2B5EF4-FFF2-40B4-BE49-F238E27FC236}">
                  <a16:creationId xmlns:a16="http://schemas.microsoft.com/office/drawing/2014/main" id="{3851A744-1B71-0419-E942-911C3553B041}"/>
                </a:ext>
              </a:extLst>
            </p:cNvPr>
            <p:cNvSpPr/>
            <p:nvPr/>
          </p:nvSpPr>
          <p:spPr>
            <a:xfrm>
              <a:off x="457842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99" name="pg138">
              <a:extLst>
                <a:ext uri="{FF2B5EF4-FFF2-40B4-BE49-F238E27FC236}">
                  <a16:creationId xmlns:a16="http://schemas.microsoft.com/office/drawing/2014/main" id="{93AACFBE-D504-91BD-00C8-C788A5090502}"/>
                </a:ext>
              </a:extLst>
            </p:cNvPr>
            <p:cNvSpPr/>
            <p:nvPr/>
          </p:nvSpPr>
          <p:spPr>
            <a:xfrm>
              <a:off x="465985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00" name="pg139">
              <a:extLst>
                <a:ext uri="{FF2B5EF4-FFF2-40B4-BE49-F238E27FC236}">
                  <a16:creationId xmlns:a16="http://schemas.microsoft.com/office/drawing/2014/main" id="{7DF146E0-6E93-6CDB-46F5-F9C82A3D2CBE}"/>
                </a:ext>
              </a:extLst>
            </p:cNvPr>
            <p:cNvSpPr/>
            <p:nvPr/>
          </p:nvSpPr>
          <p:spPr>
            <a:xfrm>
              <a:off x="474129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01" name="pg140">
              <a:extLst>
                <a:ext uri="{FF2B5EF4-FFF2-40B4-BE49-F238E27FC236}">
                  <a16:creationId xmlns:a16="http://schemas.microsoft.com/office/drawing/2014/main" id="{9CBBECC4-7A47-8501-70D7-E662F5F29C2E}"/>
                </a:ext>
              </a:extLst>
            </p:cNvPr>
            <p:cNvSpPr/>
            <p:nvPr/>
          </p:nvSpPr>
          <p:spPr>
            <a:xfrm>
              <a:off x="482273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02" name="pg141">
              <a:extLst>
                <a:ext uri="{FF2B5EF4-FFF2-40B4-BE49-F238E27FC236}">
                  <a16:creationId xmlns:a16="http://schemas.microsoft.com/office/drawing/2014/main" id="{46B3E412-5322-AF3C-82B4-2B6189265282}"/>
                </a:ext>
              </a:extLst>
            </p:cNvPr>
            <p:cNvSpPr/>
            <p:nvPr/>
          </p:nvSpPr>
          <p:spPr>
            <a:xfrm>
              <a:off x="490417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03" name="pg142">
              <a:extLst>
                <a:ext uri="{FF2B5EF4-FFF2-40B4-BE49-F238E27FC236}">
                  <a16:creationId xmlns:a16="http://schemas.microsoft.com/office/drawing/2014/main" id="{8CE6653B-80B2-DE45-105F-87698B06490F}"/>
                </a:ext>
              </a:extLst>
            </p:cNvPr>
            <p:cNvSpPr/>
            <p:nvPr/>
          </p:nvSpPr>
          <p:spPr>
            <a:xfrm>
              <a:off x="498560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04" name="pg143">
              <a:extLst>
                <a:ext uri="{FF2B5EF4-FFF2-40B4-BE49-F238E27FC236}">
                  <a16:creationId xmlns:a16="http://schemas.microsoft.com/office/drawing/2014/main" id="{D14FDCB3-E77C-23CC-452E-CE0650E6CB14}"/>
                </a:ext>
              </a:extLst>
            </p:cNvPr>
            <p:cNvSpPr/>
            <p:nvPr/>
          </p:nvSpPr>
          <p:spPr>
            <a:xfrm>
              <a:off x="506704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05" name="pg144">
              <a:extLst>
                <a:ext uri="{FF2B5EF4-FFF2-40B4-BE49-F238E27FC236}">
                  <a16:creationId xmlns:a16="http://schemas.microsoft.com/office/drawing/2014/main" id="{7954A304-72EF-560C-D0D9-2BC5683EB312}"/>
                </a:ext>
              </a:extLst>
            </p:cNvPr>
            <p:cNvSpPr/>
            <p:nvPr/>
          </p:nvSpPr>
          <p:spPr>
            <a:xfrm>
              <a:off x="514848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06" name="pg145">
              <a:extLst>
                <a:ext uri="{FF2B5EF4-FFF2-40B4-BE49-F238E27FC236}">
                  <a16:creationId xmlns:a16="http://schemas.microsoft.com/office/drawing/2014/main" id="{FE40F33C-8677-D835-1878-1BF778774C53}"/>
                </a:ext>
              </a:extLst>
            </p:cNvPr>
            <p:cNvSpPr/>
            <p:nvPr/>
          </p:nvSpPr>
          <p:spPr>
            <a:xfrm>
              <a:off x="327542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07" name="pg146">
              <a:extLst>
                <a:ext uri="{FF2B5EF4-FFF2-40B4-BE49-F238E27FC236}">
                  <a16:creationId xmlns:a16="http://schemas.microsoft.com/office/drawing/2014/main" id="{412B56EE-421B-7359-2705-FD5AA74F4C1B}"/>
                </a:ext>
              </a:extLst>
            </p:cNvPr>
            <p:cNvSpPr/>
            <p:nvPr/>
          </p:nvSpPr>
          <p:spPr>
            <a:xfrm>
              <a:off x="335686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08" name="pg147">
              <a:extLst>
                <a:ext uri="{FF2B5EF4-FFF2-40B4-BE49-F238E27FC236}">
                  <a16:creationId xmlns:a16="http://schemas.microsoft.com/office/drawing/2014/main" id="{7279E5E0-B701-DB8F-CA48-83BED4EF6D62}"/>
                </a:ext>
              </a:extLst>
            </p:cNvPr>
            <p:cNvSpPr/>
            <p:nvPr/>
          </p:nvSpPr>
          <p:spPr>
            <a:xfrm>
              <a:off x="343830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09" name="pg148">
              <a:extLst>
                <a:ext uri="{FF2B5EF4-FFF2-40B4-BE49-F238E27FC236}">
                  <a16:creationId xmlns:a16="http://schemas.microsoft.com/office/drawing/2014/main" id="{2DF97182-CD3F-A584-6B94-1148596D0152}"/>
                </a:ext>
              </a:extLst>
            </p:cNvPr>
            <p:cNvSpPr/>
            <p:nvPr/>
          </p:nvSpPr>
          <p:spPr>
            <a:xfrm>
              <a:off x="351973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10" name="pg149">
              <a:extLst>
                <a:ext uri="{FF2B5EF4-FFF2-40B4-BE49-F238E27FC236}">
                  <a16:creationId xmlns:a16="http://schemas.microsoft.com/office/drawing/2014/main" id="{41611D0E-43BD-BDB3-5279-2C87F206BADB}"/>
                </a:ext>
              </a:extLst>
            </p:cNvPr>
            <p:cNvSpPr/>
            <p:nvPr/>
          </p:nvSpPr>
          <p:spPr>
            <a:xfrm>
              <a:off x="360117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11" name="pg150">
              <a:extLst>
                <a:ext uri="{FF2B5EF4-FFF2-40B4-BE49-F238E27FC236}">
                  <a16:creationId xmlns:a16="http://schemas.microsoft.com/office/drawing/2014/main" id="{42E7FC32-6298-526E-8ED0-933B3902C26E}"/>
                </a:ext>
              </a:extLst>
            </p:cNvPr>
            <p:cNvSpPr/>
            <p:nvPr/>
          </p:nvSpPr>
          <p:spPr>
            <a:xfrm>
              <a:off x="368261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12" name="pg151">
              <a:extLst>
                <a:ext uri="{FF2B5EF4-FFF2-40B4-BE49-F238E27FC236}">
                  <a16:creationId xmlns:a16="http://schemas.microsoft.com/office/drawing/2014/main" id="{D3DC6B30-116E-5455-FA8F-B2899AAFF5C9}"/>
                </a:ext>
              </a:extLst>
            </p:cNvPr>
            <p:cNvSpPr/>
            <p:nvPr/>
          </p:nvSpPr>
          <p:spPr>
            <a:xfrm>
              <a:off x="376405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13" name="pg152">
              <a:extLst>
                <a:ext uri="{FF2B5EF4-FFF2-40B4-BE49-F238E27FC236}">
                  <a16:creationId xmlns:a16="http://schemas.microsoft.com/office/drawing/2014/main" id="{95E236F4-3E11-E8C0-A678-4919FE3EC1EA}"/>
                </a:ext>
              </a:extLst>
            </p:cNvPr>
            <p:cNvSpPr/>
            <p:nvPr/>
          </p:nvSpPr>
          <p:spPr>
            <a:xfrm>
              <a:off x="384548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14" name="pg153">
              <a:extLst>
                <a:ext uri="{FF2B5EF4-FFF2-40B4-BE49-F238E27FC236}">
                  <a16:creationId xmlns:a16="http://schemas.microsoft.com/office/drawing/2014/main" id="{2AF900E4-4488-9203-8A05-54630A6962C6}"/>
                </a:ext>
              </a:extLst>
            </p:cNvPr>
            <p:cNvSpPr/>
            <p:nvPr/>
          </p:nvSpPr>
          <p:spPr>
            <a:xfrm>
              <a:off x="392692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15" name="pg154">
              <a:extLst>
                <a:ext uri="{FF2B5EF4-FFF2-40B4-BE49-F238E27FC236}">
                  <a16:creationId xmlns:a16="http://schemas.microsoft.com/office/drawing/2014/main" id="{B92C18D2-6667-6045-2F43-CFFDD5B8E81F}"/>
                </a:ext>
              </a:extLst>
            </p:cNvPr>
            <p:cNvSpPr/>
            <p:nvPr/>
          </p:nvSpPr>
          <p:spPr>
            <a:xfrm>
              <a:off x="400836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16" name="pg155">
              <a:extLst>
                <a:ext uri="{FF2B5EF4-FFF2-40B4-BE49-F238E27FC236}">
                  <a16:creationId xmlns:a16="http://schemas.microsoft.com/office/drawing/2014/main" id="{C884E68D-2C40-43AF-1DC5-E51AB5A007F0}"/>
                </a:ext>
              </a:extLst>
            </p:cNvPr>
            <p:cNvSpPr/>
            <p:nvPr/>
          </p:nvSpPr>
          <p:spPr>
            <a:xfrm>
              <a:off x="408979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17" name="pg156">
              <a:extLst>
                <a:ext uri="{FF2B5EF4-FFF2-40B4-BE49-F238E27FC236}">
                  <a16:creationId xmlns:a16="http://schemas.microsoft.com/office/drawing/2014/main" id="{23F634E2-B888-5534-7AA6-CB39C2632C29}"/>
                </a:ext>
              </a:extLst>
            </p:cNvPr>
            <p:cNvSpPr/>
            <p:nvPr/>
          </p:nvSpPr>
          <p:spPr>
            <a:xfrm>
              <a:off x="417123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18" name="pg157">
              <a:extLst>
                <a:ext uri="{FF2B5EF4-FFF2-40B4-BE49-F238E27FC236}">
                  <a16:creationId xmlns:a16="http://schemas.microsoft.com/office/drawing/2014/main" id="{48E6B831-C1D3-2572-F0DB-E27E85A65800}"/>
                </a:ext>
              </a:extLst>
            </p:cNvPr>
            <p:cNvSpPr/>
            <p:nvPr/>
          </p:nvSpPr>
          <p:spPr>
            <a:xfrm>
              <a:off x="425267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19" name="pg158">
              <a:extLst>
                <a:ext uri="{FF2B5EF4-FFF2-40B4-BE49-F238E27FC236}">
                  <a16:creationId xmlns:a16="http://schemas.microsoft.com/office/drawing/2014/main" id="{D0AAEE23-2C7F-B923-FBEF-2A752F2CD987}"/>
                </a:ext>
              </a:extLst>
            </p:cNvPr>
            <p:cNvSpPr/>
            <p:nvPr/>
          </p:nvSpPr>
          <p:spPr>
            <a:xfrm>
              <a:off x="433411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20" name="pg159">
              <a:extLst>
                <a:ext uri="{FF2B5EF4-FFF2-40B4-BE49-F238E27FC236}">
                  <a16:creationId xmlns:a16="http://schemas.microsoft.com/office/drawing/2014/main" id="{4C4A0406-4C5A-1B7F-402A-FD827E459C8F}"/>
                </a:ext>
              </a:extLst>
            </p:cNvPr>
            <p:cNvSpPr/>
            <p:nvPr/>
          </p:nvSpPr>
          <p:spPr>
            <a:xfrm>
              <a:off x="441554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21" name="pg160">
              <a:extLst>
                <a:ext uri="{FF2B5EF4-FFF2-40B4-BE49-F238E27FC236}">
                  <a16:creationId xmlns:a16="http://schemas.microsoft.com/office/drawing/2014/main" id="{B1F55957-52C0-5C34-A5FA-99E5C3E77867}"/>
                </a:ext>
              </a:extLst>
            </p:cNvPr>
            <p:cNvSpPr/>
            <p:nvPr/>
          </p:nvSpPr>
          <p:spPr>
            <a:xfrm>
              <a:off x="449698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22" name="pg161">
              <a:extLst>
                <a:ext uri="{FF2B5EF4-FFF2-40B4-BE49-F238E27FC236}">
                  <a16:creationId xmlns:a16="http://schemas.microsoft.com/office/drawing/2014/main" id="{B843F366-8701-A69E-2E9C-EF7E90275653}"/>
                </a:ext>
              </a:extLst>
            </p:cNvPr>
            <p:cNvSpPr/>
            <p:nvPr/>
          </p:nvSpPr>
          <p:spPr>
            <a:xfrm>
              <a:off x="457842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23" name="pg162">
              <a:extLst>
                <a:ext uri="{FF2B5EF4-FFF2-40B4-BE49-F238E27FC236}">
                  <a16:creationId xmlns:a16="http://schemas.microsoft.com/office/drawing/2014/main" id="{8A6835F2-4E75-6316-D149-DB27692AC03A}"/>
                </a:ext>
              </a:extLst>
            </p:cNvPr>
            <p:cNvSpPr/>
            <p:nvPr/>
          </p:nvSpPr>
          <p:spPr>
            <a:xfrm>
              <a:off x="465985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24" name="pg163">
              <a:extLst>
                <a:ext uri="{FF2B5EF4-FFF2-40B4-BE49-F238E27FC236}">
                  <a16:creationId xmlns:a16="http://schemas.microsoft.com/office/drawing/2014/main" id="{DE62FA9F-1DDD-4540-469E-28637B33A353}"/>
                </a:ext>
              </a:extLst>
            </p:cNvPr>
            <p:cNvSpPr/>
            <p:nvPr/>
          </p:nvSpPr>
          <p:spPr>
            <a:xfrm>
              <a:off x="474129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25" name="pg164">
              <a:extLst>
                <a:ext uri="{FF2B5EF4-FFF2-40B4-BE49-F238E27FC236}">
                  <a16:creationId xmlns:a16="http://schemas.microsoft.com/office/drawing/2014/main" id="{76257E0C-303E-855D-3D83-E82F44AC692B}"/>
                </a:ext>
              </a:extLst>
            </p:cNvPr>
            <p:cNvSpPr/>
            <p:nvPr/>
          </p:nvSpPr>
          <p:spPr>
            <a:xfrm>
              <a:off x="482273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26" name="pg165">
              <a:extLst>
                <a:ext uri="{FF2B5EF4-FFF2-40B4-BE49-F238E27FC236}">
                  <a16:creationId xmlns:a16="http://schemas.microsoft.com/office/drawing/2014/main" id="{7209BDF6-E5F3-F1D2-EF35-828DE3B1F408}"/>
                </a:ext>
              </a:extLst>
            </p:cNvPr>
            <p:cNvSpPr/>
            <p:nvPr/>
          </p:nvSpPr>
          <p:spPr>
            <a:xfrm>
              <a:off x="490417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27" name="pg166">
              <a:extLst>
                <a:ext uri="{FF2B5EF4-FFF2-40B4-BE49-F238E27FC236}">
                  <a16:creationId xmlns:a16="http://schemas.microsoft.com/office/drawing/2014/main" id="{9A6775B9-5085-B60B-2ED3-CC7E9DBFB459}"/>
                </a:ext>
              </a:extLst>
            </p:cNvPr>
            <p:cNvSpPr/>
            <p:nvPr/>
          </p:nvSpPr>
          <p:spPr>
            <a:xfrm>
              <a:off x="498560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28" name="pg167">
              <a:extLst>
                <a:ext uri="{FF2B5EF4-FFF2-40B4-BE49-F238E27FC236}">
                  <a16:creationId xmlns:a16="http://schemas.microsoft.com/office/drawing/2014/main" id="{9B0F1842-75D0-DD7E-FC64-F4E67CB638A8}"/>
                </a:ext>
              </a:extLst>
            </p:cNvPr>
            <p:cNvSpPr/>
            <p:nvPr/>
          </p:nvSpPr>
          <p:spPr>
            <a:xfrm>
              <a:off x="506704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29" name="pg168">
              <a:extLst>
                <a:ext uri="{FF2B5EF4-FFF2-40B4-BE49-F238E27FC236}">
                  <a16:creationId xmlns:a16="http://schemas.microsoft.com/office/drawing/2014/main" id="{067F54E3-D877-5257-7987-B3E1DF5FAF27}"/>
                </a:ext>
              </a:extLst>
            </p:cNvPr>
            <p:cNvSpPr/>
            <p:nvPr/>
          </p:nvSpPr>
          <p:spPr>
            <a:xfrm>
              <a:off x="303111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30" name="pg169">
              <a:extLst>
                <a:ext uri="{FF2B5EF4-FFF2-40B4-BE49-F238E27FC236}">
                  <a16:creationId xmlns:a16="http://schemas.microsoft.com/office/drawing/2014/main" id="{7E75084A-A2D8-50F4-3846-9D573F80D198}"/>
                </a:ext>
              </a:extLst>
            </p:cNvPr>
            <p:cNvSpPr/>
            <p:nvPr/>
          </p:nvSpPr>
          <p:spPr>
            <a:xfrm>
              <a:off x="311255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31" name="pg170">
              <a:extLst>
                <a:ext uri="{FF2B5EF4-FFF2-40B4-BE49-F238E27FC236}">
                  <a16:creationId xmlns:a16="http://schemas.microsoft.com/office/drawing/2014/main" id="{C8804488-014A-3522-AE94-A6207C19BD31}"/>
                </a:ext>
              </a:extLst>
            </p:cNvPr>
            <p:cNvSpPr/>
            <p:nvPr/>
          </p:nvSpPr>
          <p:spPr>
            <a:xfrm>
              <a:off x="327542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32" name="pg171">
              <a:extLst>
                <a:ext uri="{FF2B5EF4-FFF2-40B4-BE49-F238E27FC236}">
                  <a16:creationId xmlns:a16="http://schemas.microsoft.com/office/drawing/2014/main" id="{B5B0D624-5378-CC58-81C1-A234FAD3BEEB}"/>
                </a:ext>
              </a:extLst>
            </p:cNvPr>
            <p:cNvSpPr/>
            <p:nvPr/>
          </p:nvSpPr>
          <p:spPr>
            <a:xfrm>
              <a:off x="3356864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33" name="pg172">
              <a:extLst>
                <a:ext uri="{FF2B5EF4-FFF2-40B4-BE49-F238E27FC236}">
                  <a16:creationId xmlns:a16="http://schemas.microsoft.com/office/drawing/2014/main" id="{74C63786-2686-E79C-A1A4-1B3E0E467B4A}"/>
                </a:ext>
              </a:extLst>
            </p:cNvPr>
            <p:cNvSpPr/>
            <p:nvPr/>
          </p:nvSpPr>
          <p:spPr>
            <a:xfrm>
              <a:off x="3438301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34" name="pg173">
              <a:extLst>
                <a:ext uri="{FF2B5EF4-FFF2-40B4-BE49-F238E27FC236}">
                  <a16:creationId xmlns:a16="http://schemas.microsoft.com/office/drawing/2014/main" id="{80994101-05D7-4258-ECC9-3B498F8B0DC8}"/>
                </a:ext>
              </a:extLst>
            </p:cNvPr>
            <p:cNvSpPr/>
            <p:nvPr/>
          </p:nvSpPr>
          <p:spPr>
            <a:xfrm>
              <a:off x="351973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35" name="pg174">
              <a:extLst>
                <a:ext uri="{FF2B5EF4-FFF2-40B4-BE49-F238E27FC236}">
                  <a16:creationId xmlns:a16="http://schemas.microsoft.com/office/drawing/2014/main" id="{0E32A77A-E5FD-804F-83C8-435D3DA4CBA6}"/>
                </a:ext>
              </a:extLst>
            </p:cNvPr>
            <p:cNvSpPr/>
            <p:nvPr/>
          </p:nvSpPr>
          <p:spPr>
            <a:xfrm>
              <a:off x="360117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36" name="pg175">
              <a:extLst>
                <a:ext uri="{FF2B5EF4-FFF2-40B4-BE49-F238E27FC236}">
                  <a16:creationId xmlns:a16="http://schemas.microsoft.com/office/drawing/2014/main" id="{1B4D8875-85F5-FF89-4C31-5F58F08142E7}"/>
                </a:ext>
              </a:extLst>
            </p:cNvPr>
            <p:cNvSpPr/>
            <p:nvPr/>
          </p:nvSpPr>
          <p:spPr>
            <a:xfrm>
              <a:off x="368261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37" name="pg176">
              <a:extLst>
                <a:ext uri="{FF2B5EF4-FFF2-40B4-BE49-F238E27FC236}">
                  <a16:creationId xmlns:a16="http://schemas.microsoft.com/office/drawing/2014/main" id="{1CE5A516-7222-6AA2-9A09-3BB5EAAB7030}"/>
                </a:ext>
              </a:extLst>
            </p:cNvPr>
            <p:cNvSpPr/>
            <p:nvPr/>
          </p:nvSpPr>
          <p:spPr>
            <a:xfrm>
              <a:off x="376405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38" name="pg177">
              <a:extLst>
                <a:ext uri="{FF2B5EF4-FFF2-40B4-BE49-F238E27FC236}">
                  <a16:creationId xmlns:a16="http://schemas.microsoft.com/office/drawing/2014/main" id="{76BE21CA-5E3C-4DA5-1412-2BC6D67737CE}"/>
                </a:ext>
              </a:extLst>
            </p:cNvPr>
            <p:cNvSpPr/>
            <p:nvPr/>
          </p:nvSpPr>
          <p:spPr>
            <a:xfrm>
              <a:off x="384548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39" name="pg178">
              <a:extLst>
                <a:ext uri="{FF2B5EF4-FFF2-40B4-BE49-F238E27FC236}">
                  <a16:creationId xmlns:a16="http://schemas.microsoft.com/office/drawing/2014/main" id="{4BA4841F-3B6E-C3DA-1E08-2408B63819A6}"/>
                </a:ext>
              </a:extLst>
            </p:cNvPr>
            <p:cNvSpPr/>
            <p:nvPr/>
          </p:nvSpPr>
          <p:spPr>
            <a:xfrm>
              <a:off x="408979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40" name="pg179">
              <a:extLst>
                <a:ext uri="{FF2B5EF4-FFF2-40B4-BE49-F238E27FC236}">
                  <a16:creationId xmlns:a16="http://schemas.microsoft.com/office/drawing/2014/main" id="{BD32DC4E-C8A8-04E5-9251-2E0761F08D56}"/>
                </a:ext>
              </a:extLst>
            </p:cNvPr>
            <p:cNvSpPr/>
            <p:nvPr/>
          </p:nvSpPr>
          <p:spPr>
            <a:xfrm>
              <a:off x="417123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41" name="pg180">
              <a:extLst>
                <a:ext uri="{FF2B5EF4-FFF2-40B4-BE49-F238E27FC236}">
                  <a16:creationId xmlns:a16="http://schemas.microsoft.com/office/drawing/2014/main" id="{A07BFF37-8F64-1281-96C8-368278F3CD73}"/>
                </a:ext>
              </a:extLst>
            </p:cNvPr>
            <p:cNvSpPr/>
            <p:nvPr/>
          </p:nvSpPr>
          <p:spPr>
            <a:xfrm>
              <a:off x="425267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42" name="pg181">
              <a:extLst>
                <a:ext uri="{FF2B5EF4-FFF2-40B4-BE49-F238E27FC236}">
                  <a16:creationId xmlns:a16="http://schemas.microsoft.com/office/drawing/2014/main" id="{DE3C0416-C258-D5D4-5EC9-670AE64184D4}"/>
                </a:ext>
              </a:extLst>
            </p:cNvPr>
            <p:cNvSpPr/>
            <p:nvPr/>
          </p:nvSpPr>
          <p:spPr>
            <a:xfrm>
              <a:off x="433411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43" name="pg182">
              <a:extLst>
                <a:ext uri="{FF2B5EF4-FFF2-40B4-BE49-F238E27FC236}">
                  <a16:creationId xmlns:a16="http://schemas.microsoft.com/office/drawing/2014/main" id="{114A12AF-33B4-8A54-501F-C1178DABCE80}"/>
                </a:ext>
              </a:extLst>
            </p:cNvPr>
            <p:cNvSpPr/>
            <p:nvPr/>
          </p:nvSpPr>
          <p:spPr>
            <a:xfrm>
              <a:off x="441554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44" name="pg183">
              <a:extLst>
                <a:ext uri="{FF2B5EF4-FFF2-40B4-BE49-F238E27FC236}">
                  <a16:creationId xmlns:a16="http://schemas.microsoft.com/office/drawing/2014/main" id="{A2406958-AF0B-3BBA-78ED-34AB29D1BD49}"/>
                </a:ext>
              </a:extLst>
            </p:cNvPr>
            <p:cNvSpPr/>
            <p:nvPr/>
          </p:nvSpPr>
          <p:spPr>
            <a:xfrm>
              <a:off x="4496984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45" name="pg184">
              <a:extLst>
                <a:ext uri="{FF2B5EF4-FFF2-40B4-BE49-F238E27FC236}">
                  <a16:creationId xmlns:a16="http://schemas.microsoft.com/office/drawing/2014/main" id="{641ABCF1-1F2F-7B81-5B5F-1184A37EBCD0}"/>
                </a:ext>
              </a:extLst>
            </p:cNvPr>
            <p:cNvSpPr/>
            <p:nvPr/>
          </p:nvSpPr>
          <p:spPr>
            <a:xfrm>
              <a:off x="4578421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46" name="pg185">
              <a:extLst>
                <a:ext uri="{FF2B5EF4-FFF2-40B4-BE49-F238E27FC236}">
                  <a16:creationId xmlns:a16="http://schemas.microsoft.com/office/drawing/2014/main" id="{C10E01BE-C134-0ECA-5DB3-C9CCA107FFE9}"/>
                </a:ext>
              </a:extLst>
            </p:cNvPr>
            <p:cNvSpPr/>
            <p:nvPr/>
          </p:nvSpPr>
          <p:spPr>
            <a:xfrm>
              <a:off x="465985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47" name="pg186">
              <a:extLst>
                <a:ext uri="{FF2B5EF4-FFF2-40B4-BE49-F238E27FC236}">
                  <a16:creationId xmlns:a16="http://schemas.microsoft.com/office/drawing/2014/main" id="{D18F23D9-8ADD-C048-7A2F-061AF26E28D5}"/>
                </a:ext>
              </a:extLst>
            </p:cNvPr>
            <p:cNvSpPr/>
            <p:nvPr/>
          </p:nvSpPr>
          <p:spPr>
            <a:xfrm>
              <a:off x="474129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48" name="pg187">
              <a:extLst>
                <a:ext uri="{FF2B5EF4-FFF2-40B4-BE49-F238E27FC236}">
                  <a16:creationId xmlns:a16="http://schemas.microsoft.com/office/drawing/2014/main" id="{8B0E9EDA-C60C-678F-B658-09FFE5454E37}"/>
                </a:ext>
              </a:extLst>
            </p:cNvPr>
            <p:cNvSpPr/>
            <p:nvPr/>
          </p:nvSpPr>
          <p:spPr>
            <a:xfrm>
              <a:off x="482273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49" name="pg188">
              <a:extLst>
                <a:ext uri="{FF2B5EF4-FFF2-40B4-BE49-F238E27FC236}">
                  <a16:creationId xmlns:a16="http://schemas.microsoft.com/office/drawing/2014/main" id="{C650B1FA-C688-1DA2-A933-387A5D53EE68}"/>
                </a:ext>
              </a:extLst>
            </p:cNvPr>
            <p:cNvSpPr/>
            <p:nvPr/>
          </p:nvSpPr>
          <p:spPr>
            <a:xfrm>
              <a:off x="490417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50" name="pg189">
              <a:extLst>
                <a:ext uri="{FF2B5EF4-FFF2-40B4-BE49-F238E27FC236}">
                  <a16:creationId xmlns:a16="http://schemas.microsoft.com/office/drawing/2014/main" id="{1CAB7A31-4BCC-B602-2E84-437D0AD1B919}"/>
                </a:ext>
              </a:extLst>
            </p:cNvPr>
            <p:cNvSpPr/>
            <p:nvPr/>
          </p:nvSpPr>
          <p:spPr>
            <a:xfrm>
              <a:off x="498560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51" name="pg190">
              <a:extLst>
                <a:ext uri="{FF2B5EF4-FFF2-40B4-BE49-F238E27FC236}">
                  <a16:creationId xmlns:a16="http://schemas.microsoft.com/office/drawing/2014/main" id="{253CD02B-2D87-F19D-C6B4-6F49909A4615}"/>
                </a:ext>
              </a:extLst>
            </p:cNvPr>
            <p:cNvSpPr/>
            <p:nvPr/>
          </p:nvSpPr>
          <p:spPr>
            <a:xfrm>
              <a:off x="294967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52" name="pg191">
              <a:extLst>
                <a:ext uri="{FF2B5EF4-FFF2-40B4-BE49-F238E27FC236}">
                  <a16:creationId xmlns:a16="http://schemas.microsoft.com/office/drawing/2014/main" id="{A896BC29-C5D7-3F42-0278-24DC98AC5C8C}"/>
                </a:ext>
              </a:extLst>
            </p:cNvPr>
            <p:cNvSpPr/>
            <p:nvPr/>
          </p:nvSpPr>
          <p:spPr>
            <a:xfrm>
              <a:off x="303111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53" name="pg192">
              <a:extLst>
                <a:ext uri="{FF2B5EF4-FFF2-40B4-BE49-F238E27FC236}">
                  <a16:creationId xmlns:a16="http://schemas.microsoft.com/office/drawing/2014/main" id="{EA43EF54-AF10-1C70-36BB-E5125E31B65A}"/>
                </a:ext>
              </a:extLst>
            </p:cNvPr>
            <p:cNvSpPr/>
            <p:nvPr/>
          </p:nvSpPr>
          <p:spPr>
            <a:xfrm>
              <a:off x="311255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54" name="pg193">
              <a:extLst>
                <a:ext uri="{FF2B5EF4-FFF2-40B4-BE49-F238E27FC236}">
                  <a16:creationId xmlns:a16="http://schemas.microsoft.com/office/drawing/2014/main" id="{7124296A-0234-15FC-3776-B73F18D60272}"/>
                </a:ext>
              </a:extLst>
            </p:cNvPr>
            <p:cNvSpPr/>
            <p:nvPr/>
          </p:nvSpPr>
          <p:spPr>
            <a:xfrm>
              <a:off x="319399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55" name="pg194">
              <a:extLst>
                <a:ext uri="{FF2B5EF4-FFF2-40B4-BE49-F238E27FC236}">
                  <a16:creationId xmlns:a16="http://schemas.microsoft.com/office/drawing/2014/main" id="{650F1ED4-A0C3-F26E-EEFE-337A810B3994}"/>
                </a:ext>
              </a:extLst>
            </p:cNvPr>
            <p:cNvSpPr/>
            <p:nvPr/>
          </p:nvSpPr>
          <p:spPr>
            <a:xfrm>
              <a:off x="327542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56" name="pg195">
              <a:extLst>
                <a:ext uri="{FF2B5EF4-FFF2-40B4-BE49-F238E27FC236}">
                  <a16:creationId xmlns:a16="http://schemas.microsoft.com/office/drawing/2014/main" id="{969C5304-3CCB-C15B-2278-BAB4C7478689}"/>
                </a:ext>
              </a:extLst>
            </p:cNvPr>
            <p:cNvSpPr/>
            <p:nvPr/>
          </p:nvSpPr>
          <p:spPr>
            <a:xfrm>
              <a:off x="3356864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57" name="pg196">
              <a:extLst>
                <a:ext uri="{FF2B5EF4-FFF2-40B4-BE49-F238E27FC236}">
                  <a16:creationId xmlns:a16="http://schemas.microsoft.com/office/drawing/2014/main" id="{C9946F93-52E2-664A-5AD5-60481AB4ED65}"/>
                </a:ext>
              </a:extLst>
            </p:cNvPr>
            <p:cNvSpPr/>
            <p:nvPr/>
          </p:nvSpPr>
          <p:spPr>
            <a:xfrm>
              <a:off x="3438301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58" name="pg197">
              <a:extLst>
                <a:ext uri="{FF2B5EF4-FFF2-40B4-BE49-F238E27FC236}">
                  <a16:creationId xmlns:a16="http://schemas.microsoft.com/office/drawing/2014/main" id="{7E2F66A7-2212-8EEB-99B9-721708BAC1E8}"/>
                </a:ext>
              </a:extLst>
            </p:cNvPr>
            <p:cNvSpPr/>
            <p:nvPr/>
          </p:nvSpPr>
          <p:spPr>
            <a:xfrm>
              <a:off x="351973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59" name="pg198">
              <a:extLst>
                <a:ext uri="{FF2B5EF4-FFF2-40B4-BE49-F238E27FC236}">
                  <a16:creationId xmlns:a16="http://schemas.microsoft.com/office/drawing/2014/main" id="{FF99838F-7E74-0DDF-12C8-3747505D63B4}"/>
                </a:ext>
              </a:extLst>
            </p:cNvPr>
            <p:cNvSpPr/>
            <p:nvPr/>
          </p:nvSpPr>
          <p:spPr>
            <a:xfrm>
              <a:off x="360117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60" name="pg199">
              <a:extLst>
                <a:ext uri="{FF2B5EF4-FFF2-40B4-BE49-F238E27FC236}">
                  <a16:creationId xmlns:a16="http://schemas.microsoft.com/office/drawing/2014/main" id="{ED6C973A-3CF6-467C-98A7-293935655C1A}"/>
                </a:ext>
              </a:extLst>
            </p:cNvPr>
            <p:cNvSpPr/>
            <p:nvPr/>
          </p:nvSpPr>
          <p:spPr>
            <a:xfrm>
              <a:off x="368261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61" name="pg200">
              <a:extLst>
                <a:ext uri="{FF2B5EF4-FFF2-40B4-BE49-F238E27FC236}">
                  <a16:creationId xmlns:a16="http://schemas.microsoft.com/office/drawing/2014/main" id="{A989593D-BEB1-EED6-6245-344843147F13}"/>
                </a:ext>
              </a:extLst>
            </p:cNvPr>
            <p:cNvSpPr/>
            <p:nvPr/>
          </p:nvSpPr>
          <p:spPr>
            <a:xfrm>
              <a:off x="376405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62" name="pg201">
              <a:extLst>
                <a:ext uri="{FF2B5EF4-FFF2-40B4-BE49-F238E27FC236}">
                  <a16:creationId xmlns:a16="http://schemas.microsoft.com/office/drawing/2014/main" id="{C96B7D3D-9CAA-7E99-E639-27ECCB762725}"/>
                </a:ext>
              </a:extLst>
            </p:cNvPr>
            <p:cNvSpPr/>
            <p:nvPr/>
          </p:nvSpPr>
          <p:spPr>
            <a:xfrm>
              <a:off x="384548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63" name="pg202">
              <a:extLst>
                <a:ext uri="{FF2B5EF4-FFF2-40B4-BE49-F238E27FC236}">
                  <a16:creationId xmlns:a16="http://schemas.microsoft.com/office/drawing/2014/main" id="{4237A0AB-3481-508D-8E9B-4B6814AA937E}"/>
                </a:ext>
              </a:extLst>
            </p:cNvPr>
            <p:cNvSpPr/>
            <p:nvPr/>
          </p:nvSpPr>
          <p:spPr>
            <a:xfrm>
              <a:off x="417123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64" name="pg203">
              <a:extLst>
                <a:ext uri="{FF2B5EF4-FFF2-40B4-BE49-F238E27FC236}">
                  <a16:creationId xmlns:a16="http://schemas.microsoft.com/office/drawing/2014/main" id="{05614F7A-E0AD-9A8F-83EB-92DCC93ECEF9}"/>
                </a:ext>
              </a:extLst>
            </p:cNvPr>
            <p:cNvSpPr/>
            <p:nvPr/>
          </p:nvSpPr>
          <p:spPr>
            <a:xfrm>
              <a:off x="425267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65" name="pg204">
              <a:extLst>
                <a:ext uri="{FF2B5EF4-FFF2-40B4-BE49-F238E27FC236}">
                  <a16:creationId xmlns:a16="http://schemas.microsoft.com/office/drawing/2014/main" id="{F6001C83-3F0A-6EB0-1EFD-5337591EAAFA}"/>
                </a:ext>
              </a:extLst>
            </p:cNvPr>
            <p:cNvSpPr/>
            <p:nvPr/>
          </p:nvSpPr>
          <p:spPr>
            <a:xfrm>
              <a:off x="433411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66" name="pg205">
              <a:extLst>
                <a:ext uri="{FF2B5EF4-FFF2-40B4-BE49-F238E27FC236}">
                  <a16:creationId xmlns:a16="http://schemas.microsoft.com/office/drawing/2014/main" id="{6749F4E5-239A-234B-6BAE-5D6B75C257E3}"/>
                </a:ext>
              </a:extLst>
            </p:cNvPr>
            <p:cNvSpPr/>
            <p:nvPr/>
          </p:nvSpPr>
          <p:spPr>
            <a:xfrm>
              <a:off x="441554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67" name="pg206">
              <a:extLst>
                <a:ext uri="{FF2B5EF4-FFF2-40B4-BE49-F238E27FC236}">
                  <a16:creationId xmlns:a16="http://schemas.microsoft.com/office/drawing/2014/main" id="{D88A4B41-69FA-AB7E-4532-026C3851704B}"/>
                </a:ext>
              </a:extLst>
            </p:cNvPr>
            <p:cNvSpPr/>
            <p:nvPr/>
          </p:nvSpPr>
          <p:spPr>
            <a:xfrm>
              <a:off x="4496984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68" name="pg207">
              <a:extLst>
                <a:ext uri="{FF2B5EF4-FFF2-40B4-BE49-F238E27FC236}">
                  <a16:creationId xmlns:a16="http://schemas.microsoft.com/office/drawing/2014/main" id="{40C23E46-40A0-15AC-A47D-A0DFFF84D537}"/>
                </a:ext>
              </a:extLst>
            </p:cNvPr>
            <p:cNvSpPr/>
            <p:nvPr/>
          </p:nvSpPr>
          <p:spPr>
            <a:xfrm>
              <a:off x="4578421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69" name="pg208">
              <a:extLst>
                <a:ext uri="{FF2B5EF4-FFF2-40B4-BE49-F238E27FC236}">
                  <a16:creationId xmlns:a16="http://schemas.microsoft.com/office/drawing/2014/main" id="{F1F88A2F-45EC-FCDC-759E-85F94FE9BE4A}"/>
                </a:ext>
              </a:extLst>
            </p:cNvPr>
            <p:cNvSpPr/>
            <p:nvPr/>
          </p:nvSpPr>
          <p:spPr>
            <a:xfrm>
              <a:off x="465985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70" name="pg209">
              <a:extLst>
                <a:ext uri="{FF2B5EF4-FFF2-40B4-BE49-F238E27FC236}">
                  <a16:creationId xmlns:a16="http://schemas.microsoft.com/office/drawing/2014/main" id="{780AB95A-4F63-2BD5-4D5F-411E6BE879A4}"/>
                </a:ext>
              </a:extLst>
            </p:cNvPr>
            <p:cNvSpPr/>
            <p:nvPr/>
          </p:nvSpPr>
          <p:spPr>
            <a:xfrm>
              <a:off x="474129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71" name="pg210">
              <a:extLst>
                <a:ext uri="{FF2B5EF4-FFF2-40B4-BE49-F238E27FC236}">
                  <a16:creationId xmlns:a16="http://schemas.microsoft.com/office/drawing/2014/main" id="{21560D7B-9808-AE3B-2DC8-23E887658721}"/>
                </a:ext>
              </a:extLst>
            </p:cNvPr>
            <p:cNvSpPr/>
            <p:nvPr/>
          </p:nvSpPr>
          <p:spPr>
            <a:xfrm>
              <a:off x="482273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72" name="pg211">
              <a:extLst>
                <a:ext uri="{FF2B5EF4-FFF2-40B4-BE49-F238E27FC236}">
                  <a16:creationId xmlns:a16="http://schemas.microsoft.com/office/drawing/2014/main" id="{B43B909A-F944-0384-5137-3434392C3C14}"/>
                </a:ext>
              </a:extLst>
            </p:cNvPr>
            <p:cNvSpPr/>
            <p:nvPr/>
          </p:nvSpPr>
          <p:spPr>
            <a:xfrm>
              <a:off x="490417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73" name="pg212">
              <a:extLst>
                <a:ext uri="{FF2B5EF4-FFF2-40B4-BE49-F238E27FC236}">
                  <a16:creationId xmlns:a16="http://schemas.microsoft.com/office/drawing/2014/main" id="{2CA97FFD-2C96-8C9E-3F09-A906D2B307A7}"/>
                </a:ext>
              </a:extLst>
            </p:cNvPr>
            <p:cNvSpPr/>
            <p:nvPr/>
          </p:nvSpPr>
          <p:spPr>
            <a:xfrm>
              <a:off x="286824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74" name="pg213">
              <a:extLst>
                <a:ext uri="{FF2B5EF4-FFF2-40B4-BE49-F238E27FC236}">
                  <a16:creationId xmlns:a16="http://schemas.microsoft.com/office/drawing/2014/main" id="{12825887-B7A2-8E9E-2DBD-85AD21D96EB7}"/>
                </a:ext>
              </a:extLst>
            </p:cNvPr>
            <p:cNvSpPr/>
            <p:nvPr/>
          </p:nvSpPr>
          <p:spPr>
            <a:xfrm>
              <a:off x="294967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75" name="pg214">
              <a:extLst>
                <a:ext uri="{FF2B5EF4-FFF2-40B4-BE49-F238E27FC236}">
                  <a16:creationId xmlns:a16="http://schemas.microsoft.com/office/drawing/2014/main" id="{B1034E60-3021-782F-7491-22A0890EB422}"/>
                </a:ext>
              </a:extLst>
            </p:cNvPr>
            <p:cNvSpPr/>
            <p:nvPr/>
          </p:nvSpPr>
          <p:spPr>
            <a:xfrm>
              <a:off x="303111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76" name="pg215">
              <a:extLst>
                <a:ext uri="{FF2B5EF4-FFF2-40B4-BE49-F238E27FC236}">
                  <a16:creationId xmlns:a16="http://schemas.microsoft.com/office/drawing/2014/main" id="{82248CC2-513D-E9BF-5C3F-0B2CA846BFF6}"/>
                </a:ext>
              </a:extLst>
            </p:cNvPr>
            <p:cNvSpPr/>
            <p:nvPr/>
          </p:nvSpPr>
          <p:spPr>
            <a:xfrm>
              <a:off x="311255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77" name="pg216">
              <a:extLst>
                <a:ext uri="{FF2B5EF4-FFF2-40B4-BE49-F238E27FC236}">
                  <a16:creationId xmlns:a16="http://schemas.microsoft.com/office/drawing/2014/main" id="{98BD136B-DA07-2C83-B3C2-03EBC34E987E}"/>
                </a:ext>
              </a:extLst>
            </p:cNvPr>
            <p:cNvSpPr/>
            <p:nvPr/>
          </p:nvSpPr>
          <p:spPr>
            <a:xfrm>
              <a:off x="319399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78" name="pg217">
              <a:extLst>
                <a:ext uri="{FF2B5EF4-FFF2-40B4-BE49-F238E27FC236}">
                  <a16:creationId xmlns:a16="http://schemas.microsoft.com/office/drawing/2014/main" id="{BBDEB9F4-5D15-509F-7B5F-97B68A02D955}"/>
                </a:ext>
              </a:extLst>
            </p:cNvPr>
            <p:cNvSpPr/>
            <p:nvPr/>
          </p:nvSpPr>
          <p:spPr>
            <a:xfrm>
              <a:off x="327542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79" name="pg218">
              <a:extLst>
                <a:ext uri="{FF2B5EF4-FFF2-40B4-BE49-F238E27FC236}">
                  <a16:creationId xmlns:a16="http://schemas.microsoft.com/office/drawing/2014/main" id="{3EAF8144-E215-4353-557B-D366DFE9FA8F}"/>
                </a:ext>
              </a:extLst>
            </p:cNvPr>
            <p:cNvSpPr/>
            <p:nvPr/>
          </p:nvSpPr>
          <p:spPr>
            <a:xfrm>
              <a:off x="3356864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80" name="pg219">
              <a:extLst>
                <a:ext uri="{FF2B5EF4-FFF2-40B4-BE49-F238E27FC236}">
                  <a16:creationId xmlns:a16="http://schemas.microsoft.com/office/drawing/2014/main" id="{7D28DDDD-9982-34F5-44A1-3FDF43729F79}"/>
                </a:ext>
              </a:extLst>
            </p:cNvPr>
            <p:cNvSpPr/>
            <p:nvPr/>
          </p:nvSpPr>
          <p:spPr>
            <a:xfrm>
              <a:off x="343830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81" name="pg220">
              <a:extLst>
                <a:ext uri="{FF2B5EF4-FFF2-40B4-BE49-F238E27FC236}">
                  <a16:creationId xmlns:a16="http://schemas.microsoft.com/office/drawing/2014/main" id="{F974EE3F-A121-1115-9ACF-921CB78EED2E}"/>
                </a:ext>
              </a:extLst>
            </p:cNvPr>
            <p:cNvSpPr/>
            <p:nvPr/>
          </p:nvSpPr>
          <p:spPr>
            <a:xfrm>
              <a:off x="351973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82" name="pg221">
              <a:extLst>
                <a:ext uri="{FF2B5EF4-FFF2-40B4-BE49-F238E27FC236}">
                  <a16:creationId xmlns:a16="http://schemas.microsoft.com/office/drawing/2014/main" id="{86F8822C-0801-7F04-6165-862F1659AA27}"/>
                </a:ext>
              </a:extLst>
            </p:cNvPr>
            <p:cNvSpPr/>
            <p:nvPr/>
          </p:nvSpPr>
          <p:spPr>
            <a:xfrm>
              <a:off x="360117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83" name="pg222">
              <a:extLst>
                <a:ext uri="{FF2B5EF4-FFF2-40B4-BE49-F238E27FC236}">
                  <a16:creationId xmlns:a16="http://schemas.microsoft.com/office/drawing/2014/main" id="{8FBFBD58-E839-EB40-9283-F1AAA829A3DF}"/>
                </a:ext>
              </a:extLst>
            </p:cNvPr>
            <p:cNvSpPr/>
            <p:nvPr/>
          </p:nvSpPr>
          <p:spPr>
            <a:xfrm>
              <a:off x="368261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84" name="pg223">
              <a:extLst>
                <a:ext uri="{FF2B5EF4-FFF2-40B4-BE49-F238E27FC236}">
                  <a16:creationId xmlns:a16="http://schemas.microsoft.com/office/drawing/2014/main" id="{0BEE8C71-B765-4E33-90AB-6EA47C102F9D}"/>
                </a:ext>
              </a:extLst>
            </p:cNvPr>
            <p:cNvSpPr/>
            <p:nvPr/>
          </p:nvSpPr>
          <p:spPr>
            <a:xfrm>
              <a:off x="376405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85" name="pg224">
              <a:extLst>
                <a:ext uri="{FF2B5EF4-FFF2-40B4-BE49-F238E27FC236}">
                  <a16:creationId xmlns:a16="http://schemas.microsoft.com/office/drawing/2014/main" id="{335C0F14-400A-3AD1-26D7-E3F73D882F7B}"/>
                </a:ext>
              </a:extLst>
            </p:cNvPr>
            <p:cNvSpPr/>
            <p:nvPr/>
          </p:nvSpPr>
          <p:spPr>
            <a:xfrm>
              <a:off x="384548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86" name="pg225">
              <a:extLst>
                <a:ext uri="{FF2B5EF4-FFF2-40B4-BE49-F238E27FC236}">
                  <a16:creationId xmlns:a16="http://schemas.microsoft.com/office/drawing/2014/main" id="{5F0EA04B-CD15-1D3A-4070-4912FE49BE40}"/>
                </a:ext>
              </a:extLst>
            </p:cNvPr>
            <p:cNvSpPr/>
            <p:nvPr/>
          </p:nvSpPr>
          <p:spPr>
            <a:xfrm>
              <a:off x="417123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87" name="pg226">
              <a:extLst>
                <a:ext uri="{FF2B5EF4-FFF2-40B4-BE49-F238E27FC236}">
                  <a16:creationId xmlns:a16="http://schemas.microsoft.com/office/drawing/2014/main" id="{F8B6C86D-D849-32C6-44AB-C970806DC340}"/>
                </a:ext>
              </a:extLst>
            </p:cNvPr>
            <p:cNvSpPr/>
            <p:nvPr/>
          </p:nvSpPr>
          <p:spPr>
            <a:xfrm>
              <a:off x="425267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88" name="pg227">
              <a:extLst>
                <a:ext uri="{FF2B5EF4-FFF2-40B4-BE49-F238E27FC236}">
                  <a16:creationId xmlns:a16="http://schemas.microsoft.com/office/drawing/2014/main" id="{0575F87D-D413-F95F-1D6F-4A7BA1E9653C}"/>
                </a:ext>
              </a:extLst>
            </p:cNvPr>
            <p:cNvSpPr/>
            <p:nvPr/>
          </p:nvSpPr>
          <p:spPr>
            <a:xfrm>
              <a:off x="433411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89" name="pg228">
              <a:extLst>
                <a:ext uri="{FF2B5EF4-FFF2-40B4-BE49-F238E27FC236}">
                  <a16:creationId xmlns:a16="http://schemas.microsoft.com/office/drawing/2014/main" id="{F8A6EF05-4D09-7ABE-D9FC-B3B6EB1B5ADC}"/>
                </a:ext>
              </a:extLst>
            </p:cNvPr>
            <p:cNvSpPr/>
            <p:nvPr/>
          </p:nvSpPr>
          <p:spPr>
            <a:xfrm>
              <a:off x="441554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90" name="pg229">
              <a:extLst>
                <a:ext uri="{FF2B5EF4-FFF2-40B4-BE49-F238E27FC236}">
                  <a16:creationId xmlns:a16="http://schemas.microsoft.com/office/drawing/2014/main" id="{58A5B850-A9C6-9206-AFA9-20A4ADA0ECC3}"/>
                </a:ext>
              </a:extLst>
            </p:cNvPr>
            <p:cNvSpPr/>
            <p:nvPr/>
          </p:nvSpPr>
          <p:spPr>
            <a:xfrm>
              <a:off x="4496984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91" name="pg230">
              <a:extLst>
                <a:ext uri="{FF2B5EF4-FFF2-40B4-BE49-F238E27FC236}">
                  <a16:creationId xmlns:a16="http://schemas.microsoft.com/office/drawing/2014/main" id="{28CD25B4-D102-2509-4606-91304560163F}"/>
                </a:ext>
              </a:extLst>
            </p:cNvPr>
            <p:cNvSpPr/>
            <p:nvPr/>
          </p:nvSpPr>
          <p:spPr>
            <a:xfrm>
              <a:off x="457842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92" name="pg231">
              <a:extLst>
                <a:ext uri="{FF2B5EF4-FFF2-40B4-BE49-F238E27FC236}">
                  <a16:creationId xmlns:a16="http://schemas.microsoft.com/office/drawing/2014/main" id="{6648D3EA-CDCE-4222-0B2A-BA2100879A81}"/>
                </a:ext>
              </a:extLst>
            </p:cNvPr>
            <p:cNvSpPr/>
            <p:nvPr/>
          </p:nvSpPr>
          <p:spPr>
            <a:xfrm>
              <a:off x="465985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93" name="pg232">
              <a:extLst>
                <a:ext uri="{FF2B5EF4-FFF2-40B4-BE49-F238E27FC236}">
                  <a16:creationId xmlns:a16="http://schemas.microsoft.com/office/drawing/2014/main" id="{4FCAA7EC-4495-8C73-8136-C9764B2C7C8A}"/>
                </a:ext>
              </a:extLst>
            </p:cNvPr>
            <p:cNvSpPr/>
            <p:nvPr/>
          </p:nvSpPr>
          <p:spPr>
            <a:xfrm>
              <a:off x="474129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94" name="pg233">
              <a:extLst>
                <a:ext uri="{FF2B5EF4-FFF2-40B4-BE49-F238E27FC236}">
                  <a16:creationId xmlns:a16="http://schemas.microsoft.com/office/drawing/2014/main" id="{43420EE1-D0E8-915E-B0E4-2B85DCD1A85C}"/>
                </a:ext>
              </a:extLst>
            </p:cNvPr>
            <p:cNvSpPr/>
            <p:nvPr/>
          </p:nvSpPr>
          <p:spPr>
            <a:xfrm>
              <a:off x="482273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95" name="pg234">
              <a:extLst>
                <a:ext uri="{FF2B5EF4-FFF2-40B4-BE49-F238E27FC236}">
                  <a16:creationId xmlns:a16="http://schemas.microsoft.com/office/drawing/2014/main" id="{4FD23085-F7F0-A8B9-8F16-FEC7ED5D2CA6}"/>
                </a:ext>
              </a:extLst>
            </p:cNvPr>
            <p:cNvSpPr/>
            <p:nvPr/>
          </p:nvSpPr>
          <p:spPr>
            <a:xfrm>
              <a:off x="278680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96" name="pg235">
              <a:extLst>
                <a:ext uri="{FF2B5EF4-FFF2-40B4-BE49-F238E27FC236}">
                  <a16:creationId xmlns:a16="http://schemas.microsoft.com/office/drawing/2014/main" id="{AEC50B2D-47FA-EC66-318D-68AAE346F034}"/>
                </a:ext>
              </a:extLst>
            </p:cNvPr>
            <p:cNvSpPr/>
            <p:nvPr/>
          </p:nvSpPr>
          <p:spPr>
            <a:xfrm>
              <a:off x="286824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97" name="pg236">
              <a:extLst>
                <a:ext uri="{FF2B5EF4-FFF2-40B4-BE49-F238E27FC236}">
                  <a16:creationId xmlns:a16="http://schemas.microsoft.com/office/drawing/2014/main" id="{D0098006-826E-7D38-F8BC-80E5D8D6F5B9}"/>
                </a:ext>
              </a:extLst>
            </p:cNvPr>
            <p:cNvSpPr/>
            <p:nvPr/>
          </p:nvSpPr>
          <p:spPr>
            <a:xfrm>
              <a:off x="294967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92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98" name="pg237">
              <a:extLst>
                <a:ext uri="{FF2B5EF4-FFF2-40B4-BE49-F238E27FC236}">
                  <a16:creationId xmlns:a16="http://schemas.microsoft.com/office/drawing/2014/main" id="{ECE4D0F3-561C-EAC9-0209-FEC2897F4B71}"/>
                </a:ext>
              </a:extLst>
            </p:cNvPr>
            <p:cNvSpPr/>
            <p:nvPr/>
          </p:nvSpPr>
          <p:spPr>
            <a:xfrm>
              <a:off x="303111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99" name="pg238">
              <a:extLst>
                <a:ext uri="{FF2B5EF4-FFF2-40B4-BE49-F238E27FC236}">
                  <a16:creationId xmlns:a16="http://schemas.microsoft.com/office/drawing/2014/main" id="{983CCADF-1FB7-C116-DA44-4769B74FF9D1}"/>
                </a:ext>
              </a:extLst>
            </p:cNvPr>
            <p:cNvSpPr/>
            <p:nvPr/>
          </p:nvSpPr>
          <p:spPr>
            <a:xfrm>
              <a:off x="311255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00" name="pg239">
              <a:extLst>
                <a:ext uri="{FF2B5EF4-FFF2-40B4-BE49-F238E27FC236}">
                  <a16:creationId xmlns:a16="http://schemas.microsoft.com/office/drawing/2014/main" id="{63C283F0-6471-5639-F35E-6CC2B6E7BE84}"/>
                </a:ext>
              </a:extLst>
            </p:cNvPr>
            <p:cNvSpPr/>
            <p:nvPr/>
          </p:nvSpPr>
          <p:spPr>
            <a:xfrm>
              <a:off x="319399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01" name="pg240">
              <a:extLst>
                <a:ext uri="{FF2B5EF4-FFF2-40B4-BE49-F238E27FC236}">
                  <a16:creationId xmlns:a16="http://schemas.microsoft.com/office/drawing/2014/main" id="{C198886C-03CD-AC4B-0760-069F316407DB}"/>
                </a:ext>
              </a:extLst>
            </p:cNvPr>
            <p:cNvSpPr/>
            <p:nvPr/>
          </p:nvSpPr>
          <p:spPr>
            <a:xfrm>
              <a:off x="327542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02" name="pg241">
              <a:extLst>
                <a:ext uri="{FF2B5EF4-FFF2-40B4-BE49-F238E27FC236}">
                  <a16:creationId xmlns:a16="http://schemas.microsoft.com/office/drawing/2014/main" id="{6FEA82D4-AF69-6401-B290-A5715CF2AB1B}"/>
                </a:ext>
              </a:extLst>
            </p:cNvPr>
            <p:cNvSpPr/>
            <p:nvPr/>
          </p:nvSpPr>
          <p:spPr>
            <a:xfrm>
              <a:off x="335686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03" name="pg242">
              <a:extLst>
                <a:ext uri="{FF2B5EF4-FFF2-40B4-BE49-F238E27FC236}">
                  <a16:creationId xmlns:a16="http://schemas.microsoft.com/office/drawing/2014/main" id="{93FEE501-CA41-7398-D162-8773146A11ED}"/>
                </a:ext>
              </a:extLst>
            </p:cNvPr>
            <p:cNvSpPr/>
            <p:nvPr/>
          </p:nvSpPr>
          <p:spPr>
            <a:xfrm>
              <a:off x="343830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04" name="pg243">
              <a:extLst>
                <a:ext uri="{FF2B5EF4-FFF2-40B4-BE49-F238E27FC236}">
                  <a16:creationId xmlns:a16="http://schemas.microsoft.com/office/drawing/2014/main" id="{B880B69D-D614-6EE7-765D-AA535388ADE9}"/>
                </a:ext>
              </a:extLst>
            </p:cNvPr>
            <p:cNvSpPr/>
            <p:nvPr/>
          </p:nvSpPr>
          <p:spPr>
            <a:xfrm>
              <a:off x="351973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05" name="pg244">
              <a:extLst>
                <a:ext uri="{FF2B5EF4-FFF2-40B4-BE49-F238E27FC236}">
                  <a16:creationId xmlns:a16="http://schemas.microsoft.com/office/drawing/2014/main" id="{F38DE3A5-F484-9C9C-F465-0B148B4C63D9}"/>
                </a:ext>
              </a:extLst>
            </p:cNvPr>
            <p:cNvSpPr/>
            <p:nvPr/>
          </p:nvSpPr>
          <p:spPr>
            <a:xfrm>
              <a:off x="360117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06" name="pg245">
              <a:extLst>
                <a:ext uri="{FF2B5EF4-FFF2-40B4-BE49-F238E27FC236}">
                  <a16:creationId xmlns:a16="http://schemas.microsoft.com/office/drawing/2014/main" id="{4A50E83D-15AE-A6D2-D82F-9BF828068C92}"/>
                </a:ext>
              </a:extLst>
            </p:cNvPr>
            <p:cNvSpPr/>
            <p:nvPr/>
          </p:nvSpPr>
          <p:spPr>
            <a:xfrm>
              <a:off x="368261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07" name="pg246">
              <a:extLst>
                <a:ext uri="{FF2B5EF4-FFF2-40B4-BE49-F238E27FC236}">
                  <a16:creationId xmlns:a16="http://schemas.microsoft.com/office/drawing/2014/main" id="{4A704E14-6C3A-FDDA-3B58-E32E3877F263}"/>
                </a:ext>
              </a:extLst>
            </p:cNvPr>
            <p:cNvSpPr/>
            <p:nvPr/>
          </p:nvSpPr>
          <p:spPr>
            <a:xfrm>
              <a:off x="376405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08" name="pg247">
              <a:extLst>
                <a:ext uri="{FF2B5EF4-FFF2-40B4-BE49-F238E27FC236}">
                  <a16:creationId xmlns:a16="http://schemas.microsoft.com/office/drawing/2014/main" id="{83913024-0153-F1D8-0D84-D8F4130AE377}"/>
                </a:ext>
              </a:extLst>
            </p:cNvPr>
            <p:cNvSpPr/>
            <p:nvPr/>
          </p:nvSpPr>
          <p:spPr>
            <a:xfrm>
              <a:off x="384548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09" name="pg248">
              <a:extLst>
                <a:ext uri="{FF2B5EF4-FFF2-40B4-BE49-F238E27FC236}">
                  <a16:creationId xmlns:a16="http://schemas.microsoft.com/office/drawing/2014/main" id="{ABA08A7D-394E-D1F1-B627-C7DC4059716A}"/>
                </a:ext>
              </a:extLst>
            </p:cNvPr>
            <p:cNvSpPr/>
            <p:nvPr/>
          </p:nvSpPr>
          <p:spPr>
            <a:xfrm>
              <a:off x="392692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10" name="pg249">
              <a:extLst>
                <a:ext uri="{FF2B5EF4-FFF2-40B4-BE49-F238E27FC236}">
                  <a16:creationId xmlns:a16="http://schemas.microsoft.com/office/drawing/2014/main" id="{73D4CBD3-BAF5-63BA-5157-3901557C9438}"/>
                </a:ext>
              </a:extLst>
            </p:cNvPr>
            <p:cNvSpPr/>
            <p:nvPr/>
          </p:nvSpPr>
          <p:spPr>
            <a:xfrm>
              <a:off x="425267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11" name="pg250">
              <a:extLst>
                <a:ext uri="{FF2B5EF4-FFF2-40B4-BE49-F238E27FC236}">
                  <a16:creationId xmlns:a16="http://schemas.microsoft.com/office/drawing/2014/main" id="{C342835B-A289-3824-FFD4-95F889AE7D7E}"/>
                </a:ext>
              </a:extLst>
            </p:cNvPr>
            <p:cNvSpPr/>
            <p:nvPr/>
          </p:nvSpPr>
          <p:spPr>
            <a:xfrm>
              <a:off x="433411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12" name="pg251">
              <a:extLst>
                <a:ext uri="{FF2B5EF4-FFF2-40B4-BE49-F238E27FC236}">
                  <a16:creationId xmlns:a16="http://schemas.microsoft.com/office/drawing/2014/main" id="{C5400658-4F8A-DE9A-CC3B-69F939D7CEA5}"/>
                </a:ext>
              </a:extLst>
            </p:cNvPr>
            <p:cNvSpPr/>
            <p:nvPr/>
          </p:nvSpPr>
          <p:spPr>
            <a:xfrm>
              <a:off x="441554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13" name="pg252">
              <a:extLst>
                <a:ext uri="{FF2B5EF4-FFF2-40B4-BE49-F238E27FC236}">
                  <a16:creationId xmlns:a16="http://schemas.microsoft.com/office/drawing/2014/main" id="{2234CEA5-69FD-61AD-35B6-6F97BCC615FE}"/>
                </a:ext>
              </a:extLst>
            </p:cNvPr>
            <p:cNvSpPr/>
            <p:nvPr/>
          </p:nvSpPr>
          <p:spPr>
            <a:xfrm>
              <a:off x="449698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14" name="pg253">
              <a:extLst>
                <a:ext uri="{FF2B5EF4-FFF2-40B4-BE49-F238E27FC236}">
                  <a16:creationId xmlns:a16="http://schemas.microsoft.com/office/drawing/2014/main" id="{40B7F2B2-B29B-A977-D319-86D36A34CE1B}"/>
                </a:ext>
              </a:extLst>
            </p:cNvPr>
            <p:cNvSpPr/>
            <p:nvPr/>
          </p:nvSpPr>
          <p:spPr>
            <a:xfrm>
              <a:off x="457842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15" name="pg254">
              <a:extLst>
                <a:ext uri="{FF2B5EF4-FFF2-40B4-BE49-F238E27FC236}">
                  <a16:creationId xmlns:a16="http://schemas.microsoft.com/office/drawing/2014/main" id="{37FFE2B0-3D46-FB46-5522-B62DAF8F21C4}"/>
                </a:ext>
              </a:extLst>
            </p:cNvPr>
            <p:cNvSpPr/>
            <p:nvPr/>
          </p:nvSpPr>
          <p:spPr>
            <a:xfrm>
              <a:off x="465985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16" name="pg255">
              <a:extLst>
                <a:ext uri="{FF2B5EF4-FFF2-40B4-BE49-F238E27FC236}">
                  <a16:creationId xmlns:a16="http://schemas.microsoft.com/office/drawing/2014/main" id="{6084F746-F88C-E526-D2CE-55D7912EA596}"/>
                </a:ext>
              </a:extLst>
            </p:cNvPr>
            <p:cNvSpPr/>
            <p:nvPr/>
          </p:nvSpPr>
          <p:spPr>
            <a:xfrm>
              <a:off x="474129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17" name="pg256">
              <a:extLst>
                <a:ext uri="{FF2B5EF4-FFF2-40B4-BE49-F238E27FC236}">
                  <a16:creationId xmlns:a16="http://schemas.microsoft.com/office/drawing/2014/main" id="{3D06A9A2-65E2-1636-C7CC-B8DF25BF5976}"/>
                </a:ext>
              </a:extLst>
            </p:cNvPr>
            <p:cNvSpPr/>
            <p:nvPr/>
          </p:nvSpPr>
          <p:spPr>
            <a:xfrm>
              <a:off x="278680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18" name="pg257">
              <a:extLst>
                <a:ext uri="{FF2B5EF4-FFF2-40B4-BE49-F238E27FC236}">
                  <a16:creationId xmlns:a16="http://schemas.microsoft.com/office/drawing/2014/main" id="{F7CC9237-DC6B-4B9F-BD84-754D2383CBAE}"/>
                </a:ext>
              </a:extLst>
            </p:cNvPr>
            <p:cNvSpPr/>
            <p:nvPr/>
          </p:nvSpPr>
          <p:spPr>
            <a:xfrm>
              <a:off x="286824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19" name="pg258">
              <a:extLst>
                <a:ext uri="{FF2B5EF4-FFF2-40B4-BE49-F238E27FC236}">
                  <a16:creationId xmlns:a16="http://schemas.microsoft.com/office/drawing/2014/main" id="{37666795-7048-ABB2-F60A-E36BF6415091}"/>
                </a:ext>
              </a:extLst>
            </p:cNvPr>
            <p:cNvSpPr/>
            <p:nvPr/>
          </p:nvSpPr>
          <p:spPr>
            <a:xfrm>
              <a:off x="294967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20" name="pg259">
              <a:extLst>
                <a:ext uri="{FF2B5EF4-FFF2-40B4-BE49-F238E27FC236}">
                  <a16:creationId xmlns:a16="http://schemas.microsoft.com/office/drawing/2014/main" id="{FEE9FA93-1801-BB06-869D-5B96CAB98C56}"/>
                </a:ext>
              </a:extLst>
            </p:cNvPr>
            <p:cNvSpPr/>
            <p:nvPr/>
          </p:nvSpPr>
          <p:spPr>
            <a:xfrm>
              <a:off x="3031116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21" name="pg260">
              <a:extLst>
                <a:ext uri="{FF2B5EF4-FFF2-40B4-BE49-F238E27FC236}">
                  <a16:creationId xmlns:a16="http://schemas.microsoft.com/office/drawing/2014/main" id="{C9F9DA4D-76F2-3783-65EA-2B100A1CE8DE}"/>
                </a:ext>
              </a:extLst>
            </p:cNvPr>
            <p:cNvSpPr/>
            <p:nvPr/>
          </p:nvSpPr>
          <p:spPr>
            <a:xfrm>
              <a:off x="311255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22" name="pg261">
              <a:extLst>
                <a:ext uri="{FF2B5EF4-FFF2-40B4-BE49-F238E27FC236}">
                  <a16:creationId xmlns:a16="http://schemas.microsoft.com/office/drawing/2014/main" id="{B70A6133-FC36-DF59-66BE-AA19D4CD7EE0}"/>
                </a:ext>
              </a:extLst>
            </p:cNvPr>
            <p:cNvSpPr/>
            <p:nvPr/>
          </p:nvSpPr>
          <p:spPr>
            <a:xfrm>
              <a:off x="319399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23" name="pg262">
              <a:extLst>
                <a:ext uri="{FF2B5EF4-FFF2-40B4-BE49-F238E27FC236}">
                  <a16:creationId xmlns:a16="http://schemas.microsoft.com/office/drawing/2014/main" id="{A16DE936-CD50-54CE-4B93-EE54EB032BDA}"/>
                </a:ext>
              </a:extLst>
            </p:cNvPr>
            <p:cNvSpPr/>
            <p:nvPr/>
          </p:nvSpPr>
          <p:spPr>
            <a:xfrm>
              <a:off x="327542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24" name="pg263">
              <a:extLst>
                <a:ext uri="{FF2B5EF4-FFF2-40B4-BE49-F238E27FC236}">
                  <a16:creationId xmlns:a16="http://schemas.microsoft.com/office/drawing/2014/main" id="{A2CF4707-C2CB-E854-7D00-F090B934744B}"/>
                </a:ext>
              </a:extLst>
            </p:cNvPr>
            <p:cNvSpPr/>
            <p:nvPr/>
          </p:nvSpPr>
          <p:spPr>
            <a:xfrm>
              <a:off x="335686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25" name="pg264">
              <a:extLst>
                <a:ext uri="{FF2B5EF4-FFF2-40B4-BE49-F238E27FC236}">
                  <a16:creationId xmlns:a16="http://schemas.microsoft.com/office/drawing/2014/main" id="{8972B6A3-FEB9-8559-34F7-D045EB4B5BBE}"/>
                </a:ext>
              </a:extLst>
            </p:cNvPr>
            <p:cNvSpPr/>
            <p:nvPr/>
          </p:nvSpPr>
          <p:spPr>
            <a:xfrm>
              <a:off x="343830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26" name="pg265">
              <a:extLst>
                <a:ext uri="{FF2B5EF4-FFF2-40B4-BE49-F238E27FC236}">
                  <a16:creationId xmlns:a16="http://schemas.microsoft.com/office/drawing/2014/main" id="{F472C1F6-2017-3C3F-6B00-26E9ED8276CD}"/>
                </a:ext>
              </a:extLst>
            </p:cNvPr>
            <p:cNvSpPr/>
            <p:nvPr/>
          </p:nvSpPr>
          <p:spPr>
            <a:xfrm>
              <a:off x="351973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27" name="pg266">
              <a:extLst>
                <a:ext uri="{FF2B5EF4-FFF2-40B4-BE49-F238E27FC236}">
                  <a16:creationId xmlns:a16="http://schemas.microsoft.com/office/drawing/2014/main" id="{5386DBDF-2967-4AAC-D52C-AF8B9E7DC340}"/>
                </a:ext>
              </a:extLst>
            </p:cNvPr>
            <p:cNvSpPr/>
            <p:nvPr/>
          </p:nvSpPr>
          <p:spPr>
            <a:xfrm>
              <a:off x="3601176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28" name="pg267">
              <a:extLst>
                <a:ext uri="{FF2B5EF4-FFF2-40B4-BE49-F238E27FC236}">
                  <a16:creationId xmlns:a16="http://schemas.microsoft.com/office/drawing/2014/main" id="{4EA3DE7D-FDF0-4A9E-641C-E80610144A52}"/>
                </a:ext>
              </a:extLst>
            </p:cNvPr>
            <p:cNvSpPr/>
            <p:nvPr/>
          </p:nvSpPr>
          <p:spPr>
            <a:xfrm>
              <a:off x="368261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29" name="pg268">
              <a:extLst>
                <a:ext uri="{FF2B5EF4-FFF2-40B4-BE49-F238E27FC236}">
                  <a16:creationId xmlns:a16="http://schemas.microsoft.com/office/drawing/2014/main" id="{3F672DF2-705C-7B5D-506F-2E267872B08E}"/>
                </a:ext>
              </a:extLst>
            </p:cNvPr>
            <p:cNvSpPr/>
            <p:nvPr/>
          </p:nvSpPr>
          <p:spPr>
            <a:xfrm>
              <a:off x="376405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30" name="pg269">
              <a:extLst>
                <a:ext uri="{FF2B5EF4-FFF2-40B4-BE49-F238E27FC236}">
                  <a16:creationId xmlns:a16="http://schemas.microsoft.com/office/drawing/2014/main" id="{5C1B9CEC-1180-C25C-2AE9-0E2D3718D9A3}"/>
                </a:ext>
              </a:extLst>
            </p:cNvPr>
            <p:cNvSpPr/>
            <p:nvPr/>
          </p:nvSpPr>
          <p:spPr>
            <a:xfrm>
              <a:off x="384548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31" name="pg270">
              <a:extLst>
                <a:ext uri="{FF2B5EF4-FFF2-40B4-BE49-F238E27FC236}">
                  <a16:creationId xmlns:a16="http://schemas.microsoft.com/office/drawing/2014/main" id="{F563B1E5-C7B4-1DBE-0E9B-788578CC9D30}"/>
                </a:ext>
              </a:extLst>
            </p:cNvPr>
            <p:cNvSpPr/>
            <p:nvPr/>
          </p:nvSpPr>
          <p:spPr>
            <a:xfrm>
              <a:off x="392692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32" name="pg271">
              <a:extLst>
                <a:ext uri="{FF2B5EF4-FFF2-40B4-BE49-F238E27FC236}">
                  <a16:creationId xmlns:a16="http://schemas.microsoft.com/office/drawing/2014/main" id="{4216B832-111E-5929-2C9F-915BFCB40B16}"/>
                </a:ext>
              </a:extLst>
            </p:cNvPr>
            <p:cNvSpPr/>
            <p:nvPr/>
          </p:nvSpPr>
          <p:spPr>
            <a:xfrm>
              <a:off x="425267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33" name="pg272">
              <a:extLst>
                <a:ext uri="{FF2B5EF4-FFF2-40B4-BE49-F238E27FC236}">
                  <a16:creationId xmlns:a16="http://schemas.microsoft.com/office/drawing/2014/main" id="{C5573752-7D5F-8A26-9E7A-73FDE88D629E}"/>
                </a:ext>
              </a:extLst>
            </p:cNvPr>
            <p:cNvSpPr/>
            <p:nvPr/>
          </p:nvSpPr>
          <p:spPr>
            <a:xfrm>
              <a:off x="433411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34" name="pg273">
              <a:extLst>
                <a:ext uri="{FF2B5EF4-FFF2-40B4-BE49-F238E27FC236}">
                  <a16:creationId xmlns:a16="http://schemas.microsoft.com/office/drawing/2014/main" id="{F4CD5965-67AF-4638-8158-778C181B73BF}"/>
                </a:ext>
              </a:extLst>
            </p:cNvPr>
            <p:cNvSpPr/>
            <p:nvPr/>
          </p:nvSpPr>
          <p:spPr>
            <a:xfrm>
              <a:off x="441554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35" name="pg274">
              <a:extLst>
                <a:ext uri="{FF2B5EF4-FFF2-40B4-BE49-F238E27FC236}">
                  <a16:creationId xmlns:a16="http://schemas.microsoft.com/office/drawing/2014/main" id="{DF78DA6E-45AC-7FEF-0BEA-EDFBB48E9121}"/>
                </a:ext>
              </a:extLst>
            </p:cNvPr>
            <p:cNvSpPr/>
            <p:nvPr/>
          </p:nvSpPr>
          <p:spPr>
            <a:xfrm>
              <a:off x="449698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36" name="pg275">
              <a:extLst>
                <a:ext uri="{FF2B5EF4-FFF2-40B4-BE49-F238E27FC236}">
                  <a16:creationId xmlns:a16="http://schemas.microsoft.com/office/drawing/2014/main" id="{022C0333-4A18-79E8-3246-90503FF4B6A9}"/>
                </a:ext>
              </a:extLst>
            </p:cNvPr>
            <p:cNvSpPr/>
            <p:nvPr/>
          </p:nvSpPr>
          <p:spPr>
            <a:xfrm>
              <a:off x="457842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37" name="pg276">
              <a:extLst>
                <a:ext uri="{FF2B5EF4-FFF2-40B4-BE49-F238E27FC236}">
                  <a16:creationId xmlns:a16="http://schemas.microsoft.com/office/drawing/2014/main" id="{D06C4EDF-C12B-65D2-97AD-A3027B41C3CA}"/>
                </a:ext>
              </a:extLst>
            </p:cNvPr>
            <p:cNvSpPr/>
            <p:nvPr/>
          </p:nvSpPr>
          <p:spPr>
            <a:xfrm>
              <a:off x="465985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38" name="pg277">
              <a:extLst>
                <a:ext uri="{FF2B5EF4-FFF2-40B4-BE49-F238E27FC236}">
                  <a16:creationId xmlns:a16="http://schemas.microsoft.com/office/drawing/2014/main" id="{ABF5D756-AC56-1B70-CB1E-C242D587E685}"/>
                </a:ext>
              </a:extLst>
            </p:cNvPr>
            <p:cNvSpPr/>
            <p:nvPr/>
          </p:nvSpPr>
          <p:spPr>
            <a:xfrm>
              <a:off x="270536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99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39" name="pg278">
              <a:extLst>
                <a:ext uri="{FF2B5EF4-FFF2-40B4-BE49-F238E27FC236}">
                  <a16:creationId xmlns:a16="http://schemas.microsoft.com/office/drawing/2014/main" id="{D0DDA510-F05F-A87A-1765-70D2E2586716}"/>
                </a:ext>
              </a:extLst>
            </p:cNvPr>
            <p:cNvSpPr/>
            <p:nvPr/>
          </p:nvSpPr>
          <p:spPr>
            <a:xfrm>
              <a:off x="278680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40" name="pg279">
              <a:extLst>
                <a:ext uri="{FF2B5EF4-FFF2-40B4-BE49-F238E27FC236}">
                  <a16:creationId xmlns:a16="http://schemas.microsoft.com/office/drawing/2014/main" id="{3AECCFB0-6BC7-71A6-F644-6FB8EAADCFA1}"/>
                </a:ext>
              </a:extLst>
            </p:cNvPr>
            <p:cNvSpPr/>
            <p:nvPr/>
          </p:nvSpPr>
          <p:spPr>
            <a:xfrm>
              <a:off x="286824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41" name="pg280">
              <a:extLst>
                <a:ext uri="{FF2B5EF4-FFF2-40B4-BE49-F238E27FC236}">
                  <a16:creationId xmlns:a16="http://schemas.microsoft.com/office/drawing/2014/main" id="{C835FA88-1194-4C2A-D5E4-8F0F2BE792BF}"/>
                </a:ext>
              </a:extLst>
            </p:cNvPr>
            <p:cNvSpPr/>
            <p:nvPr/>
          </p:nvSpPr>
          <p:spPr>
            <a:xfrm>
              <a:off x="294967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42" name="pg281">
              <a:extLst>
                <a:ext uri="{FF2B5EF4-FFF2-40B4-BE49-F238E27FC236}">
                  <a16:creationId xmlns:a16="http://schemas.microsoft.com/office/drawing/2014/main" id="{112D4520-10C6-3429-D4B9-9065307D867B}"/>
                </a:ext>
              </a:extLst>
            </p:cNvPr>
            <p:cNvSpPr/>
            <p:nvPr/>
          </p:nvSpPr>
          <p:spPr>
            <a:xfrm>
              <a:off x="3031116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43" name="pg282">
              <a:extLst>
                <a:ext uri="{FF2B5EF4-FFF2-40B4-BE49-F238E27FC236}">
                  <a16:creationId xmlns:a16="http://schemas.microsoft.com/office/drawing/2014/main" id="{667E6C6D-AEC6-016E-9898-9917EE10A198}"/>
                </a:ext>
              </a:extLst>
            </p:cNvPr>
            <p:cNvSpPr/>
            <p:nvPr/>
          </p:nvSpPr>
          <p:spPr>
            <a:xfrm>
              <a:off x="311255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44" name="pg283">
              <a:extLst>
                <a:ext uri="{FF2B5EF4-FFF2-40B4-BE49-F238E27FC236}">
                  <a16:creationId xmlns:a16="http://schemas.microsoft.com/office/drawing/2014/main" id="{5A607007-DCDE-A533-BD3A-DD6E1E125266}"/>
                </a:ext>
              </a:extLst>
            </p:cNvPr>
            <p:cNvSpPr/>
            <p:nvPr/>
          </p:nvSpPr>
          <p:spPr>
            <a:xfrm>
              <a:off x="319399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F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45" name="pg284">
              <a:extLst>
                <a:ext uri="{FF2B5EF4-FFF2-40B4-BE49-F238E27FC236}">
                  <a16:creationId xmlns:a16="http://schemas.microsoft.com/office/drawing/2014/main" id="{DBC70BEE-22D6-4CF5-2380-F20524ACD312}"/>
                </a:ext>
              </a:extLst>
            </p:cNvPr>
            <p:cNvSpPr/>
            <p:nvPr/>
          </p:nvSpPr>
          <p:spPr>
            <a:xfrm>
              <a:off x="327542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46" name="pg285">
              <a:extLst>
                <a:ext uri="{FF2B5EF4-FFF2-40B4-BE49-F238E27FC236}">
                  <a16:creationId xmlns:a16="http://schemas.microsoft.com/office/drawing/2014/main" id="{AC01F1B6-5F54-6C33-D1A2-1B344E6521EB}"/>
                </a:ext>
              </a:extLst>
            </p:cNvPr>
            <p:cNvSpPr/>
            <p:nvPr/>
          </p:nvSpPr>
          <p:spPr>
            <a:xfrm>
              <a:off x="335686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47" name="pg286">
              <a:extLst>
                <a:ext uri="{FF2B5EF4-FFF2-40B4-BE49-F238E27FC236}">
                  <a16:creationId xmlns:a16="http://schemas.microsoft.com/office/drawing/2014/main" id="{CA9F4BC0-704B-5969-83E8-61F7CD452F97}"/>
                </a:ext>
              </a:extLst>
            </p:cNvPr>
            <p:cNvSpPr/>
            <p:nvPr/>
          </p:nvSpPr>
          <p:spPr>
            <a:xfrm>
              <a:off x="343830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48" name="pg287">
              <a:extLst>
                <a:ext uri="{FF2B5EF4-FFF2-40B4-BE49-F238E27FC236}">
                  <a16:creationId xmlns:a16="http://schemas.microsoft.com/office/drawing/2014/main" id="{C9A78794-5A97-9933-63CE-0AAE203B8DE0}"/>
                </a:ext>
              </a:extLst>
            </p:cNvPr>
            <p:cNvSpPr/>
            <p:nvPr/>
          </p:nvSpPr>
          <p:spPr>
            <a:xfrm>
              <a:off x="351973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49" name="pg288">
              <a:extLst>
                <a:ext uri="{FF2B5EF4-FFF2-40B4-BE49-F238E27FC236}">
                  <a16:creationId xmlns:a16="http://schemas.microsoft.com/office/drawing/2014/main" id="{7AFBD587-224D-5023-0475-E4C63CEE2591}"/>
                </a:ext>
              </a:extLst>
            </p:cNvPr>
            <p:cNvSpPr/>
            <p:nvPr/>
          </p:nvSpPr>
          <p:spPr>
            <a:xfrm>
              <a:off x="3601176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50" name="pg289">
              <a:extLst>
                <a:ext uri="{FF2B5EF4-FFF2-40B4-BE49-F238E27FC236}">
                  <a16:creationId xmlns:a16="http://schemas.microsoft.com/office/drawing/2014/main" id="{30B89F6F-127D-F643-D51A-4F1EDEF36CB6}"/>
                </a:ext>
              </a:extLst>
            </p:cNvPr>
            <p:cNvSpPr/>
            <p:nvPr/>
          </p:nvSpPr>
          <p:spPr>
            <a:xfrm>
              <a:off x="368261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51" name="pg290">
              <a:extLst>
                <a:ext uri="{FF2B5EF4-FFF2-40B4-BE49-F238E27FC236}">
                  <a16:creationId xmlns:a16="http://schemas.microsoft.com/office/drawing/2014/main" id="{1F77C191-4FB6-08F5-223B-FE4D5D27B1D1}"/>
                </a:ext>
              </a:extLst>
            </p:cNvPr>
            <p:cNvSpPr/>
            <p:nvPr/>
          </p:nvSpPr>
          <p:spPr>
            <a:xfrm>
              <a:off x="376405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52" name="pg291">
              <a:extLst>
                <a:ext uri="{FF2B5EF4-FFF2-40B4-BE49-F238E27FC236}">
                  <a16:creationId xmlns:a16="http://schemas.microsoft.com/office/drawing/2014/main" id="{5363200E-F4B9-9626-11BF-F1B01E81716E}"/>
                </a:ext>
              </a:extLst>
            </p:cNvPr>
            <p:cNvSpPr/>
            <p:nvPr/>
          </p:nvSpPr>
          <p:spPr>
            <a:xfrm>
              <a:off x="384548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53" name="pg292">
              <a:extLst>
                <a:ext uri="{FF2B5EF4-FFF2-40B4-BE49-F238E27FC236}">
                  <a16:creationId xmlns:a16="http://schemas.microsoft.com/office/drawing/2014/main" id="{10F89EF8-8CE1-90E4-3AC3-FC8EF6B7C860}"/>
                </a:ext>
              </a:extLst>
            </p:cNvPr>
            <p:cNvSpPr/>
            <p:nvPr/>
          </p:nvSpPr>
          <p:spPr>
            <a:xfrm>
              <a:off x="392692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54" name="pg293">
              <a:extLst>
                <a:ext uri="{FF2B5EF4-FFF2-40B4-BE49-F238E27FC236}">
                  <a16:creationId xmlns:a16="http://schemas.microsoft.com/office/drawing/2014/main" id="{CBEEE1C5-3D6A-939E-782B-EA5CE01FEC81}"/>
                </a:ext>
              </a:extLst>
            </p:cNvPr>
            <p:cNvSpPr/>
            <p:nvPr/>
          </p:nvSpPr>
          <p:spPr>
            <a:xfrm>
              <a:off x="400836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55" name="pg294">
              <a:extLst>
                <a:ext uri="{FF2B5EF4-FFF2-40B4-BE49-F238E27FC236}">
                  <a16:creationId xmlns:a16="http://schemas.microsoft.com/office/drawing/2014/main" id="{29CA036B-4525-4C1B-A64C-520924FEF515}"/>
                </a:ext>
              </a:extLst>
            </p:cNvPr>
            <p:cNvSpPr/>
            <p:nvPr/>
          </p:nvSpPr>
          <p:spPr>
            <a:xfrm>
              <a:off x="425267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56" name="pg295">
              <a:extLst>
                <a:ext uri="{FF2B5EF4-FFF2-40B4-BE49-F238E27FC236}">
                  <a16:creationId xmlns:a16="http://schemas.microsoft.com/office/drawing/2014/main" id="{20695DC0-6110-1C2B-3B62-4CD5616A3D24}"/>
                </a:ext>
              </a:extLst>
            </p:cNvPr>
            <p:cNvSpPr/>
            <p:nvPr/>
          </p:nvSpPr>
          <p:spPr>
            <a:xfrm>
              <a:off x="433411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57" name="pg296">
              <a:extLst>
                <a:ext uri="{FF2B5EF4-FFF2-40B4-BE49-F238E27FC236}">
                  <a16:creationId xmlns:a16="http://schemas.microsoft.com/office/drawing/2014/main" id="{C2014E55-27DF-CD85-8CD3-594577A42145}"/>
                </a:ext>
              </a:extLst>
            </p:cNvPr>
            <p:cNvSpPr/>
            <p:nvPr/>
          </p:nvSpPr>
          <p:spPr>
            <a:xfrm>
              <a:off x="441554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58" name="pg297">
              <a:extLst>
                <a:ext uri="{FF2B5EF4-FFF2-40B4-BE49-F238E27FC236}">
                  <a16:creationId xmlns:a16="http://schemas.microsoft.com/office/drawing/2014/main" id="{80569286-2837-B7CA-7E81-9B637C5D09C1}"/>
                </a:ext>
              </a:extLst>
            </p:cNvPr>
            <p:cNvSpPr/>
            <p:nvPr/>
          </p:nvSpPr>
          <p:spPr>
            <a:xfrm>
              <a:off x="449698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59" name="pg298">
              <a:extLst>
                <a:ext uri="{FF2B5EF4-FFF2-40B4-BE49-F238E27FC236}">
                  <a16:creationId xmlns:a16="http://schemas.microsoft.com/office/drawing/2014/main" id="{866CB4DE-344F-128A-9AB3-44347BFBBDC2}"/>
                </a:ext>
              </a:extLst>
            </p:cNvPr>
            <p:cNvSpPr/>
            <p:nvPr/>
          </p:nvSpPr>
          <p:spPr>
            <a:xfrm>
              <a:off x="457842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60" name="pg299">
              <a:extLst>
                <a:ext uri="{FF2B5EF4-FFF2-40B4-BE49-F238E27FC236}">
                  <a16:creationId xmlns:a16="http://schemas.microsoft.com/office/drawing/2014/main" id="{1FCE7899-3A69-C894-B9B6-DB6A9F9E03F9}"/>
                </a:ext>
              </a:extLst>
            </p:cNvPr>
            <p:cNvSpPr/>
            <p:nvPr/>
          </p:nvSpPr>
          <p:spPr>
            <a:xfrm>
              <a:off x="465985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61" name="pg300">
              <a:extLst>
                <a:ext uri="{FF2B5EF4-FFF2-40B4-BE49-F238E27FC236}">
                  <a16:creationId xmlns:a16="http://schemas.microsoft.com/office/drawing/2014/main" id="{A5CBF2DF-DEAE-0926-AD40-B88465ACCF84}"/>
                </a:ext>
              </a:extLst>
            </p:cNvPr>
            <p:cNvSpPr/>
            <p:nvPr/>
          </p:nvSpPr>
          <p:spPr>
            <a:xfrm>
              <a:off x="270536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62" name="pg301">
              <a:extLst>
                <a:ext uri="{FF2B5EF4-FFF2-40B4-BE49-F238E27FC236}">
                  <a16:creationId xmlns:a16="http://schemas.microsoft.com/office/drawing/2014/main" id="{29D08E4C-B8C1-A9F9-AB5E-22A368365C38}"/>
                </a:ext>
              </a:extLst>
            </p:cNvPr>
            <p:cNvSpPr/>
            <p:nvPr/>
          </p:nvSpPr>
          <p:spPr>
            <a:xfrm>
              <a:off x="278680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63" name="pg302">
              <a:extLst>
                <a:ext uri="{FF2B5EF4-FFF2-40B4-BE49-F238E27FC236}">
                  <a16:creationId xmlns:a16="http://schemas.microsoft.com/office/drawing/2014/main" id="{8AE6DF9C-B4EA-A668-8145-F4029AC2FB11}"/>
                </a:ext>
              </a:extLst>
            </p:cNvPr>
            <p:cNvSpPr/>
            <p:nvPr/>
          </p:nvSpPr>
          <p:spPr>
            <a:xfrm>
              <a:off x="286824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64" name="pg303">
              <a:extLst>
                <a:ext uri="{FF2B5EF4-FFF2-40B4-BE49-F238E27FC236}">
                  <a16:creationId xmlns:a16="http://schemas.microsoft.com/office/drawing/2014/main" id="{2B94A920-4852-AF1D-379C-1F99F266D931}"/>
                </a:ext>
              </a:extLst>
            </p:cNvPr>
            <p:cNvSpPr/>
            <p:nvPr/>
          </p:nvSpPr>
          <p:spPr>
            <a:xfrm>
              <a:off x="294967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65" name="pg304">
              <a:extLst>
                <a:ext uri="{FF2B5EF4-FFF2-40B4-BE49-F238E27FC236}">
                  <a16:creationId xmlns:a16="http://schemas.microsoft.com/office/drawing/2014/main" id="{B1333CFD-2176-8085-7E9C-1622A10AD079}"/>
                </a:ext>
              </a:extLst>
            </p:cNvPr>
            <p:cNvSpPr/>
            <p:nvPr/>
          </p:nvSpPr>
          <p:spPr>
            <a:xfrm>
              <a:off x="3031116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6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66" name="pg305">
              <a:extLst>
                <a:ext uri="{FF2B5EF4-FFF2-40B4-BE49-F238E27FC236}">
                  <a16:creationId xmlns:a16="http://schemas.microsoft.com/office/drawing/2014/main" id="{B6EC52F6-F132-EBA8-E4D5-4E1A53A340D8}"/>
                </a:ext>
              </a:extLst>
            </p:cNvPr>
            <p:cNvSpPr/>
            <p:nvPr/>
          </p:nvSpPr>
          <p:spPr>
            <a:xfrm>
              <a:off x="3112553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C8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67" name="pg306">
              <a:extLst>
                <a:ext uri="{FF2B5EF4-FFF2-40B4-BE49-F238E27FC236}">
                  <a16:creationId xmlns:a16="http://schemas.microsoft.com/office/drawing/2014/main" id="{222F5DB9-2169-D0CB-F28B-2E538D43E98F}"/>
                </a:ext>
              </a:extLst>
            </p:cNvPr>
            <p:cNvSpPr/>
            <p:nvPr/>
          </p:nvSpPr>
          <p:spPr>
            <a:xfrm>
              <a:off x="319399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4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68" name="pg307">
              <a:extLst>
                <a:ext uri="{FF2B5EF4-FFF2-40B4-BE49-F238E27FC236}">
                  <a16:creationId xmlns:a16="http://schemas.microsoft.com/office/drawing/2014/main" id="{9BA2A0E1-11D5-8ED9-3949-EF9E6634B2FD}"/>
                </a:ext>
              </a:extLst>
            </p:cNvPr>
            <p:cNvSpPr/>
            <p:nvPr/>
          </p:nvSpPr>
          <p:spPr>
            <a:xfrm>
              <a:off x="327542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69" name="pg308">
              <a:extLst>
                <a:ext uri="{FF2B5EF4-FFF2-40B4-BE49-F238E27FC236}">
                  <a16:creationId xmlns:a16="http://schemas.microsoft.com/office/drawing/2014/main" id="{34EEE79C-386D-65D4-A981-21BBD1DCD608}"/>
                </a:ext>
              </a:extLst>
            </p:cNvPr>
            <p:cNvSpPr/>
            <p:nvPr/>
          </p:nvSpPr>
          <p:spPr>
            <a:xfrm>
              <a:off x="335686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70" name="pg309">
              <a:extLst>
                <a:ext uri="{FF2B5EF4-FFF2-40B4-BE49-F238E27FC236}">
                  <a16:creationId xmlns:a16="http://schemas.microsoft.com/office/drawing/2014/main" id="{59FBAEE3-7FFA-F1E1-86E7-5011E993452C}"/>
                </a:ext>
              </a:extLst>
            </p:cNvPr>
            <p:cNvSpPr/>
            <p:nvPr/>
          </p:nvSpPr>
          <p:spPr>
            <a:xfrm>
              <a:off x="343830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71" name="pg310">
              <a:extLst>
                <a:ext uri="{FF2B5EF4-FFF2-40B4-BE49-F238E27FC236}">
                  <a16:creationId xmlns:a16="http://schemas.microsoft.com/office/drawing/2014/main" id="{1C15344D-9925-333B-74D0-154D953067B9}"/>
                </a:ext>
              </a:extLst>
            </p:cNvPr>
            <p:cNvSpPr/>
            <p:nvPr/>
          </p:nvSpPr>
          <p:spPr>
            <a:xfrm>
              <a:off x="351973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72" name="pg311">
              <a:extLst>
                <a:ext uri="{FF2B5EF4-FFF2-40B4-BE49-F238E27FC236}">
                  <a16:creationId xmlns:a16="http://schemas.microsoft.com/office/drawing/2014/main" id="{20320AA7-79A9-3B2A-6064-234B322047F6}"/>
                </a:ext>
              </a:extLst>
            </p:cNvPr>
            <p:cNvSpPr/>
            <p:nvPr/>
          </p:nvSpPr>
          <p:spPr>
            <a:xfrm>
              <a:off x="3601176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73" name="pg312">
              <a:extLst>
                <a:ext uri="{FF2B5EF4-FFF2-40B4-BE49-F238E27FC236}">
                  <a16:creationId xmlns:a16="http://schemas.microsoft.com/office/drawing/2014/main" id="{BCAE0BBC-2753-C855-BD8D-2EFF8BF02E18}"/>
                </a:ext>
              </a:extLst>
            </p:cNvPr>
            <p:cNvSpPr/>
            <p:nvPr/>
          </p:nvSpPr>
          <p:spPr>
            <a:xfrm>
              <a:off x="3682613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74" name="pg313">
              <a:extLst>
                <a:ext uri="{FF2B5EF4-FFF2-40B4-BE49-F238E27FC236}">
                  <a16:creationId xmlns:a16="http://schemas.microsoft.com/office/drawing/2014/main" id="{AFA4A708-4195-6703-BFA5-D42D1D8843C1}"/>
                </a:ext>
              </a:extLst>
            </p:cNvPr>
            <p:cNvSpPr/>
            <p:nvPr/>
          </p:nvSpPr>
          <p:spPr>
            <a:xfrm>
              <a:off x="376405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75" name="pg314">
              <a:extLst>
                <a:ext uri="{FF2B5EF4-FFF2-40B4-BE49-F238E27FC236}">
                  <a16:creationId xmlns:a16="http://schemas.microsoft.com/office/drawing/2014/main" id="{4B80C614-3603-50C1-8668-D79EC468BD1F}"/>
                </a:ext>
              </a:extLst>
            </p:cNvPr>
            <p:cNvSpPr/>
            <p:nvPr/>
          </p:nvSpPr>
          <p:spPr>
            <a:xfrm>
              <a:off x="384548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76" name="pg315">
              <a:extLst>
                <a:ext uri="{FF2B5EF4-FFF2-40B4-BE49-F238E27FC236}">
                  <a16:creationId xmlns:a16="http://schemas.microsoft.com/office/drawing/2014/main" id="{66CF8AD6-2F27-6618-5E7D-35E72033120A}"/>
                </a:ext>
              </a:extLst>
            </p:cNvPr>
            <p:cNvSpPr/>
            <p:nvPr/>
          </p:nvSpPr>
          <p:spPr>
            <a:xfrm>
              <a:off x="392692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77" name="pg316">
              <a:extLst>
                <a:ext uri="{FF2B5EF4-FFF2-40B4-BE49-F238E27FC236}">
                  <a16:creationId xmlns:a16="http://schemas.microsoft.com/office/drawing/2014/main" id="{D266A512-D7B0-C9FF-48B2-6BB9474B193D}"/>
                </a:ext>
              </a:extLst>
            </p:cNvPr>
            <p:cNvSpPr/>
            <p:nvPr/>
          </p:nvSpPr>
          <p:spPr>
            <a:xfrm>
              <a:off x="400836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78" name="pg317">
              <a:extLst>
                <a:ext uri="{FF2B5EF4-FFF2-40B4-BE49-F238E27FC236}">
                  <a16:creationId xmlns:a16="http://schemas.microsoft.com/office/drawing/2014/main" id="{3705459B-A982-4097-C513-95AE17533FCB}"/>
                </a:ext>
              </a:extLst>
            </p:cNvPr>
            <p:cNvSpPr/>
            <p:nvPr/>
          </p:nvSpPr>
          <p:spPr>
            <a:xfrm>
              <a:off x="408979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79" name="pg318">
              <a:extLst>
                <a:ext uri="{FF2B5EF4-FFF2-40B4-BE49-F238E27FC236}">
                  <a16:creationId xmlns:a16="http://schemas.microsoft.com/office/drawing/2014/main" id="{C6934D93-BD3D-1B41-C0D4-BAA746D0F292}"/>
                </a:ext>
              </a:extLst>
            </p:cNvPr>
            <p:cNvSpPr/>
            <p:nvPr/>
          </p:nvSpPr>
          <p:spPr>
            <a:xfrm>
              <a:off x="433411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80" name="pg319">
              <a:extLst>
                <a:ext uri="{FF2B5EF4-FFF2-40B4-BE49-F238E27FC236}">
                  <a16:creationId xmlns:a16="http://schemas.microsoft.com/office/drawing/2014/main" id="{2AD203FC-5B1C-914C-51B1-F82C6C29D9A3}"/>
                </a:ext>
              </a:extLst>
            </p:cNvPr>
            <p:cNvSpPr/>
            <p:nvPr/>
          </p:nvSpPr>
          <p:spPr>
            <a:xfrm>
              <a:off x="441554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81" name="pg320">
              <a:extLst>
                <a:ext uri="{FF2B5EF4-FFF2-40B4-BE49-F238E27FC236}">
                  <a16:creationId xmlns:a16="http://schemas.microsoft.com/office/drawing/2014/main" id="{049A35A1-B646-7B8E-3EC3-B00BB04B8FAB}"/>
                </a:ext>
              </a:extLst>
            </p:cNvPr>
            <p:cNvSpPr/>
            <p:nvPr/>
          </p:nvSpPr>
          <p:spPr>
            <a:xfrm>
              <a:off x="449698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82" name="pg321">
              <a:extLst>
                <a:ext uri="{FF2B5EF4-FFF2-40B4-BE49-F238E27FC236}">
                  <a16:creationId xmlns:a16="http://schemas.microsoft.com/office/drawing/2014/main" id="{DD5533DE-8D10-1E0B-C2CC-C86FFE665B68}"/>
                </a:ext>
              </a:extLst>
            </p:cNvPr>
            <p:cNvSpPr/>
            <p:nvPr/>
          </p:nvSpPr>
          <p:spPr>
            <a:xfrm>
              <a:off x="457842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83" name="pg322">
              <a:extLst>
                <a:ext uri="{FF2B5EF4-FFF2-40B4-BE49-F238E27FC236}">
                  <a16:creationId xmlns:a16="http://schemas.microsoft.com/office/drawing/2014/main" id="{C61CD2C0-288B-963E-57EC-084AEB864ACB}"/>
                </a:ext>
              </a:extLst>
            </p:cNvPr>
            <p:cNvSpPr/>
            <p:nvPr/>
          </p:nvSpPr>
          <p:spPr>
            <a:xfrm>
              <a:off x="465985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84" name="pg323">
              <a:extLst>
                <a:ext uri="{FF2B5EF4-FFF2-40B4-BE49-F238E27FC236}">
                  <a16:creationId xmlns:a16="http://schemas.microsoft.com/office/drawing/2014/main" id="{FA6CE7F0-0C91-2472-5DF7-494483A81D80}"/>
                </a:ext>
              </a:extLst>
            </p:cNvPr>
            <p:cNvSpPr/>
            <p:nvPr/>
          </p:nvSpPr>
          <p:spPr>
            <a:xfrm>
              <a:off x="270536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85" name="pg324">
              <a:extLst>
                <a:ext uri="{FF2B5EF4-FFF2-40B4-BE49-F238E27FC236}">
                  <a16:creationId xmlns:a16="http://schemas.microsoft.com/office/drawing/2014/main" id="{D5B28202-55CF-9D85-503A-CECC1B96F905}"/>
                </a:ext>
              </a:extLst>
            </p:cNvPr>
            <p:cNvSpPr/>
            <p:nvPr/>
          </p:nvSpPr>
          <p:spPr>
            <a:xfrm>
              <a:off x="278680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86" name="pg325">
              <a:extLst>
                <a:ext uri="{FF2B5EF4-FFF2-40B4-BE49-F238E27FC236}">
                  <a16:creationId xmlns:a16="http://schemas.microsoft.com/office/drawing/2014/main" id="{9EB626E0-D2D0-5806-6093-E7CC07DEDE54}"/>
                </a:ext>
              </a:extLst>
            </p:cNvPr>
            <p:cNvSpPr/>
            <p:nvPr/>
          </p:nvSpPr>
          <p:spPr>
            <a:xfrm>
              <a:off x="286824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87" name="pg326">
              <a:extLst>
                <a:ext uri="{FF2B5EF4-FFF2-40B4-BE49-F238E27FC236}">
                  <a16:creationId xmlns:a16="http://schemas.microsoft.com/office/drawing/2014/main" id="{F5143E98-F353-4E22-7017-1A224BE95E6E}"/>
                </a:ext>
              </a:extLst>
            </p:cNvPr>
            <p:cNvSpPr/>
            <p:nvPr/>
          </p:nvSpPr>
          <p:spPr>
            <a:xfrm>
              <a:off x="294967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88" name="pg327">
              <a:extLst>
                <a:ext uri="{FF2B5EF4-FFF2-40B4-BE49-F238E27FC236}">
                  <a16:creationId xmlns:a16="http://schemas.microsoft.com/office/drawing/2014/main" id="{B3D895E3-B765-B1FF-ADEE-B6B1C81C5A54}"/>
                </a:ext>
              </a:extLst>
            </p:cNvPr>
            <p:cNvSpPr/>
            <p:nvPr/>
          </p:nvSpPr>
          <p:spPr>
            <a:xfrm>
              <a:off x="3031116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7ED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89" name="pg328">
              <a:extLst>
                <a:ext uri="{FF2B5EF4-FFF2-40B4-BE49-F238E27FC236}">
                  <a16:creationId xmlns:a16="http://schemas.microsoft.com/office/drawing/2014/main" id="{C437C160-DA6D-87C5-4003-94DAEC94D177}"/>
                </a:ext>
              </a:extLst>
            </p:cNvPr>
            <p:cNvSpPr/>
            <p:nvPr/>
          </p:nvSpPr>
          <p:spPr>
            <a:xfrm>
              <a:off x="311255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5EDD9">
                <a:alpha val="100000"/>
              </a:srgbClr>
            </a:solidFill>
            <a:ln w="5420" cap="flat">
              <a:solidFill>
                <a:srgbClr val="C9EED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90" name="pg329">
              <a:extLst>
                <a:ext uri="{FF2B5EF4-FFF2-40B4-BE49-F238E27FC236}">
                  <a16:creationId xmlns:a16="http://schemas.microsoft.com/office/drawing/2014/main" id="{58B42B44-ADBB-9BAF-31A0-53B0BB6EC708}"/>
                </a:ext>
              </a:extLst>
            </p:cNvPr>
            <p:cNvSpPr/>
            <p:nvPr/>
          </p:nvSpPr>
          <p:spPr>
            <a:xfrm>
              <a:off x="319399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5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91" name="pg330">
              <a:extLst>
                <a:ext uri="{FF2B5EF4-FFF2-40B4-BE49-F238E27FC236}">
                  <a16:creationId xmlns:a16="http://schemas.microsoft.com/office/drawing/2014/main" id="{401FDB5C-C22B-161D-6616-68439095938D}"/>
                </a:ext>
              </a:extLst>
            </p:cNvPr>
            <p:cNvSpPr/>
            <p:nvPr/>
          </p:nvSpPr>
          <p:spPr>
            <a:xfrm>
              <a:off x="327542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92" name="pg331">
              <a:extLst>
                <a:ext uri="{FF2B5EF4-FFF2-40B4-BE49-F238E27FC236}">
                  <a16:creationId xmlns:a16="http://schemas.microsoft.com/office/drawing/2014/main" id="{86F258D5-1194-4823-8C7A-AC8B85FDB661}"/>
                </a:ext>
              </a:extLst>
            </p:cNvPr>
            <p:cNvSpPr/>
            <p:nvPr/>
          </p:nvSpPr>
          <p:spPr>
            <a:xfrm>
              <a:off x="335686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93" name="pg332">
              <a:extLst>
                <a:ext uri="{FF2B5EF4-FFF2-40B4-BE49-F238E27FC236}">
                  <a16:creationId xmlns:a16="http://schemas.microsoft.com/office/drawing/2014/main" id="{EF576A42-CF12-FF61-10FD-ABAE0BFE1EC3}"/>
                </a:ext>
              </a:extLst>
            </p:cNvPr>
            <p:cNvSpPr/>
            <p:nvPr/>
          </p:nvSpPr>
          <p:spPr>
            <a:xfrm>
              <a:off x="343830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94" name="pg333">
              <a:extLst>
                <a:ext uri="{FF2B5EF4-FFF2-40B4-BE49-F238E27FC236}">
                  <a16:creationId xmlns:a16="http://schemas.microsoft.com/office/drawing/2014/main" id="{52CFDAB9-9799-4FC6-8EE9-67ABF5F01323}"/>
                </a:ext>
              </a:extLst>
            </p:cNvPr>
            <p:cNvSpPr/>
            <p:nvPr/>
          </p:nvSpPr>
          <p:spPr>
            <a:xfrm>
              <a:off x="351973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95" name="pg334">
              <a:extLst>
                <a:ext uri="{FF2B5EF4-FFF2-40B4-BE49-F238E27FC236}">
                  <a16:creationId xmlns:a16="http://schemas.microsoft.com/office/drawing/2014/main" id="{6811F65B-9EEE-51A0-E102-C81EB1E55484}"/>
                </a:ext>
              </a:extLst>
            </p:cNvPr>
            <p:cNvSpPr/>
            <p:nvPr/>
          </p:nvSpPr>
          <p:spPr>
            <a:xfrm>
              <a:off x="3601176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96" name="pg335">
              <a:extLst>
                <a:ext uri="{FF2B5EF4-FFF2-40B4-BE49-F238E27FC236}">
                  <a16:creationId xmlns:a16="http://schemas.microsoft.com/office/drawing/2014/main" id="{928DA70D-B53E-13EB-7B58-CCE86B1504C9}"/>
                </a:ext>
              </a:extLst>
            </p:cNvPr>
            <p:cNvSpPr/>
            <p:nvPr/>
          </p:nvSpPr>
          <p:spPr>
            <a:xfrm>
              <a:off x="368261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97" name="pg336">
              <a:extLst>
                <a:ext uri="{FF2B5EF4-FFF2-40B4-BE49-F238E27FC236}">
                  <a16:creationId xmlns:a16="http://schemas.microsoft.com/office/drawing/2014/main" id="{F5FF0CB2-D322-2EC5-F731-CEB7A2C3181D}"/>
                </a:ext>
              </a:extLst>
            </p:cNvPr>
            <p:cNvSpPr/>
            <p:nvPr/>
          </p:nvSpPr>
          <p:spPr>
            <a:xfrm>
              <a:off x="376405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98" name="pg337">
              <a:extLst>
                <a:ext uri="{FF2B5EF4-FFF2-40B4-BE49-F238E27FC236}">
                  <a16:creationId xmlns:a16="http://schemas.microsoft.com/office/drawing/2014/main" id="{1826BDBD-B836-E327-3851-EBEBDDE2D563}"/>
                </a:ext>
              </a:extLst>
            </p:cNvPr>
            <p:cNvSpPr/>
            <p:nvPr/>
          </p:nvSpPr>
          <p:spPr>
            <a:xfrm>
              <a:off x="384548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99" name="pg338">
              <a:extLst>
                <a:ext uri="{FF2B5EF4-FFF2-40B4-BE49-F238E27FC236}">
                  <a16:creationId xmlns:a16="http://schemas.microsoft.com/office/drawing/2014/main" id="{0D0A1D72-1D1B-86E3-B95D-26A7BA882038}"/>
                </a:ext>
              </a:extLst>
            </p:cNvPr>
            <p:cNvSpPr/>
            <p:nvPr/>
          </p:nvSpPr>
          <p:spPr>
            <a:xfrm>
              <a:off x="392692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00" name="pg339">
              <a:extLst>
                <a:ext uri="{FF2B5EF4-FFF2-40B4-BE49-F238E27FC236}">
                  <a16:creationId xmlns:a16="http://schemas.microsoft.com/office/drawing/2014/main" id="{CB2525D4-14E7-5A6B-CDEE-DF19A1424DA5}"/>
                </a:ext>
              </a:extLst>
            </p:cNvPr>
            <p:cNvSpPr/>
            <p:nvPr/>
          </p:nvSpPr>
          <p:spPr>
            <a:xfrm>
              <a:off x="400836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01" name="pg340">
              <a:extLst>
                <a:ext uri="{FF2B5EF4-FFF2-40B4-BE49-F238E27FC236}">
                  <a16:creationId xmlns:a16="http://schemas.microsoft.com/office/drawing/2014/main" id="{867D787E-3ACB-421D-A17B-E43A6A493CC0}"/>
                </a:ext>
              </a:extLst>
            </p:cNvPr>
            <p:cNvSpPr/>
            <p:nvPr/>
          </p:nvSpPr>
          <p:spPr>
            <a:xfrm>
              <a:off x="408979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02" name="pg341">
              <a:extLst>
                <a:ext uri="{FF2B5EF4-FFF2-40B4-BE49-F238E27FC236}">
                  <a16:creationId xmlns:a16="http://schemas.microsoft.com/office/drawing/2014/main" id="{27A0A5CF-32F6-19BD-517F-D07663279D22}"/>
                </a:ext>
              </a:extLst>
            </p:cNvPr>
            <p:cNvSpPr/>
            <p:nvPr/>
          </p:nvSpPr>
          <p:spPr>
            <a:xfrm>
              <a:off x="425267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03" name="pg342">
              <a:extLst>
                <a:ext uri="{FF2B5EF4-FFF2-40B4-BE49-F238E27FC236}">
                  <a16:creationId xmlns:a16="http://schemas.microsoft.com/office/drawing/2014/main" id="{751B5158-5973-B5D5-2B63-30C676F7977C}"/>
                </a:ext>
              </a:extLst>
            </p:cNvPr>
            <p:cNvSpPr/>
            <p:nvPr/>
          </p:nvSpPr>
          <p:spPr>
            <a:xfrm>
              <a:off x="433411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04" name="pg343">
              <a:extLst>
                <a:ext uri="{FF2B5EF4-FFF2-40B4-BE49-F238E27FC236}">
                  <a16:creationId xmlns:a16="http://schemas.microsoft.com/office/drawing/2014/main" id="{12126CAB-BC77-96E3-48E2-C2DD99EEC4CA}"/>
                </a:ext>
              </a:extLst>
            </p:cNvPr>
            <p:cNvSpPr/>
            <p:nvPr/>
          </p:nvSpPr>
          <p:spPr>
            <a:xfrm>
              <a:off x="441554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05" name="pg344">
              <a:extLst>
                <a:ext uri="{FF2B5EF4-FFF2-40B4-BE49-F238E27FC236}">
                  <a16:creationId xmlns:a16="http://schemas.microsoft.com/office/drawing/2014/main" id="{46882411-DAD9-06A7-70CA-9DFB03B7E321}"/>
                </a:ext>
              </a:extLst>
            </p:cNvPr>
            <p:cNvSpPr/>
            <p:nvPr/>
          </p:nvSpPr>
          <p:spPr>
            <a:xfrm>
              <a:off x="449698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06" name="pg345">
              <a:extLst>
                <a:ext uri="{FF2B5EF4-FFF2-40B4-BE49-F238E27FC236}">
                  <a16:creationId xmlns:a16="http://schemas.microsoft.com/office/drawing/2014/main" id="{D16C3B33-D999-0869-639A-B405259E5D3E}"/>
                </a:ext>
              </a:extLst>
            </p:cNvPr>
            <p:cNvSpPr/>
            <p:nvPr/>
          </p:nvSpPr>
          <p:spPr>
            <a:xfrm>
              <a:off x="457842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07" name="pg346">
              <a:extLst>
                <a:ext uri="{FF2B5EF4-FFF2-40B4-BE49-F238E27FC236}">
                  <a16:creationId xmlns:a16="http://schemas.microsoft.com/office/drawing/2014/main" id="{1B1D8398-4ECA-29C3-C37E-7EE20D9A3ED8}"/>
                </a:ext>
              </a:extLst>
            </p:cNvPr>
            <p:cNvSpPr/>
            <p:nvPr/>
          </p:nvSpPr>
          <p:spPr>
            <a:xfrm>
              <a:off x="465985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08" name="pg347">
              <a:extLst>
                <a:ext uri="{FF2B5EF4-FFF2-40B4-BE49-F238E27FC236}">
                  <a16:creationId xmlns:a16="http://schemas.microsoft.com/office/drawing/2014/main" id="{763C831E-3CED-584F-661E-9F86C0851D96}"/>
                </a:ext>
              </a:extLst>
            </p:cNvPr>
            <p:cNvSpPr/>
            <p:nvPr/>
          </p:nvSpPr>
          <p:spPr>
            <a:xfrm>
              <a:off x="278680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09" name="pg348">
              <a:extLst>
                <a:ext uri="{FF2B5EF4-FFF2-40B4-BE49-F238E27FC236}">
                  <a16:creationId xmlns:a16="http://schemas.microsoft.com/office/drawing/2014/main" id="{BA4E7D32-2BF1-7DEE-69DA-73046DADB1C3}"/>
                </a:ext>
              </a:extLst>
            </p:cNvPr>
            <p:cNvSpPr/>
            <p:nvPr/>
          </p:nvSpPr>
          <p:spPr>
            <a:xfrm>
              <a:off x="286824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10" name="pg349">
              <a:extLst>
                <a:ext uri="{FF2B5EF4-FFF2-40B4-BE49-F238E27FC236}">
                  <a16:creationId xmlns:a16="http://schemas.microsoft.com/office/drawing/2014/main" id="{F10A856E-B27C-BBA8-1319-34FEE8E0D83C}"/>
                </a:ext>
              </a:extLst>
            </p:cNvPr>
            <p:cNvSpPr/>
            <p:nvPr/>
          </p:nvSpPr>
          <p:spPr>
            <a:xfrm>
              <a:off x="294967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11" name="pg350">
              <a:extLst>
                <a:ext uri="{FF2B5EF4-FFF2-40B4-BE49-F238E27FC236}">
                  <a16:creationId xmlns:a16="http://schemas.microsoft.com/office/drawing/2014/main" id="{5C3CA8C8-0F66-7A72-F924-759F7D7FD2F2}"/>
                </a:ext>
              </a:extLst>
            </p:cNvPr>
            <p:cNvSpPr/>
            <p:nvPr/>
          </p:nvSpPr>
          <p:spPr>
            <a:xfrm>
              <a:off x="303111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12" name="pg351">
              <a:extLst>
                <a:ext uri="{FF2B5EF4-FFF2-40B4-BE49-F238E27FC236}">
                  <a16:creationId xmlns:a16="http://schemas.microsoft.com/office/drawing/2014/main" id="{B1B8C296-B882-421A-B345-79BF71FD9E7A}"/>
                </a:ext>
              </a:extLst>
            </p:cNvPr>
            <p:cNvSpPr/>
            <p:nvPr/>
          </p:nvSpPr>
          <p:spPr>
            <a:xfrm>
              <a:off x="311255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DEAD4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13" name="pg352">
              <a:extLst>
                <a:ext uri="{FF2B5EF4-FFF2-40B4-BE49-F238E27FC236}">
                  <a16:creationId xmlns:a16="http://schemas.microsoft.com/office/drawing/2014/main" id="{0E64D84F-773C-060B-3889-1D2B072679AB}"/>
                </a:ext>
              </a:extLst>
            </p:cNvPr>
            <p:cNvSpPr/>
            <p:nvPr/>
          </p:nvSpPr>
          <p:spPr>
            <a:xfrm>
              <a:off x="319399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DEA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14" name="pg353">
              <a:extLst>
                <a:ext uri="{FF2B5EF4-FFF2-40B4-BE49-F238E27FC236}">
                  <a16:creationId xmlns:a16="http://schemas.microsoft.com/office/drawing/2014/main" id="{389FDD9C-E9D8-436C-8C99-99C43E5BB22F}"/>
                </a:ext>
              </a:extLst>
            </p:cNvPr>
            <p:cNvSpPr/>
            <p:nvPr/>
          </p:nvSpPr>
          <p:spPr>
            <a:xfrm>
              <a:off x="327542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15" name="pg354">
              <a:extLst>
                <a:ext uri="{FF2B5EF4-FFF2-40B4-BE49-F238E27FC236}">
                  <a16:creationId xmlns:a16="http://schemas.microsoft.com/office/drawing/2014/main" id="{A2B59842-3F17-660D-54A3-2F2C8B7672E8}"/>
                </a:ext>
              </a:extLst>
            </p:cNvPr>
            <p:cNvSpPr/>
            <p:nvPr/>
          </p:nvSpPr>
          <p:spPr>
            <a:xfrm>
              <a:off x="335686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16" name="pg355">
              <a:extLst>
                <a:ext uri="{FF2B5EF4-FFF2-40B4-BE49-F238E27FC236}">
                  <a16:creationId xmlns:a16="http://schemas.microsoft.com/office/drawing/2014/main" id="{A3B24081-6AE9-9C24-E319-CBE015E1A059}"/>
                </a:ext>
              </a:extLst>
            </p:cNvPr>
            <p:cNvSpPr/>
            <p:nvPr/>
          </p:nvSpPr>
          <p:spPr>
            <a:xfrm>
              <a:off x="343830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17" name="pg356">
              <a:extLst>
                <a:ext uri="{FF2B5EF4-FFF2-40B4-BE49-F238E27FC236}">
                  <a16:creationId xmlns:a16="http://schemas.microsoft.com/office/drawing/2014/main" id="{F5E9BD06-7256-4EF9-6603-28B9605D2B9F}"/>
                </a:ext>
              </a:extLst>
            </p:cNvPr>
            <p:cNvSpPr/>
            <p:nvPr/>
          </p:nvSpPr>
          <p:spPr>
            <a:xfrm>
              <a:off x="351973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18" name="pg357">
              <a:extLst>
                <a:ext uri="{FF2B5EF4-FFF2-40B4-BE49-F238E27FC236}">
                  <a16:creationId xmlns:a16="http://schemas.microsoft.com/office/drawing/2014/main" id="{8883D8A0-7734-E5AE-333F-C0C77FD1359A}"/>
                </a:ext>
              </a:extLst>
            </p:cNvPr>
            <p:cNvSpPr/>
            <p:nvPr/>
          </p:nvSpPr>
          <p:spPr>
            <a:xfrm>
              <a:off x="360117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19" name="pg358">
              <a:extLst>
                <a:ext uri="{FF2B5EF4-FFF2-40B4-BE49-F238E27FC236}">
                  <a16:creationId xmlns:a16="http://schemas.microsoft.com/office/drawing/2014/main" id="{50184807-C772-2655-F284-24F75937CD90}"/>
                </a:ext>
              </a:extLst>
            </p:cNvPr>
            <p:cNvSpPr/>
            <p:nvPr/>
          </p:nvSpPr>
          <p:spPr>
            <a:xfrm>
              <a:off x="368261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20" name="pg359">
              <a:extLst>
                <a:ext uri="{FF2B5EF4-FFF2-40B4-BE49-F238E27FC236}">
                  <a16:creationId xmlns:a16="http://schemas.microsoft.com/office/drawing/2014/main" id="{E99BE274-88B6-3EFC-6782-2FDA19D07522}"/>
                </a:ext>
              </a:extLst>
            </p:cNvPr>
            <p:cNvSpPr/>
            <p:nvPr/>
          </p:nvSpPr>
          <p:spPr>
            <a:xfrm>
              <a:off x="376405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21" name="pg360">
              <a:extLst>
                <a:ext uri="{FF2B5EF4-FFF2-40B4-BE49-F238E27FC236}">
                  <a16:creationId xmlns:a16="http://schemas.microsoft.com/office/drawing/2014/main" id="{45E136A1-A7DC-CA50-3BB6-330FF20C68F4}"/>
                </a:ext>
              </a:extLst>
            </p:cNvPr>
            <p:cNvSpPr/>
            <p:nvPr/>
          </p:nvSpPr>
          <p:spPr>
            <a:xfrm>
              <a:off x="384548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22" name="pg361">
              <a:extLst>
                <a:ext uri="{FF2B5EF4-FFF2-40B4-BE49-F238E27FC236}">
                  <a16:creationId xmlns:a16="http://schemas.microsoft.com/office/drawing/2014/main" id="{5A3F8584-1AF7-C264-D29C-A52A4C38535B}"/>
                </a:ext>
              </a:extLst>
            </p:cNvPr>
            <p:cNvSpPr/>
            <p:nvPr/>
          </p:nvSpPr>
          <p:spPr>
            <a:xfrm>
              <a:off x="392692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23" name="pg362">
              <a:extLst>
                <a:ext uri="{FF2B5EF4-FFF2-40B4-BE49-F238E27FC236}">
                  <a16:creationId xmlns:a16="http://schemas.microsoft.com/office/drawing/2014/main" id="{9271EAC7-3AFE-B197-7E69-339A642D7FB5}"/>
                </a:ext>
              </a:extLst>
            </p:cNvPr>
            <p:cNvSpPr/>
            <p:nvPr/>
          </p:nvSpPr>
          <p:spPr>
            <a:xfrm>
              <a:off x="400836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24" name="pg363">
              <a:extLst>
                <a:ext uri="{FF2B5EF4-FFF2-40B4-BE49-F238E27FC236}">
                  <a16:creationId xmlns:a16="http://schemas.microsoft.com/office/drawing/2014/main" id="{65D49D4E-D167-49B1-9DD7-EA3BE37F01CE}"/>
                </a:ext>
              </a:extLst>
            </p:cNvPr>
            <p:cNvSpPr/>
            <p:nvPr/>
          </p:nvSpPr>
          <p:spPr>
            <a:xfrm>
              <a:off x="408979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25" name="pg364">
              <a:extLst>
                <a:ext uri="{FF2B5EF4-FFF2-40B4-BE49-F238E27FC236}">
                  <a16:creationId xmlns:a16="http://schemas.microsoft.com/office/drawing/2014/main" id="{B46502A6-1C3A-7D1B-9F11-6B7785D602DB}"/>
                </a:ext>
              </a:extLst>
            </p:cNvPr>
            <p:cNvSpPr/>
            <p:nvPr/>
          </p:nvSpPr>
          <p:spPr>
            <a:xfrm>
              <a:off x="417123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26" name="pg365">
              <a:extLst>
                <a:ext uri="{FF2B5EF4-FFF2-40B4-BE49-F238E27FC236}">
                  <a16:creationId xmlns:a16="http://schemas.microsoft.com/office/drawing/2014/main" id="{79B63A45-FB03-B5B6-E2B5-8F27CC65A30B}"/>
                </a:ext>
              </a:extLst>
            </p:cNvPr>
            <p:cNvSpPr/>
            <p:nvPr/>
          </p:nvSpPr>
          <p:spPr>
            <a:xfrm>
              <a:off x="425267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27" name="pg366">
              <a:extLst>
                <a:ext uri="{FF2B5EF4-FFF2-40B4-BE49-F238E27FC236}">
                  <a16:creationId xmlns:a16="http://schemas.microsoft.com/office/drawing/2014/main" id="{5C2BED1D-AB7F-CE90-3AA1-AC78FA8473F2}"/>
                </a:ext>
              </a:extLst>
            </p:cNvPr>
            <p:cNvSpPr/>
            <p:nvPr/>
          </p:nvSpPr>
          <p:spPr>
            <a:xfrm>
              <a:off x="433411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28" name="pg367">
              <a:extLst>
                <a:ext uri="{FF2B5EF4-FFF2-40B4-BE49-F238E27FC236}">
                  <a16:creationId xmlns:a16="http://schemas.microsoft.com/office/drawing/2014/main" id="{589F0CBA-402D-AB99-CD12-36B1171009F3}"/>
                </a:ext>
              </a:extLst>
            </p:cNvPr>
            <p:cNvSpPr/>
            <p:nvPr/>
          </p:nvSpPr>
          <p:spPr>
            <a:xfrm>
              <a:off x="441554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29" name="pg368">
              <a:extLst>
                <a:ext uri="{FF2B5EF4-FFF2-40B4-BE49-F238E27FC236}">
                  <a16:creationId xmlns:a16="http://schemas.microsoft.com/office/drawing/2014/main" id="{FD2D4600-B3EC-B93F-3891-B082C25E2C38}"/>
                </a:ext>
              </a:extLst>
            </p:cNvPr>
            <p:cNvSpPr/>
            <p:nvPr/>
          </p:nvSpPr>
          <p:spPr>
            <a:xfrm>
              <a:off x="449698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30" name="pg369">
              <a:extLst>
                <a:ext uri="{FF2B5EF4-FFF2-40B4-BE49-F238E27FC236}">
                  <a16:creationId xmlns:a16="http://schemas.microsoft.com/office/drawing/2014/main" id="{BB3365F8-7911-B330-EF79-6BE271FC5F3A}"/>
                </a:ext>
              </a:extLst>
            </p:cNvPr>
            <p:cNvSpPr/>
            <p:nvPr/>
          </p:nvSpPr>
          <p:spPr>
            <a:xfrm>
              <a:off x="457842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31" name="pg370">
              <a:extLst>
                <a:ext uri="{FF2B5EF4-FFF2-40B4-BE49-F238E27FC236}">
                  <a16:creationId xmlns:a16="http://schemas.microsoft.com/office/drawing/2014/main" id="{0FAA13FD-D13C-4C70-8F2D-9E7FD0C1D78E}"/>
                </a:ext>
              </a:extLst>
            </p:cNvPr>
            <p:cNvSpPr/>
            <p:nvPr/>
          </p:nvSpPr>
          <p:spPr>
            <a:xfrm>
              <a:off x="465985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32" name="pg371">
              <a:extLst>
                <a:ext uri="{FF2B5EF4-FFF2-40B4-BE49-F238E27FC236}">
                  <a16:creationId xmlns:a16="http://schemas.microsoft.com/office/drawing/2014/main" id="{360D0A7C-585F-8DB8-15D6-186D6FDDF9AA}"/>
                </a:ext>
              </a:extLst>
            </p:cNvPr>
            <p:cNvSpPr/>
            <p:nvPr/>
          </p:nvSpPr>
          <p:spPr>
            <a:xfrm>
              <a:off x="286824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33" name="pg372">
              <a:extLst>
                <a:ext uri="{FF2B5EF4-FFF2-40B4-BE49-F238E27FC236}">
                  <a16:creationId xmlns:a16="http://schemas.microsoft.com/office/drawing/2014/main" id="{ED171FBC-9243-4880-2688-57249088EECC}"/>
                </a:ext>
              </a:extLst>
            </p:cNvPr>
            <p:cNvSpPr/>
            <p:nvPr/>
          </p:nvSpPr>
          <p:spPr>
            <a:xfrm>
              <a:off x="294967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34" name="pg373">
              <a:extLst>
                <a:ext uri="{FF2B5EF4-FFF2-40B4-BE49-F238E27FC236}">
                  <a16:creationId xmlns:a16="http://schemas.microsoft.com/office/drawing/2014/main" id="{88322B59-6CE6-2AC7-A964-5CD04B821727}"/>
                </a:ext>
              </a:extLst>
            </p:cNvPr>
            <p:cNvSpPr/>
            <p:nvPr/>
          </p:nvSpPr>
          <p:spPr>
            <a:xfrm>
              <a:off x="303111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35" name="pg374">
              <a:extLst>
                <a:ext uri="{FF2B5EF4-FFF2-40B4-BE49-F238E27FC236}">
                  <a16:creationId xmlns:a16="http://schemas.microsoft.com/office/drawing/2014/main" id="{F9A4B28D-5A0C-27B7-524F-22FFAB46D7A2}"/>
                </a:ext>
              </a:extLst>
            </p:cNvPr>
            <p:cNvSpPr/>
            <p:nvPr/>
          </p:nvSpPr>
          <p:spPr>
            <a:xfrm>
              <a:off x="311255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36" name="pg375">
              <a:extLst>
                <a:ext uri="{FF2B5EF4-FFF2-40B4-BE49-F238E27FC236}">
                  <a16:creationId xmlns:a16="http://schemas.microsoft.com/office/drawing/2014/main" id="{7632FC8A-C03D-A3EE-C95B-1D517B68F8C6}"/>
                </a:ext>
              </a:extLst>
            </p:cNvPr>
            <p:cNvSpPr/>
            <p:nvPr/>
          </p:nvSpPr>
          <p:spPr>
            <a:xfrm>
              <a:off x="319399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37" name="pg376">
              <a:extLst>
                <a:ext uri="{FF2B5EF4-FFF2-40B4-BE49-F238E27FC236}">
                  <a16:creationId xmlns:a16="http://schemas.microsoft.com/office/drawing/2014/main" id="{D056ACA3-E4D9-2049-7915-2D5178013AC7}"/>
                </a:ext>
              </a:extLst>
            </p:cNvPr>
            <p:cNvSpPr/>
            <p:nvPr/>
          </p:nvSpPr>
          <p:spPr>
            <a:xfrm>
              <a:off x="327542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38" name="pg377">
              <a:extLst>
                <a:ext uri="{FF2B5EF4-FFF2-40B4-BE49-F238E27FC236}">
                  <a16:creationId xmlns:a16="http://schemas.microsoft.com/office/drawing/2014/main" id="{90C270B4-34D7-C7D6-57E3-61EB4CCC0D99}"/>
                </a:ext>
              </a:extLst>
            </p:cNvPr>
            <p:cNvSpPr/>
            <p:nvPr/>
          </p:nvSpPr>
          <p:spPr>
            <a:xfrm>
              <a:off x="335686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39" name="pg378">
              <a:extLst>
                <a:ext uri="{FF2B5EF4-FFF2-40B4-BE49-F238E27FC236}">
                  <a16:creationId xmlns:a16="http://schemas.microsoft.com/office/drawing/2014/main" id="{10C7F237-B127-40CB-1F56-5E841D5DF2A8}"/>
                </a:ext>
              </a:extLst>
            </p:cNvPr>
            <p:cNvSpPr/>
            <p:nvPr/>
          </p:nvSpPr>
          <p:spPr>
            <a:xfrm>
              <a:off x="343830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40" name="pg379">
              <a:extLst>
                <a:ext uri="{FF2B5EF4-FFF2-40B4-BE49-F238E27FC236}">
                  <a16:creationId xmlns:a16="http://schemas.microsoft.com/office/drawing/2014/main" id="{F57B450C-310E-CBC5-3442-BE02269BF71F}"/>
                </a:ext>
              </a:extLst>
            </p:cNvPr>
            <p:cNvSpPr/>
            <p:nvPr/>
          </p:nvSpPr>
          <p:spPr>
            <a:xfrm>
              <a:off x="351973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41" name="pg380">
              <a:extLst>
                <a:ext uri="{FF2B5EF4-FFF2-40B4-BE49-F238E27FC236}">
                  <a16:creationId xmlns:a16="http://schemas.microsoft.com/office/drawing/2014/main" id="{589DA435-4442-4165-A777-6979DC0A4A70}"/>
                </a:ext>
              </a:extLst>
            </p:cNvPr>
            <p:cNvSpPr/>
            <p:nvPr/>
          </p:nvSpPr>
          <p:spPr>
            <a:xfrm>
              <a:off x="360117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42" name="pg381">
              <a:extLst>
                <a:ext uri="{FF2B5EF4-FFF2-40B4-BE49-F238E27FC236}">
                  <a16:creationId xmlns:a16="http://schemas.microsoft.com/office/drawing/2014/main" id="{C168D996-6ACB-AC2A-9B36-D82FF808D0C1}"/>
                </a:ext>
              </a:extLst>
            </p:cNvPr>
            <p:cNvSpPr/>
            <p:nvPr/>
          </p:nvSpPr>
          <p:spPr>
            <a:xfrm>
              <a:off x="368261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43" name="pg382">
              <a:extLst>
                <a:ext uri="{FF2B5EF4-FFF2-40B4-BE49-F238E27FC236}">
                  <a16:creationId xmlns:a16="http://schemas.microsoft.com/office/drawing/2014/main" id="{4AD28FE6-4DE0-E038-7B30-5F8A72804477}"/>
                </a:ext>
              </a:extLst>
            </p:cNvPr>
            <p:cNvSpPr/>
            <p:nvPr/>
          </p:nvSpPr>
          <p:spPr>
            <a:xfrm>
              <a:off x="376405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44" name="pg383">
              <a:extLst>
                <a:ext uri="{FF2B5EF4-FFF2-40B4-BE49-F238E27FC236}">
                  <a16:creationId xmlns:a16="http://schemas.microsoft.com/office/drawing/2014/main" id="{1C54F535-F72E-18EC-AEED-666D168FA0EC}"/>
                </a:ext>
              </a:extLst>
            </p:cNvPr>
            <p:cNvSpPr/>
            <p:nvPr/>
          </p:nvSpPr>
          <p:spPr>
            <a:xfrm>
              <a:off x="384548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45" name="pg384">
              <a:extLst>
                <a:ext uri="{FF2B5EF4-FFF2-40B4-BE49-F238E27FC236}">
                  <a16:creationId xmlns:a16="http://schemas.microsoft.com/office/drawing/2014/main" id="{B6BD9906-9BB9-E30C-2D84-A97D26BCA757}"/>
                </a:ext>
              </a:extLst>
            </p:cNvPr>
            <p:cNvSpPr/>
            <p:nvPr/>
          </p:nvSpPr>
          <p:spPr>
            <a:xfrm>
              <a:off x="392692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46" name="pg385">
              <a:extLst>
                <a:ext uri="{FF2B5EF4-FFF2-40B4-BE49-F238E27FC236}">
                  <a16:creationId xmlns:a16="http://schemas.microsoft.com/office/drawing/2014/main" id="{3B5C2D50-53C7-92DA-BC82-A9361E64CCB1}"/>
                </a:ext>
              </a:extLst>
            </p:cNvPr>
            <p:cNvSpPr/>
            <p:nvPr/>
          </p:nvSpPr>
          <p:spPr>
            <a:xfrm>
              <a:off x="400836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47" name="pg386">
              <a:extLst>
                <a:ext uri="{FF2B5EF4-FFF2-40B4-BE49-F238E27FC236}">
                  <a16:creationId xmlns:a16="http://schemas.microsoft.com/office/drawing/2014/main" id="{5B3D1C36-3239-F139-4E45-35228E01B477}"/>
                </a:ext>
              </a:extLst>
            </p:cNvPr>
            <p:cNvSpPr/>
            <p:nvPr/>
          </p:nvSpPr>
          <p:spPr>
            <a:xfrm>
              <a:off x="408979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48" name="pg387">
              <a:extLst>
                <a:ext uri="{FF2B5EF4-FFF2-40B4-BE49-F238E27FC236}">
                  <a16:creationId xmlns:a16="http://schemas.microsoft.com/office/drawing/2014/main" id="{23FBBC9E-0475-023C-94E1-B1227FA461D5}"/>
                </a:ext>
              </a:extLst>
            </p:cNvPr>
            <p:cNvSpPr/>
            <p:nvPr/>
          </p:nvSpPr>
          <p:spPr>
            <a:xfrm>
              <a:off x="417123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49" name="pg388">
              <a:extLst>
                <a:ext uri="{FF2B5EF4-FFF2-40B4-BE49-F238E27FC236}">
                  <a16:creationId xmlns:a16="http://schemas.microsoft.com/office/drawing/2014/main" id="{921FDD0D-885E-3EE2-628E-C929E453F7D6}"/>
                </a:ext>
              </a:extLst>
            </p:cNvPr>
            <p:cNvSpPr/>
            <p:nvPr/>
          </p:nvSpPr>
          <p:spPr>
            <a:xfrm>
              <a:off x="425267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50" name="pg389">
              <a:extLst>
                <a:ext uri="{FF2B5EF4-FFF2-40B4-BE49-F238E27FC236}">
                  <a16:creationId xmlns:a16="http://schemas.microsoft.com/office/drawing/2014/main" id="{0D7751D1-7807-0567-7A27-3524E8363967}"/>
                </a:ext>
              </a:extLst>
            </p:cNvPr>
            <p:cNvSpPr/>
            <p:nvPr/>
          </p:nvSpPr>
          <p:spPr>
            <a:xfrm>
              <a:off x="433411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51" name="pg390">
              <a:extLst>
                <a:ext uri="{FF2B5EF4-FFF2-40B4-BE49-F238E27FC236}">
                  <a16:creationId xmlns:a16="http://schemas.microsoft.com/office/drawing/2014/main" id="{F57DD9F5-428F-EE62-5D88-7F7AD0123097}"/>
                </a:ext>
              </a:extLst>
            </p:cNvPr>
            <p:cNvSpPr/>
            <p:nvPr/>
          </p:nvSpPr>
          <p:spPr>
            <a:xfrm>
              <a:off x="441554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52" name="pg391">
              <a:extLst>
                <a:ext uri="{FF2B5EF4-FFF2-40B4-BE49-F238E27FC236}">
                  <a16:creationId xmlns:a16="http://schemas.microsoft.com/office/drawing/2014/main" id="{7906D766-D45F-CE3D-A1BB-70AA04968AF0}"/>
                </a:ext>
              </a:extLst>
            </p:cNvPr>
            <p:cNvSpPr/>
            <p:nvPr/>
          </p:nvSpPr>
          <p:spPr>
            <a:xfrm>
              <a:off x="449698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53" name="pg392">
              <a:extLst>
                <a:ext uri="{FF2B5EF4-FFF2-40B4-BE49-F238E27FC236}">
                  <a16:creationId xmlns:a16="http://schemas.microsoft.com/office/drawing/2014/main" id="{C739601F-101E-782F-914A-30774D683D3E}"/>
                </a:ext>
              </a:extLst>
            </p:cNvPr>
            <p:cNvSpPr/>
            <p:nvPr/>
          </p:nvSpPr>
          <p:spPr>
            <a:xfrm>
              <a:off x="457842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54" name="pg393">
              <a:extLst>
                <a:ext uri="{FF2B5EF4-FFF2-40B4-BE49-F238E27FC236}">
                  <a16:creationId xmlns:a16="http://schemas.microsoft.com/office/drawing/2014/main" id="{DF671B90-77C5-397A-81E8-CB1039018DAD}"/>
                </a:ext>
              </a:extLst>
            </p:cNvPr>
            <p:cNvSpPr/>
            <p:nvPr/>
          </p:nvSpPr>
          <p:spPr>
            <a:xfrm>
              <a:off x="286824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55" name="pg394">
              <a:extLst>
                <a:ext uri="{FF2B5EF4-FFF2-40B4-BE49-F238E27FC236}">
                  <a16:creationId xmlns:a16="http://schemas.microsoft.com/office/drawing/2014/main" id="{0BCC9007-9F49-3E62-3A22-FAC51F80CBA3}"/>
                </a:ext>
              </a:extLst>
            </p:cNvPr>
            <p:cNvSpPr/>
            <p:nvPr/>
          </p:nvSpPr>
          <p:spPr>
            <a:xfrm>
              <a:off x="294967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56" name="pg395">
              <a:extLst>
                <a:ext uri="{FF2B5EF4-FFF2-40B4-BE49-F238E27FC236}">
                  <a16:creationId xmlns:a16="http://schemas.microsoft.com/office/drawing/2014/main" id="{CCE5B2C7-AEC0-F560-F3F7-8433BBBBE822}"/>
                </a:ext>
              </a:extLst>
            </p:cNvPr>
            <p:cNvSpPr/>
            <p:nvPr/>
          </p:nvSpPr>
          <p:spPr>
            <a:xfrm>
              <a:off x="303111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57" name="pg396">
              <a:extLst>
                <a:ext uri="{FF2B5EF4-FFF2-40B4-BE49-F238E27FC236}">
                  <a16:creationId xmlns:a16="http://schemas.microsoft.com/office/drawing/2014/main" id="{C1130DDC-5BFB-683E-8943-231E1FBC69E8}"/>
                </a:ext>
              </a:extLst>
            </p:cNvPr>
            <p:cNvSpPr/>
            <p:nvPr/>
          </p:nvSpPr>
          <p:spPr>
            <a:xfrm>
              <a:off x="311255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58" name="pg397">
              <a:extLst>
                <a:ext uri="{FF2B5EF4-FFF2-40B4-BE49-F238E27FC236}">
                  <a16:creationId xmlns:a16="http://schemas.microsoft.com/office/drawing/2014/main" id="{E91671BE-A724-8F41-FF9F-92AE7995E3DD}"/>
                </a:ext>
              </a:extLst>
            </p:cNvPr>
            <p:cNvSpPr/>
            <p:nvPr/>
          </p:nvSpPr>
          <p:spPr>
            <a:xfrm>
              <a:off x="319399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59" name="pg398">
              <a:extLst>
                <a:ext uri="{FF2B5EF4-FFF2-40B4-BE49-F238E27FC236}">
                  <a16:creationId xmlns:a16="http://schemas.microsoft.com/office/drawing/2014/main" id="{C9AFF4D6-4AB5-B5D8-75E1-3712D1EC7EE4}"/>
                </a:ext>
              </a:extLst>
            </p:cNvPr>
            <p:cNvSpPr/>
            <p:nvPr/>
          </p:nvSpPr>
          <p:spPr>
            <a:xfrm>
              <a:off x="327542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60" name="pg399">
              <a:extLst>
                <a:ext uri="{FF2B5EF4-FFF2-40B4-BE49-F238E27FC236}">
                  <a16:creationId xmlns:a16="http://schemas.microsoft.com/office/drawing/2014/main" id="{A3346303-D779-73DC-D285-2BE68854932B}"/>
                </a:ext>
              </a:extLst>
            </p:cNvPr>
            <p:cNvSpPr/>
            <p:nvPr/>
          </p:nvSpPr>
          <p:spPr>
            <a:xfrm>
              <a:off x="335686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61" name="pg400">
              <a:extLst>
                <a:ext uri="{FF2B5EF4-FFF2-40B4-BE49-F238E27FC236}">
                  <a16:creationId xmlns:a16="http://schemas.microsoft.com/office/drawing/2014/main" id="{5E22429E-B21B-6EA8-6127-65844AF1C31F}"/>
                </a:ext>
              </a:extLst>
            </p:cNvPr>
            <p:cNvSpPr/>
            <p:nvPr/>
          </p:nvSpPr>
          <p:spPr>
            <a:xfrm>
              <a:off x="343830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62" name="pg401">
              <a:extLst>
                <a:ext uri="{FF2B5EF4-FFF2-40B4-BE49-F238E27FC236}">
                  <a16:creationId xmlns:a16="http://schemas.microsoft.com/office/drawing/2014/main" id="{916AE273-177F-DE8B-CB7E-51CED855C451}"/>
                </a:ext>
              </a:extLst>
            </p:cNvPr>
            <p:cNvSpPr/>
            <p:nvPr/>
          </p:nvSpPr>
          <p:spPr>
            <a:xfrm>
              <a:off x="351973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63" name="pg402">
              <a:extLst>
                <a:ext uri="{FF2B5EF4-FFF2-40B4-BE49-F238E27FC236}">
                  <a16:creationId xmlns:a16="http://schemas.microsoft.com/office/drawing/2014/main" id="{57628705-0A66-5EDA-BF7E-21A236559552}"/>
                </a:ext>
              </a:extLst>
            </p:cNvPr>
            <p:cNvSpPr/>
            <p:nvPr/>
          </p:nvSpPr>
          <p:spPr>
            <a:xfrm>
              <a:off x="360117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64" name="pg403">
              <a:extLst>
                <a:ext uri="{FF2B5EF4-FFF2-40B4-BE49-F238E27FC236}">
                  <a16:creationId xmlns:a16="http://schemas.microsoft.com/office/drawing/2014/main" id="{2EC86319-9E29-4436-9D2B-A2DA20E59F10}"/>
                </a:ext>
              </a:extLst>
            </p:cNvPr>
            <p:cNvSpPr/>
            <p:nvPr/>
          </p:nvSpPr>
          <p:spPr>
            <a:xfrm>
              <a:off x="368261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65" name="pg404">
              <a:extLst>
                <a:ext uri="{FF2B5EF4-FFF2-40B4-BE49-F238E27FC236}">
                  <a16:creationId xmlns:a16="http://schemas.microsoft.com/office/drawing/2014/main" id="{4402EA99-EE33-641D-3579-8F7D9D86A0AC}"/>
                </a:ext>
              </a:extLst>
            </p:cNvPr>
            <p:cNvSpPr/>
            <p:nvPr/>
          </p:nvSpPr>
          <p:spPr>
            <a:xfrm>
              <a:off x="376405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66" name="pg405">
              <a:extLst>
                <a:ext uri="{FF2B5EF4-FFF2-40B4-BE49-F238E27FC236}">
                  <a16:creationId xmlns:a16="http://schemas.microsoft.com/office/drawing/2014/main" id="{984CDB11-F24B-D5C6-97E7-28CDFEF0F5F4}"/>
                </a:ext>
              </a:extLst>
            </p:cNvPr>
            <p:cNvSpPr/>
            <p:nvPr/>
          </p:nvSpPr>
          <p:spPr>
            <a:xfrm>
              <a:off x="384548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67" name="pg406">
              <a:extLst>
                <a:ext uri="{FF2B5EF4-FFF2-40B4-BE49-F238E27FC236}">
                  <a16:creationId xmlns:a16="http://schemas.microsoft.com/office/drawing/2014/main" id="{3F528254-56E6-0CA7-8275-3BA04E3E3342}"/>
                </a:ext>
              </a:extLst>
            </p:cNvPr>
            <p:cNvSpPr/>
            <p:nvPr/>
          </p:nvSpPr>
          <p:spPr>
            <a:xfrm>
              <a:off x="392692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68" name="pg407">
              <a:extLst>
                <a:ext uri="{FF2B5EF4-FFF2-40B4-BE49-F238E27FC236}">
                  <a16:creationId xmlns:a16="http://schemas.microsoft.com/office/drawing/2014/main" id="{D5B35DFB-F7BC-CF89-62AE-B3A10B6E1A08}"/>
                </a:ext>
              </a:extLst>
            </p:cNvPr>
            <p:cNvSpPr/>
            <p:nvPr/>
          </p:nvSpPr>
          <p:spPr>
            <a:xfrm>
              <a:off x="400836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69" name="pg408">
              <a:extLst>
                <a:ext uri="{FF2B5EF4-FFF2-40B4-BE49-F238E27FC236}">
                  <a16:creationId xmlns:a16="http://schemas.microsoft.com/office/drawing/2014/main" id="{C6D6F931-4337-3AF8-8442-DD337CB4ECAF}"/>
                </a:ext>
              </a:extLst>
            </p:cNvPr>
            <p:cNvSpPr/>
            <p:nvPr/>
          </p:nvSpPr>
          <p:spPr>
            <a:xfrm>
              <a:off x="408979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70" name="pg409">
              <a:extLst>
                <a:ext uri="{FF2B5EF4-FFF2-40B4-BE49-F238E27FC236}">
                  <a16:creationId xmlns:a16="http://schemas.microsoft.com/office/drawing/2014/main" id="{45650BDC-8E62-233B-B5F5-19B983A99661}"/>
                </a:ext>
              </a:extLst>
            </p:cNvPr>
            <p:cNvSpPr/>
            <p:nvPr/>
          </p:nvSpPr>
          <p:spPr>
            <a:xfrm>
              <a:off x="417123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71" name="pg410">
              <a:extLst>
                <a:ext uri="{FF2B5EF4-FFF2-40B4-BE49-F238E27FC236}">
                  <a16:creationId xmlns:a16="http://schemas.microsoft.com/office/drawing/2014/main" id="{BB0B6CAC-32CE-ADCC-167B-E538EC2464C4}"/>
                </a:ext>
              </a:extLst>
            </p:cNvPr>
            <p:cNvSpPr/>
            <p:nvPr/>
          </p:nvSpPr>
          <p:spPr>
            <a:xfrm>
              <a:off x="425267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72" name="pg411">
              <a:extLst>
                <a:ext uri="{FF2B5EF4-FFF2-40B4-BE49-F238E27FC236}">
                  <a16:creationId xmlns:a16="http://schemas.microsoft.com/office/drawing/2014/main" id="{8EB0A5F5-71E4-9A1C-7A8F-382A15D27B96}"/>
                </a:ext>
              </a:extLst>
            </p:cNvPr>
            <p:cNvSpPr/>
            <p:nvPr/>
          </p:nvSpPr>
          <p:spPr>
            <a:xfrm>
              <a:off x="433411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73" name="pg412">
              <a:extLst>
                <a:ext uri="{FF2B5EF4-FFF2-40B4-BE49-F238E27FC236}">
                  <a16:creationId xmlns:a16="http://schemas.microsoft.com/office/drawing/2014/main" id="{74A89A8E-FA3A-6602-DBF9-76F2B3F6EB2D}"/>
                </a:ext>
              </a:extLst>
            </p:cNvPr>
            <p:cNvSpPr/>
            <p:nvPr/>
          </p:nvSpPr>
          <p:spPr>
            <a:xfrm>
              <a:off x="441554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74" name="pg413">
              <a:extLst>
                <a:ext uri="{FF2B5EF4-FFF2-40B4-BE49-F238E27FC236}">
                  <a16:creationId xmlns:a16="http://schemas.microsoft.com/office/drawing/2014/main" id="{F3B679BA-34B8-D161-B65F-116E469DB01F}"/>
                </a:ext>
              </a:extLst>
            </p:cNvPr>
            <p:cNvSpPr/>
            <p:nvPr/>
          </p:nvSpPr>
          <p:spPr>
            <a:xfrm>
              <a:off x="449698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75" name="pg414">
              <a:extLst>
                <a:ext uri="{FF2B5EF4-FFF2-40B4-BE49-F238E27FC236}">
                  <a16:creationId xmlns:a16="http://schemas.microsoft.com/office/drawing/2014/main" id="{35AC90E3-26DF-2BB8-F709-523C3BCE4359}"/>
                </a:ext>
              </a:extLst>
            </p:cNvPr>
            <p:cNvSpPr/>
            <p:nvPr/>
          </p:nvSpPr>
          <p:spPr>
            <a:xfrm>
              <a:off x="303111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76" name="pg415">
              <a:extLst>
                <a:ext uri="{FF2B5EF4-FFF2-40B4-BE49-F238E27FC236}">
                  <a16:creationId xmlns:a16="http://schemas.microsoft.com/office/drawing/2014/main" id="{5916BC56-11BE-8F2C-9119-CF2C1D3D419D}"/>
                </a:ext>
              </a:extLst>
            </p:cNvPr>
            <p:cNvSpPr/>
            <p:nvPr/>
          </p:nvSpPr>
          <p:spPr>
            <a:xfrm>
              <a:off x="311255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77" name="pg416">
              <a:extLst>
                <a:ext uri="{FF2B5EF4-FFF2-40B4-BE49-F238E27FC236}">
                  <a16:creationId xmlns:a16="http://schemas.microsoft.com/office/drawing/2014/main" id="{DCEECEEA-541B-5AF9-E608-14F56B259FB0}"/>
                </a:ext>
              </a:extLst>
            </p:cNvPr>
            <p:cNvSpPr/>
            <p:nvPr/>
          </p:nvSpPr>
          <p:spPr>
            <a:xfrm>
              <a:off x="319399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78" name="pg417">
              <a:extLst>
                <a:ext uri="{FF2B5EF4-FFF2-40B4-BE49-F238E27FC236}">
                  <a16:creationId xmlns:a16="http://schemas.microsoft.com/office/drawing/2014/main" id="{46C7CDFC-5D3A-A610-5AB0-FF2435C3281D}"/>
                </a:ext>
              </a:extLst>
            </p:cNvPr>
            <p:cNvSpPr/>
            <p:nvPr/>
          </p:nvSpPr>
          <p:spPr>
            <a:xfrm>
              <a:off x="327542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79" name="pg418">
              <a:extLst>
                <a:ext uri="{FF2B5EF4-FFF2-40B4-BE49-F238E27FC236}">
                  <a16:creationId xmlns:a16="http://schemas.microsoft.com/office/drawing/2014/main" id="{8BFB48BA-E425-4AEE-2828-D800D2D0D42A}"/>
                </a:ext>
              </a:extLst>
            </p:cNvPr>
            <p:cNvSpPr/>
            <p:nvPr/>
          </p:nvSpPr>
          <p:spPr>
            <a:xfrm>
              <a:off x="3356864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80" name="pg419">
              <a:extLst>
                <a:ext uri="{FF2B5EF4-FFF2-40B4-BE49-F238E27FC236}">
                  <a16:creationId xmlns:a16="http://schemas.microsoft.com/office/drawing/2014/main" id="{3C47FFAD-950D-AEFC-FC90-4408274C75AB}"/>
                </a:ext>
              </a:extLst>
            </p:cNvPr>
            <p:cNvSpPr/>
            <p:nvPr/>
          </p:nvSpPr>
          <p:spPr>
            <a:xfrm>
              <a:off x="3438301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81" name="pg420">
              <a:extLst>
                <a:ext uri="{FF2B5EF4-FFF2-40B4-BE49-F238E27FC236}">
                  <a16:creationId xmlns:a16="http://schemas.microsoft.com/office/drawing/2014/main" id="{C19E647B-4ED6-D5DD-3A6D-338E25C9ABE9}"/>
                </a:ext>
              </a:extLst>
            </p:cNvPr>
            <p:cNvSpPr/>
            <p:nvPr/>
          </p:nvSpPr>
          <p:spPr>
            <a:xfrm>
              <a:off x="3519738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82" name="pg421">
              <a:extLst>
                <a:ext uri="{FF2B5EF4-FFF2-40B4-BE49-F238E27FC236}">
                  <a16:creationId xmlns:a16="http://schemas.microsoft.com/office/drawing/2014/main" id="{4D791889-2305-9AB1-4DAD-7081CC645532}"/>
                </a:ext>
              </a:extLst>
            </p:cNvPr>
            <p:cNvSpPr/>
            <p:nvPr/>
          </p:nvSpPr>
          <p:spPr>
            <a:xfrm>
              <a:off x="360117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83" name="pg422">
              <a:extLst>
                <a:ext uri="{FF2B5EF4-FFF2-40B4-BE49-F238E27FC236}">
                  <a16:creationId xmlns:a16="http://schemas.microsoft.com/office/drawing/2014/main" id="{89113544-0E69-6614-7E19-FB8247BD8022}"/>
                </a:ext>
              </a:extLst>
            </p:cNvPr>
            <p:cNvSpPr/>
            <p:nvPr/>
          </p:nvSpPr>
          <p:spPr>
            <a:xfrm>
              <a:off x="368261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42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84" name="pg423">
              <a:extLst>
                <a:ext uri="{FF2B5EF4-FFF2-40B4-BE49-F238E27FC236}">
                  <a16:creationId xmlns:a16="http://schemas.microsoft.com/office/drawing/2014/main" id="{B113DC13-FC23-E781-293E-B3D4EA693346}"/>
                </a:ext>
              </a:extLst>
            </p:cNvPr>
            <p:cNvSpPr/>
            <p:nvPr/>
          </p:nvSpPr>
          <p:spPr>
            <a:xfrm>
              <a:off x="376405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85" name="pg424">
              <a:extLst>
                <a:ext uri="{FF2B5EF4-FFF2-40B4-BE49-F238E27FC236}">
                  <a16:creationId xmlns:a16="http://schemas.microsoft.com/office/drawing/2014/main" id="{4507983B-E4B7-9771-DB0C-DBA9FA4EC959}"/>
                </a:ext>
              </a:extLst>
            </p:cNvPr>
            <p:cNvSpPr/>
            <p:nvPr/>
          </p:nvSpPr>
          <p:spPr>
            <a:xfrm>
              <a:off x="384548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86" name="pg425">
              <a:extLst>
                <a:ext uri="{FF2B5EF4-FFF2-40B4-BE49-F238E27FC236}">
                  <a16:creationId xmlns:a16="http://schemas.microsoft.com/office/drawing/2014/main" id="{F08AF178-6A0F-9B21-3D2C-867CDCB9A0A4}"/>
                </a:ext>
              </a:extLst>
            </p:cNvPr>
            <p:cNvSpPr/>
            <p:nvPr/>
          </p:nvSpPr>
          <p:spPr>
            <a:xfrm>
              <a:off x="3926924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87" name="pg426">
              <a:extLst>
                <a:ext uri="{FF2B5EF4-FFF2-40B4-BE49-F238E27FC236}">
                  <a16:creationId xmlns:a16="http://schemas.microsoft.com/office/drawing/2014/main" id="{9144F865-F78E-C9CE-29D9-23D79564B374}"/>
                </a:ext>
              </a:extLst>
            </p:cNvPr>
            <p:cNvSpPr/>
            <p:nvPr/>
          </p:nvSpPr>
          <p:spPr>
            <a:xfrm>
              <a:off x="4008361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88" name="pg427">
              <a:extLst>
                <a:ext uri="{FF2B5EF4-FFF2-40B4-BE49-F238E27FC236}">
                  <a16:creationId xmlns:a16="http://schemas.microsoft.com/office/drawing/2014/main" id="{EAAF0849-7D27-1614-18FE-71C917411887}"/>
                </a:ext>
              </a:extLst>
            </p:cNvPr>
            <p:cNvSpPr/>
            <p:nvPr/>
          </p:nvSpPr>
          <p:spPr>
            <a:xfrm>
              <a:off x="4089798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89" name="pg428">
              <a:extLst>
                <a:ext uri="{FF2B5EF4-FFF2-40B4-BE49-F238E27FC236}">
                  <a16:creationId xmlns:a16="http://schemas.microsoft.com/office/drawing/2014/main" id="{BF1C9933-BD5A-EEDC-1B2D-E9E1194A2FB2}"/>
                </a:ext>
              </a:extLst>
            </p:cNvPr>
            <p:cNvSpPr/>
            <p:nvPr/>
          </p:nvSpPr>
          <p:spPr>
            <a:xfrm>
              <a:off x="417123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90" name="pg429">
              <a:extLst>
                <a:ext uri="{FF2B5EF4-FFF2-40B4-BE49-F238E27FC236}">
                  <a16:creationId xmlns:a16="http://schemas.microsoft.com/office/drawing/2014/main" id="{D1BDC67E-E9CF-7FEE-4A75-5E776A2BFA8C}"/>
                </a:ext>
              </a:extLst>
            </p:cNvPr>
            <p:cNvSpPr/>
            <p:nvPr/>
          </p:nvSpPr>
          <p:spPr>
            <a:xfrm>
              <a:off x="425267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91" name="pg430">
              <a:extLst>
                <a:ext uri="{FF2B5EF4-FFF2-40B4-BE49-F238E27FC236}">
                  <a16:creationId xmlns:a16="http://schemas.microsoft.com/office/drawing/2014/main" id="{EBDC8902-721E-2823-9AFA-AE3104466E0F}"/>
                </a:ext>
              </a:extLst>
            </p:cNvPr>
            <p:cNvSpPr/>
            <p:nvPr/>
          </p:nvSpPr>
          <p:spPr>
            <a:xfrm>
              <a:off x="433411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92" name="pg431">
              <a:extLst>
                <a:ext uri="{FF2B5EF4-FFF2-40B4-BE49-F238E27FC236}">
                  <a16:creationId xmlns:a16="http://schemas.microsoft.com/office/drawing/2014/main" id="{1149E125-D9DD-BADD-D2B8-CA11866E5F62}"/>
                </a:ext>
              </a:extLst>
            </p:cNvPr>
            <p:cNvSpPr/>
            <p:nvPr/>
          </p:nvSpPr>
          <p:spPr>
            <a:xfrm>
              <a:off x="441554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93" name="pg432">
              <a:extLst>
                <a:ext uri="{FF2B5EF4-FFF2-40B4-BE49-F238E27FC236}">
                  <a16:creationId xmlns:a16="http://schemas.microsoft.com/office/drawing/2014/main" id="{EC176500-B121-CC3D-17F7-BBDF57A1101A}"/>
                </a:ext>
              </a:extLst>
            </p:cNvPr>
            <p:cNvSpPr/>
            <p:nvPr/>
          </p:nvSpPr>
          <p:spPr>
            <a:xfrm>
              <a:off x="311255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94" name="pg433">
              <a:extLst>
                <a:ext uri="{FF2B5EF4-FFF2-40B4-BE49-F238E27FC236}">
                  <a16:creationId xmlns:a16="http://schemas.microsoft.com/office/drawing/2014/main" id="{C2190D2F-A77C-6DFA-8BF3-6AAA5633CE66}"/>
                </a:ext>
              </a:extLst>
            </p:cNvPr>
            <p:cNvSpPr/>
            <p:nvPr/>
          </p:nvSpPr>
          <p:spPr>
            <a:xfrm>
              <a:off x="319399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95" name="pg434">
              <a:extLst>
                <a:ext uri="{FF2B5EF4-FFF2-40B4-BE49-F238E27FC236}">
                  <a16:creationId xmlns:a16="http://schemas.microsoft.com/office/drawing/2014/main" id="{253B704F-8F58-3137-7085-B408C33FC9F0}"/>
                </a:ext>
              </a:extLst>
            </p:cNvPr>
            <p:cNvSpPr/>
            <p:nvPr/>
          </p:nvSpPr>
          <p:spPr>
            <a:xfrm>
              <a:off x="3275427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96" name="pg435">
              <a:extLst>
                <a:ext uri="{FF2B5EF4-FFF2-40B4-BE49-F238E27FC236}">
                  <a16:creationId xmlns:a16="http://schemas.microsoft.com/office/drawing/2014/main" id="{400F2F92-C5D1-FA43-568B-E7475BDF7C99}"/>
                </a:ext>
              </a:extLst>
            </p:cNvPr>
            <p:cNvSpPr/>
            <p:nvPr/>
          </p:nvSpPr>
          <p:spPr>
            <a:xfrm>
              <a:off x="3356864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97" name="pg436">
              <a:extLst>
                <a:ext uri="{FF2B5EF4-FFF2-40B4-BE49-F238E27FC236}">
                  <a16:creationId xmlns:a16="http://schemas.microsoft.com/office/drawing/2014/main" id="{398D1427-0057-2D8E-61A0-B3FF32C18967}"/>
                </a:ext>
              </a:extLst>
            </p:cNvPr>
            <p:cNvSpPr/>
            <p:nvPr/>
          </p:nvSpPr>
          <p:spPr>
            <a:xfrm>
              <a:off x="3438301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98" name="pg437">
              <a:extLst>
                <a:ext uri="{FF2B5EF4-FFF2-40B4-BE49-F238E27FC236}">
                  <a16:creationId xmlns:a16="http://schemas.microsoft.com/office/drawing/2014/main" id="{0A747719-F0A7-F150-4C8B-BBA41706949C}"/>
                </a:ext>
              </a:extLst>
            </p:cNvPr>
            <p:cNvSpPr/>
            <p:nvPr/>
          </p:nvSpPr>
          <p:spPr>
            <a:xfrm>
              <a:off x="3519738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99" name="pg438">
              <a:extLst>
                <a:ext uri="{FF2B5EF4-FFF2-40B4-BE49-F238E27FC236}">
                  <a16:creationId xmlns:a16="http://schemas.microsoft.com/office/drawing/2014/main" id="{B7BBBF66-1027-F36C-3C6C-140A74F1F596}"/>
                </a:ext>
              </a:extLst>
            </p:cNvPr>
            <p:cNvSpPr/>
            <p:nvPr/>
          </p:nvSpPr>
          <p:spPr>
            <a:xfrm>
              <a:off x="3601176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00" name="pg439">
              <a:extLst>
                <a:ext uri="{FF2B5EF4-FFF2-40B4-BE49-F238E27FC236}">
                  <a16:creationId xmlns:a16="http://schemas.microsoft.com/office/drawing/2014/main" id="{39D2EB16-3D2E-0BF4-D2CC-4A63BBD6BC9D}"/>
                </a:ext>
              </a:extLst>
            </p:cNvPr>
            <p:cNvSpPr/>
            <p:nvPr/>
          </p:nvSpPr>
          <p:spPr>
            <a:xfrm>
              <a:off x="368261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01" name="pg440">
              <a:extLst>
                <a:ext uri="{FF2B5EF4-FFF2-40B4-BE49-F238E27FC236}">
                  <a16:creationId xmlns:a16="http://schemas.microsoft.com/office/drawing/2014/main" id="{264ADEF0-730E-F7DD-CE3A-5329087AF6A5}"/>
                </a:ext>
              </a:extLst>
            </p:cNvPr>
            <p:cNvSpPr/>
            <p:nvPr/>
          </p:nvSpPr>
          <p:spPr>
            <a:xfrm>
              <a:off x="376405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02" name="pg441">
              <a:extLst>
                <a:ext uri="{FF2B5EF4-FFF2-40B4-BE49-F238E27FC236}">
                  <a16:creationId xmlns:a16="http://schemas.microsoft.com/office/drawing/2014/main" id="{C9310A83-13B5-A4B8-894E-CE5B43C08367}"/>
                </a:ext>
              </a:extLst>
            </p:cNvPr>
            <p:cNvSpPr/>
            <p:nvPr/>
          </p:nvSpPr>
          <p:spPr>
            <a:xfrm>
              <a:off x="3845487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03" name="pg442">
              <a:extLst>
                <a:ext uri="{FF2B5EF4-FFF2-40B4-BE49-F238E27FC236}">
                  <a16:creationId xmlns:a16="http://schemas.microsoft.com/office/drawing/2014/main" id="{A8EDF822-1D02-DD8E-FEBD-DB5E8688FE65}"/>
                </a:ext>
              </a:extLst>
            </p:cNvPr>
            <p:cNvSpPr/>
            <p:nvPr/>
          </p:nvSpPr>
          <p:spPr>
            <a:xfrm>
              <a:off x="3926924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04" name="pg443">
              <a:extLst>
                <a:ext uri="{FF2B5EF4-FFF2-40B4-BE49-F238E27FC236}">
                  <a16:creationId xmlns:a16="http://schemas.microsoft.com/office/drawing/2014/main" id="{8ABB6630-8B02-2A7E-F97A-714812A4E425}"/>
                </a:ext>
              </a:extLst>
            </p:cNvPr>
            <p:cNvSpPr/>
            <p:nvPr/>
          </p:nvSpPr>
          <p:spPr>
            <a:xfrm>
              <a:off x="4008361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05" name="pg444">
              <a:extLst>
                <a:ext uri="{FF2B5EF4-FFF2-40B4-BE49-F238E27FC236}">
                  <a16:creationId xmlns:a16="http://schemas.microsoft.com/office/drawing/2014/main" id="{0695C65A-5112-54B6-29DF-E520CC97F81D}"/>
                </a:ext>
              </a:extLst>
            </p:cNvPr>
            <p:cNvSpPr/>
            <p:nvPr/>
          </p:nvSpPr>
          <p:spPr>
            <a:xfrm>
              <a:off x="4089798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06" name="pg445">
              <a:extLst>
                <a:ext uri="{FF2B5EF4-FFF2-40B4-BE49-F238E27FC236}">
                  <a16:creationId xmlns:a16="http://schemas.microsoft.com/office/drawing/2014/main" id="{A4613423-04A5-D5FE-0571-E75202068954}"/>
                </a:ext>
              </a:extLst>
            </p:cNvPr>
            <p:cNvSpPr/>
            <p:nvPr/>
          </p:nvSpPr>
          <p:spPr>
            <a:xfrm>
              <a:off x="4171236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07" name="pg446">
              <a:extLst>
                <a:ext uri="{FF2B5EF4-FFF2-40B4-BE49-F238E27FC236}">
                  <a16:creationId xmlns:a16="http://schemas.microsoft.com/office/drawing/2014/main" id="{AE5C0D5A-25FD-E9C4-5FB8-E3298A0B2B3E}"/>
                </a:ext>
              </a:extLst>
            </p:cNvPr>
            <p:cNvSpPr/>
            <p:nvPr/>
          </p:nvSpPr>
          <p:spPr>
            <a:xfrm>
              <a:off x="425267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08" name="pg447">
              <a:extLst>
                <a:ext uri="{FF2B5EF4-FFF2-40B4-BE49-F238E27FC236}">
                  <a16:creationId xmlns:a16="http://schemas.microsoft.com/office/drawing/2014/main" id="{E11FF4A4-58B1-1815-1E7C-1223162F1876}"/>
                </a:ext>
              </a:extLst>
            </p:cNvPr>
            <p:cNvSpPr/>
            <p:nvPr/>
          </p:nvSpPr>
          <p:spPr>
            <a:xfrm>
              <a:off x="433411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09" name="pg448">
              <a:extLst>
                <a:ext uri="{FF2B5EF4-FFF2-40B4-BE49-F238E27FC236}">
                  <a16:creationId xmlns:a16="http://schemas.microsoft.com/office/drawing/2014/main" id="{ED613953-CD76-D108-0DD6-B68A3CD7DEAC}"/>
                </a:ext>
              </a:extLst>
            </p:cNvPr>
            <p:cNvSpPr/>
            <p:nvPr/>
          </p:nvSpPr>
          <p:spPr>
            <a:xfrm>
              <a:off x="319399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10" name="pg449">
              <a:extLst>
                <a:ext uri="{FF2B5EF4-FFF2-40B4-BE49-F238E27FC236}">
                  <a16:creationId xmlns:a16="http://schemas.microsoft.com/office/drawing/2014/main" id="{26E7D4C9-D2D1-7AD2-32FD-8CF0CF791044}"/>
                </a:ext>
              </a:extLst>
            </p:cNvPr>
            <p:cNvSpPr/>
            <p:nvPr/>
          </p:nvSpPr>
          <p:spPr>
            <a:xfrm>
              <a:off x="3275427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11" name="pg450">
              <a:extLst>
                <a:ext uri="{FF2B5EF4-FFF2-40B4-BE49-F238E27FC236}">
                  <a16:creationId xmlns:a16="http://schemas.microsoft.com/office/drawing/2014/main" id="{A794F8FC-5C82-3991-906C-3D1119F56B09}"/>
                </a:ext>
              </a:extLst>
            </p:cNvPr>
            <p:cNvSpPr/>
            <p:nvPr/>
          </p:nvSpPr>
          <p:spPr>
            <a:xfrm>
              <a:off x="3356864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12" name="pg451">
              <a:extLst>
                <a:ext uri="{FF2B5EF4-FFF2-40B4-BE49-F238E27FC236}">
                  <a16:creationId xmlns:a16="http://schemas.microsoft.com/office/drawing/2014/main" id="{8D49A853-702F-7F03-17BA-6C2AEED4F14B}"/>
                </a:ext>
              </a:extLst>
            </p:cNvPr>
            <p:cNvSpPr/>
            <p:nvPr/>
          </p:nvSpPr>
          <p:spPr>
            <a:xfrm>
              <a:off x="3438301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13" name="pg452">
              <a:extLst>
                <a:ext uri="{FF2B5EF4-FFF2-40B4-BE49-F238E27FC236}">
                  <a16:creationId xmlns:a16="http://schemas.microsoft.com/office/drawing/2014/main" id="{90884358-DBFA-EBBA-806A-4DFB377B410D}"/>
                </a:ext>
              </a:extLst>
            </p:cNvPr>
            <p:cNvSpPr/>
            <p:nvPr/>
          </p:nvSpPr>
          <p:spPr>
            <a:xfrm>
              <a:off x="3519738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14" name="pg453">
              <a:extLst>
                <a:ext uri="{FF2B5EF4-FFF2-40B4-BE49-F238E27FC236}">
                  <a16:creationId xmlns:a16="http://schemas.microsoft.com/office/drawing/2014/main" id="{CC9927DB-6DF8-2A6A-9A3B-4FFA0F304BB1}"/>
                </a:ext>
              </a:extLst>
            </p:cNvPr>
            <p:cNvSpPr/>
            <p:nvPr/>
          </p:nvSpPr>
          <p:spPr>
            <a:xfrm>
              <a:off x="3601176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15" name="pg454">
              <a:extLst>
                <a:ext uri="{FF2B5EF4-FFF2-40B4-BE49-F238E27FC236}">
                  <a16:creationId xmlns:a16="http://schemas.microsoft.com/office/drawing/2014/main" id="{7076E5F0-1251-7D3D-3018-7067DA0BC306}"/>
                </a:ext>
              </a:extLst>
            </p:cNvPr>
            <p:cNvSpPr/>
            <p:nvPr/>
          </p:nvSpPr>
          <p:spPr>
            <a:xfrm>
              <a:off x="3682613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16" name="pg455">
              <a:extLst>
                <a:ext uri="{FF2B5EF4-FFF2-40B4-BE49-F238E27FC236}">
                  <a16:creationId xmlns:a16="http://schemas.microsoft.com/office/drawing/2014/main" id="{698E7E93-9BBE-EFE1-780A-2DF3F0D2318E}"/>
                </a:ext>
              </a:extLst>
            </p:cNvPr>
            <p:cNvSpPr/>
            <p:nvPr/>
          </p:nvSpPr>
          <p:spPr>
            <a:xfrm>
              <a:off x="376405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17" name="pg456">
              <a:extLst>
                <a:ext uri="{FF2B5EF4-FFF2-40B4-BE49-F238E27FC236}">
                  <a16:creationId xmlns:a16="http://schemas.microsoft.com/office/drawing/2014/main" id="{841ED4DF-14A3-6FE1-DB6F-6C98F46AEE17}"/>
                </a:ext>
              </a:extLst>
            </p:cNvPr>
            <p:cNvSpPr/>
            <p:nvPr/>
          </p:nvSpPr>
          <p:spPr>
            <a:xfrm>
              <a:off x="3845487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18" name="pg457">
              <a:extLst>
                <a:ext uri="{FF2B5EF4-FFF2-40B4-BE49-F238E27FC236}">
                  <a16:creationId xmlns:a16="http://schemas.microsoft.com/office/drawing/2014/main" id="{BDBEC41B-27B4-36B2-06EC-8303EBCC9F74}"/>
                </a:ext>
              </a:extLst>
            </p:cNvPr>
            <p:cNvSpPr/>
            <p:nvPr/>
          </p:nvSpPr>
          <p:spPr>
            <a:xfrm>
              <a:off x="3926924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19" name="pg458">
              <a:extLst>
                <a:ext uri="{FF2B5EF4-FFF2-40B4-BE49-F238E27FC236}">
                  <a16:creationId xmlns:a16="http://schemas.microsoft.com/office/drawing/2014/main" id="{5AD54443-3B4D-640E-D5AC-D77124B1A07C}"/>
                </a:ext>
              </a:extLst>
            </p:cNvPr>
            <p:cNvSpPr/>
            <p:nvPr/>
          </p:nvSpPr>
          <p:spPr>
            <a:xfrm>
              <a:off x="4008361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20" name="pg459">
              <a:extLst>
                <a:ext uri="{FF2B5EF4-FFF2-40B4-BE49-F238E27FC236}">
                  <a16:creationId xmlns:a16="http://schemas.microsoft.com/office/drawing/2014/main" id="{6644393B-5444-43D6-1AA7-1D0BF627D91C}"/>
                </a:ext>
              </a:extLst>
            </p:cNvPr>
            <p:cNvSpPr/>
            <p:nvPr/>
          </p:nvSpPr>
          <p:spPr>
            <a:xfrm>
              <a:off x="4089798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21" name="pg460">
              <a:extLst>
                <a:ext uri="{FF2B5EF4-FFF2-40B4-BE49-F238E27FC236}">
                  <a16:creationId xmlns:a16="http://schemas.microsoft.com/office/drawing/2014/main" id="{95A60A80-5242-6BCF-502E-D0D8E9DDBF62}"/>
                </a:ext>
              </a:extLst>
            </p:cNvPr>
            <p:cNvSpPr/>
            <p:nvPr/>
          </p:nvSpPr>
          <p:spPr>
            <a:xfrm>
              <a:off x="4171236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22" name="pg461">
              <a:extLst>
                <a:ext uri="{FF2B5EF4-FFF2-40B4-BE49-F238E27FC236}">
                  <a16:creationId xmlns:a16="http://schemas.microsoft.com/office/drawing/2014/main" id="{4A73F302-D5A7-D0EA-2664-CDC5935C4F13}"/>
                </a:ext>
              </a:extLst>
            </p:cNvPr>
            <p:cNvSpPr/>
            <p:nvPr/>
          </p:nvSpPr>
          <p:spPr>
            <a:xfrm>
              <a:off x="4252673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23" name="pg462">
              <a:extLst>
                <a:ext uri="{FF2B5EF4-FFF2-40B4-BE49-F238E27FC236}">
                  <a16:creationId xmlns:a16="http://schemas.microsoft.com/office/drawing/2014/main" id="{E0E54E40-E623-4143-E609-B0888B18EE06}"/>
                </a:ext>
              </a:extLst>
            </p:cNvPr>
            <p:cNvSpPr/>
            <p:nvPr/>
          </p:nvSpPr>
          <p:spPr>
            <a:xfrm>
              <a:off x="433411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24" name="pg463">
              <a:extLst>
                <a:ext uri="{FF2B5EF4-FFF2-40B4-BE49-F238E27FC236}">
                  <a16:creationId xmlns:a16="http://schemas.microsoft.com/office/drawing/2014/main" id="{59203C95-2DD6-EA35-5CF3-EF29F5AD8F4D}"/>
                </a:ext>
              </a:extLst>
            </p:cNvPr>
            <p:cNvSpPr/>
            <p:nvPr/>
          </p:nvSpPr>
          <p:spPr>
            <a:xfrm>
              <a:off x="286824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25" name="pg464">
              <a:extLst>
                <a:ext uri="{FF2B5EF4-FFF2-40B4-BE49-F238E27FC236}">
                  <a16:creationId xmlns:a16="http://schemas.microsoft.com/office/drawing/2014/main" id="{0F3F2FBB-BE39-44AD-3750-A4D550DD3F65}"/>
                </a:ext>
              </a:extLst>
            </p:cNvPr>
            <p:cNvSpPr/>
            <p:nvPr/>
          </p:nvSpPr>
          <p:spPr>
            <a:xfrm>
              <a:off x="294967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26" name="pg465">
              <a:extLst>
                <a:ext uri="{FF2B5EF4-FFF2-40B4-BE49-F238E27FC236}">
                  <a16:creationId xmlns:a16="http://schemas.microsoft.com/office/drawing/2014/main" id="{44B700E0-D3CB-9109-EC43-FFE08EF8E846}"/>
                </a:ext>
              </a:extLst>
            </p:cNvPr>
            <p:cNvSpPr/>
            <p:nvPr/>
          </p:nvSpPr>
          <p:spPr>
            <a:xfrm>
              <a:off x="303111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27" name="pg466">
              <a:extLst>
                <a:ext uri="{FF2B5EF4-FFF2-40B4-BE49-F238E27FC236}">
                  <a16:creationId xmlns:a16="http://schemas.microsoft.com/office/drawing/2014/main" id="{67C77A1E-6DD9-A73B-877F-9A1FC9AD2228}"/>
                </a:ext>
              </a:extLst>
            </p:cNvPr>
            <p:cNvSpPr/>
            <p:nvPr/>
          </p:nvSpPr>
          <p:spPr>
            <a:xfrm>
              <a:off x="311255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28" name="pg467">
              <a:extLst>
                <a:ext uri="{FF2B5EF4-FFF2-40B4-BE49-F238E27FC236}">
                  <a16:creationId xmlns:a16="http://schemas.microsoft.com/office/drawing/2014/main" id="{4B366290-6007-31DD-F2D0-353F45FA22E2}"/>
                </a:ext>
              </a:extLst>
            </p:cNvPr>
            <p:cNvSpPr/>
            <p:nvPr/>
          </p:nvSpPr>
          <p:spPr>
            <a:xfrm>
              <a:off x="3193990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29" name="pg468">
              <a:extLst>
                <a:ext uri="{FF2B5EF4-FFF2-40B4-BE49-F238E27FC236}">
                  <a16:creationId xmlns:a16="http://schemas.microsoft.com/office/drawing/2014/main" id="{6DEEFF7B-AC28-11D0-7790-7B8F8763329E}"/>
                </a:ext>
              </a:extLst>
            </p:cNvPr>
            <p:cNvSpPr/>
            <p:nvPr/>
          </p:nvSpPr>
          <p:spPr>
            <a:xfrm>
              <a:off x="3275427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30" name="pg469">
              <a:extLst>
                <a:ext uri="{FF2B5EF4-FFF2-40B4-BE49-F238E27FC236}">
                  <a16:creationId xmlns:a16="http://schemas.microsoft.com/office/drawing/2014/main" id="{506274A6-2F36-5629-8AE2-86958101C294}"/>
                </a:ext>
              </a:extLst>
            </p:cNvPr>
            <p:cNvSpPr/>
            <p:nvPr/>
          </p:nvSpPr>
          <p:spPr>
            <a:xfrm>
              <a:off x="3356864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31" name="pg470">
              <a:extLst>
                <a:ext uri="{FF2B5EF4-FFF2-40B4-BE49-F238E27FC236}">
                  <a16:creationId xmlns:a16="http://schemas.microsoft.com/office/drawing/2014/main" id="{E30CA09C-F7AA-26AB-2A37-3DAE79F88FD2}"/>
                </a:ext>
              </a:extLst>
            </p:cNvPr>
            <p:cNvSpPr/>
            <p:nvPr/>
          </p:nvSpPr>
          <p:spPr>
            <a:xfrm>
              <a:off x="343830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32" name="pg471">
              <a:extLst>
                <a:ext uri="{FF2B5EF4-FFF2-40B4-BE49-F238E27FC236}">
                  <a16:creationId xmlns:a16="http://schemas.microsoft.com/office/drawing/2014/main" id="{CE134147-A7E8-21A1-6709-0E45CF344E44}"/>
                </a:ext>
              </a:extLst>
            </p:cNvPr>
            <p:cNvSpPr/>
            <p:nvPr/>
          </p:nvSpPr>
          <p:spPr>
            <a:xfrm>
              <a:off x="351973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33" name="pg472">
              <a:extLst>
                <a:ext uri="{FF2B5EF4-FFF2-40B4-BE49-F238E27FC236}">
                  <a16:creationId xmlns:a16="http://schemas.microsoft.com/office/drawing/2014/main" id="{656358C4-7861-4524-1E71-0CFB94527588}"/>
                </a:ext>
              </a:extLst>
            </p:cNvPr>
            <p:cNvSpPr/>
            <p:nvPr/>
          </p:nvSpPr>
          <p:spPr>
            <a:xfrm>
              <a:off x="360117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34" name="pg473">
              <a:extLst>
                <a:ext uri="{FF2B5EF4-FFF2-40B4-BE49-F238E27FC236}">
                  <a16:creationId xmlns:a16="http://schemas.microsoft.com/office/drawing/2014/main" id="{C5F5C2A8-4E3F-6930-063E-D758B6A5EB29}"/>
                </a:ext>
              </a:extLst>
            </p:cNvPr>
            <p:cNvSpPr/>
            <p:nvPr/>
          </p:nvSpPr>
          <p:spPr>
            <a:xfrm>
              <a:off x="368261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35" name="pg474">
              <a:extLst>
                <a:ext uri="{FF2B5EF4-FFF2-40B4-BE49-F238E27FC236}">
                  <a16:creationId xmlns:a16="http://schemas.microsoft.com/office/drawing/2014/main" id="{47C177C1-6E9A-D2CE-37C4-2545EFF2F763}"/>
                </a:ext>
              </a:extLst>
            </p:cNvPr>
            <p:cNvSpPr/>
            <p:nvPr/>
          </p:nvSpPr>
          <p:spPr>
            <a:xfrm>
              <a:off x="3764050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36" name="pg475">
              <a:extLst>
                <a:ext uri="{FF2B5EF4-FFF2-40B4-BE49-F238E27FC236}">
                  <a16:creationId xmlns:a16="http://schemas.microsoft.com/office/drawing/2014/main" id="{35FCDB20-12BB-0B44-C503-69F769027BD7}"/>
                </a:ext>
              </a:extLst>
            </p:cNvPr>
            <p:cNvSpPr/>
            <p:nvPr/>
          </p:nvSpPr>
          <p:spPr>
            <a:xfrm>
              <a:off x="3845487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37" name="pg476">
              <a:extLst>
                <a:ext uri="{FF2B5EF4-FFF2-40B4-BE49-F238E27FC236}">
                  <a16:creationId xmlns:a16="http://schemas.microsoft.com/office/drawing/2014/main" id="{2F70BAC5-A8E9-1A4B-1AB7-D08676BE5B50}"/>
                </a:ext>
              </a:extLst>
            </p:cNvPr>
            <p:cNvSpPr/>
            <p:nvPr/>
          </p:nvSpPr>
          <p:spPr>
            <a:xfrm>
              <a:off x="3926924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38" name="pg477">
              <a:extLst>
                <a:ext uri="{FF2B5EF4-FFF2-40B4-BE49-F238E27FC236}">
                  <a16:creationId xmlns:a16="http://schemas.microsoft.com/office/drawing/2014/main" id="{5A9B4A4B-F269-881C-A79E-863A9012F1B7}"/>
                </a:ext>
              </a:extLst>
            </p:cNvPr>
            <p:cNvSpPr/>
            <p:nvPr/>
          </p:nvSpPr>
          <p:spPr>
            <a:xfrm>
              <a:off x="400836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39" name="pg478">
              <a:extLst>
                <a:ext uri="{FF2B5EF4-FFF2-40B4-BE49-F238E27FC236}">
                  <a16:creationId xmlns:a16="http://schemas.microsoft.com/office/drawing/2014/main" id="{2EDA4331-1D43-3715-F58A-5B524B406206}"/>
                </a:ext>
              </a:extLst>
            </p:cNvPr>
            <p:cNvSpPr/>
            <p:nvPr/>
          </p:nvSpPr>
          <p:spPr>
            <a:xfrm>
              <a:off x="408979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40" name="pg479">
              <a:extLst>
                <a:ext uri="{FF2B5EF4-FFF2-40B4-BE49-F238E27FC236}">
                  <a16:creationId xmlns:a16="http://schemas.microsoft.com/office/drawing/2014/main" id="{FC8A1828-2E5D-2390-608E-8EF279C8CE6D}"/>
                </a:ext>
              </a:extLst>
            </p:cNvPr>
            <p:cNvSpPr/>
            <p:nvPr/>
          </p:nvSpPr>
          <p:spPr>
            <a:xfrm>
              <a:off x="417123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41" name="pg480">
              <a:extLst>
                <a:ext uri="{FF2B5EF4-FFF2-40B4-BE49-F238E27FC236}">
                  <a16:creationId xmlns:a16="http://schemas.microsoft.com/office/drawing/2014/main" id="{6AE06761-A1E4-567F-3D15-A9CF05008444}"/>
                </a:ext>
              </a:extLst>
            </p:cNvPr>
            <p:cNvSpPr/>
            <p:nvPr/>
          </p:nvSpPr>
          <p:spPr>
            <a:xfrm>
              <a:off x="425267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42" name="pg481">
              <a:extLst>
                <a:ext uri="{FF2B5EF4-FFF2-40B4-BE49-F238E27FC236}">
                  <a16:creationId xmlns:a16="http://schemas.microsoft.com/office/drawing/2014/main" id="{68EBA680-836B-7C28-8044-35922E638A73}"/>
                </a:ext>
              </a:extLst>
            </p:cNvPr>
            <p:cNvSpPr/>
            <p:nvPr/>
          </p:nvSpPr>
          <p:spPr>
            <a:xfrm>
              <a:off x="278680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43" name="pg482">
              <a:extLst>
                <a:ext uri="{FF2B5EF4-FFF2-40B4-BE49-F238E27FC236}">
                  <a16:creationId xmlns:a16="http://schemas.microsoft.com/office/drawing/2014/main" id="{09B95783-1AAC-7426-364A-D9E9C72ACEF0}"/>
                </a:ext>
              </a:extLst>
            </p:cNvPr>
            <p:cNvSpPr/>
            <p:nvPr/>
          </p:nvSpPr>
          <p:spPr>
            <a:xfrm>
              <a:off x="286824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44" name="pg483">
              <a:extLst>
                <a:ext uri="{FF2B5EF4-FFF2-40B4-BE49-F238E27FC236}">
                  <a16:creationId xmlns:a16="http://schemas.microsoft.com/office/drawing/2014/main" id="{C20BACD7-E4B5-34EE-4C8D-70CA6BD2E3B8}"/>
                </a:ext>
              </a:extLst>
            </p:cNvPr>
            <p:cNvSpPr/>
            <p:nvPr/>
          </p:nvSpPr>
          <p:spPr>
            <a:xfrm>
              <a:off x="294967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45" name="pg484">
              <a:extLst>
                <a:ext uri="{FF2B5EF4-FFF2-40B4-BE49-F238E27FC236}">
                  <a16:creationId xmlns:a16="http://schemas.microsoft.com/office/drawing/2014/main" id="{C612FD29-65A1-75CE-8D60-FFB259A6CEA9}"/>
                </a:ext>
              </a:extLst>
            </p:cNvPr>
            <p:cNvSpPr/>
            <p:nvPr/>
          </p:nvSpPr>
          <p:spPr>
            <a:xfrm>
              <a:off x="303111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46" name="pg485">
              <a:extLst>
                <a:ext uri="{FF2B5EF4-FFF2-40B4-BE49-F238E27FC236}">
                  <a16:creationId xmlns:a16="http://schemas.microsoft.com/office/drawing/2014/main" id="{063A8273-EA68-CDD8-28C4-D045C5BD81AC}"/>
                </a:ext>
              </a:extLst>
            </p:cNvPr>
            <p:cNvSpPr/>
            <p:nvPr/>
          </p:nvSpPr>
          <p:spPr>
            <a:xfrm>
              <a:off x="311255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47" name="pg486">
              <a:extLst>
                <a:ext uri="{FF2B5EF4-FFF2-40B4-BE49-F238E27FC236}">
                  <a16:creationId xmlns:a16="http://schemas.microsoft.com/office/drawing/2014/main" id="{531ECB92-4462-482B-41A5-94EEE45232BA}"/>
                </a:ext>
              </a:extLst>
            </p:cNvPr>
            <p:cNvSpPr/>
            <p:nvPr/>
          </p:nvSpPr>
          <p:spPr>
            <a:xfrm>
              <a:off x="3193990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48" name="pg487">
              <a:extLst>
                <a:ext uri="{FF2B5EF4-FFF2-40B4-BE49-F238E27FC236}">
                  <a16:creationId xmlns:a16="http://schemas.microsoft.com/office/drawing/2014/main" id="{7EE69696-5D87-4CCB-BA0A-C1A2B7159993}"/>
                </a:ext>
              </a:extLst>
            </p:cNvPr>
            <p:cNvSpPr/>
            <p:nvPr/>
          </p:nvSpPr>
          <p:spPr>
            <a:xfrm>
              <a:off x="3275427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49" name="pg488">
              <a:extLst>
                <a:ext uri="{FF2B5EF4-FFF2-40B4-BE49-F238E27FC236}">
                  <a16:creationId xmlns:a16="http://schemas.microsoft.com/office/drawing/2014/main" id="{AAE2E94F-9184-39FB-3D59-794F770A56FE}"/>
                </a:ext>
              </a:extLst>
            </p:cNvPr>
            <p:cNvSpPr/>
            <p:nvPr/>
          </p:nvSpPr>
          <p:spPr>
            <a:xfrm>
              <a:off x="335686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50" name="pg489">
              <a:extLst>
                <a:ext uri="{FF2B5EF4-FFF2-40B4-BE49-F238E27FC236}">
                  <a16:creationId xmlns:a16="http://schemas.microsoft.com/office/drawing/2014/main" id="{CDD1E891-5838-BABB-E18A-5948A52B8A7D}"/>
                </a:ext>
              </a:extLst>
            </p:cNvPr>
            <p:cNvSpPr/>
            <p:nvPr/>
          </p:nvSpPr>
          <p:spPr>
            <a:xfrm>
              <a:off x="343830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51" name="pg490">
              <a:extLst>
                <a:ext uri="{FF2B5EF4-FFF2-40B4-BE49-F238E27FC236}">
                  <a16:creationId xmlns:a16="http://schemas.microsoft.com/office/drawing/2014/main" id="{84A8C3A1-7F91-81EB-2EB4-61DD30982557}"/>
                </a:ext>
              </a:extLst>
            </p:cNvPr>
            <p:cNvSpPr/>
            <p:nvPr/>
          </p:nvSpPr>
          <p:spPr>
            <a:xfrm>
              <a:off x="351973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52" name="pg491">
              <a:extLst>
                <a:ext uri="{FF2B5EF4-FFF2-40B4-BE49-F238E27FC236}">
                  <a16:creationId xmlns:a16="http://schemas.microsoft.com/office/drawing/2014/main" id="{DF379D5B-CA02-7271-ABAC-0D42599D3791}"/>
                </a:ext>
              </a:extLst>
            </p:cNvPr>
            <p:cNvSpPr/>
            <p:nvPr/>
          </p:nvSpPr>
          <p:spPr>
            <a:xfrm>
              <a:off x="360117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53" name="pg492">
              <a:extLst>
                <a:ext uri="{FF2B5EF4-FFF2-40B4-BE49-F238E27FC236}">
                  <a16:creationId xmlns:a16="http://schemas.microsoft.com/office/drawing/2014/main" id="{55A31257-0499-26C2-0E00-39FB58F77682}"/>
                </a:ext>
              </a:extLst>
            </p:cNvPr>
            <p:cNvSpPr/>
            <p:nvPr/>
          </p:nvSpPr>
          <p:spPr>
            <a:xfrm>
              <a:off x="368261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54" name="pg493">
              <a:extLst>
                <a:ext uri="{FF2B5EF4-FFF2-40B4-BE49-F238E27FC236}">
                  <a16:creationId xmlns:a16="http://schemas.microsoft.com/office/drawing/2014/main" id="{FEC18160-9F61-A0B2-8932-10D3FD1FEBF0}"/>
                </a:ext>
              </a:extLst>
            </p:cNvPr>
            <p:cNvSpPr/>
            <p:nvPr/>
          </p:nvSpPr>
          <p:spPr>
            <a:xfrm>
              <a:off x="3764050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55" name="pg494">
              <a:extLst>
                <a:ext uri="{FF2B5EF4-FFF2-40B4-BE49-F238E27FC236}">
                  <a16:creationId xmlns:a16="http://schemas.microsoft.com/office/drawing/2014/main" id="{8F7630D2-2EDC-5B0C-8F2F-C55EC7A66468}"/>
                </a:ext>
              </a:extLst>
            </p:cNvPr>
            <p:cNvSpPr/>
            <p:nvPr/>
          </p:nvSpPr>
          <p:spPr>
            <a:xfrm>
              <a:off x="3845487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56" name="pg495">
              <a:extLst>
                <a:ext uri="{FF2B5EF4-FFF2-40B4-BE49-F238E27FC236}">
                  <a16:creationId xmlns:a16="http://schemas.microsoft.com/office/drawing/2014/main" id="{D60CC469-C257-1D36-910B-67CF612A2693}"/>
                </a:ext>
              </a:extLst>
            </p:cNvPr>
            <p:cNvSpPr/>
            <p:nvPr/>
          </p:nvSpPr>
          <p:spPr>
            <a:xfrm>
              <a:off x="392692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57" name="pg496">
              <a:extLst>
                <a:ext uri="{FF2B5EF4-FFF2-40B4-BE49-F238E27FC236}">
                  <a16:creationId xmlns:a16="http://schemas.microsoft.com/office/drawing/2014/main" id="{33E92A66-2EBA-5772-361B-09A084FC750B}"/>
                </a:ext>
              </a:extLst>
            </p:cNvPr>
            <p:cNvSpPr/>
            <p:nvPr/>
          </p:nvSpPr>
          <p:spPr>
            <a:xfrm>
              <a:off x="400836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58" name="pg497">
              <a:extLst>
                <a:ext uri="{FF2B5EF4-FFF2-40B4-BE49-F238E27FC236}">
                  <a16:creationId xmlns:a16="http://schemas.microsoft.com/office/drawing/2014/main" id="{CAC11227-7BDB-4F8D-4A72-C71025C8CB86}"/>
                </a:ext>
              </a:extLst>
            </p:cNvPr>
            <p:cNvSpPr/>
            <p:nvPr/>
          </p:nvSpPr>
          <p:spPr>
            <a:xfrm>
              <a:off x="408979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59" name="pg498">
              <a:extLst>
                <a:ext uri="{FF2B5EF4-FFF2-40B4-BE49-F238E27FC236}">
                  <a16:creationId xmlns:a16="http://schemas.microsoft.com/office/drawing/2014/main" id="{2752531F-C221-4209-7FC0-AC1397B64917}"/>
                </a:ext>
              </a:extLst>
            </p:cNvPr>
            <p:cNvSpPr/>
            <p:nvPr/>
          </p:nvSpPr>
          <p:spPr>
            <a:xfrm>
              <a:off x="417123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896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60" name="pg499">
              <a:extLst>
                <a:ext uri="{FF2B5EF4-FFF2-40B4-BE49-F238E27FC236}">
                  <a16:creationId xmlns:a16="http://schemas.microsoft.com/office/drawing/2014/main" id="{512C1C4A-39F1-3731-F6FE-9BDA7382F372}"/>
                </a:ext>
              </a:extLst>
            </p:cNvPr>
            <p:cNvSpPr/>
            <p:nvPr/>
          </p:nvSpPr>
          <p:spPr>
            <a:xfrm>
              <a:off x="425267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61" name="pg500">
              <a:extLst>
                <a:ext uri="{FF2B5EF4-FFF2-40B4-BE49-F238E27FC236}">
                  <a16:creationId xmlns:a16="http://schemas.microsoft.com/office/drawing/2014/main" id="{7557C0B7-26A4-D524-3989-D20B2D6F5102}"/>
                </a:ext>
              </a:extLst>
            </p:cNvPr>
            <p:cNvSpPr/>
            <p:nvPr/>
          </p:nvSpPr>
          <p:spPr>
            <a:xfrm>
              <a:off x="278680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62" name="pg501">
              <a:extLst>
                <a:ext uri="{FF2B5EF4-FFF2-40B4-BE49-F238E27FC236}">
                  <a16:creationId xmlns:a16="http://schemas.microsoft.com/office/drawing/2014/main" id="{6E49588B-6F34-BA8F-F731-7096AC64C025}"/>
                </a:ext>
              </a:extLst>
            </p:cNvPr>
            <p:cNvSpPr/>
            <p:nvPr/>
          </p:nvSpPr>
          <p:spPr>
            <a:xfrm>
              <a:off x="286824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63" name="pg502">
              <a:extLst>
                <a:ext uri="{FF2B5EF4-FFF2-40B4-BE49-F238E27FC236}">
                  <a16:creationId xmlns:a16="http://schemas.microsoft.com/office/drawing/2014/main" id="{E614B7DF-C313-9FDD-2AAE-28C01EEE2E42}"/>
                </a:ext>
              </a:extLst>
            </p:cNvPr>
            <p:cNvSpPr/>
            <p:nvPr/>
          </p:nvSpPr>
          <p:spPr>
            <a:xfrm>
              <a:off x="294967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64" name="pg503">
              <a:extLst>
                <a:ext uri="{FF2B5EF4-FFF2-40B4-BE49-F238E27FC236}">
                  <a16:creationId xmlns:a16="http://schemas.microsoft.com/office/drawing/2014/main" id="{40B28973-8749-30B1-8FB1-D4E0601BF887}"/>
                </a:ext>
              </a:extLst>
            </p:cNvPr>
            <p:cNvSpPr/>
            <p:nvPr/>
          </p:nvSpPr>
          <p:spPr>
            <a:xfrm>
              <a:off x="303111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65" name="pg504">
              <a:extLst>
                <a:ext uri="{FF2B5EF4-FFF2-40B4-BE49-F238E27FC236}">
                  <a16:creationId xmlns:a16="http://schemas.microsoft.com/office/drawing/2014/main" id="{9D5A1231-0D25-2953-1846-7BC90090D22D}"/>
                </a:ext>
              </a:extLst>
            </p:cNvPr>
            <p:cNvSpPr/>
            <p:nvPr/>
          </p:nvSpPr>
          <p:spPr>
            <a:xfrm>
              <a:off x="3112553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66" name="pg505">
              <a:extLst>
                <a:ext uri="{FF2B5EF4-FFF2-40B4-BE49-F238E27FC236}">
                  <a16:creationId xmlns:a16="http://schemas.microsoft.com/office/drawing/2014/main" id="{04A4F9C6-20DA-B578-3D62-A2B70949E5BA}"/>
                </a:ext>
              </a:extLst>
            </p:cNvPr>
            <p:cNvSpPr/>
            <p:nvPr/>
          </p:nvSpPr>
          <p:spPr>
            <a:xfrm>
              <a:off x="3193990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67" name="pg506">
              <a:extLst>
                <a:ext uri="{FF2B5EF4-FFF2-40B4-BE49-F238E27FC236}">
                  <a16:creationId xmlns:a16="http://schemas.microsoft.com/office/drawing/2014/main" id="{D40B4B5A-AEF8-9904-9D98-D65EA6F18731}"/>
                </a:ext>
              </a:extLst>
            </p:cNvPr>
            <p:cNvSpPr/>
            <p:nvPr/>
          </p:nvSpPr>
          <p:spPr>
            <a:xfrm>
              <a:off x="3275427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68" name="pg507">
              <a:extLst>
                <a:ext uri="{FF2B5EF4-FFF2-40B4-BE49-F238E27FC236}">
                  <a16:creationId xmlns:a16="http://schemas.microsoft.com/office/drawing/2014/main" id="{CE9CEC74-5BCD-EF78-6518-96DF116996A8}"/>
                </a:ext>
              </a:extLst>
            </p:cNvPr>
            <p:cNvSpPr/>
            <p:nvPr/>
          </p:nvSpPr>
          <p:spPr>
            <a:xfrm>
              <a:off x="335686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69" name="pg508">
              <a:extLst>
                <a:ext uri="{FF2B5EF4-FFF2-40B4-BE49-F238E27FC236}">
                  <a16:creationId xmlns:a16="http://schemas.microsoft.com/office/drawing/2014/main" id="{2E20DFFE-177A-0026-B893-14372CF8A7A9}"/>
                </a:ext>
              </a:extLst>
            </p:cNvPr>
            <p:cNvSpPr/>
            <p:nvPr/>
          </p:nvSpPr>
          <p:spPr>
            <a:xfrm>
              <a:off x="343830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70" name="pg509">
              <a:extLst>
                <a:ext uri="{FF2B5EF4-FFF2-40B4-BE49-F238E27FC236}">
                  <a16:creationId xmlns:a16="http://schemas.microsoft.com/office/drawing/2014/main" id="{A5372CD6-BFE8-9DF3-83D3-D2218B5B68D6}"/>
                </a:ext>
              </a:extLst>
            </p:cNvPr>
            <p:cNvSpPr/>
            <p:nvPr/>
          </p:nvSpPr>
          <p:spPr>
            <a:xfrm>
              <a:off x="351973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71" name="pg510">
              <a:extLst>
                <a:ext uri="{FF2B5EF4-FFF2-40B4-BE49-F238E27FC236}">
                  <a16:creationId xmlns:a16="http://schemas.microsoft.com/office/drawing/2014/main" id="{63FBC135-0B38-F9D0-8429-6109CF1802A4}"/>
                </a:ext>
              </a:extLst>
            </p:cNvPr>
            <p:cNvSpPr/>
            <p:nvPr/>
          </p:nvSpPr>
          <p:spPr>
            <a:xfrm>
              <a:off x="360117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72" name="pg511">
              <a:extLst>
                <a:ext uri="{FF2B5EF4-FFF2-40B4-BE49-F238E27FC236}">
                  <a16:creationId xmlns:a16="http://schemas.microsoft.com/office/drawing/2014/main" id="{4D3E7F4C-765D-D1E7-BF6C-440B990AB059}"/>
                </a:ext>
              </a:extLst>
            </p:cNvPr>
            <p:cNvSpPr/>
            <p:nvPr/>
          </p:nvSpPr>
          <p:spPr>
            <a:xfrm>
              <a:off x="3682613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73" name="pg512">
              <a:extLst>
                <a:ext uri="{FF2B5EF4-FFF2-40B4-BE49-F238E27FC236}">
                  <a16:creationId xmlns:a16="http://schemas.microsoft.com/office/drawing/2014/main" id="{E0986421-2612-0124-044A-93661B36F1CF}"/>
                </a:ext>
              </a:extLst>
            </p:cNvPr>
            <p:cNvSpPr/>
            <p:nvPr/>
          </p:nvSpPr>
          <p:spPr>
            <a:xfrm>
              <a:off x="3764050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74" name="pg513">
              <a:extLst>
                <a:ext uri="{FF2B5EF4-FFF2-40B4-BE49-F238E27FC236}">
                  <a16:creationId xmlns:a16="http://schemas.microsoft.com/office/drawing/2014/main" id="{2B7C39B1-7C49-28CC-89AB-3931F2932FE9}"/>
                </a:ext>
              </a:extLst>
            </p:cNvPr>
            <p:cNvSpPr/>
            <p:nvPr/>
          </p:nvSpPr>
          <p:spPr>
            <a:xfrm>
              <a:off x="3845487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75" name="pg514">
              <a:extLst>
                <a:ext uri="{FF2B5EF4-FFF2-40B4-BE49-F238E27FC236}">
                  <a16:creationId xmlns:a16="http://schemas.microsoft.com/office/drawing/2014/main" id="{D603B991-0062-C148-07A2-C8E0B903CAFD}"/>
                </a:ext>
              </a:extLst>
            </p:cNvPr>
            <p:cNvSpPr/>
            <p:nvPr/>
          </p:nvSpPr>
          <p:spPr>
            <a:xfrm>
              <a:off x="392692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76" name="pg515">
              <a:extLst>
                <a:ext uri="{FF2B5EF4-FFF2-40B4-BE49-F238E27FC236}">
                  <a16:creationId xmlns:a16="http://schemas.microsoft.com/office/drawing/2014/main" id="{11339CA9-6246-AB03-44EB-3B593E0ED81A}"/>
                </a:ext>
              </a:extLst>
            </p:cNvPr>
            <p:cNvSpPr/>
            <p:nvPr/>
          </p:nvSpPr>
          <p:spPr>
            <a:xfrm>
              <a:off x="400836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77" name="pg516">
              <a:extLst>
                <a:ext uri="{FF2B5EF4-FFF2-40B4-BE49-F238E27FC236}">
                  <a16:creationId xmlns:a16="http://schemas.microsoft.com/office/drawing/2014/main" id="{9D51675C-B819-B896-005D-35464FD26555}"/>
                </a:ext>
              </a:extLst>
            </p:cNvPr>
            <p:cNvSpPr/>
            <p:nvPr/>
          </p:nvSpPr>
          <p:spPr>
            <a:xfrm>
              <a:off x="408979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78" name="pg517">
              <a:extLst>
                <a:ext uri="{FF2B5EF4-FFF2-40B4-BE49-F238E27FC236}">
                  <a16:creationId xmlns:a16="http://schemas.microsoft.com/office/drawing/2014/main" id="{507F0307-769E-93A7-191C-311BB5484A1B}"/>
                </a:ext>
              </a:extLst>
            </p:cNvPr>
            <p:cNvSpPr/>
            <p:nvPr/>
          </p:nvSpPr>
          <p:spPr>
            <a:xfrm>
              <a:off x="417123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79" name="pg518">
              <a:extLst>
                <a:ext uri="{FF2B5EF4-FFF2-40B4-BE49-F238E27FC236}">
                  <a16:creationId xmlns:a16="http://schemas.microsoft.com/office/drawing/2014/main" id="{24DF4F1B-37BC-CAB5-7B90-635A25B5BEAF}"/>
                </a:ext>
              </a:extLst>
            </p:cNvPr>
            <p:cNvSpPr/>
            <p:nvPr/>
          </p:nvSpPr>
          <p:spPr>
            <a:xfrm>
              <a:off x="278680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80" name="pg519">
              <a:extLst>
                <a:ext uri="{FF2B5EF4-FFF2-40B4-BE49-F238E27FC236}">
                  <a16:creationId xmlns:a16="http://schemas.microsoft.com/office/drawing/2014/main" id="{9508A6AF-7F81-F638-2F80-BB68ABFA0161}"/>
                </a:ext>
              </a:extLst>
            </p:cNvPr>
            <p:cNvSpPr/>
            <p:nvPr/>
          </p:nvSpPr>
          <p:spPr>
            <a:xfrm>
              <a:off x="286824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81" name="pg520">
              <a:extLst>
                <a:ext uri="{FF2B5EF4-FFF2-40B4-BE49-F238E27FC236}">
                  <a16:creationId xmlns:a16="http://schemas.microsoft.com/office/drawing/2014/main" id="{D7D5F7B5-5C75-950E-E9E6-24033100DE1A}"/>
                </a:ext>
              </a:extLst>
            </p:cNvPr>
            <p:cNvSpPr/>
            <p:nvPr/>
          </p:nvSpPr>
          <p:spPr>
            <a:xfrm>
              <a:off x="294967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82" name="pg521">
              <a:extLst>
                <a:ext uri="{FF2B5EF4-FFF2-40B4-BE49-F238E27FC236}">
                  <a16:creationId xmlns:a16="http://schemas.microsoft.com/office/drawing/2014/main" id="{24FB8D8B-46C9-B6A7-C744-1E7AC32FB969}"/>
                </a:ext>
              </a:extLst>
            </p:cNvPr>
            <p:cNvSpPr/>
            <p:nvPr/>
          </p:nvSpPr>
          <p:spPr>
            <a:xfrm>
              <a:off x="3031116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83" name="pg522">
              <a:extLst>
                <a:ext uri="{FF2B5EF4-FFF2-40B4-BE49-F238E27FC236}">
                  <a16:creationId xmlns:a16="http://schemas.microsoft.com/office/drawing/2014/main" id="{5E433497-9452-CA57-831F-A8394BC86DA7}"/>
                </a:ext>
              </a:extLst>
            </p:cNvPr>
            <p:cNvSpPr/>
            <p:nvPr/>
          </p:nvSpPr>
          <p:spPr>
            <a:xfrm>
              <a:off x="3112553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84" name="pg523">
              <a:extLst>
                <a:ext uri="{FF2B5EF4-FFF2-40B4-BE49-F238E27FC236}">
                  <a16:creationId xmlns:a16="http://schemas.microsoft.com/office/drawing/2014/main" id="{BB586327-E54E-A535-A0E6-5F12625DC8FA}"/>
                </a:ext>
              </a:extLst>
            </p:cNvPr>
            <p:cNvSpPr/>
            <p:nvPr/>
          </p:nvSpPr>
          <p:spPr>
            <a:xfrm>
              <a:off x="3193990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85" name="pg524">
              <a:extLst>
                <a:ext uri="{FF2B5EF4-FFF2-40B4-BE49-F238E27FC236}">
                  <a16:creationId xmlns:a16="http://schemas.microsoft.com/office/drawing/2014/main" id="{A24152EF-CE6B-0FB4-0920-37E47A5BB7D1}"/>
                </a:ext>
              </a:extLst>
            </p:cNvPr>
            <p:cNvSpPr/>
            <p:nvPr/>
          </p:nvSpPr>
          <p:spPr>
            <a:xfrm>
              <a:off x="3275427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86" name="pg525">
              <a:extLst>
                <a:ext uri="{FF2B5EF4-FFF2-40B4-BE49-F238E27FC236}">
                  <a16:creationId xmlns:a16="http://schemas.microsoft.com/office/drawing/2014/main" id="{F265C69B-4A72-0156-6276-006DAB59826E}"/>
                </a:ext>
              </a:extLst>
            </p:cNvPr>
            <p:cNvSpPr/>
            <p:nvPr/>
          </p:nvSpPr>
          <p:spPr>
            <a:xfrm>
              <a:off x="335686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87" name="pg526">
              <a:extLst>
                <a:ext uri="{FF2B5EF4-FFF2-40B4-BE49-F238E27FC236}">
                  <a16:creationId xmlns:a16="http://schemas.microsoft.com/office/drawing/2014/main" id="{3E9ECF52-A641-4C47-3426-97FC9741536C}"/>
                </a:ext>
              </a:extLst>
            </p:cNvPr>
            <p:cNvSpPr/>
            <p:nvPr/>
          </p:nvSpPr>
          <p:spPr>
            <a:xfrm>
              <a:off x="343830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88" name="pg527">
              <a:extLst>
                <a:ext uri="{FF2B5EF4-FFF2-40B4-BE49-F238E27FC236}">
                  <a16:creationId xmlns:a16="http://schemas.microsoft.com/office/drawing/2014/main" id="{EE1E1275-39C9-2910-7882-4DEA194466FD}"/>
                </a:ext>
              </a:extLst>
            </p:cNvPr>
            <p:cNvSpPr/>
            <p:nvPr/>
          </p:nvSpPr>
          <p:spPr>
            <a:xfrm>
              <a:off x="351973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89" name="pg528">
              <a:extLst>
                <a:ext uri="{FF2B5EF4-FFF2-40B4-BE49-F238E27FC236}">
                  <a16:creationId xmlns:a16="http://schemas.microsoft.com/office/drawing/2014/main" id="{A1B7FFD1-5ADE-80B8-CDF9-90F1AA2ADBED}"/>
                </a:ext>
              </a:extLst>
            </p:cNvPr>
            <p:cNvSpPr/>
            <p:nvPr/>
          </p:nvSpPr>
          <p:spPr>
            <a:xfrm>
              <a:off x="3601176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90" name="pg529">
              <a:extLst>
                <a:ext uri="{FF2B5EF4-FFF2-40B4-BE49-F238E27FC236}">
                  <a16:creationId xmlns:a16="http://schemas.microsoft.com/office/drawing/2014/main" id="{90938386-8A7F-472B-5943-661ACFC1C8DF}"/>
                </a:ext>
              </a:extLst>
            </p:cNvPr>
            <p:cNvSpPr/>
            <p:nvPr/>
          </p:nvSpPr>
          <p:spPr>
            <a:xfrm>
              <a:off x="3682613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91" name="pg530">
              <a:extLst>
                <a:ext uri="{FF2B5EF4-FFF2-40B4-BE49-F238E27FC236}">
                  <a16:creationId xmlns:a16="http://schemas.microsoft.com/office/drawing/2014/main" id="{027D6922-ED67-8A59-464D-A70869987299}"/>
                </a:ext>
              </a:extLst>
            </p:cNvPr>
            <p:cNvSpPr/>
            <p:nvPr/>
          </p:nvSpPr>
          <p:spPr>
            <a:xfrm>
              <a:off x="3764050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92" name="pg531">
              <a:extLst>
                <a:ext uri="{FF2B5EF4-FFF2-40B4-BE49-F238E27FC236}">
                  <a16:creationId xmlns:a16="http://schemas.microsoft.com/office/drawing/2014/main" id="{BECA7DDE-1E50-1F93-6A8E-CDDD9C4EA57C}"/>
                </a:ext>
              </a:extLst>
            </p:cNvPr>
            <p:cNvSpPr/>
            <p:nvPr/>
          </p:nvSpPr>
          <p:spPr>
            <a:xfrm>
              <a:off x="3845487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93" name="pg532">
              <a:extLst>
                <a:ext uri="{FF2B5EF4-FFF2-40B4-BE49-F238E27FC236}">
                  <a16:creationId xmlns:a16="http://schemas.microsoft.com/office/drawing/2014/main" id="{A699E705-BE55-561B-614D-42454F2EBD0C}"/>
                </a:ext>
              </a:extLst>
            </p:cNvPr>
            <p:cNvSpPr/>
            <p:nvPr/>
          </p:nvSpPr>
          <p:spPr>
            <a:xfrm>
              <a:off x="392692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94" name="pg533">
              <a:extLst>
                <a:ext uri="{FF2B5EF4-FFF2-40B4-BE49-F238E27FC236}">
                  <a16:creationId xmlns:a16="http://schemas.microsoft.com/office/drawing/2014/main" id="{6DC553B2-62BD-6BE0-F26C-43EBC343C638}"/>
                </a:ext>
              </a:extLst>
            </p:cNvPr>
            <p:cNvSpPr/>
            <p:nvPr/>
          </p:nvSpPr>
          <p:spPr>
            <a:xfrm>
              <a:off x="400836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95" name="pg534">
              <a:extLst>
                <a:ext uri="{FF2B5EF4-FFF2-40B4-BE49-F238E27FC236}">
                  <a16:creationId xmlns:a16="http://schemas.microsoft.com/office/drawing/2014/main" id="{F8F9362E-4BD2-FBEF-DFB1-A4EDB392A1F6}"/>
                </a:ext>
              </a:extLst>
            </p:cNvPr>
            <p:cNvSpPr/>
            <p:nvPr/>
          </p:nvSpPr>
          <p:spPr>
            <a:xfrm>
              <a:off x="408979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96" name="pg535">
              <a:extLst>
                <a:ext uri="{FF2B5EF4-FFF2-40B4-BE49-F238E27FC236}">
                  <a16:creationId xmlns:a16="http://schemas.microsoft.com/office/drawing/2014/main" id="{322C225E-36F2-2311-466B-64ED513B4F1F}"/>
                </a:ext>
              </a:extLst>
            </p:cNvPr>
            <p:cNvSpPr/>
            <p:nvPr/>
          </p:nvSpPr>
          <p:spPr>
            <a:xfrm>
              <a:off x="286824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97" name="pg536">
              <a:extLst>
                <a:ext uri="{FF2B5EF4-FFF2-40B4-BE49-F238E27FC236}">
                  <a16:creationId xmlns:a16="http://schemas.microsoft.com/office/drawing/2014/main" id="{8ADE44DA-4336-A4A6-8EFC-16C6C1F0AB18}"/>
                </a:ext>
              </a:extLst>
            </p:cNvPr>
            <p:cNvSpPr/>
            <p:nvPr/>
          </p:nvSpPr>
          <p:spPr>
            <a:xfrm>
              <a:off x="2949678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98" name="pg537">
              <a:extLst>
                <a:ext uri="{FF2B5EF4-FFF2-40B4-BE49-F238E27FC236}">
                  <a16:creationId xmlns:a16="http://schemas.microsoft.com/office/drawing/2014/main" id="{6CD1173D-0CF3-82B3-CC46-B36C610356F6}"/>
                </a:ext>
              </a:extLst>
            </p:cNvPr>
            <p:cNvSpPr/>
            <p:nvPr/>
          </p:nvSpPr>
          <p:spPr>
            <a:xfrm>
              <a:off x="3031116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99" name="pg538">
              <a:extLst>
                <a:ext uri="{FF2B5EF4-FFF2-40B4-BE49-F238E27FC236}">
                  <a16:creationId xmlns:a16="http://schemas.microsoft.com/office/drawing/2014/main" id="{85C3A447-7057-F3FC-8908-1EE5A3FB79C7}"/>
                </a:ext>
              </a:extLst>
            </p:cNvPr>
            <p:cNvSpPr/>
            <p:nvPr/>
          </p:nvSpPr>
          <p:spPr>
            <a:xfrm>
              <a:off x="3112553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00" name="pg539">
              <a:extLst>
                <a:ext uri="{FF2B5EF4-FFF2-40B4-BE49-F238E27FC236}">
                  <a16:creationId xmlns:a16="http://schemas.microsoft.com/office/drawing/2014/main" id="{AFC8572B-8BB6-3919-81EC-8F391F21F6D9}"/>
                </a:ext>
              </a:extLst>
            </p:cNvPr>
            <p:cNvSpPr/>
            <p:nvPr/>
          </p:nvSpPr>
          <p:spPr>
            <a:xfrm>
              <a:off x="3193990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01" name="pg540">
              <a:extLst>
                <a:ext uri="{FF2B5EF4-FFF2-40B4-BE49-F238E27FC236}">
                  <a16:creationId xmlns:a16="http://schemas.microsoft.com/office/drawing/2014/main" id="{717051F4-BD6C-0513-F820-1A8AEC286D41}"/>
                </a:ext>
              </a:extLst>
            </p:cNvPr>
            <p:cNvSpPr/>
            <p:nvPr/>
          </p:nvSpPr>
          <p:spPr>
            <a:xfrm>
              <a:off x="3275427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02" name="pg541">
              <a:extLst>
                <a:ext uri="{FF2B5EF4-FFF2-40B4-BE49-F238E27FC236}">
                  <a16:creationId xmlns:a16="http://schemas.microsoft.com/office/drawing/2014/main" id="{DEA224DB-0247-F34C-1E64-923749C2A26E}"/>
                </a:ext>
              </a:extLst>
            </p:cNvPr>
            <p:cNvSpPr/>
            <p:nvPr/>
          </p:nvSpPr>
          <p:spPr>
            <a:xfrm>
              <a:off x="3356864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03" name="pg542">
              <a:extLst>
                <a:ext uri="{FF2B5EF4-FFF2-40B4-BE49-F238E27FC236}">
                  <a16:creationId xmlns:a16="http://schemas.microsoft.com/office/drawing/2014/main" id="{623648D8-C87B-D08C-158C-EC3B0FC40C30}"/>
                </a:ext>
              </a:extLst>
            </p:cNvPr>
            <p:cNvSpPr/>
            <p:nvPr/>
          </p:nvSpPr>
          <p:spPr>
            <a:xfrm>
              <a:off x="343830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04" name="pg543">
              <a:extLst>
                <a:ext uri="{FF2B5EF4-FFF2-40B4-BE49-F238E27FC236}">
                  <a16:creationId xmlns:a16="http://schemas.microsoft.com/office/drawing/2014/main" id="{C4DE2547-6636-11EE-77E3-0926BA449477}"/>
                </a:ext>
              </a:extLst>
            </p:cNvPr>
            <p:cNvSpPr/>
            <p:nvPr/>
          </p:nvSpPr>
          <p:spPr>
            <a:xfrm>
              <a:off x="3519738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05" name="pg544">
              <a:extLst>
                <a:ext uri="{FF2B5EF4-FFF2-40B4-BE49-F238E27FC236}">
                  <a16:creationId xmlns:a16="http://schemas.microsoft.com/office/drawing/2014/main" id="{C134ABE5-ED88-384B-F314-FF97F4E86BB0}"/>
                </a:ext>
              </a:extLst>
            </p:cNvPr>
            <p:cNvSpPr/>
            <p:nvPr/>
          </p:nvSpPr>
          <p:spPr>
            <a:xfrm>
              <a:off x="3601176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06" name="pg545">
              <a:extLst>
                <a:ext uri="{FF2B5EF4-FFF2-40B4-BE49-F238E27FC236}">
                  <a16:creationId xmlns:a16="http://schemas.microsoft.com/office/drawing/2014/main" id="{2039A241-250E-4741-2AEC-4CA759AD2EC9}"/>
                </a:ext>
              </a:extLst>
            </p:cNvPr>
            <p:cNvSpPr/>
            <p:nvPr/>
          </p:nvSpPr>
          <p:spPr>
            <a:xfrm>
              <a:off x="3682613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07" name="pg546">
              <a:extLst>
                <a:ext uri="{FF2B5EF4-FFF2-40B4-BE49-F238E27FC236}">
                  <a16:creationId xmlns:a16="http://schemas.microsoft.com/office/drawing/2014/main" id="{535EE218-16F1-DBA7-23BA-5227A85AFC8F}"/>
                </a:ext>
              </a:extLst>
            </p:cNvPr>
            <p:cNvSpPr/>
            <p:nvPr/>
          </p:nvSpPr>
          <p:spPr>
            <a:xfrm>
              <a:off x="3764050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08" name="pg547">
              <a:extLst>
                <a:ext uri="{FF2B5EF4-FFF2-40B4-BE49-F238E27FC236}">
                  <a16:creationId xmlns:a16="http://schemas.microsoft.com/office/drawing/2014/main" id="{0C5082BE-8C04-9AA0-9A21-BB9E52ACC4E0}"/>
                </a:ext>
              </a:extLst>
            </p:cNvPr>
            <p:cNvSpPr/>
            <p:nvPr/>
          </p:nvSpPr>
          <p:spPr>
            <a:xfrm>
              <a:off x="3845487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09" name="pg548">
              <a:extLst>
                <a:ext uri="{FF2B5EF4-FFF2-40B4-BE49-F238E27FC236}">
                  <a16:creationId xmlns:a16="http://schemas.microsoft.com/office/drawing/2014/main" id="{F6811488-3640-6C84-E50E-60330A549486}"/>
                </a:ext>
              </a:extLst>
            </p:cNvPr>
            <p:cNvSpPr/>
            <p:nvPr/>
          </p:nvSpPr>
          <p:spPr>
            <a:xfrm>
              <a:off x="3926924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10" name="pg549">
              <a:extLst>
                <a:ext uri="{FF2B5EF4-FFF2-40B4-BE49-F238E27FC236}">
                  <a16:creationId xmlns:a16="http://schemas.microsoft.com/office/drawing/2014/main" id="{24D7A80D-1191-ECDA-CCDC-45219943A9CF}"/>
                </a:ext>
              </a:extLst>
            </p:cNvPr>
            <p:cNvSpPr/>
            <p:nvPr/>
          </p:nvSpPr>
          <p:spPr>
            <a:xfrm>
              <a:off x="400836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11" name="pg550">
              <a:extLst>
                <a:ext uri="{FF2B5EF4-FFF2-40B4-BE49-F238E27FC236}">
                  <a16:creationId xmlns:a16="http://schemas.microsoft.com/office/drawing/2014/main" id="{1AE5DA05-F492-17F2-9E74-22A75F87A2F8}"/>
                </a:ext>
              </a:extLst>
            </p:cNvPr>
            <p:cNvSpPr/>
            <p:nvPr/>
          </p:nvSpPr>
          <p:spPr>
            <a:xfrm>
              <a:off x="3112553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12" name="pg551">
              <a:extLst>
                <a:ext uri="{FF2B5EF4-FFF2-40B4-BE49-F238E27FC236}">
                  <a16:creationId xmlns:a16="http://schemas.microsoft.com/office/drawing/2014/main" id="{1F2F42B0-0503-B38F-6C34-8FE01792D704}"/>
                </a:ext>
              </a:extLst>
            </p:cNvPr>
            <p:cNvSpPr/>
            <p:nvPr/>
          </p:nvSpPr>
          <p:spPr>
            <a:xfrm>
              <a:off x="3193990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13" name="pg552">
              <a:extLst>
                <a:ext uri="{FF2B5EF4-FFF2-40B4-BE49-F238E27FC236}">
                  <a16:creationId xmlns:a16="http://schemas.microsoft.com/office/drawing/2014/main" id="{86A5E055-74DA-7294-2B32-7F13EFD679F3}"/>
                </a:ext>
              </a:extLst>
            </p:cNvPr>
            <p:cNvSpPr/>
            <p:nvPr/>
          </p:nvSpPr>
          <p:spPr>
            <a:xfrm>
              <a:off x="3275427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14" name="pg553">
              <a:extLst>
                <a:ext uri="{FF2B5EF4-FFF2-40B4-BE49-F238E27FC236}">
                  <a16:creationId xmlns:a16="http://schemas.microsoft.com/office/drawing/2014/main" id="{64BF557E-E598-ABAF-0E63-374159B79476}"/>
                </a:ext>
              </a:extLst>
            </p:cNvPr>
            <p:cNvSpPr/>
            <p:nvPr/>
          </p:nvSpPr>
          <p:spPr>
            <a:xfrm>
              <a:off x="3356864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15" name="pg554">
              <a:extLst>
                <a:ext uri="{FF2B5EF4-FFF2-40B4-BE49-F238E27FC236}">
                  <a16:creationId xmlns:a16="http://schemas.microsoft.com/office/drawing/2014/main" id="{9F6FE1BE-0781-8F44-C4C2-3E2C1797C122}"/>
                </a:ext>
              </a:extLst>
            </p:cNvPr>
            <p:cNvSpPr/>
            <p:nvPr/>
          </p:nvSpPr>
          <p:spPr>
            <a:xfrm>
              <a:off x="3438301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16" name="pg555">
              <a:extLst>
                <a:ext uri="{FF2B5EF4-FFF2-40B4-BE49-F238E27FC236}">
                  <a16:creationId xmlns:a16="http://schemas.microsoft.com/office/drawing/2014/main" id="{770B88BA-2542-EAE9-94FC-55FBC10A643B}"/>
                </a:ext>
              </a:extLst>
            </p:cNvPr>
            <p:cNvSpPr/>
            <p:nvPr/>
          </p:nvSpPr>
          <p:spPr>
            <a:xfrm>
              <a:off x="3519738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17" name="pg556">
              <a:extLst>
                <a:ext uri="{FF2B5EF4-FFF2-40B4-BE49-F238E27FC236}">
                  <a16:creationId xmlns:a16="http://schemas.microsoft.com/office/drawing/2014/main" id="{C4D7F33C-4986-72F0-60E2-0B409ACFC296}"/>
                </a:ext>
              </a:extLst>
            </p:cNvPr>
            <p:cNvSpPr/>
            <p:nvPr/>
          </p:nvSpPr>
          <p:spPr>
            <a:xfrm>
              <a:off x="3601176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18" name="pg557">
              <a:extLst>
                <a:ext uri="{FF2B5EF4-FFF2-40B4-BE49-F238E27FC236}">
                  <a16:creationId xmlns:a16="http://schemas.microsoft.com/office/drawing/2014/main" id="{CD9DDFBE-6259-2A19-E2B3-9C76EB522AB8}"/>
                </a:ext>
              </a:extLst>
            </p:cNvPr>
            <p:cNvSpPr/>
            <p:nvPr/>
          </p:nvSpPr>
          <p:spPr>
            <a:xfrm>
              <a:off x="3682613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19" name="pg558">
              <a:extLst>
                <a:ext uri="{FF2B5EF4-FFF2-40B4-BE49-F238E27FC236}">
                  <a16:creationId xmlns:a16="http://schemas.microsoft.com/office/drawing/2014/main" id="{BBDD5A29-9376-A905-C73B-313102FA7DDB}"/>
                </a:ext>
              </a:extLst>
            </p:cNvPr>
            <p:cNvSpPr/>
            <p:nvPr/>
          </p:nvSpPr>
          <p:spPr>
            <a:xfrm>
              <a:off x="3764050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20" name="pg559">
              <a:extLst>
                <a:ext uri="{FF2B5EF4-FFF2-40B4-BE49-F238E27FC236}">
                  <a16:creationId xmlns:a16="http://schemas.microsoft.com/office/drawing/2014/main" id="{F21A4746-07C2-094E-C988-DC7C241E58B7}"/>
                </a:ext>
              </a:extLst>
            </p:cNvPr>
            <p:cNvSpPr/>
            <p:nvPr/>
          </p:nvSpPr>
          <p:spPr>
            <a:xfrm>
              <a:off x="3845487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21" name="pg560">
              <a:extLst>
                <a:ext uri="{FF2B5EF4-FFF2-40B4-BE49-F238E27FC236}">
                  <a16:creationId xmlns:a16="http://schemas.microsoft.com/office/drawing/2014/main" id="{92F415C5-6A4C-9771-A9D3-04ED948B67F6}"/>
                </a:ext>
              </a:extLst>
            </p:cNvPr>
            <p:cNvSpPr/>
            <p:nvPr/>
          </p:nvSpPr>
          <p:spPr>
            <a:xfrm>
              <a:off x="3926924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22" name="pg561">
              <a:extLst>
                <a:ext uri="{FF2B5EF4-FFF2-40B4-BE49-F238E27FC236}">
                  <a16:creationId xmlns:a16="http://schemas.microsoft.com/office/drawing/2014/main" id="{A61081FB-3E91-F273-3CEB-E407F9F3ECF0}"/>
                </a:ext>
              </a:extLst>
            </p:cNvPr>
            <p:cNvSpPr/>
            <p:nvPr/>
          </p:nvSpPr>
          <p:spPr>
            <a:xfrm>
              <a:off x="4008361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23" name="pg562">
              <a:extLst>
                <a:ext uri="{FF2B5EF4-FFF2-40B4-BE49-F238E27FC236}">
                  <a16:creationId xmlns:a16="http://schemas.microsoft.com/office/drawing/2014/main" id="{47C77EB3-B2C7-936E-25B6-88788C04D1F0}"/>
                </a:ext>
              </a:extLst>
            </p:cNvPr>
            <p:cNvSpPr/>
            <p:nvPr/>
          </p:nvSpPr>
          <p:spPr>
            <a:xfrm>
              <a:off x="3275427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24" name="pg563">
              <a:extLst>
                <a:ext uri="{FF2B5EF4-FFF2-40B4-BE49-F238E27FC236}">
                  <a16:creationId xmlns:a16="http://schemas.microsoft.com/office/drawing/2014/main" id="{33B0412D-3B19-AC94-381F-C81371F4D66D}"/>
                </a:ext>
              </a:extLst>
            </p:cNvPr>
            <p:cNvSpPr/>
            <p:nvPr/>
          </p:nvSpPr>
          <p:spPr>
            <a:xfrm>
              <a:off x="3356864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25" name="pg564">
              <a:extLst>
                <a:ext uri="{FF2B5EF4-FFF2-40B4-BE49-F238E27FC236}">
                  <a16:creationId xmlns:a16="http://schemas.microsoft.com/office/drawing/2014/main" id="{A71E5065-BB5D-2392-4C80-285758035F34}"/>
                </a:ext>
              </a:extLst>
            </p:cNvPr>
            <p:cNvSpPr/>
            <p:nvPr/>
          </p:nvSpPr>
          <p:spPr>
            <a:xfrm>
              <a:off x="3438301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26" name="pg565">
              <a:extLst>
                <a:ext uri="{FF2B5EF4-FFF2-40B4-BE49-F238E27FC236}">
                  <a16:creationId xmlns:a16="http://schemas.microsoft.com/office/drawing/2014/main" id="{BD656340-754B-1843-3C91-A9A5E5737736}"/>
                </a:ext>
              </a:extLst>
            </p:cNvPr>
            <p:cNvSpPr/>
            <p:nvPr/>
          </p:nvSpPr>
          <p:spPr>
            <a:xfrm>
              <a:off x="3519738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27" name="pg566">
              <a:extLst>
                <a:ext uri="{FF2B5EF4-FFF2-40B4-BE49-F238E27FC236}">
                  <a16:creationId xmlns:a16="http://schemas.microsoft.com/office/drawing/2014/main" id="{7548C6D4-E723-A9F8-A766-5650D57DC4F5}"/>
                </a:ext>
              </a:extLst>
            </p:cNvPr>
            <p:cNvSpPr/>
            <p:nvPr/>
          </p:nvSpPr>
          <p:spPr>
            <a:xfrm>
              <a:off x="3601176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28" name="pg567">
              <a:extLst>
                <a:ext uri="{FF2B5EF4-FFF2-40B4-BE49-F238E27FC236}">
                  <a16:creationId xmlns:a16="http://schemas.microsoft.com/office/drawing/2014/main" id="{86EC41A1-31B3-8B16-261A-24D94EAA4127}"/>
                </a:ext>
              </a:extLst>
            </p:cNvPr>
            <p:cNvSpPr/>
            <p:nvPr/>
          </p:nvSpPr>
          <p:spPr>
            <a:xfrm>
              <a:off x="3682613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29" name="pg568">
              <a:extLst>
                <a:ext uri="{FF2B5EF4-FFF2-40B4-BE49-F238E27FC236}">
                  <a16:creationId xmlns:a16="http://schemas.microsoft.com/office/drawing/2014/main" id="{12AC2B54-784F-7780-4FDB-26BA2C31E3A2}"/>
                </a:ext>
              </a:extLst>
            </p:cNvPr>
            <p:cNvSpPr/>
            <p:nvPr/>
          </p:nvSpPr>
          <p:spPr>
            <a:xfrm>
              <a:off x="3764050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30" name="pg569">
              <a:extLst>
                <a:ext uri="{FF2B5EF4-FFF2-40B4-BE49-F238E27FC236}">
                  <a16:creationId xmlns:a16="http://schemas.microsoft.com/office/drawing/2014/main" id="{6DB8A8D1-6CEA-08A1-7DE1-8829644298BE}"/>
                </a:ext>
              </a:extLst>
            </p:cNvPr>
            <p:cNvSpPr/>
            <p:nvPr/>
          </p:nvSpPr>
          <p:spPr>
            <a:xfrm>
              <a:off x="3845487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31" name="pg570">
              <a:extLst>
                <a:ext uri="{FF2B5EF4-FFF2-40B4-BE49-F238E27FC236}">
                  <a16:creationId xmlns:a16="http://schemas.microsoft.com/office/drawing/2014/main" id="{3C141641-09D1-B84A-069A-38DC85178F84}"/>
                </a:ext>
              </a:extLst>
            </p:cNvPr>
            <p:cNvSpPr/>
            <p:nvPr/>
          </p:nvSpPr>
          <p:spPr>
            <a:xfrm>
              <a:off x="3926924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32" name="pg571">
              <a:extLst>
                <a:ext uri="{FF2B5EF4-FFF2-40B4-BE49-F238E27FC236}">
                  <a16:creationId xmlns:a16="http://schemas.microsoft.com/office/drawing/2014/main" id="{D14D841F-29A2-B1B4-A6EC-58B6FBA87C49}"/>
                </a:ext>
              </a:extLst>
            </p:cNvPr>
            <p:cNvSpPr/>
            <p:nvPr/>
          </p:nvSpPr>
          <p:spPr>
            <a:xfrm>
              <a:off x="4008361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33" name="pg572">
              <a:extLst>
                <a:ext uri="{FF2B5EF4-FFF2-40B4-BE49-F238E27FC236}">
                  <a16:creationId xmlns:a16="http://schemas.microsoft.com/office/drawing/2014/main" id="{3520EF3A-8726-3F5B-31DE-97F28C18AB64}"/>
                </a:ext>
              </a:extLst>
            </p:cNvPr>
            <p:cNvSpPr/>
            <p:nvPr/>
          </p:nvSpPr>
          <p:spPr>
            <a:xfrm>
              <a:off x="3356864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34" name="pg573">
              <a:extLst>
                <a:ext uri="{FF2B5EF4-FFF2-40B4-BE49-F238E27FC236}">
                  <a16:creationId xmlns:a16="http://schemas.microsoft.com/office/drawing/2014/main" id="{9F9470F3-0208-97CD-17BC-638CC5D91342}"/>
                </a:ext>
              </a:extLst>
            </p:cNvPr>
            <p:cNvSpPr/>
            <p:nvPr/>
          </p:nvSpPr>
          <p:spPr>
            <a:xfrm>
              <a:off x="3438301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35" name="pg574">
              <a:extLst>
                <a:ext uri="{FF2B5EF4-FFF2-40B4-BE49-F238E27FC236}">
                  <a16:creationId xmlns:a16="http://schemas.microsoft.com/office/drawing/2014/main" id="{2A9F53BF-77E4-2903-B5E5-8CC41A547BEB}"/>
                </a:ext>
              </a:extLst>
            </p:cNvPr>
            <p:cNvSpPr/>
            <p:nvPr/>
          </p:nvSpPr>
          <p:spPr>
            <a:xfrm>
              <a:off x="3519738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36" name="pg575">
              <a:extLst>
                <a:ext uri="{FF2B5EF4-FFF2-40B4-BE49-F238E27FC236}">
                  <a16:creationId xmlns:a16="http://schemas.microsoft.com/office/drawing/2014/main" id="{22CE141B-3BCA-ACD9-21C3-ACBE6770365C}"/>
                </a:ext>
              </a:extLst>
            </p:cNvPr>
            <p:cNvSpPr/>
            <p:nvPr/>
          </p:nvSpPr>
          <p:spPr>
            <a:xfrm>
              <a:off x="3601176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37" name="pg576">
              <a:extLst>
                <a:ext uri="{FF2B5EF4-FFF2-40B4-BE49-F238E27FC236}">
                  <a16:creationId xmlns:a16="http://schemas.microsoft.com/office/drawing/2014/main" id="{83E9EB0D-A0F6-07ED-2C88-0DB548A45B06}"/>
                </a:ext>
              </a:extLst>
            </p:cNvPr>
            <p:cNvSpPr/>
            <p:nvPr/>
          </p:nvSpPr>
          <p:spPr>
            <a:xfrm>
              <a:off x="3682613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38" name="pg577">
              <a:extLst>
                <a:ext uri="{FF2B5EF4-FFF2-40B4-BE49-F238E27FC236}">
                  <a16:creationId xmlns:a16="http://schemas.microsoft.com/office/drawing/2014/main" id="{B52557F7-DB31-F62A-A19F-9DEFA0352839}"/>
                </a:ext>
              </a:extLst>
            </p:cNvPr>
            <p:cNvSpPr/>
            <p:nvPr/>
          </p:nvSpPr>
          <p:spPr>
            <a:xfrm>
              <a:off x="3764050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39" name="pg578">
              <a:extLst>
                <a:ext uri="{FF2B5EF4-FFF2-40B4-BE49-F238E27FC236}">
                  <a16:creationId xmlns:a16="http://schemas.microsoft.com/office/drawing/2014/main" id="{6B8805C2-D65B-E2C3-65DD-11CFE31C8B6A}"/>
                </a:ext>
              </a:extLst>
            </p:cNvPr>
            <p:cNvSpPr/>
            <p:nvPr/>
          </p:nvSpPr>
          <p:spPr>
            <a:xfrm>
              <a:off x="3845487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40" name="pg579">
              <a:extLst>
                <a:ext uri="{FF2B5EF4-FFF2-40B4-BE49-F238E27FC236}">
                  <a16:creationId xmlns:a16="http://schemas.microsoft.com/office/drawing/2014/main" id="{8B0E67E0-100B-5B32-2D0C-1FF63ACB4734}"/>
                </a:ext>
              </a:extLst>
            </p:cNvPr>
            <p:cNvSpPr/>
            <p:nvPr/>
          </p:nvSpPr>
          <p:spPr>
            <a:xfrm>
              <a:off x="3926924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41" name="pg580">
              <a:extLst>
                <a:ext uri="{FF2B5EF4-FFF2-40B4-BE49-F238E27FC236}">
                  <a16:creationId xmlns:a16="http://schemas.microsoft.com/office/drawing/2014/main" id="{A639BBA0-A906-DAC1-88F5-A3520C5C103B}"/>
                </a:ext>
              </a:extLst>
            </p:cNvPr>
            <p:cNvSpPr/>
            <p:nvPr/>
          </p:nvSpPr>
          <p:spPr>
            <a:xfrm>
              <a:off x="4008361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42" name="pg581">
              <a:extLst>
                <a:ext uri="{FF2B5EF4-FFF2-40B4-BE49-F238E27FC236}">
                  <a16:creationId xmlns:a16="http://schemas.microsoft.com/office/drawing/2014/main" id="{295AABCA-B4B0-02CE-6A72-68B36D077401}"/>
                </a:ext>
              </a:extLst>
            </p:cNvPr>
            <p:cNvSpPr/>
            <p:nvPr/>
          </p:nvSpPr>
          <p:spPr>
            <a:xfrm>
              <a:off x="3438301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43" name="pg582">
              <a:extLst>
                <a:ext uri="{FF2B5EF4-FFF2-40B4-BE49-F238E27FC236}">
                  <a16:creationId xmlns:a16="http://schemas.microsoft.com/office/drawing/2014/main" id="{B3C6CA22-4A70-9103-C1EF-DE42A9AD326A}"/>
                </a:ext>
              </a:extLst>
            </p:cNvPr>
            <p:cNvSpPr/>
            <p:nvPr/>
          </p:nvSpPr>
          <p:spPr>
            <a:xfrm>
              <a:off x="3519738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44" name="pg583">
              <a:extLst>
                <a:ext uri="{FF2B5EF4-FFF2-40B4-BE49-F238E27FC236}">
                  <a16:creationId xmlns:a16="http://schemas.microsoft.com/office/drawing/2014/main" id="{1974B217-AD31-EEFF-6419-519C9278BEB8}"/>
                </a:ext>
              </a:extLst>
            </p:cNvPr>
            <p:cNvSpPr/>
            <p:nvPr/>
          </p:nvSpPr>
          <p:spPr>
            <a:xfrm>
              <a:off x="3601176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45" name="pg584">
              <a:extLst>
                <a:ext uri="{FF2B5EF4-FFF2-40B4-BE49-F238E27FC236}">
                  <a16:creationId xmlns:a16="http://schemas.microsoft.com/office/drawing/2014/main" id="{60B93ED8-3364-7545-A090-2F04A92021D9}"/>
                </a:ext>
              </a:extLst>
            </p:cNvPr>
            <p:cNvSpPr/>
            <p:nvPr/>
          </p:nvSpPr>
          <p:spPr>
            <a:xfrm>
              <a:off x="3682613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46" name="pg585">
              <a:extLst>
                <a:ext uri="{FF2B5EF4-FFF2-40B4-BE49-F238E27FC236}">
                  <a16:creationId xmlns:a16="http://schemas.microsoft.com/office/drawing/2014/main" id="{14F499D5-7295-D3D4-B8E2-1302E4094E53}"/>
                </a:ext>
              </a:extLst>
            </p:cNvPr>
            <p:cNvSpPr/>
            <p:nvPr/>
          </p:nvSpPr>
          <p:spPr>
            <a:xfrm>
              <a:off x="3764050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47" name="pg586">
              <a:extLst>
                <a:ext uri="{FF2B5EF4-FFF2-40B4-BE49-F238E27FC236}">
                  <a16:creationId xmlns:a16="http://schemas.microsoft.com/office/drawing/2014/main" id="{976BB68F-0F47-BAC9-0337-D0CEA5739DF0}"/>
                </a:ext>
              </a:extLst>
            </p:cNvPr>
            <p:cNvSpPr/>
            <p:nvPr/>
          </p:nvSpPr>
          <p:spPr>
            <a:xfrm>
              <a:off x="3845487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48" name="pg587">
              <a:extLst>
                <a:ext uri="{FF2B5EF4-FFF2-40B4-BE49-F238E27FC236}">
                  <a16:creationId xmlns:a16="http://schemas.microsoft.com/office/drawing/2014/main" id="{DBFF1D38-4133-2EE9-A671-217A108392EF}"/>
                </a:ext>
              </a:extLst>
            </p:cNvPr>
            <p:cNvSpPr/>
            <p:nvPr/>
          </p:nvSpPr>
          <p:spPr>
            <a:xfrm>
              <a:off x="3926924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49" name="pg588">
              <a:extLst>
                <a:ext uri="{FF2B5EF4-FFF2-40B4-BE49-F238E27FC236}">
                  <a16:creationId xmlns:a16="http://schemas.microsoft.com/office/drawing/2014/main" id="{171EF5A3-F201-E82A-A0F3-FB198A85B45B}"/>
                </a:ext>
              </a:extLst>
            </p:cNvPr>
            <p:cNvSpPr/>
            <p:nvPr/>
          </p:nvSpPr>
          <p:spPr>
            <a:xfrm>
              <a:off x="4008361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50" name="pg589">
              <a:extLst>
                <a:ext uri="{FF2B5EF4-FFF2-40B4-BE49-F238E27FC236}">
                  <a16:creationId xmlns:a16="http://schemas.microsoft.com/office/drawing/2014/main" id="{5B5666D3-769F-6E00-EF46-293065274464}"/>
                </a:ext>
              </a:extLst>
            </p:cNvPr>
            <p:cNvSpPr/>
            <p:nvPr/>
          </p:nvSpPr>
          <p:spPr>
            <a:xfrm>
              <a:off x="4089798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51" name="pg590">
              <a:extLst>
                <a:ext uri="{FF2B5EF4-FFF2-40B4-BE49-F238E27FC236}">
                  <a16:creationId xmlns:a16="http://schemas.microsoft.com/office/drawing/2014/main" id="{764A4C48-20F3-C425-68E7-FAB0990140B7}"/>
                </a:ext>
              </a:extLst>
            </p:cNvPr>
            <p:cNvSpPr/>
            <p:nvPr/>
          </p:nvSpPr>
          <p:spPr>
            <a:xfrm>
              <a:off x="3682613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52" name="pg591">
              <a:extLst>
                <a:ext uri="{FF2B5EF4-FFF2-40B4-BE49-F238E27FC236}">
                  <a16:creationId xmlns:a16="http://schemas.microsoft.com/office/drawing/2014/main" id="{2D70E494-4B36-D8D4-ACAF-F9BF9771ECBB}"/>
                </a:ext>
              </a:extLst>
            </p:cNvPr>
            <p:cNvSpPr/>
            <p:nvPr/>
          </p:nvSpPr>
          <p:spPr>
            <a:xfrm>
              <a:off x="3764050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53" name="pg592">
              <a:extLst>
                <a:ext uri="{FF2B5EF4-FFF2-40B4-BE49-F238E27FC236}">
                  <a16:creationId xmlns:a16="http://schemas.microsoft.com/office/drawing/2014/main" id="{4CF118F3-DA9F-D765-9F6F-9B2AC46560CD}"/>
                </a:ext>
              </a:extLst>
            </p:cNvPr>
            <p:cNvSpPr/>
            <p:nvPr/>
          </p:nvSpPr>
          <p:spPr>
            <a:xfrm>
              <a:off x="3845487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54" name="pg593">
              <a:extLst>
                <a:ext uri="{FF2B5EF4-FFF2-40B4-BE49-F238E27FC236}">
                  <a16:creationId xmlns:a16="http://schemas.microsoft.com/office/drawing/2014/main" id="{68898670-7EF3-C279-1B9A-635D51DE747C}"/>
                </a:ext>
              </a:extLst>
            </p:cNvPr>
            <p:cNvSpPr/>
            <p:nvPr/>
          </p:nvSpPr>
          <p:spPr>
            <a:xfrm>
              <a:off x="3926924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55" name="pg594">
              <a:extLst>
                <a:ext uri="{FF2B5EF4-FFF2-40B4-BE49-F238E27FC236}">
                  <a16:creationId xmlns:a16="http://schemas.microsoft.com/office/drawing/2014/main" id="{996DE03A-72DC-3FF2-388F-BADB3DC3DF57}"/>
                </a:ext>
              </a:extLst>
            </p:cNvPr>
            <p:cNvSpPr/>
            <p:nvPr/>
          </p:nvSpPr>
          <p:spPr>
            <a:xfrm>
              <a:off x="4008361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56" name="pg595">
              <a:extLst>
                <a:ext uri="{FF2B5EF4-FFF2-40B4-BE49-F238E27FC236}">
                  <a16:creationId xmlns:a16="http://schemas.microsoft.com/office/drawing/2014/main" id="{C7912AD1-CAFB-1DB8-F84E-EE8A7E249834}"/>
                </a:ext>
              </a:extLst>
            </p:cNvPr>
            <p:cNvSpPr/>
            <p:nvPr/>
          </p:nvSpPr>
          <p:spPr>
            <a:xfrm>
              <a:off x="4089798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57" name="pg596">
              <a:extLst>
                <a:ext uri="{FF2B5EF4-FFF2-40B4-BE49-F238E27FC236}">
                  <a16:creationId xmlns:a16="http://schemas.microsoft.com/office/drawing/2014/main" id="{1CAEE888-B5C5-3E97-17FD-930F6B0A6D06}"/>
                </a:ext>
              </a:extLst>
            </p:cNvPr>
            <p:cNvSpPr/>
            <p:nvPr/>
          </p:nvSpPr>
          <p:spPr>
            <a:xfrm>
              <a:off x="3275427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58" name="pg597">
              <a:extLst>
                <a:ext uri="{FF2B5EF4-FFF2-40B4-BE49-F238E27FC236}">
                  <a16:creationId xmlns:a16="http://schemas.microsoft.com/office/drawing/2014/main" id="{91BB6D64-6384-3364-E986-4467CC645D38}"/>
                </a:ext>
              </a:extLst>
            </p:cNvPr>
            <p:cNvSpPr/>
            <p:nvPr/>
          </p:nvSpPr>
          <p:spPr>
            <a:xfrm>
              <a:off x="3601176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59" name="pg598">
              <a:extLst>
                <a:ext uri="{FF2B5EF4-FFF2-40B4-BE49-F238E27FC236}">
                  <a16:creationId xmlns:a16="http://schemas.microsoft.com/office/drawing/2014/main" id="{1708481B-6B69-081A-F276-436D329F248E}"/>
                </a:ext>
              </a:extLst>
            </p:cNvPr>
            <p:cNvSpPr/>
            <p:nvPr/>
          </p:nvSpPr>
          <p:spPr>
            <a:xfrm>
              <a:off x="3682613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60" name="pg599">
              <a:extLst>
                <a:ext uri="{FF2B5EF4-FFF2-40B4-BE49-F238E27FC236}">
                  <a16:creationId xmlns:a16="http://schemas.microsoft.com/office/drawing/2014/main" id="{5A23A27C-F3AD-428A-40F8-FB64BE0577A4}"/>
                </a:ext>
              </a:extLst>
            </p:cNvPr>
            <p:cNvSpPr/>
            <p:nvPr/>
          </p:nvSpPr>
          <p:spPr>
            <a:xfrm>
              <a:off x="3764050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61" name="pg600">
              <a:extLst>
                <a:ext uri="{FF2B5EF4-FFF2-40B4-BE49-F238E27FC236}">
                  <a16:creationId xmlns:a16="http://schemas.microsoft.com/office/drawing/2014/main" id="{EF999B3E-4D87-B0AC-9CB2-5ECC435436FB}"/>
                </a:ext>
              </a:extLst>
            </p:cNvPr>
            <p:cNvSpPr/>
            <p:nvPr/>
          </p:nvSpPr>
          <p:spPr>
            <a:xfrm>
              <a:off x="3845487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62" name="pg601">
              <a:extLst>
                <a:ext uri="{FF2B5EF4-FFF2-40B4-BE49-F238E27FC236}">
                  <a16:creationId xmlns:a16="http://schemas.microsoft.com/office/drawing/2014/main" id="{B399B8B9-C274-B350-735C-7754901D31D3}"/>
                </a:ext>
              </a:extLst>
            </p:cNvPr>
            <p:cNvSpPr/>
            <p:nvPr/>
          </p:nvSpPr>
          <p:spPr>
            <a:xfrm>
              <a:off x="3926924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63" name="pg602">
              <a:extLst>
                <a:ext uri="{FF2B5EF4-FFF2-40B4-BE49-F238E27FC236}">
                  <a16:creationId xmlns:a16="http://schemas.microsoft.com/office/drawing/2014/main" id="{FF5749F2-0AA0-E1D9-A889-0D6F374CD1D8}"/>
                </a:ext>
              </a:extLst>
            </p:cNvPr>
            <p:cNvSpPr/>
            <p:nvPr/>
          </p:nvSpPr>
          <p:spPr>
            <a:xfrm>
              <a:off x="4008361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64" name="pg603">
              <a:extLst>
                <a:ext uri="{FF2B5EF4-FFF2-40B4-BE49-F238E27FC236}">
                  <a16:creationId xmlns:a16="http://schemas.microsoft.com/office/drawing/2014/main" id="{4A84995D-72CF-808D-7F6C-13F8F1497357}"/>
                </a:ext>
              </a:extLst>
            </p:cNvPr>
            <p:cNvSpPr/>
            <p:nvPr/>
          </p:nvSpPr>
          <p:spPr>
            <a:xfrm>
              <a:off x="4089798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65" name="pg604">
              <a:extLst>
                <a:ext uri="{FF2B5EF4-FFF2-40B4-BE49-F238E27FC236}">
                  <a16:creationId xmlns:a16="http://schemas.microsoft.com/office/drawing/2014/main" id="{B75DE63F-FB43-1270-D487-1608D0AC02CB}"/>
                </a:ext>
              </a:extLst>
            </p:cNvPr>
            <p:cNvSpPr/>
            <p:nvPr/>
          </p:nvSpPr>
          <p:spPr>
            <a:xfrm>
              <a:off x="3193990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66" name="pg605">
              <a:extLst>
                <a:ext uri="{FF2B5EF4-FFF2-40B4-BE49-F238E27FC236}">
                  <a16:creationId xmlns:a16="http://schemas.microsoft.com/office/drawing/2014/main" id="{C8D6EFE1-0AFB-9546-9AFB-FA40B107FED6}"/>
                </a:ext>
              </a:extLst>
            </p:cNvPr>
            <p:cNvSpPr/>
            <p:nvPr/>
          </p:nvSpPr>
          <p:spPr>
            <a:xfrm>
              <a:off x="3275427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67" name="pg606">
              <a:extLst>
                <a:ext uri="{FF2B5EF4-FFF2-40B4-BE49-F238E27FC236}">
                  <a16:creationId xmlns:a16="http://schemas.microsoft.com/office/drawing/2014/main" id="{B70F7F2A-378B-7F1A-A80E-41E4BB535488}"/>
                </a:ext>
              </a:extLst>
            </p:cNvPr>
            <p:cNvSpPr/>
            <p:nvPr/>
          </p:nvSpPr>
          <p:spPr>
            <a:xfrm>
              <a:off x="3356864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68" name="pg607">
              <a:extLst>
                <a:ext uri="{FF2B5EF4-FFF2-40B4-BE49-F238E27FC236}">
                  <a16:creationId xmlns:a16="http://schemas.microsoft.com/office/drawing/2014/main" id="{4C84BFC1-B3E9-3990-C85A-05B5B36A5141}"/>
                </a:ext>
              </a:extLst>
            </p:cNvPr>
            <p:cNvSpPr/>
            <p:nvPr/>
          </p:nvSpPr>
          <p:spPr>
            <a:xfrm>
              <a:off x="3438301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69" name="pg608">
              <a:extLst>
                <a:ext uri="{FF2B5EF4-FFF2-40B4-BE49-F238E27FC236}">
                  <a16:creationId xmlns:a16="http://schemas.microsoft.com/office/drawing/2014/main" id="{003EF19D-D7F9-39D6-9EEF-F67C39F9D452}"/>
                </a:ext>
              </a:extLst>
            </p:cNvPr>
            <p:cNvSpPr/>
            <p:nvPr/>
          </p:nvSpPr>
          <p:spPr>
            <a:xfrm>
              <a:off x="3519738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70" name="pg609">
              <a:extLst>
                <a:ext uri="{FF2B5EF4-FFF2-40B4-BE49-F238E27FC236}">
                  <a16:creationId xmlns:a16="http://schemas.microsoft.com/office/drawing/2014/main" id="{D3177FF0-BE7D-BBF3-6E1D-1A13B861DDAF}"/>
                </a:ext>
              </a:extLst>
            </p:cNvPr>
            <p:cNvSpPr/>
            <p:nvPr/>
          </p:nvSpPr>
          <p:spPr>
            <a:xfrm>
              <a:off x="3601176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71" name="pg610">
              <a:extLst>
                <a:ext uri="{FF2B5EF4-FFF2-40B4-BE49-F238E27FC236}">
                  <a16:creationId xmlns:a16="http://schemas.microsoft.com/office/drawing/2014/main" id="{5BE68AAF-1DFF-2289-4EE5-94274A7AC3FF}"/>
                </a:ext>
              </a:extLst>
            </p:cNvPr>
            <p:cNvSpPr/>
            <p:nvPr/>
          </p:nvSpPr>
          <p:spPr>
            <a:xfrm>
              <a:off x="3682613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72" name="pg611">
              <a:extLst>
                <a:ext uri="{FF2B5EF4-FFF2-40B4-BE49-F238E27FC236}">
                  <a16:creationId xmlns:a16="http://schemas.microsoft.com/office/drawing/2014/main" id="{16C62EEC-9B42-61D9-592F-E39DA7EACF26}"/>
                </a:ext>
              </a:extLst>
            </p:cNvPr>
            <p:cNvSpPr/>
            <p:nvPr/>
          </p:nvSpPr>
          <p:spPr>
            <a:xfrm>
              <a:off x="3764050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73" name="pg612">
              <a:extLst>
                <a:ext uri="{FF2B5EF4-FFF2-40B4-BE49-F238E27FC236}">
                  <a16:creationId xmlns:a16="http://schemas.microsoft.com/office/drawing/2014/main" id="{7A620A38-4796-9392-2347-222523D761F0}"/>
                </a:ext>
              </a:extLst>
            </p:cNvPr>
            <p:cNvSpPr/>
            <p:nvPr/>
          </p:nvSpPr>
          <p:spPr>
            <a:xfrm>
              <a:off x="3845487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74" name="pg613">
              <a:extLst>
                <a:ext uri="{FF2B5EF4-FFF2-40B4-BE49-F238E27FC236}">
                  <a16:creationId xmlns:a16="http://schemas.microsoft.com/office/drawing/2014/main" id="{05ACEAD8-CB00-CEB2-686D-F9E97577B6C9}"/>
                </a:ext>
              </a:extLst>
            </p:cNvPr>
            <p:cNvSpPr/>
            <p:nvPr/>
          </p:nvSpPr>
          <p:spPr>
            <a:xfrm>
              <a:off x="3926924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75" name="pg614">
              <a:extLst>
                <a:ext uri="{FF2B5EF4-FFF2-40B4-BE49-F238E27FC236}">
                  <a16:creationId xmlns:a16="http://schemas.microsoft.com/office/drawing/2014/main" id="{8C345421-0BB4-1D76-BD0C-59F88D85C896}"/>
                </a:ext>
              </a:extLst>
            </p:cNvPr>
            <p:cNvSpPr/>
            <p:nvPr/>
          </p:nvSpPr>
          <p:spPr>
            <a:xfrm>
              <a:off x="4008361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76" name="pg615">
              <a:extLst>
                <a:ext uri="{FF2B5EF4-FFF2-40B4-BE49-F238E27FC236}">
                  <a16:creationId xmlns:a16="http://schemas.microsoft.com/office/drawing/2014/main" id="{73E25818-1E02-07C1-A458-C15B6BD0F946}"/>
                </a:ext>
              </a:extLst>
            </p:cNvPr>
            <p:cNvSpPr/>
            <p:nvPr/>
          </p:nvSpPr>
          <p:spPr>
            <a:xfrm>
              <a:off x="4089798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77" name="pg616">
              <a:extLst>
                <a:ext uri="{FF2B5EF4-FFF2-40B4-BE49-F238E27FC236}">
                  <a16:creationId xmlns:a16="http://schemas.microsoft.com/office/drawing/2014/main" id="{1E47A83D-4319-470A-1C82-FB5B3429393B}"/>
                </a:ext>
              </a:extLst>
            </p:cNvPr>
            <p:cNvSpPr/>
            <p:nvPr/>
          </p:nvSpPr>
          <p:spPr>
            <a:xfrm>
              <a:off x="3112553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78" name="pg617">
              <a:extLst>
                <a:ext uri="{FF2B5EF4-FFF2-40B4-BE49-F238E27FC236}">
                  <a16:creationId xmlns:a16="http://schemas.microsoft.com/office/drawing/2014/main" id="{8065B0DC-4FFD-37BD-6E63-E38F81837CCD}"/>
                </a:ext>
              </a:extLst>
            </p:cNvPr>
            <p:cNvSpPr/>
            <p:nvPr/>
          </p:nvSpPr>
          <p:spPr>
            <a:xfrm>
              <a:off x="3193990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79" name="pg618">
              <a:extLst>
                <a:ext uri="{FF2B5EF4-FFF2-40B4-BE49-F238E27FC236}">
                  <a16:creationId xmlns:a16="http://schemas.microsoft.com/office/drawing/2014/main" id="{768E491B-44FA-2BCC-01D5-33179E20C385}"/>
                </a:ext>
              </a:extLst>
            </p:cNvPr>
            <p:cNvSpPr/>
            <p:nvPr/>
          </p:nvSpPr>
          <p:spPr>
            <a:xfrm>
              <a:off x="3275427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80" name="pg619">
              <a:extLst>
                <a:ext uri="{FF2B5EF4-FFF2-40B4-BE49-F238E27FC236}">
                  <a16:creationId xmlns:a16="http://schemas.microsoft.com/office/drawing/2014/main" id="{55875991-C654-6D78-16C4-F1399E3E9673}"/>
                </a:ext>
              </a:extLst>
            </p:cNvPr>
            <p:cNvSpPr/>
            <p:nvPr/>
          </p:nvSpPr>
          <p:spPr>
            <a:xfrm>
              <a:off x="3356864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81" name="pg620">
              <a:extLst>
                <a:ext uri="{FF2B5EF4-FFF2-40B4-BE49-F238E27FC236}">
                  <a16:creationId xmlns:a16="http://schemas.microsoft.com/office/drawing/2014/main" id="{EDA19192-CA23-9A1A-FF85-E591D076BC54}"/>
                </a:ext>
              </a:extLst>
            </p:cNvPr>
            <p:cNvSpPr/>
            <p:nvPr/>
          </p:nvSpPr>
          <p:spPr>
            <a:xfrm>
              <a:off x="3438301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82" name="pg621">
              <a:extLst>
                <a:ext uri="{FF2B5EF4-FFF2-40B4-BE49-F238E27FC236}">
                  <a16:creationId xmlns:a16="http://schemas.microsoft.com/office/drawing/2014/main" id="{BBC34112-1D3D-94EF-8B3F-46F8BDFB7E17}"/>
                </a:ext>
              </a:extLst>
            </p:cNvPr>
            <p:cNvSpPr/>
            <p:nvPr/>
          </p:nvSpPr>
          <p:spPr>
            <a:xfrm>
              <a:off x="3519738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83" name="pg622">
              <a:extLst>
                <a:ext uri="{FF2B5EF4-FFF2-40B4-BE49-F238E27FC236}">
                  <a16:creationId xmlns:a16="http://schemas.microsoft.com/office/drawing/2014/main" id="{65EF824B-D3C5-C018-BDB5-5C7D982D649B}"/>
                </a:ext>
              </a:extLst>
            </p:cNvPr>
            <p:cNvSpPr/>
            <p:nvPr/>
          </p:nvSpPr>
          <p:spPr>
            <a:xfrm>
              <a:off x="3601176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84" name="pg623">
              <a:extLst>
                <a:ext uri="{FF2B5EF4-FFF2-40B4-BE49-F238E27FC236}">
                  <a16:creationId xmlns:a16="http://schemas.microsoft.com/office/drawing/2014/main" id="{DC32379F-96BB-232A-9E4B-F950A8C60767}"/>
                </a:ext>
              </a:extLst>
            </p:cNvPr>
            <p:cNvSpPr/>
            <p:nvPr/>
          </p:nvSpPr>
          <p:spPr>
            <a:xfrm>
              <a:off x="3682613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85" name="pg624">
              <a:extLst>
                <a:ext uri="{FF2B5EF4-FFF2-40B4-BE49-F238E27FC236}">
                  <a16:creationId xmlns:a16="http://schemas.microsoft.com/office/drawing/2014/main" id="{B6907C86-8CB8-CA4C-5FD3-4EE6F6F0E0DD}"/>
                </a:ext>
              </a:extLst>
            </p:cNvPr>
            <p:cNvSpPr/>
            <p:nvPr/>
          </p:nvSpPr>
          <p:spPr>
            <a:xfrm>
              <a:off x="3764050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86" name="pg625">
              <a:extLst>
                <a:ext uri="{FF2B5EF4-FFF2-40B4-BE49-F238E27FC236}">
                  <a16:creationId xmlns:a16="http://schemas.microsoft.com/office/drawing/2014/main" id="{F27E566A-94F0-E4B9-0B45-946C21F0AD0F}"/>
                </a:ext>
              </a:extLst>
            </p:cNvPr>
            <p:cNvSpPr/>
            <p:nvPr/>
          </p:nvSpPr>
          <p:spPr>
            <a:xfrm>
              <a:off x="3845487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87" name="pg626">
              <a:extLst>
                <a:ext uri="{FF2B5EF4-FFF2-40B4-BE49-F238E27FC236}">
                  <a16:creationId xmlns:a16="http://schemas.microsoft.com/office/drawing/2014/main" id="{DFC7B351-B7B0-4E3D-BCD6-4D02BC75C81D}"/>
                </a:ext>
              </a:extLst>
            </p:cNvPr>
            <p:cNvSpPr/>
            <p:nvPr/>
          </p:nvSpPr>
          <p:spPr>
            <a:xfrm>
              <a:off x="3926924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88" name="pg627">
              <a:extLst>
                <a:ext uri="{FF2B5EF4-FFF2-40B4-BE49-F238E27FC236}">
                  <a16:creationId xmlns:a16="http://schemas.microsoft.com/office/drawing/2014/main" id="{B57E87BC-AD20-F378-CCA5-E56B311A8991}"/>
                </a:ext>
              </a:extLst>
            </p:cNvPr>
            <p:cNvSpPr/>
            <p:nvPr/>
          </p:nvSpPr>
          <p:spPr>
            <a:xfrm>
              <a:off x="4008361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89" name="pg628">
              <a:extLst>
                <a:ext uri="{FF2B5EF4-FFF2-40B4-BE49-F238E27FC236}">
                  <a16:creationId xmlns:a16="http://schemas.microsoft.com/office/drawing/2014/main" id="{030290EC-22F8-FE19-6EFA-9F520CF0ED6F}"/>
                </a:ext>
              </a:extLst>
            </p:cNvPr>
            <p:cNvSpPr/>
            <p:nvPr/>
          </p:nvSpPr>
          <p:spPr>
            <a:xfrm>
              <a:off x="4089798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90" name="pg629">
              <a:extLst>
                <a:ext uri="{FF2B5EF4-FFF2-40B4-BE49-F238E27FC236}">
                  <a16:creationId xmlns:a16="http://schemas.microsoft.com/office/drawing/2014/main" id="{7FF0FE79-6EC7-6DD7-F116-FC98A1DD24C0}"/>
                </a:ext>
              </a:extLst>
            </p:cNvPr>
            <p:cNvSpPr/>
            <p:nvPr/>
          </p:nvSpPr>
          <p:spPr>
            <a:xfrm>
              <a:off x="4171236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91" name="pg630">
              <a:extLst>
                <a:ext uri="{FF2B5EF4-FFF2-40B4-BE49-F238E27FC236}">
                  <a16:creationId xmlns:a16="http://schemas.microsoft.com/office/drawing/2014/main" id="{76CDC347-3CCD-5AA8-F7CF-77B347C54220}"/>
                </a:ext>
              </a:extLst>
            </p:cNvPr>
            <p:cNvSpPr/>
            <p:nvPr/>
          </p:nvSpPr>
          <p:spPr>
            <a:xfrm>
              <a:off x="311255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92" name="pg631">
              <a:extLst>
                <a:ext uri="{FF2B5EF4-FFF2-40B4-BE49-F238E27FC236}">
                  <a16:creationId xmlns:a16="http://schemas.microsoft.com/office/drawing/2014/main" id="{5F119ABC-3EF8-F256-AD4D-B85CD9E63A46}"/>
                </a:ext>
              </a:extLst>
            </p:cNvPr>
            <p:cNvSpPr/>
            <p:nvPr/>
          </p:nvSpPr>
          <p:spPr>
            <a:xfrm>
              <a:off x="3193990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93" name="pg632">
              <a:extLst>
                <a:ext uri="{FF2B5EF4-FFF2-40B4-BE49-F238E27FC236}">
                  <a16:creationId xmlns:a16="http://schemas.microsoft.com/office/drawing/2014/main" id="{88D0A4DC-9235-1D6E-E330-0947684706D7}"/>
                </a:ext>
              </a:extLst>
            </p:cNvPr>
            <p:cNvSpPr/>
            <p:nvPr/>
          </p:nvSpPr>
          <p:spPr>
            <a:xfrm>
              <a:off x="3275427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94" name="pg633">
              <a:extLst>
                <a:ext uri="{FF2B5EF4-FFF2-40B4-BE49-F238E27FC236}">
                  <a16:creationId xmlns:a16="http://schemas.microsoft.com/office/drawing/2014/main" id="{A0F64794-7F80-ADC8-5B32-32D8AEF0BB10}"/>
                </a:ext>
              </a:extLst>
            </p:cNvPr>
            <p:cNvSpPr/>
            <p:nvPr/>
          </p:nvSpPr>
          <p:spPr>
            <a:xfrm>
              <a:off x="3356864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95" name="pg634">
              <a:extLst>
                <a:ext uri="{FF2B5EF4-FFF2-40B4-BE49-F238E27FC236}">
                  <a16:creationId xmlns:a16="http://schemas.microsoft.com/office/drawing/2014/main" id="{09AD4293-72D0-BF2E-01D8-B76099A81CA8}"/>
                </a:ext>
              </a:extLst>
            </p:cNvPr>
            <p:cNvSpPr/>
            <p:nvPr/>
          </p:nvSpPr>
          <p:spPr>
            <a:xfrm>
              <a:off x="3438301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96" name="pg635">
              <a:extLst>
                <a:ext uri="{FF2B5EF4-FFF2-40B4-BE49-F238E27FC236}">
                  <a16:creationId xmlns:a16="http://schemas.microsoft.com/office/drawing/2014/main" id="{55B7533E-7EE1-9FF8-F851-0FFC65AC740F}"/>
                </a:ext>
              </a:extLst>
            </p:cNvPr>
            <p:cNvSpPr/>
            <p:nvPr/>
          </p:nvSpPr>
          <p:spPr>
            <a:xfrm>
              <a:off x="3519738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97" name="pg636">
              <a:extLst>
                <a:ext uri="{FF2B5EF4-FFF2-40B4-BE49-F238E27FC236}">
                  <a16:creationId xmlns:a16="http://schemas.microsoft.com/office/drawing/2014/main" id="{1913C370-04D6-0A86-B060-221378AEAF7E}"/>
                </a:ext>
              </a:extLst>
            </p:cNvPr>
            <p:cNvSpPr/>
            <p:nvPr/>
          </p:nvSpPr>
          <p:spPr>
            <a:xfrm>
              <a:off x="3601176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98" name="pg637">
              <a:extLst>
                <a:ext uri="{FF2B5EF4-FFF2-40B4-BE49-F238E27FC236}">
                  <a16:creationId xmlns:a16="http://schemas.microsoft.com/office/drawing/2014/main" id="{5DB9EC8B-0065-12F9-61ED-95F160DA0AE7}"/>
                </a:ext>
              </a:extLst>
            </p:cNvPr>
            <p:cNvSpPr/>
            <p:nvPr/>
          </p:nvSpPr>
          <p:spPr>
            <a:xfrm>
              <a:off x="368261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99" name="pg638">
              <a:extLst>
                <a:ext uri="{FF2B5EF4-FFF2-40B4-BE49-F238E27FC236}">
                  <a16:creationId xmlns:a16="http://schemas.microsoft.com/office/drawing/2014/main" id="{B4E97A23-B696-CE24-444E-C8654BC6D49D}"/>
                </a:ext>
              </a:extLst>
            </p:cNvPr>
            <p:cNvSpPr/>
            <p:nvPr/>
          </p:nvSpPr>
          <p:spPr>
            <a:xfrm>
              <a:off x="3764050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00" name="pg639">
              <a:extLst>
                <a:ext uri="{FF2B5EF4-FFF2-40B4-BE49-F238E27FC236}">
                  <a16:creationId xmlns:a16="http://schemas.microsoft.com/office/drawing/2014/main" id="{6246AA5C-CEF9-DC6D-9936-039C779D1111}"/>
                </a:ext>
              </a:extLst>
            </p:cNvPr>
            <p:cNvSpPr/>
            <p:nvPr/>
          </p:nvSpPr>
          <p:spPr>
            <a:xfrm>
              <a:off x="3845487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01" name="pg640">
              <a:extLst>
                <a:ext uri="{FF2B5EF4-FFF2-40B4-BE49-F238E27FC236}">
                  <a16:creationId xmlns:a16="http://schemas.microsoft.com/office/drawing/2014/main" id="{21F2C69B-3D4A-5A8D-05FE-376B0E28DC41}"/>
                </a:ext>
              </a:extLst>
            </p:cNvPr>
            <p:cNvSpPr/>
            <p:nvPr/>
          </p:nvSpPr>
          <p:spPr>
            <a:xfrm>
              <a:off x="3926924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02" name="pg641">
              <a:extLst>
                <a:ext uri="{FF2B5EF4-FFF2-40B4-BE49-F238E27FC236}">
                  <a16:creationId xmlns:a16="http://schemas.microsoft.com/office/drawing/2014/main" id="{0C12175B-7318-24B9-7DE4-7AE42306354B}"/>
                </a:ext>
              </a:extLst>
            </p:cNvPr>
            <p:cNvSpPr/>
            <p:nvPr/>
          </p:nvSpPr>
          <p:spPr>
            <a:xfrm>
              <a:off x="4008361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03" name="pg642">
              <a:extLst>
                <a:ext uri="{FF2B5EF4-FFF2-40B4-BE49-F238E27FC236}">
                  <a16:creationId xmlns:a16="http://schemas.microsoft.com/office/drawing/2014/main" id="{E45AB709-2D31-2228-E597-4A0FC422DFA0}"/>
                </a:ext>
              </a:extLst>
            </p:cNvPr>
            <p:cNvSpPr/>
            <p:nvPr/>
          </p:nvSpPr>
          <p:spPr>
            <a:xfrm>
              <a:off x="4089798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04" name="pg643">
              <a:extLst>
                <a:ext uri="{FF2B5EF4-FFF2-40B4-BE49-F238E27FC236}">
                  <a16:creationId xmlns:a16="http://schemas.microsoft.com/office/drawing/2014/main" id="{EA4A2856-AB55-C883-7AC3-A12ACA6AA812}"/>
                </a:ext>
              </a:extLst>
            </p:cNvPr>
            <p:cNvSpPr/>
            <p:nvPr/>
          </p:nvSpPr>
          <p:spPr>
            <a:xfrm>
              <a:off x="4171236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05" name="pg644">
              <a:extLst>
                <a:ext uri="{FF2B5EF4-FFF2-40B4-BE49-F238E27FC236}">
                  <a16:creationId xmlns:a16="http://schemas.microsoft.com/office/drawing/2014/main" id="{5CB47C63-05F8-968F-6944-B56BAF884E66}"/>
                </a:ext>
              </a:extLst>
            </p:cNvPr>
            <p:cNvSpPr/>
            <p:nvPr/>
          </p:nvSpPr>
          <p:spPr>
            <a:xfrm>
              <a:off x="425267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06" name="pg645">
              <a:extLst>
                <a:ext uri="{FF2B5EF4-FFF2-40B4-BE49-F238E27FC236}">
                  <a16:creationId xmlns:a16="http://schemas.microsoft.com/office/drawing/2014/main" id="{91780487-63DA-D9D8-EE31-81934FB125CD}"/>
                </a:ext>
              </a:extLst>
            </p:cNvPr>
            <p:cNvSpPr/>
            <p:nvPr/>
          </p:nvSpPr>
          <p:spPr>
            <a:xfrm>
              <a:off x="3112553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07" name="pg646">
              <a:extLst>
                <a:ext uri="{FF2B5EF4-FFF2-40B4-BE49-F238E27FC236}">
                  <a16:creationId xmlns:a16="http://schemas.microsoft.com/office/drawing/2014/main" id="{EDD893F4-5A48-9624-4ABA-8E2F530EF50D}"/>
                </a:ext>
              </a:extLst>
            </p:cNvPr>
            <p:cNvSpPr/>
            <p:nvPr/>
          </p:nvSpPr>
          <p:spPr>
            <a:xfrm>
              <a:off x="3193990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08" name="pg647">
              <a:extLst>
                <a:ext uri="{FF2B5EF4-FFF2-40B4-BE49-F238E27FC236}">
                  <a16:creationId xmlns:a16="http://schemas.microsoft.com/office/drawing/2014/main" id="{319B5CC3-3F82-EE75-4EDA-09A904BCA7C3}"/>
                </a:ext>
              </a:extLst>
            </p:cNvPr>
            <p:cNvSpPr/>
            <p:nvPr/>
          </p:nvSpPr>
          <p:spPr>
            <a:xfrm>
              <a:off x="3275427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09" name="pg648">
              <a:extLst>
                <a:ext uri="{FF2B5EF4-FFF2-40B4-BE49-F238E27FC236}">
                  <a16:creationId xmlns:a16="http://schemas.microsoft.com/office/drawing/2014/main" id="{8129AE54-871C-9242-DB07-6901D9088FEF}"/>
                </a:ext>
              </a:extLst>
            </p:cNvPr>
            <p:cNvSpPr/>
            <p:nvPr/>
          </p:nvSpPr>
          <p:spPr>
            <a:xfrm>
              <a:off x="3356864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10" name="pg649">
              <a:extLst>
                <a:ext uri="{FF2B5EF4-FFF2-40B4-BE49-F238E27FC236}">
                  <a16:creationId xmlns:a16="http://schemas.microsoft.com/office/drawing/2014/main" id="{938EC15E-2A23-44BC-6A5E-B4A142ED42CB}"/>
                </a:ext>
              </a:extLst>
            </p:cNvPr>
            <p:cNvSpPr/>
            <p:nvPr/>
          </p:nvSpPr>
          <p:spPr>
            <a:xfrm>
              <a:off x="3438301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11" name="pg650">
              <a:extLst>
                <a:ext uri="{FF2B5EF4-FFF2-40B4-BE49-F238E27FC236}">
                  <a16:creationId xmlns:a16="http://schemas.microsoft.com/office/drawing/2014/main" id="{B10046C7-0E2B-C512-B0C6-2D4DD13505BB}"/>
                </a:ext>
              </a:extLst>
            </p:cNvPr>
            <p:cNvSpPr/>
            <p:nvPr/>
          </p:nvSpPr>
          <p:spPr>
            <a:xfrm>
              <a:off x="3519738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12" name="pg651">
              <a:extLst>
                <a:ext uri="{FF2B5EF4-FFF2-40B4-BE49-F238E27FC236}">
                  <a16:creationId xmlns:a16="http://schemas.microsoft.com/office/drawing/2014/main" id="{AB4C1C5B-02D5-EA86-1FD8-D61C97AAC2A4}"/>
                </a:ext>
              </a:extLst>
            </p:cNvPr>
            <p:cNvSpPr/>
            <p:nvPr/>
          </p:nvSpPr>
          <p:spPr>
            <a:xfrm>
              <a:off x="3601176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13" name="pg652">
              <a:extLst>
                <a:ext uri="{FF2B5EF4-FFF2-40B4-BE49-F238E27FC236}">
                  <a16:creationId xmlns:a16="http://schemas.microsoft.com/office/drawing/2014/main" id="{DB29DA8E-8810-7B29-7F16-00EE0D958EBD}"/>
                </a:ext>
              </a:extLst>
            </p:cNvPr>
            <p:cNvSpPr/>
            <p:nvPr/>
          </p:nvSpPr>
          <p:spPr>
            <a:xfrm>
              <a:off x="3682613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14" name="pg653">
              <a:extLst>
                <a:ext uri="{FF2B5EF4-FFF2-40B4-BE49-F238E27FC236}">
                  <a16:creationId xmlns:a16="http://schemas.microsoft.com/office/drawing/2014/main" id="{C1FB68EB-BF54-B1CA-E16C-5CC57FF08C48}"/>
                </a:ext>
              </a:extLst>
            </p:cNvPr>
            <p:cNvSpPr/>
            <p:nvPr/>
          </p:nvSpPr>
          <p:spPr>
            <a:xfrm>
              <a:off x="3764050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15" name="pg654">
              <a:extLst>
                <a:ext uri="{FF2B5EF4-FFF2-40B4-BE49-F238E27FC236}">
                  <a16:creationId xmlns:a16="http://schemas.microsoft.com/office/drawing/2014/main" id="{1B65241C-CDD0-E6E2-EC20-063DD5EBC1AC}"/>
                </a:ext>
              </a:extLst>
            </p:cNvPr>
            <p:cNvSpPr/>
            <p:nvPr/>
          </p:nvSpPr>
          <p:spPr>
            <a:xfrm>
              <a:off x="3845487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16" name="pg655">
              <a:extLst>
                <a:ext uri="{FF2B5EF4-FFF2-40B4-BE49-F238E27FC236}">
                  <a16:creationId xmlns:a16="http://schemas.microsoft.com/office/drawing/2014/main" id="{8876BF82-8D96-6AF0-427B-3D605AC716C4}"/>
                </a:ext>
              </a:extLst>
            </p:cNvPr>
            <p:cNvSpPr/>
            <p:nvPr/>
          </p:nvSpPr>
          <p:spPr>
            <a:xfrm>
              <a:off x="3926924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17" name="pg656">
              <a:extLst>
                <a:ext uri="{FF2B5EF4-FFF2-40B4-BE49-F238E27FC236}">
                  <a16:creationId xmlns:a16="http://schemas.microsoft.com/office/drawing/2014/main" id="{9B92900C-B738-1FD2-0A57-C66310221F1F}"/>
                </a:ext>
              </a:extLst>
            </p:cNvPr>
            <p:cNvSpPr/>
            <p:nvPr/>
          </p:nvSpPr>
          <p:spPr>
            <a:xfrm>
              <a:off x="4008361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18" name="pg657">
              <a:extLst>
                <a:ext uri="{FF2B5EF4-FFF2-40B4-BE49-F238E27FC236}">
                  <a16:creationId xmlns:a16="http://schemas.microsoft.com/office/drawing/2014/main" id="{A725A715-9CEA-FA56-D4AE-53B3E71606D6}"/>
                </a:ext>
              </a:extLst>
            </p:cNvPr>
            <p:cNvSpPr/>
            <p:nvPr/>
          </p:nvSpPr>
          <p:spPr>
            <a:xfrm>
              <a:off x="4089798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19" name="pg658">
              <a:extLst>
                <a:ext uri="{FF2B5EF4-FFF2-40B4-BE49-F238E27FC236}">
                  <a16:creationId xmlns:a16="http://schemas.microsoft.com/office/drawing/2014/main" id="{2A6C4F0A-77B3-DC4A-F394-059AD189403B}"/>
                </a:ext>
              </a:extLst>
            </p:cNvPr>
            <p:cNvSpPr/>
            <p:nvPr/>
          </p:nvSpPr>
          <p:spPr>
            <a:xfrm>
              <a:off x="4171236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20" name="pg659">
              <a:extLst>
                <a:ext uri="{FF2B5EF4-FFF2-40B4-BE49-F238E27FC236}">
                  <a16:creationId xmlns:a16="http://schemas.microsoft.com/office/drawing/2014/main" id="{552AA3C8-9820-DA32-D853-4FCD21B8FD6E}"/>
                </a:ext>
              </a:extLst>
            </p:cNvPr>
            <p:cNvSpPr/>
            <p:nvPr/>
          </p:nvSpPr>
          <p:spPr>
            <a:xfrm>
              <a:off x="4252673" y="5475920"/>
              <a:ext cx="81437" cy="79259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21" name="pg660">
              <a:extLst>
                <a:ext uri="{FF2B5EF4-FFF2-40B4-BE49-F238E27FC236}">
                  <a16:creationId xmlns:a16="http://schemas.microsoft.com/office/drawing/2014/main" id="{2C7E8269-47AA-BF45-FE45-D1895B7AC51E}"/>
                </a:ext>
              </a:extLst>
            </p:cNvPr>
            <p:cNvSpPr/>
            <p:nvPr/>
          </p:nvSpPr>
          <p:spPr>
            <a:xfrm>
              <a:off x="5284534" y="1853932"/>
              <a:ext cx="27605" cy="141906"/>
            </a:xfrm>
            <a:custGeom>
              <a:avLst/>
              <a:gdLst/>
              <a:ahLst/>
              <a:cxnLst/>
              <a:rect l="0" t="0" r="0" b="0"/>
              <a:pathLst>
                <a:path w="27605" h="141906">
                  <a:moveTo>
                    <a:pt x="25965" y="15142"/>
                  </a:moveTo>
                  <a:lnTo>
                    <a:pt x="3001" y="141906"/>
                  </a:lnTo>
                  <a:lnTo>
                    <a:pt x="0" y="103414"/>
                  </a:lnTo>
                  <a:lnTo>
                    <a:pt x="9634" y="0"/>
                  </a:lnTo>
                  <a:lnTo>
                    <a:pt x="2760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22" name="pg661">
              <a:extLst>
                <a:ext uri="{FF2B5EF4-FFF2-40B4-BE49-F238E27FC236}">
                  <a16:creationId xmlns:a16="http://schemas.microsoft.com/office/drawing/2014/main" id="{BF8DD023-86E8-0898-4C14-2A71A7F6137F}"/>
                </a:ext>
              </a:extLst>
            </p:cNvPr>
            <p:cNvSpPr/>
            <p:nvPr/>
          </p:nvSpPr>
          <p:spPr>
            <a:xfrm>
              <a:off x="4217860" y="1853932"/>
              <a:ext cx="1042192" cy="937770"/>
            </a:xfrm>
            <a:custGeom>
              <a:avLst/>
              <a:gdLst/>
              <a:ahLst/>
              <a:cxnLst/>
              <a:rect l="0" t="0" r="0" b="0"/>
              <a:pathLst>
                <a:path w="1042192" h="937770">
                  <a:moveTo>
                    <a:pt x="1041757" y="966"/>
                  </a:moveTo>
                  <a:lnTo>
                    <a:pt x="998433" y="199714"/>
                  </a:lnTo>
                  <a:lnTo>
                    <a:pt x="938872" y="305648"/>
                  </a:lnTo>
                  <a:lnTo>
                    <a:pt x="884012" y="378917"/>
                  </a:lnTo>
                  <a:lnTo>
                    <a:pt x="827417" y="366805"/>
                  </a:lnTo>
                  <a:lnTo>
                    <a:pt x="840146" y="425026"/>
                  </a:lnTo>
                  <a:lnTo>
                    <a:pt x="824596" y="455352"/>
                  </a:lnTo>
                  <a:lnTo>
                    <a:pt x="811288" y="518619"/>
                  </a:lnTo>
                  <a:lnTo>
                    <a:pt x="777548" y="560552"/>
                  </a:lnTo>
                  <a:lnTo>
                    <a:pt x="745832" y="556515"/>
                  </a:lnTo>
                  <a:lnTo>
                    <a:pt x="700266" y="585419"/>
                  </a:lnTo>
                  <a:lnTo>
                    <a:pt x="682293" y="607532"/>
                  </a:lnTo>
                  <a:lnTo>
                    <a:pt x="680955" y="649879"/>
                  </a:lnTo>
                  <a:lnTo>
                    <a:pt x="650470" y="687132"/>
                  </a:lnTo>
                  <a:lnTo>
                    <a:pt x="540461" y="880650"/>
                  </a:lnTo>
                  <a:lnTo>
                    <a:pt x="444953" y="937770"/>
                  </a:lnTo>
                  <a:lnTo>
                    <a:pt x="422098" y="929465"/>
                  </a:lnTo>
                  <a:lnTo>
                    <a:pt x="447268" y="838120"/>
                  </a:lnTo>
                  <a:lnTo>
                    <a:pt x="464518" y="745766"/>
                  </a:lnTo>
                  <a:lnTo>
                    <a:pt x="406548" y="705576"/>
                  </a:lnTo>
                  <a:lnTo>
                    <a:pt x="351073" y="684334"/>
                  </a:lnTo>
                  <a:lnTo>
                    <a:pt x="287426" y="687132"/>
                  </a:lnTo>
                  <a:lnTo>
                    <a:pt x="217124" y="615332"/>
                  </a:lnTo>
                  <a:lnTo>
                    <a:pt x="126499" y="563121"/>
                  </a:lnTo>
                  <a:lnTo>
                    <a:pt x="0" y="421860"/>
                  </a:lnTo>
                  <a:lnTo>
                    <a:pt x="3688" y="382679"/>
                  </a:lnTo>
                  <a:lnTo>
                    <a:pt x="506" y="316935"/>
                  </a:lnTo>
                  <a:lnTo>
                    <a:pt x="38947" y="213064"/>
                  </a:lnTo>
                  <a:lnTo>
                    <a:pt x="75798" y="140438"/>
                  </a:lnTo>
                  <a:lnTo>
                    <a:pt x="126680" y="102817"/>
                  </a:lnTo>
                  <a:lnTo>
                    <a:pt x="274335" y="64508"/>
                  </a:lnTo>
                  <a:lnTo>
                    <a:pt x="311366" y="6884"/>
                  </a:lnTo>
                  <a:lnTo>
                    <a:pt x="314479" y="0"/>
                  </a:lnTo>
                  <a:lnTo>
                    <a:pt x="1042192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23" name="pg662">
              <a:extLst>
                <a:ext uri="{FF2B5EF4-FFF2-40B4-BE49-F238E27FC236}">
                  <a16:creationId xmlns:a16="http://schemas.microsoft.com/office/drawing/2014/main" id="{D21C5875-21FD-9067-26B4-24FFB63898AF}"/>
                </a:ext>
              </a:extLst>
            </p:cNvPr>
            <p:cNvSpPr/>
            <p:nvPr/>
          </p:nvSpPr>
          <p:spPr>
            <a:xfrm>
              <a:off x="2490532" y="1853932"/>
              <a:ext cx="2088998" cy="3682871"/>
            </a:xfrm>
            <a:custGeom>
              <a:avLst/>
              <a:gdLst/>
              <a:ahLst/>
              <a:cxnLst/>
              <a:rect l="0" t="0" r="0" b="0"/>
              <a:pathLst>
                <a:path w="2088998" h="3682871">
                  <a:moveTo>
                    <a:pt x="1987487" y="41706"/>
                  </a:moveTo>
                  <a:lnTo>
                    <a:pt x="1877912" y="69968"/>
                  </a:lnTo>
                  <a:lnTo>
                    <a:pt x="1818858" y="101074"/>
                  </a:lnTo>
                  <a:lnTo>
                    <a:pt x="1771628" y="148650"/>
                  </a:lnTo>
                  <a:lnTo>
                    <a:pt x="1743674" y="208385"/>
                  </a:lnTo>
                  <a:lnTo>
                    <a:pt x="1680388" y="280369"/>
                  </a:lnTo>
                  <a:lnTo>
                    <a:pt x="1684836" y="328588"/>
                  </a:lnTo>
                  <a:lnTo>
                    <a:pt x="1695432" y="362859"/>
                  </a:lnTo>
                  <a:lnTo>
                    <a:pt x="1690550" y="434293"/>
                  </a:lnTo>
                  <a:lnTo>
                    <a:pt x="1730583" y="503937"/>
                  </a:lnTo>
                  <a:lnTo>
                    <a:pt x="1809961" y="618039"/>
                  </a:lnTo>
                  <a:lnTo>
                    <a:pt x="1825114" y="795269"/>
                  </a:lnTo>
                  <a:lnTo>
                    <a:pt x="1885687" y="913867"/>
                  </a:lnTo>
                  <a:lnTo>
                    <a:pt x="1978519" y="1052146"/>
                  </a:lnTo>
                  <a:lnTo>
                    <a:pt x="2049905" y="1091464"/>
                  </a:lnTo>
                  <a:lnTo>
                    <a:pt x="2053377" y="1142895"/>
                  </a:lnTo>
                  <a:lnTo>
                    <a:pt x="2020432" y="1227817"/>
                  </a:lnTo>
                  <a:lnTo>
                    <a:pt x="1977000" y="1266630"/>
                  </a:lnTo>
                  <a:lnTo>
                    <a:pt x="2033487" y="1258877"/>
                  </a:lnTo>
                  <a:lnTo>
                    <a:pt x="2061622" y="1278284"/>
                  </a:lnTo>
                  <a:lnTo>
                    <a:pt x="2088998" y="1349121"/>
                  </a:lnTo>
                  <a:lnTo>
                    <a:pt x="2086864" y="1421426"/>
                  </a:lnTo>
                  <a:lnTo>
                    <a:pt x="2077606" y="1462167"/>
                  </a:lnTo>
                  <a:lnTo>
                    <a:pt x="2060501" y="1478408"/>
                  </a:lnTo>
                  <a:lnTo>
                    <a:pt x="2061224" y="1436796"/>
                  </a:lnTo>
                  <a:lnTo>
                    <a:pt x="2049110" y="1422344"/>
                  </a:lnTo>
                  <a:lnTo>
                    <a:pt x="2029111" y="1440374"/>
                  </a:lnTo>
                  <a:lnTo>
                    <a:pt x="2016165" y="1460928"/>
                  </a:lnTo>
                  <a:lnTo>
                    <a:pt x="2010776" y="1541905"/>
                  </a:lnTo>
                  <a:lnTo>
                    <a:pt x="1997071" y="1582370"/>
                  </a:lnTo>
                  <a:lnTo>
                    <a:pt x="1948612" y="1594390"/>
                  </a:lnTo>
                  <a:lnTo>
                    <a:pt x="1899466" y="1700646"/>
                  </a:lnTo>
                  <a:lnTo>
                    <a:pt x="1853755" y="1760931"/>
                  </a:lnTo>
                  <a:lnTo>
                    <a:pt x="1673879" y="2168566"/>
                  </a:lnTo>
                  <a:lnTo>
                    <a:pt x="1680750" y="2236697"/>
                  </a:lnTo>
                  <a:lnTo>
                    <a:pt x="1647841" y="2258627"/>
                  </a:lnTo>
                  <a:lnTo>
                    <a:pt x="1598008" y="2276474"/>
                  </a:lnTo>
                  <a:lnTo>
                    <a:pt x="1547596" y="2317214"/>
                  </a:lnTo>
                  <a:lnTo>
                    <a:pt x="1514145" y="2362130"/>
                  </a:lnTo>
                  <a:lnTo>
                    <a:pt x="1483081" y="2482929"/>
                  </a:lnTo>
                  <a:lnTo>
                    <a:pt x="1423556" y="2618915"/>
                  </a:lnTo>
                  <a:lnTo>
                    <a:pt x="1386416" y="2562254"/>
                  </a:lnTo>
                  <a:lnTo>
                    <a:pt x="1376905" y="2513760"/>
                  </a:lnTo>
                  <a:lnTo>
                    <a:pt x="1393432" y="2387272"/>
                  </a:lnTo>
                  <a:lnTo>
                    <a:pt x="1457803" y="2179898"/>
                  </a:lnTo>
                  <a:lnTo>
                    <a:pt x="1528719" y="2050978"/>
                  </a:lnTo>
                  <a:lnTo>
                    <a:pt x="1582819" y="1989868"/>
                  </a:lnTo>
                  <a:lnTo>
                    <a:pt x="1627300" y="1865306"/>
                  </a:lnTo>
                  <a:lnTo>
                    <a:pt x="1571103" y="1846725"/>
                  </a:lnTo>
                  <a:lnTo>
                    <a:pt x="1485432" y="1848744"/>
                  </a:lnTo>
                  <a:lnTo>
                    <a:pt x="1501560" y="1791257"/>
                  </a:lnTo>
                  <a:lnTo>
                    <a:pt x="1526549" y="1740607"/>
                  </a:lnTo>
                  <a:lnTo>
                    <a:pt x="1481888" y="1690140"/>
                  </a:lnTo>
                  <a:lnTo>
                    <a:pt x="1455452" y="1683717"/>
                  </a:lnTo>
                  <a:lnTo>
                    <a:pt x="1428221" y="1663025"/>
                  </a:lnTo>
                  <a:lnTo>
                    <a:pt x="1460153" y="1621000"/>
                  </a:lnTo>
                  <a:lnTo>
                    <a:pt x="1475740" y="1576589"/>
                  </a:lnTo>
                  <a:lnTo>
                    <a:pt x="1466229" y="1522544"/>
                  </a:lnTo>
                  <a:lnTo>
                    <a:pt x="1479609" y="1481849"/>
                  </a:lnTo>
                  <a:lnTo>
                    <a:pt x="1457296" y="1487997"/>
                  </a:lnTo>
                  <a:lnTo>
                    <a:pt x="1421422" y="1531077"/>
                  </a:lnTo>
                  <a:lnTo>
                    <a:pt x="1399110" y="1548282"/>
                  </a:lnTo>
                  <a:lnTo>
                    <a:pt x="1385512" y="1510156"/>
                  </a:lnTo>
                  <a:lnTo>
                    <a:pt x="1369998" y="1518782"/>
                  </a:lnTo>
                  <a:lnTo>
                    <a:pt x="1359909" y="1544979"/>
                  </a:lnTo>
                  <a:lnTo>
                    <a:pt x="1337017" y="1559385"/>
                  </a:lnTo>
                  <a:lnTo>
                    <a:pt x="1288667" y="1523553"/>
                  </a:lnTo>
                  <a:lnTo>
                    <a:pt x="1218184" y="1482537"/>
                  </a:lnTo>
                  <a:lnTo>
                    <a:pt x="1178947" y="1411975"/>
                  </a:lnTo>
                  <a:lnTo>
                    <a:pt x="1156562" y="1357287"/>
                  </a:lnTo>
                  <a:lnTo>
                    <a:pt x="1179309" y="1258326"/>
                  </a:lnTo>
                  <a:lnTo>
                    <a:pt x="1228021" y="1240755"/>
                  </a:lnTo>
                  <a:lnTo>
                    <a:pt x="1291307" y="1256812"/>
                  </a:lnTo>
                  <a:lnTo>
                    <a:pt x="1374265" y="1256675"/>
                  </a:lnTo>
                  <a:lnTo>
                    <a:pt x="1362404" y="1234699"/>
                  </a:lnTo>
                  <a:lnTo>
                    <a:pt x="1332786" y="1238323"/>
                  </a:lnTo>
                  <a:lnTo>
                    <a:pt x="1245343" y="1158035"/>
                  </a:lnTo>
                  <a:lnTo>
                    <a:pt x="1217208" y="1109541"/>
                  </a:lnTo>
                  <a:lnTo>
                    <a:pt x="1168821" y="1096236"/>
                  </a:lnTo>
                  <a:lnTo>
                    <a:pt x="1146762" y="1142849"/>
                  </a:lnTo>
                  <a:lnTo>
                    <a:pt x="1122279" y="1155236"/>
                  </a:lnTo>
                  <a:lnTo>
                    <a:pt x="1152512" y="1053247"/>
                  </a:lnTo>
                  <a:lnTo>
                    <a:pt x="1192038" y="1049072"/>
                  </a:lnTo>
                  <a:lnTo>
                    <a:pt x="1250406" y="1020811"/>
                  </a:lnTo>
                  <a:lnTo>
                    <a:pt x="1233445" y="961764"/>
                  </a:lnTo>
                  <a:lnTo>
                    <a:pt x="1196595" y="935934"/>
                  </a:lnTo>
                  <a:lnTo>
                    <a:pt x="1130054" y="968325"/>
                  </a:lnTo>
                  <a:lnTo>
                    <a:pt x="1130850" y="926804"/>
                  </a:lnTo>
                  <a:lnTo>
                    <a:pt x="1143326" y="873631"/>
                  </a:lnTo>
                  <a:lnTo>
                    <a:pt x="1193485" y="873814"/>
                  </a:lnTo>
                  <a:lnTo>
                    <a:pt x="1237423" y="891156"/>
                  </a:lnTo>
                  <a:lnTo>
                    <a:pt x="1274816" y="805271"/>
                  </a:lnTo>
                  <a:lnTo>
                    <a:pt x="1276480" y="766916"/>
                  </a:lnTo>
                  <a:lnTo>
                    <a:pt x="1214351" y="822659"/>
                  </a:lnTo>
                  <a:lnTo>
                    <a:pt x="1200392" y="702410"/>
                  </a:lnTo>
                  <a:lnTo>
                    <a:pt x="1261544" y="586428"/>
                  </a:lnTo>
                  <a:lnTo>
                    <a:pt x="1319876" y="535869"/>
                  </a:lnTo>
                  <a:lnTo>
                    <a:pt x="1392745" y="537337"/>
                  </a:lnTo>
                  <a:lnTo>
                    <a:pt x="1466807" y="529171"/>
                  </a:lnTo>
                  <a:lnTo>
                    <a:pt x="1420338" y="507929"/>
                  </a:lnTo>
                  <a:lnTo>
                    <a:pt x="1372638" y="496413"/>
                  </a:lnTo>
                  <a:lnTo>
                    <a:pt x="1408476" y="450580"/>
                  </a:lnTo>
                  <a:lnTo>
                    <a:pt x="1439034" y="442368"/>
                  </a:lnTo>
                  <a:lnTo>
                    <a:pt x="1469050" y="402407"/>
                  </a:lnTo>
                  <a:lnTo>
                    <a:pt x="1396868" y="408326"/>
                  </a:lnTo>
                  <a:lnTo>
                    <a:pt x="1405366" y="332717"/>
                  </a:lnTo>
                  <a:lnTo>
                    <a:pt x="1370287" y="348086"/>
                  </a:lnTo>
                  <a:lnTo>
                    <a:pt x="1328302" y="355198"/>
                  </a:lnTo>
                  <a:lnTo>
                    <a:pt x="1311956" y="387267"/>
                  </a:lnTo>
                  <a:lnTo>
                    <a:pt x="1315175" y="440533"/>
                  </a:lnTo>
                  <a:lnTo>
                    <a:pt x="1302915" y="475492"/>
                  </a:lnTo>
                  <a:lnTo>
                    <a:pt x="1270260" y="503570"/>
                  </a:lnTo>
                  <a:lnTo>
                    <a:pt x="1215111" y="525455"/>
                  </a:lnTo>
                  <a:lnTo>
                    <a:pt x="1209758" y="487513"/>
                  </a:lnTo>
                  <a:lnTo>
                    <a:pt x="1191532" y="470308"/>
                  </a:lnTo>
                  <a:lnTo>
                    <a:pt x="1184733" y="551560"/>
                  </a:lnTo>
                  <a:lnTo>
                    <a:pt x="1170268" y="579179"/>
                  </a:lnTo>
                  <a:lnTo>
                    <a:pt x="1129946" y="502928"/>
                  </a:lnTo>
                  <a:lnTo>
                    <a:pt x="1117831" y="518298"/>
                  </a:lnTo>
                  <a:lnTo>
                    <a:pt x="1119386" y="539952"/>
                  </a:lnTo>
                  <a:lnTo>
                    <a:pt x="1109080" y="577390"/>
                  </a:lnTo>
                  <a:lnTo>
                    <a:pt x="1074507" y="596888"/>
                  </a:lnTo>
                  <a:lnTo>
                    <a:pt x="1076641" y="644878"/>
                  </a:lnTo>
                  <a:lnTo>
                    <a:pt x="1063225" y="671029"/>
                  </a:lnTo>
                  <a:lnTo>
                    <a:pt x="952492" y="629371"/>
                  </a:lnTo>
                  <a:lnTo>
                    <a:pt x="949889" y="643501"/>
                  </a:lnTo>
                  <a:lnTo>
                    <a:pt x="1012524" y="733333"/>
                  </a:lnTo>
                  <a:lnTo>
                    <a:pt x="1058270" y="764026"/>
                  </a:lnTo>
                  <a:lnTo>
                    <a:pt x="1063839" y="813024"/>
                  </a:lnTo>
                  <a:lnTo>
                    <a:pt x="1024566" y="853673"/>
                  </a:lnTo>
                  <a:lnTo>
                    <a:pt x="970393" y="818576"/>
                  </a:lnTo>
                  <a:lnTo>
                    <a:pt x="961280" y="821145"/>
                  </a:lnTo>
                  <a:lnTo>
                    <a:pt x="990717" y="881338"/>
                  </a:lnTo>
                  <a:lnTo>
                    <a:pt x="1009269" y="933916"/>
                  </a:lnTo>
                  <a:lnTo>
                    <a:pt x="990175" y="977960"/>
                  </a:lnTo>
                  <a:lnTo>
                    <a:pt x="993140" y="1032189"/>
                  </a:lnTo>
                  <a:lnTo>
                    <a:pt x="989017" y="1081371"/>
                  </a:lnTo>
                  <a:lnTo>
                    <a:pt x="977337" y="1124268"/>
                  </a:lnTo>
                  <a:lnTo>
                    <a:pt x="1003663" y="1322006"/>
                  </a:lnTo>
                  <a:lnTo>
                    <a:pt x="1035379" y="1375777"/>
                  </a:lnTo>
                  <a:lnTo>
                    <a:pt x="1066552" y="1427207"/>
                  </a:lnTo>
                  <a:lnTo>
                    <a:pt x="1083078" y="1475334"/>
                  </a:lnTo>
                  <a:lnTo>
                    <a:pt x="1049989" y="1482354"/>
                  </a:lnTo>
                  <a:lnTo>
                    <a:pt x="997299" y="1442760"/>
                  </a:lnTo>
                  <a:lnTo>
                    <a:pt x="951010" y="1412572"/>
                  </a:lnTo>
                  <a:lnTo>
                    <a:pt x="895861" y="1316042"/>
                  </a:lnTo>
                  <a:lnTo>
                    <a:pt x="886747" y="1277504"/>
                  </a:lnTo>
                  <a:lnTo>
                    <a:pt x="873295" y="1247040"/>
                  </a:lnTo>
                  <a:lnTo>
                    <a:pt x="879804" y="1317006"/>
                  </a:lnTo>
                  <a:lnTo>
                    <a:pt x="899477" y="1395138"/>
                  </a:lnTo>
                  <a:lnTo>
                    <a:pt x="1072193" y="1569983"/>
                  </a:lnTo>
                  <a:lnTo>
                    <a:pt x="1104089" y="1637058"/>
                  </a:lnTo>
                  <a:lnTo>
                    <a:pt x="1128391" y="1689773"/>
                  </a:lnTo>
                  <a:lnTo>
                    <a:pt x="1122279" y="1740286"/>
                  </a:lnTo>
                  <a:lnTo>
                    <a:pt x="1077256" y="1704546"/>
                  </a:lnTo>
                  <a:lnTo>
                    <a:pt x="1038416" y="1658988"/>
                  </a:lnTo>
                  <a:lnTo>
                    <a:pt x="935315" y="1607512"/>
                  </a:lnTo>
                  <a:lnTo>
                    <a:pt x="805308" y="1574983"/>
                  </a:lnTo>
                  <a:lnTo>
                    <a:pt x="732004" y="1455331"/>
                  </a:lnTo>
                  <a:lnTo>
                    <a:pt x="732258" y="1505247"/>
                  </a:lnTo>
                  <a:lnTo>
                    <a:pt x="715984" y="1547594"/>
                  </a:lnTo>
                  <a:lnTo>
                    <a:pt x="671178" y="1495980"/>
                  </a:lnTo>
                  <a:lnTo>
                    <a:pt x="642934" y="1451936"/>
                  </a:lnTo>
                  <a:lnTo>
                    <a:pt x="633459" y="1403671"/>
                  </a:lnTo>
                  <a:lnTo>
                    <a:pt x="577515" y="1406974"/>
                  </a:lnTo>
                  <a:lnTo>
                    <a:pt x="518858" y="1448908"/>
                  </a:lnTo>
                  <a:lnTo>
                    <a:pt x="462117" y="1438952"/>
                  </a:lnTo>
                  <a:lnTo>
                    <a:pt x="455391" y="1357104"/>
                  </a:lnTo>
                  <a:lnTo>
                    <a:pt x="470724" y="1313748"/>
                  </a:lnTo>
                  <a:lnTo>
                    <a:pt x="534408" y="1211209"/>
                  </a:lnTo>
                  <a:lnTo>
                    <a:pt x="594403" y="1158861"/>
                  </a:lnTo>
                  <a:lnTo>
                    <a:pt x="620875" y="1091281"/>
                  </a:lnTo>
                  <a:lnTo>
                    <a:pt x="611834" y="986493"/>
                  </a:lnTo>
                  <a:lnTo>
                    <a:pt x="600551" y="1093116"/>
                  </a:lnTo>
                  <a:lnTo>
                    <a:pt x="566268" y="1145969"/>
                  </a:lnTo>
                  <a:lnTo>
                    <a:pt x="512384" y="1186342"/>
                  </a:lnTo>
                  <a:lnTo>
                    <a:pt x="441468" y="1258280"/>
                  </a:lnTo>
                  <a:lnTo>
                    <a:pt x="424146" y="1324805"/>
                  </a:lnTo>
                  <a:lnTo>
                    <a:pt x="402014" y="1449367"/>
                  </a:lnTo>
                  <a:lnTo>
                    <a:pt x="431957" y="1491529"/>
                  </a:lnTo>
                  <a:lnTo>
                    <a:pt x="462551" y="1502540"/>
                  </a:lnTo>
                  <a:lnTo>
                    <a:pt x="552924" y="1474279"/>
                  </a:lnTo>
                  <a:lnTo>
                    <a:pt x="599683" y="1486896"/>
                  </a:lnTo>
                  <a:lnTo>
                    <a:pt x="703689" y="1636874"/>
                  </a:lnTo>
                  <a:lnTo>
                    <a:pt x="897343" y="1696196"/>
                  </a:lnTo>
                  <a:lnTo>
                    <a:pt x="967970" y="1733266"/>
                  </a:lnTo>
                  <a:lnTo>
                    <a:pt x="1025542" y="1811536"/>
                  </a:lnTo>
                  <a:lnTo>
                    <a:pt x="1112081" y="1856589"/>
                  </a:lnTo>
                  <a:lnTo>
                    <a:pt x="1179237" y="1922058"/>
                  </a:lnTo>
                  <a:lnTo>
                    <a:pt x="1181045" y="1964772"/>
                  </a:lnTo>
                  <a:lnTo>
                    <a:pt x="1157792" y="2015285"/>
                  </a:lnTo>
                  <a:lnTo>
                    <a:pt x="1148606" y="2083644"/>
                  </a:lnTo>
                  <a:lnTo>
                    <a:pt x="1120073" y="2126771"/>
                  </a:lnTo>
                  <a:lnTo>
                    <a:pt x="1051580" y="2131726"/>
                  </a:lnTo>
                  <a:lnTo>
                    <a:pt x="1010209" y="2120623"/>
                  </a:lnTo>
                  <a:lnTo>
                    <a:pt x="787804" y="1880308"/>
                  </a:lnTo>
                  <a:lnTo>
                    <a:pt x="761261" y="1858195"/>
                  </a:lnTo>
                  <a:lnTo>
                    <a:pt x="678772" y="1732349"/>
                  </a:lnTo>
                  <a:lnTo>
                    <a:pt x="581999" y="1664952"/>
                  </a:lnTo>
                  <a:lnTo>
                    <a:pt x="552056" y="1666374"/>
                  </a:lnTo>
                  <a:lnTo>
                    <a:pt x="689802" y="1791028"/>
                  </a:lnTo>
                  <a:lnTo>
                    <a:pt x="746036" y="1878198"/>
                  </a:lnTo>
                  <a:lnTo>
                    <a:pt x="845087" y="2000420"/>
                  </a:lnTo>
                  <a:lnTo>
                    <a:pt x="915895" y="2052171"/>
                  </a:lnTo>
                  <a:lnTo>
                    <a:pt x="968006" y="2132918"/>
                  </a:lnTo>
                  <a:lnTo>
                    <a:pt x="1016429" y="2170769"/>
                  </a:lnTo>
                  <a:lnTo>
                    <a:pt x="1148642" y="2224676"/>
                  </a:lnTo>
                  <a:lnTo>
                    <a:pt x="1102679" y="2263398"/>
                  </a:lnTo>
                  <a:lnTo>
                    <a:pt x="1176054" y="2296385"/>
                  </a:lnTo>
                  <a:lnTo>
                    <a:pt x="1186542" y="2357037"/>
                  </a:lnTo>
                  <a:lnTo>
                    <a:pt x="1179815" y="2426177"/>
                  </a:lnTo>
                  <a:lnTo>
                    <a:pt x="1077979" y="2398833"/>
                  </a:lnTo>
                  <a:lnTo>
                    <a:pt x="1074652" y="2449759"/>
                  </a:lnTo>
                  <a:lnTo>
                    <a:pt x="1083765" y="2479810"/>
                  </a:lnTo>
                  <a:lnTo>
                    <a:pt x="1038778" y="2504630"/>
                  </a:lnTo>
                  <a:lnTo>
                    <a:pt x="976216" y="2470955"/>
                  </a:lnTo>
                  <a:lnTo>
                    <a:pt x="813770" y="2286751"/>
                  </a:lnTo>
                  <a:lnTo>
                    <a:pt x="815144" y="2311388"/>
                  </a:lnTo>
                  <a:lnTo>
                    <a:pt x="828307" y="2339970"/>
                  </a:lnTo>
                  <a:lnTo>
                    <a:pt x="922513" y="2458568"/>
                  </a:lnTo>
                  <a:lnTo>
                    <a:pt x="1006593" y="2529680"/>
                  </a:lnTo>
                  <a:lnTo>
                    <a:pt x="1077871" y="2561796"/>
                  </a:lnTo>
                  <a:lnTo>
                    <a:pt x="1132803" y="2621392"/>
                  </a:lnTo>
                  <a:lnTo>
                    <a:pt x="1152186" y="2657453"/>
                  </a:lnTo>
                  <a:lnTo>
                    <a:pt x="1165133" y="2712141"/>
                  </a:lnTo>
                  <a:lnTo>
                    <a:pt x="1124413" y="2749303"/>
                  </a:lnTo>
                  <a:lnTo>
                    <a:pt x="1078051" y="2769811"/>
                  </a:lnTo>
                  <a:lnTo>
                    <a:pt x="1032775" y="2732741"/>
                  </a:lnTo>
                  <a:lnTo>
                    <a:pt x="999577" y="2693698"/>
                  </a:lnTo>
                  <a:lnTo>
                    <a:pt x="928878" y="2627403"/>
                  </a:lnTo>
                  <a:lnTo>
                    <a:pt x="907686" y="2553308"/>
                  </a:lnTo>
                  <a:lnTo>
                    <a:pt x="853911" y="2557116"/>
                  </a:lnTo>
                  <a:lnTo>
                    <a:pt x="629156" y="2463156"/>
                  </a:lnTo>
                  <a:lnTo>
                    <a:pt x="448520" y="2452328"/>
                  </a:lnTo>
                  <a:lnTo>
                    <a:pt x="466168" y="2471230"/>
                  </a:lnTo>
                  <a:lnTo>
                    <a:pt x="489023" y="2483801"/>
                  </a:lnTo>
                  <a:lnTo>
                    <a:pt x="632881" y="2506970"/>
                  </a:lnTo>
                  <a:lnTo>
                    <a:pt x="689730" y="2550234"/>
                  </a:lnTo>
                  <a:lnTo>
                    <a:pt x="808056" y="2588635"/>
                  </a:lnTo>
                  <a:lnTo>
                    <a:pt x="877345" y="2599141"/>
                  </a:lnTo>
                  <a:lnTo>
                    <a:pt x="905444" y="2717096"/>
                  </a:lnTo>
                  <a:lnTo>
                    <a:pt x="1001204" y="2798256"/>
                  </a:lnTo>
                  <a:lnTo>
                    <a:pt x="1013645" y="2858403"/>
                  </a:lnTo>
                  <a:lnTo>
                    <a:pt x="1079028" y="2865148"/>
                  </a:lnTo>
                  <a:lnTo>
                    <a:pt x="1194063" y="2806147"/>
                  </a:lnTo>
                  <a:lnTo>
                    <a:pt x="1268307" y="2826839"/>
                  </a:lnTo>
                  <a:lnTo>
                    <a:pt x="1375386" y="2843722"/>
                  </a:lnTo>
                  <a:lnTo>
                    <a:pt x="1399869" y="2891345"/>
                  </a:lnTo>
                  <a:lnTo>
                    <a:pt x="1418240" y="2981956"/>
                  </a:lnTo>
                  <a:lnTo>
                    <a:pt x="1456103" y="3083899"/>
                  </a:lnTo>
                  <a:lnTo>
                    <a:pt x="1554287" y="3485845"/>
                  </a:lnTo>
                  <a:lnTo>
                    <a:pt x="1642687" y="3682871"/>
                  </a:lnTo>
                  <a:lnTo>
                    <a:pt x="1615976" y="3682871"/>
                  </a:lnTo>
                  <a:lnTo>
                    <a:pt x="1576238" y="3603800"/>
                  </a:lnTo>
                  <a:lnTo>
                    <a:pt x="1515845" y="3446573"/>
                  </a:lnTo>
                  <a:lnTo>
                    <a:pt x="1453789" y="3168959"/>
                  </a:lnTo>
                  <a:lnTo>
                    <a:pt x="1435779" y="3106793"/>
                  </a:lnTo>
                  <a:lnTo>
                    <a:pt x="1414588" y="3081972"/>
                  </a:lnTo>
                  <a:lnTo>
                    <a:pt x="1400629" y="3102159"/>
                  </a:lnTo>
                  <a:lnTo>
                    <a:pt x="1394625" y="3137532"/>
                  </a:lnTo>
                  <a:lnTo>
                    <a:pt x="1404751" y="3164692"/>
                  </a:lnTo>
                  <a:lnTo>
                    <a:pt x="1380305" y="3256083"/>
                  </a:lnTo>
                  <a:lnTo>
                    <a:pt x="1390901" y="3298016"/>
                  </a:lnTo>
                  <a:lnTo>
                    <a:pt x="1430608" y="3341372"/>
                  </a:lnTo>
                  <a:lnTo>
                    <a:pt x="1473751" y="3449555"/>
                  </a:lnTo>
                  <a:lnTo>
                    <a:pt x="1508214" y="3595221"/>
                  </a:lnTo>
                  <a:lnTo>
                    <a:pt x="1461600" y="3536174"/>
                  </a:lnTo>
                  <a:lnTo>
                    <a:pt x="1411839" y="3504885"/>
                  </a:lnTo>
                  <a:lnTo>
                    <a:pt x="1334413" y="3480890"/>
                  </a:lnTo>
                  <a:lnTo>
                    <a:pt x="1265450" y="3438819"/>
                  </a:lnTo>
                  <a:lnTo>
                    <a:pt x="1270477" y="3499150"/>
                  </a:lnTo>
                  <a:lnTo>
                    <a:pt x="1263859" y="3564298"/>
                  </a:lnTo>
                  <a:lnTo>
                    <a:pt x="1210699" y="3544433"/>
                  </a:lnTo>
                  <a:lnTo>
                    <a:pt x="1174535" y="3522824"/>
                  </a:lnTo>
                  <a:lnTo>
                    <a:pt x="1206540" y="3592239"/>
                  </a:lnTo>
                  <a:lnTo>
                    <a:pt x="1137070" y="3571410"/>
                  </a:lnTo>
                  <a:lnTo>
                    <a:pt x="1090781" y="3575768"/>
                  </a:lnTo>
                  <a:lnTo>
                    <a:pt x="1060693" y="3637384"/>
                  </a:lnTo>
                  <a:lnTo>
                    <a:pt x="1020335" y="3674775"/>
                  </a:lnTo>
                  <a:lnTo>
                    <a:pt x="980297" y="3682871"/>
                  </a:lnTo>
                  <a:lnTo>
                    <a:pt x="954427" y="3682871"/>
                  </a:lnTo>
                  <a:lnTo>
                    <a:pt x="872137" y="3630502"/>
                  </a:lnTo>
                  <a:lnTo>
                    <a:pt x="843460" y="3562096"/>
                  </a:lnTo>
                  <a:lnTo>
                    <a:pt x="831598" y="3485937"/>
                  </a:lnTo>
                  <a:lnTo>
                    <a:pt x="826861" y="3575997"/>
                  </a:lnTo>
                  <a:lnTo>
                    <a:pt x="842628" y="3669774"/>
                  </a:lnTo>
                  <a:lnTo>
                    <a:pt x="841612" y="3682871"/>
                  </a:lnTo>
                  <a:lnTo>
                    <a:pt x="0" y="3682871"/>
                  </a:lnTo>
                  <a:lnTo>
                    <a:pt x="0" y="0"/>
                  </a:lnTo>
                  <a:lnTo>
                    <a:pt x="2024089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24" name="pg663">
              <a:extLst>
                <a:ext uri="{FF2B5EF4-FFF2-40B4-BE49-F238E27FC236}">
                  <a16:creationId xmlns:a16="http://schemas.microsoft.com/office/drawing/2014/main" id="{420884AB-3C09-7922-8A71-5A765D5AED89}"/>
                </a:ext>
              </a:extLst>
            </p:cNvPr>
            <p:cNvSpPr/>
            <p:nvPr/>
          </p:nvSpPr>
          <p:spPr>
            <a:xfrm>
              <a:off x="5159228" y="2035019"/>
              <a:ext cx="108453" cy="203932"/>
            </a:xfrm>
            <a:custGeom>
              <a:avLst/>
              <a:gdLst/>
              <a:ahLst/>
              <a:cxnLst/>
              <a:rect l="0" t="0" r="0" b="0"/>
              <a:pathLst>
                <a:path w="108453" h="203932">
                  <a:moveTo>
                    <a:pt x="1988" y="203932"/>
                  </a:moveTo>
                  <a:lnTo>
                    <a:pt x="0" y="176588"/>
                  </a:lnTo>
                  <a:lnTo>
                    <a:pt x="108453" y="0"/>
                  </a:lnTo>
                  <a:lnTo>
                    <a:pt x="88853" y="617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25" name="pg664">
              <a:extLst>
                <a:ext uri="{FF2B5EF4-FFF2-40B4-BE49-F238E27FC236}">
                  <a16:creationId xmlns:a16="http://schemas.microsoft.com/office/drawing/2014/main" id="{9DF66B37-8789-116D-F1F3-3CA8110B99CD}"/>
                </a:ext>
              </a:extLst>
            </p:cNvPr>
            <p:cNvSpPr/>
            <p:nvPr/>
          </p:nvSpPr>
          <p:spPr>
            <a:xfrm>
              <a:off x="4325772" y="3395883"/>
              <a:ext cx="207830" cy="400294"/>
            </a:xfrm>
            <a:custGeom>
              <a:avLst/>
              <a:gdLst/>
              <a:ahLst/>
              <a:cxnLst/>
              <a:rect l="0" t="0" r="0" b="0"/>
              <a:pathLst>
                <a:path w="207830" h="400294">
                  <a:moveTo>
                    <a:pt x="0" y="400294"/>
                  </a:moveTo>
                  <a:lnTo>
                    <a:pt x="112974" y="212144"/>
                  </a:lnTo>
                  <a:lnTo>
                    <a:pt x="178574" y="54504"/>
                  </a:lnTo>
                  <a:lnTo>
                    <a:pt x="207830" y="0"/>
                  </a:lnTo>
                  <a:lnTo>
                    <a:pt x="179442" y="110476"/>
                  </a:lnTo>
                  <a:lnTo>
                    <a:pt x="129826" y="212052"/>
                  </a:lnTo>
                  <a:lnTo>
                    <a:pt x="33668" y="38506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26" name="pt665">
              <a:extLst>
                <a:ext uri="{FF2B5EF4-FFF2-40B4-BE49-F238E27FC236}">
                  <a16:creationId xmlns:a16="http://schemas.microsoft.com/office/drawing/2014/main" id="{DD590CF3-7324-9250-5487-A9C655337D6E}"/>
                </a:ext>
              </a:extLst>
            </p:cNvPr>
            <p:cNvSpPr/>
            <p:nvPr/>
          </p:nvSpPr>
          <p:spPr>
            <a:xfrm>
              <a:off x="4042131" y="3963949"/>
              <a:ext cx="144506" cy="144506"/>
            </a:xfrm>
            <a:prstGeom prst="ellipse">
              <a:avLst/>
            </a:prstGeom>
            <a:solidFill>
              <a:srgbClr val="3B53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27" name="pt666">
              <a:extLst>
                <a:ext uri="{FF2B5EF4-FFF2-40B4-BE49-F238E27FC236}">
                  <a16:creationId xmlns:a16="http://schemas.microsoft.com/office/drawing/2014/main" id="{7163656B-E9CF-5283-0C28-4901B81D5CB4}"/>
                </a:ext>
              </a:extLst>
            </p:cNvPr>
            <p:cNvSpPr/>
            <p:nvPr/>
          </p:nvSpPr>
          <p:spPr>
            <a:xfrm>
              <a:off x="4598279" y="2594972"/>
              <a:ext cx="144506" cy="144506"/>
            </a:xfrm>
            <a:prstGeom prst="ellipse">
              <a:avLst/>
            </a:prstGeom>
            <a:solidFill>
              <a:srgbClr val="3984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28" name="pt667">
              <a:extLst>
                <a:ext uri="{FF2B5EF4-FFF2-40B4-BE49-F238E27FC236}">
                  <a16:creationId xmlns:a16="http://schemas.microsoft.com/office/drawing/2014/main" id="{4A3BFF63-C041-C7B8-E13F-C88059268126}"/>
                </a:ext>
              </a:extLst>
            </p:cNvPr>
            <p:cNvSpPr/>
            <p:nvPr/>
          </p:nvSpPr>
          <p:spPr>
            <a:xfrm>
              <a:off x="3322535" y="4403436"/>
              <a:ext cx="144506" cy="144506"/>
            </a:xfrm>
            <a:prstGeom prst="ellipse">
              <a:avLst/>
            </a:prstGeom>
            <a:solidFill>
              <a:srgbClr val="8CDBB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29" name="pt668">
              <a:extLst>
                <a:ext uri="{FF2B5EF4-FFF2-40B4-BE49-F238E27FC236}">
                  <a16:creationId xmlns:a16="http://schemas.microsoft.com/office/drawing/2014/main" id="{F9D2721F-3B4E-54EC-AB45-A144B8688AB6}"/>
                </a:ext>
              </a:extLst>
            </p:cNvPr>
            <p:cNvSpPr/>
            <p:nvPr/>
          </p:nvSpPr>
          <p:spPr>
            <a:xfrm>
              <a:off x="4150995" y="2255653"/>
              <a:ext cx="144506" cy="144506"/>
            </a:xfrm>
            <a:prstGeom prst="ellipse">
              <a:avLst/>
            </a:prstGeom>
            <a:solidFill>
              <a:srgbClr val="73D3B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30" name="pt669">
              <a:extLst>
                <a:ext uri="{FF2B5EF4-FFF2-40B4-BE49-F238E27FC236}">
                  <a16:creationId xmlns:a16="http://schemas.microsoft.com/office/drawing/2014/main" id="{DE3C841B-B0CC-61DD-0E15-FF08CD04038D}"/>
                </a:ext>
              </a:extLst>
            </p:cNvPr>
            <p:cNvSpPr/>
            <p:nvPr/>
          </p:nvSpPr>
          <p:spPr>
            <a:xfrm>
              <a:off x="3069870" y="3287113"/>
              <a:ext cx="144506" cy="144506"/>
            </a:xfrm>
            <a:prstGeom prst="ellipse">
              <a:avLst/>
            </a:prstGeom>
            <a:solidFill>
              <a:srgbClr val="C7EDD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31" name="pt670">
              <a:extLst>
                <a:ext uri="{FF2B5EF4-FFF2-40B4-BE49-F238E27FC236}">
                  <a16:creationId xmlns:a16="http://schemas.microsoft.com/office/drawing/2014/main" id="{919C8F74-32E3-EF9B-D51A-0D4DEFF16CBE}"/>
                </a:ext>
              </a:extLst>
            </p:cNvPr>
            <p:cNvSpPr/>
            <p:nvPr/>
          </p:nvSpPr>
          <p:spPr>
            <a:xfrm>
              <a:off x="3268332" y="4349234"/>
              <a:ext cx="252911" cy="252911"/>
            </a:xfrm>
            <a:prstGeom prst="ellipse">
              <a:avLst/>
            </a:prstGeom>
            <a:solidFill>
              <a:srgbClr val="8CDBB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32" name="pt671">
              <a:extLst>
                <a:ext uri="{FF2B5EF4-FFF2-40B4-BE49-F238E27FC236}">
                  <a16:creationId xmlns:a16="http://schemas.microsoft.com/office/drawing/2014/main" id="{38B9D7AD-7034-83AC-B17D-51B82BFB23BD}"/>
                </a:ext>
              </a:extLst>
            </p:cNvPr>
            <p:cNvSpPr/>
            <p:nvPr/>
          </p:nvSpPr>
          <p:spPr>
            <a:xfrm>
              <a:off x="3396934" y="3568029"/>
              <a:ext cx="252911" cy="252911"/>
            </a:xfrm>
            <a:prstGeom prst="ellipse">
              <a:avLst/>
            </a:prstGeom>
            <a:solidFill>
              <a:srgbClr val="C5EDD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33" name="pt672">
              <a:extLst>
                <a:ext uri="{FF2B5EF4-FFF2-40B4-BE49-F238E27FC236}">
                  <a16:creationId xmlns:a16="http://schemas.microsoft.com/office/drawing/2014/main" id="{C06C71A5-26A3-0D8C-12DD-F66F26B2FED2}"/>
                </a:ext>
              </a:extLst>
            </p:cNvPr>
            <p:cNvSpPr/>
            <p:nvPr/>
          </p:nvSpPr>
          <p:spPr>
            <a:xfrm>
              <a:off x="3369183" y="4256777"/>
              <a:ext cx="252911" cy="252911"/>
            </a:xfrm>
            <a:prstGeom prst="ellipse">
              <a:avLst/>
            </a:prstGeom>
            <a:solidFill>
              <a:srgbClr val="43A7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34" name="pg673">
              <a:extLst>
                <a:ext uri="{FF2B5EF4-FFF2-40B4-BE49-F238E27FC236}">
                  <a16:creationId xmlns:a16="http://schemas.microsoft.com/office/drawing/2014/main" id="{06970A72-27B8-3F8A-4433-2169DAEF99C6}"/>
                </a:ext>
              </a:extLst>
            </p:cNvPr>
            <p:cNvSpPr/>
            <p:nvPr/>
          </p:nvSpPr>
          <p:spPr>
            <a:xfrm>
              <a:off x="3241457" y="3539977"/>
              <a:ext cx="267615" cy="231762"/>
            </a:xfrm>
            <a:custGeom>
              <a:avLst/>
              <a:gdLst/>
              <a:ahLst/>
              <a:cxnLst/>
              <a:rect l="0" t="0" r="0" b="0"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36" name="pl675">
              <a:extLst>
                <a:ext uri="{FF2B5EF4-FFF2-40B4-BE49-F238E27FC236}">
                  <a16:creationId xmlns:a16="http://schemas.microsoft.com/office/drawing/2014/main" id="{CB3D91DD-0E75-65EF-BAE2-2A107957FA7E}"/>
                </a:ext>
              </a:extLst>
            </p:cNvPr>
            <p:cNvSpPr/>
            <p:nvPr/>
          </p:nvSpPr>
          <p:spPr>
            <a:xfrm>
              <a:off x="3536580" y="3232307"/>
              <a:ext cx="1087874" cy="456641"/>
            </a:xfrm>
            <a:custGeom>
              <a:avLst/>
              <a:gdLst/>
              <a:ahLst/>
              <a:cxnLst/>
              <a:rect l="0" t="0" r="0" b="0"/>
              <a:pathLst>
                <a:path w="1087874" h="456641">
                  <a:moveTo>
                    <a:pt x="1087874" y="0"/>
                  </a:moveTo>
                  <a:lnTo>
                    <a:pt x="0" y="45664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37" name="pl676">
              <a:extLst>
                <a:ext uri="{FF2B5EF4-FFF2-40B4-BE49-F238E27FC236}">
                  <a16:creationId xmlns:a16="http://schemas.microsoft.com/office/drawing/2014/main" id="{7280C176-5731-CA81-D751-902834975863}"/>
                </a:ext>
              </a:extLst>
            </p:cNvPr>
            <p:cNvSpPr/>
            <p:nvPr/>
          </p:nvSpPr>
          <p:spPr>
            <a:xfrm>
              <a:off x="3508339" y="3733255"/>
              <a:ext cx="1249777" cy="643439"/>
            </a:xfrm>
            <a:custGeom>
              <a:avLst/>
              <a:gdLst/>
              <a:ahLst/>
              <a:cxnLst/>
              <a:rect l="0" t="0" r="0" b="0"/>
              <a:pathLst>
                <a:path w="1249777" h="643439">
                  <a:moveTo>
                    <a:pt x="1249777" y="0"/>
                  </a:moveTo>
                  <a:lnTo>
                    <a:pt x="0" y="64343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44" name="rc683">
              <a:extLst>
                <a:ext uri="{FF2B5EF4-FFF2-40B4-BE49-F238E27FC236}">
                  <a16:creationId xmlns:a16="http://schemas.microsoft.com/office/drawing/2014/main" id="{3652241C-2C9D-A129-CA10-F882984F0091}"/>
                </a:ext>
              </a:extLst>
            </p:cNvPr>
            <p:cNvSpPr/>
            <p:nvPr/>
          </p:nvSpPr>
          <p:spPr>
            <a:xfrm>
              <a:off x="2483768" y="1859855"/>
              <a:ext cx="3967904" cy="3695325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</p:grpSp>
      <p:sp>
        <p:nvSpPr>
          <p:cNvPr id="20845" name="pg681">
            <a:extLst>
              <a:ext uri="{FF2B5EF4-FFF2-40B4-BE49-F238E27FC236}">
                <a16:creationId xmlns:a16="http://schemas.microsoft.com/office/drawing/2014/main" id="{6ACE3AA0-30AD-7FB4-0339-A374281BF9FF}"/>
              </a:ext>
            </a:extLst>
          </p:cNvPr>
          <p:cNvSpPr/>
          <p:nvPr/>
        </p:nvSpPr>
        <p:spPr>
          <a:xfrm>
            <a:off x="2459736" y="2359152"/>
            <a:ext cx="699244" cy="173736"/>
          </a:xfrm>
          <a:custGeom>
            <a:avLst/>
            <a:gdLst/>
            <a:ahLst/>
            <a:cxnLst/>
            <a:rect l="0" t="0" r="0" b="0"/>
            <a:pathLst>
              <a:path w="1500987" h="324611">
                <a:moveTo>
                  <a:pt x="27432" y="324611"/>
                </a:moveTo>
                <a:lnTo>
                  <a:pt x="1473555" y="324611"/>
                </a:lnTo>
                <a:lnTo>
                  <a:pt x="1472451" y="324589"/>
                </a:lnTo>
                <a:lnTo>
                  <a:pt x="1476862" y="324411"/>
                </a:lnTo>
                <a:lnTo>
                  <a:pt x="1481187" y="323528"/>
                </a:lnTo>
                <a:lnTo>
                  <a:pt x="1485315" y="321963"/>
                </a:lnTo>
                <a:lnTo>
                  <a:pt x="1489138" y="319756"/>
                </a:lnTo>
                <a:lnTo>
                  <a:pt x="1492558" y="316964"/>
                </a:lnTo>
                <a:lnTo>
                  <a:pt x="1495485" y="313659"/>
                </a:lnTo>
                <a:lnTo>
                  <a:pt x="1497845" y="309928"/>
                </a:lnTo>
                <a:lnTo>
                  <a:pt x="1499575" y="305866"/>
                </a:lnTo>
                <a:lnTo>
                  <a:pt x="1500632" y="301580"/>
                </a:lnTo>
                <a:lnTo>
                  <a:pt x="1500987" y="297180"/>
                </a:lnTo>
                <a:lnTo>
                  <a:pt x="1500987" y="27431"/>
                </a:lnTo>
                <a:lnTo>
                  <a:pt x="1500632" y="23031"/>
                </a:lnTo>
                <a:lnTo>
                  <a:pt x="1499575" y="18745"/>
                </a:lnTo>
                <a:lnTo>
                  <a:pt x="1497845" y="14683"/>
                </a:lnTo>
                <a:lnTo>
                  <a:pt x="1495485" y="10952"/>
                </a:lnTo>
                <a:lnTo>
                  <a:pt x="1492558" y="7647"/>
                </a:lnTo>
                <a:lnTo>
                  <a:pt x="1489138" y="4855"/>
                </a:lnTo>
                <a:lnTo>
                  <a:pt x="1485315" y="2648"/>
                </a:lnTo>
                <a:lnTo>
                  <a:pt x="1481187" y="1083"/>
                </a:lnTo>
                <a:lnTo>
                  <a:pt x="1476862" y="200"/>
                </a:lnTo>
                <a:lnTo>
                  <a:pt x="1473555" y="0"/>
                </a:lnTo>
                <a:lnTo>
                  <a:pt x="27432" y="0"/>
                </a:lnTo>
                <a:lnTo>
                  <a:pt x="30738" y="200"/>
                </a:lnTo>
                <a:lnTo>
                  <a:pt x="26327" y="22"/>
                </a:lnTo>
                <a:lnTo>
                  <a:pt x="21944" y="554"/>
                </a:lnTo>
                <a:lnTo>
                  <a:pt x="17704" y="1782"/>
                </a:lnTo>
                <a:lnTo>
                  <a:pt x="13716" y="3675"/>
                </a:lnTo>
                <a:lnTo>
                  <a:pt x="10082" y="6183"/>
                </a:lnTo>
                <a:lnTo>
                  <a:pt x="6898" y="9241"/>
                </a:lnTo>
                <a:lnTo>
                  <a:pt x="4246" y="12770"/>
                </a:lnTo>
                <a:lnTo>
                  <a:pt x="2195" y="16679"/>
                </a:lnTo>
                <a:lnTo>
                  <a:pt x="797" y="20867"/>
                </a:lnTo>
                <a:lnTo>
                  <a:pt x="88" y="25224"/>
                </a:lnTo>
                <a:lnTo>
                  <a:pt x="0" y="27431"/>
                </a:lnTo>
                <a:lnTo>
                  <a:pt x="0" y="297180"/>
                </a:lnTo>
                <a:lnTo>
                  <a:pt x="88" y="294972"/>
                </a:lnTo>
                <a:lnTo>
                  <a:pt x="88" y="299387"/>
                </a:lnTo>
                <a:lnTo>
                  <a:pt x="797" y="303744"/>
                </a:lnTo>
                <a:lnTo>
                  <a:pt x="2195" y="307932"/>
                </a:lnTo>
                <a:lnTo>
                  <a:pt x="4246" y="311841"/>
                </a:lnTo>
                <a:lnTo>
                  <a:pt x="6898" y="315370"/>
                </a:lnTo>
                <a:lnTo>
                  <a:pt x="10082" y="318428"/>
                </a:lnTo>
                <a:lnTo>
                  <a:pt x="13716" y="320936"/>
                </a:lnTo>
                <a:lnTo>
                  <a:pt x="17704" y="322829"/>
                </a:lnTo>
                <a:lnTo>
                  <a:pt x="21944" y="324057"/>
                </a:lnTo>
                <a:lnTo>
                  <a:pt x="26327" y="324589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6775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r>
              <a:rPr lang="en-US" sz="1100" dirty="0">
                <a:latin typeface="Helvetica" pitchFamily="2" charset="0"/>
              </a:rPr>
              <a:t> Lewisetta</a:t>
            </a:r>
            <a:endParaRPr sz="1100" dirty="0">
              <a:latin typeface="Helvetica" pitchFamily="2" charset="0"/>
            </a:endParaRPr>
          </a:p>
        </p:txBody>
      </p:sp>
      <p:sp>
        <p:nvSpPr>
          <p:cNvPr id="20846" name="pl677">
            <a:extLst>
              <a:ext uri="{FF2B5EF4-FFF2-40B4-BE49-F238E27FC236}">
                <a16:creationId xmlns:a16="http://schemas.microsoft.com/office/drawing/2014/main" id="{885BF496-7250-0D59-48FE-D1F97F79A53E}"/>
              </a:ext>
            </a:extLst>
          </p:cNvPr>
          <p:cNvSpPr/>
          <p:nvPr/>
        </p:nvSpPr>
        <p:spPr>
          <a:xfrm>
            <a:off x="2816352" y="2505456"/>
            <a:ext cx="45719" cy="428121"/>
          </a:xfrm>
          <a:custGeom>
            <a:avLst/>
            <a:gdLst/>
            <a:ahLst/>
            <a:cxnLst/>
            <a:rect l="0" t="0" r="0" b="0"/>
            <a:pathLst>
              <a:path w="1087496" h="365184">
                <a:moveTo>
                  <a:pt x="1087496" y="0"/>
                </a:moveTo>
                <a:lnTo>
                  <a:pt x="0" y="365184"/>
                </a:lnTo>
              </a:path>
            </a:pathLst>
          </a:custGeom>
          <a:ln w="1355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0848" name="pg679">
            <a:extLst>
              <a:ext uri="{FF2B5EF4-FFF2-40B4-BE49-F238E27FC236}">
                <a16:creationId xmlns:a16="http://schemas.microsoft.com/office/drawing/2014/main" id="{34F16D9D-E177-8052-2A04-0BEF6E7E7843}"/>
              </a:ext>
            </a:extLst>
          </p:cNvPr>
          <p:cNvSpPr/>
          <p:nvPr/>
        </p:nvSpPr>
        <p:spPr>
          <a:xfrm>
            <a:off x="3163824" y="3575304"/>
            <a:ext cx="550615" cy="173736"/>
          </a:xfrm>
          <a:custGeom>
            <a:avLst/>
            <a:gdLst/>
            <a:ahLst/>
            <a:cxnLst/>
            <a:rect l="0" t="0" r="0" b="0"/>
            <a:pathLst>
              <a:path w="1193383" h="324612">
                <a:moveTo>
                  <a:pt x="27431" y="324612"/>
                </a:moveTo>
                <a:lnTo>
                  <a:pt x="1165951" y="324612"/>
                </a:lnTo>
                <a:lnTo>
                  <a:pt x="1164846" y="324589"/>
                </a:lnTo>
                <a:lnTo>
                  <a:pt x="1169258" y="324411"/>
                </a:lnTo>
                <a:lnTo>
                  <a:pt x="1173583" y="323528"/>
                </a:lnTo>
                <a:lnTo>
                  <a:pt x="1177711" y="321963"/>
                </a:lnTo>
                <a:lnTo>
                  <a:pt x="1181534" y="319756"/>
                </a:lnTo>
                <a:lnTo>
                  <a:pt x="1184954" y="316964"/>
                </a:lnTo>
                <a:lnTo>
                  <a:pt x="1187881" y="313659"/>
                </a:lnTo>
                <a:lnTo>
                  <a:pt x="1190241" y="309928"/>
                </a:lnTo>
                <a:lnTo>
                  <a:pt x="1191971" y="305866"/>
                </a:lnTo>
                <a:lnTo>
                  <a:pt x="1193028" y="301580"/>
                </a:lnTo>
                <a:lnTo>
                  <a:pt x="1193383" y="297179"/>
                </a:lnTo>
                <a:lnTo>
                  <a:pt x="1193383" y="27431"/>
                </a:lnTo>
                <a:lnTo>
                  <a:pt x="1193028" y="23031"/>
                </a:lnTo>
                <a:lnTo>
                  <a:pt x="1191971" y="18745"/>
                </a:lnTo>
                <a:lnTo>
                  <a:pt x="1190241" y="14683"/>
                </a:lnTo>
                <a:lnTo>
                  <a:pt x="1187881" y="10952"/>
                </a:lnTo>
                <a:lnTo>
                  <a:pt x="1184954" y="7647"/>
                </a:lnTo>
                <a:lnTo>
                  <a:pt x="1181534" y="4855"/>
                </a:lnTo>
                <a:lnTo>
                  <a:pt x="1177711" y="2648"/>
                </a:lnTo>
                <a:lnTo>
                  <a:pt x="1173583" y="1083"/>
                </a:lnTo>
                <a:lnTo>
                  <a:pt x="1169258" y="200"/>
                </a:lnTo>
                <a:lnTo>
                  <a:pt x="1165951" y="0"/>
                </a:lnTo>
                <a:lnTo>
                  <a:pt x="27431" y="0"/>
                </a:lnTo>
                <a:lnTo>
                  <a:pt x="30738" y="200"/>
                </a:lnTo>
                <a:lnTo>
                  <a:pt x="26327" y="22"/>
                </a:lnTo>
                <a:lnTo>
                  <a:pt x="21944" y="554"/>
                </a:lnTo>
                <a:lnTo>
                  <a:pt x="17704" y="1782"/>
                </a:lnTo>
                <a:lnTo>
                  <a:pt x="13715" y="3675"/>
                </a:lnTo>
                <a:lnTo>
                  <a:pt x="10082" y="6183"/>
                </a:lnTo>
                <a:lnTo>
                  <a:pt x="6898" y="9241"/>
                </a:lnTo>
                <a:lnTo>
                  <a:pt x="4246" y="12770"/>
                </a:lnTo>
                <a:lnTo>
                  <a:pt x="2195" y="16679"/>
                </a:lnTo>
                <a:lnTo>
                  <a:pt x="797" y="20867"/>
                </a:lnTo>
                <a:lnTo>
                  <a:pt x="88" y="25224"/>
                </a:lnTo>
                <a:lnTo>
                  <a:pt x="0" y="27431"/>
                </a:lnTo>
                <a:lnTo>
                  <a:pt x="0" y="297179"/>
                </a:lnTo>
                <a:lnTo>
                  <a:pt x="88" y="294972"/>
                </a:lnTo>
                <a:lnTo>
                  <a:pt x="88" y="299387"/>
                </a:lnTo>
                <a:lnTo>
                  <a:pt x="797" y="303744"/>
                </a:lnTo>
                <a:lnTo>
                  <a:pt x="2195" y="307932"/>
                </a:lnTo>
                <a:lnTo>
                  <a:pt x="4246" y="311841"/>
                </a:lnTo>
                <a:lnTo>
                  <a:pt x="6898" y="315370"/>
                </a:lnTo>
                <a:lnTo>
                  <a:pt x="10082" y="318428"/>
                </a:lnTo>
                <a:lnTo>
                  <a:pt x="13715" y="320936"/>
                </a:lnTo>
                <a:lnTo>
                  <a:pt x="17704" y="322829"/>
                </a:lnTo>
                <a:lnTo>
                  <a:pt x="21944" y="324057"/>
                </a:lnTo>
                <a:lnTo>
                  <a:pt x="26327" y="324589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6775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r>
              <a:rPr lang="en-US" sz="1100" dirty="0"/>
              <a:t>  </a:t>
            </a:r>
            <a:r>
              <a:rPr lang="en-US" sz="1100" dirty="0">
                <a:latin typeface="Helvetica" pitchFamily="2" charset="0"/>
              </a:rPr>
              <a:t>W4-VA</a:t>
            </a:r>
            <a:endParaRPr sz="1100" dirty="0">
              <a:latin typeface="Helvetica" pitchFamily="2" charset="0"/>
            </a:endParaRPr>
          </a:p>
        </p:txBody>
      </p:sp>
      <p:sp>
        <p:nvSpPr>
          <p:cNvPr id="20849" name="pl674">
            <a:extLst>
              <a:ext uri="{FF2B5EF4-FFF2-40B4-BE49-F238E27FC236}">
                <a16:creationId xmlns:a16="http://schemas.microsoft.com/office/drawing/2014/main" id="{7FBD5F57-2579-CC72-26EB-580FA5D9E43A}"/>
              </a:ext>
            </a:extLst>
          </p:cNvPr>
          <p:cNvSpPr/>
          <p:nvPr/>
        </p:nvSpPr>
        <p:spPr>
          <a:xfrm flipV="1">
            <a:off x="2809358" y="3354367"/>
            <a:ext cx="346343" cy="288032"/>
          </a:xfrm>
          <a:custGeom>
            <a:avLst/>
            <a:gdLst/>
            <a:ahLst/>
            <a:cxnLst/>
            <a:rect l="0" t="0" r="0" b="0"/>
            <a:pathLst>
              <a:path w="1102704" h="234974">
                <a:moveTo>
                  <a:pt x="1102704" y="0"/>
                </a:moveTo>
                <a:lnTo>
                  <a:pt x="0" y="234974"/>
                </a:lnTo>
              </a:path>
            </a:pathLst>
          </a:custGeom>
          <a:ln w="1355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0850" name="pg681">
            <a:extLst>
              <a:ext uri="{FF2B5EF4-FFF2-40B4-BE49-F238E27FC236}">
                <a16:creationId xmlns:a16="http://schemas.microsoft.com/office/drawing/2014/main" id="{E676D916-27C4-2517-BD4F-797629C33A16}"/>
              </a:ext>
            </a:extLst>
          </p:cNvPr>
          <p:cNvSpPr/>
          <p:nvPr/>
        </p:nvSpPr>
        <p:spPr>
          <a:xfrm>
            <a:off x="3401568" y="2651760"/>
            <a:ext cx="692540" cy="173736"/>
          </a:xfrm>
          <a:custGeom>
            <a:avLst/>
            <a:gdLst/>
            <a:ahLst/>
            <a:cxnLst/>
            <a:rect l="0" t="0" r="0" b="0"/>
            <a:pathLst>
              <a:path w="1500987" h="324611">
                <a:moveTo>
                  <a:pt x="27432" y="324611"/>
                </a:moveTo>
                <a:lnTo>
                  <a:pt x="1473555" y="324611"/>
                </a:lnTo>
                <a:lnTo>
                  <a:pt x="1472451" y="324589"/>
                </a:lnTo>
                <a:lnTo>
                  <a:pt x="1476862" y="324411"/>
                </a:lnTo>
                <a:lnTo>
                  <a:pt x="1481187" y="323528"/>
                </a:lnTo>
                <a:lnTo>
                  <a:pt x="1485315" y="321963"/>
                </a:lnTo>
                <a:lnTo>
                  <a:pt x="1489138" y="319756"/>
                </a:lnTo>
                <a:lnTo>
                  <a:pt x="1492558" y="316964"/>
                </a:lnTo>
                <a:lnTo>
                  <a:pt x="1495485" y="313659"/>
                </a:lnTo>
                <a:lnTo>
                  <a:pt x="1497845" y="309928"/>
                </a:lnTo>
                <a:lnTo>
                  <a:pt x="1499575" y="305866"/>
                </a:lnTo>
                <a:lnTo>
                  <a:pt x="1500632" y="301580"/>
                </a:lnTo>
                <a:lnTo>
                  <a:pt x="1500987" y="297180"/>
                </a:lnTo>
                <a:lnTo>
                  <a:pt x="1500987" y="27432"/>
                </a:lnTo>
                <a:lnTo>
                  <a:pt x="1500632" y="23031"/>
                </a:lnTo>
                <a:lnTo>
                  <a:pt x="1499575" y="18745"/>
                </a:lnTo>
                <a:lnTo>
                  <a:pt x="1497845" y="14683"/>
                </a:lnTo>
                <a:lnTo>
                  <a:pt x="1495485" y="10952"/>
                </a:lnTo>
                <a:lnTo>
                  <a:pt x="1492558" y="7647"/>
                </a:lnTo>
                <a:lnTo>
                  <a:pt x="1489138" y="4855"/>
                </a:lnTo>
                <a:lnTo>
                  <a:pt x="1485315" y="2648"/>
                </a:lnTo>
                <a:lnTo>
                  <a:pt x="1481187" y="1083"/>
                </a:lnTo>
                <a:lnTo>
                  <a:pt x="1476862" y="200"/>
                </a:lnTo>
                <a:lnTo>
                  <a:pt x="1473555" y="0"/>
                </a:lnTo>
                <a:lnTo>
                  <a:pt x="27432" y="0"/>
                </a:lnTo>
                <a:lnTo>
                  <a:pt x="30738" y="200"/>
                </a:lnTo>
                <a:lnTo>
                  <a:pt x="26327" y="22"/>
                </a:lnTo>
                <a:lnTo>
                  <a:pt x="21944" y="554"/>
                </a:lnTo>
                <a:lnTo>
                  <a:pt x="17704" y="1782"/>
                </a:lnTo>
                <a:lnTo>
                  <a:pt x="13716" y="3675"/>
                </a:lnTo>
                <a:lnTo>
                  <a:pt x="10082" y="6183"/>
                </a:lnTo>
                <a:lnTo>
                  <a:pt x="6898" y="9241"/>
                </a:lnTo>
                <a:lnTo>
                  <a:pt x="4246" y="12770"/>
                </a:lnTo>
                <a:lnTo>
                  <a:pt x="2195" y="16679"/>
                </a:lnTo>
                <a:lnTo>
                  <a:pt x="797" y="20867"/>
                </a:lnTo>
                <a:lnTo>
                  <a:pt x="88" y="25224"/>
                </a:lnTo>
                <a:lnTo>
                  <a:pt x="0" y="27432"/>
                </a:lnTo>
                <a:lnTo>
                  <a:pt x="0" y="297180"/>
                </a:lnTo>
                <a:lnTo>
                  <a:pt x="88" y="294972"/>
                </a:lnTo>
                <a:lnTo>
                  <a:pt x="88" y="299387"/>
                </a:lnTo>
                <a:lnTo>
                  <a:pt x="797" y="303744"/>
                </a:lnTo>
                <a:lnTo>
                  <a:pt x="2195" y="307932"/>
                </a:lnTo>
                <a:lnTo>
                  <a:pt x="4246" y="311841"/>
                </a:lnTo>
                <a:lnTo>
                  <a:pt x="6898" y="315370"/>
                </a:lnTo>
                <a:lnTo>
                  <a:pt x="10082" y="318428"/>
                </a:lnTo>
                <a:lnTo>
                  <a:pt x="13716" y="320936"/>
                </a:lnTo>
                <a:lnTo>
                  <a:pt x="17704" y="322829"/>
                </a:lnTo>
                <a:lnTo>
                  <a:pt x="21944" y="324057"/>
                </a:lnTo>
                <a:lnTo>
                  <a:pt x="26327" y="324589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6775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r>
              <a:rPr lang="en-US" sz="1100" dirty="0">
                <a:latin typeface="Helvetica" pitchFamily="2" charset="0"/>
              </a:rPr>
              <a:t>  S1-LOLA</a:t>
            </a:r>
            <a:endParaRPr sz="1100" dirty="0">
              <a:latin typeface="Helvetica" pitchFamily="2" charset="0"/>
            </a:endParaRPr>
          </a:p>
        </p:txBody>
      </p:sp>
      <p:sp>
        <p:nvSpPr>
          <p:cNvPr id="20851" name="pg683">
            <a:extLst>
              <a:ext uri="{FF2B5EF4-FFF2-40B4-BE49-F238E27FC236}">
                <a16:creationId xmlns:a16="http://schemas.microsoft.com/office/drawing/2014/main" id="{602E8D4A-1F10-246A-C3A9-7100F2200E6F}"/>
              </a:ext>
            </a:extLst>
          </p:cNvPr>
          <p:cNvSpPr/>
          <p:nvPr/>
        </p:nvSpPr>
        <p:spPr>
          <a:xfrm>
            <a:off x="3442776" y="2933480"/>
            <a:ext cx="717432" cy="173736"/>
          </a:xfrm>
          <a:custGeom>
            <a:avLst/>
            <a:gdLst/>
            <a:ahLst/>
            <a:cxnLst/>
            <a:rect l="0" t="0" r="0" b="0"/>
            <a:pathLst>
              <a:path w="1554937" h="324612">
                <a:moveTo>
                  <a:pt x="27431" y="324612"/>
                </a:moveTo>
                <a:lnTo>
                  <a:pt x="1527505" y="324612"/>
                </a:lnTo>
                <a:lnTo>
                  <a:pt x="1526400" y="324589"/>
                </a:lnTo>
                <a:lnTo>
                  <a:pt x="1530811" y="324411"/>
                </a:lnTo>
                <a:lnTo>
                  <a:pt x="1535137" y="323528"/>
                </a:lnTo>
                <a:lnTo>
                  <a:pt x="1539265" y="321963"/>
                </a:lnTo>
                <a:lnTo>
                  <a:pt x="1543088" y="319756"/>
                </a:lnTo>
                <a:lnTo>
                  <a:pt x="1546508" y="316964"/>
                </a:lnTo>
                <a:lnTo>
                  <a:pt x="1549435" y="313659"/>
                </a:lnTo>
                <a:lnTo>
                  <a:pt x="1551795" y="309928"/>
                </a:lnTo>
                <a:lnTo>
                  <a:pt x="1553525" y="305866"/>
                </a:lnTo>
                <a:lnTo>
                  <a:pt x="1554581" y="301580"/>
                </a:lnTo>
                <a:lnTo>
                  <a:pt x="1554937" y="297180"/>
                </a:lnTo>
                <a:lnTo>
                  <a:pt x="1554937" y="27432"/>
                </a:lnTo>
                <a:lnTo>
                  <a:pt x="1554581" y="23031"/>
                </a:lnTo>
                <a:lnTo>
                  <a:pt x="1553525" y="18745"/>
                </a:lnTo>
                <a:lnTo>
                  <a:pt x="1551795" y="14683"/>
                </a:lnTo>
                <a:lnTo>
                  <a:pt x="1549435" y="10952"/>
                </a:lnTo>
                <a:lnTo>
                  <a:pt x="1546508" y="7647"/>
                </a:lnTo>
                <a:lnTo>
                  <a:pt x="1543088" y="4855"/>
                </a:lnTo>
                <a:lnTo>
                  <a:pt x="1539265" y="2648"/>
                </a:lnTo>
                <a:lnTo>
                  <a:pt x="1535137" y="1083"/>
                </a:lnTo>
                <a:lnTo>
                  <a:pt x="1530811" y="200"/>
                </a:lnTo>
                <a:lnTo>
                  <a:pt x="1527505" y="0"/>
                </a:lnTo>
                <a:lnTo>
                  <a:pt x="27431" y="0"/>
                </a:lnTo>
                <a:lnTo>
                  <a:pt x="30738" y="200"/>
                </a:lnTo>
                <a:lnTo>
                  <a:pt x="26327" y="22"/>
                </a:lnTo>
                <a:lnTo>
                  <a:pt x="21944" y="554"/>
                </a:lnTo>
                <a:lnTo>
                  <a:pt x="17704" y="1782"/>
                </a:lnTo>
                <a:lnTo>
                  <a:pt x="13715" y="3675"/>
                </a:lnTo>
                <a:lnTo>
                  <a:pt x="10082" y="6183"/>
                </a:lnTo>
                <a:lnTo>
                  <a:pt x="6898" y="9241"/>
                </a:lnTo>
                <a:lnTo>
                  <a:pt x="4246" y="12770"/>
                </a:lnTo>
                <a:lnTo>
                  <a:pt x="2195" y="16679"/>
                </a:lnTo>
                <a:lnTo>
                  <a:pt x="797" y="20867"/>
                </a:lnTo>
                <a:lnTo>
                  <a:pt x="88" y="25224"/>
                </a:lnTo>
                <a:lnTo>
                  <a:pt x="0" y="27432"/>
                </a:lnTo>
                <a:lnTo>
                  <a:pt x="0" y="297180"/>
                </a:lnTo>
                <a:lnTo>
                  <a:pt x="88" y="294972"/>
                </a:lnTo>
                <a:lnTo>
                  <a:pt x="88" y="299387"/>
                </a:lnTo>
                <a:lnTo>
                  <a:pt x="797" y="303744"/>
                </a:lnTo>
                <a:lnTo>
                  <a:pt x="2195" y="307932"/>
                </a:lnTo>
                <a:lnTo>
                  <a:pt x="4246" y="311841"/>
                </a:lnTo>
                <a:lnTo>
                  <a:pt x="6898" y="315370"/>
                </a:lnTo>
                <a:lnTo>
                  <a:pt x="10082" y="318428"/>
                </a:lnTo>
                <a:lnTo>
                  <a:pt x="13715" y="320936"/>
                </a:lnTo>
                <a:lnTo>
                  <a:pt x="17704" y="322829"/>
                </a:lnTo>
                <a:lnTo>
                  <a:pt x="21944" y="324057"/>
                </a:lnTo>
                <a:lnTo>
                  <a:pt x="26327" y="324589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6775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r>
              <a:rPr lang="en-US" sz="1100" dirty="0">
                <a:latin typeface="Helvetica" pitchFamily="2" charset="0"/>
              </a:rPr>
              <a:t>  S2-DEBY</a:t>
            </a:r>
            <a:endParaRPr sz="1100" dirty="0">
              <a:latin typeface="Helvetica" pitchFamily="2" charset="0"/>
            </a:endParaRPr>
          </a:p>
        </p:txBody>
      </p:sp>
      <p:cxnSp>
        <p:nvCxnSpPr>
          <p:cNvPr id="28952" name="Straight Connector 28951">
            <a:extLst>
              <a:ext uri="{FF2B5EF4-FFF2-40B4-BE49-F238E27FC236}">
                <a16:creationId xmlns:a16="http://schemas.microsoft.com/office/drawing/2014/main" id="{48AB9CB2-6B68-88C8-F6DA-C9B034DED0B9}"/>
              </a:ext>
            </a:extLst>
          </p:cNvPr>
          <p:cNvCxnSpPr>
            <a:cxnSpLocks/>
          </p:cNvCxnSpPr>
          <p:nvPr/>
        </p:nvCxnSpPr>
        <p:spPr>
          <a:xfrm>
            <a:off x="4238673" y="2102122"/>
            <a:ext cx="678559" cy="93610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953" name="Straight Connector 28952">
            <a:extLst>
              <a:ext uri="{FF2B5EF4-FFF2-40B4-BE49-F238E27FC236}">
                <a16:creationId xmlns:a16="http://schemas.microsoft.com/office/drawing/2014/main" id="{7A9BC8A8-18A4-5ED7-35FB-7FBB2BD781A2}"/>
              </a:ext>
            </a:extLst>
          </p:cNvPr>
          <p:cNvCxnSpPr>
            <a:cxnSpLocks/>
          </p:cNvCxnSpPr>
          <p:nvPr/>
        </p:nvCxnSpPr>
        <p:spPr>
          <a:xfrm flipV="1">
            <a:off x="4238673" y="3542282"/>
            <a:ext cx="678559" cy="28803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954" name="Rectangle 28953">
            <a:extLst>
              <a:ext uri="{FF2B5EF4-FFF2-40B4-BE49-F238E27FC236}">
                <a16:creationId xmlns:a16="http://schemas.microsoft.com/office/drawing/2014/main" id="{F3009B60-1B05-13F1-5662-1AA241A415E2}"/>
              </a:ext>
            </a:extLst>
          </p:cNvPr>
          <p:cNvSpPr/>
          <p:nvPr/>
        </p:nvSpPr>
        <p:spPr>
          <a:xfrm>
            <a:off x="4917232" y="3038226"/>
            <a:ext cx="504056" cy="50405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955" name="Picture 28954">
            <a:extLst>
              <a:ext uri="{FF2B5EF4-FFF2-40B4-BE49-F238E27FC236}">
                <a16:creationId xmlns:a16="http://schemas.microsoft.com/office/drawing/2014/main" id="{963D2572-174C-41BB-B3A3-5FA912EB4C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937" y="2017252"/>
            <a:ext cx="1799263" cy="84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8481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1654055" y="1600200"/>
              <a:ext cx="5835888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l6"/>
            <p:cNvSpPr/>
            <p:nvPr/>
          </p:nvSpPr>
          <p:spPr>
            <a:xfrm>
              <a:off x="2610961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l7"/>
            <p:cNvSpPr/>
            <p:nvPr/>
          </p:nvSpPr>
          <p:spPr>
            <a:xfrm>
              <a:off x="314013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l8"/>
            <p:cNvSpPr/>
            <p:nvPr/>
          </p:nvSpPr>
          <p:spPr>
            <a:xfrm>
              <a:off x="366931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l9"/>
            <p:cNvSpPr/>
            <p:nvPr/>
          </p:nvSpPr>
          <p:spPr>
            <a:xfrm>
              <a:off x="419848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l10"/>
            <p:cNvSpPr/>
            <p:nvPr/>
          </p:nvSpPr>
          <p:spPr>
            <a:xfrm>
              <a:off x="472766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l11"/>
            <p:cNvSpPr/>
            <p:nvPr/>
          </p:nvSpPr>
          <p:spPr>
            <a:xfrm>
              <a:off x="525683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l12"/>
            <p:cNvSpPr/>
            <p:nvPr/>
          </p:nvSpPr>
          <p:spPr>
            <a:xfrm>
              <a:off x="578601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l13"/>
            <p:cNvSpPr/>
            <p:nvPr/>
          </p:nvSpPr>
          <p:spPr>
            <a:xfrm>
              <a:off x="631518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l14"/>
            <p:cNvSpPr/>
            <p:nvPr/>
          </p:nvSpPr>
          <p:spPr>
            <a:xfrm>
              <a:off x="2201917" y="5407850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5"/>
            <p:cNvSpPr/>
            <p:nvPr/>
          </p:nvSpPr>
          <p:spPr>
            <a:xfrm>
              <a:off x="2201917" y="4757570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l16"/>
            <p:cNvSpPr/>
            <p:nvPr/>
          </p:nvSpPr>
          <p:spPr>
            <a:xfrm>
              <a:off x="2201917" y="410729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l17"/>
            <p:cNvSpPr/>
            <p:nvPr/>
          </p:nvSpPr>
          <p:spPr>
            <a:xfrm>
              <a:off x="2201917" y="345701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l18"/>
            <p:cNvSpPr/>
            <p:nvPr/>
          </p:nvSpPr>
          <p:spPr>
            <a:xfrm>
              <a:off x="2201917" y="280673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g19"/>
            <p:cNvSpPr/>
            <p:nvPr/>
          </p:nvSpPr>
          <p:spPr>
            <a:xfrm>
              <a:off x="5671824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g20"/>
            <p:cNvSpPr/>
            <p:nvPr/>
          </p:nvSpPr>
          <p:spPr>
            <a:xfrm>
              <a:off x="5683461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g21"/>
            <p:cNvSpPr/>
            <p:nvPr/>
          </p:nvSpPr>
          <p:spPr>
            <a:xfrm>
              <a:off x="5695098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g22"/>
            <p:cNvSpPr/>
            <p:nvPr/>
          </p:nvSpPr>
          <p:spPr>
            <a:xfrm>
              <a:off x="5718373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g23"/>
            <p:cNvSpPr/>
            <p:nvPr/>
          </p:nvSpPr>
          <p:spPr>
            <a:xfrm>
              <a:off x="5730010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g24"/>
            <p:cNvSpPr/>
            <p:nvPr/>
          </p:nvSpPr>
          <p:spPr>
            <a:xfrm>
              <a:off x="5741648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g25"/>
            <p:cNvSpPr/>
            <p:nvPr/>
          </p:nvSpPr>
          <p:spPr>
            <a:xfrm>
              <a:off x="6276965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g26"/>
            <p:cNvSpPr/>
            <p:nvPr/>
          </p:nvSpPr>
          <p:spPr>
            <a:xfrm>
              <a:off x="6288602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g27"/>
            <p:cNvSpPr/>
            <p:nvPr/>
          </p:nvSpPr>
          <p:spPr>
            <a:xfrm>
              <a:off x="6300240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g28"/>
            <p:cNvSpPr/>
            <p:nvPr/>
          </p:nvSpPr>
          <p:spPr>
            <a:xfrm>
              <a:off x="5648549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g29"/>
            <p:cNvSpPr/>
            <p:nvPr/>
          </p:nvSpPr>
          <p:spPr>
            <a:xfrm>
              <a:off x="5660186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5671824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g31"/>
            <p:cNvSpPr/>
            <p:nvPr/>
          </p:nvSpPr>
          <p:spPr>
            <a:xfrm>
              <a:off x="5683461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g32"/>
            <p:cNvSpPr/>
            <p:nvPr/>
          </p:nvSpPr>
          <p:spPr>
            <a:xfrm>
              <a:off x="569509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g33"/>
            <p:cNvSpPr/>
            <p:nvPr/>
          </p:nvSpPr>
          <p:spPr>
            <a:xfrm>
              <a:off x="5706736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g34"/>
            <p:cNvSpPr/>
            <p:nvPr/>
          </p:nvSpPr>
          <p:spPr>
            <a:xfrm>
              <a:off x="5718373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g35"/>
            <p:cNvSpPr/>
            <p:nvPr/>
          </p:nvSpPr>
          <p:spPr>
            <a:xfrm>
              <a:off x="5730010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g36"/>
            <p:cNvSpPr/>
            <p:nvPr/>
          </p:nvSpPr>
          <p:spPr>
            <a:xfrm>
              <a:off x="574164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g37"/>
            <p:cNvSpPr/>
            <p:nvPr/>
          </p:nvSpPr>
          <p:spPr>
            <a:xfrm>
              <a:off x="626532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g38"/>
            <p:cNvSpPr/>
            <p:nvPr/>
          </p:nvSpPr>
          <p:spPr>
            <a:xfrm>
              <a:off x="6276965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g39"/>
            <p:cNvSpPr/>
            <p:nvPr/>
          </p:nvSpPr>
          <p:spPr>
            <a:xfrm>
              <a:off x="6288602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g40"/>
            <p:cNvSpPr/>
            <p:nvPr/>
          </p:nvSpPr>
          <p:spPr>
            <a:xfrm>
              <a:off x="6300240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g41"/>
            <p:cNvSpPr/>
            <p:nvPr/>
          </p:nvSpPr>
          <p:spPr>
            <a:xfrm>
              <a:off x="6311877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g42"/>
            <p:cNvSpPr/>
            <p:nvPr/>
          </p:nvSpPr>
          <p:spPr>
            <a:xfrm>
              <a:off x="5636912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g43"/>
            <p:cNvSpPr/>
            <p:nvPr/>
          </p:nvSpPr>
          <p:spPr>
            <a:xfrm>
              <a:off x="5648549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g44"/>
            <p:cNvSpPr/>
            <p:nvPr/>
          </p:nvSpPr>
          <p:spPr>
            <a:xfrm>
              <a:off x="5660186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g45"/>
            <p:cNvSpPr/>
            <p:nvPr/>
          </p:nvSpPr>
          <p:spPr>
            <a:xfrm>
              <a:off x="5671824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g46"/>
            <p:cNvSpPr/>
            <p:nvPr/>
          </p:nvSpPr>
          <p:spPr>
            <a:xfrm>
              <a:off x="5683461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g47"/>
            <p:cNvSpPr/>
            <p:nvPr/>
          </p:nvSpPr>
          <p:spPr>
            <a:xfrm>
              <a:off x="569509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g48"/>
            <p:cNvSpPr/>
            <p:nvPr/>
          </p:nvSpPr>
          <p:spPr>
            <a:xfrm>
              <a:off x="5706736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g49"/>
            <p:cNvSpPr/>
            <p:nvPr/>
          </p:nvSpPr>
          <p:spPr>
            <a:xfrm>
              <a:off x="5718373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g50"/>
            <p:cNvSpPr/>
            <p:nvPr/>
          </p:nvSpPr>
          <p:spPr>
            <a:xfrm>
              <a:off x="5730010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g51"/>
            <p:cNvSpPr/>
            <p:nvPr/>
          </p:nvSpPr>
          <p:spPr>
            <a:xfrm>
              <a:off x="574164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g52"/>
            <p:cNvSpPr/>
            <p:nvPr/>
          </p:nvSpPr>
          <p:spPr>
            <a:xfrm>
              <a:off x="5753285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g53"/>
            <p:cNvSpPr/>
            <p:nvPr/>
          </p:nvSpPr>
          <p:spPr>
            <a:xfrm>
              <a:off x="626532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g54"/>
            <p:cNvSpPr/>
            <p:nvPr/>
          </p:nvSpPr>
          <p:spPr>
            <a:xfrm>
              <a:off x="6276965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g55"/>
            <p:cNvSpPr/>
            <p:nvPr/>
          </p:nvSpPr>
          <p:spPr>
            <a:xfrm>
              <a:off x="6288602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/>
            <p:cNvSpPr/>
            <p:nvPr/>
          </p:nvSpPr>
          <p:spPr>
            <a:xfrm>
              <a:off x="6300240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g57"/>
            <p:cNvSpPr/>
            <p:nvPr/>
          </p:nvSpPr>
          <p:spPr>
            <a:xfrm>
              <a:off x="6311877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/>
            <p:cNvSpPr/>
            <p:nvPr/>
          </p:nvSpPr>
          <p:spPr>
            <a:xfrm>
              <a:off x="557872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g59"/>
            <p:cNvSpPr/>
            <p:nvPr/>
          </p:nvSpPr>
          <p:spPr>
            <a:xfrm>
              <a:off x="5590363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g60"/>
            <p:cNvSpPr/>
            <p:nvPr/>
          </p:nvSpPr>
          <p:spPr>
            <a:xfrm>
              <a:off x="560200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pg61"/>
            <p:cNvSpPr/>
            <p:nvPr/>
          </p:nvSpPr>
          <p:spPr>
            <a:xfrm>
              <a:off x="5613637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g62"/>
            <p:cNvSpPr/>
            <p:nvPr/>
          </p:nvSpPr>
          <p:spPr>
            <a:xfrm>
              <a:off x="562527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g63"/>
            <p:cNvSpPr/>
            <p:nvPr/>
          </p:nvSpPr>
          <p:spPr>
            <a:xfrm>
              <a:off x="5636912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g64"/>
            <p:cNvSpPr/>
            <p:nvPr/>
          </p:nvSpPr>
          <p:spPr>
            <a:xfrm>
              <a:off x="5648549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g65"/>
            <p:cNvSpPr/>
            <p:nvPr/>
          </p:nvSpPr>
          <p:spPr>
            <a:xfrm>
              <a:off x="5660186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g66"/>
            <p:cNvSpPr/>
            <p:nvPr/>
          </p:nvSpPr>
          <p:spPr>
            <a:xfrm>
              <a:off x="5671824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g67"/>
            <p:cNvSpPr/>
            <p:nvPr/>
          </p:nvSpPr>
          <p:spPr>
            <a:xfrm>
              <a:off x="5683461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g68"/>
            <p:cNvSpPr/>
            <p:nvPr/>
          </p:nvSpPr>
          <p:spPr>
            <a:xfrm>
              <a:off x="5695098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g69"/>
            <p:cNvSpPr/>
            <p:nvPr/>
          </p:nvSpPr>
          <p:spPr>
            <a:xfrm>
              <a:off x="5706736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g70"/>
            <p:cNvSpPr/>
            <p:nvPr/>
          </p:nvSpPr>
          <p:spPr>
            <a:xfrm>
              <a:off x="5718373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g71"/>
            <p:cNvSpPr/>
            <p:nvPr/>
          </p:nvSpPr>
          <p:spPr>
            <a:xfrm>
              <a:off x="573001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g72"/>
            <p:cNvSpPr/>
            <p:nvPr/>
          </p:nvSpPr>
          <p:spPr>
            <a:xfrm>
              <a:off x="5741648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g73"/>
            <p:cNvSpPr/>
            <p:nvPr/>
          </p:nvSpPr>
          <p:spPr>
            <a:xfrm>
              <a:off x="627696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g74"/>
            <p:cNvSpPr/>
            <p:nvPr/>
          </p:nvSpPr>
          <p:spPr>
            <a:xfrm>
              <a:off x="6288602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g75"/>
            <p:cNvSpPr/>
            <p:nvPr/>
          </p:nvSpPr>
          <p:spPr>
            <a:xfrm>
              <a:off x="630024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g76"/>
            <p:cNvSpPr/>
            <p:nvPr/>
          </p:nvSpPr>
          <p:spPr>
            <a:xfrm>
              <a:off x="554381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g77"/>
            <p:cNvSpPr/>
            <p:nvPr/>
          </p:nvSpPr>
          <p:spPr>
            <a:xfrm>
              <a:off x="5555451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g78"/>
            <p:cNvSpPr/>
            <p:nvPr/>
          </p:nvSpPr>
          <p:spPr>
            <a:xfrm>
              <a:off x="5567088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g79"/>
            <p:cNvSpPr/>
            <p:nvPr/>
          </p:nvSpPr>
          <p:spPr>
            <a:xfrm>
              <a:off x="5578725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g80"/>
            <p:cNvSpPr/>
            <p:nvPr/>
          </p:nvSpPr>
          <p:spPr>
            <a:xfrm>
              <a:off x="559036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g81"/>
            <p:cNvSpPr/>
            <p:nvPr/>
          </p:nvSpPr>
          <p:spPr>
            <a:xfrm>
              <a:off x="5602000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g82"/>
            <p:cNvSpPr/>
            <p:nvPr/>
          </p:nvSpPr>
          <p:spPr>
            <a:xfrm>
              <a:off x="5613637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g83"/>
            <p:cNvSpPr/>
            <p:nvPr/>
          </p:nvSpPr>
          <p:spPr>
            <a:xfrm>
              <a:off x="5625275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g84"/>
            <p:cNvSpPr/>
            <p:nvPr/>
          </p:nvSpPr>
          <p:spPr>
            <a:xfrm>
              <a:off x="5636912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g85"/>
            <p:cNvSpPr/>
            <p:nvPr/>
          </p:nvSpPr>
          <p:spPr>
            <a:xfrm>
              <a:off x="5648549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/>
            <p:cNvSpPr/>
            <p:nvPr/>
          </p:nvSpPr>
          <p:spPr>
            <a:xfrm>
              <a:off x="5660186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pg87"/>
            <p:cNvSpPr/>
            <p:nvPr/>
          </p:nvSpPr>
          <p:spPr>
            <a:xfrm>
              <a:off x="5671824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pg88"/>
            <p:cNvSpPr/>
            <p:nvPr/>
          </p:nvSpPr>
          <p:spPr>
            <a:xfrm>
              <a:off x="5683461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pg89"/>
            <p:cNvSpPr/>
            <p:nvPr/>
          </p:nvSpPr>
          <p:spPr>
            <a:xfrm>
              <a:off x="5695098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g90"/>
            <p:cNvSpPr/>
            <p:nvPr/>
          </p:nvSpPr>
          <p:spPr>
            <a:xfrm>
              <a:off x="5706736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g91"/>
            <p:cNvSpPr/>
            <p:nvPr/>
          </p:nvSpPr>
          <p:spPr>
            <a:xfrm>
              <a:off x="571837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g92"/>
            <p:cNvSpPr/>
            <p:nvPr/>
          </p:nvSpPr>
          <p:spPr>
            <a:xfrm>
              <a:off x="5730010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g93"/>
            <p:cNvSpPr/>
            <p:nvPr/>
          </p:nvSpPr>
          <p:spPr>
            <a:xfrm>
              <a:off x="6288602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g94"/>
            <p:cNvSpPr/>
            <p:nvPr/>
          </p:nvSpPr>
          <p:spPr>
            <a:xfrm>
              <a:off x="5532176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g95"/>
            <p:cNvSpPr/>
            <p:nvPr/>
          </p:nvSpPr>
          <p:spPr>
            <a:xfrm>
              <a:off x="5543813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g96"/>
            <p:cNvSpPr/>
            <p:nvPr/>
          </p:nvSpPr>
          <p:spPr>
            <a:xfrm>
              <a:off x="5555451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g97"/>
            <p:cNvSpPr/>
            <p:nvPr/>
          </p:nvSpPr>
          <p:spPr>
            <a:xfrm>
              <a:off x="5567088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g98"/>
            <p:cNvSpPr/>
            <p:nvPr/>
          </p:nvSpPr>
          <p:spPr>
            <a:xfrm>
              <a:off x="5578725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g99"/>
            <p:cNvSpPr/>
            <p:nvPr/>
          </p:nvSpPr>
          <p:spPr>
            <a:xfrm>
              <a:off x="5590363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g100"/>
            <p:cNvSpPr/>
            <p:nvPr/>
          </p:nvSpPr>
          <p:spPr>
            <a:xfrm>
              <a:off x="5602000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g101"/>
            <p:cNvSpPr/>
            <p:nvPr/>
          </p:nvSpPr>
          <p:spPr>
            <a:xfrm>
              <a:off x="5613637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g102"/>
            <p:cNvSpPr/>
            <p:nvPr/>
          </p:nvSpPr>
          <p:spPr>
            <a:xfrm>
              <a:off x="5625275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g103"/>
            <p:cNvSpPr/>
            <p:nvPr/>
          </p:nvSpPr>
          <p:spPr>
            <a:xfrm>
              <a:off x="5636912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g104"/>
            <p:cNvSpPr/>
            <p:nvPr/>
          </p:nvSpPr>
          <p:spPr>
            <a:xfrm>
              <a:off x="5648549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g105"/>
            <p:cNvSpPr/>
            <p:nvPr/>
          </p:nvSpPr>
          <p:spPr>
            <a:xfrm>
              <a:off x="5660186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g106"/>
            <p:cNvSpPr/>
            <p:nvPr/>
          </p:nvSpPr>
          <p:spPr>
            <a:xfrm>
              <a:off x="5671824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g107"/>
            <p:cNvSpPr/>
            <p:nvPr/>
          </p:nvSpPr>
          <p:spPr>
            <a:xfrm>
              <a:off x="5683461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g108"/>
            <p:cNvSpPr/>
            <p:nvPr/>
          </p:nvSpPr>
          <p:spPr>
            <a:xfrm>
              <a:off x="5695098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g109"/>
            <p:cNvSpPr/>
            <p:nvPr/>
          </p:nvSpPr>
          <p:spPr>
            <a:xfrm>
              <a:off x="5508901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g110"/>
            <p:cNvSpPr/>
            <p:nvPr/>
          </p:nvSpPr>
          <p:spPr>
            <a:xfrm>
              <a:off x="5520539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g111"/>
            <p:cNvSpPr/>
            <p:nvPr/>
          </p:nvSpPr>
          <p:spPr>
            <a:xfrm>
              <a:off x="5532176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g112"/>
            <p:cNvSpPr/>
            <p:nvPr/>
          </p:nvSpPr>
          <p:spPr>
            <a:xfrm>
              <a:off x="5543813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g113"/>
            <p:cNvSpPr/>
            <p:nvPr/>
          </p:nvSpPr>
          <p:spPr>
            <a:xfrm>
              <a:off x="5555451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g114"/>
            <p:cNvSpPr/>
            <p:nvPr/>
          </p:nvSpPr>
          <p:spPr>
            <a:xfrm>
              <a:off x="5567088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pg115"/>
            <p:cNvSpPr/>
            <p:nvPr/>
          </p:nvSpPr>
          <p:spPr>
            <a:xfrm>
              <a:off x="5578725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g116"/>
            <p:cNvSpPr/>
            <p:nvPr/>
          </p:nvSpPr>
          <p:spPr>
            <a:xfrm>
              <a:off x="5590363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pg117"/>
            <p:cNvSpPr/>
            <p:nvPr/>
          </p:nvSpPr>
          <p:spPr>
            <a:xfrm>
              <a:off x="5602000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g118"/>
            <p:cNvSpPr/>
            <p:nvPr/>
          </p:nvSpPr>
          <p:spPr>
            <a:xfrm>
              <a:off x="5613637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pg119"/>
            <p:cNvSpPr/>
            <p:nvPr/>
          </p:nvSpPr>
          <p:spPr>
            <a:xfrm>
              <a:off x="5625275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pg120"/>
            <p:cNvSpPr/>
            <p:nvPr/>
          </p:nvSpPr>
          <p:spPr>
            <a:xfrm>
              <a:off x="5636912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pg121"/>
            <p:cNvSpPr/>
            <p:nvPr/>
          </p:nvSpPr>
          <p:spPr>
            <a:xfrm>
              <a:off x="5648549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pg122"/>
            <p:cNvSpPr/>
            <p:nvPr/>
          </p:nvSpPr>
          <p:spPr>
            <a:xfrm>
              <a:off x="5660186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g123"/>
            <p:cNvSpPr/>
            <p:nvPr/>
          </p:nvSpPr>
          <p:spPr>
            <a:xfrm>
              <a:off x="5473989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g124"/>
            <p:cNvSpPr/>
            <p:nvPr/>
          </p:nvSpPr>
          <p:spPr>
            <a:xfrm>
              <a:off x="5485627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g125"/>
            <p:cNvSpPr/>
            <p:nvPr/>
          </p:nvSpPr>
          <p:spPr>
            <a:xfrm>
              <a:off x="5497264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g126"/>
            <p:cNvSpPr/>
            <p:nvPr/>
          </p:nvSpPr>
          <p:spPr>
            <a:xfrm>
              <a:off x="5508901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g127"/>
            <p:cNvSpPr/>
            <p:nvPr/>
          </p:nvSpPr>
          <p:spPr>
            <a:xfrm>
              <a:off x="5520539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g128"/>
            <p:cNvSpPr/>
            <p:nvPr/>
          </p:nvSpPr>
          <p:spPr>
            <a:xfrm>
              <a:off x="5532176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g129"/>
            <p:cNvSpPr/>
            <p:nvPr/>
          </p:nvSpPr>
          <p:spPr>
            <a:xfrm>
              <a:off x="5543813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g130"/>
            <p:cNvSpPr/>
            <p:nvPr/>
          </p:nvSpPr>
          <p:spPr>
            <a:xfrm>
              <a:off x="5555451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g131"/>
            <p:cNvSpPr/>
            <p:nvPr/>
          </p:nvSpPr>
          <p:spPr>
            <a:xfrm>
              <a:off x="5567088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g132"/>
            <p:cNvSpPr/>
            <p:nvPr/>
          </p:nvSpPr>
          <p:spPr>
            <a:xfrm>
              <a:off x="5578725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g133"/>
            <p:cNvSpPr/>
            <p:nvPr/>
          </p:nvSpPr>
          <p:spPr>
            <a:xfrm>
              <a:off x="5590363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pg134"/>
            <p:cNvSpPr/>
            <p:nvPr/>
          </p:nvSpPr>
          <p:spPr>
            <a:xfrm>
              <a:off x="5602000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pg135"/>
            <p:cNvSpPr/>
            <p:nvPr/>
          </p:nvSpPr>
          <p:spPr>
            <a:xfrm>
              <a:off x="5613637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pg136"/>
            <p:cNvSpPr/>
            <p:nvPr/>
          </p:nvSpPr>
          <p:spPr>
            <a:xfrm>
              <a:off x="5625275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pg137"/>
            <p:cNvSpPr/>
            <p:nvPr/>
          </p:nvSpPr>
          <p:spPr>
            <a:xfrm>
              <a:off x="5450715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pg138"/>
            <p:cNvSpPr/>
            <p:nvPr/>
          </p:nvSpPr>
          <p:spPr>
            <a:xfrm>
              <a:off x="5462352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pg139"/>
            <p:cNvSpPr/>
            <p:nvPr/>
          </p:nvSpPr>
          <p:spPr>
            <a:xfrm>
              <a:off x="5473989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pg140"/>
            <p:cNvSpPr/>
            <p:nvPr/>
          </p:nvSpPr>
          <p:spPr>
            <a:xfrm>
              <a:off x="5485627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pg141"/>
            <p:cNvSpPr/>
            <p:nvPr/>
          </p:nvSpPr>
          <p:spPr>
            <a:xfrm>
              <a:off x="5497264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pg142"/>
            <p:cNvSpPr/>
            <p:nvPr/>
          </p:nvSpPr>
          <p:spPr>
            <a:xfrm>
              <a:off x="5508901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pg143"/>
            <p:cNvSpPr/>
            <p:nvPr/>
          </p:nvSpPr>
          <p:spPr>
            <a:xfrm>
              <a:off x="5520539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pg144"/>
            <p:cNvSpPr/>
            <p:nvPr/>
          </p:nvSpPr>
          <p:spPr>
            <a:xfrm>
              <a:off x="5532176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pg145"/>
            <p:cNvSpPr/>
            <p:nvPr/>
          </p:nvSpPr>
          <p:spPr>
            <a:xfrm>
              <a:off x="5543813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pg146"/>
            <p:cNvSpPr/>
            <p:nvPr/>
          </p:nvSpPr>
          <p:spPr>
            <a:xfrm>
              <a:off x="5555451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pg147"/>
            <p:cNvSpPr/>
            <p:nvPr/>
          </p:nvSpPr>
          <p:spPr>
            <a:xfrm>
              <a:off x="5567088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pg148"/>
            <p:cNvSpPr/>
            <p:nvPr/>
          </p:nvSpPr>
          <p:spPr>
            <a:xfrm>
              <a:off x="5578725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pg149"/>
            <p:cNvSpPr/>
            <p:nvPr/>
          </p:nvSpPr>
          <p:spPr>
            <a:xfrm>
              <a:off x="5439077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pg150"/>
            <p:cNvSpPr/>
            <p:nvPr/>
          </p:nvSpPr>
          <p:spPr>
            <a:xfrm>
              <a:off x="5450715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pg151"/>
            <p:cNvSpPr/>
            <p:nvPr/>
          </p:nvSpPr>
          <p:spPr>
            <a:xfrm>
              <a:off x="5462352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pg152"/>
            <p:cNvSpPr/>
            <p:nvPr/>
          </p:nvSpPr>
          <p:spPr>
            <a:xfrm>
              <a:off x="5473989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pg153"/>
            <p:cNvSpPr/>
            <p:nvPr/>
          </p:nvSpPr>
          <p:spPr>
            <a:xfrm>
              <a:off x="5485627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pg154"/>
            <p:cNvSpPr/>
            <p:nvPr/>
          </p:nvSpPr>
          <p:spPr>
            <a:xfrm>
              <a:off x="5497264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pg155"/>
            <p:cNvSpPr/>
            <p:nvPr/>
          </p:nvSpPr>
          <p:spPr>
            <a:xfrm>
              <a:off x="5508901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pg156"/>
            <p:cNvSpPr/>
            <p:nvPr/>
          </p:nvSpPr>
          <p:spPr>
            <a:xfrm>
              <a:off x="5520539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pg157"/>
            <p:cNvSpPr/>
            <p:nvPr/>
          </p:nvSpPr>
          <p:spPr>
            <a:xfrm>
              <a:off x="5532176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pg158"/>
            <p:cNvSpPr/>
            <p:nvPr/>
          </p:nvSpPr>
          <p:spPr>
            <a:xfrm>
              <a:off x="5543813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pg159"/>
            <p:cNvSpPr/>
            <p:nvPr/>
          </p:nvSpPr>
          <p:spPr>
            <a:xfrm>
              <a:off x="5555451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pg160"/>
            <p:cNvSpPr/>
            <p:nvPr/>
          </p:nvSpPr>
          <p:spPr>
            <a:xfrm>
              <a:off x="5427440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pg161"/>
            <p:cNvSpPr/>
            <p:nvPr/>
          </p:nvSpPr>
          <p:spPr>
            <a:xfrm>
              <a:off x="5439077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pg162"/>
            <p:cNvSpPr/>
            <p:nvPr/>
          </p:nvSpPr>
          <p:spPr>
            <a:xfrm>
              <a:off x="5450715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pg163"/>
            <p:cNvSpPr/>
            <p:nvPr/>
          </p:nvSpPr>
          <p:spPr>
            <a:xfrm>
              <a:off x="5462352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pg164"/>
            <p:cNvSpPr/>
            <p:nvPr/>
          </p:nvSpPr>
          <p:spPr>
            <a:xfrm>
              <a:off x="5473989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pg165"/>
            <p:cNvSpPr/>
            <p:nvPr/>
          </p:nvSpPr>
          <p:spPr>
            <a:xfrm>
              <a:off x="5485627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pg166"/>
            <p:cNvSpPr/>
            <p:nvPr/>
          </p:nvSpPr>
          <p:spPr>
            <a:xfrm>
              <a:off x="5497264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pg167"/>
            <p:cNvSpPr/>
            <p:nvPr/>
          </p:nvSpPr>
          <p:spPr>
            <a:xfrm>
              <a:off x="5508901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pg168"/>
            <p:cNvSpPr/>
            <p:nvPr/>
          </p:nvSpPr>
          <p:spPr>
            <a:xfrm>
              <a:off x="5520539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pg169"/>
            <p:cNvSpPr/>
            <p:nvPr/>
          </p:nvSpPr>
          <p:spPr>
            <a:xfrm>
              <a:off x="5532176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pg170"/>
            <p:cNvSpPr/>
            <p:nvPr/>
          </p:nvSpPr>
          <p:spPr>
            <a:xfrm>
              <a:off x="5415803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pg171"/>
            <p:cNvSpPr/>
            <p:nvPr/>
          </p:nvSpPr>
          <p:spPr>
            <a:xfrm>
              <a:off x="5427440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pg172"/>
            <p:cNvSpPr/>
            <p:nvPr/>
          </p:nvSpPr>
          <p:spPr>
            <a:xfrm>
              <a:off x="5439077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pg173"/>
            <p:cNvSpPr/>
            <p:nvPr/>
          </p:nvSpPr>
          <p:spPr>
            <a:xfrm>
              <a:off x="5450715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pg174"/>
            <p:cNvSpPr/>
            <p:nvPr/>
          </p:nvSpPr>
          <p:spPr>
            <a:xfrm>
              <a:off x="5462352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pg175"/>
            <p:cNvSpPr/>
            <p:nvPr/>
          </p:nvSpPr>
          <p:spPr>
            <a:xfrm>
              <a:off x="5473989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pg176"/>
            <p:cNvSpPr/>
            <p:nvPr/>
          </p:nvSpPr>
          <p:spPr>
            <a:xfrm>
              <a:off x="5485627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pg177"/>
            <p:cNvSpPr/>
            <p:nvPr/>
          </p:nvSpPr>
          <p:spPr>
            <a:xfrm>
              <a:off x="5497264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pg178"/>
            <p:cNvSpPr/>
            <p:nvPr/>
          </p:nvSpPr>
          <p:spPr>
            <a:xfrm>
              <a:off x="5508901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pg179"/>
            <p:cNvSpPr/>
            <p:nvPr/>
          </p:nvSpPr>
          <p:spPr>
            <a:xfrm>
              <a:off x="5380891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pg180"/>
            <p:cNvSpPr/>
            <p:nvPr/>
          </p:nvSpPr>
          <p:spPr>
            <a:xfrm>
              <a:off x="5392528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pg181"/>
            <p:cNvSpPr/>
            <p:nvPr/>
          </p:nvSpPr>
          <p:spPr>
            <a:xfrm>
              <a:off x="5404165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pg182"/>
            <p:cNvSpPr/>
            <p:nvPr/>
          </p:nvSpPr>
          <p:spPr>
            <a:xfrm>
              <a:off x="5415803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pg183"/>
            <p:cNvSpPr/>
            <p:nvPr/>
          </p:nvSpPr>
          <p:spPr>
            <a:xfrm>
              <a:off x="5427440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pg184"/>
            <p:cNvSpPr/>
            <p:nvPr/>
          </p:nvSpPr>
          <p:spPr>
            <a:xfrm>
              <a:off x="5439077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pg185"/>
            <p:cNvSpPr/>
            <p:nvPr/>
          </p:nvSpPr>
          <p:spPr>
            <a:xfrm>
              <a:off x="5450715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pg186"/>
            <p:cNvSpPr/>
            <p:nvPr/>
          </p:nvSpPr>
          <p:spPr>
            <a:xfrm>
              <a:off x="5462352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pg187"/>
            <p:cNvSpPr/>
            <p:nvPr/>
          </p:nvSpPr>
          <p:spPr>
            <a:xfrm>
              <a:off x="5473989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pg188"/>
            <p:cNvSpPr/>
            <p:nvPr/>
          </p:nvSpPr>
          <p:spPr>
            <a:xfrm>
              <a:off x="5485627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pg189"/>
            <p:cNvSpPr/>
            <p:nvPr/>
          </p:nvSpPr>
          <p:spPr>
            <a:xfrm>
              <a:off x="5369253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pg190"/>
            <p:cNvSpPr/>
            <p:nvPr/>
          </p:nvSpPr>
          <p:spPr>
            <a:xfrm>
              <a:off x="5380891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pg191"/>
            <p:cNvSpPr/>
            <p:nvPr/>
          </p:nvSpPr>
          <p:spPr>
            <a:xfrm>
              <a:off x="5392528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pg192"/>
            <p:cNvSpPr/>
            <p:nvPr/>
          </p:nvSpPr>
          <p:spPr>
            <a:xfrm>
              <a:off x="5404165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pg193"/>
            <p:cNvSpPr/>
            <p:nvPr/>
          </p:nvSpPr>
          <p:spPr>
            <a:xfrm>
              <a:off x="5415803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pg194"/>
            <p:cNvSpPr/>
            <p:nvPr/>
          </p:nvSpPr>
          <p:spPr>
            <a:xfrm>
              <a:off x="5427440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pg195"/>
            <p:cNvSpPr/>
            <p:nvPr/>
          </p:nvSpPr>
          <p:spPr>
            <a:xfrm>
              <a:off x="5439077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pg196"/>
            <p:cNvSpPr/>
            <p:nvPr/>
          </p:nvSpPr>
          <p:spPr>
            <a:xfrm>
              <a:off x="5450715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pg197"/>
            <p:cNvSpPr/>
            <p:nvPr/>
          </p:nvSpPr>
          <p:spPr>
            <a:xfrm>
              <a:off x="5462352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pg198"/>
            <p:cNvSpPr/>
            <p:nvPr/>
          </p:nvSpPr>
          <p:spPr>
            <a:xfrm>
              <a:off x="6311877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pg199"/>
            <p:cNvSpPr/>
            <p:nvPr/>
          </p:nvSpPr>
          <p:spPr>
            <a:xfrm>
              <a:off x="531106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pg200"/>
            <p:cNvSpPr/>
            <p:nvPr/>
          </p:nvSpPr>
          <p:spPr>
            <a:xfrm>
              <a:off x="5322704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pg201"/>
            <p:cNvSpPr/>
            <p:nvPr/>
          </p:nvSpPr>
          <p:spPr>
            <a:xfrm>
              <a:off x="5334341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pg202"/>
            <p:cNvSpPr/>
            <p:nvPr/>
          </p:nvSpPr>
          <p:spPr>
            <a:xfrm>
              <a:off x="5345979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pg203"/>
            <p:cNvSpPr/>
            <p:nvPr/>
          </p:nvSpPr>
          <p:spPr>
            <a:xfrm>
              <a:off x="5357616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pg204"/>
            <p:cNvSpPr/>
            <p:nvPr/>
          </p:nvSpPr>
          <p:spPr>
            <a:xfrm>
              <a:off x="5369253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pg205"/>
            <p:cNvSpPr/>
            <p:nvPr/>
          </p:nvSpPr>
          <p:spPr>
            <a:xfrm>
              <a:off x="5380891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pg206"/>
            <p:cNvSpPr/>
            <p:nvPr/>
          </p:nvSpPr>
          <p:spPr>
            <a:xfrm>
              <a:off x="5392528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pg207"/>
            <p:cNvSpPr/>
            <p:nvPr/>
          </p:nvSpPr>
          <p:spPr>
            <a:xfrm>
              <a:off x="540416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pg208"/>
            <p:cNvSpPr/>
            <p:nvPr/>
          </p:nvSpPr>
          <p:spPr>
            <a:xfrm>
              <a:off x="5415803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pg209"/>
            <p:cNvSpPr/>
            <p:nvPr/>
          </p:nvSpPr>
          <p:spPr>
            <a:xfrm>
              <a:off x="5427440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pg210"/>
            <p:cNvSpPr/>
            <p:nvPr/>
          </p:nvSpPr>
          <p:spPr>
            <a:xfrm>
              <a:off x="543907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pg211"/>
            <p:cNvSpPr/>
            <p:nvPr/>
          </p:nvSpPr>
          <p:spPr>
            <a:xfrm>
              <a:off x="545071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pg212"/>
            <p:cNvSpPr/>
            <p:nvPr/>
          </p:nvSpPr>
          <p:spPr>
            <a:xfrm>
              <a:off x="627696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pg213"/>
            <p:cNvSpPr/>
            <p:nvPr/>
          </p:nvSpPr>
          <p:spPr>
            <a:xfrm>
              <a:off x="6288602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pg214"/>
            <p:cNvSpPr/>
            <p:nvPr/>
          </p:nvSpPr>
          <p:spPr>
            <a:xfrm>
              <a:off x="6300240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pg215"/>
            <p:cNvSpPr/>
            <p:nvPr/>
          </p:nvSpPr>
          <p:spPr>
            <a:xfrm>
              <a:off x="631187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pg216"/>
            <p:cNvSpPr/>
            <p:nvPr/>
          </p:nvSpPr>
          <p:spPr>
            <a:xfrm>
              <a:off x="6323514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pg217"/>
            <p:cNvSpPr/>
            <p:nvPr/>
          </p:nvSpPr>
          <p:spPr>
            <a:xfrm>
              <a:off x="5299429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pg218"/>
            <p:cNvSpPr/>
            <p:nvPr/>
          </p:nvSpPr>
          <p:spPr>
            <a:xfrm>
              <a:off x="531106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pg219"/>
            <p:cNvSpPr/>
            <p:nvPr/>
          </p:nvSpPr>
          <p:spPr>
            <a:xfrm>
              <a:off x="532270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pg220"/>
            <p:cNvSpPr/>
            <p:nvPr/>
          </p:nvSpPr>
          <p:spPr>
            <a:xfrm>
              <a:off x="533434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pg221"/>
            <p:cNvSpPr/>
            <p:nvPr/>
          </p:nvSpPr>
          <p:spPr>
            <a:xfrm>
              <a:off x="5345979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pg222"/>
            <p:cNvSpPr/>
            <p:nvPr/>
          </p:nvSpPr>
          <p:spPr>
            <a:xfrm>
              <a:off x="5357616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pg223"/>
            <p:cNvSpPr/>
            <p:nvPr/>
          </p:nvSpPr>
          <p:spPr>
            <a:xfrm>
              <a:off x="5369253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pg224"/>
            <p:cNvSpPr/>
            <p:nvPr/>
          </p:nvSpPr>
          <p:spPr>
            <a:xfrm>
              <a:off x="538089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pg225"/>
            <p:cNvSpPr/>
            <p:nvPr/>
          </p:nvSpPr>
          <p:spPr>
            <a:xfrm>
              <a:off x="539252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pg226"/>
            <p:cNvSpPr/>
            <p:nvPr/>
          </p:nvSpPr>
          <p:spPr>
            <a:xfrm>
              <a:off x="5404165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pg227"/>
            <p:cNvSpPr/>
            <p:nvPr/>
          </p:nvSpPr>
          <p:spPr>
            <a:xfrm>
              <a:off x="5415803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pg228"/>
            <p:cNvSpPr/>
            <p:nvPr/>
          </p:nvSpPr>
          <p:spPr>
            <a:xfrm>
              <a:off x="542744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pg229"/>
            <p:cNvSpPr/>
            <p:nvPr/>
          </p:nvSpPr>
          <p:spPr>
            <a:xfrm>
              <a:off x="543907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pg230"/>
            <p:cNvSpPr/>
            <p:nvPr/>
          </p:nvSpPr>
          <p:spPr>
            <a:xfrm>
              <a:off x="6183866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pg231"/>
            <p:cNvSpPr/>
            <p:nvPr/>
          </p:nvSpPr>
          <p:spPr>
            <a:xfrm>
              <a:off x="619550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pg232"/>
            <p:cNvSpPr/>
            <p:nvPr/>
          </p:nvSpPr>
          <p:spPr>
            <a:xfrm>
              <a:off x="620714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pg233"/>
            <p:cNvSpPr/>
            <p:nvPr/>
          </p:nvSpPr>
          <p:spPr>
            <a:xfrm>
              <a:off x="621877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pg234"/>
            <p:cNvSpPr/>
            <p:nvPr/>
          </p:nvSpPr>
          <p:spPr>
            <a:xfrm>
              <a:off x="625369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pg235"/>
            <p:cNvSpPr/>
            <p:nvPr/>
          </p:nvSpPr>
          <p:spPr>
            <a:xfrm>
              <a:off x="626532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pg236"/>
            <p:cNvSpPr/>
            <p:nvPr/>
          </p:nvSpPr>
          <p:spPr>
            <a:xfrm>
              <a:off x="6276965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pg237"/>
            <p:cNvSpPr/>
            <p:nvPr/>
          </p:nvSpPr>
          <p:spPr>
            <a:xfrm>
              <a:off x="6288602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pg238"/>
            <p:cNvSpPr/>
            <p:nvPr/>
          </p:nvSpPr>
          <p:spPr>
            <a:xfrm>
              <a:off x="630024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pg239"/>
            <p:cNvSpPr/>
            <p:nvPr/>
          </p:nvSpPr>
          <p:spPr>
            <a:xfrm>
              <a:off x="631187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pg240"/>
            <p:cNvSpPr/>
            <p:nvPr/>
          </p:nvSpPr>
          <p:spPr>
            <a:xfrm>
              <a:off x="632351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pg241"/>
            <p:cNvSpPr/>
            <p:nvPr/>
          </p:nvSpPr>
          <p:spPr>
            <a:xfrm>
              <a:off x="6335152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pg242"/>
            <p:cNvSpPr/>
            <p:nvPr/>
          </p:nvSpPr>
          <p:spPr>
            <a:xfrm>
              <a:off x="529942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pg243"/>
            <p:cNvSpPr/>
            <p:nvPr/>
          </p:nvSpPr>
          <p:spPr>
            <a:xfrm>
              <a:off x="5311067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pg244"/>
            <p:cNvSpPr/>
            <p:nvPr/>
          </p:nvSpPr>
          <p:spPr>
            <a:xfrm>
              <a:off x="532270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pg245"/>
            <p:cNvSpPr/>
            <p:nvPr/>
          </p:nvSpPr>
          <p:spPr>
            <a:xfrm>
              <a:off x="533434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pg246"/>
            <p:cNvSpPr/>
            <p:nvPr/>
          </p:nvSpPr>
          <p:spPr>
            <a:xfrm>
              <a:off x="534597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pg247"/>
            <p:cNvSpPr/>
            <p:nvPr/>
          </p:nvSpPr>
          <p:spPr>
            <a:xfrm>
              <a:off x="535761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pg248"/>
            <p:cNvSpPr/>
            <p:nvPr/>
          </p:nvSpPr>
          <p:spPr>
            <a:xfrm>
              <a:off x="536925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pg249"/>
            <p:cNvSpPr/>
            <p:nvPr/>
          </p:nvSpPr>
          <p:spPr>
            <a:xfrm>
              <a:off x="538089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pg250"/>
            <p:cNvSpPr/>
            <p:nvPr/>
          </p:nvSpPr>
          <p:spPr>
            <a:xfrm>
              <a:off x="539252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pg251"/>
            <p:cNvSpPr/>
            <p:nvPr/>
          </p:nvSpPr>
          <p:spPr>
            <a:xfrm>
              <a:off x="5404165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pg252"/>
            <p:cNvSpPr/>
            <p:nvPr/>
          </p:nvSpPr>
          <p:spPr>
            <a:xfrm>
              <a:off x="541580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pg253"/>
            <p:cNvSpPr/>
            <p:nvPr/>
          </p:nvSpPr>
          <p:spPr>
            <a:xfrm>
              <a:off x="542744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pg254"/>
            <p:cNvSpPr/>
            <p:nvPr/>
          </p:nvSpPr>
          <p:spPr>
            <a:xfrm>
              <a:off x="617222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pg255"/>
            <p:cNvSpPr/>
            <p:nvPr/>
          </p:nvSpPr>
          <p:spPr>
            <a:xfrm>
              <a:off x="618386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pg256"/>
            <p:cNvSpPr/>
            <p:nvPr/>
          </p:nvSpPr>
          <p:spPr>
            <a:xfrm>
              <a:off x="619550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pg257"/>
            <p:cNvSpPr/>
            <p:nvPr/>
          </p:nvSpPr>
          <p:spPr>
            <a:xfrm>
              <a:off x="620714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pg258"/>
            <p:cNvSpPr/>
            <p:nvPr/>
          </p:nvSpPr>
          <p:spPr>
            <a:xfrm>
              <a:off x="621877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pg259"/>
            <p:cNvSpPr/>
            <p:nvPr/>
          </p:nvSpPr>
          <p:spPr>
            <a:xfrm>
              <a:off x="623041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pg260"/>
            <p:cNvSpPr/>
            <p:nvPr/>
          </p:nvSpPr>
          <p:spPr>
            <a:xfrm>
              <a:off x="624205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pg261"/>
            <p:cNvSpPr/>
            <p:nvPr/>
          </p:nvSpPr>
          <p:spPr>
            <a:xfrm>
              <a:off x="625369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pg262"/>
            <p:cNvSpPr/>
            <p:nvPr/>
          </p:nvSpPr>
          <p:spPr>
            <a:xfrm>
              <a:off x="626532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pg263"/>
            <p:cNvSpPr/>
            <p:nvPr/>
          </p:nvSpPr>
          <p:spPr>
            <a:xfrm>
              <a:off x="6276965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pg264"/>
            <p:cNvSpPr/>
            <p:nvPr/>
          </p:nvSpPr>
          <p:spPr>
            <a:xfrm>
              <a:off x="6288602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pg265"/>
            <p:cNvSpPr/>
            <p:nvPr/>
          </p:nvSpPr>
          <p:spPr>
            <a:xfrm>
              <a:off x="630024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pg266"/>
            <p:cNvSpPr/>
            <p:nvPr/>
          </p:nvSpPr>
          <p:spPr>
            <a:xfrm>
              <a:off x="6311877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pg267"/>
            <p:cNvSpPr/>
            <p:nvPr/>
          </p:nvSpPr>
          <p:spPr>
            <a:xfrm>
              <a:off x="632351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pg268"/>
            <p:cNvSpPr/>
            <p:nvPr/>
          </p:nvSpPr>
          <p:spPr>
            <a:xfrm>
              <a:off x="529942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pg269"/>
            <p:cNvSpPr/>
            <p:nvPr/>
          </p:nvSpPr>
          <p:spPr>
            <a:xfrm>
              <a:off x="5311067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pg270"/>
            <p:cNvSpPr/>
            <p:nvPr/>
          </p:nvSpPr>
          <p:spPr>
            <a:xfrm>
              <a:off x="532270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pg271"/>
            <p:cNvSpPr/>
            <p:nvPr/>
          </p:nvSpPr>
          <p:spPr>
            <a:xfrm>
              <a:off x="533434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pg272"/>
            <p:cNvSpPr/>
            <p:nvPr/>
          </p:nvSpPr>
          <p:spPr>
            <a:xfrm>
              <a:off x="534597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pg273"/>
            <p:cNvSpPr/>
            <p:nvPr/>
          </p:nvSpPr>
          <p:spPr>
            <a:xfrm>
              <a:off x="535761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pg274"/>
            <p:cNvSpPr/>
            <p:nvPr/>
          </p:nvSpPr>
          <p:spPr>
            <a:xfrm>
              <a:off x="536925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pg275"/>
            <p:cNvSpPr/>
            <p:nvPr/>
          </p:nvSpPr>
          <p:spPr>
            <a:xfrm>
              <a:off x="538089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pg276"/>
            <p:cNvSpPr/>
            <p:nvPr/>
          </p:nvSpPr>
          <p:spPr>
            <a:xfrm>
              <a:off x="539252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pg277"/>
            <p:cNvSpPr/>
            <p:nvPr/>
          </p:nvSpPr>
          <p:spPr>
            <a:xfrm>
              <a:off x="540416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pg278"/>
            <p:cNvSpPr/>
            <p:nvPr/>
          </p:nvSpPr>
          <p:spPr>
            <a:xfrm>
              <a:off x="541580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pg279"/>
            <p:cNvSpPr/>
            <p:nvPr/>
          </p:nvSpPr>
          <p:spPr>
            <a:xfrm>
              <a:off x="542744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pg280"/>
            <p:cNvSpPr/>
            <p:nvPr/>
          </p:nvSpPr>
          <p:spPr>
            <a:xfrm>
              <a:off x="607913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pg281"/>
            <p:cNvSpPr/>
            <p:nvPr/>
          </p:nvSpPr>
          <p:spPr>
            <a:xfrm>
              <a:off x="609076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pg282"/>
            <p:cNvSpPr/>
            <p:nvPr/>
          </p:nvSpPr>
          <p:spPr>
            <a:xfrm>
              <a:off x="610240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pg283"/>
            <p:cNvSpPr/>
            <p:nvPr/>
          </p:nvSpPr>
          <p:spPr>
            <a:xfrm>
              <a:off x="611404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pg284"/>
            <p:cNvSpPr/>
            <p:nvPr/>
          </p:nvSpPr>
          <p:spPr>
            <a:xfrm>
              <a:off x="614895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pg285"/>
            <p:cNvSpPr/>
            <p:nvPr/>
          </p:nvSpPr>
          <p:spPr>
            <a:xfrm>
              <a:off x="616059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pg286"/>
            <p:cNvSpPr/>
            <p:nvPr/>
          </p:nvSpPr>
          <p:spPr>
            <a:xfrm>
              <a:off x="617222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pg287"/>
            <p:cNvSpPr/>
            <p:nvPr/>
          </p:nvSpPr>
          <p:spPr>
            <a:xfrm>
              <a:off x="618386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pg288"/>
            <p:cNvSpPr/>
            <p:nvPr/>
          </p:nvSpPr>
          <p:spPr>
            <a:xfrm>
              <a:off x="619550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pg289"/>
            <p:cNvSpPr/>
            <p:nvPr/>
          </p:nvSpPr>
          <p:spPr>
            <a:xfrm>
              <a:off x="620714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pg290"/>
            <p:cNvSpPr/>
            <p:nvPr/>
          </p:nvSpPr>
          <p:spPr>
            <a:xfrm>
              <a:off x="621877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pg291"/>
            <p:cNvSpPr/>
            <p:nvPr/>
          </p:nvSpPr>
          <p:spPr>
            <a:xfrm>
              <a:off x="623041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pg292"/>
            <p:cNvSpPr/>
            <p:nvPr/>
          </p:nvSpPr>
          <p:spPr>
            <a:xfrm>
              <a:off x="624205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pg293"/>
            <p:cNvSpPr/>
            <p:nvPr/>
          </p:nvSpPr>
          <p:spPr>
            <a:xfrm>
              <a:off x="625369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pg294"/>
            <p:cNvSpPr/>
            <p:nvPr/>
          </p:nvSpPr>
          <p:spPr>
            <a:xfrm>
              <a:off x="626532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pg295"/>
            <p:cNvSpPr/>
            <p:nvPr/>
          </p:nvSpPr>
          <p:spPr>
            <a:xfrm>
              <a:off x="627696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pg296"/>
            <p:cNvSpPr/>
            <p:nvPr/>
          </p:nvSpPr>
          <p:spPr>
            <a:xfrm>
              <a:off x="628860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pg297"/>
            <p:cNvSpPr/>
            <p:nvPr/>
          </p:nvSpPr>
          <p:spPr>
            <a:xfrm>
              <a:off x="630024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pg298"/>
            <p:cNvSpPr/>
            <p:nvPr/>
          </p:nvSpPr>
          <p:spPr>
            <a:xfrm>
              <a:off x="6311877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pg299"/>
            <p:cNvSpPr/>
            <p:nvPr/>
          </p:nvSpPr>
          <p:spPr>
            <a:xfrm>
              <a:off x="632351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pg300"/>
            <p:cNvSpPr/>
            <p:nvPr/>
          </p:nvSpPr>
          <p:spPr>
            <a:xfrm>
              <a:off x="528779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pg301"/>
            <p:cNvSpPr/>
            <p:nvPr/>
          </p:nvSpPr>
          <p:spPr>
            <a:xfrm>
              <a:off x="529942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pg302"/>
            <p:cNvSpPr/>
            <p:nvPr/>
          </p:nvSpPr>
          <p:spPr>
            <a:xfrm>
              <a:off x="531106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pg303"/>
            <p:cNvSpPr/>
            <p:nvPr/>
          </p:nvSpPr>
          <p:spPr>
            <a:xfrm>
              <a:off x="532270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pg304"/>
            <p:cNvSpPr/>
            <p:nvPr/>
          </p:nvSpPr>
          <p:spPr>
            <a:xfrm>
              <a:off x="533434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pg305"/>
            <p:cNvSpPr/>
            <p:nvPr/>
          </p:nvSpPr>
          <p:spPr>
            <a:xfrm>
              <a:off x="534597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pg306"/>
            <p:cNvSpPr/>
            <p:nvPr/>
          </p:nvSpPr>
          <p:spPr>
            <a:xfrm>
              <a:off x="535761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pg307"/>
            <p:cNvSpPr/>
            <p:nvPr/>
          </p:nvSpPr>
          <p:spPr>
            <a:xfrm>
              <a:off x="536925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pg308"/>
            <p:cNvSpPr/>
            <p:nvPr/>
          </p:nvSpPr>
          <p:spPr>
            <a:xfrm>
              <a:off x="538089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pg309"/>
            <p:cNvSpPr/>
            <p:nvPr/>
          </p:nvSpPr>
          <p:spPr>
            <a:xfrm>
              <a:off x="539252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pg310"/>
            <p:cNvSpPr/>
            <p:nvPr/>
          </p:nvSpPr>
          <p:spPr>
            <a:xfrm>
              <a:off x="540416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pg311"/>
            <p:cNvSpPr/>
            <p:nvPr/>
          </p:nvSpPr>
          <p:spPr>
            <a:xfrm>
              <a:off x="541580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pg312"/>
            <p:cNvSpPr/>
            <p:nvPr/>
          </p:nvSpPr>
          <p:spPr>
            <a:xfrm>
              <a:off x="606749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pg313"/>
            <p:cNvSpPr/>
            <p:nvPr/>
          </p:nvSpPr>
          <p:spPr>
            <a:xfrm>
              <a:off x="607913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pg314"/>
            <p:cNvSpPr/>
            <p:nvPr/>
          </p:nvSpPr>
          <p:spPr>
            <a:xfrm>
              <a:off x="609076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pg315"/>
            <p:cNvSpPr/>
            <p:nvPr/>
          </p:nvSpPr>
          <p:spPr>
            <a:xfrm>
              <a:off x="610240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pg316"/>
            <p:cNvSpPr/>
            <p:nvPr/>
          </p:nvSpPr>
          <p:spPr>
            <a:xfrm>
              <a:off x="611404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pg317"/>
            <p:cNvSpPr/>
            <p:nvPr/>
          </p:nvSpPr>
          <p:spPr>
            <a:xfrm>
              <a:off x="612568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pg318"/>
            <p:cNvSpPr/>
            <p:nvPr/>
          </p:nvSpPr>
          <p:spPr>
            <a:xfrm>
              <a:off x="613731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pg319"/>
            <p:cNvSpPr/>
            <p:nvPr/>
          </p:nvSpPr>
          <p:spPr>
            <a:xfrm>
              <a:off x="614895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pg320"/>
            <p:cNvSpPr/>
            <p:nvPr/>
          </p:nvSpPr>
          <p:spPr>
            <a:xfrm>
              <a:off x="616059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pg321"/>
            <p:cNvSpPr/>
            <p:nvPr/>
          </p:nvSpPr>
          <p:spPr>
            <a:xfrm>
              <a:off x="617222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pg322"/>
            <p:cNvSpPr/>
            <p:nvPr/>
          </p:nvSpPr>
          <p:spPr>
            <a:xfrm>
              <a:off x="618386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pg323"/>
            <p:cNvSpPr/>
            <p:nvPr/>
          </p:nvSpPr>
          <p:spPr>
            <a:xfrm>
              <a:off x="619550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pg324"/>
            <p:cNvSpPr/>
            <p:nvPr/>
          </p:nvSpPr>
          <p:spPr>
            <a:xfrm>
              <a:off x="620714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pg325"/>
            <p:cNvSpPr/>
            <p:nvPr/>
          </p:nvSpPr>
          <p:spPr>
            <a:xfrm>
              <a:off x="621877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pg326"/>
            <p:cNvSpPr/>
            <p:nvPr/>
          </p:nvSpPr>
          <p:spPr>
            <a:xfrm>
              <a:off x="623041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pg327"/>
            <p:cNvSpPr/>
            <p:nvPr/>
          </p:nvSpPr>
          <p:spPr>
            <a:xfrm>
              <a:off x="624205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pg328"/>
            <p:cNvSpPr/>
            <p:nvPr/>
          </p:nvSpPr>
          <p:spPr>
            <a:xfrm>
              <a:off x="625369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pg329"/>
            <p:cNvSpPr/>
            <p:nvPr/>
          </p:nvSpPr>
          <p:spPr>
            <a:xfrm>
              <a:off x="626532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pg330"/>
            <p:cNvSpPr/>
            <p:nvPr/>
          </p:nvSpPr>
          <p:spPr>
            <a:xfrm>
              <a:off x="627696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pg331"/>
            <p:cNvSpPr/>
            <p:nvPr/>
          </p:nvSpPr>
          <p:spPr>
            <a:xfrm>
              <a:off x="628860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pg332"/>
            <p:cNvSpPr/>
            <p:nvPr/>
          </p:nvSpPr>
          <p:spPr>
            <a:xfrm>
              <a:off x="630024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pg333"/>
            <p:cNvSpPr/>
            <p:nvPr/>
          </p:nvSpPr>
          <p:spPr>
            <a:xfrm>
              <a:off x="631187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pg334"/>
            <p:cNvSpPr/>
            <p:nvPr/>
          </p:nvSpPr>
          <p:spPr>
            <a:xfrm>
              <a:off x="632351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pg335"/>
            <p:cNvSpPr/>
            <p:nvPr/>
          </p:nvSpPr>
          <p:spPr>
            <a:xfrm>
              <a:off x="526451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pg336"/>
            <p:cNvSpPr/>
            <p:nvPr/>
          </p:nvSpPr>
          <p:spPr>
            <a:xfrm>
              <a:off x="527615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pg337"/>
            <p:cNvSpPr/>
            <p:nvPr/>
          </p:nvSpPr>
          <p:spPr>
            <a:xfrm>
              <a:off x="528779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pg338"/>
            <p:cNvSpPr/>
            <p:nvPr/>
          </p:nvSpPr>
          <p:spPr>
            <a:xfrm>
              <a:off x="529942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pg339"/>
            <p:cNvSpPr/>
            <p:nvPr/>
          </p:nvSpPr>
          <p:spPr>
            <a:xfrm>
              <a:off x="531106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pg340"/>
            <p:cNvSpPr/>
            <p:nvPr/>
          </p:nvSpPr>
          <p:spPr>
            <a:xfrm>
              <a:off x="532270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pg341"/>
            <p:cNvSpPr/>
            <p:nvPr/>
          </p:nvSpPr>
          <p:spPr>
            <a:xfrm>
              <a:off x="533434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pg342"/>
            <p:cNvSpPr/>
            <p:nvPr/>
          </p:nvSpPr>
          <p:spPr>
            <a:xfrm>
              <a:off x="534597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pg343"/>
            <p:cNvSpPr/>
            <p:nvPr/>
          </p:nvSpPr>
          <p:spPr>
            <a:xfrm>
              <a:off x="535761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pg344"/>
            <p:cNvSpPr/>
            <p:nvPr/>
          </p:nvSpPr>
          <p:spPr>
            <a:xfrm>
              <a:off x="536925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pg345"/>
            <p:cNvSpPr/>
            <p:nvPr/>
          </p:nvSpPr>
          <p:spPr>
            <a:xfrm>
              <a:off x="538089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pg346"/>
            <p:cNvSpPr/>
            <p:nvPr/>
          </p:nvSpPr>
          <p:spPr>
            <a:xfrm>
              <a:off x="606749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pg347"/>
            <p:cNvSpPr/>
            <p:nvPr/>
          </p:nvSpPr>
          <p:spPr>
            <a:xfrm>
              <a:off x="607913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pg348"/>
            <p:cNvSpPr/>
            <p:nvPr/>
          </p:nvSpPr>
          <p:spPr>
            <a:xfrm>
              <a:off x="609076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pg349"/>
            <p:cNvSpPr/>
            <p:nvPr/>
          </p:nvSpPr>
          <p:spPr>
            <a:xfrm>
              <a:off x="610240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pg350"/>
            <p:cNvSpPr/>
            <p:nvPr/>
          </p:nvSpPr>
          <p:spPr>
            <a:xfrm>
              <a:off x="611404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pg351"/>
            <p:cNvSpPr/>
            <p:nvPr/>
          </p:nvSpPr>
          <p:spPr>
            <a:xfrm>
              <a:off x="612568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pg352"/>
            <p:cNvSpPr/>
            <p:nvPr/>
          </p:nvSpPr>
          <p:spPr>
            <a:xfrm>
              <a:off x="613731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pg353"/>
            <p:cNvSpPr/>
            <p:nvPr/>
          </p:nvSpPr>
          <p:spPr>
            <a:xfrm>
              <a:off x="614895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pg354"/>
            <p:cNvSpPr/>
            <p:nvPr/>
          </p:nvSpPr>
          <p:spPr>
            <a:xfrm>
              <a:off x="616059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pg355"/>
            <p:cNvSpPr/>
            <p:nvPr/>
          </p:nvSpPr>
          <p:spPr>
            <a:xfrm>
              <a:off x="617222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pg356"/>
            <p:cNvSpPr/>
            <p:nvPr/>
          </p:nvSpPr>
          <p:spPr>
            <a:xfrm>
              <a:off x="618386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pg357"/>
            <p:cNvSpPr/>
            <p:nvPr/>
          </p:nvSpPr>
          <p:spPr>
            <a:xfrm>
              <a:off x="619550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pg358"/>
            <p:cNvSpPr/>
            <p:nvPr/>
          </p:nvSpPr>
          <p:spPr>
            <a:xfrm>
              <a:off x="620714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pg359"/>
            <p:cNvSpPr/>
            <p:nvPr/>
          </p:nvSpPr>
          <p:spPr>
            <a:xfrm>
              <a:off x="621877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pg360"/>
            <p:cNvSpPr/>
            <p:nvPr/>
          </p:nvSpPr>
          <p:spPr>
            <a:xfrm>
              <a:off x="623041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pg361"/>
            <p:cNvSpPr/>
            <p:nvPr/>
          </p:nvSpPr>
          <p:spPr>
            <a:xfrm>
              <a:off x="624205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pg362"/>
            <p:cNvSpPr/>
            <p:nvPr/>
          </p:nvSpPr>
          <p:spPr>
            <a:xfrm>
              <a:off x="625369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pg363"/>
            <p:cNvSpPr/>
            <p:nvPr/>
          </p:nvSpPr>
          <p:spPr>
            <a:xfrm>
              <a:off x="626532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pg364"/>
            <p:cNvSpPr/>
            <p:nvPr/>
          </p:nvSpPr>
          <p:spPr>
            <a:xfrm>
              <a:off x="627696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pg365"/>
            <p:cNvSpPr/>
            <p:nvPr/>
          </p:nvSpPr>
          <p:spPr>
            <a:xfrm>
              <a:off x="628860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pg366"/>
            <p:cNvSpPr/>
            <p:nvPr/>
          </p:nvSpPr>
          <p:spPr>
            <a:xfrm>
              <a:off x="630024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pg367"/>
            <p:cNvSpPr/>
            <p:nvPr/>
          </p:nvSpPr>
          <p:spPr>
            <a:xfrm>
              <a:off x="631187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pg368"/>
            <p:cNvSpPr/>
            <p:nvPr/>
          </p:nvSpPr>
          <p:spPr>
            <a:xfrm>
              <a:off x="632351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pg369"/>
            <p:cNvSpPr/>
            <p:nvPr/>
          </p:nvSpPr>
          <p:spPr>
            <a:xfrm>
              <a:off x="526451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pg370"/>
            <p:cNvSpPr/>
            <p:nvPr/>
          </p:nvSpPr>
          <p:spPr>
            <a:xfrm>
              <a:off x="527615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pg371"/>
            <p:cNvSpPr/>
            <p:nvPr/>
          </p:nvSpPr>
          <p:spPr>
            <a:xfrm>
              <a:off x="528779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pg372"/>
            <p:cNvSpPr/>
            <p:nvPr/>
          </p:nvSpPr>
          <p:spPr>
            <a:xfrm>
              <a:off x="529942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pg373"/>
            <p:cNvSpPr/>
            <p:nvPr/>
          </p:nvSpPr>
          <p:spPr>
            <a:xfrm>
              <a:off x="531106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pg374"/>
            <p:cNvSpPr/>
            <p:nvPr/>
          </p:nvSpPr>
          <p:spPr>
            <a:xfrm>
              <a:off x="532270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pg375"/>
            <p:cNvSpPr/>
            <p:nvPr/>
          </p:nvSpPr>
          <p:spPr>
            <a:xfrm>
              <a:off x="5334341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pg376"/>
            <p:cNvSpPr/>
            <p:nvPr/>
          </p:nvSpPr>
          <p:spPr>
            <a:xfrm>
              <a:off x="534597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pg377"/>
            <p:cNvSpPr/>
            <p:nvPr/>
          </p:nvSpPr>
          <p:spPr>
            <a:xfrm>
              <a:off x="535761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pg378"/>
            <p:cNvSpPr/>
            <p:nvPr/>
          </p:nvSpPr>
          <p:spPr>
            <a:xfrm>
              <a:off x="6067493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pg379"/>
            <p:cNvSpPr/>
            <p:nvPr/>
          </p:nvSpPr>
          <p:spPr>
            <a:xfrm>
              <a:off x="607913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pg380"/>
            <p:cNvSpPr/>
            <p:nvPr/>
          </p:nvSpPr>
          <p:spPr>
            <a:xfrm>
              <a:off x="609076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pg381"/>
            <p:cNvSpPr/>
            <p:nvPr/>
          </p:nvSpPr>
          <p:spPr>
            <a:xfrm>
              <a:off x="610240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pg382"/>
            <p:cNvSpPr/>
            <p:nvPr/>
          </p:nvSpPr>
          <p:spPr>
            <a:xfrm>
              <a:off x="611404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pg383"/>
            <p:cNvSpPr/>
            <p:nvPr/>
          </p:nvSpPr>
          <p:spPr>
            <a:xfrm>
              <a:off x="612568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pg384"/>
            <p:cNvSpPr/>
            <p:nvPr/>
          </p:nvSpPr>
          <p:spPr>
            <a:xfrm>
              <a:off x="613731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pg385"/>
            <p:cNvSpPr/>
            <p:nvPr/>
          </p:nvSpPr>
          <p:spPr>
            <a:xfrm>
              <a:off x="614895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pg386"/>
            <p:cNvSpPr/>
            <p:nvPr/>
          </p:nvSpPr>
          <p:spPr>
            <a:xfrm>
              <a:off x="616059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pg387"/>
            <p:cNvSpPr/>
            <p:nvPr/>
          </p:nvSpPr>
          <p:spPr>
            <a:xfrm>
              <a:off x="617222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pg388"/>
            <p:cNvSpPr/>
            <p:nvPr/>
          </p:nvSpPr>
          <p:spPr>
            <a:xfrm>
              <a:off x="618386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pg389"/>
            <p:cNvSpPr/>
            <p:nvPr/>
          </p:nvSpPr>
          <p:spPr>
            <a:xfrm>
              <a:off x="619550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pg390"/>
            <p:cNvSpPr/>
            <p:nvPr/>
          </p:nvSpPr>
          <p:spPr>
            <a:xfrm>
              <a:off x="6207141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pg391"/>
            <p:cNvSpPr/>
            <p:nvPr/>
          </p:nvSpPr>
          <p:spPr>
            <a:xfrm>
              <a:off x="621877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pg392"/>
            <p:cNvSpPr/>
            <p:nvPr/>
          </p:nvSpPr>
          <p:spPr>
            <a:xfrm>
              <a:off x="623041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pg393"/>
            <p:cNvSpPr/>
            <p:nvPr/>
          </p:nvSpPr>
          <p:spPr>
            <a:xfrm>
              <a:off x="6242053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pg394"/>
            <p:cNvSpPr/>
            <p:nvPr/>
          </p:nvSpPr>
          <p:spPr>
            <a:xfrm>
              <a:off x="625369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pg395"/>
            <p:cNvSpPr/>
            <p:nvPr/>
          </p:nvSpPr>
          <p:spPr>
            <a:xfrm>
              <a:off x="626532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pg396"/>
            <p:cNvSpPr/>
            <p:nvPr/>
          </p:nvSpPr>
          <p:spPr>
            <a:xfrm>
              <a:off x="627696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pg397"/>
            <p:cNvSpPr/>
            <p:nvPr/>
          </p:nvSpPr>
          <p:spPr>
            <a:xfrm>
              <a:off x="628860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pg398"/>
            <p:cNvSpPr/>
            <p:nvPr/>
          </p:nvSpPr>
          <p:spPr>
            <a:xfrm>
              <a:off x="630024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pg399"/>
            <p:cNvSpPr/>
            <p:nvPr/>
          </p:nvSpPr>
          <p:spPr>
            <a:xfrm>
              <a:off x="631187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pg400"/>
            <p:cNvSpPr/>
            <p:nvPr/>
          </p:nvSpPr>
          <p:spPr>
            <a:xfrm>
              <a:off x="632351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pg401"/>
            <p:cNvSpPr/>
            <p:nvPr/>
          </p:nvSpPr>
          <p:spPr>
            <a:xfrm>
              <a:off x="633515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pg402"/>
            <p:cNvSpPr/>
            <p:nvPr/>
          </p:nvSpPr>
          <p:spPr>
            <a:xfrm>
              <a:off x="526451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pg403"/>
            <p:cNvSpPr/>
            <p:nvPr/>
          </p:nvSpPr>
          <p:spPr>
            <a:xfrm>
              <a:off x="527615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pg404"/>
            <p:cNvSpPr/>
            <p:nvPr/>
          </p:nvSpPr>
          <p:spPr>
            <a:xfrm>
              <a:off x="528779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pg405"/>
            <p:cNvSpPr/>
            <p:nvPr/>
          </p:nvSpPr>
          <p:spPr>
            <a:xfrm>
              <a:off x="5299429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pg406"/>
            <p:cNvSpPr/>
            <p:nvPr/>
          </p:nvSpPr>
          <p:spPr>
            <a:xfrm>
              <a:off x="531106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pg407"/>
            <p:cNvSpPr/>
            <p:nvPr/>
          </p:nvSpPr>
          <p:spPr>
            <a:xfrm>
              <a:off x="532270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pg408"/>
            <p:cNvSpPr/>
            <p:nvPr/>
          </p:nvSpPr>
          <p:spPr>
            <a:xfrm>
              <a:off x="6055856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pg409"/>
            <p:cNvSpPr/>
            <p:nvPr/>
          </p:nvSpPr>
          <p:spPr>
            <a:xfrm>
              <a:off x="6067493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pg410"/>
            <p:cNvSpPr/>
            <p:nvPr/>
          </p:nvSpPr>
          <p:spPr>
            <a:xfrm>
              <a:off x="607913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pg411"/>
            <p:cNvSpPr/>
            <p:nvPr/>
          </p:nvSpPr>
          <p:spPr>
            <a:xfrm>
              <a:off x="6090768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pg412"/>
            <p:cNvSpPr/>
            <p:nvPr/>
          </p:nvSpPr>
          <p:spPr>
            <a:xfrm>
              <a:off x="610240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pg413"/>
            <p:cNvSpPr/>
            <p:nvPr/>
          </p:nvSpPr>
          <p:spPr>
            <a:xfrm>
              <a:off x="611404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pg414"/>
            <p:cNvSpPr/>
            <p:nvPr/>
          </p:nvSpPr>
          <p:spPr>
            <a:xfrm>
              <a:off x="612568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pg415"/>
            <p:cNvSpPr/>
            <p:nvPr/>
          </p:nvSpPr>
          <p:spPr>
            <a:xfrm>
              <a:off x="613731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pg416"/>
            <p:cNvSpPr/>
            <p:nvPr/>
          </p:nvSpPr>
          <p:spPr>
            <a:xfrm>
              <a:off x="614895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pg417"/>
            <p:cNvSpPr/>
            <p:nvPr/>
          </p:nvSpPr>
          <p:spPr>
            <a:xfrm>
              <a:off x="616059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pg418"/>
            <p:cNvSpPr/>
            <p:nvPr/>
          </p:nvSpPr>
          <p:spPr>
            <a:xfrm>
              <a:off x="6172229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pg419"/>
            <p:cNvSpPr/>
            <p:nvPr/>
          </p:nvSpPr>
          <p:spPr>
            <a:xfrm>
              <a:off x="6230416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pg420"/>
            <p:cNvSpPr/>
            <p:nvPr/>
          </p:nvSpPr>
          <p:spPr>
            <a:xfrm>
              <a:off x="6242053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pg421"/>
            <p:cNvSpPr/>
            <p:nvPr/>
          </p:nvSpPr>
          <p:spPr>
            <a:xfrm>
              <a:off x="625369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pg422"/>
            <p:cNvSpPr/>
            <p:nvPr/>
          </p:nvSpPr>
          <p:spPr>
            <a:xfrm>
              <a:off x="6265328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pg423"/>
            <p:cNvSpPr/>
            <p:nvPr/>
          </p:nvSpPr>
          <p:spPr>
            <a:xfrm>
              <a:off x="627696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pg424"/>
            <p:cNvSpPr/>
            <p:nvPr/>
          </p:nvSpPr>
          <p:spPr>
            <a:xfrm>
              <a:off x="628860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pg425"/>
            <p:cNvSpPr/>
            <p:nvPr/>
          </p:nvSpPr>
          <p:spPr>
            <a:xfrm>
              <a:off x="630024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pg426"/>
            <p:cNvSpPr/>
            <p:nvPr/>
          </p:nvSpPr>
          <p:spPr>
            <a:xfrm>
              <a:off x="631187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pg427"/>
            <p:cNvSpPr/>
            <p:nvPr/>
          </p:nvSpPr>
          <p:spPr>
            <a:xfrm>
              <a:off x="632351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pg428"/>
            <p:cNvSpPr/>
            <p:nvPr/>
          </p:nvSpPr>
          <p:spPr>
            <a:xfrm>
              <a:off x="5264517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pg429"/>
            <p:cNvSpPr/>
            <p:nvPr/>
          </p:nvSpPr>
          <p:spPr>
            <a:xfrm>
              <a:off x="527615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pg430"/>
            <p:cNvSpPr/>
            <p:nvPr/>
          </p:nvSpPr>
          <p:spPr>
            <a:xfrm>
              <a:off x="528779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pg431"/>
            <p:cNvSpPr/>
            <p:nvPr/>
          </p:nvSpPr>
          <p:spPr>
            <a:xfrm>
              <a:off x="5299429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pg432"/>
            <p:cNvSpPr/>
            <p:nvPr/>
          </p:nvSpPr>
          <p:spPr>
            <a:xfrm>
              <a:off x="600930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pg433"/>
            <p:cNvSpPr/>
            <p:nvPr/>
          </p:nvSpPr>
          <p:spPr>
            <a:xfrm>
              <a:off x="6020944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pg434"/>
            <p:cNvSpPr/>
            <p:nvPr/>
          </p:nvSpPr>
          <p:spPr>
            <a:xfrm>
              <a:off x="6032581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pg435"/>
            <p:cNvSpPr/>
            <p:nvPr/>
          </p:nvSpPr>
          <p:spPr>
            <a:xfrm>
              <a:off x="604421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pg436"/>
            <p:cNvSpPr/>
            <p:nvPr/>
          </p:nvSpPr>
          <p:spPr>
            <a:xfrm>
              <a:off x="605585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pg437"/>
            <p:cNvSpPr/>
            <p:nvPr/>
          </p:nvSpPr>
          <p:spPr>
            <a:xfrm>
              <a:off x="6067493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pg438"/>
            <p:cNvSpPr/>
            <p:nvPr/>
          </p:nvSpPr>
          <p:spPr>
            <a:xfrm>
              <a:off x="607913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pg439"/>
            <p:cNvSpPr/>
            <p:nvPr/>
          </p:nvSpPr>
          <p:spPr>
            <a:xfrm>
              <a:off x="609076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pg440"/>
            <p:cNvSpPr/>
            <p:nvPr/>
          </p:nvSpPr>
          <p:spPr>
            <a:xfrm>
              <a:off x="610240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pg441"/>
            <p:cNvSpPr/>
            <p:nvPr/>
          </p:nvSpPr>
          <p:spPr>
            <a:xfrm>
              <a:off x="611404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pg442"/>
            <p:cNvSpPr/>
            <p:nvPr/>
          </p:nvSpPr>
          <p:spPr>
            <a:xfrm>
              <a:off x="6207141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pg443"/>
            <p:cNvSpPr/>
            <p:nvPr/>
          </p:nvSpPr>
          <p:spPr>
            <a:xfrm>
              <a:off x="621877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pg444"/>
            <p:cNvSpPr/>
            <p:nvPr/>
          </p:nvSpPr>
          <p:spPr>
            <a:xfrm>
              <a:off x="623041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pg445"/>
            <p:cNvSpPr/>
            <p:nvPr/>
          </p:nvSpPr>
          <p:spPr>
            <a:xfrm>
              <a:off x="6242053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pg446"/>
            <p:cNvSpPr/>
            <p:nvPr/>
          </p:nvSpPr>
          <p:spPr>
            <a:xfrm>
              <a:off x="625369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pg447"/>
            <p:cNvSpPr/>
            <p:nvPr/>
          </p:nvSpPr>
          <p:spPr>
            <a:xfrm>
              <a:off x="626532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pg448"/>
            <p:cNvSpPr/>
            <p:nvPr/>
          </p:nvSpPr>
          <p:spPr>
            <a:xfrm>
              <a:off x="627696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pg449"/>
            <p:cNvSpPr/>
            <p:nvPr/>
          </p:nvSpPr>
          <p:spPr>
            <a:xfrm>
              <a:off x="628860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pg450"/>
            <p:cNvSpPr/>
            <p:nvPr/>
          </p:nvSpPr>
          <p:spPr>
            <a:xfrm>
              <a:off x="630024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pg451"/>
            <p:cNvSpPr/>
            <p:nvPr/>
          </p:nvSpPr>
          <p:spPr>
            <a:xfrm>
              <a:off x="6311877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pg452"/>
            <p:cNvSpPr/>
            <p:nvPr/>
          </p:nvSpPr>
          <p:spPr>
            <a:xfrm>
              <a:off x="589293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pg453"/>
            <p:cNvSpPr/>
            <p:nvPr/>
          </p:nvSpPr>
          <p:spPr>
            <a:xfrm>
              <a:off x="590457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pg454"/>
            <p:cNvSpPr/>
            <p:nvPr/>
          </p:nvSpPr>
          <p:spPr>
            <a:xfrm>
              <a:off x="591620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pg455"/>
            <p:cNvSpPr/>
            <p:nvPr/>
          </p:nvSpPr>
          <p:spPr>
            <a:xfrm>
              <a:off x="592784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pg456"/>
            <p:cNvSpPr/>
            <p:nvPr/>
          </p:nvSpPr>
          <p:spPr>
            <a:xfrm>
              <a:off x="593948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pg457"/>
            <p:cNvSpPr/>
            <p:nvPr/>
          </p:nvSpPr>
          <p:spPr>
            <a:xfrm>
              <a:off x="595112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pg458"/>
            <p:cNvSpPr/>
            <p:nvPr/>
          </p:nvSpPr>
          <p:spPr>
            <a:xfrm>
              <a:off x="5962757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pg459"/>
            <p:cNvSpPr/>
            <p:nvPr/>
          </p:nvSpPr>
          <p:spPr>
            <a:xfrm>
              <a:off x="597439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pg460"/>
            <p:cNvSpPr/>
            <p:nvPr/>
          </p:nvSpPr>
          <p:spPr>
            <a:xfrm>
              <a:off x="598603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pg461"/>
            <p:cNvSpPr/>
            <p:nvPr/>
          </p:nvSpPr>
          <p:spPr>
            <a:xfrm>
              <a:off x="5997669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pg462"/>
            <p:cNvSpPr/>
            <p:nvPr/>
          </p:nvSpPr>
          <p:spPr>
            <a:xfrm>
              <a:off x="600930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pg463"/>
            <p:cNvSpPr/>
            <p:nvPr/>
          </p:nvSpPr>
          <p:spPr>
            <a:xfrm>
              <a:off x="602094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pg464"/>
            <p:cNvSpPr/>
            <p:nvPr/>
          </p:nvSpPr>
          <p:spPr>
            <a:xfrm>
              <a:off x="6032581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pg465"/>
            <p:cNvSpPr/>
            <p:nvPr/>
          </p:nvSpPr>
          <p:spPr>
            <a:xfrm>
              <a:off x="604421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pg466"/>
            <p:cNvSpPr/>
            <p:nvPr/>
          </p:nvSpPr>
          <p:spPr>
            <a:xfrm>
              <a:off x="605585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pg467"/>
            <p:cNvSpPr/>
            <p:nvPr/>
          </p:nvSpPr>
          <p:spPr>
            <a:xfrm>
              <a:off x="606749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pg468"/>
            <p:cNvSpPr/>
            <p:nvPr/>
          </p:nvSpPr>
          <p:spPr>
            <a:xfrm>
              <a:off x="607913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pg469"/>
            <p:cNvSpPr/>
            <p:nvPr/>
          </p:nvSpPr>
          <p:spPr>
            <a:xfrm>
              <a:off x="609076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pg470"/>
            <p:cNvSpPr/>
            <p:nvPr/>
          </p:nvSpPr>
          <p:spPr>
            <a:xfrm>
              <a:off x="610240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pg471"/>
            <p:cNvSpPr/>
            <p:nvPr/>
          </p:nvSpPr>
          <p:spPr>
            <a:xfrm>
              <a:off x="611404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pg472"/>
            <p:cNvSpPr/>
            <p:nvPr/>
          </p:nvSpPr>
          <p:spPr>
            <a:xfrm>
              <a:off x="618386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pg473"/>
            <p:cNvSpPr/>
            <p:nvPr/>
          </p:nvSpPr>
          <p:spPr>
            <a:xfrm>
              <a:off x="619550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pg474"/>
            <p:cNvSpPr/>
            <p:nvPr/>
          </p:nvSpPr>
          <p:spPr>
            <a:xfrm>
              <a:off x="6207141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pg475"/>
            <p:cNvSpPr/>
            <p:nvPr/>
          </p:nvSpPr>
          <p:spPr>
            <a:xfrm>
              <a:off x="621877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pg476"/>
            <p:cNvSpPr/>
            <p:nvPr/>
          </p:nvSpPr>
          <p:spPr>
            <a:xfrm>
              <a:off x="623041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pg477"/>
            <p:cNvSpPr/>
            <p:nvPr/>
          </p:nvSpPr>
          <p:spPr>
            <a:xfrm>
              <a:off x="624205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pg478"/>
            <p:cNvSpPr/>
            <p:nvPr/>
          </p:nvSpPr>
          <p:spPr>
            <a:xfrm>
              <a:off x="625369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pg479"/>
            <p:cNvSpPr/>
            <p:nvPr/>
          </p:nvSpPr>
          <p:spPr>
            <a:xfrm>
              <a:off x="626532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pg480"/>
            <p:cNvSpPr/>
            <p:nvPr/>
          </p:nvSpPr>
          <p:spPr>
            <a:xfrm>
              <a:off x="627696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pg481"/>
            <p:cNvSpPr/>
            <p:nvPr/>
          </p:nvSpPr>
          <p:spPr>
            <a:xfrm>
              <a:off x="628860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pg482"/>
            <p:cNvSpPr/>
            <p:nvPr/>
          </p:nvSpPr>
          <p:spPr>
            <a:xfrm>
              <a:off x="588129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pg483"/>
            <p:cNvSpPr/>
            <p:nvPr/>
          </p:nvSpPr>
          <p:spPr>
            <a:xfrm>
              <a:off x="589293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pg484"/>
            <p:cNvSpPr/>
            <p:nvPr/>
          </p:nvSpPr>
          <p:spPr>
            <a:xfrm>
              <a:off x="590457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pg485"/>
            <p:cNvSpPr/>
            <p:nvPr/>
          </p:nvSpPr>
          <p:spPr>
            <a:xfrm>
              <a:off x="591620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pg486"/>
            <p:cNvSpPr/>
            <p:nvPr/>
          </p:nvSpPr>
          <p:spPr>
            <a:xfrm>
              <a:off x="592784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pg487"/>
            <p:cNvSpPr/>
            <p:nvPr/>
          </p:nvSpPr>
          <p:spPr>
            <a:xfrm>
              <a:off x="5939482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pg488"/>
            <p:cNvSpPr/>
            <p:nvPr/>
          </p:nvSpPr>
          <p:spPr>
            <a:xfrm>
              <a:off x="595112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pg489"/>
            <p:cNvSpPr/>
            <p:nvPr/>
          </p:nvSpPr>
          <p:spPr>
            <a:xfrm>
              <a:off x="5962757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pg490"/>
            <p:cNvSpPr/>
            <p:nvPr/>
          </p:nvSpPr>
          <p:spPr>
            <a:xfrm>
              <a:off x="597439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pg491"/>
            <p:cNvSpPr/>
            <p:nvPr/>
          </p:nvSpPr>
          <p:spPr>
            <a:xfrm>
              <a:off x="5986032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pg492"/>
            <p:cNvSpPr/>
            <p:nvPr/>
          </p:nvSpPr>
          <p:spPr>
            <a:xfrm>
              <a:off x="5997669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pg493"/>
            <p:cNvSpPr/>
            <p:nvPr/>
          </p:nvSpPr>
          <p:spPr>
            <a:xfrm>
              <a:off x="600930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pg494"/>
            <p:cNvSpPr/>
            <p:nvPr/>
          </p:nvSpPr>
          <p:spPr>
            <a:xfrm>
              <a:off x="602094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pg495"/>
            <p:cNvSpPr/>
            <p:nvPr/>
          </p:nvSpPr>
          <p:spPr>
            <a:xfrm>
              <a:off x="6032581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pg496"/>
            <p:cNvSpPr/>
            <p:nvPr/>
          </p:nvSpPr>
          <p:spPr>
            <a:xfrm>
              <a:off x="604421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pg497"/>
            <p:cNvSpPr/>
            <p:nvPr/>
          </p:nvSpPr>
          <p:spPr>
            <a:xfrm>
              <a:off x="605585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pg498"/>
            <p:cNvSpPr/>
            <p:nvPr/>
          </p:nvSpPr>
          <p:spPr>
            <a:xfrm>
              <a:off x="606749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pg499"/>
            <p:cNvSpPr/>
            <p:nvPr/>
          </p:nvSpPr>
          <p:spPr>
            <a:xfrm>
              <a:off x="607913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pg500"/>
            <p:cNvSpPr/>
            <p:nvPr/>
          </p:nvSpPr>
          <p:spPr>
            <a:xfrm>
              <a:off x="609076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pg501"/>
            <p:cNvSpPr/>
            <p:nvPr/>
          </p:nvSpPr>
          <p:spPr>
            <a:xfrm>
              <a:off x="610240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pg502"/>
            <p:cNvSpPr/>
            <p:nvPr/>
          </p:nvSpPr>
          <p:spPr>
            <a:xfrm>
              <a:off x="6172229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pg503"/>
            <p:cNvSpPr/>
            <p:nvPr/>
          </p:nvSpPr>
          <p:spPr>
            <a:xfrm>
              <a:off x="618386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pg504"/>
            <p:cNvSpPr/>
            <p:nvPr/>
          </p:nvSpPr>
          <p:spPr>
            <a:xfrm>
              <a:off x="619550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pg505"/>
            <p:cNvSpPr/>
            <p:nvPr/>
          </p:nvSpPr>
          <p:spPr>
            <a:xfrm>
              <a:off x="6207141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pg506"/>
            <p:cNvSpPr/>
            <p:nvPr/>
          </p:nvSpPr>
          <p:spPr>
            <a:xfrm>
              <a:off x="621877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pg507"/>
            <p:cNvSpPr/>
            <p:nvPr/>
          </p:nvSpPr>
          <p:spPr>
            <a:xfrm>
              <a:off x="623041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pg508"/>
            <p:cNvSpPr/>
            <p:nvPr/>
          </p:nvSpPr>
          <p:spPr>
            <a:xfrm>
              <a:off x="624205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pg509"/>
            <p:cNvSpPr/>
            <p:nvPr/>
          </p:nvSpPr>
          <p:spPr>
            <a:xfrm>
              <a:off x="625369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pg510"/>
            <p:cNvSpPr/>
            <p:nvPr/>
          </p:nvSpPr>
          <p:spPr>
            <a:xfrm>
              <a:off x="626532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pg511"/>
            <p:cNvSpPr/>
            <p:nvPr/>
          </p:nvSpPr>
          <p:spPr>
            <a:xfrm>
              <a:off x="627696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pg512"/>
            <p:cNvSpPr/>
            <p:nvPr/>
          </p:nvSpPr>
          <p:spPr>
            <a:xfrm>
              <a:off x="586965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pg513"/>
            <p:cNvSpPr/>
            <p:nvPr/>
          </p:nvSpPr>
          <p:spPr>
            <a:xfrm>
              <a:off x="588129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pg514"/>
            <p:cNvSpPr/>
            <p:nvPr/>
          </p:nvSpPr>
          <p:spPr>
            <a:xfrm>
              <a:off x="589293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pg515"/>
            <p:cNvSpPr/>
            <p:nvPr/>
          </p:nvSpPr>
          <p:spPr>
            <a:xfrm>
              <a:off x="590457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pg516"/>
            <p:cNvSpPr/>
            <p:nvPr/>
          </p:nvSpPr>
          <p:spPr>
            <a:xfrm>
              <a:off x="591620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pg517"/>
            <p:cNvSpPr/>
            <p:nvPr/>
          </p:nvSpPr>
          <p:spPr>
            <a:xfrm>
              <a:off x="5927845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pg518"/>
            <p:cNvSpPr/>
            <p:nvPr/>
          </p:nvSpPr>
          <p:spPr>
            <a:xfrm>
              <a:off x="5939482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pg519"/>
            <p:cNvSpPr/>
            <p:nvPr/>
          </p:nvSpPr>
          <p:spPr>
            <a:xfrm>
              <a:off x="595112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pg520"/>
            <p:cNvSpPr/>
            <p:nvPr/>
          </p:nvSpPr>
          <p:spPr>
            <a:xfrm>
              <a:off x="5962757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pg521"/>
            <p:cNvSpPr/>
            <p:nvPr/>
          </p:nvSpPr>
          <p:spPr>
            <a:xfrm>
              <a:off x="597439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pg522"/>
            <p:cNvSpPr/>
            <p:nvPr/>
          </p:nvSpPr>
          <p:spPr>
            <a:xfrm>
              <a:off x="5986032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pg523"/>
            <p:cNvSpPr/>
            <p:nvPr/>
          </p:nvSpPr>
          <p:spPr>
            <a:xfrm>
              <a:off x="5997669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pg524"/>
            <p:cNvSpPr/>
            <p:nvPr/>
          </p:nvSpPr>
          <p:spPr>
            <a:xfrm>
              <a:off x="600930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pg525"/>
            <p:cNvSpPr/>
            <p:nvPr/>
          </p:nvSpPr>
          <p:spPr>
            <a:xfrm>
              <a:off x="602094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pg526"/>
            <p:cNvSpPr/>
            <p:nvPr/>
          </p:nvSpPr>
          <p:spPr>
            <a:xfrm>
              <a:off x="6032581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pg527"/>
            <p:cNvSpPr/>
            <p:nvPr/>
          </p:nvSpPr>
          <p:spPr>
            <a:xfrm>
              <a:off x="604421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pg528"/>
            <p:cNvSpPr/>
            <p:nvPr/>
          </p:nvSpPr>
          <p:spPr>
            <a:xfrm>
              <a:off x="605585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pg529"/>
            <p:cNvSpPr/>
            <p:nvPr/>
          </p:nvSpPr>
          <p:spPr>
            <a:xfrm>
              <a:off x="606749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pg530"/>
            <p:cNvSpPr/>
            <p:nvPr/>
          </p:nvSpPr>
          <p:spPr>
            <a:xfrm>
              <a:off x="607913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pg531"/>
            <p:cNvSpPr/>
            <p:nvPr/>
          </p:nvSpPr>
          <p:spPr>
            <a:xfrm>
              <a:off x="609076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pg532"/>
            <p:cNvSpPr/>
            <p:nvPr/>
          </p:nvSpPr>
          <p:spPr>
            <a:xfrm>
              <a:off x="6172229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pg533"/>
            <p:cNvSpPr/>
            <p:nvPr/>
          </p:nvSpPr>
          <p:spPr>
            <a:xfrm>
              <a:off x="618386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pg534"/>
            <p:cNvSpPr/>
            <p:nvPr/>
          </p:nvSpPr>
          <p:spPr>
            <a:xfrm>
              <a:off x="619550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pg535"/>
            <p:cNvSpPr/>
            <p:nvPr/>
          </p:nvSpPr>
          <p:spPr>
            <a:xfrm>
              <a:off x="6207141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pg536"/>
            <p:cNvSpPr/>
            <p:nvPr/>
          </p:nvSpPr>
          <p:spPr>
            <a:xfrm>
              <a:off x="621877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pg537"/>
            <p:cNvSpPr/>
            <p:nvPr/>
          </p:nvSpPr>
          <p:spPr>
            <a:xfrm>
              <a:off x="623041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pg538"/>
            <p:cNvSpPr/>
            <p:nvPr/>
          </p:nvSpPr>
          <p:spPr>
            <a:xfrm>
              <a:off x="624205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pg539"/>
            <p:cNvSpPr/>
            <p:nvPr/>
          </p:nvSpPr>
          <p:spPr>
            <a:xfrm>
              <a:off x="625369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pg540"/>
            <p:cNvSpPr/>
            <p:nvPr/>
          </p:nvSpPr>
          <p:spPr>
            <a:xfrm>
              <a:off x="586965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pg541"/>
            <p:cNvSpPr/>
            <p:nvPr/>
          </p:nvSpPr>
          <p:spPr>
            <a:xfrm>
              <a:off x="588129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pg542"/>
            <p:cNvSpPr/>
            <p:nvPr/>
          </p:nvSpPr>
          <p:spPr>
            <a:xfrm>
              <a:off x="5892933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pg543"/>
            <p:cNvSpPr/>
            <p:nvPr/>
          </p:nvSpPr>
          <p:spPr>
            <a:xfrm>
              <a:off x="5904570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pg544"/>
            <p:cNvSpPr/>
            <p:nvPr/>
          </p:nvSpPr>
          <p:spPr>
            <a:xfrm>
              <a:off x="591620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pg545"/>
            <p:cNvSpPr/>
            <p:nvPr/>
          </p:nvSpPr>
          <p:spPr>
            <a:xfrm>
              <a:off x="5927845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pg546"/>
            <p:cNvSpPr/>
            <p:nvPr/>
          </p:nvSpPr>
          <p:spPr>
            <a:xfrm>
              <a:off x="5939482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pg547"/>
            <p:cNvSpPr/>
            <p:nvPr/>
          </p:nvSpPr>
          <p:spPr>
            <a:xfrm>
              <a:off x="5951120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pg548"/>
            <p:cNvSpPr/>
            <p:nvPr/>
          </p:nvSpPr>
          <p:spPr>
            <a:xfrm>
              <a:off x="5962757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pg549"/>
            <p:cNvSpPr/>
            <p:nvPr/>
          </p:nvSpPr>
          <p:spPr>
            <a:xfrm>
              <a:off x="597439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pg550"/>
            <p:cNvSpPr/>
            <p:nvPr/>
          </p:nvSpPr>
          <p:spPr>
            <a:xfrm>
              <a:off x="5986032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pg551"/>
            <p:cNvSpPr/>
            <p:nvPr/>
          </p:nvSpPr>
          <p:spPr>
            <a:xfrm>
              <a:off x="5997669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pg552"/>
            <p:cNvSpPr/>
            <p:nvPr/>
          </p:nvSpPr>
          <p:spPr>
            <a:xfrm>
              <a:off x="600930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pg553"/>
            <p:cNvSpPr/>
            <p:nvPr/>
          </p:nvSpPr>
          <p:spPr>
            <a:xfrm>
              <a:off x="602094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pg554"/>
            <p:cNvSpPr/>
            <p:nvPr/>
          </p:nvSpPr>
          <p:spPr>
            <a:xfrm>
              <a:off x="6032581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pg555"/>
            <p:cNvSpPr/>
            <p:nvPr/>
          </p:nvSpPr>
          <p:spPr>
            <a:xfrm>
              <a:off x="604421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pg556"/>
            <p:cNvSpPr/>
            <p:nvPr/>
          </p:nvSpPr>
          <p:spPr>
            <a:xfrm>
              <a:off x="6172229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pg557"/>
            <p:cNvSpPr/>
            <p:nvPr/>
          </p:nvSpPr>
          <p:spPr>
            <a:xfrm>
              <a:off x="618386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pg558"/>
            <p:cNvSpPr/>
            <p:nvPr/>
          </p:nvSpPr>
          <p:spPr>
            <a:xfrm>
              <a:off x="619550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pg559"/>
            <p:cNvSpPr/>
            <p:nvPr/>
          </p:nvSpPr>
          <p:spPr>
            <a:xfrm>
              <a:off x="6207141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pg560"/>
            <p:cNvSpPr/>
            <p:nvPr/>
          </p:nvSpPr>
          <p:spPr>
            <a:xfrm>
              <a:off x="621877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pg561"/>
            <p:cNvSpPr/>
            <p:nvPr/>
          </p:nvSpPr>
          <p:spPr>
            <a:xfrm>
              <a:off x="623041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pg562"/>
            <p:cNvSpPr/>
            <p:nvPr/>
          </p:nvSpPr>
          <p:spPr>
            <a:xfrm>
              <a:off x="5858021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pg563"/>
            <p:cNvSpPr/>
            <p:nvPr/>
          </p:nvSpPr>
          <p:spPr>
            <a:xfrm>
              <a:off x="586965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pg564"/>
            <p:cNvSpPr/>
            <p:nvPr/>
          </p:nvSpPr>
          <p:spPr>
            <a:xfrm>
              <a:off x="588129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pg565"/>
            <p:cNvSpPr/>
            <p:nvPr/>
          </p:nvSpPr>
          <p:spPr>
            <a:xfrm>
              <a:off x="5892933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pg566"/>
            <p:cNvSpPr/>
            <p:nvPr/>
          </p:nvSpPr>
          <p:spPr>
            <a:xfrm>
              <a:off x="5904570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pg567"/>
            <p:cNvSpPr/>
            <p:nvPr/>
          </p:nvSpPr>
          <p:spPr>
            <a:xfrm>
              <a:off x="591620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pg568"/>
            <p:cNvSpPr/>
            <p:nvPr/>
          </p:nvSpPr>
          <p:spPr>
            <a:xfrm>
              <a:off x="5927845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pg569"/>
            <p:cNvSpPr/>
            <p:nvPr/>
          </p:nvSpPr>
          <p:spPr>
            <a:xfrm>
              <a:off x="593948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pg570"/>
            <p:cNvSpPr/>
            <p:nvPr/>
          </p:nvSpPr>
          <p:spPr>
            <a:xfrm>
              <a:off x="5951120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pg571"/>
            <p:cNvSpPr/>
            <p:nvPr/>
          </p:nvSpPr>
          <p:spPr>
            <a:xfrm>
              <a:off x="5962757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pg572"/>
            <p:cNvSpPr/>
            <p:nvPr/>
          </p:nvSpPr>
          <p:spPr>
            <a:xfrm>
              <a:off x="5974394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pg573"/>
            <p:cNvSpPr/>
            <p:nvPr/>
          </p:nvSpPr>
          <p:spPr>
            <a:xfrm>
              <a:off x="598603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pg574"/>
            <p:cNvSpPr/>
            <p:nvPr/>
          </p:nvSpPr>
          <p:spPr>
            <a:xfrm>
              <a:off x="5997669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pg575"/>
            <p:cNvSpPr/>
            <p:nvPr/>
          </p:nvSpPr>
          <p:spPr>
            <a:xfrm>
              <a:off x="600930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pg576"/>
            <p:cNvSpPr/>
            <p:nvPr/>
          </p:nvSpPr>
          <p:spPr>
            <a:xfrm>
              <a:off x="616059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pg577"/>
            <p:cNvSpPr/>
            <p:nvPr/>
          </p:nvSpPr>
          <p:spPr>
            <a:xfrm>
              <a:off x="6172229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pg578"/>
            <p:cNvSpPr/>
            <p:nvPr/>
          </p:nvSpPr>
          <p:spPr>
            <a:xfrm>
              <a:off x="618386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pg579"/>
            <p:cNvSpPr/>
            <p:nvPr/>
          </p:nvSpPr>
          <p:spPr>
            <a:xfrm>
              <a:off x="6195504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pg580"/>
            <p:cNvSpPr/>
            <p:nvPr/>
          </p:nvSpPr>
          <p:spPr>
            <a:xfrm>
              <a:off x="6207141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pg581"/>
            <p:cNvSpPr/>
            <p:nvPr/>
          </p:nvSpPr>
          <p:spPr>
            <a:xfrm>
              <a:off x="621877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pg582"/>
            <p:cNvSpPr/>
            <p:nvPr/>
          </p:nvSpPr>
          <p:spPr>
            <a:xfrm>
              <a:off x="579983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pg583"/>
            <p:cNvSpPr/>
            <p:nvPr/>
          </p:nvSpPr>
          <p:spPr>
            <a:xfrm>
              <a:off x="581147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pg584"/>
            <p:cNvSpPr/>
            <p:nvPr/>
          </p:nvSpPr>
          <p:spPr>
            <a:xfrm>
              <a:off x="582310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pg585"/>
            <p:cNvSpPr/>
            <p:nvPr/>
          </p:nvSpPr>
          <p:spPr>
            <a:xfrm>
              <a:off x="583474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pg586"/>
            <p:cNvSpPr/>
            <p:nvPr/>
          </p:nvSpPr>
          <p:spPr>
            <a:xfrm>
              <a:off x="584638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pg587"/>
            <p:cNvSpPr/>
            <p:nvPr/>
          </p:nvSpPr>
          <p:spPr>
            <a:xfrm>
              <a:off x="5858021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pg588"/>
            <p:cNvSpPr/>
            <p:nvPr/>
          </p:nvSpPr>
          <p:spPr>
            <a:xfrm>
              <a:off x="5869658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pg589"/>
            <p:cNvSpPr/>
            <p:nvPr/>
          </p:nvSpPr>
          <p:spPr>
            <a:xfrm>
              <a:off x="588129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pg590"/>
            <p:cNvSpPr/>
            <p:nvPr/>
          </p:nvSpPr>
          <p:spPr>
            <a:xfrm>
              <a:off x="5892933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pg591"/>
            <p:cNvSpPr/>
            <p:nvPr/>
          </p:nvSpPr>
          <p:spPr>
            <a:xfrm>
              <a:off x="5904570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pg592"/>
            <p:cNvSpPr/>
            <p:nvPr/>
          </p:nvSpPr>
          <p:spPr>
            <a:xfrm>
              <a:off x="5916208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pg593"/>
            <p:cNvSpPr/>
            <p:nvPr/>
          </p:nvSpPr>
          <p:spPr>
            <a:xfrm>
              <a:off x="5927845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pg594"/>
            <p:cNvSpPr/>
            <p:nvPr/>
          </p:nvSpPr>
          <p:spPr>
            <a:xfrm>
              <a:off x="593948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pg595"/>
            <p:cNvSpPr/>
            <p:nvPr/>
          </p:nvSpPr>
          <p:spPr>
            <a:xfrm>
              <a:off x="5951120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pg596"/>
            <p:cNvSpPr/>
            <p:nvPr/>
          </p:nvSpPr>
          <p:spPr>
            <a:xfrm>
              <a:off x="597439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pg597"/>
            <p:cNvSpPr/>
            <p:nvPr/>
          </p:nvSpPr>
          <p:spPr>
            <a:xfrm>
              <a:off x="598603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pg598"/>
            <p:cNvSpPr/>
            <p:nvPr/>
          </p:nvSpPr>
          <p:spPr>
            <a:xfrm>
              <a:off x="599766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pg599"/>
            <p:cNvSpPr/>
            <p:nvPr/>
          </p:nvSpPr>
          <p:spPr>
            <a:xfrm>
              <a:off x="616059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pg600"/>
            <p:cNvSpPr/>
            <p:nvPr/>
          </p:nvSpPr>
          <p:spPr>
            <a:xfrm>
              <a:off x="617222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pg601"/>
            <p:cNvSpPr/>
            <p:nvPr/>
          </p:nvSpPr>
          <p:spPr>
            <a:xfrm>
              <a:off x="618386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pg602"/>
            <p:cNvSpPr/>
            <p:nvPr/>
          </p:nvSpPr>
          <p:spPr>
            <a:xfrm>
              <a:off x="619550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pg603"/>
            <p:cNvSpPr/>
            <p:nvPr/>
          </p:nvSpPr>
          <p:spPr>
            <a:xfrm>
              <a:off x="6207141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pg604"/>
            <p:cNvSpPr/>
            <p:nvPr/>
          </p:nvSpPr>
          <p:spPr>
            <a:xfrm>
              <a:off x="576492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pg605"/>
            <p:cNvSpPr/>
            <p:nvPr/>
          </p:nvSpPr>
          <p:spPr>
            <a:xfrm>
              <a:off x="5776560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pg606"/>
            <p:cNvSpPr/>
            <p:nvPr/>
          </p:nvSpPr>
          <p:spPr>
            <a:xfrm>
              <a:off x="5788197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pg607"/>
            <p:cNvSpPr/>
            <p:nvPr/>
          </p:nvSpPr>
          <p:spPr>
            <a:xfrm>
              <a:off x="579983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pg608"/>
            <p:cNvSpPr/>
            <p:nvPr/>
          </p:nvSpPr>
          <p:spPr>
            <a:xfrm>
              <a:off x="581147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pg609"/>
            <p:cNvSpPr/>
            <p:nvPr/>
          </p:nvSpPr>
          <p:spPr>
            <a:xfrm>
              <a:off x="5823109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pg610"/>
            <p:cNvSpPr/>
            <p:nvPr/>
          </p:nvSpPr>
          <p:spPr>
            <a:xfrm>
              <a:off x="583474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pg611"/>
            <p:cNvSpPr/>
            <p:nvPr/>
          </p:nvSpPr>
          <p:spPr>
            <a:xfrm>
              <a:off x="584638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pg612"/>
            <p:cNvSpPr/>
            <p:nvPr/>
          </p:nvSpPr>
          <p:spPr>
            <a:xfrm>
              <a:off x="5858021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pg613"/>
            <p:cNvSpPr/>
            <p:nvPr/>
          </p:nvSpPr>
          <p:spPr>
            <a:xfrm>
              <a:off x="5869658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pg614"/>
            <p:cNvSpPr/>
            <p:nvPr/>
          </p:nvSpPr>
          <p:spPr>
            <a:xfrm>
              <a:off x="588129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pg615"/>
            <p:cNvSpPr/>
            <p:nvPr/>
          </p:nvSpPr>
          <p:spPr>
            <a:xfrm>
              <a:off x="5892933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pg616"/>
            <p:cNvSpPr/>
            <p:nvPr/>
          </p:nvSpPr>
          <p:spPr>
            <a:xfrm>
              <a:off x="5904570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pg617"/>
            <p:cNvSpPr/>
            <p:nvPr/>
          </p:nvSpPr>
          <p:spPr>
            <a:xfrm>
              <a:off x="5927845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pg618"/>
            <p:cNvSpPr/>
            <p:nvPr/>
          </p:nvSpPr>
          <p:spPr>
            <a:xfrm>
              <a:off x="593948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pg619"/>
            <p:cNvSpPr/>
            <p:nvPr/>
          </p:nvSpPr>
          <p:spPr>
            <a:xfrm>
              <a:off x="616059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pg620"/>
            <p:cNvSpPr/>
            <p:nvPr/>
          </p:nvSpPr>
          <p:spPr>
            <a:xfrm>
              <a:off x="6172229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pg621"/>
            <p:cNvSpPr/>
            <p:nvPr/>
          </p:nvSpPr>
          <p:spPr>
            <a:xfrm>
              <a:off x="618386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pg622"/>
            <p:cNvSpPr/>
            <p:nvPr/>
          </p:nvSpPr>
          <p:spPr>
            <a:xfrm>
              <a:off x="619550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pg623"/>
            <p:cNvSpPr/>
            <p:nvPr/>
          </p:nvSpPr>
          <p:spPr>
            <a:xfrm>
              <a:off x="6207141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pg624"/>
            <p:cNvSpPr/>
            <p:nvPr/>
          </p:nvSpPr>
          <p:spPr>
            <a:xfrm>
              <a:off x="5753285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pg625"/>
            <p:cNvSpPr/>
            <p:nvPr/>
          </p:nvSpPr>
          <p:spPr>
            <a:xfrm>
              <a:off x="576492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pg626"/>
            <p:cNvSpPr/>
            <p:nvPr/>
          </p:nvSpPr>
          <p:spPr>
            <a:xfrm>
              <a:off x="5776560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pg627"/>
            <p:cNvSpPr/>
            <p:nvPr/>
          </p:nvSpPr>
          <p:spPr>
            <a:xfrm>
              <a:off x="5788197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pg628"/>
            <p:cNvSpPr/>
            <p:nvPr/>
          </p:nvSpPr>
          <p:spPr>
            <a:xfrm>
              <a:off x="579983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pg629"/>
            <p:cNvSpPr/>
            <p:nvPr/>
          </p:nvSpPr>
          <p:spPr>
            <a:xfrm>
              <a:off x="581147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pg630"/>
            <p:cNvSpPr/>
            <p:nvPr/>
          </p:nvSpPr>
          <p:spPr>
            <a:xfrm>
              <a:off x="5823109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pg631"/>
            <p:cNvSpPr/>
            <p:nvPr/>
          </p:nvSpPr>
          <p:spPr>
            <a:xfrm>
              <a:off x="583474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pg632"/>
            <p:cNvSpPr/>
            <p:nvPr/>
          </p:nvSpPr>
          <p:spPr>
            <a:xfrm>
              <a:off x="584638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pg633"/>
            <p:cNvSpPr/>
            <p:nvPr/>
          </p:nvSpPr>
          <p:spPr>
            <a:xfrm>
              <a:off x="5858021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pg634"/>
            <p:cNvSpPr/>
            <p:nvPr/>
          </p:nvSpPr>
          <p:spPr>
            <a:xfrm>
              <a:off x="5869658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pg635"/>
            <p:cNvSpPr/>
            <p:nvPr/>
          </p:nvSpPr>
          <p:spPr>
            <a:xfrm>
              <a:off x="588129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pg636"/>
            <p:cNvSpPr/>
            <p:nvPr/>
          </p:nvSpPr>
          <p:spPr>
            <a:xfrm>
              <a:off x="5892933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pg637"/>
            <p:cNvSpPr/>
            <p:nvPr/>
          </p:nvSpPr>
          <p:spPr>
            <a:xfrm>
              <a:off x="616059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pg638"/>
            <p:cNvSpPr/>
            <p:nvPr/>
          </p:nvSpPr>
          <p:spPr>
            <a:xfrm>
              <a:off x="6172229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pg639"/>
            <p:cNvSpPr/>
            <p:nvPr/>
          </p:nvSpPr>
          <p:spPr>
            <a:xfrm>
              <a:off x="618386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pg640"/>
            <p:cNvSpPr/>
            <p:nvPr/>
          </p:nvSpPr>
          <p:spPr>
            <a:xfrm>
              <a:off x="619550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pg641"/>
            <p:cNvSpPr/>
            <p:nvPr/>
          </p:nvSpPr>
          <p:spPr>
            <a:xfrm>
              <a:off x="6207141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pg642"/>
            <p:cNvSpPr/>
            <p:nvPr/>
          </p:nvSpPr>
          <p:spPr>
            <a:xfrm>
              <a:off x="6218778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pg643"/>
            <p:cNvSpPr/>
            <p:nvPr/>
          </p:nvSpPr>
          <p:spPr>
            <a:xfrm>
              <a:off x="623041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pg644"/>
            <p:cNvSpPr/>
            <p:nvPr/>
          </p:nvSpPr>
          <p:spPr>
            <a:xfrm>
              <a:off x="6276965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pg645"/>
            <p:cNvSpPr/>
            <p:nvPr/>
          </p:nvSpPr>
          <p:spPr>
            <a:xfrm>
              <a:off x="628860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pg646"/>
            <p:cNvSpPr/>
            <p:nvPr/>
          </p:nvSpPr>
          <p:spPr>
            <a:xfrm>
              <a:off x="6300240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pg647"/>
            <p:cNvSpPr/>
            <p:nvPr/>
          </p:nvSpPr>
          <p:spPr>
            <a:xfrm>
              <a:off x="6311877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pg648"/>
            <p:cNvSpPr/>
            <p:nvPr/>
          </p:nvSpPr>
          <p:spPr>
            <a:xfrm>
              <a:off x="632351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pg649"/>
            <p:cNvSpPr/>
            <p:nvPr/>
          </p:nvSpPr>
          <p:spPr>
            <a:xfrm>
              <a:off x="574164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pg650"/>
            <p:cNvSpPr/>
            <p:nvPr/>
          </p:nvSpPr>
          <p:spPr>
            <a:xfrm>
              <a:off x="5753285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pg651"/>
            <p:cNvSpPr/>
            <p:nvPr/>
          </p:nvSpPr>
          <p:spPr>
            <a:xfrm>
              <a:off x="576492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pg652"/>
            <p:cNvSpPr/>
            <p:nvPr/>
          </p:nvSpPr>
          <p:spPr>
            <a:xfrm>
              <a:off x="5776560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pg653"/>
            <p:cNvSpPr/>
            <p:nvPr/>
          </p:nvSpPr>
          <p:spPr>
            <a:xfrm>
              <a:off x="5788197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pg654"/>
            <p:cNvSpPr/>
            <p:nvPr/>
          </p:nvSpPr>
          <p:spPr>
            <a:xfrm>
              <a:off x="579983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pg655"/>
            <p:cNvSpPr/>
            <p:nvPr/>
          </p:nvSpPr>
          <p:spPr>
            <a:xfrm>
              <a:off x="581147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pg656"/>
            <p:cNvSpPr/>
            <p:nvPr/>
          </p:nvSpPr>
          <p:spPr>
            <a:xfrm>
              <a:off x="5823109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pg657"/>
            <p:cNvSpPr/>
            <p:nvPr/>
          </p:nvSpPr>
          <p:spPr>
            <a:xfrm>
              <a:off x="583474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pg658"/>
            <p:cNvSpPr/>
            <p:nvPr/>
          </p:nvSpPr>
          <p:spPr>
            <a:xfrm>
              <a:off x="584638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pg659"/>
            <p:cNvSpPr/>
            <p:nvPr/>
          </p:nvSpPr>
          <p:spPr>
            <a:xfrm>
              <a:off x="5858021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pg660"/>
            <p:cNvSpPr/>
            <p:nvPr/>
          </p:nvSpPr>
          <p:spPr>
            <a:xfrm>
              <a:off x="586965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pg661"/>
            <p:cNvSpPr/>
            <p:nvPr/>
          </p:nvSpPr>
          <p:spPr>
            <a:xfrm>
              <a:off x="588129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pg662"/>
            <p:cNvSpPr/>
            <p:nvPr/>
          </p:nvSpPr>
          <p:spPr>
            <a:xfrm>
              <a:off x="6172229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pg663"/>
            <p:cNvSpPr/>
            <p:nvPr/>
          </p:nvSpPr>
          <p:spPr>
            <a:xfrm>
              <a:off x="618386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pg664"/>
            <p:cNvSpPr/>
            <p:nvPr/>
          </p:nvSpPr>
          <p:spPr>
            <a:xfrm>
              <a:off x="619550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pg665"/>
            <p:cNvSpPr/>
            <p:nvPr/>
          </p:nvSpPr>
          <p:spPr>
            <a:xfrm>
              <a:off x="6207141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pg666"/>
            <p:cNvSpPr/>
            <p:nvPr/>
          </p:nvSpPr>
          <p:spPr>
            <a:xfrm>
              <a:off x="621877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pg667"/>
            <p:cNvSpPr/>
            <p:nvPr/>
          </p:nvSpPr>
          <p:spPr>
            <a:xfrm>
              <a:off x="623041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pg668"/>
            <p:cNvSpPr/>
            <p:nvPr/>
          </p:nvSpPr>
          <p:spPr>
            <a:xfrm>
              <a:off x="6242053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pg669"/>
            <p:cNvSpPr/>
            <p:nvPr/>
          </p:nvSpPr>
          <p:spPr>
            <a:xfrm>
              <a:off x="626532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pg670"/>
            <p:cNvSpPr/>
            <p:nvPr/>
          </p:nvSpPr>
          <p:spPr>
            <a:xfrm>
              <a:off x="6276965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pg671"/>
            <p:cNvSpPr/>
            <p:nvPr/>
          </p:nvSpPr>
          <p:spPr>
            <a:xfrm>
              <a:off x="628860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pg672"/>
            <p:cNvSpPr/>
            <p:nvPr/>
          </p:nvSpPr>
          <p:spPr>
            <a:xfrm>
              <a:off x="6300240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pg673"/>
            <p:cNvSpPr/>
            <p:nvPr/>
          </p:nvSpPr>
          <p:spPr>
            <a:xfrm>
              <a:off x="6311877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pg674"/>
            <p:cNvSpPr/>
            <p:nvPr/>
          </p:nvSpPr>
          <p:spPr>
            <a:xfrm>
              <a:off x="632351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pg675"/>
            <p:cNvSpPr/>
            <p:nvPr/>
          </p:nvSpPr>
          <p:spPr>
            <a:xfrm>
              <a:off x="633515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pg676"/>
            <p:cNvSpPr/>
            <p:nvPr/>
          </p:nvSpPr>
          <p:spPr>
            <a:xfrm>
              <a:off x="573001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pg677"/>
            <p:cNvSpPr/>
            <p:nvPr/>
          </p:nvSpPr>
          <p:spPr>
            <a:xfrm>
              <a:off x="574164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pg678"/>
            <p:cNvSpPr/>
            <p:nvPr/>
          </p:nvSpPr>
          <p:spPr>
            <a:xfrm>
              <a:off x="5753285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pg679"/>
            <p:cNvSpPr/>
            <p:nvPr/>
          </p:nvSpPr>
          <p:spPr>
            <a:xfrm>
              <a:off x="576492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pg680"/>
            <p:cNvSpPr/>
            <p:nvPr/>
          </p:nvSpPr>
          <p:spPr>
            <a:xfrm>
              <a:off x="577656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pg681"/>
            <p:cNvSpPr/>
            <p:nvPr/>
          </p:nvSpPr>
          <p:spPr>
            <a:xfrm>
              <a:off x="5788197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pg682"/>
            <p:cNvSpPr/>
            <p:nvPr/>
          </p:nvSpPr>
          <p:spPr>
            <a:xfrm>
              <a:off x="579983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pg683"/>
            <p:cNvSpPr/>
            <p:nvPr/>
          </p:nvSpPr>
          <p:spPr>
            <a:xfrm>
              <a:off x="581147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pg684"/>
            <p:cNvSpPr/>
            <p:nvPr/>
          </p:nvSpPr>
          <p:spPr>
            <a:xfrm>
              <a:off x="5823109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pg685"/>
            <p:cNvSpPr/>
            <p:nvPr/>
          </p:nvSpPr>
          <p:spPr>
            <a:xfrm>
              <a:off x="583474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pg686"/>
            <p:cNvSpPr/>
            <p:nvPr/>
          </p:nvSpPr>
          <p:spPr>
            <a:xfrm>
              <a:off x="584638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pg687"/>
            <p:cNvSpPr/>
            <p:nvPr/>
          </p:nvSpPr>
          <p:spPr>
            <a:xfrm>
              <a:off x="6172229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pg688"/>
            <p:cNvSpPr/>
            <p:nvPr/>
          </p:nvSpPr>
          <p:spPr>
            <a:xfrm>
              <a:off x="618386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pg689"/>
            <p:cNvSpPr/>
            <p:nvPr/>
          </p:nvSpPr>
          <p:spPr>
            <a:xfrm>
              <a:off x="619550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pg690"/>
            <p:cNvSpPr/>
            <p:nvPr/>
          </p:nvSpPr>
          <p:spPr>
            <a:xfrm>
              <a:off x="6207141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pg691"/>
            <p:cNvSpPr/>
            <p:nvPr/>
          </p:nvSpPr>
          <p:spPr>
            <a:xfrm>
              <a:off x="621877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pg692"/>
            <p:cNvSpPr/>
            <p:nvPr/>
          </p:nvSpPr>
          <p:spPr>
            <a:xfrm>
              <a:off x="623041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pg693"/>
            <p:cNvSpPr/>
            <p:nvPr/>
          </p:nvSpPr>
          <p:spPr>
            <a:xfrm>
              <a:off x="6242053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pg694"/>
            <p:cNvSpPr/>
            <p:nvPr/>
          </p:nvSpPr>
          <p:spPr>
            <a:xfrm>
              <a:off x="625369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pg695"/>
            <p:cNvSpPr/>
            <p:nvPr/>
          </p:nvSpPr>
          <p:spPr>
            <a:xfrm>
              <a:off x="626532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pg696"/>
            <p:cNvSpPr/>
            <p:nvPr/>
          </p:nvSpPr>
          <p:spPr>
            <a:xfrm>
              <a:off x="6276965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pg697"/>
            <p:cNvSpPr/>
            <p:nvPr/>
          </p:nvSpPr>
          <p:spPr>
            <a:xfrm>
              <a:off x="628860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pg698"/>
            <p:cNvSpPr/>
            <p:nvPr/>
          </p:nvSpPr>
          <p:spPr>
            <a:xfrm>
              <a:off x="630024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pg699"/>
            <p:cNvSpPr/>
            <p:nvPr/>
          </p:nvSpPr>
          <p:spPr>
            <a:xfrm>
              <a:off x="6311877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pg700"/>
            <p:cNvSpPr/>
            <p:nvPr/>
          </p:nvSpPr>
          <p:spPr>
            <a:xfrm>
              <a:off x="632351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pg701"/>
            <p:cNvSpPr/>
            <p:nvPr/>
          </p:nvSpPr>
          <p:spPr>
            <a:xfrm>
              <a:off x="633515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pg702"/>
            <p:cNvSpPr/>
            <p:nvPr/>
          </p:nvSpPr>
          <p:spPr>
            <a:xfrm>
              <a:off x="5718373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pg703"/>
            <p:cNvSpPr/>
            <p:nvPr/>
          </p:nvSpPr>
          <p:spPr>
            <a:xfrm>
              <a:off x="573001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pg704"/>
            <p:cNvSpPr/>
            <p:nvPr/>
          </p:nvSpPr>
          <p:spPr>
            <a:xfrm>
              <a:off x="574164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pg705"/>
            <p:cNvSpPr/>
            <p:nvPr/>
          </p:nvSpPr>
          <p:spPr>
            <a:xfrm>
              <a:off x="5753285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pg706"/>
            <p:cNvSpPr/>
            <p:nvPr/>
          </p:nvSpPr>
          <p:spPr>
            <a:xfrm>
              <a:off x="576492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pg707"/>
            <p:cNvSpPr/>
            <p:nvPr/>
          </p:nvSpPr>
          <p:spPr>
            <a:xfrm>
              <a:off x="577656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pg708"/>
            <p:cNvSpPr/>
            <p:nvPr/>
          </p:nvSpPr>
          <p:spPr>
            <a:xfrm>
              <a:off x="5788197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pg709"/>
            <p:cNvSpPr/>
            <p:nvPr/>
          </p:nvSpPr>
          <p:spPr>
            <a:xfrm>
              <a:off x="579983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pg710"/>
            <p:cNvSpPr/>
            <p:nvPr/>
          </p:nvSpPr>
          <p:spPr>
            <a:xfrm>
              <a:off x="581147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pg711"/>
            <p:cNvSpPr/>
            <p:nvPr/>
          </p:nvSpPr>
          <p:spPr>
            <a:xfrm>
              <a:off x="6183866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pg712"/>
            <p:cNvSpPr/>
            <p:nvPr/>
          </p:nvSpPr>
          <p:spPr>
            <a:xfrm>
              <a:off x="619550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pg713"/>
            <p:cNvSpPr/>
            <p:nvPr/>
          </p:nvSpPr>
          <p:spPr>
            <a:xfrm>
              <a:off x="6207141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pg714"/>
            <p:cNvSpPr/>
            <p:nvPr/>
          </p:nvSpPr>
          <p:spPr>
            <a:xfrm>
              <a:off x="621877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pg715"/>
            <p:cNvSpPr/>
            <p:nvPr/>
          </p:nvSpPr>
          <p:spPr>
            <a:xfrm>
              <a:off x="6230416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pg716"/>
            <p:cNvSpPr/>
            <p:nvPr/>
          </p:nvSpPr>
          <p:spPr>
            <a:xfrm>
              <a:off x="6242053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pg717"/>
            <p:cNvSpPr/>
            <p:nvPr/>
          </p:nvSpPr>
          <p:spPr>
            <a:xfrm>
              <a:off x="625369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pg718"/>
            <p:cNvSpPr/>
            <p:nvPr/>
          </p:nvSpPr>
          <p:spPr>
            <a:xfrm>
              <a:off x="626532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pg719"/>
            <p:cNvSpPr/>
            <p:nvPr/>
          </p:nvSpPr>
          <p:spPr>
            <a:xfrm>
              <a:off x="6276965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pg720"/>
            <p:cNvSpPr/>
            <p:nvPr/>
          </p:nvSpPr>
          <p:spPr>
            <a:xfrm>
              <a:off x="628860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pg721"/>
            <p:cNvSpPr/>
            <p:nvPr/>
          </p:nvSpPr>
          <p:spPr>
            <a:xfrm>
              <a:off x="630024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pg722"/>
            <p:cNvSpPr/>
            <p:nvPr/>
          </p:nvSpPr>
          <p:spPr>
            <a:xfrm>
              <a:off x="6311877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pg723"/>
            <p:cNvSpPr/>
            <p:nvPr/>
          </p:nvSpPr>
          <p:spPr>
            <a:xfrm>
              <a:off x="632351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pg724"/>
            <p:cNvSpPr/>
            <p:nvPr/>
          </p:nvSpPr>
          <p:spPr>
            <a:xfrm>
              <a:off x="5706736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pg725"/>
            <p:cNvSpPr/>
            <p:nvPr/>
          </p:nvSpPr>
          <p:spPr>
            <a:xfrm>
              <a:off x="5718373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pg726"/>
            <p:cNvSpPr/>
            <p:nvPr/>
          </p:nvSpPr>
          <p:spPr>
            <a:xfrm>
              <a:off x="573001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pg727"/>
            <p:cNvSpPr/>
            <p:nvPr/>
          </p:nvSpPr>
          <p:spPr>
            <a:xfrm>
              <a:off x="574164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pg728"/>
            <p:cNvSpPr/>
            <p:nvPr/>
          </p:nvSpPr>
          <p:spPr>
            <a:xfrm>
              <a:off x="5753285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pg729"/>
            <p:cNvSpPr/>
            <p:nvPr/>
          </p:nvSpPr>
          <p:spPr>
            <a:xfrm>
              <a:off x="5764922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pg730"/>
            <p:cNvSpPr/>
            <p:nvPr/>
          </p:nvSpPr>
          <p:spPr>
            <a:xfrm>
              <a:off x="577656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pg731"/>
            <p:cNvSpPr/>
            <p:nvPr/>
          </p:nvSpPr>
          <p:spPr>
            <a:xfrm>
              <a:off x="6195504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pg732"/>
            <p:cNvSpPr/>
            <p:nvPr/>
          </p:nvSpPr>
          <p:spPr>
            <a:xfrm>
              <a:off x="6207141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pg733"/>
            <p:cNvSpPr/>
            <p:nvPr/>
          </p:nvSpPr>
          <p:spPr>
            <a:xfrm>
              <a:off x="621877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pg734"/>
            <p:cNvSpPr/>
            <p:nvPr/>
          </p:nvSpPr>
          <p:spPr>
            <a:xfrm>
              <a:off x="6230416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pg735"/>
            <p:cNvSpPr/>
            <p:nvPr/>
          </p:nvSpPr>
          <p:spPr>
            <a:xfrm>
              <a:off x="6242053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pg736"/>
            <p:cNvSpPr/>
            <p:nvPr/>
          </p:nvSpPr>
          <p:spPr>
            <a:xfrm>
              <a:off x="625369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pg737"/>
            <p:cNvSpPr/>
            <p:nvPr/>
          </p:nvSpPr>
          <p:spPr>
            <a:xfrm>
              <a:off x="626532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pg738"/>
            <p:cNvSpPr/>
            <p:nvPr/>
          </p:nvSpPr>
          <p:spPr>
            <a:xfrm>
              <a:off x="6276965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pg739"/>
            <p:cNvSpPr/>
            <p:nvPr/>
          </p:nvSpPr>
          <p:spPr>
            <a:xfrm>
              <a:off x="6288602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pg740"/>
            <p:cNvSpPr/>
            <p:nvPr/>
          </p:nvSpPr>
          <p:spPr>
            <a:xfrm>
              <a:off x="630024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pg741"/>
            <p:cNvSpPr/>
            <p:nvPr/>
          </p:nvSpPr>
          <p:spPr>
            <a:xfrm>
              <a:off x="6311877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pg742"/>
            <p:cNvSpPr/>
            <p:nvPr/>
          </p:nvSpPr>
          <p:spPr>
            <a:xfrm>
              <a:off x="5706736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pg743"/>
            <p:cNvSpPr/>
            <p:nvPr/>
          </p:nvSpPr>
          <p:spPr>
            <a:xfrm>
              <a:off x="5718373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pg744"/>
            <p:cNvSpPr/>
            <p:nvPr/>
          </p:nvSpPr>
          <p:spPr>
            <a:xfrm>
              <a:off x="5730010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pg745"/>
            <p:cNvSpPr/>
            <p:nvPr/>
          </p:nvSpPr>
          <p:spPr>
            <a:xfrm>
              <a:off x="574164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pg746"/>
            <p:cNvSpPr/>
            <p:nvPr/>
          </p:nvSpPr>
          <p:spPr>
            <a:xfrm>
              <a:off x="5753285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pg747"/>
            <p:cNvSpPr/>
            <p:nvPr/>
          </p:nvSpPr>
          <p:spPr>
            <a:xfrm>
              <a:off x="5764922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pg748"/>
            <p:cNvSpPr/>
            <p:nvPr/>
          </p:nvSpPr>
          <p:spPr>
            <a:xfrm>
              <a:off x="621877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pg749"/>
            <p:cNvSpPr/>
            <p:nvPr/>
          </p:nvSpPr>
          <p:spPr>
            <a:xfrm>
              <a:off x="6230416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pg750"/>
            <p:cNvSpPr/>
            <p:nvPr/>
          </p:nvSpPr>
          <p:spPr>
            <a:xfrm>
              <a:off x="6242053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pg751"/>
            <p:cNvSpPr/>
            <p:nvPr/>
          </p:nvSpPr>
          <p:spPr>
            <a:xfrm>
              <a:off x="6253690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pg752"/>
            <p:cNvSpPr/>
            <p:nvPr/>
          </p:nvSpPr>
          <p:spPr>
            <a:xfrm>
              <a:off x="626532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pg753"/>
            <p:cNvSpPr/>
            <p:nvPr/>
          </p:nvSpPr>
          <p:spPr>
            <a:xfrm>
              <a:off x="6276965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pg754"/>
            <p:cNvSpPr/>
            <p:nvPr/>
          </p:nvSpPr>
          <p:spPr>
            <a:xfrm>
              <a:off x="6288602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pg755"/>
            <p:cNvSpPr/>
            <p:nvPr/>
          </p:nvSpPr>
          <p:spPr>
            <a:xfrm>
              <a:off x="569509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pg756"/>
            <p:cNvSpPr/>
            <p:nvPr/>
          </p:nvSpPr>
          <p:spPr>
            <a:xfrm>
              <a:off x="5706736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pg757"/>
            <p:cNvSpPr/>
            <p:nvPr/>
          </p:nvSpPr>
          <p:spPr>
            <a:xfrm>
              <a:off x="5718373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pg758"/>
            <p:cNvSpPr/>
            <p:nvPr/>
          </p:nvSpPr>
          <p:spPr>
            <a:xfrm>
              <a:off x="5730010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pg759"/>
            <p:cNvSpPr/>
            <p:nvPr/>
          </p:nvSpPr>
          <p:spPr>
            <a:xfrm>
              <a:off x="574164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pg760"/>
            <p:cNvSpPr/>
            <p:nvPr/>
          </p:nvSpPr>
          <p:spPr>
            <a:xfrm>
              <a:off x="5753285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pg761"/>
            <p:cNvSpPr/>
            <p:nvPr/>
          </p:nvSpPr>
          <p:spPr>
            <a:xfrm>
              <a:off x="6242053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pg762"/>
            <p:cNvSpPr/>
            <p:nvPr/>
          </p:nvSpPr>
          <p:spPr>
            <a:xfrm>
              <a:off x="6253690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pg763"/>
            <p:cNvSpPr/>
            <p:nvPr/>
          </p:nvSpPr>
          <p:spPr>
            <a:xfrm>
              <a:off x="626532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pg764"/>
            <p:cNvSpPr/>
            <p:nvPr/>
          </p:nvSpPr>
          <p:spPr>
            <a:xfrm>
              <a:off x="5683461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pg765"/>
            <p:cNvSpPr/>
            <p:nvPr/>
          </p:nvSpPr>
          <p:spPr>
            <a:xfrm>
              <a:off x="5695098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pg766"/>
            <p:cNvSpPr/>
            <p:nvPr/>
          </p:nvSpPr>
          <p:spPr>
            <a:xfrm>
              <a:off x="5706736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pg767"/>
            <p:cNvSpPr/>
            <p:nvPr/>
          </p:nvSpPr>
          <p:spPr>
            <a:xfrm>
              <a:off x="5718373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pg768"/>
            <p:cNvSpPr/>
            <p:nvPr/>
          </p:nvSpPr>
          <p:spPr>
            <a:xfrm>
              <a:off x="5730010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pg769"/>
            <p:cNvSpPr/>
            <p:nvPr/>
          </p:nvSpPr>
          <p:spPr>
            <a:xfrm>
              <a:off x="5741648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pg770"/>
            <p:cNvSpPr/>
            <p:nvPr/>
          </p:nvSpPr>
          <p:spPr>
            <a:xfrm>
              <a:off x="5683461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pg771"/>
            <p:cNvSpPr/>
            <p:nvPr/>
          </p:nvSpPr>
          <p:spPr>
            <a:xfrm>
              <a:off x="5695098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pg772"/>
            <p:cNvSpPr/>
            <p:nvPr/>
          </p:nvSpPr>
          <p:spPr>
            <a:xfrm>
              <a:off x="5706736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pg773"/>
            <p:cNvSpPr/>
            <p:nvPr/>
          </p:nvSpPr>
          <p:spPr>
            <a:xfrm>
              <a:off x="5718373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pg774"/>
            <p:cNvSpPr/>
            <p:nvPr/>
          </p:nvSpPr>
          <p:spPr>
            <a:xfrm>
              <a:off x="5730010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pg775"/>
            <p:cNvSpPr/>
            <p:nvPr/>
          </p:nvSpPr>
          <p:spPr>
            <a:xfrm>
              <a:off x="5671824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pg776"/>
            <p:cNvSpPr/>
            <p:nvPr/>
          </p:nvSpPr>
          <p:spPr>
            <a:xfrm>
              <a:off x="5683461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pg777"/>
            <p:cNvSpPr/>
            <p:nvPr/>
          </p:nvSpPr>
          <p:spPr>
            <a:xfrm>
              <a:off x="5695098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pg778"/>
            <p:cNvSpPr/>
            <p:nvPr/>
          </p:nvSpPr>
          <p:spPr>
            <a:xfrm>
              <a:off x="5706736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pg779"/>
            <p:cNvSpPr/>
            <p:nvPr/>
          </p:nvSpPr>
          <p:spPr>
            <a:xfrm>
              <a:off x="5718373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pg780"/>
            <p:cNvSpPr/>
            <p:nvPr/>
          </p:nvSpPr>
          <p:spPr>
            <a:xfrm>
              <a:off x="5730010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pg781"/>
            <p:cNvSpPr/>
            <p:nvPr/>
          </p:nvSpPr>
          <p:spPr>
            <a:xfrm>
              <a:off x="5671824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pg782"/>
            <p:cNvSpPr/>
            <p:nvPr/>
          </p:nvSpPr>
          <p:spPr>
            <a:xfrm>
              <a:off x="5683461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pg783"/>
            <p:cNvSpPr/>
            <p:nvPr/>
          </p:nvSpPr>
          <p:spPr>
            <a:xfrm>
              <a:off x="5695098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pg784"/>
            <p:cNvSpPr/>
            <p:nvPr/>
          </p:nvSpPr>
          <p:spPr>
            <a:xfrm>
              <a:off x="5706736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pg785"/>
            <p:cNvSpPr/>
            <p:nvPr/>
          </p:nvSpPr>
          <p:spPr>
            <a:xfrm>
              <a:off x="5718373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pg786"/>
            <p:cNvSpPr/>
            <p:nvPr/>
          </p:nvSpPr>
          <p:spPr>
            <a:xfrm>
              <a:off x="5730010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pg787"/>
            <p:cNvSpPr/>
            <p:nvPr/>
          </p:nvSpPr>
          <p:spPr>
            <a:xfrm>
              <a:off x="5671824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pg788"/>
            <p:cNvSpPr/>
            <p:nvPr/>
          </p:nvSpPr>
          <p:spPr>
            <a:xfrm>
              <a:off x="5683461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pg789"/>
            <p:cNvSpPr/>
            <p:nvPr/>
          </p:nvSpPr>
          <p:spPr>
            <a:xfrm>
              <a:off x="5695098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pg790"/>
            <p:cNvSpPr/>
            <p:nvPr/>
          </p:nvSpPr>
          <p:spPr>
            <a:xfrm>
              <a:off x="5706736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pg791"/>
            <p:cNvSpPr/>
            <p:nvPr/>
          </p:nvSpPr>
          <p:spPr>
            <a:xfrm>
              <a:off x="5718373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pg792"/>
            <p:cNvSpPr/>
            <p:nvPr/>
          </p:nvSpPr>
          <p:spPr>
            <a:xfrm>
              <a:off x="5730010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pg793"/>
            <p:cNvSpPr/>
            <p:nvPr/>
          </p:nvSpPr>
          <p:spPr>
            <a:xfrm>
              <a:off x="5671824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6B8">
                <a:alpha val="100000"/>
              </a:srgbClr>
            </a:solidFill>
            <a:ln w="5420" cap="flat">
              <a:solidFill>
                <a:srgbClr val="7F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pg794"/>
            <p:cNvSpPr/>
            <p:nvPr/>
          </p:nvSpPr>
          <p:spPr>
            <a:xfrm>
              <a:off x="5683461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pg795"/>
            <p:cNvSpPr/>
            <p:nvPr/>
          </p:nvSpPr>
          <p:spPr>
            <a:xfrm>
              <a:off x="5695098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pg796"/>
            <p:cNvSpPr/>
            <p:nvPr/>
          </p:nvSpPr>
          <p:spPr>
            <a:xfrm>
              <a:off x="5706736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pg797"/>
            <p:cNvSpPr/>
            <p:nvPr/>
          </p:nvSpPr>
          <p:spPr>
            <a:xfrm>
              <a:off x="5718373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pg798"/>
            <p:cNvSpPr/>
            <p:nvPr/>
          </p:nvSpPr>
          <p:spPr>
            <a:xfrm>
              <a:off x="5730010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pg799"/>
            <p:cNvSpPr/>
            <p:nvPr/>
          </p:nvSpPr>
          <p:spPr>
            <a:xfrm>
              <a:off x="5741648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pg800"/>
            <p:cNvSpPr/>
            <p:nvPr/>
          </p:nvSpPr>
          <p:spPr>
            <a:xfrm>
              <a:off x="5660186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pg801"/>
            <p:cNvSpPr/>
            <p:nvPr/>
          </p:nvSpPr>
          <p:spPr>
            <a:xfrm>
              <a:off x="5671824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pg802"/>
            <p:cNvSpPr/>
            <p:nvPr/>
          </p:nvSpPr>
          <p:spPr>
            <a:xfrm>
              <a:off x="5683461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pg803"/>
            <p:cNvSpPr/>
            <p:nvPr/>
          </p:nvSpPr>
          <p:spPr>
            <a:xfrm>
              <a:off x="5695098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pg804"/>
            <p:cNvSpPr/>
            <p:nvPr/>
          </p:nvSpPr>
          <p:spPr>
            <a:xfrm>
              <a:off x="5706736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pg805"/>
            <p:cNvSpPr/>
            <p:nvPr/>
          </p:nvSpPr>
          <p:spPr>
            <a:xfrm>
              <a:off x="5718373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pg806"/>
            <p:cNvSpPr/>
            <p:nvPr/>
          </p:nvSpPr>
          <p:spPr>
            <a:xfrm>
              <a:off x="5730010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pg807"/>
            <p:cNvSpPr/>
            <p:nvPr/>
          </p:nvSpPr>
          <p:spPr>
            <a:xfrm>
              <a:off x="5648549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pg808"/>
            <p:cNvSpPr/>
            <p:nvPr/>
          </p:nvSpPr>
          <p:spPr>
            <a:xfrm>
              <a:off x="5660186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pg809"/>
            <p:cNvSpPr/>
            <p:nvPr/>
          </p:nvSpPr>
          <p:spPr>
            <a:xfrm>
              <a:off x="5671824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pg810"/>
            <p:cNvSpPr/>
            <p:nvPr/>
          </p:nvSpPr>
          <p:spPr>
            <a:xfrm>
              <a:off x="5683461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pg811"/>
            <p:cNvSpPr/>
            <p:nvPr/>
          </p:nvSpPr>
          <p:spPr>
            <a:xfrm>
              <a:off x="5695098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pg812"/>
            <p:cNvSpPr/>
            <p:nvPr/>
          </p:nvSpPr>
          <p:spPr>
            <a:xfrm>
              <a:off x="5706736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pg813"/>
            <p:cNvSpPr/>
            <p:nvPr/>
          </p:nvSpPr>
          <p:spPr>
            <a:xfrm>
              <a:off x="5718373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pg814"/>
            <p:cNvSpPr/>
            <p:nvPr/>
          </p:nvSpPr>
          <p:spPr>
            <a:xfrm>
              <a:off x="5648549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pg815"/>
            <p:cNvSpPr/>
            <p:nvPr/>
          </p:nvSpPr>
          <p:spPr>
            <a:xfrm>
              <a:off x="5660186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pg816"/>
            <p:cNvSpPr/>
            <p:nvPr/>
          </p:nvSpPr>
          <p:spPr>
            <a:xfrm>
              <a:off x="5671824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pg817"/>
            <p:cNvSpPr/>
            <p:nvPr/>
          </p:nvSpPr>
          <p:spPr>
            <a:xfrm>
              <a:off x="5683461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pg818"/>
            <p:cNvSpPr/>
            <p:nvPr/>
          </p:nvSpPr>
          <p:spPr>
            <a:xfrm>
              <a:off x="5695098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pg819"/>
            <p:cNvSpPr/>
            <p:nvPr/>
          </p:nvSpPr>
          <p:spPr>
            <a:xfrm>
              <a:off x="5706736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pg820"/>
            <p:cNvSpPr/>
            <p:nvPr/>
          </p:nvSpPr>
          <p:spPr>
            <a:xfrm>
              <a:off x="5718373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pg821"/>
            <p:cNvSpPr/>
            <p:nvPr/>
          </p:nvSpPr>
          <p:spPr>
            <a:xfrm>
              <a:off x="5741648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pg822"/>
            <p:cNvSpPr/>
            <p:nvPr/>
          </p:nvSpPr>
          <p:spPr>
            <a:xfrm>
              <a:off x="5753285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pg823"/>
            <p:cNvSpPr/>
            <p:nvPr/>
          </p:nvSpPr>
          <p:spPr>
            <a:xfrm>
              <a:off x="5764922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pg824"/>
            <p:cNvSpPr/>
            <p:nvPr/>
          </p:nvSpPr>
          <p:spPr>
            <a:xfrm>
              <a:off x="5776560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pg825"/>
            <p:cNvSpPr/>
            <p:nvPr/>
          </p:nvSpPr>
          <p:spPr>
            <a:xfrm>
              <a:off x="5648549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pg826"/>
            <p:cNvSpPr/>
            <p:nvPr/>
          </p:nvSpPr>
          <p:spPr>
            <a:xfrm>
              <a:off x="5660186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pg827"/>
            <p:cNvSpPr/>
            <p:nvPr/>
          </p:nvSpPr>
          <p:spPr>
            <a:xfrm>
              <a:off x="5671824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pg828"/>
            <p:cNvSpPr/>
            <p:nvPr/>
          </p:nvSpPr>
          <p:spPr>
            <a:xfrm>
              <a:off x="5683461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pg829"/>
            <p:cNvSpPr/>
            <p:nvPr/>
          </p:nvSpPr>
          <p:spPr>
            <a:xfrm>
              <a:off x="5695098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pg830"/>
            <p:cNvSpPr/>
            <p:nvPr/>
          </p:nvSpPr>
          <p:spPr>
            <a:xfrm>
              <a:off x="5706736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pg831"/>
            <p:cNvSpPr/>
            <p:nvPr/>
          </p:nvSpPr>
          <p:spPr>
            <a:xfrm>
              <a:off x="5718373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pg832"/>
            <p:cNvSpPr/>
            <p:nvPr/>
          </p:nvSpPr>
          <p:spPr>
            <a:xfrm>
              <a:off x="5730010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pg833"/>
            <p:cNvSpPr/>
            <p:nvPr/>
          </p:nvSpPr>
          <p:spPr>
            <a:xfrm>
              <a:off x="5741648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pg834"/>
            <p:cNvSpPr/>
            <p:nvPr/>
          </p:nvSpPr>
          <p:spPr>
            <a:xfrm>
              <a:off x="5753285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pg835"/>
            <p:cNvSpPr/>
            <p:nvPr/>
          </p:nvSpPr>
          <p:spPr>
            <a:xfrm>
              <a:off x="5764922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pg836"/>
            <p:cNvSpPr/>
            <p:nvPr/>
          </p:nvSpPr>
          <p:spPr>
            <a:xfrm>
              <a:off x="5776560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pg837"/>
            <p:cNvSpPr/>
            <p:nvPr/>
          </p:nvSpPr>
          <p:spPr>
            <a:xfrm>
              <a:off x="5788197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pg838"/>
            <p:cNvSpPr/>
            <p:nvPr/>
          </p:nvSpPr>
          <p:spPr>
            <a:xfrm>
              <a:off x="5671824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pg839"/>
            <p:cNvSpPr/>
            <p:nvPr/>
          </p:nvSpPr>
          <p:spPr>
            <a:xfrm>
              <a:off x="5683461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pg840"/>
            <p:cNvSpPr/>
            <p:nvPr/>
          </p:nvSpPr>
          <p:spPr>
            <a:xfrm>
              <a:off x="5695098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pg841"/>
            <p:cNvSpPr/>
            <p:nvPr/>
          </p:nvSpPr>
          <p:spPr>
            <a:xfrm>
              <a:off x="5706736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pg842"/>
            <p:cNvSpPr/>
            <p:nvPr/>
          </p:nvSpPr>
          <p:spPr>
            <a:xfrm>
              <a:off x="5718373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pg843"/>
            <p:cNvSpPr/>
            <p:nvPr/>
          </p:nvSpPr>
          <p:spPr>
            <a:xfrm>
              <a:off x="5730010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pg844"/>
            <p:cNvSpPr/>
            <p:nvPr/>
          </p:nvSpPr>
          <p:spPr>
            <a:xfrm>
              <a:off x="5741648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pg845"/>
            <p:cNvSpPr/>
            <p:nvPr/>
          </p:nvSpPr>
          <p:spPr>
            <a:xfrm>
              <a:off x="5753285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pg846"/>
            <p:cNvSpPr/>
            <p:nvPr/>
          </p:nvSpPr>
          <p:spPr>
            <a:xfrm>
              <a:off x="5764922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pg847"/>
            <p:cNvSpPr/>
            <p:nvPr/>
          </p:nvSpPr>
          <p:spPr>
            <a:xfrm>
              <a:off x="5776560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pg848"/>
            <p:cNvSpPr/>
            <p:nvPr/>
          </p:nvSpPr>
          <p:spPr>
            <a:xfrm>
              <a:off x="5788197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pg849"/>
            <p:cNvSpPr/>
            <p:nvPr/>
          </p:nvSpPr>
          <p:spPr>
            <a:xfrm>
              <a:off x="5799834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pg850"/>
            <p:cNvSpPr/>
            <p:nvPr/>
          </p:nvSpPr>
          <p:spPr>
            <a:xfrm>
              <a:off x="5625275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pg851"/>
            <p:cNvSpPr/>
            <p:nvPr/>
          </p:nvSpPr>
          <p:spPr>
            <a:xfrm>
              <a:off x="5636912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pg852"/>
            <p:cNvSpPr/>
            <p:nvPr/>
          </p:nvSpPr>
          <p:spPr>
            <a:xfrm>
              <a:off x="5648549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pg853"/>
            <p:cNvSpPr/>
            <p:nvPr/>
          </p:nvSpPr>
          <p:spPr>
            <a:xfrm>
              <a:off x="5660186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pg854"/>
            <p:cNvSpPr/>
            <p:nvPr/>
          </p:nvSpPr>
          <p:spPr>
            <a:xfrm>
              <a:off x="5695098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pg855"/>
            <p:cNvSpPr/>
            <p:nvPr/>
          </p:nvSpPr>
          <p:spPr>
            <a:xfrm>
              <a:off x="5706736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pg856"/>
            <p:cNvSpPr/>
            <p:nvPr/>
          </p:nvSpPr>
          <p:spPr>
            <a:xfrm>
              <a:off x="5718373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pg857"/>
            <p:cNvSpPr/>
            <p:nvPr/>
          </p:nvSpPr>
          <p:spPr>
            <a:xfrm>
              <a:off x="5730010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pg858"/>
            <p:cNvSpPr/>
            <p:nvPr/>
          </p:nvSpPr>
          <p:spPr>
            <a:xfrm>
              <a:off x="5741648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pg859"/>
            <p:cNvSpPr/>
            <p:nvPr/>
          </p:nvSpPr>
          <p:spPr>
            <a:xfrm>
              <a:off x="5753285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pg860"/>
            <p:cNvSpPr/>
            <p:nvPr/>
          </p:nvSpPr>
          <p:spPr>
            <a:xfrm>
              <a:off x="5764922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pg861"/>
            <p:cNvSpPr/>
            <p:nvPr/>
          </p:nvSpPr>
          <p:spPr>
            <a:xfrm>
              <a:off x="5776560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pg862"/>
            <p:cNvSpPr/>
            <p:nvPr/>
          </p:nvSpPr>
          <p:spPr>
            <a:xfrm>
              <a:off x="5788197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pg863"/>
            <p:cNvSpPr/>
            <p:nvPr/>
          </p:nvSpPr>
          <p:spPr>
            <a:xfrm>
              <a:off x="5799834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pg864"/>
            <p:cNvSpPr/>
            <p:nvPr/>
          </p:nvSpPr>
          <p:spPr>
            <a:xfrm>
              <a:off x="5613637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pg865"/>
            <p:cNvSpPr/>
            <p:nvPr/>
          </p:nvSpPr>
          <p:spPr>
            <a:xfrm>
              <a:off x="5625275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pg866"/>
            <p:cNvSpPr/>
            <p:nvPr/>
          </p:nvSpPr>
          <p:spPr>
            <a:xfrm>
              <a:off x="563691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pg867"/>
            <p:cNvSpPr/>
            <p:nvPr/>
          </p:nvSpPr>
          <p:spPr>
            <a:xfrm>
              <a:off x="5648549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pg868"/>
            <p:cNvSpPr/>
            <p:nvPr/>
          </p:nvSpPr>
          <p:spPr>
            <a:xfrm>
              <a:off x="5660186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pg869"/>
            <p:cNvSpPr/>
            <p:nvPr/>
          </p:nvSpPr>
          <p:spPr>
            <a:xfrm>
              <a:off x="5671824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pg870"/>
            <p:cNvSpPr/>
            <p:nvPr/>
          </p:nvSpPr>
          <p:spPr>
            <a:xfrm>
              <a:off x="5683461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pg871"/>
            <p:cNvSpPr/>
            <p:nvPr/>
          </p:nvSpPr>
          <p:spPr>
            <a:xfrm>
              <a:off x="5695098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pg872"/>
            <p:cNvSpPr/>
            <p:nvPr/>
          </p:nvSpPr>
          <p:spPr>
            <a:xfrm>
              <a:off x="5706736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pg873"/>
            <p:cNvSpPr/>
            <p:nvPr/>
          </p:nvSpPr>
          <p:spPr>
            <a:xfrm>
              <a:off x="5718373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pg874"/>
            <p:cNvSpPr/>
            <p:nvPr/>
          </p:nvSpPr>
          <p:spPr>
            <a:xfrm>
              <a:off x="5730010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pg875"/>
            <p:cNvSpPr/>
            <p:nvPr/>
          </p:nvSpPr>
          <p:spPr>
            <a:xfrm>
              <a:off x="5741648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pg876"/>
            <p:cNvSpPr/>
            <p:nvPr/>
          </p:nvSpPr>
          <p:spPr>
            <a:xfrm>
              <a:off x="5753285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pg877"/>
            <p:cNvSpPr/>
            <p:nvPr/>
          </p:nvSpPr>
          <p:spPr>
            <a:xfrm>
              <a:off x="576492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pg878"/>
            <p:cNvSpPr/>
            <p:nvPr/>
          </p:nvSpPr>
          <p:spPr>
            <a:xfrm>
              <a:off x="5776560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pg879"/>
            <p:cNvSpPr/>
            <p:nvPr/>
          </p:nvSpPr>
          <p:spPr>
            <a:xfrm>
              <a:off x="5788197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pg880"/>
            <p:cNvSpPr/>
            <p:nvPr/>
          </p:nvSpPr>
          <p:spPr>
            <a:xfrm>
              <a:off x="5799834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pg881"/>
            <p:cNvSpPr/>
            <p:nvPr/>
          </p:nvSpPr>
          <p:spPr>
            <a:xfrm>
              <a:off x="581147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pg882"/>
            <p:cNvSpPr/>
            <p:nvPr/>
          </p:nvSpPr>
          <p:spPr>
            <a:xfrm>
              <a:off x="5613637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pg883"/>
            <p:cNvSpPr/>
            <p:nvPr/>
          </p:nvSpPr>
          <p:spPr>
            <a:xfrm>
              <a:off x="5625275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pg884"/>
            <p:cNvSpPr/>
            <p:nvPr/>
          </p:nvSpPr>
          <p:spPr>
            <a:xfrm>
              <a:off x="563691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pg885"/>
            <p:cNvSpPr/>
            <p:nvPr/>
          </p:nvSpPr>
          <p:spPr>
            <a:xfrm>
              <a:off x="5648549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pg886"/>
            <p:cNvSpPr/>
            <p:nvPr/>
          </p:nvSpPr>
          <p:spPr>
            <a:xfrm>
              <a:off x="5660186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pg887"/>
            <p:cNvSpPr/>
            <p:nvPr/>
          </p:nvSpPr>
          <p:spPr>
            <a:xfrm>
              <a:off x="5671824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pg888"/>
            <p:cNvSpPr/>
            <p:nvPr/>
          </p:nvSpPr>
          <p:spPr>
            <a:xfrm>
              <a:off x="5683461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pg889"/>
            <p:cNvSpPr/>
            <p:nvPr/>
          </p:nvSpPr>
          <p:spPr>
            <a:xfrm>
              <a:off x="5695098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pg890"/>
            <p:cNvSpPr/>
            <p:nvPr/>
          </p:nvSpPr>
          <p:spPr>
            <a:xfrm>
              <a:off x="5706736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pg891"/>
            <p:cNvSpPr/>
            <p:nvPr/>
          </p:nvSpPr>
          <p:spPr>
            <a:xfrm>
              <a:off x="5718373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pg892"/>
            <p:cNvSpPr/>
            <p:nvPr/>
          </p:nvSpPr>
          <p:spPr>
            <a:xfrm>
              <a:off x="5730010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pg893"/>
            <p:cNvSpPr/>
            <p:nvPr/>
          </p:nvSpPr>
          <p:spPr>
            <a:xfrm>
              <a:off x="5741648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pg894"/>
            <p:cNvSpPr/>
            <p:nvPr/>
          </p:nvSpPr>
          <p:spPr>
            <a:xfrm>
              <a:off x="5753285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pg895"/>
            <p:cNvSpPr/>
            <p:nvPr/>
          </p:nvSpPr>
          <p:spPr>
            <a:xfrm>
              <a:off x="576492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pg896"/>
            <p:cNvSpPr/>
            <p:nvPr/>
          </p:nvSpPr>
          <p:spPr>
            <a:xfrm>
              <a:off x="5776560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pg897"/>
            <p:cNvSpPr/>
            <p:nvPr/>
          </p:nvSpPr>
          <p:spPr>
            <a:xfrm>
              <a:off x="5788197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pg898"/>
            <p:cNvSpPr/>
            <p:nvPr/>
          </p:nvSpPr>
          <p:spPr>
            <a:xfrm>
              <a:off x="5799834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pg899"/>
            <p:cNvSpPr/>
            <p:nvPr/>
          </p:nvSpPr>
          <p:spPr>
            <a:xfrm>
              <a:off x="581147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pg900"/>
            <p:cNvSpPr/>
            <p:nvPr/>
          </p:nvSpPr>
          <p:spPr>
            <a:xfrm>
              <a:off x="5613637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pg901"/>
            <p:cNvSpPr/>
            <p:nvPr/>
          </p:nvSpPr>
          <p:spPr>
            <a:xfrm>
              <a:off x="5625275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pg902"/>
            <p:cNvSpPr/>
            <p:nvPr/>
          </p:nvSpPr>
          <p:spPr>
            <a:xfrm>
              <a:off x="563691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pg903"/>
            <p:cNvSpPr/>
            <p:nvPr/>
          </p:nvSpPr>
          <p:spPr>
            <a:xfrm>
              <a:off x="5648549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pg904"/>
            <p:cNvSpPr/>
            <p:nvPr/>
          </p:nvSpPr>
          <p:spPr>
            <a:xfrm>
              <a:off x="5660186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pg905"/>
            <p:cNvSpPr/>
            <p:nvPr/>
          </p:nvSpPr>
          <p:spPr>
            <a:xfrm>
              <a:off x="5671824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pg906"/>
            <p:cNvSpPr/>
            <p:nvPr/>
          </p:nvSpPr>
          <p:spPr>
            <a:xfrm>
              <a:off x="5683461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pg907"/>
            <p:cNvSpPr/>
            <p:nvPr/>
          </p:nvSpPr>
          <p:spPr>
            <a:xfrm>
              <a:off x="5695098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pg908"/>
            <p:cNvSpPr/>
            <p:nvPr/>
          </p:nvSpPr>
          <p:spPr>
            <a:xfrm>
              <a:off x="5706736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pg909"/>
            <p:cNvSpPr/>
            <p:nvPr/>
          </p:nvSpPr>
          <p:spPr>
            <a:xfrm>
              <a:off x="5718373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pg910"/>
            <p:cNvSpPr/>
            <p:nvPr/>
          </p:nvSpPr>
          <p:spPr>
            <a:xfrm>
              <a:off x="5730010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pg911"/>
            <p:cNvSpPr/>
            <p:nvPr/>
          </p:nvSpPr>
          <p:spPr>
            <a:xfrm>
              <a:off x="5741648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pg912"/>
            <p:cNvSpPr/>
            <p:nvPr/>
          </p:nvSpPr>
          <p:spPr>
            <a:xfrm>
              <a:off x="5753285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pg913"/>
            <p:cNvSpPr/>
            <p:nvPr/>
          </p:nvSpPr>
          <p:spPr>
            <a:xfrm>
              <a:off x="576492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pg914"/>
            <p:cNvSpPr/>
            <p:nvPr/>
          </p:nvSpPr>
          <p:spPr>
            <a:xfrm>
              <a:off x="5776560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pg915"/>
            <p:cNvSpPr/>
            <p:nvPr/>
          </p:nvSpPr>
          <p:spPr>
            <a:xfrm>
              <a:off x="5788197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pg916"/>
            <p:cNvSpPr/>
            <p:nvPr/>
          </p:nvSpPr>
          <p:spPr>
            <a:xfrm>
              <a:off x="5799834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pg917"/>
            <p:cNvSpPr/>
            <p:nvPr/>
          </p:nvSpPr>
          <p:spPr>
            <a:xfrm>
              <a:off x="581147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pg918"/>
            <p:cNvSpPr/>
            <p:nvPr/>
          </p:nvSpPr>
          <p:spPr>
            <a:xfrm>
              <a:off x="547398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pg919"/>
            <p:cNvSpPr/>
            <p:nvPr/>
          </p:nvSpPr>
          <p:spPr>
            <a:xfrm>
              <a:off x="552053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pg920"/>
            <p:cNvSpPr/>
            <p:nvPr/>
          </p:nvSpPr>
          <p:spPr>
            <a:xfrm>
              <a:off x="553217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pg921"/>
            <p:cNvSpPr/>
            <p:nvPr/>
          </p:nvSpPr>
          <p:spPr>
            <a:xfrm>
              <a:off x="554381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pg922"/>
            <p:cNvSpPr/>
            <p:nvPr/>
          </p:nvSpPr>
          <p:spPr>
            <a:xfrm>
              <a:off x="5555451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pg923"/>
            <p:cNvSpPr/>
            <p:nvPr/>
          </p:nvSpPr>
          <p:spPr>
            <a:xfrm>
              <a:off x="556708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pg924"/>
            <p:cNvSpPr/>
            <p:nvPr/>
          </p:nvSpPr>
          <p:spPr>
            <a:xfrm>
              <a:off x="557872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6">
                <a:alpha val="100000"/>
              </a:srgbClr>
            </a:solidFill>
            <a:ln w="5420" cap="flat">
              <a:solidFill>
                <a:srgbClr val="3986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pg925"/>
            <p:cNvSpPr/>
            <p:nvPr/>
          </p:nvSpPr>
          <p:spPr>
            <a:xfrm>
              <a:off x="559036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pg926"/>
            <p:cNvSpPr/>
            <p:nvPr/>
          </p:nvSpPr>
          <p:spPr>
            <a:xfrm>
              <a:off x="560200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pg927"/>
            <p:cNvSpPr/>
            <p:nvPr/>
          </p:nvSpPr>
          <p:spPr>
            <a:xfrm>
              <a:off x="5613637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pg928"/>
            <p:cNvSpPr/>
            <p:nvPr/>
          </p:nvSpPr>
          <p:spPr>
            <a:xfrm>
              <a:off x="562527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pg929"/>
            <p:cNvSpPr/>
            <p:nvPr/>
          </p:nvSpPr>
          <p:spPr>
            <a:xfrm>
              <a:off x="5636912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pg930"/>
            <p:cNvSpPr/>
            <p:nvPr/>
          </p:nvSpPr>
          <p:spPr>
            <a:xfrm>
              <a:off x="564854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pg931"/>
            <p:cNvSpPr/>
            <p:nvPr/>
          </p:nvSpPr>
          <p:spPr>
            <a:xfrm>
              <a:off x="566018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pg932"/>
            <p:cNvSpPr/>
            <p:nvPr/>
          </p:nvSpPr>
          <p:spPr>
            <a:xfrm>
              <a:off x="5671824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pg933"/>
            <p:cNvSpPr/>
            <p:nvPr/>
          </p:nvSpPr>
          <p:spPr>
            <a:xfrm>
              <a:off x="5683461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pg934"/>
            <p:cNvSpPr/>
            <p:nvPr/>
          </p:nvSpPr>
          <p:spPr>
            <a:xfrm>
              <a:off x="569509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pg935"/>
            <p:cNvSpPr/>
            <p:nvPr/>
          </p:nvSpPr>
          <p:spPr>
            <a:xfrm>
              <a:off x="570673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pg936"/>
            <p:cNvSpPr/>
            <p:nvPr/>
          </p:nvSpPr>
          <p:spPr>
            <a:xfrm>
              <a:off x="571837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pg937"/>
            <p:cNvSpPr/>
            <p:nvPr/>
          </p:nvSpPr>
          <p:spPr>
            <a:xfrm>
              <a:off x="573001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pg938"/>
            <p:cNvSpPr/>
            <p:nvPr/>
          </p:nvSpPr>
          <p:spPr>
            <a:xfrm>
              <a:off x="574164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pg939"/>
            <p:cNvSpPr/>
            <p:nvPr/>
          </p:nvSpPr>
          <p:spPr>
            <a:xfrm>
              <a:off x="575328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pg940"/>
            <p:cNvSpPr/>
            <p:nvPr/>
          </p:nvSpPr>
          <p:spPr>
            <a:xfrm>
              <a:off x="5764922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pg941"/>
            <p:cNvSpPr/>
            <p:nvPr/>
          </p:nvSpPr>
          <p:spPr>
            <a:xfrm>
              <a:off x="577656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pg942"/>
            <p:cNvSpPr/>
            <p:nvPr/>
          </p:nvSpPr>
          <p:spPr>
            <a:xfrm>
              <a:off x="5788197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pg943"/>
            <p:cNvSpPr/>
            <p:nvPr/>
          </p:nvSpPr>
          <p:spPr>
            <a:xfrm>
              <a:off x="5799834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pg944"/>
            <p:cNvSpPr/>
            <p:nvPr/>
          </p:nvSpPr>
          <p:spPr>
            <a:xfrm>
              <a:off x="534597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pg945"/>
            <p:cNvSpPr/>
            <p:nvPr/>
          </p:nvSpPr>
          <p:spPr>
            <a:xfrm>
              <a:off x="535761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pg946"/>
            <p:cNvSpPr/>
            <p:nvPr/>
          </p:nvSpPr>
          <p:spPr>
            <a:xfrm>
              <a:off x="536925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pg947"/>
            <p:cNvSpPr/>
            <p:nvPr/>
          </p:nvSpPr>
          <p:spPr>
            <a:xfrm>
              <a:off x="543907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pg948"/>
            <p:cNvSpPr/>
            <p:nvPr/>
          </p:nvSpPr>
          <p:spPr>
            <a:xfrm>
              <a:off x="545071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pg949"/>
            <p:cNvSpPr/>
            <p:nvPr/>
          </p:nvSpPr>
          <p:spPr>
            <a:xfrm>
              <a:off x="546235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pg950"/>
            <p:cNvSpPr/>
            <p:nvPr/>
          </p:nvSpPr>
          <p:spPr>
            <a:xfrm>
              <a:off x="547398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pg951"/>
            <p:cNvSpPr/>
            <p:nvPr/>
          </p:nvSpPr>
          <p:spPr>
            <a:xfrm>
              <a:off x="548562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pg952"/>
            <p:cNvSpPr/>
            <p:nvPr/>
          </p:nvSpPr>
          <p:spPr>
            <a:xfrm>
              <a:off x="5497264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pg953"/>
            <p:cNvSpPr/>
            <p:nvPr/>
          </p:nvSpPr>
          <p:spPr>
            <a:xfrm>
              <a:off x="550890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pg954"/>
            <p:cNvSpPr/>
            <p:nvPr/>
          </p:nvSpPr>
          <p:spPr>
            <a:xfrm>
              <a:off x="552053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pg955"/>
            <p:cNvSpPr/>
            <p:nvPr/>
          </p:nvSpPr>
          <p:spPr>
            <a:xfrm>
              <a:off x="553217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pg956"/>
            <p:cNvSpPr/>
            <p:nvPr/>
          </p:nvSpPr>
          <p:spPr>
            <a:xfrm>
              <a:off x="554381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pg957"/>
            <p:cNvSpPr/>
            <p:nvPr/>
          </p:nvSpPr>
          <p:spPr>
            <a:xfrm>
              <a:off x="555545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pg958"/>
            <p:cNvSpPr/>
            <p:nvPr/>
          </p:nvSpPr>
          <p:spPr>
            <a:xfrm>
              <a:off x="556708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9" name="pg959"/>
            <p:cNvSpPr/>
            <p:nvPr/>
          </p:nvSpPr>
          <p:spPr>
            <a:xfrm>
              <a:off x="557872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0" name="pg960"/>
            <p:cNvSpPr/>
            <p:nvPr/>
          </p:nvSpPr>
          <p:spPr>
            <a:xfrm>
              <a:off x="559036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1" name="pg961"/>
            <p:cNvSpPr/>
            <p:nvPr/>
          </p:nvSpPr>
          <p:spPr>
            <a:xfrm>
              <a:off x="5602000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2" name="pg962"/>
            <p:cNvSpPr/>
            <p:nvPr/>
          </p:nvSpPr>
          <p:spPr>
            <a:xfrm>
              <a:off x="561363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3" name="pg963"/>
            <p:cNvSpPr/>
            <p:nvPr/>
          </p:nvSpPr>
          <p:spPr>
            <a:xfrm>
              <a:off x="562527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4" name="pg964"/>
            <p:cNvSpPr/>
            <p:nvPr/>
          </p:nvSpPr>
          <p:spPr>
            <a:xfrm>
              <a:off x="563691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5" name="pg965"/>
            <p:cNvSpPr/>
            <p:nvPr/>
          </p:nvSpPr>
          <p:spPr>
            <a:xfrm>
              <a:off x="564854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6" name="pg966"/>
            <p:cNvSpPr/>
            <p:nvPr/>
          </p:nvSpPr>
          <p:spPr>
            <a:xfrm>
              <a:off x="566018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7" name="pg967"/>
            <p:cNvSpPr/>
            <p:nvPr/>
          </p:nvSpPr>
          <p:spPr>
            <a:xfrm>
              <a:off x="5671824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8" name="pg968"/>
            <p:cNvSpPr/>
            <p:nvPr/>
          </p:nvSpPr>
          <p:spPr>
            <a:xfrm>
              <a:off x="568346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pg969"/>
            <p:cNvSpPr/>
            <p:nvPr/>
          </p:nvSpPr>
          <p:spPr>
            <a:xfrm>
              <a:off x="569509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pg970"/>
            <p:cNvSpPr/>
            <p:nvPr/>
          </p:nvSpPr>
          <p:spPr>
            <a:xfrm>
              <a:off x="570673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pg971"/>
            <p:cNvSpPr/>
            <p:nvPr/>
          </p:nvSpPr>
          <p:spPr>
            <a:xfrm>
              <a:off x="571837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pg972"/>
            <p:cNvSpPr/>
            <p:nvPr/>
          </p:nvSpPr>
          <p:spPr>
            <a:xfrm>
              <a:off x="5730010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pg973"/>
            <p:cNvSpPr/>
            <p:nvPr/>
          </p:nvSpPr>
          <p:spPr>
            <a:xfrm>
              <a:off x="574164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4" name="pg974"/>
            <p:cNvSpPr/>
            <p:nvPr/>
          </p:nvSpPr>
          <p:spPr>
            <a:xfrm>
              <a:off x="575328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pg975"/>
            <p:cNvSpPr/>
            <p:nvPr/>
          </p:nvSpPr>
          <p:spPr>
            <a:xfrm>
              <a:off x="576492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pg976"/>
            <p:cNvSpPr/>
            <p:nvPr/>
          </p:nvSpPr>
          <p:spPr>
            <a:xfrm>
              <a:off x="533434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pg977"/>
            <p:cNvSpPr/>
            <p:nvPr/>
          </p:nvSpPr>
          <p:spPr>
            <a:xfrm>
              <a:off x="534597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pg978"/>
            <p:cNvSpPr/>
            <p:nvPr/>
          </p:nvSpPr>
          <p:spPr>
            <a:xfrm>
              <a:off x="535761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pg979"/>
            <p:cNvSpPr/>
            <p:nvPr/>
          </p:nvSpPr>
          <p:spPr>
            <a:xfrm>
              <a:off x="536925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pg980"/>
            <p:cNvSpPr/>
            <p:nvPr/>
          </p:nvSpPr>
          <p:spPr>
            <a:xfrm>
              <a:off x="538089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1" name="pg981"/>
            <p:cNvSpPr/>
            <p:nvPr/>
          </p:nvSpPr>
          <p:spPr>
            <a:xfrm>
              <a:off x="541580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pg982"/>
            <p:cNvSpPr/>
            <p:nvPr/>
          </p:nvSpPr>
          <p:spPr>
            <a:xfrm>
              <a:off x="5427440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pg983"/>
            <p:cNvSpPr/>
            <p:nvPr/>
          </p:nvSpPr>
          <p:spPr>
            <a:xfrm>
              <a:off x="543907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pg984"/>
            <p:cNvSpPr/>
            <p:nvPr/>
          </p:nvSpPr>
          <p:spPr>
            <a:xfrm>
              <a:off x="545071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pg985"/>
            <p:cNvSpPr/>
            <p:nvPr/>
          </p:nvSpPr>
          <p:spPr>
            <a:xfrm>
              <a:off x="5462352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pg986"/>
            <p:cNvSpPr/>
            <p:nvPr/>
          </p:nvSpPr>
          <p:spPr>
            <a:xfrm>
              <a:off x="547398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pg987"/>
            <p:cNvSpPr/>
            <p:nvPr/>
          </p:nvSpPr>
          <p:spPr>
            <a:xfrm>
              <a:off x="548562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8" name="pg988"/>
            <p:cNvSpPr/>
            <p:nvPr/>
          </p:nvSpPr>
          <p:spPr>
            <a:xfrm>
              <a:off x="5497264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1AF">
                <a:alpha val="100000"/>
              </a:srgbClr>
            </a:solidFill>
            <a:ln w="5420" cap="flat">
              <a:solidFill>
                <a:srgbClr val="69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9" name="pg989"/>
            <p:cNvSpPr/>
            <p:nvPr/>
          </p:nvSpPr>
          <p:spPr>
            <a:xfrm>
              <a:off x="550890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0" name="pg990"/>
            <p:cNvSpPr/>
            <p:nvPr/>
          </p:nvSpPr>
          <p:spPr>
            <a:xfrm>
              <a:off x="552053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1" name="pg991"/>
            <p:cNvSpPr/>
            <p:nvPr/>
          </p:nvSpPr>
          <p:spPr>
            <a:xfrm>
              <a:off x="553217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2" name="pg992"/>
            <p:cNvSpPr/>
            <p:nvPr/>
          </p:nvSpPr>
          <p:spPr>
            <a:xfrm>
              <a:off x="554381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3" name="pg993"/>
            <p:cNvSpPr/>
            <p:nvPr/>
          </p:nvSpPr>
          <p:spPr>
            <a:xfrm>
              <a:off x="555545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4" name="pg994"/>
            <p:cNvSpPr/>
            <p:nvPr/>
          </p:nvSpPr>
          <p:spPr>
            <a:xfrm>
              <a:off x="5567088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5" name="pg995"/>
            <p:cNvSpPr/>
            <p:nvPr/>
          </p:nvSpPr>
          <p:spPr>
            <a:xfrm>
              <a:off x="557872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6" name="pg996"/>
            <p:cNvSpPr/>
            <p:nvPr/>
          </p:nvSpPr>
          <p:spPr>
            <a:xfrm>
              <a:off x="559036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7" name="pg997"/>
            <p:cNvSpPr/>
            <p:nvPr/>
          </p:nvSpPr>
          <p:spPr>
            <a:xfrm>
              <a:off x="5602000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8" name="pg998"/>
            <p:cNvSpPr/>
            <p:nvPr/>
          </p:nvSpPr>
          <p:spPr>
            <a:xfrm>
              <a:off x="561363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9" name="pg999"/>
            <p:cNvSpPr/>
            <p:nvPr/>
          </p:nvSpPr>
          <p:spPr>
            <a:xfrm>
              <a:off x="562527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0" name="pg1000"/>
            <p:cNvSpPr/>
            <p:nvPr/>
          </p:nvSpPr>
          <p:spPr>
            <a:xfrm>
              <a:off x="5636912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1" name="pg1001"/>
            <p:cNvSpPr/>
            <p:nvPr/>
          </p:nvSpPr>
          <p:spPr>
            <a:xfrm>
              <a:off x="564854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2" name="pg1002"/>
            <p:cNvSpPr/>
            <p:nvPr/>
          </p:nvSpPr>
          <p:spPr>
            <a:xfrm>
              <a:off x="566018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3" name="pg1003"/>
            <p:cNvSpPr/>
            <p:nvPr/>
          </p:nvSpPr>
          <p:spPr>
            <a:xfrm>
              <a:off x="5671824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4" name="pg1004"/>
            <p:cNvSpPr/>
            <p:nvPr/>
          </p:nvSpPr>
          <p:spPr>
            <a:xfrm>
              <a:off x="568346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5" name="pg1005"/>
            <p:cNvSpPr/>
            <p:nvPr/>
          </p:nvSpPr>
          <p:spPr>
            <a:xfrm>
              <a:off x="570673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6" name="pg1006"/>
            <p:cNvSpPr/>
            <p:nvPr/>
          </p:nvSpPr>
          <p:spPr>
            <a:xfrm>
              <a:off x="571837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7" name="pg1007"/>
            <p:cNvSpPr/>
            <p:nvPr/>
          </p:nvSpPr>
          <p:spPr>
            <a:xfrm>
              <a:off x="533434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8" name="pg1008"/>
            <p:cNvSpPr/>
            <p:nvPr/>
          </p:nvSpPr>
          <p:spPr>
            <a:xfrm>
              <a:off x="534597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9" name="pg1009"/>
            <p:cNvSpPr/>
            <p:nvPr/>
          </p:nvSpPr>
          <p:spPr>
            <a:xfrm>
              <a:off x="5357616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0" name="pg1010"/>
            <p:cNvSpPr/>
            <p:nvPr/>
          </p:nvSpPr>
          <p:spPr>
            <a:xfrm>
              <a:off x="536925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1" name="pg1011"/>
            <p:cNvSpPr/>
            <p:nvPr/>
          </p:nvSpPr>
          <p:spPr>
            <a:xfrm>
              <a:off x="538089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2" name="pg1012"/>
            <p:cNvSpPr/>
            <p:nvPr/>
          </p:nvSpPr>
          <p:spPr>
            <a:xfrm>
              <a:off x="5392528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3" name="pg1013"/>
            <p:cNvSpPr/>
            <p:nvPr/>
          </p:nvSpPr>
          <p:spPr>
            <a:xfrm>
              <a:off x="540416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4" name="pg1014"/>
            <p:cNvSpPr/>
            <p:nvPr/>
          </p:nvSpPr>
          <p:spPr>
            <a:xfrm>
              <a:off x="541580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5" name="pg1015"/>
            <p:cNvSpPr/>
            <p:nvPr/>
          </p:nvSpPr>
          <p:spPr>
            <a:xfrm>
              <a:off x="5427440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6" name="pg1016"/>
            <p:cNvSpPr/>
            <p:nvPr/>
          </p:nvSpPr>
          <p:spPr>
            <a:xfrm>
              <a:off x="543907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7" name="pg1017"/>
            <p:cNvSpPr/>
            <p:nvPr/>
          </p:nvSpPr>
          <p:spPr>
            <a:xfrm>
              <a:off x="545071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8" name="pg1018"/>
            <p:cNvSpPr/>
            <p:nvPr/>
          </p:nvSpPr>
          <p:spPr>
            <a:xfrm>
              <a:off x="5462352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9" name="pg1019"/>
            <p:cNvSpPr/>
            <p:nvPr/>
          </p:nvSpPr>
          <p:spPr>
            <a:xfrm>
              <a:off x="547398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0" name="pg1020"/>
            <p:cNvSpPr/>
            <p:nvPr/>
          </p:nvSpPr>
          <p:spPr>
            <a:xfrm>
              <a:off x="548562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1" name="pg1021"/>
            <p:cNvSpPr/>
            <p:nvPr/>
          </p:nvSpPr>
          <p:spPr>
            <a:xfrm>
              <a:off x="5497264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2" name="pg1022"/>
            <p:cNvSpPr/>
            <p:nvPr/>
          </p:nvSpPr>
          <p:spPr>
            <a:xfrm>
              <a:off x="550890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3" name="pg1023"/>
            <p:cNvSpPr/>
            <p:nvPr/>
          </p:nvSpPr>
          <p:spPr>
            <a:xfrm>
              <a:off x="552053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4" name="pg1024"/>
            <p:cNvSpPr/>
            <p:nvPr/>
          </p:nvSpPr>
          <p:spPr>
            <a:xfrm>
              <a:off x="5532176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5" name="pg1025"/>
            <p:cNvSpPr/>
            <p:nvPr/>
          </p:nvSpPr>
          <p:spPr>
            <a:xfrm>
              <a:off x="554381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6" name="pg1026"/>
            <p:cNvSpPr/>
            <p:nvPr/>
          </p:nvSpPr>
          <p:spPr>
            <a:xfrm>
              <a:off x="555545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7" name="pg1027"/>
            <p:cNvSpPr/>
            <p:nvPr/>
          </p:nvSpPr>
          <p:spPr>
            <a:xfrm>
              <a:off x="5567088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8" name="pg1028"/>
            <p:cNvSpPr/>
            <p:nvPr/>
          </p:nvSpPr>
          <p:spPr>
            <a:xfrm>
              <a:off x="557872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9" name="pg1029"/>
            <p:cNvSpPr/>
            <p:nvPr/>
          </p:nvSpPr>
          <p:spPr>
            <a:xfrm>
              <a:off x="559036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0" name="pg1030"/>
            <p:cNvSpPr/>
            <p:nvPr/>
          </p:nvSpPr>
          <p:spPr>
            <a:xfrm>
              <a:off x="5602000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1" name="pg1031"/>
            <p:cNvSpPr/>
            <p:nvPr/>
          </p:nvSpPr>
          <p:spPr>
            <a:xfrm>
              <a:off x="561363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2" name="pg1032"/>
            <p:cNvSpPr/>
            <p:nvPr/>
          </p:nvSpPr>
          <p:spPr>
            <a:xfrm>
              <a:off x="562527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3" name="pg1033"/>
            <p:cNvSpPr/>
            <p:nvPr/>
          </p:nvSpPr>
          <p:spPr>
            <a:xfrm>
              <a:off x="5636912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4" name="pg1034"/>
            <p:cNvSpPr/>
            <p:nvPr/>
          </p:nvSpPr>
          <p:spPr>
            <a:xfrm>
              <a:off x="534597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5" name="pg1035"/>
            <p:cNvSpPr/>
            <p:nvPr/>
          </p:nvSpPr>
          <p:spPr>
            <a:xfrm>
              <a:off x="5357616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6" name="pg1036"/>
            <p:cNvSpPr/>
            <p:nvPr/>
          </p:nvSpPr>
          <p:spPr>
            <a:xfrm>
              <a:off x="536925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7" name="pg1037"/>
            <p:cNvSpPr/>
            <p:nvPr/>
          </p:nvSpPr>
          <p:spPr>
            <a:xfrm>
              <a:off x="538089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8" name="pg1038"/>
            <p:cNvSpPr/>
            <p:nvPr/>
          </p:nvSpPr>
          <p:spPr>
            <a:xfrm>
              <a:off x="5392528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9" name="pg1039"/>
            <p:cNvSpPr/>
            <p:nvPr/>
          </p:nvSpPr>
          <p:spPr>
            <a:xfrm>
              <a:off x="5404165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0" name="pg1040"/>
            <p:cNvSpPr/>
            <p:nvPr/>
          </p:nvSpPr>
          <p:spPr>
            <a:xfrm>
              <a:off x="541580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1" name="pg1041"/>
            <p:cNvSpPr/>
            <p:nvPr/>
          </p:nvSpPr>
          <p:spPr>
            <a:xfrm>
              <a:off x="5427440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2" name="pg1042"/>
            <p:cNvSpPr/>
            <p:nvPr/>
          </p:nvSpPr>
          <p:spPr>
            <a:xfrm>
              <a:off x="5439077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3" name="pg1043"/>
            <p:cNvSpPr/>
            <p:nvPr/>
          </p:nvSpPr>
          <p:spPr>
            <a:xfrm>
              <a:off x="5450715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4" name="pg1044"/>
            <p:cNvSpPr/>
            <p:nvPr/>
          </p:nvSpPr>
          <p:spPr>
            <a:xfrm>
              <a:off x="5462352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5" name="pg1045"/>
            <p:cNvSpPr/>
            <p:nvPr/>
          </p:nvSpPr>
          <p:spPr>
            <a:xfrm>
              <a:off x="547398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6" name="pg1046"/>
            <p:cNvSpPr/>
            <p:nvPr/>
          </p:nvSpPr>
          <p:spPr>
            <a:xfrm>
              <a:off x="5485627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7" name="pg1047"/>
            <p:cNvSpPr/>
            <p:nvPr/>
          </p:nvSpPr>
          <p:spPr>
            <a:xfrm>
              <a:off x="5497264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8" name="pg1048"/>
            <p:cNvSpPr/>
            <p:nvPr/>
          </p:nvSpPr>
          <p:spPr>
            <a:xfrm>
              <a:off x="550890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9" name="pg1049"/>
            <p:cNvSpPr/>
            <p:nvPr/>
          </p:nvSpPr>
          <p:spPr>
            <a:xfrm>
              <a:off x="552053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0" name="pg1050"/>
            <p:cNvSpPr/>
            <p:nvPr/>
          </p:nvSpPr>
          <p:spPr>
            <a:xfrm>
              <a:off x="5532176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1" name="pg1051"/>
            <p:cNvSpPr/>
            <p:nvPr/>
          </p:nvSpPr>
          <p:spPr>
            <a:xfrm>
              <a:off x="554381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2" name="pg1052"/>
            <p:cNvSpPr/>
            <p:nvPr/>
          </p:nvSpPr>
          <p:spPr>
            <a:xfrm>
              <a:off x="555545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3" name="pg1053"/>
            <p:cNvSpPr/>
            <p:nvPr/>
          </p:nvSpPr>
          <p:spPr>
            <a:xfrm>
              <a:off x="5567088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4" name="pg1054"/>
            <p:cNvSpPr/>
            <p:nvPr/>
          </p:nvSpPr>
          <p:spPr>
            <a:xfrm>
              <a:off x="559036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5" name="pg1055"/>
            <p:cNvSpPr/>
            <p:nvPr/>
          </p:nvSpPr>
          <p:spPr>
            <a:xfrm>
              <a:off x="5345979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6" name="pg1056"/>
            <p:cNvSpPr/>
            <p:nvPr/>
          </p:nvSpPr>
          <p:spPr>
            <a:xfrm>
              <a:off x="5357616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7" name="pg1057"/>
            <p:cNvSpPr/>
            <p:nvPr/>
          </p:nvSpPr>
          <p:spPr>
            <a:xfrm>
              <a:off x="5369253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8" name="pg1058"/>
            <p:cNvSpPr/>
            <p:nvPr/>
          </p:nvSpPr>
          <p:spPr>
            <a:xfrm>
              <a:off x="5380891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9" name="pg1059"/>
            <p:cNvSpPr/>
            <p:nvPr/>
          </p:nvSpPr>
          <p:spPr>
            <a:xfrm>
              <a:off x="5392528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0" name="pg1060"/>
            <p:cNvSpPr/>
            <p:nvPr/>
          </p:nvSpPr>
          <p:spPr>
            <a:xfrm>
              <a:off x="5404165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1" name="pg1061"/>
            <p:cNvSpPr/>
            <p:nvPr/>
          </p:nvSpPr>
          <p:spPr>
            <a:xfrm>
              <a:off x="5415803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2" name="pg1062"/>
            <p:cNvSpPr/>
            <p:nvPr/>
          </p:nvSpPr>
          <p:spPr>
            <a:xfrm>
              <a:off x="5427440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3" name="pg1063"/>
            <p:cNvSpPr/>
            <p:nvPr/>
          </p:nvSpPr>
          <p:spPr>
            <a:xfrm>
              <a:off x="5439077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4" name="pg1064"/>
            <p:cNvSpPr/>
            <p:nvPr/>
          </p:nvSpPr>
          <p:spPr>
            <a:xfrm>
              <a:off x="5450715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5" name="pg1065"/>
            <p:cNvSpPr/>
            <p:nvPr/>
          </p:nvSpPr>
          <p:spPr>
            <a:xfrm>
              <a:off x="5462352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6" name="pg1066"/>
            <p:cNvSpPr/>
            <p:nvPr/>
          </p:nvSpPr>
          <p:spPr>
            <a:xfrm>
              <a:off x="5334341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7" name="pg1067"/>
            <p:cNvSpPr/>
            <p:nvPr/>
          </p:nvSpPr>
          <p:spPr>
            <a:xfrm>
              <a:off x="5345979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8" name="pg1068"/>
            <p:cNvSpPr/>
            <p:nvPr/>
          </p:nvSpPr>
          <p:spPr>
            <a:xfrm>
              <a:off x="5357616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9" name="pg1069"/>
            <p:cNvSpPr/>
            <p:nvPr/>
          </p:nvSpPr>
          <p:spPr>
            <a:xfrm>
              <a:off x="5369253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0" name="pg1070"/>
            <p:cNvSpPr/>
            <p:nvPr/>
          </p:nvSpPr>
          <p:spPr>
            <a:xfrm>
              <a:off x="5380891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1" name="pg1071"/>
            <p:cNvSpPr/>
            <p:nvPr/>
          </p:nvSpPr>
          <p:spPr>
            <a:xfrm>
              <a:off x="5392528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2" name="pg1072"/>
            <p:cNvSpPr/>
            <p:nvPr/>
          </p:nvSpPr>
          <p:spPr>
            <a:xfrm>
              <a:off x="5404165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3" name="pg1073"/>
            <p:cNvSpPr/>
            <p:nvPr/>
          </p:nvSpPr>
          <p:spPr>
            <a:xfrm>
              <a:off x="5415803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4" name="pg1074"/>
            <p:cNvSpPr/>
            <p:nvPr/>
          </p:nvSpPr>
          <p:spPr>
            <a:xfrm>
              <a:off x="5427440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5" name="pg1075"/>
            <p:cNvSpPr/>
            <p:nvPr/>
          </p:nvSpPr>
          <p:spPr>
            <a:xfrm>
              <a:off x="5322704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8AC">
                <a:alpha val="100000"/>
              </a:srgbClr>
            </a:solidFill>
            <a:ln w="5420" cap="flat">
              <a:solidFill>
                <a:srgbClr val="5D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6" name="pg1076"/>
            <p:cNvSpPr/>
            <p:nvPr/>
          </p:nvSpPr>
          <p:spPr>
            <a:xfrm>
              <a:off x="5334341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7" name="pg1077"/>
            <p:cNvSpPr/>
            <p:nvPr/>
          </p:nvSpPr>
          <p:spPr>
            <a:xfrm>
              <a:off x="5345979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8" name="pg1078"/>
            <p:cNvSpPr/>
            <p:nvPr/>
          </p:nvSpPr>
          <p:spPr>
            <a:xfrm>
              <a:off x="5357616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9" name="pg1079"/>
            <p:cNvSpPr/>
            <p:nvPr/>
          </p:nvSpPr>
          <p:spPr>
            <a:xfrm>
              <a:off x="5369253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0" name="pg1080"/>
            <p:cNvSpPr/>
            <p:nvPr/>
          </p:nvSpPr>
          <p:spPr>
            <a:xfrm>
              <a:off x="5380891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1" name="pg1081"/>
            <p:cNvSpPr/>
            <p:nvPr/>
          </p:nvSpPr>
          <p:spPr>
            <a:xfrm>
              <a:off x="5392528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2" name="pg1082"/>
            <p:cNvSpPr/>
            <p:nvPr/>
          </p:nvSpPr>
          <p:spPr>
            <a:xfrm>
              <a:off x="5404165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3" name="pg1083"/>
            <p:cNvSpPr/>
            <p:nvPr/>
          </p:nvSpPr>
          <p:spPr>
            <a:xfrm>
              <a:off x="5311067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4" name="pg1084"/>
            <p:cNvSpPr/>
            <p:nvPr/>
          </p:nvSpPr>
          <p:spPr>
            <a:xfrm>
              <a:off x="5322704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5" name="pg1085"/>
            <p:cNvSpPr/>
            <p:nvPr/>
          </p:nvSpPr>
          <p:spPr>
            <a:xfrm>
              <a:off x="5334341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6" name="pg1086"/>
            <p:cNvSpPr/>
            <p:nvPr/>
          </p:nvSpPr>
          <p:spPr>
            <a:xfrm>
              <a:off x="5345979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7" name="pg1087"/>
            <p:cNvSpPr/>
            <p:nvPr/>
          </p:nvSpPr>
          <p:spPr>
            <a:xfrm>
              <a:off x="5357616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8" name="pg1088"/>
            <p:cNvSpPr/>
            <p:nvPr/>
          </p:nvSpPr>
          <p:spPr>
            <a:xfrm>
              <a:off x="5369253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9" name="pg1089"/>
            <p:cNvSpPr/>
            <p:nvPr/>
          </p:nvSpPr>
          <p:spPr>
            <a:xfrm>
              <a:off x="5380891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0" name="pg1090"/>
            <p:cNvSpPr/>
            <p:nvPr/>
          </p:nvSpPr>
          <p:spPr>
            <a:xfrm>
              <a:off x="5311067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1" name="pg1091"/>
            <p:cNvSpPr/>
            <p:nvPr/>
          </p:nvSpPr>
          <p:spPr>
            <a:xfrm>
              <a:off x="5322704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2" name="pg1092"/>
            <p:cNvSpPr/>
            <p:nvPr/>
          </p:nvSpPr>
          <p:spPr>
            <a:xfrm>
              <a:off x="5334341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3" name="pg1093"/>
            <p:cNvSpPr/>
            <p:nvPr/>
          </p:nvSpPr>
          <p:spPr>
            <a:xfrm>
              <a:off x="5345979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4" name="pg1094"/>
            <p:cNvSpPr/>
            <p:nvPr/>
          </p:nvSpPr>
          <p:spPr>
            <a:xfrm>
              <a:off x="5357616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5" name="pg1095"/>
            <p:cNvSpPr/>
            <p:nvPr/>
          </p:nvSpPr>
          <p:spPr>
            <a:xfrm>
              <a:off x="5369253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6" name="pg1096"/>
            <p:cNvSpPr/>
            <p:nvPr/>
          </p:nvSpPr>
          <p:spPr>
            <a:xfrm>
              <a:off x="5380891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7" name="pg1097"/>
            <p:cNvSpPr/>
            <p:nvPr/>
          </p:nvSpPr>
          <p:spPr>
            <a:xfrm>
              <a:off x="5311067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8" name="pg1098"/>
            <p:cNvSpPr/>
            <p:nvPr/>
          </p:nvSpPr>
          <p:spPr>
            <a:xfrm>
              <a:off x="5322704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9" name="pg1099"/>
            <p:cNvSpPr/>
            <p:nvPr/>
          </p:nvSpPr>
          <p:spPr>
            <a:xfrm>
              <a:off x="5334341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0" name="pg1100"/>
            <p:cNvSpPr/>
            <p:nvPr/>
          </p:nvSpPr>
          <p:spPr>
            <a:xfrm>
              <a:off x="5345979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1" name="pg1101"/>
            <p:cNvSpPr/>
            <p:nvPr/>
          </p:nvSpPr>
          <p:spPr>
            <a:xfrm>
              <a:off x="5357616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2" name="pg1102"/>
            <p:cNvSpPr/>
            <p:nvPr/>
          </p:nvSpPr>
          <p:spPr>
            <a:xfrm>
              <a:off x="5369253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3" name="pg1103"/>
            <p:cNvSpPr/>
            <p:nvPr/>
          </p:nvSpPr>
          <p:spPr>
            <a:xfrm>
              <a:off x="5380891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4" name="pg1104"/>
            <p:cNvSpPr/>
            <p:nvPr/>
          </p:nvSpPr>
          <p:spPr>
            <a:xfrm>
              <a:off x="5311067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5" name="pg1105"/>
            <p:cNvSpPr/>
            <p:nvPr/>
          </p:nvSpPr>
          <p:spPr>
            <a:xfrm>
              <a:off x="5322704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6" name="pg1106"/>
            <p:cNvSpPr/>
            <p:nvPr/>
          </p:nvSpPr>
          <p:spPr>
            <a:xfrm>
              <a:off x="5334341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7" name="pg1107"/>
            <p:cNvSpPr/>
            <p:nvPr/>
          </p:nvSpPr>
          <p:spPr>
            <a:xfrm>
              <a:off x="5345979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8" name="pg1108"/>
            <p:cNvSpPr/>
            <p:nvPr/>
          </p:nvSpPr>
          <p:spPr>
            <a:xfrm>
              <a:off x="5357616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9" name="pg1109"/>
            <p:cNvSpPr/>
            <p:nvPr/>
          </p:nvSpPr>
          <p:spPr>
            <a:xfrm>
              <a:off x="5369253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0" name="pg1110"/>
            <p:cNvSpPr/>
            <p:nvPr/>
          </p:nvSpPr>
          <p:spPr>
            <a:xfrm>
              <a:off x="5380891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1" name="pg1111"/>
            <p:cNvSpPr/>
            <p:nvPr/>
          </p:nvSpPr>
          <p:spPr>
            <a:xfrm>
              <a:off x="5241243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2" name="pg1112"/>
            <p:cNvSpPr/>
            <p:nvPr/>
          </p:nvSpPr>
          <p:spPr>
            <a:xfrm>
              <a:off x="5252880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3" name="pg1113"/>
            <p:cNvSpPr/>
            <p:nvPr/>
          </p:nvSpPr>
          <p:spPr>
            <a:xfrm>
              <a:off x="5334341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4" name="pg1114"/>
            <p:cNvSpPr/>
            <p:nvPr/>
          </p:nvSpPr>
          <p:spPr>
            <a:xfrm>
              <a:off x="5345979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5" name="pg1115"/>
            <p:cNvSpPr/>
            <p:nvPr/>
          </p:nvSpPr>
          <p:spPr>
            <a:xfrm>
              <a:off x="5357616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6" name="pg1116"/>
            <p:cNvSpPr/>
            <p:nvPr/>
          </p:nvSpPr>
          <p:spPr>
            <a:xfrm>
              <a:off x="5369253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7" name="pg1117"/>
            <p:cNvSpPr/>
            <p:nvPr/>
          </p:nvSpPr>
          <p:spPr>
            <a:xfrm>
              <a:off x="5380891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8" name="pg1118"/>
            <p:cNvSpPr/>
            <p:nvPr/>
          </p:nvSpPr>
          <p:spPr>
            <a:xfrm>
              <a:off x="5217968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9" name="pg1119"/>
            <p:cNvSpPr/>
            <p:nvPr/>
          </p:nvSpPr>
          <p:spPr>
            <a:xfrm>
              <a:off x="5229605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0" name="pg1120"/>
            <p:cNvSpPr/>
            <p:nvPr/>
          </p:nvSpPr>
          <p:spPr>
            <a:xfrm>
              <a:off x="5241243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1" name="pg1121"/>
            <p:cNvSpPr/>
            <p:nvPr/>
          </p:nvSpPr>
          <p:spPr>
            <a:xfrm>
              <a:off x="5252880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2" name="pg1122"/>
            <p:cNvSpPr/>
            <p:nvPr/>
          </p:nvSpPr>
          <p:spPr>
            <a:xfrm>
              <a:off x="5264517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3" name="pg1123"/>
            <p:cNvSpPr/>
            <p:nvPr/>
          </p:nvSpPr>
          <p:spPr>
            <a:xfrm>
              <a:off x="5334341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4" name="pg1124"/>
            <p:cNvSpPr/>
            <p:nvPr/>
          </p:nvSpPr>
          <p:spPr>
            <a:xfrm>
              <a:off x="5345979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5" name="pg1125"/>
            <p:cNvSpPr/>
            <p:nvPr/>
          </p:nvSpPr>
          <p:spPr>
            <a:xfrm>
              <a:off x="5357616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6" name="pg1126"/>
            <p:cNvSpPr/>
            <p:nvPr/>
          </p:nvSpPr>
          <p:spPr>
            <a:xfrm>
              <a:off x="5369253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7" name="pg1127"/>
            <p:cNvSpPr/>
            <p:nvPr/>
          </p:nvSpPr>
          <p:spPr>
            <a:xfrm>
              <a:off x="5380891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8" name="pg1128"/>
            <p:cNvSpPr/>
            <p:nvPr/>
          </p:nvSpPr>
          <p:spPr>
            <a:xfrm>
              <a:off x="519469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9" name="pg1129"/>
            <p:cNvSpPr/>
            <p:nvPr/>
          </p:nvSpPr>
          <p:spPr>
            <a:xfrm>
              <a:off x="5206331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0" name="pg1130"/>
            <p:cNvSpPr/>
            <p:nvPr/>
          </p:nvSpPr>
          <p:spPr>
            <a:xfrm>
              <a:off x="5217968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1" name="pg1131"/>
            <p:cNvSpPr/>
            <p:nvPr/>
          </p:nvSpPr>
          <p:spPr>
            <a:xfrm>
              <a:off x="5229605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2" name="pg1132"/>
            <p:cNvSpPr/>
            <p:nvPr/>
          </p:nvSpPr>
          <p:spPr>
            <a:xfrm>
              <a:off x="524124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3" name="pg1133"/>
            <p:cNvSpPr/>
            <p:nvPr/>
          </p:nvSpPr>
          <p:spPr>
            <a:xfrm>
              <a:off x="5252880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4" name="pg1134"/>
            <p:cNvSpPr/>
            <p:nvPr/>
          </p:nvSpPr>
          <p:spPr>
            <a:xfrm>
              <a:off x="5264517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5" name="pg1135"/>
            <p:cNvSpPr/>
            <p:nvPr/>
          </p:nvSpPr>
          <p:spPr>
            <a:xfrm>
              <a:off x="5322704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6" name="pg1136"/>
            <p:cNvSpPr/>
            <p:nvPr/>
          </p:nvSpPr>
          <p:spPr>
            <a:xfrm>
              <a:off x="5334341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7" name="pg1137"/>
            <p:cNvSpPr/>
            <p:nvPr/>
          </p:nvSpPr>
          <p:spPr>
            <a:xfrm>
              <a:off x="5345979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8" name="pg1138"/>
            <p:cNvSpPr/>
            <p:nvPr/>
          </p:nvSpPr>
          <p:spPr>
            <a:xfrm>
              <a:off x="5357616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9" name="pg1139"/>
            <p:cNvSpPr/>
            <p:nvPr/>
          </p:nvSpPr>
          <p:spPr>
            <a:xfrm>
              <a:off x="536925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0" name="pg1140"/>
            <p:cNvSpPr/>
            <p:nvPr/>
          </p:nvSpPr>
          <p:spPr>
            <a:xfrm>
              <a:off x="5183056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1" name="pg1141"/>
            <p:cNvSpPr/>
            <p:nvPr/>
          </p:nvSpPr>
          <p:spPr>
            <a:xfrm>
              <a:off x="519469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2" name="pg1142"/>
            <p:cNvSpPr/>
            <p:nvPr/>
          </p:nvSpPr>
          <p:spPr>
            <a:xfrm>
              <a:off x="5206331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3" name="pg1143"/>
            <p:cNvSpPr/>
            <p:nvPr/>
          </p:nvSpPr>
          <p:spPr>
            <a:xfrm>
              <a:off x="5217968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4" name="pg1144"/>
            <p:cNvSpPr/>
            <p:nvPr/>
          </p:nvSpPr>
          <p:spPr>
            <a:xfrm>
              <a:off x="5229605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5" name="pg1145"/>
            <p:cNvSpPr/>
            <p:nvPr/>
          </p:nvSpPr>
          <p:spPr>
            <a:xfrm>
              <a:off x="524124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6" name="pg1146"/>
            <p:cNvSpPr/>
            <p:nvPr/>
          </p:nvSpPr>
          <p:spPr>
            <a:xfrm>
              <a:off x="5252880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7" name="pg1147"/>
            <p:cNvSpPr/>
            <p:nvPr/>
          </p:nvSpPr>
          <p:spPr>
            <a:xfrm>
              <a:off x="5264517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8" name="pg1148"/>
            <p:cNvSpPr/>
            <p:nvPr/>
          </p:nvSpPr>
          <p:spPr>
            <a:xfrm>
              <a:off x="5322704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9" name="pg1149"/>
            <p:cNvSpPr/>
            <p:nvPr/>
          </p:nvSpPr>
          <p:spPr>
            <a:xfrm>
              <a:off x="5334341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0" name="pg1150"/>
            <p:cNvSpPr/>
            <p:nvPr/>
          </p:nvSpPr>
          <p:spPr>
            <a:xfrm>
              <a:off x="5345979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1" name="pg1151"/>
            <p:cNvSpPr/>
            <p:nvPr/>
          </p:nvSpPr>
          <p:spPr>
            <a:xfrm>
              <a:off x="5357616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2" name="pg1152"/>
            <p:cNvSpPr/>
            <p:nvPr/>
          </p:nvSpPr>
          <p:spPr>
            <a:xfrm>
              <a:off x="536925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3" name="pg1153"/>
            <p:cNvSpPr/>
            <p:nvPr/>
          </p:nvSpPr>
          <p:spPr>
            <a:xfrm>
              <a:off x="512486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4" name="pg1154"/>
            <p:cNvSpPr/>
            <p:nvPr/>
          </p:nvSpPr>
          <p:spPr>
            <a:xfrm>
              <a:off x="5136507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5" name="pg1155"/>
            <p:cNvSpPr/>
            <p:nvPr/>
          </p:nvSpPr>
          <p:spPr>
            <a:xfrm>
              <a:off x="5148144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6" name="pg1156"/>
            <p:cNvSpPr/>
            <p:nvPr/>
          </p:nvSpPr>
          <p:spPr>
            <a:xfrm>
              <a:off x="515978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7" name="pg1157"/>
            <p:cNvSpPr/>
            <p:nvPr/>
          </p:nvSpPr>
          <p:spPr>
            <a:xfrm>
              <a:off x="517141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8" name="pg1158"/>
            <p:cNvSpPr/>
            <p:nvPr/>
          </p:nvSpPr>
          <p:spPr>
            <a:xfrm>
              <a:off x="5183056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9" name="pg1159"/>
            <p:cNvSpPr/>
            <p:nvPr/>
          </p:nvSpPr>
          <p:spPr>
            <a:xfrm>
              <a:off x="519469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0" name="pg1160"/>
            <p:cNvSpPr/>
            <p:nvPr/>
          </p:nvSpPr>
          <p:spPr>
            <a:xfrm>
              <a:off x="520633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1" name="pg1161"/>
            <p:cNvSpPr/>
            <p:nvPr/>
          </p:nvSpPr>
          <p:spPr>
            <a:xfrm>
              <a:off x="5217968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2" name="pg1162"/>
            <p:cNvSpPr/>
            <p:nvPr/>
          </p:nvSpPr>
          <p:spPr>
            <a:xfrm>
              <a:off x="5229605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3" name="pg1163"/>
            <p:cNvSpPr/>
            <p:nvPr/>
          </p:nvSpPr>
          <p:spPr>
            <a:xfrm>
              <a:off x="524124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4" name="pg1164"/>
            <p:cNvSpPr/>
            <p:nvPr/>
          </p:nvSpPr>
          <p:spPr>
            <a:xfrm>
              <a:off x="5252880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5" name="pg1165"/>
            <p:cNvSpPr/>
            <p:nvPr/>
          </p:nvSpPr>
          <p:spPr>
            <a:xfrm>
              <a:off x="5311067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6" name="pg1166"/>
            <p:cNvSpPr/>
            <p:nvPr/>
          </p:nvSpPr>
          <p:spPr>
            <a:xfrm>
              <a:off x="5322704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7" name="pg1167"/>
            <p:cNvSpPr/>
            <p:nvPr/>
          </p:nvSpPr>
          <p:spPr>
            <a:xfrm>
              <a:off x="533434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8" name="pg1168"/>
            <p:cNvSpPr/>
            <p:nvPr/>
          </p:nvSpPr>
          <p:spPr>
            <a:xfrm>
              <a:off x="534597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9" name="pg1169"/>
            <p:cNvSpPr/>
            <p:nvPr/>
          </p:nvSpPr>
          <p:spPr>
            <a:xfrm>
              <a:off x="5357616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0" name="pg1170"/>
            <p:cNvSpPr/>
            <p:nvPr/>
          </p:nvSpPr>
          <p:spPr>
            <a:xfrm>
              <a:off x="536925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1" name="pg1171"/>
            <p:cNvSpPr/>
            <p:nvPr/>
          </p:nvSpPr>
          <p:spPr>
            <a:xfrm>
              <a:off x="5113232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2" name="pg1172"/>
            <p:cNvSpPr/>
            <p:nvPr/>
          </p:nvSpPr>
          <p:spPr>
            <a:xfrm>
              <a:off x="512486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3" name="pg1173"/>
            <p:cNvSpPr/>
            <p:nvPr/>
          </p:nvSpPr>
          <p:spPr>
            <a:xfrm>
              <a:off x="5136507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4" name="pg1174"/>
            <p:cNvSpPr/>
            <p:nvPr/>
          </p:nvSpPr>
          <p:spPr>
            <a:xfrm>
              <a:off x="5148144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5" name="pg1175"/>
            <p:cNvSpPr/>
            <p:nvPr/>
          </p:nvSpPr>
          <p:spPr>
            <a:xfrm>
              <a:off x="515978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6" name="pg1176"/>
            <p:cNvSpPr/>
            <p:nvPr/>
          </p:nvSpPr>
          <p:spPr>
            <a:xfrm>
              <a:off x="517141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7" name="pg1177"/>
            <p:cNvSpPr/>
            <p:nvPr/>
          </p:nvSpPr>
          <p:spPr>
            <a:xfrm>
              <a:off x="5183056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8" name="pg1178"/>
            <p:cNvSpPr/>
            <p:nvPr/>
          </p:nvSpPr>
          <p:spPr>
            <a:xfrm>
              <a:off x="519469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9" name="pg1179"/>
            <p:cNvSpPr/>
            <p:nvPr/>
          </p:nvSpPr>
          <p:spPr>
            <a:xfrm>
              <a:off x="520633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0" name="pg1180"/>
            <p:cNvSpPr/>
            <p:nvPr/>
          </p:nvSpPr>
          <p:spPr>
            <a:xfrm>
              <a:off x="5217968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1" name="pg1181"/>
            <p:cNvSpPr/>
            <p:nvPr/>
          </p:nvSpPr>
          <p:spPr>
            <a:xfrm>
              <a:off x="5229605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2" name="pg1182"/>
            <p:cNvSpPr/>
            <p:nvPr/>
          </p:nvSpPr>
          <p:spPr>
            <a:xfrm>
              <a:off x="524124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3" name="pg1183"/>
            <p:cNvSpPr/>
            <p:nvPr/>
          </p:nvSpPr>
          <p:spPr>
            <a:xfrm>
              <a:off x="529942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4" name="pg1184"/>
            <p:cNvSpPr/>
            <p:nvPr/>
          </p:nvSpPr>
          <p:spPr>
            <a:xfrm>
              <a:off x="5311067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5" name="pg1185"/>
            <p:cNvSpPr/>
            <p:nvPr/>
          </p:nvSpPr>
          <p:spPr>
            <a:xfrm>
              <a:off x="5322704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6" name="pg1186"/>
            <p:cNvSpPr/>
            <p:nvPr/>
          </p:nvSpPr>
          <p:spPr>
            <a:xfrm>
              <a:off x="533434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7" name="pg1187"/>
            <p:cNvSpPr/>
            <p:nvPr/>
          </p:nvSpPr>
          <p:spPr>
            <a:xfrm>
              <a:off x="534597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8" name="pg1188"/>
            <p:cNvSpPr/>
            <p:nvPr/>
          </p:nvSpPr>
          <p:spPr>
            <a:xfrm>
              <a:off x="5357616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9" name="pg1189"/>
            <p:cNvSpPr/>
            <p:nvPr/>
          </p:nvSpPr>
          <p:spPr>
            <a:xfrm>
              <a:off x="536925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0" name="pg1190"/>
            <p:cNvSpPr/>
            <p:nvPr/>
          </p:nvSpPr>
          <p:spPr>
            <a:xfrm>
              <a:off x="508995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1" name="pg1191"/>
            <p:cNvSpPr/>
            <p:nvPr/>
          </p:nvSpPr>
          <p:spPr>
            <a:xfrm>
              <a:off x="5101595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2" name="pg1192"/>
            <p:cNvSpPr/>
            <p:nvPr/>
          </p:nvSpPr>
          <p:spPr>
            <a:xfrm>
              <a:off x="5113232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3" name="pg1193"/>
            <p:cNvSpPr/>
            <p:nvPr/>
          </p:nvSpPr>
          <p:spPr>
            <a:xfrm>
              <a:off x="512486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4" name="pg1194"/>
            <p:cNvSpPr/>
            <p:nvPr/>
          </p:nvSpPr>
          <p:spPr>
            <a:xfrm>
              <a:off x="513650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5" name="pg1195"/>
            <p:cNvSpPr/>
            <p:nvPr/>
          </p:nvSpPr>
          <p:spPr>
            <a:xfrm>
              <a:off x="5148144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6" name="pg1196"/>
            <p:cNvSpPr/>
            <p:nvPr/>
          </p:nvSpPr>
          <p:spPr>
            <a:xfrm>
              <a:off x="515978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7" name="pg1197"/>
            <p:cNvSpPr/>
            <p:nvPr/>
          </p:nvSpPr>
          <p:spPr>
            <a:xfrm>
              <a:off x="517141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8" name="pg1198"/>
            <p:cNvSpPr/>
            <p:nvPr/>
          </p:nvSpPr>
          <p:spPr>
            <a:xfrm>
              <a:off x="5183056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9" name="pg1199"/>
            <p:cNvSpPr/>
            <p:nvPr/>
          </p:nvSpPr>
          <p:spPr>
            <a:xfrm>
              <a:off x="5194693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0" name="pg1200"/>
            <p:cNvSpPr/>
            <p:nvPr/>
          </p:nvSpPr>
          <p:spPr>
            <a:xfrm>
              <a:off x="520633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1" name="pg1201"/>
            <p:cNvSpPr/>
            <p:nvPr/>
          </p:nvSpPr>
          <p:spPr>
            <a:xfrm>
              <a:off x="5217968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2" name="pg1202"/>
            <p:cNvSpPr/>
            <p:nvPr/>
          </p:nvSpPr>
          <p:spPr>
            <a:xfrm>
              <a:off x="5287792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3" name="pg1203"/>
            <p:cNvSpPr/>
            <p:nvPr/>
          </p:nvSpPr>
          <p:spPr>
            <a:xfrm>
              <a:off x="529942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4" name="pg1204"/>
            <p:cNvSpPr/>
            <p:nvPr/>
          </p:nvSpPr>
          <p:spPr>
            <a:xfrm>
              <a:off x="531106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5" name="pg1205"/>
            <p:cNvSpPr/>
            <p:nvPr/>
          </p:nvSpPr>
          <p:spPr>
            <a:xfrm>
              <a:off x="5322704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6" name="pg1206"/>
            <p:cNvSpPr/>
            <p:nvPr/>
          </p:nvSpPr>
          <p:spPr>
            <a:xfrm>
              <a:off x="533434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7" name="pg1207"/>
            <p:cNvSpPr/>
            <p:nvPr/>
          </p:nvSpPr>
          <p:spPr>
            <a:xfrm>
              <a:off x="534597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8" name="pg1208"/>
            <p:cNvSpPr/>
            <p:nvPr/>
          </p:nvSpPr>
          <p:spPr>
            <a:xfrm>
              <a:off x="506668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9" name="pg1209"/>
            <p:cNvSpPr/>
            <p:nvPr/>
          </p:nvSpPr>
          <p:spPr>
            <a:xfrm>
              <a:off x="5078320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0" name="pg1210"/>
            <p:cNvSpPr/>
            <p:nvPr/>
          </p:nvSpPr>
          <p:spPr>
            <a:xfrm>
              <a:off x="508995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1" name="pg1211"/>
            <p:cNvSpPr/>
            <p:nvPr/>
          </p:nvSpPr>
          <p:spPr>
            <a:xfrm>
              <a:off x="510159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2" name="pg1212"/>
            <p:cNvSpPr/>
            <p:nvPr/>
          </p:nvSpPr>
          <p:spPr>
            <a:xfrm>
              <a:off x="5113232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3" name="pg1213"/>
            <p:cNvSpPr/>
            <p:nvPr/>
          </p:nvSpPr>
          <p:spPr>
            <a:xfrm>
              <a:off x="512486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4" name="pg1214"/>
            <p:cNvSpPr/>
            <p:nvPr/>
          </p:nvSpPr>
          <p:spPr>
            <a:xfrm>
              <a:off x="513650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5" name="pg1215"/>
            <p:cNvSpPr/>
            <p:nvPr/>
          </p:nvSpPr>
          <p:spPr>
            <a:xfrm>
              <a:off x="5148144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6" name="pg1216"/>
            <p:cNvSpPr/>
            <p:nvPr/>
          </p:nvSpPr>
          <p:spPr>
            <a:xfrm>
              <a:off x="515978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7" name="pg1217"/>
            <p:cNvSpPr/>
            <p:nvPr/>
          </p:nvSpPr>
          <p:spPr>
            <a:xfrm>
              <a:off x="517141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8" name="pg1218"/>
            <p:cNvSpPr/>
            <p:nvPr/>
          </p:nvSpPr>
          <p:spPr>
            <a:xfrm>
              <a:off x="5183056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9" name="pg1219"/>
            <p:cNvSpPr/>
            <p:nvPr/>
          </p:nvSpPr>
          <p:spPr>
            <a:xfrm>
              <a:off x="519469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0" name="pg1220"/>
            <p:cNvSpPr/>
            <p:nvPr/>
          </p:nvSpPr>
          <p:spPr>
            <a:xfrm>
              <a:off x="520633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1" name="pg1221"/>
            <p:cNvSpPr/>
            <p:nvPr/>
          </p:nvSpPr>
          <p:spPr>
            <a:xfrm>
              <a:off x="5217968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2" name="pg1222"/>
            <p:cNvSpPr/>
            <p:nvPr/>
          </p:nvSpPr>
          <p:spPr>
            <a:xfrm>
              <a:off x="522960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3" name="pg1223"/>
            <p:cNvSpPr/>
            <p:nvPr/>
          </p:nvSpPr>
          <p:spPr>
            <a:xfrm>
              <a:off x="524124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4" name="pg1224"/>
            <p:cNvSpPr/>
            <p:nvPr/>
          </p:nvSpPr>
          <p:spPr>
            <a:xfrm>
              <a:off x="5252880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5" name="pg1225"/>
            <p:cNvSpPr/>
            <p:nvPr/>
          </p:nvSpPr>
          <p:spPr>
            <a:xfrm>
              <a:off x="527615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6" name="pg1226"/>
            <p:cNvSpPr/>
            <p:nvPr/>
          </p:nvSpPr>
          <p:spPr>
            <a:xfrm>
              <a:off x="5287792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7" name="pg1227"/>
            <p:cNvSpPr/>
            <p:nvPr/>
          </p:nvSpPr>
          <p:spPr>
            <a:xfrm>
              <a:off x="529942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8" name="pg1228"/>
            <p:cNvSpPr/>
            <p:nvPr/>
          </p:nvSpPr>
          <p:spPr>
            <a:xfrm>
              <a:off x="531106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9" name="pg1229"/>
            <p:cNvSpPr/>
            <p:nvPr/>
          </p:nvSpPr>
          <p:spPr>
            <a:xfrm>
              <a:off x="5322704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0" name="pg1230"/>
            <p:cNvSpPr/>
            <p:nvPr/>
          </p:nvSpPr>
          <p:spPr>
            <a:xfrm>
              <a:off x="533434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1" name="pg1231"/>
            <p:cNvSpPr/>
            <p:nvPr/>
          </p:nvSpPr>
          <p:spPr>
            <a:xfrm>
              <a:off x="534597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2" name="pg1232"/>
            <p:cNvSpPr/>
            <p:nvPr/>
          </p:nvSpPr>
          <p:spPr>
            <a:xfrm>
              <a:off x="506668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3" name="pg1233"/>
            <p:cNvSpPr/>
            <p:nvPr/>
          </p:nvSpPr>
          <p:spPr>
            <a:xfrm>
              <a:off x="5078320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4" name="pg1234"/>
            <p:cNvSpPr/>
            <p:nvPr/>
          </p:nvSpPr>
          <p:spPr>
            <a:xfrm>
              <a:off x="508995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5" name="pg1235"/>
            <p:cNvSpPr/>
            <p:nvPr/>
          </p:nvSpPr>
          <p:spPr>
            <a:xfrm>
              <a:off x="510159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6" name="pg1236"/>
            <p:cNvSpPr/>
            <p:nvPr/>
          </p:nvSpPr>
          <p:spPr>
            <a:xfrm>
              <a:off x="5113232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7" name="pg1237"/>
            <p:cNvSpPr/>
            <p:nvPr/>
          </p:nvSpPr>
          <p:spPr>
            <a:xfrm>
              <a:off x="512486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8" name="pg1238"/>
            <p:cNvSpPr/>
            <p:nvPr/>
          </p:nvSpPr>
          <p:spPr>
            <a:xfrm>
              <a:off x="513650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9" name="pg1239"/>
            <p:cNvSpPr/>
            <p:nvPr/>
          </p:nvSpPr>
          <p:spPr>
            <a:xfrm>
              <a:off x="5148144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0" name="pg1240"/>
            <p:cNvSpPr/>
            <p:nvPr/>
          </p:nvSpPr>
          <p:spPr>
            <a:xfrm>
              <a:off x="515978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1" name="pg1241"/>
            <p:cNvSpPr/>
            <p:nvPr/>
          </p:nvSpPr>
          <p:spPr>
            <a:xfrm>
              <a:off x="517141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2" name="pg1242"/>
            <p:cNvSpPr/>
            <p:nvPr/>
          </p:nvSpPr>
          <p:spPr>
            <a:xfrm>
              <a:off x="5183056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3" name="pg1243"/>
            <p:cNvSpPr/>
            <p:nvPr/>
          </p:nvSpPr>
          <p:spPr>
            <a:xfrm>
              <a:off x="519469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4" name="pg1244"/>
            <p:cNvSpPr/>
            <p:nvPr/>
          </p:nvSpPr>
          <p:spPr>
            <a:xfrm>
              <a:off x="520633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5" name="pg1245"/>
            <p:cNvSpPr/>
            <p:nvPr/>
          </p:nvSpPr>
          <p:spPr>
            <a:xfrm>
              <a:off x="5217968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6" name="pg1246"/>
            <p:cNvSpPr/>
            <p:nvPr/>
          </p:nvSpPr>
          <p:spPr>
            <a:xfrm>
              <a:off x="522960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7" name="pg1247"/>
            <p:cNvSpPr/>
            <p:nvPr/>
          </p:nvSpPr>
          <p:spPr>
            <a:xfrm>
              <a:off x="524124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8" name="pg1248"/>
            <p:cNvSpPr/>
            <p:nvPr/>
          </p:nvSpPr>
          <p:spPr>
            <a:xfrm>
              <a:off x="5252880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9" name="pg1249"/>
            <p:cNvSpPr/>
            <p:nvPr/>
          </p:nvSpPr>
          <p:spPr>
            <a:xfrm>
              <a:off x="526451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0" name="pg1250"/>
            <p:cNvSpPr/>
            <p:nvPr/>
          </p:nvSpPr>
          <p:spPr>
            <a:xfrm>
              <a:off x="527615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1" name="pg1251"/>
            <p:cNvSpPr/>
            <p:nvPr/>
          </p:nvSpPr>
          <p:spPr>
            <a:xfrm>
              <a:off x="5287792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2" name="pg1252"/>
            <p:cNvSpPr/>
            <p:nvPr/>
          </p:nvSpPr>
          <p:spPr>
            <a:xfrm>
              <a:off x="529942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9BC">
                <a:alpha val="100000"/>
              </a:srgbClr>
            </a:solidFill>
            <a:ln w="5420" cap="flat">
              <a:solidFill>
                <a:srgbClr val="89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3" name="pg1253"/>
            <p:cNvSpPr/>
            <p:nvPr/>
          </p:nvSpPr>
          <p:spPr>
            <a:xfrm>
              <a:off x="531106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4" name="pg1254"/>
            <p:cNvSpPr/>
            <p:nvPr/>
          </p:nvSpPr>
          <p:spPr>
            <a:xfrm>
              <a:off x="5322704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5" name="pg1255"/>
            <p:cNvSpPr/>
            <p:nvPr/>
          </p:nvSpPr>
          <p:spPr>
            <a:xfrm>
              <a:off x="533434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6" name="pg1256"/>
            <p:cNvSpPr/>
            <p:nvPr/>
          </p:nvSpPr>
          <p:spPr>
            <a:xfrm>
              <a:off x="506668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7" name="pg1257"/>
            <p:cNvSpPr/>
            <p:nvPr/>
          </p:nvSpPr>
          <p:spPr>
            <a:xfrm>
              <a:off x="5078320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8" name="pg1258"/>
            <p:cNvSpPr/>
            <p:nvPr/>
          </p:nvSpPr>
          <p:spPr>
            <a:xfrm>
              <a:off x="508995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9" name="pg1259"/>
            <p:cNvSpPr/>
            <p:nvPr/>
          </p:nvSpPr>
          <p:spPr>
            <a:xfrm>
              <a:off x="510159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0" name="pg1260"/>
            <p:cNvSpPr/>
            <p:nvPr/>
          </p:nvSpPr>
          <p:spPr>
            <a:xfrm>
              <a:off x="5113232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1" name="pg1261"/>
            <p:cNvSpPr/>
            <p:nvPr/>
          </p:nvSpPr>
          <p:spPr>
            <a:xfrm>
              <a:off x="512486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2" name="pg1262"/>
            <p:cNvSpPr/>
            <p:nvPr/>
          </p:nvSpPr>
          <p:spPr>
            <a:xfrm>
              <a:off x="513650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3" name="pg1263"/>
            <p:cNvSpPr/>
            <p:nvPr/>
          </p:nvSpPr>
          <p:spPr>
            <a:xfrm>
              <a:off x="5148144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4" name="pg1264"/>
            <p:cNvSpPr/>
            <p:nvPr/>
          </p:nvSpPr>
          <p:spPr>
            <a:xfrm>
              <a:off x="5159781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5" name="pg1265"/>
            <p:cNvSpPr/>
            <p:nvPr/>
          </p:nvSpPr>
          <p:spPr>
            <a:xfrm>
              <a:off x="517141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6" name="pg1266"/>
            <p:cNvSpPr/>
            <p:nvPr/>
          </p:nvSpPr>
          <p:spPr>
            <a:xfrm>
              <a:off x="5183056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7" name="pg1267"/>
            <p:cNvSpPr/>
            <p:nvPr/>
          </p:nvSpPr>
          <p:spPr>
            <a:xfrm>
              <a:off x="519469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8" name="pg1268"/>
            <p:cNvSpPr/>
            <p:nvPr/>
          </p:nvSpPr>
          <p:spPr>
            <a:xfrm>
              <a:off x="5206331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9" name="pg1269"/>
            <p:cNvSpPr/>
            <p:nvPr/>
          </p:nvSpPr>
          <p:spPr>
            <a:xfrm>
              <a:off x="5217968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0" name="pg1270"/>
            <p:cNvSpPr/>
            <p:nvPr/>
          </p:nvSpPr>
          <p:spPr>
            <a:xfrm>
              <a:off x="522960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1" name="pg1271"/>
            <p:cNvSpPr/>
            <p:nvPr/>
          </p:nvSpPr>
          <p:spPr>
            <a:xfrm>
              <a:off x="524124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2" name="pg1272"/>
            <p:cNvSpPr/>
            <p:nvPr/>
          </p:nvSpPr>
          <p:spPr>
            <a:xfrm>
              <a:off x="5252880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3" name="pg1273"/>
            <p:cNvSpPr/>
            <p:nvPr/>
          </p:nvSpPr>
          <p:spPr>
            <a:xfrm>
              <a:off x="526451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4" name="pg1274"/>
            <p:cNvSpPr/>
            <p:nvPr/>
          </p:nvSpPr>
          <p:spPr>
            <a:xfrm>
              <a:off x="527615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5CD">
                <a:alpha val="100000"/>
              </a:srgbClr>
            </a:solidFill>
            <a:ln w="5420" cap="flat">
              <a:solidFill>
                <a:srgbClr val="AF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5" name="pg1275"/>
            <p:cNvSpPr/>
            <p:nvPr/>
          </p:nvSpPr>
          <p:spPr>
            <a:xfrm>
              <a:off x="5287792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6" name="pg1276"/>
            <p:cNvSpPr/>
            <p:nvPr/>
          </p:nvSpPr>
          <p:spPr>
            <a:xfrm>
              <a:off x="529942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7" name="pg1277"/>
            <p:cNvSpPr/>
            <p:nvPr/>
          </p:nvSpPr>
          <p:spPr>
            <a:xfrm>
              <a:off x="531106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8" name="pg1278"/>
            <p:cNvSpPr/>
            <p:nvPr/>
          </p:nvSpPr>
          <p:spPr>
            <a:xfrm>
              <a:off x="5322704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9" name="pg1279"/>
            <p:cNvSpPr/>
            <p:nvPr/>
          </p:nvSpPr>
          <p:spPr>
            <a:xfrm>
              <a:off x="5031771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0" name="pg1280"/>
            <p:cNvSpPr/>
            <p:nvPr/>
          </p:nvSpPr>
          <p:spPr>
            <a:xfrm>
              <a:off x="5043408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1" name="pg1281"/>
            <p:cNvSpPr/>
            <p:nvPr/>
          </p:nvSpPr>
          <p:spPr>
            <a:xfrm>
              <a:off x="506668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2" name="pg1282"/>
            <p:cNvSpPr/>
            <p:nvPr/>
          </p:nvSpPr>
          <p:spPr>
            <a:xfrm>
              <a:off x="5078320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3" name="pg1283"/>
            <p:cNvSpPr/>
            <p:nvPr/>
          </p:nvSpPr>
          <p:spPr>
            <a:xfrm>
              <a:off x="508995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4" name="pg1284"/>
            <p:cNvSpPr/>
            <p:nvPr/>
          </p:nvSpPr>
          <p:spPr>
            <a:xfrm>
              <a:off x="510159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5" name="pg1285"/>
            <p:cNvSpPr/>
            <p:nvPr/>
          </p:nvSpPr>
          <p:spPr>
            <a:xfrm>
              <a:off x="5113232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6" name="pg1286"/>
            <p:cNvSpPr/>
            <p:nvPr/>
          </p:nvSpPr>
          <p:spPr>
            <a:xfrm>
              <a:off x="5124869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7" name="pg1287"/>
            <p:cNvSpPr/>
            <p:nvPr/>
          </p:nvSpPr>
          <p:spPr>
            <a:xfrm>
              <a:off x="513650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8" name="pg1288"/>
            <p:cNvSpPr/>
            <p:nvPr/>
          </p:nvSpPr>
          <p:spPr>
            <a:xfrm>
              <a:off x="5148144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9" name="pg1289"/>
            <p:cNvSpPr/>
            <p:nvPr/>
          </p:nvSpPr>
          <p:spPr>
            <a:xfrm>
              <a:off x="5183056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0" name="pg1290"/>
            <p:cNvSpPr/>
            <p:nvPr/>
          </p:nvSpPr>
          <p:spPr>
            <a:xfrm>
              <a:off x="519469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1" name="pg1291"/>
            <p:cNvSpPr/>
            <p:nvPr/>
          </p:nvSpPr>
          <p:spPr>
            <a:xfrm>
              <a:off x="5206331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2" name="pg1292"/>
            <p:cNvSpPr/>
            <p:nvPr/>
          </p:nvSpPr>
          <p:spPr>
            <a:xfrm>
              <a:off x="5217968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3" name="pg1293"/>
            <p:cNvSpPr/>
            <p:nvPr/>
          </p:nvSpPr>
          <p:spPr>
            <a:xfrm>
              <a:off x="522960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4" name="pg1294"/>
            <p:cNvSpPr/>
            <p:nvPr/>
          </p:nvSpPr>
          <p:spPr>
            <a:xfrm>
              <a:off x="524124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5" name="pg1295"/>
            <p:cNvSpPr/>
            <p:nvPr/>
          </p:nvSpPr>
          <p:spPr>
            <a:xfrm>
              <a:off x="5252880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6" name="pg1296"/>
            <p:cNvSpPr/>
            <p:nvPr/>
          </p:nvSpPr>
          <p:spPr>
            <a:xfrm>
              <a:off x="526451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8">
                <a:alpha val="100000"/>
              </a:srgbClr>
            </a:solidFill>
            <a:ln w="5420" cap="flat">
              <a:solidFill>
                <a:srgbClr val="C3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7" name="pg1297"/>
            <p:cNvSpPr/>
            <p:nvPr/>
          </p:nvSpPr>
          <p:spPr>
            <a:xfrm>
              <a:off x="527615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8" name="pg1298"/>
            <p:cNvSpPr/>
            <p:nvPr/>
          </p:nvSpPr>
          <p:spPr>
            <a:xfrm>
              <a:off x="5287792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9" name="pg1299"/>
            <p:cNvSpPr/>
            <p:nvPr/>
          </p:nvSpPr>
          <p:spPr>
            <a:xfrm>
              <a:off x="5299429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0" name="pg1300"/>
            <p:cNvSpPr/>
            <p:nvPr/>
          </p:nvSpPr>
          <p:spPr>
            <a:xfrm>
              <a:off x="531106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1" name="pg1301"/>
            <p:cNvSpPr/>
            <p:nvPr/>
          </p:nvSpPr>
          <p:spPr>
            <a:xfrm>
              <a:off x="502013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2" name="pg1302"/>
            <p:cNvSpPr/>
            <p:nvPr/>
          </p:nvSpPr>
          <p:spPr>
            <a:xfrm>
              <a:off x="5031771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3" name="pg1303"/>
            <p:cNvSpPr/>
            <p:nvPr/>
          </p:nvSpPr>
          <p:spPr>
            <a:xfrm>
              <a:off x="5043408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4" name="pg1304"/>
            <p:cNvSpPr/>
            <p:nvPr/>
          </p:nvSpPr>
          <p:spPr>
            <a:xfrm>
              <a:off x="505504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5" name="pg1305"/>
            <p:cNvSpPr/>
            <p:nvPr/>
          </p:nvSpPr>
          <p:spPr>
            <a:xfrm>
              <a:off x="506668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6" name="pg1306"/>
            <p:cNvSpPr/>
            <p:nvPr/>
          </p:nvSpPr>
          <p:spPr>
            <a:xfrm>
              <a:off x="5078320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7" name="pg1307"/>
            <p:cNvSpPr/>
            <p:nvPr/>
          </p:nvSpPr>
          <p:spPr>
            <a:xfrm>
              <a:off x="508995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8" name="pg1308"/>
            <p:cNvSpPr/>
            <p:nvPr/>
          </p:nvSpPr>
          <p:spPr>
            <a:xfrm>
              <a:off x="510159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9" name="pg1309"/>
            <p:cNvSpPr/>
            <p:nvPr/>
          </p:nvSpPr>
          <p:spPr>
            <a:xfrm>
              <a:off x="5113232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0" name="pg1310"/>
            <p:cNvSpPr/>
            <p:nvPr/>
          </p:nvSpPr>
          <p:spPr>
            <a:xfrm>
              <a:off x="5124869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1" name="pg1311"/>
            <p:cNvSpPr/>
            <p:nvPr/>
          </p:nvSpPr>
          <p:spPr>
            <a:xfrm>
              <a:off x="513650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2" name="pg1312"/>
            <p:cNvSpPr/>
            <p:nvPr/>
          </p:nvSpPr>
          <p:spPr>
            <a:xfrm>
              <a:off x="5148144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3" name="pg1313"/>
            <p:cNvSpPr/>
            <p:nvPr/>
          </p:nvSpPr>
          <p:spPr>
            <a:xfrm>
              <a:off x="519469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4" name="pg1314"/>
            <p:cNvSpPr/>
            <p:nvPr/>
          </p:nvSpPr>
          <p:spPr>
            <a:xfrm>
              <a:off x="5206331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5" name="pg1315"/>
            <p:cNvSpPr/>
            <p:nvPr/>
          </p:nvSpPr>
          <p:spPr>
            <a:xfrm>
              <a:off x="5217968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6" name="pg1316"/>
            <p:cNvSpPr/>
            <p:nvPr/>
          </p:nvSpPr>
          <p:spPr>
            <a:xfrm>
              <a:off x="522960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7" name="pg1317"/>
            <p:cNvSpPr/>
            <p:nvPr/>
          </p:nvSpPr>
          <p:spPr>
            <a:xfrm>
              <a:off x="524124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8" name="pg1318"/>
            <p:cNvSpPr/>
            <p:nvPr/>
          </p:nvSpPr>
          <p:spPr>
            <a:xfrm>
              <a:off x="5252880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EEBD5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9" name="pg1319"/>
            <p:cNvSpPr/>
            <p:nvPr/>
          </p:nvSpPr>
          <p:spPr>
            <a:xfrm>
              <a:off x="526451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0" name="pg1320"/>
            <p:cNvSpPr/>
            <p:nvPr/>
          </p:nvSpPr>
          <p:spPr>
            <a:xfrm>
              <a:off x="527615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1" name="pg1321"/>
            <p:cNvSpPr/>
            <p:nvPr/>
          </p:nvSpPr>
          <p:spPr>
            <a:xfrm>
              <a:off x="5287792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2" name="pg1322"/>
            <p:cNvSpPr/>
            <p:nvPr/>
          </p:nvSpPr>
          <p:spPr>
            <a:xfrm>
              <a:off x="5299429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3" name="pg1323"/>
            <p:cNvSpPr/>
            <p:nvPr/>
          </p:nvSpPr>
          <p:spPr>
            <a:xfrm>
              <a:off x="5008496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4" name="pg1324"/>
            <p:cNvSpPr/>
            <p:nvPr/>
          </p:nvSpPr>
          <p:spPr>
            <a:xfrm>
              <a:off x="502013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5" name="pg1325"/>
            <p:cNvSpPr/>
            <p:nvPr/>
          </p:nvSpPr>
          <p:spPr>
            <a:xfrm>
              <a:off x="5031771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6" name="pg1326"/>
            <p:cNvSpPr/>
            <p:nvPr/>
          </p:nvSpPr>
          <p:spPr>
            <a:xfrm>
              <a:off x="5043408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7" name="pg1327"/>
            <p:cNvSpPr/>
            <p:nvPr/>
          </p:nvSpPr>
          <p:spPr>
            <a:xfrm>
              <a:off x="505504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8" name="pg1328"/>
            <p:cNvSpPr/>
            <p:nvPr/>
          </p:nvSpPr>
          <p:spPr>
            <a:xfrm>
              <a:off x="506668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9" name="pg1329"/>
            <p:cNvSpPr/>
            <p:nvPr/>
          </p:nvSpPr>
          <p:spPr>
            <a:xfrm>
              <a:off x="5078320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0" name="pg1330"/>
            <p:cNvSpPr/>
            <p:nvPr/>
          </p:nvSpPr>
          <p:spPr>
            <a:xfrm>
              <a:off x="508995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1" name="pg1331"/>
            <p:cNvSpPr/>
            <p:nvPr/>
          </p:nvSpPr>
          <p:spPr>
            <a:xfrm>
              <a:off x="510159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2" name="pg1332"/>
            <p:cNvSpPr/>
            <p:nvPr/>
          </p:nvSpPr>
          <p:spPr>
            <a:xfrm>
              <a:off x="5113232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3" name="pg1333"/>
            <p:cNvSpPr/>
            <p:nvPr/>
          </p:nvSpPr>
          <p:spPr>
            <a:xfrm>
              <a:off x="5124869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4" name="pg1334"/>
            <p:cNvSpPr/>
            <p:nvPr/>
          </p:nvSpPr>
          <p:spPr>
            <a:xfrm>
              <a:off x="513650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5" name="pg1335"/>
            <p:cNvSpPr/>
            <p:nvPr/>
          </p:nvSpPr>
          <p:spPr>
            <a:xfrm>
              <a:off x="5148144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6" name="pg1336"/>
            <p:cNvSpPr/>
            <p:nvPr/>
          </p:nvSpPr>
          <p:spPr>
            <a:xfrm>
              <a:off x="519469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7" name="pg1337"/>
            <p:cNvSpPr/>
            <p:nvPr/>
          </p:nvSpPr>
          <p:spPr>
            <a:xfrm>
              <a:off x="5206331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8" name="pg1338"/>
            <p:cNvSpPr/>
            <p:nvPr/>
          </p:nvSpPr>
          <p:spPr>
            <a:xfrm>
              <a:off x="5217968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9" name="pg1339"/>
            <p:cNvSpPr/>
            <p:nvPr/>
          </p:nvSpPr>
          <p:spPr>
            <a:xfrm>
              <a:off x="522960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0" name="pg1340"/>
            <p:cNvSpPr/>
            <p:nvPr/>
          </p:nvSpPr>
          <p:spPr>
            <a:xfrm>
              <a:off x="524124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1" name="pg1341"/>
            <p:cNvSpPr/>
            <p:nvPr/>
          </p:nvSpPr>
          <p:spPr>
            <a:xfrm>
              <a:off x="5252880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2" name="pg1342"/>
            <p:cNvSpPr/>
            <p:nvPr/>
          </p:nvSpPr>
          <p:spPr>
            <a:xfrm>
              <a:off x="526451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3" name="pg1343"/>
            <p:cNvSpPr/>
            <p:nvPr/>
          </p:nvSpPr>
          <p:spPr>
            <a:xfrm>
              <a:off x="527615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4" name="pg1344"/>
            <p:cNvSpPr/>
            <p:nvPr/>
          </p:nvSpPr>
          <p:spPr>
            <a:xfrm>
              <a:off x="5287792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3C9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5" name="pg1345"/>
            <p:cNvSpPr/>
            <p:nvPr/>
          </p:nvSpPr>
          <p:spPr>
            <a:xfrm>
              <a:off x="4996859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6" name="pg1346"/>
            <p:cNvSpPr/>
            <p:nvPr/>
          </p:nvSpPr>
          <p:spPr>
            <a:xfrm>
              <a:off x="5008496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7" name="pg1347"/>
            <p:cNvSpPr/>
            <p:nvPr/>
          </p:nvSpPr>
          <p:spPr>
            <a:xfrm>
              <a:off x="502013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8" name="pg1348"/>
            <p:cNvSpPr/>
            <p:nvPr/>
          </p:nvSpPr>
          <p:spPr>
            <a:xfrm>
              <a:off x="503177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9" name="pg1349"/>
            <p:cNvSpPr/>
            <p:nvPr/>
          </p:nvSpPr>
          <p:spPr>
            <a:xfrm>
              <a:off x="5043408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0" name="pg1350"/>
            <p:cNvSpPr/>
            <p:nvPr/>
          </p:nvSpPr>
          <p:spPr>
            <a:xfrm>
              <a:off x="505504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1" name="pg1351"/>
            <p:cNvSpPr/>
            <p:nvPr/>
          </p:nvSpPr>
          <p:spPr>
            <a:xfrm>
              <a:off x="506668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2" name="pg1352"/>
            <p:cNvSpPr/>
            <p:nvPr/>
          </p:nvSpPr>
          <p:spPr>
            <a:xfrm>
              <a:off x="5078320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3" name="pg1353"/>
            <p:cNvSpPr/>
            <p:nvPr/>
          </p:nvSpPr>
          <p:spPr>
            <a:xfrm>
              <a:off x="508995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4" name="pg1354"/>
            <p:cNvSpPr/>
            <p:nvPr/>
          </p:nvSpPr>
          <p:spPr>
            <a:xfrm>
              <a:off x="510159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5" name="pg1355"/>
            <p:cNvSpPr/>
            <p:nvPr/>
          </p:nvSpPr>
          <p:spPr>
            <a:xfrm>
              <a:off x="5113232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6" name="pg1356"/>
            <p:cNvSpPr/>
            <p:nvPr/>
          </p:nvSpPr>
          <p:spPr>
            <a:xfrm>
              <a:off x="5124869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7" name="pg1357"/>
            <p:cNvSpPr/>
            <p:nvPr/>
          </p:nvSpPr>
          <p:spPr>
            <a:xfrm>
              <a:off x="513650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8" name="pg1358"/>
            <p:cNvSpPr/>
            <p:nvPr/>
          </p:nvSpPr>
          <p:spPr>
            <a:xfrm>
              <a:off x="5148144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9" name="pg1359"/>
            <p:cNvSpPr/>
            <p:nvPr/>
          </p:nvSpPr>
          <p:spPr>
            <a:xfrm>
              <a:off x="515978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0" name="pg1360"/>
            <p:cNvSpPr/>
            <p:nvPr/>
          </p:nvSpPr>
          <p:spPr>
            <a:xfrm>
              <a:off x="520633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1" name="pg1361"/>
            <p:cNvSpPr/>
            <p:nvPr/>
          </p:nvSpPr>
          <p:spPr>
            <a:xfrm>
              <a:off x="5217968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2" name="pg1362"/>
            <p:cNvSpPr/>
            <p:nvPr/>
          </p:nvSpPr>
          <p:spPr>
            <a:xfrm>
              <a:off x="522960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3" name="pg1363"/>
            <p:cNvSpPr/>
            <p:nvPr/>
          </p:nvSpPr>
          <p:spPr>
            <a:xfrm>
              <a:off x="524124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4" name="pg1364"/>
            <p:cNvSpPr/>
            <p:nvPr/>
          </p:nvSpPr>
          <p:spPr>
            <a:xfrm>
              <a:off x="5252880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5" name="pg1365"/>
            <p:cNvSpPr/>
            <p:nvPr/>
          </p:nvSpPr>
          <p:spPr>
            <a:xfrm>
              <a:off x="526451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6" name="pg1366"/>
            <p:cNvSpPr/>
            <p:nvPr/>
          </p:nvSpPr>
          <p:spPr>
            <a:xfrm>
              <a:off x="527615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7" name="pg1367"/>
            <p:cNvSpPr/>
            <p:nvPr/>
          </p:nvSpPr>
          <p:spPr>
            <a:xfrm>
              <a:off x="4996859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8" name="pg1368"/>
            <p:cNvSpPr/>
            <p:nvPr/>
          </p:nvSpPr>
          <p:spPr>
            <a:xfrm>
              <a:off x="5008496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9" name="pg1369"/>
            <p:cNvSpPr/>
            <p:nvPr/>
          </p:nvSpPr>
          <p:spPr>
            <a:xfrm>
              <a:off x="502013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0" name="pg1370"/>
            <p:cNvSpPr/>
            <p:nvPr/>
          </p:nvSpPr>
          <p:spPr>
            <a:xfrm>
              <a:off x="503177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1" name="pg1371"/>
            <p:cNvSpPr/>
            <p:nvPr/>
          </p:nvSpPr>
          <p:spPr>
            <a:xfrm>
              <a:off x="5043408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2" name="pg1372"/>
            <p:cNvSpPr/>
            <p:nvPr/>
          </p:nvSpPr>
          <p:spPr>
            <a:xfrm>
              <a:off x="505504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3" name="pg1373"/>
            <p:cNvSpPr/>
            <p:nvPr/>
          </p:nvSpPr>
          <p:spPr>
            <a:xfrm>
              <a:off x="506668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4" name="pg1374"/>
            <p:cNvSpPr/>
            <p:nvPr/>
          </p:nvSpPr>
          <p:spPr>
            <a:xfrm>
              <a:off x="5078320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5" name="pg1375"/>
            <p:cNvSpPr/>
            <p:nvPr/>
          </p:nvSpPr>
          <p:spPr>
            <a:xfrm>
              <a:off x="508995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6" name="pg1376"/>
            <p:cNvSpPr/>
            <p:nvPr/>
          </p:nvSpPr>
          <p:spPr>
            <a:xfrm>
              <a:off x="510159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7" name="pg1377"/>
            <p:cNvSpPr/>
            <p:nvPr/>
          </p:nvSpPr>
          <p:spPr>
            <a:xfrm>
              <a:off x="5113232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8" name="pg1378"/>
            <p:cNvSpPr/>
            <p:nvPr/>
          </p:nvSpPr>
          <p:spPr>
            <a:xfrm>
              <a:off x="5124869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9" name="pg1379"/>
            <p:cNvSpPr/>
            <p:nvPr/>
          </p:nvSpPr>
          <p:spPr>
            <a:xfrm>
              <a:off x="513650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0" name="pg1380"/>
            <p:cNvSpPr/>
            <p:nvPr/>
          </p:nvSpPr>
          <p:spPr>
            <a:xfrm>
              <a:off x="5148144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1" name="pg1381"/>
            <p:cNvSpPr/>
            <p:nvPr/>
          </p:nvSpPr>
          <p:spPr>
            <a:xfrm>
              <a:off x="515978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2" name="pg1382"/>
            <p:cNvSpPr/>
            <p:nvPr/>
          </p:nvSpPr>
          <p:spPr>
            <a:xfrm>
              <a:off x="520633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3" name="pg1383"/>
            <p:cNvSpPr/>
            <p:nvPr/>
          </p:nvSpPr>
          <p:spPr>
            <a:xfrm>
              <a:off x="5217968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4" name="pg1384"/>
            <p:cNvSpPr/>
            <p:nvPr/>
          </p:nvSpPr>
          <p:spPr>
            <a:xfrm>
              <a:off x="522960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5" name="pg1385"/>
            <p:cNvSpPr/>
            <p:nvPr/>
          </p:nvSpPr>
          <p:spPr>
            <a:xfrm>
              <a:off x="524124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6" name="pg1386"/>
            <p:cNvSpPr/>
            <p:nvPr/>
          </p:nvSpPr>
          <p:spPr>
            <a:xfrm>
              <a:off x="5252880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7" name="pg1387"/>
            <p:cNvSpPr/>
            <p:nvPr/>
          </p:nvSpPr>
          <p:spPr>
            <a:xfrm>
              <a:off x="526451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8" name="pg1388"/>
            <p:cNvSpPr/>
            <p:nvPr/>
          </p:nvSpPr>
          <p:spPr>
            <a:xfrm>
              <a:off x="498522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9" name="pg1389"/>
            <p:cNvSpPr/>
            <p:nvPr/>
          </p:nvSpPr>
          <p:spPr>
            <a:xfrm>
              <a:off x="499685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0" name="pg1390"/>
            <p:cNvSpPr/>
            <p:nvPr/>
          </p:nvSpPr>
          <p:spPr>
            <a:xfrm>
              <a:off x="5008496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1" name="pg1391"/>
            <p:cNvSpPr/>
            <p:nvPr/>
          </p:nvSpPr>
          <p:spPr>
            <a:xfrm>
              <a:off x="502013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2" name="pg1392"/>
            <p:cNvSpPr/>
            <p:nvPr/>
          </p:nvSpPr>
          <p:spPr>
            <a:xfrm>
              <a:off x="503177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3" name="pg1393"/>
            <p:cNvSpPr/>
            <p:nvPr/>
          </p:nvSpPr>
          <p:spPr>
            <a:xfrm>
              <a:off x="5043408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4" name="pg1394"/>
            <p:cNvSpPr/>
            <p:nvPr/>
          </p:nvSpPr>
          <p:spPr>
            <a:xfrm>
              <a:off x="505504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5" name="pg1395"/>
            <p:cNvSpPr/>
            <p:nvPr/>
          </p:nvSpPr>
          <p:spPr>
            <a:xfrm>
              <a:off x="506668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6" name="pg1396"/>
            <p:cNvSpPr/>
            <p:nvPr/>
          </p:nvSpPr>
          <p:spPr>
            <a:xfrm>
              <a:off x="5078320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7" name="pg1397"/>
            <p:cNvSpPr/>
            <p:nvPr/>
          </p:nvSpPr>
          <p:spPr>
            <a:xfrm>
              <a:off x="508995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8" name="pg1398"/>
            <p:cNvSpPr/>
            <p:nvPr/>
          </p:nvSpPr>
          <p:spPr>
            <a:xfrm>
              <a:off x="510159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9" name="pg1399"/>
            <p:cNvSpPr/>
            <p:nvPr/>
          </p:nvSpPr>
          <p:spPr>
            <a:xfrm>
              <a:off x="5113232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0" name="pg1400"/>
            <p:cNvSpPr/>
            <p:nvPr/>
          </p:nvSpPr>
          <p:spPr>
            <a:xfrm>
              <a:off x="512486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1" name="pg1401"/>
            <p:cNvSpPr/>
            <p:nvPr/>
          </p:nvSpPr>
          <p:spPr>
            <a:xfrm>
              <a:off x="513650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2" name="pg1402"/>
            <p:cNvSpPr/>
            <p:nvPr/>
          </p:nvSpPr>
          <p:spPr>
            <a:xfrm>
              <a:off x="5148144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3" name="pg1403"/>
            <p:cNvSpPr/>
            <p:nvPr/>
          </p:nvSpPr>
          <p:spPr>
            <a:xfrm>
              <a:off x="515978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4" name="pg1404"/>
            <p:cNvSpPr/>
            <p:nvPr/>
          </p:nvSpPr>
          <p:spPr>
            <a:xfrm>
              <a:off x="517141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5" name="pg1405"/>
            <p:cNvSpPr/>
            <p:nvPr/>
          </p:nvSpPr>
          <p:spPr>
            <a:xfrm>
              <a:off x="520633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6" name="pg1406"/>
            <p:cNvSpPr/>
            <p:nvPr/>
          </p:nvSpPr>
          <p:spPr>
            <a:xfrm>
              <a:off x="5217968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7" name="pg1407"/>
            <p:cNvSpPr/>
            <p:nvPr/>
          </p:nvSpPr>
          <p:spPr>
            <a:xfrm>
              <a:off x="522960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8" name="pg1408"/>
            <p:cNvSpPr/>
            <p:nvPr/>
          </p:nvSpPr>
          <p:spPr>
            <a:xfrm>
              <a:off x="524124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9" name="pg1409"/>
            <p:cNvSpPr/>
            <p:nvPr/>
          </p:nvSpPr>
          <p:spPr>
            <a:xfrm>
              <a:off x="5252880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0" name="pg1410"/>
            <p:cNvSpPr/>
            <p:nvPr/>
          </p:nvSpPr>
          <p:spPr>
            <a:xfrm>
              <a:off x="526451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1" name="pg1411"/>
            <p:cNvSpPr/>
            <p:nvPr/>
          </p:nvSpPr>
          <p:spPr>
            <a:xfrm>
              <a:off x="498522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2" name="pg1412"/>
            <p:cNvSpPr/>
            <p:nvPr/>
          </p:nvSpPr>
          <p:spPr>
            <a:xfrm>
              <a:off x="499685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3" name="pg1413"/>
            <p:cNvSpPr/>
            <p:nvPr/>
          </p:nvSpPr>
          <p:spPr>
            <a:xfrm>
              <a:off x="5008496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4" name="pg1414"/>
            <p:cNvSpPr/>
            <p:nvPr/>
          </p:nvSpPr>
          <p:spPr>
            <a:xfrm>
              <a:off x="502013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5" name="pg1415"/>
            <p:cNvSpPr/>
            <p:nvPr/>
          </p:nvSpPr>
          <p:spPr>
            <a:xfrm>
              <a:off x="503177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6" name="pg1416"/>
            <p:cNvSpPr/>
            <p:nvPr/>
          </p:nvSpPr>
          <p:spPr>
            <a:xfrm>
              <a:off x="5043408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7" name="pg1417"/>
            <p:cNvSpPr/>
            <p:nvPr/>
          </p:nvSpPr>
          <p:spPr>
            <a:xfrm>
              <a:off x="505504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8" name="pg1418"/>
            <p:cNvSpPr/>
            <p:nvPr/>
          </p:nvSpPr>
          <p:spPr>
            <a:xfrm>
              <a:off x="506668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9" name="pg1419"/>
            <p:cNvSpPr/>
            <p:nvPr/>
          </p:nvSpPr>
          <p:spPr>
            <a:xfrm>
              <a:off x="5078320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0" name="pg1420"/>
            <p:cNvSpPr/>
            <p:nvPr/>
          </p:nvSpPr>
          <p:spPr>
            <a:xfrm>
              <a:off x="508995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1" name="pg1421"/>
            <p:cNvSpPr/>
            <p:nvPr/>
          </p:nvSpPr>
          <p:spPr>
            <a:xfrm>
              <a:off x="510159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2" name="pg1422"/>
            <p:cNvSpPr/>
            <p:nvPr/>
          </p:nvSpPr>
          <p:spPr>
            <a:xfrm>
              <a:off x="5113232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3" name="pg1423"/>
            <p:cNvSpPr/>
            <p:nvPr/>
          </p:nvSpPr>
          <p:spPr>
            <a:xfrm>
              <a:off x="512486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4" name="pg1424"/>
            <p:cNvSpPr/>
            <p:nvPr/>
          </p:nvSpPr>
          <p:spPr>
            <a:xfrm>
              <a:off x="513650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5" name="pg1425"/>
            <p:cNvSpPr/>
            <p:nvPr/>
          </p:nvSpPr>
          <p:spPr>
            <a:xfrm>
              <a:off x="5148144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6" name="pg1426"/>
            <p:cNvSpPr/>
            <p:nvPr/>
          </p:nvSpPr>
          <p:spPr>
            <a:xfrm>
              <a:off x="515978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7" name="pg1427"/>
            <p:cNvSpPr/>
            <p:nvPr/>
          </p:nvSpPr>
          <p:spPr>
            <a:xfrm>
              <a:off x="517141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8" name="pg1428"/>
            <p:cNvSpPr/>
            <p:nvPr/>
          </p:nvSpPr>
          <p:spPr>
            <a:xfrm>
              <a:off x="5183056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9" name="pg1429"/>
            <p:cNvSpPr/>
            <p:nvPr/>
          </p:nvSpPr>
          <p:spPr>
            <a:xfrm>
              <a:off x="5217968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0" name="pg1430"/>
            <p:cNvSpPr/>
            <p:nvPr/>
          </p:nvSpPr>
          <p:spPr>
            <a:xfrm>
              <a:off x="522960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1" name="pg1431"/>
            <p:cNvSpPr/>
            <p:nvPr/>
          </p:nvSpPr>
          <p:spPr>
            <a:xfrm>
              <a:off x="524124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2" name="pg1432"/>
            <p:cNvSpPr/>
            <p:nvPr/>
          </p:nvSpPr>
          <p:spPr>
            <a:xfrm>
              <a:off x="5252880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3" name="pg1433"/>
            <p:cNvSpPr/>
            <p:nvPr/>
          </p:nvSpPr>
          <p:spPr>
            <a:xfrm>
              <a:off x="526451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4" name="pg1434"/>
            <p:cNvSpPr/>
            <p:nvPr/>
          </p:nvSpPr>
          <p:spPr>
            <a:xfrm>
              <a:off x="498522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5" name="pg1435"/>
            <p:cNvSpPr/>
            <p:nvPr/>
          </p:nvSpPr>
          <p:spPr>
            <a:xfrm>
              <a:off x="499685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6" name="pg1436"/>
            <p:cNvSpPr/>
            <p:nvPr/>
          </p:nvSpPr>
          <p:spPr>
            <a:xfrm>
              <a:off x="5008496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7" name="pg1437"/>
            <p:cNvSpPr/>
            <p:nvPr/>
          </p:nvSpPr>
          <p:spPr>
            <a:xfrm>
              <a:off x="502013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8" name="pg1438"/>
            <p:cNvSpPr/>
            <p:nvPr/>
          </p:nvSpPr>
          <p:spPr>
            <a:xfrm>
              <a:off x="503177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9" name="pg1439"/>
            <p:cNvSpPr/>
            <p:nvPr/>
          </p:nvSpPr>
          <p:spPr>
            <a:xfrm>
              <a:off x="5043408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0" name="pg1440"/>
            <p:cNvSpPr/>
            <p:nvPr/>
          </p:nvSpPr>
          <p:spPr>
            <a:xfrm>
              <a:off x="505504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1" name="pg1441"/>
            <p:cNvSpPr/>
            <p:nvPr/>
          </p:nvSpPr>
          <p:spPr>
            <a:xfrm>
              <a:off x="506668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2" name="pg1442"/>
            <p:cNvSpPr/>
            <p:nvPr/>
          </p:nvSpPr>
          <p:spPr>
            <a:xfrm>
              <a:off x="5078320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3" name="pg1443"/>
            <p:cNvSpPr/>
            <p:nvPr/>
          </p:nvSpPr>
          <p:spPr>
            <a:xfrm>
              <a:off x="508995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4" name="pg1444"/>
            <p:cNvSpPr/>
            <p:nvPr/>
          </p:nvSpPr>
          <p:spPr>
            <a:xfrm>
              <a:off x="510159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5" name="pg1445"/>
            <p:cNvSpPr/>
            <p:nvPr/>
          </p:nvSpPr>
          <p:spPr>
            <a:xfrm>
              <a:off x="5113232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6" name="pg1446"/>
            <p:cNvSpPr/>
            <p:nvPr/>
          </p:nvSpPr>
          <p:spPr>
            <a:xfrm>
              <a:off x="512486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7" name="pg1447"/>
            <p:cNvSpPr/>
            <p:nvPr/>
          </p:nvSpPr>
          <p:spPr>
            <a:xfrm>
              <a:off x="513650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8" name="pg1448"/>
            <p:cNvSpPr/>
            <p:nvPr/>
          </p:nvSpPr>
          <p:spPr>
            <a:xfrm>
              <a:off x="5148144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9" name="pg1449"/>
            <p:cNvSpPr/>
            <p:nvPr/>
          </p:nvSpPr>
          <p:spPr>
            <a:xfrm>
              <a:off x="515978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0" name="pg1450"/>
            <p:cNvSpPr/>
            <p:nvPr/>
          </p:nvSpPr>
          <p:spPr>
            <a:xfrm>
              <a:off x="517141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1" name="pg1451"/>
            <p:cNvSpPr/>
            <p:nvPr/>
          </p:nvSpPr>
          <p:spPr>
            <a:xfrm>
              <a:off x="5183056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2" name="pg1452"/>
            <p:cNvSpPr/>
            <p:nvPr/>
          </p:nvSpPr>
          <p:spPr>
            <a:xfrm>
              <a:off x="520633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3" name="pg1453"/>
            <p:cNvSpPr/>
            <p:nvPr/>
          </p:nvSpPr>
          <p:spPr>
            <a:xfrm>
              <a:off x="5217968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4" name="pg1454"/>
            <p:cNvSpPr/>
            <p:nvPr/>
          </p:nvSpPr>
          <p:spPr>
            <a:xfrm>
              <a:off x="522960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5" name="pg1455"/>
            <p:cNvSpPr/>
            <p:nvPr/>
          </p:nvSpPr>
          <p:spPr>
            <a:xfrm>
              <a:off x="524124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6" name="pg1456"/>
            <p:cNvSpPr/>
            <p:nvPr/>
          </p:nvSpPr>
          <p:spPr>
            <a:xfrm>
              <a:off x="5252880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7" name="pg1457"/>
            <p:cNvSpPr/>
            <p:nvPr/>
          </p:nvSpPr>
          <p:spPr>
            <a:xfrm>
              <a:off x="526451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8" name="pg1458"/>
            <p:cNvSpPr/>
            <p:nvPr/>
          </p:nvSpPr>
          <p:spPr>
            <a:xfrm>
              <a:off x="499685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9" name="pg1459"/>
            <p:cNvSpPr/>
            <p:nvPr/>
          </p:nvSpPr>
          <p:spPr>
            <a:xfrm>
              <a:off x="5008496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0" name="pg1460"/>
            <p:cNvSpPr/>
            <p:nvPr/>
          </p:nvSpPr>
          <p:spPr>
            <a:xfrm>
              <a:off x="502013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1" name="pg1461"/>
            <p:cNvSpPr/>
            <p:nvPr/>
          </p:nvSpPr>
          <p:spPr>
            <a:xfrm>
              <a:off x="503177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2" name="pg1462"/>
            <p:cNvSpPr/>
            <p:nvPr/>
          </p:nvSpPr>
          <p:spPr>
            <a:xfrm>
              <a:off x="5043408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3" name="pg1463"/>
            <p:cNvSpPr/>
            <p:nvPr/>
          </p:nvSpPr>
          <p:spPr>
            <a:xfrm>
              <a:off x="505504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4" name="pg1464"/>
            <p:cNvSpPr/>
            <p:nvPr/>
          </p:nvSpPr>
          <p:spPr>
            <a:xfrm>
              <a:off x="506668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5" name="pg1465"/>
            <p:cNvSpPr/>
            <p:nvPr/>
          </p:nvSpPr>
          <p:spPr>
            <a:xfrm>
              <a:off x="5078320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6" name="pg1466"/>
            <p:cNvSpPr/>
            <p:nvPr/>
          </p:nvSpPr>
          <p:spPr>
            <a:xfrm>
              <a:off x="508995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7" name="pg1467"/>
            <p:cNvSpPr/>
            <p:nvPr/>
          </p:nvSpPr>
          <p:spPr>
            <a:xfrm>
              <a:off x="510159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8" name="pg1468"/>
            <p:cNvSpPr/>
            <p:nvPr/>
          </p:nvSpPr>
          <p:spPr>
            <a:xfrm>
              <a:off x="5113232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9" name="pg1469"/>
            <p:cNvSpPr/>
            <p:nvPr/>
          </p:nvSpPr>
          <p:spPr>
            <a:xfrm>
              <a:off x="512486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0" name="pg1470"/>
            <p:cNvSpPr/>
            <p:nvPr/>
          </p:nvSpPr>
          <p:spPr>
            <a:xfrm>
              <a:off x="513650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1" name="pg1471"/>
            <p:cNvSpPr/>
            <p:nvPr/>
          </p:nvSpPr>
          <p:spPr>
            <a:xfrm>
              <a:off x="5148144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2" name="pg1472"/>
            <p:cNvSpPr/>
            <p:nvPr/>
          </p:nvSpPr>
          <p:spPr>
            <a:xfrm>
              <a:off x="515978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3" name="pg1473"/>
            <p:cNvSpPr/>
            <p:nvPr/>
          </p:nvSpPr>
          <p:spPr>
            <a:xfrm>
              <a:off x="517141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4" name="pg1474"/>
            <p:cNvSpPr/>
            <p:nvPr/>
          </p:nvSpPr>
          <p:spPr>
            <a:xfrm>
              <a:off x="5183056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5" name="pg1475"/>
            <p:cNvSpPr/>
            <p:nvPr/>
          </p:nvSpPr>
          <p:spPr>
            <a:xfrm>
              <a:off x="519469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6" name="pg1476"/>
            <p:cNvSpPr/>
            <p:nvPr/>
          </p:nvSpPr>
          <p:spPr>
            <a:xfrm>
              <a:off x="520633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7" name="pg1477"/>
            <p:cNvSpPr/>
            <p:nvPr/>
          </p:nvSpPr>
          <p:spPr>
            <a:xfrm>
              <a:off x="5217968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8" name="pg1478"/>
            <p:cNvSpPr/>
            <p:nvPr/>
          </p:nvSpPr>
          <p:spPr>
            <a:xfrm>
              <a:off x="522960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9" name="pg1479"/>
            <p:cNvSpPr/>
            <p:nvPr/>
          </p:nvSpPr>
          <p:spPr>
            <a:xfrm>
              <a:off x="524124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0" name="pg1480"/>
            <p:cNvSpPr/>
            <p:nvPr/>
          </p:nvSpPr>
          <p:spPr>
            <a:xfrm>
              <a:off x="5252880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1" name="pg1481"/>
            <p:cNvSpPr/>
            <p:nvPr/>
          </p:nvSpPr>
          <p:spPr>
            <a:xfrm>
              <a:off x="526451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2" name="pg1482"/>
            <p:cNvSpPr/>
            <p:nvPr/>
          </p:nvSpPr>
          <p:spPr>
            <a:xfrm>
              <a:off x="5008496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3" name="pg1483"/>
            <p:cNvSpPr/>
            <p:nvPr/>
          </p:nvSpPr>
          <p:spPr>
            <a:xfrm>
              <a:off x="502013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4" name="pg1484"/>
            <p:cNvSpPr/>
            <p:nvPr/>
          </p:nvSpPr>
          <p:spPr>
            <a:xfrm>
              <a:off x="503177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5" name="pg1485"/>
            <p:cNvSpPr/>
            <p:nvPr/>
          </p:nvSpPr>
          <p:spPr>
            <a:xfrm>
              <a:off x="5043408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6" name="pg1486"/>
            <p:cNvSpPr/>
            <p:nvPr/>
          </p:nvSpPr>
          <p:spPr>
            <a:xfrm>
              <a:off x="505504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7" name="pg1487"/>
            <p:cNvSpPr/>
            <p:nvPr/>
          </p:nvSpPr>
          <p:spPr>
            <a:xfrm>
              <a:off x="506668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8" name="pg1488"/>
            <p:cNvSpPr/>
            <p:nvPr/>
          </p:nvSpPr>
          <p:spPr>
            <a:xfrm>
              <a:off x="5078320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9" name="pg1489"/>
            <p:cNvSpPr/>
            <p:nvPr/>
          </p:nvSpPr>
          <p:spPr>
            <a:xfrm>
              <a:off x="5089957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0" name="pg1490"/>
            <p:cNvSpPr/>
            <p:nvPr/>
          </p:nvSpPr>
          <p:spPr>
            <a:xfrm>
              <a:off x="510159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1" name="pg1491"/>
            <p:cNvSpPr/>
            <p:nvPr/>
          </p:nvSpPr>
          <p:spPr>
            <a:xfrm>
              <a:off x="5113232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2" name="pg1492"/>
            <p:cNvSpPr/>
            <p:nvPr/>
          </p:nvSpPr>
          <p:spPr>
            <a:xfrm>
              <a:off x="5124869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3" name="pg1493"/>
            <p:cNvSpPr/>
            <p:nvPr/>
          </p:nvSpPr>
          <p:spPr>
            <a:xfrm>
              <a:off x="5136507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4" name="pg1494"/>
            <p:cNvSpPr/>
            <p:nvPr/>
          </p:nvSpPr>
          <p:spPr>
            <a:xfrm>
              <a:off x="5148144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5" name="pg1495"/>
            <p:cNvSpPr/>
            <p:nvPr/>
          </p:nvSpPr>
          <p:spPr>
            <a:xfrm>
              <a:off x="515978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6" name="pg1496"/>
            <p:cNvSpPr/>
            <p:nvPr/>
          </p:nvSpPr>
          <p:spPr>
            <a:xfrm>
              <a:off x="5171419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7" name="pg1497"/>
            <p:cNvSpPr/>
            <p:nvPr/>
          </p:nvSpPr>
          <p:spPr>
            <a:xfrm>
              <a:off x="5183056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8" name="pg1498"/>
            <p:cNvSpPr/>
            <p:nvPr/>
          </p:nvSpPr>
          <p:spPr>
            <a:xfrm>
              <a:off x="519469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9" name="pg1499"/>
            <p:cNvSpPr/>
            <p:nvPr/>
          </p:nvSpPr>
          <p:spPr>
            <a:xfrm>
              <a:off x="520633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0" name="pg1500"/>
            <p:cNvSpPr/>
            <p:nvPr/>
          </p:nvSpPr>
          <p:spPr>
            <a:xfrm>
              <a:off x="5217968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1" name="pg1501"/>
            <p:cNvSpPr/>
            <p:nvPr/>
          </p:nvSpPr>
          <p:spPr>
            <a:xfrm>
              <a:off x="522960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2" name="pg1502"/>
            <p:cNvSpPr/>
            <p:nvPr/>
          </p:nvSpPr>
          <p:spPr>
            <a:xfrm>
              <a:off x="524124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3" name="pg1503"/>
            <p:cNvSpPr/>
            <p:nvPr/>
          </p:nvSpPr>
          <p:spPr>
            <a:xfrm>
              <a:off x="5252880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4" name="pg1504"/>
            <p:cNvSpPr/>
            <p:nvPr/>
          </p:nvSpPr>
          <p:spPr>
            <a:xfrm>
              <a:off x="5008496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5" name="pg1505"/>
            <p:cNvSpPr/>
            <p:nvPr/>
          </p:nvSpPr>
          <p:spPr>
            <a:xfrm>
              <a:off x="502013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6" name="pg1506"/>
            <p:cNvSpPr/>
            <p:nvPr/>
          </p:nvSpPr>
          <p:spPr>
            <a:xfrm>
              <a:off x="503177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7" name="pg1507"/>
            <p:cNvSpPr/>
            <p:nvPr/>
          </p:nvSpPr>
          <p:spPr>
            <a:xfrm>
              <a:off x="5043408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8" name="pg1508"/>
            <p:cNvSpPr/>
            <p:nvPr/>
          </p:nvSpPr>
          <p:spPr>
            <a:xfrm>
              <a:off x="505504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9" name="pg1509"/>
            <p:cNvSpPr/>
            <p:nvPr/>
          </p:nvSpPr>
          <p:spPr>
            <a:xfrm>
              <a:off x="506668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0" name="pg1510"/>
            <p:cNvSpPr/>
            <p:nvPr/>
          </p:nvSpPr>
          <p:spPr>
            <a:xfrm>
              <a:off x="5078320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1" name="pg1511"/>
            <p:cNvSpPr/>
            <p:nvPr/>
          </p:nvSpPr>
          <p:spPr>
            <a:xfrm>
              <a:off x="5089957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2" name="pg1512"/>
            <p:cNvSpPr/>
            <p:nvPr/>
          </p:nvSpPr>
          <p:spPr>
            <a:xfrm>
              <a:off x="510159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3" name="pg1513"/>
            <p:cNvSpPr/>
            <p:nvPr/>
          </p:nvSpPr>
          <p:spPr>
            <a:xfrm>
              <a:off x="5113232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4" name="pg1514"/>
            <p:cNvSpPr/>
            <p:nvPr/>
          </p:nvSpPr>
          <p:spPr>
            <a:xfrm>
              <a:off x="5124869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5" name="pg1515"/>
            <p:cNvSpPr/>
            <p:nvPr/>
          </p:nvSpPr>
          <p:spPr>
            <a:xfrm>
              <a:off x="5136507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6" name="pg1516"/>
            <p:cNvSpPr/>
            <p:nvPr/>
          </p:nvSpPr>
          <p:spPr>
            <a:xfrm>
              <a:off x="5148144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7" name="pg1517"/>
            <p:cNvSpPr/>
            <p:nvPr/>
          </p:nvSpPr>
          <p:spPr>
            <a:xfrm>
              <a:off x="515978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8" name="pg1518"/>
            <p:cNvSpPr/>
            <p:nvPr/>
          </p:nvSpPr>
          <p:spPr>
            <a:xfrm>
              <a:off x="5171419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9" name="pg1519"/>
            <p:cNvSpPr/>
            <p:nvPr/>
          </p:nvSpPr>
          <p:spPr>
            <a:xfrm>
              <a:off x="5183056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0" name="pg1520"/>
            <p:cNvSpPr/>
            <p:nvPr/>
          </p:nvSpPr>
          <p:spPr>
            <a:xfrm>
              <a:off x="519469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1" name="pg1521"/>
            <p:cNvSpPr/>
            <p:nvPr/>
          </p:nvSpPr>
          <p:spPr>
            <a:xfrm>
              <a:off x="520633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2" name="pg1522"/>
            <p:cNvSpPr/>
            <p:nvPr/>
          </p:nvSpPr>
          <p:spPr>
            <a:xfrm>
              <a:off x="5217968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3" name="pg1523"/>
            <p:cNvSpPr/>
            <p:nvPr/>
          </p:nvSpPr>
          <p:spPr>
            <a:xfrm>
              <a:off x="522960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4" name="pg1524"/>
            <p:cNvSpPr/>
            <p:nvPr/>
          </p:nvSpPr>
          <p:spPr>
            <a:xfrm>
              <a:off x="524124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5" name="pg1525"/>
            <p:cNvSpPr/>
            <p:nvPr/>
          </p:nvSpPr>
          <p:spPr>
            <a:xfrm>
              <a:off x="503177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6" name="pg1526"/>
            <p:cNvSpPr/>
            <p:nvPr/>
          </p:nvSpPr>
          <p:spPr>
            <a:xfrm>
              <a:off x="5043408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7" name="pg1527"/>
            <p:cNvSpPr/>
            <p:nvPr/>
          </p:nvSpPr>
          <p:spPr>
            <a:xfrm>
              <a:off x="505504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8" name="pg1528"/>
            <p:cNvSpPr/>
            <p:nvPr/>
          </p:nvSpPr>
          <p:spPr>
            <a:xfrm>
              <a:off x="5066683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9" name="pg1529"/>
            <p:cNvSpPr/>
            <p:nvPr/>
          </p:nvSpPr>
          <p:spPr>
            <a:xfrm>
              <a:off x="5078320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0" name="pg1530"/>
            <p:cNvSpPr/>
            <p:nvPr/>
          </p:nvSpPr>
          <p:spPr>
            <a:xfrm>
              <a:off x="5089957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1" name="pg1531"/>
            <p:cNvSpPr/>
            <p:nvPr/>
          </p:nvSpPr>
          <p:spPr>
            <a:xfrm>
              <a:off x="510159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2" name="pg1532"/>
            <p:cNvSpPr/>
            <p:nvPr/>
          </p:nvSpPr>
          <p:spPr>
            <a:xfrm>
              <a:off x="5113232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3" name="pg1533"/>
            <p:cNvSpPr/>
            <p:nvPr/>
          </p:nvSpPr>
          <p:spPr>
            <a:xfrm>
              <a:off x="5124869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4" name="pg1534"/>
            <p:cNvSpPr/>
            <p:nvPr/>
          </p:nvSpPr>
          <p:spPr>
            <a:xfrm>
              <a:off x="5136507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5" name="pg1535"/>
            <p:cNvSpPr/>
            <p:nvPr/>
          </p:nvSpPr>
          <p:spPr>
            <a:xfrm>
              <a:off x="5148144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6" name="pg1536"/>
            <p:cNvSpPr/>
            <p:nvPr/>
          </p:nvSpPr>
          <p:spPr>
            <a:xfrm>
              <a:off x="515978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7" name="pg1537"/>
            <p:cNvSpPr/>
            <p:nvPr/>
          </p:nvSpPr>
          <p:spPr>
            <a:xfrm>
              <a:off x="5171419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8" name="pg1538"/>
            <p:cNvSpPr/>
            <p:nvPr/>
          </p:nvSpPr>
          <p:spPr>
            <a:xfrm>
              <a:off x="5183056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9" name="pg1539"/>
            <p:cNvSpPr/>
            <p:nvPr/>
          </p:nvSpPr>
          <p:spPr>
            <a:xfrm>
              <a:off x="5194693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0" name="pg1540"/>
            <p:cNvSpPr/>
            <p:nvPr/>
          </p:nvSpPr>
          <p:spPr>
            <a:xfrm>
              <a:off x="520633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1" name="pg1541"/>
            <p:cNvSpPr/>
            <p:nvPr/>
          </p:nvSpPr>
          <p:spPr>
            <a:xfrm>
              <a:off x="5217968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2" name="pg1542"/>
            <p:cNvSpPr/>
            <p:nvPr/>
          </p:nvSpPr>
          <p:spPr>
            <a:xfrm>
              <a:off x="522960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3" name="pg1543"/>
            <p:cNvSpPr/>
            <p:nvPr/>
          </p:nvSpPr>
          <p:spPr>
            <a:xfrm>
              <a:off x="5043408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4" name="pg1544"/>
            <p:cNvSpPr/>
            <p:nvPr/>
          </p:nvSpPr>
          <p:spPr>
            <a:xfrm>
              <a:off x="5055045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5" name="pg1545"/>
            <p:cNvSpPr/>
            <p:nvPr/>
          </p:nvSpPr>
          <p:spPr>
            <a:xfrm>
              <a:off x="5066683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6" name="pg1546"/>
            <p:cNvSpPr/>
            <p:nvPr/>
          </p:nvSpPr>
          <p:spPr>
            <a:xfrm>
              <a:off x="5078320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7" name="pg1547"/>
            <p:cNvSpPr/>
            <p:nvPr/>
          </p:nvSpPr>
          <p:spPr>
            <a:xfrm>
              <a:off x="5089957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8" name="pg1548"/>
            <p:cNvSpPr/>
            <p:nvPr/>
          </p:nvSpPr>
          <p:spPr>
            <a:xfrm>
              <a:off x="5101595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9" name="pg1549"/>
            <p:cNvSpPr/>
            <p:nvPr/>
          </p:nvSpPr>
          <p:spPr>
            <a:xfrm>
              <a:off x="5113232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0" name="pg1550"/>
            <p:cNvSpPr/>
            <p:nvPr/>
          </p:nvSpPr>
          <p:spPr>
            <a:xfrm>
              <a:off x="5124869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1" name="pg1551"/>
            <p:cNvSpPr/>
            <p:nvPr/>
          </p:nvSpPr>
          <p:spPr>
            <a:xfrm>
              <a:off x="5136507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2" name="pg1552"/>
            <p:cNvSpPr/>
            <p:nvPr/>
          </p:nvSpPr>
          <p:spPr>
            <a:xfrm>
              <a:off x="5148144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3" name="pg1553"/>
            <p:cNvSpPr/>
            <p:nvPr/>
          </p:nvSpPr>
          <p:spPr>
            <a:xfrm>
              <a:off x="5159781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4" name="pg1554"/>
            <p:cNvSpPr/>
            <p:nvPr/>
          </p:nvSpPr>
          <p:spPr>
            <a:xfrm>
              <a:off x="5171419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5" name="pg1555"/>
            <p:cNvSpPr/>
            <p:nvPr/>
          </p:nvSpPr>
          <p:spPr>
            <a:xfrm>
              <a:off x="5183056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6" name="pg1556"/>
            <p:cNvSpPr/>
            <p:nvPr/>
          </p:nvSpPr>
          <p:spPr>
            <a:xfrm>
              <a:off x="5194693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7" name="pg1557"/>
            <p:cNvSpPr/>
            <p:nvPr/>
          </p:nvSpPr>
          <p:spPr>
            <a:xfrm>
              <a:off x="5206331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8" name="pg1558"/>
            <p:cNvSpPr/>
            <p:nvPr/>
          </p:nvSpPr>
          <p:spPr>
            <a:xfrm>
              <a:off x="5217968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9" name="pg1559"/>
            <p:cNvSpPr/>
            <p:nvPr/>
          </p:nvSpPr>
          <p:spPr>
            <a:xfrm>
              <a:off x="5055045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0" name="pg1560"/>
            <p:cNvSpPr/>
            <p:nvPr/>
          </p:nvSpPr>
          <p:spPr>
            <a:xfrm>
              <a:off x="5066683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1" name="pg1561"/>
            <p:cNvSpPr/>
            <p:nvPr/>
          </p:nvSpPr>
          <p:spPr>
            <a:xfrm>
              <a:off x="5078320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2" name="pg1562"/>
            <p:cNvSpPr/>
            <p:nvPr/>
          </p:nvSpPr>
          <p:spPr>
            <a:xfrm>
              <a:off x="5089957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3" name="pg1563"/>
            <p:cNvSpPr/>
            <p:nvPr/>
          </p:nvSpPr>
          <p:spPr>
            <a:xfrm>
              <a:off x="5101595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4" name="pg1564"/>
            <p:cNvSpPr/>
            <p:nvPr/>
          </p:nvSpPr>
          <p:spPr>
            <a:xfrm>
              <a:off x="5113232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5" name="pg1565"/>
            <p:cNvSpPr/>
            <p:nvPr/>
          </p:nvSpPr>
          <p:spPr>
            <a:xfrm>
              <a:off x="5124869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6" name="pg1566"/>
            <p:cNvSpPr/>
            <p:nvPr/>
          </p:nvSpPr>
          <p:spPr>
            <a:xfrm>
              <a:off x="5136507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7" name="pg1567"/>
            <p:cNvSpPr/>
            <p:nvPr/>
          </p:nvSpPr>
          <p:spPr>
            <a:xfrm>
              <a:off x="5148144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8" name="pg1568"/>
            <p:cNvSpPr/>
            <p:nvPr/>
          </p:nvSpPr>
          <p:spPr>
            <a:xfrm>
              <a:off x="5159781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9" name="pg1569"/>
            <p:cNvSpPr/>
            <p:nvPr/>
          </p:nvSpPr>
          <p:spPr>
            <a:xfrm>
              <a:off x="5171419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0" name="pg1570"/>
            <p:cNvSpPr/>
            <p:nvPr/>
          </p:nvSpPr>
          <p:spPr>
            <a:xfrm>
              <a:off x="5183056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1" name="pg1571"/>
            <p:cNvSpPr/>
            <p:nvPr/>
          </p:nvSpPr>
          <p:spPr>
            <a:xfrm>
              <a:off x="5194693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2" name="pg1572"/>
            <p:cNvSpPr/>
            <p:nvPr/>
          </p:nvSpPr>
          <p:spPr>
            <a:xfrm>
              <a:off x="5206331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3" name="pg1573"/>
            <p:cNvSpPr/>
            <p:nvPr/>
          </p:nvSpPr>
          <p:spPr>
            <a:xfrm>
              <a:off x="5217968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4" name="pg1574"/>
            <p:cNvSpPr/>
            <p:nvPr/>
          </p:nvSpPr>
          <p:spPr>
            <a:xfrm>
              <a:off x="5008496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5" name="pg1575"/>
            <p:cNvSpPr/>
            <p:nvPr/>
          </p:nvSpPr>
          <p:spPr>
            <a:xfrm>
              <a:off x="502013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6" name="pg1576"/>
            <p:cNvSpPr/>
            <p:nvPr/>
          </p:nvSpPr>
          <p:spPr>
            <a:xfrm>
              <a:off x="503177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7" name="pg1577"/>
            <p:cNvSpPr/>
            <p:nvPr/>
          </p:nvSpPr>
          <p:spPr>
            <a:xfrm>
              <a:off x="5043408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8" name="pg1578"/>
            <p:cNvSpPr/>
            <p:nvPr/>
          </p:nvSpPr>
          <p:spPr>
            <a:xfrm>
              <a:off x="5055045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9" name="pg1579"/>
            <p:cNvSpPr/>
            <p:nvPr/>
          </p:nvSpPr>
          <p:spPr>
            <a:xfrm>
              <a:off x="506668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0" name="pg1580"/>
            <p:cNvSpPr/>
            <p:nvPr/>
          </p:nvSpPr>
          <p:spPr>
            <a:xfrm>
              <a:off x="5078320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1" name="pg1581"/>
            <p:cNvSpPr/>
            <p:nvPr/>
          </p:nvSpPr>
          <p:spPr>
            <a:xfrm>
              <a:off x="5089957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2" name="pg1582"/>
            <p:cNvSpPr/>
            <p:nvPr/>
          </p:nvSpPr>
          <p:spPr>
            <a:xfrm>
              <a:off x="5101595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3" name="pg1583"/>
            <p:cNvSpPr/>
            <p:nvPr/>
          </p:nvSpPr>
          <p:spPr>
            <a:xfrm>
              <a:off x="5113232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4" name="pg1584"/>
            <p:cNvSpPr/>
            <p:nvPr/>
          </p:nvSpPr>
          <p:spPr>
            <a:xfrm>
              <a:off x="5124869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5" name="pg1585"/>
            <p:cNvSpPr/>
            <p:nvPr/>
          </p:nvSpPr>
          <p:spPr>
            <a:xfrm>
              <a:off x="5136507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6" name="pg1586"/>
            <p:cNvSpPr/>
            <p:nvPr/>
          </p:nvSpPr>
          <p:spPr>
            <a:xfrm>
              <a:off x="5148144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7" name="pg1587"/>
            <p:cNvSpPr/>
            <p:nvPr/>
          </p:nvSpPr>
          <p:spPr>
            <a:xfrm>
              <a:off x="515978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8" name="pg1588"/>
            <p:cNvSpPr/>
            <p:nvPr/>
          </p:nvSpPr>
          <p:spPr>
            <a:xfrm>
              <a:off x="5171419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9" name="pg1589"/>
            <p:cNvSpPr/>
            <p:nvPr/>
          </p:nvSpPr>
          <p:spPr>
            <a:xfrm>
              <a:off x="5183056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0" name="pg1590"/>
            <p:cNvSpPr/>
            <p:nvPr/>
          </p:nvSpPr>
          <p:spPr>
            <a:xfrm>
              <a:off x="519469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1" name="pg1591"/>
            <p:cNvSpPr/>
            <p:nvPr/>
          </p:nvSpPr>
          <p:spPr>
            <a:xfrm>
              <a:off x="520633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2" name="pg1592"/>
            <p:cNvSpPr/>
            <p:nvPr/>
          </p:nvSpPr>
          <p:spPr>
            <a:xfrm>
              <a:off x="499685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3" name="pg1593"/>
            <p:cNvSpPr/>
            <p:nvPr/>
          </p:nvSpPr>
          <p:spPr>
            <a:xfrm>
              <a:off x="5008496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4" name="pg1594"/>
            <p:cNvSpPr/>
            <p:nvPr/>
          </p:nvSpPr>
          <p:spPr>
            <a:xfrm>
              <a:off x="502013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5" name="pg1595"/>
            <p:cNvSpPr/>
            <p:nvPr/>
          </p:nvSpPr>
          <p:spPr>
            <a:xfrm>
              <a:off x="503177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6" name="pg1596"/>
            <p:cNvSpPr/>
            <p:nvPr/>
          </p:nvSpPr>
          <p:spPr>
            <a:xfrm>
              <a:off x="5043408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7" name="pg1597"/>
            <p:cNvSpPr/>
            <p:nvPr/>
          </p:nvSpPr>
          <p:spPr>
            <a:xfrm>
              <a:off x="5055045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8" name="pg1598"/>
            <p:cNvSpPr/>
            <p:nvPr/>
          </p:nvSpPr>
          <p:spPr>
            <a:xfrm>
              <a:off x="506668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9" name="pg1599"/>
            <p:cNvSpPr/>
            <p:nvPr/>
          </p:nvSpPr>
          <p:spPr>
            <a:xfrm>
              <a:off x="5078320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0" name="pg1600"/>
            <p:cNvSpPr/>
            <p:nvPr/>
          </p:nvSpPr>
          <p:spPr>
            <a:xfrm>
              <a:off x="5089957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1" name="pg1601"/>
            <p:cNvSpPr/>
            <p:nvPr/>
          </p:nvSpPr>
          <p:spPr>
            <a:xfrm>
              <a:off x="5101595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2" name="pg1602"/>
            <p:cNvSpPr/>
            <p:nvPr/>
          </p:nvSpPr>
          <p:spPr>
            <a:xfrm>
              <a:off x="5113232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3" name="pg1603"/>
            <p:cNvSpPr/>
            <p:nvPr/>
          </p:nvSpPr>
          <p:spPr>
            <a:xfrm>
              <a:off x="512486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4" name="pg1604"/>
            <p:cNvSpPr/>
            <p:nvPr/>
          </p:nvSpPr>
          <p:spPr>
            <a:xfrm>
              <a:off x="5136507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5" name="pg1605"/>
            <p:cNvSpPr/>
            <p:nvPr/>
          </p:nvSpPr>
          <p:spPr>
            <a:xfrm>
              <a:off x="5148144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6" name="pg1606"/>
            <p:cNvSpPr/>
            <p:nvPr/>
          </p:nvSpPr>
          <p:spPr>
            <a:xfrm>
              <a:off x="515978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7" name="pg1607"/>
            <p:cNvSpPr/>
            <p:nvPr/>
          </p:nvSpPr>
          <p:spPr>
            <a:xfrm>
              <a:off x="517141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8" name="pg1608"/>
            <p:cNvSpPr/>
            <p:nvPr/>
          </p:nvSpPr>
          <p:spPr>
            <a:xfrm>
              <a:off x="5183056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9" name="pg1609"/>
            <p:cNvSpPr/>
            <p:nvPr/>
          </p:nvSpPr>
          <p:spPr>
            <a:xfrm>
              <a:off x="519469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0" name="pg1610"/>
            <p:cNvSpPr/>
            <p:nvPr/>
          </p:nvSpPr>
          <p:spPr>
            <a:xfrm>
              <a:off x="520633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1" name="pg1611"/>
            <p:cNvSpPr/>
            <p:nvPr/>
          </p:nvSpPr>
          <p:spPr>
            <a:xfrm>
              <a:off x="499685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2" name="pg1612"/>
            <p:cNvSpPr/>
            <p:nvPr/>
          </p:nvSpPr>
          <p:spPr>
            <a:xfrm>
              <a:off x="5008496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3" name="pg1613"/>
            <p:cNvSpPr/>
            <p:nvPr/>
          </p:nvSpPr>
          <p:spPr>
            <a:xfrm>
              <a:off x="502013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4" name="pg1614"/>
            <p:cNvSpPr/>
            <p:nvPr/>
          </p:nvSpPr>
          <p:spPr>
            <a:xfrm>
              <a:off x="5031771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5" name="pg1615"/>
            <p:cNvSpPr/>
            <p:nvPr/>
          </p:nvSpPr>
          <p:spPr>
            <a:xfrm>
              <a:off x="5043408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6" name="pg1616"/>
            <p:cNvSpPr/>
            <p:nvPr/>
          </p:nvSpPr>
          <p:spPr>
            <a:xfrm>
              <a:off x="5055045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7" name="pg1617"/>
            <p:cNvSpPr/>
            <p:nvPr/>
          </p:nvSpPr>
          <p:spPr>
            <a:xfrm>
              <a:off x="506668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8" name="pg1618"/>
            <p:cNvSpPr/>
            <p:nvPr/>
          </p:nvSpPr>
          <p:spPr>
            <a:xfrm>
              <a:off x="5078320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9" name="pg1619"/>
            <p:cNvSpPr/>
            <p:nvPr/>
          </p:nvSpPr>
          <p:spPr>
            <a:xfrm>
              <a:off x="5089957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0" name="pg1620"/>
            <p:cNvSpPr/>
            <p:nvPr/>
          </p:nvSpPr>
          <p:spPr>
            <a:xfrm>
              <a:off x="5101595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1" name="pg1621"/>
            <p:cNvSpPr/>
            <p:nvPr/>
          </p:nvSpPr>
          <p:spPr>
            <a:xfrm>
              <a:off x="5113232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2" name="pg1622"/>
            <p:cNvSpPr/>
            <p:nvPr/>
          </p:nvSpPr>
          <p:spPr>
            <a:xfrm>
              <a:off x="512486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3" name="pg1623"/>
            <p:cNvSpPr/>
            <p:nvPr/>
          </p:nvSpPr>
          <p:spPr>
            <a:xfrm>
              <a:off x="5136507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4" name="pg1624"/>
            <p:cNvSpPr/>
            <p:nvPr/>
          </p:nvSpPr>
          <p:spPr>
            <a:xfrm>
              <a:off x="5148144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5" name="pg1625"/>
            <p:cNvSpPr/>
            <p:nvPr/>
          </p:nvSpPr>
          <p:spPr>
            <a:xfrm>
              <a:off x="5159781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6" name="pg1626"/>
            <p:cNvSpPr/>
            <p:nvPr/>
          </p:nvSpPr>
          <p:spPr>
            <a:xfrm>
              <a:off x="517141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7" name="pg1627"/>
            <p:cNvSpPr/>
            <p:nvPr/>
          </p:nvSpPr>
          <p:spPr>
            <a:xfrm>
              <a:off x="5183056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8" name="pg1628"/>
            <p:cNvSpPr/>
            <p:nvPr/>
          </p:nvSpPr>
          <p:spPr>
            <a:xfrm>
              <a:off x="519469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9" name="pg1629"/>
            <p:cNvSpPr/>
            <p:nvPr/>
          </p:nvSpPr>
          <p:spPr>
            <a:xfrm>
              <a:off x="499685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0" name="pg1630"/>
            <p:cNvSpPr/>
            <p:nvPr/>
          </p:nvSpPr>
          <p:spPr>
            <a:xfrm>
              <a:off x="5008496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1" name="pg1631"/>
            <p:cNvSpPr/>
            <p:nvPr/>
          </p:nvSpPr>
          <p:spPr>
            <a:xfrm>
              <a:off x="5020133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2" name="pg1632"/>
            <p:cNvSpPr/>
            <p:nvPr/>
          </p:nvSpPr>
          <p:spPr>
            <a:xfrm>
              <a:off x="5031771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3" name="pg1633"/>
            <p:cNvSpPr/>
            <p:nvPr/>
          </p:nvSpPr>
          <p:spPr>
            <a:xfrm>
              <a:off x="5043408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4" name="pg1634"/>
            <p:cNvSpPr/>
            <p:nvPr/>
          </p:nvSpPr>
          <p:spPr>
            <a:xfrm>
              <a:off x="5055045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5" name="pg1635"/>
            <p:cNvSpPr/>
            <p:nvPr/>
          </p:nvSpPr>
          <p:spPr>
            <a:xfrm>
              <a:off x="5066683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6" name="pg1636"/>
            <p:cNvSpPr/>
            <p:nvPr/>
          </p:nvSpPr>
          <p:spPr>
            <a:xfrm>
              <a:off x="5078320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7" name="pg1637"/>
            <p:cNvSpPr/>
            <p:nvPr/>
          </p:nvSpPr>
          <p:spPr>
            <a:xfrm>
              <a:off x="5089957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8" name="pg1638"/>
            <p:cNvSpPr/>
            <p:nvPr/>
          </p:nvSpPr>
          <p:spPr>
            <a:xfrm>
              <a:off x="5101595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9" name="pg1639"/>
            <p:cNvSpPr/>
            <p:nvPr/>
          </p:nvSpPr>
          <p:spPr>
            <a:xfrm>
              <a:off x="5113232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0" name="pg1640"/>
            <p:cNvSpPr/>
            <p:nvPr/>
          </p:nvSpPr>
          <p:spPr>
            <a:xfrm>
              <a:off x="512486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1" name="pg1641"/>
            <p:cNvSpPr/>
            <p:nvPr/>
          </p:nvSpPr>
          <p:spPr>
            <a:xfrm>
              <a:off x="5136507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2" name="pg1642"/>
            <p:cNvSpPr/>
            <p:nvPr/>
          </p:nvSpPr>
          <p:spPr>
            <a:xfrm>
              <a:off x="5148144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3" name="pg1643"/>
            <p:cNvSpPr/>
            <p:nvPr/>
          </p:nvSpPr>
          <p:spPr>
            <a:xfrm>
              <a:off x="5159781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4" name="pg1644"/>
            <p:cNvSpPr/>
            <p:nvPr/>
          </p:nvSpPr>
          <p:spPr>
            <a:xfrm>
              <a:off x="517141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5" name="pg1645"/>
            <p:cNvSpPr/>
            <p:nvPr/>
          </p:nvSpPr>
          <p:spPr>
            <a:xfrm>
              <a:off x="5183056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6" name="pg1646"/>
            <p:cNvSpPr/>
            <p:nvPr/>
          </p:nvSpPr>
          <p:spPr>
            <a:xfrm>
              <a:off x="5008496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7" name="pg1647"/>
            <p:cNvSpPr/>
            <p:nvPr/>
          </p:nvSpPr>
          <p:spPr>
            <a:xfrm>
              <a:off x="5020133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8" name="pg1648"/>
            <p:cNvSpPr/>
            <p:nvPr/>
          </p:nvSpPr>
          <p:spPr>
            <a:xfrm>
              <a:off x="5031771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9" name="pg1649"/>
            <p:cNvSpPr/>
            <p:nvPr/>
          </p:nvSpPr>
          <p:spPr>
            <a:xfrm>
              <a:off x="5043408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0" name="pg1650"/>
            <p:cNvSpPr/>
            <p:nvPr/>
          </p:nvSpPr>
          <p:spPr>
            <a:xfrm>
              <a:off x="5055045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1" name="pg1651"/>
            <p:cNvSpPr/>
            <p:nvPr/>
          </p:nvSpPr>
          <p:spPr>
            <a:xfrm>
              <a:off x="5066683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2" name="pg1652"/>
            <p:cNvSpPr/>
            <p:nvPr/>
          </p:nvSpPr>
          <p:spPr>
            <a:xfrm>
              <a:off x="5078320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3" name="pg1653"/>
            <p:cNvSpPr/>
            <p:nvPr/>
          </p:nvSpPr>
          <p:spPr>
            <a:xfrm>
              <a:off x="5089957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4" name="pg1654"/>
            <p:cNvSpPr/>
            <p:nvPr/>
          </p:nvSpPr>
          <p:spPr>
            <a:xfrm>
              <a:off x="5101595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5" name="pg1655"/>
            <p:cNvSpPr/>
            <p:nvPr/>
          </p:nvSpPr>
          <p:spPr>
            <a:xfrm>
              <a:off x="5113232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6" name="pg1656"/>
            <p:cNvSpPr/>
            <p:nvPr/>
          </p:nvSpPr>
          <p:spPr>
            <a:xfrm>
              <a:off x="5124869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7" name="pg1657"/>
            <p:cNvSpPr/>
            <p:nvPr/>
          </p:nvSpPr>
          <p:spPr>
            <a:xfrm>
              <a:off x="5136507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8" name="pg1658"/>
            <p:cNvSpPr/>
            <p:nvPr/>
          </p:nvSpPr>
          <p:spPr>
            <a:xfrm>
              <a:off x="5148144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9" name="pg1659"/>
            <p:cNvSpPr/>
            <p:nvPr/>
          </p:nvSpPr>
          <p:spPr>
            <a:xfrm>
              <a:off x="5159781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0" name="pg1660"/>
            <p:cNvSpPr/>
            <p:nvPr/>
          </p:nvSpPr>
          <p:spPr>
            <a:xfrm>
              <a:off x="5171419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1" name="pg1661"/>
            <p:cNvSpPr/>
            <p:nvPr/>
          </p:nvSpPr>
          <p:spPr>
            <a:xfrm>
              <a:off x="5043408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2" name="pg1662"/>
            <p:cNvSpPr/>
            <p:nvPr/>
          </p:nvSpPr>
          <p:spPr>
            <a:xfrm>
              <a:off x="5055045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3" name="pg1663"/>
            <p:cNvSpPr/>
            <p:nvPr/>
          </p:nvSpPr>
          <p:spPr>
            <a:xfrm>
              <a:off x="5066683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4" name="pg1664"/>
            <p:cNvSpPr/>
            <p:nvPr/>
          </p:nvSpPr>
          <p:spPr>
            <a:xfrm>
              <a:off x="5078320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5" name="pg1665"/>
            <p:cNvSpPr/>
            <p:nvPr/>
          </p:nvSpPr>
          <p:spPr>
            <a:xfrm>
              <a:off x="5089957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6" name="pg1666"/>
            <p:cNvSpPr/>
            <p:nvPr/>
          </p:nvSpPr>
          <p:spPr>
            <a:xfrm>
              <a:off x="5101595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7" name="pg1667"/>
            <p:cNvSpPr/>
            <p:nvPr/>
          </p:nvSpPr>
          <p:spPr>
            <a:xfrm>
              <a:off x="5113232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8" name="pg1668"/>
            <p:cNvSpPr/>
            <p:nvPr/>
          </p:nvSpPr>
          <p:spPr>
            <a:xfrm>
              <a:off x="5124869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9" name="pg1669"/>
            <p:cNvSpPr/>
            <p:nvPr/>
          </p:nvSpPr>
          <p:spPr>
            <a:xfrm>
              <a:off x="5136507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0" name="pg1670"/>
            <p:cNvSpPr/>
            <p:nvPr/>
          </p:nvSpPr>
          <p:spPr>
            <a:xfrm>
              <a:off x="5148144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1" name="pg1671"/>
            <p:cNvSpPr/>
            <p:nvPr/>
          </p:nvSpPr>
          <p:spPr>
            <a:xfrm>
              <a:off x="5159781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2" name="pg1672"/>
            <p:cNvSpPr/>
            <p:nvPr/>
          </p:nvSpPr>
          <p:spPr>
            <a:xfrm>
              <a:off x="5171419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3" name="pg1673"/>
            <p:cNvSpPr/>
            <p:nvPr/>
          </p:nvSpPr>
          <p:spPr>
            <a:xfrm>
              <a:off x="5066683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4" name="pg1674"/>
            <p:cNvSpPr/>
            <p:nvPr/>
          </p:nvSpPr>
          <p:spPr>
            <a:xfrm>
              <a:off x="5078320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5" name="pg1675"/>
            <p:cNvSpPr/>
            <p:nvPr/>
          </p:nvSpPr>
          <p:spPr>
            <a:xfrm>
              <a:off x="5089957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6" name="pg1676"/>
            <p:cNvSpPr/>
            <p:nvPr/>
          </p:nvSpPr>
          <p:spPr>
            <a:xfrm>
              <a:off x="5101595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7" name="pg1677"/>
            <p:cNvSpPr/>
            <p:nvPr/>
          </p:nvSpPr>
          <p:spPr>
            <a:xfrm>
              <a:off x="5113232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8" name="pg1678"/>
            <p:cNvSpPr/>
            <p:nvPr/>
          </p:nvSpPr>
          <p:spPr>
            <a:xfrm>
              <a:off x="5124869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9" name="pg1679"/>
            <p:cNvSpPr/>
            <p:nvPr/>
          </p:nvSpPr>
          <p:spPr>
            <a:xfrm>
              <a:off x="5136507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0" name="pg1680"/>
            <p:cNvSpPr/>
            <p:nvPr/>
          </p:nvSpPr>
          <p:spPr>
            <a:xfrm>
              <a:off x="5148144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1" name="pg1681"/>
            <p:cNvSpPr/>
            <p:nvPr/>
          </p:nvSpPr>
          <p:spPr>
            <a:xfrm>
              <a:off x="5159781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2" name="pg1682"/>
            <p:cNvSpPr/>
            <p:nvPr/>
          </p:nvSpPr>
          <p:spPr>
            <a:xfrm>
              <a:off x="5171419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3" name="pg1683"/>
            <p:cNvSpPr/>
            <p:nvPr/>
          </p:nvSpPr>
          <p:spPr>
            <a:xfrm>
              <a:off x="5078320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4" name="pg1684"/>
            <p:cNvSpPr/>
            <p:nvPr/>
          </p:nvSpPr>
          <p:spPr>
            <a:xfrm>
              <a:off x="5089957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5" name="pg1685"/>
            <p:cNvSpPr/>
            <p:nvPr/>
          </p:nvSpPr>
          <p:spPr>
            <a:xfrm>
              <a:off x="5101595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6" name="pg1686"/>
            <p:cNvSpPr/>
            <p:nvPr/>
          </p:nvSpPr>
          <p:spPr>
            <a:xfrm>
              <a:off x="5113232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7" name="pg1687"/>
            <p:cNvSpPr/>
            <p:nvPr/>
          </p:nvSpPr>
          <p:spPr>
            <a:xfrm>
              <a:off x="5124869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8" name="pg1688"/>
            <p:cNvSpPr/>
            <p:nvPr/>
          </p:nvSpPr>
          <p:spPr>
            <a:xfrm>
              <a:off x="5136507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9" name="pg1689"/>
            <p:cNvSpPr/>
            <p:nvPr/>
          </p:nvSpPr>
          <p:spPr>
            <a:xfrm>
              <a:off x="5148144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0" name="pg1690"/>
            <p:cNvSpPr/>
            <p:nvPr/>
          </p:nvSpPr>
          <p:spPr>
            <a:xfrm>
              <a:off x="5159781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1" name="pg1691"/>
            <p:cNvSpPr/>
            <p:nvPr/>
          </p:nvSpPr>
          <p:spPr>
            <a:xfrm>
              <a:off x="5171419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2" name="pg1692"/>
            <p:cNvSpPr/>
            <p:nvPr/>
          </p:nvSpPr>
          <p:spPr>
            <a:xfrm>
              <a:off x="5089957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3" name="pg1693"/>
            <p:cNvSpPr/>
            <p:nvPr/>
          </p:nvSpPr>
          <p:spPr>
            <a:xfrm>
              <a:off x="5101595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4" name="pg1694"/>
            <p:cNvSpPr/>
            <p:nvPr/>
          </p:nvSpPr>
          <p:spPr>
            <a:xfrm>
              <a:off x="5113232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5" name="pg1695"/>
            <p:cNvSpPr/>
            <p:nvPr/>
          </p:nvSpPr>
          <p:spPr>
            <a:xfrm>
              <a:off x="5124869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6" name="pg1696"/>
            <p:cNvSpPr/>
            <p:nvPr/>
          </p:nvSpPr>
          <p:spPr>
            <a:xfrm>
              <a:off x="5136507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7" name="pg1697"/>
            <p:cNvSpPr/>
            <p:nvPr/>
          </p:nvSpPr>
          <p:spPr>
            <a:xfrm>
              <a:off x="5148144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8" name="pg1698"/>
            <p:cNvSpPr/>
            <p:nvPr/>
          </p:nvSpPr>
          <p:spPr>
            <a:xfrm>
              <a:off x="5159781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9" name="pg1699"/>
            <p:cNvSpPr/>
            <p:nvPr/>
          </p:nvSpPr>
          <p:spPr>
            <a:xfrm>
              <a:off x="5171419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0" name="pg1700"/>
            <p:cNvSpPr/>
            <p:nvPr/>
          </p:nvSpPr>
          <p:spPr>
            <a:xfrm>
              <a:off x="5183056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1" name="pg1701"/>
            <p:cNvSpPr/>
            <p:nvPr/>
          </p:nvSpPr>
          <p:spPr>
            <a:xfrm>
              <a:off x="5124869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2" name="pg1702"/>
            <p:cNvSpPr/>
            <p:nvPr/>
          </p:nvSpPr>
          <p:spPr>
            <a:xfrm>
              <a:off x="5136507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3" name="pg1703"/>
            <p:cNvSpPr/>
            <p:nvPr/>
          </p:nvSpPr>
          <p:spPr>
            <a:xfrm>
              <a:off x="5148144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4" name="pg1704"/>
            <p:cNvSpPr/>
            <p:nvPr/>
          </p:nvSpPr>
          <p:spPr>
            <a:xfrm>
              <a:off x="5159781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5" name="pg1705"/>
            <p:cNvSpPr/>
            <p:nvPr/>
          </p:nvSpPr>
          <p:spPr>
            <a:xfrm>
              <a:off x="5171419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6" name="pg1706"/>
            <p:cNvSpPr/>
            <p:nvPr/>
          </p:nvSpPr>
          <p:spPr>
            <a:xfrm>
              <a:off x="5183056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7" name="pg1707"/>
            <p:cNvSpPr/>
            <p:nvPr/>
          </p:nvSpPr>
          <p:spPr>
            <a:xfrm>
              <a:off x="5066683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8" name="pg1708"/>
            <p:cNvSpPr/>
            <p:nvPr/>
          </p:nvSpPr>
          <p:spPr>
            <a:xfrm>
              <a:off x="5113232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9" name="pg1709"/>
            <p:cNvSpPr/>
            <p:nvPr/>
          </p:nvSpPr>
          <p:spPr>
            <a:xfrm>
              <a:off x="5124869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0" name="pg1710"/>
            <p:cNvSpPr/>
            <p:nvPr/>
          </p:nvSpPr>
          <p:spPr>
            <a:xfrm>
              <a:off x="5136507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1" name="pg1711"/>
            <p:cNvSpPr/>
            <p:nvPr/>
          </p:nvSpPr>
          <p:spPr>
            <a:xfrm>
              <a:off x="5148144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2" name="pg1712"/>
            <p:cNvSpPr/>
            <p:nvPr/>
          </p:nvSpPr>
          <p:spPr>
            <a:xfrm>
              <a:off x="5159781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3" name="pg1713"/>
            <p:cNvSpPr/>
            <p:nvPr/>
          </p:nvSpPr>
          <p:spPr>
            <a:xfrm>
              <a:off x="5171419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4" name="pg1714"/>
            <p:cNvSpPr/>
            <p:nvPr/>
          </p:nvSpPr>
          <p:spPr>
            <a:xfrm>
              <a:off x="5183056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5" name="pg1715"/>
            <p:cNvSpPr/>
            <p:nvPr/>
          </p:nvSpPr>
          <p:spPr>
            <a:xfrm>
              <a:off x="5055045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6" name="pg1716"/>
            <p:cNvSpPr/>
            <p:nvPr/>
          </p:nvSpPr>
          <p:spPr>
            <a:xfrm>
              <a:off x="5066683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7" name="pg1717"/>
            <p:cNvSpPr/>
            <p:nvPr/>
          </p:nvSpPr>
          <p:spPr>
            <a:xfrm>
              <a:off x="5078320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8" name="pg1718"/>
            <p:cNvSpPr/>
            <p:nvPr/>
          </p:nvSpPr>
          <p:spPr>
            <a:xfrm>
              <a:off x="5089957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9" name="pg1719"/>
            <p:cNvSpPr/>
            <p:nvPr/>
          </p:nvSpPr>
          <p:spPr>
            <a:xfrm>
              <a:off x="5101595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0" name="pg1720"/>
            <p:cNvSpPr/>
            <p:nvPr/>
          </p:nvSpPr>
          <p:spPr>
            <a:xfrm>
              <a:off x="5113232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1" name="pg1721"/>
            <p:cNvSpPr/>
            <p:nvPr/>
          </p:nvSpPr>
          <p:spPr>
            <a:xfrm>
              <a:off x="5124869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2" name="pg1722"/>
            <p:cNvSpPr/>
            <p:nvPr/>
          </p:nvSpPr>
          <p:spPr>
            <a:xfrm>
              <a:off x="5136507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3" name="pg1723"/>
            <p:cNvSpPr/>
            <p:nvPr/>
          </p:nvSpPr>
          <p:spPr>
            <a:xfrm>
              <a:off x="5148144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4" name="pg1724"/>
            <p:cNvSpPr/>
            <p:nvPr/>
          </p:nvSpPr>
          <p:spPr>
            <a:xfrm>
              <a:off x="5159781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5" name="pg1725"/>
            <p:cNvSpPr/>
            <p:nvPr/>
          </p:nvSpPr>
          <p:spPr>
            <a:xfrm>
              <a:off x="5171419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6" name="pg1726"/>
            <p:cNvSpPr/>
            <p:nvPr/>
          </p:nvSpPr>
          <p:spPr>
            <a:xfrm>
              <a:off x="5183056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7" name="pg1727"/>
            <p:cNvSpPr/>
            <p:nvPr/>
          </p:nvSpPr>
          <p:spPr>
            <a:xfrm>
              <a:off x="5043408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8" name="pg1728"/>
            <p:cNvSpPr/>
            <p:nvPr/>
          </p:nvSpPr>
          <p:spPr>
            <a:xfrm>
              <a:off x="5055045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9" name="pg1729"/>
            <p:cNvSpPr/>
            <p:nvPr/>
          </p:nvSpPr>
          <p:spPr>
            <a:xfrm>
              <a:off x="5066683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0" name="pg1730"/>
            <p:cNvSpPr/>
            <p:nvPr/>
          </p:nvSpPr>
          <p:spPr>
            <a:xfrm>
              <a:off x="5078320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1" name="pg1731"/>
            <p:cNvSpPr/>
            <p:nvPr/>
          </p:nvSpPr>
          <p:spPr>
            <a:xfrm>
              <a:off x="5089957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2" name="pg1732"/>
            <p:cNvSpPr/>
            <p:nvPr/>
          </p:nvSpPr>
          <p:spPr>
            <a:xfrm>
              <a:off x="5101595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3" name="pg1733"/>
            <p:cNvSpPr/>
            <p:nvPr/>
          </p:nvSpPr>
          <p:spPr>
            <a:xfrm>
              <a:off x="5113232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4" name="pg1734"/>
            <p:cNvSpPr/>
            <p:nvPr/>
          </p:nvSpPr>
          <p:spPr>
            <a:xfrm>
              <a:off x="5124869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5" name="pg1735"/>
            <p:cNvSpPr/>
            <p:nvPr/>
          </p:nvSpPr>
          <p:spPr>
            <a:xfrm>
              <a:off x="5136507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6" name="pg1736"/>
            <p:cNvSpPr/>
            <p:nvPr/>
          </p:nvSpPr>
          <p:spPr>
            <a:xfrm>
              <a:off x="5148144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7" name="pg1737"/>
            <p:cNvSpPr/>
            <p:nvPr/>
          </p:nvSpPr>
          <p:spPr>
            <a:xfrm>
              <a:off x="5159781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8" name="pg1738"/>
            <p:cNvSpPr/>
            <p:nvPr/>
          </p:nvSpPr>
          <p:spPr>
            <a:xfrm>
              <a:off x="5171419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9" name="pg1739"/>
            <p:cNvSpPr/>
            <p:nvPr/>
          </p:nvSpPr>
          <p:spPr>
            <a:xfrm>
              <a:off x="5183056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0" name="pg1740"/>
            <p:cNvSpPr/>
            <p:nvPr/>
          </p:nvSpPr>
          <p:spPr>
            <a:xfrm>
              <a:off x="5194693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1" name="pg1741"/>
            <p:cNvSpPr/>
            <p:nvPr/>
          </p:nvSpPr>
          <p:spPr>
            <a:xfrm>
              <a:off x="5043408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2" name="pg1742"/>
            <p:cNvSpPr/>
            <p:nvPr/>
          </p:nvSpPr>
          <p:spPr>
            <a:xfrm>
              <a:off x="5055045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3" name="pg1743"/>
            <p:cNvSpPr/>
            <p:nvPr/>
          </p:nvSpPr>
          <p:spPr>
            <a:xfrm>
              <a:off x="5066683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4" name="pg1744"/>
            <p:cNvSpPr/>
            <p:nvPr/>
          </p:nvSpPr>
          <p:spPr>
            <a:xfrm>
              <a:off x="5078320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5" name="pg1745"/>
            <p:cNvSpPr/>
            <p:nvPr/>
          </p:nvSpPr>
          <p:spPr>
            <a:xfrm>
              <a:off x="5089957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6" name="pg1746"/>
            <p:cNvSpPr/>
            <p:nvPr/>
          </p:nvSpPr>
          <p:spPr>
            <a:xfrm>
              <a:off x="5101595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7" name="pg1747"/>
            <p:cNvSpPr/>
            <p:nvPr/>
          </p:nvSpPr>
          <p:spPr>
            <a:xfrm>
              <a:off x="5113232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8" name="pg1748"/>
            <p:cNvSpPr/>
            <p:nvPr/>
          </p:nvSpPr>
          <p:spPr>
            <a:xfrm>
              <a:off x="5124869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9" name="pg1749"/>
            <p:cNvSpPr/>
            <p:nvPr/>
          </p:nvSpPr>
          <p:spPr>
            <a:xfrm>
              <a:off x="5136507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0" name="pg1750"/>
            <p:cNvSpPr/>
            <p:nvPr/>
          </p:nvSpPr>
          <p:spPr>
            <a:xfrm>
              <a:off x="5148144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1" name="pg1751"/>
            <p:cNvSpPr/>
            <p:nvPr/>
          </p:nvSpPr>
          <p:spPr>
            <a:xfrm>
              <a:off x="5159781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2" name="pg1752"/>
            <p:cNvSpPr/>
            <p:nvPr/>
          </p:nvSpPr>
          <p:spPr>
            <a:xfrm>
              <a:off x="5171419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3" name="pg1753"/>
            <p:cNvSpPr/>
            <p:nvPr/>
          </p:nvSpPr>
          <p:spPr>
            <a:xfrm>
              <a:off x="5183056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4" name="pg1754"/>
            <p:cNvSpPr/>
            <p:nvPr/>
          </p:nvSpPr>
          <p:spPr>
            <a:xfrm>
              <a:off x="5194693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5" name="pg1755"/>
            <p:cNvSpPr/>
            <p:nvPr/>
          </p:nvSpPr>
          <p:spPr>
            <a:xfrm>
              <a:off x="5206331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6" name="pg1756"/>
            <p:cNvSpPr/>
            <p:nvPr/>
          </p:nvSpPr>
          <p:spPr>
            <a:xfrm>
              <a:off x="5043408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7" name="pg1757"/>
            <p:cNvSpPr/>
            <p:nvPr/>
          </p:nvSpPr>
          <p:spPr>
            <a:xfrm>
              <a:off x="5055045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8" name="pg1758"/>
            <p:cNvSpPr/>
            <p:nvPr/>
          </p:nvSpPr>
          <p:spPr>
            <a:xfrm>
              <a:off x="5066683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9" name="pg1759"/>
            <p:cNvSpPr/>
            <p:nvPr/>
          </p:nvSpPr>
          <p:spPr>
            <a:xfrm>
              <a:off x="5078320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0" name="pg1760"/>
            <p:cNvSpPr/>
            <p:nvPr/>
          </p:nvSpPr>
          <p:spPr>
            <a:xfrm>
              <a:off x="5089957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1" name="pg1761"/>
            <p:cNvSpPr/>
            <p:nvPr/>
          </p:nvSpPr>
          <p:spPr>
            <a:xfrm>
              <a:off x="5101595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2" name="pg1762"/>
            <p:cNvSpPr/>
            <p:nvPr/>
          </p:nvSpPr>
          <p:spPr>
            <a:xfrm>
              <a:off x="5113232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3" name="pg1763"/>
            <p:cNvSpPr/>
            <p:nvPr/>
          </p:nvSpPr>
          <p:spPr>
            <a:xfrm>
              <a:off x="5124869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4" name="pg1764"/>
            <p:cNvSpPr/>
            <p:nvPr/>
          </p:nvSpPr>
          <p:spPr>
            <a:xfrm>
              <a:off x="5136507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5" name="pg1765"/>
            <p:cNvSpPr/>
            <p:nvPr/>
          </p:nvSpPr>
          <p:spPr>
            <a:xfrm>
              <a:off x="5148144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6" name="pg1766"/>
            <p:cNvSpPr/>
            <p:nvPr/>
          </p:nvSpPr>
          <p:spPr>
            <a:xfrm>
              <a:off x="5159781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7" name="pg1767"/>
            <p:cNvSpPr/>
            <p:nvPr/>
          </p:nvSpPr>
          <p:spPr>
            <a:xfrm>
              <a:off x="5171419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8" name="pg1768"/>
            <p:cNvSpPr/>
            <p:nvPr/>
          </p:nvSpPr>
          <p:spPr>
            <a:xfrm>
              <a:off x="5183056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9" name="pg1769"/>
            <p:cNvSpPr/>
            <p:nvPr/>
          </p:nvSpPr>
          <p:spPr>
            <a:xfrm>
              <a:off x="5194693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0" name="pg1770"/>
            <p:cNvSpPr/>
            <p:nvPr/>
          </p:nvSpPr>
          <p:spPr>
            <a:xfrm>
              <a:off x="5206331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1" name="pg1771"/>
            <p:cNvSpPr/>
            <p:nvPr/>
          </p:nvSpPr>
          <p:spPr>
            <a:xfrm>
              <a:off x="5043408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2" name="pg1772"/>
            <p:cNvSpPr/>
            <p:nvPr/>
          </p:nvSpPr>
          <p:spPr>
            <a:xfrm>
              <a:off x="5055045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3" name="pg1773"/>
            <p:cNvSpPr/>
            <p:nvPr/>
          </p:nvSpPr>
          <p:spPr>
            <a:xfrm>
              <a:off x="5066683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4" name="pg1774"/>
            <p:cNvSpPr/>
            <p:nvPr/>
          </p:nvSpPr>
          <p:spPr>
            <a:xfrm>
              <a:off x="5078320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5" name="pg1775"/>
            <p:cNvSpPr/>
            <p:nvPr/>
          </p:nvSpPr>
          <p:spPr>
            <a:xfrm>
              <a:off x="5089957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6" name="pg1776"/>
            <p:cNvSpPr/>
            <p:nvPr/>
          </p:nvSpPr>
          <p:spPr>
            <a:xfrm>
              <a:off x="5101595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7" name="pg1777"/>
            <p:cNvSpPr/>
            <p:nvPr/>
          </p:nvSpPr>
          <p:spPr>
            <a:xfrm>
              <a:off x="5113232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8" name="pg1778"/>
            <p:cNvSpPr/>
            <p:nvPr/>
          </p:nvSpPr>
          <p:spPr>
            <a:xfrm>
              <a:off x="5124869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9" name="pg1779"/>
            <p:cNvSpPr/>
            <p:nvPr/>
          </p:nvSpPr>
          <p:spPr>
            <a:xfrm>
              <a:off x="5136507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0" name="pg1780"/>
            <p:cNvSpPr/>
            <p:nvPr/>
          </p:nvSpPr>
          <p:spPr>
            <a:xfrm>
              <a:off x="5148144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1" name="pg1781"/>
            <p:cNvSpPr/>
            <p:nvPr/>
          </p:nvSpPr>
          <p:spPr>
            <a:xfrm>
              <a:off x="5159781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2" name="pg1782"/>
            <p:cNvSpPr/>
            <p:nvPr/>
          </p:nvSpPr>
          <p:spPr>
            <a:xfrm>
              <a:off x="5171419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3" name="pg1783"/>
            <p:cNvSpPr/>
            <p:nvPr/>
          </p:nvSpPr>
          <p:spPr>
            <a:xfrm>
              <a:off x="5183056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4" name="pg1784"/>
            <p:cNvSpPr/>
            <p:nvPr/>
          </p:nvSpPr>
          <p:spPr>
            <a:xfrm>
              <a:off x="5194693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5" name="pg1785"/>
            <p:cNvSpPr/>
            <p:nvPr/>
          </p:nvSpPr>
          <p:spPr>
            <a:xfrm>
              <a:off x="5206331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6" name="pg1786"/>
            <p:cNvSpPr/>
            <p:nvPr/>
          </p:nvSpPr>
          <p:spPr>
            <a:xfrm>
              <a:off x="5217968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7" name="pg1787"/>
            <p:cNvSpPr/>
            <p:nvPr/>
          </p:nvSpPr>
          <p:spPr>
            <a:xfrm>
              <a:off x="5055045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8" name="pg1788"/>
            <p:cNvSpPr/>
            <p:nvPr/>
          </p:nvSpPr>
          <p:spPr>
            <a:xfrm>
              <a:off x="5066683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9" name="pg1789"/>
            <p:cNvSpPr/>
            <p:nvPr/>
          </p:nvSpPr>
          <p:spPr>
            <a:xfrm>
              <a:off x="5078320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0" name="pg1790"/>
            <p:cNvSpPr/>
            <p:nvPr/>
          </p:nvSpPr>
          <p:spPr>
            <a:xfrm>
              <a:off x="5089957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1" name="pg1791"/>
            <p:cNvSpPr/>
            <p:nvPr/>
          </p:nvSpPr>
          <p:spPr>
            <a:xfrm>
              <a:off x="5101595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2" name="pg1792"/>
            <p:cNvSpPr/>
            <p:nvPr/>
          </p:nvSpPr>
          <p:spPr>
            <a:xfrm>
              <a:off x="5113232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3" name="pg1793"/>
            <p:cNvSpPr/>
            <p:nvPr/>
          </p:nvSpPr>
          <p:spPr>
            <a:xfrm>
              <a:off x="5124869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4" name="pg1794"/>
            <p:cNvSpPr/>
            <p:nvPr/>
          </p:nvSpPr>
          <p:spPr>
            <a:xfrm>
              <a:off x="5136507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5" name="pg1795"/>
            <p:cNvSpPr/>
            <p:nvPr/>
          </p:nvSpPr>
          <p:spPr>
            <a:xfrm>
              <a:off x="5148144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6" name="pg1796"/>
            <p:cNvSpPr/>
            <p:nvPr/>
          </p:nvSpPr>
          <p:spPr>
            <a:xfrm>
              <a:off x="5159781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7" name="pg1797"/>
            <p:cNvSpPr/>
            <p:nvPr/>
          </p:nvSpPr>
          <p:spPr>
            <a:xfrm>
              <a:off x="5171419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8" name="pg1798"/>
            <p:cNvSpPr/>
            <p:nvPr/>
          </p:nvSpPr>
          <p:spPr>
            <a:xfrm>
              <a:off x="5183056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9" name="pg1799"/>
            <p:cNvSpPr/>
            <p:nvPr/>
          </p:nvSpPr>
          <p:spPr>
            <a:xfrm>
              <a:off x="5194693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0" name="pg1800"/>
            <p:cNvSpPr/>
            <p:nvPr/>
          </p:nvSpPr>
          <p:spPr>
            <a:xfrm>
              <a:off x="5206331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1" name="pg1801"/>
            <p:cNvSpPr/>
            <p:nvPr/>
          </p:nvSpPr>
          <p:spPr>
            <a:xfrm>
              <a:off x="5217968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2" name="pg1802"/>
            <p:cNvSpPr/>
            <p:nvPr/>
          </p:nvSpPr>
          <p:spPr>
            <a:xfrm>
              <a:off x="502013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3" name="pg1803"/>
            <p:cNvSpPr/>
            <p:nvPr/>
          </p:nvSpPr>
          <p:spPr>
            <a:xfrm>
              <a:off x="503177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4" name="pg1804"/>
            <p:cNvSpPr/>
            <p:nvPr/>
          </p:nvSpPr>
          <p:spPr>
            <a:xfrm>
              <a:off x="5043408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5" name="pg1805"/>
            <p:cNvSpPr/>
            <p:nvPr/>
          </p:nvSpPr>
          <p:spPr>
            <a:xfrm>
              <a:off x="5055045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6" name="pg1806"/>
            <p:cNvSpPr/>
            <p:nvPr/>
          </p:nvSpPr>
          <p:spPr>
            <a:xfrm>
              <a:off x="506668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7" name="pg1807"/>
            <p:cNvSpPr/>
            <p:nvPr/>
          </p:nvSpPr>
          <p:spPr>
            <a:xfrm>
              <a:off x="5078320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8" name="pg1808"/>
            <p:cNvSpPr/>
            <p:nvPr/>
          </p:nvSpPr>
          <p:spPr>
            <a:xfrm>
              <a:off x="5089957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9" name="pg1809"/>
            <p:cNvSpPr/>
            <p:nvPr/>
          </p:nvSpPr>
          <p:spPr>
            <a:xfrm>
              <a:off x="5101595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0" name="pg1810"/>
            <p:cNvSpPr/>
            <p:nvPr/>
          </p:nvSpPr>
          <p:spPr>
            <a:xfrm>
              <a:off x="5113232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1" name="pg1811"/>
            <p:cNvSpPr/>
            <p:nvPr/>
          </p:nvSpPr>
          <p:spPr>
            <a:xfrm>
              <a:off x="5124869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2" name="pg1812"/>
            <p:cNvSpPr/>
            <p:nvPr/>
          </p:nvSpPr>
          <p:spPr>
            <a:xfrm>
              <a:off x="5136507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3" name="pg1813"/>
            <p:cNvSpPr/>
            <p:nvPr/>
          </p:nvSpPr>
          <p:spPr>
            <a:xfrm>
              <a:off x="5148144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4" name="pg1814"/>
            <p:cNvSpPr/>
            <p:nvPr/>
          </p:nvSpPr>
          <p:spPr>
            <a:xfrm>
              <a:off x="515978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5" name="pg1815"/>
            <p:cNvSpPr/>
            <p:nvPr/>
          </p:nvSpPr>
          <p:spPr>
            <a:xfrm>
              <a:off x="5171419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6" name="pg1816"/>
            <p:cNvSpPr/>
            <p:nvPr/>
          </p:nvSpPr>
          <p:spPr>
            <a:xfrm>
              <a:off x="5183056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7" name="pg1817"/>
            <p:cNvSpPr/>
            <p:nvPr/>
          </p:nvSpPr>
          <p:spPr>
            <a:xfrm>
              <a:off x="519469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8" name="pg1818"/>
            <p:cNvSpPr/>
            <p:nvPr/>
          </p:nvSpPr>
          <p:spPr>
            <a:xfrm>
              <a:off x="520633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9" name="pg1819"/>
            <p:cNvSpPr/>
            <p:nvPr/>
          </p:nvSpPr>
          <p:spPr>
            <a:xfrm>
              <a:off x="502013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0" name="pg1820"/>
            <p:cNvSpPr/>
            <p:nvPr/>
          </p:nvSpPr>
          <p:spPr>
            <a:xfrm>
              <a:off x="5031771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1" name="pg1821"/>
            <p:cNvSpPr/>
            <p:nvPr/>
          </p:nvSpPr>
          <p:spPr>
            <a:xfrm>
              <a:off x="5043408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2" name="pg1822"/>
            <p:cNvSpPr/>
            <p:nvPr/>
          </p:nvSpPr>
          <p:spPr>
            <a:xfrm>
              <a:off x="5055045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3" name="pg1823"/>
            <p:cNvSpPr/>
            <p:nvPr/>
          </p:nvSpPr>
          <p:spPr>
            <a:xfrm>
              <a:off x="506668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4" name="pg1824"/>
            <p:cNvSpPr/>
            <p:nvPr/>
          </p:nvSpPr>
          <p:spPr>
            <a:xfrm>
              <a:off x="5078320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5" name="pg1825"/>
            <p:cNvSpPr/>
            <p:nvPr/>
          </p:nvSpPr>
          <p:spPr>
            <a:xfrm>
              <a:off x="5089957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6" name="pg1826"/>
            <p:cNvSpPr/>
            <p:nvPr/>
          </p:nvSpPr>
          <p:spPr>
            <a:xfrm>
              <a:off x="5101595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7" name="pg1827"/>
            <p:cNvSpPr/>
            <p:nvPr/>
          </p:nvSpPr>
          <p:spPr>
            <a:xfrm>
              <a:off x="5113232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8" name="pg1828"/>
            <p:cNvSpPr/>
            <p:nvPr/>
          </p:nvSpPr>
          <p:spPr>
            <a:xfrm>
              <a:off x="5124869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9" name="pg1829"/>
            <p:cNvSpPr/>
            <p:nvPr/>
          </p:nvSpPr>
          <p:spPr>
            <a:xfrm>
              <a:off x="5136507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0" name="pg1830"/>
            <p:cNvSpPr/>
            <p:nvPr/>
          </p:nvSpPr>
          <p:spPr>
            <a:xfrm>
              <a:off x="5148144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1" name="pg1831"/>
            <p:cNvSpPr/>
            <p:nvPr/>
          </p:nvSpPr>
          <p:spPr>
            <a:xfrm>
              <a:off x="5159781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2" name="pg1832"/>
            <p:cNvSpPr/>
            <p:nvPr/>
          </p:nvSpPr>
          <p:spPr>
            <a:xfrm>
              <a:off x="5171419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3" name="pg1833"/>
            <p:cNvSpPr/>
            <p:nvPr/>
          </p:nvSpPr>
          <p:spPr>
            <a:xfrm>
              <a:off x="5183056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4" name="pg1834"/>
            <p:cNvSpPr/>
            <p:nvPr/>
          </p:nvSpPr>
          <p:spPr>
            <a:xfrm>
              <a:off x="519469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5" name="pg1835"/>
            <p:cNvSpPr/>
            <p:nvPr/>
          </p:nvSpPr>
          <p:spPr>
            <a:xfrm>
              <a:off x="5020133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6" name="pg1836"/>
            <p:cNvSpPr/>
            <p:nvPr/>
          </p:nvSpPr>
          <p:spPr>
            <a:xfrm>
              <a:off x="5031771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7" name="pg1837"/>
            <p:cNvSpPr/>
            <p:nvPr/>
          </p:nvSpPr>
          <p:spPr>
            <a:xfrm>
              <a:off x="5043408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8" name="pg1838"/>
            <p:cNvSpPr/>
            <p:nvPr/>
          </p:nvSpPr>
          <p:spPr>
            <a:xfrm>
              <a:off x="5055045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9" name="pg1839"/>
            <p:cNvSpPr/>
            <p:nvPr/>
          </p:nvSpPr>
          <p:spPr>
            <a:xfrm>
              <a:off x="5066683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0" name="pg1840"/>
            <p:cNvSpPr/>
            <p:nvPr/>
          </p:nvSpPr>
          <p:spPr>
            <a:xfrm>
              <a:off x="5078320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1" name="pg1841"/>
            <p:cNvSpPr/>
            <p:nvPr/>
          </p:nvSpPr>
          <p:spPr>
            <a:xfrm>
              <a:off x="5089957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2" name="pg1842"/>
            <p:cNvSpPr/>
            <p:nvPr/>
          </p:nvSpPr>
          <p:spPr>
            <a:xfrm>
              <a:off x="5101595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3" name="pg1843"/>
            <p:cNvSpPr/>
            <p:nvPr/>
          </p:nvSpPr>
          <p:spPr>
            <a:xfrm>
              <a:off x="5113232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4" name="pg1844"/>
            <p:cNvSpPr/>
            <p:nvPr/>
          </p:nvSpPr>
          <p:spPr>
            <a:xfrm>
              <a:off x="5124869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5" name="pg1845"/>
            <p:cNvSpPr/>
            <p:nvPr/>
          </p:nvSpPr>
          <p:spPr>
            <a:xfrm>
              <a:off x="5136507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6" name="pg1846"/>
            <p:cNvSpPr/>
            <p:nvPr/>
          </p:nvSpPr>
          <p:spPr>
            <a:xfrm>
              <a:off x="5148144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7" name="pg1847"/>
            <p:cNvSpPr/>
            <p:nvPr/>
          </p:nvSpPr>
          <p:spPr>
            <a:xfrm>
              <a:off x="5159781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8" name="pg1848"/>
            <p:cNvSpPr/>
            <p:nvPr/>
          </p:nvSpPr>
          <p:spPr>
            <a:xfrm>
              <a:off x="5171419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9" name="pg1849"/>
            <p:cNvSpPr/>
            <p:nvPr/>
          </p:nvSpPr>
          <p:spPr>
            <a:xfrm>
              <a:off x="5183056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0" name="pg1850"/>
            <p:cNvSpPr/>
            <p:nvPr/>
          </p:nvSpPr>
          <p:spPr>
            <a:xfrm>
              <a:off x="5020133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1" name="pg1851"/>
            <p:cNvSpPr/>
            <p:nvPr/>
          </p:nvSpPr>
          <p:spPr>
            <a:xfrm>
              <a:off x="5031771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2" name="pg1852"/>
            <p:cNvSpPr/>
            <p:nvPr/>
          </p:nvSpPr>
          <p:spPr>
            <a:xfrm>
              <a:off x="5043408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3" name="pg1853"/>
            <p:cNvSpPr/>
            <p:nvPr/>
          </p:nvSpPr>
          <p:spPr>
            <a:xfrm>
              <a:off x="5055045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4" name="pg1854"/>
            <p:cNvSpPr/>
            <p:nvPr/>
          </p:nvSpPr>
          <p:spPr>
            <a:xfrm>
              <a:off x="5066683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5" name="pg1855"/>
            <p:cNvSpPr/>
            <p:nvPr/>
          </p:nvSpPr>
          <p:spPr>
            <a:xfrm>
              <a:off x="5078320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6" name="pg1856"/>
            <p:cNvSpPr/>
            <p:nvPr/>
          </p:nvSpPr>
          <p:spPr>
            <a:xfrm>
              <a:off x="5089957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7" name="pg1857"/>
            <p:cNvSpPr/>
            <p:nvPr/>
          </p:nvSpPr>
          <p:spPr>
            <a:xfrm>
              <a:off x="5101595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8" name="pg1858"/>
            <p:cNvSpPr/>
            <p:nvPr/>
          </p:nvSpPr>
          <p:spPr>
            <a:xfrm>
              <a:off x="5113232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9" name="pg1859"/>
            <p:cNvSpPr/>
            <p:nvPr/>
          </p:nvSpPr>
          <p:spPr>
            <a:xfrm>
              <a:off x="5124869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0" name="pg1860"/>
            <p:cNvSpPr/>
            <p:nvPr/>
          </p:nvSpPr>
          <p:spPr>
            <a:xfrm>
              <a:off x="5136507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1" name="pg1861"/>
            <p:cNvSpPr/>
            <p:nvPr/>
          </p:nvSpPr>
          <p:spPr>
            <a:xfrm>
              <a:off x="5148144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2" name="pg1862"/>
            <p:cNvSpPr/>
            <p:nvPr/>
          </p:nvSpPr>
          <p:spPr>
            <a:xfrm>
              <a:off x="5159781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3" name="pg1863"/>
            <p:cNvSpPr/>
            <p:nvPr/>
          </p:nvSpPr>
          <p:spPr>
            <a:xfrm>
              <a:off x="5171419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4" name="pg1864"/>
            <p:cNvSpPr/>
            <p:nvPr/>
          </p:nvSpPr>
          <p:spPr>
            <a:xfrm>
              <a:off x="5008496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5" name="pg1865"/>
            <p:cNvSpPr/>
            <p:nvPr/>
          </p:nvSpPr>
          <p:spPr>
            <a:xfrm>
              <a:off x="5020133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6" name="pg1866"/>
            <p:cNvSpPr/>
            <p:nvPr/>
          </p:nvSpPr>
          <p:spPr>
            <a:xfrm>
              <a:off x="5031771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7" name="pg1867"/>
            <p:cNvSpPr/>
            <p:nvPr/>
          </p:nvSpPr>
          <p:spPr>
            <a:xfrm>
              <a:off x="5043408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8" name="pg1868"/>
            <p:cNvSpPr/>
            <p:nvPr/>
          </p:nvSpPr>
          <p:spPr>
            <a:xfrm>
              <a:off x="5055045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9" name="pg1869"/>
            <p:cNvSpPr/>
            <p:nvPr/>
          </p:nvSpPr>
          <p:spPr>
            <a:xfrm>
              <a:off x="5066683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0" name="pg1870"/>
            <p:cNvSpPr/>
            <p:nvPr/>
          </p:nvSpPr>
          <p:spPr>
            <a:xfrm>
              <a:off x="5078320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1" name="pg1871"/>
            <p:cNvSpPr/>
            <p:nvPr/>
          </p:nvSpPr>
          <p:spPr>
            <a:xfrm>
              <a:off x="5089957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2" name="pg1872"/>
            <p:cNvSpPr/>
            <p:nvPr/>
          </p:nvSpPr>
          <p:spPr>
            <a:xfrm>
              <a:off x="5101595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3" name="pg1873"/>
            <p:cNvSpPr/>
            <p:nvPr/>
          </p:nvSpPr>
          <p:spPr>
            <a:xfrm>
              <a:off x="5113232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4" name="pg1874"/>
            <p:cNvSpPr/>
            <p:nvPr/>
          </p:nvSpPr>
          <p:spPr>
            <a:xfrm>
              <a:off x="5124869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5" name="pg1875"/>
            <p:cNvSpPr/>
            <p:nvPr/>
          </p:nvSpPr>
          <p:spPr>
            <a:xfrm>
              <a:off x="5136507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6" name="pg1876"/>
            <p:cNvSpPr/>
            <p:nvPr/>
          </p:nvSpPr>
          <p:spPr>
            <a:xfrm>
              <a:off x="5148144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7" name="pg1877"/>
            <p:cNvSpPr/>
            <p:nvPr/>
          </p:nvSpPr>
          <p:spPr>
            <a:xfrm>
              <a:off x="5008496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8" name="pg1878"/>
            <p:cNvSpPr/>
            <p:nvPr/>
          </p:nvSpPr>
          <p:spPr>
            <a:xfrm>
              <a:off x="5020133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9" name="pg1879"/>
            <p:cNvSpPr/>
            <p:nvPr/>
          </p:nvSpPr>
          <p:spPr>
            <a:xfrm>
              <a:off x="5031771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0" name="pg1880"/>
            <p:cNvSpPr/>
            <p:nvPr/>
          </p:nvSpPr>
          <p:spPr>
            <a:xfrm>
              <a:off x="5043408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1" name="pg1881"/>
            <p:cNvSpPr/>
            <p:nvPr/>
          </p:nvSpPr>
          <p:spPr>
            <a:xfrm>
              <a:off x="5055045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2" name="pg1882"/>
            <p:cNvSpPr/>
            <p:nvPr/>
          </p:nvSpPr>
          <p:spPr>
            <a:xfrm>
              <a:off x="5066683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3" name="pg1883"/>
            <p:cNvSpPr/>
            <p:nvPr/>
          </p:nvSpPr>
          <p:spPr>
            <a:xfrm>
              <a:off x="5078320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4" name="pg1884"/>
            <p:cNvSpPr/>
            <p:nvPr/>
          </p:nvSpPr>
          <p:spPr>
            <a:xfrm>
              <a:off x="5089957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5" name="pg1885"/>
            <p:cNvSpPr/>
            <p:nvPr/>
          </p:nvSpPr>
          <p:spPr>
            <a:xfrm>
              <a:off x="5101595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6" name="pg1886"/>
            <p:cNvSpPr/>
            <p:nvPr/>
          </p:nvSpPr>
          <p:spPr>
            <a:xfrm>
              <a:off x="5113232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7" name="pg1887"/>
            <p:cNvSpPr/>
            <p:nvPr/>
          </p:nvSpPr>
          <p:spPr>
            <a:xfrm>
              <a:off x="5124869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8" name="pg1888"/>
            <p:cNvSpPr/>
            <p:nvPr/>
          </p:nvSpPr>
          <p:spPr>
            <a:xfrm>
              <a:off x="5136507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9" name="pg1889"/>
            <p:cNvSpPr/>
            <p:nvPr/>
          </p:nvSpPr>
          <p:spPr>
            <a:xfrm>
              <a:off x="5008496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0" name="pg1890"/>
            <p:cNvSpPr/>
            <p:nvPr/>
          </p:nvSpPr>
          <p:spPr>
            <a:xfrm>
              <a:off x="5020133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1" name="pg1891"/>
            <p:cNvSpPr/>
            <p:nvPr/>
          </p:nvSpPr>
          <p:spPr>
            <a:xfrm>
              <a:off x="5031771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2" name="pg1892"/>
            <p:cNvSpPr/>
            <p:nvPr/>
          </p:nvSpPr>
          <p:spPr>
            <a:xfrm>
              <a:off x="5043408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3" name="pg1893"/>
            <p:cNvSpPr/>
            <p:nvPr/>
          </p:nvSpPr>
          <p:spPr>
            <a:xfrm>
              <a:off x="5055045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4" name="pg1894"/>
            <p:cNvSpPr/>
            <p:nvPr/>
          </p:nvSpPr>
          <p:spPr>
            <a:xfrm>
              <a:off x="5066683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5" name="pg1895"/>
            <p:cNvSpPr/>
            <p:nvPr/>
          </p:nvSpPr>
          <p:spPr>
            <a:xfrm>
              <a:off x="5078320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6" name="pg1896"/>
            <p:cNvSpPr/>
            <p:nvPr/>
          </p:nvSpPr>
          <p:spPr>
            <a:xfrm>
              <a:off x="5089957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7" name="pg1897"/>
            <p:cNvSpPr/>
            <p:nvPr/>
          </p:nvSpPr>
          <p:spPr>
            <a:xfrm>
              <a:off x="5101595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8" name="pg1898"/>
            <p:cNvSpPr/>
            <p:nvPr/>
          </p:nvSpPr>
          <p:spPr>
            <a:xfrm>
              <a:off x="5113232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9" name="pg1899"/>
            <p:cNvSpPr/>
            <p:nvPr/>
          </p:nvSpPr>
          <p:spPr>
            <a:xfrm>
              <a:off x="5124869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0" name="pg1900"/>
            <p:cNvSpPr/>
            <p:nvPr/>
          </p:nvSpPr>
          <p:spPr>
            <a:xfrm>
              <a:off x="4985221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1" name="pg1901"/>
            <p:cNvSpPr/>
            <p:nvPr/>
          </p:nvSpPr>
          <p:spPr>
            <a:xfrm>
              <a:off x="4996859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2" name="pg1902"/>
            <p:cNvSpPr/>
            <p:nvPr/>
          </p:nvSpPr>
          <p:spPr>
            <a:xfrm>
              <a:off x="5008496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3" name="pg1903"/>
            <p:cNvSpPr/>
            <p:nvPr/>
          </p:nvSpPr>
          <p:spPr>
            <a:xfrm>
              <a:off x="5020133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4" name="pg1904"/>
            <p:cNvSpPr/>
            <p:nvPr/>
          </p:nvSpPr>
          <p:spPr>
            <a:xfrm>
              <a:off x="5031771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5" name="pg1905"/>
            <p:cNvSpPr/>
            <p:nvPr/>
          </p:nvSpPr>
          <p:spPr>
            <a:xfrm>
              <a:off x="5043408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6" name="pg1906"/>
            <p:cNvSpPr/>
            <p:nvPr/>
          </p:nvSpPr>
          <p:spPr>
            <a:xfrm>
              <a:off x="5055045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7" name="pg1907"/>
            <p:cNvSpPr/>
            <p:nvPr/>
          </p:nvSpPr>
          <p:spPr>
            <a:xfrm>
              <a:off x="5066683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8" name="pg1908"/>
            <p:cNvSpPr/>
            <p:nvPr/>
          </p:nvSpPr>
          <p:spPr>
            <a:xfrm>
              <a:off x="5078320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9" name="pg1909"/>
            <p:cNvSpPr/>
            <p:nvPr/>
          </p:nvSpPr>
          <p:spPr>
            <a:xfrm>
              <a:off x="5089957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0" name="pg1910"/>
            <p:cNvSpPr/>
            <p:nvPr/>
          </p:nvSpPr>
          <p:spPr>
            <a:xfrm>
              <a:off x="5101595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1" name="pg1911"/>
            <p:cNvSpPr/>
            <p:nvPr/>
          </p:nvSpPr>
          <p:spPr>
            <a:xfrm>
              <a:off x="5113232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2" name="pg1912"/>
            <p:cNvSpPr/>
            <p:nvPr/>
          </p:nvSpPr>
          <p:spPr>
            <a:xfrm>
              <a:off x="5124869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3" name="pg1913"/>
            <p:cNvSpPr/>
            <p:nvPr/>
          </p:nvSpPr>
          <p:spPr>
            <a:xfrm>
              <a:off x="4973584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4" name="pg1914"/>
            <p:cNvSpPr/>
            <p:nvPr/>
          </p:nvSpPr>
          <p:spPr>
            <a:xfrm>
              <a:off x="4985221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5" name="pg1915"/>
            <p:cNvSpPr/>
            <p:nvPr/>
          </p:nvSpPr>
          <p:spPr>
            <a:xfrm>
              <a:off x="4996859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6" name="pg1916"/>
            <p:cNvSpPr/>
            <p:nvPr/>
          </p:nvSpPr>
          <p:spPr>
            <a:xfrm>
              <a:off x="5008496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7" name="pg1917"/>
            <p:cNvSpPr/>
            <p:nvPr/>
          </p:nvSpPr>
          <p:spPr>
            <a:xfrm>
              <a:off x="5020133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8" name="pg1918"/>
            <p:cNvSpPr/>
            <p:nvPr/>
          </p:nvSpPr>
          <p:spPr>
            <a:xfrm>
              <a:off x="5031771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9" name="pg1919"/>
            <p:cNvSpPr/>
            <p:nvPr/>
          </p:nvSpPr>
          <p:spPr>
            <a:xfrm>
              <a:off x="5043408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0" name="pg1920"/>
            <p:cNvSpPr/>
            <p:nvPr/>
          </p:nvSpPr>
          <p:spPr>
            <a:xfrm>
              <a:off x="5055045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1" name="pg1921"/>
            <p:cNvSpPr/>
            <p:nvPr/>
          </p:nvSpPr>
          <p:spPr>
            <a:xfrm>
              <a:off x="5066683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2" name="pg1922"/>
            <p:cNvSpPr/>
            <p:nvPr/>
          </p:nvSpPr>
          <p:spPr>
            <a:xfrm>
              <a:off x="5078320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3" name="pg1923"/>
            <p:cNvSpPr/>
            <p:nvPr/>
          </p:nvSpPr>
          <p:spPr>
            <a:xfrm>
              <a:off x="5089957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4" name="pg1924"/>
            <p:cNvSpPr/>
            <p:nvPr/>
          </p:nvSpPr>
          <p:spPr>
            <a:xfrm>
              <a:off x="5101595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5" name="pg1925"/>
            <p:cNvSpPr/>
            <p:nvPr/>
          </p:nvSpPr>
          <p:spPr>
            <a:xfrm>
              <a:off x="5113232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6" name="pg1926"/>
            <p:cNvSpPr/>
            <p:nvPr/>
          </p:nvSpPr>
          <p:spPr>
            <a:xfrm>
              <a:off x="5124869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7" name="pg1927"/>
            <p:cNvSpPr/>
            <p:nvPr/>
          </p:nvSpPr>
          <p:spPr>
            <a:xfrm>
              <a:off x="4973584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8" name="pg1928"/>
            <p:cNvSpPr/>
            <p:nvPr/>
          </p:nvSpPr>
          <p:spPr>
            <a:xfrm>
              <a:off x="4985221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9" name="pg1929"/>
            <p:cNvSpPr/>
            <p:nvPr/>
          </p:nvSpPr>
          <p:spPr>
            <a:xfrm>
              <a:off x="4996859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0" name="pg1930"/>
            <p:cNvSpPr/>
            <p:nvPr/>
          </p:nvSpPr>
          <p:spPr>
            <a:xfrm>
              <a:off x="5008496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1" name="pg1931"/>
            <p:cNvSpPr/>
            <p:nvPr/>
          </p:nvSpPr>
          <p:spPr>
            <a:xfrm>
              <a:off x="5020133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2" name="pg1932"/>
            <p:cNvSpPr/>
            <p:nvPr/>
          </p:nvSpPr>
          <p:spPr>
            <a:xfrm>
              <a:off x="5031771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3" name="pg1933"/>
            <p:cNvSpPr/>
            <p:nvPr/>
          </p:nvSpPr>
          <p:spPr>
            <a:xfrm>
              <a:off x="5043408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4" name="pg1934"/>
            <p:cNvSpPr/>
            <p:nvPr/>
          </p:nvSpPr>
          <p:spPr>
            <a:xfrm>
              <a:off x="5055045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5" name="pg1935"/>
            <p:cNvSpPr/>
            <p:nvPr/>
          </p:nvSpPr>
          <p:spPr>
            <a:xfrm>
              <a:off x="5066683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6" name="pg1936"/>
            <p:cNvSpPr/>
            <p:nvPr/>
          </p:nvSpPr>
          <p:spPr>
            <a:xfrm>
              <a:off x="5078320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7" name="pg1937"/>
            <p:cNvSpPr/>
            <p:nvPr/>
          </p:nvSpPr>
          <p:spPr>
            <a:xfrm>
              <a:off x="5089957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8" name="pg1938"/>
            <p:cNvSpPr/>
            <p:nvPr/>
          </p:nvSpPr>
          <p:spPr>
            <a:xfrm>
              <a:off x="5101595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9" name="pg1939"/>
            <p:cNvSpPr/>
            <p:nvPr/>
          </p:nvSpPr>
          <p:spPr>
            <a:xfrm>
              <a:off x="5113232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0" name="pg1940"/>
            <p:cNvSpPr/>
            <p:nvPr/>
          </p:nvSpPr>
          <p:spPr>
            <a:xfrm>
              <a:off x="4961947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1" name="pg1941"/>
            <p:cNvSpPr/>
            <p:nvPr/>
          </p:nvSpPr>
          <p:spPr>
            <a:xfrm>
              <a:off x="4973584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2" name="pg1942"/>
            <p:cNvSpPr/>
            <p:nvPr/>
          </p:nvSpPr>
          <p:spPr>
            <a:xfrm>
              <a:off x="4985221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3" name="pg1943"/>
            <p:cNvSpPr/>
            <p:nvPr/>
          </p:nvSpPr>
          <p:spPr>
            <a:xfrm>
              <a:off x="4996859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4" name="pg1944"/>
            <p:cNvSpPr/>
            <p:nvPr/>
          </p:nvSpPr>
          <p:spPr>
            <a:xfrm>
              <a:off x="5008496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5" name="pg1945"/>
            <p:cNvSpPr/>
            <p:nvPr/>
          </p:nvSpPr>
          <p:spPr>
            <a:xfrm>
              <a:off x="5020133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6" name="pg1946"/>
            <p:cNvSpPr/>
            <p:nvPr/>
          </p:nvSpPr>
          <p:spPr>
            <a:xfrm>
              <a:off x="5031771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7" name="pg1947"/>
            <p:cNvSpPr/>
            <p:nvPr/>
          </p:nvSpPr>
          <p:spPr>
            <a:xfrm>
              <a:off x="5043408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8" name="pg1948"/>
            <p:cNvSpPr/>
            <p:nvPr/>
          </p:nvSpPr>
          <p:spPr>
            <a:xfrm>
              <a:off x="5055045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9" name="pg1949"/>
            <p:cNvSpPr/>
            <p:nvPr/>
          </p:nvSpPr>
          <p:spPr>
            <a:xfrm>
              <a:off x="5066683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0" name="pg1950"/>
            <p:cNvSpPr/>
            <p:nvPr/>
          </p:nvSpPr>
          <p:spPr>
            <a:xfrm>
              <a:off x="5078320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1" name="pg1951"/>
            <p:cNvSpPr/>
            <p:nvPr/>
          </p:nvSpPr>
          <p:spPr>
            <a:xfrm>
              <a:off x="5089957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2" name="pg1952"/>
            <p:cNvSpPr/>
            <p:nvPr/>
          </p:nvSpPr>
          <p:spPr>
            <a:xfrm>
              <a:off x="5101595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3" name="pg1953"/>
            <p:cNvSpPr/>
            <p:nvPr/>
          </p:nvSpPr>
          <p:spPr>
            <a:xfrm>
              <a:off x="4950309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4" name="pg1954"/>
            <p:cNvSpPr/>
            <p:nvPr/>
          </p:nvSpPr>
          <p:spPr>
            <a:xfrm>
              <a:off x="4961947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5" name="pg1955"/>
            <p:cNvSpPr/>
            <p:nvPr/>
          </p:nvSpPr>
          <p:spPr>
            <a:xfrm>
              <a:off x="4973584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6" name="pg1956"/>
            <p:cNvSpPr/>
            <p:nvPr/>
          </p:nvSpPr>
          <p:spPr>
            <a:xfrm>
              <a:off x="4985221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7" name="pg1957"/>
            <p:cNvSpPr/>
            <p:nvPr/>
          </p:nvSpPr>
          <p:spPr>
            <a:xfrm>
              <a:off x="4996859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8" name="pg1958"/>
            <p:cNvSpPr/>
            <p:nvPr/>
          </p:nvSpPr>
          <p:spPr>
            <a:xfrm>
              <a:off x="5008496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9" name="pg1959"/>
            <p:cNvSpPr/>
            <p:nvPr/>
          </p:nvSpPr>
          <p:spPr>
            <a:xfrm>
              <a:off x="5020133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0" name="pg1960"/>
            <p:cNvSpPr/>
            <p:nvPr/>
          </p:nvSpPr>
          <p:spPr>
            <a:xfrm>
              <a:off x="5031771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1" name="pg1961"/>
            <p:cNvSpPr/>
            <p:nvPr/>
          </p:nvSpPr>
          <p:spPr>
            <a:xfrm>
              <a:off x="5043408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2" name="pg1962"/>
            <p:cNvSpPr/>
            <p:nvPr/>
          </p:nvSpPr>
          <p:spPr>
            <a:xfrm>
              <a:off x="5055045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3" name="pg1963"/>
            <p:cNvSpPr/>
            <p:nvPr/>
          </p:nvSpPr>
          <p:spPr>
            <a:xfrm>
              <a:off x="5066683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4" name="pg1964"/>
            <p:cNvSpPr/>
            <p:nvPr/>
          </p:nvSpPr>
          <p:spPr>
            <a:xfrm>
              <a:off x="5078320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5" name="pg1965"/>
            <p:cNvSpPr/>
            <p:nvPr/>
          </p:nvSpPr>
          <p:spPr>
            <a:xfrm>
              <a:off x="4927035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6" name="pg1966"/>
            <p:cNvSpPr/>
            <p:nvPr/>
          </p:nvSpPr>
          <p:spPr>
            <a:xfrm>
              <a:off x="4938672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7" name="pg1967"/>
            <p:cNvSpPr/>
            <p:nvPr/>
          </p:nvSpPr>
          <p:spPr>
            <a:xfrm>
              <a:off x="4950309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8" name="pg1968"/>
            <p:cNvSpPr/>
            <p:nvPr/>
          </p:nvSpPr>
          <p:spPr>
            <a:xfrm>
              <a:off x="4961947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9" name="pg1969"/>
            <p:cNvSpPr/>
            <p:nvPr/>
          </p:nvSpPr>
          <p:spPr>
            <a:xfrm>
              <a:off x="4973584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0" name="pg1970"/>
            <p:cNvSpPr/>
            <p:nvPr/>
          </p:nvSpPr>
          <p:spPr>
            <a:xfrm>
              <a:off x="4985221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1" name="pg1971"/>
            <p:cNvSpPr/>
            <p:nvPr/>
          </p:nvSpPr>
          <p:spPr>
            <a:xfrm>
              <a:off x="4996859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2" name="pg1972"/>
            <p:cNvSpPr/>
            <p:nvPr/>
          </p:nvSpPr>
          <p:spPr>
            <a:xfrm>
              <a:off x="5008496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3" name="pg1973"/>
            <p:cNvSpPr/>
            <p:nvPr/>
          </p:nvSpPr>
          <p:spPr>
            <a:xfrm>
              <a:off x="5020133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4" name="pg1974"/>
            <p:cNvSpPr/>
            <p:nvPr/>
          </p:nvSpPr>
          <p:spPr>
            <a:xfrm>
              <a:off x="4915397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5" name="pg1975"/>
            <p:cNvSpPr/>
            <p:nvPr/>
          </p:nvSpPr>
          <p:spPr>
            <a:xfrm>
              <a:off x="4927035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6" name="pg1976"/>
            <p:cNvSpPr/>
            <p:nvPr/>
          </p:nvSpPr>
          <p:spPr>
            <a:xfrm>
              <a:off x="4938672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7" name="pg1977"/>
            <p:cNvSpPr/>
            <p:nvPr/>
          </p:nvSpPr>
          <p:spPr>
            <a:xfrm>
              <a:off x="4950309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8" name="pg1978"/>
            <p:cNvSpPr/>
            <p:nvPr/>
          </p:nvSpPr>
          <p:spPr>
            <a:xfrm>
              <a:off x="4961947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9" name="pg1979"/>
            <p:cNvSpPr/>
            <p:nvPr/>
          </p:nvSpPr>
          <p:spPr>
            <a:xfrm>
              <a:off x="4973584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0" name="pg1980"/>
            <p:cNvSpPr/>
            <p:nvPr/>
          </p:nvSpPr>
          <p:spPr>
            <a:xfrm>
              <a:off x="4985221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1" name="pg1981"/>
            <p:cNvSpPr/>
            <p:nvPr/>
          </p:nvSpPr>
          <p:spPr>
            <a:xfrm>
              <a:off x="4996859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2" name="pg1982"/>
            <p:cNvSpPr/>
            <p:nvPr/>
          </p:nvSpPr>
          <p:spPr>
            <a:xfrm>
              <a:off x="4892123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3" name="pg1983"/>
            <p:cNvSpPr/>
            <p:nvPr/>
          </p:nvSpPr>
          <p:spPr>
            <a:xfrm>
              <a:off x="4903760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4" name="pg1984"/>
            <p:cNvSpPr/>
            <p:nvPr/>
          </p:nvSpPr>
          <p:spPr>
            <a:xfrm>
              <a:off x="4915397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5" name="pg1985"/>
            <p:cNvSpPr/>
            <p:nvPr/>
          </p:nvSpPr>
          <p:spPr>
            <a:xfrm>
              <a:off x="4927035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6" name="pg1986"/>
            <p:cNvSpPr/>
            <p:nvPr/>
          </p:nvSpPr>
          <p:spPr>
            <a:xfrm>
              <a:off x="4938672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7" name="pg1987"/>
            <p:cNvSpPr/>
            <p:nvPr/>
          </p:nvSpPr>
          <p:spPr>
            <a:xfrm>
              <a:off x="4950309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8" name="pg1988"/>
            <p:cNvSpPr/>
            <p:nvPr/>
          </p:nvSpPr>
          <p:spPr>
            <a:xfrm>
              <a:off x="4961947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9" name="pg1989"/>
            <p:cNvSpPr/>
            <p:nvPr/>
          </p:nvSpPr>
          <p:spPr>
            <a:xfrm>
              <a:off x="4973584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0" name="pg1990"/>
            <p:cNvSpPr/>
            <p:nvPr/>
          </p:nvSpPr>
          <p:spPr>
            <a:xfrm>
              <a:off x="4985221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1" name="pg1991"/>
            <p:cNvSpPr/>
            <p:nvPr/>
          </p:nvSpPr>
          <p:spPr>
            <a:xfrm>
              <a:off x="4857211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2" name="pg1992"/>
            <p:cNvSpPr/>
            <p:nvPr/>
          </p:nvSpPr>
          <p:spPr>
            <a:xfrm>
              <a:off x="4868848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C">
                <a:alpha val="100000"/>
              </a:srgbClr>
            </a:solidFill>
            <a:ln w="5420" cap="flat">
              <a:solidFill>
                <a:srgbClr val="87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3" name="pg1993"/>
            <p:cNvSpPr/>
            <p:nvPr/>
          </p:nvSpPr>
          <p:spPr>
            <a:xfrm>
              <a:off x="4880485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4" name="pg1994"/>
            <p:cNvSpPr/>
            <p:nvPr/>
          </p:nvSpPr>
          <p:spPr>
            <a:xfrm>
              <a:off x="4892123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5" name="pg1995"/>
            <p:cNvSpPr/>
            <p:nvPr/>
          </p:nvSpPr>
          <p:spPr>
            <a:xfrm>
              <a:off x="4903760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6" name="pg1996"/>
            <p:cNvSpPr/>
            <p:nvPr/>
          </p:nvSpPr>
          <p:spPr>
            <a:xfrm>
              <a:off x="4915397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7" name="pg1997"/>
            <p:cNvSpPr/>
            <p:nvPr/>
          </p:nvSpPr>
          <p:spPr>
            <a:xfrm>
              <a:off x="4927035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8" name="pg1998"/>
            <p:cNvSpPr/>
            <p:nvPr/>
          </p:nvSpPr>
          <p:spPr>
            <a:xfrm>
              <a:off x="4938672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9" name="pg1999"/>
            <p:cNvSpPr/>
            <p:nvPr/>
          </p:nvSpPr>
          <p:spPr>
            <a:xfrm>
              <a:off x="4950309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0" name="pg2000"/>
            <p:cNvSpPr/>
            <p:nvPr/>
          </p:nvSpPr>
          <p:spPr>
            <a:xfrm>
              <a:off x="4961947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1" name="pg2001"/>
            <p:cNvSpPr/>
            <p:nvPr/>
          </p:nvSpPr>
          <p:spPr>
            <a:xfrm>
              <a:off x="4973584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2" name="pg2002"/>
            <p:cNvSpPr/>
            <p:nvPr/>
          </p:nvSpPr>
          <p:spPr>
            <a:xfrm>
              <a:off x="4833936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3" name="pg2003"/>
            <p:cNvSpPr/>
            <p:nvPr/>
          </p:nvSpPr>
          <p:spPr>
            <a:xfrm>
              <a:off x="4845573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4" name="pg2004"/>
            <p:cNvSpPr/>
            <p:nvPr/>
          </p:nvSpPr>
          <p:spPr>
            <a:xfrm>
              <a:off x="4857211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5" name="pg2005"/>
            <p:cNvSpPr/>
            <p:nvPr/>
          </p:nvSpPr>
          <p:spPr>
            <a:xfrm>
              <a:off x="4868848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6" name="pg2006"/>
            <p:cNvSpPr/>
            <p:nvPr/>
          </p:nvSpPr>
          <p:spPr>
            <a:xfrm>
              <a:off x="4880485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7" name="pg2007"/>
            <p:cNvSpPr/>
            <p:nvPr/>
          </p:nvSpPr>
          <p:spPr>
            <a:xfrm>
              <a:off x="4892123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8" name="pg2008"/>
            <p:cNvSpPr/>
            <p:nvPr/>
          </p:nvSpPr>
          <p:spPr>
            <a:xfrm>
              <a:off x="4903760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9" name="pg2009"/>
            <p:cNvSpPr/>
            <p:nvPr/>
          </p:nvSpPr>
          <p:spPr>
            <a:xfrm>
              <a:off x="4915397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0" name="pg2010"/>
            <p:cNvSpPr/>
            <p:nvPr/>
          </p:nvSpPr>
          <p:spPr>
            <a:xfrm>
              <a:off x="4927035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1" name="pg2011"/>
            <p:cNvSpPr/>
            <p:nvPr/>
          </p:nvSpPr>
          <p:spPr>
            <a:xfrm>
              <a:off x="4938672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2" name="pg2012"/>
            <p:cNvSpPr/>
            <p:nvPr/>
          </p:nvSpPr>
          <p:spPr>
            <a:xfrm>
              <a:off x="4950309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3" name="pg2013"/>
            <p:cNvSpPr/>
            <p:nvPr/>
          </p:nvSpPr>
          <p:spPr>
            <a:xfrm>
              <a:off x="4961947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4" name="pg2014"/>
            <p:cNvSpPr/>
            <p:nvPr/>
          </p:nvSpPr>
          <p:spPr>
            <a:xfrm>
              <a:off x="4822299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5" name="pg2015"/>
            <p:cNvSpPr/>
            <p:nvPr/>
          </p:nvSpPr>
          <p:spPr>
            <a:xfrm>
              <a:off x="4833936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6" name="pg2016"/>
            <p:cNvSpPr/>
            <p:nvPr/>
          </p:nvSpPr>
          <p:spPr>
            <a:xfrm>
              <a:off x="4845573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7" name="pg2017"/>
            <p:cNvSpPr/>
            <p:nvPr/>
          </p:nvSpPr>
          <p:spPr>
            <a:xfrm>
              <a:off x="4857211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8" name="pg2018"/>
            <p:cNvSpPr/>
            <p:nvPr/>
          </p:nvSpPr>
          <p:spPr>
            <a:xfrm>
              <a:off x="4868848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9" name="pg2019"/>
            <p:cNvSpPr/>
            <p:nvPr/>
          </p:nvSpPr>
          <p:spPr>
            <a:xfrm>
              <a:off x="4880485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0" name="pg2020"/>
            <p:cNvSpPr/>
            <p:nvPr/>
          </p:nvSpPr>
          <p:spPr>
            <a:xfrm>
              <a:off x="4892123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1" name="pg2021"/>
            <p:cNvSpPr/>
            <p:nvPr/>
          </p:nvSpPr>
          <p:spPr>
            <a:xfrm>
              <a:off x="4903760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2" name="pg2022"/>
            <p:cNvSpPr/>
            <p:nvPr/>
          </p:nvSpPr>
          <p:spPr>
            <a:xfrm>
              <a:off x="4915397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3" name="pg2023"/>
            <p:cNvSpPr/>
            <p:nvPr/>
          </p:nvSpPr>
          <p:spPr>
            <a:xfrm>
              <a:off x="4927035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4" name="pg2024"/>
            <p:cNvSpPr/>
            <p:nvPr/>
          </p:nvSpPr>
          <p:spPr>
            <a:xfrm>
              <a:off x="4938672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5" name="pg2025"/>
            <p:cNvSpPr/>
            <p:nvPr/>
          </p:nvSpPr>
          <p:spPr>
            <a:xfrm>
              <a:off x="4950309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6" name="pg2026"/>
            <p:cNvSpPr/>
            <p:nvPr/>
          </p:nvSpPr>
          <p:spPr>
            <a:xfrm>
              <a:off x="4961947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7" name="pg2027"/>
            <p:cNvSpPr/>
            <p:nvPr/>
          </p:nvSpPr>
          <p:spPr>
            <a:xfrm>
              <a:off x="4810661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8" name="pg2028"/>
            <p:cNvSpPr/>
            <p:nvPr/>
          </p:nvSpPr>
          <p:spPr>
            <a:xfrm>
              <a:off x="4822299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9" name="pg2029"/>
            <p:cNvSpPr/>
            <p:nvPr/>
          </p:nvSpPr>
          <p:spPr>
            <a:xfrm>
              <a:off x="4833936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0" name="pg2030"/>
            <p:cNvSpPr/>
            <p:nvPr/>
          </p:nvSpPr>
          <p:spPr>
            <a:xfrm>
              <a:off x="4845573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1" name="pg2031"/>
            <p:cNvSpPr/>
            <p:nvPr/>
          </p:nvSpPr>
          <p:spPr>
            <a:xfrm>
              <a:off x="4857211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2" name="pg2032"/>
            <p:cNvSpPr/>
            <p:nvPr/>
          </p:nvSpPr>
          <p:spPr>
            <a:xfrm>
              <a:off x="4868848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3" name="pg2033"/>
            <p:cNvSpPr/>
            <p:nvPr/>
          </p:nvSpPr>
          <p:spPr>
            <a:xfrm>
              <a:off x="4880485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4" name="pg2034"/>
            <p:cNvSpPr/>
            <p:nvPr/>
          </p:nvSpPr>
          <p:spPr>
            <a:xfrm>
              <a:off x="4892123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5" name="pg2035"/>
            <p:cNvSpPr/>
            <p:nvPr/>
          </p:nvSpPr>
          <p:spPr>
            <a:xfrm>
              <a:off x="4903760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6" name="pg2036"/>
            <p:cNvSpPr/>
            <p:nvPr/>
          </p:nvSpPr>
          <p:spPr>
            <a:xfrm>
              <a:off x="4915397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BF">
                <a:alpha val="100000"/>
              </a:srgbClr>
            </a:solidFill>
            <a:ln w="5420" cap="flat">
              <a:solidFill>
                <a:srgbClr val="91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7" name="pg2037"/>
            <p:cNvSpPr/>
            <p:nvPr/>
          </p:nvSpPr>
          <p:spPr>
            <a:xfrm>
              <a:off x="4927035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8" name="pg2038"/>
            <p:cNvSpPr/>
            <p:nvPr/>
          </p:nvSpPr>
          <p:spPr>
            <a:xfrm>
              <a:off x="4938672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9" name="pg2039"/>
            <p:cNvSpPr/>
            <p:nvPr/>
          </p:nvSpPr>
          <p:spPr>
            <a:xfrm>
              <a:off x="4950309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0" name="pg2040"/>
            <p:cNvSpPr/>
            <p:nvPr/>
          </p:nvSpPr>
          <p:spPr>
            <a:xfrm>
              <a:off x="4799024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1" name="pg2041"/>
            <p:cNvSpPr/>
            <p:nvPr/>
          </p:nvSpPr>
          <p:spPr>
            <a:xfrm>
              <a:off x="4810661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2" name="pg2042"/>
            <p:cNvSpPr/>
            <p:nvPr/>
          </p:nvSpPr>
          <p:spPr>
            <a:xfrm>
              <a:off x="4822299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3" name="pg2043"/>
            <p:cNvSpPr/>
            <p:nvPr/>
          </p:nvSpPr>
          <p:spPr>
            <a:xfrm>
              <a:off x="4833936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B5E8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4" name="pg2044"/>
            <p:cNvSpPr/>
            <p:nvPr/>
          </p:nvSpPr>
          <p:spPr>
            <a:xfrm>
              <a:off x="4845573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5" name="pg2045"/>
            <p:cNvSpPr/>
            <p:nvPr/>
          </p:nvSpPr>
          <p:spPr>
            <a:xfrm>
              <a:off x="4857211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6" name="pg2046"/>
            <p:cNvSpPr/>
            <p:nvPr/>
          </p:nvSpPr>
          <p:spPr>
            <a:xfrm>
              <a:off x="4868848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7" name="pg2047"/>
            <p:cNvSpPr/>
            <p:nvPr/>
          </p:nvSpPr>
          <p:spPr>
            <a:xfrm>
              <a:off x="4787387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8" name="pg2048"/>
            <p:cNvSpPr/>
            <p:nvPr/>
          </p:nvSpPr>
          <p:spPr>
            <a:xfrm>
              <a:off x="4799024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9" name="pg2049"/>
            <p:cNvSpPr/>
            <p:nvPr/>
          </p:nvSpPr>
          <p:spPr>
            <a:xfrm>
              <a:off x="4810661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0" name="pg2050"/>
            <p:cNvSpPr/>
            <p:nvPr/>
          </p:nvSpPr>
          <p:spPr>
            <a:xfrm>
              <a:off x="4822299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1" name="pg2051"/>
            <p:cNvSpPr/>
            <p:nvPr/>
          </p:nvSpPr>
          <p:spPr>
            <a:xfrm>
              <a:off x="4833936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2" name="pg2052"/>
            <p:cNvSpPr/>
            <p:nvPr/>
          </p:nvSpPr>
          <p:spPr>
            <a:xfrm>
              <a:off x="4845573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3" name="pg2053"/>
            <p:cNvSpPr/>
            <p:nvPr/>
          </p:nvSpPr>
          <p:spPr>
            <a:xfrm>
              <a:off x="4857211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4" name="pg2054"/>
            <p:cNvSpPr/>
            <p:nvPr/>
          </p:nvSpPr>
          <p:spPr>
            <a:xfrm>
              <a:off x="4775749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5" name="pg2055"/>
            <p:cNvSpPr/>
            <p:nvPr/>
          </p:nvSpPr>
          <p:spPr>
            <a:xfrm>
              <a:off x="4787387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6" name="pg2056"/>
            <p:cNvSpPr/>
            <p:nvPr/>
          </p:nvSpPr>
          <p:spPr>
            <a:xfrm>
              <a:off x="4799024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7" name="pg2057"/>
            <p:cNvSpPr/>
            <p:nvPr/>
          </p:nvSpPr>
          <p:spPr>
            <a:xfrm>
              <a:off x="4810661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8" name="pg2058"/>
            <p:cNvSpPr/>
            <p:nvPr/>
          </p:nvSpPr>
          <p:spPr>
            <a:xfrm>
              <a:off x="4822299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9" name="pg2059"/>
            <p:cNvSpPr/>
            <p:nvPr/>
          </p:nvSpPr>
          <p:spPr>
            <a:xfrm>
              <a:off x="4833936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0" name="pg2060"/>
            <p:cNvSpPr/>
            <p:nvPr/>
          </p:nvSpPr>
          <p:spPr>
            <a:xfrm>
              <a:off x="4845573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1" name="pg2061"/>
            <p:cNvSpPr/>
            <p:nvPr/>
          </p:nvSpPr>
          <p:spPr>
            <a:xfrm>
              <a:off x="4775749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2" name="pg2062"/>
            <p:cNvSpPr/>
            <p:nvPr/>
          </p:nvSpPr>
          <p:spPr>
            <a:xfrm>
              <a:off x="4787387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3" name="pg2063"/>
            <p:cNvSpPr/>
            <p:nvPr/>
          </p:nvSpPr>
          <p:spPr>
            <a:xfrm>
              <a:off x="4799024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4" name="pg2064"/>
            <p:cNvSpPr/>
            <p:nvPr/>
          </p:nvSpPr>
          <p:spPr>
            <a:xfrm>
              <a:off x="4810661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5" name="pg2065"/>
            <p:cNvSpPr/>
            <p:nvPr/>
          </p:nvSpPr>
          <p:spPr>
            <a:xfrm>
              <a:off x="4822299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6" name="pg2066"/>
            <p:cNvSpPr/>
            <p:nvPr/>
          </p:nvSpPr>
          <p:spPr>
            <a:xfrm>
              <a:off x="4833936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7" name="pg2067"/>
            <p:cNvSpPr/>
            <p:nvPr/>
          </p:nvSpPr>
          <p:spPr>
            <a:xfrm>
              <a:off x="4752475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8" name="pg2068"/>
            <p:cNvSpPr/>
            <p:nvPr/>
          </p:nvSpPr>
          <p:spPr>
            <a:xfrm>
              <a:off x="4764112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9" name="pg2069"/>
            <p:cNvSpPr/>
            <p:nvPr/>
          </p:nvSpPr>
          <p:spPr>
            <a:xfrm>
              <a:off x="4775749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0" name="pg2070"/>
            <p:cNvSpPr/>
            <p:nvPr/>
          </p:nvSpPr>
          <p:spPr>
            <a:xfrm>
              <a:off x="4787387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1" name="pg2071"/>
            <p:cNvSpPr/>
            <p:nvPr/>
          </p:nvSpPr>
          <p:spPr>
            <a:xfrm>
              <a:off x="4799024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2" name="pg2072"/>
            <p:cNvSpPr/>
            <p:nvPr/>
          </p:nvSpPr>
          <p:spPr>
            <a:xfrm>
              <a:off x="4810661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3" name="pg2073"/>
            <p:cNvSpPr/>
            <p:nvPr/>
          </p:nvSpPr>
          <p:spPr>
            <a:xfrm>
              <a:off x="4822299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4" name="pg2074"/>
            <p:cNvSpPr/>
            <p:nvPr/>
          </p:nvSpPr>
          <p:spPr>
            <a:xfrm>
              <a:off x="4740837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5" name="pg2075"/>
            <p:cNvSpPr/>
            <p:nvPr/>
          </p:nvSpPr>
          <p:spPr>
            <a:xfrm>
              <a:off x="4752475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6" name="pg2076"/>
            <p:cNvSpPr/>
            <p:nvPr/>
          </p:nvSpPr>
          <p:spPr>
            <a:xfrm>
              <a:off x="4764112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7" name="pg2077"/>
            <p:cNvSpPr/>
            <p:nvPr/>
          </p:nvSpPr>
          <p:spPr>
            <a:xfrm>
              <a:off x="4775749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8" name="pg2078"/>
            <p:cNvSpPr/>
            <p:nvPr/>
          </p:nvSpPr>
          <p:spPr>
            <a:xfrm>
              <a:off x="4787387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9" name="pg2079"/>
            <p:cNvSpPr/>
            <p:nvPr/>
          </p:nvSpPr>
          <p:spPr>
            <a:xfrm>
              <a:off x="4799024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0" name="pg2080"/>
            <p:cNvSpPr/>
            <p:nvPr/>
          </p:nvSpPr>
          <p:spPr>
            <a:xfrm>
              <a:off x="4810661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1" name="pg2081"/>
            <p:cNvSpPr/>
            <p:nvPr/>
          </p:nvSpPr>
          <p:spPr>
            <a:xfrm>
              <a:off x="4822299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2" name="pg2082"/>
            <p:cNvSpPr/>
            <p:nvPr/>
          </p:nvSpPr>
          <p:spPr>
            <a:xfrm>
              <a:off x="4717563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3" name="pg2083"/>
            <p:cNvSpPr/>
            <p:nvPr/>
          </p:nvSpPr>
          <p:spPr>
            <a:xfrm>
              <a:off x="4729200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4" name="pg2084"/>
            <p:cNvSpPr/>
            <p:nvPr/>
          </p:nvSpPr>
          <p:spPr>
            <a:xfrm>
              <a:off x="4740837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5" name="pg2085"/>
            <p:cNvSpPr/>
            <p:nvPr/>
          </p:nvSpPr>
          <p:spPr>
            <a:xfrm>
              <a:off x="4752475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6" name="pg2086"/>
            <p:cNvSpPr/>
            <p:nvPr/>
          </p:nvSpPr>
          <p:spPr>
            <a:xfrm>
              <a:off x="4764112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7" name="pg2087"/>
            <p:cNvSpPr/>
            <p:nvPr/>
          </p:nvSpPr>
          <p:spPr>
            <a:xfrm>
              <a:off x="4775749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8" name="pg2088"/>
            <p:cNvSpPr/>
            <p:nvPr/>
          </p:nvSpPr>
          <p:spPr>
            <a:xfrm>
              <a:off x="4787387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9" name="pg2089"/>
            <p:cNvSpPr/>
            <p:nvPr/>
          </p:nvSpPr>
          <p:spPr>
            <a:xfrm>
              <a:off x="4799024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0" name="pg2090"/>
            <p:cNvSpPr/>
            <p:nvPr/>
          </p:nvSpPr>
          <p:spPr>
            <a:xfrm>
              <a:off x="4810661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1" name="pg2091"/>
            <p:cNvSpPr/>
            <p:nvPr/>
          </p:nvSpPr>
          <p:spPr>
            <a:xfrm>
              <a:off x="4705925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2" name="pg2092"/>
            <p:cNvSpPr/>
            <p:nvPr/>
          </p:nvSpPr>
          <p:spPr>
            <a:xfrm>
              <a:off x="4717563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3" name="pg2093"/>
            <p:cNvSpPr/>
            <p:nvPr/>
          </p:nvSpPr>
          <p:spPr>
            <a:xfrm>
              <a:off x="4729200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4" name="pg2094"/>
            <p:cNvSpPr/>
            <p:nvPr/>
          </p:nvSpPr>
          <p:spPr>
            <a:xfrm>
              <a:off x="4740837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5" name="pg2095"/>
            <p:cNvSpPr/>
            <p:nvPr/>
          </p:nvSpPr>
          <p:spPr>
            <a:xfrm>
              <a:off x="4752475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6" name="pg2096"/>
            <p:cNvSpPr/>
            <p:nvPr/>
          </p:nvSpPr>
          <p:spPr>
            <a:xfrm>
              <a:off x="4764112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7" name="pg2097"/>
            <p:cNvSpPr/>
            <p:nvPr/>
          </p:nvSpPr>
          <p:spPr>
            <a:xfrm>
              <a:off x="4775749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8" name="pg2098"/>
            <p:cNvSpPr/>
            <p:nvPr/>
          </p:nvSpPr>
          <p:spPr>
            <a:xfrm>
              <a:off x="4787387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9" name="pg2099"/>
            <p:cNvSpPr/>
            <p:nvPr/>
          </p:nvSpPr>
          <p:spPr>
            <a:xfrm>
              <a:off x="4647739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0" name="pg2100"/>
            <p:cNvSpPr/>
            <p:nvPr/>
          </p:nvSpPr>
          <p:spPr>
            <a:xfrm>
              <a:off x="4659376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1" name="pg2101"/>
            <p:cNvSpPr/>
            <p:nvPr/>
          </p:nvSpPr>
          <p:spPr>
            <a:xfrm>
              <a:off x="4671013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2" name="pg2102"/>
            <p:cNvSpPr/>
            <p:nvPr/>
          </p:nvSpPr>
          <p:spPr>
            <a:xfrm>
              <a:off x="4682651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3" name="pg2103"/>
            <p:cNvSpPr/>
            <p:nvPr/>
          </p:nvSpPr>
          <p:spPr>
            <a:xfrm>
              <a:off x="4694288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4" name="pg2104"/>
            <p:cNvSpPr/>
            <p:nvPr/>
          </p:nvSpPr>
          <p:spPr>
            <a:xfrm>
              <a:off x="4705925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5" name="pg2105"/>
            <p:cNvSpPr/>
            <p:nvPr/>
          </p:nvSpPr>
          <p:spPr>
            <a:xfrm>
              <a:off x="4717563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6" name="pg2106"/>
            <p:cNvSpPr/>
            <p:nvPr/>
          </p:nvSpPr>
          <p:spPr>
            <a:xfrm>
              <a:off x="4729200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7" name="pg2107"/>
            <p:cNvSpPr/>
            <p:nvPr/>
          </p:nvSpPr>
          <p:spPr>
            <a:xfrm>
              <a:off x="4740837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8" name="pg2108"/>
            <p:cNvSpPr/>
            <p:nvPr/>
          </p:nvSpPr>
          <p:spPr>
            <a:xfrm>
              <a:off x="4752475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9" name="pg2109"/>
            <p:cNvSpPr/>
            <p:nvPr/>
          </p:nvSpPr>
          <p:spPr>
            <a:xfrm>
              <a:off x="4764112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0" name="pg2110"/>
            <p:cNvSpPr/>
            <p:nvPr/>
          </p:nvSpPr>
          <p:spPr>
            <a:xfrm>
              <a:off x="4775749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1" name="pg2111"/>
            <p:cNvSpPr/>
            <p:nvPr/>
          </p:nvSpPr>
          <p:spPr>
            <a:xfrm>
              <a:off x="4624464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2" name="pg2112"/>
            <p:cNvSpPr/>
            <p:nvPr/>
          </p:nvSpPr>
          <p:spPr>
            <a:xfrm>
              <a:off x="4636101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3" name="pg2113"/>
            <p:cNvSpPr/>
            <p:nvPr/>
          </p:nvSpPr>
          <p:spPr>
            <a:xfrm>
              <a:off x="4647739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4" name="pg2114"/>
            <p:cNvSpPr/>
            <p:nvPr/>
          </p:nvSpPr>
          <p:spPr>
            <a:xfrm>
              <a:off x="4659376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5" name="pg2115"/>
            <p:cNvSpPr/>
            <p:nvPr/>
          </p:nvSpPr>
          <p:spPr>
            <a:xfrm>
              <a:off x="4671013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6" name="pg2116"/>
            <p:cNvSpPr/>
            <p:nvPr/>
          </p:nvSpPr>
          <p:spPr>
            <a:xfrm>
              <a:off x="4682651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7" name="pg2117"/>
            <p:cNvSpPr/>
            <p:nvPr/>
          </p:nvSpPr>
          <p:spPr>
            <a:xfrm>
              <a:off x="4694288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8" name="pg2118"/>
            <p:cNvSpPr/>
            <p:nvPr/>
          </p:nvSpPr>
          <p:spPr>
            <a:xfrm>
              <a:off x="4705925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9" name="pg2119"/>
            <p:cNvSpPr/>
            <p:nvPr/>
          </p:nvSpPr>
          <p:spPr>
            <a:xfrm>
              <a:off x="4717563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0" name="pg2120"/>
            <p:cNvSpPr/>
            <p:nvPr/>
          </p:nvSpPr>
          <p:spPr>
            <a:xfrm>
              <a:off x="4729200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1" name="pg2121"/>
            <p:cNvSpPr/>
            <p:nvPr/>
          </p:nvSpPr>
          <p:spPr>
            <a:xfrm>
              <a:off x="4740837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2" name="pg2122"/>
            <p:cNvSpPr/>
            <p:nvPr/>
          </p:nvSpPr>
          <p:spPr>
            <a:xfrm>
              <a:off x="4752475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3" name="pg2123"/>
            <p:cNvSpPr/>
            <p:nvPr/>
          </p:nvSpPr>
          <p:spPr>
            <a:xfrm>
              <a:off x="4764112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4" name="pg2124"/>
            <p:cNvSpPr/>
            <p:nvPr/>
          </p:nvSpPr>
          <p:spPr>
            <a:xfrm>
              <a:off x="4612827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5" name="pg2125"/>
            <p:cNvSpPr/>
            <p:nvPr/>
          </p:nvSpPr>
          <p:spPr>
            <a:xfrm>
              <a:off x="4624464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6" name="pg2126"/>
            <p:cNvSpPr/>
            <p:nvPr/>
          </p:nvSpPr>
          <p:spPr>
            <a:xfrm>
              <a:off x="4636101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7" name="pg2127"/>
            <p:cNvSpPr/>
            <p:nvPr/>
          </p:nvSpPr>
          <p:spPr>
            <a:xfrm>
              <a:off x="4647739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8" name="pg2128"/>
            <p:cNvSpPr/>
            <p:nvPr/>
          </p:nvSpPr>
          <p:spPr>
            <a:xfrm>
              <a:off x="4659376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9" name="pg2129"/>
            <p:cNvSpPr/>
            <p:nvPr/>
          </p:nvSpPr>
          <p:spPr>
            <a:xfrm>
              <a:off x="4671013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0" name="pg2130"/>
            <p:cNvSpPr/>
            <p:nvPr/>
          </p:nvSpPr>
          <p:spPr>
            <a:xfrm>
              <a:off x="4682651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1" name="pg2131"/>
            <p:cNvSpPr/>
            <p:nvPr/>
          </p:nvSpPr>
          <p:spPr>
            <a:xfrm>
              <a:off x="4694288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2" name="pg2132"/>
            <p:cNvSpPr/>
            <p:nvPr/>
          </p:nvSpPr>
          <p:spPr>
            <a:xfrm>
              <a:off x="4705925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3" name="pg2133"/>
            <p:cNvSpPr/>
            <p:nvPr/>
          </p:nvSpPr>
          <p:spPr>
            <a:xfrm>
              <a:off x="4717563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4" name="pg2134"/>
            <p:cNvSpPr/>
            <p:nvPr/>
          </p:nvSpPr>
          <p:spPr>
            <a:xfrm>
              <a:off x="4729200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5" name="pg2135"/>
            <p:cNvSpPr/>
            <p:nvPr/>
          </p:nvSpPr>
          <p:spPr>
            <a:xfrm>
              <a:off x="4740837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6" name="pg2136"/>
            <p:cNvSpPr/>
            <p:nvPr/>
          </p:nvSpPr>
          <p:spPr>
            <a:xfrm>
              <a:off x="4612827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7" name="pg2137"/>
            <p:cNvSpPr/>
            <p:nvPr/>
          </p:nvSpPr>
          <p:spPr>
            <a:xfrm>
              <a:off x="4624464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8" name="pg2138"/>
            <p:cNvSpPr/>
            <p:nvPr/>
          </p:nvSpPr>
          <p:spPr>
            <a:xfrm>
              <a:off x="4636101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9" name="pg2139"/>
            <p:cNvSpPr/>
            <p:nvPr/>
          </p:nvSpPr>
          <p:spPr>
            <a:xfrm>
              <a:off x="4647739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0" name="pg2140"/>
            <p:cNvSpPr/>
            <p:nvPr/>
          </p:nvSpPr>
          <p:spPr>
            <a:xfrm>
              <a:off x="4659376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1" name="pg2141"/>
            <p:cNvSpPr/>
            <p:nvPr/>
          </p:nvSpPr>
          <p:spPr>
            <a:xfrm>
              <a:off x="4671013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2" name="pg2142"/>
            <p:cNvSpPr/>
            <p:nvPr/>
          </p:nvSpPr>
          <p:spPr>
            <a:xfrm>
              <a:off x="4682651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3" name="pg2143"/>
            <p:cNvSpPr/>
            <p:nvPr/>
          </p:nvSpPr>
          <p:spPr>
            <a:xfrm>
              <a:off x="4694288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4" name="pg2144"/>
            <p:cNvSpPr/>
            <p:nvPr/>
          </p:nvSpPr>
          <p:spPr>
            <a:xfrm>
              <a:off x="4705925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5" name="pg2145"/>
            <p:cNvSpPr/>
            <p:nvPr/>
          </p:nvSpPr>
          <p:spPr>
            <a:xfrm>
              <a:off x="4717563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6" name="pg2146"/>
            <p:cNvSpPr/>
            <p:nvPr/>
          </p:nvSpPr>
          <p:spPr>
            <a:xfrm>
              <a:off x="4729200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7" name="pg2147"/>
            <p:cNvSpPr/>
            <p:nvPr/>
          </p:nvSpPr>
          <p:spPr>
            <a:xfrm>
              <a:off x="4612827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8" name="pg2148"/>
            <p:cNvSpPr/>
            <p:nvPr/>
          </p:nvSpPr>
          <p:spPr>
            <a:xfrm>
              <a:off x="4624464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9" name="pg2149"/>
            <p:cNvSpPr/>
            <p:nvPr/>
          </p:nvSpPr>
          <p:spPr>
            <a:xfrm>
              <a:off x="4636101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0" name="pg2150"/>
            <p:cNvSpPr/>
            <p:nvPr/>
          </p:nvSpPr>
          <p:spPr>
            <a:xfrm>
              <a:off x="4647739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1" name="pg2151"/>
            <p:cNvSpPr/>
            <p:nvPr/>
          </p:nvSpPr>
          <p:spPr>
            <a:xfrm>
              <a:off x="4659376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2" name="pg2152"/>
            <p:cNvSpPr/>
            <p:nvPr/>
          </p:nvSpPr>
          <p:spPr>
            <a:xfrm>
              <a:off x="4671013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3" name="pg2153"/>
            <p:cNvSpPr/>
            <p:nvPr/>
          </p:nvSpPr>
          <p:spPr>
            <a:xfrm>
              <a:off x="4682651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4" name="pg2154"/>
            <p:cNvSpPr/>
            <p:nvPr/>
          </p:nvSpPr>
          <p:spPr>
            <a:xfrm>
              <a:off x="4694288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5" name="pg2155"/>
            <p:cNvSpPr/>
            <p:nvPr/>
          </p:nvSpPr>
          <p:spPr>
            <a:xfrm>
              <a:off x="4612827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6" name="pg2156"/>
            <p:cNvSpPr/>
            <p:nvPr/>
          </p:nvSpPr>
          <p:spPr>
            <a:xfrm>
              <a:off x="4624464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7" name="pg2157"/>
            <p:cNvSpPr/>
            <p:nvPr/>
          </p:nvSpPr>
          <p:spPr>
            <a:xfrm>
              <a:off x="4636101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8" name="pg2158"/>
            <p:cNvSpPr/>
            <p:nvPr/>
          </p:nvSpPr>
          <p:spPr>
            <a:xfrm>
              <a:off x="4647739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9" name="pg2159"/>
            <p:cNvSpPr/>
            <p:nvPr/>
          </p:nvSpPr>
          <p:spPr>
            <a:xfrm>
              <a:off x="4659376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0" name="pg2160"/>
            <p:cNvSpPr/>
            <p:nvPr/>
          </p:nvSpPr>
          <p:spPr>
            <a:xfrm>
              <a:off x="4671013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1" name="pg2161"/>
            <p:cNvSpPr/>
            <p:nvPr/>
          </p:nvSpPr>
          <p:spPr>
            <a:xfrm>
              <a:off x="4682651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2" name="pg2162"/>
            <p:cNvSpPr/>
            <p:nvPr/>
          </p:nvSpPr>
          <p:spPr>
            <a:xfrm>
              <a:off x="4589552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3" name="pg2163"/>
            <p:cNvSpPr/>
            <p:nvPr/>
          </p:nvSpPr>
          <p:spPr>
            <a:xfrm>
              <a:off x="4601190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4" name="pg2164"/>
            <p:cNvSpPr/>
            <p:nvPr/>
          </p:nvSpPr>
          <p:spPr>
            <a:xfrm>
              <a:off x="4612827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5" name="pg2165"/>
            <p:cNvSpPr/>
            <p:nvPr/>
          </p:nvSpPr>
          <p:spPr>
            <a:xfrm>
              <a:off x="4624464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6" name="pg2166"/>
            <p:cNvSpPr/>
            <p:nvPr/>
          </p:nvSpPr>
          <p:spPr>
            <a:xfrm>
              <a:off x="4636101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7" name="pg2167"/>
            <p:cNvSpPr/>
            <p:nvPr/>
          </p:nvSpPr>
          <p:spPr>
            <a:xfrm>
              <a:off x="4647739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8" name="pg2168"/>
            <p:cNvSpPr/>
            <p:nvPr/>
          </p:nvSpPr>
          <p:spPr>
            <a:xfrm>
              <a:off x="4659376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9" name="pg2169"/>
            <p:cNvSpPr/>
            <p:nvPr/>
          </p:nvSpPr>
          <p:spPr>
            <a:xfrm>
              <a:off x="4671013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0" name="pg2170"/>
            <p:cNvSpPr/>
            <p:nvPr/>
          </p:nvSpPr>
          <p:spPr>
            <a:xfrm>
              <a:off x="4589552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1" name="pg2171"/>
            <p:cNvSpPr/>
            <p:nvPr/>
          </p:nvSpPr>
          <p:spPr>
            <a:xfrm>
              <a:off x="4601190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2" name="pg2172"/>
            <p:cNvSpPr/>
            <p:nvPr/>
          </p:nvSpPr>
          <p:spPr>
            <a:xfrm>
              <a:off x="4612827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3" name="pg2173"/>
            <p:cNvSpPr/>
            <p:nvPr/>
          </p:nvSpPr>
          <p:spPr>
            <a:xfrm>
              <a:off x="4624464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4" name="pg2174"/>
            <p:cNvSpPr/>
            <p:nvPr/>
          </p:nvSpPr>
          <p:spPr>
            <a:xfrm>
              <a:off x="4636101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5" name="pg2175"/>
            <p:cNvSpPr/>
            <p:nvPr/>
          </p:nvSpPr>
          <p:spPr>
            <a:xfrm>
              <a:off x="4647739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6" name="pg2176"/>
            <p:cNvSpPr/>
            <p:nvPr/>
          </p:nvSpPr>
          <p:spPr>
            <a:xfrm>
              <a:off x="4659376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7" name="pg2177"/>
            <p:cNvSpPr/>
            <p:nvPr/>
          </p:nvSpPr>
          <p:spPr>
            <a:xfrm>
              <a:off x="4577915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8" name="pg2178"/>
            <p:cNvSpPr/>
            <p:nvPr/>
          </p:nvSpPr>
          <p:spPr>
            <a:xfrm>
              <a:off x="4589552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9" name="pg2179"/>
            <p:cNvSpPr/>
            <p:nvPr/>
          </p:nvSpPr>
          <p:spPr>
            <a:xfrm>
              <a:off x="4601190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0" name="pg2180"/>
            <p:cNvSpPr/>
            <p:nvPr/>
          </p:nvSpPr>
          <p:spPr>
            <a:xfrm>
              <a:off x="4612827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1" name="pg2181"/>
            <p:cNvSpPr/>
            <p:nvPr/>
          </p:nvSpPr>
          <p:spPr>
            <a:xfrm>
              <a:off x="4624464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2" name="pg2182"/>
            <p:cNvSpPr/>
            <p:nvPr/>
          </p:nvSpPr>
          <p:spPr>
            <a:xfrm>
              <a:off x="4636101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3" name="pg2183"/>
            <p:cNvSpPr/>
            <p:nvPr/>
          </p:nvSpPr>
          <p:spPr>
            <a:xfrm>
              <a:off x="4647739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4" name="pg2184"/>
            <p:cNvSpPr/>
            <p:nvPr/>
          </p:nvSpPr>
          <p:spPr>
            <a:xfrm>
              <a:off x="4577915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5" name="pg2185"/>
            <p:cNvSpPr/>
            <p:nvPr/>
          </p:nvSpPr>
          <p:spPr>
            <a:xfrm>
              <a:off x="4589552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6" name="pg2186"/>
            <p:cNvSpPr/>
            <p:nvPr/>
          </p:nvSpPr>
          <p:spPr>
            <a:xfrm>
              <a:off x="4601190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7" name="pg2187"/>
            <p:cNvSpPr/>
            <p:nvPr/>
          </p:nvSpPr>
          <p:spPr>
            <a:xfrm>
              <a:off x="4612827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8" name="pg2188"/>
            <p:cNvSpPr/>
            <p:nvPr/>
          </p:nvSpPr>
          <p:spPr>
            <a:xfrm>
              <a:off x="4624464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9" name="pg2189"/>
            <p:cNvSpPr/>
            <p:nvPr/>
          </p:nvSpPr>
          <p:spPr>
            <a:xfrm>
              <a:off x="4636101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0" name="pg2190"/>
            <p:cNvSpPr/>
            <p:nvPr/>
          </p:nvSpPr>
          <p:spPr>
            <a:xfrm>
              <a:off x="4566278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1" name="pg2191"/>
            <p:cNvSpPr/>
            <p:nvPr/>
          </p:nvSpPr>
          <p:spPr>
            <a:xfrm>
              <a:off x="4577915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2" name="pg2192"/>
            <p:cNvSpPr/>
            <p:nvPr/>
          </p:nvSpPr>
          <p:spPr>
            <a:xfrm>
              <a:off x="4589552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3" name="pg2193"/>
            <p:cNvSpPr/>
            <p:nvPr/>
          </p:nvSpPr>
          <p:spPr>
            <a:xfrm>
              <a:off x="4601190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4" name="pg2194"/>
            <p:cNvSpPr/>
            <p:nvPr/>
          </p:nvSpPr>
          <p:spPr>
            <a:xfrm>
              <a:off x="4612827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5" name="pg2195"/>
            <p:cNvSpPr/>
            <p:nvPr/>
          </p:nvSpPr>
          <p:spPr>
            <a:xfrm>
              <a:off x="4624464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6" name="pg2196"/>
            <p:cNvSpPr/>
            <p:nvPr/>
          </p:nvSpPr>
          <p:spPr>
            <a:xfrm>
              <a:off x="4566278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7" name="pg2197"/>
            <p:cNvSpPr/>
            <p:nvPr/>
          </p:nvSpPr>
          <p:spPr>
            <a:xfrm>
              <a:off x="4577915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8" name="pg2198"/>
            <p:cNvSpPr/>
            <p:nvPr/>
          </p:nvSpPr>
          <p:spPr>
            <a:xfrm>
              <a:off x="4589552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9" name="pg2199"/>
            <p:cNvSpPr/>
            <p:nvPr/>
          </p:nvSpPr>
          <p:spPr>
            <a:xfrm>
              <a:off x="4601190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0" name="pg2200"/>
            <p:cNvSpPr/>
            <p:nvPr/>
          </p:nvSpPr>
          <p:spPr>
            <a:xfrm>
              <a:off x="4612827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1" name="pg2201"/>
            <p:cNvSpPr/>
            <p:nvPr/>
          </p:nvSpPr>
          <p:spPr>
            <a:xfrm>
              <a:off x="4554640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2" name="pg2202"/>
            <p:cNvSpPr/>
            <p:nvPr/>
          </p:nvSpPr>
          <p:spPr>
            <a:xfrm>
              <a:off x="4566278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3" name="pg2203"/>
            <p:cNvSpPr/>
            <p:nvPr/>
          </p:nvSpPr>
          <p:spPr>
            <a:xfrm>
              <a:off x="4577915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4" name="pg2204"/>
            <p:cNvSpPr/>
            <p:nvPr/>
          </p:nvSpPr>
          <p:spPr>
            <a:xfrm>
              <a:off x="4589552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5" name="pg2205"/>
            <p:cNvSpPr/>
            <p:nvPr/>
          </p:nvSpPr>
          <p:spPr>
            <a:xfrm>
              <a:off x="4601190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6" name="pg2206"/>
            <p:cNvSpPr/>
            <p:nvPr/>
          </p:nvSpPr>
          <p:spPr>
            <a:xfrm>
              <a:off x="4612827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7" name="pg2207"/>
            <p:cNvSpPr/>
            <p:nvPr/>
          </p:nvSpPr>
          <p:spPr>
            <a:xfrm>
              <a:off x="4554640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8" name="pg2208"/>
            <p:cNvSpPr/>
            <p:nvPr/>
          </p:nvSpPr>
          <p:spPr>
            <a:xfrm>
              <a:off x="4566278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9" name="pg2209"/>
            <p:cNvSpPr/>
            <p:nvPr/>
          </p:nvSpPr>
          <p:spPr>
            <a:xfrm>
              <a:off x="4577915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0" name="pg2210"/>
            <p:cNvSpPr/>
            <p:nvPr/>
          </p:nvSpPr>
          <p:spPr>
            <a:xfrm>
              <a:off x="4589552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1" name="pg2211"/>
            <p:cNvSpPr/>
            <p:nvPr/>
          </p:nvSpPr>
          <p:spPr>
            <a:xfrm>
              <a:off x="4601190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2" name="pg2212"/>
            <p:cNvSpPr/>
            <p:nvPr/>
          </p:nvSpPr>
          <p:spPr>
            <a:xfrm>
              <a:off x="4543003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3" name="pg2213"/>
            <p:cNvSpPr/>
            <p:nvPr/>
          </p:nvSpPr>
          <p:spPr>
            <a:xfrm>
              <a:off x="4554640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4" name="pg2214"/>
            <p:cNvSpPr/>
            <p:nvPr/>
          </p:nvSpPr>
          <p:spPr>
            <a:xfrm>
              <a:off x="4566278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5" name="pg2215"/>
            <p:cNvSpPr/>
            <p:nvPr/>
          </p:nvSpPr>
          <p:spPr>
            <a:xfrm>
              <a:off x="4577915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6" name="pg2216"/>
            <p:cNvSpPr/>
            <p:nvPr/>
          </p:nvSpPr>
          <p:spPr>
            <a:xfrm>
              <a:off x="4589552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7" name="pg2217"/>
            <p:cNvSpPr/>
            <p:nvPr/>
          </p:nvSpPr>
          <p:spPr>
            <a:xfrm>
              <a:off x="4601190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8" name="pg2218"/>
            <p:cNvSpPr/>
            <p:nvPr/>
          </p:nvSpPr>
          <p:spPr>
            <a:xfrm>
              <a:off x="4543003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9" name="pg2219"/>
            <p:cNvSpPr/>
            <p:nvPr/>
          </p:nvSpPr>
          <p:spPr>
            <a:xfrm>
              <a:off x="4554640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0" name="pg2220"/>
            <p:cNvSpPr/>
            <p:nvPr/>
          </p:nvSpPr>
          <p:spPr>
            <a:xfrm>
              <a:off x="4566278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1" name="pg2221"/>
            <p:cNvSpPr/>
            <p:nvPr/>
          </p:nvSpPr>
          <p:spPr>
            <a:xfrm>
              <a:off x="4577915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2" name="pg2222"/>
            <p:cNvSpPr/>
            <p:nvPr/>
          </p:nvSpPr>
          <p:spPr>
            <a:xfrm>
              <a:off x="4589552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3" name="pg2223"/>
            <p:cNvSpPr/>
            <p:nvPr/>
          </p:nvSpPr>
          <p:spPr>
            <a:xfrm>
              <a:off x="4601190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4" name="pg2224"/>
            <p:cNvSpPr/>
            <p:nvPr/>
          </p:nvSpPr>
          <p:spPr>
            <a:xfrm>
              <a:off x="4543003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5" name="pg2225"/>
            <p:cNvSpPr/>
            <p:nvPr/>
          </p:nvSpPr>
          <p:spPr>
            <a:xfrm>
              <a:off x="4554640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6" name="pg2226"/>
            <p:cNvSpPr/>
            <p:nvPr/>
          </p:nvSpPr>
          <p:spPr>
            <a:xfrm>
              <a:off x="4566278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7" name="pg2227"/>
            <p:cNvSpPr/>
            <p:nvPr/>
          </p:nvSpPr>
          <p:spPr>
            <a:xfrm>
              <a:off x="4577915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8" name="pg2228"/>
            <p:cNvSpPr/>
            <p:nvPr/>
          </p:nvSpPr>
          <p:spPr>
            <a:xfrm>
              <a:off x="4589552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9" name="pg2229"/>
            <p:cNvSpPr/>
            <p:nvPr/>
          </p:nvSpPr>
          <p:spPr>
            <a:xfrm>
              <a:off x="3856400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0" name="pg2230"/>
            <p:cNvSpPr/>
            <p:nvPr/>
          </p:nvSpPr>
          <p:spPr>
            <a:xfrm>
              <a:off x="3868038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1" name="pg2231"/>
            <p:cNvSpPr/>
            <p:nvPr/>
          </p:nvSpPr>
          <p:spPr>
            <a:xfrm>
              <a:off x="3879675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2" name="pg2232"/>
            <p:cNvSpPr/>
            <p:nvPr/>
          </p:nvSpPr>
          <p:spPr>
            <a:xfrm>
              <a:off x="3891312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3" name="pg2233"/>
            <p:cNvSpPr/>
            <p:nvPr/>
          </p:nvSpPr>
          <p:spPr>
            <a:xfrm>
              <a:off x="4543003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4" name="pg2234"/>
            <p:cNvSpPr/>
            <p:nvPr/>
          </p:nvSpPr>
          <p:spPr>
            <a:xfrm>
              <a:off x="4554640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5" name="pg2235"/>
            <p:cNvSpPr/>
            <p:nvPr/>
          </p:nvSpPr>
          <p:spPr>
            <a:xfrm>
              <a:off x="4566278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6" name="pg2236"/>
            <p:cNvSpPr/>
            <p:nvPr/>
          </p:nvSpPr>
          <p:spPr>
            <a:xfrm>
              <a:off x="4577915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7" name="pg2237"/>
            <p:cNvSpPr/>
            <p:nvPr/>
          </p:nvSpPr>
          <p:spPr>
            <a:xfrm>
              <a:off x="385640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8" name="pg2238"/>
            <p:cNvSpPr/>
            <p:nvPr/>
          </p:nvSpPr>
          <p:spPr>
            <a:xfrm>
              <a:off x="386803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9" name="pg2239"/>
            <p:cNvSpPr/>
            <p:nvPr/>
          </p:nvSpPr>
          <p:spPr>
            <a:xfrm>
              <a:off x="3879675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0" name="pg2240"/>
            <p:cNvSpPr/>
            <p:nvPr/>
          </p:nvSpPr>
          <p:spPr>
            <a:xfrm>
              <a:off x="3891312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1" name="pg2241"/>
            <p:cNvSpPr/>
            <p:nvPr/>
          </p:nvSpPr>
          <p:spPr>
            <a:xfrm>
              <a:off x="390295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2" name="pg2242"/>
            <p:cNvSpPr/>
            <p:nvPr/>
          </p:nvSpPr>
          <p:spPr>
            <a:xfrm>
              <a:off x="3949499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3" name="pg2243"/>
            <p:cNvSpPr/>
            <p:nvPr/>
          </p:nvSpPr>
          <p:spPr>
            <a:xfrm>
              <a:off x="3961136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4" name="pg2244"/>
            <p:cNvSpPr/>
            <p:nvPr/>
          </p:nvSpPr>
          <p:spPr>
            <a:xfrm>
              <a:off x="3972774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5" name="pg2245"/>
            <p:cNvSpPr/>
            <p:nvPr/>
          </p:nvSpPr>
          <p:spPr>
            <a:xfrm>
              <a:off x="3984411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6" name="pg2246"/>
            <p:cNvSpPr/>
            <p:nvPr/>
          </p:nvSpPr>
          <p:spPr>
            <a:xfrm>
              <a:off x="399604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7" name="pg2247"/>
            <p:cNvSpPr/>
            <p:nvPr/>
          </p:nvSpPr>
          <p:spPr>
            <a:xfrm>
              <a:off x="4543003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8" name="pg2248"/>
            <p:cNvSpPr/>
            <p:nvPr/>
          </p:nvSpPr>
          <p:spPr>
            <a:xfrm>
              <a:off x="455464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9" name="pg2249"/>
            <p:cNvSpPr/>
            <p:nvPr/>
          </p:nvSpPr>
          <p:spPr>
            <a:xfrm>
              <a:off x="456627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0" name="pg2250"/>
            <p:cNvSpPr/>
            <p:nvPr/>
          </p:nvSpPr>
          <p:spPr>
            <a:xfrm>
              <a:off x="4577915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8AC">
                <a:alpha val="100000"/>
              </a:srgbClr>
            </a:solidFill>
            <a:ln w="5420" cap="flat">
              <a:solidFill>
                <a:srgbClr val="5D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1" name="pg2251"/>
            <p:cNvSpPr/>
            <p:nvPr/>
          </p:nvSpPr>
          <p:spPr>
            <a:xfrm>
              <a:off x="4589552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2" name="pg2252"/>
            <p:cNvSpPr/>
            <p:nvPr/>
          </p:nvSpPr>
          <p:spPr>
            <a:xfrm>
              <a:off x="3774939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3" name="pg2253"/>
            <p:cNvSpPr/>
            <p:nvPr/>
          </p:nvSpPr>
          <p:spPr>
            <a:xfrm>
              <a:off x="378657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4" name="pg2254"/>
            <p:cNvSpPr/>
            <p:nvPr/>
          </p:nvSpPr>
          <p:spPr>
            <a:xfrm>
              <a:off x="384476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5" name="pg2255"/>
            <p:cNvSpPr/>
            <p:nvPr/>
          </p:nvSpPr>
          <p:spPr>
            <a:xfrm>
              <a:off x="385640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6" name="pg2256"/>
            <p:cNvSpPr/>
            <p:nvPr/>
          </p:nvSpPr>
          <p:spPr>
            <a:xfrm>
              <a:off x="386803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7" name="pg2257"/>
            <p:cNvSpPr/>
            <p:nvPr/>
          </p:nvSpPr>
          <p:spPr>
            <a:xfrm>
              <a:off x="387967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8" name="pg2258"/>
            <p:cNvSpPr/>
            <p:nvPr/>
          </p:nvSpPr>
          <p:spPr>
            <a:xfrm>
              <a:off x="389131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9" name="pg2259"/>
            <p:cNvSpPr/>
            <p:nvPr/>
          </p:nvSpPr>
          <p:spPr>
            <a:xfrm>
              <a:off x="390295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0" name="pg2260"/>
            <p:cNvSpPr/>
            <p:nvPr/>
          </p:nvSpPr>
          <p:spPr>
            <a:xfrm>
              <a:off x="3949499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1" name="pg2261"/>
            <p:cNvSpPr/>
            <p:nvPr/>
          </p:nvSpPr>
          <p:spPr>
            <a:xfrm>
              <a:off x="396113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2" name="pg2262"/>
            <p:cNvSpPr/>
            <p:nvPr/>
          </p:nvSpPr>
          <p:spPr>
            <a:xfrm>
              <a:off x="3972774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3" name="pg2263"/>
            <p:cNvSpPr/>
            <p:nvPr/>
          </p:nvSpPr>
          <p:spPr>
            <a:xfrm>
              <a:off x="3984411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4" name="pg2264"/>
            <p:cNvSpPr/>
            <p:nvPr/>
          </p:nvSpPr>
          <p:spPr>
            <a:xfrm>
              <a:off x="399604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5" name="pg2265"/>
            <p:cNvSpPr/>
            <p:nvPr/>
          </p:nvSpPr>
          <p:spPr>
            <a:xfrm>
              <a:off x="400768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6" name="pg2266"/>
            <p:cNvSpPr/>
            <p:nvPr/>
          </p:nvSpPr>
          <p:spPr>
            <a:xfrm>
              <a:off x="401932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7" name="pg2267"/>
            <p:cNvSpPr/>
            <p:nvPr/>
          </p:nvSpPr>
          <p:spPr>
            <a:xfrm>
              <a:off x="403096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8" name="pg2268"/>
            <p:cNvSpPr/>
            <p:nvPr/>
          </p:nvSpPr>
          <p:spPr>
            <a:xfrm>
              <a:off x="404259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9" name="pg2269"/>
            <p:cNvSpPr/>
            <p:nvPr/>
          </p:nvSpPr>
          <p:spPr>
            <a:xfrm>
              <a:off x="405423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0" name="pg2270"/>
            <p:cNvSpPr/>
            <p:nvPr/>
          </p:nvSpPr>
          <p:spPr>
            <a:xfrm>
              <a:off x="406587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1" name="pg2271"/>
            <p:cNvSpPr/>
            <p:nvPr/>
          </p:nvSpPr>
          <p:spPr>
            <a:xfrm>
              <a:off x="407751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2" name="pg2272"/>
            <p:cNvSpPr/>
            <p:nvPr/>
          </p:nvSpPr>
          <p:spPr>
            <a:xfrm>
              <a:off x="454300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3" name="pg2273"/>
            <p:cNvSpPr/>
            <p:nvPr/>
          </p:nvSpPr>
          <p:spPr>
            <a:xfrm>
              <a:off x="455464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4" name="pg2274"/>
            <p:cNvSpPr/>
            <p:nvPr/>
          </p:nvSpPr>
          <p:spPr>
            <a:xfrm>
              <a:off x="456627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5" name="pg2275"/>
            <p:cNvSpPr/>
            <p:nvPr/>
          </p:nvSpPr>
          <p:spPr>
            <a:xfrm>
              <a:off x="457791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6" name="pg2276"/>
            <p:cNvSpPr/>
            <p:nvPr/>
          </p:nvSpPr>
          <p:spPr>
            <a:xfrm>
              <a:off x="458955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7" name="pg2277"/>
            <p:cNvSpPr/>
            <p:nvPr/>
          </p:nvSpPr>
          <p:spPr>
            <a:xfrm>
              <a:off x="362365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8" name="pg2278"/>
            <p:cNvSpPr/>
            <p:nvPr/>
          </p:nvSpPr>
          <p:spPr>
            <a:xfrm>
              <a:off x="363529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9" name="pg2279"/>
            <p:cNvSpPr/>
            <p:nvPr/>
          </p:nvSpPr>
          <p:spPr>
            <a:xfrm>
              <a:off x="364692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0" name="pg2280"/>
            <p:cNvSpPr/>
            <p:nvPr/>
          </p:nvSpPr>
          <p:spPr>
            <a:xfrm>
              <a:off x="365856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1" name="pg2281"/>
            <p:cNvSpPr/>
            <p:nvPr/>
          </p:nvSpPr>
          <p:spPr>
            <a:xfrm>
              <a:off x="367020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2" name="pg2282"/>
            <p:cNvSpPr/>
            <p:nvPr/>
          </p:nvSpPr>
          <p:spPr>
            <a:xfrm>
              <a:off x="372839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3" name="pg2283"/>
            <p:cNvSpPr/>
            <p:nvPr/>
          </p:nvSpPr>
          <p:spPr>
            <a:xfrm>
              <a:off x="374002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4" name="pg2284"/>
            <p:cNvSpPr/>
            <p:nvPr/>
          </p:nvSpPr>
          <p:spPr>
            <a:xfrm>
              <a:off x="375166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5" name="pg2285"/>
            <p:cNvSpPr/>
            <p:nvPr/>
          </p:nvSpPr>
          <p:spPr>
            <a:xfrm>
              <a:off x="376330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6" name="pg2286"/>
            <p:cNvSpPr/>
            <p:nvPr/>
          </p:nvSpPr>
          <p:spPr>
            <a:xfrm>
              <a:off x="377493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7" name="pg2287"/>
            <p:cNvSpPr/>
            <p:nvPr/>
          </p:nvSpPr>
          <p:spPr>
            <a:xfrm>
              <a:off x="378657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8" name="pg2288"/>
            <p:cNvSpPr/>
            <p:nvPr/>
          </p:nvSpPr>
          <p:spPr>
            <a:xfrm>
              <a:off x="379821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9" name="pg2289"/>
            <p:cNvSpPr/>
            <p:nvPr/>
          </p:nvSpPr>
          <p:spPr>
            <a:xfrm>
              <a:off x="380985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0" name="pg2290"/>
            <p:cNvSpPr/>
            <p:nvPr/>
          </p:nvSpPr>
          <p:spPr>
            <a:xfrm>
              <a:off x="382148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1" name="pg2291"/>
            <p:cNvSpPr/>
            <p:nvPr/>
          </p:nvSpPr>
          <p:spPr>
            <a:xfrm>
              <a:off x="383312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2" name="pg2292"/>
            <p:cNvSpPr/>
            <p:nvPr/>
          </p:nvSpPr>
          <p:spPr>
            <a:xfrm>
              <a:off x="384476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3" name="pg2293"/>
            <p:cNvSpPr/>
            <p:nvPr/>
          </p:nvSpPr>
          <p:spPr>
            <a:xfrm>
              <a:off x="385640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4" name="pg2294"/>
            <p:cNvSpPr/>
            <p:nvPr/>
          </p:nvSpPr>
          <p:spPr>
            <a:xfrm>
              <a:off x="386803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5" name="pg2295"/>
            <p:cNvSpPr/>
            <p:nvPr/>
          </p:nvSpPr>
          <p:spPr>
            <a:xfrm>
              <a:off x="387967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6" name="pg2296"/>
            <p:cNvSpPr/>
            <p:nvPr/>
          </p:nvSpPr>
          <p:spPr>
            <a:xfrm>
              <a:off x="389131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7" name="pg2297"/>
            <p:cNvSpPr/>
            <p:nvPr/>
          </p:nvSpPr>
          <p:spPr>
            <a:xfrm>
              <a:off x="390295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8" name="pg2298"/>
            <p:cNvSpPr/>
            <p:nvPr/>
          </p:nvSpPr>
          <p:spPr>
            <a:xfrm>
              <a:off x="391458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9" name="pg2299"/>
            <p:cNvSpPr/>
            <p:nvPr/>
          </p:nvSpPr>
          <p:spPr>
            <a:xfrm>
              <a:off x="392622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0" name="pg2300"/>
            <p:cNvSpPr/>
            <p:nvPr/>
          </p:nvSpPr>
          <p:spPr>
            <a:xfrm>
              <a:off x="393786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1" name="pg2301"/>
            <p:cNvSpPr/>
            <p:nvPr/>
          </p:nvSpPr>
          <p:spPr>
            <a:xfrm>
              <a:off x="394949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2" name="pg2302"/>
            <p:cNvSpPr/>
            <p:nvPr/>
          </p:nvSpPr>
          <p:spPr>
            <a:xfrm>
              <a:off x="396113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3" name="pg2303"/>
            <p:cNvSpPr/>
            <p:nvPr/>
          </p:nvSpPr>
          <p:spPr>
            <a:xfrm>
              <a:off x="397277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4" name="pg2304"/>
            <p:cNvSpPr/>
            <p:nvPr/>
          </p:nvSpPr>
          <p:spPr>
            <a:xfrm>
              <a:off x="398441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5" name="pg2305"/>
            <p:cNvSpPr/>
            <p:nvPr/>
          </p:nvSpPr>
          <p:spPr>
            <a:xfrm>
              <a:off x="399604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6" name="pg2306"/>
            <p:cNvSpPr/>
            <p:nvPr/>
          </p:nvSpPr>
          <p:spPr>
            <a:xfrm>
              <a:off x="400768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7" name="pg2307"/>
            <p:cNvSpPr/>
            <p:nvPr/>
          </p:nvSpPr>
          <p:spPr>
            <a:xfrm>
              <a:off x="401932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8" name="pg2308"/>
            <p:cNvSpPr/>
            <p:nvPr/>
          </p:nvSpPr>
          <p:spPr>
            <a:xfrm>
              <a:off x="403096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9" name="pg2309"/>
            <p:cNvSpPr/>
            <p:nvPr/>
          </p:nvSpPr>
          <p:spPr>
            <a:xfrm>
              <a:off x="404259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0" name="pg2310"/>
            <p:cNvSpPr/>
            <p:nvPr/>
          </p:nvSpPr>
          <p:spPr>
            <a:xfrm>
              <a:off x="405423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1" name="pg2311"/>
            <p:cNvSpPr/>
            <p:nvPr/>
          </p:nvSpPr>
          <p:spPr>
            <a:xfrm>
              <a:off x="406587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2" name="pg2312"/>
            <p:cNvSpPr/>
            <p:nvPr/>
          </p:nvSpPr>
          <p:spPr>
            <a:xfrm>
              <a:off x="407751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3" name="pg2313"/>
            <p:cNvSpPr/>
            <p:nvPr/>
          </p:nvSpPr>
          <p:spPr>
            <a:xfrm>
              <a:off x="408914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4" name="pg2314"/>
            <p:cNvSpPr/>
            <p:nvPr/>
          </p:nvSpPr>
          <p:spPr>
            <a:xfrm>
              <a:off x="412405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5" name="pg2315"/>
            <p:cNvSpPr/>
            <p:nvPr/>
          </p:nvSpPr>
          <p:spPr>
            <a:xfrm>
              <a:off x="454300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6" name="pg2316"/>
            <p:cNvSpPr/>
            <p:nvPr/>
          </p:nvSpPr>
          <p:spPr>
            <a:xfrm>
              <a:off x="455464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7" name="pg2317"/>
            <p:cNvSpPr/>
            <p:nvPr/>
          </p:nvSpPr>
          <p:spPr>
            <a:xfrm>
              <a:off x="456627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8" name="pg2318"/>
            <p:cNvSpPr/>
            <p:nvPr/>
          </p:nvSpPr>
          <p:spPr>
            <a:xfrm>
              <a:off x="457791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9" name="pg2319"/>
            <p:cNvSpPr/>
            <p:nvPr/>
          </p:nvSpPr>
          <p:spPr>
            <a:xfrm>
              <a:off x="458955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0" name="pg2320"/>
            <p:cNvSpPr/>
            <p:nvPr/>
          </p:nvSpPr>
          <p:spPr>
            <a:xfrm>
              <a:off x="361201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1" name="pg2321"/>
            <p:cNvSpPr/>
            <p:nvPr/>
          </p:nvSpPr>
          <p:spPr>
            <a:xfrm>
              <a:off x="362365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2" name="pg2322"/>
            <p:cNvSpPr/>
            <p:nvPr/>
          </p:nvSpPr>
          <p:spPr>
            <a:xfrm>
              <a:off x="363529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3" name="pg2323"/>
            <p:cNvSpPr/>
            <p:nvPr/>
          </p:nvSpPr>
          <p:spPr>
            <a:xfrm>
              <a:off x="364692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4" name="pg2324"/>
            <p:cNvSpPr/>
            <p:nvPr/>
          </p:nvSpPr>
          <p:spPr>
            <a:xfrm>
              <a:off x="365856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5" name="pg2325"/>
            <p:cNvSpPr/>
            <p:nvPr/>
          </p:nvSpPr>
          <p:spPr>
            <a:xfrm>
              <a:off x="367020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6" name="pg2326"/>
            <p:cNvSpPr/>
            <p:nvPr/>
          </p:nvSpPr>
          <p:spPr>
            <a:xfrm>
              <a:off x="368184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7" name="pg2327"/>
            <p:cNvSpPr/>
            <p:nvPr/>
          </p:nvSpPr>
          <p:spPr>
            <a:xfrm>
              <a:off x="369347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8" name="pg2328"/>
            <p:cNvSpPr/>
            <p:nvPr/>
          </p:nvSpPr>
          <p:spPr>
            <a:xfrm>
              <a:off x="370511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9" name="pg2329"/>
            <p:cNvSpPr/>
            <p:nvPr/>
          </p:nvSpPr>
          <p:spPr>
            <a:xfrm>
              <a:off x="371675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0" name="pg2330"/>
            <p:cNvSpPr/>
            <p:nvPr/>
          </p:nvSpPr>
          <p:spPr>
            <a:xfrm>
              <a:off x="372839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1" name="pg2331"/>
            <p:cNvSpPr/>
            <p:nvPr/>
          </p:nvSpPr>
          <p:spPr>
            <a:xfrm>
              <a:off x="374002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2" name="pg2332"/>
            <p:cNvSpPr/>
            <p:nvPr/>
          </p:nvSpPr>
          <p:spPr>
            <a:xfrm>
              <a:off x="375166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3" name="pg2333"/>
            <p:cNvSpPr/>
            <p:nvPr/>
          </p:nvSpPr>
          <p:spPr>
            <a:xfrm>
              <a:off x="376330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4" name="pg2334"/>
            <p:cNvSpPr/>
            <p:nvPr/>
          </p:nvSpPr>
          <p:spPr>
            <a:xfrm>
              <a:off x="377493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5" name="pg2335"/>
            <p:cNvSpPr/>
            <p:nvPr/>
          </p:nvSpPr>
          <p:spPr>
            <a:xfrm>
              <a:off x="378657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6" name="pg2336"/>
            <p:cNvSpPr/>
            <p:nvPr/>
          </p:nvSpPr>
          <p:spPr>
            <a:xfrm>
              <a:off x="379821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7" name="pg2337"/>
            <p:cNvSpPr/>
            <p:nvPr/>
          </p:nvSpPr>
          <p:spPr>
            <a:xfrm>
              <a:off x="380985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8" name="pg2338"/>
            <p:cNvSpPr/>
            <p:nvPr/>
          </p:nvSpPr>
          <p:spPr>
            <a:xfrm>
              <a:off x="382148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9" name="pg2339"/>
            <p:cNvSpPr/>
            <p:nvPr/>
          </p:nvSpPr>
          <p:spPr>
            <a:xfrm>
              <a:off x="383312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0" name="pg2340"/>
            <p:cNvSpPr/>
            <p:nvPr/>
          </p:nvSpPr>
          <p:spPr>
            <a:xfrm>
              <a:off x="384476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1" name="pg2341"/>
            <p:cNvSpPr/>
            <p:nvPr/>
          </p:nvSpPr>
          <p:spPr>
            <a:xfrm>
              <a:off x="385640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2" name="pg2342"/>
            <p:cNvSpPr/>
            <p:nvPr/>
          </p:nvSpPr>
          <p:spPr>
            <a:xfrm>
              <a:off x="386803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3" name="pg2343"/>
            <p:cNvSpPr/>
            <p:nvPr/>
          </p:nvSpPr>
          <p:spPr>
            <a:xfrm>
              <a:off x="387967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4" name="pg2344"/>
            <p:cNvSpPr/>
            <p:nvPr/>
          </p:nvSpPr>
          <p:spPr>
            <a:xfrm>
              <a:off x="389131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5" name="pg2345"/>
            <p:cNvSpPr/>
            <p:nvPr/>
          </p:nvSpPr>
          <p:spPr>
            <a:xfrm>
              <a:off x="390295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6" name="pg2346"/>
            <p:cNvSpPr/>
            <p:nvPr/>
          </p:nvSpPr>
          <p:spPr>
            <a:xfrm>
              <a:off x="391458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7" name="pg2347"/>
            <p:cNvSpPr/>
            <p:nvPr/>
          </p:nvSpPr>
          <p:spPr>
            <a:xfrm>
              <a:off x="392622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8" name="pg2348"/>
            <p:cNvSpPr/>
            <p:nvPr/>
          </p:nvSpPr>
          <p:spPr>
            <a:xfrm>
              <a:off x="393786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9" name="pg2349"/>
            <p:cNvSpPr/>
            <p:nvPr/>
          </p:nvSpPr>
          <p:spPr>
            <a:xfrm>
              <a:off x="394949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0" name="pg2350"/>
            <p:cNvSpPr/>
            <p:nvPr/>
          </p:nvSpPr>
          <p:spPr>
            <a:xfrm>
              <a:off x="396113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1" name="pg2351"/>
            <p:cNvSpPr/>
            <p:nvPr/>
          </p:nvSpPr>
          <p:spPr>
            <a:xfrm>
              <a:off x="397277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2" name="pg2352"/>
            <p:cNvSpPr/>
            <p:nvPr/>
          </p:nvSpPr>
          <p:spPr>
            <a:xfrm>
              <a:off x="398441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3" name="pg2353"/>
            <p:cNvSpPr/>
            <p:nvPr/>
          </p:nvSpPr>
          <p:spPr>
            <a:xfrm>
              <a:off x="399604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4" name="pg2354"/>
            <p:cNvSpPr/>
            <p:nvPr/>
          </p:nvSpPr>
          <p:spPr>
            <a:xfrm>
              <a:off x="400768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5" name="pg2355"/>
            <p:cNvSpPr/>
            <p:nvPr/>
          </p:nvSpPr>
          <p:spPr>
            <a:xfrm>
              <a:off x="401932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6" name="pg2356"/>
            <p:cNvSpPr/>
            <p:nvPr/>
          </p:nvSpPr>
          <p:spPr>
            <a:xfrm>
              <a:off x="403096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7" name="pg2357"/>
            <p:cNvSpPr/>
            <p:nvPr/>
          </p:nvSpPr>
          <p:spPr>
            <a:xfrm>
              <a:off x="404259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8" name="pg2358"/>
            <p:cNvSpPr/>
            <p:nvPr/>
          </p:nvSpPr>
          <p:spPr>
            <a:xfrm>
              <a:off x="405423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9" name="pg2359"/>
            <p:cNvSpPr/>
            <p:nvPr/>
          </p:nvSpPr>
          <p:spPr>
            <a:xfrm>
              <a:off x="406587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0" name="pg2360"/>
            <p:cNvSpPr/>
            <p:nvPr/>
          </p:nvSpPr>
          <p:spPr>
            <a:xfrm>
              <a:off x="407751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1" name="pg2361"/>
            <p:cNvSpPr/>
            <p:nvPr/>
          </p:nvSpPr>
          <p:spPr>
            <a:xfrm>
              <a:off x="408914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2" name="pg2362"/>
            <p:cNvSpPr/>
            <p:nvPr/>
          </p:nvSpPr>
          <p:spPr>
            <a:xfrm>
              <a:off x="410078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3" name="pg2363"/>
            <p:cNvSpPr/>
            <p:nvPr/>
          </p:nvSpPr>
          <p:spPr>
            <a:xfrm>
              <a:off x="411242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4" name="pg2364"/>
            <p:cNvSpPr/>
            <p:nvPr/>
          </p:nvSpPr>
          <p:spPr>
            <a:xfrm>
              <a:off x="412405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5" name="pg2365"/>
            <p:cNvSpPr/>
            <p:nvPr/>
          </p:nvSpPr>
          <p:spPr>
            <a:xfrm>
              <a:off x="413569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6" name="pg2366"/>
            <p:cNvSpPr/>
            <p:nvPr/>
          </p:nvSpPr>
          <p:spPr>
            <a:xfrm>
              <a:off x="414733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7" name="pg2367"/>
            <p:cNvSpPr/>
            <p:nvPr/>
          </p:nvSpPr>
          <p:spPr>
            <a:xfrm>
              <a:off x="455464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8" name="pg2368"/>
            <p:cNvSpPr/>
            <p:nvPr/>
          </p:nvSpPr>
          <p:spPr>
            <a:xfrm>
              <a:off x="456627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9" name="pg2369"/>
            <p:cNvSpPr/>
            <p:nvPr/>
          </p:nvSpPr>
          <p:spPr>
            <a:xfrm>
              <a:off x="457791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0" name="pg2370"/>
            <p:cNvSpPr/>
            <p:nvPr/>
          </p:nvSpPr>
          <p:spPr>
            <a:xfrm>
              <a:off x="458955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1" name="pg2371"/>
            <p:cNvSpPr/>
            <p:nvPr/>
          </p:nvSpPr>
          <p:spPr>
            <a:xfrm>
              <a:off x="360037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2" name="pg2372"/>
            <p:cNvSpPr/>
            <p:nvPr/>
          </p:nvSpPr>
          <p:spPr>
            <a:xfrm>
              <a:off x="361201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3" name="pg2373"/>
            <p:cNvSpPr/>
            <p:nvPr/>
          </p:nvSpPr>
          <p:spPr>
            <a:xfrm>
              <a:off x="362365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4" name="pg2374"/>
            <p:cNvSpPr/>
            <p:nvPr/>
          </p:nvSpPr>
          <p:spPr>
            <a:xfrm>
              <a:off x="363529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5" name="pg2375"/>
            <p:cNvSpPr/>
            <p:nvPr/>
          </p:nvSpPr>
          <p:spPr>
            <a:xfrm>
              <a:off x="364692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6" name="pg2376"/>
            <p:cNvSpPr/>
            <p:nvPr/>
          </p:nvSpPr>
          <p:spPr>
            <a:xfrm>
              <a:off x="365856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7" name="pg2377"/>
            <p:cNvSpPr/>
            <p:nvPr/>
          </p:nvSpPr>
          <p:spPr>
            <a:xfrm>
              <a:off x="367020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8" name="pg2378"/>
            <p:cNvSpPr/>
            <p:nvPr/>
          </p:nvSpPr>
          <p:spPr>
            <a:xfrm>
              <a:off x="368184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9" name="pg2379"/>
            <p:cNvSpPr/>
            <p:nvPr/>
          </p:nvSpPr>
          <p:spPr>
            <a:xfrm>
              <a:off x="369347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0" name="pg2380"/>
            <p:cNvSpPr/>
            <p:nvPr/>
          </p:nvSpPr>
          <p:spPr>
            <a:xfrm>
              <a:off x="370511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1">
                <a:alpha val="100000"/>
              </a:srgbClr>
            </a:solidFill>
            <a:ln w="5420" cap="flat">
              <a:solidFill>
                <a:srgbClr val="3B3E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1" name="pg2381"/>
            <p:cNvSpPr/>
            <p:nvPr/>
          </p:nvSpPr>
          <p:spPr>
            <a:xfrm>
              <a:off x="371675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2" name="pg2382"/>
            <p:cNvSpPr/>
            <p:nvPr/>
          </p:nvSpPr>
          <p:spPr>
            <a:xfrm>
              <a:off x="372839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3" name="pg2383"/>
            <p:cNvSpPr/>
            <p:nvPr/>
          </p:nvSpPr>
          <p:spPr>
            <a:xfrm>
              <a:off x="374002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4" name="pg2384"/>
            <p:cNvSpPr/>
            <p:nvPr/>
          </p:nvSpPr>
          <p:spPr>
            <a:xfrm>
              <a:off x="375166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5" name="pg2385"/>
            <p:cNvSpPr/>
            <p:nvPr/>
          </p:nvSpPr>
          <p:spPr>
            <a:xfrm>
              <a:off x="376330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6" name="pg2386"/>
            <p:cNvSpPr/>
            <p:nvPr/>
          </p:nvSpPr>
          <p:spPr>
            <a:xfrm>
              <a:off x="377493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7" name="pg2387"/>
            <p:cNvSpPr/>
            <p:nvPr/>
          </p:nvSpPr>
          <p:spPr>
            <a:xfrm>
              <a:off x="378657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8" name="pg2388"/>
            <p:cNvSpPr/>
            <p:nvPr/>
          </p:nvSpPr>
          <p:spPr>
            <a:xfrm>
              <a:off x="379821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9" name="pg2389"/>
            <p:cNvSpPr/>
            <p:nvPr/>
          </p:nvSpPr>
          <p:spPr>
            <a:xfrm>
              <a:off x="380985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0" name="pg2390"/>
            <p:cNvSpPr/>
            <p:nvPr/>
          </p:nvSpPr>
          <p:spPr>
            <a:xfrm>
              <a:off x="382148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1" name="pg2391"/>
            <p:cNvSpPr/>
            <p:nvPr/>
          </p:nvSpPr>
          <p:spPr>
            <a:xfrm>
              <a:off x="383312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2" name="pg2392"/>
            <p:cNvSpPr/>
            <p:nvPr/>
          </p:nvSpPr>
          <p:spPr>
            <a:xfrm>
              <a:off x="384476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3" name="pg2393"/>
            <p:cNvSpPr/>
            <p:nvPr/>
          </p:nvSpPr>
          <p:spPr>
            <a:xfrm>
              <a:off x="385640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4" name="pg2394"/>
            <p:cNvSpPr/>
            <p:nvPr/>
          </p:nvSpPr>
          <p:spPr>
            <a:xfrm>
              <a:off x="386803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5" name="pg2395"/>
            <p:cNvSpPr/>
            <p:nvPr/>
          </p:nvSpPr>
          <p:spPr>
            <a:xfrm>
              <a:off x="387967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6" name="pg2396"/>
            <p:cNvSpPr/>
            <p:nvPr/>
          </p:nvSpPr>
          <p:spPr>
            <a:xfrm>
              <a:off x="389131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7" name="pg2397"/>
            <p:cNvSpPr/>
            <p:nvPr/>
          </p:nvSpPr>
          <p:spPr>
            <a:xfrm>
              <a:off x="390295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8" name="pg2398"/>
            <p:cNvSpPr/>
            <p:nvPr/>
          </p:nvSpPr>
          <p:spPr>
            <a:xfrm>
              <a:off x="391458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9" name="pg2399"/>
            <p:cNvSpPr/>
            <p:nvPr/>
          </p:nvSpPr>
          <p:spPr>
            <a:xfrm>
              <a:off x="392622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0" name="pg2400"/>
            <p:cNvSpPr/>
            <p:nvPr/>
          </p:nvSpPr>
          <p:spPr>
            <a:xfrm>
              <a:off x="393786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1" name="pg2401"/>
            <p:cNvSpPr/>
            <p:nvPr/>
          </p:nvSpPr>
          <p:spPr>
            <a:xfrm>
              <a:off x="394949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2" name="pg2402"/>
            <p:cNvSpPr/>
            <p:nvPr/>
          </p:nvSpPr>
          <p:spPr>
            <a:xfrm>
              <a:off x="396113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3" name="pg2403"/>
            <p:cNvSpPr/>
            <p:nvPr/>
          </p:nvSpPr>
          <p:spPr>
            <a:xfrm>
              <a:off x="397277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4" name="pg2404"/>
            <p:cNvSpPr/>
            <p:nvPr/>
          </p:nvSpPr>
          <p:spPr>
            <a:xfrm>
              <a:off x="398441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5" name="pg2405"/>
            <p:cNvSpPr/>
            <p:nvPr/>
          </p:nvSpPr>
          <p:spPr>
            <a:xfrm>
              <a:off x="399604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6" name="pg2406"/>
            <p:cNvSpPr/>
            <p:nvPr/>
          </p:nvSpPr>
          <p:spPr>
            <a:xfrm>
              <a:off x="400768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7" name="pg2407"/>
            <p:cNvSpPr/>
            <p:nvPr/>
          </p:nvSpPr>
          <p:spPr>
            <a:xfrm>
              <a:off x="401932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8" name="pg2408"/>
            <p:cNvSpPr/>
            <p:nvPr/>
          </p:nvSpPr>
          <p:spPr>
            <a:xfrm>
              <a:off x="403096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9" name="pg2409"/>
            <p:cNvSpPr/>
            <p:nvPr/>
          </p:nvSpPr>
          <p:spPr>
            <a:xfrm>
              <a:off x="404259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0" name="pg2410"/>
            <p:cNvSpPr/>
            <p:nvPr/>
          </p:nvSpPr>
          <p:spPr>
            <a:xfrm>
              <a:off x="405423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1" name="pg2411"/>
            <p:cNvSpPr/>
            <p:nvPr/>
          </p:nvSpPr>
          <p:spPr>
            <a:xfrm>
              <a:off x="406587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2" name="pg2412"/>
            <p:cNvSpPr/>
            <p:nvPr/>
          </p:nvSpPr>
          <p:spPr>
            <a:xfrm>
              <a:off x="407751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3" name="pg2413"/>
            <p:cNvSpPr/>
            <p:nvPr/>
          </p:nvSpPr>
          <p:spPr>
            <a:xfrm>
              <a:off x="408914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4" name="pg2414"/>
            <p:cNvSpPr/>
            <p:nvPr/>
          </p:nvSpPr>
          <p:spPr>
            <a:xfrm>
              <a:off x="410078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5" name="pg2415"/>
            <p:cNvSpPr/>
            <p:nvPr/>
          </p:nvSpPr>
          <p:spPr>
            <a:xfrm>
              <a:off x="411242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6" name="pg2416"/>
            <p:cNvSpPr/>
            <p:nvPr/>
          </p:nvSpPr>
          <p:spPr>
            <a:xfrm>
              <a:off x="412405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7" name="pg2417"/>
            <p:cNvSpPr/>
            <p:nvPr/>
          </p:nvSpPr>
          <p:spPr>
            <a:xfrm>
              <a:off x="413569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8" name="pg2418"/>
            <p:cNvSpPr/>
            <p:nvPr/>
          </p:nvSpPr>
          <p:spPr>
            <a:xfrm>
              <a:off x="414733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9" name="pg2419"/>
            <p:cNvSpPr/>
            <p:nvPr/>
          </p:nvSpPr>
          <p:spPr>
            <a:xfrm>
              <a:off x="426370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0" name="pg2420"/>
            <p:cNvSpPr/>
            <p:nvPr/>
          </p:nvSpPr>
          <p:spPr>
            <a:xfrm>
              <a:off x="427534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1" name="pg2421"/>
            <p:cNvSpPr/>
            <p:nvPr/>
          </p:nvSpPr>
          <p:spPr>
            <a:xfrm>
              <a:off x="428698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2" name="pg2422"/>
            <p:cNvSpPr/>
            <p:nvPr/>
          </p:nvSpPr>
          <p:spPr>
            <a:xfrm>
              <a:off x="429861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3" name="pg2423"/>
            <p:cNvSpPr/>
            <p:nvPr/>
          </p:nvSpPr>
          <p:spPr>
            <a:xfrm>
              <a:off x="455464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4" name="pg2424"/>
            <p:cNvSpPr/>
            <p:nvPr/>
          </p:nvSpPr>
          <p:spPr>
            <a:xfrm>
              <a:off x="456627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5" name="pg2425"/>
            <p:cNvSpPr/>
            <p:nvPr/>
          </p:nvSpPr>
          <p:spPr>
            <a:xfrm>
              <a:off x="457791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6" name="pg2426"/>
            <p:cNvSpPr/>
            <p:nvPr/>
          </p:nvSpPr>
          <p:spPr>
            <a:xfrm>
              <a:off x="458955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7" name="pg2427"/>
            <p:cNvSpPr/>
            <p:nvPr/>
          </p:nvSpPr>
          <p:spPr>
            <a:xfrm>
              <a:off x="460119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8" name="pg2428"/>
            <p:cNvSpPr/>
            <p:nvPr/>
          </p:nvSpPr>
          <p:spPr>
            <a:xfrm>
              <a:off x="325125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9" name="pg2429"/>
            <p:cNvSpPr/>
            <p:nvPr/>
          </p:nvSpPr>
          <p:spPr>
            <a:xfrm>
              <a:off x="326289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0" name="pg2430"/>
            <p:cNvSpPr/>
            <p:nvPr/>
          </p:nvSpPr>
          <p:spPr>
            <a:xfrm>
              <a:off x="360037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1" name="pg2431"/>
            <p:cNvSpPr/>
            <p:nvPr/>
          </p:nvSpPr>
          <p:spPr>
            <a:xfrm>
              <a:off x="361201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2" name="pg2432"/>
            <p:cNvSpPr/>
            <p:nvPr/>
          </p:nvSpPr>
          <p:spPr>
            <a:xfrm>
              <a:off x="362365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3" name="pg2433"/>
            <p:cNvSpPr/>
            <p:nvPr/>
          </p:nvSpPr>
          <p:spPr>
            <a:xfrm>
              <a:off x="363529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4" name="pg2434"/>
            <p:cNvSpPr/>
            <p:nvPr/>
          </p:nvSpPr>
          <p:spPr>
            <a:xfrm>
              <a:off x="364692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5" name="pg2435"/>
            <p:cNvSpPr/>
            <p:nvPr/>
          </p:nvSpPr>
          <p:spPr>
            <a:xfrm>
              <a:off x="365856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6" name="pg2436"/>
            <p:cNvSpPr/>
            <p:nvPr/>
          </p:nvSpPr>
          <p:spPr>
            <a:xfrm>
              <a:off x="367020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7" name="pg2437"/>
            <p:cNvSpPr/>
            <p:nvPr/>
          </p:nvSpPr>
          <p:spPr>
            <a:xfrm>
              <a:off x="368184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8" name="pg2438"/>
            <p:cNvSpPr/>
            <p:nvPr/>
          </p:nvSpPr>
          <p:spPr>
            <a:xfrm>
              <a:off x="369347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9" name="pg2439"/>
            <p:cNvSpPr/>
            <p:nvPr/>
          </p:nvSpPr>
          <p:spPr>
            <a:xfrm>
              <a:off x="370511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0" name="pg2440"/>
            <p:cNvSpPr/>
            <p:nvPr/>
          </p:nvSpPr>
          <p:spPr>
            <a:xfrm>
              <a:off x="371675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1" name="pg2441"/>
            <p:cNvSpPr/>
            <p:nvPr/>
          </p:nvSpPr>
          <p:spPr>
            <a:xfrm>
              <a:off x="372839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2" name="pg2442"/>
            <p:cNvSpPr/>
            <p:nvPr/>
          </p:nvSpPr>
          <p:spPr>
            <a:xfrm>
              <a:off x="374002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3" name="pg2443"/>
            <p:cNvSpPr/>
            <p:nvPr/>
          </p:nvSpPr>
          <p:spPr>
            <a:xfrm>
              <a:off x="375166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4" name="pg2444"/>
            <p:cNvSpPr/>
            <p:nvPr/>
          </p:nvSpPr>
          <p:spPr>
            <a:xfrm>
              <a:off x="376330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5" name="pg2445"/>
            <p:cNvSpPr/>
            <p:nvPr/>
          </p:nvSpPr>
          <p:spPr>
            <a:xfrm>
              <a:off x="377493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6" name="pg2446"/>
            <p:cNvSpPr/>
            <p:nvPr/>
          </p:nvSpPr>
          <p:spPr>
            <a:xfrm>
              <a:off x="378657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7" name="pg2447"/>
            <p:cNvSpPr/>
            <p:nvPr/>
          </p:nvSpPr>
          <p:spPr>
            <a:xfrm>
              <a:off x="379821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8" name="pg2448"/>
            <p:cNvSpPr/>
            <p:nvPr/>
          </p:nvSpPr>
          <p:spPr>
            <a:xfrm>
              <a:off x="380985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9" name="pg2449"/>
            <p:cNvSpPr/>
            <p:nvPr/>
          </p:nvSpPr>
          <p:spPr>
            <a:xfrm>
              <a:off x="382148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0" name="pg2450"/>
            <p:cNvSpPr/>
            <p:nvPr/>
          </p:nvSpPr>
          <p:spPr>
            <a:xfrm>
              <a:off x="383312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1" name="pg2451"/>
            <p:cNvSpPr/>
            <p:nvPr/>
          </p:nvSpPr>
          <p:spPr>
            <a:xfrm>
              <a:off x="384476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2" name="pg2452"/>
            <p:cNvSpPr/>
            <p:nvPr/>
          </p:nvSpPr>
          <p:spPr>
            <a:xfrm>
              <a:off x="385640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3" name="pg2453"/>
            <p:cNvSpPr/>
            <p:nvPr/>
          </p:nvSpPr>
          <p:spPr>
            <a:xfrm>
              <a:off x="386803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4" name="pg2454"/>
            <p:cNvSpPr/>
            <p:nvPr/>
          </p:nvSpPr>
          <p:spPr>
            <a:xfrm>
              <a:off x="387967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5" name="pg2455"/>
            <p:cNvSpPr/>
            <p:nvPr/>
          </p:nvSpPr>
          <p:spPr>
            <a:xfrm>
              <a:off x="389131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6" name="pg2456"/>
            <p:cNvSpPr/>
            <p:nvPr/>
          </p:nvSpPr>
          <p:spPr>
            <a:xfrm>
              <a:off x="390295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7" name="pg2457"/>
            <p:cNvSpPr/>
            <p:nvPr/>
          </p:nvSpPr>
          <p:spPr>
            <a:xfrm>
              <a:off x="391458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8" name="pg2458"/>
            <p:cNvSpPr/>
            <p:nvPr/>
          </p:nvSpPr>
          <p:spPr>
            <a:xfrm>
              <a:off x="392622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9" name="pg2459"/>
            <p:cNvSpPr/>
            <p:nvPr/>
          </p:nvSpPr>
          <p:spPr>
            <a:xfrm>
              <a:off x="393786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0" name="pg2460"/>
            <p:cNvSpPr/>
            <p:nvPr/>
          </p:nvSpPr>
          <p:spPr>
            <a:xfrm>
              <a:off x="394949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1" name="pg2461"/>
            <p:cNvSpPr/>
            <p:nvPr/>
          </p:nvSpPr>
          <p:spPr>
            <a:xfrm>
              <a:off x="396113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2" name="pg2462"/>
            <p:cNvSpPr/>
            <p:nvPr/>
          </p:nvSpPr>
          <p:spPr>
            <a:xfrm>
              <a:off x="397277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3" name="pg2463"/>
            <p:cNvSpPr/>
            <p:nvPr/>
          </p:nvSpPr>
          <p:spPr>
            <a:xfrm>
              <a:off x="398441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4" name="pg2464"/>
            <p:cNvSpPr/>
            <p:nvPr/>
          </p:nvSpPr>
          <p:spPr>
            <a:xfrm>
              <a:off x="399604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5" name="pg2465"/>
            <p:cNvSpPr/>
            <p:nvPr/>
          </p:nvSpPr>
          <p:spPr>
            <a:xfrm>
              <a:off x="400768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6" name="pg2466"/>
            <p:cNvSpPr/>
            <p:nvPr/>
          </p:nvSpPr>
          <p:spPr>
            <a:xfrm>
              <a:off x="401932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7" name="pg2467"/>
            <p:cNvSpPr/>
            <p:nvPr/>
          </p:nvSpPr>
          <p:spPr>
            <a:xfrm>
              <a:off x="403096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8" name="pg2468"/>
            <p:cNvSpPr/>
            <p:nvPr/>
          </p:nvSpPr>
          <p:spPr>
            <a:xfrm>
              <a:off x="404259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9" name="pg2469"/>
            <p:cNvSpPr/>
            <p:nvPr/>
          </p:nvSpPr>
          <p:spPr>
            <a:xfrm>
              <a:off x="405423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0" name="pg2470"/>
            <p:cNvSpPr/>
            <p:nvPr/>
          </p:nvSpPr>
          <p:spPr>
            <a:xfrm>
              <a:off x="406587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1" name="pg2471"/>
            <p:cNvSpPr/>
            <p:nvPr/>
          </p:nvSpPr>
          <p:spPr>
            <a:xfrm>
              <a:off x="407751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2" name="pg2472"/>
            <p:cNvSpPr/>
            <p:nvPr/>
          </p:nvSpPr>
          <p:spPr>
            <a:xfrm>
              <a:off x="408914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3" name="pg2473"/>
            <p:cNvSpPr/>
            <p:nvPr/>
          </p:nvSpPr>
          <p:spPr>
            <a:xfrm>
              <a:off x="410078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4" name="pg2474"/>
            <p:cNvSpPr/>
            <p:nvPr/>
          </p:nvSpPr>
          <p:spPr>
            <a:xfrm>
              <a:off x="411242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5" name="pg2475"/>
            <p:cNvSpPr/>
            <p:nvPr/>
          </p:nvSpPr>
          <p:spPr>
            <a:xfrm>
              <a:off x="412405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6" name="pg2476"/>
            <p:cNvSpPr/>
            <p:nvPr/>
          </p:nvSpPr>
          <p:spPr>
            <a:xfrm>
              <a:off x="413569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7" name="pg2477"/>
            <p:cNvSpPr/>
            <p:nvPr/>
          </p:nvSpPr>
          <p:spPr>
            <a:xfrm>
              <a:off x="414733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8" name="pg2478"/>
            <p:cNvSpPr/>
            <p:nvPr/>
          </p:nvSpPr>
          <p:spPr>
            <a:xfrm>
              <a:off x="425207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9" name="pg2479"/>
            <p:cNvSpPr/>
            <p:nvPr/>
          </p:nvSpPr>
          <p:spPr>
            <a:xfrm>
              <a:off x="426370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0" name="pg2480"/>
            <p:cNvSpPr/>
            <p:nvPr/>
          </p:nvSpPr>
          <p:spPr>
            <a:xfrm>
              <a:off x="427534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1" name="pg2481"/>
            <p:cNvSpPr/>
            <p:nvPr/>
          </p:nvSpPr>
          <p:spPr>
            <a:xfrm>
              <a:off x="428698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2" name="pg2482"/>
            <p:cNvSpPr/>
            <p:nvPr/>
          </p:nvSpPr>
          <p:spPr>
            <a:xfrm>
              <a:off x="429861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3" name="pg2483"/>
            <p:cNvSpPr/>
            <p:nvPr/>
          </p:nvSpPr>
          <p:spPr>
            <a:xfrm>
              <a:off x="431025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4" name="pg2484"/>
            <p:cNvSpPr/>
            <p:nvPr/>
          </p:nvSpPr>
          <p:spPr>
            <a:xfrm>
              <a:off x="432189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5" name="pg2485"/>
            <p:cNvSpPr/>
            <p:nvPr/>
          </p:nvSpPr>
          <p:spPr>
            <a:xfrm>
              <a:off x="455464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6" name="pg2486"/>
            <p:cNvSpPr/>
            <p:nvPr/>
          </p:nvSpPr>
          <p:spPr>
            <a:xfrm>
              <a:off x="456627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7" name="pg2487"/>
            <p:cNvSpPr/>
            <p:nvPr/>
          </p:nvSpPr>
          <p:spPr>
            <a:xfrm>
              <a:off x="457791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8" name="pg2488"/>
            <p:cNvSpPr/>
            <p:nvPr/>
          </p:nvSpPr>
          <p:spPr>
            <a:xfrm>
              <a:off x="458955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9" name="pg2489"/>
            <p:cNvSpPr/>
            <p:nvPr/>
          </p:nvSpPr>
          <p:spPr>
            <a:xfrm>
              <a:off x="460119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0" name="pg2490"/>
            <p:cNvSpPr/>
            <p:nvPr/>
          </p:nvSpPr>
          <p:spPr>
            <a:xfrm>
              <a:off x="323962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1" name="pg2491"/>
            <p:cNvSpPr/>
            <p:nvPr/>
          </p:nvSpPr>
          <p:spPr>
            <a:xfrm>
              <a:off x="325125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2" name="pg2492"/>
            <p:cNvSpPr/>
            <p:nvPr/>
          </p:nvSpPr>
          <p:spPr>
            <a:xfrm>
              <a:off x="326289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3" name="pg2493"/>
            <p:cNvSpPr/>
            <p:nvPr/>
          </p:nvSpPr>
          <p:spPr>
            <a:xfrm>
              <a:off x="327453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4" name="pg2494"/>
            <p:cNvSpPr/>
            <p:nvPr/>
          </p:nvSpPr>
          <p:spPr>
            <a:xfrm>
              <a:off x="328617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5" name="pg2495"/>
            <p:cNvSpPr/>
            <p:nvPr/>
          </p:nvSpPr>
          <p:spPr>
            <a:xfrm>
              <a:off x="360037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6" name="pg2496"/>
            <p:cNvSpPr/>
            <p:nvPr/>
          </p:nvSpPr>
          <p:spPr>
            <a:xfrm>
              <a:off x="361201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7" name="pg2497"/>
            <p:cNvSpPr/>
            <p:nvPr/>
          </p:nvSpPr>
          <p:spPr>
            <a:xfrm>
              <a:off x="362365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8" name="pg2498"/>
            <p:cNvSpPr/>
            <p:nvPr/>
          </p:nvSpPr>
          <p:spPr>
            <a:xfrm>
              <a:off x="363529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9" name="pg2499"/>
            <p:cNvSpPr/>
            <p:nvPr/>
          </p:nvSpPr>
          <p:spPr>
            <a:xfrm>
              <a:off x="364692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0" name="pg2500"/>
            <p:cNvSpPr/>
            <p:nvPr/>
          </p:nvSpPr>
          <p:spPr>
            <a:xfrm>
              <a:off x="365856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3">
                <a:alpha val="100000"/>
              </a:srgbClr>
            </a:solidFill>
            <a:ln w="5420" cap="flat">
              <a:solidFill>
                <a:srgbClr val="3A34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1" name="pg2501"/>
            <p:cNvSpPr/>
            <p:nvPr/>
          </p:nvSpPr>
          <p:spPr>
            <a:xfrm>
              <a:off x="3670203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2" name="pg2502"/>
            <p:cNvSpPr/>
            <p:nvPr/>
          </p:nvSpPr>
          <p:spPr>
            <a:xfrm>
              <a:off x="368184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3" name="pg2503"/>
            <p:cNvSpPr/>
            <p:nvPr/>
          </p:nvSpPr>
          <p:spPr>
            <a:xfrm>
              <a:off x="369347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4" name="pg2504"/>
            <p:cNvSpPr/>
            <p:nvPr/>
          </p:nvSpPr>
          <p:spPr>
            <a:xfrm>
              <a:off x="370511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5" name="pg2505"/>
            <p:cNvSpPr/>
            <p:nvPr/>
          </p:nvSpPr>
          <p:spPr>
            <a:xfrm>
              <a:off x="371675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6" name="pg2506"/>
            <p:cNvSpPr/>
            <p:nvPr/>
          </p:nvSpPr>
          <p:spPr>
            <a:xfrm>
              <a:off x="372839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7" name="pg2507"/>
            <p:cNvSpPr/>
            <p:nvPr/>
          </p:nvSpPr>
          <p:spPr>
            <a:xfrm>
              <a:off x="374002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8" name="pg2508"/>
            <p:cNvSpPr/>
            <p:nvPr/>
          </p:nvSpPr>
          <p:spPr>
            <a:xfrm>
              <a:off x="375166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9" name="pg2509"/>
            <p:cNvSpPr/>
            <p:nvPr/>
          </p:nvSpPr>
          <p:spPr>
            <a:xfrm>
              <a:off x="385640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0" name="pg2510"/>
            <p:cNvSpPr/>
            <p:nvPr/>
          </p:nvSpPr>
          <p:spPr>
            <a:xfrm>
              <a:off x="386803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1" name="pg2511"/>
            <p:cNvSpPr/>
            <p:nvPr/>
          </p:nvSpPr>
          <p:spPr>
            <a:xfrm>
              <a:off x="387967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2" name="pg2512"/>
            <p:cNvSpPr/>
            <p:nvPr/>
          </p:nvSpPr>
          <p:spPr>
            <a:xfrm>
              <a:off x="389131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3" name="pg2513"/>
            <p:cNvSpPr/>
            <p:nvPr/>
          </p:nvSpPr>
          <p:spPr>
            <a:xfrm>
              <a:off x="390295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4" name="pg2514"/>
            <p:cNvSpPr/>
            <p:nvPr/>
          </p:nvSpPr>
          <p:spPr>
            <a:xfrm>
              <a:off x="391458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5" name="pg2515"/>
            <p:cNvSpPr/>
            <p:nvPr/>
          </p:nvSpPr>
          <p:spPr>
            <a:xfrm>
              <a:off x="392622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6" name="pg2516"/>
            <p:cNvSpPr/>
            <p:nvPr/>
          </p:nvSpPr>
          <p:spPr>
            <a:xfrm>
              <a:off x="393786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7" name="pg2517"/>
            <p:cNvSpPr/>
            <p:nvPr/>
          </p:nvSpPr>
          <p:spPr>
            <a:xfrm>
              <a:off x="394949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8" name="pg2518"/>
            <p:cNvSpPr/>
            <p:nvPr/>
          </p:nvSpPr>
          <p:spPr>
            <a:xfrm>
              <a:off x="396113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9" name="pg2519"/>
            <p:cNvSpPr/>
            <p:nvPr/>
          </p:nvSpPr>
          <p:spPr>
            <a:xfrm>
              <a:off x="406587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0" name="pg2520"/>
            <p:cNvSpPr/>
            <p:nvPr/>
          </p:nvSpPr>
          <p:spPr>
            <a:xfrm>
              <a:off x="407751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1" name="pg2521"/>
            <p:cNvSpPr/>
            <p:nvPr/>
          </p:nvSpPr>
          <p:spPr>
            <a:xfrm>
              <a:off x="408914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2" name="pg2522"/>
            <p:cNvSpPr/>
            <p:nvPr/>
          </p:nvSpPr>
          <p:spPr>
            <a:xfrm>
              <a:off x="410078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3" name="pg2523"/>
            <p:cNvSpPr/>
            <p:nvPr/>
          </p:nvSpPr>
          <p:spPr>
            <a:xfrm>
              <a:off x="411242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4" name="pg2524"/>
            <p:cNvSpPr/>
            <p:nvPr/>
          </p:nvSpPr>
          <p:spPr>
            <a:xfrm>
              <a:off x="412405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5" name="pg2525"/>
            <p:cNvSpPr/>
            <p:nvPr/>
          </p:nvSpPr>
          <p:spPr>
            <a:xfrm>
              <a:off x="413569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6" name="pg2526"/>
            <p:cNvSpPr/>
            <p:nvPr/>
          </p:nvSpPr>
          <p:spPr>
            <a:xfrm>
              <a:off x="414733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7" name="pg2527"/>
            <p:cNvSpPr/>
            <p:nvPr/>
          </p:nvSpPr>
          <p:spPr>
            <a:xfrm>
              <a:off x="415897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8" name="pg2528"/>
            <p:cNvSpPr/>
            <p:nvPr/>
          </p:nvSpPr>
          <p:spPr>
            <a:xfrm>
              <a:off x="422879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9" name="pg2529"/>
            <p:cNvSpPr/>
            <p:nvPr/>
          </p:nvSpPr>
          <p:spPr>
            <a:xfrm>
              <a:off x="424043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0" name="pg2530"/>
            <p:cNvSpPr/>
            <p:nvPr/>
          </p:nvSpPr>
          <p:spPr>
            <a:xfrm>
              <a:off x="425207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1" name="pg2531"/>
            <p:cNvSpPr/>
            <p:nvPr/>
          </p:nvSpPr>
          <p:spPr>
            <a:xfrm>
              <a:off x="426370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2" name="pg2532"/>
            <p:cNvSpPr/>
            <p:nvPr/>
          </p:nvSpPr>
          <p:spPr>
            <a:xfrm>
              <a:off x="427534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3" name="pg2533"/>
            <p:cNvSpPr/>
            <p:nvPr/>
          </p:nvSpPr>
          <p:spPr>
            <a:xfrm>
              <a:off x="428698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4" name="pg2534"/>
            <p:cNvSpPr/>
            <p:nvPr/>
          </p:nvSpPr>
          <p:spPr>
            <a:xfrm>
              <a:off x="429861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5" name="pg2535"/>
            <p:cNvSpPr/>
            <p:nvPr/>
          </p:nvSpPr>
          <p:spPr>
            <a:xfrm>
              <a:off x="431025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6" name="pg2536"/>
            <p:cNvSpPr/>
            <p:nvPr/>
          </p:nvSpPr>
          <p:spPr>
            <a:xfrm>
              <a:off x="432189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7" name="pg2537"/>
            <p:cNvSpPr/>
            <p:nvPr/>
          </p:nvSpPr>
          <p:spPr>
            <a:xfrm>
              <a:off x="433353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8" name="pg2538"/>
            <p:cNvSpPr/>
            <p:nvPr/>
          </p:nvSpPr>
          <p:spPr>
            <a:xfrm>
              <a:off x="434516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9" name="pg2539"/>
            <p:cNvSpPr/>
            <p:nvPr/>
          </p:nvSpPr>
          <p:spPr>
            <a:xfrm>
              <a:off x="455464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0" name="pg2540"/>
            <p:cNvSpPr/>
            <p:nvPr/>
          </p:nvSpPr>
          <p:spPr>
            <a:xfrm>
              <a:off x="456627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1" name="pg2541"/>
            <p:cNvSpPr/>
            <p:nvPr/>
          </p:nvSpPr>
          <p:spPr>
            <a:xfrm>
              <a:off x="457791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2" name="pg2542"/>
            <p:cNvSpPr/>
            <p:nvPr/>
          </p:nvSpPr>
          <p:spPr>
            <a:xfrm>
              <a:off x="458955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3" name="pg2543"/>
            <p:cNvSpPr/>
            <p:nvPr/>
          </p:nvSpPr>
          <p:spPr>
            <a:xfrm>
              <a:off x="460119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4" name="pg2544"/>
            <p:cNvSpPr/>
            <p:nvPr/>
          </p:nvSpPr>
          <p:spPr>
            <a:xfrm>
              <a:off x="314652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5" name="pg2545"/>
            <p:cNvSpPr/>
            <p:nvPr/>
          </p:nvSpPr>
          <p:spPr>
            <a:xfrm>
              <a:off x="315816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6" name="pg2546"/>
            <p:cNvSpPr/>
            <p:nvPr/>
          </p:nvSpPr>
          <p:spPr>
            <a:xfrm>
              <a:off x="316979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7" name="pg2547"/>
            <p:cNvSpPr/>
            <p:nvPr/>
          </p:nvSpPr>
          <p:spPr>
            <a:xfrm>
              <a:off x="322798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8" name="pg2548"/>
            <p:cNvSpPr/>
            <p:nvPr/>
          </p:nvSpPr>
          <p:spPr>
            <a:xfrm>
              <a:off x="323962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9" name="pg2549"/>
            <p:cNvSpPr/>
            <p:nvPr/>
          </p:nvSpPr>
          <p:spPr>
            <a:xfrm>
              <a:off x="325125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0" name="pg2550"/>
            <p:cNvSpPr/>
            <p:nvPr/>
          </p:nvSpPr>
          <p:spPr>
            <a:xfrm>
              <a:off x="326289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1" name="pg2551"/>
            <p:cNvSpPr/>
            <p:nvPr/>
          </p:nvSpPr>
          <p:spPr>
            <a:xfrm>
              <a:off x="327453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2" name="pg2552"/>
            <p:cNvSpPr/>
            <p:nvPr/>
          </p:nvSpPr>
          <p:spPr>
            <a:xfrm>
              <a:off x="328617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3" name="pg2553"/>
            <p:cNvSpPr/>
            <p:nvPr/>
          </p:nvSpPr>
          <p:spPr>
            <a:xfrm>
              <a:off x="329780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4" name="pg2554"/>
            <p:cNvSpPr/>
            <p:nvPr/>
          </p:nvSpPr>
          <p:spPr>
            <a:xfrm>
              <a:off x="330944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5" name="pg2555"/>
            <p:cNvSpPr/>
            <p:nvPr/>
          </p:nvSpPr>
          <p:spPr>
            <a:xfrm>
              <a:off x="332108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6" name="pg2556"/>
            <p:cNvSpPr/>
            <p:nvPr/>
          </p:nvSpPr>
          <p:spPr>
            <a:xfrm>
              <a:off x="333272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7" name="pg2557"/>
            <p:cNvSpPr/>
            <p:nvPr/>
          </p:nvSpPr>
          <p:spPr>
            <a:xfrm>
              <a:off x="334435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8" name="pg2558"/>
            <p:cNvSpPr/>
            <p:nvPr/>
          </p:nvSpPr>
          <p:spPr>
            <a:xfrm>
              <a:off x="343745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9" name="pg2559"/>
            <p:cNvSpPr/>
            <p:nvPr/>
          </p:nvSpPr>
          <p:spPr>
            <a:xfrm>
              <a:off x="344909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0" name="pg2560"/>
            <p:cNvSpPr/>
            <p:nvPr/>
          </p:nvSpPr>
          <p:spPr>
            <a:xfrm>
              <a:off x="346073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1" name="pg2561"/>
            <p:cNvSpPr/>
            <p:nvPr/>
          </p:nvSpPr>
          <p:spPr>
            <a:xfrm>
              <a:off x="347236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2" name="pg2562"/>
            <p:cNvSpPr/>
            <p:nvPr/>
          </p:nvSpPr>
          <p:spPr>
            <a:xfrm>
              <a:off x="348400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3" name="pg2563"/>
            <p:cNvSpPr/>
            <p:nvPr/>
          </p:nvSpPr>
          <p:spPr>
            <a:xfrm>
              <a:off x="360037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4" name="pg2564"/>
            <p:cNvSpPr/>
            <p:nvPr/>
          </p:nvSpPr>
          <p:spPr>
            <a:xfrm>
              <a:off x="361201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5" name="pg2565"/>
            <p:cNvSpPr/>
            <p:nvPr/>
          </p:nvSpPr>
          <p:spPr>
            <a:xfrm>
              <a:off x="362365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6" name="pg2566"/>
            <p:cNvSpPr/>
            <p:nvPr/>
          </p:nvSpPr>
          <p:spPr>
            <a:xfrm>
              <a:off x="363529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7" name="pg2567"/>
            <p:cNvSpPr/>
            <p:nvPr/>
          </p:nvSpPr>
          <p:spPr>
            <a:xfrm>
              <a:off x="364692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8" name="pg2568"/>
            <p:cNvSpPr/>
            <p:nvPr/>
          </p:nvSpPr>
          <p:spPr>
            <a:xfrm>
              <a:off x="365856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9" name="pg2569"/>
            <p:cNvSpPr/>
            <p:nvPr/>
          </p:nvSpPr>
          <p:spPr>
            <a:xfrm>
              <a:off x="367020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0" name="pg2570"/>
            <p:cNvSpPr/>
            <p:nvPr/>
          </p:nvSpPr>
          <p:spPr>
            <a:xfrm>
              <a:off x="368184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1" name="pg2571"/>
            <p:cNvSpPr/>
            <p:nvPr/>
          </p:nvSpPr>
          <p:spPr>
            <a:xfrm>
              <a:off x="369347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2" name="pg2572"/>
            <p:cNvSpPr/>
            <p:nvPr/>
          </p:nvSpPr>
          <p:spPr>
            <a:xfrm>
              <a:off x="370511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3" name="pg2573"/>
            <p:cNvSpPr/>
            <p:nvPr/>
          </p:nvSpPr>
          <p:spPr>
            <a:xfrm>
              <a:off x="371675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4" name="pg2574"/>
            <p:cNvSpPr/>
            <p:nvPr/>
          </p:nvSpPr>
          <p:spPr>
            <a:xfrm>
              <a:off x="372839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5" name="pg2575"/>
            <p:cNvSpPr/>
            <p:nvPr/>
          </p:nvSpPr>
          <p:spPr>
            <a:xfrm>
              <a:off x="374002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6" name="pg2576"/>
            <p:cNvSpPr/>
            <p:nvPr/>
          </p:nvSpPr>
          <p:spPr>
            <a:xfrm>
              <a:off x="375166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7" name="pg2577"/>
            <p:cNvSpPr/>
            <p:nvPr/>
          </p:nvSpPr>
          <p:spPr>
            <a:xfrm>
              <a:off x="410078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8" name="pg2578"/>
            <p:cNvSpPr/>
            <p:nvPr/>
          </p:nvSpPr>
          <p:spPr>
            <a:xfrm>
              <a:off x="411242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9" name="pg2579"/>
            <p:cNvSpPr/>
            <p:nvPr/>
          </p:nvSpPr>
          <p:spPr>
            <a:xfrm>
              <a:off x="412405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0" name="pg2580"/>
            <p:cNvSpPr/>
            <p:nvPr/>
          </p:nvSpPr>
          <p:spPr>
            <a:xfrm>
              <a:off x="413569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1" name="pg2581"/>
            <p:cNvSpPr/>
            <p:nvPr/>
          </p:nvSpPr>
          <p:spPr>
            <a:xfrm>
              <a:off x="414733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2" name="pg2582"/>
            <p:cNvSpPr/>
            <p:nvPr/>
          </p:nvSpPr>
          <p:spPr>
            <a:xfrm>
              <a:off x="415897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3" name="pg2583"/>
            <p:cNvSpPr/>
            <p:nvPr/>
          </p:nvSpPr>
          <p:spPr>
            <a:xfrm>
              <a:off x="417060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4" name="pg2584"/>
            <p:cNvSpPr/>
            <p:nvPr/>
          </p:nvSpPr>
          <p:spPr>
            <a:xfrm>
              <a:off x="419388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5" name="pg2585"/>
            <p:cNvSpPr/>
            <p:nvPr/>
          </p:nvSpPr>
          <p:spPr>
            <a:xfrm>
              <a:off x="420552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6" name="pg2586"/>
            <p:cNvSpPr/>
            <p:nvPr/>
          </p:nvSpPr>
          <p:spPr>
            <a:xfrm>
              <a:off x="421715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7" name="pg2587"/>
            <p:cNvSpPr/>
            <p:nvPr/>
          </p:nvSpPr>
          <p:spPr>
            <a:xfrm>
              <a:off x="422879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8" name="pg2588"/>
            <p:cNvSpPr/>
            <p:nvPr/>
          </p:nvSpPr>
          <p:spPr>
            <a:xfrm>
              <a:off x="424043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9" name="pg2589"/>
            <p:cNvSpPr/>
            <p:nvPr/>
          </p:nvSpPr>
          <p:spPr>
            <a:xfrm>
              <a:off x="425207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0" name="pg2590"/>
            <p:cNvSpPr/>
            <p:nvPr/>
          </p:nvSpPr>
          <p:spPr>
            <a:xfrm>
              <a:off x="426370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1" name="pg2591"/>
            <p:cNvSpPr/>
            <p:nvPr/>
          </p:nvSpPr>
          <p:spPr>
            <a:xfrm>
              <a:off x="427534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2" name="pg2592"/>
            <p:cNvSpPr/>
            <p:nvPr/>
          </p:nvSpPr>
          <p:spPr>
            <a:xfrm>
              <a:off x="428698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3" name="pg2593"/>
            <p:cNvSpPr/>
            <p:nvPr/>
          </p:nvSpPr>
          <p:spPr>
            <a:xfrm>
              <a:off x="429861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4" name="pg2594"/>
            <p:cNvSpPr/>
            <p:nvPr/>
          </p:nvSpPr>
          <p:spPr>
            <a:xfrm>
              <a:off x="431025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5" name="pg2595"/>
            <p:cNvSpPr/>
            <p:nvPr/>
          </p:nvSpPr>
          <p:spPr>
            <a:xfrm>
              <a:off x="432189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6" name="pg2596"/>
            <p:cNvSpPr/>
            <p:nvPr/>
          </p:nvSpPr>
          <p:spPr>
            <a:xfrm>
              <a:off x="433353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7" name="pg2597"/>
            <p:cNvSpPr/>
            <p:nvPr/>
          </p:nvSpPr>
          <p:spPr>
            <a:xfrm>
              <a:off x="434516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8" name="pg2598"/>
            <p:cNvSpPr/>
            <p:nvPr/>
          </p:nvSpPr>
          <p:spPr>
            <a:xfrm>
              <a:off x="435680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9" name="pg2599"/>
            <p:cNvSpPr/>
            <p:nvPr/>
          </p:nvSpPr>
          <p:spPr>
            <a:xfrm>
              <a:off x="456627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0" name="pg2600"/>
            <p:cNvSpPr/>
            <p:nvPr/>
          </p:nvSpPr>
          <p:spPr>
            <a:xfrm>
              <a:off x="457791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1" name="pg2601"/>
            <p:cNvSpPr/>
            <p:nvPr/>
          </p:nvSpPr>
          <p:spPr>
            <a:xfrm>
              <a:off x="458955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2" name="pg2602"/>
            <p:cNvSpPr/>
            <p:nvPr/>
          </p:nvSpPr>
          <p:spPr>
            <a:xfrm>
              <a:off x="460119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3" name="pg2603"/>
            <p:cNvSpPr/>
            <p:nvPr/>
          </p:nvSpPr>
          <p:spPr>
            <a:xfrm>
              <a:off x="312324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4" name="pg2604"/>
            <p:cNvSpPr/>
            <p:nvPr/>
          </p:nvSpPr>
          <p:spPr>
            <a:xfrm>
              <a:off x="313488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5" name="pg2605"/>
            <p:cNvSpPr/>
            <p:nvPr/>
          </p:nvSpPr>
          <p:spPr>
            <a:xfrm>
              <a:off x="314652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6" name="pg2606"/>
            <p:cNvSpPr/>
            <p:nvPr/>
          </p:nvSpPr>
          <p:spPr>
            <a:xfrm>
              <a:off x="315816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7" name="pg2607"/>
            <p:cNvSpPr/>
            <p:nvPr/>
          </p:nvSpPr>
          <p:spPr>
            <a:xfrm>
              <a:off x="316979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8" name="pg2608"/>
            <p:cNvSpPr/>
            <p:nvPr/>
          </p:nvSpPr>
          <p:spPr>
            <a:xfrm>
              <a:off x="318143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9" name="pg2609"/>
            <p:cNvSpPr/>
            <p:nvPr/>
          </p:nvSpPr>
          <p:spPr>
            <a:xfrm>
              <a:off x="321634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0" name="pg2610"/>
            <p:cNvSpPr/>
            <p:nvPr/>
          </p:nvSpPr>
          <p:spPr>
            <a:xfrm>
              <a:off x="322798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1" name="pg2611"/>
            <p:cNvSpPr/>
            <p:nvPr/>
          </p:nvSpPr>
          <p:spPr>
            <a:xfrm>
              <a:off x="323962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2" name="pg2612"/>
            <p:cNvSpPr/>
            <p:nvPr/>
          </p:nvSpPr>
          <p:spPr>
            <a:xfrm>
              <a:off x="325125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3" name="pg2613"/>
            <p:cNvSpPr/>
            <p:nvPr/>
          </p:nvSpPr>
          <p:spPr>
            <a:xfrm>
              <a:off x="326289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4" name="pg2614"/>
            <p:cNvSpPr/>
            <p:nvPr/>
          </p:nvSpPr>
          <p:spPr>
            <a:xfrm>
              <a:off x="327453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5" name="pg2615"/>
            <p:cNvSpPr/>
            <p:nvPr/>
          </p:nvSpPr>
          <p:spPr>
            <a:xfrm>
              <a:off x="328617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6" name="pg2616"/>
            <p:cNvSpPr/>
            <p:nvPr/>
          </p:nvSpPr>
          <p:spPr>
            <a:xfrm>
              <a:off x="329780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7" name="pg2617"/>
            <p:cNvSpPr/>
            <p:nvPr/>
          </p:nvSpPr>
          <p:spPr>
            <a:xfrm>
              <a:off x="330944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8" name="pg2618"/>
            <p:cNvSpPr/>
            <p:nvPr/>
          </p:nvSpPr>
          <p:spPr>
            <a:xfrm>
              <a:off x="332108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9" name="pg2619"/>
            <p:cNvSpPr/>
            <p:nvPr/>
          </p:nvSpPr>
          <p:spPr>
            <a:xfrm>
              <a:off x="333272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0" name="pg2620"/>
            <p:cNvSpPr/>
            <p:nvPr/>
          </p:nvSpPr>
          <p:spPr>
            <a:xfrm>
              <a:off x="334435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1" name="pg2621"/>
            <p:cNvSpPr/>
            <p:nvPr/>
          </p:nvSpPr>
          <p:spPr>
            <a:xfrm>
              <a:off x="335599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2" name="pg2622"/>
            <p:cNvSpPr/>
            <p:nvPr/>
          </p:nvSpPr>
          <p:spPr>
            <a:xfrm>
              <a:off x="336763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3" name="pg2623"/>
            <p:cNvSpPr/>
            <p:nvPr/>
          </p:nvSpPr>
          <p:spPr>
            <a:xfrm>
              <a:off x="342581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4" name="pg2624"/>
            <p:cNvSpPr/>
            <p:nvPr/>
          </p:nvSpPr>
          <p:spPr>
            <a:xfrm>
              <a:off x="343745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5" name="pg2625"/>
            <p:cNvSpPr/>
            <p:nvPr/>
          </p:nvSpPr>
          <p:spPr>
            <a:xfrm>
              <a:off x="344909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6" name="pg2626"/>
            <p:cNvSpPr/>
            <p:nvPr/>
          </p:nvSpPr>
          <p:spPr>
            <a:xfrm>
              <a:off x="346073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7" name="pg2627"/>
            <p:cNvSpPr/>
            <p:nvPr/>
          </p:nvSpPr>
          <p:spPr>
            <a:xfrm>
              <a:off x="347236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8" name="pg2628"/>
            <p:cNvSpPr/>
            <p:nvPr/>
          </p:nvSpPr>
          <p:spPr>
            <a:xfrm>
              <a:off x="348400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9" name="pg2629"/>
            <p:cNvSpPr/>
            <p:nvPr/>
          </p:nvSpPr>
          <p:spPr>
            <a:xfrm>
              <a:off x="349564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0" name="pg2630"/>
            <p:cNvSpPr/>
            <p:nvPr/>
          </p:nvSpPr>
          <p:spPr>
            <a:xfrm>
              <a:off x="350728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1" name="pg2631"/>
            <p:cNvSpPr/>
            <p:nvPr/>
          </p:nvSpPr>
          <p:spPr>
            <a:xfrm>
              <a:off x="362365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2" name="pg2632"/>
            <p:cNvSpPr/>
            <p:nvPr/>
          </p:nvSpPr>
          <p:spPr>
            <a:xfrm>
              <a:off x="363529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3" name="pg2633"/>
            <p:cNvSpPr/>
            <p:nvPr/>
          </p:nvSpPr>
          <p:spPr>
            <a:xfrm>
              <a:off x="364692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4" name="pg2634"/>
            <p:cNvSpPr/>
            <p:nvPr/>
          </p:nvSpPr>
          <p:spPr>
            <a:xfrm>
              <a:off x="365856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5" name="pg2635"/>
            <p:cNvSpPr/>
            <p:nvPr/>
          </p:nvSpPr>
          <p:spPr>
            <a:xfrm>
              <a:off x="367020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6" name="pg2636"/>
            <p:cNvSpPr/>
            <p:nvPr/>
          </p:nvSpPr>
          <p:spPr>
            <a:xfrm>
              <a:off x="368184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7" name="pg2637"/>
            <p:cNvSpPr/>
            <p:nvPr/>
          </p:nvSpPr>
          <p:spPr>
            <a:xfrm>
              <a:off x="369347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8" name="pg2638"/>
            <p:cNvSpPr/>
            <p:nvPr/>
          </p:nvSpPr>
          <p:spPr>
            <a:xfrm>
              <a:off x="370511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9" name="pg2639"/>
            <p:cNvSpPr/>
            <p:nvPr/>
          </p:nvSpPr>
          <p:spPr>
            <a:xfrm>
              <a:off x="371675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0" name="pg2640"/>
            <p:cNvSpPr/>
            <p:nvPr/>
          </p:nvSpPr>
          <p:spPr>
            <a:xfrm>
              <a:off x="372839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1" name="pg2641"/>
            <p:cNvSpPr/>
            <p:nvPr/>
          </p:nvSpPr>
          <p:spPr>
            <a:xfrm>
              <a:off x="374002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2" name="pg2642"/>
            <p:cNvSpPr/>
            <p:nvPr/>
          </p:nvSpPr>
          <p:spPr>
            <a:xfrm>
              <a:off x="375166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3" name="pg2643"/>
            <p:cNvSpPr/>
            <p:nvPr/>
          </p:nvSpPr>
          <p:spPr>
            <a:xfrm>
              <a:off x="411242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4" name="pg2644"/>
            <p:cNvSpPr/>
            <p:nvPr/>
          </p:nvSpPr>
          <p:spPr>
            <a:xfrm>
              <a:off x="412405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5" name="pg2645"/>
            <p:cNvSpPr/>
            <p:nvPr/>
          </p:nvSpPr>
          <p:spPr>
            <a:xfrm>
              <a:off x="413569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6" name="pg2646"/>
            <p:cNvSpPr/>
            <p:nvPr/>
          </p:nvSpPr>
          <p:spPr>
            <a:xfrm>
              <a:off x="414733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7" name="pg2647"/>
            <p:cNvSpPr/>
            <p:nvPr/>
          </p:nvSpPr>
          <p:spPr>
            <a:xfrm>
              <a:off x="415897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8" name="pg2648"/>
            <p:cNvSpPr/>
            <p:nvPr/>
          </p:nvSpPr>
          <p:spPr>
            <a:xfrm>
              <a:off x="417060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9" name="pg2649"/>
            <p:cNvSpPr/>
            <p:nvPr/>
          </p:nvSpPr>
          <p:spPr>
            <a:xfrm>
              <a:off x="418224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0" name="pg2650"/>
            <p:cNvSpPr/>
            <p:nvPr/>
          </p:nvSpPr>
          <p:spPr>
            <a:xfrm>
              <a:off x="419388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1" name="pg2651"/>
            <p:cNvSpPr/>
            <p:nvPr/>
          </p:nvSpPr>
          <p:spPr>
            <a:xfrm>
              <a:off x="420552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2" name="pg2652"/>
            <p:cNvSpPr/>
            <p:nvPr/>
          </p:nvSpPr>
          <p:spPr>
            <a:xfrm>
              <a:off x="421715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3" name="pg2653"/>
            <p:cNvSpPr/>
            <p:nvPr/>
          </p:nvSpPr>
          <p:spPr>
            <a:xfrm>
              <a:off x="422879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4" name="pg2654"/>
            <p:cNvSpPr/>
            <p:nvPr/>
          </p:nvSpPr>
          <p:spPr>
            <a:xfrm>
              <a:off x="424043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5" name="pg2655"/>
            <p:cNvSpPr/>
            <p:nvPr/>
          </p:nvSpPr>
          <p:spPr>
            <a:xfrm>
              <a:off x="425207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6" name="pg2656"/>
            <p:cNvSpPr/>
            <p:nvPr/>
          </p:nvSpPr>
          <p:spPr>
            <a:xfrm>
              <a:off x="426370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7" name="pg2657"/>
            <p:cNvSpPr/>
            <p:nvPr/>
          </p:nvSpPr>
          <p:spPr>
            <a:xfrm>
              <a:off x="427534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8" name="pg2658"/>
            <p:cNvSpPr/>
            <p:nvPr/>
          </p:nvSpPr>
          <p:spPr>
            <a:xfrm>
              <a:off x="428698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9" name="pg2659"/>
            <p:cNvSpPr/>
            <p:nvPr/>
          </p:nvSpPr>
          <p:spPr>
            <a:xfrm>
              <a:off x="429861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0" name="pg2660"/>
            <p:cNvSpPr/>
            <p:nvPr/>
          </p:nvSpPr>
          <p:spPr>
            <a:xfrm>
              <a:off x="431025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1" name="pg2661"/>
            <p:cNvSpPr/>
            <p:nvPr/>
          </p:nvSpPr>
          <p:spPr>
            <a:xfrm>
              <a:off x="432189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2" name="pg2662"/>
            <p:cNvSpPr/>
            <p:nvPr/>
          </p:nvSpPr>
          <p:spPr>
            <a:xfrm>
              <a:off x="433353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3" name="pg2663"/>
            <p:cNvSpPr/>
            <p:nvPr/>
          </p:nvSpPr>
          <p:spPr>
            <a:xfrm>
              <a:off x="434516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4" name="pg2664"/>
            <p:cNvSpPr/>
            <p:nvPr/>
          </p:nvSpPr>
          <p:spPr>
            <a:xfrm>
              <a:off x="435680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5" name="pg2665"/>
            <p:cNvSpPr/>
            <p:nvPr/>
          </p:nvSpPr>
          <p:spPr>
            <a:xfrm>
              <a:off x="436844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6" name="pg2666"/>
            <p:cNvSpPr/>
            <p:nvPr/>
          </p:nvSpPr>
          <p:spPr>
            <a:xfrm>
              <a:off x="456627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7" name="pg2667"/>
            <p:cNvSpPr/>
            <p:nvPr/>
          </p:nvSpPr>
          <p:spPr>
            <a:xfrm>
              <a:off x="457791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8" name="pg2668"/>
            <p:cNvSpPr/>
            <p:nvPr/>
          </p:nvSpPr>
          <p:spPr>
            <a:xfrm>
              <a:off x="458955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9" name="pg2669"/>
            <p:cNvSpPr/>
            <p:nvPr/>
          </p:nvSpPr>
          <p:spPr>
            <a:xfrm>
              <a:off x="460119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0" name="pg2670"/>
            <p:cNvSpPr/>
            <p:nvPr/>
          </p:nvSpPr>
          <p:spPr>
            <a:xfrm>
              <a:off x="461282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1" name="pg2671"/>
            <p:cNvSpPr/>
            <p:nvPr/>
          </p:nvSpPr>
          <p:spPr>
            <a:xfrm>
              <a:off x="311161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2" name="pg2672"/>
            <p:cNvSpPr/>
            <p:nvPr/>
          </p:nvSpPr>
          <p:spPr>
            <a:xfrm>
              <a:off x="312324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3" name="pg2673"/>
            <p:cNvSpPr/>
            <p:nvPr/>
          </p:nvSpPr>
          <p:spPr>
            <a:xfrm>
              <a:off x="313488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4" name="pg2674"/>
            <p:cNvSpPr/>
            <p:nvPr/>
          </p:nvSpPr>
          <p:spPr>
            <a:xfrm>
              <a:off x="314652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5" name="pg2675"/>
            <p:cNvSpPr/>
            <p:nvPr/>
          </p:nvSpPr>
          <p:spPr>
            <a:xfrm>
              <a:off x="315816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6" name="pg2676"/>
            <p:cNvSpPr/>
            <p:nvPr/>
          </p:nvSpPr>
          <p:spPr>
            <a:xfrm>
              <a:off x="316979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7" name="pg2677"/>
            <p:cNvSpPr/>
            <p:nvPr/>
          </p:nvSpPr>
          <p:spPr>
            <a:xfrm>
              <a:off x="318143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8" name="pg2678"/>
            <p:cNvSpPr/>
            <p:nvPr/>
          </p:nvSpPr>
          <p:spPr>
            <a:xfrm>
              <a:off x="319307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9" name="pg2679"/>
            <p:cNvSpPr/>
            <p:nvPr/>
          </p:nvSpPr>
          <p:spPr>
            <a:xfrm>
              <a:off x="320471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0" name="pg2680"/>
            <p:cNvSpPr/>
            <p:nvPr/>
          </p:nvSpPr>
          <p:spPr>
            <a:xfrm>
              <a:off x="321634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1" name="pg2681"/>
            <p:cNvSpPr/>
            <p:nvPr/>
          </p:nvSpPr>
          <p:spPr>
            <a:xfrm>
              <a:off x="322798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2" name="pg2682"/>
            <p:cNvSpPr/>
            <p:nvPr/>
          </p:nvSpPr>
          <p:spPr>
            <a:xfrm>
              <a:off x="323962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3" name="pg2683"/>
            <p:cNvSpPr/>
            <p:nvPr/>
          </p:nvSpPr>
          <p:spPr>
            <a:xfrm>
              <a:off x="325125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4" name="pg2684"/>
            <p:cNvSpPr/>
            <p:nvPr/>
          </p:nvSpPr>
          <p:spPr>
            <a:xfrm>
              <a:off x="326289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5" name="pg2685"/>
            <p:cNvSpPr/>
            <p:nvPr/>
          </p:nvSpPr>
          <p:spPr>
            <a:xfrm>
              <a:off x="327453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6" name="pg2686"/>
            <p:cNvSpPr/>
            <p:nvPr/>
          </p:nvSpPr>
          <p:spPr>
            <a:xfrm>
              <a:off x="328617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7" name="pg2687"/>
            <p:cNvSpPr/>
            <p:nvPr/>
          </p:nvSpPr>
          <p:spPr>
            <a:xfrm>
              <a:off x="329780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8" name="pg2688"/>
            <p:cNvSpPr/>
            <p:nvPr/>
          </p:nvSpPr>
          <p:spPr>
            <a:xfrm>
              <a:off x="330944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9" name="pg2689"/>
            <p:cNvSpPr/>
            <p:nvPr/>
          </p:nvSpPr>
          <p:spPr>
            <a:xfrm>
              <a:off x="332108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0" name="pg2690"/>
            <p:cNvSpPr/>
            <p:nvPr/>
          </p:nvSpPr>
          <p:spPr>
            <a:xfrm>
              <a:off x="333272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1" name="pg2691"/>
            <p:cNvSpPr/>
            <p:nvPr/>
          </p:nvSpPr>
          <p:spPr>
            <a:xfrm>
              <a:off x="334435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2" name="pg2692"/>
            <p:cNvSpPr/>
            <p:nvPr/>
          </p:nvSpPr>
          <p:spPr>
            <a:xfrm>
              <a:off x="335599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3" name="pg2693"/>
            <p:cNvSpPr/>
            <p:nvPr/>
          </p:nvSpPr>
          <p:spPr>
            <a:xfrm>
              <a:off x="336763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4" name="pg2694"/>
            <p:cNvSpPr/>
            <p:nvPr/>
          </p:nvSpPr>
          <p:spPr>
            <a:xfrm>
              <a:off x="337927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5" name="pg2695"/>
            <p:cNvSpPr/>
            <p:nvPr/>
          </p:nvSpPr>
          <p:spPr>
            <a:xfrm>
              <a:off x="339090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6" name="pg2696"/>
            <p:cNvSpPr/>
            <p:nvPr/>
          </p:nvSpPr>
          <p:spPr>
            <a:xfrm>
              <a:off x="340254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7" name="pg2697"/>
            <p:cNvSpPr/>
            <p:nvPr/>
          </p:nvSpPr>
          <p:spPr>
            <a:xfrm>
              <a:off x="341418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8" name="pg2698"/>
            <p:cNvSpPr/>
            <p:nvPr/>
          </p:nvSpPr>
          <p:spPr>
            <a:xfrm>
              <a:off x="342581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9" name="pg2699"/>
            <p:cNvSpPr/>
            <p:nvPr/>
          </p:nvSpPr>
          <p:spPr>
            <a:xfrm>
              <a:off x="343745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0" name="pg2700"/>
            <p:cNvSpPr/>
            <p:nvPr/>
          </p:nvSpPr>
          <p:spPr>
            <a:xfrm>
              <a:off x="344909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1" name="pg2701"/>
            <p:cNvSpPr/>
            <p:nvPr/>
          </p:nvSpPr>
          <p:spPr>
            <a:xfrm>
              <a:off x="346073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2" name="pg2702"/>
            <p:cNvSpPr/>
            <p:nvPr/>
          </p:nvSpPr>
          <p:spPr>
            <a:xfrm>
              <a:off x="347236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3" name="pg2703"/>
            <p:cNvSpPr/>
            <p:nvPr/>
          </p:nvSpPr>
          <p:spPr>
            <a:xfrm>
              <a:off x="348400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4" name="pg2704"/>
            <p:cNvSpPr/>
            <p:nvPr/>
          </p:nvSpPr>
          <p:spPr>
            <a:xfrm>
              <a:off x="349564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5" name="pg2705"/>
            <p:cNvSpPr/>
            <p:nvPr/>
          </p:nvSpPr>
          <p:spPr>
            <a:xfrm>
              <a:off x="350728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6" name="pg2706"/>
            <p:cNvSpPr/>
            <p:nvPr/>
          </p:nvSpPr>
          <p:spPr>
            <a:xfrm>
              <a:off x="351891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7" name="pg2707"/>
            <p:cNvSpPr/>
            <p:nvPr/>
          </p:nvSpPr>
          <p:spPr>
            <a:xfrm>
              <a:off x="353055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8" name="pg2708"/>
            <p:cNvSpPr/>
            <p:nvPr/>
          </p:nvSpPr>
          <p:spPr>
            <a:xfrm>
              <a:off x="354219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9" name="pg2709"/>
            <p:cNvSpPr/>
            <p:nvPr/>
          </p:nvSpPr>
          <p:spPr>
            <a:xfrm>
              <a:off x="363529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0" name="pg2710"/>
            <p:cNvSpPr/>
            <p:nvPr/>
          </p:nvSpPr>
          <p:spPr>
            <a:xfrm>
              <a:off x="364692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1" name="pg2711"/>
            <p:cNvSpPr/>
            <p:nvPr/>
          </p:nvSpPr>
          <p:spPr>
            <a:xfrm>
              <a:off x="365856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2" name="pg2712"/>
            <p:cNvSpPr/>
            <p:nvPr/>
          </p:nvSpPr>
          <p:spPr>
            <a:xfrm>
              <a:off x="368184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3" name="pg2713"/>
            <p:cNvSpPr/>
            <p:nvPr/>
          </p:nvSpPr>
          <p:spPr>
            <a:xfrm>
              <a:off x="369347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4" name="pg2714"/>
            <p:cNvSpPr/>
            <p:nvPr/>
          </p:nvSpPr>
          <p:spPr>
            <a:xfrm>
              <a:off x="370511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5" name="pg2715"/>
            <p:cNvSpPr/>
            <p:nvPr/>
          </p:nvSpPr>
          <p:spPr>
            <a:xfrm>
              <a:off x="371675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6" name="pg2716"/>
            <p:cNvSpPr/>
            <p:nvPr/>
          </p:nvSpPr>
          <p:spPr>
            <a:xfrm>
              <a:off x="372839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7" name="pg2717"/>
            <p:cNvSpPr/>
            <p:nvPr/>
          </p:nvSpPr>
          <p:spPr>
            <a:xfrm>
              <a:off x="374002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8" name="pg2718"/>
            <p:cNvSpPr/>
            <p:nvPr/>
          </p:nvSpPr>
          <p:spPr>
            <a:xfrm>
              <a:off x="375166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9" name="pg2719"/>
            <p:cNvSpPr/>
            <p:nvPr/>
          </p:nvSpPr>
          <p:spPr>
            <a:xfrm>
              <a:off x="412405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0" name="pg2720"/>
            <p:cNvSpPr/>
            <p:nvPr/>
          </p:nvSpPr>
          <p:spPr>
            <a:xfrm>
              <a:off x="413569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1" name="pg2721"/>
            <p:cNvSpPr/>
            <p:nvPr/>
          </p:nvSpPr>
          <p:spPr>
            <a:xfrm>
              <a:off x="414733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2" name="pg2722"/>
            <p:cNvSpPr/>
            <p:nvPr/>
          </p:nvSpPr>
          <p:spPr>
            <a:xfrm>
              <a:off x="415897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3" name="pg2723"/>
            <p:cNvSpPr/>
            <p:nvPr/>
          </p:nvSpPr>
          <p:spPr>
            <a:xfrm>
              <a:off x="417060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4" name="pg2724"/>
            <p:cNvSpPr/>
            <p:nvPr/>
          </p:nvSpPr>
          <p:spPr>
            <a:xfrm>
              <a:off x="418224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5" name="pg2725"/>
            <p:cNvSpPr/>
            <p:nvPr/>
          </p:nvSpPr>
          <p:spPr>
            <a:xfrm>
              <a:off x="419388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6" name="pg2726"/>
            <p:cNvSpPr/>
            <p:nvPr/>
          </p:nvSpPr>
          <p:spPr>
            <a:xfrm>
              <a:off x="420552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7" name="pg2727"/>
            <p:cNvSpPr/>
            <p:nvPr/>
          </p:nvSpPr>
          <p:spPr>
            <a:xfrm>
              <a:off x="421715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8" name="pg2728"/>
            <p:cNvSpPr/>
            <p:nvPr/>
          </p:nvSpPr>
          <p:spPr>
            <a:xfrm>
              <a:off x="422879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9" name="pg2729"/>
            <p:cNvSpPr/>
            <p:nvPr/>
          </p:nvSpPr>
          <p:spPr>
            <a:xfrm>
              <a:off x="424043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0" name="pg2730"/>
            <p:cNvSpPr/>
            <p:nvPr/>
          </p:nvSpPr>
          <p:spPr>
            <a:xfrm>
              <a:off x="425207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1" name="pg2731"/>
            <p:cNvSpPr/>
            <p:nvPr/>
          </p:nvSpPr>
          <p:spPr>
            <a:xfrm>
              <a:off x="426370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2" name="pg2732"/>
            <p:cNvSpPr/>
            <p:nvPr/>
          </p:nvSpPr>
          <p:spPr>
            <a:xfrm>
              <a:off x="427534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3" name="pg2733"/>
            <p:cNvSpPr/>
            <p:nvPr/>
          </p:nvSpPr>
          <p:spPr>
            <a:xfrm>
              <a:off x="431025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4" name="pg2734"/>
            <p:cNvSpPr/>
            <p:nvPr/>
          </p:nvSpPr>
          <p:spPr>
            <a:xfrm>
              <a:off x="432189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5" name="pg2735"/>
            <p:cNvSpPr/>
            <p:nvPr/>
          </p:nvSpPr>
          <p:spPr>
            <a:xfrm>
              <a:off x="433353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6" name="pg2736"/>
            <p:cNvSpPr/>
            <p:nvPr/>
          </p:nvSpPr>
          <p:spPr>
            <a:xfrm>
              <a:off x="434516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7" name="pg2737"/>
            <p:cNvSpPr/>
            <p:nvPr/>
          </p:nvSpPr>
          <p:spPr>
            <a:xfrm>
              <a:off x="435680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8" name="pg2738"/>
            <p:cNvSpPr/>
            <p:nvPr/>
          </p:nvSpPr>
          <p:spPr>
            <a:xfrm>
              <a:off x="436844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9" name="pg2739"/>
            <p:cNvSpPr/>
            <p:nvPr/>
          </p:nvSpPr>
          <p:spPr>
            <a:xfrm>
              <a:off x="438008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0" name="pg2740"/>
            <p:cNvSpPr/>
            <p:nvPr/>
          </p:nvSpPr>
          <p:spPr>
            <a:xfrm>
              <a:off x="456627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1" name="pg2741"/>
            <p:cNvSpPr/>
            <p:nvPr/>
          </p:nvSpPr>
          <p:spPr>
            <a:xfrm>
              <a:off x="457791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2" name="pg2742"/>
            <p:cNvSpPr/>
            <p:nvPr/>
          </p:nvSpPr>
          <p:spPr>
            <a:xfrm>
              <a:off x="458955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3" name="pg2743"/>
            <p:cNvSpPr/>
            <p:nvPr/>
          </p:nvSpPr>
          <p:spPr>
            <a:xfrm>
              <a:off x="460119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4" name="pg2744"/>
            <p:cNvSpPr/>
            <p:nvPr/>
          </p:nvSpPr>
          <p:spPr>
            <a:xfrm>
              <a:off x="461282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5" name="pg2745"/>
            <p:cNvSpPr/>
            <p:nvPr/>
          </p:nvSpPr>
          <p:spPr>
            <a:xfrm>
              <a:off x="311161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6" name="pg2746"/>
            <p:cNvSpPr/>
            <p:nvPr/>
          </p:nvSpPr>
          <p:spPr>
            <a:xfrm>
              <a:off x="312324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7" name="pg2747"/>
            <p:cNvSpPr/>
            <p:nvPr/>
          </p:nvSpPr>
          <p:spPr>
            <a:xfrm>
              <a:off x="313488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8" name="pg2748"/>
            <p:cNvSpPr/>
            <p:nvPr/>
          </p:nvSpPr>
          <p:spPr>
            <a:xfrm>
              <a:off x="314652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9" name="pg2749"/>
            <p:cNvSpPr/>
            <p:nvPr/>
          </p:nvSpPr>
          <p:spPr>
            <a:xfrm>
              <a:off x="315816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0" name="pg2750"/>
            <p:cNvSpPr/>
            <p:nvPr/>
          </p:nvSpPr>
          <p:spPr>
            <a:xfrm>
              <a:off x="316979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1" name="pg2751"/>
            <p:cNvSpPr/>
            <p:nvPr/>
          </p:nvSpPr>
          <p:spPr>
            <a:xfrm>
              <a:off x="318143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2" name="pg2752"/>
            <p:cNvSpPr/>
            <p:nvPr/>
          </p:nvSpPr>
          <p:spPr>
            <a:xfrm>
              <a:off x="319307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3" name="pg2753"/>
            <p:cNvSpPr/>
            <p:nvPr/>
          </p:nvSpPr>
          <p:spPr>
            <a:xfrm>
              <a:off x="320471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4" name="pg2754"/>
            <p:cNvSpPr/>
            <p:nvPr/>
          </p:nvSpPr>
          <p:spPr>
            <a:xfrm>
              <a:off x="321634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5" name="pg2755"/>
            <p:cNvSpPr/>
            <p:nvPr/>
          </p:nvSpPr>
          <p:spPr>
            <a:xfrm>
              <a:off x="322798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6" name="pg2756"/>
            <p:cNvSpPr/>
            <p:nvPr/>
          </p:nvSpPr>
          <p:spPr>
            <a:xfrm>
              <a:off x="323962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7" name="pg2757"/>
            <p:cNvSpPr/>
            <p:nvPr/>
          </p:nvSpPr>
          <p:spPr>
            <a:xfrm>
              <a:off x="325125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8" name="pg2758"/>
            <p:cNvSpPr/>
            <p:nvPr/>
          </p:nvSpPr>
          <p:spPr>
            <a:xfrm>
              <a:off x="326289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9" name="pg2759"/>
            <p:cNvSpPr/>
            <p:nvPr/>
          </p:nvSpPr>
          <p:spPr>
            <a:xfrm>
              <a:off x="327453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0" name="pg2760"/>
            <p:cNvSpPr/>
            <p:nvPr/>
          </p:nvSpPr>
          <p:spPr>
            <a:xfrm>
              <a:off x="328617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1" name="pg2761"/>
            <p:cNvSpPr/>
            <p:nvPr/>
          </p:nvSpPr>
          <p:spPr>
            <a:xfrm>
              <a:off x="329780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2" name="pg2762"/>
            <p:cNvSpPr/>
            <p:nvPr/>
          </p:nvSpPr>
          <p:spPr>
            <a:xfrm>
              <a:off x="330944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3" name="pg2763"/>
            <p:cNvSpPr/>
            <p:nvPr/>
          </p:nvSpPr>
          <p:spPr>
            <a:xfrm>
              <a:off x="332108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4" name="pg2764"/>
            <p:cNvSpPr/>
            <p:nvPr/>
          </p:nvSpPr>
          <p:spPr>
            <a:xfrm>
              <a:off x="333272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5" name="pg2765"/>
            <p:cNvSpPr/>
            <p:nvPr/>
          </p:nvSpPr>
          <p:spPr>
            <a:xfrm>
              <a:off x="334435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6" name="pg2766"/>
            <p:cNvSpPr/>
            <p:nvPr/>
          </p:nvSpPr>
          <p:spPr>
            <a:xfrm>
              <a:off x="335599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7" name="pg2767"/>
            <p:cNvSpPr/>
            <p:nvPr/>
          </p:nvSpPr>
          <p:spPr>
            <a:xfrm>
              <a:off x="336763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8" name="pg2768"/>
            <p:cNvSpPr/>
            <p:nvPr/>
          </p:nvSpPr>
          <p:spPr>
            <a:xfrm>
              <a:off x="337927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9" name="pg2769"/>
            <p:cNvSpPr/>
            <p:nvPr/>
          </p:nvSpPr>
          <p:spPr>
            <a:xfrm>
              <a:off x="339090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0" name="pg2770"/>
            <p:cNvSpPr/>
            <p:nvPr/>
          </p:nvSpPr>
          <p:spPr>
            <a:xfrm>
              <a:off x="340254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1" name="pg2771"/>
            <p:cNvSpPr/>
            <p:nvPr/>
          </p:nvSpPr>
          <p:spPr>
            <a:xfrm>
              <a:off x="341418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2" name="pg2772"/>
            <p:cNvSpPr/>
            <p:nvPr/>
          </p:nvSpPr>
          <p:spPr>
            <a:xfrm>
              <a:off x="342581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3" name="pg2773"/>
            <p:cNvSpPr/>
            <p:nvPr/>
          </p:nvSpPr>
          <p:spPr>
            <a:xfrm>
              <a:off x="343745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4" name="pg2774"/>
            <p:cNvSpPr/>
            <p:nvPr/>
          </p:nvSpPr>
          <p:spPr>
            <a:xfrm>
              <a:off x="344909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5" name="pg2775"/>
            <p:cNvSpPr/>
            <p:nvPr/>
          </p:nvSpPr>
          <p:spPr>
            <a:xfrm>
              <a:off x="346073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6" name="pg2776"/>
            <p:cNvSpPr/>
            <p:nvPr/>
          </p:nvSpPr>
          <p:spPr>
            <a:xfrm>
              <a:off x="347236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7" name="pg2777"/>
            <p:cNvSpPr/>
            <p:nvPr/>
          </p:nvSpPr>
          <p:spPr>
            <a:xfrm>
              <a:off x="348400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342">
                <a:alpha val="100000"/>
              </a:srgbClr>
            </a:solidFill>
            <a:ln w="5420" cap="flat">
              <a:solidFill>
                <a:srgbClr val="2E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8" name="pg2778"/>
            <p:cNvSpPr/>
            <p:nvPr/>
          </p:nvSpPr>
          <p:spPr>
            <a:xfrm>
              <a:off x="349564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9" name="pg2779"/>
            <p:cNvSpPr/>
            <p:nvPr/>
          </p:nvSpPr>
          <p:spPr>
            <a:xfrm>
              <a:off x="350728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0" name="pg2780"/>
            <p:cNvSpPr/>
            <p:nvPr/>
          </p:nvSpPr>
          <p:spPr>
            <a:xfrm>
              <a:off x="351891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1" name="pg2781"/>
            <p:cNvSpPr/>
            <p:nvPr/>
          </p:nvSpPr>
          <p:spPr>
            <a:xfrm>
              <a:off x="353055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2" name="pg2782"/>
            <p:cNvSpPr/>
            <p:nvPr/>
          </p:nvSpPr>
          <p:spPr>
            <a:xfrm>
              <a:off x="354219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3" name="pg2783"/>
            <p:cNvSpPr/>
            <p:nvPr/>
          </p:nvSpPr>
          <p:spPr>
            <a:xfrm>
              <a:off x="355383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4" name="pg2784"/>
            <p:cNvSpPr/>
            <p:nvPr/>
          </p:nvSpPr>
          <p:spPr>
            <a:xfrm>
              <a:off x="362365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5" name="pg2785"/>
            <p:cNvSpPr/>
            <p:nvPr/>
          </p:nvSpPr>
          <p:spPr>
            <a:xfrm>
              <a:off x="363529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6" name="pg2786"/>
            <p:cNvSpPr/>
            <p:nvPr/>
          </p:nvSpPr>
          <p:spPr>
            <a:xfrm>
              <a:off x="364692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7" name="pg2787"/>
            <p:cNvSpPr/>
            <p:nvPr/>
          </p:nvSpPr>
          <p:spPr>
            <a:xfrm>
              <a:off x="365856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8" name="pg2788"/>
            <p:cNvSpPr/>
            <p:nvPr/>
          </p:nvSpPr>
          <p:spPr>
            <a:xfrm>
              <a:off x="367020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9" name="pg2789"/>
            <p:cNvSpPr/>
            <p:nvPr/>
          </p:nvSpPr>
          <p:spPr>
            <a:xfrm>
              <a:off x="368184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7">
                <a:alpha val="100000"/>
              </a:srgbClr>
            </a:solidFill>
            <a:ln w="5420" cap="flat">
              <a:solidFill>
                <a:srgbClr val="392D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0" name="pg2790"/>
            <p:cNvSpPr/>
            <p:nvPr/>
          </p:nvSpPr>
          <p:spPr>
            <a:xfrm>
              <a:off x="369347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1" name="pg2791"/>
            <p:cNvSpPr/>
            <p:nvPr/>
          </p:nvSpPr>
          <p:spPr>
            <a:xfrm>
              <a:off x="370511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2" name="pg2792"/>
            <p:cNvSpPr/>
            <p:nvPr/>
          </p:nvSpPr>
          <p:spPr>
            <a:xfrm>
              <a:off x="371675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3" name="pg2793"/>
            <p:cNvSpPr/>
            <p:nvPr/>
          </p:nvSpPr>
          <p:spPr>
            <a:xfrm>
              <a:off x="372839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4" name="pg2794"/>
            <p:cNvSpPr/>
            <p:nvPr/>
          </p:nvSpPr>
          <p:spPr>
            <a:xfrm>
              <a:off x="374002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5" name="pg2795"/>
            <p:cNvSpPr/>
            <p:nvPr/>
          </p:nvSpPr>
          <p:spPr>
            <a:xfrm>
              <a:off x="413569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6" name="pg2796"/>
            <p:cNvSpPr/>
            <p:nvPr/>
          </p:nvSpPr>
          <p:spPr>
            <a:xfrm>
              <a:off x="414733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7" name="pg2797"/>
            <p:cNvSpPr/>
            <p:nvPr/>
          </p:nvSpPr>
          <p:spPr>
            <a:xfrm>
              <a:off x="415897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8" name="pg2798"/>
            <p:cNvSpPr/>
            <p:nvPr/>
          </p:nvSpPr>
          <p:spPr>
            <a:xfrm>
              <a:off x="417060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9" name="pg2799"/>
            <p:cNvSpPr/>
            <p:nvPr/>
          </p:nvSpPr>
          <p:spPr>
            <a:xfrm>
              <a:off x="418224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0" name="pg2800"/>
            <p:cNvSpPr/>
            <p:nvPr/>
          </p:nvSpPr>
          <p:spPr>
            <a:xfrm>
              <a:off x="419388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1" name="pg2801"/>
            <p:cNvSpPr/>
            <p:nvPr/>
          </p:nvSpPr>
          <p:spPr>
            <a:xfrm>
              <a:off x="420552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2" name="pg2802"/>
            <p:cNvSpPr/>
            <p:nvPr/>
          </p:nvSpPr>
          <p:spPr>
            <a:xfrm>
              <a:off x="421715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3" name="pg2803"/>
            <p:cNvSpPr/>
            <p:nvPr/>
          </p:nvSpPr>
          <p:spPr>
            <a:xfrm>
              <a:off x="422879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4" name="pg2804"/>
            <p:cNvSpPr/>
            <p:nvPr/>
          </p:nvSpPr>
          <p:spPr>
            <a:xfrm>
              <a:off x="424043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5" name="pg2805"/>
            <p:cNvSpPr/>
            <p:nvPr/>
          </p:nvSpPr>
          <p:spPr>
            <a:xfrm>
              <a:off x="432189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6" name="pg2806"/>
            <p:cNvSpPr/>
            <p:nvPr/>
          </p:nvSpPr>
          <p:spPr>
            <a:xfrm>
              <a:off x="433353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7" name="pg2807"/>
            <p:cNvSpPr/>
            <p:nvPr/>
          </p:nvSpPr>
          <p:spPr>
            <a:xfrm>
              <a:off x="434516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8" name="pg2808"/>
            <p:cNvSpPr/>
            <p:nvPr/>
          </p:nvSpPr>
          <p:spPr>
            <a:xfrm>
              <a:off x="435680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9" name="pg2809"/>
            <p:cNvSpPr/>
            <p:nvPr/>
          </p:nvSpPr>
          <p:spPr>
            <a:xfrm>
              <a:off x="436844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0" name="pg2810"/>
            <p:cNvSpPr/>
            <p:nvPr/>
          </p:nvSpPr>
          <p:spPr>
            <a:xfrm>
              <a:off x="438008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1" name="pg2811"/>
            <p:cNvSpPr/>
            <p:nvPr/>
          </p:nvSpPr>
          <p:spPr>
            <a:xfrm>
              <a:off x="457791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2" name="pg2812"/>
            <p:cNvSpPr/>
            <p:nvPr/>
          </p:nvSpPr>
          <p:spPr>
            <a:xfrm>
              <a:off x="458955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3" name="pg2813"/>
            <p:cNvSpPr/>
            <p:nvPr/>
          </p:nvSpPr>
          <p:spPr>
            <a:xfrm>
              <a:off x="460119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4" name="pg2814"/>
            <p:cNvSpPr/>
            <p:nvPr/>
          </p:nvSpPr>
          <p:spPr>
            <a:xfrm>
              <a:off x="461282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5" name="pg2815"/>
            <p:cNvSpPr/>
            <p:nvPr/>
          </p:nvSpPr>
          <p:spPr>
            <a:xfrm>
              <a:off x="462446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6" name="pg2816"/>
            <p:cNvSpPr/>
            <p:nvPr/>
          </p:nvSpPr>
          <p:spPr>
            <a:xfrm>
              <a:off x="311161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7" name="pg2817"/>
            <p:cNvSpPr/>
            <p:nvPr/>
          </p:nvSpPr>
          <p:spPr>
            <a:xfrm>
              <a:off x="312324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8" name="pg2818"/>
            <p:cNvSpPr/>
            <p:nvPr/>
          </p:nvSpPr>
          <p:spPr>
            <a:xfrm>
              <a:off x="313488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9" name="pg2819"/>
            <p:cNvSpPr/>
            <p:nvPr/>
          </p:nvSpPr>
          <p:spPr>
            <a:xfrm>
              <a:off x="314652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0" name="pg2820"/>
            <p:cNvSpPr/>
            <p:nvPr/>
          </p:nvSpPr>
          <p:spPr>
            <a:xfrm>
              <a:off x="315816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1" name="pg2821"/>
            <p:cNvSpPr/>
            <p:nvPr/>
          </p:nvSpPr>
          <p:spPr>
            <a:xfrm>
              <a:off x="316979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2" name="pg2822"/>
            <p:cNvSpPr/>
            <p:nvPr/>
          </p:nvSpPr>
          <p:spPr>
            <a:xfrm>
              <a:off x="318143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3" name="pg2823"/>
            <p:cNvSpPr/>
            <p:nvPr/>
          </p:nvSpPr>
          <p:spPr>
            <a:xfrm>
              <a:off x="319307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4" name="pg2824"/>
            <p:cNvSpPr/>
            <p:nvPr/>
          </p:nvSpPr>
          <p:spPr>
            <a:xfrm>
              <a:off x="320471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5" name="pg2825"/>
            <p:cNvSpPr/>
            <p:nvPr/>
          </p:nvSpPr>
          <p:spPr>
            <a:xfrm>
              <a:off x="321634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6" name="pg2826"/>
            <p:cNvSpPr/>
            <p:nvPr/>
          </p:nvSpPr>
          <p:spPr>
            <a:xfrm>
              <a:off x="322798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7" name="pg2827"/>
            <p:cNvSpPr/>
            <p:nvPr/>
          </p:nvSpPr>
          <p:spPr>
            <a:xfrm>
              <a:off x="323962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8" name="pg2828"/>
            <p:cNvSpPr/>
            <p:nvPr/>
          </p:nvSpPr>
          <p:spPr>
            <a:xfrm>
              <a:off x="325125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9" name="pg2829"/>
            <p:cNvSpPr/>
            <p:nvPr/>
          </p:nvSpPr>
          <p:spPr>
            <a:xfrm>
              <a:off x="326289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0" name="pg2830"/>
            <p:cNvSpPr/>
            <p:nvPr/>
          </p:nvSpPr>
          <p:spPr>
            <a:xfrm>
              <a:off x="327453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1" name="pg2831"/>
            <p:cNvSpPr/>
            <p:nvPr/>
          </p:nvSpPr>
          <p:spPr>
            <a:xfrm>
              <a:off x="328617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2" name="pg2832"/>
            <p:cNvSpPr/>
            <p:nvPr/>
          </p:nvSpPr>
          <p:spPr>
            <a:xfrm>
              <a:off x="329780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3" name="pg2833"/>
            <p:cNvSpPr/>
            <p:nvPr/>
          </p:nvSpPr>
          <p:spPr>
            <a:xfrm>
              <a:off x="330944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4" name="pg2834"/>
            <p:cNvSpPr/>
            <p:nvPr/>
          </p:nvSpPr>
          <p:spPr>
            <a:xfrm>
              <a:off x="332108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5" name="pg2835"/>
            <p:cNvSpPr/>
            <p:nvPr/>
          </p:nvSpPr>
          <p:spPr>
            <a:xfrm>
              <a:off x="333272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6" name="pg2836"/>
            <p:cNvSpPr/>
            <p:nvPr/>
          </p:nvSpPr>
          <p:spPr>
            <a:xfrm>
              <a:off x="334435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7" name="pg2837"/>
            <p:cNvSpPr/>
            <p:nvPr/>
          </p:nvSpPr>
          <p:spPr>
            <a:xfrm>
              <a:off x="335599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8" name="pg2838"/>
            <p:cNvSpPr/>
            <p:nvPr/>
          </p:nvSpPr>
          <p:spPr>
            <a:xfrm>
              <a:off x="336763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9" name="pg2839"/>
            <p:cNvSpPr/>
            <p:nvPr/>
          </p:nvSpPr>
          <p:spPr>
            <a:xfrm>
              <a:off x="337927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0" name="pg2840"/>
            <p:cNvSpPr/>
            <p:nvPr/>
          </p:nvSpPr>
          <p:spPr>
            <a:xfrm>
              <a:off x="339090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1" name="pg2841"/>
            <p:cNvSpPr/>
            <p:nvPr/>
          </p:nvSpPr>
          <p:spPr>
            <a:xfrm>
              <a:off x="340254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2" name="pg2842"/>
            <p:cNvSpPr/>
            <p:nvPr/>
          </p:nvSpPr>
          <p:spPr>
            <a:xfrm>
              <a:off x="341418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3" name="pg2843"/>
            <p:cNvSpPr/>
            <p:nvPr/>
          </p:nvSpPr>
          <p:spPr>
            <a:xfrm>
              <a:off x="342581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4" name="pg2844"/>
            <p:cNvSpPr/>
            <p:nvPr/>
          </p:nvSpPr>
          <p:spPr>
            <a:xfrm>
              <a:off x="343745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5" name="pg2845"/>
            <p:cNvSpPr/>
            <p:nvPr/>
          </p:nvSpPr>
          <p:spPr>
            <a:xfrm>
              <a:off x="344909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6" name="pg2846"/>
            <p:cNvSpPr/>
            <p:nvPr/>
          </p:nvSpPr>
          <p:spPr>
            <a:xfrm>
              <a:off x="346073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B">
                <a:alpha val="100000"/>
              </a:srgbClr>
            </a:solidFill>
            <a:ln w="5420" cap="flat">
              <a:solidFill>
                <a:srgbClr val="2A1F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7" name="pg2847"/>
            <p:cNvSpPr/>
            <p:nvPr/>
          </p:nvSpPr>
          <p:spPr>
            <a:xfrm>
              <a:off x="347236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E37">
                <a:alpha val="100000"/>
              </a:srgbClr>
            </a:solidFill>
            <a:ln w="5420" cap="flat">
              <a:solidFill>
                <a:srgbClr val="281E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8" name="pg2848"/>
            <p:cNvSpPr/>
            <p:nvPr/>
          </p:nvSpPr>
          <p:spPr>
            <a:xfrm>
              <a:off x="348400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E37">
                <a:alpha val="100000"/>
              </a:srgbClr>
            </a:solidFill>
            <a:ln w="5420" cap="flat">
              <a:solidFill>
                <a:srgbClr val="281E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9" name="pg2849"/>
            <p:cNvSpPr/>
            <p:nvPr/>
          </p:nvSpPr>
          <p:spPr>
            <a:xfrm>
              <a:off x="349564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9">
                <a:alpha val="100000"/>
              </a:srgbClr>
            </a:solidFill>
            <a:ln w="5420" cap="flat">
              <a:solidFill>
                <a:srgbClr val="2A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0" name="pg2850"/>
            <p:cNvSpPr/>
            <p:nvPr/>
          </p:nvSpPr>
          <p:spPr>
            <a:xfrm>
              <a:off x="350728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1" name="pg2851"/>
            <p:cNvSpPr/>
            <p:nvPr/>
          </p:nvSpPr>
          <p:spPr>
            <a:xfrm>
              <a:off x="351891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2" name="pg2852"/>
            <p:cNvSpPr/>
            <p:nvPr/>
          </p:nvSpPr>
          <p:spPr>
            <a:xfrm>
              <a:off x="353055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3" name="pg2853"/>
            <p:cNvSpPr/>
            <p:nvPr/>
          </p:nvSpPr>
          <p:spPr>
            <a:xfrm>
              <a:off x="354219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4" name="pg2854"/>
            <p:cNvSpPr/>
            <p:nvPr/>
          </p:nvSpPr>
          <p:spPr>
            <a:xfrm>
              <a:off x="355383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5" name="pg2855"/>
            <p:cNvSpPr/>
            <p:nvPr/>
          </p:nvSpPr>
          <p:spPr>
            <a:xfrm>
              <a:off x="361201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6" name="pg2856"/>
            <p:cNvSpPr/>
            <p:nvPr/>
          </p:nvSpPr>
          <p:spPr>
            <a:xfrm>
              <a:off x="362365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7" name="pg2857"/>
            <p:cNvSpPr/>
            <p:nvPr/>
          </p:nvSpPr>
          <p:spPr>
            <a:xfrm>
              <a:off x="363529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8" name="pg2858"/>
            <p:cNvSpPr/>
            <p:nvPr/>
          </p:nvSpPr>
          <p:spPr>
            <a:xfrm>
              <a:off x="364692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9" name="pg2859"/>
            <p:cNvSpPr/>
            <p:nvPr/>
          </p:nvSpPr>
          <p:spPr>
            <a:xfrm>
              <a:off x="365856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0" name="pg2860"/>
            <p:cNvSpPr/>
            <p:nvPr/>
          </p:nvSpPr>
          <p:spPr>
            <a:xfrm>
              <a:off x="367020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1" name="pg2861"/>
            <p:cNvSpPr/>
            <p:nvPr/>
          </p:nvSpPr>
          <p:spPr>
            <a:xfrm>
              <a:off x="368184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2" name="pg2862"/>
            <p:cNvSpPr/>
            <p:nvPr/>
          </p:nvSpPr>
          <p:spPr>
            <a:xfrm>
              <a:off x="369347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3" name="pg2863"/>
            <p:cNvSpPr/>
            <p:nvPr/>
          </p:nvSpPr>
          <p:spPr>
            <a:xfrm>
              <a:off x="370511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4" name="pg2864"/>
            <p:cNvSpPr/>
            <p:nvPr/>
          </p:nvSpPr>
          <p:spPr>
            <a:xfrm>
              <a:off x="371675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5" name="pg2865"/>
            <p:cNvSpPr/>
            <p:nvPr/>
          </p:nvSpPr>
          <p:spPr>
            <a:xfrm>
              <a:off x="372839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6" name="pg2866"/>
            <p:cNvSpPr/>
            <p:nvPr/>
          </p:nvSpPr>
          <p:spPr>
            <a:xfrm>
              <a:off x="374002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7" name="pg2867"/>
            <p:cNvSpPr/>
            <p:nvPr/>
          </p:nvSpPr>
          <p:spPr>
            <a:xfrm>
              <a:off x="375166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8" name="pg2868"/>
            <p:cNvSpPr/>
            <p:nvPr/>
          </p:nvSpPr>
          <p:spPr>
            <a:xfrm>
              <a:off x="376330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9" name="pg2869"/>
            <p:cNvSpPr/>
            <p:nvPr/>
          </p:nvSpPr>
          <p:spPr>
            <a:xfrm>
              <a:off x="413569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0" name="pg2870"/>
            <p:cNvSpPr/>
            <p:nvPr/>
          </p:nvSpPr>
          <p:spPr>
            <a:xfrm>
              <a:off x="414733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1" name="pg2871"/>
            <p:cNvSpPr/>
            <p:nvPr/>
          </p:nvSpPr>
          <p:spPr>
            <a:xfrm>
              <a:off x="415897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2" name="pg2872"/>
            <p:cNvSpPr/>
            <p:nvPr/>
          </p:nvSpPr>
          <p:spPr>
            <a:xfrm>
              <a:off x="417060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3" name="pg2873"/>
            <p:cNvSpPr/>
            <p:nvPr/>
          </p:nvSpPr>
          <p:spPr>
            <a:xfrm>
              <a:off x="418224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4" name="pg2874"/>
            <p:cNvSpPr/>
            <p:nvPr/>
          </p:nvSpPr>
          <p:spPr>
            <a:xfrm>
              <a:off x="419388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5" name="pg2875"/>
            <p:cNvSpPr/>
            <p:nvPr/>
          </p:nvSpPr>
          <p:spPr>
            <a:xfrm>
              <a:off x="420552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6" name="pg2876"/>
            <p:cNvSpPr/>
            <p:nvPr/>
          </p:nvSpPr>
          <p:spPr>
            <a:xfrm>
              <a:off x="421715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7" name="pg2877"/>
            <p:cNvSpPr/>
            <p:nvPr/>
          </p:nvSpPr>
          <p:spPr>
            <a:xfrm>
              <a:off x="433353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8" name="pg2878"/>
            <p:cNvSpPr/>
            <p:nvPr/>
          </p:nvSpPr>
          <p:spPr>
            <a:xfrm>
              <a:off x="434516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9" name="pg2879"/>
            <p:cNvSpPr/>
            <p:nvPr/>
          </p:nvSpPr>
          <p:spPr>
            <a:xfrm>
              <a:off x="435680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0" name="pg2880"/>
            <p:cNvSpPr/>
            <p:nvPr/>
          </p:nvSpPr>
          <p:spPr>
            <a:xfrm>
              <a:off x="436844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1" name="pg2881"/>
            <p:cNvSpPr/>
            <p:nvPr/>
          </p:nvSpPr>
          <p:spPr>
            <a:xfrm>
              <a:off x="438008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2" name="pg2882"/>
            <p:cNvSpPr/>
            <p:nvPr/>
          </p:nvSpPr>
          <p:spPr>
            <a:xfrm>
              <a:off x="439171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3" name="pg2883"/>
            <p:cNvSpPr/>
            <p:nvPr/>
          </p:nvSpPr>
          <p:spPr>
            <a:xfrm>
              <a:off x="440335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4" name="pg2884"/>
            <p:cNvSpPr/>
            <p:nvPr/>
          </p:nvSpPr>
          <p:spPr>
            <a:xfrm>
              <a:off x="457791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5" name="pg2885"/>
            <p:cNvSpPr/>
            <p:nvPr/>
          </p:nvSpPr>
          <p:spPr>
            <a:xfrm>
              <a:off x="458955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6" name="pg2886"/>
            <p:cNvSpPr/>
            <p:nvPr/>
          </p:nvSpPr>
          <p:spPr>
            <a:xfrm>
              <a:off x="460119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7" name="pg2887"/>
            <p:cNvSpPr/>
            <p:nvPr/>
          </p:nvSpPr>
          <p:spPr>
            <a:xfrm>
              <a:off x="461282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8" name="pg2888"/>
            <p:cNvSpPr/>
            <p:nvPr/>
          </p:nvSpPr>
          <p:spPr>
            <a:xfrm>
              <a:off x="462446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9" name="pg2889"/>
            <p:cNvSpPr/>
            <p:nvPr/>
          </p:nvSpPr>
          <p:spPr>
            <a:xfrm>
              <a:off x="311161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0" name="pg2890"/>
            <p:cNvSpPr/>
            <p:nvPr/>
          </p:nvSpPr>
          <p:spPr>
            <a:xfrm>
              <a:off x="312324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1" name="pg2891"/>
            <p:cNvSpPr/>
            <p:nvPr/>
          </p:nvSpPr>
          <p:spPr>
            <a:xfrm>
              <a:off x="313488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2" name="pg2892"/>
            <p:cNvSpPr/>
            <p:nvPr/>
          </p:nvSpPr>
          <p:spPr>
            <a:xfrm>
              <a:off x="314652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3" name="pg2893"/>
            <p:cNvSpPr/>
            <p:nvPr/>
          </p:nvSpPr>
          <p:spPr>
            <a:xfrm>
              <a:off x="315816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4" name="pg2894"/>
            <p:cNvSpPr/>
            <p:nvPr/>
          </p:nvSpPr>
          <p:spPr>
            <a:xfrm>
              <a:off x="316979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5" name="pg2895"/>
            <p:cNvSpPr/>
            <p:nvPr/>
          </p:nvSpPr>
          <p:spPr>
            <a:xfrm>
              <a:off x="318143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6" name="pg2896"/>
            <p:cNvSpPr/>
            <p:nvPr/>
          </p:nvSpPr>
          <p:spPr>
            <a:xfrm>
              <a:off x="319307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7" name="pg2897"/>
            <p:cNvSpPr/>
            <p:nvPr/>
          </p:nvSpPr>
          <p:spPr>
            <a:xfrm>
              <a:off x="320471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8" name="pg2898"/>
            <p:cNvSpPr/>
            <p:nvPr/>
          </p:nvSpPr>
          <p:spPr>
            <a:xfrm>
              <a:off x="321634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9" name="pg2899"/>
            <p:cNvSpPr/>
            <p:nvPr/>
          </p:nvSpPr>
          <p:spPr>
            <a:xfrm>
              <a:off x="322798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0" name="pg2900"/>
            <p:cNvSpPr/>
            <p:nvPr/>
          </p:nvSpPr>
          <p:spPr>
            <a:xfrm>
              <a:off x="323962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1" name="pg2901"/>
            <p:cNvSpPr/>
            <p:nvPr/>
          </p:nvSpPr>
          <p:spPr>
            <a:xfrm>
              <a:off x="335599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2" name="pg2902"/>
            <p:cNvSpPr/>
            <p:nvPr/>
          </p:nvSpPr>
          <p:spPr>
            <a:xfrm>
              <a:off x="336763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3" name="pg2903"/>
            <p:cNvSpPr/>
            <p:nvPr/>
          </p:nvSpPr>
          <p:spPr>
            <a:xfrm>
              <a:off x="337927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4" name="pg2904"/>
            <p:cNvSpPr/>
            <p:nvPr/>
          </p:nvSpPr>
          <p:spPr>
            <a:xfrm>
              <a:off x="339090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5" name="pg2905"/>
            <p:cNvSpPr/>
            <p:nvPr/>
          </p:nvSpPr>
          <p:spPr>
            <a:xfrm>
              <a:off x="340254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6" name="pg2906"/>
            <p:cNvSpPr/>
            <p:nvPr/>
          </p:nvSpPr>
          <p:spPr>
            <a:xfrm>
              <a:off x="341418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7" name="pg2907"/>
            <p:cNvSpPr/>
            <p:nvPr/>
          </p:nvSpPr>
          <p:spPr>
            <a:xfrm>
              <a:off x="342581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8" name="pg2908"/>
            <p:cNvSpPr/>
            <p:nvPr/>
          </p:nvSpPr>
          <p:spPr>
            <a:xfrm>
              <a:off x="343745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9" name="pg2909"/>
            <p:cNvSpPr/>
            <p:nvPr/>
          </p:nvSpPr>
          <p:spPr>
            <a:xfrm>
              <a:off x="344909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0" name="pg2910"/>
            <p:cNvSpPr/>
            <p:nvPr/>
          </p:nvSpPr>
          <p:spPr>
            <a:xfrm>
              <a:off x="346073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B">
                <a:alpha val="100000"/>
              </a:srgbClr>
            </a:solidFill>
            <a:ln w="5420" cap="flat">
              <a:solidFill>
                <a:srgbClr val="2A1F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1" name="pg2911"/>
            <p:cNvSpPr/>
            <p:nvPr/>
          </p:nvSpPr>
          <p:spPr>
            <a:xfrm>
              <a:off x="348400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2" name="pg2912"/>
            <p:cNvSpPr/>
            <p:nvPr/>
          </p:nvSpPr>
          <p:spPr>
            <a:xfrm>
              <a:off x="349564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3" name="pg2913"/>
            <p:cNvSpPr/>
            <p:nvPr/>
          </p:nvSpPr>
          <p:spPr>
            <a:xfrm>
              <a:off x="350728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F">
                <a:alpha val="100000"/>
              </a:srgbClr>
            </a:solidFill>
            <a:ln w="5420" cap="flat">
              <a:solidFill>
                <a:srgbClr val="2C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4" name="pg2914"/>
            <p:cNvSpPr/>
            <p:nvPr/>
          </p:nvSpPr>
          <p:spPr>
            <a:xfrm>
              <a:off x="351891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5" name="pg2915"/>
            <p:cNvSpPr/>
            <p:nvPr/>
          </p:nvSpPr>
          <p:spPr>
            <a:xfrm>
              <a:off x="353055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6" name="pg2916"/>
            <p:cNvSpPr/>
            <p:nvPr/>
          </p:nvSpPr>
          <p:spPr>
            <a:xfrm>
              <a:off x="354219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7" name="pg2917"/>
            <p:cNvSpPr/>
            <p:nvPr/>
          </p:nvSpPr>
          <p:spPr>
            <a:xfrm>
              <a:off x="355383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8" name="pg2918"/>
            <p:cNvSpPr/>
            <p:nvPr/>
          </p:nvSpPr>
          <p:spPr>
            <a:xfrm>
              <a:off x="356546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9" name="pg2919"/>
            <p:cNvSpPr/>
            <p:nvPr/>
          </p:nvSpPr>
          <p:spPr>
            <a:xfrm>
              <a:off x="358874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0" name="pg2920"/>
            <p:cNvSpPr/>
            <p:nvPr/>
          </p:nvSpPr>
          <p:spPr>
            <a:xfrm>
              <a:off x="360037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1" name="pg2921"/>
            <p:cNvSpPr/>
            <p:nvPr/>
          </p:nvSpPr>
          <p:spPr>
            <a:xfrm>
              <a:off x="361201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2" name="pg2922"/>
            <p:cNvSpPr/>
            <p:nvPr/>
          </p:nvSpPr>
          <p:spPr>
            <a:xfrm>
              <a:off x="362365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3" name="pg2923"/>
            <p:cNvSpPr/>
            <p:nvPr/>
          </p:nvSpPr>
          <p:spPr>
            <a:xfrm>
              <a:off x="363529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4" name="pg2924"/>
            <p:cNvSpPr/>
            <p:nvPr/>
          </p:nvSpPr>
          <p:spPr>
            <a:xfrm>
              <a:off x="364692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5" name="pg2925"/>
            <p:cNvSpPr/>
            <p:nvPr/>
          </p:nvSpPr>
          <p:spPr>
            <a:xfrm>
              <a:off x="365856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6" name="pg2926"/>
            <p:cNvSpPr/>
            <p:nvPr/>
          </p:nvSpPr>
          <p:spPr>
            <a:xfrm>
              <a:off x="367020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7" name="pg2927"/>
            <p:cNvSpPr/>
            <p:nvPr/>
          </p:nvSpPr>
          <p:spPr>
            <a:xfrm>
              <a:off x="368184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8" name="pg2928"/>
            <p:cNvSpPr/>
            <p:nvPr/>
          </p:nvSpPr>
          <p:spPr>
            <a:xfrm>
              <a:off x="369347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9" name="pg2929"/>
            <p:cNvSpPr/>
            <p:nvPr/>
          </p:nvSpPr>
          <p:spPr>
            <a:xfrm>
              <a:off x="370511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0" name="pg2930"/>
            <p:cNvSpPr/>
            <p:nvPr/>
          </p:nvSpPr>
          <p:spPr>
            <a:xfrm>
              <a:off x="371675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1" name="pg2931"/>
            <p:cNvSpPr/>
            <p:nvPr/>
          </p:nvSpPr>
          <p:spPr>
            <a:xfrm>
              <a:off x="372839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2" name="pg2932"/>
            <p:cNvSpPr/>
            <p:nvPr/>
          </p:nvSpPr>
          <p:spPr>
            <a:xfrm>
              <a:off x="374002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3" name="pg2933"/>
            <p:cNvSpPr/>
            <p:nvPr/>
          </p:nvSpPr>
          <p:spPr>
            <a:xfrm>
              <a:off x="375166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4" name="pg2934"/>
            <p:cNvSpPr/>
            <p:nvPr/>
          </p:nvSpPr>
          <p:spPr>
            <a:xfrm>
              <a:off x="376330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5" name="pg2935"/>
            <p:cNvSpPr/>
            <p:nvPr/>
          </p:nvSpPr>
          <p:spPr>
            <a:xfrm>
              <a:off x="377493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6" name="pg2936"/>
            <p:cNvSpPr/>
            <p:nvPr/>
          </p:nvSpPr>
          <p:spPr>
            <a:xfrm>
              <a:off x="415897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7" name="pg2937"/>
            <p:cNvSpPr/>
            <p:nvPr/>
          </p:nvSpPr>
          <p:spPr>
            <a:xfrm>
              <a:off x="434516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8" name="pg2938"/>
            <p:cNvSpPr/>
            <p:nvPr/>
          </p:nvSpPr>
          <p:spPr>
            <a:xfrm>
              <a:off x="435680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9" name="pg2939"/>
            <p:cNvSpPr/>
            <p:nvPr/>
          </p:nvSpPr>
          <p:spPr>
            <a:xfrm>
              <a:off x="436844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0" name="pg2940"/>
            <p:cNvSpPr/>
            <p:nvPr/>
          </p:nvSpPr>
          <p:spPr>
            <a:xfrm>
              <a:off x="438008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1" name="pg2941"/>
            <p:cNvSpPr/>
            <p:nvPr/>
          </p:nvSpPr>
          <p:spPr>
            <a:xfrm>
              <a:off x="439171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2" name="pg2942"/>
            <p:cNvSpPr/>
            <p:nvPr/>
          </p:nvSpPr>
          <p:spPr>
            <a:xfrm>
              <a:off x="440335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3" name="pg2943"/>
            <p:cNvSpPr/>
            <p:nvPr/>
          </p:nvSpPr>
          <p:spPr>
            <a:xfrm>
              <a:off x="441499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4" name="pg2944"/>
            <p:cNvSpPr/>
            <p:nvPr/>
          </p:nvSpPr>
          <p:spPr>
            <a:xfrm>
              <a:off x="457791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5" name="pg2945"/>
            <p:cNvSpPr/>
            <p:nvPr/>
          </p:nvSpPr>
          <p:spPr>
            <a:xfrm>
              <a:off x="458955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6" name="pg2946"/>
            <p:cNvSpPr/>
            <p:nvPr/>
          </p:nvSpPr>
          <p:spPr>
            <a:xfrm>
              <a:off x="460119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7" name="pg2947"/>
            <p:cNvSpPr/>
            <p:nvPr/>
          </p:nvSpPr>
          <p:spPr>
            <a:xfrm>
              <a:off x="461282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8" name="pg2948"/>
            <p:cNvSpPr/>
            <p:nvPr/>
          </p:nvSpPr>
          <p:spPr>
            <a:xfrm>
              <a:off x="462446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9" name="pg2949"/>
            <p:cNvSpPr/>
            <p:nvPr/>
          </p:nvSpPr>
          <p:spPr>
            <a:xfrm>
              <a:off x="309997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0" name="pg2950"/>
            <p:cNvSpPr/>
            <p:nvPr/>
          </p:nvSpPr>
          <p:spPr>
            <a:xfrm>
              <a:off x="311161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1" name="pg2951"/>
            <p:cNvSpPr/>
            <p:nvPr/>
          </p:nvSpPr>
          <p:spPr>
            <a:xfrm>
              <a:off x="312324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2" name="pg2952"/>
            <p:cNvSpPr/>
            <p:nvPr/>
          </p:nvSpPr>
          <p:spPr>
            <a:xfrm>
              <a:off x="313488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3" name="pg2953"/>
            <p:cNvSpPr/>
            <p:nvPr/>
          </p:nvSpPr>
          <p:spPr>
            <a:xfrm>
              <a:off x="314652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4" name="pg2954"/>
            <p:cNvSpPr/>
            <p:nvPr/>
          </p:nvSpPr>
          <p:spPr>
            <a:xfrm>
              <a:off x="315816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5" name="pg2955"/>
            <p:cNvSpPr/>
            <p:nvPr/>
          </p:nvSpPr>
          <p:spPr>
            <a:xfrm>
              <a:off x="316979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6" name="pg2956"/>
            <p:cNvSpPr/>
            <p:nvPr/>
          </p:nvSpPr>
          <p:spPr>
            <a:xfrm>
              <a:off x="318143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7" name="pg2957"/>
            <p:cNvSpPr/>
            <p:nvPr/>
          </p:nvSpPr>
          <p:spPr>
            <a:xfrm>
              <a:off x="319307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8" name="pg2958"/>
            <p:cNvSpPr/>
            <p:nvPr/>
          </p:nvSpPr>
          <p:spPr>
            <a:xfrm>
              <a:off x="320471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9" name="pg2959"/>
            <p:cNvSpPr/>
            <p:nvPr/>
          </p:nvSpPr>
          <p:spPr>
            <a:xfrm>
              <a:off x="341418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0" name="pg2960"/>
            <p:cNvSpPr/>
            <p:nvPr/>
          </p:nvSpPr>
          <p:spPr>
            <a:xfrm>
              <a:off x="342581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1" name="pg2961"/>
            <p:cNvSpPr/>
            <p:nvPr/>
          </p:nvSpPr>
          <p:spPr>
            <a:xfrm>
              <a:off x="349564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203B">
                <a:alpha val="100000"/>
              </a:srgbClr>
            </a:solidFill>
            <a:ln w="5420" cap="flat">
              <a:solidFill>
                <a:srgbClr val="2A20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2" name="pg2962"/>
            <p:cNvSpPr/>
            <p:nvPr/>
          </p:nvSpPr>
          <p:spPr>
            <a:xfrm>
              <a:off x="350728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3" name="pg2963"/>
            <p:cNvSpPr/>
            <p:nvPr/>
          </p:nvSpPr>
          <p:spPr>
            <a:xfrm>
              <a:off x="351891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4" name="pg2964"/>
            <p:cNvSpPr/>
            <p:nvPr/>
          </p:nvSpPr>
          <p:spPr>
            <a:xfrm>
              <a:off x="353055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5" name="pg2965"/>
            <p:cNvSpPr/>
            <p:nvPr/>
          </p:nvSpPr>
          <p:spPr>
            <a:xfrm>
              <a:off x="354219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6" name="pg2966"/>
            <p:cNvSpPr/>
            <p:nvPr/>
          </p:nvSpPr>
          <p:spPr>
            <a:xfrm>
              <a:off x="355383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7" name="pg2967"/>
            <p:cNvSpPr/>
            <p:nvPr/>
          </p:nvSpPr>
          <p:spPr>
            <a:xfrm>
              <a:off x="356546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8" name="pg2968"/>
            <p:cNvSpPr/>
            <p:nvPr/>
          </p:nvSpPr>
          <p:spPr>
            <a:xfrm>
              <a:off x="357710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9" name="pg2969"/>
            <p:cNvSpPr/>
            <p:nvPr/>
          </p:nvSpPr>
          <p:spPr>
            <a:xfrm>
              <a:off x="358874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0" name="pg2970"/>
            <p:cNvSpPr/>
            <p:nvPr/>
          </p:nvSpPr>
          <p:spPr>
            <a:xfrm>
              <a:off x="360037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1" name="pg2971"/>
            <p:cNvSpPr/>
            <p:nvPr/>
          </p:nvSpPr>
          <p:spPr>
            <a:xfrm>
              <a:off x="361201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2" name="pg2972"/>
            <p:cNvSpPr/>
            <p:nvPr/>
          </p:nvSpPr>
          <p:spPr>
            <a:xfrm>
              <a:off x="362365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3" name="pg2973"/>
            <p:cNvSpPr/>
            <p:nvPr/>
          </p:nvSpPr>
          <p:spPr>
            <a:xfrm>
              <a:off x="363529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4" name="pg2974"/>
            <p:cNvSpPr/>
            <p:nvPr/>
          </p:nvSpPr>
          <p:spPr>
            <a:xfrm>
              <a:off x="364692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5" name="pg2975"/>
            <p:cNvSpPr/>
            <p:nvPr/>
          </p:nvSpPr>
          <p:spPr>
            <a:xfrm>
              <a:off x="365856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6" name="pg2976"/>
            <p:cNvSpPr/>
            <p:nvPr/>
          </p:nvSpPr>
          <p:spPr>
            <a:xfrm>
              <a:off x="367020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7" name="pg2977"/>
            <p:cNvSpPr/>
            <p:nvPr/>
          </p:nvSpPr>
          <p:spPr>
            <a:xfrm>
              <a:off x="368184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8" name="pg2978"/>
            <p:cNvSpPr/>
            <p:nvPr/>
          </p:nvSpPr>
          <p:spPr>
            <a:xfrm>
              <a:off x="369347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9" name="pg2979"/>
            <p:cNvSpPr/>
            <p:nvPr/>
          </p:nvSpPr>
          <p:spPr>
            <a:xfrm>
              <a:off x="370511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0" name="pg2980"/>
            <p:cNvSpPr/>
            <p:nvPr/>
          </p:nvSpPr>
          <p:spPr>
            <a:xfrm>
              <a:off x="371675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1" name="pg2981"/>
            <p:cNvSpPr/>
            <p:nvPr/>
          </p:nvSpPr>
          <p:spPr>
            <a:xfrm>
              <a:off x="372839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2" name="pg2982"/>
            <p:cNvSpPr/>
            <p:nvPr/>
          </p:nvSpPr>
          <p:spPr>
            <a:xfrm>
              <a:off x="374002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3" name="pg2983"/>
            <p:cNvSpPr/>
            <p:nvPr/>
          </p:nvSpPr>
          <p:spPr>
            <a:xfrm>
              <a:off x="375166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4" name="pg2984"/>
            <p:cNvSpPr/>
            <p:nvPr/>
          </p:nvSpPr>
          <p:spPr>
            <a:xfrm>
              <a:off x="376330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5" name="pg2985"/>
            <p:cNvSpPr/>
            <p:nvPr/>
          </p:nvSpPr>
          <p:spPr>
            <a:xfrm>
              <a:off x="377493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6" name="pg2986"/>
            <p:cNvSpPr/>
            <p:nvPr/>
          </p:nvSpPr>
          <p:spPr>
            <a:xfrm>
              <a:off x="378657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7" name="pg2987"/>
            <p:cNvSpPr/>
            <p:nvPr/>
          </p:nvSpPr>
          <p:spPr>
            <a:xfrm>
              <a:off x="435680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8" name="pg2988"/>
            <p:cNvSpPr/>
            <p:nvPr/>
          </p:nvSpPr>
          <p:spPr>
            <a:xfrm>
              <a:off x="436844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9" name="pg2989"/>
            <p:cNvSpPr/>
            <p:nvPr/>
          </p:nvSpPr>
          <p:spPr>
            <a:xfrm>
              <a:off x="438008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0" name="pg2990"/>
            <p:cNvSpPr/>
            <p:nvPr/>
          </p:nvSpPr>
          <p:spPr>
            <a:xfrm>
              <a:off x="439171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1" name="pg2991"/>
            <p:cNvSpPr/>
            <p:nvPr/>
          </p:nvSpPr>
          <p:spPr>
            <a:xfrm>
              <a:off x="440335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2" name="pg2992"/>
            <p:cNvSpPr/>
            <p:nvPr/>
          </p:nvSpPr>
          <p:spPr>
            <a:xfrm>
              <a:off x="441499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3" name="pg2993"/>
            <p:cNvSpPr/>
            <p:nvPr/>
          </p:nvSpPr>
          <p:spPr>
            <a:xfrm>
              <a:off x="442663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4" name="pg2994"/>
            <p:cNvSpPr/>
            <p:nvPr/>
          </p:nvSpPr>
          <p:spPr>
            <a:xfrm>
              <a:off x="458955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5" name="pg2995"/>
            <p:cNvSpPr/>
            <p:nvPr/>
          </p:nvSpPr>
          <p:spPr>
            <a:xfrm>
              <a:off x="460119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6" name="pg2996"/>
            <p:cNvSpPr/>
            <p:nvPr/>
          </p:nvSpPr>
          <p:spPr>
            <a:xfrm>
              <a:off x="461282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7" name="pg2997"/>
            <p:cNvSpPr/>
            <p:nvPr/>
          </p:nvSpPr>
          <p:spPr>
            <a:xfrm>
              <a:off x="462446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8" name="pg2998"/>
            <p:cNvSpPr/>
            <p:nvPr/>
          </p:nvSpPr>
          <p:spPr>
            <a:xfrm>
              <a:off x="463610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9" name="pg2999"/>
            <p:cNvSpPr/>
            <p:nvPr/>
          </p:nvSpPr>
          <p:spPr>
            <a:xfrm>
              <a:off x="309997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0" name="pg3000"/>
            <p:cNvSpPr/>
            <p:nvPr/>
          </p:nvSpPr>
          <p:spPr>
            <a:xfrm>
              <a:off x="311161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1" name="pg3001"/>
            <p:cNvSpPr/>
            <p:nvPr/>
          </p:nvSpPr>
          <p:spPr>
            <a:xfrm>
              <a:off x="312324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2" name="pg3002"/>
            <p:cNvSpPr/>
            <p:nvPr/>
          </p:nvSpPr>
          <p:spPr>
            <a:xfrm>
              <a:off x="313488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3" name="pg3003"/>
            <p:cNvSpPr/>
            <p:nvPr/>
          </p:nvSpPr>
          <p:spPr>
            <a:xfrm>
              <a:off x="314652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4" name="pg3004"/>
            <p:cNvSpPr/>
            <p:nvPr/>
          </p:nvSpPr>
          <p:spPr>
            <a:xfrm>
              <a:off x="315816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5" name="pg3005"/>
            <p:cNvSpPr/>
            <p:nvPr/>
          </p:nvSpPr>
          <p:spPr>
            <a:xfrm>
              <a:off x="316979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6" name="pg3006"/>
            <p:cNvSpPr/>
            <p:nvPr/>
          </p:nvSpPr>
          <p:spPr>
            <a:xfrm>
              <a:off x="318143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7" name="pg3007"/>
            <p:cNvSpPr/>
            <p:nvPr/>
          </p:nvSpPr>
          <p:spPr>
            <a:xfrm>
              <a:off x="350728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8" name="pg3008"/>
            <p:cNvSpPr/>
            <p:nvPr/>
          </p:nvSpPr>
          <p:spPr>
            <a:xfrm>
              <a:off x="351891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9" name="pg3009"/>
            <p:cNvSpPr/>
            <p:nvPr/>
          </p:nvSpPr>
          <p:spPr>
            <a:xfrm>
              <a:off x="353055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0" name="pg3010"/>
            <p:cNvSpPr/>
            <p:nvPr/>
          </p:nvSpPr>
          <p:spPr>
            <a:xfrm>
              <a:off x="354219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1" name="pg3011"/>
            <p:cNvSpPr/>
            <p:nvPr/>
          </p:nvSpPr>
          <p:spPr>
            <a:xfrm>
              <a:off x="355383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2" name="pg3012"/>
            <p:cNvSpPr/>
            <p:nvPr/>
          </p:nvSpPr>
          <p:spPr>
            <a:xfrm>
              <a:off x="356546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3" name="pg3013"/>
            <p:cNvSpPr/>
            <p:nvPr/>
          </p:nvSpPr>
          <p:spPr>
            <a:xfrm>
              <a:off x="357710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4" name="pg3014"/>
            <p:cNvSpPr/>
            <p:nvPr/>
          </p:nvSpPr>
          <p:spPr>
            <a:xfrm>
              <a:off x="358874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5" name="pg3015"/>
            <p:cNvSpPr/>
            <p:nvPr/>
          </p:nvSpPr>
          <p:spPr>
            <a:xfrm>
              <a:off x="360037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6" name="pg3016"/>
            <p:cNvSpPr/>
            <p:nvPr/>
          </p:nvSpPr>
          <p:spPr>
            <a:xfrm>
              <a:off x="361201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7" name="pg3017"/>
            <p:cNvSpPr/>
            <p:nvPr/>
          </p:nvSpPr>
          <p:spPr>
            <a:xfrm>
              <a:off x="362365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7">
                <a:alpha val="100000"/>
              </a:srgbClr>
            </a:solidFill>
            <a:ln w="5420" cap="flat">
              <a:solidFill>
                <a:srgbClr val="392D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8" name="pg3018"/>
            <p:cNvSpPr/>
            <p:nvPr/>
          </p:nvSpPr>
          <p:spPr>
            <a:xfrm>
              <a:off x="363529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9" name="pg3019"/>
            <p:cNvSpPr/>
            <p:nvPr/>
          </p:nvSpPr>
          <p:spPr>
            <a:xfrm>
              <a:off x="364692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0" name="pg3020"/>
            <p:cNvSpPr/>
            <p:nvPr/>
          </p:nvSpPr>
          <p:spPr>
            <a:xfrm>
              <a:off x="365856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1" name="pg3021"/>
            <p:cNvSpPr/>
            <p:nvPr/>
          </p:nvSpPr>
          <p:spPr>
            <a:xfrm>
              <a:off x="367020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2" name="pg3022"/>
            <p:cNvSpPr/>
            <p:nvPr/>
          </p:nvSpPr>
          <p:spPr>
            <a:xfrm>
              <a:off x="368184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3" name="pg3023"/>
            <p:cNvSpPr/>
            <p:nvPr/>
          </p:nvSpPr>
          <p:spPr>
            <a:xfrm>
              <a:off x="369347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4" name="pg3024"/>
            <p:cNvSpPr/>
            <p:nvPr/>
          </p:nvSpPr>
          <p:spPr>
            <a:xfrm>
              <a:off x="370511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5" name="pg3025"/>
            <p:cNvSpPr/>
            <p:nvPr/>
          </p:nvSpPr>
          <p:spPr>
            <a:xfrm>
              <a:off x="371675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6" name="pg3026"/>
            <p:cNvSpPr/>
            <p:nvPr/>
          </p:nvSpPr>
          <p:spPr>
            <a:xfrm>
              <a:off x="372839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7" name="pg3027"/>
            <p:cNvSpPr/>
            <p:nvPr/>
          </p:nvSpPr>
          <p:spPr>
            <a:xfrm>
              <a:off x="374002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8" name="pg3028"/>
            <p:cNvSpPr/>
            <p:nvPr/>
          </p:nvSpPr>
          <p:spPr>
            <a:xfrm>
              <a:off x="375166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9" name="pg3029"/>
            <p:cNvSpPr/>
            <p:nvPr/>
          </p:nvSpPr>
          <p:spPr>
            <a:xfrm>
              <a:off x="376330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0" name="pg3030"/>
            <p:cNvSpPr/>
            <p:nvPr/>
          </p:nvSpPr>
          <p:spPr>
            <a:xfrm>
              <a:off x="377493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1" name="pg3031"/>
            <p:cNvSpPr/>
            <p:nvPr/>
          </p:nvSpPr>
          <p:spPr>
            <a:xfrm>
              <a:off x="378657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2" name="pg3032"/>
            <p:cNvSpPr/>
            <p:nvPr/>
          </p:nvSpPr>
          <p:spPr>
            <a:xfrm>
              <a:off x="436844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3" name="pg3033"/>
            <p:cNvSpPr/>
            <p:nvPr/>
          </p:nvSpPr>
          <p:spPr>
            <a:xfrm>
              <a:off x="438008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4" name="pg3034"/>
            <p:cNvSpPr/>
            <p:nvPr/>
          </p:nvSpPr>
          <p:spPr>
            <a:xfrm>
              <a:off x="439171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5" name="pg3035"/>
            <p:cNvSpPr/>
            <p:nvPr/>
          </p:nvSpPr>
          <p:spPr>
            <a:xfrm>
              <a:off x="440335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6" name="pg3036"/>
            <p:cNvSpPr/>
            <p:nvPr/>
          </p:nvSpPr>
          <p:spPr>
            <a:xfrm>
              <a:off x="441499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7" name="pg3037"/>
            <p:cNvSpPr/>
            <p:nvPr/>
          </p:nvSpPr>
          <p:spPr>
            <a:xfrm>
              <a:off x="442663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8" name="pg3038"/>
            <p:cNvSpPr/>
            <p:nvPr/>
          </p:nvSpPr>
          <p:spPr>
            <a:xfrm>
              <a:off x="443826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9" name="pg3039"/>
            <p:cNvSpPr/>
            <p:nvPr/>
          </p:nvSpPr>
          <p:spPr>
            <a:xfrm>
              <a:off x="458955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0" name="pg3040"/>
            <p:cNvSpPr/>
            <p:nvPr/>
          </p:nvSpPr>
          <p:spPr>
            <a:xfrm>
              <a:off x="460119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1" name="pg3041"/>
            <p:cNvSpPr/>
            <p:nvPr/>
          </p:nvSpPr>
          <p:spPr>
            <a:xfrm>
              <a:off x="461282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2" name="pg3042"/>
            <p:cNvSpPr/>
            <p:nvPr/>
          </p:nvSpPr>
          <p:spPr>
            <a:xfrm>
              <a:off x="462446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3" name="pg3043"/>
            <p:cNvSpPr/>
            <p:nvPr/>
          </p:nvSpPr>
          <p:spPr>
            <a:xfrm>
              <a:off x="463610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4" name="pg3044"/>
            <p:cNvSpPr/>
            <p:nvPr/>
          </p:nvSpPr>
          <p:spPr>
            <a:xfrm>
              <a:off x="308833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5" name="pg3045"/>
            <p:cNvSpPr/>
            <p:nvPr/>
          </p:nvSpPr>
          <p:spPr>
            <a:xfrm>
              <a:off x="309997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6" name="pg3046"/>
            <p:cNvSpPr/>
            <p:nvPr/>
          </p:nvSpPr>
          <p:spPr>
            <a:xfrm>
              <a:off x="311161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7" name="pg3047"/>
            <p:cNvSpPr/>
            <p:nvPr/>
          </p:nvSpPr>
          <p:spPr>
            <a:xfrm>
              <a:off x="312324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8" name="pg3048"/>
            <p:cNvSpPr/>
            <p:nvPr/>
          </p:nvSpPr>
          <p:spPr>
            <a:xfrm>
              <a:off x="313488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9" name="pg3049"/>
            <p:cNvSpPr/>
            <p:nvPr/>
          </p:nvSpPr>
          <p:spPr>
            <a:xfrm>
              <a:off x="314652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0" name="pg3050"/>
            <p:cNvSpPr/>
            <p:nvPr/>
          </p:nvSpPr>
          <p:spPr>
            <a:xfrm>
              <a:off x="351891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1" name="pg3051"/>
            <p:cNvSpPr/>
            <p:nvPr/>
          </p:nvSpPr>
          <p:spPr>
            <a:xfrm>
              <a:off x="353055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2" name="pg3052"/>
            <p:cNvSpPr/>
            <p:nvPr/>
          </p:nvSpPr>
          <p:spPr>
            <a:xfrm>
              <a:off x="354219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3" name="pg3053"/>
            <p:cNvSpPr/>
            <p:nvPr/>
          </p:nvSpPr>
          <p:spPr>
            <a:xfrm>
              <a:off x="355383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4" name="pg3054"/>
            <p:cNvSpPr/>
            <p:nvPr/>
          </p:nvSpPr>
          <p:spPr>
            <a:xfrm>
              <a:off x="356546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5" name="pg3055"/>
            <p:cNvSpPr/>
            <p:nvPr/>
          </p:nvSpPr>
          <p:spPr>
            <a:xfrm>
              <a:off x="357710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6" name="pg3056"/>
            <p:cNvSpPr/>
            <p:nvPr/>
          </p:nvSpPr>
          <p:spPr>
            <a:xfrm>
              <a:off x="358874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7" name="pg3057"/>
            <p:cNvSpPr/>
            <p:nvPr/>
          </p:nvSpPr>
          <p:spPr>
            <a:xfrm>
              <a:off x="360037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8" name="pg3058"/>
            <p:cNvSpPr/>
            <p:nvPr/>
          </p:nvSpPr>
          <p:spPr>
            <a:xfrm>
              <a:off x="361201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9" name="pg3059"/>
            <p:cNvSpPr/>
            <p:nvPr/>
          </p:nvSpPr>
          <p:spPr>
            <a:xfrm>
              <a:off x="362365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0" name="pg3060"/>
            <p:cNvSpPr/>
            <p:nvPr/>
          </p:nvSpPr>
          <p:spPr>
            <a:xfrm>
              <a:off x="363529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1" name="pg3061"/>
            <p:cNvSpPr/>
            <p:nvPr/>
          </p:nvSpPr>
          <p:spPr>
            <a:xfrm>
              <a:off x="364692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2" name="pg3062"/>
            <p:cNvSpPr/>
            <p:nvPr/>
          </p:nvSpPr>
          <p:spPr>
            <a:xfrm>
              <a:off x="365856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7">
                <a:alpha val="100000"/>
              </a:srgbClr>
            </a:solidFill>
            <a:ln w="5420" cap="flat">
              <a:solidFill>
                <a:srgbClr val="392D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3" name="pg3063"/>
            <p:cNvSpPr/>
            <p:nvPr/>
          </p:nvSpPr>
          <p:spPr>
            <a:xfrm>
              <a:off x="367020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4" name="pg3064"/>
            <p:cNvSpPr/>
            <p:nvPr/>
          </p:nvSpPr>
          <p:spPr>
            <a:xfrm>
              <a:off x="368184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5" name="pg3065"/>
            <p:cNvSpPr/>
            <p:nvPr/>
          </p:nvSpPr>
          <p:spPr>
            <a:xfrm>
              <a:off x="369347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6" name="pg3066"/>
            <p:cNvSpPr/>
            <p:nvPr/>
          </p:nvSpPr>
          <p:spPr>
            <a:xfrm>
              <a:off x="370511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7" name="pg3067"/>
            <p:cNvSpPr/>
            <p:nvPr/>
          </p:nvSpPr>
          <p:spPr>
            <a:xfrm>
              <a:off x="371675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8" name="pg3068"/>
            <p:cNvSpPr/>
            <p:nvPr/>
          </p:nvSpPr>
          <p:spPr>
            <a:xfrm>
              <a:off x="372839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9" name="pg3069"/>
            <p:cNvSpPr/>
            <p:nvPr/>
          </p:nvSpPr>
          <p:spPr>
            <a:xfrm>
              <a:off x="374002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0" name="pg3070"/>
            <p:cNvSpPr/>
            <p:nvPr/>
          </p:nvSpPr>
          <p:spPr>
            <a:xfrm>
              <a:off x="375166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1" name="pg3071"/>
            <p:cNvSpPr/>
            <p:nvPr/>
          </p:nvSpPr>
          <p:spPr>
            <a:xfrm>
              <a:off x="376330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2" name="pg3072"/>
            <p:cNvSpPr/>
            <p:nvPr/>
          </p:nvSpPr>
          <p:spPr>
            <a:xfrm>
              <a:off x="377493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3" name="pg3073"/>
            <p:cNvSpPr/>
            <p:nvPr/>
          </p:nvSpPr>
          <p:spPr>
            <a:xfrm>
              <a:off x="378657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4" name="pg3074"/>
            <p:cNvSpPr/>
            <p:nvPr/>
          </p:nvSpPr>
          <p:spPr>
            <a:xfrm>
              <a:off x="438008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5" name="pg3075"/>
            <p:cNvSpPr/>
            <p:nvPr/>
          </p:nvSpPr>
          <p:spPr>
            <a:xfrm>
              <a:off x="439171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6" name="pg3076"/>
            <p:cNvSpPr/>
            <p:nvPr/>
          </p:nvSpPr>
          <p:spPr>
            <a:xfrm>
              <a:off x="440335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7" name="pg3077"/>
            <p:cNvSpPr/>
            <p:nvPr/>
          </p:nvSpPr>
          <p:spPr>
            <a:xfrm>
              <a:off x="441499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8" name="pg3078"/>
            <p:cNvSpPr/>
            <p:nvPr/>
          </p:nvSpPr>
          <p:spPr>
            <a:xfrm>
              <a:off x="442663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9" name="pg3079"/>
            <p:cNvSpPr/>
            <p:nvPr/>
          </p:nvSpPr>
          <p:spPr>
            <a:xfrm>
              <a:off x="443826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0" name="pg3080"/>
            <p:cNvSpPr/>
            <p:nvPr/>
          </p:nvSpPr>
          <p:spPr>
            <a:xfrm>
              <a:off x="444990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1" name="pg3081"/>
            <p:cNvSpPr/>
            <p:nvPr/>
          </p:nvSpPr>
          <p:spPr>
            <a:xfrm>
              <a:off x="460119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2" name="pg3082"/>
            <p:cNvSpPr/>
            <p:nvPr/>
          </p:nvSpPr>
          <p:spPr>
            <a:xfrm>
              <a:off x="461282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3" name="pg3083"/>
            <p:cNvSpPr/>
            <p:nvPr/>
          </p:nvSpPr>
          <p:spPr>
            <a:xfrm>
              <a:off x="462446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4" name="pg3084"/>
            <p:cNvSpPr/>
            <p:nvPr/>
          </p:nvSpPr>
          <p:spPr>
            <a:xfrm>
              <a:off x="463610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5" name="pg3085"/>
            <p:cNvSpPr/>
            <p:nvPr/>
          </p:nvSpPr>
          <p:spPr>
            <a:xfrm>
              <a:off x="464773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6" name="pg3086"/>
            <p:cNvSpPr/>
            <p:nvPr/>
          </p:nvSpPr>
          <p:spPr>
            <a:xfrm>
              <a:off x="306506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7" name="pg3087"/>
            <p:cNvSpPr/>
            <p:nvPr/>
          </p:nvSpPr>
          <p:spPr>
            <a:xfrm>
              <a:off x="307669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8" name="pg3088"/>
            <p:cNvSpPr/>
            <p:nvPr/>
          </p:nvSpPr>
          <p:spPr>
            <a:xfrm>
              <a:off x="308833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9" name="pg3089"/>
            <p:cNvSpPr/>
            <p:nvPr/>
          </p:nvSpPr>
          <p:spPr>
            <a:xfrm>
              <a:off x="309997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0" name="pg3090"/>
            <p:cNvSpPr/>
            <p:nvPr/>
          </p:nvSpPr>
          <p:spPr>
            <a:xfrm>
              <a:off x="311161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1" name="pg3091"/>
            <p:cNvSpPr/>
            <p:nvPr/>
          </p:nvSpPr>
          <p:spPr>
            <a:xfrm>
              <a:off x="312324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2" name="pg3092"/>
            <p:cNvSpPr/>
            <p:nvPr/>
          </p:nvSpPr>
          <p:spPr>
            <a:xfrm>
              <a:off x="313488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3" name="pg3093"/>
            <p:cNvSpPr/>
            <p:nvPr/>
          </p:nvSpPr>
          <p:spPr>
            <a:xfrm>
              <a:off x="3542193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4" name="pg3094"/>
            <p:cNvSpPr/>
            <p:nvPr/>
          </p:nvSpPr>
          <p:spPr>
            <a:xfrm>
              <a:off x="355383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5" name="pg3095"/>
            <p:cNvSpPr/>
            <p:nvPr/>
          </p:nvSpPr>
          <p:spPr>
            <a:xfrm>
              <a:off x="356546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6" name="pg3096"/>
            <p:cNvSpPr/>
            <p:nvPr/>
          </p:nvSpPr>
          <p:spPr>
            <a:xfrm>
              <a:off x="357710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7" name="pg3097"/>
            <p:cNvSpPr/>
            <p:nvPr/>
          </p:nvSpPr>
          <p:spPr>
            <a:xfrm>
              <a:off x="358874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8" name="pg3098"/>
            <p:cNvSpPr/>
            <p:nvPr/>
          </p:nvSpPr>
          <p:spPr>
            <a:xfrm>
              <a:off x="360037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9" name="pg3099"/>
            <p:cNvSpPr/>
            <p:nvPr/>
          </p:nvSpPr>
          <p:spPr>
            <a:xfrm>
              <a:off x="361201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0" name="pg3100"/>
            <p:cNvSpPr/>
            <p:nvPr/>
          </p:nvSpPr>
          <p:spPr>
            <a:xfrm>
              <a:off x="362365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1" name="pg3101"/>
            <p:cNvSpPr/>
            <p:nvPr/>
          </p:nvSpPr>
          <p:spPr>
            <a:xfrm>
              <a:off x="363529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2" name="pg3102"/>
            <p:cNvSpPr/>
            <p:nvPr/>
          </p:nvSpPr>
          <p:spPr>
            <a:xfrm>
              <a:off x="3646928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3" name="pg3103"/>
            <p:cNvSpPr/>
            <p:nvPr/>
          </p:nvSpPr>
          <p:spPr>
            <a:xfrm>
              <a:off x="365856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4" name="pg3104"/>
            <p:cNvSpPr/>
            <p:nvPr/>
          </p:nvSpPr>
          <p:spPr>
            <a:xfrm>
              <a:off x="3670203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5" name="pg3105"/>
            <p:cNvSpPr/>
            <p:nvPr/>
          </p:nvSpPr>
          <p:spPr>
            <a:xfrm>
              <a:off x="370511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6" name="pg3106"/>
            <p:cNvSpPr/>
            <p:nvPr/>
          </p:nvSpPr>
          <p:spPr>
            <a:xfrm>
              <a:off x="371675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7" name="pg3107"/>
            <p:cNvSpPr/>
            <p:nvPr/>
          </p:nvSpPr>
          <p:spPr>
            <a:xfrm>
              <a:off x="372839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8" name="pg3108"/>
            <p:cNvSpPr/>
            <p:nvPr/>
          </p:nvSpPr>
          <p:spPr>
            <a:xfrm>
              <a:off x="374002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9" name="pg3109"/>
            <p:cNvSpPr/>
            <p:nvPr/>
          </p:nvSpPr>
          <p:spPr>
            <a:xfrm>
              <a:off x="375166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0" name="pg3110"/>
            <p:cNvSpPr/>
            <p:nvPr/>
          </p:nvSpPr>
          <p:spPr>
            <a:xfrm>
              <a:off x="376330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1" name="pg3111"/>
            <p:cNvSpPr/>
            <p:nvPr/>
          </p:nvSpPr>
          <p:spPr>
            <a:xfrm>
              <a:off x="377493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2" name="pg3112"/>
            <p:cNvSpPr/>
            <p:nvPr/>
          </p:nvSpPr>
          <p:spPr>
            <a:xfrm>
              <a:off x="378657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3" name="pg3113"/>
            <p:cNvSpPr/>
            <p:nvPr/>
          </p:nvSpPr>
          <p:spPr>
            <a:xfrm>
              <a:off x="440335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4" name="pg3114"/>
            <p:cNvSpPr/>
            <p:nvPr/>
          </p:nvSpPr>
          <p:spPr>
            <a:xfrm>
              <a:off x="441499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5" name="pg3115"/>
            <p:cNvSpPr/>
            <p:nvPr/>
          </p:nvSpPr>
          <p:spPr>
            <a:xfrm>
              <a:off x="442663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6" name="pg3116"/>
            <p:cNvSpPr/>
            <p:nvPr/>
          </p:nvSpPr>
          <p:spPr>
            <a:xfrm>
              <a:off x="443826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7" name="pg3117"/>
            <p:cNvSpPr/>
            <p:nvPr/>
          </p:nvSpPr>
          <p:spPr>
            <a:xfrm>
              <a:off x="444990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8" name="pg3118"/>
            <p:cNvSpPr/>
            <p:nvPr/>
          </p:nvSpPr>
          <p:spPr>
            <a:xfrm>
              <a:off x="446154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9" name="pg3119"/>
            <p:cNvSpPr/>
            <p:nvPr/>
          </p:nvSpPr>
          <p:spPr>
            <a:xfrm>
              <a:off x="460119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0" name="pg3120"/>
            <p:cNvSpPr/>
            <p:nvPr/>
          </p:nvSpPr>
          <p:spPr>
            <a:xfrm>
              <a:off x="461282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1" name="pg3121"/>
            <p:cNvSpPr/>
            <p:nvPr/>
          </p:nvSpPr>
          <p:spPr>
            <a:xfrm>
              <a:off x="462446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2" name="pg3122"/>
            <p:cNvSpPr/>
            <p:nvPr/>
          </p:nvSpPr>
          <p:spPr>
            <a:xfrm>
              <a:off x="463610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3" name="pg3123"/>
            <p:cNvSpPr/>
            <p:nvPr/>
          </p:nvSpPr>
          <p:spPr>
            <a:xfrm>
              <a:off x="464773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4" name="pg3124"/>
            <p:cNvSpPr/>
            <p:nvPr/>
          </p:nvSpPr>
          <p:spPr>
            <a:xfrm>
              <a:off x="465937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5" name="pg3125"/>
            <p:cNvSpPr/>
            <p:nvPr/>
          </p:nvSpPr>
          <p:spPr>
            <a:xfrm>
              <a:off x="294868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6" name="pg3126"/>
            <p:cNvSpPr/>
            <p:nvPr/>
          </p:nvSpPr>
          <p:spPr>
            <a:xfrm>
              <a:off x="2960326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7" name="pg3127"/>
            <p:cNvSpPr/>
            <p:nvPr/>
          </p:nvSpPr>
          <p:spPr>
            <a:xfrm>
              <a:off x="2971963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8" name="pg3128"/>
            <p:cNvSpPr/>
            <p:nvPr/>
          </p:nvSpPr>
          <p:spPr>
            <a:xfrm>
              <a:off x="298360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9" name="pg3129"/>
            <p:cNvSpPr/>
            <p:nvPr/>
          </p:nvSpPr>
          <p:spPr>
            <a:xfrm>
              <a:off x="2995238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0" name="pg3130"/>
            <p:cNvSpPr/>
            <p:nvPr/>
          </p:nvSpPr>
          <p:spPr>
            <a:xfrm>
              <a:off x="3006875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1" name="pg3131"/>
            <p:cNvSpPr/>
            <p:nvPr/>
          </p:nvSpPr>
          <p:spPr>
            <a:xfrm>
              <a:off x="304178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2" name="pg3132"/>
            <p:cNvSpPr/>
            <p:nvPr/>
          </p:nvSpPr>
          <p:spPr>
            <a:xfrm>
              <a:off x="3053425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3" name="pg3133"/>
            <p:cNvSpPr/>
            <p:nvPr/>
          </p:nvSpPr>
          <p:spPr>
            <a:xfrm>
              <a:off x="306506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4" name="pg3134"/>
            <p:cNvSpPr/>
            <p:nvPr/>
          </p:nvSpPr>
          <p:spPr>
            <a:xfrm>
              <a:off x="307669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5" name="pg3135"/>
            <p:cNvSpPr/>
            <p:nvPr/>
          </p:nvSpPr>
          <p:spPr>
            <a:xfrm>
              <a:off x="308833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6" name="pg3136"/>
            <p:cNvSpPr/>
            <p:nvPr/>
          </p:nvSpPr>
          <p:spPr>
            <a:xfrm>
              <a:off x="309997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7" name="pg3137"/>
            <p:cNvSpPr/>
            <p:nvPr/>
          </p:nvSpPr>
          <p:spPr>
            <a:xfrm>
              <a:off x="311161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8" name="pg3138"/>
            <p:cNvSpPr/>
            <p:nvPr/>
          </p:nvSpPr>
          <p:spPr>
            <a:xfrm>
              <a:off x="312324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9" name="pg3139"/>
            <p:cNvSpPr/>
            <p:nvPr/>
          </p:nvSpPr>
          <p:spPr>
            <a:xfrm>
              <a:off x="363529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0" name="pg3140"/>
            <p:cNvSpPr/>
            <p:nvPr/>
          </p:nvSpPr>
          <p:spPr>
            <a:xfrm>
              <a:off x="3646928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1" name="pg3141"/>
            <p:cNvSpPr/>
            <p:nvPr/>
          </p:nvSpPr>
          <p:spPr>
            <a:xfrm>
              <a:off x="371675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2" name="pg3142"/>
            <p:cNvSpPr/>
            <p:nvPr/>
          </p:nvSpPr>
          <p:spPr>
            <a:xfrm>
              <a:off x="3728390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3" name="pg3143"/>
            <p:cNvSpPr/>
            <p:nvPr/>
          </p:nvSpPr>
          <p:spPr>
            <a:xfrm>
              <a:off x="374002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4" name="pg3144"/>
            <p:cNvSpPr/>
            <p:nvPr/>
          </p:nvSpPr>
          <p:spPr>
            <a:xfrm>
              <a:off x="375166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5" name="pg3145"/>
            <p:cNvSpPr/>
            <p:nvPr/>
          </p:nvSpPr>
          <p:spPr>
            <a:xfrm>
              <a:off x="376330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6" name="pg3146"/>
            <p:cNvSpPr/>
            <p:nvPr/>
          </p:nvSpPr>
          <p:spPr>
            <a:xfrm>
              <a:off x="377493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7" name="pg3147"/>
            <p:cNvSpPr/>
            <p:nvPr/>
          </p:nvSpPr>
          <p:spPr>
            <a:xfrm>
              <a:off x="441499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8" name="pg3148"/>
            <p:cNvSpPr/>
            <p:nvPr/>
          </p:nvSpPr>
          <p:spPr>
            <a:xfrm>
              <a:off x="4426630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9" name="pg3149"/>
            <p:cNvSpPr/>
            <p:nvPr/>
          </p:nvSpPr>
          <p:spPr>
            <a:xfrm>
              <a:off x="443826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0" name="pg3150"/>
            <p:cNvSpPr/>
            <p:nvPr/>
          </p:nvSpPr>
          <p:spPr>
            <a:xfrm>
              <a:off x="444990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1" name="pg3151"/>
            <p:cNvSpPr/>
            <p:nvPr/>
          </p:nvSpPr>
          <p:spPr>
            <a:xfrm>
              <a:off x="446154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2" name="pg3152"/>
            <p:cNvSpPr/>
            <p:nvPr/>
          </p:nvSpPr>
          <p:spPr>
            <a:xfrm>
              <a:off x="461282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3" name="pg3153"/>
            <p:cNvSpPr/>
            <p:nvPr/>
          </p:nvSpPr>
          <p:spPr>
            <a:xfrm>
              <a:off x="462446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4" name="pg3154"/>
            <p:cNvSpPr/>
            <p:nvPr/>
          </p:nvSpPr>
          <p:spPr>
            <a:xfrm>
              <a:off x="463610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5" name="pg3155"/>
            <p:cNvSpPr/>
            <p:nvPr/>
          </p:nvSpPr>
          <p:spPr>
            <a:xfrm>
              <a:off x="464773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6" name="pg3156"/>
            <p:cNvSpPr/>
            <p:nvPr/>
          </p:nvSpPr>
          <p:spPr>
            <a:xfrm>
              <a:off x="4659376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7" name="pg3157"/>
            <p:cNvSpPr/>
            <p:nvPr/>
          </p:nvSpPr>
          <p:spPr>
            <a:xfrm>
              <a:off x="293705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8" name="pg3158"/>
            <p:cNvSpPr/>
            <p:nvPr/>
          </p:nvSpPr>
          <p:spPr>
            <a:xfrm>
              <a:off x="294868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9" name="pg3159"/>
            <p:cNvSpPr/>
            <p:nvPr/>
          </p:nvSpPr>
          <p:spPr>
            <a:xfrm>
              <a:off x="2960326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0" name="pg3160"/>
            <p:cNvSpPr/>
            <p:nvPr/>
          </p:nvSpPr>
          <p:spPr>
            <a:xfrm>
              <a:off x="297196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1" name="pg3161"/>
            <p:cNvSpPr/>
            <p:nvPr/>
          </p:nvSpPr>
          <p:spPr>
            <a:xfrm>
              <a:off x="298360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2" name="pg3162"/>
            <p:cNvSpPr/>
            <p:nvPr/>
          </p:nvSpPr>
          <p:spPr>
            <a:xfrm>
              <a:off x="2995238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3" name="pg3163"/>
            <p:cNvSpPr/>
            <p:nvPr/>
          </p:nvSpPr>
          <p:spPr>
            <a:xfrm>
              <a:off x="3006875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4" name="pg3164"/>
            <p:cNvSpPr/>
            <p:nvPr/>
          </p:nvSpPr>
          <p:spPr>
            <a:xfrm>
              <a:off x="301851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5" name="pg3165"/>
            <p:cNvSpPr/>
            <p:nvPr/>
          </p:nvSpPr>
          <p:spPr>
            <a:xfrm>
              <a:off x="303015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6" name="pg3166"/>
            <p:cNvSpPr/>
            <p:nvPr/>
          </p:nvSpPr>
          <p:spPr>
            <a:xfrm>
              <a:off x="304178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7" name="pg3167"/>
            <p:cNvSpPr/>
            <p:nvPr/>
          </p:nvSpPr>
          <p:spPr>
            <a:xfrm>
              <a:off x="3053425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8" name="pg3168"/>
            <p:cNvSpPr/>
            <p:nvPr/>
          </p:nvSpPr>
          <p:spPr>
            <a:xfrm>
              <a:off x="306506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9" name="pg3169"/>
            <p:cNvSpPr/>
            <p:nvPr/>
          </p:nvSpPr>
          <p:spPr>
            <a:xfrm>
              <a:off x="307669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0" name="pg3170"/>
            <p:cNvSpPr/>
            <p:nvPr/>
          </p:nvSpPr>
          <p:spPr>
            <a:xfrm>
              <a:off x="308833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1" name="pg3171"/>
            <p:cNvSpPr/>
            <p:nvPr/>
          </p:nvSpPr>
          <p:spPr>
            <a:xfrm>
              <a:off x="309997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2" name="pg3172"/>
            <p:cNvSpPr/>
            <p:nvPr/>
          </p:nvSpPr>
          <p:spPr>
            <a:xfrm>
              <a:off x="311161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3" name="pg3173"/>
            <p:cNvSpPr/>
            <p:nvPr/>
          </p:nvSpPr>
          <p:spPr>
            <a:xfrm>
              <a:off x="371675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4" name="pg3174"/>
            <p:cNvSpPr/>
            <p:nvPr/>
          </p:nvSpPr>
          <p:spPr>
            <a:xfrm>
              <a:off x="372839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5" name="pg3175"/>
            <p:cNvSpPr/>
            <p:nvPr/>
          </p:nvSpPr>
          <p:spPr>
            <a:xfrm>
              <a:off x="374002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6" name="pg3176"/>
            <p:cNvSpPr/>
            <p:nvPr/>
          </p:nvSpPr>
          <p:spPr>
            <a:xfrm>
              <a:off x="375166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7" name="pg3177"/>
            <p:cNvSpPr/>
            <p:nvPr/>
          </p:nvSpPr>
          <p:spPr>
            <a:xfrm>
              <a:off x="441499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8" name="pg3178"/>
            <p:cNvSpPr/>
            <p:nvPr/>
          </p:nvSpPr>
          <p:spPr>
            <a:xfrm>
              <a:off x="442663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9" name="pg3179"/>
            <p:cNvSpPr/>
            <p:nvPr/>
          </p:nvSpPr>
          <p:spPr>
            <a:xfrm>
              <a:off x="443826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0" name="pg3180"/>
            <p:cNvSpPr/>
            <p:nvPr/>
          </p:nvSpPr>
          <p:spPr>
            <a:xfrm>
              <a:off x="444990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1" name="pg3181"/>
            <p:cNvSpPr/>
            <p:nvPr/>
          </p:nvSpPr>
          <p:spPr>
            <a:xfrm>
              <a:off x="446154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2" name="pg3182"/>
            <p:cNvSpPr/>
            <p:nvPr/>
          </p:nvSpPr>
          <p:spPr>
            <a:xfrm>
              <a:off x="461282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3" name="pg3183"/>
            <p:cNvSpPr/>
            <p:nvPr/>
          </p:nvSpPr>
          <p:spPr>
            <a:xfrm>
              <a:off x="462446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4" name="pg3184"/>
            <p:cNvSpPr/>
            <p:nvPr/>
          </p:nvSpPr>
          <p:spPr>
            <a:xfrm>
              <a:off x="463610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5" name="pg3185"/>
            <p:cNvSpPr/>
            <p:nvPr/>
          </p:nvSpPr>
          <p:spPr>
            <a:xfrm>
              <a:off x="464773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6" name="pg3186"/>
            <p:cNvSpPr/>
            <p:nvPr/>
          </p:nvSpPr>
          <p:spPr>
            <a:xfrm>
              <a:off x="4659376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7" name="pg3187"/>
            <p:cNvSpPr/>
            <p:nvPr/>
          </p:nvSpPr>
          <p:spPr>
            <a:xfrm>
              <a:off x="467101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8" name="pg3188"/>
            <p:cNvSpPr/>
            <p:nvPr/>
          </p:nvSpPr>
          <p:spPr>
            <a:xfrm>
              <a:off x="293705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9" name="pg3189"/>
            <p:cNvSpPr/>
            <p:nvPr/>
          </p:nvSpPr>
          <p:spPr>
            <a:xfrm>
              <a:off x="294868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0" name="pg3190"/>
            <p:cNvSpPr/>
            <p:nvPr/>
          </p:nvSpPr>
          <p:spPr>
            <a:xfrm>
              <a:off x="2960326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1" name="pg3191"/>
            <p:cNvSpPr/>
            <p:nvPr/>
          </p:nvSpPr>
          <p:spPr>
            <a:xfrm>
              <a:off x="297196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2" name="pg3192"/>
            <p:cNvSpPr/>
            <p:nvPr/>
          </p:nvSpPr>
          <p:spPr>
            <a:xfrm>
              <a:off x="298360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3" name="pg3193"/>
            <p:cNvSpPr/>
            <p:nvPr/>
          </p:nvSpPr>
          <p:spPr>
            <a:xfrm>
              <a:off x="2995238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4" name="pg3194"/>
            <p:cNvSpPr/>
            <p:nvPr/>
          </p:nvSpPr>
          <p:spPr>
            <a:xfrm>
              <a:off x="3006875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5" name="pg3195"/>
            <p:cNvSpPr/>
            <p:nvPr/>
          </p:nvSpPr>
          <p:spPr>
            <a:xfrm>
              <a:off x="301851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6" name="pg3196"/>
            <p:cNvSpPr/>
            <p:nvPr/>
          </p:nvSpPr>
          <p:spPr>
            <a:xfrm>
              <a:off x="3030150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7" name="pg3197"/>
            <p:cNvSpPr/>
            <p:nvPr/>
          </p:nvSpPr>
          <p:spPr>
            <a:xfrm>
              <a:off x="304178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8" name="pg3198"/>
            <p:cNvSpPr/>
            <p:nvPr/>
          </p:nvSpPr>
          <p:spPr>
            <a:xfrm>
              <a:off x="3053425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9" name="pg3199"/>
            <p:cNvSpPr/>
            <p:nvPr/>
          </p:nvSpPr>
          <p:spPr>
            <a:xfrm>
              <a:off x="306506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0" name="pg3200"/>
            <p:cNvSpPr/>
            <p:nvPr/>
          </p:nvSpPr>
          <p:spPr>
            <a:xfrm>
              <a:off x="307669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1" name="pg3201"/>
            <p:cNvSpPr/>
            <p:nvPr/>
          </p:nvSpPr>
          <p:spPr>
            <a:xfrm>
              <a:off x="308833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2" name="pg3202"/>
            <p:cNvSpPr/>
            <p:nvPr/>
          </p:nvSpPr>
          <p:spPr>
            <a:xfrm>
              <a:off x="309997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3" name="pg3203"/>
            <p:cNvSpPr/>
            <p:nvPr/>
          </p:nvSpPr>
          <p:spPr>
            <a:xfrm>
              <a:off x="441499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4" name="pg3204"/>
            <p:cNvSpPr/>
            <p:nvPr/>
          </p:nvSpPr>
          <p:spPr>
            <a:xfrm>
              <a:off x="4426630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5" name="pg3205"/>
            <p:cNvSpPr/>
            <p:nvPr/>
          </p:nvSpPr>
          <p:spPr>
            <a:xfrm>
              <a:off x="443826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6" name="pg3206"/>
            <p:cNvSpPr/>
            <p:nvPr/>
          </p:nvSpPr>
          <p:spPr>
            <a:xfrm>
              <a:off x="444990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7" name="pg3207"/>
            <p:cNvSpPr/>
            <p:nvPr/>
          </p:nvSpPr>
          <p:spPr>
            <a:xfrm>
              <a:off x="446154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8" name="pg3208"/>
            <p:cNvSpPr/>
            <p:nvPr/>
          </p:nvSpPr>
          <p:spPr>
            <a:xfrm>
              <a:off x="461282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9" name="pg3209"/>
            <p:cNvSpPr/>
            <p:nvPr/>
          </p:nvSpPr>
          <p:spPr>
            <a:xfrm>
              <a:off x="462446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0" name="pg3210"/>
            <p:cNvSpPr/>
            <p:nvPr/>
          </p:nvSpPr>
          <p:spPr>
            <a:xfrm>
              <a:off x="463610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1" name="pg3211"/>
            <p:cNvSpPr/>
            <p:nvPr/>
          </p:nvSpPr>
          <p:spPr>
            <a:xfrm>
              <a:off x="464773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2" name="pg3212"/>
            <p:cNvSpPr/>
            <p:nvPr/>
          </p:nvSpPr>
          <p:spPr>
            <a:xfrm>
              <a:off x="4659376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3" name="pg3213"/>
            <p:cNvSpPr/>
            <p:nvPr/>
          </p:nvSpPr>
          <p:spPr>
            <a:xfrm>
              <a:off x="467101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4" name="pg3214"/>
            <p:cNvSpPr/>
            <p:nvPr/>
          </p:nvSpPr>
          <p:spPr>
            <a:xfrm>
              <a:off x="468265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5" name="pg3215"/>
            <p:cNvSpPr/>
            <p:nvPr/>
          </p:nvSpPr>
          <p:spPr>
            <a:xfrm>
              <a:off x="292541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6" name="pg3216"/>
            <p:cNvSpPr/>
            <p:nvPr/>
          </p:nvSpPr>
          <p:spPr>
            <a:xfrm>
              <a:off x="293705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7" name="pg3217"/>
            <p:cNvSpPr/>
            <p:nvPr/>
          </p:nvSpPr>
          <p:spPr>
            <a:xfrm>
              <a:off x="294868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8" name="pg3218"/>
            <p:cNvSpPr/>
            <p:nvPr/>
          </p:nvSpPr>
          <p:spPr>
            <a:xfrm>
              <a:off x="2960326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9" name="pg3219"/>
            <p:cNvSpPr/>
            <p:nvPr/>
          </p:nvSpPr>
          <p:spPr>
            <a:xfrm>
              <a:off x="297196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0" name="pg3220"/>
            <p:cNvSpPr/>
            <p:nvPr/>
          </p:nvSpPr>
          <p:spPr>
            <a:xfrm>
              <a:off x="298360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1" name="pg3221"/>
            <p:cNvSpPr/>
            <p:nvPr/>
          </p:nvSpPr>
          <p:spPr>
            <a:xfrm>
              <a:off x="2995238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2" name="pg3222"/>
            <p:cNvSpPr/>
            <p:nvPr/>
          </p:nvSpPr>
          <p:spPr>
            <a:xfrm>
              <a:off x="3006875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3" name="pg3223"/>
            <p:cNvSpPr/>
            <p:nvPr/>
          </p:nvSpPr>
          <p:spPr>
            <a:xfrm>
              <a:off x="301851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4" name="pg3224"/>
            <p:cNvSpPr/>
            <p:nvPr/>
          </p:nvSpPr>
          <p:spPr>
            <a:xfrm>
              <a:off x="3030150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5" name="pg3225"/>
            <p:cNvSpPr/>
            <p:nvPr/>
          </p:nvSpPr>
          <p:spPr>
            <a:xfrm>
              <a:off x="304178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6" name="pg3226"/>
            <p:cNvSpPr/>
            <p:nvPr/>
          </p:nvSpPr>
          <p:spPr>
            <a:xfrm>
              <a:off x="3053425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7" name="pg3227"/>
            <p:cNvSpPr/>
            <p:nvPr/>
          </p:nvSpPr>
          <p:spPr>
            <a:xfrm>
              <a:off x="306506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8" name="pg3228"/>
            <p:cNvSpPr/>
            <p:nvPr/>
          </p:nvSpPr>
          <p:spPr>
            <a:xfrm>
              <a:off x="307669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9" name="pg3229"/>
            <p:cNvSpPr/>
            <p:nvPr/>
          </p:nvSpPr>
          <p:spPr>
            <a:xfrm>
              <a:off x="441499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0" name="pg3230"/>
            <p:cNvSpPr/>
            <p:nvPr/>
          </p:nvSpPr>
          <p:spPr>
            <a:xfrm>
              <a:off x="4426630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1" name="pg3231"/>
            <p:cNvSpPr/>
            <p:nvPr/>
          </p:nvSpPr>
          <p:spPr>
            <a:xfrm>
              <a:off x="443826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2" name="pg3232"/>
            <p:cNvSpPr/>
            <p:nvPr/>
          </p:nvSpPr>
          <p:spPr>
            <a:xfrm>
              <a:off x="444990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3" name="pg3233"/>
            <p:cNvSpPr/>
            <p:nvPr/>
          </p:nvSpPr>
          <p:spPr>
            <a:xfrm>
              <a:off x="446154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4" name="pg3234"/>
            <p:cNvSpPr/>
            <p:nvPr/>
          </p:nvSpPr>
          <p:spPr>
            <a:xfrm>
              <a:off x="461282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5" name="pg3235"/>
            <p:cNvSpPr/>
            <p:nvPr/>
          </p:nvSpPr>
          <p:spPr>
            <a:xfrm>
              <a:off x="462446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6" name="pg3236"/>
            <p:cNvSpPr/>
            <p:nvPr/>
          </p:nvSpPr>
          <p:spPr>
            <a:xfrm>
              <a:off x="463610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7" name="pg3237"/>
            <p:cNvSpPr/>
            <p:nvPr/>
          </p:nvSpPr>
          <p:spPr>
            <a:xfrm>
              <a:off x="464773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8" name="pg3238"/>
            <p:cNvSpPr/>
            <p:nvPr/>
          </p:nvSpPr>
          <p:spPr>
            <a:xfrm>
              <a:off x="4659376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9" name="pg3239"/>
            <p:cNvSpPr/>
            <p:nvPr/>
          </p:nvSpPr>
          <p:spPr>
            <a:xfrm>
              <a:off x="467101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0" name="pg3240"/>
            <p:cNvSpPr/>
            <p:nvPr/>
          </p:nvSpPr>
          <p:spPr>
            <a:xfrm>
              <a:off x="468265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1" name="pg3241"/>
            <p:cNvSpPr/>
            <p:nvPr/>
          </p:nvSpPr>
          <p:spPr>
            <a:xfrm>
              <a:off x="292541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2" name="pg3242"/>
            <p:cNvSpPr/>
            <p:nvPr/>
          </p:nvSpPr>
          <p:spPr>
            <a:xfrm>
              <a:off x="293705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3" name="pg3243"/>
            <p:cNvSpPr/>
            <p:nvPr/>
          </p:nvSpPr>
          <p:spPr>
            <a:xfrm>
              <a:off x="2948689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4" name="pg3244"/>
            <p:cNvSpPr/>
            <p:nvPr/>
          </p:nvSpPr>
          <p:spPr>
            <a:xfrm>
              <a:off x="2960326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5" name="pg3245"/>
            <p:cNvSpPr/>
            <p:nvPr/>
          </p:nvSpPr>
          <p:spPr>
            <a:xfrm>
              <a:off x="297196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6" name="pg3246"/>
            <p:cNvSpPr/>
            <p:nvPr/>
          </p:nvSpPr>
          <p:spPr>
            <a:xfrm>
              <a:off x="298360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7" name="pg3247"/>
            <p:cNvSpPr/>
            <p:nvPr/>
          </p:nvSpPr>
          <p:spPr>
            <a:xfrm>
              <a:off x="2995238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8" name="pg3248"/>
            <p:cNvSpPr/>
            <p:nvPr/>
          </p:nvSpPr>
          <p:spPr>
            <a:xfrm>
              <a:off x="3006875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9" name="pg3249"/>
            <p:cNvSpPr/>
            <p:nvPr/>
          </p:nvSpPr>
          <p:spPr>
            <a:xfrm>
              <a:off x="301851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0" name="pg3250"/>
            <p:cNvSpPr/>
            <p:nvPr/>
          </p:nvSpPr>
          <p:spPr>
            <a:xfrm>
              <a:off x="3030150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1" name="pg3251"/>
            <p:cNvSpPr/>
            <p:nvPr/>
          </p:nvSpPr>
          <p:spPr>
            <a:xfrm>
              <a:off x="3041787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2" name="pg3252"/>
            <p:cNvSpPr/>
            <p:nvPr/>
          </p:nvSpPr>
          <p:spPr>
            <a:xfrm>
              <a:off x="3053425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3" name="pg3253"/>
            <p:cNvSpPr/>
            <p:nvPr/>
          </p:nvSpPr>
          <p:spPr>
            <a:xfrm>
              <a:off x="4414992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4" name="pg3254"/>
            <p:cNvSpPr/>
            <p:nvPr/>
          </p:nvSpPr>
          <p:spPr>
            <a:xfrm>
              <a:off x="4426630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5" name="pg3255"/>
            <p:cNvSpPr/>
            <p:nvPr/>
          </p:nvSpPr>
          <p:spPr>
            <a:xfrm>
              <a:off x="4438267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6" name="pg3256"/>
            <p:cNvSpPr/>
            <p:nvPr/>
          </p:nvSpPr>
          <p:spPr>
            <a:xfrm>
              <a:off x="444990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7" name="pg3257"/>
            <p:cNvSpPr/>
            <p:nvPr/>
          </p:nvSpPr>
          <p:spPr>
            <a:xfrm>
              <a:off x="4461542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8" name="pg3258"/>
            <p:cNvSpPr/>
            <p:nvPr/>
          </p:nvSpPr>
          <p:spPr>
            <a:xfrm>
              <a:off x="462446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9" name="pg3259"/>
            <p:cNvSpPr/>
            <p:nvPr/>
          </p:nvSpPr>
          <p:spPr>
            <a:xfrm>
              <a:off x="463610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0" name="pg3260"/>
            <p:cNvSpPr/>
            <p:nvPr/>
          </p:nvSpPr>
          <p:spPr>
            <a:xfrm>
              <a:off x="4647739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1" name="pg3261"/>
            <p:cNvSpPr/>
            <p:nvPr/>
          </p:nvSpPr>
          <p:spPr>
            <a:xfrm>
              <a:off x="4659376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2" name="pg3262"/>
            <p:cNvSpPr/>
            <p:nvPr/>
          </p:nvSpPr>
          <p:spPr>
            <a:xfrm>
              <a:off x="467101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3" name="pg3263"/>
            <p:cNvSpPr/>
            <p:nvPr/>
          </p:nvSpPr>
          <p:spPr>
            <a:xfrm>
              <a:off x="468265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4" name="pg3264"/>
            <p:cNvSpPr/>
            <p:nvPr/>
          </p:nvSpPr>
          <p:spPr>
            <a:xfrm>
              <a:off x="289050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5" name="pg3265"/>
            <p:cNvSpPr/>
            <p:nvPr/>
          </p:nvSpPr>
          <p:spPr>
            <a:xfrm>
              <a:off x="290213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6" name="pg3266"/>
            <p:cNvSpPr/>
            <p:nvPr/>
          </p:nvSpPr>
          <p:spPr>
            <a:xfrm>
              <a:off x="2913777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7" name="pg3267"/>
            <p:cNvSpPr/>
            <p:nvPr/>
          </p:nvSpPr>
          <p:spPr>
            <a:xfrm>
              <a:off x="292541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8" name="pg3268"/>
            <p:cNvSpPr/>
            <p:nvPr/>
          </p:nvSpPr>
          <p:spPr>
            <a:xfrm>
              <a:off x="293705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9" name="pg3269"/>
            <p:cNvSpPr/>
            <p:nvPr/>
          </p:nvSpPr>
          <p:spPr>
            <a:xfrm>
              <a:off x="294868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0" name="pg3270"/>
            <p:cNvSpPr/>
            <p:nvPr/>
          </p:nvSpPr>
          <p:spPr>
            <a:xfrm>
              <a:off x="2960326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1" name="pg3271"/>
            <p:cNvSpPr/>
            <p:nvPr/>
          </p:nvSpPr>
          <p:spPr>
            <a:xfrm>
              <a:off x="297196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2" name="pg3272"/>
            <p:cNvSpPr/>
            <p:nvPr/>
          </p:nvSpPr>
          <p:spPr>
            <a:xfrm>
              <a:off x="298360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3" name="pg3273"/>
            <p:cNvSpPr/>
            <p:nvPr/>
          </p:nvSpPr>
          <p:spPr>
            <a:xfrm>
              <a:off x="2995238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4" name="pg3274"/>
            <p:cNvSpPr/>
            <p:nvPr/>
          </p:nvSpPr>
          <p:spPr>
            <a:xfrm>
              <a:off x="3006875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5" name="pg3275"/>
            <p:cNvSpPr/>
            <p:nvPr/>
          </p:nvSpPr>
          <p:spPr>
            <a:xfrm>
              <a:off x="301851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6" name="pg3276"/>
            <p:cNvSpPr/>
            <p:nvPr/>
          </p:nvSpPr>
          <p:spPr>
            <a:xfrm>
              <a:off x="3030150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7" name="pg3277"/>
            <p:cNvSpPr/>
            <p:nvPr/>
          </p:nvSpPr>
          <p:spPr>
            <a:xfrm>
              <a:off x="441499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8" name="pg3278"/>
            <p:cNvSpPr/>
            <p:nvPr/>
          </p:nvSpPr>
          <p:spPr>
            <a:xfrm>
              <a:off x="4426630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9" name="pg3279"/>
            <p:cNvSpPr/>
            <p:nvPr/>
          </p:nvSpPr>
          <p:spPr>
            <a:xfrm>
              <a:off x="4438267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0" name="pg3280"/>
            <p:cNvSpPr/>
            <p:nvPr/>
          </p:nvSpPr>
          <p:spPr>
            <a:xfrm>
              <a:off x="444990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1" name="pg3281"/>
            <p:cNvSpPr/>
            <p:nvPr/>
          </p:nvSpPr>
          <p:spPr>
            <a:xfrm>
              <a:off x="446154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2" name="pg3282"/>
            <p:cNvSpPr/>
            <p:nvPr/>
          </p:nvSpPr>
          <p:spPr>
            <a:xfrm>
              <a:off x="462446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3" name="pg3283"/>
            <p:cNvSpPr/>
            <p:nvPr/>
          </p:nvSpPr>
          <p:spPr>
            <a:xfrm>
              <a:off x="463610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4" name="pg3284"/>
            <p:cNvSpPr/>
            <p:nvPr/>
          </p:nvSpPr>
          <p:spPr>
            <a:xfrm>
              <a:off x="464773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5" name="pg3285"/>
            <p:cNvSpPr/>
            <p:nvPr/>
          </p:nvSpPr>
          <p:spPr>
            <a:xfrm>
              <a:off x="4659376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6" name="pg3286"/>
            <p:cNvSpPr/>
            <p:nvPr/>
          </p:nvSpPr>
          <p:spPr>
            <a:xfrm>
              <a:off x="467101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7" name="pg3287"/>
            <p:cNvSpPr/>
            <p:nvPr/>
          </p:nvSpPr>
          <p:spPr>
            <a:xfrm>
              <a:off x="468265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8" name="pg3288"/>
            <p:cNvSpPr/>
            <p:nvPr/>
          </p:nvSpPr>
          <p:spPr>
            <a:xfrm>
              <a:off x="2890502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9" name="pg3289"/>
            <p:cNvSpPr/>
            <p:nvPr/>
          </p:nvSpPr>
          <p:spPr>
            <a:xfrm>
              <a:off x="290213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0" name="pg3290"/>
            <p:cNvSpPr/>
            <p:nvPr/>
          </p:nvSpPr>
          <p:spPr>
            <a:xfrm>
              <a:off x="2913777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1" name="pg3291"/>
            <p:cNvSpPr/>
            <p:nvPr/>
          </p:nvSpPr>
          <p:spPr>
            <a:xfrm>
              <a:off x="292541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2" name="pg3292"/>
            <p:cNvSpPr/>
            <p:nvPr/>
          </p:nvSpPr>
          <p:spPr>
            <a:xfrm>
              <a:off x="293705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3" name="pg3293"/>
            <p:cNvSpPr/>
            <p:nvPr/>
          </p:nvSpPr>
          <p:spPr>
            <a:xfrm>
              <a:off x="294868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4" name="pg3294"/>
            <p:cNvSpPr/>
            <p:nvPr/>
          </p:nvSpPr>
          <p:spPr>
            <a:xfrm>
              <a:off x="2960326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5" name="pg3295"/>
            <p:cNvSpPr/>
            <p:nvPr/>
          </p:nvSpPr>
          <p:spPr>
            <a:xfrm>
              <a:off x="2971963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6" name="pg3296"/>
            <p:cNvSpPr/>
            <p:nvPr/>
          </p:nvSpPr>
          <p:spPr>
            <a:xfrm>
              <a:off x="298360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7" name="pg3297"/>
            <p:cNvSpPr/>
            <p:nvPr/>
          </p:nvSpPr>
          <p:spPr>
            <a:xfrm>
              <a:off x="4403355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8" name="pg3298"/>
            <p:cNvSpPr/>
            <p:nvPr/>
          </p:nvSpPr>
          <p:spPr>
            <a:xfrm>
              <a:off x="4414992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9" name="pg3299"/>
            <p:cNvSpPr/>
            <p:nvPr/>
          </p:nvSpPr>
          <p:spPr>
            <a:xfrm>
              <a:off x="4426630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0" name="pg3300"/>
            <p:cNvSpPr/>
            <p:nvPr/>
          </p:nvSpPr>
          <p:spPr>
            <a:xfrm>
              <a:off x="4438267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1" name="pg3301"/>
            <p:cNvSpPr/>
            <p:nvPr/>
          </p:nvSpPr>
          <p:spPr>
            <a:xfrm>
              <a:off x="444990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2" name="pg3302"/>
            <p:cNvSpPr/>
            <p:nvPr/>
          </p:nvSpPr>
          <p:spPr>
            <a:xfrm>
              <a:off x="462446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3" name="pg3303"/>
            <p:cNvSpPr/>
            <p:nvPr/>
          </p:nvSpPr>
          <p:spPr>
            <a:xfrm>
              <a:off x="463610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4" name="pg3304"/>
            <p:cNvSpPr/>
            <p:nvPr/>
          </p:nvSpPr>
          <p:spPr>
            <a:xfrm>
              <a:off x="464773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5" name="pg3305"/>
            <p:cNvSpPr/>
            <p:nvPr/>
          </p:nvSpPr>
          <p:spPr>
            <a:xfrm>
              <a:off x="4659376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6" name="pg3306"/>
            <p:cNvSpPr/>
            <p:nvPr/>
          </p:nvSpPr>
          <p:spPr>
            <a:xfrm>
              <a:off x="4671013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7" name="pg3307"/>
            <p:cNvSpPr/>
            <p:nvPr/>
          </p:nvSpPr>
          <p:spPr>
            <a:xfrm>
              <a:off x="468265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8" name="pg3308"/>
            <p:cNvSpPr/>
            <p:nvPr/>
          </p:nvSpPr>
          <p:spPr>
            <a:xfrm>
              <a:off x="2878865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9" name="pg3309"/>
            <p:cNvSpPr/>
            <p:nvPr/>
          </p:nvSpPr>
          <p:spPr>
            <a:xfrm>
              <a:off x="289050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0" name="pg3310"/>
            <p:cNvSpPr/>
            <p:nvPr/>
          </p:nvSpPr>
          <p:spPr>
            <a:xfrm>
              <a:off x="290213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1" name="pg3311"/>
            <p:cNvSpPr/>
            <p:nvPr/>
          </p:nvSpPr>
          <p:spPr>
            <a:xfrm>
              <a:off x="2913777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2" name="pg3312"/>
            <p:cNvSpPr/>
            <p:nvPr/>
          </p:nvSpPr>
          <p:spPr>
            <a:xfrm>
              <a:off x="2925414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3" name="pg3313"/>
            <p:cNvSpPr/>
            <p:nvPr/>
          </p:nvSpPr>
          <p:spPr>
            <a:xfrm>
              <a:off x="293705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4" name="pg3314"/>
            <p:cNvSpPr/>
            <p:nvPr/>
          </p:nvSpPr>
          <p:spPr>
            <a:xfrm>
              <a:off x="294868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5" name="pg3315"/>
            <p:cNvSpPr/>
            <p:nvPr/>
          </p:nvSpPr>
          <p:spPr>
            <a:xfrm>
              <a:off x="2960326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6" name="pg3316"/>
            <p:cNvSpPr/>
            <p:nvPr/>
          </p:nvSpPr>
          <p:spPr>
            <a:xfrm>
              <a:off x="4403355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7" name="pg3317"/>
            <p:cNvSpPr/>
            <p:nvPr/>
          </p:nvSpPr>
          <p:spPr>
            <a:xfrm>
              <a:off x="441499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8" name="pg3318"/>
            <p:cNvSpPr/>
            <p:nvPr/>
          </p:nvSpPr>
          <p:spPr>
            <a:xfrm>
              <a:off x="4426630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9" name="pg3319"/>
            <p:cNvSpPr/>
            <p:nvPr/>
          </p:nvSpPr>
          <p:spPr>
            <a:xfrm>
              <a:off x="4438267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0" name="pg3320"/>
            <p:cNvSpPr/>
            <p:nvPr/>
          </p:nvSpPr>
          <p:spPr>
            <a:xfrm>
              <a:off x="4449904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1" name="pg3321"/>
            <p:cNvSpPr/>
            <p:nvPr/>
          </p:nvSpPr>
          <p:spPr>
            <a:xfrm>
              <a:off x="446154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2" name="pg3322"/>
            <p:cNvSpPr/>
            <p:nvPr/>
          </p:nvSpPr>
          <p:spPr>
            <a:xfrm>
              <a:off x="447317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3" name="pg3323"/>
            <p:cNvSpPr/>
            <p:nvPr/>
          </p:nvSpPr>
          <p:spPr>
            <a:xfrm>
              <a:off x="463610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4" name="pg3324"/>
            <p:cNvSpPr/>
            <p:nvPr/>
          </p:nvSpPr>
          <p:spPr>
            <a:xfrm>
              <a:off x="464773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5" name="pg3325"/>
            <p:cNvSpPr/>
            <p:nvPr/>
          </p:nvSpPr>
          <p:spPr>
            <a:xfrm>
              <a:off x="4659376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6" name="pg3326"/>
            <p:cNvSpPr/>
            <p:nvPr/>
          </p:nvSpPr>
          <p:spPr>
            <a:xfrm>
              <a:off x="4671013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7" name="pg3327"/>
            <p:cNvSpPr/>
            <p:nvPr/>
          </p:nvSpPr>
          <p:spPr>
            <a:xfrm>
              <a:off x="468265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8" name="pg3328"/>
            <p:cNvSpPr/>
            <p:nvPr/>
          </p:nvSpPr>
          <p:spPr>
            <a:xfrm>
              <a:off x="286722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9" name="pg3329"/>
            <p:cNvSpPr/>
            <p:nvPr/>
          </p:nvSpPr>
          <p:spPr>
            <a:xfrm>
              <a:off x="2878865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0" name="pg3330"/>
            <p:cNvSpPr/>
            <p:nvPr/>
          </p:nvSpPr>
          <p:spPr>
            <a:xfrm>
              <a:off x="289050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1" name="pg3331"/>
            <p:cNvSpPr/>
            <p:nvPr/>
          </p:nvSpPr>
          <p:spPr>
            <a:xfrm>
              <a:off x="290213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2" name="pg3332"/>
            <p:cNvSpPr/>
            <p:nvPr/>
          </p:nvSpPr>
          <p:spPr>
            <a:xfrm>
              <a:off x="291377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3" name="pg3333"/>
            <p:cNvSpPr/>
            <p:nvPr/>
          </p:nvSpPr>
          <p:spPr>
            <a:xfrm>
              <a:off x="2925414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4" name="pg3334"/>
            <p:cNvSpPr/>
            <p:nvPr/>
          </p:nvSpPr>
          <p:spPr>
            <a:xfrm>
              <a:off x="293705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5" name="pg3335"/>
            <p:cNvSpPr/>
            <p:nvPr/>
          </p:nvSpPr>
          <p:spPr>
            <a:xfrm>
              <a:off x="294868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6" name="pg3336"/>
            <p:cNvSpPr/>
            <p:nvPr/>
          </p:nvSpPr>
          <p:spPr>
            <a:xfrm>
              <a:off x="4403355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7" name="pg3337"/>
            <p:cNvSpPr/>
            <p:nvPr/>
          </p:nvSpPr>
          <p:spPr>
            <a:xfrm>
              <a:off x="441499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8" name="pg3338"/>
            <p:cNvSpPr/>
            <p:nvPr/>
          </p:nvSpPr>
          <p:spPr>
            <a:xfrm>
              <a:off x="4426630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9" name="pg3339"/>
            <p:cNvSpPr/>
            <p:nvPr/>
          </p:nvSpPr>
          <p:spPr>
            <a:xfrm>
              <a:off x="443826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0" name="pg3340"/>
            <p:cNvSpPr/>
            <p:nvPr/>
          </p:nvSpPr>
          <p:spPr>
            <a:xfrm>
              <a:off x="4449904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1" name="pg3341"/>
            <p:cNvSpPr/>
            <p:nvPr/>
          </p:nvSpPr>
          <p:spPr>
            <a:xfrm>
              <a:off x="446154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2" name="pg3342"/>
            <p:cNvSpPr/>
            <p:nvPr/>
          </p:nvSpPr>
          <p:spPr>
            <a:xfrm>
              <a:off x="447317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3" name="pg3343"/>
            <p:cNvSpPr/>
            <p:nvPr/>
          </p:nvSpPr>
          <p:spPr>
            <a:xfrm>
              <a:off x="4484816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4" name="pg3344"/>
            <p:cNvSpPr/>
            <p:nvPr/>
          </p:nvSpPr>
          <p:spPr>
            <a:xfrm>
              <a:off x="463610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5" name="pg3345"/>
            <p:cNvSpPr/>
            <p:nvPr/>
          </p:nvSpPr>
          <p:spPr>
            <a:xfrm>
              <a:off x="464773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6" name="pg3346"/>
            <p:cNvSpPr/>
            <p:nvPr/>
          </p:nvSpPr>
          <p:spPr>
            <a:xfrm>
              <a:off x="4659376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7" name="pg3347"/>
            <p:cNvSpPr/>
            <p:nvPr/>
          </p:nvSpPr>
          <p:spPr>
            <a:xfrm>
              <a:off x="4671013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8" name="pg3348"/>
            <p:cNvSpPr/>
            <p:nvPr/>
          </p:nvSpPr>
          <p:spPr>
            <a:xfrm>
              <a:off x="468265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9" name="pg3349"/>
            <p:cNvSpPr/>
            <p:nvPr/>
          </p:nvSpPr>
          <p:spPr>
            <a:xfrm>
              <a:off x="4694288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0" name="pg3350"/>
            <p:cNvSpPr/>
            <p:nvPr/>
          </p:nvSpPr>
          <p:spPr>
            <a:xfrm>
              <a:off x="2855590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1" name="pg3351"/>
            <p:cNvSpPr/>
            <p:nvPr/>
          </p:nvSpPr>
          <p:spPr>
            <a:xfrm>
              <a:off x="286722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2" name="pg3352"/>
            <p:cNvSpPr/>
            <p:nvPr/>
          </p:nvSpPr>
          <p:spPr>
            <a:xfrm>
              <a:off x="2878865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3" name="pg3353"/>
            <p:cNvSpPr/>
            <p:nvPr/>
          </p:nvSpPr>
          <p:spPr>
            <a:xfrm>
              <a:off x="289050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4" name="pg3354"/>
            <p:cNvSpPr/>
            <p:nvPr/>
          </p:nvSpPr>
          <p:spPr>
            <a:xfrm>
              <a:off x="290213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5" name="pg3355"/>
            <p:cNvSpPr/>
            <p:nvPr/>
          </p:nvSpPr>
          <p:spPr>
            <a:xfrm>
              <a:off x="291377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6" name="pg3356"/>
            <p:cNvSpPr/>
            <p:nvPr/>
          </p:nvSpPr>
          <p:spPr>
            <a:xfrm>
              <a:off x="2925414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7" name="pg3357"/>
            <p:cNvSpPr/>
            <p:nvPr/>
          </p:nvSpPr>
          <p:spPr>
            <a:xfrm>
              <a:off x="2937051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8" name="pg3358"/>
            <p:cNvSpPr/>
            <p:nvPr/>
          </p:nvSpPr>
          <p:spPr>
            <a:xfrm>
              <a:off x="4403355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9" name="pg3359"/>
            <p:cNvSpPr/>
            <p:nvPr/>
          </p:nvSpPr>
          <p:spPr>
            <a:xfrm>
              <a:off x="441499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0" name="pg3360"/>
            <p:cNvSpPr/>
            <p:nvPr/>
          </p:nvSpPr>
          <p:spPr>
            <a:xfrm>
              <a:off x="4426630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1" name="pg3361"/>
            <p:cNvSpPr/>
            <p:nvPr/>
          </p:nvSpPr>
          <p:spPr>
            <a:xfrm>
              <a:off x="443826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2" name="pg3362"/>
            <p:cNvSpPr/>
            <p:nvPr/>
          </p:nvSpPr>
          <p:spPr>
            <a:xfrm>
              <a:off x="4449904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3" name="pg3363"/>
            <p:cNvSpPr/>
            <p:nvPr/>
          </p:nvSpPr>
          <p:spPr>
            <a:xfrm>
              <a:off x="446154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4" name="pg3364"/>
            <p:cNvSpPr/>
            <p:nvPr/>
          </p:nvSpPr>
          <p:spPr>
            <a:xfrm>
              <a:off x="447317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5" name="pg3365"/>
            <p:cNvSpPr/>
            <p:nvPr/>
          </p:nvSpPr>
          <p:spPr>
            <a:xfrm>
              <a:off x="4484816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6" name="pg3366"/>
            <p:cNvSpPr/>
            <p:nvPr/>
          </p:nvSpPr>
          <p:spPr>
            <a:xfrm>
              <a:off x="464773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7" name="pg3367"/>
            <p:cNvSpPr/>
            <p:nvPr/>
          </p:nvSpPr>
          <p:spPr>
            <a:xfrm>
              <a:off x="4659376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8" name="pg3368"/>
            <p:cNvSpPr/>
            <p:nvPr/>
          </p:nvSpPr>
          <p:spPr>
            <a:xfrm>
              <a:off x="4671013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9" name="pg3369"/>
            <p:cNvSpPr/>
            <p:nvPr/>
          </p:nvSpPr>
          <p:spPr>
            <a:xfrm>
              <a:off x="4682651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0" name="pg3370"/>
            <p:cNvSpPr/>
            <p:nvPr/>
          </p:nvSpPr>
          <p:spPr>
            <a:xfrm>
              <a:off x="4694288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1" name="pg3371"/>
            <p:cNvSpPr/>
            <p:nvPr/>
          </p:nvSpPr>
          <p:spPr>
            <a:xfrm>
              <a:off x="2855590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2" name="pg3372"/>
            <p:cNvSpPr/>
            <p:nvPr/>
          </p:nvSpPr>
          <p:spPr>
            <a:xfrm>
              <a:off x="286722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3" name="pg3373"/>
            <p:cNvSpPr/>
            <p:nvPr/>
          </p:nvSpPr>
          <p:spPr>
            <a:xfrm>
              <a:off x="2878865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4" name="pg3374"/>
            <p:cNvSpPr/>
            <p:nvPr/>
          </p:nvSpPr>
          <p:spPr>
            <a:xfrm>
              <a:off x="289050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5" name="pg3375"/>
            <p:cNvSpPr/>
            <p:nvPr/>
          </p:nvSpPr>
          <p:spPr>
            <a:xfrm>
              <a:off x="290213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6" name="pg3376"/>
            <p:cNvSpPr/>
            <p:nvPr/>
          </p:nvSpPr>
          <p:spPr>
            <a:xfrm>
              <a:off x="291377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7" name="pg3377"/>
            <p:cNvSpPr/>
            <p:nvPr/>
          </p:nvSpPr>
          <p:spPr>
            <a:xfrm>
              <a:off x="2925414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8" name="pg3378"/>
            <p:cNvSpPr/>
            <p:nvPr/>
          </p:nvSpPr>
          <p:spPr>
            <a:xfrm>
              <a:off x="4403355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9" name="pg3379"/>
            <p:cNvSpPr/>
            <p:nvPr/>
          </p:nvSpPr>
          <p:spPr>
            <a:xfrm>
              <a:off x="441499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0" name="pg3380"/>
            <p:cNvSpPr/>
            <p:nvPr/>
          </p:nvSpPr>
          <p:spPr>
            <a:xfrm>
              <a:off x="4426630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1" name="pg3381"/>
            <p:cNvSpPr/>
            <p:nvPr/>
          </p:nvSpPr>
          <p:spPr>
            <a:xfrm>
              <a:off x="443826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2" name="pg3382"/>
            <p:cNvSpPr/>
            <p:nvPr/>
          </p:nvSpPr>
          <p:spPr>
            <a:xfrm>
              <a:off x="4449904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3" name="pg3383"/>
            <p:cNvSpPr/>
            <p:nvPr/>
          </p:nvSpPr>
          <p:spPr>
            <a:xfrm>
              <a:off x="446154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4" name="pg3384"/>
            <p:cNvSpPr/>
            <p:nvPr/>
          </p:nvSpPr>
          <p:spPr>
            <a:xfrm>
              <a:off x="447317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5" name="pg3385"/>
            <p:cNvSpPr/>
            <p:nvPr/>
          </p:nvSpPr>
          <p:spPr>
            <a:xfrm>
              <a:off x="4484816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6" name="pg3386"/>
            <p:cNvSpPr/>
            <p:nvPr/>
          </p:nvSpPr>
          <p:spPr>
            <a:xfrm>
              <a:off x="464773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7" name="pg3387"/>
            <p:cNvSpPr/>
            <p:nvPr/>
          </p:nvSpPr>
          <p:spPr>
            <a:xfrm>
              <a:off x="4659376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8" name="pg3388"/>
            <p:cNvSpPr/>
            <p:nvPr/>
          </p:nvSpPr>
          <p:spPr>
            <a:xfrm>
              <a:off x="4671013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9" name="pg3389"/>
            <p:cNvSpPr/>
            <p:nvPr/>
          </p:nvSpPr>
          <p:spPr>
            <a:xfrm>
              <a:off x="4682651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0" name="pg3390"/>
            <p:cNvSpPr/>
            <p:nvPr/>
          </p:nvSpPr>
          <p:spPr>
            <a:xfrm>
              <a:off x="4694288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1" name="pg3391"/>
            <p:cNvSpPr/>
            <p:nvPr/>
          </p:nvSpPr>
          <p:spPr>
            <a:xfrm>
              <a:off x="283231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2" name="pg3392"/>
            <p:cNvSpPr/>
            <p:nvPr/>
          </p:nvSpPr>
          <p:spPr>
            <a:xfrm>
              <a:off x="2843953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3" name="pg3393"/>
            <p:cNvSpPr/>
            <p:nvPr/>
          </p:nvSpPr>
          <p:spPr>
            <a:xfrm>
              <a:off x="286722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4" name="pg3394"/>
            <p:cNvSpPr/>
            <p:nvPr/>
          </p:nvSpPr>
          <p:spPr>
            <a:xfrm>
              <a:off x="287886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5" name="pg3395"/>
            <p:cNvSpPr/>
            <p:nvPr/>
          </p:nvSpPr>
          <p:spPr>
            <a:xfrm>
              <a:off x="289050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6" name="pg3396"/>
            <p:cNvSpPr/>
            <p:nvPr/>
          </p:nvSpPr>
          <p:spPr>
            <a:xfrm>
              <a:off x="290213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7" name="pg3397"/>
            <p:cNvSpPr/>
            <p:nvPr/>
          </p:nvSpPr>
          <p:spPr>
            <a:xfrm>
              <a:off x="291377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8" name="pg3398"/>
            <p:cNvSpPr/>
            <p:nvPr/>
          </p:nvSpPr>
          <p:spPr>
            <a:xfrm>
              <a:off x="440335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9" name="pg3399"/>
            <p:cNvSpPr/>
            <p:nvPr/>
          </p:nvSpPr>
          <p:spPr>
            <a:xfrm>
              <a:off x="441499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0" name="pg3400"/>
            <p:cNvSpPr/>
            <p:nvPr/>
          </p:nvSpPr>
          <p:spPr>
            <a:xfrm>
              <a:off x="4426630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1" name="pg3401"/>
            <p:cNvSpPr/>
            <p:nvPr/>
          </p:nvSpPr>
          <p:spPr>
            <a:xfrm>
              <a:off x="443826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2" name="pg3402"/>
            <p:cNvSpPr/>
            <p:nvPr/>
          </p:nvSpPr>
          <p:spPr>
            <a:xfrm>
              <a:off x="4449904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3" name="pg3403"/>
            <p:cNvSpPr/>
            <p:nvPr/>
          </p:nvSpPr>
          <p:spPr>
            <a:xfrm>
              <a:off x="446154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4" name="pg3404"/>
            <p:cNvSpPr/>
            <p:nvPr/>
          </p:nvSpPr>
          <p:spPr>
            <a:xfrm>
              <a:off x="447317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5" name="pg3405"/>
            <p:cNvSpPr/>
            <p:nvPr/>
          </p:nvSpPr>
          <p:spPr>
            <a:xfrm>
              <a:off x="4484816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6" name="pg3406"/>
            <p:cNvSpPr/>
            <p:nvPr/>
          </p:nvSpPr>
          <p:spPr>
            <a:xfrm>
              <a:off x="464773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7" name="pg3407"/>
            <p:cNvSpPr/>
            <p:nvPr/>
          </p:nvSpPr>
          <p:spPr>
            <a:xfrm>
              <a:off x="4659376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8" name="pg3408"/>
            <p:cNvSpPr/>
            <p:nvPr/>
          </p:nvSpPr>
          <p:spPr>
            <a:xfrm>
              <a:off x="4671013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9" name="pg3409"/>
            <p:cNvSpPr/>
            <p:nvPr/>
          </p:nvSpPr>
          <p:spPr>
            <a:xfrm>
              <a:off x="4682651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0" name="pg3410"/>
            <p:cNvSpPr/>
            <p:nvPr/>
          </p:nvSpPr>
          <p:spPr>
            <a:xfrm>
              <a:off x="4694288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1" name="pg3411"/>
            <p:cNvSpPr/>
            <p:nvPr/>
          </p:nvSpPr>
          <p:spPr>
            <a:xfrm>
              <a:off x="2820678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2" name="pg3412"/>
            <p:cNvSpPr/>
            <p:nvPr/>
          </p:nvSpPr>
          <p:spPr>
            <a:xfrm>
              <a:off x="283231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3" name="pg3413"/>
            <p:cNvSpPr/>
            <p:nvPr/>
          </p:nvSpPr>
          <p:spPr>
            <a:xfrm>
              <a:off x="2843953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4" name="pg3414"/>
            <p:cNvSpPr/>
            <p:nvPr/>
          </p:nvSpPr>
          <p:spPr>
            <a:xfrm>
              <a:off x="2855590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5" name="pg3415"/>
            <p:cNvSpPr/>
            <p:nvPr/>
          </p:nvSpPr>
          <p:spPr>
            <a:xfrm>
              <a:off x="286722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6" name="pg3416"/>
            <p:cNvSpPr/>
            <p:nvPr/>
          </p:nvSpPr>
          <p:spPr>
            <a:xfrm>
              <a:off x="287886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7" name="pg3417"/>
            <p:cNvSpPr/>
            <p:nvPr/>
          </p:nvSpPr>
          <p:spPr>
            <a:xfrm>
              <a:off x="289050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8" name="pg3418"/>
            <p:cNvSpPr/>
            <p:nvPr/>
          </p:nvSpPr>
          <p:spPr>
            <a:xfrm>
              <a:off x="2902139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9" name="pg3419"/>
            <p:cNvSpPr/>
            <p:nvPr/>
          </p:nvSpPr>
          <p:spPr>
            <a:xfrm>
              <a:off x="291377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0" name="pg3420"/>
            <p:cNvSpPr/>
            <p:nvPr/>
          </p:nvSpPr>
          <p:spPr>
            <a:xfrm>
              <a:off x="441499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1" name="pg3421"/>
            <p:cNvSpPr/>
            <p:nvPr/>
          </p:nvSpPr>
          <p:spPr>
            <a:xfrm>
              <a:off x="4426630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2" name="pg3422"/>
            <p:cNvSpPr/>
            <p:nvPr/>
          </p:nvSpPr>
          <p:spPr>
            <a:xfrm>
              <a:off x="443826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3" name="pg3423"/>
            <p:cNvSpPr/>
            <p:nvPr/>
          </p:nvSpPr>
          <p:spPr>
            <a:xfrm>
              <a:off x="4449904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4" name="pg3424"/>
            <p:cNvSpPr/>
            <p:nvPr/>
          </p:nvSpPr>
          <p:spPr>
            <a:xfrm>
              <a:off x="446154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5" name="pg3425"/>
            <p:cNvSpPr/>
            <p:nvPr/>
          </p:nvSpPr>
          <p:spPr>
            <a:xfrm>
              <a:off x="4473179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6" name="pg3426"/>
            <p:cNvSpPr/>
            <p:nvPr/>
          </p:nvSpPr>
          <p:spPr>
            <a:xfrm>
              <a:off x="4659376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7" name="pg3427"/>
            <p:cNvSpPr/>
            <p:nvPr/>
          </p:nvSpPr>
          <p:spPr>
            <a:xfrm>
              <a:off x="4671013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8" name="pg3428"/>
            <p:cNvSpPr/>
            <p:nvPr/>
          </p:nvSpPr>
          <p:spPr>
            <a:xfrm>
              <a:off x="4682651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9" name="pg3429"/>
            <p:cNvSpPr/>
            <p:nvPr/>
          </p:nvSpPr>
          <p:spPr>
            <a:xfrm>
              <a:off x="4694288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0" name="pg3430"/>
            <p:cNvSpPr/>
            <p:nvPr/>
          </p:nvSpPr>
          <p:spPr>
            <a:xfrm>
              <a:off x="470592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1" name="pg3431"/>
            <p:cNvSpPr/>
            <p:nvPr/>
          </p:nvSpPr>
          <p:spPr>
            <a:xfrm>
              <a:off x="2820678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2" name="pg3432"/>
            <p:cNvSpPr/>
            <p:nvPr/>
          </p:nvSpPr>
          <p:spPr>
            <a:xfrm>
              <a:off x="283231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3" name="pg3433"/>
            <p:cNvSpPr/>
            <p:nvPr/>
          </p:nvSpPr>
          <p:spPr>
            <a:xfrm>
              <a:off x="2843953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4" name="pg3434"/>
            <p:cNvSpPr/>
            <p:nvPr/>
          </p:nvSpPr>
          <p:spPr>
            <a:xfrm>
              <a:off x="2855590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5" name="pg3435"/>
            <p:cNvSpPr/>
            <p:nvPr/>
          </p:nvSpPr>
          <p:spPr>
            <a:xfrm>
              <a:off x="2867227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6" name="pg3436"/>
            <p:cNvSpPr/>
            <p:nvPr/>
          </p:nvSpPr>
          <p:spPr>
            <a:xfrm>
              <a:off x="287886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7" name="pg3437"/>
            <p:cNvSpPr/>
            <p:nvPr/>
          </p:nvSpPr>
          <p:spPr>
            <a:xfrm>
              <a:off x="289050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8" name="pg3438"/>
            <p:cNvSpPr/>
            <p:nvPr/>
          </p:nvSpPr>
          <p:spPr>
            <a:xfrm>
              <a:off x="2902139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9" name="pg3439"/>
            <p:cNvSpPr/>
            <p:nvPr/>
          </p:nvSpPr>
          <p:spPr>
            <a:xfrm>
              <a:off x="441499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0" name="pg3440"/>
            <p:cNvSpPr/>
            <p:nvPr/>
          </p:nvSpPr>
          <p:spPr>
            <a:xfrm>
              <a:off x="4426630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1" name="pg3441"/>
            <p:cNvSpPr/>
            <p:nvPr/>
          </p:nvSpPr>
          <p:spPr>
            <a:xfrm>
              <a:off x="4438267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2" name="pg3442"/>
            <p:cNvSpPr/>
            <p:nvPr/>
          </p:nvSpPr>
          <p:spPr>
            <a:xfrm>
              <a:off x="4449904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3" name="pg3443"/>
            <p:cNvSpPr/>
            <p:nvPr/>
          </p:nvSpPr>
          <p:spPr>
            <a:xfrm>
              <a:off x="446154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4" name="pg3444"/>
            <p:cNvSpPr/>
            <p:nvPr/>
          </p:nvSpPr>
          <p:spPr>
            <a:xfrm>
              <a:off x="4659376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5" name="pg3445"/>
            <p:cNvSpPr/>
            <p:nvPr/>
          </p:nvSpPr>
          <p:spPr>
            <a:xfrm>
              <a:off x="4671013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6" name="pg3446"/>
            <p:cNvSpPr/>
            <p:nvPr/>
          </p:nvSpPr>
          <p:spPr>
            <a:xfrm>
              <a:off x="4682651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7" name="pg3447"/>
            <p:cNvSpPr/>
            <p:nvPr/>
          </p:nvSpPr>
          <p:spPr>
            <a:xfrm>
              <a:off x="4694288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8" name="pg3448"/>
            <p:cNvSpPr/>
            <p:nvPr/>
          </p:nvSpPr>
          <p:spPr>
            <a:xfrm>
              <a:off x="470592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9" name="pg3449"/>
            <p:cNvSpPr/>
            <p:nvPr/>
          </p:nvSpPr>
          <p:spPr>
            <a:xfrm>
              <a:off x="2820678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0" name="pg3450"/>
            <p:cNvSpPr/>
            <p:nvPr/>
          </p:nvSpPr>
          <p:spPr>
            <a:xfrm>
              <a:off x="283231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1" name="pg3451"/>
            <p:cNvSpPr/>
            <p:nvPr/>
          </p:nvSpPr>
          <p:spPr>
            <a:xfrm>
              <a:off x="284395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2" name="pg3452"/>
            <p:cNvSpPr/>
            <p:nvPr/>
          </p:nvSpPr>
          <p:spPr>
            <a:xfrm>
              <a:off x="2855590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3" name="pg3453"/>
            <p:cNvSpPr/>
            <p:nvPr/>
          </p:nvSpPr>
          <p:spPr>
            <a:xfrm>
              <a:off x="2867227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4" name="pg3454"/>
            <p:cNvSpPr/>
            <p:nvPr/>
          </p:nvSpPr>
          <p:spPr>
            <a:xfrm>
              <a:off x="287886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5" name="pg3455"/>
            <p:cNvSpPr/>
            <p:nvPr/>
          </p:nvSpPr>
          <p:spPr>
            <a:xfrm>
              <a:off x="289050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6" name="pg3456"/>
            <p:cNvSpPr/>
            <p:nvPr/>
          </p:nvSpPr>
          <p:spPr>
            <a:xfrm>
              <a:off x="2902139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7" name="pg3457"/>
            <p:cNvSpPr/>
            <p:nvPr/>
          </p:nvSpPr>
          <p:spPr>
            <a:xfrm>
              <a:off x="441499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8" name="pg3458"/>
            <p:cNvSpPr/>
            <p:nvPr/>
          </p:nvSpPr>
          <p:spPr>
            <a:xfrm>
              <a:off x="4426630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9" name="pg3459"/>
            <p:cNvSpPr/>
            <p:nvPr/>
          </p:nvSpPr>
          <p:spPr>
            <a:xfrm>
              <a:off x="4438267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0" name="pg3460"/>
            <p:cNvSpPr/>
            <p:nvPr/>
          </p:nvSpPr>
          <p:spPr>
            <a:xfrm>
              <a:off x="4449904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1" name="pg3461"/>
            <p:cNvSpPr/>
            <p:nvPr/>
          </p:nvSpPr>
          <p:spPr>
            <a:xfrm>
              <a:off x="446154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2" name="pg3462"/>
            <p:cNvSpPr/>
            <p:nvPr/>
          </p:nvSpPr>
          <p:spPr>
            <a:xfrm>
              <a:off x="4473179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3" name="pg3463"/>
            <p:cNvSpPr/>
            <p:nvPr/>
          </p:nvSpPr>
          <p:spPr>
            <a:xfrm>
              <a:off x="467101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4" name="pg3464"/>
            <p:cNvSpPr/>
            <p:nvPr/>
          </p:nvSpPr>
          <p:spPr>
            <a:xfrm>
              <a:off x="4682651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5" name="pg3465"/>
            <p:cNvSpPr/>
            <p:nvPr/>
          </p:nvSpPr>
          <p:spPr>
            <a:xfrm>
              <a:off x="4694288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6" name="pg3466"/>
            <p:cNvSpPr/>
            <p:nvPr/>
          </p:nvSpPr>
          <p:spPr>
            <a:xfrm>
              <a:off x="470592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7" name="pg3467"/>
            <p:cNvSpPr/>
            <p:nvPr/>
          </p:nvSpPr>
          <p:spPr>
            <a:xfrm>
              <a:off x="471756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8" name="pg3468"/>
            <p:cNvSpPr/>
            <p:nvPr/>
          </p:nvSpPr>
          <p:spPr>
            <a:xfrm>
              <a:off x="283231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9" name="pg3469"/>
            <p:cNvSpPr/>
            <p:nvPr/>
          </p:nvSpPr>
          <p:spPr>
            <a:xfrm>
              <a:off x="284395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0" name="pg3470"/>
            <p:cNvSpPr/>
            <p:nvPr/>
          </p:nvSpPr>
          <p:spPr>
            <a:xfrm>
              <a:off x="285559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1" name="pg3471"/>
            <p:cNvSpPr/>
            <p:nvPr/>
          </p:nvSpPr>
          <p:spPr>
            <a:xfrm>
              <a:off x="2867227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2" name="pg3472"/>
            <p:cNvSpPr/>
            <p:nvPr/>
          </p:nvSpPr>
          <p:spPr>
            <a:xfrm>
              <a:off x="287886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3" name="pg3473"/>
            <p:cNvSpPr/>
            <p:nvPr/>
          </p:nvSpPr>
          <p:spPr>
            <a:xfrm>
              <a:off x="2890502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4" name="pg3474"/>
            <p:cNvSpPr/>
            <p:nvPr/>
          </p:nvSpPr>
          <p:spPr>
            <a:xfrm>
              <a:off x="442663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5" name="pg3475"/>
            <p:cNvSpPr/>
            <p:nvPr/>
          </p:nvSpPr>
          <p:spPr>
            <a:xfrm>
              <a:off x="4438267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6" name="pg3476"/>
            <p:cNvSpPr/>
            <p:nvPr/>
          </p:nvSpPr>
          <p:spPr>
            <a:xfrm>
              <a:off x="4449904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7" name="pg3477"/>
            <p:cNvSpPr/>
            <p:nvPr/>
          </p:nvSpPr>
          <p:spPr>
            <a:xfrm>
              <a:off x="4461542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8" name="pg3478"/>
            <p:cNvSpPr/>
            <p:nvPr/>
          </p:nvSpPr>
          <p:spPr>
            <a:xfrm>
              <a:off x="4473179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9" name="pg3479"/>
            <p:cNvSpPr/>
            <p:nvPr/>
          </p:nvSpPr>
          <p:spPr>
            <a:xfrm>
              <a:off x="467101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0" name="pg3480"/>
            <p:cNvSpPr/>
            <p:nvPr/>
          </p:nvSpPr>
          <p:spPr>
            <a:xfrm>
              <a:off x="4682651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1" name="pg3481"/>
            <p:cNvSpPr/>
            <p:nvPr/>
          </p:nvSpPr>
          <p:spPr>
            <a:xfrm>
              <a:off x="4694288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2" name="pg3482"/>
            <p:cNvSpPr/>
            <p:nvPr/>
          </p:nvSpPr>
          <p:spPr>
            <a:xfrm>
              <a:off x="470592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3" name="pg3483"/>
            <p:cNvSpPr/>
            <p:nvPr/>
          </p:nvSpPr>
          <p:spPr>
            <a:xfrm>
              <a:off x="471756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4" name="pg3484"/>
            <p:cNvSpPr/>
            <p:nvPr/>
          </p:nvSpPr>
          <p:spPr>
            <a:xfrm>
              <a:off x="472920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5" name="pg3485"/>
            <p:cNvSpPr/>
            <p:nvPr/>
          </p:nvSpPr>
          <p:spPr>
            <a:xfrm>
              <a:off x="283231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6" name="pg3486"/>
            <p:cNvSpPr/>
            <p:nvPr/>
          </p:nvSpPr>
          <p:spPr>
            <a:xfrm>
              <a:off x="2843953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7" name="pg3487"/>
            <p:cNvSpPr/>
            <p:nvPr/>
          </p:nvSpPr>
          <p:spPr>
            <a:xfrm>
              <a:off x="2855590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8" name="pg3488"/>
            <p:cNvSpPr/>
            <p:nvPr/>
          </p:nvSpPr>
          <p:spPr>
            <a:xfrm>
              <a:off x="2867227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9" name="pg3489"/>
            <p:cNvSpPr/>
            <p:nvPr/>
          </p:nvSpPr>
          <p:spPr>
            <a:xfrm>
              <a:off x="287886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0" name="pg3490"/>
            <p:cNvSpPr/>
            <p:nvPr/>
          </p:nvSpPr>
          <p:spPr>
            <a:xfrm>
              <a:off x="2890502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1" name="pg3491"/>
            <p:cNvSpPr/>
            <p:nvPr/>
          </p:nvSpPr>
          <p:spPr>
            <a:xfrm>
              <a:off x="4438267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2" name="pg3492"/>
            <p:cNvSpPr/>
            <p:nvPr/>
          </p:nvSpPr>
          <p:spPr>
            <a:xfrm>
              <a:off x="4449904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3" name="pg3493"/>
            <p:cNvSpPr/>
            <p:nvPr/>
          </p:nvSpPr>
          <p:spPr>
            <a:xfrm>
              <a:off x="4461542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4" name="pg3494"/>
            <p:cNvSpPr/>
            <p:nvPr/>
          </p:nvSpPr>
          <p:spPr>
            <a:xfrm>
              <a:off x="4473179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5" name="pg3495"/>
            <p:cNvSpPr/>
            <p:nvPr/>
          </p:nvSpPr>
          <p:spPr>
            <a:xfrm>
              <a:off x="4484816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6" name="pg3496"/>
            <p:cNvSpPr/>
            <p:nvPr/>
          </p:nvSpPr>
          <p:spPr>
            <a:xfrm>
              <a:off x="4496454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7" name="pg3497"/>
            <p:cNvSpPr/>
            <p:nvPr/>
          </p:nvSpPr>
          <p:spPr>
            <a:xfrm>
              <a:off x="4508091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8" name="pg3498"/>
            <p:cNvSpPr/>
            <p:nvPr/>
          </p:nvSpPr>
          <p:spPr>
            <a:xfrm>
              <a:off x="4519728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9" name="pg3499"/>
            <p:cNvSpPr/>
            <p:nvPr/>
          </p:nvSpPr>
          <p:spPr>
            <a:xfrm>
              <a:off x="4682651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0" name="pg3500"/>
            <p:cNvSpPr/>
            <p:nvPr/>
          </p:nvSpPr>
          <p:spPr>
            <a:xfrm>
              <a:off x="4694288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1" name="pg3501"/>
            <p:cNvSpPr/>
            <p:nvPr/>
          </p:nvSpPr>
          <p:spPr>
            <a:xfrm>
              <a:off x="470592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2" name="pg3502"/>
            <p:cNvSpPr/>
            <p:nvPr/>
          </p:nvSpPr>
          <p:spPr>
            <a:xfrm>
              <a:off x="4717563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3" name="pg3503"/>
            <p:cNvSpPr/>
            <p:nvPr/>
          </p:nvSpPr>
          <p:spPr>
            <a:xfrm>
              <a:off x="4729200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4" name="pg3504"/>
            <p:cNvSpPr/>
            <p:nvPr/>
          </p:nvSpPr>
          <p:spPr>
            <a:xfrm>
              <a:off x="2843953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5" name="pg3505"/>
            <p:cNvSpPr/>
            <p:nvPr/>
          </p:nvSpPr>
          <p:spPr>
            <a:xfrm>
              <a:off x="2855590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6" name="pg3506"/>
            <p:cNvSpPr/>
            <p:nvPr/>
          </p:nvSpPr>
          <p:spPr>
            <a:xfrm>
              <a:off x="2867227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7" name="pg3507"/>
            <p:cNvSpPr/>
            <p:nvPr/>
          </p:nvSpPr>
          <p:spPr>
            <a:xfrm>
              <a:off x="2878865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8" name="pg3508"/>
            <p:cNvSpPr/>
            <p:nvPr/>
          </p:nvSpPr>
          <p:spPr>
            <a:xfrm>
              <a:off x="2890502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9" name="pg3509"/>
            <p:cNvSpPr/>
            <p:nvPr/>
          </p:nvSpPr>
          <p:spPr>
            <a:xfrm>
              <a:off x="4438267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0" name="pg3510"/>
            <p:cNvSpPr/>
            <p:nvPr/>
          </p:nvSpPr>
          <p:spPr>
            <a:xfrm>
              <a:off x="4449904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1" name="pg3511"/>
            <p:cNvSpPr/>
            <p:nvPr/>
          </p:nvSpPr>
          <p:spPr>
            <a:xfrm>
              <a:off x="4461542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2" name="pg3512"/>
            <p:cNvSpPr/>
            <p:nvPr/>
          </p:nvSpPr>
          <p:spPr>
            <a:xfrm>
              <a:off x="4473179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3" name="pg3513"/>
            <p:cNvSpPr/>
            <p:nvPr/>
          </p:nvSpPr>
          <p:spPr>
            <a:xfrm>
              <a:off x="4484816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4" name="pg3514"/>
            <p:cNvSpPr/>
            <p:nvPr/>
          </p:nvSpPr>
          <p:spPr>
            <a:xfrm>
              <a:off x="4496454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5" name="pg3515"/>
            <p:cNvSpPr/>
            <p:nvPr/>
          </p:nvSpPr>
          <p:spPr>
            <a:xfrm>
              <a:off x="4508091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6" name="pg3516"/>
            <p:cNvSpPr/>
            <p:nvPr/>
          </p:nvSpPr>
          <p:spPr>
            <a:xfrm>
              <a:off x="4519728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7" name="pg3517"/>
            <p:cNvSpPr/>
            <p:nvPr/>
          </p:nvSpPr>
          <p:spPr>
            <a:xfrm>
              <a:off x="4531366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8" name="pg3518"/>
            <p:cNvSpPr/>
            <p:nvPr/>
          </p:nvSpPr>
          <p:spPr>
            <a:xfrm>
              <a:off x="4682651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9" name="pg3519"/>
            <p:cNvSpPr/>
            <p:nvPr/>
          </p:nvSpPr>
          <p:spPr>
            <a:xfrm>
              <a:off x="4694288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0" name="pg3520"/>
            <p:cNvSpPr/>
            <p:nvPr/>
          </p:nvSpPr>
          <p:spPr>
            <a:xfrm>
              <a:off x="4705925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1" name="pg3521"/>
            <p:cNvSpPr/>
            <p:nvPr/>
          </p:nvSpPr>
          <p:spPr>
            <a:xfrm>
              <a:off x="4717563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2" name="pg3522"/>
            <p:cNvSpPr/>
            <p:nvPr/>
          </p:nvSpPr>
          <p:spPr>
            <a:xfrm>
              <a:off x="4729200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3" name="pg3523"/>
            <p:cNvSpPr/>
            <p:nvPr/>
          </p:nvSpPr>
          <p:spPr>
            <a:xfrm>
              <a:off x="2843953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4" name="pg3524"/>
            <p:cNvSpPr/>
            <p:nvPr/>
          </p:nvSpPr>
          <p:spPr>
            <a:xfrm>
              <a:off x="2855590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5" name="pg3525"/>
            <p:cNvSpPr/>
            <p:nvPr/>
          </p:nvSpPr>
          <p:spPr>
            <a:xfrm>
              <a:off x="2867227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6" name="pg3526"/>
            <p:cNvSpPr/>
            <p:nvPr/>
          </p:nvSpPr>
          <p:spPr>
            <a:xfrm>
              <a:off x="2878865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7" name="pg3527"/>
            <p:cNvSpPr/>
            <p:nvPr/>
          </p:nvSpPr>
          <p:spPr>
            <a:xfrm>
              <a:off x="2890502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8" name="pg3528"/>
            <p:cNvSpPr/>
            <p:nvPr/>
          </p:nvSpPr>
          <p:spPr>
            <a:xfrm>
              <a:off x="4449904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9" name="pg3529"/>
            <p:cNvSpPr/>
            <p:nvPr/>
          </p:nvSpPr>
          <p:spPr>
            <a:xfrm>
              <a:off x="4461542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0" name="pg3530"/>
            <p:cNvSpPr/>
            <p:nvPr/>
          </p:nvSpPr>
          <p:spPr>
            <a:xfrm>
              <a:off x="4473179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1" name="pg3531"/>
            <p:cNvSpPr/>
            <p:nvPr/>
          </p:nvSpPr>
          <p:spPr>
            <a:xfrm>
              <a:off x="4484816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2" name="pg3532"/>
            <p:cNvSpPr/>
            <p:nvPr/>
          </p:nvSpPr>
          <p:spPr>
            <a:xfrm>
              <a:off x="4496454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3" name="pg3533"/>
            <p:cNvSpPr/>
            <p:nvPr/>
          </p:nvSpPr>
          <p:spPr>
            <a:xfrm>
              <a:off x="4508091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4" name="pg3534"/>
            <p:cNvSpPr/>
            <p:nvPr/>
          </p:nvSpPr>
          <p:spPr>
            <a:xfrm>
              <a:off x="4519728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5" name="pg3535"/>
            <p:cNvSpPr/>
            <p:nvPr/>
          </p:nvSpPr>
          <p:spPr>
            <a:xfrm>
              <a:off x="4531366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6" name="pg3536"/>
            <p:cNvSpPr/>
            <p:nvPr/>
          </p:nvSpPr>
          <p:spPr>
            <a:xfrm>
              <a:off x="4694288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7" name="pg3537"/>
            <p:cNvSpPr/>
            <p:nvPr/>
          </p:nvSpPr>
          <p:spPr>
            <a:xfrm>
              <a:off x="4705925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8" name="pg3538"/>
            <p:cNvSpPr/>
            <p:nvPr/>
          </p:nvSpPr>
          <p:spPr>
            <a:xfrm>
              <a:off x="4717563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9" name="pg3539"/>
            <p:cNvSpPr/>
            <p:nvPr/>
          </p:nvSpPr>
          <p:spPr>
            <a:xfrm>
              <a:off x="4729200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0" name="pg3540"/>
            <p:cNvSpPr/>
            <p:nvPr/>
          </p:nvSpPr>
          <p:spPr>
            <a:xfrm>
              <a:off x="4740837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1" name="pg3541"/>
            <p:cNvSpPr/>
            <p:nvPr/>
          </p:nvSpPr>
          <p:spPr>
            <a:xfrm>
              <a:off x="284395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2" name="pg3542"/>
            <p:cNvSpPr/>
            <p:nvPr/>
          </p:nvSpPr>
          <p:spPr>
            <a:xfrm>
              <a:off x="2855590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3" name="pg3543"/>
            <p:cNvSpPr/>
            <p:nvPr/>
          </p:nvSpPr>
          <p:spPr>
            <a:xfrm>
              <a:off x="2867227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4" name="pg3544"/>
            <p:cNvSpPr/>
            <p:nvPr/>
          </p:nvSpPr>
          <p:spPr>
            <a:xfrm>
              <a:off x="2878865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5" name="pg3545"/>
            <p:cNvSpPr/>
            <p:nvPr/>
          </p:nvSpPr>
          <p:spPr>
            <a:xfrm>
              <a:off x="2890502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6" name="pg3546"/>
            <p:cNvSpPr/>
            <p:nvPr/>
          </p:nvSpPr>
          <p:spPr>
            <a:xfrm>
              <a:off x="4461542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7" name="pg3547"/>
            <p:cNvSpPr/>
            <p:nvPr/>
          </p:nvSpPr>
          <p:spPr>
            <a:xfrm>
              <a:off x="4473179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8" name="pg3548"/>
            <p:cNvSpPr/>
            <p:nvPr/>
          </p:nvSpPr>
          <p:spPr>
            <a:xfrm>
              <a:off x="4484816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9" name="pg3549"/>
            <p:cNvSpPr/>
            <p:nvPr/>
          </p:nvSpPr>
          <p:spPr>
            <a:xfrm>
              <a:off x="4496454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0" name="pg3550"/>
            <p:cNvSpPr/>
            <p:nvPr/>
          </p:nvSpPr>
          <p:spPr>
            <a:xfrm>
              <a:off x="4508091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1" name="pg3551"/>
            <p:cNvSpPr/>
            <p:nvPr/>
          </p:nvSpPr>
          <p:spPr>
            <a:xfrm>
              <a:off x="4519728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2" name="pg3552"/>
            <p:cNvSpPr/>
            <p:nvPr/>
          </p:nvSpPr>
          <p:spPr>
            <a:xfrm>
              <a:off x="4531366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3" name="pg3553"/>
            <p:cNvSpPr/>
            <p:nvPr/>
          </p:nvSpPr>
          <p:spPr>
            <a:xfrm>
              <a:off x="454300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4" name="pg3554"/>
            <p:cNvSpPr/>
            <p:nvPr/>
          </p:nvSpPr>
          <p:spPr>
            <a:xfrm>
              <a:off x="4694288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5" name="pg3555"/>
            <p:cNvSpPr/>
            <p:nvPr/>
          </p:nvSpPr>
          <p:spPr>
            <a:xfrm>
              <a:off x="4705925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6" name="pg3556"/>
            <p:cNvSpPr/>
            <p:nvPr/>
          </p:nvSpPr>
          <p:spPr>
            <a:xfrm>
              <a:off x="471756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7" name="pg3557"/>
            <p:cNvSpPr/>
            <p:nvPr/>
          </p:nvSpPr>
          <p:spPr>
            <a:xfrm>
              <a:off x="4729200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8" name="pg3558"/>
            <p:cNvSpPr/>
            <p:nvPr/>
          </p:nvSpPr>
          <p:spPr>
            <a:xfrm>
              <a:off x="4740837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9" name="pg3559"/>
            <p:cNvSpPr/>
            <p:nvPr/>
          </p:nvSpPr>
          <p:spPr>
            <a:xfrm>
              <a:off x="285559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0" name="pg3560"/>
            <p:cNvSpPr/>
            <p:nvPr/>
          </p:nvSpPr>
          <p:spPr>
            <a:xfrm>
              <a:off x="2867227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1" name="pg3561"/>
            <p:cNvSpPr/>
            <p:nvPr/>
          </p:nvSpPr>
          <p:spPr>
            <a:xfrm>
              <a:off x="2878865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2" name="pg3562"/>
            <p:cNvSpPr/>
            <p:nvPr/>
          </p:nvSpPr>
          <p:spPr>
            <a:xfrm>
              <a:off x="2890502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3" name="pg3563"/>
            <p:cNvSpPr/>
            <p:nvPr/>
          </p:nvSpPr>
          <p:spPr>
            <a:xfrm>
              <a:off x="4473179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4" name="pg3564"/>
            <p:cNvSpPr/>
            <p:nvPr/>
          </p:nvSpPr>
          <p:spPr>
            <a:xfrm>
              <a:off x="4484816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5" name="pg3565"/>
            <p:cNvSpPr/>
            <p:nvPr/>
          </p:nvSpPr>
          <p:spPr>
            <a:xfrm>
              <a:off x="4496454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6" name="pg3566"/>
            <p:cNvSpPr/>
            <p:nvPr/>
          </p:nvSpPr>
          <p:spPr>
            <a:xfrm>
              <a:off x="4508091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7" name="pg3567"/>
            <p:cNvSpPr/>
            <p:nvPr/>
          </p:nvSpPr>
          <p:spPr>
            <a:xfrm>
              <a:off x="4519728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8" name="pg3568"/>
            <p:cNvSpPr/>
            <p:nvPr/>
          </p:nvSpPr>
          <p:spPr>
            <a:xfrm>
              <a:off x="4531366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9" name="pg3569"/>
            <p:cNvSpPr/>
            <p:nvPr/>
          </p:nvSpPr>
          <p:spPr>
            <a:xfrm>
              <a:off x="4543003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0" name="pg3570"/>
            <p:cNvSpPr/>
            <p:nvPr/>
          </p:nvSpPr>
          <p:spPr>
            <a:xfrm>
              <a:off x="455464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1" name="pg3571"/>
            <p:cNvSpPr/>
            <p:nvPr/>
          </p:nvSpPr>
          <p:spPr>
            <a:xfrm>
              <a:off x="4694288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2" name="pg3572"/>
            <p:cNvSpPr/>
            <p:nvPr/>
          </p:nvSpPr>
          <p:spPr>
            <a:xfrm>
              <a:off x="4705925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3" name="pg3573"/>
            <p:cNvSpPr/>
            <p:nvPr/>
          </p:nvSpPr>
          <p:spPr>
            <a:xfrm>
              <a:off x="4717563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4" name="pg3574"/>
            <p:cNvSpPr/>
            <p:nvPr/>
          </p:nvSpPr>
          <p:spPr>
            <a:xfrm>
              <a:off x="472920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5" name="pg3575"/>
            <p:cNvSpPr/>
            <p:nvPr/>
          </p:nvSpPr>
          <p:spPr>
            <a:xfrm>
              <a:off x="4740837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6" name="pg3576"/>
            <p:cNvSpPr/>
            <p:nvPr/>
          </p:nvSpPr>
          <p:spPr>
            <a:xfrm>
              <a:off x="2855590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7" name="pg3577"/>
            <p:cNvSpPr/>
            <p:nvPr/>
          </p:nvSpPr>
          <p:spPr>
            <a:xfrm>
              <a:off x="2867227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8" name="pg3578"/>
            <p:cNvSpPr/>
            <p:nvPr/>
          </p:nvSpPr>
          <p:spPr>
            <a:xfrm>
              <a:off x="2878865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9" name="pg3579"/>
            <p:cNvSpPr/>
            <p:nvPr/>
          </p:nvSpPr>
          <p:spPr>
            <a:xfrm>
              <a:off x="2890502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0" name="pg3580"/>
            <p:cNvSpPr/>
            <p:nvPr/>
          </p:nvSpPr>
          <p:spPr>
            <a:xfrm>
              <a:off x="4484816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1" name="pg3581"/>
            <p:cNvSpPr/>
            <p:nvPr/>
          </p:nvSpPr>
          <p:spPr>
            <a:xfrm>
              <a:off x="4496454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2" name="pg3582"/>
            <p:cNvSpPr/>
            <p:nvPr/>
          </p:nvSpPr>
          <p:spPr>
            <a:xfrm>
              <a:off x="4508091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3" name="pg3583"/>
            <p:cNvSpPr/>
            <p:nvPr/>
          </p:nvSpPr>
          <p:spPr>
            <a:xfrm>
              <a:off x="4519728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4" name="pg3584"/>
            <p:cNvSpPr/>
            <p:nvPr/>
          </p:nvSpPr>
          <p:spPr>
            <a:xfrm>
              <a:off x="4531366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5" name="pg3585"/>
            <p:cNvSpPr/>
            <p:nvPr/>
          </p:nvSpPr>
          <p:spPr>
            <a:xfrm>
              <a:off x="4543003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6" name="pg3586"/>
            <p:cNvSpPr/>
            <p:nvPr/>
          </p:nvSpPr>
          <p:spPr>
            <a:xfrm>
              <a:off x="4694288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7" name="pg3587"/>
            <p:cNvSpPr/>
            <p:nvPr/>
          </p:nvSpPr>
          <p:spPr>
            <a:xfrm>
              <a:off x="4705925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8" name="pg3588"/>
            <p:cNvSpPr/>
            <p:nvPr/>
          </p:nvSpPr>
          <p:spPr>
            <a:xfrm>
              <a:off x="4717563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9" name="pg3589"/>
            <p:cNvSpPr/>
            <p:nvPr/>
          </p:nvSpPr>
          <p:spPr>
            <a:xfrm>
              <a:off x="4729200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0" name="pg3590"/>
            <p:cNvSpPr/>
            <p:nvPr/>
          </p:nvSpPr>
          <p:spPr>
            <a:xfrm>
              <a:off x="4740837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1" name="pg3591"/>
            <p:cNvSpPr/>
            <p:nvPr/>
          </p:nvSpPr>
          <p:spPr>
            <a:xfrm>
              <a:off x="2855590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2" name="pg3592"/>
            <p:cNvSpPr/>
            <p:nvPr/>
          </p:nvSpPr>
          <p:spPr>
            <a:xfrm>
              <a:off x="2867227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3" name="pg3593"/>
            <p:cNvSpPr/>
            <p:nvPr/>
          </p:nvSpPr>
          <p:spPr>
            <a:xfrm>
              <a:off x="2878865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4" name="pg3594"/>
            <p:cNvSpPr/>
            <p:nvPr/>
          </p:nvSpPr>
          <p:spPr>
            <a:xfrm>
              <a:off x="2890502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5" name="pg3595"/>
            <p:cNvSpPr/>
            <p:nvPr/>
          </p:nvSpPr>
          <p:spPr>
            <a:xfrm>
              <a:off x="2902139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6" name="pg3596"/>
            <p:cNvSpPr/>
            <p:nvPr/>
          </p:nvSpPr>
          <p:spPr>
            <a:xfrm>
              <a:off x="4484816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7" name="pg3597"/>
            <p:cNvSpPr/>
            <p:nvPr/>
          </p:nvSpPr>
          <p:spPr>
            <a:xfrm>
              <a:off x="4496454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8" name="pg3598"/>
            <p:cNvSpPr/>
            <p:nvPr/>
          </p:nvSpPr>
          <p:spPr>
            <a:xfrm>
              <a:off x="4508091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9" name="pg3599"/>
            <p:cNvSpPr/>
            <p:nvPr/>
          </p:nvSpPr>
          <p:spPr>
            <a:xfrm>
              <a:off x="4519728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0" name="pg3600"/>
            <p:cNvSpPr/>
            <p:nvPr/>
          </p:nvSpPr>
          <p:spPr>
            <a:xfrm>
              <a:off x="4531366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1" name="pg3601"/>
            <p:cNvSpPr/>
            <p:nvPr/>
          </p:nvSpPr>
          <p:spPr>
            <a:xfrm>
              <a:off x="4543003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2" name="pg3602"/>
            <p:cNvSpPr/>
            <p:nvPr/>
          </p:nvSpPr>
          <p:spPr>
            <a:xfrm>
              <a:off x="4694288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3" name="pg3603"/>
            <p:cNvSpPr/>
            <p:nvPr/>
          </p:nvSpPr>
          <p:spPr>
            <a:xfrm>
              <a:off x="4705925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4" name="pg3604"/>
            <p:cNvSpPr/>
            <p:nvPr/>
          </p:nvSpPr>
          <p:spPr>
            <a:xfrm>
              <a:off x="4717563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5" name="pg3605"/>
            <p:cNvSpPr/>
            <p:nvPr/>
          </p:nvSpPr>
          <p:spPr>
            <a:xfrm>
              <a:off x="4729200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6" name="pg3606"/>
            <p:cNvSpPr/>
            <p:nvPr/>
          </p:nvSpPr>
          <p:spPr>
            <a:xfrm>
              <a:off x="4740837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7" name="pg3607"/>
            <p:cNvSpPr/>
            <p:nvPr/>
          </p:nvSpPr>
          <p:spPr>
            <a:xfrm>
              <a:off x="2855590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8" name="pg3608"/>
            <p:cNvSpPr/>
            <p:nvPr/>
          </p:nvSpPr>
          <p:spPr>
            <a:xfrm>
              <a:off x="2867227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9" name="pg3609"/>
            <p:cNvSpPr/>
            <p:nvPr/>
          </p:nvSpPr>
          <p:spPr>
            <a:xfrm>
              <a:off x="2878865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0" name="pg3610"/>
            <p:cNvSpPr/>
            <p:nvPr/>
          </p:nvSpPr>
          <p:spPr>
            <a:xfrm>
              <a:off x="2890502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1" name="pg3611"/>
            <p:cNvSpPr/>
            <p:nvPr/>
          </p:nvSpPr>
          <p:spPr>
            <a:xfrm>
              <a:off x="2902139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2" name="pg3612"/>
            <p:cNvSpPr/>
            <p:nvPr/>
          </p:nvSpPr>
          <p:spPr>
            <a:xfrm>
              <a:off x="4496454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3" name="pg3613"/>
            <p:cNvSpPr/>
            <p:nvPr/>
          </p:nvSpPr>
          <p:spPr>
            <a:xfrm>
              <a:off x="4508091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4" name="pg3614"/>
            <p:cNvSpPr/>
            <p:nvPr/>
          </p:nvSpPr>
          <p:spPr>
            <a:xfrm>
              <a:off x="4519728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5" name="pg3615"/>
            <p:cNvSpPr/>
            <p:nvPr/>
          </p:nvSpPr>
          <p:spPr>
            <a:xfrm>
              <a:off x="4531366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6" name="pg3616"/>
            <p:cNvSpPr/>
            <p:nvPr/>
          </p:nvSpPr>
          <p:spPr>
            <a:xfrm>
              <a:off x="4543003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7" name="pg3617"/>
            <p:cNvSpPr/>
            <p:nvPr/>
          </p:nvSpPr>
          <p:spPr>
            <a:xfrm>
              <a:off x="4694288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8" name="pg3618"/>
            <p:cNvSpPr/>
            <p:nvPr/>
          </p:nvSpPr>
          <p:spPr>
            <a:xfrm>
              <a:off x="4705925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9" name="pg3619"/>
            <p:cNvSpPr/>
            <p:nvPr/>
          </p:nvSpPr>
          <p:spPr>
            <a:xfrm>
              <a:off x="4717563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0" name="pg3620"/>
            <p:cNvSpPr/>
            <p:nvPr/>
          </p:nvSpPr>
          <p:spPr>
            <a:xfrm>
              <a:off x="4729200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1" name="pg3621"/>
            <p:cNvSpPr/>
            <p:nvPr/>
          </p:nvSpPr>
          <p:spPr>
            <a:xfrm>
              <a:off x="2867227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2" name="pg3622"/>
            <p:cNvSpPr/>
            <p:nvPr/>
          </p:nvSpPr>
          <p:spPr>
            <a:xfrm>
              <a:off x="2878865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3" name="pg3623"/>
            <p:cNvSpPr/>
            <p:nvPr/>
          </p:nvSpPr>
          <p:spPr>
            <a:xfrm>
              <a:off x="2890502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4" name="pg3624"/>
            <p:cNvSpPr/>
            <p:nvPr/>
          </p:nvSpPr>
          <p:spPr>
            <a:xfrm>
              <a:off x="2902139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5" name="pg3625"/>
            <p:cNvSpPr/>
            <p:nvPr/>
          </p:nvSpPr>
          <p:spPr>
            <a:xfrm>
              <a:off x="2913777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6" name="pg3626"/>
            <p:cNvSpPr/>
            <p:nvPr/>
          </p:nvSpPr>
          <p:spPr>
            <a:xfrm>
              <a:off x="4508091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7" name="pg3627"/>
            <p:cNvSpPr/>
            <p:nvPr/>
          </p:nvSpPr>
          <p:spPr>
            <a:xfrm>
              <a:off x="4519728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8" name="pg3628"/>
            <p:cNvSpPr/>
            <p:nvPr/>
          </p:nvSpPr>
          <p:spPr>
            <a:xfrm>
              <a:off x="4531366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9" name="pg3629"/>
            <p:cNvSpPr/>
            <p:nvPr/>
          </p:nvSpPr>
          <p:spPr>
            <a:xfrm>
              <a:off x="4543003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0" name="pg3630"/>
            <p:cNvSpPr/>
            <p:nvPr/>
          </p:nvSpPr>
          <p:spPr>
            <a:xfrm>
              <a:off x="4554640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1" name="pg3631"/>
            <p:cNvSpPr/>
            <p:nvPr/>
          </p:nvSpPr>
          <p:spPr>
            <a:xfrm>
              <a:off x="4694288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2" name="pg3632"/>
            <p:cNvSpPr/>
            <p:nvPr/>
          </p:nvSpPr>
          <p:spPr>
            <a:xfrm>
              <a:off x="4705925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3" name="pg3633"/>
            <p:cNvSpPr/>
            <p:nvPr/>
          </p:nvSpPr>
          <p:spPr>
            <a:xfrm>
              <a:off x="4717563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4" name="pg3634"/>
            <p:cNvSpPr/>
            <p:nvPr/>
          </p:nvSpPr>
          <p:spPr>
            <a:xfrm>
              <a:off x="4729200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5" name="pg3635"/>
            <p:cNvSpPr/>
            <p:nvPr/>
          </p:nvSpPr>
          <p:spPr>
            <a:xfrm>
              <a:off x="2867227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6" name="pg3636"/>
            <p:cNvSpPr/>
            <p:nvPr/>
          </p:nvSpPr>
          <p:spPr>
            <a:xfrm>
              <a:off x="2878865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7" name="pg3637"/>
            <p:cNvSpPr/>
            <p:nvPr/>
          </p:nvSpPr>
          <p:spPr>
            <a:xfrm>
              <a:off x="2890502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8" name="pg3638"/>
            <p:cNvSpPr/>
            <p:nvPr/>
          </p:nvSpPr>
          <p:spPr>
            <a:xfrm>
              <a:off x="2902139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9" name="pg3639"/>
            <p:cNvSpPr/>
            <p:nvPr/>
          </p:nvSpPr>
          <p:spPr>
            <a:xfrm>
              <a:off x="2913777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0" name="pg3640"/>
            <p:cNvSpPr/>
            <p:nvPr/>
          </p:nvSpPr>
          <p:spPr>
            <a:xfrm>
              <a:off x="2925414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1" name="pg3641"/>
            <p:cNvSpPr/>
            <p:nvPr/>
          </p:nvSpPr>
          <p:spPr>
            <a:xfrm>
              <a:off x="4508091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2" name="pg3642"/>
            <p:cNvSpPr/>
            <p:nvPr/>
          </p:nvSpPr>
          <p:spPr>
            <a:xfrm>
              <a:off x="4519728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3" name="pg3643"/>
            <p:cNvSpPr/>
            <p:nvPr/>
          </p:nvSpPr>
          <p:spPr>
            <a:xfrm>
              <a:off x="4531366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4" name="pg3644"/>
            <p:cNvSpPr/>
            <p:nvPr/>
          </p:nvSpPr>
          <p:spPr>
            <a:xfrm>
              <a:off x="4543003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5" name="pg3645"/>
            <p:cNvSpPr/>
            <p:nvPr/>
          </p:nvSpPr>
          <p:spPr>
            <a:xfrm>
              <a:off x="4554640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6" name="pg3646"/>
            <p:cNvSpPr/>
            <p:nvPr/>
          </p:nvSpPr>
          <p:spPr>
            <a:xfrm>
              <a:off x="4694288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7" name="pg3647"/>
            <p:cNvSpPr/>
            <p:nvPr/>
          </p:nvSpPr>
          <p:spPr>
            <a:xfrm>
              <a:off x="4705925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8" name="pg3648"/>
            <p:cNvSpPr/>
            <p:nvPr/>
          </p:nvSpPr>
          <p:spPr>
            <a:xfrm>
              <a:off x="4717563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9" name="pg3649"/>
            <p:cNvSpPr/>
            <p:nvPr/>
          </p:nvSpPr>
          <p:spPr>
            <a:xfrm>
              <a:off x="4729200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0" name="pg3650"/>
            <p:cNvSpPr/>
            <p:nvPr/>
          </p:nvSpPr>
          <p:spPr>
            <a:xfrm>
              <a:off x="287886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1" name="pg3651"/>
            <p:cNvSpPr/>
            <p:nvPr/>
          </p:nvSpPr>
          <p:spPr>
            <a:xfrm>
              <a:off x="2890502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2" name="pg3652"/>
            <p:cNvSpPr/>
            <p:nvPr/>
          </p:nvSpPr>
          <p:spPr>
            <a:xfrm>
              <a:off x="2902139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3" name="pg3653"/>
            <p:cNvSpPr/>
            <p:nvPr/>
          </p:nvSpPr>
          <p:spPr>
            <a:xfrm>
              <a:off x="2913777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4" name="pg3654"/>
            <p:cNvSpPr/>
            <p:nvPr/>
          </p:nvSpPr>
          <p:spPr>
            <a:xfrm>
              <a:off x="2925414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5" name="pg3655"/>
            <p:cNvSpPr/>
            <p:nvPr/>
          </p:nvSpPr>
          <p:spPr>
            <a:xfrm>
              <a:off x="4508091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6" name="pg3656"/>
            <p:cNvSpPr/>
            <p:nvPr/>
          </p:nvSpPr>
          <p:spPr>
            <a:xfrm>
              <a:off x="451972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7" name="pg3657"/>
            <p:cNvSpPr/>
            <p:nvPr/>
          </p:nvSpPr>
          <p:spPr>
            <a:xfrm>
              <a:off x="4531366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8" name="pg3658"/>
            <p:cNvSpPr/>
            <p:nvPr/>
          </p:nvSpPr>
          <p:spPr>
            <a:xfrm>
              <a:off x="4543003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9" name="pg3659"/>
            <p:cNvSpPr/>
            <p:nvPr/>
          </p:nvSpPr>
          <p:spPr>
            <a:xfrm>
              <a:off x="4554640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0" name="pg3660"/>
            <p:cNvSpPr/>
            <p:nvPr/>
          </p:nvSpPr>
          <p:spPr>
            <a:xfrm>
              <a:off x="456627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1" name="pg3661"/>
            <p:cNvSpPr/>
            <p:nvPr/>
          </p:nvSpPr>
          <p:spPr>
            <a:xfrm>
              <a:off x="457791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2" name="pg3662"/>
            <p:cNvSpPr/>
            <p:nvPr/>
          </p:nvSpPr>
          <p:spPr>
            <a:xfrm>
              <a:off x="4589552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3" name="pg3663"/>
            <p:cNvSpPr/>
            <p:nvPr/>
          </p:nvSpPr>
          <p:spPr>
            <a:xfrm>
              <a:off x="469428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4" name="pg3664"/>
            <p:cNvSpPr/>
            <p:nvPr/>
          </p:nvSpPr>
          <p:spPr>
            <a:xfrm>
              <a:off x="470592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5" name="pg3665"/>
            <p:cNvSpPr/>
            <p:nvPr/>
          </p:nvSpPr>
          <p:spPr>
            <a:xfrm>
              <a:off x="4717563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6" name="pg3666"/>
            <p:cNvSpPr/>
            <p:nvPr/>
          </p:nvSpPr>
          <p:spPr>
            <a:xfrm>
              <a:off x="4729200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7" name="pg3667"/>
            <p:cNvSpPr/>
            <p:nvPr/>
          </p:nvSpPr>
          <p:spPr>
            <a:xfrm>
              <a:off x="2890502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8" name="pg3668"/>
            <p:cNvSpPr/>
            <p:nvPr/>
          </p:nvSpPr>
          <p:spPr>
            <a:xfrm>
              <a:off x="2902139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9" name="pg3669"/>
            <p:cNvSpPr/>
            <p:nvPr/>
          </p:nvSpPr>
          <p:spPr>
            <a:xfrm>
              <a:off x="2913777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0" name="pg3670"/>
            <p:cNvSpPr/>
            <p:nvPr/>
          </p:nvSpPr>
          <p:spPr>
            <a:xfrm>
              <a:off x="2925414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1" name="pg3671"/>
            <p:cNvSpPr/>
            <p:nvPr/>
          </p:nvSpPr>
          <p:spPr>
            <a:xfrm>
              <a:off x="451972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2" name="pg3672"/>
            <p:cNvSpPr/>
            <p:nvPr/>
          </p:nvSpPr>
          <p:spPr>
            <a:xfrm>
              <a:off x="4531366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3" name="pg3673"/>
            <p:cNvSpPr/>
            <p:nvPr/>
          </p:nvSpPr>
          <p:spPr>
            <a:xfrm>
              <a:off x="4543003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4" name="pg3674"/>
            <p:cNvSpPr/>
            <p:nvPr/>
          </p:nvSpPr>
          <p:spPr>
            <a:xfrm>
              <a:off x="455464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5" name="pg3675"/>
            <p:cNvSpPr/>
            <p:nvPr/>
          </p:nvSpPr>
          <p:spPr>
            <a:xfrm>
              <a:off x="456627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6" name="pg3676"/>
            <p:cNvSpPr/>
            <p:nvPr/>
          </p:nvSpPr>
          <p:spPr>
            <a:xfrm>
              <a:off x="4577915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7" name="pg3677"/>
            <p:cNvSpPr/>
            <p:nvPr/>
          </p:nvSpPr>
          <p:spPr>
            <a:xfrm>
              <a:off x="4589552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8" name="pg3678"/>
            <p:cNvSpPr/>
            <p:nvPr/>
          </p:nvSpPr>
          <p:spPr>
            <a:xfrm>
              <a:off x="460119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9" name="pg3679"/>
            <p:cNvSpPr/>
            <p:nvPr/>
          </p:nvSpPr>
          <p:spPr>
            <a:xfrm>
              <a:off x="4682651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0" name="pg3680"/>
            <p:cNvSpPr/>
            <p:nvPr/>
          </p:nvSpPr>
          <p:spPr>
            <a:xfrm>
              <a:off x="469428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1" name="pg3681"/>
            <p:cNvSpPr/>
            <p:nvPr/>
          </p:nvSpPr>
          <p:spPr>
            <a:xfrm>
              <a:off x="4705925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2" name="pg3682"/>
            <p:cNvSpPr/>
            <p:nvPr/>
          </p:nvSpPr>
          <p:spPr>
            <a:xfrm>
              <a:off x="4717563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3" name="pg3683"/>
            <p:cNvSpPr/>
            <p:nvPr/>
          </p:nvSpPr>
          <p:spPr>
            <a:xfrm>
              <a:off x="472920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4" name="pg3684"/>
            <p:cNvSpPr/>
            <p:nvPr/>
          </p:nvSpPr>
          <p:spPr>
            <a:xfrm>
              <a:off x="2890502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5" name="pg3685"/>
            <p:cNvSpPr/>
            <p:nvPr/>
          </p:nvSpPr>
          <p:spPr>
            <a:xfrm>
              <a:off x="2902139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6" name="pg3686"/>
            <p:cNvSpPr/>
            <p:nvPr/>
          </p:nvSpPr>
          <p:spPr>
            <a:xfrm>
              <a:off x="2913777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7" name="pg3687"/>
            <p:cNvSpPr/>
            <p:nvPr/>
          </p:nvSpPr>
          <p:spPr>
            <a:xfrm>
              <a:off x="2925414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8" name="pg3688"/>
            <p:cNvSpPr/>
            <p:nvPr/>
          </p:nvSpPr>
          <p:spPr>
            <a:xfrm>
              <a:off x="4531366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9" name="pg3689"/>
            <p:cNvSpPr/>
            <p:nvPr/>
          </p:nvSpPr>
          <p:spPr>
            <a:xfrm>
              <a:off x="4543003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0" name="pg3690"/>
            <p:cNvSpPr/>
            <p:nvPr/>
          </p:nvSpPr>
          <p:spPr>
            <a:xfrm>
              <a:off x="455464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1" name="pg3691"/>
            <p:cNvSpPr/>
            <p:nvPr/>
          </p:nvSpPr>
          <p:spPr>
            <a:xfrm>
              <a:off x="4566278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2" name="pg3692"/>
            <p:cNvSpPr/>
            <p:nvPr/>
          </p:nvSpPr>
          <p:spPr>
            <a:xfrm>
              <a:off x="4577915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3" name="pg3693"/>
            <p:cNvSpPr/>
            <p:nvPr/>
          </p:nvSpPr>
          <p:spPr>
            <a:xfrm>
              <a:off x="4589552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4" name="pg3694"/>
            <p:cNvSpPr/>
            <p:nvPr/>
          </p:nvSpPr>
          <p:spPr>
            <a:xfrm>
              <a:off x="460119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5" name="pg3695"/>
            <p:cNvSpPr/>
            <p:nvPr/>
          </p:nvSpPr>
          <p:spPr>
            <a:xfrm>
              <a:off x="4682651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6" name="pg3696"/>
            <p:cNvSpPr/>
            <p:nvPr/>
          </p:nvSpPr>
          <p:spPr>
            <a:xfrm>
              <a:off x="4694288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7" name="pg3697"/>
            <p:cNvSpPr/>
            <p:nvPr/>
          </p:nvSpPr>
          <p:spPr>
            <a:xfrm>
              <a:off x="4705925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8" name="pg3698"/>
            <p:cNvSpPr/>
            <p:nvPr/>
          </p:nvSpPr>
          <p:spPr>
            <a:xfrm>
              <a:off x="4717563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9" name="pg3699"/>
            <p:cNvSpPr/>
            <p:nvPr/>
          </p:nvSpPr>
          <p:spPr>
            <a:xfrm>
              <a:off x="472920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0" name="pg3700"/>
            <p:cNvSpPr/>
            <p:nvPr/>
          </p:nvSpPr>
          <p:spPr>
            <a:xfrm>
              <a:off x="287886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1" name="pg3701"/>
            <p:cNvSpPr/>
            <p:nvPr/>
          </p:nvSpPr>
          <p:spPr>
            <a:xfrm>
              <a:off x="2890502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2" name="pg3702"/>
            <p:cNvSpPr/>
            <p:nvPr/>
          </p:nvSpPr>
          <p:spPr>
            <a:xfrm>
              <a:off x="2902139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3" name="pg3703"/>
            <p:cNvSpPr/>
            <p:nvPr/>
          </p:nvSpPr>
          <p:spPr>
            <a:xfrm>
              <a:off x="2913777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4" name="pg3704"/>
            <p:cNvSpPr/>
            <p:nvPr/>
          </p:nvSpPr>
          <p:spPr>
            <a:xfrm>
              <a:off x="2925414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5" name="pg3705"/>
            <p:cNvSpPr/>
            <p:nvPr/>
          </p:nvSpPr>
          <p:spPr>
            <a:xfrm>
              <a:off x="454300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6" name="pg3706"/>
            <p:cNvSpPr/>
            <p:nvPr/>
          </p:nvSpPr>
          <p:spPr>
            <a:xfrm>
              <a:off x="455464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7" name="pg3707"/>
            <p:cNvSpPr/>
            <p:nvPr/>
          </p:nvSpPr>
          <p:spPr>
            <a:xfrm>
              <a:off x="4566278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8" name="pg3708"/>
            <p:cNvSpPr/>
            <p:nvPr/>
          </p:nvSpPr>
          <p:spPr>
            <a:xfrm>
              <a:off x="457791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9" name="pg3709"/>
            <p:cNvSpPr/>
            <p:nvPr/>
          </p:nvSpPr>
          <p:spPr>
            <a:xfrm>
              <a:off x="4589552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0" name="pg3710"/>
            <p:cNvSpPr/>
            <p:nvPr/>
          </p:nvSpPr>
          <p:spPr>
            <a:xfrm>
              <a:off x="460119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1" name="pg3711"/>
            <p:cNvSpPr/>
            <p:nvPr/>
          </p:nvSpPr>
          <p:spPr>
            <a:xfrm>
              <a:off x="4612827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2" name="pg3712"/>
            <p:cNvSpPr/>
            <p:nvPr/>
          </p:nvSpPr>
          <p:spPr>
            <a:xfrm>
              <a:off x="467101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3" name="pg3713"/>
            <p:cNvSpPr/>
            <p:nvPr/>
          </p:nvSpPr>
          <p:spPr>
            <a:xfrm>
              <a:off x="4682651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4" name="pg3714"/>
            <p:cNvSpPr/>
            <p:nvPr/>
          </p:nvSpPr>
          <p:spPr>
            <a:xfrm>
              <a:off x="4694288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5" name="pg3715"/>
            <p:cNvSpPr/>
            <p:nvPr/>
          </p:nvSpPr>
          <p:spPr>
            <a:xfrm>
              <a:off x="470592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6" name="pg3716"/>
            <p:cNvSpPr/>
            <p:nvPr/>
          </p:nvSpPr>
          <p:spPr>
            <a:xfrm>
              <a:off x="471756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7" name="pg3717"/>
            <p:cNvSpPr/>
            <p:nvPr/>
          </p:nvSpPr>
          <p:spPr>
            <a:xfrm>
              <a:off x="472920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8" name="pg3718"/>
            <p:cNvSpPr/>
            <p:nvPr/>
          </p:nvSpPr>
          <p:spPr>
            <a:xfrm>
              <a:off x="287886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9" name="pg3719"/>
            <p:cNvSpPr/>
            <p:nvPr/>
          </p:nvSpPr>
          <p:spPr>
            <a:xfrm>
              <a:off x="2890502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0" name="pg3720"/>
            <p:cNvSpPr/>
            <p:nvPr/>
          </p:nvSpPr>
          <p:spPr>
            <a:xfrm>
              <a:off x="2902139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1" name="pg3721"/>
            <p:cNvSpPr/>
            <p:nvPr/>
          </p:nvSpPr>
          <p:spPr>
            <a:xfrm>
              <a:off x="2913777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2" name="pg3722"/>
            <p:cNvSpPr/>
            <p:nvPr/>
          </p:nvSpPr>
          <p:spPr>
            <a:xfrm>
              <a:off x="2925414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3" name="pg3723"/>
            <p:cNvSpPr/>
            <p:nvPr/>
          </p:nvSpPr>
          <p:spPr>
            <a:xfrm>
              <a:off x="4566278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4" name="pg3724"/>
            <p:cNvSpPr/>
            <p:nvPr/>
          </p:nvSpPr>
          <p:spPr>
            <a:xfrm>
              <a:off x="457791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5" name="pg3725"/>
            <p:cNvSpPr/>
            <p:nvPr/>
          </p:nvSpPr>
          <p:spPr>
            <a:xfrm>
              <a:off x="4589552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6" name="pg3726"/>
            <p:cNvSpPr/>
            <p:nvPr/>
          </p:nvSpPr>
          <p:spPr>
            <a:xfrm>
              <a:off x="4601190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7" name="pg3727"/>
            <p:cNvSpPr/>
            <p:nvPr/>
          </p:nvSpPr>
          <p:spPr>
            <a:xfrm>
              <a:off x="4612827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8" name="pg3728"/>
            <p:cNvSpPr/>
            <p:nvPr/>
          </p:nvSpPr>
          <p:spPr>
            <a:xfrm>
              <a:off x="4671013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9" name="pg3729"/>
            <p:cNvSpPr/>
            <p:nvPr/>
          </p:nvSpPr>
          <p:spPr>
            <a:xfrm>
              <a:off x="4682651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0" name="pg3730"/>
            <p:cNvSpPr/>
            <p:nvPr/>
          </p:nvSpPr>
          <p:spPr>
            <a:xfrm>
              <a:off x="4694288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1" name="pg3731"/>
            <p:cNvSpPr/>
            <p:nvPr/>
          </p:nvSpPr>
          <p:spPr>
            <a:xfrm>
              <a:off x="470592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2" name="pg3732"/>
            <p:cNvSpPr/>
            <p:nvPr/>
          </p:nvSpPr>
          <p:spPr>
            <a:xfrm>
              <a:off x="4717563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3" name="pg3733"/>
            <p:cNvSpPr/>
            <p:nvPr/>
          </p:nvSpPr>
          <p:spPr>
            <a:xfrm>
              <a:off x="286722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4" name="pg3734"/>
            <p:cNvSpPr/>
            <p:nvPr/>
          </p:nvSpPr>
          <p:spPr>
            <a:xfrm>
              <a:off x="287886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5" name="pg3735"/>
            <p:cNvSpPr/>
            <p:nvPr/>
          </p:nvSpPr>
          <p:spPr>
            <a:xfrm>
              <a:off x="2890502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6" name="pg3736"/>
            <p:cNvSpPr/>
            <p:nvPr/>
          </p:nvSpPr>
          <p:spPr>
            <a:xfrm>
              <a:off x="2902139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7" name="pg3737"/>
            <p:cNvSpPr/>
            <p:nvPr/>
          </p:nvSpPr>
          <p:spPr>
            <a:xfrm>
              <a:off x="291377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8" name="pg3738"/>
            <p:cNvSpPr/>
            <p:nvPr/>
          </p:nvSpPr>
          <p:spPr>
            <a:xfrm>
              <a:off x="457791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9" name="pg3739"/>
            <p:cNvSpPr/>
            <p:nvPr/>
          </p:nvSpPr>
          <p:spPr>
            <a:xfrm>
              <a:off x="4589552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0" name="pg3740"/>
            <p:cNvSpPr/>
            <p:nvPr/>
          </p:nvSpPr>
          <p:spPr>
            <a:xfrm>
              <a:off x="4601190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1" name="pg3741"/>
            <p:cNvSpPr/>
            <p:nvPr/>
          </p:nvSpPr>
          <p:spPr>
            <a:xfrm>
              <a:off x="461282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2" name="pg3742"/>
            <p:cNvSpPr/>
            <p:nvPr/>
          </p:nvSpPr>
          <p:spPr>
            <a:xfrm>
              <a:off x="4624464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3" name="pg3743"/>
            <p:cNvSpPr/>
            <p:nvPr/>
          </p:nvSpPr>
          <p:spPr>
            <a:xfrm>
              <a:off x="4636101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4" name="pg3744"/>
            <p:cNvSpPr/>
            <p:nvPr/>
          </p:nvSpPr>
          <p:spPr>
            <a:xfrm>
              <a:off x="4659376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5" name="pg3745"/>
            <p:cNvSpPr/>
            <p:nvPr/>
          </p:nvSpPr>
          <p:spPr>
            <a:xfrm>
              <a:off x="4671013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6" name="pg3746"/>
            <p:cNvSpPr/>
            <p:nvPr/>
          </p:nvSpPr>
          <p:spPr>
            <a:xfrm>
              <a:off x="4682651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7" name="pg3747"/>
            <p:cNvSpPr/>
            <p:nvPr/>
          </p:nvSpPr>
          <p:spPr>
            <a:xfrm>
              <a:off x="4694288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8" name="pg3748"/>
            <p:cNvSpPr/>
            <p:nvPr/>
          </p:nvSpPr>
          <p:spPr>
            <a:xfrm>
              <a:off x="470592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9" name="pg3749"/>
            <p:cNvSpPr/>
            <p:nvPr/>
          </p:nvSpPr>
          <p:spPr>
            <a:xfrm>
              <a:off x="2855590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0" name="pg3750"/>
            <p:cNvSpPr/>
            <p:nvPr/>
          </p:nvSpPr>
          <p:spPr>
            <a:xfrm>
              <a:off x="286722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1" name="pg3751"/>
            <p:cNvSpPr/>
            <p:nvPr/>
          </p:nvSpPr>
          <p:spPr>
            <a:xfrm>
              <a:off x="287886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2" name="pg3752"/>
            <p:cNvSpPr/>
            <p:nvPr/>
          </p:nvSpPr>
          <p:spPr>
            <a:xfrm>
              <a:off x="2890502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3" name="pg3753"/>
            <p:cNvSpPr/>
            <p:nvPr/>
          </p:nvSpPr>
          <p:spPr>
            <a:xfrm>
              <a:off x="2902139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4" name="pg3754"/>
            <p:cNvSpPr/>
            <p:nvPr/>
          </p:nvSpPr>
          <p:spPr>
            <a:xfrm>
              <a:off x="291377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5" name="pg3755"/>
            <p:cNvSpPr/>
            <p:nvPr/>
          </p:nvSpPr>
          <p:spPr>
            <a:xfrm>
              <a:off x="457791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6" name="pg3756"/>
            <p:cNvSpPr/>
            <p:nvPr/>
          </p:nvSpPr>
          <p:spPr>
            <a:xfrm>
              <a:off x="4589552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7" name="pg3757"/>
            <p:cNvSpPr/>
            <p:nvPr/>
          </p:nvSpPr>
          <p:spPr>
            <a:xfrm>
              <a:off x="4601190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8" name="pg3758"/>
            <p:cNvSpPr/>
            <p:nvPr/>
          </p:nvSpPr>
          <p:spPr>
            <a:xfrm>
              <a:off x="461282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9" name="pg3759"/>
            <p:cNvSpPr/>
            <p:nvPr/>
          </p:nvSpPr>
          <p:spPr>
            <a:xfrm>
              <a:off x="4624464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0" name="pg3760"/>
            <p:cNvSpPr/>
            <p:nvPr/>
          </p:nvSpPr>
          <p:spPr>
            <a:xfrm>
              <a:off x="4636101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1" name="pg3761"/>
            <p:cNvSpPr/>
            <p:nvPr/>
          </p:nvSpPr>
          <p:spPr>
            <a:xfrm>
              <a:off x="4647739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2" name="pg3762"/>
            <p:cNvSpPr/>
            <p:nvPr/>
          </p:nvSpPr>
          <p:spPr>
            <a:xfrm>
              <a:off x="4659376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3" name="pg3763"/>
            <p:cNvSpPr/>
            <p:nvPr/>
          </p:nvSpPr>
          <p:spPr>
            <a:xfrm>
              <a:off x="4671013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4" name="pg3764"/>
            <p:cNvSpPr/>
            <p:nvPr/>
          </p:nvSpPr>
          <p:spPr>
            <a:xfrm>
              <a:off x="4682651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5" name="pg3765"/>
            <p:cNvSpPr/>
            <p:nvPr/>
          </p:nvSpPr>
          <p:spPr>
            <a:xfrm>
              <a:off x="4694288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6" name="pg3766"/>
            <p:cNvSpPr/>
            <p:nvPr/>
          </p:nvSpPr>
          <p:spPr>
            <a:xfrm>
              <a:off x="470592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7" name="pg3767"/>
            <p:cNvSpPr/>
            <p:nvPr/>
          </p:nvSpPr>
          <p:spPr>
            <a:xfrm>
              <a:off x="2855590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8" name="pg3768"/>
            <p:cNvSpPr/>
            <p:nvPr/>
          </p:nvSpPr>
          <p:spPr>
            <a:xfrm>
              <a:off x="2867227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9" name="pg3769"/>
            <p:cNvSpPr/>
            <p:nvPr/>
          </p:nvSpPr>
          <p:spPr>
            <a:xfrm>
              <a:off x="287886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0" name="pg3770"/>
            <p:cNvSpPr/>
            <p:nvPr/>
          </p:nvSpPr>
          <p:spPr>
            <a:xfrm>
              <a:off x="2890502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1" name="pg3771"/>
            <p:cNvSpPr/>
            <p:nvPr/>
          </p:nvSpPr>
          <p:spPr>
            <a:xfrm>
              <a:off x="2902139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2" name="pg3772"/>
            <p:cNvSpPr/>
            <p:nvPr/>
          </p:nvSpPr>
          <p:spPr>
            <a:xfrm>
              <a:off x="457791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3" name="pg3773"/>
            <p:cNvSpPr/>
            <p:nvPr/>
          </p:nvSpPr>
          <p:spPr>
            <a:xfrm>
              <a:off x="4589552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4" name="pg3774"/>
            <p:cNvSpPr/>
            <p:nvPr/>
          </p:nvSpPr>
          <p:spPr>
            <a:xfrm>
              <a:off x="4601190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5" name="pg3775"/>
            <p:cNvSpPr/>
            <p:nvPr/>
          </p:nvSpPr>
          <p:spPr>
            <a:xfrm>
              <a:off x="4612827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6" name="pg3776"/>
            <p:cNvSpPr/>
            <p:nvPr/>
          </p:nvSpPr>
          <p:spPr>
            <a:xfrm>
              <a:off x="4624464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7" name="pg3777"/>
            <p:cNvSpPr/>
            <p:nvPr/>
          </p:nvSpPr>
          <p:spPr>
            <a:xfrm>
              <a:off x="4636101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8" name="pg3778"/>
            <p:cNvSpPr/>
            <p:nvPr/>
          </p:nvSpPr>
          <p:spPr>
            <a:xfrm>
              <a:off x="4647739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9" name="pg3779"/>
            <p:cNvSpPr/>
            <p:nvPr/>
          </p:nvSpPr>
          <p:spPr>
            <a:xfrm>
              <a:off x="4659376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0" name="pg3780"/>
            <p:cNvSpPr/>
            <p:nvPr/>
          </p:nvSpPr>
          <p:spPr>
            <a:xfrm>
              <a:off x="4671013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1" name="pg3781"/>
            <p:cNvSpPr/>
            <p:nvPr/>
          </p:nvSpPr>
          <p:spPr>
            <a:xfrm>
              <a:off x="4682651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2" name="pg3782"/>
            <p:cNvSpPr/>
            <p:nvPr/>
          </p:nvSpPr>
          <p:spPr>
            <a:xfrm>
              <a:off x="4694288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3" name="pg3783"/>
            <p:cNvSpPr/>
            <p:nvPr/>
          </p:nvSpPr>
          <p:spPr>
            <a:xfrm>
              <a:off x="470592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4" name="pg3784"/>
            <p:cNvSpPr/>
            <p:nvPr/>
          </p:nvSpPr>
          <p:spPr>
            <a:xfrm>
              <a:off x="2855590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5" name="pg3785"/>
            <p:cNvSpPr/>
            <p:nvPr/>
          </p:nvSpPr>
          <p:spPr>
            <a:xfrm>
              <a:off x="2867227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6" name="pg3786"/>
            <p:cNvSpPr/>
            <p:nvPr/>
          </p:nvSpPr>
          <p:spPr>
            <a:xfrm>
              <a:off x="2878865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7" name="pg3787"/>
            <p:cNvSpPr/>
            <p:nvPr/>
          </p:nvSpPr>
          <p:spPr>
            <a:xfrm>
              <a:off x="2890502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8" name="pg3788"/>
            <p:cNvSpPr/>
            <p:nvPr/>
          </p:nvSpPr>
          <p:spPr>
            <a:xfrm>
              <a:off x="2902139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9" name="pg3789"/>
            <p:cNvSpPr/>
            <p:nvPr/>
          </p:nvSpPr>
          <p:spPr>
            <a:xfrm>
              <a:off x="4577915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0" name="pg3790"/>
            <p:cNvSpPr/>
            <p:nvPr/>
          </p:nvSpPr>
          <p:spPr>
            <a:xfrm>
              <a:off x="4589552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1" name="pg3791"/>
            <p:cNvSpPr/>
            <p:nvPr/>
          </p:nvSpPr>
          <p:spPr>
            <a:xfrm>
              <a:off x="4601190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2" name="pg3792"/>
            <p:cNvSpPr/>
            <p:nvPr/>
          </p:nvSpPr>
          <p:spPr>
            <a:xfrm>
              <a:off x="4612827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3" name="pg3793"/>
            <p:cNvSpPr/>
            <p:nvPr/>
          </p:nvSpPr>
          <p:spPr>
            <a:xfrm>
              <a:off x="4624464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4" name="pg3794"/>
            <p:cNvSpPr/>
            <p:nvPr/>
          </p:nvSpPr>
          <p:spPr>
            <a:xfrm>
              <a:off x="4636101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5" name="pg3795"/>
            <p:cNvSpPr/>
            <p:nvPr/>
          </p:nvSpPr>
          <p:spPr>
            <a:xfrm>
              <a:off x="4647739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6" name="pg3796"/>
            <p:cNvSpPr/>
            <p:nvPr/>
          </p:nvSpPr>
          <p:spPr>
            <a:xfrm>
              <a:off x="4659376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7" name="pg3797"/>
            <p:cNvSpPr/>
            <p:nvPr/>
          </p:nvSpPr>
          <p:spPr>
            <a:xfrm>
              <a:off x="4671013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8" name="pg3798"/>
            <p:cNvSpPr/>
            <p:nvPr/>
          </p:nvSpPr>
          <p:spPr>
            <a:xfrm>
              <a:off x="4682651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9" name="pg3799"/>
            <p:cNvSpPr/>
            <p:nvPr/>
          </p:nvSpPr>
          <p:spPr>
            <a:xfrm>
              <a:off x="4694288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0" name="pg3800"/>
            <p:cNvSpPr/>
            <p:nvPr/>
          </p:nvSpPr>
          <p:spPr>
            <a:xfrm>
              <a:off x="2843953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1" name="pg3801"/>
            <p:cNvSpPr/>
            <p:nvPr/>
          </p:nvSpPr>
          <p:spPr>
            <a:xfrm>
              <a:off x="2855590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2" name="pg3802"/>
            <p:cNvSpPr/>
            <p:nvPr/>
          </p:nvSpPr>
          <p:spPr>
            <a:xfrm>
              <a:off x="2867227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3" name="pg3803"/>
            <p:cNvSpPr/>
            <p:nvPr/>
          </p:nvSpPr>
          <p:spPr>
            <a:xfrm>
              <a:off x="2878865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4" name="pg3804"/>
            <p:cNvSpPr/>
            <p:nvPr/>
          </p:nvSpPr>
          <p:spPr>
            <a:xfrm>
              <a:off x="2890502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5" name="pg3805"/>
            <p:cNvSpPr/>
            <p:nvPr/>
          </p:nvSpPr>
          <p:spPr>
            <a:xfrm>
              <a:off x="4589552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6" name="pg3806"/>
            <p:cNvSpPr/>
            <p:nvPr/>
          </p:nvSpPr>
          <p:spPr>
            <a:xfrm>
              <a:off x="4601190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7" name="pg3807"/>
            <p:cNvSpPr/>
            <p:nvPr/>
          </p:nvSpPr>
          <p:spPr>
            <a:xfrm>
              <a:off x="4612827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8" name="pg3808"/>
            <p:cNvSpPr/>
            <p:nvPr/>
          </p:nvSpPr>
          <p:spPr>
            <a:xfrm>
              <a:off x="4624464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9" name="pg3809"/>
            <p:cNvSpPr/>
            <p:nvPr/>
          </p:nvSpPr>
          <p:spPr>
            <a:xfrm>
              <a:off x="4636101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0" name="pg3810"/>
            <p:cNvSpPr/>
            <p:nvPr/>
          </p:nvSpPr>
          <p:spPr>
            <a:xfrm>
              <a:off x="4647739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1" name="pg3811"/>
            <p:cNvSpPr/>
            <p:nvPr/>
          </p:nvSpPr>
          <p:spPr>
            <a:xfrm>
              <a:off x="4659376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2" name="pg3812"/>
            <p:cNvSpPr/>
            <p:nvPr/>
          </p:nvSpPr>
          <p:spPr>
            <a:xfrm>
              <a:off x="4671013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3" name="pg3813"/>
            <p:cNvSpPr/>
            <p:nvPr/>
          </p:nvSpPr>
          <p:spPr>
            <a:xfrm>
              <a:off x="4682651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4" name="pg3814"/>
            <p:cNvSpPr/>
            <p:nvPr/>
          </p:nvSpPr>
          <p:spPr>
            <a:xfrm>
              <a:off x="2843953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5" name="pg3815"/>
            <p:cNvSpPr/>
            <p:nvPr/>
          </p:nvSpPr>
          <p:spPr>
            <a:xfrm>
              <a:off x="2855590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6" name="pg3816"/>
            <p:cNvSpPr/>
            <p:nvPr/>
          </p:nvSpPr>
          <p:spPr>
            <a:xfrm>
              <a:off x="2867227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7" name="pg3817"/>
            <p:cNvSpPr/>
            <p:nvPr/>
          </p:nvSpPr>
          <p:spPr>
            <a:xfrm>
              <a:off x="2878865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8" name="pg3818"/>
            <p:cNvSpPr/>
            <p:nvPr/>
          </p:nvSpPr>
          <p:spPr>
            <a:xfrm>
              <a:off x="2890502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9" name="pg3819"/>
            <p:cNvSpPr/>
            <p:nvPr/>
          </p:nvSpPr>
          <p:spPr>
            <a:xfrm>
              <a:off x="4601190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0" name="pg3820"/>
            <p:cNvSpPr/>
            <p:nvPr/>
          </p:nvSpPr>
          <p:spPr>
            <a:xfrm>
              <a:off x="4612827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1" name="pg3821"/>
            <p:cNvSpPr/>
            <p:nvPr/>
          </p:nvSpPr>
          <p:spPr>
            <a:xfrm>
              <a:off x="4624464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2" name="pg3822"/>
            <p:cNvSpPr/>
            <p:nvPr/>
          </p:nvSpPr>
          <p:spPr>
            <a:xfrm>
              <a:off x="4636101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3" name="pg3823"/>
            <p:cNvSpPr/>
            <p:nvPr/>
          </p:nvSpPr>
          <p:spPr>
            <a:xfrm>
              <a:off x="4647739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4" name="pg3824"/>
            <p:cNvSpPr/>
            <p:nvPr/>
          </p:nvSpPr>
          <p:spPr>
            <a:xfrm>
              <a:off x="2843953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5" name="pg3825"/>
            <p:cNvSpPr/>
            <p:nvPr/>
          </p:nvSpPr>
          <p:spPr>
            <a:xfrm>
              <a:off x="2855590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6" name="pg3826"/>
            <p:cNvSpPr/>
            <p:nvPr/>
          </p:nvSpPr>
          <p:spPr>
            <a:xfrm>
              <a:off x="2867227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7" name="pg3827"/>
            <p:cNvSpPr/>
            <p:nvPr/>
          </p:nvSpPr>
          <p:spPr>
            <a:xfrm>
              <a:off x="2878865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8" name="pg3828"/>
            <p:cNvSpPr/>
            <p:nvPr/>
          </p:nvSpPr>
          <p:spPr>
            <a:xfrm>
              <a:off x="2890502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9" name="pg3829"/>
            <p:cNvSpPr/>
            <p:nvPr/>
          </p:nvSpPr>
          <p:spPr>
            <a:xfrm>
              <a:off x="2843953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0" name="pg3830"/>
            <p:cNvSpPr/>
            <p:nvPr/>
          </p:nvSpPr>
          <p:spPr>
            <a:xfrm>
              <a:off x="2855590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1" name="pg3831"/>
            <p:cNvSpPr/>
            <p:nvPr/>
          </p:nvSpPr>
          <p:spPr>
            <a:xfrm>
              <a:off x="2867227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2" name="pg3832"/>
            <p:cNvSpPr/>
            <p:nvPr/>
          </p:nvSpPr>
          <p:spPr>
            <a:xfrm>
              <a:off x="2878865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3" name="pg3833"/>
            <p:cNvSpPr/>
            <p:nvPr/>
          </p:nvSpPr>
          <p:spPr>
            <a:xfrm>
              <a:off x="2832315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4" name="pg3834"/>
            <p:cNvSpPr/>
            <p:nvPr/>
          </p:nvSpPr>
          <p:spPr>
            <a:xfrm>
              <a:off x="2843953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5" name="pg3835"/>
            <p:cNvSpPr/>
            <p:nvPr/>
          </p:nvSpPr>
          <p:spPr>
            <a:xfrm>
              <a:off x="2855590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6" name="pg3836"/>
            <p:cNvSpPr/>
            <p:nvPr/>
          </p:nvSpPr>
          <p:spPr>
            <a:xfrm>
              <a:off x="2867227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7" name="pg3837"/>
            <p:cNvSpPr/>
            <p:nvPr/>
          </p:nvSpPr>
          <p:spPr>
            <a:xfrm>
              <a:off x="2878865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8" name="pg3838"/>
            <p:cNvSpPr/>
            <p:nvPr/>
          </p:nvSpPr>
          <p:spPr>
            <a:xfrm>
              <a:off x="2832315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9" name="pg3839"/>
            <p:cNvSpPr/>
            <p:nvPr/>
          </p:nvSpPr>
          <p:spPr>
            <a:xfrm>
              <a:off x="2843953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0" name="pg3840"/>
            <p:cNvSpPr/>
            <p:nvPr/>
          </p:nvSpPr>
          <p:spPr>
            <a:xfrm>
              <a:off x="2855590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1" name="pg3841"/>
            <p:cNvSpPr/>
            <p:nvPr/>
          </p:nvSpPr>
          <p:spPr>
            <a:xfrm>
              <a:off x="2867227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2" name="pg3842"/>
            <p:cNvSpPr/>
            <p:nvPr/>
          </p:nvSpPr>
          <p:spPr>
            <a:xfrm>
              <a:off x="2878865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3" name="pg3843"/>
            <p:cNvSpPr/>
            <p:nvPr/>
          </p:nvSpPr>
          <p:spPr>
            <a:xfrm>
              <a:off x="2832315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4" name="pg3844"/>
            <p:cNvSpPr/>
            <p:nvPr/>
          </p:nvSpPr>
          <p:spPr>
            <a:xfrm>
              <a:off x="2843953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5" name="pg3845"/>
            <p:cNvSpPr/>
            <p:nvPr/>
          </p:nvSpPr>
          <p:spPr>
            <a:xfrm>
              <a:off x="2855590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6" name="pg3846"/>
            <p:cNvSpPr/>
            <p:nvPr/>
          </p:nvSpPr>
          <p:spPr>
            <a:xfrm>
              <a:off x="2867227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7" name="pg3847"/>
            <p:cNvSpPr/>
            <p:nvPr/>
          </p:nvSpPr>
          <p:spPr>
            <a:xfrm>
              <a:off x="2878865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8" name="pg3848"/>
            <p:cNvSpPr/>
            <p:nvPr/>
          </p:nvSpPr>
          <p:spPr>
            <a:xfrm>
              <a:off x="2832315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9" name="pg3849"/>
            <p:cNvSpPr/>
            <p:nvPr/>
          </p:nvSpPr>
          <p:spPr>
            <a:xfrm>
              <a:off x="2843953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0" name="pg3850"/>
            <p:cNvSpPr/>
            <p:nvPr/>
          </p:nvSpPr>
          <p:spPr>
            <a:xfrm>
              <a:off x="2855590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1" name="pg3851"/>
            <p:cNvSpPr/>
            <p:nvPr/>
          </p:nvSpPr>
          <p:spPr>
            <a:xfrm>
              <a:off x="2867227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2" name="pg3852"/>
            <p:cNvSpPr/>
            <p:nvPr/>
          </p:nvSpPr>
          <p:spPr>
            <a:xfrm>
              <a:off x="2832315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3" name="pg3853"/>
            <p:cNvSpPr/>
            <p:nvPr/>
          </p:nvSpPr>
          <p:spPr>
            <a:xfrm>
              <a:off x="2843953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4" name="pg3854"/>
            <p:cNvSpPr/>
            <p:nvPr/>
          </p:nvSpPr>
          <p:spPr>
            <a:xfrm>
              <a:off x="2855590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5" name="pg3855"/>
            <p:cNvSpPr/>
            <p:nvPr/>
          </p:nvSpPr>
          <p:spPr>
            <a:xfrm>
              <a:off x="2867227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6" name="pg3856"/>
            <p:cNvSpPr/>
            <p:nvPr/>
          </p:nvSpPr>
          <p:spPr>
            <a:xfrm>
              <a:off x="2832315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7" name="pg3857"/>
            <p:cNvSpPr/>
            <p:nvPr/>
          </p:nvSpPr>
          <p:spPr>
            <a:xfrm>
              <a:off x="2843953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8" name="pg3858"/>
            <p:cNvSpPr/>
            <p:nvPr/>
          </p:nvSpPr>
          <p:spPr>
            <a:xfrm>
              <a:off x="2855590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9" name="pg3859"/>
            <p:cNvSpPr/>
            <p:nvPr/>
          </p:nvSpPr>
          <p:spPr>
            <a:xfrm>
              <a:off x="2867227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0" name="pg3860"/>
            <p:cNvSpPr/>
            <p:nvPr/>
          </p:nvSpPr>
          <p:spPr>
            <a:xfrm>
              <a:off x="2832315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1" name="pg3861"/>
            <p:cNvSpPr/>
            <p:nvPr/>
          </p:nvSpPr>
          <p:spPr>
            <a:xfrm>
              <a:off x="2843953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2" name="pg3862"/>
            <p:cNvSpPr/>
            <p:nvPr/>
          </p:nvSpPr>
          <p:spPr>
            <a:xfrm>
              <a:off x="2855590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3" name="pg3863"/>
            <p:cNvSpPr/>
            <p:nvPr/>
          </p:nvSpPr>
          <p:spPr>
            <a:xfrm>
              <a:off x="2867227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4" name="pg3864"/>
            <p:cNvSpPr/>
            <p:nvPr/>
          </p:nvSpPr>
          <p:spPr>
            <a:xfrm>
              <a:off x="2832315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5" name="pg3865"/>
            <p:cNvSpPr/>
            <p:nvPr/>
          </p:nvSpPr>
          <p:spPr>
            <a:xfrm>
              <a:off x="2843953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6" name="pg3866"/>
            <p:cNvSpPr/>
            <p:nvPr/>
          </p:nvSpPr>
          <p:spPr>
            <a:xfrm>
              <a:off x="2855590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7" name="pg3867"/>
            <p:cNvSpPr/>
            <p:nvPr/>
          </p:nvSpPr>
          <p:spPr>
            <a:xfrm>
              <a:off x="2399291" y="2540116"/>
              <a:ext cx="3705599" cy="2850404"/>
            </a:xfrm>
            <a:custGeom>
              <a:avLst/>
              <a:gdLst/>
              <a:ahLst/>
              <a:cxnLst/>
              <a:rect l="0" t="0" r="0" b="0"/>
              <a:pathLst>
                <a:path w="3705599" h="2850404">
                  <a:moveTo>
                    <a:pt x="2893187" y="266106"/>
                  </a:moveTo>
                  <a:lnTo>
                    <a:pt x="2917831" y="266068"/>
                  </a:lnTo>
                  <a:lnTo>
                    <a:pt x="2961871" y="266005"/>
                  </a:lnTo>
                  <a:lnTo>
                    <a:pt x="3005910" y="265941"/>
                  </a:lnTo>
                  <a:lnTo>
                    <a:pt x="3049950" y="265884"/>
                  </a:lnTo>
                  <a:lnTo>
                    <a:pt x="3093989" y="265820"/>
                  </a:lnTo>
                  <a:lnTo>
                    <a:pt x="3138033" y="265757"/>
                  </a:lnTo>
                  <a:lnTo>
                    <a:pt x="3182073" y="265693"/>
                  </a:lnTo>
                  <a:lnTo>
                    <a:pt x="3226112" y="265630"/>
                  </a:lnTo>
                  <a:lnTo>
                    <a:pt x="3236535" y="240559"/>
                  </a:lnTo>
                  <a:lnTo>
                    <a:pt x="3246246" y="228887"/>
                  </a:lnTo>
                  <a:lnTo>
                    <a:pt x="3259547" y="232754"/>
                  </a:lnTo>
                  <a:lnTo>
                    <a:pt x="3266632" y="232430"/>
                  </a:lnTo>
                  <a:lnTo>
                    <a:pt x="3274508" y="226410"/>
                  </a:lnTo>
                  <a:lnTo>
                    <a:pt x="3280895" y="222752"/>
                  </a:lnTo>
                  <a:lnTo>
                    <a:pt x="3285102" y="223292"/>
                  </a:lnTo>
                  <a:lnTo>
                    <a:pt x="3288693" y="228804"/>
                  </a:lnTo>
                  <a:lnTo>
                    <a:pt x="3291680" y="232481"/>
                  </a:lnTo>
                  <a:lnTo>
                    <a:pt x="3295168" y="231408"/>
                  </a:lnTo>
                  <a:lnTo>
                    <a:pt x="3298155" y="226207"/>
                  </a:lnTo>
                  <a:lnTo>
                    <a:pt x="3298052" y="218993"/>
                  </a:lnTo>
                  <a:lnTo>
                    <a:pt x="3302140" y="213970"/>
                  </a:lnTo>
                  <a:lnTo>
                    <a:pt x="3306992" y="213201"/>
                  </a:lnTo>
                  <a:lnTo>
                    <a:pt x="3311478" y="213360"/>
                  </a:lnTo>
                  <a:lnTo>
                    <a:pt x="3313715" y="210909"/>
                  </a:lnTo>
                  <a:lnTo>
                    <a:pt x="3313467" y="207391"/>
                  </a:lnTo>
                  <a:lnTo>
                    <a:pt x="3311850" y="201726"/>
                  </a:lnTo>
                  <a:lnTo>
                    <a:pt x="3312398" y="194906"/>
                  </a:lnTo>
                  <a:lnTo>
                    <a:pt x="3323601" y="182859"/>
                  </a:lnTo>
                  <a:lnTo>
                    <a:pt x="3337337" y="174686"/>
                  </a:lnTo>
                  <a:lnTo>
                    <a:pt x="3342153" y="170603"/>
                  </a:lnTo>
                  <a:lnTo>
                    <a:pt x="3343554" y="162322"/>
                  </a:lnTo>
                  <a:lnTo>
                    <a:pt x="3351429" y="153717"/>
                  </a:lnTo>
                  <a:lnTo>
                    <a:pt x="3355367" y="148770"/>
                  </a:lnTo>
                  <a:lnTo>
                    <a:pt x="3356328" y="144471"/>
                  </a:lnTo>
                  <a:lnTo>
                    <a:pt x="3354287" y="139181"/>
                  </a:lnTo>
                  <a:lnTo>
                    <a:pt x="3354494" y="129097"/>
                  </a:lnTo>
                  <a:lnTo>
                    <a:pt x="3357202" y="117050"/>
                  </a:lnTo>
                  <a:lnTo>
                    <a:pt x="3360442" y="103930"/>
                  </a:lnTo>
                  <a:lnTo>
                    <a:pt x="3367703" y="92099"/>
                  </a:lnTo>
                  <a:lnTo>
                    <a:pt x="3379609" y="79195"/>
                  </a:lnTo>
                  <a:lnTo>
                    <a:pt x="3382673" y="62240"/>
                  </a:lnTo>
                  <a:lnTo>
                    <a:pt x="3385903" y="44357"/>
                  </a:lnTo>
                  <a:lnTo>
                    <a:pt x="3400295" y="26932"/>
                  </a:lnTo>
                  <a:lnTo>
                    <a:pt x="3416615" y="7169"/>
                  </a:lnTo>
                  <a:lnTo>
                    <a:pt x="3422535" y="0"/>
                  </a:lnTo>
                  <a:lnTo>
                    <a:pt x="3618932" y="0"/>
                  </a:lnTo>
                  <a:lnTo>
                    <a:pt x="3619257" y="14859"/>
                  </a:lnTo>
                  <a:lnTo>
                    <a:pt x="3619521" y="35130"/>
                  </a:lnTo>
                  <a:lnTo>
                    <a:pt x="3619800" y="56493"/>
                  </a:lnTo>
                  <a:lnTo>
                    <a:pt x="3620001" y="71740"/>
                  </a:lnTo>
                  <a:lnTo>
                    <a:pt x="3620347" y="92677"/>
                  </a:lnTo>
                  <a:lnTo>
                    <a:pt x="3620621" y="109334"/>
                  </a:lnTo>
                  <a:lnTo>
                    <a:pt x="3620988" y="131078"/>
                  </a:lnTo>
                  <a:lnTo>
                    <a:pt x="3621179" y="142699"/>
                  </a:lnTo>
                  <a:lnTo>
                    <a:pt x="3623045" y="146052"/>
                  </a:lnTo>
                  <a:lnTo>
                    <a:pt x="3621924" y="150631"/>
                  </a:lnTo>
                  <a:lnTo>
                    <a:pt x="3621433" y="152923"/>
                  </a:lnTo>
                  <a:lnTo>
                    <a:pt x="3621552" y="154746"/>
                  </a:lnTo>
                  <a:lnTo>
                    <a:pt x="3622296" y="157038"/>
                  </a:lnTo>
                  <a:lnTo>
                    <a:pt x="3622172" y="160245"/>
                  </a:lnTo>
                  <a:lnTo>
                    <a:pt x="3620435" y="163147"/>
                  </a:lnTo>
                  <a:lnTo>
                    <a:pt x="3619567" y="166500"/>
                  </a:lnTo>
                  <a:lnTo>
                    <a:pt x="3619319" y="171993"/>
                  </a:lnTo>
                  <a:lnTo>
                    <a:pt x="3621179" y="175353"/>
                  </a:lnTo>
                  <a:lnTo>
                    <a:pt x="3624285" y="177334"/>
                  </a:lnTo>
                  <a:lnTo>
                    <a:pt x="3626895" y="177334"/>
                  </a:lnTo>
                  <a:lnTo>
                    <a:pt x="3630249" y="179322"/>
                  </a:lnTo>
                  <a:lnTo>
                    <a:pt x="3634595" y="182834"/>
                  </a:lnTo>
                  <a:lnTo>
                    <a:pt x="3641173" y="185882"/>
                  </a:lnTo>
                  <a:lnTo>
                    <a:pt x="3648005" y="186949"/>
                  </a:lnTo>
                  <a:lnTo>
                    <a:pt x="3652723" y="186187"/>
                  </a:lnTo>
                  <a:lnTo>
                    <a:pt x="3658434" y="188174"/>
                  </a:lnTo>
                  <a:lnTo>
                    <a:pt x="3660423" y="193058"/>
                  </a:lnTo>
                  <a:lnTo>
                    <a:pt x="3659307" y="197630"/>
                  </a:lnTo>
                  <a:lnTo>
                    <a:pt x="3656077" y="199770"/>
                  </a:lnTo>
                  <a:lnTo>
                    <a:pt x="3652599" y="201453"/>
                  </a:lnTo>
                  <a:lnTo>
                    <a:pt x="3651979" y="204958"/>
                  </a:lnTo>
                  <a:lnTo>
                    <a:pt x="3653715" y="208623"/>
                  </a:lnTo>
                  <a:lnTo>
                    <a:pt x="3656201" y="211829"/>
                  </a:lnTo>
                  <a:lnTo>
                    <a:pt x="3658935" y="217462"/>
                  </a:lnTo>
                  <a:lnTo>
                    <a:pt x="3657813" y="222346"/>
                  </a:lnTo>
                  <a:lnTo>
                    <a:pt x="3655333" y="226467"/>
                  </a:lnTo>
                  <a:lnTo>
                    <a:pt x="3654212" y="230735"/>
                  </a:lnTo>
                  <a:lnTo>
                    <a:pt x="3656325" y="234405"/>
                  </a:lnTo>
                  <a:lnTo>
                    <a:pt x="3661912" y="239282"/>
                  </a:lnTo>
                  <a:lnTo>
                    <a:pt x="3665389" y="244013"/>
                  </a:lnTo>
                  <a:lnTo>
                    <a:pt x="3670857" y="246611"/>
                  </a:lnTo>
                  <a:lnTo>
                    <a:pt x="3673461" y="244775"/>
                  </a:lnTo>
                  <a:lnTo>
                    <a:pt x="3675575" y="242330"/>
                  </a:lnTo>
                  <a:lnTo>
                    <a:pt x="3677807" y="240501"/>
                  </a:lnTo>
                  <a:lnTo>
                    <a:pt x="3681657" y="241575"/>
                  </a:lnTo>
                  <a:lnTo>
                    <a:pt x="3686127" y="242946"/>
                  </a:lnTo>
                  <a:lnTo>
                    <a:pt x="3691011" y="244578"/>
                  </a:lnTo>
                  <a:lnTo>
                    <a:pt x="3690427" y="248535"/>
                  </a:lnTo>
                  <a:lnTo>
                    <a:pt x="3693404" y="255203"/>
                  </a:lnTo>
                  <a:lnTo>
                    <a:pt x="3695708" y="268024"/>
                  </a:lnTo>
                  <a:lnTo>
                    <a:pt x="3692169" y="273847"/>
                  </a:lnTo>
                  <a:lnTo>
                    <a:pt x="3692928" y="281563"/>
                  </a:lnTo>
                  <a:lnTo>
                    <a:pt x="3702742" y="283811"/>
                  </a:lnTo>
                  <a:lnTo>
                    <a:pt x="3705129" y="286173"/>
                  </a:lnTo>
                  <a:lnTo>
                    <a:pt x="3705599" y="289025"/>
                  </a:lnTo>
                  <a:lnTo>
                    <a:pt x="3683983" y="308806"/>
                  </a:lnTo>
                  <a:lnTo>
                    <a:pt x="3665694" y="306037"/>
                  </a:lnTo>
                  <a:lnTo>
                    <a:pt x="3655772" y="311283"/>
                  </a:lnTo>
                  <a:lnTo>
                    <a:pt x="3645380" y="312813"/>
                  </a:lnTo>
                  <a:lnTo>
                    <a:pt x="3640822" y="321653"/>
                  </a:lnTo>
                  <a:lnTo>
                    <a:pt x="3635117" y="323526"/>
                  </a:lnTo>
                  <a:lnTo>
                    <a:pt x="3627303" y="322993"/>
                  </a:lnTo>
                  <a:lnTo>
                    <a:pt x="3620565" y="320497"/>
                  </a:lnTo>
                  <a:lnTo>
                    <a:pt x="3615423" y="321723"/>
                  </a:lnTo>
                  <a:lnTo>
                    <a:pt x="3608229" y="337675"/>
                  </a:lnTo>
                  <a:lnTo>
                    <a:pt x="3602338" y="336284"/>
                  </a:lnTo>
                  <a:lnTo>
                    <a:pt x="3599992" y="342025"/>
                  </a:lnTo>
                  <a:lnTo>
                    <a:pt x="3596912" y="344534"/>
                  </a:lnTo>
                  <a:lnTo>
                    <a:pt x="3592395" y="346686"/>
                  </a:lnTo>
                  <a:lnTo>
                    <a:pt x="3588473" y="339599"/>
                  </a:lnTo>
                  <a:lnTo>
                    <a:pt x="3585977" y="332862"/>
                  </a:lnTo>
                  <a:lnTo>
                    <a:pt x="3582298" y="331382"/>
                  </a:lnTo>
                  <a:lnTo>
                    <a:pt x="3577409" y="329661"/>
                  </a:lnTo>
                  <a:lnTo>
                    <a:pt x="3572381" y="329718"/>
                  </a:lnTo>
                  <a:lnTo>
                    <a:pt x="3569027" y="330683"/>
                  </a:lnTo>
                  <a:lnTo>
                    <a:pt x="3564867" y="335040"/>
                  </a:lnTo>
                  <a:lnTo>
                    <a:pt x="3558836" y="338780"/>
                  </a:lnTo>
                  <a:lnTo>
                    <a:pt x="3554273" y="335662"/>
                  </a:lnTo>
                  <a:lnTo>
                    <a:pt x="3550702" y="330652"/>
                  </a:lnTo>
                  <a:lnTo>
                    <a:pt x="3547648" y="338710"/>
                  </a:lnTo>
                  <a:lnTo>
                    <a:pt x="3543204" y="347220"/>
                  </a:lnTo>
                  <a:lnTo>
                    <a:pt x="3543943" y="357145"/>
                  </a:lnTo>
                  <a:lnTo>
                    <a:pt x="3542031" y="363032"/>
                  </a:lnTo>
                  <a:lnTo>
                    <a:pt x="3537814" y="361445"/>
                  </a:lnTo>
                  <a:lnTo>
                    <a:pt x="3533618" y="356282"/>
                  </a:lnTo>
                  <a:lnTo>
                    <a:pt x="3521840" y="352154"/>
                  </a:lnTo>
                  <a:lnTo>
                    <a:pt x="3512461" y="352535"/>
                  </a:lnTo>
                  <a:lnTo>
                    <a:pt x="3514368" y="347023"/>
                  </a:lnTo>
                  <a:lnTo>
                    <a:pt x="3523236" y="339110"/>
                  </a:lnTo>
                  <a:lnTo>
                    <a:pt x="3520507" y="337561"/>
                  </a:lnTo>
                  <a:lnTo>
                    <a:pt x="3516156" y="338659"/>
                  </a:lnTo>
                  <a:lnTo>
                    <a:pt x="3514259" y="337561"/>
                  </a:lnTo>
                  <a:lnTo>
                    <a:pt x="3517370" y="330372"/>
                  </a:lnTo>
                  <a:lnTo>
                    <a:pt x="3517670" y="322441"/>
                  </a:lnTo>
                  <a:lnTo>
                    <a:pt x="3513701" y="325216"/>
                  </a:lnTo>
                  <a:lnTo>
                    <a:pt x="3508709" y="333585"/>
                  </a:lnTo>
                  <a:lnTo>
                    <a:pt x="3496632" y="340247"/>
                  </a:lnTo>
                  <a:lnTo>
                    <a:pt x="3497195" y="351398"/>
                  </a:lnTo>
                  <a:lnTo>
                    <a:pt x="3485826" y="374253"/>
                  </a:lnTo>
                  <a:lnTo>
                    <a:pt x="3485320" y="383982"/>
                  </a:lnTo>
                  <a:lnTo>
                    <a:pt x="3478028" y="391749"/>
                  </a:lnTo>
                  <a:lnTo>
                    <a:pt x="3468628" y="398429"/>
                  </a:lnTo>
                  <a:lnTo>
                    <a:pt x="3456091" y="396550"/>
                  </a:lnTo>
                  <a:lnTo>
                    <a:pt x="3446521" y="402354"/>
                  </a:lnTo>
                  <a:lnTo>
                    <a:pt x="3441663" y="409015"/>
                  </a:lnTo>
                  <a:lnTo>
                    <a:pt x="3437441" y="410019"/>
                  </a:lnTo>
                  <a:lnTo>
                    <a:pt x="3435240" y="401535"/>
                  </a:lnTo>
                  <a:lnTo>
                    <a:pt x="3433638" y="398912"/>
                  </a:lnTo>
                  <a:lnTo>
                    <a:pt x="3430113" y="411422"/>
                  </a:lnTo>
                  <a:lnTo>
                    <a:pt x="3426522" y="412197"/>
                  </a:lnTo>
                  <a:lnTo>
                    <a:pt x="3425163" y="403325"/>
                  </a:lnTo>
                  <a:lnTo>
                    <a:pt x="3423457" y="397464"/>
                  </a:lnTo>
                  <a:lnTo>
                    <a:pt x="3418563" y="402519"/>
                  </a:lnTo>
                  <a:lnTo>
                    <a:pt x="3415313" y="415918"/>
                  </a:lnTo>
                  <a:lnTo>
                    <a:pt x="3411907" y="414788"/>
                  </a:lnTo>
                  <a:lnTo>
                    <a:pt x="3410822" y="409803"/>
                  </a:lnTo>
                  <a:lnTo>
                    <a:pt x="3408383" y="408291"/>
                  </a:lnTo>
                  <a:lnTo>
                    <a:pt x="3407546" y="413988"/>
                  </a:lnTo>
                  <a:lnTo>
                    <a:pt x="3408776" y="422002"/>
                  </a:lnTo>
                  <a:lnTo>
                    <a:pt x="3407003" y="426282"/>
                  </a:lnTo>
                  <a:lnTo>
                    <a:pt x="3403618" y="423996"/>
                  </a:lnTo>
                  <a:lnTo>
                    <a:pt x="3400213" y="420141"/>
                  </a:lnTo>
                  <a:lnTo>
                    <a:pt x="3394595" y="423069"/>
                  </a:lnTo>
                  <a:lnTo>
                    <a:pt x="3389438" y="424256"/>
                  </a:lnTo>
                  <a:lnTo>
                    <a:pt x="3389417" y="420332"/>
                  </a:lnTo>
                  <a:lnTo>
                    <a:pt x="3390399" y="415518"/>
                  </a:lnTo>
                  <a:lnTo>
                    <a:pt x="3380121" y="418179"/>
                  </a:lnTo>
                  <a:lnTo>
                    <a:pt x="3367796" y="427057"/>
                  </a:lnTo>
                  <a:lnTo>
                    <a:pt x="3358225" y="439339"/>
                  </a:lnTo>
                  <a:lnTo>
                    <a:pt x="3361543" y="441383"/>
                  </a:lnTo>
                  <a:lnTo>
                    <a:pt x="3365279" y="445295"/>
                  </a:lnTo>
                  <a:lnTo>
                    <a:pt x="3348654" y="464270"/>
                  </a:lnTo>
                  <a:lnTo>
                    <a:pt x="3331611" y="481359"/>
                  </a:lnTo>
                  <a:lnTo>
                    <a:pt x="3318738" y="509244"/>
                  </a:lnTo>
                  <a:lnTo>
                    <a:pt x="3313571" y="512508"/>
                  </a:lnTo>
                  <a:lnTo>
                    <a:pt x="3309132" y="517620"/>
                  </a:lnTo>
                  <a:lnTo>
                    <a:pt x="3304419" y="534455"/>
                  </a:lnTo>
                  <a:lnTo>
                    <a:pt x="3298977" y="549442"/>
                  </a:lnTo>
                  <a:lnTo>
                    <a:pt x="3302021" y="556116"/>
                  </a:lnTo>
                  <a:lnTo>
                    <a:pt x="3304026" y="562981"/>
                  </a:lnTo>
                  <a:lnTo>
                    <a:pt x="3308858" y="569737"/>
                  </a:lnTo>
                  <a:lnTo>
                    <a:pt x="3312966" y="570347"/>
                  </a:lnTo>
                  <a:lnTo>
                    <a:pt x="3317415" y="569128"/>
                  </a:lnTo>
                  <a:lnTo>
                    <a:pt x="3320681" y="569414"/>
                  </a:lnTo>
                  <a:lnTo>
                    <a:pt x="3322780" y="572284"/>
                  </a:lnTo>
                  <a:lnTo>
                    <a:pt x="3321849" y="575726"/>
                  </a:lnTo>
                  <a:lnTo>
                    <a:pt x="3316718" y="576583"/>
                  </a:lnTo>
                  <a:lnTo>
                    <a:pt x="3307147" y="582603"/>
                  </a:lnTo>
                  <a:lnTo>
                    <a:pt x="3298755" y="584915"/>
                  </a:lnTo>
                  <a:lnTo>
                    <a:pt x="3294548" y="592192"/>
                  </a:lnTo>
                  <a:lnTo>
                    <a:pt x="3288244" y="600600"/>
                  </a:lnTo>
                  <a:lnTo>
                    <a:pt x="3275996" y="613720"/>
                  </a:lnTo>
                  <a:lnTo>
                    <a:pt x="3281231" y="617765"/>
                  </a:lnTo>
                  <a:lnTo>
                    <a:pt x="3300150" y="622325"/>
                  </a:lnTo>
                  <a:lnTo>
                    <a:pt x="3308584" y="627018"/>
                  </a:lnTo>
                  <a:lnTo>
                    <a:pt x="3321348" y="651524"/>
                  </a:lnTo>
                  <a:lnTo>
                    <a:pt x="3318433" y="653975"/>
                  </a:lnTo>
                  <a:lnTo>
                    <a:pt x="3317276" y="658465"/>
                  </a:lnTo>
                  <a:lnTo>
                    <a:pt x="3328624" y="664765"/>
                  </a:lnTo>
                  <a:lnTo>
                    <a:pt x="3332247" y="682362"/>
                  </a:lnTo>
                  <a:lnTo>
                    <a:pt x="3341564" y="688350"/>
                  </a:lnTo>
                  <a:lnTo>
                    <a:pt x="3355450" y="692033"/>
                  </a:lnTo>
                  <a:lnTo>
                    <a:pt x="3372431" y="686712"/>
                  </a:lnTo>
                  <a:lnTo>
                    <a:pt x="3386570" y="679390"/>
                  </a:lnTo>
                  <a:lnTo>
                    <a:pt x="3386074" y="673388"/>
                  </a:lnTo>
                  <a:lnTo>
                    <a:pt x="3377191" y="659424"/>
                  </a:lnTo>
                  <a:lnTo>
                    <a:pt x="3375051" y="652864"/>
                  </a:lnTo>
                  <a:lnTo>
                    <a:pt x="3368457" y="648616"/>
                  </a:lnTo>
                  <a:lnTo>
                    <a:pt x="3365951" y="652216"/>
                  </a:lnTo>
                  <a:lnTo>
                    <a:pt x="3361687" y="647542"/>
                  </a:lnTo>
                  <a:lnTo>
                    <a:pt x="3361207" y="644920"/>
                  </a:lnTo>
                  <a:lnTo>
                    <a:pt x="3365181" y="643643"/>
                  </a:lnTo>
                  <a:lnTo>
                    <a:pt x="3369801" y="644151"/>
                  </a:lnTo>
                  <a:lnTo>
                    <a:pt x="3375191" y="646596"/>
                  </a:lnTo>
                  <a:lnTo>
                    <a:pt x="3389061" y="661818"/>
                  </a:lnTo>
                  <a:lnTo>
                    <a:pt x="3392900" y="681771"/>
                  </a:lnTo>
                  <a:lnTo>
                    <a:pt x="3393722" y="694440"/>
                  </a:lnTo>
                  <a:lnTo>
                    <a:pt x="3392156" y="698771"/>
                  </a:lnTo>
                  <a:lnTo>
                    <a:pt x="3388120" y="697882"/>
                  </a:lnTo>
                  <a:lnTo>
                    <a:pt x="3380420" y="698746"/>
                  </a:lnTo>
                  <a:lnTo>
                    <a:pt x="3343890" y="705306"/>
                  </a:lnTo>
                  <a:lnTo>
                    <a:pt x="3335776" y="711084"/>
                  </a:lnTo>
                  <a:lnTo>
                    <a:pt x="3317173" y="717359"/>
                  </a:lnTo>
                  <a:lnTo>
                    <a:pt x="3316015" y="714228"/>
                  </a:lnTo>
                  <a:lnTo>
                    <a:pt x="3317359" y="707750"/>
                  </a:lnTo>
                  <a:lnTo>
                    <a:pt x="3316186" y="694484"/>
                  </a:lnTo>
                  <a:lnTo>
                    <a:pt x="3312516" y="693868"/>
                  </a:lnTo>
                  <a:lnTo>
                    <a:pt x="3283613" y="715498"/>
                  </a:lnTo>
                  <a:lnTo>
                    <a:pt x="3272441" y="716857"/>
                  </a:lnTo>
                  <a:lnTo>
                    <a:pt x="3263046" y="723188"/>
                  </a:lnTo>
                  <a:lnTo>
                    <a:pt x="3260943" y="719676"/>
                  </a:lnTo>
                  <a:lnTo>
                    <a:pt x="3259263" y="703458"/>
                  </a:lnTo>
                  <a:lnTo>
                    <a:pt x="3265144" y="689855"/>
                  </a:lnTo>
                  <a:lnTo>
                    <a:pt x="3262012" y="690071"/>
                  </a:lnTo>
                  <a:lnTo>
                    <a:pt x="3252194" y="698238"/>
                  </a:lnTo>
                  <a:lnTo>
                    <a:pt x="3247997" y="693214"/>
                  </a:lnTo>
                  <a:lnTo>
                    <a:pt x="3245894" y="687702"/>
                  </a:lnTo>
                  <a:lnTo>
                    <a:pt x="3242871" y="684584"/>
                  </a:lnTo>
                  <a:lnTo>
                    <a:pt x="3239595" y="683403"/>
                  </a:lnTo>
                  <a:lnTo>
                    <a:pt x="3242396" y="695443"/>
                  </a:lnTo>
                  <a:lnTo>
                    <a:pt x="3235740" y="704474"/>
                  </a:lnTo>
                  <a:lnTo>
                    <a:pt x="3233915" y="727830"/>
                  </a:lnTo>
                  <a:lnTo>
                    <a:pt x="3225549" y="737553"/>
                  </a:lnTo>
                  <a:lnTo>
                    <a:pt x="3199467" y="743802"/>
                  </a:lnTo>
                  <a:lnTo>
                    <a:pt x="3182465" y="742481"/>
                  </a:lnTo>
                  <a:lnTo>
                    <a:pt x="3167231" y="744424"/>
                  </a:lnTo>
                  <a:lnTo>
                    <a:pt x="3146974" y="748907"/>
                  </a:lnTo>
                  <a:lnTo>
                    <a:pt x="3135780" y="746240"/>
                  </a:lnTo>
                  <a:lnTo>
                    <a:pt x="3124313" y="750971"/>
                  </a:lnTo>
                  <a:lnTo>
                    <a:pt x="3085390" y="752260"/>
                  </a:lnTo>
                  <a:lnTo>
                    <a:pt x="3077183" y="749752"/>
                  </a:lnTo>
                  <a:lnTo>
                    <a:pt x="3066703" y="758687"/>
                  </a:lnTo>
                  <a:lnTo>
                    <a:pt x="3049924" y="763970"/>
                  </a:lnTo>
                  <a:lnTo>
                    <a:pt x="3007512" y="783993"/>
                  </a:lnTo>
                  <a:lnTo>
                    <a:pt x="2998159" y="791277"/>
                  </a:lnTo>
                  <a:lnTo>
                    <a:pt x="2986769" y="802651"/>
                  </a:lnTo>
                  <a:lnTo>
                    <a:pt x="2979121" y="808766"/>
                  </a:lnTo>
                  <a:lnTo>
                    <a:pt x="2972832" y="810754"/>
                  </a:lnTo>
                  <a:lnTo>
                    <a:pt x="2968966" y="815847"/>
                  </a:lnTo>
                  <a:lnTo>
                    <a:pt x="2964744" y="819174"/>
                  </a:lnTo>
                  <a:lnTo>
                    <a:pt x="2968821" y="807807"/>
                  </a:lnTo>
                  <a:lnTo>
                    <a:pt x="2973250" y="798224"/>
                  </a:lnTo>
                  <a:lnTo>
                    <a:pt x="2976930" y="779662"/>
                  </a:lnTo>
                  <a:lnTo>
                    <a:pt x="2975844" y="764650"/>
                  </a:lnTo>
                  <a:lnTo>
                    <a:pt x="2971281" y="758477"/>
                  </a:lnTo>
                  <a:lnTo>
                    <a:pt x="2966563" y="754362"/>
                  </a:lnTo>
                  <a:lnTo>
                    <a:pt x="2972093" y="769178"/>
                  </a:lnTo>
                  <a:lnTo>
                    <a:pt x="2972987" y="787346"/>
                  </a:lnTo>
                  <a:lnTo>
                    <a:pt x="2971085" y="797989"/>
                  </a:lnTo>
                  <a:lnTo>
                    <a:pt x="2960682" y="818520"/>
                  </a:lnTo>
                  <a:lnTo>
                    <a:pt x="2956253" y="823302"/>
                  </a:lnTo>
                  <a:lnTo>
                    <a:pt x="2951075" y="827506"/>
                  </a:lnTo>
                  <a:lnTo>
                    <a:pt x="2947174" y="829335"/>
                  </a:lnTo>
                  <a:lnTo>
                    <a:pt x="2943572" y="832618"/>
                  </a:lnTo>
                  <a:lnTo>
                    <a:pt x="2939386" y="837819"/>
                  </a:lnTo>
                  <a:lnTo>
                    <a:pt x="2935417" y="848145"/>
                  </a:lnTo>
                  <a:lnTo>
                    <a:pt x="2937820" y="857556"/>
                  </a:lnTo>
                  <a:lnTo>
                    <a:pt x="2958104" y="860992"/>
                  </a:lnTo>
                  <a:lnTo>
                    <a:pt x="2963545" y="858090"/>
                  </a:lnTo>
                  <a:lnTo>
                    <a:pt x="2966315" y="864827"/>
                  </a:lnTo>
                  <a:lnTo>
                    <a:pt x="2967865" y="874188"/>
                  </a:lnTo>
                  <a:lnTo>
                    <a:pt x="2966346" y="884310"/>
                  </a:lnTo>
                  <a:lnTo>
                    <a:pt x="2962956" y="894611"/>
                  </a:lnTo>
                  <a:lnTo>
                    <a:pt x="2960382" y="907400"/>
                  </a:lnTo>
                  <a:lnTo>
                    <a:pt x="2958202" y="926902"/>
                  </a:lnTo>
                  <a:lnTo>
                    <a:pt x="2954920" y="944449"/>
                  </a:lnTo>
                  <a:lnTo>
                    <a:pt x="2954491" y="939121"/>
                  </a:lnTo>
                  <a:lnTo>
                    <a:pt x="2956543" y="917790"/>
                  </a:lnTo>
                  <a:lnTo>
                    <a:pt x="2953220" y="920019"/>
                  </a:lnTo>
                  <a:lnTo>
                    <a:pt x="2950931" y="924940"/>
                  </a:lnTo>
                  <a:lnTo>
                    <a:pt x="2944740" y="952450"/>
                  </a:lnTo>
                  <a:lnTo>
                    <a:pt x="2936229" y="967113"/>
                  </a:lnTo>
                  <a:lnTo>
                    <a:pt x="2928389" y="977255"/>
                  </a:lnTo>
                  <a:lnTo>
                    <a:pt x="2920302" y="975578"/>
                  </a:lnTo>
                  <a:lnTo>
                    <a:pt x="2922121" y="983637"/>
                  </a:lnTo>
                  <a:lnTo>
                    <a:pt x="2919899" y="987834"/>
                  </a:lnTo>
                  <a:lnTo>
                    <a:pt x="2917997" y="996592"/>
                  </a:lnTo>
                  <a:lnTo>
                    <a:pt x="2913175" y="1002396"/>
                  </a:lnTo>
                  <a:lnTo>
                    <a:pt x="2908643" y="1001837"/>
                  </a:lnTo>
                  <a:lnTo>
                    <a:pt x="2902132" y="1005838"/>
                  </a:lnTo>
                  <a:lnTo>
                    <a:pt x="2899564" y="1008899"/>
                  </a:lnTo>
                  <a:lnTo>
                    <a:pt x="2899372" y="1014760"/>
                  </a:lnTo>
                  <a:lnTo>
                    <a:pt x="2895016" y="1019917"/>
                  </a:lnTo>
                  <a:lnTo>
                    <a:pt x="2879296" y="1046703"/>
                  </a:lnTo>
                  <a:lnTo>
                    <a:pt x="2865648" y="1054609"/>
                  </a:lnTo>
                  <a:lnTo>
                    <a:pt x="2862382" y="1053459"/>
                  </a:lnTo>
                  <a:lnTo>
                    <a:pt x="2865978" y="1040816"/>
                  </a:lnTo>
                  <a:lnTo>
                    <a:pt x="2868443" y="1028032"/>
                  </a:lnTo>
                  <a:lnTo>
                    <a:pt x="2860160" y="1022469"/>
                  </a:lnTo>
                  <a:lnTo>
                    <a:pt x="2852232" y="1019529"/>
                  </a:lnTo>
                  <a:lnTo>
                    <a:pt x="2843137" y="1019917"/>
                  </a:lnTo>
                  <a:lnTo>
                    <a:pt x="2833091" y="1009978"/>
                  </a:lnTo>
                  <a:lnTo>
                    <a:pt x="2820141" y="1002751"/>
                  </a:lnTo>
                  <a:lnTo>
                    <a:pt x="2802064" y="983199"/>
                  </a:lnTo>
                  <a:lnTo>
                    <a:pt x="2802591" y="977775"/>
                  </a:lnTo>
                  <a:lnTo>
                    <a:pt x="2802136" y="968675"/>
                  </a:lnTo>
                  <a:lnTo>
                    <a:pt x="2807630" y="954298"/>
                  </a:lnTo>
                  <a:lnTo>
                    <a:pt x="2812896" y="944245"/>
                  </a:lnTo>
                  <a:lnTo>
                    <a:pt x="2820167" y="939038"/>
                  </a:lnTo>
                  <a:lnTo>
                    <a:pt x="2841266" y="933735"/>
                  </a:lnTo>
                  <a:lnTo>
                    <a:pt x="2846558" y="925759"/>
                  </a:lnTo>
                  <a:lnTo>
                    <a:pt x="2849695" y="919041"/>
                  </a:lnTo>
                  <a:lnTo>
                    <a:pt x="2839241" y="930579"/>
                  </a:lnTo>
                  <a:lnTo>
                    <a:pt x="2823582" y="934491"/>
                  </a:lnTo>
                  <a:lnTo>
                    <a:pt x="2815144" y="938797"/>
                  </a:lnTo>
                  <a:lnTo>
                    <a:pt x="2808395" y="945382"/>
                  </a:lnTo>
                  <a:lnTo>
                    <a:pt x="2804400" y="953650"/>
                  </a:lnTo>
                  <a:lnTo>
                    <a:pt x="2795356" y="963614"/>
                  </a:lnTo>
                  <a:lnTo>
                    <a:pt x="2795992" y="970288"/>
                  </a:lnTo>
                  <a:lnTo>
                    <a:pt x="2797506" y="975032"/>
                  </a:lnTo>
                  <a:lnTo>
                    <a:pt x="2796808" y="984920"/>
                  </a:lnTo>
                  <a:lnTo>
                    <a:pt x="2802529" y="994559"/>
                  </a:lnTo>
                  <a:lnTo>
                    <a:pt x="2813872" y="1010353"/>
                  </a:lnTo>
                  <a:lnTo>
                    <a:pt x="2816038" y="1034884"/>
                  </a:lnTo>
                  <a:lnTo>
                    <a:pt x="2824694" y="1051300"/>
                  </a:lnTo>
                  <a:lnTo>
                    <a:pt x="2837959" y="1070440"/>
                  </a:lnTo>
                  <a:lnTo>
                    <a:pt x="2848160" y="1075883"/>
                  </a:lnTo>
                  <a:lnTo>
                    <a:pt x="2848656" y="1083001"/>
                  </a:lnTo>
                  <a:lnTo>
                    <a:pt x="2843948" y="1094756"/>
                  </a:lnTo>
                  <a:lnTo>
                    <a:pt x="2837742" y="1100128"/>
                  </a:lnTo>
                  <a:lnTo>
                    <a:pt x="2845814" y="1099055"/>
                  </a:lnTo>
                  <a:lnTo>
                    <a:pt x="2849835" y="1101741"/>
                  </a:lnTo>
                  <a:lnTo>
                    <a:pt x="2853746" y="1111546"/>
                  </a:lnTo>
                  <a:lnTo>
                    <a:pt x="2853442" y="1121555"/>
                  </a:lnTo>
                  <a:lnTo>
                    <a:pt x="2852119" y="1127194"/>
                  </a:lnTo>
                  <a:lnTo>
                    <a:pt x="2849674" y="1129442"/>
                  </a:lnTo>
                  <a:lnTo>
                    <a:pt x="2849778" y="1123682"/>
                  </a:lnTo>
                  <a:lnTo>
                    <a:pt x="2848046" y="1121682"/>
                  </a:lnTo>
                  <a:lnTo>
                    <a:pt x="2845189" y="1124177"/>
                  </a:lnTo>
                  <a:lnTo>
                    <a:pt x="2843339" y="1127022"/>
                  </a:lnTo>
                  <a:lnTo>
                    <a:pt x="2842569" y="1138231"/>
                  </a:lnTo>
                  <a:lnTo>
                    <a:pt x="2840610" y="1143832"/>
                  </a:lnTo>
                  <a:lnTo>
                    <a:pt x="2833685" y="1145496"/>
                  </a:lnTo>
                  <a:lnTo>
                    <a:pt x="2826662" y="1160203"/>
                  </a:lnTo>
                  <a:lnTo>
                    <a:pt x="2820130" y="1168547"/>
                  </a:lnTo>
                  <a:lnTo>
                    <a:pt x="2794426" y="1224971"/>
                  </a:lnTo>
                  <a:lnTo>
                    <a:pt x="2795408" y="1234401"/>
                  </a:lnTo>
                  <a:lnTo>
                    <a:pt x="2790705" y="1237436"/>
                  </a:lnTo>
                  <a:lnTo>
                    <a:pt x="2783584" y="1239907"/>
                  </a:lnTo>
                  <a:lnTo>
                    <a:pt x="2776380" y="1245546"/>
                  </a:lnTo>
                  <a:lnTo>
                    <a:pt x="2771600" y="1251763"/>
                  </a:lnTo>
                  <a:lnTo>
                    <a:pt x="2767161" y="1268484"/>
                  </a:lnTo>
                  <a:lnTo>
                    <a:pt x="2758655" y="1287306"/>
                  </a:lnTo>
                  <a:lnTo>
                    <a:pt x="2753348" y="1279463"/>
                  </a:lnTo>
                  <a:lnTo>
                    <a:pt x="2751989" y="1272751"/>
                  </a:lnTo>
                  <a:lnTo>
                    <a:pt x="2754350" y="1255243"/>
                  </a:lnTo>
                  <a:lnTo>
                    <a:pt x="2763549" y="1226539"/>
                  </a:lnTo>
                  <a:lnTo>
                    <a:pt x="2773683" y="1208695"/>
                  </a:lnTo>
                  <a:lnTo>
                    <a:pt x="2781414" y="1200236"/>
                  </a:lnTo>
                  <a:lnTo>
                    <a:pt x="2787770" y="1182995"/>
                  </a:lnTo>
                  <a:lnTo>
                    <a:pt x="2779739" y="1180423"/>
                  </a:lnTo>
                  <a:lnTo>
                    <a:pt x="2767497" y="1180702"/>
                  </a:lnTo>
                  <a:lnTo>
                    <a:pt x="2769802" y="1172745"/>
                  </a:lnTo>
                  <a:lnTo>
                    <a:pt x="2773373" y="1165734"/>
                  </a:lnTo>
                  <a:lnTo>
                    <a:pt x="2766991" y="1158749"/>
                  </a:lnTo>
                  <a:lnTo>
                    <a:pt x="2763213" y="1157860"/>
                  </a:lnTo>
                  <a:lnTo>
                    <a:pt x="2759322" y="1154996"/>
                  </a:lnTo>
                  <a:lnTo>
                    <a:pt x="2763885" y="1149179"/>
                  </a:lnTo>
                  <a:lnTo>
                    <a:pt x="2766112" y="1143032"/>
                  </a:lnTo>
                  <a:lnTo>
                    <a:pt x="2764753" y="1135551"/>
                  </a:lnTo>
                  <a:lnTo>
                    <a:pt x="2766665" y="1129918"/>
                  </a:lnTo>
                  <a:lnTo>
                    <a:pt x="2763477" y="1130769"/>
                  </a:lnTo>
                  <a:lnTo>
                    <a:pt x="2758350" y="1136732"/>
                  </a:lnTo>
                  <a:lnTo>
                    <a:pt x="2755162" y="1139113"/>
                  </a:lnTo>
                  <a:lnTo>
                    <a:pt x="2753219" y="1133836"/>
                  </a:lnTo>
                  <a:lnTo>
                    <a:pt x="2751002" y="1135030"/>
                  </a:lnTo>
                  <a:lnTo>
                    <a:pt x="2749560" y="1138656"/>
                  </a:lnTo>
                  <a:lnTo>
                    <a:pt x="2746289" y="1140650"/>
                  </a:lnTo>
                  <a:lnTo>
                    <a:pt x="2739380" y="1135691"/>
                  </a:lnTo>
                  <a:lnTo>
                    <a:pt x="2729308" y="1130013"/>
                  </a:lnTo>
                  <a:lnTo>
                    <a:pt x="2723701" y="1120246"/>
                  </a:lnTo>
                  <a:lnTo>
                    <a:pt x="2720502" y="1112677"/>
                  </a:lnTo>
                  <a:lnTo>
                    <a:pt x="2723752" y="1098979"/>
                  </a:lnTo>
                  <a:lnTo>
                    <a:pt x="2730713" y="1096547"/>
                  </a:lnTo>
                  <a:lnTo>
                    <a:pt x="2739757" y="1098769"/>
                  </a:lnTo>
                  <a:lnTo>
                    <a:pt x="2751612" y="1098750"/>
                  </a:lnTo>
                  <a:lnTo>
                    <a:pt x="2749917" y="1095708"/>
                  </a:lnTo>
                  <a:lnTo>
                    <a:pt x="2745684" y="1096210"/>
                  </a:lnTo>
                  <a:lnTo>
                    <a:pt x="2733189" y="1085097"/>
                  </a:lnTo>
                  <a:lnTo>
                    <a:pt x="2729168" y="1078385"/>
                  </a:lnTo>
                  <a:lnTo>
                    <a:pt x="2722254" y="1076543"/>
                  </a:lnTo>
                  <a:lnTo>
                    <a:pt x="2719101" y="1082995"/>
                  </a:lnTo>
                  <a:lnTo>
                    <a:pt x="2715603" y="1084710"/>
                  </a:lnTo>
                  <a:lnTo>
                    <a:pt x="2719923" y="1070593"/>
                  </a:lnTo>
                  <a:lnTo>
                    <a:pt x="2725571" y="1070015"/>
                  </a:lnTo>
                  <a:lnTo>
                    <a:pt x="2733912" y="1066103"/>
                  </a:lnTo>
                  <a:lnTo>
                    <a:pt x="2731488" y="1057930"/>
                  </a:lnTo>
                  <a:lnTo>
                    <a:pt x="2726223" y="1054355"/>
                  </a:lnTo>
                  <a:lnTo>
                    <a:pt x="2716714" y="1058838"/>
                  </a:lnTo>
                  <a:lnTo>
                    <a:pt x="2716828" y="1053091"/>
                  </a:lnTo>
                  <a:lnTo>
                    <a:pt x="2718610" y="1045731"/>
                  </a:lnTo>
                  <a:lnTo>
                    <a:pt x="2725778" y="1045756"/>
                  </a:lnTo>
                  <a:lnTo>
                    <a:pt x="2732057" y="1048157"/>
                  </a:lnTo>
                  <a:lnTo>
                    <a:pt x="2737400" y="1036269"/>
                  </a:lnTo>
                  <a:lnTo>
                    <a:pt x="2737638" y="1030960"/>
                  </a:lnTo>
                  <a:lnTo>
                    <a:pt x="2728760" y="1038676"/>
                  </a:lnTo>
                  <a:lnTo>
                    <a:pt x="2726765" y="1022031"/>
                  </a:lnTo>
                  <a:lnTo>
                    <a:pt x="2735504" y="1005977"/>
                  </a:lnTo>
                  <a:lnTo>
                    <a:pt x="2743839" y="998979"/>
                  </a:lnTo>
                  <a:lnTo>
                    <a:pt x="2754252" y="999183"/>
                  </a:lnTo>
                  <a:lnTo>
                    <a:pt x="2764836" y="998052"/>
                  </a:lnTo>
                  <a:lnTo>
                    <a:pt x="2758195" y="995112"/>
                  </a:lnTo>
                  <a:lnTo>
                    <a:pt x="2751379" y="993518"/>
                  </a:lnTo>
                  <a:lnTo>
                    <a:pt x="2756500" y="987174"/>
                  </a:lnTo>
                  <a:lnTo>
                    <a:pt x="2760867" y="986037"/>
                  </a:lnTo>
                  <a:lnTo>
                    <a:pt x="2765156" y="980506"/>
                  </a:lnTo>
                  <a:lnTo>
                    <a:pt x="2754841" y="981325"/>
                  </a:lnTo>
                  <a:lnTo>
                    <a:pt x="2756056" y="970860"/>
                  </a:lnTo>
                  <a:lnTo>
                    <a:pt x="2751043" y="972987"/>
                  </a:lnTo>
                  <a:lnTo>
                    <a:pt x="2745043" y="973971"/>
                  </a:lnTo>
                  <a:lnTo>
                    <a:pt x="2742708" y="978410"/>
                  </a:lnTo>
                  <a:lnTo>
                    <a:pt x="2743168" y="985783"/>
                  </a:lnTo>
                  <a:lnTo>
                    <a:pt x="2741416" y="990622"/>
                  </a:lnTo>
                  <a:lnTo>
                    <a:pt x="2736749" y="994509"/>
                  </a:lnTo>
                  <a:lnTo>
                    <a:pt x="2728868" y="997538"/>
                  </a:lnTo>
                  <a:lnTo>
                    <a:pt x="2728104" y="992286"/>
                  </a:lnTo>
                  <a:lnTo>
                    <a:pt x="2725499" y="989905"/>
                  </a:lnTo>
                  <a:lnTo>
                    <a:pt x="2724528" y="1001151"/>
                  </a:lnTo>
                  <a:lnTo>
                    <a:pt x="2722460" y="1004974"/>
                  </a:lnTo>
                  <a:lnTo>
                    <a:pt x="2716698" y="994420"/>
                  </a:lnTo>
                  <a:lnTo>
                    <a:pt x="2714967" y="996547"/>
                  </a:lnTo>
                  <a:lnTo>
                    <a:pt x="2715189" y="999545"/>
                  </a:lnTo>
                  <a:lnTo>
                    <a:pt x="2713717" y="1004726"/>
                  </a:lnTo>
                  <a:lnTo>
                    <a:pt x="2708776" y="1007425"/>
                  </a:lnTo>
                  <a:lnTo>
                    <a:pt x="2709081" y="1014068"/>
                  </a:lnTo>
                  <a:lnTo>
                    <a:pt x="2707164" y="1017688"/>
                  </a:lnTo>
                  <a:lnTo>
                    <a:pt x="2691340" y="1011921"/>
                  </a:lnTo>
                  <a:lnTo>
                    <a:pt x="2690968" y="1013877"/>
                  </a:lnTo>
                  <a:lnTo>
                    <a:pt x="2699919" y="1026311"/>
                  </a:lnTo>
                  <a:lnTo>
                    <a:pt x="2706456" y="1030560"/>
                  </a:lnTo>
                  <a:lnTo>
                    <a:pt x="2707252" y="1037342"/>
                  </a:lnTo>
                  <a:lnTo>
                    <a:pt x="2701640" y="1042968"/>
                  </a:lnTo>
                  <a:lnTo>
                    <a:pt x="2693898" y="1038110"/>
                  </a:lnTo>
                  <a:lnTo>
                    <a:pt x="2692596" y="1038466"/>
                  </a:lnTo>
                  <a:lnTo>
                    <a:pt x="2696803" y="1046798"/>
                  </a:lnTo>
                  <a:lnTo>
                    <a:pt x="2699454" y="1054075"/>
                  </a:lnTo>
                  <a:lnTo>
                    <a:pt x="2696725" y="1060172"/>
                  </a:lnTo>
                  <a:lnTo>
                    <a:pt x="2697149" y="1067678"/>
                  </a:lnTo>
                  <a:lnTo>
                    <a:pt x="2696560" y="1074485"/>
                  </a:lnTo>
                  <a:lnTo>
                    <a:pt x="2694891" y="1080423"/>
                  </a:lnTo>
                  <a:lnTo>
                    <a:pt x="2698653" y="1107793"/>
                  </a:lnTo>
                  <a:lnTo>
                    <a:pt x="2703185" y="1115236"/>
                  </a:lnTo>
                  <a:lnTo>
                    <a:pt x="2707639" y="1122355"/>
                  </a:lnTo>
                  <a:lnTo>
                    <a:pt x="2710001" y="1129016"/>
                  </a:lnTo>
                  <a:lnTo>
                    <a:pt x="2705273" y="1129988"/>
                  </a:lnTo>
                  <a:lnTo>
                    <a:pt x="2697743" y="1124507"/>
                  </a:lnTo>
                  <a:lnTo>
                    <a:pt x="2691129" y="1120329"/>
                  </a:lnTo>
                  <a:lnTo>
                    <a:pt x="2683248" y="1106968"/>
                  </a:lnTo>
                  <a:lnTo>
                    <a:pt x="2681945" y="1101633"/>
                  </a:lnTo>
                  <a:lnTo>
                    <a:pt x="2680023" y="1097417"/>
                  </a:lnTo>
                  <a:lnTo>
                    <a:pt x="2680953" y="1107101"/>
                  </a:lnTo>
                  <a:lnTo>
                    <a:pt x="2683765" y="1117916"/>
                  </a:lnTo>
                  <a:lnTo>
                    <a:pt x="2708446" y="1142117"/>
                  </a:lnTo>
                  <a:lnTo>
                    <a:pt x="2713003" y="1151401"/>
                  </a:lnTo>
                  <a:lnTo>
                    <a:pt x="2716476" y="1158698"/>
                  </a:lnTo>
                  <a:lnTo>
                    <a:pt x="2715603" y="1165690"/>
                  </a:lnTo>
                  <a:lnTo>
                    <a:pt x="2709169" y="1160743"/>
                  </a:lnTo>
                  <a:lnTo>
                    <a:pt x="2703619" y="1154437"/>
                  </a:lnTo>
                  <a:lnTo>
                    <a:pt x="2688886" y="1147312"/>
                  </a:lnTo>
                  <a:lnTo>
                    <a:pt x="2670308" y="1142809"/>
                  </a:lnTo>
                  <a:lnTo>
                    <a:pt x="2659833" y="1126247"/>
                  </a:lnTo>
                  <a:lnTo>
                    <a:pt x="2659869" y="1133157"/>
                  </a:lnTo>
                  <a:lnTo>
                    <a:pt x="2657543" y="1139018"/>
                  </a:lnTo>
                  <a:lnTo>
                    <a:pt x="2651141" y="1131874"/>
                  </a:lnTo>
                  <a:lnTo>
                    <a:pt x="2647105" y="1125778"/>
                  </a:lnTo>
                  <a:lnTo>
                    <a:pt x="2645751" y="1119097"/>
                  </a:lnTo>
                  <a:lnTo>
                    <a:pt x="2637756" y="1119554"/>
                  </a:lnTo>
                  <a:lnTo>
                    <a:pt x="2629374" y="1125358"/>
                  </a:lnTo>
                  <a:lnTo>
                    <a:pt x="2621266" y="1123980"/>
                  </a:lnTo>
                  <a:lnTo>
                    <a:pt x="2620305" y="1112651"/>
                  </a:lnTo>
                  <a:lnTo>
                    <a:pt x="2622496" y="1106650"/>
                  </a:lnTo>
                  <a:lnTo>
                    <a:pt x="2631596" y="1092457"/>
                  </a:lnTo>
                  <a:lnTo>
                    <a:pt x="2640170" y="1085211"/>
                  </a:lnTo>
                  <a:lnTo>
                    <a:pt x="2643952" y="1075857"/>
                  </a:lnTo>
                  <a:lnTo>
                    <a:pt x="2642660" y="1061353"/>
                  </a:lnTo>
                  <a:lnTo>
                    <a:pt x="2641048" y="1076111"/>
                  </a:lnTo>
                  <a:lnTo>
                    <a:pt x="2636149" y="1083427"/>
                  </a:lnTo>
                  <a:lnTo>
                    <a:pt x="2628449" y="1089015"/>
                  </a:lnTo>
                  <a:lnTo>
                    <a:pt x="2618315" y="1098973"/>
                  </a:lnTo>
                  <a:lnTo>
                    <a:pt x="2615840" y="1108181"/>
                  </a:lnTo>
                  <a:lnTo>
                    <a:pt x="2612677" y="1125422"/>
                  </a:lnTo>
                  <a:lnTo>
                    <a:pt x="2616956" y="1131258"/>
                  </a:lnTo>
                  <a:lnTo>
                    <a:pt x="2621328" y="1132782"/>
                  </a:lnTo>
                  <a:lnTo>
                    <a:pt x="2634242" y="1128870"/>
                  </a:lnTo>
                  <a:lnTo>
                    <a:pt x="2640924" y="1130617"/>
                  </a:lnTo>
                  <a:lnTo>
                    <a:pt x="2655786" y="1151376"/>
                  </a:lnTo>
                  <a:lnTo>
                    <a:pt x="2683460" y="1159587"/>
                  </a:lnTo>
                  <a:lnTo>
                    <a:pt x="2693552" y="1164718"/>
                  </a:lnTo>
                  <a:lnTo>
                    <a:pt x="2701779" y="1175552"/>
                  </a:lnTo>
                  <a:lnTo>
                    <a:pt x="2714146" y="1181788"/>
                  </a:lnTo>
                  <a:lnTo>
                    <a:pt x="2723742" y="1190850"/>
                  </a:lnTo>
                  <a:lnTo>
                    <a:pt x="2724000" y="1196762"/>
                  </a:lnTo>
                  <a:lnTo>
                    <a:pt x="2720678" y="1203754"/>
                  </a:lnTo>
                  <a:lnTo>
                    <a:pt x="2719365" y="1213216"/>
                  </a:lnTo>
                  <a:lnTo>
                    <a:pt x="2715288" y="1219185"/>
                  </a:lnTo>
                  <a:lnTo>
                    <a:pt x="2705500" y="1219871"/>
                  </a:lnTo>
                  <a:lnTo>
                    <a:pt x="2699588" y="1218334"/>
                  </a:lnTo>
                  <a:lnTo>
                    <a:pt x="2667807" y="1185071"/>
                  </a:lnTo>
                  <a:lnTo>
                    <a:pt x="2664013" y="1182010"/>
                  </a:lnTo>
                  <a:lnTo>
                    <a:pt x="2652226" y="1164591"/>
                  </a:lnTo>
                  <a:lnTo>
                    <a:pt x="2638397" y="1155262"/>
                  </a:lnTo>
                  <a:lnTo>
                    <a:pt x="2634118" y="1155459"/>
                  </a:lnTo>
                  <a:lnTo>
                    <a:pt x="2653802" y="1172713"/>
                  </a:lnTo>
                  <a:lnTo>
                    <a:pt x="2661838" y="1184779"/>
                  </a:lnTo>
                  <a:lnTo>
                    <a:pt x="2675992" y="1201696"/>
                  </a:lnTo>
                  <a:lnTo>
                    <a:pt x="2686111" y="1208860"/>
                  </a:lnTo>
                  <a:lnTo>
                    <a:pt x="2693557" y="1220036"/>
                  </a:lnTo>
                  <a:lnTo>
                    <a:pt x="2700477" y="1225275"/>
                  </a:lnTo>
                  <a:lnTo>
                    <a:pt x="2719370" y="1232737"/>
                  </a:lnTo>
                  <a:lnTo>
                    <a:pt x="2712802" y="1238097"/>
                  </a:lnTo>
                  <a:lnTo>
                    <a:pt x="2723287" y="1242663"/>
                  </a:lnTo>
                  <a:lnTo>
                    <a:pt x="2724786" y="1251058"/>
                  </a:lnTo>
                  <a:lnTo>
                    <a:pt x="2723825" y="1260628"/>
                  </a:lnTo>
                  <a:lnTo>
                    <a:pt x="2709272" y="1256843"/>
                  </a:lnTo>
                  <a:lnTo>
                    <a:pt x="2708797" y="1263892"/>
                  </a:lnTo>
                  <a:lnTo>
                    <a:pt x="2710099" y="1268052"/>
                  </a:lnTo>
                  <a:lnTo>
                    <a:pt x="2703671" y="1271487"/>
                  </a:lnTo>
                  <a:lnTo>
                    <a:pt x="2694730" y="1266826"/>
                  </a:lnTo>
                  <a:lnTo>
                    <a:pt x="2671517" y="1241329"/>
                  </a:lnTo>
                  <a:lnTo>
                    <a:pt x="2671713" y="1244739"/>
                  </a:lnTo>
                  <a:lnTo>
                    <a:pt x="2673594" y="1248696"/>
                  </a:lnTo>
                  <a:lnTo>
                    <a:pt x="2687056" y="1265111"/>
                  </a:lnTo>
                  <a:lnTo>
                    <a:pt x="2699071" y="1274955"/>
                  </a:lnTo>
                  <a:lnTo>
                    <a:pt x="2709257" y="1279400"/>
                  </a:lnTo>
                  <a:lnTo>
                    <a:pt x="2717107" y="1287649"/>
                  </a:lnTo>
                  <a:lnTo>
                    <a:pt x="2719877" y="1292640"/>
                  </a:lnTo>
                  <a:lnTo>
                    <a:pt x="2721727" y="1300210"/>
                  </a:lnTo>
                  <a:lnTo>
                    <a:pt x="2715908" y="1305354"/>
                  </a:lnTo>
                  <a:lnTo>
                    <a:pt x="2709283" y="1308193"/>
                  </a:lnTo>
                  <a:lnTo>
                    <a:pt x="2702813" y="1303061"/>
                  </a:lnTo>
                  <a:lnTo>
                    <a:pt x="2698069" y="1297657"/>
                  </a:lnTo>
                  <a:lnTo>
                    <a:pt x="2687966" y="1288481"/>
                  </a:lnTo>
                  <a:lnTo>
                    <a:pt x="2684938" y="1278225"/>
                  </a:lnTo>
                  <a:lnTo>
                    <a:pt x="2677253" y="1278752"/>
                  </a:lnTo>
                  <a:lnTo>
                    <a:pt x="2645136" y="1265747"/>
                  </a:lnTo>
                  <a:lnTo>
                    <a:pt x="2619323" y="1264248"/>
                  </a:lnTo>
                  <a:lnTo>
                    <a:pt x="2621845" y="1266864"/>
                  </a:lnTo>
                  <a:lnTo>
                    <a:pt x="2625111" y="1268604"/>
                  </a:lnTo>
                  <a:lnTo>
                    <a:pt x="2645668" y="1271811"/>
                  </a:lnTo>
                  <a:lnTo>
                    <a:pt x="2653792" y="1277800"/>
                  </a:lnTo>
                  <a:lnTo>
                    <a:pt x="2670700" y="1283115"/>
                  </a:lnTo>
                  <a:lnTo>
                    <a:pt x="2680602" y="1284569"/>
                  </a:lnTo>
                  <a:lnTo>
                    <a:pt x="2684617" y="1300896"/>
                  </a:lnTo>
                  <a:lnTo>
                    <a:pt x="2698301" y="1312130"/>
                  </a:lnTo>
                  <a:lnTo>
                    <a:pt x="2700079" y="1320455"/>
                  </a:lnTo>
                  <a:lnTo>
                    <a:pt x="2709422" y="1321389"/>
                  </a:lnTo>
                  <a:lnTo>
                    <a:pt x="2725861" y="1313222"/>
                  </a:lnTo>
                  <a:lnTo>
                    <a:pt x="2736470" y="1316086"/>
                  </a:lnTo>
                  <a:lnTo>
                    <a:pt x="2751772" y="1318423"/>
                  </a:lnTo>
                  <a:lnTo>
                    <a:pt x="2755270" y="1325015"/>
                  </a:lnTo>
                  <a:lnTo>
                    <a:pt x="2757896" y="1337557"/>
                  </a:lnTo>
                  <a:lnTo>
                    <a:pt x="2763306" y="1351667"/>
                  </a:lnTo>
                  <a:lnTo>
                    <a:pt x="2777337" y="1407303"/>
                  </a:lnTo>
                  <a:lnTo>
                    <a:pt x="2798416" y="1452810"/>
                  </a:lnTo>
                  <a:lnTo>
                    <a:pt x="2801010" y="1460646"/>
                  </a:lnTo>
                  <a:lnTo>
                    <a:pt x="2796111" y="1453769"/>
                  </a:lnTo>
                  <a:lnTo>
                    <a:pt x="2780473" y="1423630"/>
                  </a:lnTo>
                  <a:lnTo>
                    <a:pt x="2771843" y="1401867"/>
                  </a:lnTo>
                  <a:lnTo>
                    <a:pt x="2762975" y="1363441"/>
                  </a:lnTo>
                  <a:lnTo>
                    <a:pt x="2760402" y="1354836"/>
                  </a:lnTo>
                  <a:lnTo>
                    <a:pt x="2757374" y="1351401"/>
                  </a:lnTo>
                  <a:lnTo>
                    <a:pt x="2755379" y="1354195"/>
                  </a:lnTo>
                  <a:lnTo>
                    <a:pt x="2754521" y="1359091"/>
                  </a:lnTo>
                  <a:lnTo>
                    <a:pt x="2755968" y="1362850"/>
                  </a:lnTo>
                  <a:lnTo>
                    <a:pt x="2752475" y="1375500"/>
                  </a:lnTo>
                  <a:lnTo>
                    <a:pt x="2753989" y="1381305"/>
                  </a:lnTo>
                  <a:lnTo>
                    <a:pt x="2759663" y="1387306"/>
                  </a:lnTo>
                  <a:lnTo>
                    <a:pt x="2765828" y="1402280"/>
                  </a:lnTo>
                  <a:lnTo>
                    <a:pt x="2770753" y="1422442"/>
                  </a:lnTo>
                  <a:lnTo>
                    <a:pt x="2764092" y="1414269"/>
                  </a:lnTo>
                  <a:lnTo>
                    <a:pt x="2756981" y="1409938"/>
                  </a:lnTo>
                  <a:lnTo>
                    <a:pt x="2745917" y="1406617"/>
                  </a:lnTo>
                  <a:lnTo>
                    <a:pt x="2736062" y="1400794"/>
                  </a:lnTo>
                  <a:lnTo>
                    <a:pt x="2736780" y="1409145"/>
                  </a:lnTo>
                  <a:lnTo>
                    <a:pt x="2735835" y="1418162"/>
                  </a:lnTo>
                  <a:lnTo>
                    <a:pt x="2728238" y="1415412"/>
                  </a:lnTo>
                  <a:lnTo>
                    <a:pt x="2723070" y="1412421"/>
                  </a:lnTo>
                  <a:lnTo>
                    <a:pt x="2727644" y="1422030"/>
                  </a:lnTo>
                  <a:lnTo>
                    <a:pt x="2717716" y="1419147"/>
                  </a:lnTo>
                  <a:lnTo>
                    <a:pt x="2711102" y="1419750"/>
                  </a:lnTo>
                  <a:lnTo>
                    <a:pt x="2706802" y="1428278"/>
                  </a:lnTo>
                  <a:lnTo>
                    <a:pt x="2701035" y="1433454"/>
                  </a:lnTo>
                  <a:lnTo>
                    <a:pt x="2692508" y="1435124"/>
                  </a:lnTo>
                  <a:lnTo>
                    <a:pt x="2679858" y="1427326"/>
                  </a:lnTo>
                  <a:lnTo>
                    <a:pt x="2675760" y="1417857"/>
                  </a:lnTo>
                  <a:lnTo>
                    <a:pt x="2674065" y="1407316"/>
                  </a:lnTo>
                  <a:lnTo>
                    <a:pt x="2673388" y="1419782"/>
                  </a:lnTo>
                  <a:lnTo>
                    <a:pt x="2675641" y="1432762"/>
                  </a:lnTo>
                  <a:lnTo>
                    <a:pt x="2674850" y="1442630"/>
                  </a:lnTo>
                  <a:lnTo>
                    <a:pt x="2687031" y="1444446"/>
                  </a:lnTo>
                  <a:lnTo>
                    <a:pt x="2698420" y="1442833"/>
                  </a:lnTo>
                  <a:lnTo>
                    <a:pt x="2713789" y="1443246"/>
                  </a:lnTo>
                  <a:lnTo>
                    <a:pt x="2723814" y="1441398"/>
                  </a:lnTo>
                  <a:lnTo>
                    <a:pt x="2729850" y="1438261"/>
                  </a:lnTo>
                  <a:lnTo>
                    <a:pt x="2744325" y="1440979"/>
                  </a:lnTo>
                  <a:lnTo>
                    <a:pt x="2745353" y="1452899"/>
                  </a:lnTo>
                  <a:lnTo>
                    <a:pt x="2743700" y="1464749"/>
                  </a:lnTo>
                  <a:lnTo>
                    <a:pt x="2742863" y="1477367"/>
                  </a:lnTo>
                  <a:lnTo>
                    <a:pt x="2746873" y="1477284"/>
                  </a:lnTo>
                  <a:lnTo>
                    <a:pt x="2751586" y="1473252"/>
                  </a:lnTo>
                  <a:lnTo>
                    <a:pt x="2753942" y="1450651"/>
                  </a:lnTo>
                  <a:lnTo>
                    <a:pt x="2767172" y="1442300"/>
                  </a:lnTo>
                  <a:lnTo>
                    <a:pt x="2771605" y="1442872"/>
                  </a:lnTo>
                  <a:lnTo>
                    <a:pt x="2775817" y="1450136"/>
                  </a:lnTo>
                  <a:lnTo>
                    <a:pt x="2777233" y="1457503"/>
                  </a:lnTo>
                  <a:lnTo>
                    <a:pt x="2778727" y="1467619"/>
                  </a:lnTo>
                  <a:lnTo>
                    <a:pt x="2775636" y="1483031"/>
                  </a:lnTo>
                  <a:lnTo>
                    <a:pt x="2755312" y="1501054"/>
                  </a:lnTo>
                  <a:lnTo>
                    <a:pt x="2740754" y="1517717"/>
                  </a:lnTo>
                  <a:lnTo>
                    <a:pt x="2733313" y="1521115"/>
                  </a:lnTo>
                  <a:lnTo>
                    <a:pt x="2722579" y="1519178"/>
                  </a:lnTo>
                  <a:lnTo>
                    <a:pt x="2710409" y="1514987"/>
                  </a:lnTo>
                  <a:lnTo>
                    <a:pt x="2704441" y="1514142"/>
                  </a:lnTo>
                  <a:lnTo>
                    <a:pt x="2699903" y="1515539"/>
                  </a:lnTo>
                  <a:lnTo>
                    <a:pt x="2697139" y="1510408"/>
                  </a:lnTo>
                  <a:lnTo>
                    <a:pt x="2695356" y="1501047"/>
                  </a:lnTo>
                  <a:lnTo>
                    <a:pt x="2690622" y="1497942"/>
                  </a:lnTo>
                  <a:lnTo>
                    <a:pt x="2687041" y="1498285"/>
                  </a:lnTo>
                  <a:lnTo>
                    <a:pt x="2684597" y="1508230"/>
                  </a:lnTo>
                  <a:lnTo>
                    <a:pt x="2673243" y="1511056"/>
                  </a:lnTo>
                  <a:lnTo>
                    <a:pt x="2657807" y="1506947"/>
                  </a:lnTo>
                  <a:lnTo>
                    <a:pt x="2641642" y="1498584"/>
                  </a:lnTo>
                  <a:lnTo>
                    <a:pt x="2648577" y="1507557"/>
                  </a:lnTo>
                  <a:lnTo>
                    <a:pt x="2688689" y="1524296"/>
                  </a:lnTo>
                  <a:lnTo>
                    <a:pt x="2693206" y="1527427"/>
                  </a:lnTo>
                  <a:lnTo>
                    <a:pt x="2697423" y="1532006"/>
                  </a:lnTo>
                  <a:lnTo>
                    <a:pt x="2691811" y="1539188"/>
                  </a:lnTo>
                  <a:lnTo>
                    <a:pt x="2687413" y="1547278"/>
                  </a:lnTo>
                  <a:lnTo>
                    <a:pt x="2686793" y="1553629"/>
                  </a:lnTo>
                  <a:lnTo>
                    <a:pt x="2685242" y="1557636"/>
                  </a:lnTo>
                  <a:lnTo>
                    <a:pt x="2669248" y="1568431"/>
                  </a:lnTo>
                  <a:lnTo>
                    <a:pt x="2660582" y="1566526"/>
                  </a:lnTo>
                  <a:lnTo>
                    <a:pt x="2638438" y="1547062"/>
                  </a:lnTo>
                  <a:lnTo>
                    <a:pt x="2648526" y="1563897"/>
                  </a:lnTo>
                  <a:lnTo>
                    <a:pt x="2656603" y="1571041"/>
                  </a:lnTo>
                  <a:lnTo>
                    <a:pt x="2672866" y="1574852"/>
                  </a:lnTo>
                  <a:lnTo>
                    <a:pt x="2703371" y="1568558"/>
                  </a:lnTo>
                  <a:lnTo>
                    <a:pt x="2713376" y="1575430"/>
                  </a:lnTo>
                  <a:lnTo>
                    <a:pt x="2705164" y="1587603"/>
                  </a:lnTo>
                  <a:lnTo>
                    <a:pt x="2697004" y="1596145"/>
                  </a:lnTo>
                  <a:lnTo>
                    <a:pt x="2686302" y="1597097"/>
                  </a:lnTo>
                  <a:lnTo>
                    <a:pt x="2676876" y="1599409"/>
                  </a:lnTo>
                  <a:lnTo>
                    <a:pt x="2674111" y="1605283"/>
                  </a:lnTo>
                  <a:lnTo>
                    <a:pt x="2667393" y="1605651"/>
                  </a:lnTo>
                  <a:lnTo>
                    <a:pt x="2656892" y="1606000"/>
                  </a:lnTo>
                  <a:lnTo>
                    <a:pt x="2640635" y="1606534"/>
                  </a:lnTo>
                  <a:lnTo>
                    <a:pt x="2631705" y="1605162"/>
                  </a:lnTo>
                  <a:lnTo>
                    <a:pt x="2619230" y="1617164"/>
                  </a:lnTo>
                  <a:lnTo>
                    <a:pt x="2614522" y="1618815"/>
                  </a:lnTo>
                  <a:lnTo>
                    <a:pt x="2607944" y="1616561"/>
                  </a:lnTo>
                  <a:lnTo>
                    <a:pt x="2605184" y="1606921"/>
                  </a:lnTo>
                  <a:lnTo>
                    <a:pt x="2602244" y="1602184"/>
                  </a:lnTo>
                  <a:lnTo>
                    <a:pt x="2602171" y="1620219"/>
                  </a:lnTo>
                  <a:lnTo>
                    <a:pt x="2603324" y="1625077"/>
                  </a:lnTo>
                  <a:lnTo>
                    <a:pt x="2605680" y="1628741"/>
                  </a:lnTo>
                  <a:lnTo>
                    <a:pt x="2591087" y="1638527"/>
                  </a:lnTo>
                  <a:lnTo>
                    <a:pt x="2577118" y="1650733"/>
                  </a:lnTo>
                  <a:lnTo>
                    <a:pt x="2572111" y="1654054"/>
                  </a:lnTo>
                  <a:lnTo>
                    <a:pt x="2566421" y="1660169"/>
                  </a:lnTo>
                  <a:lnTo>
                    <a:pt x="2554768" y="1677830"/>
                  </a:lnTo>
                  <a:lnTo>
                    <a:pt x="2551889" y="1690708"/>
                  </a:lnTo>
                  <a:lnTo>
                    <a:pt x="2547678" y="1705066"/>
                  </a:lnTo>
                  <a:lnTo>
                    <a:pt x="2547145" y="1698602"/>
                  </a:lnTo>
                  <a:lnTo>
                    <a:pt x="2547869" y="1687717"/>
                  </a:lnTo>
                  <a:lnTo>
                    <a:pt x="2544985" y="1675251"/>
                  </a:lnTo>
                  <a:lnTo>
                    <a:pt x="2543156" y="1698087"/>
                  </a:lnTo>
                  <a:lnTo>
                    <a:pt x="2538629" y="1708699"/>
                  </a:lnTo>
                  <a:lnTo>
                    <a:pt x="2497086" y="1707950"/>
                  </a:lnTo>
                  <a:lnTo>
                    <a:pt x="2478900" y="1713716"/>
                  </a:lnTo>
                  <a:lnTo>
                    <a:pt x="2450984" y="1733116"/>
                  </a:lnTo>
                  <a:lnTo>
                    <a:pt x="2442638" y="1741619"/>
                  </a:lnTo>
                  <a:lnTo>
                    <a:pt x="2419580" y="1774495"/>
                  </a:lnTo>
                  <a:lnTo>
                    <a:pt x="2413694" y="1795534"/>
                  </a:lnTo>
                  <a:lnTo>
                    <a:pt x="2408976" y="1786688"/>
                  </a:lnTo>
                  <a:lnTo>
                    <a:pt x="2410144" y="1780052"/>
                  </a:lnTo>
                  <a:lnTo>
                    <a:pt x="2410237" y="1774629"/>
                  </a:lnTo>
                  <a:lnTo>
                    <a:pt x="2404428" y="1786263"/>
                  </a:lnTo>
                  <a:lnTo>
                    <a:pt x="2409942" y="1803205"/>
                  </a:lnTo>
                  <a:lnTo>
                    <a:pt x="2404992" y="1809676"/>
                  </a:lnTo>
                  <a:lnTo>
                    <a:pt x="2389762" y="1821755"/>
                  </a:lnTo>
                  <a:lnTo>
                    <a:pt x="2381427" y="1823736"/>
                  </a:lnTo>
                  <a:lnTo>
                    <a:pt x="2372068" y="1827172"/>
                  </a:lnTo>
                  <a:lnTo>
                    <a:pt x="2369122" y="1839085"/>
                  </a:lnTo>
                  <a:lnTo>
                    <a:pt x="2356415" y="1850071"/>
                  </a:lnTo>
                  <a:lnTo>
                    <a:pt x="2349010" y="1854936"/>
                  </a:lnTo>
                  <a:lnTo>
                    <a:pt x="2335449" y="1851989"/>
                  </a:lnTo>
                  <a:lnTo>
                    <a:pt x="2339625" y="1862569"/>
                  </a:lnTo>
                  <a:lnTo>
                    <a:pt x="2334643" y="1870577"/>
                  </a:lnTo>
                  <a:lnTo>
                    <a:pt x="2326065" y="1876718"/>
                  </a:lnTo>
                  <a:lnTo>
                    <a:pt x="2315399" y="1880725"/>
                  </a:lnTo>
                  <a:lnTo>
                    <a:pt x="2309285" y="1880236"/>
                  </a:lnTo>
                  <a:lnTo>
                    <a:pt x="2304061" y="1882363"/>
                  </a:lnTo>
                  <a:lnTo>
                    <a:pt x="2299968" y="1887456"/>
                  </a:lnTo>
                  <a:lnTo>
                    <a:pt x="2289968" y="1892219"/>
                  </a:lnTo>
                  <a:lnTo>
                    <a:pt x="2279581" y="1889539"/>
                  </a:lnTo>
                  <a:lnTo>
                    <a:pt x="2267809" y="1887932"/>
                  </a:lnTo>
                  <a:lnTo>
                    <a:pt x="2261251" y="1890790"/>
                  </a:lnTo>
                  <a:lnTo>
                    <a:pt x="2272274" y="1895515"/>
                  </a:lnTo>
                  <a:lnTo>
                    <a:pt x="2278176" y="1902360"/>
                  </a:lnTo>
                  <a:lnTo>
                    <a:pt x="2276961" y="1911588"/>
                  </a:lnTo>
                  <a:lnTo>
                    <a:pt x="2274010" y="1915150"/>
                  </a:lnTo>
                  <a:lnTo>
                    <a:pt x="2267055" y="1919976"/>
                  </a:lnTo>
                  <a:lnTo>
                    <a:pt x="2264001" y="1919259"/>
                  </a:lnTo>
                  <a:lnTo>
                    <a:pt x="2262135" y="1914909"/>
                  </a:lnTo>
                  <a:lnTo>
                    <a:pt x="2259872" y="1905847"/>
                  </a:lnTo>
                  <a:lnTo>
                    <a:pt x="2256637" y="1907777"/>
                  </a:lnTo>
                  <a:lnTo>
                    <a:pt x="2256078" y="1912000"/>
                  </a:lnTo>
                  <a:lnTo>
                    <a:pt x="2253298" y="1913505"/>
                  </a:lnTo>
                  <a:lnTo>
                    <a:pt x="2243433" y="1899071"/>
                  </a:lnTo>
                  <a:lnTo>
                    <a:pt x="2243924" y="1910082"/>
                  </a:lnTo>
                  <a:lnTo>
                    <a:pt x="2247371" y="1918541"/>
                  </a:lnTo>
                  <a:lnTo>
                    <a:pt x="2250704" y="1922834"/>
                  </a:lnTo>
                  <a:lnTo>
                    <a:pt x="2254068" y="1925361"/>
                  </a:lnTo>
                  <a:lnTo>
                    <a:pt x="2254895" y="1929286"/>
                  </a:lnTo>
                  <a:lnTo>
                    <a:pt x="2248146" y="1938850"/>
                  </a:lnTo>
                  <a:lnTo>
                    <a:pt x="2244673" y="1940977"/>
                  </a:lnTo>
                  <a:lnTo>
                    <a:pt x="2238493" y="1942527"/>
                  </a:lnTo>
                  <a:lnTo>
                    <a:pt x="2235015" y="1948420"/>
                  </a:lnTo>
                  <a:lnTo>
                    <a:pt x="2236043" y="1953494"/>
                  </a:lnTo>
                  <a:lnTo>
                    <a:pt x="2230638" y="1964505"/>
                  </a:lnTo>
                  <a:lnTo>
                    <a:pt x="2217713" y="1971383"/>
                  </a:lnTo>
                  <a:lnTo>
                    <a:pt x="2213765" y="1971116"/>
                  </a:lnTo>
                  <a:lnTo>
                    <a:pt x="2210546" y="1973129"/>
                  </a:lnTo>
                  <a:lnTo>
                    <a:pt x="2212427" y="1978032"/>
                  </a:lnTo>
                  <a:lnTo>
                    <a:pt x="2215651" y="1981601"/>
                  </a:lnTo>
                  <a:lnTo>
                    <a:pt x="2215538" y="1984915"/>
                  </a:lnTo>
                  <a:lnTo>
                    <a:pt x="2212122" y="1989418"/>
                  </a:lnTo>
                  <a:lnTo>
                    <a:pt x="2205378" y="1990675"/>
                  </a:lnTo>
                  <a:lnTo>
                    <a:pt x="2201590" y="1995813"/>
                  </a:lnTo>
                  <a:lnTo>
                    <a:pt x="2202789" y="2000658"/>
                  </a:lnTo>
                  <a:lnTo>
                    <a:pt x="2205016" y="2003363"/>
                  </a:lnTo>
                  <a:lnTo>
                    <a:pt x="2204551" y="2008025"/>
                  </a:lnTo>
                  <a:lnTo>
                    <a:pt x="2196882" y="2012705"/>
                  </a:lnTo>
                  <a:lnTo>
                    <a:pt x="2195084" y="2017309"/>
                  </a:lnTo>
                  <a:lnTo>
                    <a:pt x="2198892" y="2018668"/>
                  </a:lnTo>
                  <a:lnTo>
                    <a:pt x="2201822" y="2017309"/>
                  </a:lnTo>
                  <a:lnTo>
                    <a:pt x="2203967" y="2018299"/>
                  </a:lnTo>
                  <a:lnTo>
                    <a:pt x="2199368" y="2025996"/>
                  </a:lnTo>
                  <a:lnTo>
                    <a:pt x="2195239" y="2030689"/>
                  </a:lnTo>
                  <a:lnTo>
                    <a:pt x="2191316" y="2039122"/>
                  </a:lnTo>
                  <a:lnTo>
                    <a:pt x="2182216" y="2041453"/>
                  </a:lnTo>
                  <a:lnTo>
                    <a:pt x="2182557" y="2044177"/>
                  </a:lnTo>
                  <a:lnTo>
                    <a:pt x="2187699" y="2046590"/>
                  </a:lnTo>
                  <a:lnTo>
                    <a:pt x="2192004" y="2053074"/>
                  </a:lnTo>
                  <a:lnTo>
                    <a:pt x="2183916" y="2065045"/>
                  </a:lnTo>
                  <a:lnTo>
                    <a:pt x="2178867" y="2064060"/>
                  </a:lnTo>
                  <a:lnTo>
                    <a:pt x="2175782" y="2061425"/>
                  </a:lnTo>
                  <a:lnTo>
                    <a:pt x="2173813" y="2070874"/>
                  </a:lnTo>
                  <a:lnTo>
                    <a:pt x="2174568" y="2075917"/>
                  </a:lnTo>
                  <a:lnTo>
                    <a:pt x="2172645" y="2086223"/>
                  </a:lnTo>
                  <a:lnTo>
                    <a:pt x="2169555" y="2098613"/>
                  </a:lnTo>
                  <a:lnTo>
                    <a:pt x="2167457" y="2103699"/>
                  </a:lnTo>
                  <a:lnTo>
                    <a:pt x="2167902" y="2113174"/>
                  </a:lnTo>
                  <a:lnTo>
                    <a:pt x="2169199" y="2122325"/>
                  </a:lnTo>
                  <a:lnTo>
                    <a:pt x="2174149" y="2134118"/>
                  </a:lnTo>
                  <a:lnTo>
                    <a:pt x="2181710" y="2182343"/>
                  </a:lnTo>
                  <a:lnTo>
                    <a:pt x="2186857" y="2199089"/>
                  </a:lnTo>
                  <a:lnTo>
                    <a:pt x="2196128" y="2244272"/>
                  </a:lnTo>
                  <a:lnTo>
                    <a:pt x="2211471" y="2288077"/>
                  </a:lnTo>
                  <a:lnTo>
                    <a:pt x="2233118" y="2341026"/>
                  </a:lnTo>
                  <a:lnTo>
                    <a:pt x="2268646" y="2405203"/>
                  </a:lnTo>
                  <a:lnTo>
                    <a:pt x="2272899" y="2414348"/>
                  </a:lnTo>
                  <a:lnTo>
                    <a:pt x="2268274" y="2422102"/>
                  </a:lnTo>
                  <a:lnTo>
                    <a:pt x="2266863" y="2430135"/>
                  </a:lnTo>
                  <a:lnTo>
                    <a:pt x="2266460" y="2442245"/>
                  </a:lnTo>
                  <a:lnTo>
                    <a:pt x="2267742" y="2454044"/>
                  </a:lnTo>
                  <a:lnTo>
                    <a:pt x="2271943" y="2468453"/>
                  </a:lnTo>
                  <a:lnTo>
                    <a:pt x="2280015" y="2490483"/>
                  </a:lnTo>
                  <a:lnTo>
                    <a:pt x="2275499" y="2486088"/>
                  </a:lnTo>
                  <a:lnTo>
                    <a:pt x="2263809" y="2454470"/>
                  </a:lnTo>
                  <a:lnTo>
                    <a:pt x="2262450" y="2435901"/>
                  </a:lnTo>
                  <a:lnTo>
                    <a:pt x="2264135" y="2409560"/>
                  </a:lnTo>
                  <a:lnTo>
                    <a:pt x="2261391" y="2410195"/>
                  </a:lnTo>
                  <a:lnTo>
                    <a:pt x="2259164" y="2418755"/>
                  </a:lnTo>
                  <a:lnTo>
                    <a:pt x="2257939" y="2428808"/>
                  </a:lnTo>
                  <a:lnTo>
                    <a:pt x="2254973" y="2432700"/>
                  </a:lnTo>
                  <a:lnTo>
                    <a:pt x="2250926" y="2417364"/>
                  </a:lnTo>
                  <a:lnTo>
                    <a:pt x="2251210" y="2410430"/>
                  </a:lnTo>
                  <a:lnTo>
                    <a:pt x="2255505" y="2402327"/>
                  </a:lnTo>
                  <a:lnTo>
                    <a:pt x="2254259" y="2399412"/>
                  </a:lnTo>
                  <a:lnTo>
                    <a:pt x="2247309" y="2395265"/>
                  </a:lnTo>
                  <a:lnTo>
                    <a:pt x="2245831" y="2388743"/>
                  </a:lnTo>
                  <a:lnTo>
                    <a:pt x="2246771" y="2382304"/>
                  </a:lnTo>
                  <a:lnTo>
                    <a:pt x="2242782" y="2378862"/>
                  </a:lnTo>
                  <a:lnTo>
                    <a:pt x="2239661" y="2379027"/>
                  </a:lnTo>
                  <a:lnTo>
                    <a:pt x="2241753" y="2394903"/>
                  </a:lnTo>
                  <a:lnTo>
                    <a:pt x="2245056" y="2404651"/>
                  </a:lnTo>
                  <a:lnTo>
                    <a:pt x="2249138" y="2428014"/>
                  </a:lnTo>
                  <a:lnTo>
                    <a:pt x="2255727" y="2442169"/>
                  </a:lnTo>
                  <a:lnTo>
                    <a:pt x="2259567" y="2454038"/>
                  </a:lnTo>
                  <a:lnTo>
                    <a:pt x="2304438" y="2580696"/>
                  </a:lnTo>
                  <a:lnTo>
                    <a:pt x="2315058" y="2596826"/>
                  </a:lnTo>
                  <a:lnTo>
                    <a:pt x="2318985" y="2608409"/>
                  </a:lnTo>
                  <a:lnTo>
                    <a:pt x="2323073" y="2632630"/>
                  </a:lnTo>
                  <a:lnTo>
                    <a:pt x="2323998" y="2663728"/>
                  </a:lnTo>
                  <a:lnTo>
                    <a:pt x="2316665" y="2720564"/>
                  </a:lnTo>
                  <a:lnTo>
                    <a:pt x="2314996" y="2759333"/>
                  </a:lnTo>
                  <a:lnTo>
                    <a:pt x="2313947" y="2758145"/>
                  </a:lnTo>
                  <a:lnTo>
                    <a:pt x="2313244" y="2754062"/>
                  </a:lnTo>
                  <a:lnTo>
                    <a:pt x="2311549" y="2753503"/>
                  </a:lnTo>
                  <a:lnTo>
                    <a:pt x="2305182" y="2771265"/>
                  </a:lnTo>
                  <a:lnTo>
                    <a:pt x="2296531" y="2787287"/>
                  </a:lnTo>
                  <a:lnTo>
                    <a:pt x="2293684" y="2812187"/>
                  </a:lnTo>
                  <a:lnTo>
                    <a:pt x="2289534" y="2824653"/>
                  </a:lnTo>
                  <a:lnTo>
                    <a:pt x="2277075" y="2837843"/>
                  </a:lnTo>
                  <a:lnTo>
                    <a:pt x="2269354" y="2837506"/>
                  </a:lnTo>
                  <a:lnTo>
                    <a:pt x="2250420" y="2847400"/>
                  </a:lnTo>
                  <a:lnTo>
                    <a:pt x="2237118" y="2844822"/>
                  </a:lnTo>
                  <a:lnTo>
                    <a:pt x="2221269" y="2850404"/>
                  </a:lnTo>
                  <a:lnTo>
                    <a:pt x="2210840" y="2849781"/>
                  </a:lnTo>
                  <a:lnTo>
                    <a:pt x="2204820" y="2838014"/>
                  </a:lnTo>
                  <a:lnTo>
                    <a:pt x="2205740" y="2832750"/>
                  </a:lnTo>
                  <a:lnTo>
                    <a:pt x="2208137" y="2827460"/>
                  </a:lnTo>
                  <a:lnTo>
                    <a:pt x="2212199" y="2826228"/>
                  </a:lnTo>
                  <a:lnTo>
                    <a:pt x="2226199" y="2838560"/>
                  </a:lnTo>
                  <a:lnTo>
                    <a:pt x="2228839" y="2833372"/>
                  </a:lnTo>
                  <a:lnTo>
                    <a:pt x="2224612" y="2827199"/>
                  </a:lnTo>
                  <a:lnTo>
                    <a:pt x="2216519" y="2823757"/>
                  </a:lnTo>
                  <a:lnTo>
                    <a:pt x="2210540" y="2819973"/>
                  </a:lnTo>
                  <a:lnTo>
                    <a:pt x="2198494" y="2791859"/>
                  </a:lnTo>
                  <a:lnTo>
                    <a:pt x="2186014" y="2772554"/>
                  </a:lnTo>
                  <a:lnTo>
                    <a:pt x="2183911" y="2759650"/>
                  </a:lnTo>
                  <a:lnTo>
                    <a:pt x="2162393" y="2751782"/>
                  </a:lnTo>
                  <a:lnTo>
                    <a:pt x="2146812" y="2739869"/>
                  </a:lnTo>
                  <a:lnTo>
                    <a:pt x="2136652" y="2718678"/>
                  </a:lnTo>
                  <a:lnTo>
                    <a:pt x="2130823" y="2681102"/>
                  </a:lnTo>
                  <a:lnTo>
                    <a:pt x="2123950" y="2676879"/>
                  </a:lnTo>
                  <a:lnTo>
                    <a:pt x="2121046" y="2673958"/>
                  </a:lnTo>
                  <a:lnTo>
                    <a:pt x="2127759" y="2660013"/>
                  </a:lnTo>
                  <a:lnTo>
                    <a:pt x="2134833" y="2648322"/>
                  </a:lnTo>
                  <a:lnTo>
                    <a:pt x="2129237" y="2651230"/>
                  </a:lnTo>
                  <a:lnTo>
                    <a:pt x="2125108" y="2655555"/>
                  </a:lnTo>
                  <a:lnTo>
                    <a:pt x="2119857" y="2665880"/>
                  </a:lnTo>
                  <a:lnTo>
                    <a:pt x="2116023" y="2667468"/>
                  </a:lnTo>
                  <a:lnTo>
                    <a:pt x="2112509" y="2665880"/>
                  </a:lnTo>
                  <a:lnTo>
                    <a:pt x="2108457" y="2646074"/>
                  </a:lnTo>
                  <a:lnTo>
                    <a:pt x="2109615" y="2621726"/>
                  </a:lnTo>
                  <a:lnTo>
                    <a:pt x="2115294" y="2612620"/>
                  </a:lnTo>
                  <a:lnTo>
                    <a:pt x="2106571" y="2612378"/>
                  </a:lnTo>
                  <a:lnTo>
                    <a:pt x="2097533" y="2615846"/>
                  </a:lnTo>
                  <a:lnTo>
                    <a:pt x="2098856" y="2623962"/>
                  </a:lnTo>
                  <a:lnTo>
                    <a:pt x="2097579" y="2628420"/>
                  </a:lnTo>
                  <a:lnTo>
                    <a:pt x="2090995" y="2627276"/>
                  </a:lnTo>
                  <a:lnTo>
                    <a:pt x="2086003" y="2624425"/>
                  </a:lnTo>
                  <a:lnTo>
                    <a:pt x="2079229" y="2615979"/>
                  </a:lnTo>
                  <a:lnTo>
                    <a:pt x="2069989" y="2599862"/>
                  </a:lnTo>
                  <a:lnTo>
                    <a:pt x="2051033" y="2555460"/>
                  </a:lnTo>
                  <a:lnTo>
                    <a:pt x="2047338" y="2549198"/>
                  </a:lnTo>
                  <a:lnTo>
                    <a:pt x="2041070" y="2542645"/>
                  </a:lnTo>
                  <a:lnTo>
                    <a:pt x="2044021" y="2540606"/>
                  </a:lnTo>
                  <a:lnTo>
                    <a:pt x="2049406" y="2539400"/>
                  </a:lnTo>
                  <a:lnTo>
                    <a:pt x="2061576" y="2519409"/>
                  </a:lnTo>
                  <a:lnTo>
                    <a:pt x="2071136" y="2507330"/>
                  </a:lnTo>
                  <a:lnTo>
                    <a:pt x="2074309" y="2498973"/>
                  </a:lnTo>
                  <a:lnTo>
                    <a:pt x="2073756" y="2495398"/>
                  </a:lnTo>
                  <a:lnTo>
                    <a:pt x="2069529" y="2490203"/>
                  </a:lnTo>
                  <a:lnTo>
                    <a:pt x="2063979" y="2494744"/>
                  </a:lnTo>
                  <a:lnTo>
                    <a:pt x="2061601" y="2493448"/>
                  </a:lnTo>
                  <a:lnTo>
                    <a:pt x="2055359" y="2482970"/>
                  </a:lnTo>
                  <a:lnTo>
                    <a:pt x="2049395" y="2480011"/>
                  </a:lnTo>
                  <a:lnTo>
                    <a:pt x="2045240" y="2482278"/>
                  </a:lnTo>
                  <a:lnTo>
                    <a:pt x="2049623" y="2490864"/>
                  </a:lnTo>
                  <a:lnTo>
                    <a:pt x="2053560" y="2494052"/>
                  </a:lnTo>
                  <a:lnTo>
                    <a:pt x="2052036" y="2506536"/>
                  </a:lnTo>
                  <a:lnTo>
                    <a:pt x="2050444" y="2510601"/>
                  </a:lnTo>
                  <a:lnTo>
                    <a:pt x="2046755" y="2514189"/>
                  </a:lnTo>
                  <a:lnTo>
                    <a:pt x="2040993" y="2512277"/>
                  </a:lnTo>
                  <a:lnTo>
                    <a:pt x="2038078" y="2515364"/>
                  </a:lnTo>
                  <a:lnTo>
                    <a:pt x="2034647" y="2512112"/>
                  </a:lnTo>
                  <a:lnTo>
                    <a:pt x="2031231" y="2506625"/>
                  </a:lnTo>
                  <a:lnTo>
                    <a:pt x="2027427" y="2497595"/>
                  </a:lnTo>
                  <a:lnTo>
                    <a:pt x="2037478" y="2446767"/>
                  </a:lnTo>
                  <a:lnTo>
                    <a:pt x="2046780" y="2414380"/>
                  </a:lnTo>
                  <a:lnTo>
                    <a:pt x="2047845" y="2377433"/>
                  </a:lnTo>
                  <a:lnTo>
                    <a:pt x="2048537" y="2371959"/>
                  </a:lnTo>
                  <a:lnTo>
                    <a:pt x="2047752" y="2362141"/>
                  </a:lnTo>
                  <a:lnTo>
                    <a:pt x="2035277" y="2340804"/>
                  </a:lnTo>
                  <a:lnTo>
                    <a:pt x="1980122" y="2288737"/>
                  </a:lnTo>
                  <a:lnTo>
                    <a:pt x="1937374" y="2227081"/>
                  </a:lnTo>
                  <a:lnTo>
                    <a:pt x="1900348" y="2203953"/>
                  </a:lnTo>
                  <a:lnTo>
                    <a:pt x="1872256" y="2209033"/>
                  </a:lnTo>
                  <a:lnTo>
                    <a:pt x="1867393" y="2213682"/>
                  </a:lnTo>
                  <a:lnTo>
                    <a:pt x="1865305" y="2219759"/>
                  </a:lnTo>
                  <a:lnTo>
                    <a:pt x="1867068" y="2226637"/>
                  </a:lnTo>
                  <a:lnTo>
                    <a:pt x="1864515" y="2229501"/>
                  </a:lnTo>
                  <a:lnTo>
                    <a:pt x="1856975" y="2229139"/>
                  </a:lnTo>
                  <a:lnTo>
                    <a:pt x="1846820" y="2230739"/>
                  </a:lnTo>
                  <a:lnTo>
                    <a:pt x="1820305" y="2246971"/>
                  </a:lnTo>
                  <a:lnTo>
                    <a:pt x="1810951" y="2246374"/>
                  </a:lnTo>
                  <a:lnTo>
                    <a:pt x="1802455" y="2250578"/>
                  </a:lnTo>
                  <a:lnTo>
                    <a:pt x="1796094" y="2253727"/>
                  </a:lnTo>
                  <a:lnTo>
                    <a:pt x="1779506" y="2255442"/>
                  </a:lnTo>
                  <a:lnTo>
                    <a:pt x="1765439" y="2259043"/>
                  </a:lnTo>
                  <a:lnTo>
                    <a:pt x="1759362" y="2257093"/>
                  </a:lnTo>
                  <a:lnTo>
                    <a:pt x="1755398" y="2247682"/>
                  </a:lnTo>
                  <a:lnTo>
                    <a:pt x="1755398" y="2237940"/>
                  </a:lnTo>
                  <a:lnTo>
                    <a:pt x="1758613" y="2245408"/>
                  </a:lnTo>
                  <a:lnTo>
                    <a:pt x="1763589" y="2251251"/>
                  </a:lnTo>
                  <a:lnTo>
                    <a:pt x="1765868" y="2248914"/>
                  </a:lnTo>
                  <a:lnTo>
                    <a:pt x="1766721" y="2243745"/>
                  </a:lnTo>
                  <a:lnTo>
                    <a:pt x="1761770" y="2233616"/>
                  </a:lnTo>
                  <a:lnTo>
                    <a:pt x="1745822" y="2220604"/>
                  </a:lnTo>
                  <a:lnTo>
                    <a:pt x="1727673" y="2201597"/>
                  </a:lnTo>
                  <a:lnTo>
                    <a:pt x="1733208" y="2202226"/>
                  </a:lnTo>
                  <a:lnTo>
                    <a:pt x="1734608" y="2198155"/>
                  </a:lnTo>
                  <a:lnTo>
                    <a:pt x="1728981" y="2192815"/>
                  </a:lnTo>
                  <a:lnTo>
                    <a:pt x="1731358" y="2186642"/>
                  </a:lnTo>
                  <a:lnTo>
                    <a:pt x="1735322" y="2180158"/>
                  </a:lnTo>
                  <a:lnTo>
                    <a:pt x="1727663" y="2181130"/>
                  </a:lnTo>
                  <a:lnTo>
                    <a:pt x="1720790" y="2185670"/>
                  </a:lnTo>
                  <a:lnTo>
                    <a:pt x="1720563" y="2191278"/>
                  </a:lnTo>
                  <a:lnTo>
                    <a:pt x="1719203" y="2195736"/>
                  </a:lnTo>
                  <a:lnTo>
                    <a:pt x="1715503" y="2195088"/>
                  </a:lnTo>
                  <a:lnTo>
                    <a:pt x="1708635" y="2189569"/>
                  </a:lnTo>
                  <a:lnTo>
                    <a:pt x="1674823" y="2174208"/>
                  </a:lnTo>
                  <a:lnTo>
                    <a:pt x="1645264" y="2165546"/>
                  </a:lnTo>
                  <a:lnTo>
                    <a:pt x="1667950" y="2161647"/>
                  </a:lnTo>
                  <a:lnTo>
                    <a:pt x="1680254" y="2164676"/>
                  </a:lnTo>
                  <a:lnTo>
                    <a:pt x="1678787" y="2160027"/>
                  </a:lnTo>
                  <a:lnTo>
                    <a:pt x="1675826" y="2157075"/>
                  </a:lnTo>
                  <a:lnTo>
                    <a:pt x="1666121" y="2153334"/>
                  </a:lnTo>
                  <a:lnTo>
                    <a:pt x="1653759" y="2154757"/>
                  </a:lnTo>
                  <a:lnTo>
                    <a:pt x="1645951" y="2152998"/>
                  </a:lnTo>
                  <a:lnTo>
                    <a:pt x="1637967" y="2156706"/>
                  </a:lnTo>
                  <a:lnTo>
                    <a:pt x="1629218" y="2162218"/>
                  </a:lnTo>
                  <a:lnTo>
                    <a:pt x="1621430" y="2165057"/>
                  </a:lnTo>
                  <a:lnTo>
                    <a:pt x="1590951" y="2169026"/>
                  </a:lnTo>
                  <a:lnTo>
                    <a:pt x="1566234" y="2173332"/>
                  </a:lnTo>
                  <a:lnTo>
                    <a:pt x="1570197" y="2168785"/>
                  </a:lnTo>
                  <a:lnTo>
                    <a:pt x="1574424" y="2165863"/>
                  </a:lnTo>
                  <a:lnTo>
                    <a:pt x="1589028" y="2161418"/>
                  </a:lnTo>
                  <a:lnTo>
                    <a:pt x="1591214" y="2152178"/>
                  </a:lnTo>
                  <a:lnTo>
                    <a:pt x="1587783" y="2143281"/>
                  </a:lnTo>
                  <a:lnTo>
                    <a:pt x="1583938" y="2145415"/>
                  </a:lnTo>
                  <a:lnTo>
                    <a:pt x="1579902" y="2152369"/>
                  </a:lnTo>
                  <a:lnTo>
                    <a:pt x="1574952" y="2147358"/>
                  </a:lnTo>
                  <a:lnTo>
                    <a:pt x="1569469" y="2147384"/>
                  </a:lnTo>
                  <a:lnTo>
                    <a:pt x="1567980" y="2158446"/>
                  </a:lnTo>
                  <a:lnTo>
                    <a:pt x="1560952" y="2165863"/>
                  </a:lnTo>
                  <a:lnTo>
                    <a:pt x="1557779" y="2173332"/>
                  </a:lnTo>
                  <a:lnTo>
                    <a:pt x="1537170" y="2179180"/>
                  </a:lnTo>
                  <a:lnTo>
                    <a:pt x="1534530" y="2177231"/>
                  </a:lnTo>
                  <a:lnTo>
                    <a:pt x="1540560" y="2170137"/>
                  </a:lnTo>
                  <a:lnTo>
                    <a:pt x="1540080" y="2166194"/>
                  </a:lnTo>
                  <a:lnTo>
                    <a:pt x="1533202" y="2169578"/>
                  </a:lnTo>
                  <a:lnTo>
                    <a:pt x="1521667" y="2183022"/>
                  </a:lnTo>
                  <a:lnTo>
                    <a:pt x="1481059" y="2187423"/>
                  </a:lnTo>
                  <a:lnTo>
                    <a:pt x="1483276" y="2184368"/>
                  </a:lnTo>
                  <a:lnTo>
                    <a:pt x="1491849" y="2183759"/>
                  </a:lnTo>
                  <a:lnTo>
                    <a:pt x="1503885" y="2179504"/>
                  </a:lnTo>
                  <a:lnTo>
                    <a:pt x="1501451" y="2172341"/>
                  </a:lnTo>
                  <a:lnTo>
                    <a:pt x="1496810" y="2164466"/>
                  </a:lnTo>
                  <a:lnTo>
                    <a:pt x="1492526" y="2163590"/>
                  </a:lnTo>
                  <a:lnTo>
                    <a:pt x="1489700" y="2158973"/>
                  </a:lnTo>
                  <a:lnTo>
                    <a:pt x="1489839" y="2144425"/>
                  </a:lnTo>
                  <a:lnTo>
                    <a:pt x="1487100" y="2135921"/>
                  </a:lnTo>
                  <a:lnTo>
                    <a:pt x="1480491" y="2127171"/>
                  </a:lnTo>
                  <a:lnTo>
                    <a:pt x="1478258" y="2128853"/>
                  </a:lnTo>
                  <a:lnTo>
                    <a:pt x="1473395" y="2143815"/>
                  </a:lnTo>
                  <a:lnTo>
                    <a:pt x="1469354" y="2163438"/>
                  </a:lnTo>
                  <a:lnTo>
                    <a:pt x="1467354" y="2169775"/>
                  </a:lnTo>
                  <a:lnTo>
                    <a:pt x="1455314" y="2170220"/>
                  </a:lnTo>
                  <a:lnTo>
                    <a:pt x="1444658" y="2168880"/>
                  </a:lnTo>
                  <a:lnTo>
                    <a:pt x="1408442" y="2171236"/>
                  </a:lnTo>
                  <a:lnTo>
                    <a:pt x="1394913" y="2164587"/>
                  </a:lnTo>
                  <a:lnTo>
                    <a:pt x="1389301" y="2163311"/>
                  </a:lnTo>
                  <a:lnTo>
                    <a:pt x="1385885" y="2163463"/>
                  </a:lnTo>
                  <a:lnTo>
                    <a:pt x="1370134" y="2169559"/>
                  </a:lnTo>
                  <a:lnTo>
                    <a:pt x="1352186" y="2174227"/>
                  </a:lnTo>
                  <a:lnTo>
                    <a:pt x="1347959" y="2172760"/>
                  </a:lnTo>
                  <a:lnTo>
                    <a:pt x="1341929" y="2172544"/>
                  </a:lnTo>
                  <a:lnTo>
                    <a:pt x="1328916" y="2188433"/>
                  </a:lnTo>
                  <a:lnTo>
                    <a:pt x="1313573" y="2195869"/>
                  </a:lnTo>
                  <a:lnTo>
                    <a:pt x="1274862" y="2182501"/>
                  </a:lnTo>
                  <a:lnTo>
                    <a:pt x="1265234" y="2171750"/>
                  </a:lnTo>
                  <a:lnTo>
                    <a:pt x="1256687" y="2169451"/>
                  </a:lnTo>
                  <a:lnTo>
                    <a:pt x="1246176" y="2168124"/>
                  </a:lnTo>
                  <a:lnTo>
                    <a:pt x="1234884" y="2181352"/>
                  </a:lnTo>
                  <a:lnTo>
                    <a:pt x="1226306" y="2199203"/>
                  </a:lnTo>
                  <a:lnTo>
                    <a:pt x="1239861" y="2208989"/>
                  </a:lnTo>
                  <a:lnTo>
                    <a:pt x="1251462" y="2213669"/>
                  </a:lnTo>
                  <a:lnTo>
                    <a:pt x="1270635" y="2209745"/>
                  </a:lnTo>
                  <a:lnTo>
                    <a:pt x="1281234" y="2201083"/>
                  </a:lnTo>
                  <a:lnTo>
                    <a:pt x="1289890" y="2201368"/>
                  </a:lnTo>
                  <a:lnTo>
                    <a:pt x="1294029" y="2199609"/>
                  </a:lnTo>
                  <a:lnTo>
                    <a:pt x="1297806" y="2195088"/>
                  </a:lnTo>
                  <a:lnTo>
                    <a:pt x="1305207" y="2198657"/>
                  </a:lnTo>
                  <a:lnTo>
                    <a:pt x="1305470" y="2202232"/>
                  </a:lnTo>
                  <a:lnTo>
                    <a:pt x="1300215" y="2207268"/>
                  </a:lnTo>
                  <a:lnTo>
                    <a:pt x="1293595" y="2211510"/>
                  </a:lnTo>
                  <a:lnTo>
                    <a:pt x="1289579" y="2216508"/>
                  </a:lnTo>
                  <a:lnTo>
                    <a:pt x="1297135" y="2226580"/>
                  </a:lnTo>
                  <a:lnTo>
                    <a:pt x="1309000" y="2229964"/>
                  </a:lnTo>
                  <a:lnTo>
                    <a:pt x="1313465" y="2228504"/>
                  </a:lnTo>
                  <a:lnTo>
                    <a:pt x="1316229" y="2217181"/>
                  </a:lnTo>
                  <a:lnTo>
                    <a:pt x="1323526" y="2209891"/>
                  </a:lnTo>
                  <a:lnTo>
                    <a:pt x="1333443" y="2211466"/>
                  </a:lnTo>
                  <a:lnTo>
                    <a:pt x="1332032" y="2216038"/>
                  </a:lnTo>
                  <a:lnTo>
                    <a:pt x="1333422" y="2220356"/>
                  </a:lnTo>
                  <a:lnTo>
                    <a:pt x="1337980" y="2227729"/>
                  </a:lnTo>
                  <a:lnTo>
                    <a:pt x="1337458" y="2238290"/>
                  </a:lnTo>
                  <a:lnTo>
                    <a:pt x="1338342" y="2240836"/>
                  </a:lnTo>
                  <a:lnTo>
                    <a:pt x="1327655" y="2245497"/>
                  </a:lnTo>
                  <a:lnTo>
                    <a:pt x="1319692" y="2247079"/>
                  </a:lnTo>
                  <a:lnTo>
                    <a:pt x="1313320" y="2253181"/>
                  </a:lnTo>
                  <a:lnTo>
                    <a:pt x="1316658" y="2256725"/>
                  </a:lnTo>
                  <a:lnTo>
                    <a:pt x="1310168" y="2259837"/>
                  </a:lnTo>
                  <a:lnTo>
                    <a:pt x="1305780" y="2258592"/>
                  </a:lnTo>
                  <a:lnTo>
                    <a:pt x="1303574" y="2259741"/>
                  </a:lnTo>
                  <a:lnTo>
                    <a:pt x="1302912" y="2263488"/>
                  </a:lnTo>
                  <a:lnTo>
                    <a:pt x="1299558" y="2266968"/>
                  </a:lnTo>
                  <a:lnTo>
                    <a:pt x="1304437" y="2277453"/>
                  </a:lnTo>
                  <a:lnTo>
                    <a:pt x="1314436" y="2284298"/>
                  </a:lnTo>
                  <a:lnTo>
                    <a:pt x="1321490" y="2292878"/>
                  </a:lnTo>
                  <a:lnTo>
                    <a:pt x="1349851" y="2304175"/>
                  </a:lnTo>
                  <a:lnTo>
                    <a:pt x="1356724" y="2303851"/>
                  </a:lnTo>
                  <a:lnTo>
                    <a:pt x="1363488" y="2315225"/>
                  </a:lnTo>
                  <a:lnTo>
                    <a:pt x="1368940" y="2319136"/>
                  </a:lnTo>
                  <a:lnTo>
                    <a:pt x="1374191" y="2321124"/>
                  </a:lnTo>
                  <a:lnTo>
                    <a:pt x="1373591" y="2328948"/>
                  </a:lnTo>
                  <a:lnTo>
                    <a:pt x="1364263" y="2334676"/>
                  </a:lnTo>
                  <a:lnTo>
                    <a:pt x="1361742" y="2341509"/>
                  </a:lnTo>
                  <a:lnTo>
                    <a:pt x="1359395" y="2345351"/>
                  </a:lnTo>
                  <a:lnTo>
                    <a:pt x="1355189" y="2340486"/>
                  </a:lnTo>
                  <a:lnTo>
                    <a:pt x="1350869" y="2336962"/>
                  </a:lnTo>
                  <a:lnTo>
                    <a:pt x="1340869" y="2347681"/>
                  </a:lnTo>
                  <a:lnTo>
                    <a:pt x="1336048" y="2349936"/>
                  </a:lnTo>
                  <a:lnTo>
                    <a:pt x="1338440" y="2338378"/>
                  </a:lnTo>
                  <a:lnTo>
                    <a:pt x="1334663" y="2333850"/>
                  </a:lnTo>
                  <a:lnTo>
                    <a:pt x="1328952" y="2322261"/>
                  </a:lnTo>
                  <a:lnTo>
                    <a:pt x="1320632" y="2315091"/>
                  </a:lnTo>
                  <a:lnTo>
                    <a:pt x="1314772" y="2312716"/>
                  </a:lnTo>
                  <a:lnTo>
                    <a:pt x="1310209" y="2308182"/>
                  </a:lnTo>
                  <a:lnTo>
                    <a:pt x="1304685" y="2306347"/>
                  </a:lnTo>
                  <a:lnTo>
                    <a:pt x="1299972" y="2306817"/>
                  </a:lnTo>
                  <a:lnTo>
                    <a:pt x="1291993" y="2304175"/>
                  </a:lnTo>
                  <a:lnTo>
                    <a:pt x="1291466" y="2298009"/>
                  </a:lnTo>
                  <a:lnTo>
                    <a:pt x="1289254" y="2293392"/>
                  </a:lnTo>
                  <a:lnTo>
                    <a:pt x="1283011" y="2287943"/>
                  </a:lnTo>
                  <a:lnTo>
                    <a:pt x="1253183" y="2277649"/>
                  </a:lnTo>
                  <a:lnTo>
                    <a:pt x="1253002" y="2281910"/>
                  </a:lnTo>
                  <a:lnTo>
                    <a:pt x="1255069" y="2285117"/>
                  </a:lnTo>
                  <a:lnTo>
                    <a:pt x="1259353" y="2287251"/>
                  </a:lnTo>
                  <a:lnTo>
                    <a:pt x="1264480" y="2291404"/>
                  </a:lnTo>
                  <a:lnTo>
                    <a:pt x="1264433" y="2303705"/>
                  </a:lnTo>
                  <a:lnTo>
                    <a:pt x="1262216" y="2308912"/>
                  </a:lnTo>
                  <a:lnTo>
                    <a:pt x="1261265" y="2316330"/>
                  </a:lnTo>
                  <a:lnTo>
                    <a:pt x="1259291" y="2323868"/>
                  </a:lnTo>
                  <a:lnTo>
                    <a:pt x="1255643" y="2329811"/>
                  </a:lnTo>
                  <a:lnTo>
                    <a:pt x="1247499" y="2333863"/>
                  </a:lnTo>
                  <a:lnTo>
                    <a:pt x="1243907" y="2330472"/>
                  </a:lnTo>
                  <a:lnTo>
                    <a:pt x="1238099" y="2314240"/>
                  </a:lnTo>
                  <a:lnTo>
                    <a:pt x="1229887" y="2309128"/>
                  </a:lnTo>
                  <a:lnTo>
                    <a:pt x="1216839" y="2308525"/>
                  </a:lnTo>
                  <a:lnTo>
                    <a:pt x="1207976" y="2312195"/>
                  </a:lnTo>
                  <a:lnTo>
                    <a:pt x="1198317" y="2327919"/>
                  </a:lnTo>
                  <a:lnTo>
                    <a:pt x="1190535" y="2330491"/>
                  </a:lnTo>
                  <a:lnTo>
                    <a:pt x="1163895" y="2322343"/>
                  </a:lnTo>
                  <a:lnTo>
                    <a:pt x="1133478" y="2309928"/>
                  </a:lnTo>
                  <a:lnTo>
                    <a:pt x="1134263" y="2305794"/>
                  </a:lnTo>
                  <a:lnTo>
                    <a:pt x="1139049" y="2304467"/>
                  </a:lnTo>
                  <a:lnTo>
                    <a:pt x="1148227" y="2306163"/>
                  </a:lnTo>
                  <a:lnTo>
                    <a:pt x="1147741" y="2301902"/>
                  </a:lnTo>
                  <a:lnTo>
                    <a:pt x="1138361" y="2288032"/>
                  </a:lnTo>
                  <a:lnTo>
                    <a:pt x="1136641" y="2281771"/>
                  </a:lnTo>
                  <a:lnTo>
                    <a:pt x="1137850" y="2274131"/>
                  </a:lnTo>
                  <a:lnTo>
                    <a:pt x="1134791" y="2274303"/>
                  </a:lnTo>
                  <a:lnTo>
                    <a:pt x="1129158" y="2280717"/>
                  </a:lnTo>
                  <a:lnTo>
                    <a:pt x="1109763" y="2275281"/>
                  </a:lnTo>
                  <a:lnTo>
                    <a:pt x="1104410" y="2268784"/>
                  </a:lnTo>
                  <a:lnTo>
                    <a:pt x="1093015" y="2250476"/>
                  </a:lnTo>
                  <a:lnTo>
                    <a:pt x="1076933" y="2249879"/>
                  </a:lnTo>
                  <a:lnTo>
                    <a:pt x="1069657" y="2238779"/>
                  </a:lnTo>
                  <a:lnTo>
                    <a:pt x="1056515" y="2243427"/>
                  </a:lnTo>
                  <a:lnTo>
                    <a:pt x="1049859" y="2248571"/>
                  </a:lnTo>
                  <a:lnTo>
                    <a:pt x="1044009" y="2256541"/>
                  </a:lnTo>
                  <a:lnTo>
                    <a:pt x="1046288" y="2260675"/>
                  </a:lnTo>
                  <a:lnTo>
                    <a:pt x="1052117" y="2267241"/>
                  </a:lnTo>
                  <a:lnTo>
                    <a:pt x="1049456" y="2270410"/>
                  </a:lnTo>
                  <a:lnTo>
                    <a:pt x="1030744" y="2275090"/>
                  </a:lnTo>
                  <a:lnTo>
                    <a:pt x="987304" y="2269857"/>
                  </a:lnTo>
                  <a:lnTo>
                    <a:pt x="974601" y="2264968"/>
                  </a:lnTo>
                  <a:lnTo>
                    <a:pt x="957553" y="2254629"/>
                  </a:lnTo>
                  <a:lnTo>
                    <a:pt x="933921" y="2246202"/>
                  </a:lnTo>
                  <a:lnTo>
                    <a:pt x="922542" y="2244843"/>
                  </a:lnTo>
                  <a:lnTo>
                    <a:pt x="911400" y="2246513"/>
                  </a:lnTo>
                  <a:lnTo>
                    <a:pt x="878978" y="2247377"/>
                  </a:lnTo>
                  <a:lnTo>
                    <a:pt x="871454" y="2249619"/>
                  </a:lnTo>
                  <a:lnTo>
                    <a:pt x="865046" y="2253200"/>
                  </a:lnTo>
                  <a:lnTo>
                    <a:pt x="860891" y="2249238"/>
                  </a:lnTo>
                  <a:lnTo>
                    <a:pt x="858968" y="2242163"/>
                  </a:lnTo>
                  <a:lnTo>
                    <a:pt x="862731" y="2241014"/>
                  </a:lnTo>
                  <a:lnTo>
                    <a:pt x="866916" y="2236854"/>
                  </a:lnTo>
                  <a:lnTo>
                    <a:pt x="870694" y="2228631"/>
                  </a:lnTo>
                  <a:lnTo>
                    <a:pt x="871123" y="2223658"/>
                  </a:lnTo>
                  <a:lnTo>
                    <a:pt x="868482" y="2220413"/>
                  </a:lnTo>
                  <a:lnTo>
                    <a:pt x="863459" y="2220089"/>
                  </a:lnTo>
                  <a:lnTo>
                    <a:pt x="852364" y="2241516"/>
                  </a:lnTo>
                  <a:lnTo>
                    <a:pt x="858705" y="2253524"/>
                  </a:lnTo>
                  <a:lnTo>
                    <a:pt x="858271" y="2257855"/>
                  </a:lnTo>
                  <a:lnTo>
                    <a:pt x="836132" y="2260319"/>
                  </a:lnTo>
                  <a:lnTo>
                    <a:pt x="785881" y="2284495"/>
                  </a:lnTo>
                  <a:lnTo>
                    <a:pt x="766285" y="2297532"/>
                  </a:lnTo>
                  <a:lnTo>
                    <a:pt x="767288" y="2293144"/>
                  </a:lnTo>
                  <a:lnTo>
                    <a:pt x="790982" y="2276246"/>
                  </a:lnTo>
                  <a:lnTo>
                    <a:pt x="782615" y="2273661"/>
                  </a:lnTo>
                  <a:lnTo>
                    <a:pt x="769143" y="2277884"/>
                  </a:lnTo>
                  <a:lnTo>
                    <a:pt x="764311" y="2276259"/>
                  </a:lnTo>
                  <a:lnTo>
                    <a:pt x="770016" y="2262288"/>
                  </a:lnTo>
                  <a:lnTo>
                    <a:pt x="768156" y="2249968"/>
                  </a:lnTo>
                  <a:lnTo>
                    <a:pt x="758591" y="2249631"/>
                  </a:lnTo>
                  <a:lnTo>
                    <a:pt x="752498" y="2259468"/>
                  </a:lnTo>
                  <a:lnTo>
                    <a:pt x="748265" y="2259049"/>
                  </a:lnTo>
                  <a:lnTo>
                    <a:pt x="742720" y="2254832"/>
                  </a:lnTo>
                  <a:lnTo>
                    <a:pt x="738426" y="2256166"/>
                  </a:lnTo>
                  <a:lnTo>
                    <a:pt x="741604" y="2278456"/>
                  </a:lnTo>
                  <a:lnTo>
                    <a:pt x="747630" y="2287626"/>
                  </a:lnTo>
                  <a:lnTo>
                    <a:pt x="752668" y="2299317"/>
                  </a:lnTo>
                  <a:lnTo>
                    <a:pt x="738907" y="2313764"/>
                  </a:lnTo>
                  <a:lnTo>
                    <a:pt x="726127" y="2325684"/>
                  </a:lnTo>
                  <a:lnTo>
                    <a:pt x="724742" y="2337203"/>
                  </a:lnTo>
                  <a:lnTo>
                    <a:pt x="711900" y="2352209"/>
                  </a:lnTo>
                  <a:lnTo>
                    <a:pt x="699818" y="2360719"/>
                  </a:lnTo>
                  <a:lnTo>
                    <a:pt x="671432" y="2380723"/>
                  </a:lnTo>
                  <a:lnTo>
                    <a:pt x="663334" y="2385003"/>
                  </a:lnTo>
                  <a:lnTo>
                    <a:pt x="650523" y="2394287"/>
                  </a:lnTo>
                  <a:lnTo>
                    <a:pt x="632849" y="2401247"/>
                  </a:lnTo>
                  <a:lnTo>
                    <a:pt x="615904" y="2412297"/>
                  </a:lnTo>
                  <a:lnTo>
                    <a:pt x="610189" y="2413973"/>
                  </a:lnTo>
                  <a:lnTo>
                    <a:pt x="621010" y="2404619"/>
                  </a:lnTo>
                  <a:lnTo>
                    <a:pt x="633842" y="2395379"/>
                  </a:lnTo>
                  <a:lnTo>
                    <a:pt x="622834" y="2396643"/>
                  </a:lnTo>
                  <a:lnTo>
                    <a:pt x="605869" y="2392363"/>
                  </a:lnTo>
                  <a:lnTo>
                    <a:pt x="595487" y="2392115"/>
                  </a:lnTo>
                  <a:lnTo>
                    <a:pt x="595414" y="2395487"/>
                  </a:lnTo>
                  <a:lnTo>
                    <a:pt x="587518" y="2400250"/>
                  </a:lnTo>
                  <a:lnTo>
                    <a:pt x="579338" y="2393252"/>
                  </a:lnTo>
                  <a:lnTo>
                    <a:pt x="575772" y="2388546"/>
                  </a:lnTo>
                  <a:lnTo>
                    <a:pt x="574082" y="2384482"/>
                  </a:lnTo>
                  <a:lnTo>
                    <a:pt x="570609" y="2383498"/>
                  </a:lnTo>
                  <a:lnTo>
                    <a:pt x="567271" y="2385384"/>
                  </a:lnTo>
                  <a:lnTo>
                    <a:pt x="579482" y="2414005"/>
                  </a:lnTo>
                  <a:lnTo>
                    <a:pt x="584686" y="2415243"/>
                  </a:lnTo>
                  <a:lnTo>
                    <a:pt x="590443" y="2418088"/>
                  </a:lnTo>
                  <a:lnTo>
                    <a:pt x="583275" y="2424756"/>
                  </a:lnTo>
                  <a:lnTo>
                    <a:pt x="575560" y="2429817"/>
                  </a:lnTo>
                  <a:lnTo>
                    <a:pt x="563426" y="2433177"/>
                  </a:lnTo>
                  <a:lnTo>
                    <a:pt x="553142" y="2422730"/>
                  </a:lnTo>
                  <a:lnTo>
                    <a:pt x="550915" y="2435838"/>
                  </a:lnTo>
                  <a:lnTo>
                    <a:pt x="549613" y="2448926"/>
                  </a:lnTo>
                  <a:lnTo>
                    <a:pt x="546161" y="2452285"/>
                  </a:lnTo>
                  <a:lnTo>
                    <a:pt x="540647" y="2457073"/>
                  </a:lnTo>
                  <a:lnTo>
                    <a:pt x="537655" y="2453460"/>
                  </a:lnTo>
                  <a:lnTo>
                    <a:pt x="536234" y="2448399"/>
                  </a:lnTo>
                  <a:lnTo>
                    <a:pt x="532704" y="2452914"/>
                  </a:lnTo>
                  <a:lnTo>
                    <a:pt x="527536" y="2456305"/>
                  </a:lnTo>
                  <a:lnTo>
                    <a:pt x="519010" y="2456984"/>
                  </a:lnTo>
                  <a:lnTo>
                    <a:pt x="512612" y="2458794"/>
                  </a:lnTo>
                  <a:lnTo>
                    <a:pt x="512762" y="2464217"/>
                  </a:lnTo>
                  <a:lnTo>
                    <a:pt x="514224" y="2469666"/>
                  </a:lnTo>
                  <a:lnTo>
                    <a:pt x="525542" y="2465361"/>
                  </a:lnTo>
                  <a:lnTo>
                    <a:pt x="521438" y="2479376"/>
                  </a:lnTo>
                  <a:lnTo>
                    <a:pt x="511031" y="2493226"/>
                  </a:lnTo>
                  <a:lnTo>
                    <a:pt x="502550" y="2496497"/>
                  </a:lnTo>
                  <a:lnTo>
                    <a:pt x="489579" y="2494471"/>
                  </a:lnTo>
                  <a:lnTo>
                    <a:pt x="486375" y="2495861"/>
                  </a:lnTo>
                  <a:lnTo>
                    <a:pt x="483507" y="2498738"/>
                  </a:lnTo>
                  <a:lnTo>
                    <a:pt x="498618" y="2520406"/>
                  </a:lnTo>
                  <a:lnTo>
                    <a:pt x="488908" y="2553085"/>
                  </a:lnTo>
                  <a:lnTo>
                    <a:pt x="482701" y="2564928"/>
                  </a:lnTo>
                  <a:lnTo>
                    <a:pt x="478396" y="2566446"/>
                  </a:lnTo>
                  <a:lnTo>
                    <a:pt x="473730" y="2566789"/>
                  </a:lnTo>
                  <a:lnTo>
                    <a:pt x="456981" y="2556260"/>
                  </a:lnTo>
                  <a:lnTo>
                    <a:pt x="447845" y="2548119"/>
                  </a:lnTo>
                  <a:lnTo>
                    <a:pt x="455896" y="2570275"/>
                  </a:lnTo>
                  <a:lnTo>
                    <a:pt x="477833" y="2576746"/>
                  </a:lnTo>
                  <a:lnTo>
                    <a:pt x="478955" y="2585129"/>
                  </a:lnTo>
                  <a:lnTo>
                    <a:pt x="478831" y="2592292"/>
                  </a:lnTo>
                  <a:lnTo>
                    <a:pt x="474510" y="2600700"/>
                  </a:lnTo>
                  <a:lnTo>
                    <a:pt x="470469" y="2611870"/>
                  </a:lnTo>
                  <a:lnTo>
                    <a:pt x="473451" y="2619650"/>
                  </a:lnTo>
                  <a:lnTo>
                    <a:pt x="476913" y="2638885"/>
                  </a:lnTo>
                  <a:lnTo>
                    <a:pt x="479874" y="2647712"/>
                  </a:lnTo>
                  <a:lnTo>
                    <a:pt x="483130" y="2674492"/>
                  </a:lnTo>
                  <a:lnTo>
                    <a:pt x="486592" y="2686106"/>
                  </a:lnTo>
                  <a:lnTo>
                    <a:pt x="506535" y="2728851"/>
                  </a:lnTo>
                  <a:lnTo>
                    <a:pt x="513258" y="2729181"/>
                  </a:lnTo>
                  <a:lnTo>
                    <a:pt x="514338" y="2733811"/>
                  </a:lnTo>
                  <a:lnTo>
                    <a:pt x="513697" y="2742688"/>
                  </a:lnTo>
                  <a:lnTo>
                    <a:pt x="499352" y="2745273"/>
                  </a:lnTo>
                  <a:lnTo>
                    <a:pt x="493331" y="2749229"/>
                  </a:lnTo>
                  <a:lnTo>
                    <a:pt x="492158" y="2752665"/>
                  </a:lnTo>
                  <a:lnTo>
                    <a:pt x="491269" y="2754519"/>
                  </a:lnTo>
                  <a:lnTo>
                    <a:pt x="489419" y="2754348"/>
                  </a:lnTo>
                  <a:lnTo>
                    <a:pt x="482577" y="2751877"/>
                  </a:lnTo>
                  <a:lnTo>
                    <a:pt x="467022" y="2739735"/>
                  </a:lnTo>
                  <a:lnTo>
                    <a:pt x="444357" y="2732210"/>
                  </a:lnTo>
                  <a:lnTo>
                    <a:pt x="414575" y="2729295"/>
                  </a:lnTo>
                  <a:lnTo>
                    <a:pt x="394230" y="2723218"/>
                  </a:lnTo>
                  <a:lnTo>
                    <a:pt x="383321" y="2713959"/>
                  </a:lnTo>
                  <a:lnTo>
                    <a:pt x="371916" y="2708473"/>
                  </a:lnTo>
                  <a:lnTo>
                    <a:pt x="360019" y="2706745"/>
                  </a:lnTo>
                  <a:lnTo>
                    <a:pt x="350165" y="2701722"/>
                  </a:lnTo>
                  <a:lnTo>
                    <a:pt x="342351" y="2693403"/>
                  </a:lnTo>
                  <a:lnTo>
                    <a:pt x="330925" y="2688094"/>
                  </a:lnTo>
                  <a:lnTo>
                    <a:pt x="315887" y="2685789"/>
                  </a:lnTo>
                  <a:lnTo>
                    <a:pt x="306099" y="2679553"/>
                  </a:lnTo>
                  <a:lnTo>
                    <a:pt x="299293" y="2664306"/>
                  </a:lnTo>
                  <a:lnTo>
                    <a:pt x="299262" y="2664077"/>
                  </a:lnTo>
                  <a:lnTo>
                    <a:pt x="293170" y="2638586"/>
                  </a:lnTo>
                  <a:lnTo>
                    <a:pt x="285496" y="2622615"/>
                  </a:lnTo>
                  <a:lnTo>
                    <a:pt x="270561" y="2602853"/>
                  </a:lnTo>
                  <a:lnTo>
                    <a:pt x="269186" y="2600249"/>
                  </a:lnTo>
                  <a:lnTo>
                    <a:pt x="269062" y="2596998"/>
                  </a:lnTo>
                  <a:lnTo>
                    <a:pt x="270912" y="2585497"/>
                  </a:lnTo>
                  <a:lnTo>
                    <a:pt x="269336" y="2577229"/>
                  </a:lnTo>
                  <a:lnTo>
                    <a:pt x="264608" y="2570491"/>
                  </a:lnTo>
                  <a:lnTo>
                    <a:pt x="263522" y="2563360"/>
                  </a:lnTo>
                  <a:lnTo>
                    <a:pt x="266086" y="2555854"/>
                  </a:lnTo>
                  <a:lnTo>
                    <a:pt x="266251" y="2546836"/>
                  </a:lnTo>
                  <a:lnTo>
                    <a:pt x="264024" y="2536307"/>
                  </a:lnTo>
                  <a:lnTo>
                    <a:pt x="254500" y="2524921"/>
                  </a:lnTo>
                  <a:lnTo>
                    <a:pt x="237679" y="2512690"/>
                  </a:lnTo>
                  <a:lnTo>
                    <a:pt x="223349" y="2494826"/>
                  </a:lnTo>
                  <a:lnTo>
                    <a:pt x="211520" y="2471343"/>
                  </a:lnTo>
                  <a:lnTo>
                    <a:pt x="199820" y="2455073"/>
                  </a:lnTo>
                  <a:lnTo>
                    <a:pt x="188249" y="2446011"/>
                  </a:lnTo>
                  <a:lnTo>
                    <a:pt x="180338" y="2434949"/>
                  </a:lnTo>
                  <a:lnTo>
                    <a:pt x="176079" y="2421886"/>
                  </a:lnTo>
                  <a:lnTo>
                    <a:pt x="174824" y="2414303"/>
                  </a:lnTo>
                  <a:lnTo>
                    <a:pt x="176560" y="2412208"/>
                  </a:lnTo>
                  <a:lnTo>
                    <a:pt x="169449" y="2397684"/>
                  </a:lnTo>
                  <a:lnTo>
                    <a:pt x="153491" y="2370746"/>
                  </a:lnTo>
                  <a:lnTo>
                    <a:pt x="144324" y="2351047"/>
                  </a:lnTo>
                  <a:lnTo>
                    <a:pt x="141962" y="2338594"/>
                  </a:lnTo>
                  <a:lnTo>
                    <a:pt x="131807" y="2323772"/>
                  </a:lnTo>
                  <a:lnTo>
                    <a:pt x="113865" y="2306582"/>
                  </a:lnTo>
                  <a:lnTo>
                    <a:pt x="104108" y="2295399"/>
                  </a:lnTo>
                  <a:lnTo>
                    <a:pt x="101711" y="2287632"/>
                  </a:lnTo>
                  <a:lnTo>
                    <a:pt x="73712" y="2265044"/>
                  </a:lnTo>
                  <a:lnTo>
                    <a:pt x="65578" y="2250933"/>
                  </a:lnTo>
                  <a:lnTo>
                    <a:pt x="59227" y="2246475"/>
                  </a:lnTo>
                  <a:lnTo>
                    <a:pt x="51935" y="2246958"/>
                  </a:lnTo>
                  <a:lnTo>
                    <a:pt x="48194" y="2245605"/>
                  </a:lnTo>
                  <a:lnTo>
                    <a:pt x="48008" y="2242417"/>
                  </a:lnTo>
                  <a:lnTo>
                    <a:pt x="45646" y="2242265"/>
                  </a:lnTo>
                  <a:lnTo>
                    <a:pt x="41104" y="2245161"/>
                  </a:lnTo>
                  <a:lnTo>
                    <a:pt x="26210" y="2245745"/>
                  </a:lnTo>
                  <a:lnTo>
                    <a:pt x="961" y="2244024"/>
                  </a:lnTo>
                  <a:lnTo>
                    <a:pt x="0" y="2243821"/>
                  </a:lnTo>
                  <a:lnTo>
                    <a:pt x="0" y="0"/>
                  </a:lnTo>
                  <a:lnTo>
                    <a:pt x="1773799" y="0"/>
                  </a:lnTo>
                  <a:lnTo>
                    <a:pt x="1791779" y="9112"/>
                  </a:lnTo>
                  <a:lnTo>
                    <a:pt x="1812321" y="19521"/>
                  </a:lnTo>
                  <a:lnTo>
                    <a:pt x="1817499" y="36825"/>
                  </a:lnTo>
                  <a:lnTo>
                    <a:pt x="1822542" y="53673"/>
                  </a:lnTo>
                  <a:lnTo>
                    <a:pt x="1834568" y="65904"/>
                  </a:lnTo>
                  <a:lnTo>
                    <a:pt x="1845575" y="77074"/>
                  </a:lnTo>
                  <a:lnTo>
                    <a:pt x="1851947" y="76490"/>
                  </a:lnTo>
                  <a:lnTo>
                    <a:pt x="1858412" y="71772"/>
                  </a:lnTo>
                  <a:lnTo>
                    <a:pt x="1862515" y="69498"/>
                  </a:lnTo>
                  <a:lnTo>
                    <a:pt x="1869393" y="69123"/>
                  </a:lnTo>
                  <a:lnTo>
                    <a:pt x="1884690" y="65085"/>
                  </a:lnTo>
                  <a:lnTo>
                    <a:pt x="1889211" y="65967"/>
                  </a:lnTo>
                  <a:lnTo>
                    <a:pt x="1891780" y="67987"/>
                  </a:lnTo>
                  <a:lnTo>
                    <a:pt x="1891992" y="71149"/>
                  </a:lnTo>
                  <a:lnTo>
                    <a:pt x="1891470" y="73664"/>
                  </a:lnTo>
                  <a:lnTo>
                    <a:pt x="1889103" y="78713"/>
                  </a:lnTo>
                  <a:lnTo>
                    <a:pt x="1892839" y="88333"/>
                  </a:lnTo>
                  <a:lnTo>
                    <a:pt x="1893625" y="99021"/>
                  </a:lnTo>
                  <a:lnTo>
                    <a:pt x="1895676" y="107099"/>
                  </a:lnTo>
                  <a:lnTo>
                    <a:pt x="1901939" y="117437"/>
                  </a:lnTo>
                  <a:lnTo>
                    <a:pt x="1907381" y="125515"/>
                  </a:lnTo>
                  <a:lnTo>
                    <a:pt x="1914233" y="127077"/>
                  </a:lnTo>
                  <a:lnTo>
                    <a:pt x="1930093" y="122372"/>
                  </a:lnTo>
                  <a:lnTo>
                    <a:pt x="1940031" y="120593"/>
                  </a:lnTo>
                  <a:lnTo>
                    <a:pt x="1945674" y="121362"/>
                  </a:lnTo>
                  <a:lnTo>
                    <a:pt x="1955327" y="128925"/>
                  </a:lnTo>
                  <a:lnTo>
                    <a:pt x="1960050" y="133472"/>
                  </a:lnTo>
                  <a:lnTo>
                    <a:pt x="1961177" y="137250"/>
                  </a:lnTo>
                  <a:lnTo>
                    <a:pt x="1948139" y="160340"/>
                  </a:lnTo>
                  <a:lnTo>
                    <a:pt x="1968815" y="171797"/>
                  </a:lnTo>
                  <a:lnTo>
                    <a:pt x="1991889" y="184320"/>
                  </a:lnTo>
                  <a:lnTo>
                    <a:pt x="2019402" y="199249"/>
                  </a:lnTo>
                  <a:lnTo>
                    <a:pt x="2036223" y="208388"/>
                  </a:lnTo>
                  <a:lnTo>
                    <a:pt x="2058377" y="221438"/>
                  </a:lnTo>
                  <a:lnTo>
                    <a:pt x="2062170" y="240032"/>
                  </a:lnTo>
                  <a:lnTo>
                    <a:pt x="2065364" y="255723"/>
                  </a:lnTo>
                  <a:lnTo>
                    <a:pt x="2069436" y="277600"/>
                  </a:lnTo>
                  <a:lnTo>
                    <a:pt x="2073585" y="299916"/>
                  </a:lnTo>
                  <a:lnTo>
                    <a:pt x="2077725" y="322148"/>
                  </a:lnTo>
                  <a:lnTo>
                    <a:pt x="2082112" y="345746"/>
                  </a:lnTo>
                  <a:lnTo>
                    <a:pt x="2086934" y="371669"/>
                  </a:lnTo>
                  <a:lnTo>
                    <a:pt x="2091218" y="394676"/>
                  </a:lnTo>
                  <a:lnTo>
                    <a:pt x="2095894" y="419792"/>
                  </a:lnTo>
                  <a:lnTo>
                    <a:pt x="2102111" y="452477"/>
                  </a:lnTo>
                  <a:lnTo>
                    <a:pt x="2096551" y="465070"/>
                  </a:lnTo>
                  <a:lnTo>
                    <a:pt x="2084443" y="492491"/>
                  </a:lnTo>
                  <a:lnTo>
                    <a:pt x="2073498" y="517277"/>
                  </a:lnTo>
                  <a:lnTo>
                    <a:pt x="2072541" y="524465"/>
                  </a:lnTo>
                  <a:lnTo>
                    <a:pt x="2065017" y="560606"/>
                  </a:lnTo>
                  <a:lnTo>
                    <a:pt x="2058987" y="575535"/>
                  </a:lnTo>
                  <a:lnTo>
                    <a:pt x="2048424" y="584204"/>
                  </a:lnTo>
                  <a:lnTo>
                    <a:pt x="2037938" y="592605"/>
                  </a:lnTo>
                  <a:lnTo>
                    <a:pt x="2024859" y="606684"/>
                  </a:lnTo>
                  <a:lnTo>
                    <a:pt x="2010472" y="613638"/>
                  </a:lnTo>
                  <a:lnTo>
                    <a:pt x="2003123" y="617727"/>
                  </a:lnTo>
                  <a:lnTo>
                    <a:pt x="1999273" y="624179"/>
                  </a:lnTo>
                  <a:lnTo>
                    <a:pt x="1995026" y="638322"/>
                  </a:lnTo>
                  <a:lnTo>
                    <a:pt x="1995842" y="659919"/>
                  </a:lnTo>
                  <a:lnTo>
                    <a:pt x="2007692" y="678507"/>
                  </a:lnTo>
                  <a:lnTo>
                    <a:pt x="2025024" y="688902"/>
                  </a:lnTo>
                  <a:lnTo>
                    <a:pt x="2043669" y="699025"/>
                  </a:lnTo>
                  <a:lnTo>
                    <a:pt x="2070232" y="699069"/>
                  </a:lnTo>
                  <a:lnTo>
                    <a:pt x="2094122" y="685562"/>
                  </a:lnTo>
                  <a:lnTo>
                    <a:pt x="2119433" y="671255"/>
                  </a:lnTo>
                  <a:lnTo>
                    <a:pt x="2142001" y="658497"/>
                  </a:lnTo>
                  <a:lnTo>
                    <a:pt x="2168842" y="643326"/>
                  </a:lnTo>
                  <a:lnTo>
                    <a:pt x="2193151" y="629577"/>
                  </a:lnTo>
                  <a:lnTo>
                    <a:pt x="2219548" y="624637"/>
                  </a:lnTo>
                  <a:lnTo>
                    <a:pt x="2256125" y="617797"/>
                  </a:lnTo>
                  <a:lnTo>
                    <a:pt x="2302169" y="609180"/>
                  </a:lnTo>
                  <a:lnTo>
                    <a:pt x="2324587" y="599368"/>
                  </a:lnTo>
                  <a:lnTo>
                    <a:pt x="2353557" y="586687"/>
                  </a:lnTo>
                  <a:lnTo>
                    <a:pt x="2386977" y="572055"/>
                  </a:lnTo>
                  <a:lnTo>
                    <a:pt x="2415818" y="559431"/>
                  </a:lnTo>
                  <a:lnTo>
                    <a:pt x="2430319" y="552433"/>
                  </a:lnTo>
                  <a:lnTo>
                    <a:pt x="2440633" y="544450"/>
                  </a:lnTo>
                  <a:lnTo>
                    <a:pt x="2443191" y="538544"/>
                  </a:lnTo>
                  <a:lnTo>
                    <a:pt x="2442582" y="535153"/>
                  </a:lnTo>
                  <a:lnTo>
                    <a:pt x="2439920" y="531756"/>
                  </a:lnTo>
                  <a:lnTo>
                    <a:pt x="2436241" y="529247"/>
                  </a:lnTo>
                  <a:lnTo>
                    <a:pt x="2432970" y="527114"/>
                  </a:lnTo>
                  <a:lnTo>
                    <a:pt x="2431435" y="524472"/>
                  </a:lnTo>
                  <a:lnTo>
                    <a:pt x="2431130" y="518693"/>
                  </a:lnTo>
                  <a:lnTo>
                    <a:pt x="2429125" y="515372"/>
                  </a:lnTo>
                  <a:lnTo>
                    <a:pt x="2427213" y="512927"/>
                  </a:lnTo>
                  <a:lnTo>
                    <a:pt x="2427936" y="490561"/>
                  </a:lnTo>
                  <a:lnTo>
                    <a:pt x="2425414" y="483626"/>
                  </a:lnTo>
                  <a:lnTo>
                    <a:pt x="2416014" y="466048"/>
                  </a:lnTo>
                  <a:lnTo>
                    <a:pt x="2433941" y="458167"/>
                  </a:lnTo>
                  <a:lnTo>
                    <a:pt x="2450550" y="450858"/>
                  </a:lnTo>
                  <a:lnTo>
                    <a:pt x="2463795" y="445448"/>
                  </a:lnTo>
                  <a:lnTo>
                    <a:pt x="2491541" y="444597"/>
                  </a:lnTo>
                  <a:lnTo>
                    <a:pt x="2517307" y="444705"/>
                  </a:lnTo>
                  <a:lnTo>
                    <a:pt x="2552820" y="444851"/>
                  </a:lnTo>
                  <a:lnTo>
                    <a:pt x="2582741" y="444971"/>
                  </a:lnTo>
                  <a:lnTo>
                    <a:pt x="2617649" y="445117"/>
                  </a:lnTo>
                  <a:lnTo>
                    <a:pt x="2638113" y="445200"/>
                  </a:lnTo>
                  <a:lnTo>
                    <a:pt x="2664928" y="444946"/>
                  </a:lnTo>
                  <a:lnTo>
                    <a:pt x="2677997" y="424656"/>
                  </a:lnTo>
                  <a:lnTo>
                    <a:pt x="2689676" y="406513"/>
                  </a:lnTo>
                  <a:lnTo>
                    <a:pt x="2702539" y="389177"/>
                  </a:lnTo>
                  <a:lnTo>
                    <a:pt x="2725406" y="368824"/>
                  </a:lnTo>
                  <a:lnTo>
                    <a:pt x="2732047" y="365166"/>
                  </a:lnTo>
                  <a:lnTo>
                    <a:pt x="2735710" y="357139"/>
                  </a:lnTo>
                  <a:lnTo>
                    <a:pt x="2749570" y="349512"/>
                  </a:lnTo>
                  <a:lnTo>
                    <a:pt x="2764841" y="342438"/>
                  </a:lnTo>
                  <a:lnTo>
                    <a:pt x="2770830" y="335802"/>
                  </a:lnTo>
                  <a:lnTo>
                    <a:pt x="2773729" y="332023"/>
                  </a:lnTo>
                  <a:lnTo>
                    <a:pt x="2815076" y="296232"/>
                  </a:lnTo>
                  <a:lnTo>
                    <a:pt x="2838559" y="279702"/>
                  </a:lnTo>
                  <a:lnTo>
                    <a:pt x="2857953" y="270501"/>
                  </a:lnTo>
                  <a:lnTo>
                    <a:pt x="2872717" y="266106"/>
                  </a:lnTo>
                  <a:lnTo>
                    <a:pt x="2882686" y="266735"/>
                  </a:lnTo>
                  <a:lnTo>
                    <a:pt x="2888355" y="2661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8" name="pg3868"/>
            <p:cNvSpPr/>
            <p:nvPr/>
          </p:nvSpPr>
          <p:spPr>
            <a:xfrm>
              <a:off x="5359282" y="3307053"/>
              <a:ext cx="225302" cy="75760"/>
            </a:xfrm>
            <a:custGeom>
              <a:avLst/>
              <a:gdLst/>
              <a:ahLst/>
              <a:cxnLst/>
              <a:rect l="0" t="0" r="0" b="0"/>
              <a:pathLst>
                <a:path w="225302" h="75760">
                  <a:moveTo>
                    <a:pt x="153584" y="30132"/>
                  </a:moveTo>
                  <a:lnTo>
                    <a:pt x="160385" y="30983"/>
                  </a:lnTo>
                  <a:lnTo>
                    <a:pt x="166235" y="28513"/>
                  </a:lnTo>
                  <a:lnTo>
                    <a:pt x="171775" y="23521"/>
                  </a:lnTo>
                  <a:lnTo>
                    <a:pt x="184637" y="16771"/>
                  </a:lnTo>
                  <a:lnTo>
                    <a:pt x="195598" y="13818"/>
                  </a:lnTo>
                  <a:lnTo>
                    <a:pt x="199050" y="13208"/>
                  </a:lnTo>
                  <a:lnTo>
                    <a:pt x="204275" y="17946"/>
                  </a:lnTo>
                  <a:lnTo>
                    <a:pt x="214641" y="14142"/>
                  </a:lnTo>
                  <a:lnTo>
                    <a:pt x="225302" y="12008"/>
                  </a:lnTo>
                  <a:lnTo>
                    <a:pt x="179185" y="33669"/>
                  </a:lnTo>
                  <a:lnTo>
                    <a:pt x="169754" y="36108"/>
                  </a:lnTo>
                  <a:lnTo>
                    <a:pt x="156261" y="42560"/>
                  </a:lnTo>
                  <a:lnTo>
                    <a:pt x="143507" y="47132"/>
                  </a:lnTo>
                  <a:lnTo>
                    <a:pt x="134324" y="48796"/>
                  </a:lnTo>
                  <a:lnTo>
                    <a:pt x="88662" y="64875"/>
                  </a:lnTo>
                  <a:lnTo>
                    <a:pt x="85040" y="65224"/>
                  </a:lnTo>
                  <a:lnTo>
                    <a:pt x="81122" y="63656"/>
                  </a:lnTo>
                  <a:lnTo>
                    <a:pt x="43512" y="71937"/>
                  </a:lnTo>
                  <a:lnTo>
                    <a:pt x="28076" y="72870"/>
                  </a:lnTo>
                  <a:lnTo>
                    <a:pt x="14020" y="75760"/>
                  </a:lnTo>
                  <a:lnTo>
                    <a:pt x="24417" y="69092"/>
                  </a:lnTo>
                  <a:lnTo>
                    <a:pt x="24644" y="66596"/>
                  </a:lnTo>
                  <a:lnTo>
                    <a:pt x="22159" y="64646"/>
                  </a:lnTo>
                  <a:lnTo>
                    <a:pt x="16598" y="65212"/>
                  </a:lnTo>
                  <a:lnTo>
                    <a:pt x="10903" y="72076"/>
                  </a:lnTo>
                  <a:lnTo>
                    <a:pt x="1813" y="74369"/>
                  </a:lnTo>
                  <a:lnTo>
                    <a:pt x="0" y="66895"/>
                  </a:lnTo>
                  <a:lnTo>
                    <a:pt x="3033" y="61109"/>
                  </a:lnTo>
                  <a:lnTo>
                    <a:pt x="7141" y="55623"/>
                  </a:lnTo>
                  <a:lnTo>
                    <a:pt x="16169" y="46999"/>
                  </a:lnTo>
                  <a:lnTo>
                    <a:pt x="29083" y="41531"/>
                  </a:lnTo>
                  <a:lnTo>
                    <a:pt x="35646" y="36806"/>
                  </a:lnTo>
                  <a:lnTo>
                    <a:pt x="40194" y="40966"/>
                  </a:lnTo>
                  <a:lnTo>
                    <a:pt x="41191" y="35346"/>
                  </a:lnTo>
                  <a:lnTo>
                    <a:pt x="44690" y="32101"/>
                  </a:lnTo>
                  <a:lnTo>
                    <a:pt x="48493" y="30354"/>
                  </a:lnTo>
                  <a:lnTo>
                    <a:pt x="57640" y="30310"/>
                  </a:lnTo>
                  <a:lnTo>
                    <a:pt x="62565" y="29427"/>
                  </a:lnTo>
                  <a:lnTo>
                    <a:pt x="66126" y="27560"/>
                  </a:lnTo>
                  <a:lnTo>
                    <a:pt x="69779" y="27211"/>
                  </a:lnTo>
                  <a:lnTo>
                    <a:pt x="79784" y="29757"/>
                  </a:lnTo>
                  <a:lnTo>
                    <a:pt x="89556" y="29027"/>
                  </a:lnTo>
                  <a:lnTo>
                    <a:pt x="97447" y="25509"/>
                  </a:lnTo>
                  <a:lnTo>
                    <a:pt x="105648" y="24328"/>
                  </a:lnTo>
                  <a:lnTo>
                    <a:pt x="127343" y="23534"/>
                  </a:lnTo>
                  <a:lnTo>
                    <a:pt x="148902" y="20962"/>
                  </a:lnTo>
                  <a:lnTo>
                    <a:pt x="157522" y="16390"/>
                  </a:lnTo>
                  <a:lnTo>
                    <a:pt x="175630" y="3575"/>
                  </a:lnTo>
                  <a:lnTo>
                    <a:pt x="186048" y="0"/>
                  </a:lnTo>
                  <a:lnTo>
                    <a:pt x="169826" y="14891"/>
                  </a:lnTo>
                  <a:lnTo>
                    <a:pt x="161108" y="217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9" name="pg3869"/>
            <p:cNvSpPr/>
            <p:nvPr/>
          </p:nvSpPr>
          <p:spPr>
            <a:xfrm>
              <a:off x="5954108" y="2877417"/>
              <a:ext cx="23756" cy="26893"/>
            </a:xfrm>
            <a:custGeom>
              <a:avLst/>
              <a:gdLst/>
              <a:ahLst/>
              <a:cxnLst/>
              <a:rect l="0" t="0" r="0" b="0"/>
              <a:pathLst>
                <a:path w="23756" h="26893">
                  <a:moveTo>
                    <a:pt x="17596" y="18663"/>
                  </a:moveTo>
                  <a:lnTo>
                    <a:pt x="10841" y="17558"/>
                  </a:lnTo>
                  <a:lnTo>
                    <a:pt x="10981" y="24423"/>
                  </a:lnTo>
                  <a:lnTo>
                    <a:pt x="10226" y="26893"/>
                  </a:lnTo>
                  <a:lnTo>
                    <a:pt x="2744" y="23363"/>
                  </a:lnTo>
                  <a:lnTo>
                    <a:pt x="0" y="21089"/>
                  </a:lnTo>
                  <a:lnTo>
                    <a:pt x="237" y="11995"/>
                  </a:lnTo>
                  <a:lnTo>
                    <a:pt x="6847" y="3397"/>
                  </a:lnTo>
                  <a:lnTo>
                    <a:pt x="11885" y="0"/>
                  </a:lnTo>
                  <a:lnTo>
                    <a:pt x="18381" y="2355"/>
                  </a:lnTo>
                  <a:lnTo>
                    <a:pt x="23368" y="11983"/>
                  </a:lnTo>
                  <a:lnTo>
                    <a:pt x="23756" y="1612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0" name="pg3870"/>
            <p:cNvSpPr/>
            <p:nvPr/>
          </p:nvSpPr>
          <p:spPr>
            <a:xfrm>
              <a:off x="5337706" y="3371376"/>
              <a:ext cx="17833" cy="18174"/>
            </a:xfrm>
            <a:custGeom>
              <a:avLst/>
              <a:gdLst/>
              <a:ahLst/>
              <a:cxnLst/>
              <a:rect l="0" t="0" r="0" b="0"/>
              <a:pathLst>
                <a:path w="17833" h="18174">
                  <a:moveTo>
                    <a:pt x="0" y="18174"/>
                  </a:moveTo>
                  <a:lnTo>
                    <a:pt x="5048" y="5702"/>
                  </a:lnTo>
                  <a:lnTo>
                    <a:pt x="14330" y="0"/>
                  </a:lnTo>
                  <a:lnTo>
                    <a:pt x="17689" y="1187"/>
                  </a:lnTo>
                  <a:lnTo>
                    <a:pt x="17833" y="5594"/>
                  </a:lnTo>
                  <a:lnTo>
                    <a:pt x="16531" y="9360"/>
                  </a:lnTo>
                  <a:lnTo>
                    <a:pt x="10304" y="15164"/>
                  </a:lnTo>
                  <a:lnTo>
                    <a:pt x="5054" y="176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1" name="pg3871"/>
            <p:cNvSpPr/>
            <p:nvPr/>
          </p:nvSpPr>
          <p:spPr>
            <a:xfrm>
              <a:off x="5698253" y="3267490"/>
              <a:ext cx="33791" cy="16879"/>
            </a:xfrm>
            <a:custGeom>
              <a:avLst/>
              <a:gdLst/>
              <a:ahLst/>
              <a:cxnLst/>
              <a:rect l="0" t="0" r="0" b="0"/>
              <a:pathLst>
                <a:path w="33791" h="16879">
                  <a:moveTo>
                    <a:pt x="4645" y="16879"/>
                  </a:moveTo>
                  <a:lnTo>
                    <a:pt x="0" y="12776"/>
                  </a:lnTo>
                  <a:lnTo>
                    <a:pt x="7270" y="10878"/>
                  </a:lnTo>
                  <a:lnTo>
                    <a:pt x="16454" y="1130"/>
                  </a:lnTo>
                  <a:lnTo>
                    <a:pt x="22562" y="0"/>
                  </a:lnTo>
                  <a:lnTo>
                    <a:pt x="32158" y="5518"/>
                  </a:lnTo>
                  <a:lnTo>
                    <a:pt x="33791" y="1052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2" name="pg3872"/>
            <p:cNvSpPr/>
            <p:nvPr/>
          </p:nvSpPr>
          <p:spPr>
            <a:xfrm>
              <a:off x="5643532" y="3241859"/>
              <a:ext cx="12087" cy="24671"/>
            </a:xfrm>
            <a:custGeom>
              <a:avLst/>
              <a:gdLst/>
              <a:ahLst/>
              <a:cxnLst/>
              <a:rect l="0" t="0" r="0" b="0"/>
              <a:pathLst>
                <a:path w="12087" h="24671">
                  <a:moveTo>
                    <a:pt x="5855" y="24671"/>
                  </a:moveTo>
                  <a:lnTo>
                    <a:pt x="0" y="24048"/>
                  </a:lnTo>
                  <a:lnTo>
                    <a:pt x="2971" y="19248"/>
                  </a:lnTo>
                  <a:lnTo>
                    <a:pt x="4103" y="12199"/>
                  </a:lnTo>
                  <a:lnTo>
                    <a:pt x="6991" y="4457"/>
                  </a:lnTo>
                  <a:lnTo>
                    <a:pt x="8655" y="2089"/>
                  </a:lnTo>
                  <a:lnTo>
                    <a:pt x="12087" y="0"/>
                  </a:lnTo>
                  <a:lnTo>
                    <a:pt x="11095" y="211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3" name="pg3873"/>
            <p:cNvSpPr/>
            <p:nvPr/>
          </p:nvSpPr>
          <p:spPr>
            <a:xfrm>
              <a:off x="5761346" y="3275262"/>
              <a:ext cx="27001" cy="19248"/>
            </a:xfrm>
            <a:custGeom>
              <a:avLst/>
              <a:gdLst/>
              <a:ahLst/>
              <a:cxnLst/>
              <a:rect l="0" t="0" r="0" b="0"/>
              <a:pathLst>
                <a:path w="27001" h="19248">
                  <a:moveTo>
                    <a:pt x="18836" y="19248"/>
                  </a:moveTo>
                  <a:lnTo>
                    <a:pt x="0" y="14453"/>
                  </a:lnTo>
                  <a:lnTo>
                    <a:pt x="15498" y="10389"/>
                  </a:lnTo>
                  <a:lnTo>
                    <a:pt x="18030" y="8973"/>
                  </a:lnTo>
                  <a:lnTo>
                    <a:pt x="20050" y="2997"/>
                  </a:lnTo>
                  <a:lnTo>
                    <a:pt x="20303" y="0"/>
                  </a:lnTo>
                  <a:lnTo>
                    <a:pt x="26190" y="12853"/>
                  </a:lnTo>
                  <a:lnTo>
                    <a:pt x="27001" y="1715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4" name="pg3874"/>
            <p:cNvSpPr/>
            <p:nvPr/>
          </p:nvSpPr>
          <p:spPr>
            <a:xfrm>
              <a:off x="5180933" y="3984239"/>
              <a:ext cx="8624" cy="14377"/>
            </a:xfrm>
            <a:custGeom>
              <a:avLst/>
              <a:gdLst/>
              <a:ahLst/>
              <a:cxnLst/>
              <a:rect l="0" t="0" r="0" b="0"/>
              <a:pathLst>
                <a:path w="8624" h="14377">
                  <a:moveTo>
                    <a:pt x="7028" y="14377"/>
                  </a:moveTo>
                  <a:lnTo>
                    <a:pt x="0" y="0"/>
                  </a:lnTo>
                  <a:lnTo>
                    <a:pt x="7229" y="4648"/>
                  </a:lnTo>
                  <a:lnTo>
                    <a:pt x="8521" y="8515"/>
                  </a:lnTo>
                  <a:lnTo>
                    <a:pt x="8624" y="117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5" name="pg3875"/>
            <p:cNvSpPr/>
            <p:nvPr/>
          </p:nvSpPr>
          <p:spPr>
            <a:xfrm>
              <a:off x="5183801" y="4007259"/>
              <a:ext cx="24727" cy="72349"/>
            </a:xfrm>
            <a:custGeom>
              <a:avLst/>
              <a:gdLst/>
              <a:ahLst/>
              <a:cxnLst/>
              <a:rect l="0" t="0" r="0" b="0"/>
              <a:pathLst>
                <a:path w="24727" h="72349">
                  <a:moveTo>
                    <a:pt x="1250" y="72349"/>
                  </a:moveTo>
                  <a:lnTo>
                    <a:pt x="0" y="71213"/>
                  </a:lnTo>
                  <a:lnTo>
                    <a:pt x="16267" y="63796"/>
                  </a:lnTo>
                  <a:lnTo>
                    <a:pt x="21399" y="37670"/>
                  </a:lnTo>
                  <a:lnTo>
                    <a:pt x="22102" y="25623"/>
                  </a:lnTo>
                  <a:lnTo>
                    <a:pt x="19663" y="4388"/>
                  </a:lnTo>
                  <a:lnTo>
                    <a:pt x="19745" y="0"/>
                  </a:lnTo>
                  <a:lnTo>
                    <a:pt x="22391" y="6845"/>
                  </a:lnTo>
                  <a:lnTo>
                    <a:pt x="24727" y="26658"/>
                  </a:lnTo>
                  <a:lnTo>
                    <a:pt x="23849" y="41683"/>
                  </a:lnTo>
                  <a:lnTo>
                    <a:pt x="19130" y="63573"/>
                  </a:lnTo>
                  <a:lnTo>
                    <a:pt x="15446" y="6880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6" name="pg3876"/>
            <p:cNvSpPr/>
            <p:nvPr/>
          </p:nvSpPr>
          <p:spPr>
            <a:xfrm>
              <a:off x="5152676" y="4082556"/>
              <a:ext cx="21404" cy="9277"/>
            </a:xfrm>
            <a:custGeom>
              <a:avLst/>
              <a:gdLst/>
              <a:ahLst/>
              <a:cxnLst/>
              <a:rect l="0" t="0" r="0" b="0"/>
              <a:pathLst>
                <a:path w="21404" h="9277">
                  <a:moveTo>
                    <a:pt x="2170" y="9277"/>
                  </a:moveTo>
                  <a:lnTo>
                    <a:pt x="0" y="8725"/>
                  </a:lnTo>
                  <a:lnTo>
                    <a:pt x="12619" y="2089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7" name="pg3877"/>
            <p:cNvSpPr/>
            <p:nvPr/>
          </p:nvSpPr>
          <p:spPr>
            <a:xfrm>
              <a:off x="5095061" y="4115235"/>
              <a:ext cx="33993" cy="39982"/>
            </a:xfrm>
            <a:custGeom>
              <a:avLst/>
              <a:gdLst/>
              <a:ahLst/>
              <a:cxnLst/>
              <a:rect l="0" t="0" r="0" b="0"/>
              <a:pathLst>
                <a:path w="33993" h="39982">
                  <a:moveTo>
                    <a:pt x="0" y="39982"/>
                  </a:moveTo>
                  <a:lnTo>
                    <a:pt x="9689" y="23744"/>
                  </a:lnTo>
                  <a:lnTo>
                    <a:pt x="28825" y="3149"/>
                  </a:lnTo>
                  <a:lnTo>
                    <a:pt x="33993" y="0"/>
                  </a:lnTo>
                  <a:lnTo>
                    <a:pt x="18081" y="17590"/>
                  </a:lnTo>
                  <a:lnTo>
                    <a:pt x="2635" y="3848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8" name="pg3878"/>
            <p:cNvSpPr/>
            <p:nvPr/>
          </p:nvSpPr>
          <p:spPr>
            <a:xfrm>
              <a:off x="4494680" y="5206518"/>
              <a:ext cx="17373" cy="15672"/>
            </a:xfrm>
            <a:custGeom>
              <a:avLst/>
              <a:gdLst/>
              <a:ahLst/>
              <a:cxnLst/>
              <a:rect l="0" t="0" r="0" b="0"/>
              <a:pathLst>
                <a:path w="17373" h="15672">
                  <a:moveTo>
                    <a:pt x="13601" y="15672"/>
                  </a:moveTo>
                  <a:lnTo>
                    <a:pt x="5968" y="13183"/>
                  </a:lnTo>
                  <a:lnTo>
                    <a:pt x="1798" y="8725"/>
                  </a:lnTo>
                  <a:lnTo>
                    <a:pt x="0" y="0"/>
                  </a:lnTo>
                  <a:lnTo>
                    <a:pt x="6645" y="9239"/>
                  </a:lnTo>
                  <a:lnTo>
                    <a:pt x="9028" y="11329"/>
                  </a:lnTo>
                  <a:lnTo>
                    <a:pt x="17373" y="122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9" name="pg3879"/>
            <p:cNvSpPr/>
            <p:nvPr/>
          </p:nvSpPr>
          <p:spPr>
            <a:xfrm>
              <a:off x="4498091" y="5186660"/>
              <a:ext cx="9033" cy="26938"/>
            </a:xfrm>
            <a:custGeom>
              <a:avLst/>
              <a:gdLst/>
              <a:ahLst/>
              <a:cxnLst/>
              <a:rect l="0" t="0" r="0" b="0"/>
              <a:pathLst>
                <a:path w="9033" h="26938">
                  <a:moveTo>
                    <a:pt x="8883" y="26938"/>
                  </a:moveTo>
                  <a:lnTo>
                    <a:pt x="3550" y="14142"/>
                  </a:lnTo>
                  <a:lnTo>
                    <a:pt x="0" y="0"/>
                  </a:lnTo>
                  <a:lnTo>
                    <a:pt x="5079" y="4578"/>
                  </a:lnTo>
                  <a:lnTo>
                    <a:pt x="9033" y="19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0" name="pg3880"/>
            <p:cNvSpPr/>
            <p:nvPr/>
          </p:nvSpPr>
          <p:spPr>
            <a:xfrm>
              <a:off x="4666217" y="5362642"/>
              <a:ext cx="34236" cy="51158"/>
            </a:xfrm>
            <a:custGeom>
              <a:avLst/>
              <a:gdLst/>
              <a:ahLst/>
              <a:cxnLst/>
              <a:rect l="0" t="0" r="0" b="0"/>
              <a:pathLst>
                <a:path w="34236" h="51158">
                  <a:moveTo>
                    <a:pt x="0" y="51158"/>
                  </a:moveTo>
                  <a:lnTo>
                    <a:pt x="2330" y="45036"/>
                  </a:lnTo>
                  <a:lnTo>
                    <a:pt x="10531" y="31948"/>
                  </a:lnTo>
                  <a:lnTo>
                    <a:pt x="13182" y="25788"/>
                  </a:lnTo>
                  <a:lnTo>
                    <a:pt x="18722" y="21883"/>
                  </a:lnTo>
                  <a:lnTo>
                    <a:pt x="23880" y="14821"/>
                  </a:lnTo>
                  <a:lnTo>
                    <a:pt x="24267" y="6585"/>
                  </a:lnTo>
                  <a:lnTo>
                    <a:pt x="31760" y="825"/>
                  </a:lnTo>
                  <a:lnTo>
                    <a:pt x="34236" y="0"/>
                  </a:lnTo>
                  <a:lnTo>
                    <a:pt x="21032" y="267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1" name="pg3881"/>
            <p:cNvSpPr/>
            <p:nvPr/>
          </p:nvSpPr>
          <p:spPr>
            <a:xfrm>
              <a:off x="3456939" y="4803878"/>
              <a:ext cx="26706" cy="20480"/>
            </a:xfrm>
            <a:custGeom>
              <a:avLst/>
              <a:gdLst/>
              <a:ahLst/>
              <a:cxnLst/>
              <a:rect l="0" t="0" r="0" b="0"/>
              <a:pathLst>
                <a:path w="26706" h="20480">
                  <a:moveTo>
                    <a:pt x="18603" y="20480"/>
                  </a:moveTo>
                  <a:lnTo>
                    <a:pt x="1100" y="9214"/>
                  </a:lnTo>
                  <a:lnTo>
                    <a:pt x="0" y="4375"/>
                  </a:lnTo>
                  <a:lnTo>
                    <a:pt x="8635" y="0"/>
                  </a:lnTo>
                  <a:lnTo>
                    <a:pt x="13906" y="387"/>
                  </a:lnTo>
                  <a:lnTo>
                    <a:pt x="22241" y="6109"/>
                  </a:lnTo>
                  <a:lnTo>
                    <a:pt x="25290" y="7703"/>
                  </a:lnTo>
                  <a:lnTo>
                    <a:pt x="26706" y="10020"/>
                  </a:lnTo>
                  <a:lnTo>
                    <a:pt x="25900" y="13646"/>
                  </a:lnTo>
                  <a:lnTo>
                    <a:pt x="22536" y="18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2" name="pg3882"/>
            <p:cNvSpPr/>
            <p:nvPr/>
          </p:nvSpPr>
          <p:spPr>
            <a:xfrm>
              <a:off x="2924653" y="5000397"/>
              <a:ext cx="20774" cy="30399"/>
            </a:xfrm>
            <a:custGeom>
              <a:avLst/>
              <a:gdLst/>
              <a:ahLst/>
              <a:cxnLst/>
              <a:rect l="0" t="0" r="0" b="0"/>
              <a:pathLst>
                <a:path w="20774" h="30399">
                  <a:moveTo>
                    <a:pt x="0" y="30399"/>
                  </a:moveTo>
                  <a:lnTo>
                    <a:pt x="5121" y="19749"/>
                  </a:lnTo>
                  <a:lnTo>
                    <a:pt x="6072" y="15482"/>
                  </a:lnTo>
                  <a:lnTo>
                    <a:pt x="14469" y="2006"/>
                  </a:lnTo>
                  <a:lnTo>
                    <a:pt x="18903" y="0"/>
                  </a:lnTo>
                  <a:lnTo>
                    <a:pt x="20774" y="5734"/>
                  </a:lnTo>
                  <a:lnTo>
                    <a:pt x="12138" y="15202"/>
                  </a:lnTo>
                  <a:lnTo>
                    <a:pt x="2294" y="300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3" name="pg3883"/>
            <p:cNvSpPr/>
            <p:nvPr/>
          </p:nvSpPr>
          <p:spPr>
            <a:xfrm>
              <a:off x="2949515" y="4968054"/>
              <a:ext cx="42075" cy="30323"/>
            </a:xfrm>
            <a:custGeom>
              <a:avLst/>
              <a:gdLst/>
              <a:ahLst/>
              <a:cxnLst/>
              <a:rect l="0" t="0" r="0" b="0"/>
              <a:pathLst>
                <a:path w="42075" h="30323">
                  <a:moveTo>
                    <a:pt x="0" y="30323"/>
                  </a:moveTo>
                  <a:lnTo>
                    <a:pt x="4816" y="23299"/>
                  </a:lnTo>
                  <a:lnTo>
                    <a:pt x="12645" y="19756"/>
                  </a:lnTo>
                  <a:lnTo>
                    <a:pt x="29822" y="6261"/>
                  </a:lnTo>
                  <a:lnTo>
                    <a:pt x="36830" y="5334"/>
                  </a:lnTo>
                  <a:lnTo>
                    <a:pt x="40478" y="685"/>
                  </a:lnTo>
                  <a:lnTo>
                    <a:pt x="42075" y="0"/>
                  </a:lnTo>
                  <a:lnTo>
                    <a:pt x="41042" y="5696"/>
                  </a:lnTo>
                  <a:lnTo>
                    <a:pt x="27223" y="13786"/>
                  </a:lnTo>
                  <a:lnTo>
                    <a:pt x="3886" y="297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4" name="pg3884"/>
            <p:cNvSpPr/>
            <p:nvPr/>
          </p:nvSpPr>
          <p:spPr>
            <a:xfrm>
              <a:off x="2887740" y="5040830"/>
              <a:ext cx="34318" cy="75366"/>
            </a:xfrm>
            <a:custGeom>
              <a:avLst/>
              <a:gdLst/>
              <a:ahLst/>
              <a:cxnLst/>
              <a:rect l="0" t="0" r="0" b="0"/>
              <a:pathLst>
                <a:path w="34318" h="75366">
                  <a:moveTo>
                    <a:pt x="0" y="75366"/>
                  </a:moveTo>
                  <a:lnTo>
                    <a:pt x="909" y="64215"/>
                  </a:lnTo>
                  <a:lnTo>
                    <a:pt x="9503" y="38877"/>
                  </a:lnTo>
                  <a:lnTo>
                    <a:pt x="26965" y="5575"/>
                  </a:lnTo>
                  <a:lnTo>
                    <a:pt x="34318" y="0"/>
                  </a:lnTo>
                  <a:lnTo>
                    <a:pt x="14175" y="36521"/>
                  </a:lnTo>
                  <a:lnTo>
                    <a:pt x="3302" y="6788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5" name="pg3885"/>
            <p:cNvSpPr/>
            <p:nvPr/>
          </p:nvSpPr>
          <p:spPr>
            <a:xfrm>
              <a:off x="3130649" y="4843237"/>
              <a:ext cx="34081" cy="26658"/>
            </a:xfrm>
            <a:custGeom>
              <a:avLst/>
              <a:gdLst/>
              <a:ahLst/>
              <a:cxnLst/>
              <a:rect l="0" t="0" r="0" b="0"/>
              <a:pathLst>
                <a:path w="34081" h="26658">
                  <a:moveTo>
                    <a:pt x="0" y="26658"/>
                  </a:moveTo>
                  <a:lnTo>
                    <a:pt x="23068" y="6655"/>
                  </a:lnTo>
                  <a:lnTo>
                    <a:pt x="27905" y="0"/>
                  </a:lnTo>
                  <a:lnTo>
                    <a:pt x="34081" y="292"/>
                  </a:lnTo>
                  <a:lnTo>
                    <a:pt x="23781" y="11500"/>
                  </a:lnTo>
                  <a:lnTo>
                    <a:pt x="5286" y="254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6" name="pg3886"/>
            <p:cNvSpPr/>
            <p:nvPr/>
          </p:nvSpPr>
          <p:spPr>
            <a:xfrm>
              <a:off x="2885373" y="5122184"/>
              <a:ext cx="25027" cy="140921"/>
            </a:xfrm>
            <a:custGeom>
              <a:avLst/>
              <a:gdLst/>
              <a:ahLst/>
              <a:cxnLst/>
              <a:rect l="0" t="0" r="0" b="0"/>
              <a:pathLst>
                <a:path w="25027" h="140921">
                  <a:moveTo>
                    <a:pt x="23564" y="140921"/>
                  </a:moveTo>
                  <a:lnTo>
                    <a:pt x="14800" y="112719"/>
                  </a:lnTo>
                  <a:lnTo>
                    <a:pt x="537" y="48898"/>
                  </a:lnTo>
                  <a:lnTo>
                    <a:pt x="0" y="12522"/>
                  </a:lnTo>
                  <a:lnTo>
                    <a:pt x="2242" y="0"/>
                  </a:lnTo>
                  <a:lnTo>
                    <a:pt x="5922" y="51374"/>
                  </a:lnTo>
                  <a:lnTo>
                    <a:pt x="21688" y="116618"/>
                  </a:lnTo>
                  <a:lnTo>
                    <a:pt x="25027" y="13488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7" name="pg3887"/>
            <p:cNvSpPr/>
            <p:nvPr/>
          </p:nvSpPr>
          <p:spPr>
            <a:xfrm>
              <a:off x="5637481" y="3252585"/>
              <a:ext cx="5178" cy="13666"/>
            </a:xfrm>
            <a:custGeom>
              <a:avLst/>
              <a:gdLst/>
              <a:ahLst/>
              <a:cxnLst/>
              <a:rect l="0" t="0" r="0" b="0"/>
              <a:pathLst>
                <a:path w="5178" h="13666">
                  <a:moveTo>
                    <a:pt x="1095" y="13666"/>
                  </a:moveTo>
                  <a:lnTo>
                    <a:pt x="0" y="7385"/>
                  </a:lnTo>
                  <a:lnTo>
                    <a:pt x="2056" y="165"/>
                  </a:lnTo>
                  <a:lnTo>
                    <a:pt x="4139" y="0"/>
                  </a:lnTo>
                  <a:lnTo>
                    <a:pt x="5178" y="3841"/>
                  </a:lnTo>
                  <a:lnTo>
                    <a:pt x="4030" y="112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8" name="pg3888"/>
            <p:cNvSpPr/>
            <p:nvPr/>
          </p:nvSpPr>
          <p:spPr>
            <a:xfrm>
              <a:off x="5335877" y="3489988"/>
              <a:ext cx="15498" cy="28227"/>
            </a:xfrm>
            <a:custGeom>
              <a:avLst/>
              <a:gdLst/>
              <a:ahLst/>
              <a:cxnLst/>
              <a:rect l="0" t="0" r="0" b="0"/>
              <a:pathLst>
                <a:path w="15498" h="28227">
                  <a:moveTo>
                    <a:pt x="284" y="28227"/>
                  </a:moveTo>
                  <a:lnTo>
                    <a:pt x="0" y="24442"/>
                  </a:lnTo>
                  <a:lnTo>
                    <a:pt x="15498" y="0"/>
                  </a:lnTo>
                  <a:lnTo>
                    <a:pt x="12697" y="854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9" name="pg3889"/>
            <p:cNvSpPr/>
            <p:nvPr/>
          </p:nvSpPr>
          <p:spPr>
            <a:xfrm>
              <a:off x="5216776" y="3678353"/>
              <a:ext cx="29698" cy="55407"/>
            </a:xfrm>
            <a:custGeom>
              <a:avLst/>
              <a:gdLst/>
              <a:ahLst/>
              <a:cxnLst/>
              <a:rect l="0" t="0" r="0" b="0"/>
              <a:pathLst>
                <a:path w="29698" h="55407">
                  <a:moveTo>
                    <a:pt x="0" y="55407"/>
                  </a:moveTo>
                  <a:lnTo>
                    <a:pt x="16143" y="29364"/>
                  </a:lnTo>
                  <a:lnTo>
                    <a:pt x="25518" y="7544"/>
                  </a:lnTo>
                  <a:lnTo>
                    <a:pt x="29698" y="0"/>
                  </a:lnTo>
                  <a:lnTo>
                    <a:pt x="25642" y="15291"/>
                  </a:lnTo>
                  <a:lnTo>
                    <a:pt x="18552" y="29351"/>
                  </a:lnTo>
                  <a:lnTo>
                    <a:pt x="4811" y="53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0" name="pg3890"/>
            <p:cNvSpPr/>
            <p:nvPr/>
          </p:nvSpPr>
          <p:spPr>
            <a:xfrm>
              <a:off x="5079677" y="4146288"/>
              <a:ext cx="13513" cy="6191"/>
            </a:xfrm>
            <a:custGeom>
              <a:avLst/>
              <a:gdLst/>
              <a:ahLst/>
              <a:cxnLst/>
              <a:rect l="0" t="0" r="0" b="0"/>
              <a:pathLst>
                <a:path w="13513" h="6191">
                  <a:moveTo>
                    <a:pt x="11157" y="6191"/>
                  </a:moveTo>
                  <a:lnTo>
                    <a:pt x="6997" y="4756"/>
                  </a:lnTo>
                  <a:lnTo>
                    <a:pt x="1266" y="2013"/>
                  </a:lnTo>
                  <a:lnTo>
                    <a:pt x="0" y="0"/>
                  </a:lnTo>
                  <a:lnTo>
                    <a:pt x="5467" y="730"/>
                  </a:lnTo>
                  <a:lnTo>
                    <a:pt x="13513" y="58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1" name="pg3891"/>
            <p:cNvSpPr/>
            <p:nvPr/>
          </p:nvSpPr>
          <p:spPr>
            <a:xfrm>
              <a:off x="4577198" y="5440364"/>
              <a:ext cx="10779" cy="15615"/>
            </a:xfrm>
            <a:custGeom>
              <a:avLst/>
              <a:gdLst/>
              <a:ahLst/>
              <a:cxnLst/>
              <a:rect l="0" t="0" r="0" b="0"/>
              <a:pathLst>
                <a:path w="10779" h="15615">
                  <a:moveTo>
                    <a:pt x="6020" y="15615"/>
                  </a:moveTo>
                  <a:lnTo>
                    <a:pt x="4511" y="14790"/>
                  </a:lnTo>
                  <a:lnTo>
                    <a:pt x="4511" y="10890"/>
                  </a:lnTo>
                  <a:lnTo>
                    <a:pt x="0" y="2260"/>
                  </a:lnTo>
                  <a:lnTo>
                    <a:pt x="170" y="0"/>
                  </a:lnTo>
                  <a:lnTo>
                    <a:pt x="10516" y="8446"/>
                  </a:lnTo>
                  <a:lnTo>
                    <a:pt x="10779" y="10713"/>
                  </a:lnTo>
                  <a:lnTo>
                    <a:pt x="9193" y="129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2" name="pg3892"/>
            <p:cNvSpPr/>
            <p:nvPr/>
          </p:nvSpPr>
          <p:spPr>
            <a:xfrm>
              <a:off x="4637878" y="5427841"/>
              <a:ext cx="6681" cy="5543"/>
            </a:xfrm>
            <a:custGeom>
              <a:avLst/>
              <a:gdLst/>
              <a:ahLst/>
              <a:cxnLst/>
              <a:rect l="0" t="0" r="0" b="0"/>
              <a:pathLst>
                <a:path w="6681" h="5543">
                  <a:moveTo>
                    <a:pt x="0" y="5543"/>
                  </a:moveTo>
                  <a:lnTo>
                    <a:pt x="1002" y="3695"/>
                  </a:lnTo>
                  <a:lnTo>
                    <a:pt x="5178" y="0"/>
                  </a:lnTo>
                  <a:lnTo>
                    <a:pt x="6681" y="1435"/>
                  </a:lnTo>
                  <a:lnTo>
                    <a:pt x="6516" y="3283"/>
                  </a:lnTo>
                  <a:lnTo>
                    <a:pt x="2005" y="55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3" name="pg3893"/>
            <p:cNvSpPr/>
            <p:nvPr/>
          </p:nvSpPr>
          <p:spPr>
            <a:xfrm>
              <a:off x="4657267" y="5415509"/>
              <a:ext cx="5348" cy="5550"/>
            </a:xfrm>
            <a:custGeom>
              <a:avLst/>
              <a:gdLst/>
              <a:ahLst/>
              <a:cxnLst/>
              <a:rect l="0" t="0" r="0" b="0"/>
              <a:pathLst>
                <a:path w="5348" h="5550">
                  <a:moveTo>
                    <a:pt x="0" y="5550"/>
                  </a:moveTo>
                  <a:lnTo>
                    <a:pt x="4175" y="0"/>
                  </a:lnTo>
                  <a:lnTo>
                    <a:pt x="5348" y="412"/>
                  </a:lnTo>
                  <a:lnTo>
                    <a:pt x="2842" y="493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4" name="pg3894"/>
            <p:cNvSpPr/>
            <p:nvPr/>
          </p:nvSpPr>
          <p:spPr>
            <a:xfrm>
              <a:off x="4607290" y="5439132"/>
              <a:ext cx="21895" cy="8630"/>
            </a:xfrm>
            <a:custGeom>
              <a:avLst/>
              <a:gdLst/>
              <a:ahLst/>
              <a:cxnLst/>
              <a:rect l="0" t="0" r="0" b="0"/>
              <a:pathLst>
                <a:path w="21895" h="8630">
                  <a:moveTo>
                    <a:pt x="5012" y="8630"/>
                  </a:moveTo>
                  <a:lnTo>
                    <a:pt x="0" y="6369"/>
                  </a:lnTo>
                  <a:lnTo>
                    <a:pt x="5513" y="3289"/>
                  </a:lnTo>
                  <a:lnTo>
                    <a:pt x="21895" y="0"/>
                  </a:lnTo>
                  <a:lnTo>
                    <a:pt x="15709" y="4108"/>
                  </a:lnTo>
                  <a:lnTo>
                    <a:pt x="9860" y="555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5" name="pg3895"/>
            <p:cNvSpPr/>
            <p:nvPr/>
          </p:nvSpPr>
          <p:spPr>
            <a:xfrm>
              <a:off x="4570537" y="4631229"/>
              <a:ext cx="6945" cy="31688"/>
            </a:xfrm>
            <a:custGeom>
              <a:avLst/>
              <a:gdLst/>
              <a:ahLst/>
              <a:cxnLst/>
              <a:rect l="0" t="0" r="0" b="0"/>
              <a:pathLst>
                <a:path w="6945" h="31688">
                  <a:moveTo>
                    <a:pt x="2237" y="31688"/>
                  </a:moveTo>
                  <a:lnTo>
                    <a:pt x="201" y="20467"/>
                  </a:lnTo>
                  <a:lnTo>
                    <a:pt x="0" y="9570"/>
                  </a:lnTo>
                  <a:lnTo>
                    <a:pt x="3565" y="3124"/>
                  </a:lnTo>
                  <a:lnTo>
                    <a:pt x="694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6" name="pg3896"/>
            <p:cNvSpPr/>
            <p:nvPr/>
          </p:nvSpPr>
          <p:spPr>
            <a:xfrm>
              <a:off x="4554992" y="5448277"/>
              <a:ext cx="10567" cy="12891"/>
            </a:xfrm>
            <a:custGeom>
              <a:avLst/>
              <a:gdLst/>
              <a:ahLst/>
              <a:cxnLst/>
              <a:rect l="0" t="0" r="0" b="0"/>
              <a:pathLst>
                <a:path w="10567" h="12891">
                  <a:moveTo>
                    <a:pt x="0" y="12891"/>
                  </a:moveTo>
                  <a:lnTo>
                    <a:pt x="5529" y="7772"/>
                  </a:lnTo>
                  <a:lnTo>
                    <a:pt x="7322" y="0"/>
                  </a:lnTo>
                  <a:lnTo>
                    <a:pt x="10567" y="6070"/>
                  </a:lnTo>
                  <a:lnTo>
                    <a:pt x="10505" y="9754"/>
                  </a:lnTo>
                  <a:lnTo>
                    <a:pt x="6857" y="116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7" name="pg3897"/>
            <p:cNvSpPr/>
            <p:nvPr/>
          </p:nvSpPr>
          <p:spPr>
            <a:xfrm>
              <a:off x="4681421" y="5037121"/>
              <a:ext cx="28195" cy="83983"/>
            </a:xfrm>
            <a:custGeom>
              <a:avLst/>
              <a:gdLst/>
              <a:ahLst/>
              <a:cxnLst/>
              <a:rect l="0" t="0" r="0" b="0"/>
              <a:pathLst>
                <a:path w="28195" h="83983">
                  <a:moveTo>
                    <a:pt x="28195" y="83983"/>
                  </a:moveTo>
                  <a:lnTo>
                    <a:pt x="18464" y="61770"/>
                  </a:lnTo>
                  <a:lnTo>
                    <a:pt x="6438" y="26938"/>
                  </a:lnTo>
                  <a:lnTo>
                    <a:pt x="0" y="0"/>
                  </a:lnTo>
                  <a:lnTo>
                    <a:pt x="4356" y="7283"/>
                  </a:lnTo>
                  <a:lnTo>
                    <a:pt x="8614" y="22359"/>
                  </a:lnTo>
                  <a:lnTo>
                    <a:pt x="26474" y="744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8" name="pg3898"/>
            <p:cNvSpPr/>
            <p:nvPr/>
          </p:nvSpPr>
          <p:spPr>
            <a:xfrm>
              <a:off x="4535949" y="5462902"/>
              <a:ext cx="7699" cy="4470"/>
            </a:xfrm>
            <a:custGeom>
              <a:avLst/>
              <a:gdLst/>
              <a:ahLst/>
              <a:cxnLst/>
              <a:rect l="0" t="0" r="0" b="0"/>
              <a:pathLst>
                <a:path w="7699" h="4470">
                  <a:moveTo>
                    <a:pt x="232" y="4470"/>
                  </a:moveTo>
                  <a:lnTo>
                    <a:pt x="0" y="2457"/>
                  </a:lnTo>
                  <a:lnTo>
                    <a:pt x="4630" y="0"/>
                  </a:lnTo>
                  <a:lnTo>
                    <a:pt x="7699" y="165"/>
                  </a:lnTo>
                  <a:lnTo>
                    <a:pt x="7586" y="2889"/>
                  </a:lnTo>
                  <a:lnTo>
                    <a:pt x="2919" y="41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9" name="pg3899"/>
            <p:cNvSpPr/>
            <p:nvPr/>
          </p:nvSpPr>
          <p:spPr>
            <a:xfrm>
              <a:off x="3781115" y="4789697"/>
              <a:ext cx="7508" cy="12059"/>
            </a:xfrm>
            <a:custGeom>
              <a:avLst/>
              <a:gdLst/>
              <a:ahLst/>
              <a:cxnLst/>
              <a:rect l="0" t="0" r="0" b="0"/>
              <a:pathLst>
                <a:path w="7508" h="12059">
                  <a:moveTo>
                    <a:pt x="0" y="12059"/>
                  </a:moveTo>
                  <a:lnTo>
                    <a:pt x="263" y="9462"/>
                  </a:lnTo>
                  <a:lnTo>
                    <a:pt x="4490" y="2648"/>
                  </a:lnTo>
                  <a:lnTo>
                    <a:pt x="7508" y="0"/>
                  </a:lnTo>
                  <a:lnTo>
                    <a:pt x="5746" y="52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0" name="pg3900"/>
            <p:cNvSpPr/>
            <p:nvPr/>
          </p:nvSpPr>
          <p:spPr>
            <a:xfrm>
              <a:off x="3804479" y="4723202"/>
              <a:ext cx="17435" cy="7734"/>
            </a:xfrm>
            <a:custGeom>
              <a:avLst/>
              <a:gdLst/>
              <a:ahLst/>
              <a:cxnLst/>
              <a:rect l="0" t="0" r="0" b="0"/>
              <a:pathLst>
                <a:path w="17435" h="7734">
                  <a:moveTo>
                    <a:pt x="16107" y="7734"/>
                  </a:moveTo>
                  <a:lnTo>
                    <a:pt x="6733" y="5029"/>
                  </a:lnTo>
                  <a:lnTo>
                    <a:pt x="1033" y="2514"/>
                  </a:lnTo>
                  <a:lnTo>
                    <a:pt x="0" y="0"/>
                  </a:lnTo>
                  <a:lnTo>
                    <a:pt x="15756" y="4565"/>
                  </a:lnTo>
                  <a:lnTo>
                    <a:pt x="17435" y="62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1" name="pg3901"/>
            <p:cNvSpPr/>
            <p:nvPr/>
          </p:nvSpPr>
          <p:spPr>
            <a:xfrm>
              <a:off x="3847510" y="4721970"/>
              <a:ext cx="25921" cy="5569"/>
            </a:xfrm>
            <a:custGeom>
              <a:avLst/>
              <a:gdLst/>
              <a:ahLst/>
              <a:cxnLst/>
              <a:rect l="0" t="0" r="0" b="0"/>
              <a:pathLst>
                <a:path w="25921" h="5569">
                  <a:moveTo>
                    <a:pt x="16609" y="5569"/>
                  </a:moveTo>
                  <a:lnTo>
                    <a:pt x="2806" y="5308"/>
                  </a:lnTo>
                  <a:lnTo>
                    <a:pt x="0" y="4330"/>
                  </a:lnTo>
                  <a:lnTo>
                    <a:pt x="5539" y="2470"/>
                  </a:lnTo>
                  <a:lnTo>
                    <a:pt x="21895" y="0"/>
                  </a:lnTo>
                  <a:lnTo>
                    <a:pt x="25921" y="27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2" name="pg3902"/>
            <p:cNvSpPr/>
            <p:nvPr/>
          </p:nvSpPr>
          <p:spPr>
            <a:xfrm>
              <a:off x="3738952" y="4735636"/>
              <a:ext cx="16650" cy="17044"/>
            </a:xfrm>
            <a:custGeom>
              <a:avLst/>
              <a:gdLst/>
              <a:ahLst/>
              <a:cxnLst/>
              <a:rect l="0" t="0" r="0" b="0"/>
              <a:pathLst>
                <a:path w="16650" h="17044">
                  <a:moveTo>
                    <a:pt x="12862" y="17044"/>
                  </a:moveTo>
                  <a:lnTo>
                    <a:pt x="7679" y="14034"/>
                  </a:lnTo>
                  <a:lnTo>
                    <a:pt x="0" y="13761"/>
                  </a:lnTo>
                  <a:lnTo>
                    <a:pt x="3379" y="11697"/>
                  </a:lnTo>
                  <a:lnTo>
                    <a:pt x="5751" y="9684"/>
                  </a:lnTo>
                  <a:lnTo>
                    <a:pt x="6935" y="7518"/>
                  </a:lnTo>
                  <a:lnTo>
                    <a:pt x="16650" y="0"/>
                  </a:lnTo>
                  <a:lnTo>
                    <a:pt x="13896" y="5518"/>
                  </a:lnTo>
                  <a:lnTo>
                    <a:pt x="12490" y="10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3" name="pg3903"/>
            <p:cNvSpPr/>
            <p:nvPr/>
          </p:nvSpPr>
          <p:spPr>
            <a:xfrm>
              <a:off x="3789234" y="4750191"/>
              <a:ext cx="5746" cy="36527"/>
            </a:xfrm>
            <a:custGeom>
              <a:avLst/>
              <a:gdLst/>
              <a:ahLst/>
              <a:cxnLst/>
              <a:rect l="0" t="0" r="0" b="0"/>
              <a:pathLst>
                <a:path w="5746" h="36527">
                  <a:moveTo>
                    <a:pt x="1188" y="36527"/>
                  </a:moveTo>
                  <a:lnTo>
                    <a:pt x="4118" y="16695"/>
                  </a:lnTo>
                  <a:lnTo>
                    <a:pt x="0" y="0"/>
                  </a:lnTo>
                  <a:lnTo>
                    <a:pt x="4340" y="7328"/>
                  </a:lnTo>
                  <a:lnTo>
                    <a:pt x="5746" y="16047"/>
                  </a:lnTo>
                  <a:lnTo>
                    <a:pt x="4175" y="323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4" name="pg3904"/>
            <p:cNvSpPr/>
            <p:nvPr/>
          </p:nvSpPr>
          <p:spPr>
            <a:xfrm>
              <a:off x="4186131" y="4792371"/>
              <a:ext cx="40173" cy="16358"/>
            </a:xfrm>
            <a:custGeom>
              <a:avLst/>
              <a:gdLst/>
              <a:ahLst/>
              <a:cxnLst/>
              <a:rect l="0" t="0" r="0" b="0"/>
              <a:pathLst>
                <a:path w="40173" h="16358">
                  <a:moveTo>
                    <a:pt x="11482" y="16358"/>
                  </a:moveTo>
                  <a:lnTo>
                    <a:pt x="0" y="12954"/>
                  </a:lnTo>
                  <a:lnTo>
                    <a:pt x="7136" y="12307"/>
                  </a:lnTo>
                  <a:lnTo>
                    <a:pt x="12299" y="13685"/>
                  </a:lnTo>
                  <a:lnTo>
                    <a:pt x="25373" y="6991"/>
                  </a:lnTo>
                  <a:lnTo>
                    <a:pt x="32231" y="1924"/>
                  </a:lnTo>
                  <a:lnTo>
                    <a:pt x="40173" y="0"/>
                  </a:lnTo>
                  <a:lnTo>
                    <a:pt x="22102" y="116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5" name="pg3905"/>
            <p:cNvSpPr/>
            <p:nvPr/>
          </p:nvSpPr>
          <p:spPr>
            <a:xfrm>
              <a:off x="5923277" y="2903466"/>
              <a:ext cx="8449" cy="10395"/>
            </a:xfrm>
            <a:custGeom>
              <a:avLst/>
              <a:gdLst/>
              <a:ahLst/>
              <a:cxnLst/>
              <a:rect l="0" t="0" r="0" b="0"/>
              <a:pathLst>
                <a:path w="8449" h="10395">
                  <a:moveTo>
                    <a:pt x="4428" y="10395"/>
                  </a:moveTo>
                  <a:lnTo>
                    <a:pt x="139" y="9563"/>
                  </a:lnTo>
                  <a:lnTo>
                    <a:pt x="0" y="3149"/>
                  </a:lnTo>
                  <a:lnTo>
                    <a:pt x="1297" y="971"/>
                  </a:lnTo>
                  <a:lnTo>
                    <a:pt x="2780" y="0"/>
                  </a:lnTo>
                  <a:lnTo>
                    <a:pt x="4981" y="1803"/>
                  </a:lnTo>
                  <a:lnTo>
                    <a:pt x="8449" y="7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6" name="pg3906"/>
            <p:cNvSpPr/>
            <p:nvPr/>
          </p:nvSpPr>
          <p:spPr>
            <a:xfrm>
              <a:off x="2399291" y="4782381"/>
              <a:ext cx="513697" cy="755524"/>
            </a:xfrm>
            <a:custGeom>
              <a:avLst/>
              <a:gdLst/>
              <a:ahLst/>
              <a:cxnLst/>
              <a:rect l="0" t="0" r="0" b="0"/>
              <a:pathLst>
                <a:path w="513697" h="755524">
                  <a:moveTo>
                    <a:pt x="961" y="1759"/>
                  </a:moveTo>
                  <a:lnTo>
                    <a:pt x="26210" y="3480"/>
                  </a:lnTo>
                  <a:lnTo>
                    <a:pt x="41104" y="2895"/>
                  </a:lnTo>
                  <a:lnTo>
                    <a:pt x="45646" y="0"/>
                  </a:lnTo>
                  <a:lnTo>
                    <a:pt x="48008" y="152"/>
                  </a:lnTo>
                  <a:lnTo>
                    <a:pt x="48194" y="3340"/>
                  </a:lnTo>
                  <a:lnTo>
                    <a:pt x="51935" y="4692"/>
                  </a:lnTo>
                  <a:lnTo>
                    <a:pt x="59227" y="4210"/>
                  </a:lnTo>
                  <a:lnTo>
                    <a:pt x="65578" y="8668"/>
                  </a:lnTo>
                  <a:lnTo>
                    <a:pt x="73712" y="22778"/>
                  </a:lnTo>
                  <a:lnTo>
                    <a:pt x="101747" y="45379"/>
                  </a:lnTo>
                  <a:lnTo>
                    <a:pt x="104108" y="53133"/>
                  </a:lnTo>
                  <a:lnTo>
                    <a:pt x="113865" y="64316"/>
                  </a:lnTo>
                  <a:lnTo>
                    <a:pt x="131807" y="81507"/>
                  </a:lnTo>
                  <a:lnTo>
                    <a:pt x="141962" y="96329"/>
                  </a:lnTo>
                  <a:lnTo>
                    <a:pt x="144324" y="108782"/>
                  </a:lnTo>
                  <a:lnTo>
                    <a:pt x="153491" y="128481"/>
                  </a:lnTo>
                  <a:lnTo>
                    <a:pt x="169449" y="155419"/>
                  </a:lnTo>
                  <a:lnTo>
                    <a:pt x="176560" y="169942"/>
                  </a:lnTo>
                  <a:lnTo>
                    <a:pt x="174824" y="172038"/>
                  </a:lnTo>
                  <a:lnTo>
                    <a:pt x="176079" y="179620"/>
                  </a:lnTo>
                  <a:lnTo>
                    <a:pt x="180338" y="192683"/>
                  </a:lnTo>
                  <a:lnTo>
                    <a:pt x="188249" y="203745"/>
                  </a:lnTo>
                  <a:lnTo>
                    <a:pt x="199820" y="212807"/>
                  </a:lnTo>
                  <a:lnTo>
                    <a:pt x="211520" y="229077"/>
                  </a:lnTo>
                  <a:lnTo>
                    <a:pt x="223349" y="252561"/>
                  </a:lnTo>
                  <a:lnTo>
                    <a:pt x="237679" y="270425"/>
                  </a:lnTo>
                  <a:lnTo>
                    <a:pt x="254500" y="282655"/>
                  </a:lnTo>
                  <a:lnTo>
                    <a:pt x="264024" y="294042"/>
                  </a:lnTo>
                  <a:lnTo>
                    <a:pt x="266251" y="304571"/>
                  </a:lnTo>
                  <a:lnTo>
                    <a:pt x="266086" y="313588"/>
                  </a:lnTo>
                  <a:lnTo>
                    <a:pt x="263522" y="321094"/>
                  </a:lnTo>
                  <a:lnTo>
                    <a:pt x="264608" y="328226"/>
                  </a:lnTo>
                  <a:lnTo>
                    <a:pt x="269336" y="334964"/>
                  </a:lnTo>
                  <a:lnTo>
                    <a:pt x="270912" y="343232"/>
                  </a:lnTo>
                  <a:lnTo>
                    <a:pt x="269062" y="354732"/>
                  </a:lnTo>
                  <a:lnTo>
                    <a:pt x="269191" y="357990"/>
                  </a:lnTo>
                  <a:lnTo>
                    <a:pt x="270561" y="360587"/>
                  </a:lnTo>
                  <a:lnTo>
                    <a:pt x="285496" y="380350"/>
                  </a:lnTo>
                  <a:lnTo>
                    <a:pt x="293170" y="396321"/>
                  </a:lnTo>
                  <a:lnTo>
                    <a:pt x="299262" y="421811"/>
                  </a:lnTo>
                  <a:lnTo>
                    <a:pt x="299293" y="422040"/>
                  </a:lnTo>
                  <a:lnTo>
                    <a:pt x="306099" y="437287"/>
                  </a:lnTo>
                  <a:lnTo>
                    <a:pt x="315887" y="443523"/>
                  </a:lnTo>
                  <a:lnTo>
                    <a:pt x="330925" y="445829"/>
                  </a:lnTo>
                  <a:lnTo>
                    <a:pt x="342351" y="451138"/>
                  </a:lnTo>
                  <a:lnTo>
                    <a:pt x="350165" y="459457"/>
                  </a:lnTo>
                  <a:lnTo>
                    <a:pt x="360019" y="464480"/>
                  </a:lnTo>
                  <a:lnTo>
                    <a:pt x="371916" y="466207"/>
                  </a:lnTo>
                  <a:lnTo>
                    <a:pt x="383321" y="471694"/>
                  </a:lnTo>
                  <a:lnTo>
                    <a:pt x="394230" y="480953"/>
                  </a:lnTo>
                  <a:lnTo>
                    <a:pt x="414575" y="487030"/>
                  </a:lnTo>
                  <a:lnTo>
                    <a:pt x="444357" y="489945"/>
                  </a:lnTo>
                  <a:lnTo>
                    <a:pt x="467022" y="497470"/>
                  </a:lnTo>
                  <a:lnTo>
                    <a:pt x="482577" y="509612"/>
                  </a:lnTo>
                  <a:lnTo>
                    <a:pt x="489419" y="512082"/>
                  </a:lnTo>
                  <a:lnTo>
                    <a:pt x="491269" y="512254"/>
                  </a:lnTo>
                  <a:lnTo>
                    <a:pt x="492158" y="510399"/>
                  </a:lnTo>
                  <a:lnTo>
                    <a:pt x="493331" y="506964"/>
                  </a:lnTo>
                  <a:lnTo>
                    <a:pt x="499352" y="503008"/>
                  </a:lnTo>
                  <a:lnTo>
                    <a:pt x="513697" y="500423"/>
                  </a:lnTo>
                  <a:lnTo>
                    <a:pt x="511770" y="527285"/>
                  </a:lnTo>
                  <a:lnTo>
                    <a:pt x="505372" y="549327"/>
                  </a:lnTo>
                  <a:lnTo>
                    <a:pt x="484293" y="595152"/>
                  </a:lnTo>
                  <a:lnTo>
                    <a:pt x="475508" y="623576"/>
                  </a:lnTo>
                  <a:lnTo>
                    <a:pt x="458511" y="704804"/>
                  </a:lnTo>
                  <a:lnTo>
                    <a:pt x="453534" y="755524"/>
                  </a:lnTo>
                  <a:lnTo>
                    <a:pt x="0" y="755524"/>
                  </a:lnTo>
                  <a:lnTo>
                    <a:pt x="0" y="15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7" name="pg3907"/>
            <p:cNvSpPr/>
            <p:nvPr/>
          </p:nvSpPr>
          <p:spPr>
            <a:xfrm>
              <a:off x="4173090" y="2540116"/>
              <a:ext cx="1519164" cy="699069"/>
            </a:xfrm>
            <a:custGeom>
              <a:avLst/>
              <a:gdLst/>
              <a:ahLst/>
              <a:cxnLst/>
              <a:rect l="0" t="0" r="0" b="0"/>
              <a:pathLst>
                <a:path w="1519164" h="699069">
                  <a:moveTo>
                    <a:pt x="1509975" y="5632"/>
                  </a:moveTo>
                  <a:lnTo>
                    <a:pt x="1494849" y="16263"/>
                  </a:lnTo>
                  <a:lnTo>
                    <a:pt x="1478746" y="33041"/>
                  </a:lnTo>
                  <a:lnTo>
                    <a:pt x="1440965" y="45729"/>
                  </a:lnTo>
                  <a:lnTo>
                    <a:pt x="1426940" y="48955"/>
                  </a:lnTo>
                  <a:lnTo>
                    <a:pt x="1413994" y="47234"/>
                  </a:lnTo>
                  <a:lnTo>
                    <a:pt x="1398238" y="57559"/>
                  </a:lnTo>
                  <a:lnTo>
                    <a:pt x="1379593" y="63872"/>
                  </a:lnTo>
                  <a:lnTo>
                    <a:pt x="1374089" y="73474"/>
                  </a:lnTo>
                  <a:lnTo>
                    <a:pt x="1329270" y="99193"/>
                  </a:lnTo>
                  <a:lnTo>
                    <a:pt x="1312066" y="102431"/>
                  </a:lnTo>
                  <a:lnTo>
                    <a:pt x="1297426" y="109283"/>
                  </a:lnTo>
                  <a:lnTo>
                    <a:pt x="1293095" y="120917"/>
                  </a:lnTo>
                  <a:lnTo>
                    <a:pt x="1280026" y="127934"/>
                  </a:lnTo>
                  <a:lnTo>
                    <a:pt x="1276399" y="133307"/>
                  </a:lnTo>
                  <a:lnTo>
                    <a:pt x="1265407" y="149583"/>
                  </a:lnTo>
                  <a:lnTo>
                    <a:pt x="1244974" y="170603"/>
                  </a:lnTo>
                  <a:lnTo>
                    <a:pt x="1220075" y="174121"/>
                  </a:lnTo>
                  <a:lnTo>
                    <a:pt x="1210975" y="181436"/>
                  </a:lnTo>
                  <a:lnTo>
                    <a:pt x="1200438" y="193242"/>
                  </a:lnTo>
                  <a:lnTo>
                    <a:pt x="1185576" y="201345"/>
                  </a:lnTo>
                  <a:lnTo>
                    <a:pt x="1156233" y="197547"/>
                  </a:lnTo>
                  <a:lnTo>
                    <a:pt x="1163370" y="202513"/>
                  </a:lnTo>
                  <a:lnTo>
                    <a:pt x="1189622" y="210255"/>
                  </a:lnTo>
                  <a:lnTo>
                    <a:pt x="1192351" y="221730"/>
                  </a:lnTo>
                  <a:lnTo>
                    <a:pt x="1179199" y="224473"/>
                  </a:lnTo>
                  <a:lnTo>
                    <a:pt x="1151660" y="239771"/>
                  </a:lnTo>
                  <a:lnTo>
                    <a:pt x="1114556" y="266113"/>
                  </a:lnTo>
                  <a:lnTo>
                    <a:pt x="1108887" y="266735"/>
                  </a:lnTo>
                  <a:lnTo>
                    <a:pt x="1098918" y="266106"/>
                  </a:lnTo>
                  <a:lnTo>
                    <a:pt x="1084154" y="270501"/>
                  </a:lnTo>
                  <a:lnTo>
                    <a:pt x="1064759" y="279702"/>
                  </a:lnTo>
                  <a:lnTo>
                    <a:pt x="1041277" y="296232"/>
                  </a:lnTo>
                  <a:lnTo>
                    <a:pt x="999930" y="332023"/>
                  </a:lnTo>
                  <a:lnTo>
                    <a:pt x="997031" y="335802"/>
                  </a:lnTo>
                  <a:lnTo>
                    <a:pt x="991042" y="342438"/>
                  </a:lnTo>
                  <a:lnTo>
                    <a:pt x="975771" y="349512"/>
                  </a:lnTo>
                  <a:lnTo>
                    <a:pt x="961911" y="357139"/>
                  </a:lnTo>
                  <a:lnTo>
                    <a:pt x="958248" y="365166"/>
                  </a:lnTo>
                  <a:lnTo>
                    <a:pt x="951607" y="368824"/>
                  </a:lnTo>
                  <a:lnTo>
                    <a:pt x="928740" y="389177"/>
                  </a:lnTo>
                  <a:lnTo>
                    <a:pt x="915877" y="406513"/>
                  </a:lnTo>
                  <a:lnTo>
                    <a:pt x="904198" y="424656"/>
                  </a:lnTo>
                  <a:lnTo>
                    <a:pt x="891129" y="444946"/>
                  </a:lnTo>
                  <a:lnTo>
                    <a:pt x="864314" y="445200"/>
                  </a:lnTo>
                  <a:lnTo>
                    <a:pt x="843850" y="445117"/>
                  </a:lnTo>
                  <a:lnTo>
                    <a:pt x="808942" y="444971"/>
                  </a:lnTo>
                  <a:lnTo>
                    <a:pt x="779020" y="444851"/>
                  </a:lnTo>
                  <a:lnTo>
                    <a:pt x="743508" y="444705"/>
                  </a:lnTo>
                  <a:lnTo>
                    <a:pt x="717742" y="444597"/>
                  </a:lnTo>
                  <a:lnTo>
                    <a:pt x="689996" y="445448"/>
                  </a:lnTo>
                  <a:lnTo>
                    <a:pt x="676751" y="450858"/>
                  </a:lnTo>
                  <a:lnTo>
                    <a:pt x="660142" y="458167"/>
                  </a:lnTo>
                  <a:lnTo>
                    <a:pt x="642215" y="466048"/>
                  </a:lnTo>
                  <a:lnTo>
                    <a:pt x="651615" y="483626"/>
                  </a:lnTo>
                  <a:lnTo>
                    <a:pt x="654137" y="490561"/>
                  </a:lnTo>
                  <a:lnTo>
                    <a:pt x="653414" y="512927"/>
                  </a:lnTo>
                  <a:lnTo>
                    <a:pt x="655326" y="515372"/>
                  </a:lnTo>
                  <a:lnTo>
                    <a:pt x="657331" y="518693"/>
                  </a:lnTo>
                  <a:lnTo>
                    <a:pt x="657636" y="524472"/>
                  </a:lnTo>
                  <a:lnTo>
                    <a:pt x="659171" y="527114"/>
                  </a:lnTo>
                  <a:lnTo>
                    <a:pt x="662442" y="529247"/>
                  </a:lnTo>
                  <a:lnTo>
                    <a:pt x="666121" y="531756"/>
                  </a:lnTo>
                  <a:lnTo>
                    <a:pt x="668783" y="535153"/>
                  </a:lnTo>
                  <a:lnTo>
                    <a:pt x="669392" y="538544"/>
                  </a:lnTo>
                  <a:lnTo>
                    <a:pt x="666834" y="544450"/>
                  </a:lnTo>
                  <a:lnTo>
                    <a:pt x="656520" y="552433"/>
                  </a:lnTo>
                  <a:lnTo>
                    <a:pt x="642019" y="559431"/>
                  </a:lnTo>
                  <a:lnTo>
                    <a:pt x="613178" y="572055"/>
                  </a:lnTo>
                  <a:lnTo>
                    <a:pt x="579758" y="586687"/>
                  </a:lnTo>
                  <a:lnTo>
                    <a:pt x="550788" y="599368"/>
                  </a:lnTo>
                  <a:lnTo>
                    <a:pt x="528370" y="609180"/>
                  </a:lnTo>
                  <a:lnTo>
                    <a:pt x="482326" y="617797"/>
                  </a:lnTo>
                  <a:lnTo>
                    <a:pt x="445749" y="624637"/>
                  </a:lnTo>
                  <a:lnTo>
                    <a:pt x="419352" y="629577"/>
                  </a:lnTo>
                  <a:lnTo>
                    <a:pt x="395043" y="643326"/>
                  </a:lnTo>
                  <a:lnTo>
                    <a:pt x="368202" y="658497"/>
                  </a:lnTo>
                  <a:lnTo>
                    <a:pt x="345634" y="671255"/>
                  </a:lnTo>
                  <a:lnTo>
                    <a:pt x="320323" y="685562"/>
                  </a:lnTo>
                  <a:lnTo>
                    <a:pt x="296432" y="699069"/>
                  </a:lnTo>
                  <a:lnTo>
                    <a:pt x="269870" y="699025"/>
                  </a:lnTo>
                  <a:lnTo>
                    <a:pt x="251225" y="688902"/>
                  </a:lnTo>
                  <a:lnTo>
                    <a:pt x="233893" y="678507"/>
                  </a:lnTo>
                  <a:lnTo>
                    <a:pt x="222043" y="659919"/>
                  </a:lnTo>
                  <a:lnTo>
                    <a:pt x="221227" y="638322"/>
                  </a:lnTo>
                  <a:lnTo>
                    <a:pt x="225474" y="624179"/>
                  </a:lnTo>
                  <a:lnTo>
                    <a:pt x="229324" y="617727"/>
                  </a:lnTo>
                  <a:lnTo>
                    <a:pt x="236673" y="613638"/>
                  </a:lnTo>
                  <a:lnTo>
                    <a:pt x="251060" y="606684"/>
                  </a:lnTo>
                  <a:lnTo>
                    <a:pt x="264139" y="592605"/>
                  </a:lnTo>
                  <a:lnTo>
                    <a:pt x="274625" y="584204"/>
                  </a:lnTo>
                  <a:lnTo>
                    <a:pt x="285187" y="575535"/>
                  </a:lnTo>
                  <a:lnTo>
                    <a:pt x="291218" y="560606"/>
                  </a:lnTo>
                  <a:lnTo>
                    <a:pt x="298742" y="524465"/>
                  </a:lnTo>
                  <a:lnTo>
                    <a:pt x="299698" y="517277"/>
                  </a:lnTo>
                  <a:lnTo>
                    <a:pt x="310644" y="492491"/>
                  </a:lnTo>
                  <a:lnTo>
                    <a:pt x="322752" y="465070"/>
                  </a:lnTo>
                  <a:lnTo>
                    <a:pt x="328312" y="452477"/>
                  </a:lnTo>
                  <a:lnTo>
                    <a:pt x="322095" y="419792"/>
                  </a:lnTo>
                  <a:lnTo>
                    <a:pt x="317419" y="394676"/>
                  </a:lnTo>
                  <a:lnTo>
                    <a:pt x="313135" y="371669"/>
                  </a:lnTo>
                  <a:lnTo>
                    <a:pt x="308313" y="345746"/>
                  </a:lnTo>
                  <a:lnTo>
                    <a:pt x="303926" y="322148"/>
                  </a:lnTo>
                  <a:lnTo>
                    <a:pt x="299786" y="299916"/>
                  </a:lnTo>
                  <a:lnTo>
                    <a:pt x="295637" y="277600"/>
                  </a:lnTo>
                  <a:lnTo>
                    <a:pt x="291564" y="255723"/>
                  </a:lnTo>
                  <a:lnTo>
                    <a:pt x="288371" y="240032"/>
                  </a:lnTo>
                  <a:lnTo>
                    <a:pt x="284578" y="221438"/>
                  </a:lnTo>
                  <a:lnTo>
                    <a:pt x="262424" y="208388"/>
                  </a:lnTo>
                  <a:lnTo>
                    <a:pt x="245603" y="199249"/>
                  </a:lnTo>
                  <a:lnTo>
                    <a:pt x="218090" y="184320"/>
                  </a:lnTo>
                  <a:lnTo>
                    <a:pt x="195016" y="171797"/>
                  </a:lnTo>
                  <a:lnTo>
                    <a:pt x="174340" y="160340"/>
                  </a:lnTo>
                  <a:lnTo>
                    <a:pt x="187378" y="137250"/>
                  </a:lnTo>
                  <a:lnTo>
                    <a:pt x="186251" y="133472"/>
                  </a:lnTo>
                  <a:lnTo>
                    <a:pt x="181528" y="128925"/>
                  </a:lnTo>
                  <a:lnTo>
                    <a:pt x="171875" y="121362"/>
                  </a:lnTo>
                  <a:lnTo>
                    <a:pt x="166232" y="120593"/>
                  </a:lnTo>
                  <a:lnTo>
                    <a:pt x="156294" y="122372"/>
                  </a:lnTo>
                  <a:lnTo>
                    <a:pt x="140434" y="127077"/>
                  </a:lnTo>
                  <a:lnTo>
                    <a:pt x="133582" y="125515"/>
                  </a:lnTo>
                  <a:lnTo>
                    <a:pt x="128140" y="117437"/>
                  </a:lnTo>
                  <a:lnTo>
                    <a:pt x="121877" y="107099"/>
                  </a:lnTo>
                  <a:lnTo>
                    <a:pt x="119825" y="99021"/>
                  </a:lnTo>
                  <a:lnTo>
                    <a:pt x="119040" y="88333"/>
                  </a:lnTo>
                  <a:lnTo>
                    <a:pt x="115304" y="78713"/>
                  </a:lnTo>
                  <a:lnTo>
                    <a:pt x="117671" y="73664"/>
                  </a:lnTo>
                  <a:lnTo>
                    <a:pt x="118192" y="71149"/>
                  </a:lnTo>
                  <a:lnTo>
                    <a:pt x="117981" y="67987"/>
                  </a:lnTo>
                  <a:lnTo>
                    <a:pt x="115412" y="65967"/>
                  </a:lnTo>
                  <a:lnTo>
                    <a:pt x="110890" y="65085"/>
                  </a:lnTo>
                  <a:lnTo>
                    <a:pt x="95594" y="69123"/>
                  </a:lnTo>
                  <a:lnTo>
                    <a:pt x="88716" y="69498"/>
                  </a:lnTo>
                  <a:lnTo>
                    <a:pt x="84613" y="71772"/>
                  </a:lnTo>
                  <a:lnTo>
                    <a:pt x="78148" y="76490"/>
                  </a:lnTo>
                  <a:lnTo>
                    <a:pt x="71776" y="77074"/>
                  </a:lnTo>
                  <a:lnTo>
                    <a:pt x="60769" y="65904"/>
                  </a:lnTo>
                  <a:lnTo>
                    <a:pt x="48743" y="53673"/>
                  </a:lnTo>
                  <a:lnTo>
                    <a:pt x="43700" y="36825"/>
                  </a:lnTo>
                  <a:lnTo>
                    <a:pt x="38522" y="19521"/>
                  </a:lnTo>
                  <a:lnTo>
                    <a:pt x="17980" y="9112"/>
                  </a:lnTo>
                  <a:lnTo>
                    <a:pt x="0" y="0"/>
                  </a:lnTo>
                  <a:lnTo>
                    <a:pt x="151916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8" name="pg3908"/>
            <p:cNvSpPr/>
            <p:nvPr/>
          </p:nvSpPr>
          <p:spPr>
            <a:xfrm>
              <a:off x="6018224" y="2540116"/>
              <a:ext cx="296962" cy="257863"/>
            </a:xfrm>
            <a:custGeom>
              <a:avLst/>
              <a:gdLst/>
              <a:ahLst/>
              <a:cxnLst/>
              <a:rect l="0" t="0" r="0" b="0"/>
              <a:pathLst>
                <a:path w="296962" h="257863">
                  <a:moveTo>
                    <a:pt x="67195" y="242946"/>
                  </a:moveTo>
                  <a:lnTo>
                    <a:pt x="62725" y="241575"/>
                  </a:lnTo>
                  <a:lnTo>
                    <a:pt x="58875" y="240501"/>
                  </a:lnTo>
                  <a:lnTo>
                    <a:pt x="56643" y="242330"/>
                  </a:lnTo>
                  <a:lnTo>
                    <a:pt x="54529" y="244775"/>
                  </a:lnTo>
                  <a:lnTo>
                    <a:pt x="51924" y="246611"/>
                  </a:lnTo>
                  <a:lnTo>
                    <a:pt x="46457" y="244013"/>
                  </a:lnTo>
                  <a:lnTo>
                    <a:pt x="42979" y="239282"/>
                  </a:lnTo>
                  <a:lnTo>
                    <a:pt x="37393" y="234405"/>
                  </a:lnTo>
                  <a:lnTo>
                    <a:pt x="35279" y="230735"/>
                  </a:lnTo>
                  <a:lnTo>
                    <a:pt x="36401" y="226467"/>
                  </a:lnTo>
                  <a:lnTo>
                    <a:pt x="38881" y="222346"/>
                  </a:lnTo>
                  <a:lnTo>
                    <a:pt x="40002" y="217462"/>
                  </a:lnTo>
                  <a:lnTo>
                    <a:pt x="37269" y="211829"/>
                  </a:lnTo>
                  <a:lnTo>
                    <a:pt x="34783" y="208623"/>
                  </a:lnTo>
                  <a:lnTo>
                    <a:pt x="33047" y="204958"/>
                  </a:lnTo>
                  <a:lnTo>
                    <a:pt x="33667" y="201453"/>
                  </a:lnTo>
                  <a:lnTo>
                    <a:pt x="37145" y="199770"/>
                  </a:lnTo>
                  <a:lnTo>
                    <a:pt x="40375" y="197630"/>
                  </a:lnTo>
                  <a:lnTo>
                    <a:pt x="41491" y="193058"/>
                  </a:lnTo>
                  <a:lnTo>
                    <a:pt x="39501" y="188174"/>
                  </a:lnTo>
                  <a:lnTo>
                    <a:pt x="33791" y="186187"/>
                  </a:lnTo>
                  <a:lnTo>
                    <a:pt x="29073" y="186949"/>
                  </a:lnTo>
                  <a:lnTo>
                    <a:pt x="22241" y="185882"/>
                  </a:lnTo>
                  <a:lnTo>
                    <a:pt x="15663" y="182834"/>
                  </a:lnTo>
                  <a:lnTo>
                    <a:pt x="11316" y="179322"/>
                  </a:lnTo>
                  <a:lnTo>
                    <a:pt x="7963" y="177334"/>
                  </a:lnTo>
                  <a:lnTo>
                    <a:pt x="5353" y="177334"/>
                  </a:lnTo>
                  <a:lnTo>
                    <a:pt x="2247" y="175353"/>
                  </a:lnTo>
                  <a:lnTo>
                    <a:pt x="387" y="171993"/>
                  </a:lnTo>
                  <a:lnTo>
                    <a:pt x="635" y="166500"/>
                  </a:lnTo>
                  <a:lnTo>
                    <a:pt x="1503" y="163147"/>
                  </a:lnTo>
                  <a:lnTo>
                    <a:pt x="3239" y="160245"/>
                  </a:lnTo>
                  <a:lnTo>
                    <a:pt x="3363" y="157038"/>
                  </a:lnTo>
                  <a:lnTo>
                    <a:pt x="2619" y="154746"/>
                  </a:lnTo>
                  <a:lnTo>
                    <a:pt x="2500" y="152923"/>
                  </a:lnTo>
                  <a:lnTo>
                    <a:pt x="2991" y="150631"/>
                  </a:lnTo>
                  <a:lnTo>
                    <a:pt x="4113" y="146052"/>
                  </a:lnTo>
                  <a:lnTo>
                    <a:pt x="2247" y="142699"/>
                  </a:lnTo>
                  <a:lnTo>
                    <a:pt x="2056" y="131078"/>
                  </a:lnTo>
                  <a:lnTo>
                    <a:pt x="1689" y="109334"/>
                  </a:lnTo>
                  <a:lnTo>
                    <a:pt x="1415" y="92677"/>
                  </a:lnTo>
                  <a:lnTo>
                    <a:pt x="1069" y="71740"/>
                  </a:lnTo>
                  <a:lnTo>
                    <a:pt x="867" y="56493"/>
                  </a:lnTo>
                  <a:lnTo>
                    <a:pt x="588" y="35130"/>
                  </a:lnTo>
                  <a:lnTo>
                    <a:pt x="325" y="14859"/>
                  </a:lnTo>
                  <a:lnTo>
                    <a:pt x="0" y="0"/>
                  </a:lnTo>
                  <a:lnTo>
                    <a:pt x="276472" y="0"/>
                  </a:lnTo>
                  <a:lnTo>
                    <a:pt x="276633" y="57"/>
                  </a:lnTo>
                  <a:lnTo>
                    <a:pt x="276810" y="0"/>
                  </a:lnTo>
                  <a:lnTo>
                    <a:pt x="296962" y="0"/>
                  </a:lnTo>
                  <a:lnTo>
                    <a:pt x="296962" y="192012"/>
                  </a:lnTo>
                  <a:lnTo>
                    <a:pt x="290901" y="195833"/>
                  </a:lnTo>
                  <a:lnTo>
                    <a:pt x="267083" y="205085"/>
                  </a:lnTo>
                  <a:lnTo>
                    <a:pt x="239280" y="222746"/>
                  </a:lnTo>
                  <a:lnTo>
                    <a:pt x="203354" y="237625"/>
                  </a:lnTo>
                  <a:lnTo>
                    <a:pt x="195825" y="237682"/>
                  </a:lnTo>
                  <a:lnTo>
                    <a:pt x="179510" y="225438"/>
                  </a:lnTo>
                  <a:lnTo>
                    <a:pt x="184073" y="219863"/>
                  </a:lnTo>
                  <a:lnTo>
                    <a:pt x="188316" y="212306"/>
                  </a:lnTo>
                  <a:lnTo>
                    <a:pt x="184260" y="214484"/>
                  </a:lnTo>
                  <a:lnTo>
                    <a:pt x="181629" y="217761"/>
                  </a:lnTo>
                  <a:lnTo>
                    <a:pt x="171790" y="223019"/>
                  </a:lnTo>
                  <a:lnTo>
                    <a:pt x="179769" y="233199"/>
                  </a:lnTo>
                  <a:lnTo>
                    <a:pt x="175914" y="237015"/>
                  </a:lnTo>
                  <a:lnTo>
                    <a:pt x="164503" y="242032"/>
                  </a:lnTo>
                  <a:lnTo>
                    <a:pt x="153878" y="249290"/>
                  </a:lnTo>
                  <a:lnTo>
                    <a:pt x="144577" y="254142"/>
                  </a:lnTo>
                  <a:lnTo>
                    <a:pt x="137052" y="247970"/>
                  </a:lnTo>
                  <a:lnTo>
                    <a:pt x="116283" y="255768"/>
                  </a:lnTo>
                  <a:lnTo>
                    <a:pt x="98791" y="257863"/>
                  </a:lnTo>
                  <a:lnTo>
                    <a:pt x="95008" y="253913"/>
                  </a:lnTo>
                  <a:lnTo>
                    <a:pt x="93897" y="247677"/>
                  </a:lnTo>
                  <a:lnTo>
                    <a:pt x="87773" y="246172"/>
                  </a:lnTo>
                  <a:lnTo>
                    <a:pt x="76394" y="247893"/>
                  </a:lnTo>
                  <a:lnTo>
                    <a:pt x="72079" y="2445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9" name="pg3909"/>
            <p:cNvSpPr/>
            <p:nvPr/>
          </p:nvSpPr>
          <p:spPr>
            <a:xfrm>
              <a:off x="5287647" y="2540116"/>
              <a:ext cx="534180" cy="266113"/>
            </a:xfrm>
            <a:custGeom>
              <a:avLst/>
              <a:gdLst/>
              <a:ahLst/>
              <a:cxnLst/>
              <a:rect l="0" t="0" r="0" b="0"/>
              <a:pathLst>
                <a:path w="534180" h="266113">
                  <a:moveTo>
                    <a:pt x="528260" y="7169"/>
                  </a:moveTo>
                  <a:lnTo>
                    <a:pt x="511940" y="26932"/>
                  </a:lnTo>
                  <a:lnTo>
                    <a:pt x="497548" y="44357"/>
                  </a:lnTo>
                  <a:lnTo>
                    <a:pt x="494318" y="62240"/>
                  </a:lnTo>
                  <a:lnTo>
                    <a:pt x="491254" y="79195"/>
                  </a:lnTo>
                  <a:lnTo>
                    <a:pt x="479347" y="92099"/>
                  </a:lnTo>
                  <a:lnTo>
                    <a:pt x="472087" y="103930"/>
                  </a:lnTo>
                  <a:lnTo>
                    <a:pt x="468847" y="117050"/>
                  </a:lnTo>
                  <a:lnTo>
                    <a:pt x="466139" y="129097"/>
                  </a:lnTo>
                  <a:lnTo>
                    <a:pt x="465932" y="139181"/>
                  </a:lnTo>
                  <a:lnTo>
                    <a:pt x="467973" y="144471"/>
                  </a:lnTo>
                  <a:lnTo>
                    <a:pt x="467012" y="148770"/>
                  </a:lnTo>
                  <a:lnTo>
                    <a:pt x="463074" y="153717"/>
                  </a:lnTo>
                  <a:lnTo>
                    <a:pt x="455199" y="162322"/>
                  </a:lnTo>
                  <a:lnTo>
                    <a:pt x="453798" y="170603"/>
                  </a:lnTo>
                  <a:lnTo>
                    <a:pt x="448982" y="174686"/>
                  </a:lnTo>
                  <a:lnTo>
                    <a:pt x="435246" y="182859"/>
                  </a:lnTo>
                  <a:lnTo>
                    <a:pt x="424042" y="194906"/>
                  </a:lnTo>
                  <a:lnTo>
                    <a:pt x="423495" y="201726"/>
                  </a:lnTo>
                  <a:lnTo>
                    <a:pt x="425112" y="207391"/>
                  </a:lnTo>
                  <a:lnTo>
                    <a:pt x="425360" y="210909"/>
                  </a:lnTo>
                  <a:lnTo>
                    <a:pt x="423122" y="213360"/>
                  </a:lnTo>
                  <a:lnTo>
                    <a:pt x="418637" y="213201"/>
                  </a:lnTo>
                  <a:lnTo>
                    <a:pt x="413784" y="213970"/>
                  </a:lnTo>
                  <a:lnTo>
                    <a:pt x="409697" y="218993"/>
                  </a:lnTo>
                  <a:lnTo>
                    <a:pt x="409800" y="226207"/>
                  </a:lnTo>
                  <a:lnTo>
                    <a:pt x="406813" y="231408"/>
                  </a:lnTo>
                  <a:lnTo>
                    <a:pt x="403325" y="232481"/>
                  </a:lnTo>
                  <a:lnTo>
                    <a:pt x="400338" y="228804"/>
                  </a:lnTo>
                  <a:lnTo>
                    <a:pt x="396746" y="223292"/>
                  </a:lnTo>
                  <a:lnTo>
                    <a:pt x="392540" y="222752"/>
                  </a:lnTo>
                  <a:lnTo>
                    <a:pt x="386153" y="226410"/>
                  </a:lnTo>
                  <a:lnTo>
                    <a:pt x="378277" y="232430"/>
                  </a:lnTo>
                  <a:lnTo>
                    <a:pt x="371192" y="232754"/>
                  </a:lnTo>
                  <a:lnTo>
                    <a:pt x="357890" y="228887"/>
                  </a:lnTo>
                  <a:lnTo>
                    <a:pt x="348180" y="240559"/>
                  </a:lnTo>
                  <a:lnTo>
                    <a:pt x="337757" y="265630"/>
                  </a:lnTo>
                  <a:lnTo>
                    <a:pt x="293717" y="265693"/>
                  </a:lnTo>
                  <a:lnTo>
                    <a:pt x="249678" y="265757"/>
                  </a:lnTo>
                  <a:lnTo>
                    <a:pt x="205634" y="265820"/>
                  </a:lnTo>
                  <a:lnTo>
                    <a:pt x="161594" y="265884"/>
                  </a:lnTo>
                  <a:lnTo>
                    <a:pt x="117555" y="265941"/>
                  </a:lnTo>
                  <a:lnTo>
                    <a:pt x="73516" y="266005"/>
                  </a:lnTo>
                  <a:lnTo>
                    <a:pt x="29476" y="266068"/>
                  </a:lnTo>
                  <a:lnTo>
                    <a:pt x="4831" y="266106"/>
                  </a:lnTo>
                  <a:lnTo>
                    <a:pt x="0" y="266113"/>
                  </a:lnTo>
                  <a:lnTo>
                    <a:pt x="15089" y="261204"/>
                  </a:lnTo>
                  <a:lnTo>
                    <a:pt x="46550" y="242127"/>
                  </a:lnTo>
                  <a:lnTo>
                    <a:pt x="69753" y="235218"/>
                  </a:lnTo>
                  <a:lnTo>
                    <a:pt x="99933" y="215182"/>
                  </a:lnTo>
                  <a:lnTo>
                    <a:pt x="121792" y="211328"/>
                  </a:lnTo>
                  <a:lnTo>
                    <a:pt x="125952" y="206921"/>
                  </a:lnTo>
                  <a:lnTo>
                    <a:pt x="129616" y="190302"/>
                  </a:lnTo>
                  <a:lnTo>
                    <a:pt x="131616" y="184377"/>
                  </a:lnTo>
                  <a:lnTo>
                    <a:pt x="141823" y="168056"/>
                  </a:lnTo>
                  <a:lnTo>
                    <a:pt x="154080" y="154289"/>
                  </a:lnTo>
                  <a:lnTo>
                    <a:pt x="163971" y="135250"/>
                  </a:lnTo>
                  <a:lnTo>
                    <a:pt x="181924" y="123083"/>
                  </a:lnTo>
                  <a:lnTo>
                    <a:pt x="209070" y="112909"/>
                  </a:lnTo>
                  <a:lnTo>
                    <a:pt x="234180" y="90689"/>
                  </a:lnTo>
                  <a:lnTo>
                    <a:pt x="247942" y="83914"/>
                  </a:lnTo>
                  <a:lnTo>
                    <a:pt x="261280" y="79062"/>
                  </a:lnTo>
                  <a:lnTo>
                    <a:pt x="266881" y="70032"/>
                  </a:lnTo>
                  <a:lnTo>
                    <a:pt x="275129" y="64869"/>
                  </a:lnTo>
                  <a:lnTo>
                    <a:pt x="297180" y="54372"/>
                  </a:lnTo>
                  <a:lnTo>
                    <a:pt x="321484" y="51533"/>
                  </a:lnTo>
                  <a:lnTo>
                    <a:pt x="346046" y="42820"/>
                  </a:lnTo>
                  <a:lnTo>
                    <a:pt x="364887" y="38203"/>
                  </a:lnTo>
                  <a:lnTo>
                    <a:pt x="376442" y="30030"/>
                  </a:lnTo>
                  <a:lnTo>
                    <a:pt x="393243" y="25725"/>
                  </a:lnTo>
                  <a:lnTo>
                    <a:pt x="443385" y="2273"/>
                  </a:lnTo>
                  <a:lnTo>
                    <a:pt x="446265" y="0"/>
                  </a:lnTo>
                  <a:lnTo>
                    <a:pt x="53418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0" name="pg3910"/>
            <p:cNvSpPr/>
            <p:nvPr/>
          </p:nvSpPr>
          <p:spPr>
            <a:xfrm>
              <a:off x="6188919" y="2797057"/>
              <a:ext cx="126268" cy="202407"/>
            </a:xfrm>
            <a:custGeom>
              <a:avLst/>
              <a:gdLst/>
              <a:ahLst/>
              <a:cxnLst/>
              <a:rect l="0" t="0" r="0" b="0"/>
              <a:pathLst>
                <a:path w="126268" h="202407">
                  <a:moveTo>
                    <a:pt x="117079" y="175208"/>
                  </a:moveTo>
                  <a:lnTo>
                    <a:pt x="108057" y="174662"/>
                  </a:lnTo>
                  <a:lnTo>
                    <a:pt x="101406" y="175266"/>
                  </a:lnTo>
                  <a:lnTo>
                    <a:pt x="91386" y="182892"/>
                  </a:lnTo>
                  <a:lnTo>
                    <a:pt x="89830" y="198305"/>
                  </a:lnTo>
                  <a:lnTo>
                    <a:pt x="85406" y="196266"/>
                  </a:lnTo>
                  <a:lnTo>
                    <a:pt x="80916" y="196768"/>
                  </a:lnTo>
                  <a:lnTo>
                    <a:pt x="78595" y="201607"/>
                  </a:lnTo>
                  <a:lnTo>
                    <a:pt x="75288" y="202407"/>
                  </a:lnTo>
                  <a:lnTo>
                    <a:pt x="66529" y="197829"/>
                  </a:lnTo>
                  <a:lnTo>
                    <a:pt x="56214" y="200331"/>
                  </a:lnTo>
                  <a:lnTo>
                    <a:pt x="48147" y="196857"/>
                  </a:lnTo>
                  <a:lnTo>
                    <a:pt x="37863" y="174275"/>
                  </a:lnTo>
                  <a:lnTo>
                    <a:pt x="32401" y="166362"/>
                  </a:lnTo>
                  <a:lnTo>
                    <a:pt x="22717" y="163810"/>
                  </a:lnTo>
                  <a:lnTo>
                    <a:pt x="20205" y="168585"/>
                  </a:lnTo>
                  <a:lnTo>
                    <a:pt x="16448" y="173259"/>
                  </a:lnTo>
                  <a:lnTo>
                    <a:pt x="7126" y="163943"/>
                  </a:lnTo>
                  <a:lnTo>
                    <a:pt x="56" y="129365"/>
                  </a:lnTo>
                  <a:lnTo>
                    <a:pt x="0" y="121021"/>
                  </a:lnTo>
                  <a:lnTo>
                    <a:pt x="9896" y="91936"/>
                  </a:lnTo>
                  <a:lnTo>
                    <a:pt x="34401" y="65753"/>
                  </a:lnTo>
                  <a:lnTo>
                    <a:pt x="26577" y="64877"/>
                  </a:lnTo>
                  <a:lnTo>
                    <a:pt x="4940" y="83033"/>
                  </a:lnTo>
                  <a:lnTo>
                    <a:pt x="7172" y="78638"/>
                  </a:lnTo>
                  <a:lnTo>
                    <a:pt x="10841" y="74059"/>
                  </a:lnTo>
                  <a:lnTo>
                    <a:pt x="18138" y="66674"/>
                  </a:lnTo>
                  <a:lnTo>
                    <a:pt x="29213" y="59733"/>
                  </a:lnTo>
                  <a:lnTo>
                    <a:pt x="43961" y="55688"/>
                  </a:lnTo>
                  <a:lnTo>
                    <a:pt x="54106" y="55072"/>
                  </a:lnTo>
                  <a:lnTo>
                    <a:pt x="61098" y="51236"/>
                  </a:lnTo>
                  <a:lnTo>
                    <a:pt x="71231" y="44441"/>
                  </a:lnTo>
                  <a:lnTo>
                    <a:pt x="73112" y="40834"/>
                  </a:lnTo>
                  <a:lnTo>
                    <a:pt x="64126" y="44981"/>
                  </a:lnTo>
                  <a:lnTo>
                    <a:pt x="49196" y="49064"/>
                  </a:lnTo>
                  <a:lnTo>
                    <a:pt x="53026" y="43711"/>
                  </a:lnTo>
                  <a:lnTo>
                    <a:pt x="56762" y="40847"/>
                  </a:lnTo>
                  <a:lnTo>
                    <a:pt x="126268" y="0"/>
                  </a:lnTo>
                  <a:lnTo>
                    <a:pt x="126268" y="1681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1" name="pg3911"/>
            <p:cNvSpPr/>
            <p:nvPr/>
          </p:nvSpPr>
          <p:spPr>
            <a:xfrm>
              <a:off x="6175048" y="2885799"/>
              <a:ext cx="12040" cy="17520"/>
            </a:xfrm>
            <a:custGeom>
              <a:avLst/>
              <a:gdLst/>
              <a:ahLst/>
              <a:cxnLst/>
              <a:rect l="0" t="0" r="0" b="0"/>
              <a:pathLst>
                <a:path w="12040" h="17520">
                  <a:moveTo>
                    <a:pt x="0" y="17520"/>
                  </a:moveTo>
                  <a:lnTo>
                    <a:pt x="1291" y="13062"/>
                  </a:lnTo>
                  <a:lnTo>
                    <a:pt x="7792" y="1695"/>
                  </a:lnTo>
                  <a:lnTo>
                    <a:pt x="12040" y="0"/>
                  </a:lnTo>
                  <a:lnTo>
                    <a:pt x="5327" y="129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2" name="pg3912"/>
            <p:cNvSpPr/>
            <p:nvPr/>
          </p:nvSpPr>
          <p:spPr>
            <a:xfrm>
              <a:off x="6114410" y="2832043"/>
              <a:ext cx="16050" cy="22950"/>
            </a:xfrm>
            <a:custGeom>
              <a:avLst/>
              <a:gdLst/>
              <a:ahLst/>
              <a:cxnLst/>
              <a:rect l="0" t="0" r="0" b="0"/>
              <a:pathLst>
                <a:path w="16050" h="22950">
                  <a:moveTo>
                    <a:pt x="0" y="22950"/>
                  </a:moveTo>
                  <a:lnTo>
                    <a:pt x="5539" y="5391"/>
                  </a:lnTo>
                  <a:lnTo>
                    <a:pt x="10046" y="0"/>
                  </a:lnTo>
                  <a:lnTo>
                    <a:pt x="16050" y="1816"/>
                  </a:lnTo>
                  <a:lnTo>
                    <a:pt x="15208" y="12427"/>
                  </a:lnTo>
                  <a:lnTo>
                    <a:pt x="14242" y="1607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3" name="pg3913"/>
            <p:cNvSpPr/>
            <p:nvPr/>
          </p:nvSpPr>
          <p:spPr>
            <a:xfrm>
              <a:off x="5366847" y="2715076"/>
              <a:ext cx="51274" cy="34247"/>
            </a:xfrm>
            <a:custGeom>
              <a:avLst/>
              <a:gdLst/>
              <a:ahLst/>
              <a:cxnLst/>
              <a:rect l="0" t="0" r="0" b="0"/>
              <a:pathLst>
                <a:path w="51274" h="34247">
                  <a:moveTo>
                    <a:pt x="33548" y="33244"/>
                  </a:moveTo>
                  <a:lnTo>
                    <a:pt x="19601" y="30837"/>
                  </a:lnTo>
                  <a:lnTo>
                    <a:pt x="4268" y="34177"/>
                  </a:lnTo>
                  <a:lnTo>
                    <a:pt x="0" y="34247"/>
                  </a:lnTo>
                  <a:lnTo>
                    <a:pt x="11389" y="24582"/>
                  </a:lnTo>
                  <a:lnTo>
                    <a:pt x="28903" y="18638"/>
                  </a:lnTo>
                  <a:lnTo>
                    <a:pt x="46364" y="463"/>
                  </a:lnTo>
                  <a:lnTo>
                    <a:pt x="51274" y="0"/>
                  </a:lnTo>
                  <a:lnTo>
                    <a:pt x="44628" y="20587"/>
                  </a:lnTo>
                  <a:lnTo>
                    <a:pt x="43274" y="27948"/>
                  </a:lnTo>
                  <a:lnTo>
                    <a:pt x="41703" y="306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4" name="pg3914"/>
            <p:cNvSpPr/>
            <p:nvPr/>
          </p:nvSpPr>
          <p:spPr>
            <a:xfrm>
              <a:off x="5377730" y="2716409"/>
              <a:ext cx="30200" cy="16853"/>
            </a:xfrm>
            <a:custGeom>
              <a:avLst/>
              <a:gdLst/>
              <a:ahLst/>
              <a:cxnLst/>
              <a:rect l="0" t="0" r="0" b="0"/>
              <a:pathLst>
                <a:path w="30200" h="16853">
                  <a:moveTo>
                    <a:pt x="4423" y="16853"/>
                  </a:moveTo>
                  <a:lnTo>
                    <a:pt x="0" y="15723"/>
                  </a:lnTo>
                  <a:lnTo>
                    <a:pt x="14082" y="2946"/>
                  </a:lnTo>
                  <a:lnTo>
                    <a:pt x="30200" y="0"/>
                  </a:lnTo>
                  <a:lnTo>
                    <a:pt x="17187" y="1417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5" name="pg3915"/>
            <p:cNvSpPr/>
            <p:nvPr/>
          </p:nvSpPr>
          <p:spPr>
            <a:xfrm>
              <a:off x="5667831" y="2547127"/>
              <a:ext cx="30784" cy="17069"/>
            </a:xfrm>
            <a:custGeom>
              <a:avLst/>
              <a:gdLst/>
              <a:ahLst/>
              <a:cxnLst/>
              <a:rect l="0" t="0" r="0" b="0"/>
              <a:pathLst>
                <a:path w="30784" h="17069">
                  <a:moveTo>
                    <a:pt x="0" y="17069"/>
                  </a:moveTo>
                  <a:lnTo>
                    <a:pt x="2294" y="12554"/>
                  </a:lnTo>
                  <a:lnTo>
                    <a:pt x="15430" y="4508"/>
                  </a:lnTo>
                  <a:lnTo>
                    <a:pt x="25084" y="0"/>
                  </a:lnTo>
                  <a:lnTo>
                    <a:pt x="30784" y="95"/>
                  </a:lnTo>
                  <a:lnTo>
                    <a:pt x="21502" y="9957"/>
                  </a:lnTo>
                  <a:lnTo>
                    <a:pt x="9622" y="160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6" name="pg3916"/>
            <p:cNvSpPr/>
            <p:nvPr/>
          </p:nvSpPr>
          <p:spPr>
            <a:xfrm>
              <a:off x="4939342" y="5500509"/>
              <a:ext cx="49258" cy="37397"/>
            </a:xfrm>
            <a:custGeom>
              <a:avLst/>
              <a:gdLst/>
              <a:ahLst/>
              <a:cxnLst/>
              <a:rect l="0" t="0" r="0" b="0"/>
              <a:pathLst>
                <a:path w="49258" h="37397">
                  <a:moveTo>
                    <a:pt x="36380" y="7931"/>
                  </a:moveTo>
                  <a:lnTo>
                    <a:pt x="25890" y="16136"/>
                  </a:lnTo>
                  <a:lnTo>
                    <a:pt x="33512" y="21991"/>
                  </a:lnTo>
                  <a:lnTo>
                    <a:pt x="40695" y="9258"/>
                  </a:lnTo>
                  <a:lnTo>
                    <a:pt x="46395" y="19603"/>
                  </a:lnTo>
                  <a:lnTo>
                    <a:pt x="49258" y="37397"/>
                  </a:lnTo>
                  <a:lnTo>
                    <a:pt x="16879" y="37397"/>
                  </a:lnTo>
                  <a:lnTo>
                    <a:pt x="15627" y="32145"/>
                  </a:lnTo>
                  <a:lnTo>
                    <a:pt x="9084" y="25573"/>
                  </a:lnTo>
                  <a:lnTo>
                    <a:pt x="0" y="8807"/>
                  </a:lnTo>
                  <a:lnTo>
                    <a:pt x="5276" y="4483"/>
                  </a:lnTo>
                  <a:lnTo>
                    <a:pt x="12309" y="5924"/>
                  </a:lnTo>
                  <a:lnTo>
                    <a:pt x="15911" y="3905"/>
                  </a:lnTo>
                  <a:lnTo>
                    <a:pt x="25662" y="2292"/>
                  </a:lnTo>
                  <a:lnTo>
                    <a:pt x="31585" y="0"/>
                  </a:lnTo>
                  <a:lnTo>
                    <a:pt x="36215" y="495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7" name="pg3917"/>
            <p:cNvSpPr/>
            <p:nvPr/>
          </p:nvSpPr>
          <p:spPr>
            <a:xfrm>
              <a:off x="4945285" y="5155530"/>
              <a:ext cx="95830" cy="135860"/>
            </a:xfrm>
            <a:custGeom>
              <a:avLst/>
              <a:gdLst/>
              <a:ahLst/>
              <a:cxnLst/>
              <a:rect l="0" t="0" r="0" b="0"/>
              <a:pathLst>
                <a:path w="95830" h="135860">
                  <a:moveTo>
                    <a:pt x="73800" y="135860"/>
                  </a:moveTo>
                  <a:lnTo>
                    <a:pt x="64612" y="122835"/>
                  </a:lnTo>
                  <a:lnTo>
                    <a:pt x="57211" y="119050"/>
                  </a:lnTo>
                  <a:lnTo>
                    <a:pt x="68772" y="109842"/>
                  </a:lnTo>
                  <a:lnTo>
                    <a:pt x="73764" y="101930"/>
                  </a:lnTo>
                  <a:lnTo>
                    <a:pt x="73660" y="84669"/>
                  </a:lnTo>
                  <a:lnTo>
                    <a:pt x="76482" y="75214"/>
                  </a:lnTo>
                  <a:lnTo>
                    <a:pt x="75526" y="67028"/>
                  </a:lnTo>
                  <a:lnTo>
                    <a:pt x="78073" y="58671"/>
                  </a:lnTo>
                  <a:lnTo>
                    <a:pt x="74627" y="49285"/>
                  </a:lnTo>
                  <a:lnTo>
                    <a:pt x="64963" y="41842"/>
                  </a:lnTo>
                  <a:lnTo>
                    <a:pt x="45842" y="12237"/>
                  </a:lnTo>
                  <a:lnTo>
                    <a:pt x="15637" y="5048"/>
                  </a:lnTo>
                  <a:lnTo>
                    <a:pt x="0" y="4750"/>
                  </a:lnTo>
                  <a:lnTo>
                    <a:pt x="8593" y="0"/>
                  </a:lnTo>
                  <a:lnTo>
                    <a:pt x="16531" y="577"/>
                  </a:lnTo>
                  <a:lnTo>
                    <a:pt x="28748" y="3403"/>
                  </a:lnTo>
                  <a:lnTo>
                    <a:pt x="43377" y="4769"/>
                  </a:lnTo>
                  <a:lnTo>
                    <a:pt x="52318" y="13481"/>
                  </a:lnTo>
                  <a:lnTo>
                    <a:pt x="60855" y="25033"/>
                  </a:lnTo>
                  <a:lnTo>
                    <a:pt x="68565" y="29707"/>
                  </a:lnTo>
                  <a:lnTo>
                    <a:pt x="71738" y="32679"/>
                  </a:lnTo>
                  <a:lnTo>
                    <a:pt x="71381" y="36032"/>
                  </a:lnTo>
                  <a:lnTo>
                    <a:pt x="72663" y="39181"/>
                  </a:lnTo>
                  <a:lnTo>
                    <a:pt x="82724" y="44586"/>
                  </a:lnTo>
                  <a:lnTo>
                    <a:pt x="92858" y="53311"/>
                  </a:lnTo>
                  <a:lnTo>
                    <a:pt x="95830" y="78897"/>
                  </a:lnTo>
                  <a:lnTo>
                    <a:pt x="82177" y="91007"/>
                  </a:lnTo>
                  <a:lnTo>
                    <a:pt x="79665" y="128055"/>
                  </a:lnTo>
                  <a:lnTo>
                    <a:pt x="76001" y="1347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8" name="pg3918"/>
            <p:cNvSpPr/>
            <p:nvPr/>
          </p:nvSpPr>
          <p:spPr>
            <a:xfrm>
              <a:off x="4893261" y="5381534"/>
              <a:ext cx="74105" cy="118987"/>
            </a:xfrm>
            <a:custGeom>
              <a:avLst/>
              <a:gdLst/>
              <a:ahLst/>
              <a:cxnLst/>
              <a:rect l="0" t="0" r="0" b="0"/>
              <a:pathLst>
                <a:path w="74105" h="118987">
                  <a:moveTo>
                    <a:pt x="72947" y="80116"/>
                  </a:moveTo>
                  <a:lnTo>
                    <a:pt x="74105" y="91896"/>
                  </a:lnTo>
                  <a:lnTo>
                    <a:pt x="73035" y="96094"/>
                  </a:lnTo>
                  <a:lnTo>
                    <a:pt x="61583" y="103968"/>
                  </a:lnTo>
                  <a:lnTo>
                    <a:pt x="58643" y="108369"/>
                  </a:lnTo>
                  <a:lnTo>
                    <a:pt x="47847" y="112808"/>
                  </a:lnTo>
                  <a:lnTo>
                    <a:pt x="41315" y="118987"/>
                  </a:lnTo>
                  <a:lnTo>
                    <a:pt x="38044" y="108947"/>
                  </a:lnTo>
                  <a:lnTo>
                    <a:pt x="31703" y="102742"/>
                  </a:lnTo>
                  <a:lnTo>
                    <a:pt x="30639" y="92194"/>
                  </a:lnTo>
                  <a:lnTo>
                    <a:pt x="25792" y="95757"/>
                  </a:lnTo>
                  <a:lnTo>
                    <a:pt x="18805" y="93585"/>
                  </a:lnTo>
                  <a:lnTo>
                    <a:pt x="7281" y="85596"/>
                  </a:lnTo>
                  <a:lnTo>
                    <a:pt x="0" y="74750"/>
                  </a:lnTo>
                  <a:lnTo>
                    <a:pt x="10201" y="72870"/>
                  </a:lnTo>
                  <a:lnTo>
                    <a:pt x="12309" y="79608"/>
                  </a:lnTo>
                  <a:lnTo>
                    <a:pt x="20381" y="71340"/>
                  </a:lnTo>
                  <a:lnTo>
                    <a:pt x="18546" y="66983"/>
                  </a:lnTo>
                  <a:lnTo>
                    <a:pt x="17089" y="66425"/>
                  </a:lnTo>
                  <a:lnTo>
                    <a:pt x="14443" y="58321"/>
                  </a:lnTo>
                  <a:lnTo>
                    <a:pt x="26587" y="37098"/>
                  </a:lnTo>
                  <a:lnTo>
                    <a:pt x="29207" y="23407"/>
                  </a:lnTo>
                  <a:lnTo>
                    <a:pt x="23699" y="1441"/>
                  </a:lnTo>
                  <a:lnTo>
                    <a:pt x="28841" y="0"/>
                  </a:lnTo>
                  <a:lnTo>
                    <a:pt x="42545" y="7703"/>
                  </a:lnTo>
                  <a:lnTo>
                    <a:pt x="48685" y="15285"/>
                  </a:lnTo>
                  <a:lnTo>
                    <a:pt x="48886" y="25693"/>
                  </a:lnTo>
                  <a:lnTo>
                    <a:pt x="54648" y="33752"/>
                  </a:lnTo>
                  <a:lnTo>
                    <a:pt x="62989" y="53057"/>
                  </a:lnTo>
                  <a:lnTo>
                    <a:pt x="73180" y="64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9" name="pg3919"/>
            <p:cNvSpPr/>
            <p:nvPr/>
          </p:nvSpPr>
          <p:spPr>
            <a:xfrm>
              <a:off x="4835016" y="5174016"/>
              <a:ext cx="112522" cy="38661"/>
            </a:xfrm>
            <a:custGeom>
              <a:avLst/>
              <a:gdLst/>
              <a:ahLst/>
              <a:cxnLst/>
              <a:rect l="0" t="0" r="0" b="0"/>
              <a:pathLst>
                <a:path w="112522" h="38661">
                  <a:moveTo>
                    <a:pt x="64973" y="13005"/>
                  </a:moveTo>
                  <a:lnTo>
                    <a:pt x="71841" y="12453"/>
                  </a:lnTo>
                  <a:lnTo>
                    <a:pt x="75960" y="9792"/>
                  </a:lnTo>
                  <a:lnTo>
                    <a:pt x="94931" y="10878"/>
                  </a:lnTo>
                  <a:lnTo>
                    <a:pt x="110248" y="6985"/>
                  </a:lnTo>
                  <a:lnTo>
                    <a:pt x="112522" y="13894"/>
                  </a:lnTo>
                  <a:lnTo>
                    <a:pt x="112134" y="17501"/>
                  </a:lnTo>
                  <a:lnTo>
                    <a:pt x="79562" y="20886"/>
                  </a:lnTo>
                  <a:lnTo>
                    <a:pt x="49682" y="31028"/>
                  </a:lnTo>
                  <a:lnTo>
                    <a:pt x="33305" y="37899"/>
                  </a:lnTo>
                  <a:lnTo>
                    <a:pt x="25611" y="38661"/>
                  </a:lnTo>
                  <a:lnTo>
                    <a:pt x="19730" y="35047"/>
                  </a:lnTo>
                  <a:lnTo>
                    <a:pt x="0" y="14104"/>
                  </a:lnTo>
                  <a:lnTo>
                    <a:pt x="5276" y="16193"/>
                  </a:lnTo>
                  <a:lnTo>
                    <a:pt x="19854" y="28030"/>
                  </a:lnTo>
                  <a:lnTo>
                    <a:pt x="28908" y="25871"/>
                  </a:lnTo>
                  <a:lnTo>
                    <a:pt x="37295" y="18047"/>
                  </a:lnTo>
                  <a:lnTo>
                    <a:pt x="38577" y="12135"/>
                  </a:lnTo>
                  <a:lnTo>
                    <a:pt x="37326" y="9335"/>
                  </a:lnTo>
                  <a:lnTo>
                    <a:pt x="41119" y="0"/>
                  </a:lnTo>
                  <a:lnTo>
                    <a:pt x="52152" y="896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0" name="pg3920"/>
            <p:cNvSpPr/>
            <p:nvPr/>
          </p:nvSpPr>
          <p:spPr>
            <a:xfrm>
              <a:off x="4985696" y="5397055"/>
              <a:ext cx="30985" cy="11691"/>
            </a:xfrm>
            <a:custGeom>
              <a:avLst/>
              <a:gdLst/>
              <a:ahLst/>
              <a:cxnLst/>
              <a:rect l="0" t="0" r="0" b="0"/>
              <a:pathLst>
                <a:path w="30985" h="11691">
                  <a:moveTo>
                    <a:pt x="10733" y="11691"/>
                  </a:moveTo>
                  <a:lnTo>
                    <a:pt x="2191" y="9030"/>
                  </a:lnTo>
                  <a:lnTo>
                    <a:pt x="0" y="6890"/>
                  </a:lnTo>
                  <a:lnTo>
                    <a:pt x="3658" y="3295"/>
                  </a:lnTo>
                  <a:lnTo>
                    <a:pt x="11710" y="298"/>
                  </a:lnTo>
                  <a:lnTo>
                    <a:pt x="24639" y="0"/>
                  </a:lnTo>
                  <a:lnTo>
                    <a:pt x="30303" y="3543"/>
                  </a:lnTo>
                  <a:lnTo>
                    <a:pt x="30985" y="5093"/>
                  </a:lnTo>
                  <a:lnTo>
                    <a:pt x="22686" y="899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1" name="pg3921"/>
            <p:cNvSpPr/>
            <p:nvPr/>
          </p:nvSpPr>
          <p:spPr>
            <a:xfrm>
              <a:off x="5304944" y="5521433"/>
              <a:ext cx="12277" cy="16472"/>
            </a:xfrm>
            <a:custGeom>
              <a:avLst/>
              <a:gdLst/>
              <a:ahLst/>
              <a:cxnLst/>
              <a:rect l="0" t="0" r="0" b="0"/>
              <a:pathLst>
                <a:path w="12277" h="16472">
                  <a:moveTo>
                    <a:pt x="7008" y="16472"/>
                  </a:moveTo>
                  <a:lnTo>
                    <a:pt x="0" y="16472"/>
                  </a:lnTo>
                  <a:lnTo>
                    <a:pt x="1962" y="2806"/>
                  </a:lnTo>
                  <a:lnTo>
                    <a:pt x="7771" y="0"/>
                  </a:lnTo>
                  <a:lnTo>
                    <a:pt x="10050" y="152"/>
                  </a:lnTo>
                  <a:lnTo>
                    <a:pt x="12277" y="762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2" name="pg3922"/>
            <p:cNvSpPr/>
            <p:nvPr/>
          </p:nvSpPr>
          <p:spPr>
            <a:xfrm>
              <a:off x="5068380" y="5334383"/>
              <a:ext cx="70456" cy="119063"/>
            </a:xfrm>
            <a:custGeom>
              <a:avLst/>
              <a:gdLst/>
              <a:ahLst/>
              <a:cxnLst/>
              <a:rect l="0" t="0" r="0" b="0"/>
              <a:pathLst>
                <a:path w="70456" h="119063">
                  <a:moveTo>
                    <a:pt x="31373" y="24747"/>
                  </a:moveTo>
                  <a:lnTo>
                    <a:pt x="46235" y="30285"/>
                  </a:lnTo>
                  <a:lnTo>
                    <a:pt x="62302" y="48650"/>
                  </a:lnTo>
                  <a:lnTo>
                    <a:pt x="69221" y="55191"/>
                  </a:lnTo>
                  <a:lnTo>
                    <a:pt x="70456" y="61147"/>
                  </a:lnTo>
                  <a:lnTo>
                    <a:pt x="67748" y="88340"/>
                  </a:lnTo>
                  <a:lnTo>
                    <a:pt x="64136" y="104711"/>
                  </a:lnTo>
                  <a:lnTo>
                    <a:pt x="64679" y="119063"/>
                  </a:lnTo>
                  <a:lnTo>
                    <a:pt x="60906" y="114815"/>
                  </a:lnTo>
                  <a:lnTo>
                    <a:pt x="57093" y="105416"/>
                  </a:lnTo>
                  <a:lnTo>
                    <a:pt x="50840" y="100012"/>
                  </a:lnTo>
                  <a:lnTo>
                    <a:pt x="48757" y="97180"/>
                  </a:lnTo>
                  <a:lnTo>
                    <a:pt x="59997" y="96557"/>
                  </a:lnTo>
                  <a:lnTo>
                    <a:pt x="60994" y="81761"/>
                  </a:lnTo>
                  <a:lnTo>
                    <a:pt x="66477" y="70089"/>
                  </a:lnTo>
                  <a:lnTo>
                    <a:pt x="65645" y="57947"/>
                  </a:lnTo>
                  <a:lnTo>
                    <a:pt x="52529" y="44579"/>
                  </a:lnTo>
                  <a:lnTo>
                    <a:pt x="43538" y="32812"/>
                  </a:lnTo>
                  <a:lnTo>
                    <a:pt x="29714" y="29046"/>
                  </a:lnTo>
                  <a:lnTo>
                    <a:pt x="16929" y="17330"/>
                  </a:lnTo>
                  <a:lnTo>
                    <a:pt x="9301" y="15888"/>
                  </a:lnTo>
                  <a:lnTo>
                    <a:pt x="0" y="17952"/>
                  </a:lnTo>
                  <a:lnTo>
                    <a:pt x="3359" y="10967"/>
                  </a:lnTo>
                  <a:lnTo>
                    <a:pt x="5684" y="1727"/>
                  </a:lnTo>
                  <a:lnTo>
                    <a:pt x="7389" y="0"/>
                  </a:lnTo>
                  <a:lnTo>
                    <a:pt x="13952" y="100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3" name="pg3923"/>
            <p:cNvSpPr/>
            <p:nvPr/>
          </p:nvSpPr>
          <p:spPr>
            <a:xfrm>
              <a:off x="5178096" y="5447191"/>
              <a:ext cx="46804" cy="72629"/>
            </a:xfrm>
            <a:custGeom>
              <a:avLst/>
              <a:gdLst/>
              <a:ahLst/>
              <a:cxnLst/>
              <a:rect l="0" t="0" r="0" b="0"/>
              <a:pathLst>
                <a:path w="46804" h="72629">
                  <a:moveTo>
                    <a:pt x="46804" y="71314"/>
                  </a:moveTo>
                  <a:lnTo>
                    <a:pt x="39713" y="69974"/>
                  </a:lnTo>
                  <a:lnTo>
                    <a:pt x="29249" y="72559"/>
                  </a:lnTo>
                  <a:lnTo>
                    <a:pt x="25482" y="72629"/>
                  </a:lnTo>
                  <a:lnTo>
                    <a:pt x="27828" y="68101"/>
                  </a:lnTo>
                  <a:lnTo>
                    <a:pt x="35094" y="61979"/>
                  </a:lnTo>
                  <a:lnTo>
                    <a:pt x="35460" y="56150"/>
                  </a:lnTo>
                  <a:lnTo>
                    <a:pt x="26469" y="47742"/>
                  </a:lnTo>
                  <a:lnTo>
                    <a:pt x="16004" y="26824"/>
                  </a:lnTo>
                  <a:lnTo>
                    <a:pt x="11105" y="21864"/>
                  </a:lnTo>
                  <a:lnTo>
                    <a:pt x="8779" y="14002"/>
                  </a:lnTo>
                  <a:lnTo>
                    <a:pt x="0" y="5569"/>
                  </a:lnTo>
                  <a:lnTo>
                    <a:pt x="1834" y="1060"/>
                  </a:lnTo>
                  <a:lnTo>
                    <a:pt x="3638" y="0"/>
                  </a:lnTo>
                  <a:lnTo>
                    <a:pt x="9575" y="2165"/>
                  </a:lnTo>
                  <a:lnTo>
                    <a:pt x="23022" y="32253"/>
                  </a:lnTo>
                  <a:lnTo>
                    <a:pt x="23900" y="35136"/>
                  </a:lnTo>
                  <a:lnTo>
                    <a:pt x="46101" y="647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4" name="pt3924"/>
            <p:cNvSpPr/>
            <p:nvPr/>
          </p:nvSpPr>
          <p:spPr>
            <a:xfrm>
              <a:off x="5411954" y="3276309"/>
              <a:ext cx="63202" cy="63202"/>
            </a:xfrm>
            <a:prstGeom prst="ellipse">
              <a:avLst/>
            </a:prstGeom>
            <a:solidFill>
              <a:srgbClr val="A4E2C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5" name="pt3925"/>
            <p:cNvSpPr/>
            <p:nvPr/>
          </p:nvSpPr>
          <p:spPr>
            <a:xfrm>
              <a:off x="3286560" y="4746129"/>
              <a:ext cx="63202" cy="63202"/>
            </a:xfrm>
            <a:prstGeom prst="ellipse">
              <a:avLst/>
            </a:prstGeom>
            <a:solidFill>
              <a:srgbClr val="3A619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6" name="pt3926"/>
            <p:cNvSpPr/>
            <p:nvPr/>
          </p:nvSpPr>
          <p:spPr>
            <a:xfrm>
              <a:off x="2878450" y="4973596"/>
              <a:ext cx="63202" cy="63202"/>
            </a:xfrm>
            <a:prstGeom prst="ellipse">
              <a:avLst/>
            </a:prstGeom>
            <a:solidFill>
              <a:srgbClr val="3A6EA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7" name="pt3927"/>
            <p:cNvSpPr/>
            <p:nvPr/>
          </p:nvSpPr>
          <p:spPr>
            <a:xfrm>
              <a:off x="5154968" y="3735383"/>
              <a:ext cx="63202" cy="63202"/>
            </a:xfrm>
            <a:prstGeom prst="ellipse">
              <a:avLst/>
            </a:prstGeom>
            <a:solidFill>
              <a:srgbClr val="6BD1B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8" name="pt3928"/>
            <p:cNvSpPr/>
            <p:nvPr/>
          </p:nvSpPr>
          <p:spPr>
            <a:xfrm>
              <a:off x="3815690" y="4677487"/>
              <a:ext cx="63202" cy="63202"/>
            </a:xfrm>
            <a:prstGeom prst="ellipse">
              <a:avLst/>
            </a:prstGeom>
            <a:solidFill>
              <a:srgbClr val="3981A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9" name="pt3929"/>
            <p:cNvSpPr/>
            <p:nvPr/>
          </p:nvSpPr>
          <p:spPr>
            <a:xfrm>
              <a:off x="5234441" y="3545894"/>
              <a:ext cx="63202" cy="63202"/>
            </a:xfrm>
            <a:prstGeom prst="ellipse">
              <a:avLst/>
            </a:prstGeom>
            <a:solidFill>
              <a:srgbClr val="C6EDD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0" name="pt3930"/>
            <p:cNvSpPr/>
            <p:nvPr/>
          </p:nvSpPr>
          <p:spPr>
            <a:xfrm>
              <a:off x="3635685" y="4800931"/>
              <a:ext cx="63202" cy="63202"/>
            </a:xfrm>
            <a:prstGeom prst="ellipse">
              <a:avLst/>
            </a:prstGeom>
            <a:solidFill>
              <a:srgbClr val="36285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1" name="pt3931"/>
            <p:cNvSpPr/>
            <p:nvPr/>
          </p:nvSpPr>
          <p:spPr>
            <a:xfrm>
              <a:off x="5803938" y="2901996"/>
              <a:ext cx="63202" cy="63202"/>
            </a:xfrm>
            <a:prstGeom prst="ellipse">
              <a:avLst/>
            </a:prstGeom>
            <a:solidFill>
              <a:srgbClr val="378E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2" name="pt3932"/>
            <p:cNvSpPr/>
            <p:nvPr/>
          </p:nvSpPr>
          <p:spPr>
            <a:xfrm>
              <a:off x="5602232" y="3222656"/>
              <a:ext cx="63202" cy="63202"/>
            </a:xfrm>
            <a:prstGeom prst="ellipse">
              <a:avLst/>
            </a:prstGeom>
            <a:solidFill>
              <a:srgbClr val="3B72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3" name="pt3933"/>
            <p:cNvSpPr/>
            <p:nvPr/>
          </p:nvSpPr>
          <p:spPr>
            <a:xfrm>
              <a:off x="5052138" y="3796215"/>
              <a:ext cx="63202" cy="63202"/>
            </a:xfrm>
            <a:prstGeom prst="ellipse">
              <a:avLst/>
            </a:prstGeom>
            <a:solidFill>
              <a:srgbClr val="56BF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4" name="pt3934"/>
            <p:cNvSpPr/>
            <p:nvPr/>
          </p:nvSpPr>
          <p:spPr>
            <a:xfrm>
              <a:off x="4189184" y="4765547"/>
              <a:ext cx="63202" cy="63202"/>
            </a:xfrm>
            <a:prstGeom prst="ellipse">
              <a:avLst/>
            </a:prstGeom>
            <a:solidFill>
              <a:srgbClr val="3A79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5" name="pt3935"/>
            <p:cNvSpPr/>
            <p:nvPr/>
          </p:nvSpPr>
          <p:spPr>
            <a:xfrm>
              <a:off x="4913887" y="4211118"/>
              <a:ext cx="63202" cy="63202"/>
            </a:xfrm>
            <a:prstGeom prst="ellipse">
              <a:avLst/>
            </a:prstGeom>
            <a:solidFill>
              <a:srgbClr val="A7E3C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6" name="pt3936"/>
            <p:cNvSpPr/>
            <p:nvPr/>
          </p:nvSpPr>
          <p:spPr>
            <a:xfrm>
              <a:off x="4598477" y="4463619"/>
              <a:ext cx="63202" cy="63202"/>
            </a:xfrm>
            <a:prstGeom prst="ellipse">
              <a:avLst/>
            </a:prstGeom>
            <a:solidFill>
              <a:srgbClr val="AFE6C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7" name="pt3937"/>
            <p:cNvSpPr/>
            <p:nvPr/>
          </p:nvSpPr>
          <p:spPr>
            <a:xfrm>
              <a:off x="4706891" y="4368015"/>
              <a:ext cx="63202" cy="63202"/>
            </a:xfrm>
            <a:prstGeom prst="ellipse">
              <a:avLst/>
            </a:prstGeom>
            <a:solidFill>
              <a:srgbClr val="57C1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8" name="pt3938"/>
            <p:cNvSpPr/>
            <p:nvPr/>
          </p:nvSpPr>
          <p:spPr>
            <a:xfrm>
              <a:off x="5170525" y="3498927"/>
              <a:ext cx="63202" cy="63202"/>
            </a:xfrm>
            <a:prstGeom prst="ellipse">
              <a:avLst/>
            </a:prstGeom>
            <a:solidFill>
              <a:srgbClr val="3B72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9" name="pt3939"/>
            <p:cNvSpPr/>
            <p:nvPr/>
          </p:nvSpPr>
          <p:spPr>
            <a:xfrm>
              <a:off x="4143523" y="4766403"/>
              <a:ext cx="63202" cy="63202"/>
            </a:xfrm>
            <a:prstGeom prst="ellipse">
              <a:avLst/>
            </a:prstGeom>
            <a:solidFill>
              <a:srgbClr val="3A7B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0" name="pt3940"/>
            <p:cNvSpPr/>
            <p:nvPr/>
          </p:nvSpPr>
          <p:spPr>
            <a:xfrm>
              <a:off x="4544041" y="4668741"/>
              <a:ext cx="63202" cy="63202"/>
            </a:xfrm>
            <a:prstGeom prst="ellipse">
              <a:avLst/>
            </a:prstGeom>
            <a:solidFill>
              <a:srgbClr val="60CE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1" name="pt3941"/>
            <p:cNvSpPr/>
            <p:nvPr/>
          </p:nvSpPr>
          <p:spPr>
            <a:xfrm>
              <a:off x="3690881" y="4772296"/>
              <a:ext cx="63202" cy="63202"/>
            </a:xfrm>
            <a:prstGeom prst="ellipse">
              <a:avLst/>
            </a:prstGeom>
            <a:solidFill>
              <a:srgbClr val="382B5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2" name="pt3942"/>
            <p:cNvSpPr/>
            <p:nvPr/>
          </p:nvSpPr>
          <p:spPr>
            <a:xfrm>
              <a:off x="5016032" y="3641698"/>
              <a:ext cx="63202" cy="63202"/>
            </a:xfrm>
            <a:prstGeom prst="ellipse">
              <a:avLst/>
            </a:prstGeom>
            <a:solidFill>
              <a:srgbClr val="44A7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3" name="pt3943"/>
            <p:cNvSpPr/>
            <p:nvPr/>
          </p:nvSpPr>
          <p:spPr>
            <a:xfrm>
              <a:off x="4551789" y="4536931"/>
              <a:ext cx="63202" cy="63202"/>
            </a:xfrm>
            <a:prstGeom prst="ellipse">
              <a:avLst/>
            </a:prstGeom>
            <a:solidFill>
              <a:srgbClr val="51B8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4" name="pt3944"/>
            <p:cNvSpPr/>
            <p:nvPr/>
          </p:nvSpPr>
          <p:spPr>
            <a:xfrm>
              <a:off x="3457033" y="4801454"/>
              <a:ext cx="63202" cy="63202"/>
            </a:xfrm>
            <a:prstGeom prst="ellipse">
              <a:avLst/>
            </a:prstGeom>
            <a:solidFill>
              <a:srgbClr val="271D3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5" name="pt3945"/>
            <p:cNvSpPr/>
            <p:nvPr/>
          </p:nvSpPr>
          <p:spPr>
            <a:xfrm>
              <a:off x="4795350" y="4267713"/>
              <a:ext cx="63202" cy="63202"/>
            </a:xfrm>
            <a:prstGeom prst="ellipse">
              <a:avLst/>
            </a:prstGeom>
            <a:solidFill>
              <a:srgbClr val="B9E9D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6" name="pt3946"/>
            <p:cNvSpPr/>
            <p:nvPr/>
          </p:nvSpPr>
          <p:spPr>
            <a:xfrm>
              <a:off x="5763373" y="2927118"/>
              <a:ext cx="63202" cy="63202"/>
            </a:xfrm>
            <a:prstGeom prst="ellipse">
              <a:avLst/>
            </a:prstGeom>
            <a:solidFill>
              <a:srgbClr val="3D9F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7" name="pt3947"/>
            <p:cNvSpPr/>
            <p:nvPr/>
          </p:nvSpPr>
          <p:spPr>
            <a:xfrm>
              <a:off x="3223042" y="4753931"/>
              <a:ext cx="63202" cy="63202"/>
            </a:xfrm>
            <a:prstGeom prst="ellipse">
              <a:avLst/>
            </a:prstGeom>
            <a:solidFill>
              <a:srgbClr val="3B53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8" name="pt3948"/>
            <p:cNvSpPr/>
            <p:nvPr/>
          </p:nvSpPr>
          <p:spPr>
            <a:xfrm>
              <a:off x="6187218" y="2929573"/>
              <a:ext cx="63202" cy="63202"/>
            </a:xfrm>
            <a:prstGeom prst="ellipse">
              <a:avLst/>
            </a:prstGeom>
            <a:solidFill>
              <a:srgbClr val="3593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9" name="pt3949"/>
            <p:cNvSpPr/>
            <p:nvPr/>
          </p:nvSpPr>
          <p:spPr>
            <a:xfrm>
              <a:off x="4558922" y="4541579"/>
              <a:ext cx="63202" cy="63202"/>
            </a:xfrm>
            <a:prstGeom prst="ellipse">
              <a:avLst/>
            </a:prstGeom>
            <a:solidFill>
              <a:srgbClr val="5DCA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0" name="pt3950"/>
            <p:cNvSpPr/>
            <p:nvPr/>
          </p:nvSpPr>
          <p:spPr>
            <a:xfrm>
              <a:off x="5665872" y="3067530"/>
              <a:ext cx="63202" cy="63202"/>
            </a:xfrm>
            <a:prstGeom prst="ellipse">
              <a:avLst/>
            </a:prstGeom>
            <a:solidFill>
              <a:srgbClr val="8CDBB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1" name="pt3951"/>
            <p:cNvSpPr/>
            <p:nvPr/>
          </p:nvSpPr>
          <p:spPr>
            <a:xfrm>
              <a:off x="3541256" y="4824822"/>
              <a:ext cx="63202" cy="63202"/>
            </a:xfrm>
            <a:prstGeom prst="ellipse">
              <a:avLst/>
            </a:prstGeom>
            <a:solidFill>
              <a:srgbClr val="382B5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2" name="pt3952"/>
            <p:cNvSpPr/>
            <p:nvPr/>
          </p:nvSpPr>
          <p:spPr>
            <a:xfrm>
              <a:off x="4587926" y="4467164"/>
              <a:ext cx="63202" cy="63202"/>
            </a:xfrm>
            <a:prstGeom prst="ellipse">
              <a:avLst/>
            </a:prstGeom>
            <a:solidFill>
              <a:srgbClr val="59C3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3" name="pt3953"/>
            <p:cNvSpPr/>
            <p:nvPr/>
          </p:nvSpPr>
          <p:spPr>
            <a:xfrm>
              <a:off x="5657937" y="3028251"/>
              <a:ext cx="63202" cy="63202"/>
            </a:xfrm>
            <a:prstGeom prst="ellipse">
              <a:avLst/>
            </a:prstGeom>
            <a:solidFill>
              <a:srgbClr val="95DDC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4" name="pt3954"/>
            <p:cNvSpPr/>
            <p:nvPr/>
          </p:nvSpPr>
          <p:spPr>
            <a:xfrm>
              <a:off x="2979067" y="4895874"/>
              <a:ext cx="63202" cy="63202"/>
            </a:xfrm>
            <a:prstGeom prst="ellipse">
              <a:avLst/>
            </a:prstGeom>
            <a:solidFill>
              <a:srgbClr val="395E9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5" name="pt3955"/>
            <p:cNvSpPr/>
            <p:nvPr/>
          </p:nvSpPr>
          <p:spPr>
            <a:xfrm>
              <a:off x="4922163" y="4187507"/>
              <a:ext cx="63202" cy="63202"/>
            </a:xfrm>
            <a:prstGeom prst="ellipse">
              <a:avLst/>
            </a:prstGeom>
            <a:solidFill>
              <a:srgbClr val="5ECB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6" name="pt3956"/>
            <p:cNvSpPr/>
            <p:nvPr/>
          </p:nvSpPr>
          <p:spPr>
            <a:xfrm>
              <a:off x="2851349" y="4946495"/>
              <a:ext cx="117405" cy="117405"/>
            </a:xfrm>
            <a:prstGeom prst="ellipse">
              <a:avLst/>
            </a:prstGeom>
            <a:solidFill>
              <a:srgbClr val="3A6EA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7" name="pt3957"/>
            <p:cNvSpPr/>
            <p:nvPr/>
          </p:nvSpPr>
          <p:spPr>
            <a:xfrm>
              <a:off x="5776837" y="2874895"/>
              <a:ext cx="117405" cy="117405"/>
            </a:xfrm>
            <a:prstGeom prst="ellipse">
              <a:avLst/>
            </a:prstGeom>
            <a:solidFill>
              <a:srgbClr val="378E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8" name="pt3958"/>
            <p:cNvSpPr/>
            <p:nvPr/>
          </p:nvSpPr>
          <p:spPr>
            <a:xfrm>
              <a:off x="4516940" y="4641639"/>
              <a:ext cx="117405" cy="117405"/>
            </a:xfrm>
            <a:prstGeom prst="ellipse">
              <a:avLst/>
            </a:prstGeom>
            <a:solidFill>
              <a:srgbClr val="60CE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9" name="pt3959"/>
            <p:cNvSpPr/>
            <p:nvPr/>
          </p:nvSpPr>
          <p:spPr>
            <a:xfrm>
              <a:off x="3514155" y="4797720"/>
              <a:ext cx="117405" cy="117405"/>
            </a:xfrm>
            <a:prstGeom prst="ellipse">
              <a:avLst/>
            </a:prstGeom>
            <a:solidFill>
              <a:srgbClr val="382B5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0" name="pt3960"/>
            <p:cNvSpPr/>
            <p:nvPr/>
          </p:nvSpPr>
          <p:spPr>
            <a:xfrm>
              <a:off x="5630836" y="3001150"/>
              <a:ext cx="117405" cy="117405"/>
            </a:xfrm>
            <a:prstGeom prst="ellipse">
              <a:avLst/>
            </a:prstGeom>
            <a:solidFill>
              <a:srgbClr val="95DDC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1" name="pl3961"/>
            <p:cNvSpPr/>
            <p:nvPr/>
          </p:nvSpPr>
          <p:spPr>
            <a:xfrm>
              <a:off x="2850433" y="4909087"/>
              <a:ext cx="52380" cy="84441"/>
            </a:xfrm>
            <a:custGeom>
              <a:avLst/>
              <a:gdLst/>
              <a:ahLst/>
              <a:cxnLst/>
              <a:rect l="0" t="0" r="0" b="0"/>
              <a:pathLst>
                <a:path w="52380" h="84441">
                  <a:moveTo>
                    <a:pt x="0" y="0"/>
                  </a:moveTo>
                  <a:lnTo>
                    <a:pt x="52380" y="8444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2" name="pl3962"/>
            <p:cNvSpPr/>
            <p:nvPr/>
          </p:nvSpPr>
          <p:spPr>
            <a:xfrm>
              <a:off x="5732476" y="2845384"/>
              <a:ext cx="91851" cy="78616"/>
            </a:xfrm>
            <a:custGeom>
              <a:avLst/>
              <a:gdLst/>
              <a:ahLst/>
              <a:cxnLst/>
              <a:rect l="0" t="0" r="0" b="0"/>
              <a:pathLst>
                <a:path w="91851" h="78616">
                  <a:moveTo>
                    <a:pt x="0" y="0"/>
                  </a:moveTo>
                  <a:lnTo>
                    <a:pt x="91851" y="7861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3" name="pl3963"/>
            <p:cNvSpPr/>
            <p:nvPr/>
          </p:nvSpPr>
          <p:spPr>
            <a:xfrm>
              <a:off x="4513520" y="4609365"/>
              <a:ext cx="54307" cy="79533"/>
            </a:xfrm>
            <a:custGeom>
              <a:avLst/>
              <a:gdLst/>
              <a:ahLst/>
              <a:cxnLst/>
              <a:rect l="0" t="0" r="0" b="0"/>
              <a:pathLst>
                <a:path w="54307" h="79533">
                  <a:moveTo>
                    <a:pt x="0" y="0"/>
                  </a:moveTo>
                  <a:lnTo>
                    <a:pt x="54307" y="7953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4" name="pl3964"/>
            <p:cNvSpPr/>
            <p:nvPr/>
          </p:nvSpPr>
          <p:spPr>
            <a:xfrm>
              <a:off x="3511768" y="4762591"/>
              <a:ext cx="53564" cy="82273"/>
            </a:xfrm>
            <a:custGeom>
              <a:avLst/>
              <a:gdLst/>
              <a:ahLst/>
              <a:cxnLst/>
              <a:rect l="0" t="0" r="0" b="0"/>
              <a:pathLst>
                <a:path w="53564" h="82273">
                  <a:moveTo>
                    <a:pt x="0" y="0"/>
                  </a:moveTo>
                  <a:lnTo>
                    <a:pt x="53564" y="8227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5" name="pl3965"/>
            <p:cNvSpPr/>
            <p:nvPr/>
          </p:nvSpPr>
          <p:spPr>
            <a:xfrm>
              <a:off x="5518569" y="3032887"/>
              <a:ext cx="154602" cy="24384"/>
            </a:xfrm>
            <a:custGeom>
              <a:avLst/>
              <a:gdLst/>
              <a:ahLst/>
              <a:cxnLst/>
              <a:rect l="0" t="0" r="0" b="0"/>
              <a:pathLst>
                <a:path w="154602" h="24384">
                  <a:moveTo>
                    <a:pt x="0" y="0"/>
                  </a:moveTo>
                  <a:lnTo>
                    <a:pt x="154602" y="2438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6" name="pg3966"/>
            <p:cNvSpPr/>
            <p:nvPr/>
          </p:nvSpPr>
          <p:spPr>
            <a:xfrm>
              <a:off x="2291917" y="4760396"/>
              <a:ext cx="558515" cy="191932"/>
            </a:xfrm>
            <a:custGeom>
              <a:avLst/>
              <a:gdLst/>
              <a:ahLst/>
              <a:cxnLst/>
              <a:rect l="0" t="0" r="0" b="0"/>
              <a:pathLst>
                <a:path w="558515" h="191932">
                  <a:moveTo>
                    <a:pt x="27431" y="191932"/>
                  </a:moveTo>
                  <a:lnTo>
                    <a:pt x="531083" y="191932"/>
                  </a:lnTo>
                  <a:lnTo>
                    <a:pt x="529978" y="191910"/>
                  </a:lnTo>
                  <a:lnTo>
                    <a:pt x="534390" y="191732"/>
                  </a:lnTo>
                  <a:lnTo>
                    <a:pt x="538715" y="190849"/>
                  </a:lnTo>
                  <a:lnTo>
                    <a:pt x="542843" y="189284"/>
                  </a:lnTo>
                  <a:lnTo>
                    <a:pt x="546666" y="187076"/>
                  </a:lnTo>
                  <a:lnTo>
                    <a:pt x="550086" y="184284"/>
                  </a:lnTo>
                  <a:lnTo>
                    <a:pt x="553013" y="180980"/>
                  </a:lnTo>
                  <a:lnTo>
                    <a:pt x="555373" y="177248"/>
                  </a:lnTo>
                  <a:lnTo>
                    <a:pt x="557103" y="173187"/>
                  </a:lnTo>
                  <a:lnTo>
                    <a:pt x="558160" y="168900"/>
                  </a:lnTo>
                  <a:lnTo>
                    <a:pt x="558515" y="164500"/>
                  </a:lnTo>
                  <a:lnTo>
                    <a:pt x="558515" y="27431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7" name="tx3967"/>
            <p:cNvSpPr/>
            <p:nvPr/>
          </p:nvSpPr>
          <p:spPr>
            <a:xfrm>
              <a:off x="2337637" y="4806116"/>
              <a:ext cx="467075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3968" name="pg3968"/>
            <p:cNvSpPr/>
            <p:nvPr/>
          </p:nvSpPr>
          <p:spPr>
            <a:xfrm>
              <a:off x="5297539" y="2653451"/>
              <a:ext cx="589605" cy="191932"/>
            </a:xfrm>
            <a:custGeom>
              <a:avLst/>
              <a:gdLst/>
              <a:ahLst/>
              <a:cxnLst/>
              <a:rect l="0" t="0" r="0" b="0"/>
              <a:pathLst>
                <a:path w="589605" h="191932">
                  <a:moveTo>
                    <a:pt x="27431" y="191932"/>
                  </a:moveTo>
                  <a:lnTo>
                    <a:pt x="562173" y="191932"/>
                  </a:lnTo>
                  <a:lnTo>
                    <a:pt x="561068" y="191910"/>
                  </a:lnTo>
                  <a:lnTo>
                    <a:pt x="565479" y="191732"/>
                  </a:lnTo>
                  <a:lnTo>
                    <a:pt x="569805" y="190849"/>
                  </a:lnTo>
                  <a:lnTo>
                    <a:pt x="573933" y="189284"/>
                  </a:lnTo>
                  <a:lnTo>
                    <a:pt x="577756" y="187076"/>
                  </a:lnTo>
                  <a:lnTo>
                    <a:pt x="581175" y="184284"/>
                  </a:lnTo>
                  <a:lnTo>
                    <a:pt x="584103" y="180980"/>
                  </a:lnTo>
                  <a:lnTo>
                    <a:pt x="586462" y="177248"/>
                  </a:lnTo>
                  <a:lnTo>
                    <a:pt x="588193" y="173187"/>
                  </a:lnTo>
                  <a:lnTo>
                    <a:pt x="589249" y="168900"/>
                  </a:lnTo>
                  <a:lnTo>
                    <a:pt x="589605" y="164500"/>
                  </a:lnTo>
                  <a:lnTo>
                    <a:pt x="589605" y="27431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9" name="tx3969"/>
            <p:cNvSpPr/>
            <p:nvPr/>
          </p:nvSpPr>
          <p:spPr>
            <a:xfrm>
              <a:off x="5343259" y="2699171"/>
              <a:ext cx="498165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3970" name="pg3970"/>
            <p:cNvSpPr/>
            <p:nvPr/>
          </p:nvSpPr>
          <p:spPr>
            <a:xfrm>
              <a:off x="3970550" y="4460415"/>
              <a:ext cx="542970" cy="191932"/>
            </a:xfrm>
            <a:custGeom>
              <a:avLst/>
              <a:gdLst/>
              <a:ahLst/>
              <a:cxnLst/>
              <a:rect l="0" t="0" r="0" b="0"/>
              <a:pathLst>
                <a:path w="542970" h="191932">
                  <a:moveTo>
                    <a:pt x="27432" y="191932"/>
                  </a:moveTo>
                  <a:lnTo>
                    <a:pt x="515538" y="191932"/>
                  </a:lnTo>
                  <a:lnTo>
                    <a:pt x="514434" y="191910"/>
                  </a:lnTo>
                  <a:lnTo>
                    <a:pt x="518845" y="191732"/>
                  </a:lnTo>
                  <a:lnTo>
                    <a:pt x="523170" y="190849"/>
                  </a:lnTo>
                  <a:lnTo>
                    <a:pt x="527298" y="189284"/>
                  </a:lnTo>
                  <a:lnTo>
                    <a:pt x="531121" y="187076"/>
                  </a:lnTo>
                  <a:lnTo>
                    <a:pt x="534541" y="184284"/>
                  </a:lnTo>
                  <a:lnTo>
                    <a:pt x="537469" y="180980"/>
                  </a:lnTo>
                  <a:lnTo>
                    <a:pt x="539828" y="177248"/>
                  </a:lnTo>
                  <a:lnTo>
                    <a:pt x="541558" y="173187"/>
                  </a:lnTo>
                  <a:lnTo>
                    <a:pt x="542615" y="168900"/>
                  </a:lnTo>
                  <a:lnTo>
                    <a:pt x="542970" y="164500"/>
                  </a:lnTo>
                  <a:lnTo>
                    <a:pt x="542970" y="27431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1" name="tx3971"/>
            <p:cNvSpPr/>
            <p:nvPr/>
          </p:nvSpPr>
          <p:spPr>
            <a:xfrm>
              <a:off x="4016270" y="4506135"/>
              <a:ext cx="451530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3972" name="pg3972"/>
            <p:cNvSpPr/>
            <p:nvPr/>
          </p:nvSpPr>
          <p:spPr>
            <a:xfrm>
              <a:off x="2960933" y="4613847"/>
              <a:ext cx="550834" cy="191932"/>
            </a:xfrm>
            <a:custGeom>
              <a:avLst/>
              <a:gdLst/>
              <a:ahLst/>
              <a:cxnLst/>
              <a:rect l="0" t="0" r="0" b="0"/>
              <a:pathLst>
                <a:path w="550834" h="191932">
                  <a:moveTo>
                    <a:pt x="27431" y="191932"/>
                  </a:moveTo>
                  <a:lnTo>
                    <a:pt x="523402" y="191932"/>
                  </a:lnTo>
                  <a:lnTo>
                    <a:pt x="522297" y="191910"/>
                  </a:lnTo>
                  <a:lnTo>
                    <a:pt x="526709" y="191732"/>
                  </a:lnTo>
                  <a:lnTo>
                    <a:pt x="531034" y="190849"/>
                  </a:lnTo>
                  <a:lnTo>
                    <a:pt x="535162" y="189284"/>
                  </a:lnTo>
                  <a:lnTo>
                    <a:pt x="538985" y="187076"/>
                  </a:lnTo>
                  <a:lnTo>
                    <a:pt x="542405" y="184284"/>
                  </a:lnTo>
                  <a:lnTo>
                    <a:pt x="545332" y="180980"/>
                  </a:lnTo>
                  <a:lnTo>
                    <a:pt x="547692" y="177248"/>
                  </a:lnTo>
                  <a:lnTo>
                    <a:pt x="549422" y="173187"/>
                  </a:lnTo>
                  <a:lnTo>
                    <a:pt x="550479" y="168900"/>
                  </a:lnTo>
                  <a:lnTo>
                    <a:pt x="550834" y="164500"/>
                  </a:lnTo>
                  <a:lnTo>
                    <a:pt x="550834" y="27431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3" name="tx3973"/>
            <p:cNvSpPr/>
            <p:nvPr/>
          </p:nvSpPr>
          <p:spPr>
            <a:xfrm>
              <a:off x="3006653" y="4659567"/>
              <a:ext cx="459394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3974" name="pg3974"/>
            <p:cNvSpPr/>
            <p:nvPr/>
          </p:nvSpPr>
          <p:spPr>
            <a:xfrm>
              <a:off x="4936828" y="2936345"/>
              <a:ext cx="581741" cy="191932"/>
            </a:xfrm>
            <a:custGeom>
              <a:avLst/>
              <a:gdLst/>
              <a:ahLst/>
              <a:cxnLst/>
              <a:rect l="0" t="0" r="0" b="0"/>
              <a:pathLst>
                <a:path w="581741" h="191932">
                  <a:moveTo>
                    <a:pt x="27431" y="191932"/>
                  </a:moveTo>
                  <a:lnTo>
                    <a:pt x="554309" y="191932"/>
                  </a:lnTo>
                  <a:lnTo>
                    <a:pt x="553204" y="191910"/>
                  </a:lnTo>
                  <a:lnTo>
                    <a:pt x="557615" y="191732"/>
                  </a:lnTo>
                  <a:lnTo>
                    <a:pt x="561941" y="190849"/>
                  </a:lnTo>
                  <a:lnTo>
                    <a:pt x="566069" y="189284"/>
                  </a:lnTo>
                  <a:lnTo>
                    <a:pt x="569892" y="187076"/>
                  </a:lnTo>
                  <a:lnTo>
                    <a:pt x="573312" y="184284"/>
                  </a:lnTo>
                  <a:lnTo>
                    <a:pt x="576239" y="180980"/>
                  </a:lnTo>
                  <a:lnTo>
                    <a:pt x="578599" y="177248"/>
                  </a:lnTo>
                  <a:lnTo>
                    <a:pt x="580329" y="173187"/>
                  </a:lnTo>
                  <a:lnTo>
                    <a:pt x="581386" y="168900"/>
                  </a:lnTo>
                  <a:lnTo>
                    <a:pt x="581741" y="164500"/>
                  </a:lnTo>
                  <a:lnTo>
                    <a:pt x="581741" y="27432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5" name="tx3975"/>
            <p:cNvSpPr/>
            <p:nvPr/>
          </p:nvSpPr>
          <p:spPr>
            <a:xfrm>
              <a:off x="4982548" y="2982065"/>
              <a:ext cx="490301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3976" name="rc3976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7" name="tx3977"/>
            <p:cNvSpPr/>
            <p:nvPr/>
          </p:nvSpPr>
          <p:spPr>
            <a:xfrm>
              <a:off x="1889564" y="5366840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978" name="tx3978"/>
            <p:cNvSpPr/>
            <p:nvPr/>
          </p:nvSpPr>
          <p:spPr>
            <a:xfrm>
              <a:off x="2013922" y="534846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79" name="tx3979"/>
            <p:cNvSpPr/>
            <p:nvPr/>
          </p:nvSpPr>
          <p:spPr>
            <a:xfrm>
              <a:off x="2058636" y="536684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0" name="tx3980"/>
            <p:cNvSpPr/>
            <p:nvPr/>
          </p:nvSpPr>
          <p:spPr>
            <a:xfrm>
              <a:off x="1889564" y="471646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981" name="tx3981"/>
            <p:cNvSpPr/>
            <p:nvPr/>
          </p:nvSpPr>
          <p:spPr>
            <a:xfrm>
              <a:off x="2013922" y="469808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2" name="tx3982"/>
            <p:cNvSpPr/>
            <p:nvPr/>
          </p:nvSpPr>
          <p:spPr>
            <a:xfrm>
              <a:off x="2058636" y="471646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3" name="tx3983"/>
            <p:cNvSpPr/>
            <p:nvPr/>
          </p:nvSpPr>
          <p:spPr>
            <a:xfrm>
              <a:off x="1889564" y="406618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984" name="tx3984"/>
            <p:cNvSpPr/>
            <p:nvPr/>
          </p:nvSpPr>
          <p:spPr>
            <a:xfrm>
              <a:off x="2013922" y="404780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5" name="tx3985"/>
            <p:cNvSpPr/>
            <p:nvPr/>
          </p:nvSpPr>
          <p:spPr>
            <a:xfrm>
              <a:off x="2058636" y="406618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6" name="tx3986"/>
            <p:cNvSpPr/>
            <p:nvPr/>
          </p:nvSpPr>
          <p:spPr>
            <a:xfrm>
              <a:off x="1889564" y="341590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987" name="tx3987"/>
            <p:cNvSpPr/>
            <p:nvPr/>
          </p:nvSpPr>
          <p:spPr>
            <a:xfrm>
              <a:off x="2013922" y="339752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8" name="tx3988"/>
            <p:cNvSpPr/>
            <p:nvPr/>
          </p:nvSpPr>
          <p:spPr>
            <a:xfrm>
              <a:off x="2058636" y="341590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9" name="tx3989"/>
            <p:cNvSpPr/>
            <p:nvPr/>
          </p:nvSpPr>
          <p:spPr>
            <a:xfrm>
              <a:off x="1889564" y="2765720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990" name="tx3990"/>
            <p:cNvSpPr/>
            <p:nvPr/>
          </p:nvSpPr>
          <p:spPr>
            <a:xfrm>
              <a:off x="2013922" y="274734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91" name="tx3991"/>
            <p:cNvSpPr/>
            <p:nvPr/>
          </p:nvSpPr>
          <p:spPr>
            <a:xfrm>
              <a:off x="2058636" y="276572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2" name="pl3992"/>
            <p:cNvSpPr/>
            <p:nvPr/>
          </p:nvSpPr>
          <p:spPr>
            <a:xfrm>
              <a:off x="2167122" y="540785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3" name="pl3993"/>
            <p:cNvSpPr/>
            <p:nvPr/>
          </p:nvSpPr>
          <p:spPr>
            <a:xfrm>
              <a:off x="2167122" y="475757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4" name="pl3994"/>
            <p:cNvSpPr/>
            <p:nvPr/>
          </p:nvSpPr>
          <p:spPr>
            <a:xfrm>
              <a:off x="2167122" y="410729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5" name="pl3995"/>
            <p:cNvSpPr/>
            <p:nvPr/>
          </p:nvSpPr>
          <p:spPr>
            <a:xfrm>
              <a:off x="2167122" y="345701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6" name="pl3996"/>
            <p:cNvSpPr/>
            <p:nvPr/>
          </p:nvSpPr>
          <p:spPr>
            <a:xfrm>
              <a:off x="2167122" y="280673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7" name="pl3997"/>
            <p:cNvSpPr/>
            <p:nvPr/>
          </p:nvSpPr>
          <p:spPr>
            <a:xfrm>
              <a:off x="2610961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8" name="pl3998"/>
            <p:cNvSpPr/>
            <p:nvPr/>
          </p:nvSpPr>
          <p:spPr>
            <a:xfrm>
              <a:off x="314013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9" name="pl3999"/>
            <p:cNvSpPr/>
            <p:nvPr/>
          </p:nvSpPr>
          <p:spPr>
            <a:xfrm>
              <a:off x="366931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0" name="pl4000"/>
            <p:cNvSpPr/>
            <p:nvPr/>
          </p:nvSpPr>
          <p:spPr>
            <a:xfrm>
              <a:off x="419848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1" name="pl4001"/>
            <p:cNvSpPr/>
            <p:nvPr/>
          </p:nvSpPr>
          <p:spPr>
            <a:xfrm>
              <a:off x="472766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2" name="pl4002"/>
            <p:cNvSpPr/>
            <p:nvPr/>
          </p:nvSpPr>
          <p:spPr>
            <a:xfrm>
              <a:off x="525683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3" name="pl4003"/>
            <p:cNvSpPr/>
            <p:nvPr/>
          </p:nvSpPr>
          <p:spPr>
            <a:xfrm>
              <a:off x="578601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4" name="pl4004"/>
            <p:cNvSpPr/>
            <p:nvPr/>
          </p:nvSpPr>
          <p:spPr>
            <a:xfrm>
              <a:off x="631518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5" name="tx4005"/>
            <p:cNvSpPr/>
            <p:nvPr/>
          </p:nvSpPr>
          <p:spPr>
            <a:xfrm>
              <a:off x="2442620" y="5783578"/>
              <a:ext cx="18653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06" name="tx4006"/>
            <p:cNvSpPr/>
            <p:nvPr/>
          </p:nvSpPr>
          <p:spPr>
            <a:xfrm>
              <a:off x="262915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7" name="tx4007"/>
            <p:cNvSpPr/>
            <p:nvPr/>
          </p:nvSpPr>
          <p:spPr>
            <a:xfrm>
              <a:off x="267387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8" name="tx4008"/>
            <p:cNvSpPr/>
            <p:nvPr/>
          </p:nvSpPr>
          <p:spPr>
            <a:xfrm>
              <a:off x="298738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4009" name="tx4009"/>
            <p:cNvSpPr/>
            <p:nvPr/>
          </p:nvSpPr>
          <p:spPr>
            <a:xfrm>
              <a:off x="314274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0" name="tx4010"/>
            <p:cNvSpPr/>
            <p:nvPr/>
          </p:nvSpPr>
          <p:spPr>
            <a:xfrm>
              <a:off x="318745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1" name="tx4011"/>
            <p:cNvSpPr/>
            <p:nvPr/>
          </p:nvSpPr>
          <p:spPr>
            <a:xfrm>
              <a:off x="351656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4012" name="tx4012"/>
            <p:cNvSpPr/>
            <p:nvPr/>
          </p:nvSpPr>
          <p:spPr>
            <a:xfrm>
              <a:off x="367191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3" name="tx4013"/>
            <p:cNvSpPr/>
            <p:nvPr/>
          </p:nvSpPr>
          <p:spPr>
            <a:xfrm>
              <a:off x="371663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4" name="tx4014"/>
            <p:cNvSpPr/>
            <p:nvPr/>
          </p:nvSpPr>
          <p:spPr>
            <a:xfrm>
              <a:off x="404573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4015" name="tx4015"/>
            <p:cNvSpPr/>
            <p:nvPr/>
          </p:nvSpPr>
          <p:spPr>
            <a:xfrm>
              <a:off x="420109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6" name="tx4016"/>
            <p:cNvSpPr/>
            <p:nvPr/>
          </p:nvSpPr>
          <p:spPr>
            <a:xfrm>
              <a:off x="424580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7" name="tx4017"/>
            <p:cNvSpPr/>
            <p:nvPr/>
          </p:nvSpPr>
          <p:spPr>
            <a:xfrm>
              <a:off x="457491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4018" name="tx4018"/>
            <p:cNvSpPr/>
            <p:nvPr/>
          </p:nvSpPr>
          <p:spPr>
            <a:xfrm>
              <a:off x="473026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9" name="tx4019"/>
            <p:cNvSpPr/>
            <p:nvPr/>
          </p:nvSpPr>
          <p:spPr>
            <a:xfrm>
              <a:off x="477498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0" name="tx4020"/>
            <p:cNvSpPr/>
            <p:nvPr/>
          </p:nvSpPr>
          <p:spPr>
            <a:xfrm>
              <a:off x="510408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4021" name="tx4021"/>
            <p:cNvSpPr/>
            <p:nvPr/>
          </p:nvSpPr>
          <p:spPr>
            <a:xfrm>
              <a:off x="525944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2" name="tx4022"/>
            <p:cNvSpPr/>
            <p:nvPr/>
          </p:nvSpPr>
          <p:spPr>
            <a:xfrm>
              <a:off x="530415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3" name="tx4023"/>
            <p:cNvSpPr/>
            <p:nvPr/>
          </p:nvSpPr>
          <p:spPr>
            <a:xfrm>
              <a:off x="563326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4024" name="tx4024"/>
            <p:cNvSpPr/>
            <p:nvPr/>
          </p:nvSpPr>
          <p:spPr>
            <a:xfrm>
              <a:off x="578861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5" name="tx4025"/>
            <p:cNvSpPr/>
            <p:nvPr/>
          </p:nvSpPr>
          <p:spPr>
            <a:xfrm>
              <a:off x="583333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6" name="tx4026"/>
            <p:cNvSpPr/>
            <p:nvPr/>
          </p:nvSpPr>
          <p:spPr>
            <a:xfrm>
              <a:off x="616243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4027" name="tx4027"/>
            <p:cNvSpPr/>
            <p:nvPr/>
          </p:nvSpPr>
          <p:spPr>
            <a:xfrm>
              <a:off x="631779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8" name="tx4028"/>
            <p:cNvSpPr/>
            <p:nvPr/>
          </p:nvSpPr>
          <p:spPr>
            <a:xfrm>
              <a:off x="636250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9" name="tx4029"/>
            <p:cNvSpPr/>
            <p:nvPr/>
          </p:nvSpPr>
          <p:spPr>
            <a:xfrm>
              <a:off x="4066122" y="5925448"/>
              <a:ext cx="61383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4030" name="tx4030"/>
            <p:cNvSpPr/>
            <p:nvPr/>
          </p:nvSpPr>
          <p:spPr>
            <a:xfrm rot="-5400000">
              <a:off x="1525174" y="3987658"/>
              <a:ext cx="49715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4031" name="rc4031"/>
            <p:cNvSpPr/>
            <p:nvPr/>
          </p:nvSpPr>
          <p:spPr>
            <a:xfrm>
              <a:off x="6683342" y="3243743"/>
              <a:ext cx="737012" cy="15880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032" name="tx4032"/>
            <p:cNvSpPr/>
            <p:nvPr/>
          </p:nvSpPr>
          <p:spPr>
            <a:xfrm>
              <a:off x="6752931" y="3328785"/>
              <a:ext cx="59783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</a:t>
              </a:r>
            </a:p>
          </p:txBody>
        </p:sp>
        <p:sp>
          <p:nvSpPr>
            <p:cNvPr id="4033" name="tx4033"/>
            <p:cNvSpPr/>
            <p:nvPr/>
          </p:nvSpPr>
          <p:spPr>
            <a:xfrm>
              <a:off x="6752931" y="3479661"/>
              <a:ext cx="37252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Offset</a:t>
              </a:r>
            </a:p>
          </p:txBody>
        </p:sp>
        <p:pic>
          <p:nvPicPr>
            <p:cNvPr id="4034" name="pic403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52931" y="3664922"/>
              <a:ext cx="219455" cy="1097280"/>
            </a:xfrm>
            <a:prstGeom prst="rect">
              <a:avLst/>
            </a:prstGeom>
          </p:spPr>
        </p:pic>
        <p:sp>
          <p:nvSpPr>
            <p:cNvPr id="4035" name="pl4035"/>
            <p:cNvSpPr/>
            <p:nvPr/>
          </p:nvSpPr>
          <p:spPr>
            <a:xfrm>
              <a:off x="6928496" y="476037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6" name="pl4036"/>
            <p:cNvSpPr/>
            <p:nvPr/>
          </p:nvSpPr>
          <p:spPr>
            <a:xfrm>
              <a:off x="6928496" y="448696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7" name="pl4037"/>
            <p:cNvSpPr/>
            <p:nvPr/>
          </p:nvSpPr>
          <p:spPr>
            <a:xfrm>
              <a:off x="6928496" y="421356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8" name="pl4038"/>
            <p:cNvSpPr/>
            <p:nvPr/>
          </p:nvSpPr>
          <p:spPr>
            <a:xfrm>
              <a:off x="6928496" y="394015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9" name="pl4039"/>
            <p:cNvSpPr/>
            <p:nvPr/>
          </p:nvSpPr>
          <p:spPr>
            <a:xfrm>
              <a:off x="6928496" y="366675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0" name="pl4040"/>
            <p:cNvSpPr/>
            <p:nvPr/>
          </p:nvSpPr>
          <p:spPr>
            <a:xfrm>
              <a:off x="6752931" y="476037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1" name="pl4041"/>
            <p:cNvSpPr/>
            <p:nvPr/>
          </p:nvSpPr>
          <p:spPr>
            <a:xfrm>
              <a:off x="6752931" y="448696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2" name="pl4042"/>
            <p:cNvSpPr/>
            <p:nvPr/>
          </p:nvSpPr>
          <p:spPr>
            <a:xfrm>
              <a:off x="6752931" y="421356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3" name="pl4043"/>
            <p:cNvSpPr/>
            <p:nvPr/>
          </p:nvSpPr>
          <p:spPr>
            <a:xfrm>
              <a:off x="6752931" y="394015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4" name="pl4044"/>
            <p:cNvSpPr/>
            <p:nvPr/>
          </p:nvSpPr>
          <p:spPr>
            <a:xfrm>
              <a:off x="6752931" y="366675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5" name="tx4045"/>
            <p:cNvSpPr/>
            <p:nvPr/>
          </p:nvSpPr>
          <p:spPr>
            <a:xfrm>
              <a:off x="7041976" y="472032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46" name="tx4046"/>
            <p:cNvSpPr/>
            <p:nvPr/>
          </p:nvSpPr>
          <p:spPr>
            <a:xfrm>
              <a:off x="7041976" y="4446917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47" name="tx4047"/>
            <p:cNvSpPr/>
            <p:nvPr/>
          </p:nvSpPr>
          <p:spPr>
            <a:xfrm>
              <a:off x="7041976" y="4173511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48" name="tx4048"/>
            <p:cNvSpPr/>
            <p:nvPr/>
          </p:nvSpPr>
          <p:spPr>
            <a:xfrm>
              <a:off x="7041976" y="3900105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49" name="tx4049"/>
            <p:cNvSpPr/>
            <p:nvPr/>
          </p:nvSpPr>
          <p:spPr>
            <a:xfrm>
              <a:off x="7041976" y="3626700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050" name="tx4050"/>
            <p:cNvSpPr/>
            <p:nvPr/>
          </p:nvSpPr>
          <p:spPr>
            <a:xfrm>
              <a:off x="2201917" y="1669789"/>
              <a:ext cx="2541117" cy="218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Offset to </a:t>
              </a:r>
            </a:p>
          </p:txBody>
        </p:sp>
        <p:sp>
          <p:nvSpPr>
            <p:cNvPr id="4051" name="tx4051"/>
            <p:cNvSpPr/>
            <p:nvPr/>
          </p:nvSpPr>
          <p:spPr>
            <a:xfrm>
              <a:off x="2201917" y="1998973"/>
              <a:ext cx="2353848" cy="218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 (RDA)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1754045" y="1600200"/>
              <a:ext cx="5635909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l6"/>
            <p:cNvSpPr/>
            <p:nvPr/>
          </p:nvSpPr>
          <p:spPr>
            <a:xfrm>
              <a:off x="2384234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l7"/>
            <p:cNvSpPr/>
            <p:nvPr/>
          </p:nvSpPr>
          <p:spPr>
            <a:xfrm>
              <a:off x="3124860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l8"/>
            <p:cNvSpPr/>
            <p:nvPr/>
          </p:nvSpPr>
          <p:spPr>
            <a:xfrm>
              <a:off x="3865485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l9"/>
            <p:cNvSpPr/>
            <p:nvPr/>
          </p:nvSpPr>
          <p:spPr>
            <a:xfrm>
              <a:off x="4606110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l10"/>
            <p:cNvSpPr/>
            <p:nvPr/>
          </p:nvSpPr>
          <p:spPr>
            <a:xfrm>
              <a:off x="5346735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l11"/>
            <p:cNvSpPr/>
            <p:nvPr/>
          </p:nvSpPr>
          <p:spPr>
            <a:xfrm>
              <a:off x="6087361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l12"/>
            <p:cNvSpPr/>
            <p:nvPr/>
          </p:nvSpPr>
          <p:spPr>
            <a:xfrm>
              <a:off x="2301906" y="5555180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l13"/>
            <p:cNvSpPr/>
            <p:nvPr/>
          </p:nvSpPr>
          <p:spPr>
            <a:xfrm>
              <a:off x="2301906" y="4615577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l14"/>
            <p:cNvSpPr/>
            <p:nvPr/>
          </p:nvSpPr>
          <p:spPr>
            <a:xfrm>
              <a:off x="2301906" y="3675975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5"/>
            <p:cNvSpPr/>
            <p:nvPr/>
          </p:nvSpPr>
          <p:spPr>
            <a:xfrm>
              <a:off x="2301906" y="2736372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l16"/>
            <p:cNvSpPr/>
            <p:nvPr/>
          </p:nvSpPr>
          <p:spPr>
            <a:xfrm>
              <a:off x="2301906" y="1796770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g17"/>
            <p:cNvSpPr/>
            <p:nvPr/>
          </p:nvSpPr>
          <p:spPr>
            <a:xfrm>
              <a:off x="4171236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g18"/>
            <p:cNvSpPr/>
            <p:nvPr/>
          </p:nvSpPr>
          <p:spPr>
            <a:xfrm>
              <a:off x="4252673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g19"/>
            <p:cNvSpPr/>
            <p:nvPr/>
          </p:nvSpPr>
          <p:spPr>
            <a:xfrm>
              <a:off x="4334110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g20"/>
            <p:cNvSpPr/>
            <p:nvPr/>
          </p:nvSpPr>
          <p:spPr>
            <a:xfrm>
              <a:off x="4415547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g21"/>
            <p:cNvSpPr/>
            <p:nvPr/>
          </p:nvSpPr>
          <p:spPr>
            <a:xfrm>
              <a:off x="4496984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g22"/>
            <p:cNvSpPr/>
            <p:nvPr/>
          </p:nvSpPr>
          <p:spPr>
            <a:xfrm>
              <a:off x="4578421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g23"/>
            <p:cNvSpPr/>
            <p:nvPr/>
          </p:nvSpPr>
          <p:spPr>
            <a:xfrm>
              <a:off x="4659858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g24"/>
            <p:cNvSpPr/>
            <p:nvPr/>
          </p:nvSpPr>
          <p:spPr>
            <a:xfrm>
              <a:off x="5067044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g25"/>
            <p:cNvSpPr/>
            <p:nvPr/>
          </p:nvSpPr>
          <p:spPr>
            <a:xfrm>
              <a:off x="5148481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g26"/>
            <p:cNvSpPr/>
            <p:nvPr/>
          </p:nvSpPr>
          <p:spPr>
            <a:xfrm>
              <a:off x="5229918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g27"/>
            <p:cNvSpPr/>
            <p:nvPr/>
          </p:nvSpPr>
          <p:spPr>
            <a:xfrm>
              <a:off x="5311355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g28"/>
            <p:cNvSpPr/>
            <p:nvPr/>
          </p:nvSpPr>
          <p:spPr>
            <a:xfrm>
              <a:off x="5392793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g29"/>
            <p:cNvSpPr/>
            <p:nvPr/>
          </p:nvSpPr>
          <p:spPr>
            <a:xfrm>
              <a:off x="408979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4171236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g31"/>
            <p:cNvSpPr/>
            <p:nvPr/>
          </p:nvSpPr>
          <p:spPr>
            <a:xfrm>
              <a:off x="4252673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g32"/>
            <p:cNvSpPr/>
            <p:nvPr/>
          </p:nvSpPr>
          <p:spPr>
            <a:xfrm>
              <a:off x="4334110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g33"/>
            <p:cNvSpPr/>
            <p:nvPr/>
          </p:nvSpPr>
          <p:spPr>
            <a:xfrm>
              <a:off x="4415547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g34"/>
            <p:cNvSpPr/>
            <p:nvPr/>
          </p:nvSpPr>
          <p:spPr>
            <a:xfrm>
              <a:off x="4496984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g35"/>
            <p:cNvSpPr/>
            <p:nvPr/>
          </p:nvSpPr>
          <p:spPr>
            <a:xfrm>
              <a:off x="4578421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g36"/>
            <p:cNvSpPr/>
            <p:nvPr/>
          </p:nvSpPr>
          <p:spPr>
            <a:xfrm>
              <a:off x="465985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g37"/>
            <p:cNvSpPr/>
            <p:nvPr/>
          </p:nvSpPr>
          <p:spPr>
            <a:xfrm>
              <a:off x="5067044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g38"/>
            <p:cNvSpPr/>
            <p:nvPr/>
          </p:nvSpPr>
          <p:spPr>
            <a:xfrm>
              <a:off x="5148481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g39"/>
            <p:cNvSpPr/>
            <p:nvPr/>
          </p:nvSpPr>
          <p:spPr>
            <a:xfrm>
              <a:off x="522991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g40"/>
            <p:cNvSpPr/>
            <p:nvPr/>
          </p:nvSpPr>
          <p:spPr>
            <a:xfrm>
              <a:off x="5311355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g41"/>
            <p:cNvSpPr/>
            <p:nvPr/>
          </p:nvSpPr>
          <p:spPr>
            <a:xfrm>
              <a:off x="5392793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g42"/>
            <p:cNvSpPr/>
            <p:nvPr/>
          </p:nvSpPr>
          <p:spPr>
            <a:xfrm>
              <a:off x="368261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g43"/>
            <p:cNvSpPr/>
            <p:nvPr/>
          </p:nvSpPr>
          <p:spPr>
            <a:xfrm>
              <a:off x="3764050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g44"/>
            <p:cNvSpPr/>
            <p:nvPr/>
          </p:nvSpPr>
          <p:spPr>
            <a:xfrm>
              <a:off x="384548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g45"/>
            <p:cNvSpPr/>
            <p:nvPr/>
          </p:nvSpPr>
          <p:spPr>
            <a:xfrm>
              <a:off x="392692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g46"/>
            <p:cNvSpPr/>
            <p:nvPr/>
          </p:nvSpPr>
          <p:spPr>
            <a:xfrm>
              <a:off x="400836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g47"/>
            <p:cNvSpPr/>
            <p:nvPr/>
          </p:nvSpPr>
          <p:spPr>
            <a:xfrm>
              <a:off x="4089798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g48"/>
            <p:cNvSpPr/>
            <p:nvPr/>
          </p:nvSpPr>
          <p:spPr>
            <a:xfrm>
              <a:off x="4171236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g49"/>
            <p:cNvSpPr/>
            <p:nvPr/>
          </p:nvSpPr>
          <p:spPr>
            <a:xfrm>
              <a:off x="425267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g50"/>
            <p:cNvSpPr/>
            <p:nvPr/>
          </p:nvSpPr>
          <p:spPr>
            <a:xfrm>
              <a:off x="4334110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g51"/>
            <p:cNvSpPr/>
            <p:nvPr/>
          </p:nvSpPr>
          <p:spPr>
            <a:xfrm>
              <a:off x="441554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g52"/>
            <p:cNvSpPr/>
            <p:nvPr/>
          </p:nvSpPr>
          <p:spPr>
            <a:xfrm>
              <a:off x="449698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g53"/>
            <p:cNvSpPr/>
            <p:nvPr/>
          </p:nvSpPr>
          <p:spPr>
            <a:xfrm>
              <a:off x="457842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g54"/>
            <p:cNvSpPr/>
            <p:nvPr/>
          </p:nvSpPr>
          <p:spPr>
            <a:xfrm>
              <a:off x="498560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g55"/>
            <p:cNvSpPr/>
            <p:nvPr/>
          </p:nvSpPr>
          <p:spPr>
            <a:xfrm>
              <a:off x="506704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/>
            <p:cNvSpPr/>
            <p:nvPr/>
          </p:nvSpPr>
          <p:spPr>
            <a:xfrm>
              <a:off x="514848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g57"/>
            <p:cNvSpPr/>
            <p:nvPr/>
          </p:nvSpPr>
          <p:spPr>
            <a:xfrm>
              <a:off x="5229918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/>
            <p:cNvSpPr/>
            <p:nvPr/>
          </p:nvSpPr>
          <p:spPr>
            <a:xfrm>
              <a:off x="5311355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g59"/>
            <p:cNvSpPr/>
            <p:nvPr/>
          </p:nvSpPr>
          <p:spPr>
            <a:xfrm>
              <a:off x="539279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g60"/>
            <p:cNvSpPr/>
            <p:nvPr/>
          </p:nvSpPr>
          <p:spPr>
            <a:xfrm>
              <a:off x="3601176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pg61"/>
            <p:cNvSpPr/>
            <p:nvPr/>
          </p:nvSpPr>
          <p:spPr>
            <a:xfrm>
              <a:off x="368261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g62"/>
            <p:cNvSpPr/>
            <p:nvPr/>
          </p:nvSpPr>
          <p:spPr>
            <a:xfrm>
              <a:off x="376405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g63"/>
            <p:cNvSpPr/>
            <p:nvPr/>
          </p:nvSpPr>
          <p:spPr>
            <a:xfrm>
              <a:off x="384548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g64"/>
            <p:cNvSpPr/>
            <p:nvPr/>
          </p:nvSpPr>
          <p:spPr>
            <a:xfrm>
              <a:off x="392692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g65"/>
            <p:cNvSpPr/>
            <p:nvPr/>
          </p:nvSpPr>
          <p:spPr>
            <a:xfrm>
              <a:off x="4008361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g66"/>
            <p:cNvSpPr/>
            <p:nvPr/>
          </p:nvSpPr>
          <p:spPr>
            <a:xfrm>
              <a:off x="4089798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g67"/>
            <p:cNvSpPr/>
            <p:nvPr/>
          </p:nvSpPr>
          <p:spPr>
            <a:xfrm>
              <a:off x="4171236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g68"/>
            <p:cNvSpPr/>
            <p:nvPr/>
          </p:nvSpPr>
          <p:spPr>
            <a:xfrm>
              <a:off x="425267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g69"/>
            <p:cNvSpPr/>
            <p:nvPr/>
          </p:nvSpPr>
          <p:spPr>
            <a:xfrm>
              <a:off x="433411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g70"/>
            <p:cNvSpPr/>
            <p:nvPr/>
          </p:nvSpPr>
          <p:spPr>
            <a:xfrm>
              <a:off x="441554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g71"/>
            <p:cNvSpPr/>
            <p:nvPr/>
          </p:nvSpPr>
          <p:spPr>
            <a:xfrm>
              <a:off x="449698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g72"/>
            <p:cNvSpPr/>
            <p:nvPr/>
          </p:nvSpPr>
          <p:spPr>
            <a:xfrm>
              <a:off x="490417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g73"/>
            <p:cNvSpPr/>
            <p:nvPr/>
          </p:nvSpPr>
          <p:spPr>
            <a:xfrm>
              <a:off x="498560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g74"/>
            <p:cNvSpPr/>
            <p:nvPr/>
          </p:nvSpPr>
          <p:spPr>
            <a:xfrm>
              <a:off x="506704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g75"/>
            <p:cNvSpPr/>
            <p:nvPr/>
          </p:nvSpPr>
          <p:spPr>
            <a:xfrm>
              <a:off x="5148481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g76"/>
            <p:cNvSpPr/>
            <p:nvPr/>
          </p:nvSpPr>
          <p:spPr>
            <a:xfrm>
              <a:off x="5229918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g77"/>
            <p:cNvSpPr/>
            <p:nvPr/>
          </p:nvSpPr>
          <p:spPr>
            <a:xfrm>
              <a:off x="5311355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g78"/>
            <p:cNvSpPr/>
            <p:nvPr/>
          </p:nvSpPr>
          <p:spPr>
            <a:xfrm>
              <a:off x="539279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g79"/>
            <p:cNvSpPr/>
            <p:nvPr/>
          </p:nvSpPr>
          <p:spPr>
            <a:xfrm>
              <a:off x="343830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g80"/>
            <p:cNvSpPr/>
            <p:nvPr/>
          </p:nvSpPr>
          <p:spPr>
            <a:xfrm>
              <a:off x="351973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g81"/>
            <p:cNvSpPr/>
            <p:nvPr/>
          </p:nvSpPr>
          <p:spPr>
            <a:xfrm>
              <a:off x="3601176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g82"/>
            <p:cNvSpPr/>
            <p:nvPr/>
          </p:nvSpPr>
          <p:spPr>
            <a:xfrm>
              <a:off x="368261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g83"/>
            <p:cNvSpPr/>
            <p:nvPr/>
          </p:nvSpPr>
          <p:spPr>
            <a:xfrm>
              <a:off x="376405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g84"/>
            <p:cNvSpPr/>
            <p:nvPr/>
          </p:nvSpPr>
          <p:spPr>
            <a:xfrm>
              <a:off x="3845487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g85"/>
            <p:cNvSpPr/>
            <p:nvPr/>
          </p:nvSpPr>
          <p:spPr>
            <a:xfrm>
              <a:off x="3926924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/>
            <p:cNvSpPr/>
            <p:nvPr/>
          </p:nvSpPr>
          <p:spPr>
            <a:xfrm>
              <a:off x="400836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pg87"/>
            <p:cNvSpPr/>
            <p:nvPr/>
          </p:nvSpPr>
          <p:spPr>
            <a:xfrm>
              <a:off x="408979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pg88"/>
            <p:cNvSpPr/>
            <p:nvPr/>
          </p:nvSpPr>
          <p:spPr>
            <a:xfrm>
              <a:off x="4171236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pg89"/>
            <p:cNvSpPr/>
            <p:nvPr/>
          </p:nvSpPr>
          <p:spPr>
            <a:xfrm>
              <a:off x="425267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g90"/>
            <p:cNvSpPr/>
            <p:nvPr/>
          </p:nvSpPr>
          <p:spPr>
            <a:xfrm>
              <a:off x="433411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g91"/>
            <p:cNvSpPr/>
            <p:nvPr/>
          </p:nvSpPr>
          <p:spPr>
            <a:xfrm>
              <a:off x="482273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g92"/>
            <p:cNvSpPr/>
            <p:nvPr/>
          </p:nvSpPr>
          <p:spPr>
            <a:xfrm>
              <a:off x="490417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g93"/>
            <p:cNvSpPr/>
            <p:nvPr/>
          </p:nvSpPr>
          <p:spPr>
            <a:xfrm>
              <a:off x="4985607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g94"/>
            <p:cNvSpPr/>
            <p:nvPr/>
          </p:nvSpPr>
          <p:spPr>
            <a:xfrm>
              <a:off x="5067044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g95"/>
            <p:cNvSpPr/>
            <p:nvPr/>
          </p:nvSpPr>
          <p:spPr>
            <a:xfrm>
              <a:off x="514848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g96"/>
            <p:cNvSpPr/>
            <p:nvPr/>
          </p:nvSpPr>
          <p:spPr>
            <a:xfrm>
              <a:off x="522991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g97"/>
            <p:cNvSpPr/>
            <p:nvPr/>
          </p:nvSpPr>
          <p:spPr>
            <a:xfrm>
              <a:off x="327542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g98"/>
            <p:cNvSpPr/>
            <p:nvPr/>
          </p:nvSpPr>
          <p:spPr>
            <a:xfrm>
              <a:off x="335686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g99"/>
            <p:cNvSpPr/>
            <p:nvPr/>
          </p:nvSpPr>
          <p:spPr>
            <a:xfrm>
              <a:off x="343830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g100"/>
            <p:cNvSpPr/>
            <p:nvPr/>
          </p:nvSpPr>
          <p:spPr>
            <a:xfrm>
              <a:off x="351973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g101"/>
            <p:cNvSpPr/>
            <p:nvPr/>
          </p:nvSpPr>
          <p:spPr>
            <a:xfrm>
              <a:off x="360117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g102"/>
            <p:cNvSpPr/>
            <p:nvPr/>
          </p:nvSpPr>
          <p:spPr>
            <a:xfrm>
              <a:off x="368261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g103"/>
            <p:cNvSpPr/>
            <p:nvPr/>
          </p:nvSpPr>
          <p:spPr>
            <a:xfrm>
              <a:off x="376405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g104"/>
            <p:cNvSpPr/>
            <p:nvPr/>
          </p:nvSpPr>
          <p:spPr>
            <a:xfrm>
              <a:off x="384548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g105"/>
            <p:cNvSpPr/>
            <p:nvPr/>
          </p:nvSpPr>
          <p:spPr>
            <a:xfrm>
              <a:off x="392692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g106"/>
            <p:cNvSpPr/>
            <p:nvPr/>
          </p:nvSpPr>
          <p:spPr>
            <a:xfrm>
              <a:off x="400836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g107"/>
            <p:cNvSpPr/>
            <p:nvPr/>
          </p:nvSpPr>
          <p:spPr>
            <a:xfrm>
              <a:off x="408979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g108"/>
            <p:cNvSpPr/>
            <p:nvPr/>
          </p:nvSpPr>
          <p:spPr>
            <a:xfrm>
              <a:off x="417123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g109"/>
            <p:cNvSpPr/>
            <p:nvPr/>
          </p:nvSpPr>
          <p:spPr>
            <a:xfrm>
              <a:off x="425267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g110"/>
            <p:cNvSpPr/>
            <p:nvPr/>
          </p:nvSpPr>
          <p:spPr>
            <a:xfrm>
              <a:off x="433411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g111"/>
            <p:cNvSpPr/>
            <p:nvPr/>
          </p:nvSpPr>
          <p:spPr>
            <a:xfrm>
              <a:off x="441554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g112"/>
            <p:cNvSpPr/>
            <p:nvPr/>
          </p:nvSpPr>
          <p:spPr>
            <a:xfrm>
              <a:off x="449698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g113"/>
            <p:cNvSpPr/>
            <p:nvPr/>
          </p:nvSpPr>
          <p:spPr>
            <a:xfrm>
              <a:off x="457842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g114"/>
            <p:cNvSpPr/>
            <p:nvPr/>
          </p:nvSpPr>
          <p:spPr>
            <a:xfrm>
              <a:off x="474129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pg115"/>
            <p:cNvSpPr/>
            <p:nvPr/>
          </p:nvSpPr>
          <p:spPr>
            <a:xfrm>
              <a:off x="482273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g116"/>
            <p:cNvSpPr/>
            <p:nvPr/>
          </p:nvSpPr>
          <p:spPr>
            <a:xfrm>
              <a:off x="490417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pg117"/>
            <p:cNvSpPr/>
            <p:nvPr/>
          </p:nvSpPr>
          <p:spPr>
            <a:xfrm>
              <a:off x="498560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g118"/>
            <p:cNvSpPr/>
            <p:nvPr/>
          </p:nvSpPr>
          <p:spPr>
            <a:xfrm>
              <a:off x="506704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pg119"/>
            <p:cNvSpPr/>
            <p:nvPr/>
          </p:nvSpPr>
          <p:spPr>
            <a:xfrm>
              <a:off x="514848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pg120"/>
            <p:cNvSpPr/>
            <p:nvPr/>
          </p:nvSpPr>
          <p:spPr>
            <a:xfrm>
              <a:off x="522991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pg121"/>
            <p:cNvSpPr/>
            <p:nvPr/>
          </p:nvSpPr>
          <p:spPr>
            <a:xfrm>
              <a:off x="327542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pg122"/>
            <p:cNvSpPr/>
            <p:nvPr/>
          </p:nvSpPr>
          <p:spPr>
            <a:xfrm>
              <a:off x="335686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g123"/>
            <p:cNvSpPr/>
            <p:nvPr/>
          </p:nvSpPr>
          <p:spPr>
            <a:xfrm>
              <a:off x="343830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g124"/>
            <p:cNvSpPr/>
            <p:nvPr/>
          </p:nvSpPr>
          <p:spPr>
            <a:xfrm>
              <a:off x="351973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g125"/>
            <p:cNvSpPr/>
            <p:nvPr/>
          </p:nvSpPr>
          <p:spPr>
            <a:xfrm>
              <a:off x="360117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g126"/>
            <p:cNvSpPr/>
            <p:nvPr/>
          </p:nvSpPr>
          <p:spPr>
            <a:xfrm>
              <a:off x="368261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g127"/>
            <p:cNvSpPr/>
            <p:nvPr/>
          </p:nvSpPr>
          <p:spPr>
            <a:xfrm>
              <a:off x="376405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g128"/>
            <p:cNvSpPr/>
            <p:nvPr/>
          </p:nvSpPr>
          <p:spPr>
            <a:xfrm>
              <a:off x="384548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g129"/>
            <p:cNvSpPr/>
            <p:nvPr/>
          </p:nvSpPr>
          <p:spPr>
            <a:xfrm>
              <a:off x="392692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g130"/>
            <p:cNvSpPr/>
            <p:nvPr/>
          </p:nvSpPr>
          <p:spPr>
            <a:xfrm>
              <a:off x="400836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g131"/>
            <p:cNvSpPr/>
            <p:nvPr/>
          </p:nvSpPr>
          <p:spPr>
            <a:xfrm>
              <a:off x="408979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g132"/>
            <p:cNvSpPr/>
            <p:nvPr/>
          </p:nvSpPr>
          <p:spPr>
            <a:xfrm>
              <a:off x="417123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g133"/>
            <p:cNvSpPr/>
            <p:nvPr/>
          </p:nvSpPr>
          <p:spPr>
            <a:xfrm>
              <a:off x="425267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pg134"/>
            <p:cNvSpPr/>
            <p:nvPr/>
          </p:nvSpPr>
          <p:spPr>
            <a:xfrm>
              <a:off x="433411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pg135"/>
            <p:cNvSpPr/>
            <p:nvPr/>
          </p:nvSpPr>
          <p:spPr>
            <a:xfrm>
              <a:off x="441554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pg136"/>
            <p:cNvSpPr/>
            <p:nvPr/>
          </p:nvSpPr>
          <p:spPr>
            <a:xfrm>
              <a:off x="449698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pg137"/>
            <p:cNvSpPr/>
            <p:nvPr/>
          </p:nvSpPr>
          <p:spPr>
            <a:xfrm>
              <a:off x="457842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pg138"/>
            <p:cNvSpPr/>
            <p:nvPr/>
          </p:nvSpPr>
          <p:spPr>
            <a:xfrm>
              <a:off x="465985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pg139"/>
            <p:cNvSpPr/>
            <p:nvPr/>
          </p:nvSpPr>
          <p:spPr>
            <a:xfrm>
              <a:off x="474129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pg140"/>
            <p:cNvSpPr/>
            <p:nvPr/>
          </p:nvSpPr>
          <p:spPr>
            <a:xfrm>
              <a:off x="482273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pg141"/>
            <p:cNvSpPr/>
            <p:nvPr/>
          </p:nvSpPr>
          <p:spPr>
            <a:xfrm>
              <a:off x="490417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89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pg142"/>
            <p:cNvSpPr/>
            <p:nvPr/>
          </p:nvSpPr>
          <p:spPr>
            <a:xfrm>
              <a:off x="498560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pg143"/>
            <p:cNvSpPr/>
            <p:nvPr/>
          </p:nvSpPr>
          <p:spPr>
            <a:xfrm>
              <a:off x="506704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pg144"/>
            <p:cNvSpPr/>
            <p:nvPr/>
          </p:nvSpPr>
          <p:spPr>
            <a:xfrm>
              <a:off x="514848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pg145"/>
            <p:cNvSpPr/>
            <p:nvPr/>
          </p:nvSpPr>
          <p:spPr>
            <a:xfrm>
              <a:off x="327542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pg146"/>
            <p:cNvSpPr/>
            <p:nvPr/>
          </p:nvSpPr>
          <p:spPr>
            <a:xfrm>
              <a:off x="335686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pg147"/>
            <p:cNvSpPr/>
            <p:nvPr/>
          </p:nvSpPr>
          <p:spPr>
            <a:xfrm>
              <a:off x="343830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pg148"/>
            <p:cNvSpPr/>
            <p:nvPr/>
          </p:nvSpPr>
          <p:spPr>
            <a:xfrm>
              <a:off x="351973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pg149"/>
            <p:cNvSpPr/>
            <p:nvPr/>
          </p:nvSpPr>
          <p:spPr>
            <a:xfrm>
              <a:off x="360117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pg150"/>
            <p:cNvSpPr/>
            <p:nvPr/>
          </p:nvSpPr>
          <p:spPr>
            <a:xfrm>
              <a:off x="368261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pg151"/>
            <p:cNvSpPr/>
            <p:nvPr/>
          </p:nvSpPr>
          <p:spPr>
            <a:xfrm>
              <a:off x="376405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pg152"/>
            <p:cNvSpPr/>
            <p:nvPr/>
          </p:nvSpPr>
          <p:spPr>
            <a:xfrm>
              <a:off x="384548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pg153"/>
            <p:cNvSpPr/>
            <p:nvPr/>
          </p:nvSpPr>
          <p:spPr>
            <a:xfrm>
              <a:off x="392692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pg154"/>
            <p:cNvSpPr/>
            <p:nvPr/>
          </p:nvSpPr>
          <p:spPr>
            <a:xfrm>
              <a:off x="400836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pg155"/>
            <p:cNvSpPr/>
            <p:nvPr/>
          </p:nvSpPr>
          <p:spPr>
            <a:xfrm>
              <a:off x="408979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pg156"/>
            <p:cNvSpPr/>
            <p:nvPr/>
          </p:nvSpPr>
          <p:spPr>
            <a:xfrm>
              <a:off x="417123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pg157"/>
            <p:cNvSpPr/>
            <p:nvPr/>
          </p:nvSpPr>
          <p:spPr>
            <a:xfrm>
              <a:off x="425267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pg158"/>
            <p:cNvSpPr/>
            <p:nvPr/>
          </p:nvSpPr>
          <p:spPr>
            <a:xfrm>
              <a:off x="433411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pg159"/>
            <p:cNvSpPr/>
            <p:nvPr/>
          </p:nvSpPr>
          <p:spPr>
            <a:xfrm>
              <a:off x="441554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pg160"/>
            <p:cNvSpPr/>
            <p:nvPr/>
          </p:nvSpPr>
          <p:spPr>
            <a:xfrm>
              <a:off x="449698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pg161"/>
            <p:cNvSpPr/>
            <p:nvPr/>
          </p:nvSpPr>
          <p:spPr>
            <a:xfrm>
              <a:off x="457842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pg162"/>
            <p:cNvSpPr/>
            <p:nvPr/>
          </p:nvSpPr>
          <p:spPr>
            <a:xfrm>
              <a:off x="465985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pg163"/>
            <p:cNvSpPr/>
            <p:nvPr/>
          </p:nvSpPr>
          <p:spPr>
            <a:xfrm>
              <a:off x="474129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F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pg164"/>
            <p:cNvSpPr/>
            <p:nvPr/>
          </p:nvSpPr>
          <p:spPr>
            <a:xfrm>
              <a:off x="482273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pg165"/>
            <p:cNvSpPr/>
            <p:nvPr/>
          </p:nvSpPr>
          <p:spPr>
            <a:xfrm>
              <a:off x="490417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pg166"/>
            <p:cNvSpPr/>
            <p:nvPr/>
          </p:nvSpPr>
          <p:spPr>
            <a:xfrm>
              <a:off x="498560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pg167"/>
            <p:cNvSpPr/>
            <p:nvPr/>
          </p:nvSpPr>
          <p:spPr>
            <a:xfrm>
              <a:off x="506704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pg168"/>
            <p:cNvSpPr/>
            <p:nvPr/>
          </p:nvSpPr>
          <p:spPr>
            <a:xfrm>
              <a:off x="303111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pg169"/>
            <p:cNvSpPr/>
            <p:nvPr/>
          </p:nvSpPr>
          <p:spPr>
            <a:xfrm>
              <a:off x="311255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pg170"/>
            <p:cNvSpPr/>
            <p:nvPr/>
          </p:nvSpPr>
          <p:spPr>
            <a:xfrm>
              <a:off x="327542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pg171"/>
            <p:cNvSpPr/>
            <p:nvPr/>
          </p:nvSpPr>
          <p:spPr>
            <a:xfrm>
              <a:off x="3356864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pg172"/>
            <p:cNvSpPr/>
            <p:nvPr/>
          </p:nvSpPr>
          <p:spPr>
            <a:xfrm>
              <a:off x="3438301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pg173"/>
            <p:cNvSpPr/>
            <p:nvPr/>
          </p:nvSpPr>
          <p:spPr>
            <a:xfrm>
              <a:off x="351973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pg174"/>
            <p:cNvSpPr/>
            <p:nvPr/>
          </p:nvSpPr>
          <p:spPr>
            <a:xfrm>
              <a:off x="360117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pg175"/>
            <p:cNvSpPr/>
            <p:nvPr/>
          </p:nvSpPr>
          <p:spPr>
            <a:xfrm>
              <a:off x="368261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pg176"/>
            <p:cNvSpPr/>
            <p:nvPr/>
          </p:nvSpPr>
          <p:spPr>
            <a:xfrm>
              <a:off x="376405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pg177"/>
            <p:cNvSpPr/>
            <p:nvPr/>
          </p:nvSpPr>
          <p:spPr>
            <a:xfrm>
              <a:off x="384548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pg178"/>
            <p:cNvSpPr/>
            <p:nvPr/>
          </p:nvSpPr>
          <p:spPr>
            <a:xfrm>
              <a:off x="408979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pg179"/>
            <p:cNvSpPr/>
            <p:nvPr/>
          </p:nvSpPr>
          <p:spPr>
            <a:xfrm>
              <a:off x="417123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pg180"/>
            <p:cNvSpPr/>
            <p:nvPr/>
          </p:nvSpPr>
          <p:spPr>
            <a:xfrm>
              <a:off x="425267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pg181"/>
            <p:cNvSpPr/>
            <p:nvPr/>
          </p:nvSpPr>
          <p:spPr>
            <a:xfrm>
              <a:off x="433411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pg182"/>
            <p:cNvSpPr/>
            <p:nvPr/>
          </p:nvSpPr>
          <p:spPr>
            <a:xfrm>
              <a:off x="441554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pg183"/>
            <p:cNvSpPr/>
            <p:nvPr/>
          </p:nvSpPr>
          <p:spPr>
            <a:xfrm>
              <a:off x="4496984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pg184"/>
            <p:cNvSpPr/>
            <p:nvPr/>
          </p:nvSpPr>
          <p:spPr>
            <a:xfrm>
              <a:off x="4578421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EEAD5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pg185"/>
            <p:cNvSpPr/>
            <p:nvPr/>
          </p:nvSpPr>
          <p:spPr>
            <a:xfrm>
              <a:off x="465985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C3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pg186"/>
            <p:cNvSpPr/>
            <p:nvPr/>
          </p:nvSpPr>
          <p:spPr>
            <a:xfrm>
              <a:off x="474129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pg187"/>
            <p:cNvSpPr/>
            <p:nvPr/>
          </p:nvSpPr>
          <p:spPr>
            <a:xfrm>
              <a:off x="482273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pg188"/>
            <p:cNvSpPr/>
            <p:nvPr/>
          </p:nvSpPr>
          <p:spPr>
            <a:xfrm>
              <a:off x="490417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pg189"/>
            <p:cNvSpPr/>
            <p:nvPr/>
          </p:nvSpPr>
          <p:spPr>
            <a:xfrm>
              <a:off x="498560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pg190"/>
            <p:cNvSpPr/>
            <p:nvPr/>
          </p:nvSpPr>
          <p:spPr>
            <a:xfrm>
              <a:off x="294967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pg191"/>
            <p:cNvSpPr/>
            <p:nvPr/>
          </p:nvSpPr>
          <p:spPr>
            <a:xfrm>
              <a:off x="303111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pg192"/>
            <p:cNvSpPr/>
            <p:nvPr/>
          </p:nvSpPr>
          <p:spPr>
            <a:xfrm>
              <a:off x="311255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pg193"/>
            <p:cNvSpPr/>
            <p:nvPr/>
          </p:nvSpPr>
          <p:spPr>
            <a:xfrm>
              <a:off x="319399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pg194"/>
            <p:cNvSpPr/>
            <p:nvPr/>
          </p:nvSpPr>
          <p:spPr>
            <a:xfrm>
              <a:off x="327542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pg195"/>
            <p:cNvSpPr/>
            <p:nvPr/>
          </p:nvSpPr>
          <p:spPr>
            <a:xfrm>
              <a:off x="3356864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pg196"/>
            <p:cNvSpPr/>
            <p:nvPr/>
          </p:nvSpPr>
          <p:spPr>
            <a:xfrm>
              <a:off x="3438301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pg197"/>
            <p:cNvSpPr/>
            <p:nvPr/>
          </p:nvSpPr>
          <p:spPr>
            <a:xfrm>
              <a:off x="351973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pg198"/>
            <p:cNvSpPr/>
            <p:nvPr/>
          </p:nvSpPr>
          <p:spPr>
            <a:xfrm>
              <a:off x="360117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pg199"/>
            <p:cNvSpPr/>
            <p:nvPr/>
          </p:nvSpPr>
          <p:spPr>
            <a:xfrm>
              <a:off x="368261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pg200"/>
            <p:cNvSpPr/>
            <p:nvPr/>
          </p:nvSpPr>
          <p:spPr>
            <a:xfrm>
              <a:off x="376405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pg201"/>
            <p:cNvSpPr/>
            <p:nvPr/>
          </p:nvSpPr>
          <p:spPr>
            <a:xfrm>
              <a:off x="384548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pg202"/>
            <p:cNvSpPr/>
            <p:nvPr/>
          </p:nvSpPr>
          <p:spPr>
            <a:xfrm>
              <a:off x="417123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pg203"/>
            <p:cNvSpPr/>
            <p:nvPr/>
          </p:nvSpPr>
          <p:spPr>
            <a:xfrm>
              <a:off x="425267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pg204"/>
            <p:cNvSpPr/>
            <p:nvPr/>
          </p:nvSpPr>
          <p:spPr>
            <a:xfrm>
              <a:off x="433411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pg205"/>
            <p:cNvSpPr/>
            <p:nvPr/>
          </p:nvSpPr>
          <p:spPr>
            <a:xfrm>
              <a:off x="441554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pg206"/>
            <p:cNvSpPr/>
            <p:nvPr/>
          </p:nvSpPr>
          <p:spPr>
            <a:xfrm>
              <a:off x="4496984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pg207"/>
            <p:cNvSpPr/>
            <p:nvPr/>
          </p:nvSpPr>
          <p:spPr>
            <a:xfrm>
              <a:off x="4578421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E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pg208"/>
            <p:cNvSpPr/>
            <p:nvPr/>
          </p:nvSpPr>
          <p:spPr>
            <a:xfrm>
              <a:off x="465985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pg209"/>
            <p:cNvSpPr/>
            <p:nvPr/>
          </p:nvSpPr>
          <p:spPr>
            <a:xfrm>
              <a:off x="474129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pg210"/>
            <p:cNvSpPr/>
            <p:nvPr/>
          </p:nvSpPr>
          <p:spPr>
            <a:xfrm>
              <a:off x="482273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pg211"/>
            <p:cNvSpPr/>
            <p:nvPr/>
          </p:nvSpPr>
          <p:spPr>
            <a:xfrm>
              <a:off x="490417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pg212"/>
            <p:cNvSpPr/>
            <p:nvPr/>
          </p:nvSpPr>
          <p:spPr>
            <a:xfrm>
              <a:off x="286824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pg213"/>
            <p:cNvSpPr/>
            <p:nvPr/>
          </p:nvSpPr>
          <p:spPr>
            <a:xfrm>
              <a:off x="294967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pg214"/>
            <p:cNvSpPr/>
            <p:nvPr/>
          </p:nvSpPr>
          <p:spPr>
            <a:xfrm>
              <a:off x="303111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pg215"/>
            <p:cNvSpPr/>
            <p:nvPr/>
          </p:nvSpPr>
          <p:spPr>
            <a:xfrm>
              <a:off x="311255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pg216"/>
            <p:cNvSpPr/>
            <p:nvPr/>
          </p:nvSpPr>
          <p:spPr>
            <a:xfrm>
              <a:off x="319399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pg217"/>
            <p:cNvSpPr/>
            <p:nvPr/>
          </p:nvSpPr>
          <p:spPr>
            <a:xfrm>
              <a:off x="327542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pg218"/>
            <p:cNvSpPr/>
            <p:nvPr/>
          </p:nvSpPr>
          <p:spPr>
            <a:xfrm>
              <a:off x="3356864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pg219"/>
            <p:cNvSpPr/>
            <p:nvPr/>
          </p:nvSpPr>
          <p:spPr>
            <a:xfrm>
              <a:off x="343830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pg220"/>
            <p:cNvSpPr/>
            <p:nvPr/>
          </p:nvSpPr>
          <p:spPr>
            <a:xfrm>
              <a:off x="351973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pg221"/>
            <p:cNvSpPr/>
            <p:nvPr/>
          </p:nvSpPr>
          <p:spPr>
            <a:xfrm>
              <a:off x="360117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pg222"/>
            <p:cNvSpPr/>
            <p:nvPr/>
          </p:nvSpPr>
          <p:spPr>
            <a:xfrm>
              <a:off x="368261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pg223"/>
            <p:cNvSpPr/>
            <p:nvPr/>
          </p:nvSpPr>
          <p:spPr>
            <a:xfrm>
              <a:off x="376405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pg224"/>
            <p:cNvSpPr/>
            <p:nvPr/>
          </p:nvSpPr>
          <p:spPr>
            <a:xfrm>
              <a:off x="384548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pg225"/>
            <p:cNvSpPr/>
            <p:nvPr/>
          </p:nvSpPr>
          <p:spPr>
            <a:xfrm>
              <a:off x="417123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pg226"/>
            <p:cNvSpPr/>
            <p:nvPr/>
          </p:nvSpPr>
          <p:spPr>
            <a:xfrm>
              <a:off x="425267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pg227"/>
            <p:cNvSpPr/>
            <p:nvPr/>
          </p:nvSpPr>
          <p:spPr>
            <a:xfrm>
              <a:off x="433411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pg228"/>
            <p:cNvSpPr/>
            <p:nvPr/>
          </p:nvSpPr>
          <p:spPr>
            <a:xfrm>
              <a:off x="441554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pg229"/>
            <p:cNvSpPr/>
            <p:nvPr/>
          </p:nvSpPr>
          <p:spPr>
            <a:xfrm>
              <a:off x="4496984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pg230"/>
            <p:cNvSpPr/>
            <p:nvPr/>
          </p:nvSpPr>
          <p:spPr>
            <a:xfrm>
              <a:off x="457842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pg231"/>
            <p:cNvSpPr/>
            <p:nvPr/>
          </p:nvSpPr>
          <p:spPr>
            <a:xfrm>
              <a:off x="465985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pg232"/>
            <p:cNvSpPr/>
            <p:nvPr/>
          </p:nvSpPr>
          <p:spPr>
            <a:xfrm>
              <a:off x="474129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pg233"/>
            <p:cNvSpPr/>
            <p:nvPr/>
          </p:nvSpPr>
          <p:spPr>
            <a:xfrm>
              <a:off x="482273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pg234"/>
            <p:cNvSpPr/>
            <p:nvPr/>
          </p:nvSpPr>
          <p:spPr>
            <a:xfrm>
              <a:off x="278680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pg235"/>
            <p:cNvSpPr/>
            <p:nvPr/>
          </p:nvSpPr>
          <p:spPr>
            <a:xfrm>
              <a:off x="286824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pg236"/>
            <p:cNvSpPr/>
            <p:nvPr/>
          </p:nvSpPr>
          <p:spPr>
            <a:xfrm>
              <a:off x="294967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pg237"/>
            <p:cNvSpPr/>
            <p:nvPr/>
          </p:nvSpPr>
          <p:spPr>
            <a:xfrm>
              <a:off x="303111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pg238"/>
            <p:cNvSpPr/>
            <p:nvPr/>
          </p:nvSpPr>
          <p:spPr>
            <a:xfrm>
              <a:off x="311255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pg239"/>
            <p:cNvSpPr/>
            <p:nvPr/>
          </p:nvSpPr>
          <p:spPr>
            <a:xfrm>
              <a:off x="319399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pg240"/>
            <p:cNvSpPr/>
            <p:nvPr/>
          </p:nvSpPr>
          <p:spPr>
            <a:xfrm>
              <a:off x="327542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pg241"/>
            <p:cNvSpPr/>
            <p:nvPr/>
          </p:nvSpPr>
          <p:spPr>
            <a:xfrm>
              <a:off x="335686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pg242"/>
            <p:cNvSpPr/>
            <p:nvPr/>
          </p:nvSpPr>
          <p:spPr>
            <a:xfrm>
              <a:off x="343830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pg243"/>
            <p:cNvSpPr/>
            <p:nvPr/>
          </p:nvSpPr>
          <p:spPr>
            <a:xfrm>
              <a:off x="351973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pg244"/>
            <p:cNvSpPr/>
            <p:nvPr/>
          </p:nvSpPr>
          <p:spPr>
            <a:xfrm>
              <a:off x="360117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pg245"/>
            <p:cNvSpPr/>
            <p:nvPr/>
          </p:nvSpPr>
          <p:spPr>
            <a:xfrm>
              <a:off x="368261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pg246"/>
            <p:cNvSpPr/>
            <p:nvPr/>
          </p:nvSpPr>
          <p:spPr>
            <a:xfrm>
              <a:off x="376405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pg247"/>
            <p:cNvSpPr/>
            <p:nvPr/>
          </p:nvSpPr>
          <p:spPr>
            <a:xfrm>
              <a:off x="384548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pg248"/>
            <p:cNvSpPr/>
            <p:nvPr/>
          </p:nvSpPr>
          <p:spPr>
            <a:xfrm>
              <a:off x="392692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pg249"/>
            <p:cNvSpPr/>
            <p:nvPr/>
          </p:nvSpPr>
          <p:spPr>
            <a:xfrm>
              <a:off x="425267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pg250"/>
            <p:cNvSpPr/>
            <p:nvPr/>
          </p:nvSpPr>
          <p:spPr>
            <a:xfrm>
              <a:off x="433411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pg251"/>
            <p:cNvSpPr/>
            <p:nvPr/>
          </p:nvSpPr>
          <p:spPr>
            <a:xfrm>
              <a:off x="441554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pg252"/>
            <p:cNvSpPr/>
            <p:nvPr/>
          </p:nvSpPr>
          <p:spPr>
            <a:xfrm>
              <a:off x="449698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pg253"/>
            <p:cNvSpPr/>
            <p:nvPr/>
          </p:nvSpPr>
          <p:spPr>
            <a:xfrm>
              <a:off x="457842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pg254"/>
            <p:cNvSpPr/>
            <p:nvPr/>
          </p:nvSpPr>
          <p:spPr>
            <a:xfrm>
              <a:off x="465985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pg255"/>
            <p:cNvSpPr/>
            <p:nvPr/>
          </p:nvSpPr>
          <p:spPr>
            <a:xfrm>
              <a:off x="474129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pg256"/>
            <p:cNvSpPr/>
            <p:nvPr/>
          </p:nvSpPr>
          <p:spPr>
            <a:xfrm>
              <a:off x="278680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pg257"/>
            <p:cNvSpPr/>
            <p:nvPr/>
          </p:nvSpPr>
          <p:spPr>
            <a:xfrm>
              <a:off x="286824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pg258"/>
            <p:cNvSpPr/>
            <p:nvPr/>
          </p:nvSpPr>
          <p:spPr>
            <a:xfrm>
              <a:off x="294967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pg259"/>
            <p:cNvSpPr/>
            <p:nvPr/>
          </p:nvSpPr>
          <p:spPr>
            <a:xfrm>
              <a:off x="3031116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pg260"/>
            <p:cNvSpPr/>
            <p:nvPr/>
          </p:nvSpPr>
          <p:spPr>
            <a:xfrm>
              <a:off x="311255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pg261"/>
            <p:cNvSpPr/>
            <p:nvPr/>
          </p:nvSpPr>
          <p:spPr>
            <a:xfrm>
              <a:off x="319399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pg262"/>
            <p:cNvSpPr/>
            <p:nvPr/>
          </p:nvSpPr>
          <p:spPr>
            <a:xfrm>
              <a:off x="327542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pg263"/>
            <p:cNvSpPr/>
            <p:nvPr/>
          </p:nvSpPr>
          <p:spPr>
            <a:xfrm>
              <a:off x="335686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pg264"/>
            <p:cNvSpPr/>
            <p:nvPr/>
          </p:nvSpPr>
          <p:spPr>
            <a:xfrm>
              <a:off x="343830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pg265"/>
            <p:cNvSpPr/>
            <p:nvPr/>
          </p:nvSpPr>
          <p:spPr>
            <a:xfrm>
              <a:off x="351973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pg266"/>
            <p:cNvSpPr/>
            <p:nvPr/>
          </p:nvSpPr>
          <p:spPr>
            <a:xfrm>
              <a:off x="3601176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pg267"/>
            <p:cNvSpPr/>
            <p:nvPr/>
          </p:nvSpPr>
          <p:spPr>
            <a:xfrm>
              <a:off x="368261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pg268"/>
            <p:cNvSpPr/>
            <p:nvPr/>
          </p:nvSpPr>
          <p:spPr>
            <a:xfrm>
              <a:off x="376405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pg269"/>
            <p:cNvSpPr/>
            <p:nvPr/>
          </p:nvSpPr>
          <p:spPr>
            <a:xfrm>
              <a:off x="384548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pg270"/>
            <p:cNvSpPr/>
            <p:nvPr/>
          </p:nvSpPr>
          <p:spPr>
            <a:xfrm>
              <a:off x="392692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pg271"/>
            <p:cNvSpPr/>
            <p:nvPr/>
          </p:nvSpPr>
          <p:spPr>
            <a:xfrm>
              <a:off x="425267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pg272"/>
            <p:cNvSpPr/>
            <p:nvPr/>
          </p:nvSpPr>
          <p:spPr>
            <a:xfrm>
              <a:off x="433411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pg273"/>
            <p:cNvSpPr/>
            <p:nvPr/>
          </p:nvSpPr>
          <p:spPr>
            <a:xfrm>
              <a:off x="441554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pg274"/>
            <p:cNvSpPr/>
            <p:nvPr/>
          </p:nvSpPr>
          <p:spPr>
            <a:xfrm>
              <a:off x="449698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pg275"/>
            <p:cNvSpPr/>
            <p:nvPr/>
          </p:nvSpPr>
          <p:spPr>
            <a:xfrm>
              <a:off x="457842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pg276"/>
            <p:cNvSpPr/>
            <p:nvPr/>
          </p:nvSpPr>
          <p:spPr>
            <a:xfrm>
              <a:off x="465985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pg277"/>
            <p:cNvSpPr/>
            <p:nvPr/>
          </p:nvSpPr>
          <p:spPr>
            <a:xfrm>
              <a:off x="270536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pg278"/>
            <p:cNvSpPr/>
            <p:nvPr/>
          </p:nvSpPr>
          <p:spPr>
            <a:xfrm>
              <a:off x="278680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pg279"/>
            <p:cNvSpPr/>
            <p:nvPr/>
          </p:nvSpPr>
          <p:spPr>
            <a:xfrm>
              <a:off x="286824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pg280"/>
            <p:cNvSpPr/>
            <p:nvPr/>
          </p:nvSpPr>
          <p:spPr>
            <a:xfrm>
              <a:off x="294967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pg281"/>
            <p:cNvSpPr/>
            <p:nvPr/>
          </p:nvSpPr>
          <p:spPr>
            <a:xfrm>
              <a:off x="3031116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pg282"/>
            <p:cNvSpPr/>
            <p:nvPr/>
          </p:nvSpPr>
          <p:spPr>
            <a:xfrm>
              <a:off x="311255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pg283"/>
            <p:cNvSpPr/>
            <p:nvPr/>
          </p:nvSpPr>
          <p:spPr>
            <a:xfrm>
              <a:off x="319399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pg284"/>
            <p:cNvSpPr/>
            <p:nvPr/>
          </p:nvSpPr>
          <p:spPr>
            <a:xfrm>
              <a:off x="327542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pg285"/>
            <p:cNvSpPr/>
            <p:nvPr/>
          </p:nvSpPr>
          <p:spPr>
            <a:xfrm>
              <a:off x="335686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pg286"/>
            <p:cNvSpPr/>
            <p:nvPr/>
          </p:nvSpPr>
          <p:spPr>
            <a:xfrm>
              <a:off x="343830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pg287"/>
            <p:cNvSpPr/>
            <p:nvPr/>
          </p:nvSpPr>
          <p:spPr>
            <a:xfrm>
              <a:off x="351973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pg288"/>
            <p:cNvSpPr/>
            <p:nvPr/>
          </p:nvSpPr>
          <p:spPr>
            <a:xfrm>
              <a:off x="3601176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pg289"/>
            <p:cNvSpPr/>
            <p:nvPr/>
          </p:nvSpPr>
          <p:spPr>
            <a:xfrm>
              <a:off x="368261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pg290"/>
            <p:cNvSpPr/>
            <p:nvPr/>
          </p:nvSpPr>
          <p:spPr>
            <a:xfrm>
              <a:off x="376405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pg291"/>
            <p:cNvSpPr/>
            <p:nvPr/>
          </p:nvSpPr>
          <p:spPr>
            <a:xfrm>
              <a:off x="384548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pg292"/>
            <p:cNvSpPr/>
            <p:nvPr/>
          </p:nvSpPr>
          <p:spPr>
            <a:xfrm>
              <a:off x="392692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pg293"/>
            <p:cNvSpPr/>
            <p:nvPr/>
          </p:nvSpPr>
          <p:spPr>
            <a:xfrm>
              <a:off x="400836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pg294"/>
            <p:cNvSpPr/>
            <p:nvPr/>
          </p:nvSpPr>
          <p:spPr>
            <a:xfrm>
              <a:off x="425267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pg295"/>
            <p:cNvSpPr/>
            <p:nvPr/>
          </p:nvSpPr>
          <p:spPr>
            <a:xfrm>
              <a:off x="433411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pg296"/>
            <p:cNvSpPr/>
            <p:nvPr/>
          </p:nvSpPr>
          <p:spPr>
            <a:xfrm>
              <a:off x="441554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pg297"/>
            <p:cNvSpPr/>
            <p:nvPr/>
          </p:nvSpPr>
          <p:spPr>
            <a:xfrm>
              <a:off x="449698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pg298"/>
            <p:cNvSpPr/>
            <p:nvPr/>
          </p:nvSpPr>
          <p:spPr>
            <a:xfrm>
              <a:off x="457842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pg299"/>
            <p:cNvSpPr/>
            <p:nvPr/>
          </p:nvSpPr>
          <p:spPr>
            <a:xfrm>
              <a:off x="465985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pg300"/>
            <p:cNvSpPr/>
            <p:nvPr/>
          </p:nvSpPr>
          <p:spPr>
            <a:xfrm>
              <a:off x="270536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pg301"/>
            <p:cNvSpPr/>
            <p:nvPr/>
          </p:nvSpPr>
          <p:spPr>
            <a:xfrm>
              <a:off x="278680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pg302"/>
            <p:cNvSpPr/>
            <p:nvPr/>
          </p:nvSpPr>
          <p:spPr>
            <a:xfrm>
              <a:off x="286824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pg303"/>
            <p:cNvSpPr/>
            <p:nvPr/>
          </p:nvSpPr>
          <p:spPr>
            <a:xfrm>
              <a:off x="294967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pg304"/>
            <p:cNvSpPr/>
            <p:nvPr/>
          </p:nvSpPr>
          <p:spPr>
            <a:xfrm>
              <a:off x="3031116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pg305"/>
            <p:cNvSpPr/>
            <p:nvPr/>
          </p:nvSpPr>
          <p:spPr>
            <a:xfrm>
              <a:off x="3112553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pg306"/>
            <p:cNvSpPr/>
            <p:nvPr/>
          </p:nvSpPr>
          <p:spPr>
            <a:xfrm>
              <a:off x="319399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pg307"/>
            <p:cNvSpPr/>
            <p:nvPr/>
          </p:nvSpPr>
          <p:spPr>
            <a:xfrm>
              <a:off x="327542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pg308"/>
            <p:cNvSpPr/>
            <p:nvPr/>
          </p:nvSpPr>
          <p:spPr>
            <a:xfrm>
              <a:off x="335686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pg309"/>
            <p:cNvSpPr/>
            <p:nvPr/>
          </p:nvSpPr>
          <p:spPr>
            <a:xfrm>
              <a:off x="343830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pg310"/>
            <p:cNvSpPr/>
            <p:nvPr/>
          </p:nvSpPr>
          <p:spPr>
            <a:xfrm>
              <a:off x="351973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pg311"/>
            <p:cNvSpPr/>
            <p:nvPr/>
          </p:nvSpPr>
          <p:spPr>
            <a:xfrm>
              <a:off x="3601176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pg312"/>
            <p:cNvSpPr/>
            <p:nvPr/>
          </p:nvSpPr>
          <p:spPr>
            <a:xfrm>
              <a:off x="3682613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pg313"/>
            <p:cNvSpPr/>
            <p:nvPr/>
          </p:nvSpPr>
          <p:spPr>
            <a:xfrm>
              <a:off x="376405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pg314"/>
            <p:cNvSpPr/>
            <p:nvPr/>
          </p:nvSpPr>
          <p:spPr>
            <a:xfrm>
              <a:off x="384548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pg315"/>
            <p:cNvSpPr/>
            <p:nvPr/>
          </p:nvSpPr>
          <p:spPr>
            <a:xfrm>
              <a:off x="392692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pg316"/>
            <p:cNvSpPr/>
            <p:nvPr/>
          </p:nvSpPr>
          <p:spPr>
            <a:xfrm>
              <a:off x="400836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pg317"/>
            <p:cNvSpPr/>
            <p:nvPr/>
          </p:nvSpPr>
          <p:spPr>
            <a:xfrm>
              <a:off x="408979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pg318"/>
            <p:cNvSpPr/>
            <p:nvPr/>
          </p:nvSpPr>
          <p:spPr>
            <a:xfrm>
              <a:off x="433411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pg319"/>
            <p:cNvSpPr/>
            <p:nvPr/>
          </p:nvSpPr>
          <p:spPr>
            <a:xfrm>
              <a:off x="441554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pg320"/>
            <p:cNvSpPr/>
            <p:nvPr/>
          </p:nvSpPr>
          <p:spPr>
            <a:xfrm>
              <a:off x="449698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pg321"/>
            <p:cNvSpPr/>
            <p:nvPr/>
          </p:nvSpPr>
          <p:spPr>
            <a:xfrm>
              <a:off x="457842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pg322"/>
            <p:cNvSpPr/>
            <p:nvPr/>
          </p:nvSpPr>
          <p:spPr>
            <a:xfrm>
              <a:off x="465985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pg323"/>
            <p:cNvSpPr/>
            <p:nvPr/>
          </p:nvSpPr>
          <p:spPr>
            <a:xfrm>
              <a:off x="270536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pg324"/>
            <p:cNvSpPr/>
            <p:nvPr/>
          </p:nvSpPr>
          <p:spPr>
            <a:xfrm>
              <a:off x="278680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pg325"/>
            <p:cNvSpPr/>
            <p:nvPr/>
          </p:nvSpPr>
          <p:spPr>
            <a:xfrm>
              <a:off x="286824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pg326"/>
            <p:cNvSpPr/>
            <p:nvPr/>
          </p:nvSpPr>
          <p:spPr>
            <a:xfrm>
              <a:off x="294967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pg327"/>
            <p:cNvSpPr/>
            <p:nvPr/>
          </p:nvSpPr>
          <p:spPr>
            <a:xfrm>
              <a:off x="3031116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pg328"/>
            <p:cNvSpPr/>
            <p:nvPr/>
          </p:nvSpPr>
          <p:spPr>
            <a:xfrm>
              <a:off x="311255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pg329"/>
            <p:cNvSpPr/>
            <p:nvPr/>
          </p:nvSpPr>
          <p:spPr>
            <a:xfrm>
              <a:off x="319399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pg330"/>
            <p:cNvSpPr/>
            <p:nvPr/>
          </p:nvSpPr>
          <p:spPr>
            <a:xfrm>
              <a:off x="327542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pg331"/>
            <p:cNvSpPr/>
            <p:nvPr/>
          </p:nvSpPr>
          <p:spPr>
            <a:xfrm>
              <a:off x="335686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pg332"/>
            <p:cNvSpPr/>
            <p:nvPr/>
          </p:nvSpPr>
          <p:spPr>
            <a:xfrm>
              <a:off x="343830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pg333"/>
            <p:cNvSpPr/>
            <p:nvPr/>
          </p:nvSpPr>
          <p:spPr>
            <a:xfrm>
              <a:off x="351973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pg334"/>
            <p:cNvSpPr/>
            <p:nvPr/>
          </p:nvSpPr>
          <p:spPr>
            <a:xfrm>
              <a:off x="3601176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pg335"/>
            <p:cNvSpPr/>
            <p:nvPr/>
          </p:nvSpPr>
          <p:spPr>
            <a:xfrm>
              <a:off x="368261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pg336"/>
            <p:cNvSpPr/>
            <p:nvPr/>
          </p:nvSpPr>
          <p:spPr>
            <a:xfrm>
              <a:off x="376405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pg337"/>
            <p:cNvSpPr/>
            <p:nvPr/>
          </p:nvSpPr>
          <p:spPr>
            <a:xfrm>
              <a:off x="384548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pg338"/>
            <p:cNvSpPr/>
            <p:nvPr/>
          </p:nvSpPr>
          <p:spPr>
            <a:xfrm>
              <a:off x="392692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pg339"/>
            <p:cNvSpPr/>
            <p:nvPr/>
          </p:nvSpPr>
          <p:spPr>
            <a:xfrm>
              <a:off x="400836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pg340"/>
            <p:cNvSpPr/>
            <p:nvPr/>
          </p:nvSpPr>
          <p:spPr>
            <a:xfrm>
              <a:off x="408979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pg341"/>
            <p:cNvSpPr/>
            <p:nvPr/>
          </p:nvSpPr>
          <p:spPr>
            <a:xfrm>
              <a:off x="425267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pg342"/>
            <p:cNvSpPr/>
            <p:nvPr/>
          </p:nvSpPr>
          <p:spPr>
            <a:xfrm>
              <a:off x="433411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pg343"/>
            <p:cNvSpPr/>
            <p:nvPr/>
          </p:nvSpPr>
          <p:spPr>
            <a:xfrm>
              <a:off x="441554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pg344"/>
            <p:cNvSpPr/>
            <p:nvPr/>
          </p:nvSpPr>
          <p:spPr>
            <a:xfrm>
              <a:off x="449698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pg345"/>
            <p:cNvSpPr/>
            <p:nvPr/>
          </p:nvSpPr>
          <p:spPr>
            <a:xfrm>
              <a:off x="457842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pg346"/>
            <p:cNvSpPr/>
            <p:nvPr/>
          </p:nvSpPr>
          <p:spPr>
            <a:xfrm>
              <a:off x="465985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pg347"/>
            <p:cNvSpPr/>
            <p:nvPr/>
          </p:nvSpPr>
          <p:spPr>
            <a:xfrm>
              <a:off x="278680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pg348"/>
            <p:cNvSpPr/>
            <p:nvPr/>
          </p:nvSpPr>
          <p:spPr>
            <a:xfrm>
              <a:off x="286824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pg349"/>
            <p:cNvSpPr/>
            <p:nvPr/>
          </p:nvSpPr>
          <p:spPr>
            <a:xfrm>
              <a:off x="294967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pg350"/>
            <p:cNvSpPr/>
            <p:nvPr/>
          </p:nvSpPr>
          <p:spPr>
            <a:xfrm>
              <a:off x="303111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pg351"/>
            <p:cNvSpPr/>
            <p:nvPr/>
          </p:nvSpPr>
          <p:spPr>
            <a:xfrm>
              <a:off x="311255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pg352"/>
            <p:cNvSpPr/>
            <p:nvPr/>
          </p:nvSpPr>
          <p:spPr>
            <a:xfrm>
              <a:off x="319399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pg353"/>
            <p:cNvSpPr/>
            <p:nvPr/>
          </p:nvSpPr>
          <p:spPr>
            <a:xfrm>
              <a:off x="327542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pg354"/>
            <p:cNvSpPr/>
            <p:nvPr/>
          </p:nvSpPr>
          <p:spPr>
            <a:xfrm>
              <a:off x="335686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pg355"/>
            <p:cNvSpPr/>
            <p:nvPr/>
          </p:nvSpPr>
          <p:spPr>
            <a:xfrm>
              <a:off x="343830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pg356"/>
            <p:cNvSpPr/>
            <p:nvPr/>
          </p:nvSpPr>
          <p:spPr>
            <a:xfrm>
              <a:off x="351973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pg357"/>
            <p:cNvSpPr/>
            <p:nvPr/>
          </p:nvSpPr>
          <p:spPr>
            <a:xfrm>
              <a:off x="360117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pg358"/>
            <p:cNvSpPr/>
            <p:nvPr/>
          </p:nvSpPr>
          <p:spPr>
            <a:xfrm>
              <a:off x="368261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pg359"/>
            <p:cNvSpPr/>
            <p:nvPr/>
          </p:nvSpPr>
          <p:spPr>
            <a:xfrm>
              <a:off x="376405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pg360"/>
            <p:cNvSpPr/>
            <p:nvPr/>
          </p:nvSpPr>
          <p:spPr>
            <a:xfrm>
              <a:off x="384548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pg361"/>
            <p:cNvSpPr/>
            <p:nvPr/>
          </p:nvSpPr>
          <p:spPr>
            <a:xfrm>
              <a:off x="392692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pg362"/>
            <p:cNvSpPr/>
            <p:nvPr/>
          </p:nvSpPr>
          <p:spPr>
            <a:xfrm>
              <a:off x="400836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pg363"/>
            <p:cNvSpPr/>
            <p:nvPr/>
          </p:nvSpPr>
          <p:spPr>
            <a:xfrm>
              <a:off x="408979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pg364"/>
            <p:cNvSpPr/>
            <p:nvPr/>
          </p:nvSpPr>
          <p:spPr>
            <a:xfrm>
              <a:off x="417123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pg365"/>
            <p:cNvSpPr/>
            <p:nvPr/>
          </p:nvSpPr>
          <p:spPr>
            <a:xfrm>
              <a:off x="425267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pg366"/>
            <p:cNvSpPr/>
            <p:nvPr/>
          </p:nvSpPr>
          <p:spPr>
            <a:xfrm>
              <a:off x="433411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pg367"/>
            <p:cNvSpPr/>
            <p:nvPr/>
          </p:nvSpPr>
          <p:spPr>
            <a:xfrm>
              <a:off x="441554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pg368"/>
            <p:cNvSpPr/>
            <p:nvPr/>
          </p:nvSpPr>
          <p:spPr>
            <a:xfrm>
              <a:off x="449698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pg369"/>
            <p:cNvSpPr/>
            <p:nvPr/>
          </p:nvSpPr>
          <p:spPr>
            <a:xfrm>
              <a:off x="457842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pg370"/>
            <p:cNvSpPr/>
            <p:nvPr/>
          </p:nvSpPr>
          <p:spPr>
            <a:xfrm>
              <a:off x="465985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pg371"/>
            <p:cNvSpPr/>
            <p:nvPr/>
          </p:nvSpPr>
          <p:spPr>
            <a:xfrm>
              <a:off x="286824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pg372"/>
            <p:cNvSpPr/>
            <p:nvPr/>
          </p:nvSpPr>
          <p:spPr>
            <a:xfrm>
              <a:off x="294967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pg373"/>
            <p:cNvSpPr/>
            <p:nvPr/>
          </p:nvSpPr>
          <p:spPr>
            <a:xfrm>
              <a:off x="303111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pg374"/>
            <p:cNvSpPr/>
            <p:nvPr/>
          </p:nvSpPr>
          <p:spPr>
            <a:xfrm>
              <a:off x="311255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pg375"/>
            <p:cNvSpPr/>
            <p:nvPr/>
          </p:nvSpPr>
          <p:spPr>
            <a:xfrm>
              <a:off x="319399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pg376"/>
            <p:cNvSpPr/>
            <p:nvPr/>
          </p:nvSpPr>
          <p:spPr>
            <a:xfrm>
              <a:off x="327542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pg377"/>
            <p:cNvSpPr/>
            <p:nvPr/>
          </p:nvSpPr>
          <p:spPr>
            <a:xfrm>
              <a:off x="335686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pg378"/>
            <p:cNvSpPr/>
            <p:nvPr/>
          </p:nvSpPr>
          <p:spPr>
            <a:xfrm>
              <a:off x="343830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pg379"/>
            <p:cNvSpPr/>
            <p:nvPr/>
          </p:nvSpPr>
          <p:spPr>
            <a:xfrm>
              <a:off x="351973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pg380"/>
            <p:cNvSpPr/>
            <p:nvPr/>
          </p:nvSpPr>
          <p:spPr>
            <a:xfrm>
              <a:off x="360117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pg381"/>
            <p:cNvSpPr/>
            <p:nvPr/>
          </p:nvSpPr>
          <p:spPr>
            <a:xfrm>
              <a:off x="368261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pg382"/>
            <p:cNvSpPr/>
            <p:nvPr/>
          </p:nvSpPr>
          <p:spPr>
            <a:xfrm>
              <a:off x="376405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pg383"/>
            <p:cNvSpPr/>
            <p:nvPr/>
          </p:nvSpPr>
          <p:spPr>
            <a:xfrm>
              <a:off x="384548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pg384"/>
            <p:cNvSpPr/>
            <p:nvPr/>
          </p:nvSpPr>
          <p:spPr>
            <a:xfrm>
              <a:off x="392692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pg385"/>
            <p:cNvSpPr/>
            <p:nvPr/>
          </p:nvSpPr>
          <p:spPr>
            <a:xfrm>
              <a:off x="400836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pg386"/>
            <p:cNvSpPr/>
            <p:nvPr/>
          </p:nvSpPr>
          <p:spPr>
            <a:xfrm>
              <a:off x="408979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pg387"/>
            <p:cNvSpPr/>
            <p:nvPr/>
          </p:nvSpPr>
          <p:spPr>
            <a:xfrm>
              <a:off x="417123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pg388"/>
            <p:cNvSpPr/>
            <p:nvPr/>
          </p:nvSpPr>
          <p:spPr>
            <a:xfrm>
              <a:off x="425267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pg389"/>
            <p:cNvSpPr/>
            <p:nvPr/>
          </p:nvSpPr>
          <p:spPr>
            <a:xfrm>
              <a:off x="433411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pg390"/>
            <p:cNvSpPr/>
            <p:nvPr/>
          </p:nvSpPr>
          <p:spPr>
            <a:xfrm>
              <a:off x="441554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pg391"/>
            <p:cNvSpPr/>
            <p:nvPr/>
          </p:nvSpPr>
          <p:spPr>
            <a:xfrm>
              <a:off x="449698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pg392"/>
            <p:cNvSpPr/>
            <p:nvPr/>
          </p:nvSpPr>
          <p:spPr>
            <a:xfrm>
              <a:off x="457842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pg393"/>
            <p:cNvSpPr/>
            <p:nvPr/>
          </p:nvSpPr>
          <p:spPr>
            <a:xfrm>
              <a:off x="286824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pg394"/>
            <p:cNvSpPr/>
            <p:nvPr/>
          </p:nvSpPr>
          <p:spPr>
            <a:xfrm>
              <a:off x="294967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pg395"/>
            <p:cNvSpPr/>
            <p:nvPr/>
          </p:nvSpPr>
          <p:spPr>
            <a:xfrm>
              <a:off x="303111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pg396"/>
            <p:cNvSpPr/>
            <p:nvPr/>
          </p:nvSpPr>
          <p:spPr>
            <a:xfrm>
              <a:off x="311255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pg397"/>
            <p:cNvSpPr/>
            <p:nvPr/>
          </p:nvSpPr>
          <p:spPr>
            <a:xfrm>
              <a:off x="319399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pg398"/>
            <p:cNvSpPr/>
            <p:nvPr/>
          </p:nvSpPr>
          <p:spPr>
            <a:xfrm>
              <a:off x="327542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pg399"/>
            <p:cNvSpPr/>
            <p:nvPr/>
          </p:nvSpPr>
          <p:spPr>
            <a:xfrm>
              <a:off x="335686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pg400"/>
            <p:cNvSpPr/>
            <p:nvPr/>
          </p:nvSpPr>
          <p:spPr>
            <a:xfrm>
              <a:off x="343830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pg401"/>
            <p:cNvSpPr/>
            <p:nvPr/>
          </p:nvSpPr>
          <p:spPr>
            <a:xfrm>
              <a:off x="351973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pg402"/>
            <p:cNvSpPr/>
            <p:nvPr/>
          </p:nvSpPr>
          <p:spPr>
            <a:xfrm>
              <a:off x="360117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pg403"/>
            <p:cNvSpPr/>
            <p:nvPr/>
          </p:nvSpPr>
          <p:spPr>
            <a:xfrm>
              <a:off x="368261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pg404"/>
            <p:cNvSpPr/>
            <p:nvPr/>
          </p:nvSpPr>
          <p:spPr>
            <a:xfrm>
              <a:off x="376405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pg405"/>
            <p:cNvSpPr/>
            <p:nvPr/>
          </p:nvSpPr>
          <p:spPr>
            <a:xfrm>
              <a:off x="384548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pg406"/>
            <p:cNvSpPr/>
            <p:nvPr/>
          </p:nvSpPr>
          <p:spPr>
            <a:xfrm>
              <a:off x="392692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pg407"/>
            <p:cNvSpPr/>
            <p:nvPr/>
          </p:nvSpPr>
          <p:spPr>
            <a:xfrm>
              <a:off x="400836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pg408"/>
            <p:cNvSpPr/>
            <p:nvPr/>
          </p:nvSpPr>
          <p:spPr>
            <a:xfrm>
              <a:off x="408979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pg409"/>
            <p:cNvSpPr/>
            <p:nvPr/>
          </p:nvSpPr>
          <p:spPr>
            <a:xfrm>
              <a:off x="417123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pg410"/>
            <p:cNvSpPr/>
            <p:nvPr/>
          </p:nvSpPr>
          <p:spPr>
            <a:xfrm>
              <a:off x="425267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pg411"/>
            <p:cNvSpPr/>
            <p:nvPr/>
          </p:nvSpPr>
          <p:spPr>
            <a:xfrm>
              <a:off x="433411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pg412"/>
            <p:cNvSpPr/>
            <p:nvPr/>
          </p:nvSpPr>
          <p:spPr>
            <a:xfrm>
              <a:off x="441554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pg413"/>
            <p:cNvSpPr/>
            <p:nvPr/>
          </p:nvSpPr>
          <p:spPr>
            <a:xfrm>
              <a:off x="449698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pg414"/>
            <p:cNvSpPr/>
            <p:nvPr/>
          </p:nvSpPr>
          <p:spPr>
            <a:xfrm>
              <a:off x="303111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pg415"/>
            <p:cNvSpPr/>
            <p:nvPr/>
          </p:nvSpPr>
          <p:spPr>
            <a:xfrm>
              <a:off x="311255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pg416"/>
            <p:cNvSpPr/>
            <p:nvPr/>
          </p:nvSpPr>
          <p:spPr>
            <a:xfrm>
              <a:off x="319399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pg417"/>
            <p:cNvSpPr/>
            <p:nvPr/>
          </p:nvSpPr>
          <p:spPr>
            <a:xfrm>
              <a:off x="327542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pg418"/>
            <p:cNvSpPr/>
            <p:nvPr/>
          </p:nvSpPr>
          <p:spPr>
            <a:xfrm>
              <a:off x="3356864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pg419"/>
            <p:cNvSpPr/>
            <p:nvPr/>
          </p:nvSpPr>
          <p:spPr>
            <a:xfrm>
              <a:off x="3438301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pg420"/>
            <p:cNvSpPr/>
            <p:nvPr/>
          </p:nvSpPr>
          <p:spPr>
            <a:xfrm>
              <a:off x="3519738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pg421"/>
            <p:cNvSpPr/>
            <p:nvPr/>
          </p:nvSpPr>
          <p:spPr>
            <a:xfrm>
              <a:off x="360117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pg422"/>
            <p:cNvSpPr/>
            <p:nvPr/>
          </p:nvSpPr>
          <p:spPr>
            <a:xfrm>
              <a:off x="368261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pg423"/>
            <p:cNvSpPr/>
            <p:nvPr/>
          </p:nvSpPr>
          <p:spPr>
            <a:xfrm>
              <a:off x="376405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pg424"/>
            <p:cNvSpPr/>
            <p:nvPr/>
          </p:nvSpPr>
          <p:spPr>
            <a:xfrm>
              <a:off x="384548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pg425"/>
            <p:cNvSpPr/>
            <p:nvPr/>
          </p:nvSpPr>
          <p:spPr>
            <a:xfrm>
              <a:off x="3926924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pg426"/>
            <p:cNvSpPr/>
            <p:nvPr/>
          </p:nvSpPr>
          <p:spPr>
            <a:xfrm>
              <a:off x="4008361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pg427"/>
            <p:cNvSpPr/>
            <p:nvPr/>
          </p:nvSpPr>
          <p:spPr>
            <a:xfrm>
              <a:off x="4089798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pg428"/>
            <p:cNvSpPr/>
            <p:nvPr/>
          </p:nvSpPr>
          <p:spPr>
            <a:xfrm>
              <a:off x="417123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pg429"/>
            <p:cNvSpPr/>
            <p:nvPr/>
          </p:nvSpPr>
          <p:spPr>
            <a:xfrm>
              <a:off x="425267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pg430"/>
            <p:cNvSpPr/>
            <p:nvPr/>
          </p:nvSpPr>
          <p:spPr>
            <a:xfrm>
              <a:off x="433411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pg431"/>
            <p:cNvSpPr/>
            <p:nvPr/>
          </p:nvSpPr>
          <p:spPr>
            <a:xfrm>
              <a:off x="441554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pg432"/>
            <p:cNvSpPr/>
            <p:nvPr/>
          </p:nvSpPr>
          <p:spPr>
            <a:xfrm>
              <a:off x="311255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pg433"/>
            <p:cNvSpPr/>
            <p:nvPr/>
          </p:nvSpPr>
          <p:spPr>
            <a:xfrm>
              <a:off x="319399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pg434"/>
            <p:cNvSpPr/>
            <p:nvPr/>
          </p:nvSpPr>
          <p:spPr>
            <a:xfrm>
              <a:off x="3275427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pg435"/>
            <p:cNvSpPr/>
            <p:nvPr/>
          </p:nvSpPr>
          <p:spPr>
            <a:xfrm>
              <a:off x="3356864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pg436"/>
            <p:cNvSpPr/>
            <p:nvPr/>
          </p:nvSpPr>
          <p:spPr>
            <a:xfrm>
              <a:off x="3438301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pg437"/>
            <p:cNvSpPr/>
            <p:nvPr/>
          </p:nvSpPr>
          <p:spPr>
            <a:xfrm>
              <a:off x="3519738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pg438"/>
            <p:cNvSpPr/>
            <p:nvPr/>
          </p:nvSpPr>
          <p:spPr>
            <a:xfrm>
              <a:off x="3601176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pg439"/>
            <p:cNvSpPr/>
            <p:nvPr/>
          </p:nvSpPr>
          <p:spPr>
            <a:xfrm>
              <a:off x="368261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pg440"/>
            <p:cNvSpPr/>
            <p:nvPr/>
          </p:nvSpPr>
          <p:spPr>
            <a:xfrm>
              <a:off x="376405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pg441"/>
            <p:cNvSpPr/>
            <p:nvPr/>
          </p:nvSpPr>
          <p:spPr>
            <a:xfrm>
              <a:off x="3845487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pg442"/>
            <p:cNvSpPr/>
            <p:nvPr/>
          </p:nvSpPr>
          <p:spPr>
            <a:xfrm>
              <a:off x="3926924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pg443"/>
            <p:cNvSpPr/>
            <p:nvPr/>
          </p:nvSpPr>
          <p:spPr>
            <a:xfrm>
              <a:off x="4008361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pg444"/>
            <p:cNvSpPr/>
            <p:nvPr/>
          </p:nvSpPr>
          <p:spPr>
            <a:xfrm>
              <a:off x="4089798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pg445"/>
            <p:cNvSpPr/>
            <p:nvPr/>
          </p:nvSpPr>
          <p:spPr>
            <a:xfrm>
              <a:off x="4171236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pg446"/>
            <p:cNvSpPr/>
            <p:nvPr/>
          </p:nvSpPr>
          <p:spPr>
            <a:xfrm>
              <a:off x="425267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pg447"/>
            <p:cNvSpPr/>
            <p:nvPr/>
          </p:nvSpPr>
          <p:spPr>
            <a:xfrm>
              <a:off x="433411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pg448"/>
            <p:cNvSpPr/>
            <p:nvPr/>
          </p:nvSpPr>
          <p:spPr>
            <a:xfrm>
              <a:off x="319399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pg449"/>
            <p:cNvSpPr/>
            <p:nvPr/>
          </p:nvSpPr>
          <p:spPr>
            <a:xfrm>
              <a:off x="3275427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pg450"/>
            <p:cNvSpPr/>
            <p:nvPr/>
          </p:nvSpPr>
          <p:spPr>
            <a:xfrm>
              <a:off x="3356864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pg451"/>
            <p:cNvSpPr/>
            <p:nvPr/>
          </p:nvSpPr>
          <p:spPr>
            <a:xfrm>
              <a:off x="3438301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pg452"/>
            <p:cNvSpPr/>
            <p:nvPr/>
          </p:nvSpPr>
          <p:spPr>
            <a:xfrm>
              <a:off x="3519738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pg453"/>
            <p:cNvSpPr/>
            <p:nvPr/>
          </p:nvSpPr>
          <p:spPr>
            <a:xfrm>
              <a:off x="3601176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pg454"/>
            <p:cNvSpPr/>
            <p:nvPr/>
          </p:nvSpPr>
          <p:spPr>
            <a:xfrm>
              <a:off x="3682613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pg455"/>
            <p:cNvSpPr/>
            <p:nvPr/>
          </p:nvSpPr>
          <p:spPr>
            <a:xfrm>
              <a:off x="376405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pg456"/>
            <p:cNvSpPr/>
            <p:nvPr/>
          </p:nvSpPr>
          <p:spPr>
            <a:xfrm>
              <a:off x="3845487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pg457"/>
            <p:cNvSpPr/>
            <p:nvPr/>
          </p:nvSpPr>
          <p:spPr>
            <a:xfrm>
              <a:off x="3926924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pg458"/>
            <p:cNvSpPr/>
            <p:nvPr/>
          </p:nvSpPr>
          <p:spPr>
            <a:xfrm>
              <a:off x="4008361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pg459"/>
            <p:cNvSpPr/>
            <p:nvPr/>
          </p:nvSpPr>
          <p:spPr>
            <a:xfrm>
              <a:off x="4089798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pg460"/>
            <p:cNvSpPr/>
            <p:nvPr/>
          </p:nvSpPr>
          <p:spPr>
            <a:xfrm>
              <a:off x="4171236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pg461"/>
            <p:cNvSpPr/>
            <p:nvPr/>
          </p:nvSpPr>
          <p:spPr>
            <a:xfrm>
              <a:off x="4252673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pg462"/>
            <p:cNvSpPr/>
            <p:nvPr/>
          </p:nvSpPr>
          <p:spPr>
            <a:xfrm>
              <a:off x="433411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pg463"/>
            <p:cNvSpPr/>
            <p:nvPr/>
          </p:nvSpPr>
          <p:spPr>
            <a:xfrm>
              <a:off x="286824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pg464"/>
            <p:cNvSpPr/>
            <p:nvPr/>
          </p:nvSpPr>
          <p:spPr>
            <a:xfrm>
              <a:off x="294967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pg465"/>
            <p:cNvSpPr/>
            <p:nvPr/>
          </p:nvSpPr>
          <p:spPr>
            <a:xfrm>
              <a:off x="303111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pg466"/>
            <p:cNvSpPr/>
            <p:nvPr/>
          </p:nvSpPr>
          <p:spPr>
            <a:xfrm>
              <a:off x="311255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pg467"/>
            <p:cNvSpPr/>
            <p:nvPr/>
          </p:nvSpPr>
          <p:spPr>
            <a:xfrm>
              <a:off x="3193990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pg468"/>
            <p:cNvSpPr/>
            <p:nvPr/>
          </p:nvSpPr>
          <p:spPr>
            <a:xfrm>
              <a:off x="3275427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pg469"/>
            <p:cNvSpPr/>
            <p:nvPr/>
          </p:nvSpPr>
          <p:spPr>
            <a:xfrm>
              <a:off x="3356864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pg470"/>
            <p:cNvSpPr/>
            <p:nvPr/>
          </p:nvSpPr>
          <p:spPr>
            <a:xfrm>
              <a:off x="343830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pg471"/>
            <p:cNvSpPr/>
            <p:nvPr/>
          </p:nvSpPr>
          <p:spPr>
            <a:xfrm>
              <a:off x="351973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pg472"/>
            <p:cNvSpPr/>
            <p:nvPr/>
          </p:nvSpPr>
          <p:spPr>
            <a:xfrm>
              <a:off x="360117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pg473"/>
            <p:cNvSpPr/>
            <p:nvPr/>
          </p:nvSpPr>
          <p:spPr>
            <a:xfrm>
              <a:off x="368261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pg474"/>
            <p:cNvSpPr/>
            <p:nvPr/>
          </p:nvSpPr>
          <p:spPr>
            <a:xfrm>
              <a:off x="3764050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pg475"/>
            <p:cNvSpPr/>
            <p:nvPr/>
          </p:nvSpPr>
          <p:spPr>
            <a:xfrm>
              <a:off x="3845487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pg476"/>
            <p:cNvSpPr/>
            <p:nvPr/>
          </p:nvSpPr>
          <p:spPr>
            <a:xfrm>
              <a:off x="3926924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pg477"/>
            <p:cNvSpPr/>
            <p:nvPr/>
          </p:nvSpPr>
          <p:spPr>
            <a:xfrm>
              <a:off x="400836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pg478"/>
            <p:cNvSpPr/>
            <p:nvPr/>
          </p:nvSpPr>
          <p:spPr>
            <a:xfrm>
              <a:off x="408979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pg479"/>
            <p:cNvSpPr/>
            <p:nvPr/>
          </p:nvSpPr>
          <p:spPr>
            <a:xfrm>
              <a:off x="417123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pg480"/>
            <p:cNvSpPr/>
            <p:nvPr/>
          </p:nvSpPr>
          <p:spPr>
            <a:xfrm>
              <a:off x="425267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pg481"/>
            <p:cNvSpPr/>
            <p:nvPr/>
          </p:nvSpPr>
          <p:spPr>
            <a:xfrm>
              <a:off x="278680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pg482"/>
            <p:cNvSpPr/>
            <p:nvPr/>
          </p:nvSpPr>
          <p:spPr>
            <a:xfrm>
              <a:off x="286824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pg483"/>
            <p:cNvSpPr/>
            <p:nvPr/>
          </p:nvSpPr>
          <p:spPr>
            <a:xfrm>
              <a:off x="294967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pg484"/>
            <p:cNvSpPr/>
            <p:nvPr/>
          </p:nvSpPr>
          <p:spPr>
            <a:xfrm>
              <a:off x="303111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pg485"/>
            <p:cNvSpPr/>
            <p:nvPr/>
          </p:nvSpPr>
          <p:spPr>
            <a:xfrm>
              <a:off x="311255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pg486"/>
            <p:cNvSpPr/>
            <p:nvPr/>
          </p:nvSpPr>
          <p:spPr>
            <a:xfrm>
              <a:off x="3193990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pg487"/>
            <p:cNvSpPr/>
            <p:nvPr/>
          </p:nvSpPr>
          <p:spPr>
            <a:xfrm>
              <a:off x="3275427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pg488"/>
            <p:cNvSpPr/>
            <p:nvPr/>
          </p:nvSpPr>
          <p:spPr>
            <a:xfrm>
              <a:off x="335686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pg489"/>
            <p:cNvSpPr/>
            <p:nvPr/>
          </p:nvSpPr>
          <p:spPr>
            <a:xfrm>
              <a:off x="343830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pg490"/>
            <p:cNvSpPr/>
            <p:nvPr/>
          </p:nvSpPr>
          <p:spPr>
            <a:xfrm>
              <a:off x="351973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pg491"/>
            <p:cNvSpPr/>
            <p:nvPr/>
          </p:nvSpPr>
          <p:spPr>
            <a:xfrm>
              <a:off x="360117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pg492"/>
            <p:cNvSpPr/>
            <p:nvPr/>
          </p:nvSpPr>
          <p:spPr>
            <a:xfrm>
              <a:off x="368261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pg493"/>
            <p:cNvSpPr/>
            <p:nvPr/>
          </p:nvSpPr>
          <p:spPr>
            <a:xfrm>
              <a:off x="3764050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pg494"/>
            <p:cNvSpPr/>
            <p:nvPr/>
          </p:nvSpPr>
          <p:spPr>
            <a:xfrm>
              <a:off x="3845487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pg495"/>
            <p:cNvSpPr/>
            <p:nvPr/>
          </p:nvSpPr>
          <p:spPr>
            <a:xfrm>
              <a:off x="392692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pg496"/>
            <p:cNvSpPr/>
            <p:nvPr/>
          </p:nvSpPr>
          <p:spPr>
            <a:xfrm>
              <a:off x="400836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pg497"/>
            <p:cNvSpPr/>
            <p:nvPr/>
          </p:nvSpPr>
          <p:spPr>
            <a:xfrm>
              <a:off x="408979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pg498"/>
            <p:cNvSpPr/>
            <p:nvPr/>
          </p:nvSpPr>
          <p:spPr>
            <a:xfrm>
              <a:off x="417123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pg499"/>
            <p:cNvSpPr/>
            <p:nvPr/>
          </p:nvSpPr>
          <p:spPr>
            <a:xfrm>
              <a:off x="425267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pg500"/>
            <p:cNvSpPr/>
            <p:nvPr/>
          </p:nvSpPr>
          <p:spPr>
            <a:xfrm>
              <a:off x="278680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pg501"/>
            <p:cNvSpPr/>
            <p:nvPr/>
          </p:nvSpPr>
          <p:spPr>
            <a:xfrm>
              <a:off x="286824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pg502"/>
            <p:cNvSpPr/>
            <p:nvPr/>
          </p:nvSpPr>
          <p:spPr>
            <a:xfrm>
              <a:off x="294967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pg503"/>
            <p:cNvSpPr/>
            <p:nvPr/>
          </p:nvSpPr>
          <p:spPr>
            <a:xfrm>
              <a:off x="303111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pg504"/>
            <p:cNvSpPr/>
            <p:nvPr/>
          </p:nvSpPr>
          <p:spPr>
            <a:xfrm>
              <a:off x="3112553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pg505"/>
            <p:cNvSpPr/>
            <p:nvPr/>
          </p:nvSpPr>
          <p:spPr>
            <a:xfrm>
              <a:off x="3193990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pg506"/>
            <p:cNvSpPr/>
            <p:nvPr/>
          </p:nvSpPr>
          <p:spPr>
            <a:xfrm>
              <a:off x="3275427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pg507"/>
            <p:cNvSpPr/>
            <p:nvPr/>
          </p:nvSpPr>
          <p:spPr>
            <a:xfrm>
              <a:off x="335686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pg508"/>
            <p:cNvSpPr/>
            <p:nvPr/>
          </p:nvSpPr>
          <p:spPr>
            <a:xfrm>
              <a:off x="343830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pg509"/>
            <p:cNvSpPr/>
            <p:nvPr/>
          </p:nvSpPr>
          <p:spPr>
            <a:xfrm>
              <a:off x="351973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pg510"/>
            <p:cNvSpPr/>
            <p:nvPr/>
          </p:nvSpPr>
          <p:spPr>
            <a:xfrm>
              <a:off x="360117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pg511"/>
            <p:cNvSpPr/>
            <p:nvPr/>
          </p:nvSpPr>
          <p:spPr>
            <a:xfrm>
              <a:off x="3682613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pg512"/>
            <p:cNvSpPr/>
            <p:nvPr/>
          </p:nvSpPr>
          <p:spPr>
            <a:xfrm>
              <a:off x="3764050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pg513"/>
            <p:cNvSpPr/>
            <p:nvPr/>
          </p:nvSpPr>
          <p:spPr>
            <a:xfrm>
              <a:off x="3845487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pg514"/>
            <p:cNvSpPr/>
            <p:nvPr/>
          </p:nvSpPr>
          <p:spPr>
            <a:xfrm>
              <a:off x="392692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pg515"/>
            <p:cNvSpPr/>
            <p:nvPr/>
          </p:nvSpPr>
          <p:spPr>
            <a:xfrm>
              <a:off x="400836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pg516"/>
            <p:cNvSpPr/>
            <p:nvPr/>
          </p:nvSpPr>
          <p:spPr>
            <a:xfrm>
              <a:off x="408979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pg517"/>
            <p:cNvSpPr/>
            <p:nvPr/>
          </p:nvSpPr>
          <p:spPr>
            <a:xfrm>
              <a:off x="417123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pg518"/>
            <p:cNvSpPr/>
            <p:nvPr/>
          </p:nvSpPr>
          <p:spPr>
            <a:xfrm>
              <a:off x="278680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pg519"/>
            <p:cNvSpPr/>
            <p:nvPr/>
          </p:nvSpPr>
          <p:spPr>
            <a:xfrm>
              <a:off x="286824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pg520"/>
            <p:cNvSpPr/>
            <p:nvPr/>
          </p:nvSpPr>
          <p:spPr>
            <a:xfrm>
              <a:off x="294967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pg521"/>
            <p:cNvSpPr/>
            <p:nvPr/>
          </p:nvSpPr>
          <p:spPr>
            <a:xfrm>
              <a:off x="3031116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pg522"/>
            <p:cNvSpPr/>
            <p:nvPr/>
          </p:nvSpPr>
          <p:spPr>
            <a:xfrm>
              <a:off x="3112553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pg523"/>
            <p:cNvSpPr/>
            <p:nvPr/>
          </p:nvSpPr>
          <p:spPr>
            <a:xfrm>
              <a:off x="3193990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pg524"/>
            <p:cNvSpPr/>
            <p:nvPr/>
          </p:nvSpPr>
          <p:spPr>
            <a:xfrm>
              <a:off x="3275427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pg525"/>
            <p:cNvSpPr/>
            <p:nvPr/>
          </p:nvSpPr>
          <p:spPr>
            <a:xfrm>
              <a:off x="335686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pg526"/>
            <p:cNvSpPr/>
            <p:nvPr/>
          </p:nvSpPr>
          <p:spPr>
            <a:xfrm>
              <a:off x="343830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pg527"/>
            <p:cNvSpPr/>
            <p:nvPr/>
          </p:nvSpPr>
          <p:spPr>
            <a:xfrm>
              <a:off x="351973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pg528"/>
            <p:cNvSpPr/>
            <p:nvPr/>
          </p:nvSpPr>
          <p:spPr>
            <a:xfrm>
              <a:off x="3601176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pg529"/>
            <p:cNvSpPr/>
            <p:nvPr/>
          </p:nvSpPr>
          <p:spPr>
            <a:xfrm>
              <a:off x="3682613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pg530"/>
            <p:cNvSpPr/>
            <p:nvPr/>
          </p:nvSpPr>
          <p:spPr>
            <a:xfrm>
              <a:off x="3764050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pg531"/>
            <p:cNvSpPr/>
            <p:nvPr/>
          </p:nvSpPr>
          <p:spPr>
            <a:xfrm>
              <a:off x="3845487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pg532"/>
            <p:cNvSpPr/>
            <p:nvPr/>
          </p:nvSpPr>
          <p:spPr>
            <a:xfrm>
              <a:off x="392692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pg533"/>
            <p:cNvSpPr/>
            <p:nvPr/>
          </p:nvSpPr>
          <p:spPr>
            <a:xfrm>
              <a:off x="400836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pg534"/>
            <p:cNvSpPr/>
            <p:nvPr/>
          </p:nvSpPr>
          <p:spPr>
            <a:xfrm>
              <a:off x="408979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pg535"/>
            <p:cNvSpPr/>
            <p:nvPr/>
          </p:nvSpPr>
          <p:spPr>
            <a:xfrm>
              <a:off x="286824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pg536"/>
            <p:cNvSpPr/>
            <p:nvPr/>
          </p:nvSpPr>
          <p:spPr>
            <a:xfrm>
              <a:off x="2949678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pg537"/>
            <p:cNvSpPr/>
            <p:nvPr/>
          </p:nvSpPr>
          <p:spPr>
            <a:xfrm>
              <a:off x="3031116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pg538"/>
            <p:cNvSpPr/>
            <p:nvPr/>
          </p:nvSpPr>
          <p:spPr>
            <a:xfrm>
              <a:off x="3112553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pg539"/>
            <p:cNvSpPr/>
            <p:nvPr/>
          </p:nvSpPr>
          <p:spPr>
            <a:xfrm>
              <a:off x="3193990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pg540"/>
            <p:cNvSpPr/>
            <p:nvPr/>
          </p:nvSpPr>
          <p:spPr>
            <a:xfrm>
              <a:off x="3275427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pg541"/>
            <p:cNvSpPr/>
            <p:nvPr/>
          </p:nvSpPr>
          <p:spPr>
            <a:xfrm>
              <a:off x="3356864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pg542"/>
            <p:cNvSpPr/>
            <p:nvPr/>
          </p:nvSpPr>
          <p:spPr>
            <a:xfrm>
              <a:off x="343830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pg543"/>
            <p:cNvSpPr/>
            <p:nvPr/>
          </p:nvSpPr>
          <p:spPr>
            <a:xfrm>
              <a:off x="3519738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pg544"/>
            <p:cNvSpPr/>
            <p:nvPr/>
          </p:nvSpPr>
          <p:spPr>
            <a:xfrm>
              <a:off x="3601176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pg545"/>
            <p:cNvSpPr/>
            <p:nvPr/>
          </p:nvSpPr>
          <p:spPr>
            <a:xfrm>
              <a:off x="3682613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pg546"/>
            <p:cNvSpPr/>
            <p:nvPr/>
          </p:nvSpPr>
          <p:spPr>
            <a:xfrm>
              <a:off x="3764050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pg547"/>
            <p:cNvSpPr/>
            <p:nvPr/>
          </p:nvSpPr>
          <p:spPr>
            <a:xfrm>
              <a:off x="3845487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pg548"/>
            <p:cNvSpPr/>
            <p:nvPr/>
          </p:nvSpPr>
          <p:spPr>
            <a:xfrm>
              <a:off x="3926924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pg549"/>
            <p:cNvSpPr/>
            <p:nvPr/>
          </p:nvSpPr>
          <p:spPr>
            <a:xfrm>
              <a:off x="400836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pg550"/>
            <p:cNvSpPr/>
            <p:nvPr/>
          </p:nvSpPr>
          <p:spPr>
            <a:xfrm>
              <a:off x="3112553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pg551"/>
            <p:cNvSpPr/>
            <p:nvPr/>
          </p:nvSpPr>
          <p:spPr>
            <a:xfrm>
              <a:off x="3193990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pg552"/>
            <p:cNvSpPr/>
            <p:nvPr/>
          </p:nvSpPr>
          <p:spPr>
            <a:xfrm>
              <a:off x="3275427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pg553"/>
            <p:cNvSpPr/>
            <p:nvPr/>
          </p:nvSpPr>
          <p:spPr>
            <a:xfrm>
              <a:off x="3356864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pg554"/>
            <p:cNvSpPr/>
            <p:nvPr/>
          </p:nvSpPr>
          <p:spPr>
            <a:xfrm>
              <a:off x="3438301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pg555"/>
            <p:cNvSpPr/>
            <p:nvPr/>
          </p:nvSpPr>
          <p:spPr>
            <a:xfrm>
              <a:off x="3519738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pg556"/>
            <p:cNvSpPr/>
            <p:nvPr/>
          </p:nvSpPr>
          <p:spPr>
            <a:xfrm>
              <a:off x="3601176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pg557"/>
            <p:cNvSpPr/>
            <p:nvPr/>
          </p:nvSpPr>
          <p:spPr>
            <a:xfrm>
              <a:off x="3682613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pg558"/>
            <p:cNvSpPr/>
            <p:nvPr/>
          </p:nvSpPr>
          <p:spPr>
            <a:xfrm>
              <a:off x="3764050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pg559"/>
            <p:cNvSpPr/>
            <p:nvPr/>
          </p:nvSpPr>
          <p:spPr>
            <a:xfrm>
              <a:off x="3845487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pg560"/>
            <p:cNvSpPr/>
            <p:nvPr/>
          </p:nvSpPr>
          <p:spPr>
            <a:xfrm>
              <a:off x="3926924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pg561"/>
            <p:cNvSpPr/>
            <p:nvPr/>
          </p:nvSpPr>
          <p:spPr>
            <a:xfrm>
              <a:off x="4008361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pg562"/>
            <p:cNvSpPr/>
            <p:nvPr/>
          </p:nvSpPr>
          <p:spPr>
            <a:xfrm>
              <a:off x="3275427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pg563"/>
            <p:cNvSpPr/>
            <p:nvPr/>
          </p:nvSpPr>
          <p:spPr>
            <a:xfrm>
              <a:off x="3356864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pg564"/>
            <p:cNvSpPr/>
            <p:nvPr/>
          </p:nvSpPr>
          <p:spPr>
            <a:xfrm>
              <a:off x="3438301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pg565"/>
            <p:cNvSpPr/>
            <p:nvPr/>
          </p:nvSpPr>
          <p:spPr>
            <a:xfrm>
              <a:off x="3519738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pg566"/>
            <p:cNvSpPr/>
            <p:nvPr/>
          </p:nvSpPr>
          <p:spPr>
            <a:xfrm>
              <a:off x="3601176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pg567"/>
            <p:cNvSpPr/>
            <p:nvPr/>
          </p:nvSpPr>
          <p:spPr>
            <a:xfrm>
              <a:off x="3682613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pg568"/>
            <p:cNvSpPr/>
            <p:nvPr/>
          </p:nvSpPr>
          <p:spPr>
            <a:xfrm>
              <a:off x="3764050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pg569"/>
            <p:cNvSpPr/>
            <p:nvPr/>
          </p:nvSpPr>
          <p:spPr>
            <a:xfrm>
              <a:off x="3845487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pg570"/>
            <p:cNvSpPr/>
            <p:nvPr/>
          </p:nvSpPr>
          <p:spPr>
            <a:xfrm>
              <a:off x="3926924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pg571"/>
            <p:cNvSpPr/>
            <p:nvPr/>
          </p:nvSpPr>
          <p:spPr>
            <a:xfrm>
              <a:off x="4008361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pg572"/>
            <p:cNvSpPr/>
            <p:nvPr/>
          </p:nvSpPr>
          <p:spPr>
            <a:xfrm>
              <a:off x="3356864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pg573"/>
            <p:cNvSpPr/>
            <p:nvPr/>
          </p:nvSpPr>
          <p:spPr>
            <a:xfrm>
              <a:off x="3438301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pg574"/>
            <p:cNvSpPr/>
            <p:nvPr/>
          </p:nvSpPr>
          <p:spPr>
            <a:xfrm>
              <a:off x="3519738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pg575"/>
            <p:cNvSpPr/>
            <p:nvPr/>
          </p:nvSpPr>
          <p:spPr>
            <a:xfrm>
              <a:off x="3601176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pg576"/>
            <p:cNvSpPr/>
            <p:nvPr/>
          </p:nvSpPr>
          <p:spPr>
            <a:xfrm>
              <a:off x="3682613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pg577"/>
            <p:cNvSpPr/>
            <p:nvPr/>
          </p:nvSpPr>
          <p:spPr>
            <a:xfrm>
              <a:off x="3764050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pg578"/>
            <p:cNvSpPr/>
            <p:nvPr/>
          </p:nvSpPr>
          <p:spPr>
            <a:xfrm>
              <a:off x="3845487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pg579"/>
            <p:cNvSpPr/>
            <p:nvPr/>
          </p:nvSpPr>
          <p:spPr>
            <a:xfrm>
              <a:off x="3926924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pg580"/>
            <p:cNvSpPr/>
            <p:nvPr/>
          </p:nvSpPr>
          <p:spPr>
            <a:xfrm>
              <a:off x="4008361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pg581"/>
            <p:cNvSpPr/>
            <p:nvPr/>
          </p:nvSpPr>
          <p:spPr>
            <a:xfrm>
              <a:off x="3438301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pg582"/>
            <p:cNvSpPr/>
            <p:nvPr/>
          </p:nvSpPr>
          <p:spPr>
            <a:xfrm>
              <a:off x="3519738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pg583"/>
            <p:cNvSpPr/>
            <p:nvPr/>
          </p:nvSpPr>
          <p:spPr>
            <a:xfrm>
              <a:off x="3601176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pg584"/>
            <p:cNvSpPr/>
            <p:nvPr/>
          </p:nvSpPr>
          <p:spPr>
            <a:xfrm>
              <a:off x="3682613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pg585"/>
            <p:cNvSpPr/>
            <p:nvPr/>
          </p:nvSpPr>
          <p:spPr>
            <a:xfrm>
              <a:off x="3764050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pg586"/>
            <p:cNvSpPr/>
            <p:nvPr/>
          </p:nvSpPr>
          <p:spPr>
            <a:xfrm>
              <a:off x="3845487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pg587"/>
            <p:cNvSpPr/>
            <p:nvPr/>
          </p:nvSpPr>
          <p:spPr>
            <a:xfrm>
              <a:off x="3926924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pg588"/>
            <p:cNvSpPr/>
            <p:nvPr/>
          </p:nvSpPr>
          <p:spPr>
            <a:xfrm>
              <a:off x="4008361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pg589"/>
            <p:cNvSpPr/>
            <p:nvPr/>
          </p:nvSpPr>
          <p:spPr>
            <a:xfrm>
              <a:off x="4089798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pg590"/>
            <p:cNvSpPr/>
            <p:nvPr/>
          </p:nvSpPr>
          <p:spPr>
            <a:xfrm>
              <a:off x="3682613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pg591"/>
            <p:cNvSpPr/>
            <p:nvPr/>
          </p:nvSpPr>
          <p:spPr>
            <a:xfrm>
              <a:off x="3764050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pg592"/>
            <p:cNvSpPr/>
            <p:nvPr/>
          </p:nvSpPr>
          <p:spPr>
            <a:xfrm>
              <a:off x="3845487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pg593"/>
            <p:cNvSpPr/>
            <p:nvPr/>
          </p:nvSpPr>
          <p:spPr>
            <a:xfrm>
              <a:off x="3926924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pg594"/>
            <p:cNvSpPr/>
            <p:nvPr/>
          </p:nvSpPr>
          <p:spPr>
            <a:xfrm>
              <a:off x="4008361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pg595"/>
            <p:cNvSpPr/>
            <p:nvPr/>
          </p:nvSpPr>
          <p:spPr>
            <a:xfrm>
              <a:off x="4089798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pg596"/>
            <p:cNvSpPr/>
            <p:nvPr/>
          </p:nvSpPr>
          <p:spPr>
            <a:xfrm>
              <a:off x="3275427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pg597"/>
            <p:cNvSpPr/>
            <p:nvPr/>
          </p:nvSpPr>
          <p:spPr>
            <a:xfrm>
              <a:off x="3601176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pg598"/>
            <p:cNvSpPr/>
            <p:nvPr/>
          </p:nvSpPr>
          <p:spPr>
            <a:xfrm>
              <a:off x="3682613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pg599"/>
            <p:cNvSpPr/>
            <p:nvPr/>
          </p:nvSpPr>
          <p:spPr>
            <a:xfrm>
              <a:off x="3764050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pg600"/>
            <p:cNvSpPr/>
            <p:nvPr/>
          </p:nvSpPr>
          <p:spPr>
            <a:xfrm>
              <a:off x="3845487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pg601"/>
            <p:cNvSpPr/>
            <p:nvPr/>
          </p:nvSpPr>
          <p:spPr>
            <a:xfrm>
              <a:off x="3926924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pg602"/>
            <p:cNvSpPr/>
            <p:nvPr/>
          </p:nvSpPr>
          <p:spPr>
            <a:xfrm>
              <a:off x="4008361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pg603"/>
            <p:cNvSpPr/>
            <p:nvPr/>
          </p:nvSpPr>
          <p:spPr>
            <a:xfrm>
              <a:off x="4089798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pg604"/>
            <p:cNvSpPr/>
            <p:nvPr/>
          </p:nvSpPr>
          <p:spPr>
            <a:xfrm>
              <a:off x="3193990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pg605"/>
            <p:cNvSpPr/>
            <p:nvPr/>
          </p:nvSpPr>
          <p:spPr>
            <a:xfrm>
              <a:off x="3275427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pg606"/>
            <p:cNvSpPr/>
            <p:nvPr/>
          </p:nvSpPr>
          <p:spPr>
            <a:xfrm>
              <a:off x="3356864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pg607"/>
            <p:cNvSpPr/>
            <p:nvPr/>
          </p:nvSpPr>
          <p:spPr>
            <a:xfrm>
              <a:off x="3438301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pg608"/>
            <p:cNvSpPr/>
            <p:nvPr/>
          </p:nvSpPr>
          <p:spPr>
            <a:xfrm>
              <a:off x="3519738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pg609"/>
            <p:cNvSpPr/>
            <p:nvPr/>
          </p:nvSpPr>
          <p:spPr>
            <a:xfrm>
              <a:off x="3601176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pg610"/>
            <p:cNvSpPr/>
            <p:nvPr/>
          </p:nvSpPr>
          <p:spPr>
            <a:xfrm>
              <a:off x="3682613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pg611"/>
            <p:cNvSpPr/>
            <p:nvPr/>
          </p:nvSpPr>
          <p:spPr>
            <a:xfrm>
              <a:off x="3764050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pg612"/>
            <p:cNvSpPr/>
            <p:nvPr/>
          </p:nvSpPr>
          <p:spPr>
            <a:xfrm>
              <a:off x="3845487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pg613"/>
            <p:cNvSpPr/>
            <p:nvPr/>
          </p:nvSpPr>
          <p:spPr>
            <a:xfrm>
              <a:off x="3926924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pg614"/>
            <p:cNvSpPr/>
            <p:nvPr/>
          </p:nvSpPr>
          <p:spPr>
            <a:xfrm>
              <a:off x="4008361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pg615"/>
            <p:cNvSpPr/>
            <p:nvPr/>
          </p:nvSpPr>
          <p:spPr>
            <a:xfrm>
              <a:off x="4089798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pg616"/>
            <p:cNvSpPr/>
            <p:nvPr/>
          </p:nvSpPr>
          <p:spPr>
            <a:xfrm>
              <a:off x="3112553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pg617"/>
            <p:cNvSpPr/>
            <p:nvPr/>
          </p:nvSpPr>
          <p:spPr>
            <a:xfrm>
              <a:off x="3193990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pg618"/>
            <p:cNvSpPr/>
            <p:nvPr/>
          </p:nvSpPr>
          <p:spPr>
            <a:xfrm>
              <a:off x="3275427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pg619"/>
            <p:cNvSpPr/>
            <p:nvPr/>
          </p:nvSpPr>
          <p:spPr>
            <a:xfrm>
              <a:off x="3356864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pg620"/>
            <p:cNvSpPr/>
            <p:nvPr/>
          </p:nvSpPr>
          <p:spPr>
            <a:xfrm>
              <a:off x="3438301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pg621"/>
            <p:cNvSpPr/>
            <p:nvPr/>
          </p:nvSpPr>
          <p:spPr>
            <a:xfrm>
              <a:off x="3519738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pg622"/>
            <p:cNvSpPr/>
            <p:nvPr/>
          </p:nvSpPr>
          <p:spPr>
            <a:xfrm>
              <a:off x="3601176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pg623"/>
            <p:cNvSpPr/>
            <p:nvPr/>
          </p:nvSpPr>
          <p:spPr>
            <a:xfrm>
              <a:off x="3682613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pg624"/>
            <p:cNvSpPr/>
            <p:nvPr/>
          </p:nvSpPr>
          <p:spPr>
            <a:xfrm>
              <a:off x="3764050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pg625"/>
            <p:cNvSpPr/>
            <p:nvPr/>
          </p:nvSpPr>
          <p:spPr>
            <a:xfrm>
              <a:off x="3845487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pg626"/>
            <p:cNvSpPr/>
            <p:nvPr/>
          </p:nvSpPr>
          <p:spPr>
            <a:xfrm>
              <a:off x="3926924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pg627"/>
            <p:cNvSpPr/>
            <p:nvPr/>
          </p:nvSpPr>
          <p:spPr>
            <a:xfrm>
              <a:off x="4008361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pg628"/>
            <p:cNvSpPr/>
            <p:nvPr/>
          </p:nvSpPr>
          <p:spPr>
            <a:xfrm>
              <a:off x="4089798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pg629"/>
            <p:cNvSpPr/>
            <p:nvPr/>
          </p:nvSpPr>
          <p:spPr>
            <a:xfrm>
              <a:off x="4171236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pg630"/>
            <p:cNvSpPr/>
            <p:nvPr/>
          </p:nvSpPr>
          <p:spPr>
            <a:xfrm>
              <a:off x="311255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pg631"/>
            <p:cNvSpPr/>
            <p:nvPr/>
          </p:nvSpPr>
          <p:spPr>
            <a:xfrm>
              <a:off x="3193990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pg632"/>
            <p:cNvSpPr/>
            <p:nvPr/>
          </p:nvSpPr>
          <p:spPr>
            <a:xfrm>
              <a:off x="3275427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pg633"/>
            <p:cNvSpPr/>
            <p:nvPr/>
          </p:nvSpPr>
          <p:spPr>
            <a:xfrm>
              <a:off x="3356864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pg634"/>
            <p:cNvSpPr/>
            <p:nvPr/>
          </p:nvSpPr>
          <p:spPr>
            <a:xfrm>
              <a:off x="3438301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pg635"/>
            <p:cNvSpPr/>
            <p:nvPr/>
          </p:nvSpPr>
          <p:spPr>
            <a:xfrm>
              <a:off x="3519738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pg636"/>
            <p:cNvSpPr/>
            <p:nvPr/>
          </p:nvSpPr>
          <p:spPr>
            <a:xfrm>
              <a:off x="3601176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pg637"/>
            <p:cNvSpPr/>
            <p:nvPr/>
          </p:nvSpPr>
          <p:spPr>
            <a:xfrm>
              <a:off x="368261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pg638"/>
            <p:cNvSpPr/>
            <p:nvPr/>
          </p:nvSpPr>
          <p:spPr>
            <a:xfrm>
              <a:off x="3764050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pg639"/>
            <p:cNvSpPr/>
            <p:nvPr/>
          </p:nvSpPr>
          <p:spPr>
            <a:xfrm>
              <a:off x="3845487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pg640"/>
            <p:cNvSpPr/>
            <p:nvPr/>
          </p:nvSpPr>
          <p:spPr>
            <a:xfrm>
              <a:off x="3926924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pg641"/>
            <p:cNvSpPr/>
            <p:nvPr/>
          </p:nvSpPr>
          <p:spPr>
            <a:xfrm>
              <a:off x="4008361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pg642"/>
            <p:cNvSpPr/>
            <p:nvPr/>
          </p:nvSpPr>
          <p:spPr>
            <a:xfrm>
              <a:off x="4089798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pg643"/>
            <p:cNvSpPr/>
            <p:nvPr/>
          </p:nvSpPr>
          <p:spPr>
            <a:xfrm>
              <a:off x="4171236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pg644"/>
            <p:cNvSpPr/>
            <p:nvPr/>
          </p:nvSpPr>
          <p:spPr>
            <a:xfrm>
              <a:off x="425267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pg645"/>
            <p:cNvSpPr/>
            <p:nvPr/>
          </p:nvSpPr>
          <p:spPr>
            <a:xfrm>
              <a:off x="3112553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pg646"/>
            <p:cNvSpPr/>
            <p:nvPr/>
          </p:nvSpPr>
          <p:spPr>
            <a:xfrm>
              <a:off x="3193990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pg647"/>
            <p:cNvSpPr/>
            <p:nvPr/>
          </p:nvSpPr>
          <p:spPr>
            <a:xfrm>
              <a:off x="3275427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pg648"/>
            <p:cNvSpPr/>
            <p:nvPr/>
          </p:nvSpPr>
          <p:spPr>
            <a:xfrm>
              <a:off x="3356864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pg649"/>
            <p:cNvSpPr/>
            <p:nvPr/>
          </p:nvSpPr>
          <p:spPr>
            <a:xfrm>
              <a:off x="3438301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pg650"/>
            <p:cNvSpPr/>
            <p:nvPr/>
          </p:nvSpPr>
          <p:spPr>
            <a:xfrm>
              <a:off x="3519738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pg651"/>
            <p:cNvSpPr/>
            <p:nvPr/>
          </p:nvSpPr>
          <p:spPr>
            <a:xfrm>
              <a:off x="3601176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pg652"/>
            <p:cNvSpPr/>
            <p:nvPr/>
          </p:nvSpPr>
          <p:spPr>
            <a:xfrm>
              <a:off x="3682613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pg653"/>
            <p:cNvSpPr/>
            <p:nvPr/>
          </p:nvSpPr>
          <p:spPr>
            <a:xfrm>
              <a:off x="3764050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pg654"/>
            <p:cNvSpPr/>
            <p:nvPr/>
          </p:nvSpPr>
          <p:spPr>
            <a:xfrm>
              <a:off x="3845487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pg655"/>
            <p:cNvSpPr/>
            <p:nvPr/>
          </p:nvSpPr>
          <p:spPr>
            <a:xfrm>
              <a:off x="3926924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pg656"/>
            <p:cNvSpPr/>
            <p:nvPr/>
          </p:nvSpPr>
          <p:spPr>
            <a:xfrm>
              <a:off x="4008361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pg657"/>
            <p:cNvSpPr/>
            <p:nvPr/>
          </p:nvSpPr>
          <p:spPr>
            <a:xfrm>
              <a:off x="4089798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pg658"/>
            <p:cNvSpPr/>
            <p:nvPr/>
          </p:nvSpPr>
          <p:spPr>
            <a:xfrm>
              <a:off x="4171236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pg659"/>
            <p:cNvSpPr/>
            <p:nvPr/>
          </p:nvSpPr>
          <p:spPr>
            <a:xfrm>
              <a:off x="4252673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pg660"/>
            <p:cNvSpPr/>
            <p:nvPr/>
          </p:nvSpPr>
          <p:spPr>
            <a:xfrm>
              <a:off x="5284534" y="1853932"/>
              <a:ext cx="27605" cy="141906"/>
            </a:xfrm>
            <a:custGeom>
              <a:avLst/>
              <a:gdLst/>
              <a:ahLst/>
              <a:cxnLst/>
              <a:rect l="0" t="0" r="0" b="0"/>
              <a:pathLst>
                <a:path w="27605" h="141906">
                  <a:moveTo>
                    <a:pt x="25965" y="15142"/>
                  </a:moveTo>
                  <a:lnTo>
                    <a:pt x="3001" y="141906"/>
                  </a:lnTo>
                  <a:lnTo>
                    <a:pt x="0" y="103414"/>
                  </a:lnTo>
                  <a:lnTo>
                    <a:pt x="9634" y="0"/>
                  </a:lnTo>
                  <a:lnTo>
                    <a:pt x="2760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pg661"/>
            <p:cNvSpPr/>
            <p:nvPr/>
          </p:nvSpPr>
          <p:spPr>
            <a:xfrm>
              <a:off x="4217860" y="1853932"/>
              <a:ext cx="1042192" cy="937770"/>
            </a:xfrm>
            <a:custGeom>
              <a:avLst/>
              <a:gdLst/>
              <a:ahLst/>
              <a:cxnLst/>
              <a:rect l="0" t="0" r="0" b="0"/>
              <a:pathLst>
                <a:path w="1042192" h="937770">
                  <a:moveTo>
                    <a:pt x="1041757" y="966"/>
                  </a:moveTo>
                  <a:lnTo>
                    <a:pt x="998433" y="199714"/>
                  </a:lnTo>
                  <a:lnTo>
                    <a:pt x="938872" y="305648"/>
                  </a:lnTo>
                  <a:lnTo>
                    <a:pt x="884012" y="378917"/>
                  </a:lnTo>
                  <a:lnTo>
                    <a:pt x="827417" y="366805"/>
                  </a:lnTo>
                  <a:lnTo>
                    <a:pt x="840146" y="425026"/>
                  </a:lnTo>
                  <a:lnTo>
                    <a:pt x="824596" y="455352"/>
                  </a:lnTo>
                  <a:lnTo>
                    <a:pt x="811288" y="518619"/>
                  </a:lnTo>
                  <a:lnTo>
                    <a:pt x="777548" y="560552"/>
                  </a:lnTo>
                  <a:lnTo>
                    <a:pt x="745832" y="556515"/>
                  </a:lnTo>
                  <a:lnTo>
                    <a:pt x="700266" y="585419"/>
                  </a:lnTo>
                  <a:lnTo>
                    <a:pt x="682293" y="607532"/>
                  </a:lnTo>
                  <a:lnTo>
                    <a:pt x="680955" y="649879"/>
                  </a:lnTo>
                  <a:lnTo>
                    <a:pt x="650470" y="687132"/>
                  </a:lnTo>
                  <a:lnTo>
                    <a:pt x="540461" y="880650"/>
                  </a:lnTo>
                  <a:lnTo>
                    <a:pt x="444953" y="937770"/>
                  </a:lnTo>
                  <a:lnTo>
                    <a:pt x="422098" y="929465"/>
                  </a:lnTo>
                  <a:lnTo>
                    <a:pt x="447268" y="838120"/>
                  </a:lnTo>
                  <a:lnTo>
                    <a:pt x="464518" y="745766"/>
                  </a:lnTo>
                  <a:lnTo>
                    <a:pt x="406548" y="705576"/>
                  </a:lnTo>
                  <a:lnTo>
                    <a:pt x="351073" y="684334"/>
                  </a:lnTo>
                  <a:lnTo>
                    <a:pt x="287426" y="687132"/>
                  </a:lnTo>
                  <a:lnTo>
                    <a:pt x="217124" y="615332"/>
                  </a:lnTo>
                  <a:lnTo>
                    <a:pt x="126499" y="563121"/>
                  </a:lnTo>
                  <a:lnTo>
                    <a:pt x="0" y="421860"/>
                  </a:lnTo>
                  <a:lnTo>
                    <a:pt x="3688" y="382679"/>
                  </a:lnTo>
                  <a:lnTo>
                    <a:pt x="506" y="316935"/>
                  </a:lnTo>
                  <a:lnTo>
                    <a:pt x="38947" y="213064"/>
                  </a:lnTo>
                  <a:lnTo>
                    <a:pt x="75798" y="140438"/>
                  </a:lnTo>
                  <a:lnTo>
                    <a:pt x="126680" y="102817"/>
                  </a:lnTo>
                  <a:lnTo>
                    <a:pt x="274335" y="64508"/>
                  </a:lnTo>
                  <a:lnTo>
                    <a:pt x="311366" y="6884"/>
                  </a:lnTo>
                  <a:lnTo>
                    <a:pt x="314479" y="0"/>
                  </a:lnTo>
                  <a:lnTo>
                    <a:pt x="1042192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pg662"/>
            <p:cNvSpPr/>
            <p:nvPr/>
          </p:nvSpPr>
          <p:spPr>
            <a:xfrm>
              <a:off x="2490532" y="1853932"/>
              <a:ext cx="2088998" cy="3682871"/>
            </a:xfrm>
            <a:custGeom>
              <a:avLst/>
              <a:gdLst/>
              <a:ahLst/>
              <a:cxnLst/>
              <a:rect l="0" t="0" r="0" b="0"/>
              <a:pathLst>
                <a:path w="2088998" h="3682871">
                  <a:moveTo>
                    <a:pt x="1987487" y="41706"/>
                  </a:moveTo>
                  <a:lnTo>
                    <a:pt x="1877912" y="69968"/>
                  </a:lnTo>
                  <a:lnTo>
                    <a:pt x="1818858" y="101074"/>
                  </a:lnTo>
                  <a:lnTo>
                    <a:pt x="1771628" y="148650"/>
                  </a:lnTo>
                  <a:lnTo>
                    <a:pt x="1743674" y="208385"/>
                  </a:lnTo>
                  <a:lnTo>
                    <a:pt x="1680388" y="280369"/>
                  </a:lnTo>
                  <a:lnTo>
                    <a:pt x="1684836" y="328588"/>
                  </a:lnTo>
                  <a:lnTo>
                    <a:pt x="1695432" y="362859"/>
                  </a:lnTo>
                  <a:lnTo>
                    <a:pt x="1690550" y="434293"/>
                  </a:lnTo>
                  <a:lnTo>
                    <a:pt x="1730583" y="503937"/>
                  </a:lnTo>
                  <a:lnTo>
                    <a:pt x="1809961" y="618039"/>
                  </a:lnTo>
                  <a:lnTo>
                    <a:pt x="1825114" y="795269"/>
                  </a:lnTo>
                  <a:lnTo>
                    <a:pt x="1885687" y="913867"/>
                  </a:lnTo>
                  <a:lnTo>
                    <a:pt x="1978519" y="1052146"/>
                  </a:lnTo>
                  <a:lnTo>
                    <a:pt x="2049905" y="1091464"/>
                  </a:lnTo>
                  <a:lnTo>
                    <a:pt x="2053377" y="1142895"/>
                  </a:lnTo>
                  <a:lnTo>
                    <a:pt x="2020432" y="1227817"/>
                  </a:lnTo>
                  <a:lnTo>
                    <a:pt x="1977000" y="1266630"/>
                  </a:lnTo>
                  <a:lnTo>
                    <a:pt x="2033487" y="1258877"/>
                  </a:lnTo>
                  <a:lnTo>
                    <a:pt x="2061622" y="1278284"/>
                  </a:lnTo>
                  <a:lnTo>
                    <a:pt x="2088998" y="1349121"/>
                  </a:lnTo>
                  <a:lnTo>
                    <a:pt x="2086864" y="1421426"/>
                  </a:lnTo>
                  <a:lnTo>
                    <a:pt x="2077606" y="1462167"/>
                  </a:lnTo>
                  <a:lnTo>
                    <a:pt x="2060501" y="1478408"/>
                  </a:lnTo>
                  <a:lnTo>
                    <a:pt x="2061224" y="1436796"/>
                  </a:lnTo>
                  <a:lnTo>
                    <a:pt x="2049110" y="1422344"/>
                  </a:lnTo>
                  <a:lnTo>
                    <a:pt x="2029111" y="1440374"/>
                  </a:lnTo>
                  <a:lnTo>
                    <a:pt x="2016165" y="1460928"/>
                  </a:lnTo>
                  <a:lnTo>
                    <a:pt x="2010776" y="1541905"/>
                  </a:lnTo>
                  <a:lnTo>
                    <a:pt x="1997071" y="1582370"/>
                  </a:lnTo>
                  <a:lnTo>
                    <a:pt x="1948612" y="1594390"/>
                  </a:lnTo>
                  <a:lnTo>
                    <a:pt x="1899466" y="1700646"/>
                  </a:lnTo>
                  <a:lnTo>
                    <a:pt x="1853755" y="1760931"/>
                  </a:lnTo>
                  <a:lnTo>
                    <a:pt x="1673879" y="2168566"/>
                  </a:lnTo>
                  <a:lnTo>
                    <a:pt x="1680750" y="2236697"/>
                  </a:lnTo>
                  <a:lnTo>
                    <a:pt x="1647841" y="2258627"/>
                  </a:lnTo>
                  <a:lnTo>
                    <a:pt x="1598008" y="2276474"/>
                  </a:lnTo>
                  <a:lnTo>
                    <a:pt x="1547596" y="2317214"/>
                  </a:lnTo>
                  <a:lnTo>
                    <a:pt x="1514145" y="2362130"/>
                  </a:lnTo>
                  <a:lnTo>
                    <a:pt x="1483081" y="2482929"/>
                  </a:lnTo>
                  <a:lnTo>
                    <a:pt x="1423556" y="2618915"/>
                  </a:lnTo>
                  <a:lnTo>
                    <a:pt x="1386416" y="2562254"/>
                  </a:lnTo>
                  <a:lnTo>
                    <a:pt x="1376905" y="2513760"/>
                  </a:lnTo>
                  <a:lnTo>
                    <a:pt x="1393432" y="2387272"/>
                  </a:lnTo>
                  <a:lnTo>
                    <a:pt x="1457803" y="2179898"/>
                  </a:lnTo>
                  <a:lnTo>
                    <a:pt x="1528719" y="2050978"/>
                  </a:lnTo>
                  <a:lnTo>
                    <a:pt x="1582819" y="1989868"/>
                  </a:lnTo>
                  <a:lnTo>
                    <a:pt x="1627300" y="1865306"/>
                  </a:lnTo>
                  <a:lnTo>
                    <a:pt x="1571103" y="1846725"/>
                  </a:lnTo>
                  <a:lnTo>
                    <a:pt x="1485432" y="1848744"/>
                  </a:lnTo>
                  <a:lnTo>
                    <a:pt x="1501560" y="1791257"/>
                  </a:lnTo>
                  <a:lnTo>
                    <a:pt x="1526549" y="1740607"/>
                  </a:lnTo>
                  <a:lnTo>
                    <a:pt x="1481888" y="1690140"/>
                  </a:lnTo>
                  <a:lnTo>
                    <a:pt x="1455452" y="1683717"/>
                  </a:lnTo>
                  <a:lnTo>
                    <a:pt x="1428221" y="1663025"/>
                  </a:lnTo>
                  <a:lnTo>
                    <a:pt x="1460153" y="1621000"/>
                  </a:lnTo>
                  <a:lnTo>
                    <a:pt x="1475740" y="1576589"/>
                  </a:lnTo>
                  <a:lnTo>
                    <a:pt x="1466229" y="1522544"/>
                  </a:lnTo>
                  <a:lnTo>
                    <a:pt x="1479609" y="1481849"/>
                  </a:lnTo>
                  <a:lnTo>
                    <a:pt x="1457296" y="1487997"/>
                  </a:lnTo>
                  <a:lnTo>
                    <a:pt x="1421422" y="1531077"/>
                  </a:lnTo>
                  <a:lnTo>
                    <a:pt x="1399110" y="1548282"/>
                  </a:lnTo>
                  <a:lnTo>
                    <a:pt x="1385512" y="1510156"/>
                  </a:lnTo>
                  <a:lnTo>
                    <a:pt x="1369998" y="1518782"/>
                  </a:lnTo>
                  <a:lnTo>
                    <a:pt x="1359909" y="1544979"/>
                  </a:lnTo>
                  <a:lnTo>
                    <a:pt x="1337017" y="1559385"/>
                  </a:lnTo>
                  <a:lnTo>
                    <a:pt x="1288667" y="1523553"/>
                  </a:lnTo>
                  <a:lnTo>
                    <a:pt x="1218184" y="1482537"/>
                  </a:lnTo>
                  <a:lnTo>
                    <a:pt x="1178947" y="1411975"/>
                  </a:lnTo>
                  <a:lnTo>
                    <a:pt x="1156562" y="1357287"/>
                  </a:lnTo>
                  <a:lnTo>
                    <a:pt x="1179309" y="1258326"/>
                  </a:lnTo>
                  <a:lnTo>
                    <a:pt x="1228021" y="1240755"/>
                  </a:lnTo>
                  <a:lnTo>
                    <a:pt x="1291307" y="1256812"/>
                  </a:lnTo>
                  <a:lnTo>
                    <a:pt x="1374265" y="1256675"/>
                  </a:lnTo>
                  <a:lnTo>
                    <a:pt x="1362404" y="1234699"/>
                  </a:lnTo>
                  <a:lnTo>
                    <a:pt x="1332786" y="1238323"/>
                  </a:lnTo>
                  <a:lnTo>
                    <a:pt x="1245343" y="1158035"/>
                  </a:lnTo>
                  <a:lnTo>
                    <a:pt x="1217208" y="1109541"/>
                  </a:lnTo>
                  <a:lnTo>
                    <a:pt x="1168821" y="1096236"/>
                  </a:lnTo>
                  <a:lnTo>
                    <a:pt x="1146762" y="1142849"/>
                  </a:lnTo>
                  <a:lnTo>
                    <a:pt x="1122279" y="1155236"/>
                  </a:lnTo>
                  <a:lnTo>
                    <a:pt x="1152512" y="1053247"/>
                  </a:lnTo>
                  <a:lnTo>
                    <a:pt x="1192038" y="1049072"/>
                  </a:lnTo>
                  <a:lnTo>
                    <a:pt x="1250406" y="1020811"/>
                  </a:lnTo>
                  <a:lnTo>
                    <a:pt x="1233445" y="961764"/>
                  </a:lnTo>
                  <a:lnTo>
                    <a:pt x="1196595" y="935934"/>
                  </a:lnTo>
                  <a:lnTo>
                    <a:pt x="1130054" y="968325"/>
                  </a:lnTo>
                  <a:lnTo>
                    <a:pt x="1130850" y="926804"/>
                  </a:lnTo>
                  <a:lnTo>
                    <a:pt x="1143326" y="873631"/>
                  </a:lnTo>
                  <a:lnTo>
                    <a:pt x="1193485" y="873814"/>
                  </a:lnTo>
                  <a:lnTo>
                    <a:pt x="1237423" y="891156"/>
                  </a:lnTo>
                  <a:lnTo>
                    <a:pt x="1274816" y="805271"/>
                  </a:lnTo>
                  <a:lnTo>
                    <a:pt x="1276480" y="766916"/>
                  </a:lnTo>
                  <a:lnTo>
                    <a:pt x="1214351" y="822659"/>
                  </a:lnTo>
                  <a:lnTo>
                    <a:pt x="1200392" y="702410"/>
                  </a:lnTo>
                  <a:lnTo>
                    <a:pt x="1261544" y="586428"/>
                  </a:lnTo>
                  <a:lnTo>
                    <a:pt x="1319876" y="535869"/>
                  </a:lnTo>
                  <a:lnTo>
                    <a:pt x="1392745" y="537337"/>
                  </a:lnTo>
                  <a:lnTo>
                    <a:pt x="1466807" y="529171"/>
                  </a:lnTo>
                  <a:lnTo>
                    <a:pt x="1420338" y="507929"/>
                  </a:lnTo>
                  <a:lnTo>
                    <a:pt x="1372638" y="496413"/>
                  </a:lnTo>
                  <a:lnTo>
                    <a:pt x="1408476" y="450580"/>
                  </a:lnTo>
                  <a:lnTo>
                    <a:pt x="1439034" y="442368"/>
                  </a:lnTo>
                  <a:lnTo>
                    <a:pt x="1469050" y="402407"/>
                  </a:lnTo>
                  <a:lnTo>
                    <a:pt x="1396868" y="408326"/>
                  </a:lnTo>
                  <a:lnTo>
                    <a:pt x="1405366" y="332717"/>
                  </a:lnTo>
                  <a:lnTo>
                    <a:pt x="1370287" y="348086"/>
                  </a:lnTo>
                  <a:lnTo>
                    <a:pt x="1328302" y="355198"/>
                  </a:lnTo>
                  <a:lnTo>
                    <a:pt x="1311956" y="387267"/>
                  </a:lnTo>
                  <a:lnTo>
                    <a:pt x="1315175" y="440533"/>
                  </a:lnTo>
                  <a:lnTo>
                    <a:pt x="1302915" y="475492"/>
                  </a:lnTo>
                  <a:lnTo>
                    <a:pt x="1270260" y="503570"/>
                  </a:lnTo>
                  <a:lnTo>
                    <a:pt x="1215111" y="525455"/>
                  </a:lnTo>
                  <a:lnTo>
                    <a:pt x="1209758" y="487513"/>
                  </a:lnTo>
                  <a:lnTo>
                    <a:pt x="1191532" y="470308"/>
                  </a:lnTo>
                  <a:lnTo>
                    <a:pt x="1184733" y="551560"/>
                  </a:lnTo>
                  <a:lnTo>
                    <a:pt x="1170268" y="579179"/>
                  </a:lnTo>
                  <a:lnTo>
                    <a:pt x="1129946" y="502928"/>
                  </a:lnTo>
                  <a:lnTo>
                    <a:pt x="1117831" y="518298"/>
                  </a:lnTo>
                  <a:lnTo>
                    <a:pt x="1119386" y="539952"/>
                  </a:lnTo>
                  <a:lnTo>
                    <a:pt x="1109080" y="577390"/>
                  </a:lnTo>
                  <a:lnTo>
                    <a:pt x="1074507" y="596888"/>
                  </a:lnTo>
                  <a:lnTo>
                    <a:pt x="1076641" y="644878"/>
                  </a:lnTo>
                  <a:lnTo>
                    <a:pt x="1063225" y="671029"/>
                  </a:lnTo>
                  <a:lnTo>
                    <a:pt x="952492" y="629371"/>
                  </a:lnTo>
                  <a:lnTo>
                    <a:pt x="949889" y="643501"/>
                  </a:lnTo>
                  <a:lnTo>
                    <a:pt x="1012524" y="733333"/>
                  </a:lnTo>
                  <a:lnTo>
                    <a:pt x="1058270" y="764026"/>
                  </a:lnTo>
                  <a:lnTo>
                    <a:pt x="1063839" y="813024"/>
                  </a:lnTo>
                  <a:lnTo>
                    <a:pt x="1024566" y="853673"/>
                  </a:lnTo>
                  <a:lnTo>
                    <a:pt x="970393" y="818576"/>
                  </a:lnTo>
                  <a:lnTo>
                    <a:pt x="961280" y="821145"/>
                  </a:lnTo>
                  <a:lnTo>
                    <a:pt x="990717" y="881338"/>
                  </a:lnTo>
                  <a:lnTo>
                    <a:pt x="1009269" y="933916"/>
                  </a:lnTo>
                  <a:lnTo>
                    <a:pt x="990175" y="977960"/>
                  </a:lnTo>
                  <a:lnTo>
                    <a:pt x="993140" y="1032189"/>
                  </a:lnTo>
                  <a:lnTo>
                    <a:pt x="989017" y="1081371"/>
                  </a:lnTo>
                  <a:lnTo>
                    <a:pt x="977337" y="1124268"/>
                  </a:lnTo>
                  <a:lnTo>
                    <a:pt x="1003663" y="1322006"/>
                  </a:lnTo>
                  <a:lnTo>
                    <a:pt x="1035379" y="1375777"/>
                  </a:lnTo>
                  <a:lnTo>
                    <a:pt x="1066552" y="1427207"/>
                  </a:lnTo>
                  <a:lnTo>
                    <a:pt x="1083078" y="1475334"/>
                  </a:lnTo>
                  <a:lnTo>
                    <a:pt x="1049989" y="1482354"/>
                  </a:lnTo>
                  <a:lnTo>
                    <a:pt x="997299" y="1442760"/>
                  </a:lnTo>
                  <a:lnTo>
                    <a:pt x="951010" y="1412572"/>
                  </a:lnTo>
                  <a:lnTo>
                    <a:pt x="895861" y="1316042"/>
                  </a:lnTo>
                  <a:lnTo>
                    <a:pt x="886747" y="1277504"/>
                  </a:lnTo>
                  <a:lnTo>
                    <a:pt x="873295" y="1247040"/>
                  </a:lnTo>
                  <a:lnTo>
                    <a:pt x="879804" y="1317006"/>
                  </a:lnTo>
                  <a:lnTo>
                    <a:pt x="899477" y="1395138"/>
                  </a:lnTo>
                  <a:lnTo>
                    <a:pt x="1072193" y="1569983"/>
                  </a:lnTo>
                  <a:lnTo>
                    <a:pt x="1104089" y="1637058"/>
                  </a:lnTo>
                  <a:lnTo>
                    <a:pt x="1128391" y="1689773"/>
                  </a:lnTo>
                  <a:lnTo>
                    <a:pt x="1122279" y="1740286"/>
                  </a:lnTo>
                  <a:lnTo>
                    <a:pt x="1077256" y="1704546"/>
                  </a:lnTo>
                  <a:lnTo>
                    <a:pt x="1038416" y="1658988"/>
                  </a:lnTo>
                  <a:lnTo>
                    <a:pt x="935315" y="1607512"/>
                  </a:lnTo>
                  <a:lnTo>
                    <a:pt x="805308" y="1574983"/>
                  </a:lnTo>
                  <a:lnTo>
                    <a:pt x="732004" y="1455331"/>
                  </a:lnTo>
                  <a:lnTo>
                    <a:pt x="732258" y="1505247"/>
                  </a:lnTo>
                  <a:lnTo>
                    <a:pt x="715984" y="1547594"/>
                  </a:lnTo>
                  <a:lnTo>
                    <a:pt x="671178" y="1495980"/>
                  </a:lnTo>
                  <a:lnTo>
                    <a:pt x="642934" y="1451936"/>
                  </a:lnTo>
                  <a:lnTo>
                    <a:pt x="633459" y="1403671"/>
                  </a:lnTo>
                  <a:lnTo>
                    <a:pt x="577515" y="1406974"/>
                  </a:lnTo>
                  <a:lnTo>
                    <a:pt x="518858" y="1448908"/>
                  </a:lnTo>
                  <a:lnTo>
                    <a:pt x="462117" y="1438952"/>
                  </a:lnTo>
                  <a:lnTo>
                    <a:pt x="455391" y="1357104"/>
                  </a:lnTo>
                  <a:lnTo>
                    <a:pt x="470724" y="1313748"/>
                  </a:lnTo>
                  <a:lnTo>
                    <a:pt x="534408" y="1211209"/>
                  </a:lnTo>
                  <a:lnTo>
                    <a:pt x="594403" y="1158861"/>
                  </a:lnTo>
                  <a:lnTo>
                    <a:pt x="620875" y="1091281"/>
                  </a:lnTo>
                  <a:lnTo>
                    <a:pt x="611834" y="986493"/>
                  </a:lnTo>
                  <a:lnTo>
                    <a:pt x="600551" y="1093116"/>
                  </a:lnTo>
                  <a:lnTo>
                    <a:pt x="566268" y="1145969"/>
                  </a:lnTo>
                  <a:lnTo>
                    <a:pt x="512384" y="1186342"/>
                  </a:lnTo>
                  <a:lnTo>
                    <a:pt x="441468" y="1258280"/>
                  </a:lnTo>
                  <a:lnTo>
                    <a:pt x="424146" y="1324805"/>
                  </a:lnTo>
                  <a:lnTo>
                    <a:pt x="402014" y="1449367"/>
                  </a:lnTo>
                  <a:lnTo>
                    <a:pt x="431957" y="1491529"/>
                  </a:lnTo>
                  <a:lnTo>
                    <a:pt x="462551" y="1502540"/>
                  </a:lnTo>
                  <a:lnTo>
                    <a:pt x="552924" y="1474279"/>
                  </a:lnTo>
                  <a:lnTo>
                    <a:pt x="599683" y="1486896"/>
                  </a:lnTo>
                  <a:lnTo>
                    <a:pt x="703689" y="1636874"/>
                  </a:lnTo>
                  <a:lnTo>
                    <a:pt x="897343" y="1696196"/>
                  </a:lnTo>
                  <a:lnTo>
                    <a:pt x="967970" y="1733266"/>
                  </a:lnTo>
                  <a:lnTo>
                    <a:pt x="1025542" y="1811536"/>
                  </a:lnTo>
                  <a:lnTo>
                    <a:pt x="1112081" y="1856589"/>
                  </a:lnTo>
                  <a:lnTo>
                    <a:pt x="1179237" y="1922058"/>
                  </a:lnTo>
                  <a:lnTo>
                    <a:pt x="1181045" y="1964772"/>
                  </a:lnTo>
                  <a:lnTo>
                    <a:pt x="1157792" y="2015285"/>
                  </a:lnTo>
                  <a:lnTo>
                    <a:pt x="1148606" y="2083644"/>
                  </a:lnTo>
                  <a:lnTo>
                    <a:pt x="1120073" y="2126771"/>
                  </a:lnTo>
                  <a:lnTo>
                    <a:pt x="1051580" y="2131726"/>
                  </a:lnTo>
                  <a:lnTo>
                    <a:pt x="1010209" y="2120623"/>
                  </a:lnTo>
                  <a:lnTo>
                    <a:pt x="787804" y="1880308"/>
                  </a:lnTo>
                  <a:lnTo>
                    <a:pt x="761261" y="1858195"/>
                  </a:lnTo>
                  <a:lnTo>
                    <a:pt x="678772" y="1732349"/>
                  </a:lnTo>
                  <a:lnTo>
                    <a:pt x="581999" y="1664952"/>
                  </a:lnTo>
                  <a:lnTo>
                    <a:pt x="552056" y="1666374"/>
                  </a:lnTo>
                  <a:lnTo>
                    <a:pt x="689802" y="1791028"/>
                  </a:lnTo>
                  <a:lnTo>
                    <a:pt x="746036" y="1878198"/>
                  </a:lnTo>
                  <a:lnTo>
                    <a:pt x="845087" y="2000420"/>
                  </a:lnTo>
                  <a:lnTo>
                    <a:pt x="915895" y="2052171"/>
                  </a:lnTo>
                  <a:lnTo>
                    <a:pt x="968006" y="2132918"/>
                  </a:lnTo>
                  <a:lnTo>
                    <a:pt x="1016429" y="2170769"/>
                  </a:lnTo>
                  <a:lnTo>
                    <a:pt x="1148642" y="2224676"/>
                  </a:lnTo>
                  <a:lnTo>
                    <a:pt x="1102679" y="2263398"/>
                  </a:lnTo>
                  <a:lnTo>
                    <a:pt x="1176054" y="2296385"/>
                  </a:lnTo>
                  <a:lnTo>
                    <a:pt x="1186542" y="2357037"/>
                  </a:lnTo>
                  <a:lnTo>
                    <a:pt x="1179815" y="2426177"/>
                  </a:lnTo>
                  <a:lnTo>
                    <a:pt x="1077979" y="2398833"/>
                  </a:lnTo>
                  <a:lnTo>
                    <a:pt x="1074652" y="2449759"/>
                  </a:lnTo>
                  <a:lnTo>
                    <a:pt x="1083765" y="2479810"/>
                  </a:lnTo>
                  <a:lnTo>
                    <a:pt x="1038778" y="2504630"/>
                  </a:lnTo>
                  <a:lnTo>
                    <a:pt x="976216" y="2470955"/>
                  </a:lnTo>
                  <a:lnTo>
                    <a:pt x="813770" y="2286751"/>
                  </a:lnTo>
                  <a:lnTo>
                    <a:pt x="815144" y="2311388"/>
                  </a:lnTo>
                  <a:lnTo>
                    <a:pt x="828307" y="2339970"/>
                  </a:lnTo>
                  <a:lnTo>
                    <a:pt x="922513" y="2458568"/>
                  </a:lnTo>
                  <a:lnTo>
                    <a:pt x="1006593" y="2529680"/>
                  </a:lnTo>
                  <a:lnTo>
                    <a:pt x="1077871" y="2561796"/>
                  </a:lnTo>
                  <a:lnTo>
                    <a:pt x="1132803" y="2621392"/>
                  </a:lnTo>
                  <a:lnTo>
                    <a:pt x="1152186" y="2657453"/>
                  </a:lnTo>
                  <a:lnTo>
                    <a:pt x="1165133" y="2712141"/>
                  </a:lnTo>
                  <a:lnTo>
                    <a:pt x="1124413" y="2749303"/>
                  </a:lnTo>
                  <a:lnTo>
                    <a:pt x="1078051" y="2769811"/>
                  </a:lnTo>
                  <a:lnTo>
                    <a:pt x="1032775" y="2732741"/>
                  </a:lnTo>
                  <a:lnTo>
                    <a:pt x="999577" y="2693698"/>
                  </a:lnTo>
                  <a:lnTo>
                    <a:pt x="928878" y="2627403"/>
                  </a:lnTo>
                  <a:lnTo>
                    <a:pt x="907686" y="2553308"/>
                  </a:lnTo>
                  <a:lnTo>
                    <a:pt x="853911" y="2557116"/>
                  </a:lnTo>
                  <a:lnTo>
                    <a:pt x="629156" y="2463156"/>
                  </a:lnTo>
                  <a:lnTo>
                    <a:pt x="448520" y="2452328"/>
                  </a:lnTo>
                  <a:lnTo>
                    <a:pt x="466168" y="2471230"/>
                  </a:lnTo>
                  <a:lnTo>
                    <a:pt x="489023" y="2483801"/>
                  </a:lnTo>
                  <a:lnTo>
                    <a:pt x="632881" y="2506970"/>
                  </a:lnTo>
                  <a:lnTo>
                    <a:pt x="689730" y="2550234"/>
                  </a:lnTo>
                  <a:lnTo>
                    <a:pt x="808056" y="2588635"/>
                  </a:lnTo>
                  <a:lnTo>
                    <a:pt x="877345" y="2599141"/>
                  </a:lnTo>
                  <a:lnTo>
                    <a:pt x="905444" y="2717096"/>
                  </a:lnTo>
                  <a:lnTo>
                    <a:pt x="1001204" y="2798256"/>
                  </a:lnTo>
                  <a:lnTo>
                    <a:pt x="1013645" y="2858403"/>
                  </a:lnTo>
                  <a:lnTo>
                    <a:pt x="1079028" y="2865148"/>
                  </a:lnTo>
                  <a:lnTo>
                    <a:pt x="1194063" y="2806147"/>
                  </a:lnTo>
                  <a:lnTo>
                    <a:pt x="1268307" y="2826839"/>
                  </a:lnTo>
                  <a:lnTo>
                    <a:pt x="1375386" y="2843722"/>
                  </a:lnTo>
                  <a:lnTo>
                    <a:pt x="1399869" y="2891345"/>
                  </a:lnTo>
                  <a:lnTo>
                    <a:pt x="1418240" y="2981956"/>
                  </a:lnTo>
                  <a:lnTo>
                    <a:pt x="1456103" y="3083899"/>
                  </a:lnTo>
                  <a:lnTo>
                    <a:pt x="1554287" y="3485845"/>
                  </a:lnTo>
                  <a:lnTo>
                    <a:pt x="1642687" y="3682871"/>
                  </a:lnTo>
                  <a:lnTo>
                    <a:pt x="1615976" y="3682871"/>
                  </a:lnTo>
                  <a:lnTo>
                    <a:pt x="1576238" y="3603800"/>
                  </a:lnTo>
                  <a:lnTo>
                    <a:pt x="1515845" y="3446573"/>
                  </a:lnTo>
                  <a:lnTo>
                    <a:pt x="1453789" y="3168959"/>
                  </a:lnTo>
                  <a:lnTo>
                    <a:pt x="1435779" y="3106793"/>
                  </a:lnTo>
                  <a:lnTo>
                    <a:pt x="1414588" y="3081972"/>
                  </a:lnTo>
                  <a:lnTo>
                    <a:pt x="1400629" y="3102159"/>
                  </a:lnTo>
                  <a:lnTo>
                    <a:pt x="1394625" y="3137532"/>
                  </a:lnTo>
                  <a:lnTo>
                    <a:pt x="1404751" y="3164692"/>
                  </a:lnTo>
                  <a:lnTo>
                    <a:pt x="1380305" y="3256083"/>
                  </a:lnTo>
                  <a:lnTo>
                    <a:pt x="1390901" y="3298016"/>
                  </a:lnTo>
                  <a:lnTo>
                    <a:pt x="1430608" y="3341372"/>
                  </a:lnTo>
                  <a:lnTo>
                    <a:pt x="1473751" y="3449555"/>
                  </a:lnTo>
                  <a:lnTo>
                    <a:pt x="1508214" y="3595221"/>
                  </a:lnTo>
                  <a:lnTo>
                    <a:pt x="1461600" y="3536174"/>
                  </a:lnTo>
                  <a:lnTo>
                    <a:pt x="1411839" y="3504885"/>
                  </a:lnTo>
                  <a:lnTo>
                    <a:pt x="1334413" y="3480890"/>
                  </a:lnTo>
                  <a:lnTo>
                    <a:pt x="1265450" y="3438819"/>
                  </a:lnTo>
                  <a:lnTo>
                    <a:pt x="1270477" y="3499150"/>
                  </a:lnTo>
                  <a:lnTo>
                    <a:pt x="1263859" y="3564298"/>
                  </a:lnTo>
                  <a:lnTo>
                    <a:pt x="1210699" y="3544433"/>
                  </a:lnTo>
                  <a:lnTo>
                    <a:pt x="1174535" y="3522824"/>
                  </a:lnTo>
                  <a:lnTo>
                    <a:pt x="1206540" y="3592239"/>
                  </a:lnTo>
                  <a:lnTo>
                    <a:pt x="1137070" y="3571410"/>
                  </a:lnTo>
                  <a:lnTo>
                    <a:pt x="1090781" y="3575768"/>
                  </a:lnTo>
                  <a:lnTo>
                    <a:pt x="1060693" y="3637384"/>
                  </a:lnTo>
                  <a:lnTo>
                    <a:pt x="1020335" y="3674775"/>
                  </a:lnTo>
                  <a:lnTo>
                    <a:pt x="980297" y="3682871"/>
                  </a:lnTo>
                  <a:lnTo>
                    <a:pt x="954427" y="3682871"/>
                  </a:lnTo>
                  <a:lnTo>
                    <a:pt x="872137" y="3630502"/>
                  </a:lnTo>
                  <a:lnTo>
                    <a:pt x="843460" y="3562096"/>
                  </a:lnTo>
                  <a:lnTo>
                    <a:pt x="831598" y="3485937"/>
                  </a:lnTo>
                  <a:lnTo>
                    <a:pt x="826861" y="3575997"/>
                  </a:lnTo>
                  <a:lnTo>
                    <a:pt x="842628" y="3669774"/>
                  </a:lnTo>
                  <a:lnTo>
                    <a:pt x="841612" y="3682871"/>
                  </a:lnTo>
                  <a:lnTo>
                    <a:pt x="0" y="3682871"/>
                  </a:lnTo>
                  <a:lnTo>
                    <a:pt x="0" y="0"/>
                  </a:lnTo>
                  <a:lnTo>
                    <a:pt x="2024089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pg663"/>
            <p:cNvSpPr/>
            <p:nvPr/>
          </p:nvSpPr>
          <p:spPr>
            <a:xfrm>
              <a:off x="5159228" y="2035019"/>
              <a:ext cx="108453" cy="203932"/>
            </a:xfrm>
            <a:custGeom>
              <a:avLst/>
              <a:gdLst/>
              <a:ahLst/>
              <a:cxnLst/>
              <a:rect l="0" t="0" r="0" b="0"/>
              <a:pathLst>
                <a:path w="108453" h="203932">
                  <a:moveTo>
                    <a:pt x="1988" y="203932"/>
                  </a:moveTo>
                  <a:lnTo>
                    <a:pt x="0" y="176588"/>
                  </a:lnTo>
                  <a:lnTo>
                    <a:pt x="108453" y="0"/>
                  </a:lnTo>
                  <a:lnTo>
                    <a:pt x="88853" y="617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pg664"/>
            <p:cNvSpPr/>
            <p:nvPr/>
          </p:nvSpPr>
          <p:spPr>
            <a:xfrm>
              <a:off x="4325772" y="3395883"/>
              <a:ext cx="207830" cy="400294"/>
            </a:xfrm>
            <a:custGeom>
              <a:avLst/>
              <a:gdLst/>
              <a:ahLst/>
              <a:cxnLst/>
              <a:rect l="0" t="0" r="0" b="0"/>
              <a:pathLst>
                <a:path w="207830" h="400294">
                  <a:moveTo>
                    <a:pt x="0" y="400294"/>
                  </a:moveTo>
                  <a:lnTo>
                    <a:pt x="112974" y="212144"/>
                  </a:lnTo>
                  <a:lnTo>
                    <a:pt x="178574" y="54504"/>
                  </a:lnTo>
                  <a:lnTo>
                    <a:pt x="207830" y="0"/>
                  </a:lnTo>
                  <a:lnTo>
                    <a:pt x="179442" y="110476"/>
                  </a:lnTo>
                  <a:lnTo>
                    <a:pt x="129826" y="212052"/>
                  </a:lnTo>
                  <a:lnTo>
                    <a:pt x="33668" y="38506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pt665"/>
            <p:cNvSpPr/>
            <p:nvPr/>
          </p:nvSpPr>
          <p:spPr>
            <a:xfrm>
              <a:off x="4042131" y="3963949"/>
              <a:ext cx="144506" cy="144506"/>
            </a:xfrm>
            <a:prstGeom prst="ellipse">
              <a:avLst/>
            </a:prstGeom>
            <a:solidFill>
              <a:srgbClr val="5ECB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pt666"/>
            <p:cNvSpPr/>
            <p:nvPr/>
          </p:nvSpPr>
          <p:spPr>
            <a:xfrm>
              <a:off x="4598279" y="2594972"/>
              <a:ext cx="144506" cy="144506"/>
            </a:xfrm>
            <a:prstGeom prst="ellipse">
              <a:avLst/>
            </a:prstGeom>
            <a:solidFill>
              <a:srgbClr val="C3ECD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pt667"/>
            <p:cNvSpPr/>
            <p:nvPr/>
          </p:nvSpPr>
          <p:spPr>
            <a:xfrm>
              <a:off x="3322535" y="4403436"/>
              <a:ext cx="144506" cy="144506"/>
            </a:xfrm>
            <a:prstGeom prst="ellipse">
              <a:avLst/>
            </a:prstGeom>
            <a:solidFill>
              <a:srgbClr val="4FB5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pt668"/>
            <p:cNvSpPr/>
            <p:nvPr/>
          </p:nvSpPr>
          <p:spPr>
            <a:xfrm>
              <a:off x="4150995" y="2255653"/>
              <a:ext cx="144506" cy="144506"/>
            </a:xfrm>
            <a:prstGeom prst="ellipse">
              <a:avLst/>
            </a:prstGeom>
            <a:solidFill>
              <a:srgbClr val="395D9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pt669"/>
            <p:cNvSpPr/>
            <p:nvPr/>
          </p:nvSpPr>
          <p:spPr>
            <a:xfrm>
              <a:off x="3069870" y="3287113"/>
              <a:ext cx="144506" cy="144506"/>
            </a:xfrm>
            <a:prstGeom prst="ellipse">
              <a:avLst/>
            </a:prstGeom>
            <a:solidFill>
              <a:srgbClr val="379A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pt670"/>
            <p:cNvSpPr/>
            <p:nvPr/>
          </p:nvSpPr>
          <p:spPr>
            <a:xfrm>
              <a:off x="3268332" y="4349234"/>
              <a:ext cx="252911" cy="252911"/>
            </a:xfrm>
            <a:prstGeom prst="ellipse">
              <a:avLst/>
            </a:prstGeom>
            <a:solidFill>
              <a:srgbClr val="4FB5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pt671"/>
            <p:cNvSpPr/>
            <p:nvPr/>
          </p:nvSpPr>
          <p:spPr>
            <a:xfrm>
              <a:off x="3396934" y="3568029"/>
              <a:ext cx="252911" cy="252911"/>
            </a:xfrm>
            <a:prstGeom prst="ellipse">
              <a:avLst/>
            </a:prstGeom>
            <a:solidFill>
              <a:srgbClr val="379A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pt672"/>
            <p:cNvSpPr/>
            <p:nvPr/>
          </p:nvSpPr>
          <p:spPr>
            <a:xfrm>
              <a:off x="3369183" y="4256777"/>
              <a:ext cx="252911" cy="252911"/>
            </a:xfrm>
            <a:prstGeom prst="ellipse">
              <a:avLst/>
            </a:prstGeom>
            <a:solidFill>
              <a:srgbClr val="ACE5C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pg673"/>
            <p:cNvSpPr/>
            <p:nvPr/>
          </p:nvSpPr>
          <p:spPr>
            <a:xfrm>
              <a:off x="3287769" y="4134760"/>
              <a:ext cx="267615" cy="231762"/>
            </a:xfrm>
            <a:custGeom>
              <a:avLst/>
              <a:gdLst/>
              <a:ahLst/>
              <a:cxnLst/>
              <a:rect l="0" t="0" r="0" b="0"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pl674"/>
            <p:cNvSpPr/>
            <p:nvPr/>
          </p:nvSpPr>
          <p:spPr>
            <a:xfrm>
              <a:off x="3407766" y="3960077"/>
              <a:ext cx="1103085" cy="509616"/>
            </a:xfrm>
            <a:custGeom>
              <a:avLst/>
              <a:gdLst/>
              <a:ahLst/>
              <a:cxnLst/>
              <a:rect l="0" t="0" r="0" b="0"/>
              <a:pathLst>
                <a:path w="1103085" h="509616">
                  <a:moveTo>
                    <a:pt x="1103085" y="0"/>
                  </a:moveTo>
                  <a:lnTo>
                    <a:pt x="0" y="50961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pl675"/>
            <p:cNvSpPr/>
            <p:nvPr/>
          </p:nvSpPr>
          <p:spPr>
            <a:xfrm>
              <a:off x="3535687" y="3046619"/>
              <a:ext cx="1088780" cy="640630"/>
            </a:xfrm>
            <a:custGeom>
              <a:avLst/>
              <a:gdLst/>
              <a:ahLst/>
              <a:cxnLst/>
              <a:rect l="0" t="0" r="0" b="0"/>
              <a:pathLst>
                <a:path w="1088780" h="640630">
                  <a:moveTo>
                    <a:pt x="1088780" y="0"/>
                  </a:moveTo>
                  <a:lnTo>
                    <a:pt x="0" y="64063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pl676"/>
            <p:cNvSpPr/>
            <p:nvPr/>
          </p:nvSpPr>
          <p:spPr>
            <a:xfrm>
              <a:off x="3507507" y="3545424"/>
              <a:ext cx="1248569" cy="829919"/>
            </a:xfrm>
            <a:custGeom>
              <a:avLst/>
              <a:gdLst/>
              <a:ahLst/>
              <a:cxnLst/>
              <a:rect l="0" t="0" r="0" b="0"/>
              <a:pathLst>
                <a:path w="1248569" h="829919">
                  <a:moveTo>
                    <a:pt x="1248569" y="0"/>
                  </a:moveTo>
                  <a:lnTo>
                    <a:pt x="0" y="82991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pg677"/>
            <p:cNvSpPr/>
            <p:nvPr/>
          </p:nvSpPr>
          <p:spPr>
            <a:xfrm>
              <a:off x="4510851" y="3789586"/>
              <a:ext cx="1193383" cy="324612"/>
            </a:xfrm>
            <a:custGeom>
              <a:avLst/>
              <a:gdLst/>
              <a:ahLst/>
              <a:cxnLst/>
              <a:rect l="0" t="0" r="0" b="0"/>
              <a:pathLst>
                <a:path w="1193383" h="324612">
                  <a:moveTo>
                    <a:pt x="27432" y="324612"/>
                  </a:moveTo>
                  <a:lnTo>
                    <a:pt x="1165951" y="324612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80"/>
                  </a:lnTo>
                  <a:lnTo>
                    <a:pt x="1193383" y="27432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tx678"/>
            <p:cNvSpPr/>
            <p:nvPr/>
          </p:nvSpPr>
          <p:spPr>
            <a:xfrm>
              <a:off x="4556571" y="3835306"/>
              <a:ext cx="1101943" cy="23317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679" name="pg679"/>
            <p:cNvSpPr/>
            <p:nvPr/>
          </p:nvSpPr>
          <p:spPr>
            <a:xfrm>
              <a:off x="4624468" y="2874449"/>
              <a:ext cx="1500987" cy="324612"/>
            </a:xfrm>
            <a:custGeom>
              <a:avLst/>
              <a:gdLst/>
              <a:ahLst/>
              <a:cxnLst/>
              <a:rect l="0" t="0" r="0" b="0"/>
              <a:pathLst>
                <a:path w="1500987" h="324612">
                  <a:moveTo>
                    <a:pt x="27432" y="324612"/>
                  </a:moveTo>
                  <a:lnTo>
                    <a:pt x="1473555" y="324612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79"/>
                  </a:lnTo>
                  <a:lnTo>
                    <a:pt x="1500987" y="27431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tx680"/>
            <p:cNvSpPr/>
            <p:nvPr/>
          </p:nvSpPr>
          <p:spPr>
            <a:xfrm>
              <a:off x="4670188" y="2920169"/>
              <a:ext cx="1409547" cy="23317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681" name="pg681"/>
            <p:cNvSpPr/>
            <p:nvPr/>
          </p:nvSpPr>
          <p:spPr>
            <a:xfrm>
              <a:off x="4756076" y="3373810"/>
              <a:ext cx="1554937" cy="324611"/>
            </a:xfrm>
            <a:custGeom>
              <a:avLst/>
              <a:gdLst/>
              <a:ahLst/>
              <a:cxnLst/>
              <a:rect l="0" t="0" r="0" b="0"/>
              <a:pathLst>
                <a:path w="1554937" h="324611">
                  <a:moveTo>
                    <a:pt x="27432" y="324611"/>
                  </a:moveTo>
                  <a:lnTo>
                    <a:pt x="1527505" y="324611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79"/>
                  </a:lnTo>
                  <a:lnTo>
                    <a:pt x="1554937" y="27431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6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tx682"/>
            <p:cNvSpPr/>
            <p:nvPr/>
          </p:nvSpPr>
          <p:spPr>
            <a:xfrm>
              <a:off x="4801796" y="3419530"/>
              <a:ext cx="1463497" cy="23317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683" name="rc683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tx684"/>
            <p:cNvSpPr/>
            <p:nvPr/>
          </p:nvSpPr>
          <p:spPr>
            <a:xfrm>
              <a:off x="1989553" y="551407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36</a:t>
              </a:r>
            </a:p>
          </p:txBody>
        </p:sp>
        <p:sp>
          <p:nvSpPr>
            <p:cNvPr id="685" name="tx685"/>
            <p:cNvSpPr/>
            <p:nvPr/>
          </p:nvSpPr>
          <p:spPr>
            <a:xfrm>
              <a:off x="2113912" y="54956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6" name="tx686"/>
            <p:cNvSpPr/>
            <p:nvPr/>
          </p:nvSpPr>
          <p:spPr>
            <a:xfrm>
              <a:off x="2158626" y="551407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87" name="tx687"/>
            <p:cNvSpPr/>
            <p:nvPr/>
          </p:nvSpPr>
          <p:spPr>
            <a:xfrm>
              <a:off x="1989553" y="4574475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37</a:t>
              </a:r>
            </a:p>
          </p:txBody>
        </p:sp>
        <p:sp>
          <p:nvSpPr>
            <p:cNvPr id="688" name="tx688"/>
            <p:cNvSpPr/>
            <p:nvPr/>
          </p:nvSpPr>
          <p:spPr>
            <a:xfrm>
              <a:off x="2113912" y="4556096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9" name="tx689"/>
            <p:cNvSpPr/>
            <p:nvPr/>
          </p:nvSpPr>
          <p:spPr>
            <a:xfrm>
              <a:off x="2158626" y="4574475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0" name="tx690"/>
            <p:cNvSpPr/>
            <p:nvPr/>
          </p:nvSpPr>
          <p:spPr>
            <a:xfrm>
              <a:off x="1989553" y="3634827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38</a:t>
              </a:r>
            </a:p>
          </p:txBody>
        </p:sp>
        <p:sp>
          <p:nvSpPr>
            <p:cNvPr id="691" name="tx691"/>
            <p:cNvSpPr/>
            <p:nvPr/>
          </p:nvSpPr>
          <p:spPr>
            <a:xfrm>
              <a:off x="2113912" y="3616447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2" name="tx692"/>
            <p:cNvSpPr/>
            <p:nvPr/>
          </p:nvSpPr>
          <p:spPr>
            <a:xfrm>
              <a:off x="2158626" y="3634827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3" name="tx693"/>
            <p:cNvSpPr/>
            <p:nvPr/>
          </p:nvSpPr>
          <p:spPr>
            <a:xfrm>
              <a:off x="1989553" y="2695270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39</a:t>
              </a:r>
            </a:p>
          </p:txBody>
        </p:sp>
        <p:sp>
          <p:nvSpPr>
            <p:cNvPr id="694" name="tx694"/>
            <p:cNvSpPr/>
            <p:nvPr/>
          </p:nvSpPr>
          <p:spPr>
            <a:xfrm>
              <a:off x="2113912" y="267689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5" name="tx695"/>
            <p:cNvSpPr/>
            <p:nvPr/>
          </p:nvSpPr>
          <p:spPr>
            <a:xfrm>
              <a:off x="2158626" y="269527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6" name="tx696"/>
            <p:cNvSpPr/>
            <p:nvPr/>
          </p:nvSpPr>
          <p:spPr>
            <a:xfrm>
              <a:off x="1989553" y="1755667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697" name="tx697"/>
            <p:cNvSpPr/>
            <p:nvPr/>
          </p:nvSpPr>
          <p:spPr>
            <a:xfrm>
              <a:off x="2113912" y="173728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8" name="tx698"/>
            <p:cNvSpPr/>
            <p:nvPr/>
          </p:nvSpPr>
          <p:spPr>
            <a:xfrm>
              <a:off x="2158626" y="1755667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9" name="pl699"/>
            <p:cNvSpPr/>
            <p:nvPr/>
          </p:nvSpPr>
          <p:spPr>
            <a:xfrm>
              <a:off x="2267112" y="555518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pl700"/>
            <p:cNvSpPr/>
            <p:nvPr/>
          </p:nvSpPr>
          <p:spPr>
            <a:xfrm>
              <a:off x="2267112" y="461557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pl701"/>
            <p:cNvSpPr/>
            <p:nvPr/>
          </p:nvSpPr>
          <p:spPr>
            <a:xfrm>
              <a:off x="2267112" y="367597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pl702"/>
            <p:cNvSpPr/>
            <p:nvPr/>
          </p:nvSpPr>
          <p:spPr>
            <a:xfrm>
              <a:off x="2267112" y="273637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pl703"/>
            <p:cNvSpPr/>
            <p:nvPr/>
          </p:nvSpPr>
          <p:spPr>
            <a:xfrm>
              <a:off x="2267112" y="179677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pl704"/>
            <p:cNvSpPr/>
            <p:nvPr/>
          </p:nvSpPr>
          <p:spPr>
            <a:xfrm>
              <a:off x="2384234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pl705"/>
            <p:cNvSpPr/>
            <p:nvPr/>
          </p:nvSpPr>
          <p:spPr>
            <a:xfrm>
              <a:off x="3124860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pl706"/>
            <p:cNvSpPr/>
            <p:nvPr/>
          </p:nvSpPr>
          <p:spPr>
            <a:xfrm>
              <a:off x="3865485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pl707"/>
            <p:cNvSpPr/>
            <p:nvPr/>
          </p:nvSpPr>
          <p:spPr>
            <a:xfrm>
              <a:off x="4606110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pl708"/>
            <p:cNvSpPr/>
            <p:nvPr/>
          </p:nvSpPr>
          <p:spPr>
            <a:xfrm>
              <a:off x="5346735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pl709"/>
            <p:cNvSpPr/>
            <p:nvPr/>
          </p:nvSpPr>
          <p:spPr>
            <a:xfrm>
              <a:off x="6087361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tx710"/>
            <p:cNvSpPr/>
            <p:nvPr/>
          </p:nvSpPr>
          <p:spPr>
            <a:xfrm>
              <a:off x="2246983" y="578357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78</a:t>
              </a:r>
            </a:p>
          </p:txBody>
        </p:sp>
        <p:sp>
          <p:nvSpPr>
            <p:cNvPr id="711" name="tx711"/>
            <p:cNvSpPr/>
            <p:nvPr/>
          </p:nvSpPr>
          <p:spPr>
            <a:xfrm>
              <a:off x="2371341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2" name="tx712"/>
            <p:cNvSpPr/>
            <p:nvPr/>
          </p:nvSpPr>
          <p:spPr>
            <a:xfrm>
              <a:off x="2416055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3" name="tx713"/>
            <p:cNvSpPr/>
            <p:nvPr/>
          </p:nvSpPr>
          <p:spPr>
            <a:xfrm>
              <a:off x="2987608" y="578357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77</a:t>
              </a:r>
            </a:p>
          </p:txBody>
        </p:sp>
        <p:sp>
          <p:nvSpPr>
            <p:cNvPr id="714" name="tx714"/>
            <p:cNvSpPr/>
            <p:nvPr/>
          </p:nvSpPr>
          <p:spPr>
            <a:xfrm>
              <a:off x="3111967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5" name="tx715"/>
            <p:cNvSpPr/>
            <p:nvPr/>
          </p:nvSpPr>
          <p:spPr>
            <a:xfrm>
              <a:off x="3156681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6" name="tx716"/>
            <p:cNvSpPr/>
            <p:nvPr/>
          </p:nvSpPr>
          <p:spPr>
            <a:xfrm>
              <a:off x="3728233" y="578357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76</a:t>
              </a:r>
            </a:p>
          </p:txBody>
        </p:sp>
        <p:sp>
          <p:nvSpPr>
            <p:cNvPr id="717" name="tx717"/>
            <p:cNvSpPr/>
            <p:nvPr/>
          </p:nvSpPr>
          <p:spPr>
            <a:xfrm>
              <a:off x="3852592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8" name="tx718"/>
            <p:cNvSpPr/>
            <p:nvPr/>
          </p:nvSpPr>
          <p:spPr>
            <a:xfrm>
              <a:off x="3897306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9" name="tx719"/>
            <p:cNvSpPr/>
            <p:nvPr/>
          </p:nvSpPr>
          <p:spPr>
            <a:xfrm>
              <a:off x="4468859" y="578357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720" name="tx720"/>
            <p:cNvSpPr/>
            <p:nvPr/>
          </p:nvSpPr>
          <p:spPr>
            <a:xfrm>
              <a:off x="4593217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1" name="tx721"/>
            <p:cNvSpPr/>
            <p:nvPr/>
          </p:nvSpPr>
          <p:spPr>
            <a:xfrm>
              <a:off x="4637931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2" name="tx722"/>
            <p:cNvSpPr/>
            <p:nvPr/>
          </p:nvSpPr>
          <p:spPr>
            <a:xfrm>
              <a:off x="5209484" y="578357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74</a:t>
              </a:r>
            </a:p>
          </p:txBody>
        </p:sp>
        <p:sp>
          <p:nvSpPr>
            <p:cNvPr id="723" name="tx723"/>
            <p:cNvSpPr/>
            <p:nvPr/>
          </p:nvSpPr>
          <p:spPr>
            <a:xfrm>
              <a:off x="5333842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4" name="tx724"/>
            <p:cNvSpPr/>
            <p:nvPr/>
          </p:nvSpPr>
          <p:spPr>
            <a:xfrm>
              <a:off x="537855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5" name="tx725"/>
            <p:cNvSpPr/>
            <p:nvPr/>
          </p:nvSpPr>
          <p:spPr>
            <a:xfrm>
              <a:off x="5950109" y="578357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73</a:t>
              </a:r>
            </a:p>
          </p:txBody>
        </p:sp>
        <p:sp>
          <p:nvSpPr>
            <p:cNvPr id="726" name="tx726"/>
            <p:cNvSpPr/>
            <p:nvPr/>
          </p:nvSpPr>
          <p:spPr>
            <a:xfrm>
              <a:off x="607446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7" name="tx727"/>
            <p:cNvSpPr/>
            <p:nvPr/>
          </p:nvSpPr>
          <p:spPr>
            <a:xfrm>
              <a:off x="611918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8" name="tx728"/>
            <p:cNvSpPr/>
            <p:nvPr/>
          </p:nvSpPr>
          <p:spPr>
            <a:xfrm>
              <a:off x="3801860" y="5925448"/>
              <a:ext cx="114985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Longitude_manual</a:t>
              </a:r>
            </a:p>
          </p:txBody>
        </p:sp>
        <p:sp>
          <p:nvSpPr>
            <p:cNvPr id="729" name="tx729"/>
            <p:cNvSpPr/>
            <p:nvPr/>
          </p:nvSpPr>
          <p:spPr>
            <a:xfrm rot="-5400000">
              <a:off x="1357153" y="3645259"/>
              <a:ext cx="1033180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Latitude_manual</a:t>
              </a:r>
            </a:p>
          </p:txBody>
        </p:sp>
        <p:sp>
          <p:nvSpPr>
            <p:cNvPr id="730" name="rc730"/>
            <p:cNvSpPr/>
            <p:nvPr/>
          </p:nvSpPr>
          <p:spPr>
            <a:xfrm>
              <a:off x="6590850" y="2976782"/>
              <a:ext cx="729514" cy="14371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31" name="tx731"/>
            <p:cNvSpPr/>
            <p:nvPr/>
          </p:nvSpPr>
          <p:spPr>
            <a:xfrm>
              <a:off x="6660439" y="3061824"/>
              <a:ext cx="59033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var1.pred</a:t>
              </a:r>
            </a:p>
          </p:txBody>
        </p:sp>
        <p:pic>
          <p:nvPicPr>
            <p:cNvPr id="732" name="pic73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60439" y="3247085"/>
              <a:ext cx="219455" cy="1097280"/>
            </a:xfrm>
            <a:prstGeom prst="rect">
              <a:avLst/>
            </a:prstGeom>
          </p:spPr>
        </p:pic>
        <p:sp>
          <p:nvSpPr>
            <p:cNvPr id="733" name="pl733"/>
            <p:cNvSpPr/>
            <p:nvPr/>
          </p:nvSpPr>
          <p:spPr>
            <a:xfrm>
              <a:off x="6836004" y="434253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pl734"/>
            <p:cNvSpPr/>
            <p:nvPr/>
          </p:nvSpPr>
          <p:spPr>
            <a:xfrm>
              <a:off x="6836004" y="406913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pl735"/>
            <p:cNvSpPr/>
            <p:nvPr/>
          </p:nvSpPr>
          <p:spPr>
            <a:xfrm>
              <a:off x="6836004" y="379572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pl736"/>
            <p:cNvSpPr/>
            <p:nvPr/>
          </p:nvSpPr>
          <p:spPr>
            <a:xfrm>
              <a:off x="6836004" y="3522319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pl737"/>
            <p:cNvSpPr/>
            <p:nvPr/>
          </p:nvSpPr>
          <p:spPr>
            <a:xfrm>
              <a:off x="6836004" y="324891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pl738"/>
            <p:cNvSpPr/>
            <p:nvPr/>
          </p:nvSpPr>
          <p:spPr>
            <a:xfrm>
              <a:off x="6660439" y="434253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pl739"/>
            <p:cNvSpPr/>
            <p:nvPr/>
          </p:nvSpPr>
          <p:spPr>
            <a:xfrm>
              <a:off x="6660439" y="406913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pl740"/>
            <p:cNvSpPr/>
            <p:nvPr/>
          </p:nvSpPr>
          <p:spPr>
            <a:xfrm>
              <a:off x="6660439" y="379572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pl741"/>
            <p:cNvSpPr/>
            <p:nvPr/>
          </p:nvSpPr>
          <p:spPr>
            <a:xfrm>
              <a:off x="6660439" y="3522319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pl742"/>
            <p:cNvSpPr/>
            <p:nvPr/>
          </p:nvSpPr>
          <p:spPr>
            <a:xfrm>
              <a:off x="6660439" y="324891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tx743"/>
            <p:cNvSpPr/>
            <p:nvPr/>
          </p:nvSpPr>
          <p:spPr>
            <a:xfrm>
              <a:off x="6949485" y="4302486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4" name="tx744"/>
            <p:cNvSpPr/>
            <p:nvPr/>
          </p:nvSpPr>
          <p:spPr>
            <a:xfrm>
              <a:off x="6949485" y="4029080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45" name="tx745"/>
            <p:cNvSpPr/>
            <p:nvPr/>
          </p:nvSpPr>
          <p:spPr>
            <a:xfrm>
              <a:off x="6949485" y="3755674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46" name="tx746"/>
            <p:cNvSpPr/>
            <p:nvPr/>
          </p:nvSpPr>
          <p:spPr>
            <a:xfrm>
              <a:off x="6949485" y="348226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47" name="tx747"/>
            <p:cNvSpPr/>
            <p:nvPr/>
          </p:nvSpPr>
          <p:spPr>
            <a:xfrm>
              <a:off x="6949485" y="3208863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1654055" y="1600200"/>
              <a:ext cx="5835888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l6"/>
            <p:cNvSpPr/>
            <p:nvPr/>
          </p:nvSpPr>
          <p:spPr>
            <a:xfrm>
              <a:off x="2610961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l7"/>
            <p:cNvSpPr/>
            <p:nvPr/>
          </p:nvSpPr>
          <p:spPr>
            <a:xfrm>
              <a:off x="314013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l8"/>
            <p:cNvSpPr/>
            <p:nvPr/>
          </p:nvSpPr>
          <p:spPr>
            <a:xfrm>
              <a:off x="366931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l9"/>
            <p:cNvSpPr/>
            <p:nvPr/>
          </p:nvSpPr>
          <p:spPr>
            <a:xfrm>
              <a:off x="419848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l10"/>
            <p:cNvSpPr/>
            <p:nvPr/>
          </p:nvSpPr>
          <p:spPr>
            <a:xfrm>
              <a:off x="472766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l11"/>
            <p:cNvSpPr/>
            <p:nvPr/>
          </p:nvSpPr>
          <p:spPr>
            <a:xfrm>
              <a:off x="525683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l12"/>
            <p:cNvSpPr/>
            <p:nvPr/>
          </p:nvSpPr>
          <p:spPr>
            <a:xfrm>
              <a:off x="578601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l13"/>
            <p:cNvSpPr/>
            <p:nvPr/>
          </p:nvSpPr>
          <p:spPr>
            <a:xfrm>
              <a:off x="631518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l14"/>
            <p:cNvSpPr/>
            <p:nvPr/>
          </p:nvSpPr>
          <p:spPr>
            <a:xfrm>
              <a:off x="2201917" y="5407850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5"/>
            <p:cNvSpPr/>
            <p:nvPr/>
          </p:nvSpPr>
          <p:spPr>
            <a:xfrm>
              <a:off x="2201917" y="4757570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l16"/>
            <p:cNvSpPr/>
            <p:nvPr/>
          </p:nvSpPr>
          <p:spPr>
            <a:xfrm>
              <a:off x="2201917" y="410729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l17"/>
            <p:cNvSpPr/>
            <p:nvPr/>
          </p:nvSpPr>
          <p:spPr>
            <a:xfrm>
              <a:off x="2201917" y="345701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l18"/>
            <p:cNvSpPr/>
            <p:nvPr/>
          </p:nvSpPr>
          <p:spPr>
            <a:xfrm>
              <a:off x="2201917" y="280673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g19"/>
            <p:cNvSpPr/>
            <p:nvPr/>
          </p:nvSpPr>
          <p:spPr>
            <a:xfrm>
              <a:off x="5671824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g20"/>
            <p:cNvSpPr/>
            <p:nvPr/>
          </p:nvSpPr>
          <p:spPr>
            <a:xfrm>
              <a:off x="5683461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g21"/>
            <p:cNvSpPr/>
            <p:nvPr/>
          </p:nvSpPr>
          <p:spPr>
            <a:xfrm>
              <a:off x="5695098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g22"/>
            <p:cNvSpPr/>
            <p:nvPr/>
          </p:nvSpPr>
          <p:spPr>
            <a:xfrm>
              <a:off x="5718373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g23"/>
            <p:cNvSpPr/>
            <p:nvPr/>
          </p:nvSpPr>
          <p:spPr>
            <a:xfrm>
              <a:off x="5730010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g24"/>
            <p:cNvSpPr/>
            <p:nvPr/>
          </p:nvSpPr>
          <p:spPr>
            <a:xfrm>
              <a:off x="5741648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g25"/>
            <p:cNvSpPr/>
            <p:nvPr/>
          </p:nvSpPr>
          <p:spPr>
            <a:xfrm>
              <a:off x="6276965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g26"/>
            <p:cNvSpPr/>
            <p:nvPr/>
          </p:nvSpPr>
          <p:spPr>
            <a:xfrm>
              <a:off x="6288602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g27"/>
            <p:cNvSpPr/>
            <p:nvPr/>
          </p:nvSpPr>
          <p:spPr>
            <a:xfrm>
              <a:off x="6300240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g28"/>
            <p:cNvSpPr/>
            <p:nvPr/>
          </p:nvSpPr>
          <p:spPr>
            <a:xfrm>
              <a:off x="5648549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g29"/>
            <p:cNvSpPr/>
            <p:nvPr/>
          </p:nvSpPr>
          <p:spPr>
            <a:xfrm>
              <a:off x="5660186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5671824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g31"/>
            <p:cNvSpPr/>
            <p:nvPr/>
          </p:nvSpPr>
          <p:spPr>
            <a:xfrm>
              <a:off x="5683461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g32"/>
            <p:cNvSpPr/>
            <p:nvPr/>
          </p:nvSpPr>
          <p:spPr>
            <a:xfrm>
              <a:off x="569509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g33"/>
            <p:cNvSpPr/>
            <p:nvPr/>
          </p:nvSpPr>
          <p:spPr>
            <a:xfrm>
              <a:off x="5706736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g34"/>
            <p:cNvSpPr/>
            <p:nvPr/>
          </p:nvSpPr>
          <p:spPr>
            <a:xfrm>
              <a:off x="5718373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g35"/>
            <p:cNvSpPr/>
            <p:nvPr/>
          </p:nvSpPr>
          <p:spPr>
            <a:xfrm>
              <a:off x="5730010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g36"/>
            <p:cNvSpPr/>
            <p:nvPr/>
          </p:nvSpPr>
          <p:spPr>
            <a:xfrm>
              <a:off x="574164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g37"/>
            <p:cNvSpPr/>
            <p:nvPr/>
          </p:nvSpPr>
          <p:spPr>
            <a:xfrm>
              <a:off x="626532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g38"/>
            <p:cNvSpPr/>
            <p:nvPr/>
          </p:nvSpPr>
          <p:spPr>
            <a:xfrm>
              <a:off x="6276965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g39"/>
            <p:cNvSpPr/>
            <p:nvPr/>
          </p:nvSpPr>
          <p:spPr>
            <a:xfrm>
              <a:off x="6288602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g40"/>
            <p:cNvSpPr/>
            <p:nvPr/>
          </p:nvSpPr>
          <p:spPr>
            <a:xfrm>
              <a:off x="6300240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g41"/>
            <p:cNvSpPr/>
            <p:nvPr/>
          </p:nvSpPr>
          <p:spPr>
            <a:xfrm>
              <a:off x="6311877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g42"/>
            <p:cNvSpPr/>
            <p:nvPr/>
          </p:nvSpPr>
          <p:spPr>
            <a:xfrm>
              <a:off x="5636912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g43"/>
            <p:cNvSpPr/>
            <p:nvPr/>
          </p:nvSpPr>
          <p:spPr>
            <a:xfrm>
              <a:off x="5648549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g44"/>
            <p:cNvSpPr/>
            <p:nvPr/>
          </p:nvSpPr>
          <p:spPr>
            <a:xfrm>
              <a:off x="5660186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g45"/>
            <p:cNvSpPr/>
            <p:nvPr/>
          </p:nvSpPr>
          <p:spPr>
            <a:xfrm>
              <a:off x="5671824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g46"/>
            <p:cNvSpPr/>
            <p:nvPr/>
          </p:nvSpPr>
          <p:spPr>
            <a:xfrm>
              <a:off x="5683461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g47"/>
            <p:cNvSpPr/>
            <p:nvPr/>
          </p:nvSpPr>
          <p:spPr>
            <a:xfrm>
              <a:off x="569509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g48"/>
            <p:cNvSpPr/>
            <p:nvPr/>
          </p:nvSpPr>
          <p:spPr>
            <a:xfrm>
              <a:off x="5706736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g49"/>
            <p:cNvSpPr/>
            <p:nvPr/>
          </p:nvSpPr>
          <p:spPr>
            <a:xfrm>
              <a:off x="5718373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g50"/>
            <p:cNvSpPr/>
            <p:nvPr/>
          </p:nvSpPr>
          <p:spPr>
            <a:xfrm>
              <a:off x="5730010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g51"/>
            <p:cNvSpPr/>
            <p:nvPr/>
          </p:nvSpPr>
          <p:spPr>
            <a:xfrm>
              <a:off x="574164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g52"/>
            <p:cNvSpPr/>
            <p:nvPr/>
          </p:nvSpPr>
          <p:spPr>
            <a:xfrm>
              <a:off x="5753285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g53"/>
            <p:cNvSpPr/>
            <p:nvPr/>
          </p:nvSpPr>
          <p:spPr>
            <a:xfrm>
              <a:off x="626532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g54"/>
            <p:cNvSpPr/>
            <p:nvPr/>
          </p:nvSpPr>
          <p:spPr>
            <a:xfrm>
              <a:off x="6276965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g55"/>
            <p:cNvSpPr/>
            <p:nvPr/>
          </p:nvSpPr>
          <p:spPr>
            <a:xfrm>
              <a:off x="6288602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/>
            <p:cNvSpPr/>
            <p:nvPr/>
          </p:nvSpPr>
          <p:spPr>
            <a:xfrm>
              <a:off x="6300240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g57"/>
            <p:cNvSpPr/>
            <p:nvPr/>
          </p:nvSpPr>
          <p:spPr>
            <a:xfrm>
              <a:off x="6311877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/>
            <p:cNvSpPr/>
            <p:nvPr/>
          </p:nvSpPr>
          <p:spPr>
            <a:xfrm>
              <a:off x="557872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g59"/>
            <p:cNvSpPr/>
            <p:nvPr/>
          </p:nvSpPr>
          <p:spPr>
            <a:xfrm>
              <a:off x="5590363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g60"/>
            <p:cNvSpPr/>
            <p:nvPr/>
          </p:nvSpPr>
          <p:spPr>
            <a:xfrm>
              <a:off x="560200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pg61"/>
            <p:cNvSpPr/>
            <p:nvPr/>
          </p:nvSpPr>
          <p:spPr>
            <a:xfrm>
              <a:off x="5613637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g62"/>
            <p:cNvSpPr/>
            <p:nvPr/>
          </p:nvSpPr>
          <p:spPr>
            <a:xfrm>
              <a:off x="562527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g63"/>
            <p:cNvSpPr/>
            <p:nvPr/>
          </p:nvSpPr>
          <p:spPr>
            <a:xfrm>
              <a:off x="5636912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g64"/>
            <p:cNvSpPr/>
            <p:nvPr/>
          </p:nvSpPr>
          <p:spPr>
            <a:xfrm>
              <a:off x="5648549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g65"/>
            <p:cNvSpPr/>
            <p:nvPr/>
          </p:nvSpPr>
          <p:spPr>
            <a:xfrm>
              <a:off x="5660186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g66"/>
            <p:cNvSpPr/>
            <p:nvPr/>
          </p:nvSpPr>
          <p:spPr>
            <a:xfrm>
              <a:off x="5671824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g67"/>
            <p:cNvSpPr/>
            <p:nvPr/>
          </p:nvSpPr>
          <p:spPr>
            <a:xfrm>
              <a:off x="5683461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g68"/>
            <p:cNvSpPr/>
            <p:nvPr/>
          </p:nvSpPr>
          <p:spPr>
            <a:xfrm>
              <a:off x="5695098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g69"/>
            <p:cNvSpPr/>
            <p:nvPr/>
          </p:nvSpPr>
          <p:spPr>
            <a:xfrm>
              <a:off x="5706736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g70"/>
            <p:cNvSpPr/>
            <p:nvPr/>
          </p:nvSpPr>
          <p:spPr>
            <a:xfrm>
              <a:off x="5718373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g71"/>
            <p:cNvSpPr/>
            <p:nvPr/>
          </p:nvSpPr>
          <p:spPr>
            <a:xfrm>
              <a:off x="573001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g72"/>
            <p:cNvSpPr/>
            <p:nvPr/>
          </p:nvSpPr>
          <p:spPr>
            <a:xfrm>
              <a:off x="5741648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g73"/>
            <p:cNvSpPr/>
            <p:nvPr/>
          </p:nvSpPr>
          <p:spPr>
            <a:xfrm>
              <a:off x="627696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g74"/>
            <p:cNvSpPr/>
            <p:nvPr/>
          </p:nvSpPr>
          <p:spPr>
            <a:xfrm>
              <a:off x="6288602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g75"/>
            <p:cNvSpPr/>
            <p:nvPr/>
          </p:nvSpPr>
          <p:spPr>
            <a:xfrm>
              <a:off x="630024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g76"/>
            <p:cNvSpPr/>
            <p:nvPr/>
          </p:nvSpPr>
          <p:spPr>
            <a:xfrm>
              <a:off x="554381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g77"/>
            <p:cNvSpPr/>
            <p:nvPr/>
          </p:nvSpPr>
          <p:spPr>
            <a:xfrm>
              <a:off x="5555451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g78"/>
            <p:cNvSpPr/>
            <p:nvPr/>
          </p:nvSpPr>
          <p:spPr>
            <a:xfrm>
              <a:off x="5567088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g79"/>
            <p:cNvSpPr/>
            <p:nvPr/>
          </p:nvSpPr>
          <p:spPr>
            <a:xfrm>
              <a:off x="5578725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g80"/>
            <p:cNvSpPr/>
            <p:nvPr/>
          </p:nvSpPr>
          <p:spPr>
            <a:xfrm>
              <a:off x="559036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g81"/>
            <p:cNvSpPr/>
            <p:nvPr/>
          </p:nvSpPr>
          <p:spPr>
            <a:xfrm>
              <a:off x="5602000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g82"/>
            <p:cNvSpPr/>
            <p:nvPr/>
          </p:nvSpPr>
          <p:spPr>
            <a:xfrm>
              <a:off x="5613637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g83"/>
            <p:cNvSpPr/>
            <p:nvPr/>
          </p:nvSpPr>
          <p:spPr>
            <a:xfrm>
              <a:off x="5625275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g84"/>
            <p:cNvSpPr/>
            <p:nvPr/>
          </p:nvSpPr>
          <p:spPr>
            <a:xfrm>
              <a:off x="5636912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g85"/>
            <p:cNvSpPr/>
            <p:nvPr/>
          </p:nvSpPr>
          <p:spPr>
            <a:xfrm>
              <a:off x="5648549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/>
            <p:cNvSpPr/>
            <p:nvPr/>
          </p:nvSpPr>
          <p:spPr>
            <a:xfrm>
              <a:off x="5660186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pg87"/>
            <p:cNvSpPr/>
            <p:nvPr/>
          </p:nvSpPr>
          <p:spPr>
            <a:xfrm>
              <a:off x="5671824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pg88"/>
            <p:cNvSpPr/>
            <p:nvPr/>
          </p:nvSpPr>
          <p:spPr>
            <a:xfrm>
              <a:off x="5683461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pg89"/>
            <p:cNvSpPr/>
            <p:nvPr/>
          </p:nvSpPr>
          <p:spPr>
            <a:xfrm>
              <a:off x="5695098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g90"/>
            <p:cNvSpPr/>
            <p:nvPr/>
          </p:nvSpPr>
          <p:spPr>
            <a:xfrm>
              <a:off x="5706736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g91"/>
            <p:cNvSpPr/>
            <p:nvPr/>
          </p:nvSpPr>
          <p:spPr>
            <a:xfrm>
              <a:off x="571837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g92"/>
            <p:cNvSpPr/>
            <p:nvPr/>
          </p:nvSpPr>
          <p:spPr>
            <a:xfrm>
              <a:off x="5730010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g93"/>
            <p:cNvSpPr/>
            <p:nvPr/>
          </p:nvSpPr>
          <p:spPr>
            <a:xfrm>
              <a:off x="6288602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g94"/>
            <p:cNvSpPr/>
            <p:nvPr/>
          </p:nvSpPr>
          <p:spPr>
            <a:xfrm>
              <a:off x="5532176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g95"/>
            <p:cNvSpPr/>
            <p:nvPr/>
          </p:nvSpPr>
          <p:spPr>
            <a:xfrm>
              <a:off x="5543813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g96"/>
            <p:cNvSpPr/>
            <p:nvPr/>
          </p:nvSpPr>
          <p:spPr>
            <a:xfrm>
              <a:off x="5555451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g97"/>
            <p:cNvSpPr/>
            <p:nvPr/>
          </p:nvSpPr>
          <p:spPr>
            <a:xfrm>
              <a:off x="5567088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g98"/>
            <p:cNvSpPr/>
            <p:nvPr/>
          </p:nvSpPr>
          <p:spPr>
            <a:xfrm>
              <a:off x="5578725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g99"/>
            <p:cNvSpPr/>
            <p:nvPr/>
          </p:nvSpPr>
          <p:spPr>
            <a:xfrm>
              <a:off x="5590363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g100"/>
            <p:cNvSpPr/>
            <p:nvPr/>
          </p:nvSpPr>
          <p:spPr>
            <a:xfrm>
              <a:off x="5602000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g101"/>
            <p:cNvSpPr/>
            <p:nvPr/>
          </p:nvSpPr>
          <p:spPr>
            <a:xfrm>
              <a:off x="5613637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g102"/>
            <p:cNvSpPr/>
            <p:nvPr/>
          </p:nvSpPr>
          <p:spPr>
            <a:xfrm>
              <a:off x="5625275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g103"/>
            <p:cNvSpPr/>
            <p:nvPr/>
          </p:nvSpPr>
          <p:spPr>
            <a:xfrm>
              <a:off x="5636912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g104"/>
            <p:cNvSpPr/>
            <p:nvPr/>
          </p:nvSpPr>
          <p:spPr>
            <a:xfrm>
              <a:off x="5648549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g105"/>
            <p:cNvSpPr/>
            <p:nvPr/>
          </p:nvSpPr>
          <p:spPr>
            <a:xfrm>
              <a:off x="5660186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g106"/>
            <p:cNvSpPr/>
            <p:nvPr/>
          </p:nvSpPr>
          <p:spPr>
            <a:xfrm>
              <a:off x="5671824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g107"/>
            <p:cNvSpPr/>
            <p:nvPr/>
          </p:nvSpPr>
          <p:spPr>
            <a:xfrm>
              <a:off x="5683461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g108"/>
            <p:cNvSpPr/>
            <p:nvPr/>
          </p:nvSpPr>
          <p:spPr>
            <a:xfrm>
              <a:off x="5695098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g109"/>
            <p:cNvSpPr/>
            <p:nvPr/>
          </p:nvSpPr>
          <p:spPr>
            <a:xfrm>
              <a:off x="5508901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g110"/>
            <p:cNvSpPr/>
            <p:nvPr/>
          </p:nvSpPr>
          <p:spPr>
            <a:xfrm>
              <a:off x="5520539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g111"/>
            <p:cNvSpPr/>
            <p:nvPr/>
          </p:nvSpPr>
          <p:spPr>
            <a:xfrm>
              <a:off x="5532176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g112"/>
            <p:cNvSpPr/>
            <p:nvPr/>
          </p:nvSpPr>
          <p:spPr>
            <a:xfrm>
              <a:off x="5543813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g113"/>
            <p:cNvSpPr/>
            <p:nvPr/>
          </p:nvSpPr>
          <p:spPr>
            <a:xfrm>
              <a:off x="5555451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g114"/>
            <p:cNvSpPr/>
            <p:nvPr/>
          </p:nvSpPr>
          <p:spPr>
            <a:xfrm>
              <a:off x="5567088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pg115"/>
            <p:cNvSpPr/>
            <p:nvPr/>
          </p:nvSpPr>
          <p:spPr>
            <a:xfrm>
              <a:off x="5578725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g116"/>
            <p:cNvSpPr/>
            <p:nvPr/>
          </p:nvSpPr>
          <p:spPr>
            <a:xfrm>
              <a:off x="5590363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pg117"/>
            <p:cNvSpPr/>
            <p:nvPr/>
          </p:nvSpPr>
          <p:spPr>
            <a:xfrm>
              <a:off x="5602000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g118"/>
            <p:cNvSpPr/>
            <p:nvPr/>
          </p:nvSpPr>
          <p:spPr>
            <a:xfrm>
              <a:off x="5613637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pg119"/>
            <p:cNvSpPr/>
            <p:nvPr/>
          </p:nvSpPr>
          <p:spPr>
            <a:xfrm>
              <a:off x="5625275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pg120"/>
            <p:cNvSpPr/>
            <p:nvPr/>
          </p:nvSpPr>
          <p:spPr>
            <a:xfrm>
              <a:off x="5636912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pg121"/>
            <p:cNvSpPr/>
            <p:nvPr/>
          </p:nvSpPr>
          <p:spPr>
            <a:xfrm>
              <a:off x="5648549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pg122"/>
            <p:cNvSpPr/>
            <p:nvPr/>
          </p:nvSpPr>
          <p:spPr>
            <a:xfrm>
              <a:off x="5660186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g123"/>
            <p:cNvSpPr/>
            <p:nvPr/>
          </p:nvSpPr>
          <p:spPr>
            <a:xfrm>
              <a:off x="5473989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g124"/>
            <p:cNvSpPr/>
            <p:nvPr/>
          </p:nvSpPr>
          <p:spPr>
            <a:xfrm>
              <a:off x="5485627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g125"/>
            <p:cNvSpPr/>
            <p:nvPr/>
          </p:nvSpPr>
          <p:spPr>
            <a:xfrm>
              <a:off x="5497264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g126"/>
            <p:cNvSpPr/>
            <p:nvPr/>
          </p:nvSpPr>
          <p:spPr>
            <a:xfrm>
              <a:off x="5508901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g127"/>
            <p:cNvSpPr/>
            <p:nvPr/>
          </p:nvSpPr>
          <p:spPr>
            <a:xfrm>
              <a:off x="5520539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g128"/>
            <p:cNvSpPr/>
            <p:nvPr/>
          </p:nvSpPr>
          <p:spPr>
            <a:xfrm>
              <a:off x="5532176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g129"/>
            <p:cNvSpPr/>
            <p:nvPr/>
          </p:nvSpPr>
          <p:spPr>
            <a:xfrm>
              <a:off x="5543813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g130"/>
            <p:cNvSpPr/>
            <p:nvPr/>
          </p:nvSpPr>
          <p:spPr>
            <a:xfrm>
              <a:off x="5555451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g131"/>
            <p:cNvSpPr/>
            <p:nvPr/>
          </p:nvSpPr>
          <p:spPr>
            <a:xfrm>
              <a:off x="5567088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g132"/>
            <p:cNvSpPr/>
            <p:nvPr/>
          </p:nvSpPr>
          <p:spPr>
            <a:xfrm>
              <a:off x="5578725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g133"/>
            <p:cNvSpPr/>
            <p:nvPr/>
          </p:nvSpPr>
          <p:spPr>
            <a:xfrm>
              <a:off x="5590363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pg134"/>
            <p:cNvSpPr/>
            <p:nvPr/>
          </p:nvSpPr>
          <p:spPr>
            <a:xfrm>
              <a:off x="5602000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pg135"/>
            <p:cNvSpPr/>
            <p:nvPr/>
          </p:nvSpPr>
          <p:spPr>
            <a:xfrm>
              <a:off x="5613637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pg136"/>
            <p:cNvSpPr/>
            <p:nvPr/>
          </p:nvSpPr>
          <p:spPr>
            <a:xfrm>
              <a:off x="5625275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pg137"/>
            <p:cNvSpPr/>
            <p:nvPr/>
          </p:nvSpPr>
          <p:spPr>
            <a:xfrm>
              <a:off x="5450715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pg138"/>
            <p:cNvSpPr/>
            <p:nvPr/>
          </p:nvSpPr>
          <p:spPr>
            <a:xfrm>
              <a:off x="5462352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pg139"/>
            <p:cNvSpPr/>
            <p:nvPr/>
          </p:nvSpPr>
          <p:spPr>
            <a:xfrm>
              <a:off x="5473989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pg140"/>
            <p:cNvSpPr/>
            <p:nvPr/>
          </p:nvSpPr>
          <p:spPr>
            <a:xfrm>
              <a:off x="5485627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pg141"/>
            <p:cNvSpPr/>
            <p:nvPr/>
          </p:nvSpPr>
          <p:spPr>
            <a:xfrm>
              <a:off x="5497264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pg142"/>
            <p:cNvSpPr/>
            <p:nvPr/>
          </p:nvSpPr>
          <p:spPr>
            <a:xfrm>
              <a:off x="5508901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pg143"/>
            <p:cNvSpPr/>
            <p:nvPr/>
          </p:nvSpPr>
          <p:spPr>
            <a:xfrm>
              <a:off x="5520539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pg144"/>
            <p:cNvSpPr/>
            <p:nvPr/>
          </p:nvSpPr>
          <p:spPr>
            <a:xfrm>
              <a:off x="5532176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pg145"/>
            <p:cNvSpPr/>
            <p:nvPr/>
          </p:nvSpPr>
          <p:spPr>
            <a:xfrm>
              <a:off x="5543813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pg146"/>
            <p:cNvSpPr/>
            <p:nvPr/>
          </p:nvSpPr>
          <p:spPr>
            <a:xfrm>
              <a:off x="5555451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pg147"/>
            <p:cNvSpPr/>
            <p:nvPr/>
          </p:nvSpPr>
          <p:spPr>
            <a:xfrm>
              <a:off x="5567088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pg148"/>
            <p:cNvSpPr/>
            <p:nvPr/>
          </p:nvSpPr>
          <p:spPr>
            <a:xfrm>
              <a:off x="5578725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pg149"/>
            <p:cNvSpPr/>
            <p:nvPr/>
          </p:nvSpPr>
          <p:spPr>
            <a:xfrm>
              <a:off x="5439077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pg150"/>
            <p:cNvSpPr/>
            <p:nvPr/>
          </p:nvSpPr>
          <p:spPr>
            <a:xfrm>
              <a:off x="5450715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pg151"/>
            <p:cNvSpPr/>
            <p:nvPr/>
          </p:nvSpPr>
          <p:spPr>
            <a:xfrm>
              <a:off x="5462352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pg152"/>
            <p:cNvSpPr/>
            <p:nvPr/>
          </p:nvSpPr>
          <p:spPr>
            <a:xfrm>
              <a:off x="5473989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pg153"/>
            <p:cNvSpPr/>
            <p:nvPr/>
          </p:nvSpPr>
          <p:spPr>
            <a:xfrm>
              <a:off x="5485627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pg154"/>
            <p:cNvSpPr/>
            <p:nvPr/>
          </p:nvSpPr>
          <p:spPr>
            <a:xfrm>
              <a:off x="5497264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pg155"/>
            <p:cNvSpPr/>
            <p:nvPr/>
          </p:nvSpPr>
          <p:spPr>
            <a:xfrm>
              <a:off x="5508901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pg156"/>
            <p:cNvSpPr/>
            <p:nvPr/>
          </p:nvSpPr>
          <p:spPr>
            <a:xfrm>
              <a:off x="5520539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pg157"/>
            <p:cNvSpPr/>
            <p:nvPr/>
          </p:nvSpPr>
          <p:spPr>
            <a:xfrm>
              <a:off x="5532176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pg158"/>
            <p:cNvSpPr/>
            <p:nvPr/>
          </p:nvSpPr>
          <p:spPr>
            <a:xfrm>
              <a:off x="5543813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pg159"/>
            <p:cNvSpPr/>
            <p:nvPr/>
          </p:nvSpPr>
          <p:spPr>
            <a:xfrm>
              <a:off x="5555451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pg160"/>
            <p:cNvSpPr/>
            <p:nvPr/>
          </p:nvSpPr>
          <p:spPr>
            <a:xfrm>
              <a:off x="5427440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pg161"/>
            <p:cNvSpPr/>
            <p:nvPr/>
          </p:nvSpPr>
          <p:spPr>
            <a:xfrm>
              <a:off x="5439077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pg162"/>
            <p:cNvSpPr/>
            <p:nvPr/>
          </p:nvSpPr>
          <p:spPr>
            <a:xfrm>
              <a:off x="5450715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pg163"/>
            <p:cNvSpPr/>
            <p:nvPr/>
          </p:nvSpPr>
          <p:spPr>
            <a:xfrm>
              <a:off x="5462352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pg164"/>
            <p:cNvSpPr/>
            <p:nvPr/>
          </p:nvSpPr>
          <p:spPr>
            <a:xfrm>
              <a:off x="5473989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pg165"/>
            <p:cNvSpPr/>
            <p:nvPr/>
          </p:nvSpPr>
          <p:spPr>
            <a:xfrm>
              <a:off x="5485627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pg166"/>
            <p:cNvSpPr/>
            <p:nvPr/>
          </p:nvSpPr>
          <p:spPr>
            <a:xfrm>
              <a:off x="5497264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pg167"/>
            <p:cNvSpPr/>
            <p:nvPr/>
          </p:nvSpPr>
          <p:spPr>
            <a:xfrm>
              <a:off x="5508901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pg168"/>
            <p:cNvSpPr/>
            <p:nvPr/>
          </p:nvSpPr>
          <p:spPr>
            <a:xfrm>
              <a:off x="5520539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pg169"/>
            <p:cNvSpPr/>
            <p:nvPr/>
          </p:nvSpPr>
          <p:spPr>
            <a:xfrm>
              <a:off x="5532176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pg170"/>
            <p:cNvSpPr/>
            <p:nvPr/>
          </p:nvSpPr>
          <p:spPr>
            <a:xfrm>
              <a:off x="5415803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pg171"/>
            <p:cNvSpPr/>
            <p:nvPr/>
          </p:nvSpPr>
          <p:spPr>
            <a:xfrm>
              <a:off x="5427440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pg172"/>
            <p:cNvSpPr/>
            <p:nvPr/>
          </p:nvSpPr>
          <p:spPr>
            <a:xfrm>
              <a:off x="5439077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pg173"/>
            <p:cNvSpPr/>
            <p:nvPr/>
          </p:nvSpPr>
          <p:spPr>
            <a:xfrm>
              <a:off x="5450715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pg174"/>
            <p:cNvSpPr/>
            <p:nvPr/>
          </p:nvSpPr>
          <p:spPr>
            <a:xfrm>
              <a:off x="5462352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pg175"/>
            <p:cNvSpPr/>
            <p:nvPr/>
          </p:nvSpPr>
          <p:spPr>
            <a:xfrm>
              <a:off x="5473989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pg176"/>
            <p:cNvSpPr/>
            <p:nvPr/>
          </p:nvSpPr>
          <p:spPr>
            <a:xfrm>
              <a:off x="5485627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pg177"/>
            <p:cNvSpPr/>
            <p:nvPr/>
          </p:nvSpPr>
          <p:spPr>
            <a:xfrm>
              <a:off x="5497264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pg178"/>
            <p:cNvSpPr/>
            <p:nvPr/>
          </p:nvSpPr>
          <p:spPr>
            <a:xfrm>
              <a:off x="5508901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pg179"/>
            <p:cNvSpPr/>
            <p:nvPr/>
          </p:nvSpPr>
          <p:spPr>
            <a:xfrm>
              <a:off x="5380891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pg180"/>
            <p:cNvSpPr/>
            <p:nvPr/>
          </p:nvSpPr>
          <p:spPr>
            <a:xfrm>
              <a:off x="5392528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pg181"/>
            <p:cNvSpPr/>
            <p:nvPr/>
          </p:nvSpPr>
          <p:spPr>
            <a:xfrm>
              <a:off x="5404165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pg182"/>
            <p:cNvSpPr/>
            <p:nvPr/>
          </p:nvSpPr>
          <p:spPr>
            <a:xfrm>
              <a:off x="5415803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pg183"/>
            <p:cNvSpPr/>
            <p:nvPr/>
          </p:nvSpPr>
          <p:spPr>
            <a:xfrm>
              <a:off x="5427440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pg184"/>
            <p:cNvSpPr/>
            <p:nvPr/>
          </p:nvSpPr>
          <p:spPr>
            <a:xfrm>
              <a:off x="5439077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pg185"/>
            <p:cNvSpPr/>
            <p:nvPr/>
          </p:nvSpPr>
          <p:spPr>
            <a:xfrm>
              <a:off x="5450715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pg186"/>
            <p:cNvSpPr/>
            <p:nvPr/>
          </p:nvSpPr>
          <p:spPr>
            <a:xfrm>
              <a:off x="5462352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pg187"/>
            <p:cNvSpPr/>
            <p:nvPr/>
          </p:nvSpPr>
          <p:spPr>
            <a:xfrm>
              <a:off x="5473989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pg188"/>
            <p:cNvSpPr/>
            <p:nvPr/>
          </p:nvSpPr>
          <p:spPr>
            <a:xfrm>
              <a:off x="5485627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pg189"/>
            <p:cNvSpPr/>
            <p:nvPr/>
          </p:nvSpPr>
          <p:spPr>
            <a:xfrm>
              <a:off x="5369253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pg190"/>
            <p:cNvSpPr/>
            <p:nvPr/>
          </p:nvSpPr>
          <p:spPr>
            <a:xfrm>
              <a:off x="5380891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pg191"/>
            <p:cNvSpPr/>
            <p:nvPr/>
          </p:nvSpPr>
          <p:spPr>
            <a:xfrm>
              <a:off x="5392528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pg192"/>
            <p:cNvSpPr/>
            <p:nvPr/>
          </p:nvSpPr>
          <p:spPr>
            <a:xfrm>
              <a:off x="5404165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pg193"/>
            <p:cNvSpPr/>
            <p:nvPr/>
          </p:nvSpPr>
          <p:spPr>
            <a:xfrm>
              <a:off x="5415803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pg194"/>
            <p:cNvSpPr/>
            <p:nvPr/>
          </p:nvSpPr>
          <p:spPr>
            <a:xfrm>
              <a:off x="5427440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pg195"/>
            <p:cNvSpPr/>
            <p:nvPr/>
          </p:nvSpPr>
          <p:spPr>
            <a:xfrm>
              <a:off x="5439077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pg196"/>
            <p:cNvSpPr/>
            <p:nvPr/>
          </p:nvSpPr>
          <p:spPr>
            <a:xfrm>
              <a:off x="5450715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pg197"/>
            <p:cNvSpPr/>
            <p:nvPr/>
          </p:nvSpPr>
          <p:spPr>
            <a:xfrm>
              <a:off x="5462352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pg198"/>
            <p:cNvSpPr/>
            <p:nvPr/>
          </p:nvSpPr>
          <p:spPr>
            <a:xfrm>
              <a:off x="6311877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pg199"/>
            <p:cNvSpPr/>
            <p:nvPr/>
          </p:nvSpPr>
          <p:spPr>
            <a:xfrm>
              <a:off x="531106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pg200"/>
            <p:cNvSpPr/>
            <p:nvPr/>
          </p:nvSpPr>
          <p:spPr>
            <a:xfrm>
              <a:off x="5322704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pg201"/>
            <p:cNvSpPr/>
            <p:nvPr/>
          </p:nvSpPr>
          <p:spPr>
            <a:xfrm>
              <a:off x="5334341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pg202"/>
            <p:cNvSpPr/>
            <p:nvPr/>
          </p:nvSpPr>
          <p:spPr>
            <a:xfrm>
              <a:off x="5345979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pg203"/>
            <p:cNvSpPr/>
            <p:nvPr/>
          </p:nvSpPr>
          <p:spPr>
            <a:xfrm>
              <a:off x="5357616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pg204"/>
            <p:cNvSpPr/>
            <p:nvPr/>
          </p:nvSpPr>
          <p:spPr>
            <a:xfrm>
              <a:off x="5369253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pg205"/>
            <p:cNvSpPr/>
            <p:nvPr/>
          </p:nvSpPr>
          <p:spPr>
            <a:xfrm>
              <a:off x="5380891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pg206"/>
            <p:cNvSpPr/>
            <p:nvPr/>
          </p:nvSpPr>
          <p:spPr>
            <a:xfrm>
              <a:off x="5392528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pg207"/>
            <p:cNvSpPr/>
            <p:nvPr/>
          </p:nvSpPr>
          <p:spPr>
            <a:xfrm>
              <a:off x="540416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pg208"/>
            <p:cNvSpPr/>
            <p:nvPr/>
          </p:nvSpPr>
          <p:spPr>
            <a:xfrm>
              <a:off x="5415803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pg209"/>
            <p:cNvSpPr/>
            <p:nvPr/>
          </p:nvSpPr>
          <p:spPr>
            <a:xfrm>
              <a:off x="5427440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pg210"/>
            <p:cNvSpPr/>
            <p:nvPr/>
          </p:nvSpPr>
          <p:spPr>
            <a:xfrm>
              <a:off x="543907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pg211"/>
            <p:cNvSpPr/>
            <p:nvPr/>
          </p:nvSpPr>
          <p:spPr>
            <a:xfrm>
              <a:off x="545071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pg212"/>
            <p:cNvSpPr/>
            <p:nvPr/>
          </p:nvSpPr>
          <p:spPr>
            <a:xfrm>
              <a:off x="627696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pg213"/>
            <p:cNvSpPr/>
            <p:nvPr/>
          </p:nvSpPr>
          <p:spPr>
            <a:xfrm>
              <a:off x="6288602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pg214"/>
            <p:cNvSpPr/>
            <p:nvPr/>
          </p:nvSpPr>
          <p:spPr>
            <a:xfrm>
              <a:off x="6300240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pg215"/>
            <p:cNvSpPr/>
            <p:nvPr/>
          </p:nvSpPr>
          <p:spPr>
            <a:xfrm>
              <a:off x="631187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pg216"/>
            <p:cNvSpPr/>
            <p:nvPr/>
          </p:nvSpPr>
          <p:spPr>
            <a:xfrm>
              <a:off x="6323514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pg217"/>
            <p:cNvSpPr/>
            <p:nvPr/>
          </p:nvSpPr>
          <p:spPr>
            <a:xfrm>
              <a:off x="5299429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pg218"/>
            <p:cNvSpPr/>
            <p:nvPr/>
          </p:nvSpPr>
          <p:spPr>
            <a:xfrm>
              <a:off x="531106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pg219"/>
            <p:cNvSpPr/>
            <p:nvPr/>
          </p:nvSpPr>
          <p:spPr>
            <a:xfrm>
              <a:off x="532270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pg220"/>
            <p:cNvSpPr/>
            <p:nvPr/>
          </p:nvSpPr>
          <p:spPr>
            <a:xfrm>
              <a:off x="533434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pg221"/>
            <p:cNvSpPr/>
            <p:nvPr/>
          </p:nvSpPr>
          <p:spPr>
            <a:xfrm>
              <a:off x="5345979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pg222"/>
            <p:cNvSpPr/>
            <p:nvPr/>
          </p:nvSpPr>
          <p:spPr>
            <a:xfrm>
              <a:off x="5357616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pg223"/>
            <p:cNvSpPr/>
            <p:nvPr/>
          </p:nvSpPr>
          <p:spPr>
            <a:xfrm>
              <a:off x="5369253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pg224"/>
            <p:cNvSpPr/>
            <p:nvPr/>
          </p:nvSpPr>
          <p:spPr>
            <a:xfrm>
              <a:off x="538089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pg225"/>
            <p:cNvSpPr/>
            <p:nvPr/>
          </p:nvSpPr>
          <p:spPr>
            <a:xfrm>
              <a:off x="539252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pg226"/>
            <p:cNvSpPr/>
            <p:nvPr/>
          </p:nvSpPr>
          <p:spPr>
            <a:xfrm>
              <a:off x="5404165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pg227"/>
            <p:cNvSpPr/>
            <p:nvPr/>
          </p:nvSpPr>
          <p:spPr>
            <a:xfrm>
              <a:off x="5415803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pg228"/>
            <p:cNvSpPr/>
            <p:nvPr/>
          </p:nvSpPr>
          <p:spPr>
            <a:xfrm>
              <a:off x="542744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pg229"/>
            <p:cNvSpPr/>
            <p:nvPr/>
          </p:nvSpPr>
          <p:spPr>
            <a:xfrm>
              <a:off x="543907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pg230"/>
            <p:cNvSpPr/>
            <p:nvPr/>
          </p:nvSpPr>
          <p:spPr>
            <a:xfrm>
              <a:off x="6183866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pg231"/>
            <p:cNvSpPr/>
            <p:nvPr/>
          </p:nvSpPr>
          <p:spPr>
            <a:xfrm>
              <a:off x="619550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pg232"/>
            <p:cNvSpPr/>
            <p:nvPr/>
          </p:nvSpPr>
          <p:spPr>
            <a:xfrm>
              <a:off x="620714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pg233"/>
            <p:cNvSpPr/>
            <p:nvPr/>
          </p:nvSpPr>
          <p:spPr>
            <a:xfrm>
              <a:off x="621877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pg234"/>
            <p:cNvSpPr/>
            <p:nvPr/>
          </p:nvSpPr>
          <p:spPr>
            <a:xfrm>
              <a:off x="625369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pg235"/>
            <p:cNvSpPr/>
            <p:nvPr/>
          </p:nvSpPr>
          <p:spPr>
            <a:xfrm>
              <a:off x="626532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pg236"/>
            <p:cNvSpPr/>
            <p:nvPr/>
          </p:nvSpPr>
          <p:spPr>
            <a:xfrm>
              <a:off x="6276965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pg237"/>
            <p:cNvSpPr/>
            <p:nvPr/>
          </p:nvSpPr>
          <p:spPr>
            <a:xfrm>
              <a:off x="6288602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pg238"/>
            <p:cNvSpPr/>
            <p:nvPr/>
          </p:nvSpPr>
          <p:spPr>
            <a:xfrm>
              <a:off x="630024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pg239"/>
            <p:cNvSpPr/>
            <p:nvPr/>
          </p:nvSpPr>
          <p:spPr>
            <a:xfrm>
              <a:off x="631187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pg240"/>
            <p:cNvSpPr/>
            <p:nvPr/>
          </p:nvSpPr>
          <p:spPr>
            <a:xfrm>
              <a:off x="632351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pg241"/>
            <p:cNvSpPr/>
            <p:nvPr/>
          </p:nvSpPr>
          <p:spPr>
            <a:xfrm>
              <a:off x="6335152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pg242"/>
            <p:cNvSpPr/>
            <p:nvPr/>
          </p:nvSpPr>
          <p:spPr>
            <a:xfrm>
              <a:off x="529942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pg243"/>
            <p:cNvSpPr/>
            <p:nvPr/>
          </p:nvSpPr>
          <p:spPr>
            <a:xfrm>
              <a:off x="5311067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pg244"/>
            <p:cNvSpPr/>
            <p:nvPr/>
          </p:nvSpPr>
          <p:spPr>
            <a:xfrm>
              <a:off x="532270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pg245"/>
            <p:cNvSpPr/>
            <p:nvPr/>
          </p:nvSpPr>
          <p:spPr>
            <a:xfrm>
              <a:off x="533434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pg246"/>
            <p:cNvSpPr/>
            <p:nvPr/>
          </p:nvSpPr>
          <p:spPr>
            <a:xfrm>
              <a:off x="534597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pg247"/>
            <p:cNvSpPr/>
            <p:nvPr/>
          </p:nvSpPr>
          <p:spPr>
            <a:xfrm>
              <a:off x="535761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pg248"/>
            <p:cNvSpPr/>
            <p:nvPr/>
          </p:nvSpPr>
          <p:spPr>
            <a:xfrm>
              <a:off x="536925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pg249"/>
            <p:cNvSpPr/>
            <p:nvPr/>
          </p:nvSpPr>
          <p:spPr>
            <a:xfrm>
              <a:off x="538089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pg250"/>
            <p:cNvSpPr/>
            <p:nvPr/>
          </p:nvSpPr>
          <p:spPr>
            <a:xfrm>
              <a:off x="539252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pg251"/>
            <p:cNvSpPr/>
            <p:nvPr/>
          </p:nvSpPr>
          <p:spPr>
            <a:xfrm>
              <a:off x="5404165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pg252"/>
            <p:cNvSpPr/>
            <p:nvPr/>
          </p:nvSpPr>
          <p:spPr>
            <a:xfrm>
              <a:off x="541580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pg253"/>
            <p:cNvSpPr/>
            <p:nvPr/>
          </p:nvSpPr>
          <p:spPr>
            <a:xfrm>
              <a:off x="542744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pg254"/>
            <p:cNvSpPr/>
            <p:nvPr/>
          </p:nvSpPr>
          <p:spPr>
            <a:xfrm>
              <a:off x="617222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pg255"/>
            <p:cNvSpPr/>
            <p:nvPr/>
          </p:nvSpPr>
          <p:spPr>
            <a:xfrm>
              <a:off x="618386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pg256"/>
            <p:cNvSpPr/>
            <p:nvPr/>
          </p:nvSpPr>
          <p:spPr>
            <a:xfrm>
              <a:off x="619550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pg257"/>
            <p:cNvSpPr/>
            <p:nvPr/>
          </p:nvSpPr>
          <p:spPr>
            <a:xfrm>
              <a:off x="620714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pg258"/>
            <p:cNvSpPr/>
            <p:nvPr/>
          </p:nvSpPr>
          <p:spPr>
            <a:xfrm>
              <a:off x="621877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pg259"/>
            <p:cNvSpPr/>
            <p:nvPr/>
          </p:nvSpPr>
          <p:spPr>
            <a:xfrm>
              <a:off x="623041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pg260"/>
            <p:cNvSpPr/>
            <p:nvPr/>
          </p:nvSpPr>
          <p:spPr>
            <a:xfrm>
              <a:off x="624205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pg261"/>
            <p:cNvSpPr/>
            <p:nvPr/>
          </p:nvSpPr>
          <p:spPr>
            <a:xfrm>
              <a:off x="625369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pg262"/>
            <p:cNvSpPr/>
            <p:nvPr/>
          </p:nvSpPr>
          <p:spPr>
            <a:xfrm>
              <a:off x="626532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pg263"/>
            <p:cNvSpPr/>
            <p:nvPr/>
          </p:nvSpPr>
          <p:spPr>
            <a:xfrm>
              <a:off x="6276965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pg264"/>
            <p:cNvSpPr/>
            <p:nvPr/>
          </p:nvSpPr>
          <p:spPr>
            <a:xfrm>
              <a:off x="6288602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pg265"/>
            <p:cNvSpPr/>
            <p:nvPr/>
          </p:nvSpPr>
          <p:spPr>
            <a:xfrm>
              <a:off x="630024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pg266"/>
            <p:cNvSpPr/>
            <p:nvPr/>
          </p:nvSpPr>
          <p:spPr>
            <a:xfrm>
              <a:off x="6311877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pg267"/>
            <p:cNvSpPr/>
            <p:nvPr/>
          </p:nvSpPr>
          <p:spPr>
            <a:xfrm>
              <a:off x="632351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pg268"/>
            <p:cNvSpPr/>
            <p:nvPr/>
          </p:nvSpPr>
          <p:spPr>
            <a:xfrm>
              <a:off x="529942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pg269"/>
            <p:cNvSpPr/>
            <p:nvPr/>
          </p:nvSpPr>
          <p:spPr>
            <a:xfrm>
              <a:off x="5311067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pg270"/>
            <p:cNvSpPr/>
            <p:nvPr/>
          </p:nvSpPr>
          <p:spPr>
            <a:xfrm>
              <a:off x="532270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pg271"/>
            <p:cNvSpPr/>
            <p:nvPr/>
          </p:nvSpPr>
          <p:spPr>
            <a:xfrm>
              <a:off x="533434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pg272"/>
            <p:cNvSpPr/>
            <p:nvPr/>
          </p:nvSpPr>
          <p:spPr>
            <a:xfrm>
              <a:off x="534597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pg273"/>
            <p:cNvSpPr/>
            <p:nvPr/>
          </p:nvSpPr>
          <p:spPr>
            <a:xfrm>
              <a:off x="535761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pg274"/>
            <p:cNvSpPr/>
            <p:nvPr/>
          </p:nvSpPr>
          <p:spPr>
            <a:xfrm>
              <a:off x="536925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pg275"/>
            <p:cNvSpPr/>
            <p:nvPr/>
          </p:nvSpPr>
          <p:spPr>
            <a:xfrm>
              <a:off x="538089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pg276"/>
            <p:cNvSpPr/>
            <p:nvPr/>
          </p:nvSpPr>
          <p:spPr>
            <a:xfrm>
              <a:off x="539252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pg277"/>
            <p:cNvSpPr/>
            <p:nvPr/>
          </p:nvSpPr>
          <p:spPr>
            <a:xfrm>
              <a:off x="540416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pg278"/>
            <p:cNvSpPr/>
            <p:nvPr/>
          </p:nvSpPr>
          <p:spPr>
            <a:xfrm>
              <a:off x="541580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pg279"/>
            <p:cNvSpPr/>
            <p:nvPr/>
          </p:nvSpPr>
          <p:spPr>
            <a:xfrm>
              <a:off x="542744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pg280"/>
            <p:cNvSpPr/>
            <p:nvPr/>
          </p:nvSpPr>
          <p:spPr>
            <a:xfrm>
              <a:off x="607913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pg281"/>
            <p:cNvSpPr/>
            <p:nvPr/>
          </p:nvSpPr>
          <p:spPr>
            <a:xfrm>
              <a:off x="609076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pg282"/>
            <p:cNvSpPr/>
            <p:nvPr/>
          </p:nvSpPr>
          <p:spPr>
            <a:xfrm>
              <a:off x="610240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pg283"/>
            <p:cNvSpPr/>
            <p:nvPr/>
          </p:nvSpPr>
          <p:spPr>
            <a:xfrm>
              <a:off x="611404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pg284"/>
            <p:cNvSpPr/>
            <p:nvPr/>
          </p:nvSpPr>
          <p:spPr>
            <a:xfrm>
              <a:off x="614895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pg285"/>
            <p:cNvSpPr/>
            <p:nvPr/>
          </p:nvSpPr>
          <p:spPr>
            <a:xfrm>
              <a:off x="616059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pg286"/>
            <p:cNvSpPr/>
            <p:nvPr/>
          </p:nvSpPr>
          <p:spPr>
            <a:xfrm>
              <a:off x="617222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pg287"/>
            <p:cNvSpPr/>
            <p:nvPr/>
          </p:nvSpPr>
          <p:spPr>
            <a:xfrm>
              <a:off x="618386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pg288"/>
            <p:cNvSpPr/>
            <p:nvPr/>
          </p:nvSpPr>
          <p:spPr>
            <a:xfrm>
              <a:off x="619550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pg289"/>
            <p:cNvSpPr/>
            <p:nvPr/>
          </p:nvSpPr>
          <p:spPr>
            <a:xfrm>
              <a:off x="620714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pg290"/>
            <p:cNvSpPr/>
            <p:nvPr/>
          </p:nvSpPr>
          <p:spPr>
            <a:xfrm>
              <a:off x="621877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pg291"/>
            <p:cNvSpPr/>
            <p:nvPr/>
          </p:nvSpPr>
          <p:spPr>
            <a:xfrm>
              <a:off x="623041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pg292"/>
            <p:cNvSpPr/>
            <p:nvPr/>
          </p:nvSpPr>
          <p:spPr>
            <a:xfrm>
              <a:off x="624205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pg293"/>
            <p:cNvSpPr/>
            <p:nvPr/>
          </p:nvSpPr>
          <p:spPr>
            <a:xfrm>
              <a:off x="625369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pg294"/>
            <p:cNvSpPr/>
            <p:nvPr/>
          </p:nvSpPr>
          <p:spPr>
            <a:xfrm>
              <a:off x="626532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pg295"/>
            <p:cNvSpPr/>
            <p:nvPr/>
          </p:nvSpPr>
          <p:spPr>
            <a:xfrm>
              <a:off x="627696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pg296"/>
            <p:cNvSpPr/>
            <p:nvPr/>
          </p:nvSpPr>
          <p:spPr>
            <a:xfrm>
              <a:off x="628860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pg297"/>
            <p:cNvSpPr/>
            <p:nvPr/>
          </p:nvSpPr>
          <p:spPr>
            <a:xfrm>
              <a:off x="630024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pg298"/>
            <p:cNvSpPr/>
            <p:nvPr/>
          </p:nvSpPr>
          <p:spPr>
            <a:xfrm>
              <a:off x="6311877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pg299"/>
            <p:cNvSpPr/>
            <p:nvPr/>
          </p:nvSpPr>
          <p:spPr>
            <a:xfrm>
              <a:off x="632351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pg300"/>
            <p:cNvSpPr/>
            <p:nvPr/>
          </p:nvSpPr>
          <p:spPr>
            <a:xfrm>
              <a:off x="528779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pg301"/>
            <p:cNvSpPr/>
            <p:nvPr/>
          </p:nvSpPr>
          <p:spPr>
            <a:xfrm>
              <a:off x="529942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pg302"/>
            <p:cNvSpPr/>
            <p:nvPr/>
          </p:nvSpPr>
          <p:spPr>
            <a:xfrm>
              <a:off x="531106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pg303"/>
            <p:cNvSpPr/>
            <p:nvPr/>
          </p:nvSpPr>
          <p:spPr>
            <a:xfrm>
              <a:off x="532270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pg304"/>
            <p:cNvSpPr/>
            <p:nvPr/>
          </p:nvSpPr>
          <p:spPr>
            <a:xfrm>
              <a:off x="533434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pg305"/>
            <p:cNvSpPr/>
            <p:nvPr/>
          </p:nvSpPr>
          <p:spPr>
            <a:xfrm>
              <a:off x="534597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pg306"/>
            <p:cNvSpPr/>
            <p:nvPr/>
          </p:nvSpPr>
          <p:spPr>
            <a:xfrm>
              <a:off x="535761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pg307"/>
            <p:cNvSpPr/>
            <p:nvPr/>
          </p:nvSpPr>
          <p:spPr>
            <a:xfrm>
              <a:off x="536925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pg308"/>
            <p:cNvSpPr/>
            <p:nvPr/>
          </p:nvSpPr>
          <p:spPr>
            <a:xfrm>
              <a:off x="538089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pg309"/>
            <p:cNvSpPr/>
            <p:nvPr/>
          </p:nvSpPr>
          <p:spPr>
            <a:xfrm>
              <a:off x="539252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pg310"/>
            <p:cNvSpPr/>
            <p:nvPr/>
          </p:nvSpPr>
          <p:spPr>
            <a:xfrm>
              <a:off x="540416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pg311"/>
            <p:cNvSpPr/>
            <p:nvPr/>
          </p:nvSpPr>
          <p:spPr>
            <a:xfrm>
              <a:off x="541580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pg312"/>
            <p:cNvSpPr/>
            <p:nvPr/>
          </p:nvSpPr>
          <p:spPr>
            <a:xfrm>
              <a:off x="606749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pg313"/>
            <p:cNvSpPr/>
            <p:nvPr/>
          </p:nvSpPr>
          <p:spPr>
            <a:xfrm>
              <a:off x="607913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pg314"/>
            <p:cNvSpPr/>
            <p:nvPr/>
          </p:nvSpPr>
          <p:spPr>
            <a:xfrm>
              <a:off x="609076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pg315"/>
            <p:cNvSpPr/>
            <p:nvPr/>
          </p:nvSpPr>
          <p:spPr>
            <a:xfrm>
              <a:off x="610240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pg316"/>
            <p:cNvSpPr/>
            <p:nvPr/>
          </p:nvSpPr>
          <p:spPr>
            <a:xfrm>
              <a:off x="611404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pg317"/>
            <p:cNvSpPr/>
            <p:nvPr/>
          </p:nvSpPr>
          <p:spPr>
            <a:xfrm>
              <a:off x="612568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pg318"/>
            <p:cNvSpPr/>
            <p:nvPr/>
          </p:nvSpPr>
          <p:spPr>
            <a:xfrm>
              <a:off x="613731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pg319"/>
            <p:cNvSpPr/>
            <p:nvPr/>
          </p:nvSpPr>
          <p:spPr>
            <a:xfrm>
              <a:off x="614895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pg320"/>
            <p:cNvSpPr/>
            <p:nvPr/>
          </p:nvSpPr>
          <p:spPr>
            <a:xfrm>
              <a:off x="616059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pg321"/>
            <p:cNvSpPr/>
            <p:nvPr/>
          </p:nvSpPr>
          <p:spPr>
            <a:xfrm>
              <a:off x="617222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pg322"/>
            <p:cNvSpPr/>
            <p:nvPr/>
          </p:nvSpPr>
          <p:spPr>
            <a:xfrm>
              <a:off x="618386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pg323"/>
            <p:cNvSpPr/>
            <p:nvPr/>
          </p:nvSpPr>
          <p:spPr>
            <a:xfrm>
              <a:off x="619550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pg324"/>
            <p:cNvSpPr/>
            <p:nvPr/>
          </p:nvSpPr>
          <p:spPr>
            <a:xfrm>
              <a:off x="620714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pg325"/>
            <p:cNvSpPr/>
            <p:nvPr/>
          </p:nvSpPr>
          <p:spPr>
            <a:xfrm>
              <a:off x="621877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pg326"/>
            <p:cNvSpPr/>
            <p:nvPr/>
          </p:nvSpPr>
          <p:spPr>
            <a:xfrm>
              <a:off x="623041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pg327"/>
            <p:cNvSpPr/>
            <p:nvPr/>
          </p:nvSpPr>
          <p:spPr>
            <a:xfrm>
              <a:off x="624205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pg328"/>
            <p:cNvSpPr/>
            <p:nvPr/>
          </p:nvSpPr>
          <p:spPr>
            <a:xfrm>
              <a:off x="625369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pg329"/>
            <p:cNvSpPr/>
            <p:nvPr/>
          </p:nvSpPr>
          <p:spPr>
            <a:xfrm>
              <a:off x="626532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pg330"/>
            <p:cNvSpPr/>
            <p:nvPr/>
          </p:nvSpPr>
          <p:spPr>
            <a:xfrm>
              <a:off x="627696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pg331"/>
            <p:cNvSpPr/>
            <p:nvPr/>
          </p:nvSpPr>
          <p:spPr>
            <a:xfrm>
              <a:off x="628860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pg332"/>
            <p:cNvSpPr/>
            <p:nvPr/>
          </p:nvSpPr>
          <p:spPr>
            <a:xfrm>
              <a:off x="630024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pg333"/>
            <p:cNvSpPr/>
            <p:nvPr/>
          </p:nvSpPr>
          <p:spPr>
            <a:xfrm>
              <a:off x="631187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pg334"/>
            <p:cNvSpPr/>
            <p:nvPr/>
          </p:nvSpPr>
          <p:spPr>
            <a:xfrm>
              <a:off x="632351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pg335"/>
            <p:cNvSpPr/>
            <p:nvPr/>
          </p:nvSpPr>
          <p:spPr>
            <a:xfrm>
              <a:off x="526451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pg336"/>
            <p:cNvSpPr/>
            <p:nvPr/>
          </p:nvSpPr>
          <p:spPr>
            <a:xfrm>
              <a:off x="527615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pg337"/>
            <p:cNvSpPr/>
            <p:nvPr/>
          </p:nvSpPr>
          <p:spPr>
            <a:xfrm>
              <a:off x="528779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pg338"/>
            <p:cNvSpPr/>
            <p:nvPr/>
          </p:nvSpPr>
          <p:spPr>
            <a:xfrm>
              <a:off x="529942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pg339"/>
            <p:cNvSpPr/>
            <p:nvPr/>
          </p:nvSpPr>
          <p:spPr>
            <a:xfrm>
              <a:off x="531106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pg340"/>
            <p:cNvSpPr/>
            <p:nvPr/>
          </p:nvSpPr>
          <p:spPr>
            <a:xfrm>
              <a:off x="532270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pg341"/>
            <p:cNvSpPr/>
            <p:nvPr/>
          </p:nvSpPr>
          <p:spPr>
            <a:xfrm>
              <a:off x="533434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pg342"/>
            <p:cNvSpPr/>
            <p:nvPr/>
          </p:nvSpPr>
          <p:spPr>
            <a:xfrm>
              <a:off x="534597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pg343"/>
            <p:cNvSpPr/>
            <p:nvPr/>
          </p:nvSpPr>
          <p:spPr>
            <a:xfrm>
              <a:off x="535761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pg344"/>
            <p:cNvSpPr/>
            <p:nvPr/>
          </p:nvSpPr>
          <p:spPr>
            <a:xfrm>
              <a:off x="536925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pg345"/>
            <p:cNvSpPr/>
            <p:nvPr/>
          </p:nvSpPr>
          <p:spPr>
            <a:xfrm>
              <a:off x="538089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pg346"/>
            <p:cNvSpPr/>
            <p:nvPr/>
          </p:nvSpPr>
          <p:spPr>
            <a:xfrm>
              <a:off x="606749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pg347"/>
            <p:cNvSpPr/>
            <p:nvPr/>
          </p:nvSpPr>
          <p:spPr>
            <a:xfrm>
              <a:off x="607913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pg348"/>
            <p:cNvSpPr/>
            <p:nvPr/>
          </p:nvSpPr>
          <p:spPr>
            <a:xfrm>
              <a:off x="609076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pg349"/>
            <p:cNvSpPr/>
            <p:nvPr/>
          </p:nvSpPr>
          <p:spPr>
            <a:xfrm>
              <a:off x="610240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pg350"/>
            <p:cNvSpPr/>
            <p:nvPr/>
          </p:nvSpPr>
          <p:spPr>
            <a:xfrm>
              <a:off x="611404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pg351"/>
            <p:cNvSpPr/>
            <p:nvPr/>
          </p:nvSpPr>
          <p:spPr>
            <a:xfrm>
              <a:off x="612568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pg352"/>
            <p:cNvSpPr/>
            <p:nvPr/>
          </p:nvSpPr>
          <p:spPr>
            <a:xfrm>
              <a:off x="613731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pg353"/>
            <p:cNvSpPr/>
            <p:nvPr/>
          </p:nvSpPr>
          <p:spPr>
            <a:xfrm>
              <a:off x="614895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pg354"/>
            <p:cNvSpPr/>
            <p:nvPr/>
          </p:nvSpPr>
          <p:spPr>
            <a:xfrm>
              <a:off x="616059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pg355"/>
            <p:cNvSpPr/>
            <p:nvPr/>
          </p:nvSpPr>
          <p:spPr>
            <a:xfrm>
              <a:off x="617222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pg356"/>
            <p:cNvSpPr/>
            <p:nvPr/>
          </p:nvSpPr>
          <p:spPr>
            <a:xfrm>
              <a:off x="618386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pg357"/>
            <p:cNvSpPr/>
            <p:nvPr/>
          </p:nvSpPr>
          <p:spPr>
            <a:xfrm>
              <a:off x="619550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pg358"/>
            <p:cNvSpPr/>
            <p:nvPr/>
          </p:nvSpPr>
          <p:spPr>
            <a:xfrm>
              <a:off x="620714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pg359"/>
            <p:cNvSpPr/>
            <p:nvPr/>
          </p:nvSpPr>
          <p:spPr>
            <a:xfrm>
              <a:off x="621877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pg360"/>
            <p:cNvSpPr/>
            <p:nvPr/>
          </p:nvSpPr>
          <p:spPr>
            <a:xfrm>
              <a:off x="623041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pg361"/>
            <p:cNvSpPr/>
            <p:nvPr/>
          </p:nvSpPr>
          <p:spPr>
            <a:xfrm>
              <a:off x="624205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C">
                <a:alpha val="100000"/>
              </a:srgbClr>
            </a:solidFill>
            <a:ln w="5420" cap="flat">
              <a:solidFill>
                <a:srgbClr val="3B5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pg362"/>
            <p:cNvSpPr/>
            <p:nvPr/>
          </p:nvSpPr>
          <p:spPr>
            <a:xfrm>
              <a:off x="625369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pg363"/>
            <p:cNvSpPr/>
            <p:nvPr/>
          </p:nvSpPr>
          <p:spPr>
            <a:xfrm>
              <a:off x="626532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pg364"/>
            <p:cNvSpPr/>
            <p:nvPr/>
          </p:nvSpPr>
          <p:spPr>
            <a:xfrm>
              <a:off x="627696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pg365"/>
            <p:cNvSpPr/>
            <p:nvPr/>
          </p:nvSpPr>
          <p:spPr>
            <a:xfrm>
              <a:off x="628860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pg366"/>
            <p:cNvSpPr/>
            <p:nvPr/>
          </p:nvSpPr>
          <p:spPr>
            <a:xfrm>
              <a:off x="630024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pg367"/>
            <p:cNvSpPr/>
            <p:nvPr/>
          </p:nvSpPr>
          <p:spPr>
            <a:xfrm>
              <a:off x="631187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pg368"/>
            <p:cNvSpPr/>
            <p:nvPr/>
          </p:nvSpPr>
          <p:spPr>
            <a:xfrm>
              <a:off x="632351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pg369"/>
            <p:cNvSpPr/>
            <p:nvPr/>
          </p:nvSpPr>
          <p:spPr>
            <a:xfrm>
              <a:off x="526451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pg370"/>
            <p:cNvSpPr/>
            <p:nvPr/>
          </p:nvSpPr>
          <p:spPr>
            <a:xfrm>
              <a:off x="527615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pg371"/>
            <p:cNvSpPr/>
            <p:nvPr/>
          </p:nvSpPr>
          <p:spPr>
            <a:xfrm>
              <a:off x="528779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pg372"/>
            <p:cNvSpPr/>
            <p:nvPr/>
          </p:nvSpPr>
          <p:spPr>
            <a:xfrm>
              <a:off x="529942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pg373"/>
            <p:cNvSpPr/>
            <p:nvPr/>
          </p:nvSpPr>
          <p:spPr>
            <a:xfrm>
              <a:off x="531106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pg374"/>
            <p:cNvSpPr/>
            <p:nvPr/>
          </p:nvSpPr>
          <p:spPr>
            <a:xfrm>
              <a:off x="532270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pg375"/>
            <p:cNvSpPr/>
            <p:nvPr/>
          </p:nvSpPr>
          <p:spPr>
            <a:xfrm>
              <a:off x="5334341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pg376"/>
            <p:cNvSpPr/>
            <p:nvPr/>
          </p:nvSpPr>
          <p:spPr>
            <a:xfrm>
              <a:off x="534597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pg377"/>
            <p:cNvSpPr/>
            <p:nvPr/>
          </p:nvSpPr>
          <p:spPr>
            <a:xfrm>
              <a:off x="535761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pg378"/>
            <p:cNvSpPr/>
            <p:nvPr/>
          </p:nvSpPr>
          <p:spPr>
            <a:xfrm>
              <a:off x="6067493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pg379"/>
            <p:cNvSpPr/>
            <p:nvPr/>
          </p:nvSpPr>
          <p:spPr>
            <a:xfrm>
              <a:off x="607913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pg380"/>
            <p:cNvSpPr/>
            <p:nvPr/>
          </p:nvSpPr>
          <p:spPr>
            <a:xfrm>
              <a:off x="609076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pg381"/>
            <p:cNvSpPr/>
            <p:nvPr/>
          </p:nvSpPr>
          <p:spPr>
            <a:xfrm>
              <a:off x="610240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pg382"/>
            <p:cNvSpPr/>
            <p:nvPr/>
          </p:nvSpPr>
          <p:spPr>
            <a:xfrm>
              <a:off x="611404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pg383"/>
            <p:cNvSpPr/>
            <p:nvPr/>
          </p:nvSpPr>
          <p:spPr>
            <a:xfrm>
              <a:off x="612568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pg384"/>
            <p:cNvSpPr/>
            <p:nvPr/>
          </p:nvSpPr>
          <p:spPr>
            <a:xfrm>
              <a:off x="613731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pg385"/>
            <p:cNvSpPr/>
            <p:nvPr/>
          </p:nvSpPr>
          <p:spPr>
            <a:xfrm>
              <a:off x="614895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pg386"/>
            <p:cNvSpPr/>
            <p:nvPr/>
          </p:nvSpPr>
          <p:spPr>
            <a:xfrm>
              <a:off x="616059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pg387"/>
            <p:cNvSpPr/>
            <p:nvPr/>
          </p:nvSpPr>
          <p:spPr>
            <a:xfrm>
              <a:off x="617222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pg388"/>
            <p:cNvSpPr/>
            <p:nvPr/>
          </p:nvSpPr>
          <p:spPr>
            <a:xfrm>
              <a:off x="618386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pg389"/>
            <p:cNvSpPr/>
            <p:nvPr/>
          </p:nvSpPr>
          <p:spPr>
            <a:xfrm>
              <a:off x="619550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pg390"/>
            <p:cNvSpPr/>
            <p:nvPr/>
          </p:nvSpPr>
          <p:spPr>
            <a:xfrm>
              <a:off x="6207141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pg391"/>
            <p:cNvSpPr/>
            <p:nvPr/>
          </p:nvSpPr>
          <p:spPr>
            <a:xfrm>
              <a:off x="621877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pg392"/>
            <p:cNvSpPr/>
            <p:nvPr/>
          </p:nvSpPr>
          <p:spPr>
            <a:xfrm>
              <a:off x="623041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pg393"/>
            <p:cNvSpPr/>
            <p:nvPr/>
          </p:nvSpPr>
          <p:spPr>
            <a:xfrm>
              <a:off x="6242053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pg394"/>
            <p:cNvSpPr/>
            <p:nvPr/>
          </p:nvSpPr>
          <p:spPr>
            <a:xfrm>
              <a:off x="625369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pg395"/>
            <p:cNvSpPr/>
            <p:nvPr/>
          </p:nvSpPr>
          <p:spPr>
            <a:xfrm>
              <a:off x="626532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pg396"/>
            <p:cNvSpPr/>
            <p:nvPr/>
          </p:nvSpPr>
          <p:spPr>
            <a:xfrm>
              <a:off x="627696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pg397"/>
            <p:cNvSpPr/>
            <p:nvPr/>
          </p:nvSpPr>
          <p:spPr>
            <a:xfrm>
              <a:off x="628860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pg398"/>
            <p:cNvSpPr/>
            <p:nvPr/>
          </p:nvSpPr>
          <p:spPr>
            <a:xfrm>
              <a:off x="630024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pg399"/>
            <p:cNvSpPr/>
            <p:nvPr/>
          </p:nvSpPr>
          <p:spPr>
            <a:xfrm>
              <a:off x="631187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C">
                <a:alpha val="100000"/>
              </a:srgbClr>
            </a:solidFill>
            <a:ln w="5420" cap="flat">
              <a:solidFill>
                <a:srgbClr val="3B5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pg400"/>
            <p:cNvSpPr/>
            <p:nvPr/>
          </p:nvSpPr>
          <p:spPr>
            <a:xfrm>
              <a:off x="632351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pg401"/>
            <p:cNvSpPr/>
            <p:nvPr/>
          </p:nvSpPr>
          <p:spPr>
            <a:xfrm>
              <a:off x="633515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pg402"/>
            <p:cNvSpPr/>
            <p:nvPr/>
          </p:nvSpPr>
          <p:spPr>
            <a:xfrm>
              <a:off x="526451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pg403"/>
            <p:cNvSpPr/>
            <p:nvPr/>
          </p:nvSpPr>
          <p:spPr>
            <a:xfrm>
              <a:off x="527615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pg404"/>
            <p:cNvSpPr/>
            <p:nvPr/>
          </p:nvSpPr>
          <p:spPr>
            <a:xfrm>
              <a:off x="528779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pg405"/>
            <p:cNvSpPr/>
            <p:nvPr/>
          </p:nvSpPr>
          <p:spPr>
            <a:xfrm>
              <a:off x="5299429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pg406"/>
            <p:cNvSpPr/>
            <p:nvPr/>
          </p:nvSpPr>
          <p:spPr>
            <a:xfrm>
              <a:off x="531106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pg407"/>
            <p:cNvSpPr/>
            <p:nvPr/>
          </p:nvSpPr>
          <p:spPr>
            <a:xfrm>
              <a:off x="532270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pg408"/>
            <p:cNvSpPr/>
            <p:nvPr/>
          </p:nvSpPr>
          <p:spPr>
            <a:xfrm>
              <a:off x="6055856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pg409"/>
            <p:cNvSpPr/>
            <p:nvPr/>
          </p:nvSpPr>
          <p:spPr>
            <a:xfrm>
              <a:off x="6067493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pg410"/>
            <p:cNvSpPr/>
            <p:nvPr/>
          </p:nvSpPr>
          <p:spPr>
            <a:xfrm>
              <a:off x="607913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pg411"/>
            <p:cNvSpPr/>
            <p:nvPr/>
          </p:nvSpPr>
          <p:spPr>
            <a:xfrm>
              <a:off x="6090768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pg412"/>
            <p:cNvSpPr/>
            <p:nvPr/>
          </p:nvSpPr>
          <p:spPr>
            <a:xfrm>
              <a:off x="610240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pg413"/>
            <p:cNvSpPr/>
            <p:nvPr/>
          </p:nvSpPr>
          <p:spPr>
            <a:xfrm>
              <a:off x="611404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pg414"/>
            <p:cNvSpPr/>
            <p:nvPr/>
          </p:nvSpPr>
          <p:spPr>
            <a:xfrm>
              <a:off x="612568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pg415"/>
            <p:cNvSpPr/>
            <p:nvPr/>
          </p:nvSpPr>
          <p:spPr>
            <a:xfrm>
              <a:off x="613731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pg416"/>
            <p:cNvSpPr/>
            <p:nvPr/>
          </p:nvSpPr>
          <p:spPr>
            <a:xfrm>
              <a:off x="614895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pg417"/>
            <p:cNvSpPr/>
            <p:nvPr/>
          </p:nvSpPr>
          <p:spPr>
            <a:xfrm>
              <a:off x="616059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pg418"/>
            <p:cNvSpPr/>
            <p:nvPr/>
          </p:nvSpPr>
          <p:spPr>
            <a:xfrm>
              <a:off x="6172229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pg419"/>
            <p:cNvSpPr/>
            <p:nvPr/>
          </p:nvSpPr>
          <p:spPr>
            <a:xfrm>
              <a:off x="6230416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pg420"/>
            <p:cNvSpPr/>
            <p:nvPr/>
          </p:nvSpPr>
          <p:spPr>
            <a:xfrm>
              <a:off x="6242053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pg421"/>
            <p:cNvSpPr/>
            <p:nvPr/>
          </p:nvSpPr>
          <p:spPr>
            <a:xfrm>
              <a:off x="625369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pg422"/>
            <p:cNvSpPr/>
            <p:nvPr/>
          </p:nvSpPr>
          <p:spPr>
            <a:xfrm>
              <a:off x="6265328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pg423"/>
            <p:cNvSpPr/>
            <p:nvPr/>
          </p:nvSpPr>
          <p:spPr>
            <a:xfrm>
              <a:off x="627696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pg424"/>
            <p:cNvSpPr/>
            <p:nvPr/>
          </p:nvSpPr>
          <p:spPr>
            <a:xfrm>
              <a:off x="628860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pg425"/>
            <p:cNvSpPr/>
            <p:nvPr/>
          </p:nvSpPr>
          <p:spPr>
            <a:xfrm>
              <a:off x="630024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pg426"/>
            <p:cNvSpPr/>
            <p:nvPr/>
          </p:nvSpPr>
          <p:spPr>
            <a:xfrm>
              <a:off x="631187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pg427"/>
            <p:cNvSpPr/>
            <p:nvPr/>
          </p:nvSpPr>
          <p:spPr>
            <a:xfrm>
              <a:off x="632351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pg428"/>
            <p:cNvSpPr/>
            <p:nvPr/>
          </p:nvSpPr>
          <p:spPr>
            <a:xfrm>
              <a:off x="5264517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pg429"/>
            <p:cNvSpPr/>
            <p:nvPr/>
          </p:nvSpPr>
          <p:spPr>
            <a:xfrm>
              <a:off x="527615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pg430"/>
            <p:cNvSpPr/>
            <p:nvPr/>
          </p:nvSpPr>
          <p:spPr>
            <a:xfrm>
              <a:off x="528779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pg431"/>
            <p:cNvSpPr/>
            <p:nvPr/>
          </p:nvSpPr>
          <p:spPr>
            <a:xfrm>
              <a:off x="5299429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pg432"/>
            <p:cNvSpPr/>
            <p:nvPr/>
          </p:nvSpPr>
          <p:spPr>
            <a:xfrm>
              <a:off x="600930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pg433"/>
            <p:cNvSpPr/>
            <p:nvPr/>
          </p:nvSpPr>
          <p:spPr>
            <a:xfrm>
              <a:off x="6020944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pg434"/>
            <p:cNvSpPr/>
            <p:nvPr/>
          </p:nvSpPr>
          <p:spPr>
            <a:xfrm>
              <a:off x="6032581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pg435"/>
            <p:cNvSpPr/>
            <p:nvPr/>
          </p:nvSpPr>
          <p:spPr>
            <a:xfrm>
              <a:off x="604421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pg436"/>
            <p:cNvSpPr/>
            <p:nvPr/>
          </p:nvSpPr>
          <p:spPr>
            <a:xfrm>
              <a:off x="605585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pg437"/>
            <p:cNvSpPr/>
            <p:nvPr/>
          </p:nvSpPr>
          <p:spPr>
            <a:xfrm>
              <a:off x="6067493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pg438"/>
            <p:cNvSpPr/>
            <p:nvPr/>
          </p:nvSpPr>
          <p:spPr>
            <a:xfrm>
              <a:off x="607913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pg439"/>
            <p:cNvSpPr/>
            <p:nvPr/>
          </p:nvSpPr>
          <p:spPr>
            <a:xfrm>
              <a:off x="609076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pg440"/>
            <p:cNvSpPr/>
            <p:nvPr/>
          </p:nvSpPr>
          <p:spPr>
            <a:xfrm>
              <a:off x="610240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pg441"/>
            <p:cNvSpPr/>
            <p:nvPr/>
          </p:nvSpPr>
          <p:spPr>
            <a:xfrm>
              <a:off x="611404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pg442"/>
            <p:cNvSpPr/>
            <p:nvPr/>
          </p:nvSpPr>
          <p:spPr>
            <a:xfrm>
              <a:off x="6207141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pg443"/>
            <p:cNvSpPr/>
            <p:nvPr/>
          </p:nvSpPr>
          <p:spPr>
            <a:xfrm>
              <a:off x="621877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pg444"/>
            <p:cNvSpPr/>
            <p:nvPr/>
          </p:nvSpPr>
          <p:spPr>
            <a:xfrm>
              <a:off x="623041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pg445"/>
            <p:cNvSpPr/>
            <p:nvPr/>
          </p:nvSpPr>
          <p:spPr>
            <a:xfrm>
              <a:off x="6242053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pg446"/>
            <p:cNvSpPr/>
            <p:nvPr/>
          </p:nvSpPr>
          <p:spPr>
            <a:xfrm>
              <a:off x="625369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pg447"/>
            <p:cNvSpPr/>
            <p:nvPr/>
          </p:nvSpPr>
          <p:spPr>
            <a:xfrm>
              <a:off x="626532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pg448"/>
            <p:cNvSpPr/>
            <p:nvPr/>
          </p:nvSpPr>
          <p:spPr>
            <a:xfrm>
              <a:off x="627696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pg449"/>
            <p:cNvSpPr/>
            <p:nvPr/>
          </p:nvSpPr>
          <p:spPr>
            <a:xfrm>
              <a:off x="628860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pg450"/>
            <p:cNvSpPr/>
            <p:nvPr/>
          </p:nvSpPr>
          <p:spPr>
            <a:xfrm>
              <a:off x="630024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pg451"/>
            <p:cNvSpPr/>
            <p:nvPr/>
          </p:nvSpPr>
          <p:spPr>
            <a:xfrm>
              <a:off x="6311877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pg452"/>
            <p:cNvSpPr/>
            <p:nvPr/>
          </p:nvSpPr>
          <p:spPr>
            <a:xfrm>
              <a:off x="589293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pg453"/>
            <p:cNvSpPr/>
            <p:nvPr/>
          </p:nvSpPr>
          <p:spPr>
            <a:xfrm>
              <a:off x="590457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pg454"/>
            <p:cNvSpPr/>
            <p:nvPr/>
          </p:nvSpPr>
          <p:spPr>
            <a:xfrm>
              <a:off x="591620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pg455"/>
            <p:cNvSpPr/>
            <p:nvPr/>
          </p:nvSpPr>
          <p:spPr>
            <a:xfrm>
              <a:off x="592784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pg456"/>
            <p:cNvSpPr/>
            <p:nvPr/>
          </p:nvSpPr>
          <p:spPr>
            <a:xfrm>
              <a:off x="593948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pg457"/>
            <p:cNvSpPr/>
            <p:nvPr/>
          </p:nvSpPr>
          <p:spPr>
            <a:xfrm>
              <a:off x="595112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pg458"/>
            <p:cNvSpPr/>
            <p:nvPr/>
          </p:nvSpPr>
          <p:spPr>
            <a:xfrm>
              <a:off x="5962757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pg459"/>
            <p:cNvSpPr/>
            <p:nvPr/>
          </p:nvSpPr>
          <p:spPr>
            <a:xfrm>
              <a:off x="597439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pg460"/>
            <p:cNvSpPr/>
            <p:nvPr/>
          </p:nvSpPr>
          <p:spPr>
            <a:xfrm>
              <a:off x="598603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pg461"/>
            <p:cNvSpPr/>
            <p:nvPr/>
          </p:nvSpPr>
          <p:spPr>
            <a:xfrm>
              <a:off x="5997669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pg462"/>
            <p:cNvSpPr/>
            <p:nvPr/>
          </p:nvSpPr>
          <p:spPr>
            <a:xfrm>
              <a:off x="600930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pg463"/>
            <p:cNvSpPr/>
            <p:nvPr/>
          </p:nvSpPr>
          <p:spPr>
            <a:xfrm>
              <a:off x="602094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pg464"/>
            <p:cNvSpPr/>
            <p:nvPr/>
          </p:nvSpPr>
          <p:spPr>
            <a:xfrm>
              <a:off x="6032581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pg465"/>
            <p:cNvSpPr/>
            <p:nvPr/>
          </p:nvSpPr>
          <p:spPr>
            <a:xfrm>
              <a:off x="604421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pg466"/>
            <p:cNvSpPr/>
            <p:nvPr/>
          </p:nvSpPr>
          <p:spPr>
            <a:xfrm>
              <a:off x="605585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pg467"/>
            <p:cNvSpPr/>
            <p:nvPr/>
          </p:nvSpPr>
          <p:spPr>
            <a:xfrm>
              <a:off x="606749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pg468"/>
            <p:cNvSpPr/>
            <p:nvPr/>
          </p:nvSpPr>
          <p:spPr>
            <a:xfrm>
              <a:off x="607913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pg469"/>
            <p:cNvSpPr/>
            <p:nvPr/>
          </p:nvSpPr>
          <p:spPr>
            <a:xfrm>
              <a:off x="609076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pg470"/>
            <p:cNvSpPr/>
            <p:nvPr/>
          </p:nvSpPr>
          <p:spPr>
            <a:xfrm>
              <a:off x="610240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pg471"/>
            <p:cNvSpPr/>
            <p:nvPr/>
          </p:nvSpPr>
          <p:spPr>
            <a:xfrm>
              <a:off x="611404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pg472"/>
            <p:cNvSpPr/>
            <p:nvPr/>
          </p:nvSpPr>
          <p:spPr>
            <a:xfrm>
              <a:off x="618386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pg473"/>
            <p:cNvSpPr/>
            <p:nvPr/>
          </p:nvSpPr>
          <p:spPr>
            <a:xfrm>
              <a:off x="619550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pg474"/>
            <p:cNvSpPr/>
            <p:nvPr/>
          </p:nvSpPr>
          <p:spPr>
            <a:xfrm>
              <a:off x="6207141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pg475"/>
            <p:cNvSpPr/>
            <p:nvPr/>
          </p:nvSpPr>
          <p:spPr>
            <a:xfrm>
              <a:off x="621877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pg476"/>
            <p:cNvSpPr/>
            <p:nvPr/>
          </p:nvSpPr>
          <p:spPr>
            <a:xfrm>
              <a:off x="623041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pg477"/>
            <p:cNvSpPr/>
            <p:nvPr/>
          </p:nvSpPr>
          <p:spPr>
            <a:xfrm>
              <a:off x="624205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pg478"/>
            <p:cNvSpPr/>
            <p:nvPr/>
          </p:nvSpPr>
          <p:spPr>
            <a:xfrm>
              <a:off x="625369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pg479"/>
            <p:cNvSpPr/>
            <p:nvPr/>
          </p:nvSpPr>
          <p:spPr>
            <a:xfrm>
              <a:off x="626532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pg480"/>
            <p:cNvSpPr/>
            <p:nvPr/>
          </p:nvSpPr>
          <p:spPr>
            <a:xfrm>
              <a:off x="627696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pg481"/>
            <p:cNvSpPr/>
            <p:nvPr/>
          </p:nvSpPr>
          <p:spPr>
            <a:xfrm>
              <a:off x="628860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pg482"/>
            <p:cNvSpPr/>
            <p:nvPr/>
          </p:nvSpPr>
          <p:spPr>
            <a:xfrm>
              <a:off x="588129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pg483"/>
            <p:cNvSpPr/>
            <p:nvPr/>
          </p:nvSpPr>
          <p:spPr>
            <a:xfrm>
              <a:off x="589293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pg484"/>
            <p:cNvSpPr/>
            <p:nvPr/>
          </p:nvSpPr>
          <p:spPr>
            <a:xfrm>
              <a:off x="590457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pg485"/>
            <p:cNvSpPr/>
            <p:nvPr/>
          </p:nvSpPr>
          <p:spPr>
            <a:xfrm>
              <a:off x="591620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pg486"/>
            <p:cNvSpPr/>
            <p:nvPr/>
          </p:nvSpPr>
          <p:spPr>
            <a:xfrm>
              <a:off x="592784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pg487"/>
            <p:cNvSpPr/>
            <p:nvPr/>
          </p:nvSpPr>
          <p:spPr>
            <a:xfrm>
              <a:off x="5939482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pg488"/>
            <p:cNvSpPr/>
            <p:nvPr/>
          </p:nvSpPr>
          <p:spPr>
            <a:xfrm>
              <a:off x="595112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pg489"/>
            <p:cNvSpPr/>
            <p:nvPr/>
          </p:nvSpPr>
          <p:spPr>
            <a:xfrm>
              <a:off x="5962757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pg490"/>
            <p:cNvSpPr/>
            <p:nvPr/>
          </p:nvSpPr>
          <p:spPr>
            <a:xfrm>
              <a:off x="597439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pg491"/>
            <p:cNvSpPr/>
            <p:nvPr/>
          </p:nvSpPr>
          <p:spPr>
            <a:xfrm>
              <a:off x="5986032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pg492"/>
            <p:cNvSpPr/>
            <p:nvPr/>
          </p:nvSpPr>
          <p:spPr>
            <a:xfrm>
              <a:off x="5997669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pg493"/>
            <p:cNvSpPr/>
            <p:nvPr/>
          </p:nvSpPr>
          <p:spPr>
            <a:xfrm>
              <a:off x="600930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pg494"/>
            <p:cNvSpPr/>
            <p:nvPr/>
          </p:nvSpPr>
          <p:spPr>
            <a:xfrm>
              <a:off x="602094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pg495"/>
            <p:cNvSpPr/>
            <p:nvPr/>
          </p:nvSpPr>
          <p:spPr>
            <a:xfrm>
              <a:off x="6032581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pg496"/>
            <p:cNvSpPr/>
            <p:nvPr/>
          </p:nvSpPr>
          <p:spPr>
            <a:xfrm>
              <a:off x="604421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pg497"/>
            <p:cNvSpPr/>
            <p:nvPr/>
          </p:nvSpPr>
          <p:spPr>
            <a:xfrm>
              <a:off x="605585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pg498"/>
            <p:cNvSpPr/>
            <p:nvPr/>
          </p:nvSpPr>
          <p:spPr>
            <a:xfrm>
              <a:off x="606749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pg499"/>
            <p:cNvSpPr/>
            <p:nvPr/>
          </p:nvSpPr>
          <p:spPr>
            <a:xfrm>
              <a:off x="607913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pg500"/>
            <p:cNvSpPr/>
            <p:nvPr/>
          </p:nvSpPr>
          <p:spPr>
            <a:xfrm>
              <a:off x="609076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pg501"/>
            <p:cNvSpPr/>
            <p:nvPr/>
          </p:nvSpPr>
          <p:spPr>
            <a:xfrm>
              <a:off x="610240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pg502"/>
            <p:cNvSpPr/>
            <p:nvPr/>
          </p:nvSpPr>
          <p:spPr>
            <a:xfrm>
              <a:off x="6172229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pg503"/>
            <p:cNvSpPr/>
            <p:nvPr/>
          </p:nvSpPr>
          <p:spPr>
            <a:xfrm>
              <a:off x="618386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pg504"/>
            <p:cNvSpPr/>
            <p:nvPr/>
          </p:nvSpPr>
          <p:spPr>
            <a:xfrm>
              <a:off x="619550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pg505"/>
            <p:cNvSpPr/>
            <p:nvPr/>
          </p:nvSpPr>
          <p:spPr>
            <a:xfrm>
              <a:off x="6207141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pg506"/>
            <p:cNvSpPr/>
            <p:nvPr/>
          </p:nvSpPr>
          <p:spPr>
            <a:xfrm>
              <a:off x="621877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pg507"/>
            <p:cNvSpPr/>
            <p:nvPr/>
          </p:nvSpPr>
          <p:spPr>
            <a:xfrm>
              <a:off x="623041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pg508"/>
            <p:cNvSpPr/>
            <p:nvPr/>
          </p:nvSpPr>
          <p:spPr>
            <a:xfrm>
              <a:off x="624205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pg509"/>
            <p:cNvSpPr/>
            <p:nvPr/>
          </p:nvSpPr>
          <p:spPr>
            <a:xfrm>
              <a:off x="625369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pg510"/>
            <p:cNvSpPr/>
            <p:nvPr/>
          </p:nvSpPr>
          <p:spPr>
            <a:xfrm>
              <a:off x="626532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pg511"/>
            <p:cNvSpPr/>
            <p:nvPr/>
          </p:nvSpPr>
          <p:spPr>
            <a:xfrm>
              <a:off x="627696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pg512"/>
            <p:cNvSpPr/>
            <p:nvPr/>
          </p:nvSpPr>
          <p:spPr>
            <a:xfrm>
              <a:off x="586965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pg513"/>
            <p:cNvSpPr/>
            <p:nvPr/>
          </p:nvSpPr>
          <p:spPr>
            <a:xfrm>
              <a:off x="588129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pg514"/>
            <p:cNvSpPr/>
            <p:nvPr/>
          </p:nvSpPr>
          <p:spPr>
            <a:xfrm>
              <a:off x="589293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pg515"/>
            <p:cNvSpPr/>
            <p:nvPr/>
          </p:nvSpPr>
          <p:spPr>
            <a:xfrm>
              <a:off x="590457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pg516"/>
            <p:cNvSpPr/>
            <p:nvPr/>
          </p:nvSpPr>
          <p:spPr>
            <a:xfrm>
              <a:off x="591620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pg517"/>
            <p:cNvSpPr/>
            <p:nvPr/>
          </p:nvSpPr>
          <p:spPr>
            <a:xfrm>
              <a:off x="5927845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pg518"/>
            <p:cNvSpPr/>
            <p:nvPr/>
          </p:nvSpPr>
          <p:spPr>
            <a:xfrm>
              <a:off x="5939482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pg519"/>
            <p:cNvSpPr/>
            <p:nvPr/>
          </p:nvSpPr>
          <p:spPr>
            <a:xfrm>
              <a:off x="595112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pg520"/>
            <p:cNvSpPr/>
            <p:nvPr/>
          </p:nvSpPr>
          <p:spPr>
            <a:xfrm>
              <a:off x="5962757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pg521"/>
            <p:cNvSpPr/>
            <p:nvPr/>
          </p:nvSpPr>
          <p:spPr>
            <a:xfrm>
              <a:off x="597439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pg522"/>
            <p:cNvSpPr/>
            <p:nvPr/>
          </p:nvSpPr>
          <p:spPr>
            <a:xfrm>
              <a:off x="5986032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pg523"/>
            <p:cNvSpPr/>
            <p:nvPr/>
          </p:nvSpPr>
          <p:spPr>
            <a:xfrm>
              <a:off x="5997669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pg524"/>
            <p:cNvSpPr/>
            <p:nvPr/>
          </p:nvSpPr>
          <p:spPr>
            <a:xfrm>
              <a:off x="600930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pg525"/>
            <p:cNvSpPr/>
            <p:nvPr/>
          </p:nvSpPr>
          <p:spPr>
            <a:xfrm>
              <a:off x="602094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pg526"/>
            <p:cNvSpPr/>
            <p:nvPr/>
          </p:nvSpPr>
          <p:spPr>
            <a:xfrm>
              <a:off x="6032581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pg527"/>
            <p:cNvSpPr/>
            <p:nvPr/>
          </p:nvSpPr>
          <p:spPr>
            <a:xfrm>
              <a:off x="604421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pg528"/>
            <p:cNvSpPr/>
            <p:nvPr/>
          </p:nvSpPr>
          <p:spPr>
            <a:xfrm>
              <a:off x="605585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pg529"/>
            <p:cNvSpPr/>
            <p:nvPr/>
          </p:nvSpPr>
          <p:spPr>
            <a:xfrm>
              <a:off x="606749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pg530"/>
            <p:cNvSpPr/>
            <p:nvPr/>
          </p:nvSpPr>
          <p:spPr>
            <a:xfrm>
              <a:off x="607913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pg531"/>
            <p:cNvSpPr/>
            <p:nvPr/>
          </p:nvSpPr>
          <p:spPr>
            <a:xfrm>
              <a:off x="609076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pg532"/>
            <p:cNvSpPr/>
            <p:nvPr/>
          </p:nvSpPr>
          <p:spPr>
            <a:xfrm>
              <a:off x="6172229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pg533"/>
            <p:cNvSpPr/>
            <p:nvPr/>
          </p:nvSpPr>
          <p:spPr>
            <a:xfrm>
              <a:off x="618386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pg534"/>
            <p:cNvSpPr/>
            <p:nvPr/>
          </p:nvSpPr>
          <p:spPr>
            <a:xfrm>
              <a:off x="619550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pg535"/>
            <p:cNvSpPr/>
            <p:nvPr/>
          </p:nvSpPr>
          <p:spPr>
            <a:xfrm>
              <a:off x="6207141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pg536"/>
            <p:cNvSpPr/>
            <p:nvPr/>
          </p:nvSpPr>
          <p:spPr>
            <a:xfrm>
              <a:off x="621877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pg537"/>
            <p:cNvSpPr/>
            <p:nvPr/>
          </p:nvSpPr>
          <p:spPr>
            <a:xfrm>
              <a:off x="623041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pg538"/>
            <p:cNvSpPr/>
            <p:nvPr/>
          </p:nvSpPr>
          <p:spPr>
            <a:xfrm>
              <a:off x="624205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pg539"/>
            <p:cNvSpPr/>
            <p:nvPr/>
          </p:nvSpPr>
          <p:spPr>
            <a:xfrm>
              <a:off x="625369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pg540"/>
            <p:cNvSpPr/>
            <p:nvPr/>
          </p:nvSpPr>
          <p:spPr>
            <a:xfrm>
              <a:off x="586965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pg541"/>
            <p:cNvSpPr/>
            <p:nvPr/>
          </p:nvSpPr>
          <p:spPr>
            <a:xfrm>
              <a:off x="588129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pg542"/>
            <p:cNvSpPr/>
            <p:nvPr/>
          </p:nvSpPr>
          <p:spPr>
            <a:xfrm>
              <a:off x="5892933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pg543"/>
            <p:cNvSpPr/>
            <p:nvPr/>
          </p:nvSpPr>
          <p:spPr>
            <a:xfrm>
              <a:off x="5904570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pg544"/>
            <p:cNvSpPr/>
            <p:nvPr/>
          </p:nvSpPr>
          <p:spPr>
            <a:xfrm>
              <a:off x="591620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pg545"/>
            <p:cNvSpPr/>
            <p:nvPr/>
          </p:nvSpPr>
          <p:spPr>
            <a:xfrm>
              <a:off x="5927845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pg546"/>
            <p:cNvSpPr/>
            <p:nvPr/>
          </p:nvSpPr>
          <p:spPr>
            <a:xfrm>
              <a:off x="5939482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pg547"/>
            <p:cNvSpPr/>
            <p:nvPr/>
          </p:nvSpPr>
          <p:spPr>
            <a:xfrm>
              <a:off x="5951120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pg548"/>
            <p:cNvSpPr/>
            <p:nvPr/>
          </p:nvSpPr>
          <p:spPr>
            <a:xfrm>
              <a:off x="5962757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pg549"/>
            <p:cNvSpPr/>
            <p:nvPr/>
          </p:nvSpPr>
          <p:spPr>
            <a:xfrm>
              <a:off x="597439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pg550"/>
            <p:cNvSpPr/>
            <p:nvPr/>
          </p:nvSpPr>
          <p:spPr>
            <a:xfrm>
              <a:off x="5986032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pg551"/>
            <p:cNvSpPr/>
            <p:nvPr/>
          </p:nvSpPr>
          <p:spPr>
            <a:xfrm>
              <a:off x="5997669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pg552"/>
            <p:cNvSpPr/>
            <p:nvPr/>
          </p:nvSpPr>
          <p:spPr>
            <a:xfrm>
              <a:off x="600930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pg553"/>
            <p:cNvSpPr/>
            <p:nvPr/>
          </p:nvSpPr>
          <p:spPr>
            <a:xfrm>
              <a:off x="602094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pg554"/>
            <p:cNvSpPr/>
            <p:nvPr/>
          </p:nvSpPr>
          <p:spPr>
            <a:xfrm>
              <a:off x="6032581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pg555"/>
            <p:cNvSpPr/>
            <p:nvPr/>
          </p:nvSpPr>
          <p:spPr>
            <a:xfrm>
              <a:off x="604421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pg556"/>
            <p:cNvSpPr/>
            <p:nvPr/>
          </p:nvSpPr>
          <p:spPr>
            <a:xfrm>
              <a:off x="6172229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pg557"/>
            <p:cNvSpPr/>
            <p:nvPr/>
          </p:nvSpPr>
          <p:spPr>
            <a:xfrm>
              <a:off x="618386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pg558"/>
            <p:cNvSpPr/>
            <p:nvPr/>
          </p:nvSpPr>
          <p:spPr>
            <a:xfrm>
              <a:off x="619550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pg559"/>
            <p:cNvSpPr/>
            <p:nvPr/>
          </p:nvSpPr>
          <p:spPr>
            <a:xfrm>
              <a:off x="6207141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pg560"/>
            <p:cNvSpPr/>
            <p:nvPr/>
          </p:nvSpPr>
          <p:spPr>
            <a:xfrm>
              <a:off x="621877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pg561"/>
            <p:cNvSpPr/>
            <p:nvPr/>
          </p:nvSpPr>
          <p:spPr>
            <a:xfrm>
              <a:off x="623041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pg562"/>
            <p:cNvSpPr/>
            <p:nvPr/>
          </p:nvSpPr>
          <p:spPr>
            <a:xfrm>
              <a:off x="5858021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pg563"/>
            <p:cNvSpPr/>
            <p:nvPr/>
          </p:nvSpPr>
          <p:spPr>
            <a:xfrm>
              <a:off x="586965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pg564"/>
            <p:cNvSpPr/>
            <p:nvPr/>
          </p:nvSpPr>
          <p:spPr>
            <a:xfrm>
              <a:off x="588129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pg565"/>
            <p:cNvSpPr/>
            <p:nvPr/>
          </p:nvSpPr>
          <p:spPr>
            <a:xfrm>
              <a:off x="5892933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pg566"/>
            <p:cNvSpPr/>
            <p:nvPr/>
          </p:nvSpPr>
          <p:spPr>
            <a:xfrm>
              <a:off x="5904570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pg567"/>
            <p:cNvSpPr/>
            <p:nvPr/>
          </p:nvSpPr>
          <p:spPr>
            <a:xfrm>
              <a:off x="591620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pg568"/>
            <p:cNvSpPr/>
            <p:nvPr/>
          </p:nvSpPr>
          <p:spPr>
            <a:xfrm>
              <a:off x="5927845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pg569"/>
            <p:cNvSpPr/>
            <p:nvPr/>
          </p:nvSpPr>
          <p:spPr>
            <a:xfrm>
              <a:off x="593948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pg570"/>
            <p:cNvSpPr/>
            <p:nvPr/>
          </p:nvSpPr>
          <p:spPr>
            <a:xfrm>
              <a:off x="5951120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pg571"/>
            <p:cNvSpPr/>
            <p:nvPr/>
          </p:nvSpPr>
          <p:spPr>
            <a:xfrm>
              <a:off x="5962757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pg572"/>
            <p:cNvSpPr/>
            <p:nvPr/>
          </p:nvSpPr>
          <p:spPr>
            <a:xfrm>
              <a:off x="5974394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pg573"/>
            <p:cNvSpPr/>
            <p:nvPr/>
          </p:nvSpPr>
          <p:spPr>
            <a:xfrm>
              <a:off x="598603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pg574"/>
            <p:cNvSpPr/>
            <p:nvPr/>
          </p:nvSpPr>
          <p:spPr>
            <a:xfrm>
              <a:off x="5997669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pg575"/>
            <p:cNvSpPr/>
            <p:nvPr/>
          </p:nvSpPr>
          <p:spPr>
            <a:xfrm>
              <a:off x="600930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pg576"/>
            <p:cNvSpPr/>
            <p:nvPr/>
          </p:nvSpPr>
          <p:spPr>
            <a:xfrm>
              <a:off x="616059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pg577"/>
            <p:cNvSpPr/>
            <p:nvPr/>
          </p:nvSpPr>
          <p:spPr>
            <a:xfrm>
              <a:off x="6172229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pg578"/>
            <p:cNvSpPr/>
            <p:nvPr/>
          </p:nvSpPr>
          <p:spPr>
            <a:xfrm>
              <a:off x="618386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pg579"/>
            <p:cNvSpPr/>
            <p:nvPr/>
          </p:nvSpPr>
          <p:spPr>
            <a:xfrm>
              <a:off x="6195504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pg580"/>
            <p:cNvSpPr/>
            <p:nvPr/>
          </p:nvSpPr>
          <p:spPr>
            <a:xfrm>
              <a:off x="6207141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pg581"/>
            <p:cNvSpPr/>
            <p:nvPr/>
          </p:nvSpPr>
          <p:spPr>
            <a:xfrm>
              <a:off x="621877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pg582"/>
            <p:cNvSpPr/>
            <p:nvPr/>
          </p:nvSpPr>
          <p:spPr>
            <a:xfrm>
              <a:off x="579983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pg583"/>
            <p:cNvSpPr/>
            <p:nvPr/>
          </p:nvSpPr>
          <p:spPr>
            <a:xfrm>
              <a:off x="581147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pg584"/>
            <p:cNvSpPr/>
            <p:nvPr/>
          </p:nvSpPr>
          <p:spPr>
            <a:xfrm>
              <a:off x="582310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pg585"/>
            <p:cNvSpPr/>
            <p:nvPr/>
          </p:nvSpPr>
          <p:spPr>
            <a:xfrm>
              <a:off x="583474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pg586"/>
            <p:cNvSpPr/>
            <p:nvPr/>
          </p:nvSpPr>
          <p:spPr>
            <a:xfrm>
              <a:off x="584638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pg587"/>
            <p:cNvSpPr/>
            <p:nvPr/>
          </p:nvSpPr>
          <p:spPr>
            <a:xfrm>
              <a:off x="5858021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pg588"/>
            <p:cNvSpPr/>
            <p:nvPr/>
          </p:nvSpPr>
          <p:spPr>
            <a:xfrm>
              <a:off x="5869658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pg589"/>
            <p:cNvSpPr/>
            <p:nvPr/>
          </p:nvSpPr>
          <p:spPr>
            <a:xfrm>
              <a:off x="588129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pg590"/>
            <p:cNvSpPr/>
            <p:nvPr/>
          </p:nvSpPr>
          <p:spPr>
            <a:xfrm>
              <a:off x="5892933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pg591"/>
            <p:cNvSpPr/>
            <p:nvPr/>
          </p:nvSpPr>
          <p:spPr>
            <a:xfrm>
              <a:off x="5904570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pg592"/>
            <p:cNvSpPr/>
            <p:nvPr/>
          </p:nvSpPr>
          <p:spPr>
            <a:xfrm>
              <a:off x="5916208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pg593"/>
            <p:cNvSpPr/>
            <p:nvPr/>
          </p:nvSpPr>
          <p:spPr>
            <a:xfrm>
              <a:off x="5927845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pg594"/>
            <p:cNvSpPr/>
            <p:nvPr/>
          </p:nvSpPr>
          <p:spPr>
            <a:xfrm>
              <a:off x="593948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pg595"/>
            <p:cNvSpPr/>
            <p:nvPr/>
          </p:nvSpPr>
          <p:spPr>
            <a:xfrm>
              <a:off x="5951120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pg596"/>
            <p:cNvSpPr/>
            <p:nvPr/>
          </p:nvSpPr>
          <p:spPr>
            <a:xfrm>
              <a:off x="597439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pg597"/>
            <p:cNvSpPr/>
            <p:nvPr/>
          </p:nvSpPr>
          <p:spPr>
            <a:xfrm>
              <a:off x="598603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pg598"/>
            <p:cNvSpPr/>
            <p:nvPr/>
          </p:nvSpPr>
          <p:spPr>
            <a:xfrm>
              <a:off x="599766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pg599"/>
            <p:cNvSpPr/>
            <p:nvPr/>
          </p:nvSpPr>
          <p:spPr>
            <a:xfrm>
              <a:off x="616059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pg600"/>
            <p:cNvSpPr/>
            <p:nvPr/>
          </p:nvSpPr>
          <p:spPr>
            <a:xfrm>
              <a:off x="617222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pg601"/>
            <p:cNvSpPr/>
            <p:nvPr/>
          </p:nvSpPr>
          <p:spPr>
            <a:xfrm>
              <a:off x="618386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pg602"/>
            <p:cNvSpPr/>
            <p:nvPr/>
          </p:nvSpPr>
          <p:spPr>
            <a:xfrm>
              <a:off x="619550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pg603"/>
            <p:cNvSpPr/>
            <p:nvPr/>
          </p:nvSpPr>
          <p:spPr>
            <a:xfrm>
              <a:off x="6207141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pg604"/>
            <p:cNvSpPr/>
            <p:nvPr/>
          </p:nvSpPr>
          <p:spPr>
            <a:xfrm>
              <a:off x="576492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pg605"/>
            <p:cNvSpPr/>
            <p:nvPr/>
          </p:nvSpPr>
          <p:spPr>
            <a:xfrm>
              <a:off x="5776560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pg606"/>
            <p:cNvSpPr/>
            <p:nvPr/>
          </p:nvSpPr>
          <p:spPr>
            <a:xfrm>
              <a:off x="5788197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pg607"/>
            <p:cNvSpPr/>
            <p:nvPr/>
          </p:nvSpPr>
          <p:spPr>
            <a:xfrm>
              <a:off x="579983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pg608"/>
            <p:cNvSpPr/>
            <p:nvPr/>
          </p:nvSpPr>
          <p:spPr>
            <a:xfrm>
              <a:off x="581147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pg609"/>
            <p:cNvSpPr/>
            <p:nvPr/>
          </p:nvSpPr>
          <p:spPr>
            <a:xfrm>
              <a:off x="5823109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pg610"/>
            <p:cNvSpPr/>
            <p:nvPr/>
          </p:nvSpPr>
          <p:spPr>
            <a:xfrm>
              <a:off x="583474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pg611"/>
            <p:cNvSpPr/>
            <p:nvPr/>
          </p:nvSpPr>
          <p:spPr>
            <a:xfrm>
              <a:off x="584638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pg612"/>
            <p:cNvSpPr/>
            <p:nvPr/>
          </p:nvSpPr>
          <p:spPr>
            <a:xfrm>
              <a:off x="5858021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pg613"/>
            <p:cNvSpPr/>
            <p:nvPr/>
          </p:nvSpPr>
          <p:spPr>
            <a:xfrm>
              <a:off x="5869658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pg614"/>
            <p:cNvSpPr/>
            <p:nvPr/>
          </p:nvSpPr>
          <p:spPr>
            <a:xfrm>
              <a:off x="588129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pg615"/>
            <p:cNvSpPr/>
            <p:nvPr/>
          </p:nvSpPr>
          <p:spPr>
            <a:xfrm>
              <a:off x="5892933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pg616"/>
            <p:cNvSpPr/>
            <p:nvPr/>
          </p:nvSpPr>
          <p:spPr>
            <a:xfrm>
              <a:off x="5904570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pg617"/>
            <p:cNvSpPr/>
            <p:nvPr/>
          </p:nvSpPr>
          <p:spPr>
            <a:xfrm>
              <a:off x="5927845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pg618"/>
            <p:cNvSpPr/>
            <p:nvPr/>
          </p:nvSpPr>
          <p:spPr>
            <a:xfrm>
              <a:off x="593948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pg619"/>
            <p:cNvSpPr/>
            <p:nvPr/>
          </p:nvSpPr>
          <p:spPr>
            <a:xfrm>
              <a:off x="616059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pg620"/>
            <p:cNvSpPr/>
            <p:nvPr/>
          </p:nvSpPr>
          <p:spPr>
            <a:xfrm>
              <a:off x="6172229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pg621"/>
            <p:cNvSpPr/>
            <p:nvPr/>
          </p:nvSpPr>
          <p:spPr>
            <a:xfrm>
              <a:off x="618386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pg622"/>
            <p:cNvSpPr/>
            <p:nvPr/>
          </p:nvSpPr>
          <p:spPr>
            <a:xfrm>
              <a:off x="619550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pg623"/>
            <p:cNvSpPr/>
            <p:nvPr/>
          </p:nvSpPr>
          <p:spPr>
            <a:xfrm>
              <a:off x="6207141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pg624"/>
            <p:cNvSpPr/>
            <p:nvPr/>
          </p:nvSpPr>
          <p:spPr>
            <a:xfrm>
              <a:off x="5753285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pg625"/>
            <p:cNvSpPr/>
            <p:nvPr/>
          </p:nvSpPr>
          <p:spPr>
            <a:xfrm>
              <a:off x="576492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pg626"/>
            <p:cNvSpPr/>
            <p:nvPr/>
          </p:nvSpPr>
          <p:spPr>
            <a:xfrm>
              <a:off x="5776560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pg627"/>
            <p:cNvSpPr/>
            <p:nvPr/>
          </p:nvSpPr>
          <p:spPr>
            <a:xfrm>
              <a:off x="5788197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pg628"/>
            <p:cNvSpPr/>
            <p:nvPr/>
          </p:nvSpPr>
          <p:spPr>
            <a:xfrm>
              <a:off x="579983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pg629"/>
            <p:cNvSpPr/>
            <p:nvPr/>
          </p:nvSpPr>
          <p:spPr>
            <a:xfrm>
              <a:off x="581147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pg630"/>
            <p:cNvSpPr/>
            <p:nvPr/>
          </p:nvSpPr>
          <p:spPr>
            <a:xfrm>
              <a:off x="5823109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pg631"/>
            <p:cNvSpPr/>
            <p:nvPr/>
          </p:nvSpPr>
          <p:spPr>
            <a:xfrm>
              <a:off x="583474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pg632"/>
            <p:cNvSpPr/>
            <p:nvPr/>
          </p:nvSpPr>
          <p:spPr>
            <a:xfrm>
              <a:off x="584638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pg633"/>
            <p:cNvSpPr/>
            <p:nvPr/>
          </p:nvSpPr>
          <p:spPr>
            <a:xfrm>
              <a:off x="5858021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pg634"/>
            <p:cNvSpPr/>
            <p:nvPr/>
          </p:nvSpPr>
          <p:spPr>
            <a:xfrm>
              <a:off x="5869658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pg635"/>
            <p:cNvSpPr/>
            <p:nvPr/>
          </p:nvSpPr>
          <p:spPr>
            <a:xfrm>
              <a:off x="588129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pg636"/>
            <p:cNvSpPr/>
            <p:nvPr/>
          </p:nvSpPr>
          <p:spPr>
            <a:xfrm>
              <a:off x="5892933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pg637"/>
            <p:cNvSpPr/>
            <p:nvPr/>
          </p:nvSpPr>
          <p:spPr>
            <a:xfrm>
              <a:off x="616059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pg638"/>
            <p:cNvSpPr/>
            <p:nvPr/>
          </p:nvSpPr>
          <p:spPr>
            <a:xfrm>
              <a:off x="6172229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pg639"/>
            <p:cNvSpPr/>
            <p:nvPr/>
          </p:nvSpPr>
          <p:spPr>
            <a:xfrm>
              <a:off x="618386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pg640"/>
            <p:cNvSpPr/>
            <p:nvPr/>
          </p:nvSpPr>
          <p:spPr>
            <a:xfrm>
              <a:off x="619550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pg641"/>
            <p:cNvSpPr/>
            <p:nvPr/>
          </p:nvSpPr>
          <p:spPr>
            <a:xfrm>
              <a:off x="6207141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pg642"/>
            <p:cNvSpPr/>
            <p:nvPr/>
          </p:nvSpPr>
          <p:spPr>
            <a:xfrm>
              <a:off x="6218778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pg643"/>
            <p:cNvSpPr/>
            <p:nvPr/>
          </p:nvSpPr>
          <p:spPr>
            <a:xfrm>
              <a:off x="623041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pg644"/>
            <p:cNvSpPr/>
            <p:nvPr/>
          </p:nvSpPr>
          <p:spPr>
            <a:xfrm>
              <a:off x="6276965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pg645"/>
            <p:cNvSpPr/>
            <p:nvPr/>
          </p:nvSpPr>
          <p:spPr>
            <a:xfrm>
              <a:off x="628860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pg646"/>
            <p:cNvSpPr/>
            <p:nvPr/>
          </p:nvSpPr>
          <p:spPr>
            <a:xfrm>
              <a:off x="6300240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pg647"/>
            <p:cNvSpPr/>
            <p:nvPr/>
          </p:nvSpPr>
          <p:spPr>
            <a:xfrm>
              <a:off x="6311877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pg648"/>
            <p:cNvSpPr/>
            <p:nvPr/>
          </p:nvSpPr>
          <p:spPr>
            <a:xfrm>
              <a:off x="632351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pg649"/>
            <p:cNvSpPr/>
            <p:nvPr/>
          </p:nvSpPr>
          <p:spPr>
            <a:xfrm>
              <a:off x="574164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pg650"/>
            <p:cNvSpPr/>
            <p:nvPr/>
          </p:nvSpPr>
          <p:spPr>
            <a:xfrm>
              <a:off x="5753285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pg651"/>
            <p:cNvSpPr/>
            <p:nvPr/>
          </p:nvSpPr>
          <p:spPr>
            <a:xfrm>
              <a:off x="576492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pg652"/>
            <p:cNvSpPr/>
            <p:nvPr/>
          </p:nvSpPr>
          <p:spPr>
            <a:xfrm>
              <a:off x="5776560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pg653"/>
            <p:cNvSpPr/>
            <p:nvPr/>
          </p:nvSpPr>
          <p:spPr>
            <a:xfrm>
              <a:off x="5788197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pg654"/>
            <p:cNvSpPr/>
            <p:nvPr/>
          </p:nvSpPr>
          <p:spPr>
            <a:xfrm>
              <a:off x="579983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pg655"/>
            <p:cNvSpPr/>
            <p:nvPr/>
          </p:nvSpPr>
          <p:spPr>
            <a:xfrm>
              <a:off x="581147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pg656"/>
            <p:cNvSpPr/>
            <p:nvPr/>
          </p:nvSpPr>
          <p:spPr>
            <a:xfrm>
              <a:off x="5823109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pg657"/>
            <p:cNvSpPr/>
            <p:nvPr/>
          </p:nvSpPr>
          <p:spPr>
            <a:xfrm>
              <a:off x="583474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pg658"/>
            <p:cNvSpPr/>
            <p:nvPr/>
          </p:nvSpPr>
          <p:spPr>
            <a:xfrm>
              <a:off x="584638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pg659"/>
            <p:cNvSpPr/>
            <p:nvPr/>
          </p:nvSpPr>
          <p:spPr>
            <a:xfrm>
              <a:off x="5858021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pg660"/>
            <p:cNvSpPr/>
            <p:nvPr/>
          </p:nvSpPr>
          <p:spPr>
            <a:xfrm>
              <a:off x="586965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pg661"/>
            <p:cNvSpPr/>
            <p:nvPr/>
          </p:nvSpPr>
          <p:spPr>
            <a:xfrm>
              <a:off x="588129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pg662"/>
            <p:cNvSpPr/>
            <p:nvPr/>
          </p:nvSpPr>
          <p:spPr>
            <a:xfrm>
              <a:off x="6172229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pg663"/>
            <p:cNvSpPr/>
            <p:nvPr/>
          </p:nvSpPr>
          <p:spPr>
            <a:xfrm>
              <a:off x="618386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pg664"/>
            <p:cNvSpPr/>
            <p:nvPr/>
          </p:nvSpPr>
          <p:spPr>
            <a:xfrm>
              <a:off x="619550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pg665"/>
            <p:cNvSpPr/>
            <p:nvPr/>
          </p:nvSpPr>
          <p:spPr>
            <a:xfrm>
              <a:off x="6207141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pg666"/>
            <p:cNvSpPr/>
            <p:nvPr/>
          </p:nvSpPr>
          <p:spPr>
            <a:xfrm>
              <a:off x="621877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pg667"/>
            <p:cNvSpPr/>
            <p:nvPr/>
          </p:nvSpPr>
          <p:spPr>
            <a:xfrm>
              <a:off x="623041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pg668"/>
            <p:cNvSpPr/>
            <p:nvPr/>
          </p:nvSpPr>
          <p:spPr>
            <a:xfrm>
              <a:off x="6242053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pg669"/>
            <p:cNvSpPr/>
            <p:nvPr/>
          </p:nvSpPr>
          <p:spPr>
            <a:xfrm>
              <a:off x="626532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pg670"/>
            <p:cNvSpPr/>
            <p:nvPr/>
          </p:nvSpPr>
          <p:spPr>
            <a:xfrm>
              <a:off x="6276965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pg671"/>
            <p:cNvSpPr/>
            <p:nvPr/>
          </p:nvSpPr>
          <p:spPr>
            <a:xfrm>
              <a:off x="628860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pg672"/>
            <p:cNvSpPr/>
            <p:nvPr/>
          </p:nvSpPr>
          <p:spPr>
            <a:xfrm>
              <a:off x="6300240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pg673"/>
            <p:cNvSpPr/>
            <p:nvPr/>
          </p:nvSpPr>
          <p:spPr>
            <a:xfrm>
              <a:off x="6311877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pg674"/>
            <p:cNvSpPr/>
            <p:nvPr/>
          </p:nvSpPr>
          <p:spPr>
            <a:xfrm>
              <a:off x="632351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pg675"/>
            <p:cNvSpPr/>
            <p:nvPr/>
          </p:nvSpPr>
          <p:spPr>
            <a:xfrm>
              <a:off x="633515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pg676"/>
            <p:cNvSpPr/>
            <p:nvPr/>
          </p:nvSpPr>
          <p:spPr>
            <a:xfrm>
              <a:off x="573001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pg677"/>
            <p:cNvSpPr/>
            <p:nvPr/>
          </p:nvSpPr>
          <p:spPr>
            <a:xfrm>
              <a:off x="574164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pg678"/>
            <p:cNvSpPr/>
            <p:nvPr/>
          </p:nvSpPr>
          <p:spPr>
            <a:xfrm>
              <a:off x="5753285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pg679"/>
            <p:cNvSpPr/>
            <p:nvPr/>
          </p:nvSpPr>
          <p:spPr>
            <a:xfrm>
              <a:off x="576492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pg680"/>
            <p:cNvSpPr/>
            <p:nvPr/>
          </p:nvSpPr>
          <p:spPr>
            <a:xfrm>
              <a:off x="577656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pg681"/>
            <p:cNvSpPr/>
            <p:nvPr/>
          </p:nvSpPr>
          <p:spPr>
            <a:xfrm>
              <a:off x="5788197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pg682"/>
            <p:cNvSpPr/>
            <p:nvPr/>
          </p:nvSpPr>
          <p:spPr>
            <a:xfrm>
              <a:off x="579983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pg683"/>
            <p:cNvSpPr/>
            <p:nvPr/>
          </p:nvSpPr>
          <p:spPr>
            <a:xfrm>
              <a:off x="581147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3">
                <a:alpha val="100000"/>
              </a:srgbClr>
            </a:solidFill>
            <a:ln w="5420" cap="flat">
              <a:solidFill>
                <a:srgbClr val="3C41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pg684"/>
            <p:cNvSpPr/>
            <p:nvPr/>
          </p:nvSpPr>
          <p:spPr>
            <a:xfrm>
              <a:off x="5823109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pg685"/>
            <p:cNvSpPr/>
            <p:nvPr/>
          </p:nvSpPr>
          <p:spPr>
            <a:xfrm>
              <a:off x="583474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pg686"/>
            <p:cNvSpPr/>
            <p:nvPr/>
          </p:nvSpPr>
          <p:spPr>
            <a:xfrm>
              <a:off x="584638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pg687"/>
            <p:cNvSpPr/>
            <p:nvPr/>
          </p:nvSpPr>
          <p:spPr>
            <a:xfrm>
              <a:off x="6172229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pg688"/>
            <p:cNvSpPr/>
            <p:nvPr/>
          </p:nvSpPr>
          <p:spPr>
            <a:xfrm>
              <a:off x="618386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pg689"/>
            <p:cNvSpPr/>
            <p:nvPr/>
          </p:nvSpPr>
          <p:spPr>
            <a:xfrm>
              <a:off x="619550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pg690"/>
            <p:cNvSpPr/>
            <p:nvPr/>
          </p:nvSpPr>
          <p:spPr>
            <a:xfrm>
              <a:off x="6207141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pg691"/>
            <p:cNvSpPr/>
            <p:nvPr/>
          </p:nvSpPr>
          <p:spPr>
            <a:xfrm>
              <a:off x="621877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pg692"/>
            <p:cNvSpPr/>
            <p:nvPr/>
          </p:nvSpPr>
          <p:spPr>
            <a:xfrm>
              <a:off x="623041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pg693"/>
            <p:cNvSpPr/>
            <p:nvPr/>
          </p:nvSpPr>
          <p:spPr>
            <a:xfrm>
              <a:off x="6242053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pg694"/>
            <p:cNvSpPr/>
            <p:nvPr/>
          </p:nvSpPr>
          <p:spPr>
            <a:xfrm>
              <a:off x="625369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pg695"/>
            <p:cNvSpPr/>
            <p:nvPr/>
          </p:nvSpPr>
          <p:spPr>
            <a:xfrm>
              <a:off x="626532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pg696"/>
            <p:cNvSpPr/>
            <p:nvPr/>
          </p:nvSpPr>
          <p:spPr>
            <a:xfrm>
              <a:off x="6276965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pg697"/>
            <p:cNvSpPr/>
            <p:nvPr/>
          </p:nvSpPr>
          <p:spPr>
            <a:xfrm>
              <a:off x="628860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pg698"/>
            <p:cNvSpPr/>
            <p:nvPr/>
          </p:nvSpPr>
          <p:spPr>
            <a:xfrm>
              <a:off x="630024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pg699"/>
            <p:cNvSpPr/>
            <p:nvPr/>
          </p:nvSpPr>
          <p:spPr>
            <a:xfrm>
              <a:off x="6311877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pg700"/>
            <p:cNvSpPr/>
            <p:nvPr/>
          </p:nvSpPr>
          <p:spPr>
            <a:xfrm>
              <a:off x="632351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pg701"/>
            <p:cNvSpPr/>
            <p:nvPr/>
          </p:nvSpPr>
          <p:spPr>
            <a:xfrm>
              <a:off x="633515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pg702"/>
            <p:cNvSpPr/>
            <p:nvPr/>
          </p:nvSpPr>
          <p:spPr>
            <a:xfrm>
              <a:off x="5718373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pg703"/>
            <p:cNvSpPr/>
            <p:nvPr/>
          </p:nvSpPr>
          <p:spPr>
            <a:xfrm>
              <a:off x="573001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pg704"/>
            <p:cNvSpPr/>
            <p:nvPr/>
          </p:nvSpPr>
          <p:spPr>
            <a:xfrm>
              <a:off x="574164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pg705"/>
            <p:cNvSpPr/>
            <p:nvPr/>
          </p:nvSpPr>
          <p:spPr>
            <a:xfrm>
              <a:off x="5753285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pg706"/>
            <p:cNvSpPr/>
            <p:nvPr/>
          </p:nvSpPr>
          <p:spPr>
            <a:xfrm>
              <a:off x="576492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pg707"/>
            <p:cNvSpPr/>
            <p:nvPr/>
          </p:nvSpPr>
          <p:spPr>
            <a:xfrm>
              <a:off x="577656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pg708"/>
            <p:cNvSpPr/>
            <p:nvPr/>
          </p:nvSpPr>
          <p:spPr>
            <a:xfrm>
              <a:off x="5788197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pg709"/>
            <p:cNvSpPr/>
            <p:nvPr/>
          </p:nvSpPr>
          <p:spPr>
            <a:xfrm>
              <a:off x="579983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pg710"/>
            <p:cNvSpPr/>
            <p:nvPr/>
          </p:nvSpPr>
          <p:spPr>
            <a:xfrm>
              <a:off x="581147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pg711"/>
            <p:cNvSpPr/>
            <p:nvPr/>
          </p:nvSpPr>
          <p:spPr>
            <a:xfrm>
              <a:off x="6183866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pg712"/>
            <p:cNvSpPr/>
            <p:nvPr/>
          </p:nvSpPr>
          <p:spPr>
            <a:xfrm>
              <a:off x="619550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pg713"/>
            <p:cNvSpPr/>
            <p:nvPr/>
          </p:nvSpPr>
          <p:spPr>
            <a:xfrm>
              <a:off x="6207141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pg714"/>
            <p:cNvSpPr/>
            <p:nvPr/>
          </p:nvSpPr>
          <p:spPr>
            <a:xfrm>
              <a:off x="621877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pg715"/>
            <p:cNvSpPr/>
            <p:nvPr/>
          </p:nvSpPr>
          <p:spPr>
            <a:xfrm>
              <a:off x="6230416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pg716"/>
            <p:cNvSpPr/>
            <p:nvPr/>
          </p:nvSpPr>
          <p:spPr>
            <a:xfrm>
              <a:off x="6242053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pg717"/>
            <p:cNvSpPr/>
            <p:nvPr/>
          </p:nvSpPr>
          <p:spPr>
            <a:xfrm>
              <a:off x="625369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pg718"/>
            <p:cNvSpPr/>
            <p:nvPr/>
          </p:nvSpPr>
          <p:spPr>
            <a:xfrm>
              <a:off x="626532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pg719"/>
            <p:cNvSpPr/>
            <p:nvPr/>
          </p:nvSpPr>
          <p:spPr>
            <a:xfrm>
              <a:off x="6276965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pg720"/>
            <p:cNvSpPr/>
            <p:nvPr/>
          </p:nvSpPr>
          <p:spPr>
            <a:xfrm>
              <a:off x="628860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pg721"/>
            <p:cNvSpPr/>
            <p:nvPr/>
          </p:nvSpPr>
          <p:spPr>
            <a:xfrm>
              <a:off x="630024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pg722"/>
            <p:cNvSpPr/>
            <p:nvPr/>
          </p:nvSpPr>
          <p:spPr>
            <a:xfrm>
              <a:off x="6311877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pg723"/>
            <p:cNvSpPr/>
            <p:nvPr/>
          </p:nvSpPr>
          <p:spPr>
            <a:xfrm>
              <a:off x="632351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pg724"/>
            <p:cNvSpPr/>
            <p:nvPr/>
          </p:nvSpPr>
          <p:spPr>
            <a:xfrm>
              <a:off x="5706736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pg725"/>
            <p:cNvSpPr/>
            <p:nvPr/>
          </p:nvSpPr>
          <p:spPr>
            <a:xfrm>
              <a:off x="5718373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pg726"/>
            <p:cNvSpPr/>
            <p:nvPr/>
          </p:nvSpPr>
          <p:spPr>
            <a:xfrm>
              <a:off x="573001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pg727"/>
            <p:cNvSpPr/>
            <p:nvPr/>
          </p:nvSpPr>
          <p:spPr>
            <a:xfrm>
              <a:off x="574164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pg728"/>
            <p:cNvSpPr/>
            <p:nvPr/>
          </p:nvSpPr>
          <p:spPr>
            <a:xfrm>
              <a:off x="5753285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pg729"/>
            <p:cNvSpPr/>
            <p:nvPr/>
          </p:nvSpPr>
          <p:spPr>
            <a:xfrm>
              <a:off x="5764922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pg730"/>
            <p:cNvSpPr/>
            <p:nvPr/>
          </p:nvSpPr>
          <p:spPr>
            <a:xfrm>
              <a:off x="577656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pg731"/>
            <p:cNvSpPr/>
            <p:nvPr/>
          </p:nvSpPr>
          <p:spPr>
            <a:xfrm>
              <a:off x="6195504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pg732"/>
            <p:cNvSpPr/>
            <p:nvPr/>
          </p:nvSpPr>
          <p:spPr>
            <a:xfrm>
              <a:off x="6207141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pg733"/>
            <p:cNvSpPr/>
            <p:nvPr/>
          </p:nvSpPr>
          <p:spPr>
            <a:xfrm>
              <a:off x="621877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pg734"/>
            <p:cNvSpPr/>
            <p:nvPr/>
          </p:nvSpPr>
          <p:spPr>
            <a:xfrm>
              <a:off x="6230416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pg735"/>
            <p:cNvSpPr/>
            <p:nvPr/>
          </p:nvSpPr>
          <p:spPr>
            <a:xfrm>
              <a:off x="6242053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pg736"/>
            <p:cNvSpPr/>
            <p:nvPr/>
          </p:nvSpPr>
          <p:spPr>
            <a:xfrm>
              <a:off x="625369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pg737"/>
            <p:cNvSpPr/>
            <p:nvPr/>
          </p:nvSpPr>
          <p:spPr>
            <a:xfrm>
              <a:off x="626532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pg738"/>
            <p:cNvSpPr/>
            <p:nvPr/>
          </p:nvSpPr>
          <p:spPr>
            <a:xfrm>
              <a:off x="6276965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pg739"/>
            <p:cNvSpPr/>
            <p:nvPr/>
          </p:nvSpPr>
          <p:spPr>
            <a:xfrm>
              <a:off x="6288602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pg740"/>
            <p:cNvSpPr/>
            <p:nvPr/>
          </p:nvSpPr>
          <p:spPr>
            <a:xfrm>
              <a:off x="630024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pg741"/>
            <p:cNvSpPr/>
            <p:nvPr/>
          </p:nvSpPr>
          <p:spPr>
            <a:xfrm>
              <a:off x="6311877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pg742"/>
            <p:cNvSpPr/>
            <p:nvPr/>
          </p:nvSpPr>
          <p:spPr>
            <a:xfrm>
              <a:off x="5706736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pg743"/>
            <p:cNvSpPr/>
            <p:nvPr/>
          </p:nvSpPr>
          <p:spPr>
            <a:xfrm>
              <a:off x="5718373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pg744"/>
            <p:cNvSpPr/>
            <p:nvPr/>
          </p:nvSpPr>
          <p:spPr>
            <a:xfrm>
              <a:off x="5730010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pg745"/>
            <p:cNvSpPr/>
            <p:nvPr/>
          </p:nvSpPr>
          <p:spPr>
            <a:xfrm>
              <a:off x="574164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pg746"/>
            <p:cNvSpPr/>
            <p:nvPr/>
          </p:nvSpPr>
          <p:spPr>
            <a:xfrm>
              <a:off x="5753285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pg747"/>
            <p:cNvSpPr/>
            <p:nvPr/>
          </p:nvSpPr>
          <p:spPr>
            <a:xfrm>
              <a:off x="5764922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pg748"/>
            <p:cNvSpPr/>
            <p:nvPr/>
          </p:nvSpPr>
          <p:spPr>
            <a:xfrm>
              <a:off x="621877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pg749"/>
            <p:cNvSpPr/>
            <p:nvPr/>
          </p:nvSpPr>
          <p:spPr>
            <a:xfrm>
              <a:off x="6230416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pg750"/>
            <p:cNvSpPr/>
            <p:nvPr/>
          </p:nvSpPr>
          <p:spPr>
            <a:xfrm>
              <a:off x="6242053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pg751"/>
            <p:cNvSpPr/>
            <p:nvPr/>
          </p:nvSpPr>
          <p:spPr>
            <a:xfrm>
              <a:off x="6253690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pg752"/>
            <p:cNvSpPr/>
            <p:nvPr/>
          </p:nvSpPr>
          <p:spPr>
            <a:xfrm>
              <a:off x="626532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pg753"/>
            <p:cNvSpPr/>
            <p:nvPr/>
          </p:nvSpPr>
          <p:spPr>
            <a:xfrm>
              <a:off x="6276965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pg754"/>
            <p:cNvSpPr/>
            <p:nvPr/>
          </p:nvSpPr>
          <p:spPr>
            <a:xfrm>
              <a:off x="6288602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pg755"/>
            <p:cNvSpPr/>
            <p:nvPr/>
          </p:nvSpPr>
          <p:spPr>
            <a:xfrm>
              <a:off x="569509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pg756"/>
            <p:cNvSpPr/>
            <p:nvPr/>
          </p:nvSpPr>
          <p:spPr>
            <a:xfrm>
              <a:off x="5706736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pg757"/>
            <p:cNvSpPr/>
            <p:nvPr/>
          </p:nvSpPr>
          <p:spPr>
            <a:xfrm>
              <a:off x="5718373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pg758"/>
            <p:cNvSpPr/>
            <p:nvPr/>
          </p:nvSpPr>
          <p:spPr>
            <a:xfrm>
              <a:off x="5730010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pg759"/>
            <p:cNvSpPr/>
            <p:nvPr/>
          </p:nvSpPr>
          <p:spPr>
            <a:xfrm>
              <a:off x="574164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pg760"/>
            <p:cNvSpPr/>
            <p:nvPr/>
          </p:nvSpPr>
          <p:spPr>
            <a:xfrm>
              <a:off x="5753285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pg761"/>
            <p:cNvSpPr/>
            <p:nvPr/>
          </p:nvSpPr>
          <p:spPr>
            <a:xfrm>
              <a:off x="6242053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pg762"/>
            <p:cNvSpPr/>
            <p:nvPr/>
          </p:nvSpPr>
          <p:spPr>
            <a:xfrm>
              <a:off x="6253690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pg763"/>
            <p:cNvSpPr/>
            <p:nvPr/>
          </p:nvSpPr>
          <p:spPr>
            <a:xfrm>
              <a:off x="626532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pg764"/>
            <p:cNvSpPr/>
            <p:nvPr/>
          </p:nvSpPr>
          <p:spPr>
            <a:xfrm>
              <a:off x="5683461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pg765"/>
            <p:cNvSpPr/>
            <p:nvPr/>
          </p:nvSpPr>
          <p:spPr>
            <a:xfrm>
              <a:off x="5695098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pg766"/>
            <p:cNvSpPr/>
            <p:nvPr/>
          </p:nvSpPr>
          <p:spPr>
            <a:xfrm>
              <a:off x="5706736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pg767"/>
            <p:cNvSpPr/>
            <p:nvPr/>
          </p:nvSpPr>
          <p:spPr>
            <a:xfrm>
              <a:off x="5718373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pg768"/>
            <p:cNvSpPr/>
            <p:nvPr/>
          </p:nvSpPr>
          <p:spPr>
            <a:xfrm>
              <a:off x="5730010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pg769"/>
            <p:cNvSpPr/>
            <p:nvPr/>
          </p:nvSpPr>
          <p:spPr>
            <a:xfrm>
              <a:off x="5741648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pg770"/>
            <p:cNvSpPr/>
            <p:nvPr/>
          </p:nvSpPr>
          <p:spPr>
            <a:xfrm>
              <a:off x="5683461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pg771"/>
            <p:cNvSpPr/>
            <p:nvPr/>
          </p:nvSpPr>
          <p:spPr>
            <a:xfrm>
              <a:off x="5695098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pg772"/>
            <p:cNvSpPr/>
            <p:nvPr/>
          </p:nvSpPr>
          <p:spPr>
            <a:xfrm>
              <a:off x="5706736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pg773"/>
            <p:cNvSpPr/>
            <p:nvPr/>
          </p:nvSpPr>
          <p:spPr>
            <a:xfrm>
              <a:off x="5718373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pg774"/>
            <p:cNvSpPr/>
            <p:nvPr/>
          </p:nvSpPr>
          <p:spPr>
            <a:xfrm>
              <a:off x="5730010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pg775"/>
            <p:cNvSpPr/>
            <p:nvPr/>
          </p:nvSpPr>
          <p:spPr>
            <a:xfrm>
              <a:off x="5671824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pg776"/>
            <p:cNvSpPr/>
            <p:nvPr/>
          </p:nvSpPr>
          <p:spPr>
            <a:xfrm>
              <a:off x="5683461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pg777"/>
            <p:cNvSpPr/>
            <p:nvPr/>
          </p:nvSpPr>
          <p:spPr>
            <a:xfrm>
              <a:off x="5695098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pg778"/>
            <p:cNvSpPr/>
            <p:nvPr/>
          </p:nvSpPr>
          <p:spPr>
            <a:xfrm>
              <a:off x="5706736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pg779"/>
            <p:cNvSpPr/>
            <p:nvPr/>
          </p:nvSpPr>
          <p:spPr>
            <a:xfrm>
              <a:off x="5718373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pg780"/>
            <p:cNvSpPr/>
            <p:nvPr/>
          </p:nvSpPr>
          <p:spPr>
            <a:xfrm>
              <a:off x="5730010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pg781"/>
            <p:cNvSpPr/>
            <p:nvPr/>
          </p:nvSpPr>
          <p:spPr>
            <a:xfrm>
              <a:off x="5671824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pg782"/>
            <p:cNvSpPr/>
            <p:nvPr/>
          </p:nvSpPr>
          <p:spPr>
            <a:xfrm>
              <a:off x="5683461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pg783"/>
            <p:cNvSpPr/>
            <p:nvPr/>
          </p:nvSpPr>
          <p:spPr>
            <a:xfrm>
              <a:off x="5695098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pg784"/>
            <p:cNvSpPr/>
            <p:nvPr/>
          </p:nvSpPr>
          <p:spPr>
            <a:xfrm>
              <a:off x="5706736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pg785"/>
            <p:cNvSpPr/>
            <p:nvPr/>
          </p:nvSpPr>
          <p:spPr>
            <a:xfrm>
              <a:off x="5718373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pg786"/>
            <p:cNvSpPr/>
            <p:nvPr/>
          </p:nvSpPr>
          <p:spPr>
            <a:xfrm>
              <a:off x="5730010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pg787"/>
            <p:cNvSpPr/>
            <p:nvPr/>
          </p:nvSpPr>
          <p:spPr>
            <a:xfrm>
              <a:off x="5671824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pg788"/>
            <p:cNvSpPr/>
            <p:nvPr/>
          </p:nvSpPr>
          <p:spPr>
            <a:xfrm>
              <a:off x="5683461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pg789"/>
            <p:cNvSpPr/>
            <p:nvPr/>
          </p:nvSpPr>
          <p:spPr>
            <a:xfrm>
              <a:off x="5695098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pg790"/>
            <p:cNvSpPr/>
            <p:nvPr/>
          </p:nvSpPr>
          <p:spPr>
            <a:xfrm>
              <a:off x="5706736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pg791"/>
            <p:cNvSpPr/>
            <p:nvPr/>
          </p:nvSpPr>
          <p:spPr>
            <a:xfrm>
              <a:off x="5718373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pg792"/>
            <p:cNvSpPr/>
            <p:nvPr/>
          </p:nvSpPr>
          <p:spPr>
            <a:xfrm>
              <a:off x="5730010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pg793"/>
            <p:cNvSpPr/>
            <p:nvPr/>
          </p:nvSpPr>
          <p:spPr>
            <a:xfrm>
              <a:off x="5671824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pg794"/>
            <p:cNvSpPr/>
            <p:nvPr/>
          </p:nvSpPr>
          <p:spPr>
            <a:xfrm>
              <a:off x="5683461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pg795"/>
            <p:cNvSpPr/>
            <p:nvPr/>
          </p:nvSpPr>
          <p:spPr>
            <a:xfrm>
              <a:off x="5695098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pg796"/>
            <p:cNvSpPr/>
            <p:nvPr/>
          </p:nvSpPr>
          <p:spPr>
            <a:xfrm>
              <a:off x="5706736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pg797"/>
            <p:cNvSpPr/>
            <p:nvPr/>
          </p:nvSpPr>
          <p:spPr>
            <a:xfrm>
              <a:off x="5718373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pg798"/>
            <p:cNvSpPr/>
            <p:nvPr/>
          </p:nvSpPr>
          <p:spPr>
            <a:xfrm>
              <a:off x="5730010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pg799"/>
            <p:cNvSpPr/>
            <p:nvPr/>
          </p:nvSpPr>
          <p:spPr>
            <a:xfrm>
              <a:off x="5741648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pg800"/>
            <p:cNvSpPr/>
            <p:nvPr/>
          </p:nvSpPr>
          <p:spPr>
            <a:xfrm>
              <a:off x="5660186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pg801"/>
            <p:cNvSpPr/>
            <p:nvPr/>
          </p:nvSpPr>
          <p:spPr>
            <a:xfrm>
              <a:off x="5671824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pg802"/>
            <p:cNvSpPr/>
            <p:nvPr/>
          </p:nvSpPr>
          <p:spPr>
            <a:xfrm>
              <a:off x="5683461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pg803"/>
            <p:cNvSpPr/>
            <p:nvPr/>
          </p:nvSpPr>
          <p:spPr>
            <a:xfrm>
              <a:off x="5695098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pg804"/>
            <p:cNvSpPr/>
            <p:nvPr/>
          </p:nvSpPr>
          <p:spPr>
            <a:xfrm>
              <a:off x="5706736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pg805"/>
            <p:cNvSpPr/>
            <p:nvPr/>
          </p:nvSpPr>
          <p:spPr>
            <a:xfrm>
              <a:off x="5718373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pg806"/>
            <p:cNvSpPr/>
            <p:nvPr/>
          </p:nvSpPr>
          <p:spPr>
            <a:xfrm>
              <a:off x="5730010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pg807"/>
            <p:cNvSpPr/>
            <p:nvPr/>
          </p:nvSpPr>
          <p:spPr>
            <a:xfrm>
              <a:off x="5648549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pg808"/>
            <p:cNvSpPr/>
            <p:nvPr/>
          </p:nvSpPr>
          <p:spPr>
            <a:xfrm>
              <a:off x="5660186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pg809"/>
            <p:cNvSpPr/>
            <p:nvPr/>
          </p:nvSpPr>
          <p:spPr>
            <a:xfrm>
              <a:off x="5671824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pg810"/>
            <p:cNvSpPr/>
            <p:nvPr/>
          </p:nvSpPr>
          <p:spPr>
            <a:xfrm>
              <a:off x="5683461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pg811"/>
            <p:cNvSpPr/>
            <p:nvPr/>
          </p:nvSpPr>
          <p:spPr>
            <a:xfrm>
              <a:off x="5695098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pg812"/>
            <p:cNvSpPr/>
            <p:nvPr/>
          </p:nvSpPr>
          <p:spPr>
            <a:xfrm>
              <a:off x="5706736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pg813"/>
            <p:cNvSpPr/>
            <p:nvPr/>
          </p:nvSpPr>
          <p:spPr>
            <a:xfrm>
              <a:off x="5718373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pg814"/>
            <p:cNvSpPr/>
            <p:nvPr/>
          </p:nvSpPr>
          <p:spPr>
            <a:xfrm>
              <a:off x="5648549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pg815"/>
            <p:cNvSpPr/>
            <p:nvPr/>
          </p:nvSpPr>
          <p:spPr>
            <a:xfrm>
              <a:off x="5660186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pg816"/>
            <p:cNvSpPr/>
            <p:nvPr/>
          </p:nvSpPr>
          <p:spPr>
            <a:xfrm>
              <a:off x="5671824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pg817"/>
            <p:cNvSpPr/>
            <p:nvPr/>
          </p:nvSpPr>
          <p:spPr>
            <a:xfrm>
              <a:off x="5683461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pg818"/>
            <p:cNvSpPr/>
            <p:nvPr/>
          </p:nvSpPr>
          <p:spPr>
            <a:xfrm>
              <a:off x="5695098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pg819"/>
            <p:cNvSpPr/>
            <p:nvPr/>
          </p:nvSpPr>
          <p:spPr>
            <a:xfrm>
              <a:off x="5706736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pg820"/>
            <p:cNvSpPr/>
            <p:nvPr/>
          </p:nvSpPr>
          <p:spPr>
            <a:xfrm>
              <a:off x="5718373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pg821"/>
            <p:cNvSpPr/>
            <p:nvPr/>
          </p:nvSpPr>
          <p:spPr>
            <a:xfrm>
              <a:off x="5741648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pg822"/>
            <p:cNvSpPr/>
            <p:nvPr/>
          </p:nvSpPr>
          <p:spPr>
            <a:xfrm>
              <a:off x="5753285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pg823"/>
            <p:cNvSpPr/>
            <p:nvPr/>
          </p:nvSpPr>
          <p:spPr>
            <a:xfrm>
              <a:off x="5764922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pg824"/>
            <p:cNvSpPr/>
            <p:nvPr/>
          </p:nvSpPr>
          <p:spPr>
            <a:xfrm>
              <a:off x="5776560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pg825"/>
            <p:cNvSpPr/>
            <p:nvPr/>
          </p:nvSpPr>
          <p:spPr>
            <a:xfrm>
              <a:off x="5648549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pg826"/>
            <p:cNvSpPr/>
            <p:nvPr/>
          </p:nvSpPr>
          <p:spPr>
            <a:xfrm>
              <a:off x="5660186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pg827"/>
            <p:cNvSpPr/>
            <p:nvPr/>
          </p:nvSpPr>
          <p:spPr>
            <a:xfrm>
              <a:off x="5671824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pg828"/>
            <p:cNvSpPr/>
            <p:nvPr/>
          </p:nvSpPr>
          <p:spPr>
            <a:xfrm>
              <a:off x="5683461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pg829"/>
            <p:cNvSpPr/>
            <p:nvPr/>
          </p:nvSpPr>
          <p:spPr>
            <a:xfrm>
              <a:off x="5695098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pg830"/>
            <p:cNvSpPr/>
            <p:nvPr/>
          </p:nvSpPr>
          <p:spPr>
            <a:xfrm>
              <a:off x="5706736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pg831"/>
            <p:cNvSpPr/>
            <p:nvPr/>
          </p:nvSpPr>
          <p:spPr>
            <a:xfrm>
              <a:off x="5718373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pg832"/>
            <p:cNvSpPr/>
            <p:nvPr/>
          </p:nvSpPr>
          <p:spPr>
            <a:xfrm>
              <a:off x="5730010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pg833"/>
            <p:cNvSpPr/>
            <p:nvPr/>
          </p:nvSpPr>
          <p:spPr>
            <a:xfrm>
              <a:off x="5741648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pg834"/>
            <p:cNvSpPr/>
            <p:nvPr/>
          </p:nvSpPr>
          <p:spPr>
            <a:xfrm>
              <a:off x="5753285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pg835"/>
            <p:cNvSpPr/>
            <p:nvPr/>
          </p:nvSpPr>
          <p:spPr>
            <a:xfrm>
              <a:off x="5764922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pg836"/>
            <p:cNvSpPr/>
            <p:nvPr/>
          </p:nvSpPr>
          <p:spPr>
            <a:xfrm>
              <a:off x="5776560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pg837"/>
            <p:cNvSpPr/>
            <p:nvPr/>
          </p:nvSpPr>
          <p:spPr>
            <a:xfrm>
              <a:off x="5788197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pg838"/>
            <p:cNvSpPr/>
            <p:nvPr/>
          </p:nvSpPr>
          <p:spPr>
            <a:xfrm>
              <a:off x="5671824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pg839"/>
            <p:cNvSpPr/>
            <p:nvPr/>
          </p:nvSpPr>
          <p:spPr>
            <a:xfrm>
              <a:off x="5683461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pg840"/>
            <p:cNvSpPr/>
            <p:nvPr/>
          </p:nvSpPr>
          <p:spPr>
            <a:xfrm>
              <a:off x="5695098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pg841"/>
            <p:cNvSpPr/>
            <p:nvPr/>
          </p:nvSpPr>
          <p:spPr>
            <a:xfrm>
              <a:off x="5706736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pg842"/>
            <p:cNvSpPr/>
            <p:nvPr/>
          </p:nvSpPr>
          <p:spPr>
            <a:xfrm>
              <a:off x="5718373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pg843"/>
            <p:cNvSpPr/>
            <p:nvPr/>
          </p:nvSpPr>
          <p:spPr>
            <a:xfrm>
              <a:off x="5730010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pg844"/>
            <p:cNvSpPr/>
            <p:nvPr/>
          </p:nvSpPr>
          <p:spPr>
            <a:xfrm>
              <a:off x="5741648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pg845"/>
            <p:cNvSpPr/>
            <p:nvPr/>
          </p:nvSpPr>
          <p:spPr>
            <a:xfrm>
              <a:off x="5753285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pg846"/>
            <p:cNvSpPr/>
            <p:nvPr/>
          </p:nvSpPr>
          <p:spPr>
            <a:xfrm>
              <a:off x="5764922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pg847"/>
            <p:cNvSpPr/>
            <p:nvPr/>
          </p:nvSpPr>
          <p:spPr>
            <a:xfrm>
              <a:off x="5776560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pg848"/>
            <p:cNvSpPr/>
            <p:nvPr/>
          </p:nvSpPr>
          <p:spPr>
            <a:xfrm>
              <a:off x="5788197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pg849"/>
            <p:cNvSpPr/>
            <p:nvPr/>
          </p:nvSpPr>
          <p:spPr>
            <a:xfrm>
              <a:off x="5799834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pg850"/>
            <p:cNvSpPr/>
            <p:nvPr/>
          </p:nvSpPr>
          <p:spPr>
            <a:xfrm>
              <a:off x="5625275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pg851"/>
            <p:cNvSpPr/>
            <p:nvPr/>
          </p:nvSpPr>
          <p:spPr>
            <a:xfrm>
              <a:off x="5636912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pg852"/>
            <p:cNvSpPr/>
            <p:nvPr/>
          </p:nvSpPr>
          <p:spPr>
            <a:xfrm>
              <a:off x="5648549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pg853"/>
            <p:cNvSpPr/>
            <p:nvPr/>
          </p:nvSpPr>
          <p:spPr>
            <a:xfrm>
              <a:off x="5660186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pg854"/>
            <p:cNvSpPr/>
            <p:nvPr/>
          </p:nvSpPr>
          <p:spPr>
            <a:xfrm>
              <a:off x="5695098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pg855"/>
            <p:cNvSpPr/>
            <p:nvPr/>
          </p:nvSpPr>
          <p:spPr>
            <a:xfrm>
              <a:off x="5706736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pg856"/>
            <p:cNvSpPr/>
            <p:nvPr/>
          </p:nvSpPr>
          <p:spPr>
            <a:xfrm>
              <a:off x="5718373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pg857"/>
            <p:cNvSpPr/>
            <p:nvPr/>
          </p:nvSpPr>
          <p:spPr>
            <a:xfrm>
              <a:off x="5730010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pg858"/>
            <p:cNvSpPr/>
            <p:nvPr/>
          </p:nvSpPr>
          <p:spPr>
            <a:xfrm>
              <a:off x="5741648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pg859"/>
            <p:cNvSpPr/>
            <p:nvPr/>
          </p:nvSpPr>
          <p:spPr>
            <a:xfrm>
              <a:off x="5753285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pg860"/>
            <p:cNvSpPr/>
            <p:nvPr/>
          </p:nvSpPr>
          <p:spPr>
            <a:xfrm>
              <a:off x="5764922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pg861"/>
            <p:cNvSpPr/>
            <p:nvPr/>
          </p:nvSpPr>
          <p:spPr>
            <a:xfrm>
              <a:off x="5776560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pg862"/>
            <p:cNvSpPr/>
            <p:nvPr/>
          </p:nvSpPr>
          <p:spPr>
            <a:xfrm>
              <a:off x="5788197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pg863"/>
            <p:cNvSpPr/>
            <p:nvPr/>
          </p:nvSpPr>
          <p:spPr>
            <a:xfrm>
              <a:off x="5799834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pg864"/>
            <p:cNvSpPr/>
            <p:nvPr/>
          </p:nvSpPr>
          <p:spPr>
            <a:xfrm>
              <a:off x="5613637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pg865"/>
            <p:cNvSpPr/>
            <p:nvPr/>
          </p:nvSpPr>
          <p:spPr>
            <a:xfrm>
              <a:off x="5625275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pg866"/>
            <p:cNvSpPr/>
            <p:nvPr/>
          </p:nvSpPr>
          <p:spPr>
            <a:xfrm>
              <a:off x="563691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pg867"/>
            <p:cNvSpPr/>
            <p:nvPr/>
          </p:nvSpPr>
          <p:spPr>
            <a:xfrm>
              <a:off x="5648549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pg868"/>
            <p:cNvSpPr/>
            <p:nvPr/>
          </p:nvSpPr>
          <p:spPr>
            <a:xfrm>
              <a:off x="5660186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pg869"/>
            <p:cNvSpPr/>
            <p:nvPr/>
          </p:nvSpPr>
          <p:spPr>
            <a:xfrm>
              <a:off x="5671824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pg870"/>
            <p:cNvSpPr/>
            <p:nvPr/>
          </p:nvSpPr>
          <p:spPr>
            <a:xfrm>
              <a:off x="5683461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pg871"/>
            <p:cNvSpPr/>
            <p:nvPr/>
          </p:nvSpPr>
          <p:spPr>
            <a:xfrm>
              <a:off x="5695098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pg872"/>
            <p:cNvSpPr/>
            <p:nvPr/>
          </p:nvSpPr>
          <p:spPr>
            <a:xfrm>
              <a:off x="5706736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pg873"/>
            <p:cNvSpPr/>
            <p:nvPr/>
          </p:nvSpPr>
          <p:spPr>
            <a:xfrm>
              <a:off x="5718373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pg874"/>
            <p:cNvSpPr/>
            <p:nvPr/>
          </p:nvSpPr>
          <p:spPr>
            <a:xfrm>
              <a:off x="5730010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pg875"/>
            <p:cNvSpPr/>
            <p:nvPr/>
          </p:nvSpPr>
          <p:spPr>
            <a:xfrm>
              <a:off x="5741648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pg876"/>
            <p:cNvSpPr/>
            <p:nvPr/>
          </p:nvSpPr>
          <p:spPr>
            <a:xfrm>
              <a:off x="5753285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pg877"/>
            <p:cNvSpPr/>
            <p:nvPr/>
          </p:nvSpPr>
          <p:spPr>
            <a:xfrm>
              <a:off x="576492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pg878"/>
            <p:cNvSpPr/>
            <p:nvPr/>
          </p:nvSpPr>
          <p:spPr>
            <a:xfrm>
              <a:off x="5776560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pg879"/>
            <p:cNvSpPr/>
            <p:nvPr/>
          </p:nvSpPr>
          <p:spPr>
            <a:xfrm>
              <a:off x="5788197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pg880"/>
            <p:cNvSpPr/>
            <p:nvPr/>
          </p:nvSpPr>
          <p:spPr>
            <a:xfrm>
              <a:off x="5799834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pg881"/>
            <p:cNvSpPr/>
            <p:nvPr/>
          </p:nvSpPr>
          <p:spPr>
            <a:xfrm>
              <a:off x="581147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pg882"/>
            <p:cNvSpPr/>
            <p:nvPr/>
          </p:nvSpPr>
          <p:spPr>
            <a:xfrm>
              <a:off x="5613637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pg883"/>
            <p:cNvSpPr/>
            <p:nvPr/>
          </p:nvSpPr>
          <p:spPr>
            <a:xfrm>
              <a:off x="5625275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pg884"/>
            <p:cNvSpPr/>
            <p:nvPr/>
          </p:nvSpPr>
          <p:spPr>
            <a:xfrm>
              <a:off x="563691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pg885"/>
            <p:cNvSpPr/>
            <p:nvPr/>
          </p:nvSpPr>
          <p:spPr>
            <a:xfrm>
              <a:off x="5648549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pg886"/>
            <p:cNvSpPr/>
            <p:nvPr/>
          </p:nvSpPr>
          <p:spPr>
            <a:xfrm>
              <a:off x="5660186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pg887"/>
            <p:cNvSpPr/>
            <p:nvPr/>
          </p:nvSpPr>
          <p:spPr>
            <a:xfrm>
              <a:off x="5671824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pg888"/>
            <p:cNvSpPr/>
            <p:nvPr/>
          </p:nvSpPr>
          <p:spPr>
            <a:xfrm>
              <a:off x="5683461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pg889"/>
            <p:cNvSpPr/>
            <p:nvPr/>
          </p:nvSpPr>
          <p:spPr>
            <a:xfrm>
              <a:off x="5695098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pg890"/>
            <p:cNvSpPr/>
            <p:nvPr/>
          </p:nvSpPr>
          <p:spPr>
            <a:xfrm>
              <a:off x="5706736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pg891"/>
            <p:cNvSpPr/>
            <p:nvPr/>
          </p:nvSpPr>
          <p:spPr>
            <a:xfrm>
              <a:off x="5718373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pg892"/>
            <p:cNvSpPr/>
            <p:nvPr/>
          </p:nvSpPr>
          <p:spPr>
            <a:xfrm>
              <a:off x="5730010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pg893"/>
            <p:cNvSpPr/>
            <p:nvPr/>
          </p:nvSpPr>
          <p:spPr>
            <a:xfrm>
              <a:off x="5741648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pg894"/>
            <p:cNvSpPr/>
            <p:nvPr/>
          </p:nvSpPr>
          <p:spPr>
            <a:xfrm>
              <a:off x="5753285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pg895"/>
            <p:cNvSpPr/>
            <p:nvPr/>
          </p:nvSpPr>
          <p:spPr>
            <a:xfrm>
              <a:off x="576492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pg896"/>
            <p:cNvSpPr/>
            <p:nvPr/>
          </p:nvSpPr>
          <p:spPr>
            <a:xfrm>
              <a:off x="5776560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pg897"/>
            <p:cNvSpPr/>
            <p:nvPr/>
          </p:nvSpPr>
          <p:spPr>
            <a:xfrm>
              <a:off x="5788197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pg898"/>
            <p:cNvSpPr/>
            <p:nvPr/>
          </p:nvSpPr>
          <p:spPr>
            <a:xfrm>
              <a:off x="5799834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pg899"/>
            <p:cNvSpPr/>
            <p:nvPr/>
          </p:nvSpPr>
          <p:spPr>
            <a:xfrm>
              <a:off x="581147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pg900"/>
            <p:cNvSpPr/>
            <p:nvPr/>
          </p:nvSpPr>
          <p:spPr>
            <a:xfrm>
              <a:off x="5613637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pg901"/>
            <p:cNvSpPr/>
            <p:nvPr/>
          </p:nvSpPr>
          <p:spPr>
            <a:xfrm>
              <a:off x="5625275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pg902"/>
            <p:cNvSpPr/>
            <p:nvPr/>
          </p:nvSpPr>
          <p:spPr>
            <a:xfrm>
              <a:off x="563691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pg903"/>
            <p:cNvSpPr/>
            <p:nvPr/>
          </p:nvSpPr>
          <p:spPr>
            <a:xfrm>
              <a:off x="5648549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pg904"/>
            <p:cNvSpPr/>
            <p:nvPr/>
          </p:nvSpPr>
          <p:spPr>
            <a:xfrm>
              <a:off x="5660186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pg905"/>
            <p:cNvSpPr/>
            <p:nvPr/>
          </p:nvSpPr>
          <p:spPr>
            <a:xfrm>
              <a:off x="5671824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pg906"/>
            <p:cNvSpPr/>
            <p:nvPr/>
          </p:nvSpPr>
          <p:spPr>
            <a:xfrm>
              <a:off x="5683461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4">
                <a:alpha val="100000"/>
              </a:srgbClr>
            </a:solidFill>
            <a:ln w="5420" cap="flat">
              <a:solidFill>
                <a:srgbClr val="3C4D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pg907"/>
            <p:cNvSpPr/>
            <p:nvPr/>
          </p:nvSpPr>
          <p:spPr>
            <a:xfrm>
              <a:off x="5695098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pg908"/>
            <p:cNvSpPr/>
            <p:nvPr/>
          </p:nvSpPr>
          <p:spPr>
            <a:xfrm>
              <a:off x="5706736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pg909"/>
            <p:cNvSpPr/>
            <p:nvPr/>
          </p:nvSpPr>
          <p:spPr>
            <a:xfrm>
              <a:off x="5718373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pg910"/>
            <p:cNvSpPr/>
            <p:nvPr/>
          </p:nvSpPr>
          <p:spPr>
            <a:xfrm>
              <a:off x="5730010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pg911"/>
            <p:cNvSpPr/>
            <p:nvPr/>
          </p:nvSpPr>
          <p:spPr>
            <a:xfrm>
              <a:off x="5741648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pg912"/>
            <p:cNvSpPr/>
            <p:nvPr/>
          </p:nvSpPr>
          <p:spPr>
            <a:xfrm>
              <a:off x="5753285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pg913"/>
            <p:cNvSpPr/>
            <p:nvPr/>
          </p:nvSpPr>
          <p:spPr>
            <a:xfrm>
              <a:off x="576492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pg914"/>
            <p:cNvSpPr/>
            <p:nvPr/>
          </p:nvSpPr>
          <p:spPr>
            <a:xfrm>
              <a:off x="5776560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pg915"/>
            <p:cNvSpPr/>
            <p:nvPr/>
          </p:nvSpPr>
          <p:spPr>
            <a:xfrm>
              <a:off x="5788197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pg916"/>
            <p:cNvSpPr/>
            <p:nvPr/>
          </p:nvSpPr>
          <p:spPr>
            <a:xfrm>
              <a:off x="5799834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pg917"/>
            <p:cNvSpPr/>
            <p:nvPr/>
          </p:nvSpPr>
          <p:spPr>
            <a:xfrm>
              <a:off x="581147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pg918"/>
            <p:cNvSpPr/>
            <p:nvPr/>
          </p:nvSpPr>
          <p:spPr>
            <a:xfrm>
              <a:off x="547398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pg919"/>
            <p:cNvSpPr/>
            <p:nvPr/>
          </p:nvSpPr>
          <p:spPr>
            <a:xfrm>
              <a:off x="552053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pg920"/>
            <p:cNvSpPr/>
            <p:nvPr/>
          </p:nvSpPr>
          <p:spPr>
            <a:xfrm>
              <a:off x="553217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pg921"/>
            <p:cNvSpPr/>
            <p:nvPr/>
          </p:nvSpPr>
          <p:spPr>
            <a:xfrm>
              <a:off x="554381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pg922"/>
            <p:cNvSpPr/>
            <p:nvPr/>
          </p:nvSpPr>
          <p:spPr>
            <a:xfrm>
              <a:off x="5555451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pg923"/>
            <p:cNvSpPr/>
            <p:nvPr/>
          </p:nvSpPr>
          <p:spPr>
            <a:xfrm>
              <a:off x="556708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pg924"/>
            <p:cNvSpPr/>
            <p:nvPr/>
          </p:nvSpPr>
          <p:spPr>
            <a:xfrm>
              <a:off x="557872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pg925"/>
            <p:cNvSpPr/>
            <p:nvPr/>
          </p:nvSpPr>
          <p:spPr>
            <a:xfrm>
              <a:off x="559036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pg926"/>
            <p:cNvSpPr/>
            <p:nvPr/>
          </p:nvSpPr>
          <p:spPr>
            <a:xfrm>
              <a:off x="560200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pg927"/>
            <p:cNvSpPr/>
            <p:nvPr/>
          </p:nvSpPr>
          <p:spPr>
            <a:xfrm>
              <a:off x="5613637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pg928"/>
            <p:cNvSpPr/>
            <p:nvPr/>
          </p:nvSpPr>
          <p:spPr>
            <a:xfrm>
              <a:off x="562527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pg929"/>
            <p:cNvSpPr/>
            <p:nvPr/>
          </p:nvSpPr>
          <p:spPr>
            <a:xfrm>
              <a:off x="5636912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pg930"/>
            <p:cNvSpPr/>
            <p:nvPr/>
          </p:nvSpPr>
          <p:spPr>
            <a:xfrm>
              <a:off x="564854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pg931"/>
            <p:cNvSpPr/>
            <p:nvPr/>
          </p:nvSpPr>
          <p:spPr>
            <a:xfrm>
              <a:off x="566018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pg932"/>
            <p:cNvSpPr/>
            <p:nvPr/>
          </p:nvSpPr>
          <p:spPr>
            <a:xfrm>
              <a:off x="5671824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pg933"/>
            <p:cNvSpPr/>
            <p:nvPr/>
          </p:nvSpPr>
          <p:spPr>
            <a:xfrm>
              <a:off x="5683461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pg934"/>
            <p:cNvSpPr/>
            <p:nvPr/>
          </p:nvSpPr>
          <p:spPr>
            <a:xfrm>
              <a:off x="569509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pg935"/>
            <p:cNvSpPr/>
            <p:nvPr/>
          </p:nvSpPr>
          <p:spPr>
            <a:xfrm>
              <a:off x="570673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pg936"/>
            <p:cNvSpPr/>
            <p:nvPr/>
          </p:nvSpPr>
          <p:spPr>
            <a:xfrm>
              <a:off x="571837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pg937"/>
            <p:cNvSpPr/>
            <p:nvPr/>
          </p:nvSpPr>
          <p:spPr>
            <a:xfrm>
              <a:off x="573001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pg938"/>
            <p:cNvSpPr/>
            <p:nvPr/>
          </p:nvSpPr>
          <p:spPr>
            <a:xfrm>
              <a:off x="574164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pg939"/>
            <p:cNvSpPr/>
            <p:nvPr/>
          </p:nvSpPr>
          <p:spPr>
            <a:xfrm>
              <a:off x="575328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pg940"/>
            <p:cNvSpPr/>
            <p:nvPr/>
          </p:nvSpPr>
          <p:spPr>
            <a:xfrm>
              <a:off x="5764922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pg941"/>
            <p:cNvSpPr/>
            <p:nvPr/>
          </p:nvSpPr>
          <p:spPr>
            <a:xfrm>
              <a:off x="577656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pg942"/>
            <p:cNvSpPr/>
            <p:nvPr/>
          </p:nvSpPr>
          <p:spPr>
            <a:xfrm>
              <a:off x="5788197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pg943"/>
            <p:cNvSpPr/>
            <p:nvPr/>
          </p:nvSpPr>
          <p:spPr>
            <a:xfrm>
              <a:off x="5799834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pg944"/>
            <p:cNvSpPr/>
            <p:nvPr/>
          </p:nvSpPr>
          <p:spPr>
            <a:xfrm>
              <a:off x="534597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pg945"/>
            <p:cNvSpPr/>
            <p:nvPr/>
          </p:nvSpPr>
          <p:spPr>
            <a:xfrm>
              <a:off x="535761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pg946"/>
            <p:cNvSpPr/>
            <p:nvPr/>
          </p:nvSpPr>
          <p:spPr>
            <a:xfrm>
              <a:off x="536925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pg947"/>
            <p:cNvSpPr/>
            <p:nvPr/>
          </p:nvSpPr>
          <p:spPr>
            <a:xfrm>
              <a:off x="543907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pg948"/>
            <p:cNvSpPr/>
            <p:nvPr/>
          </p:nvSpPr>
          <p:spPr>
            <a:xfrm>
              <a:off x="545071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pg949"/>
            <p:cNvSpPr/>
            <p:nvPr/>
          </p:nvSpPr>
          <p:spPr>
            <a:xfrm>
              <a:off x="546235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pg950"/>
            <p:cNvSpPr/>
            <p:nvPr/>
          </p:nvSpPr>
          <p:spPr>
            <a:xfrm>
              <a:off x="547398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pg951"/>
            <p:cNvSpPr/>
            <p:nvPr/>
          </p:nvSpPr>
          <p:spPr>
            <a:xfrm>
              <a:off x="548562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pg952"/>
            <p:cNvSpPr/>
            <p:nvPr/>
          </p:nvSpPr>
          <p:spPr>
            <a:xfrm>
              <a:off x="5497264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pg953"/>
            <p:cNvSpPr/>
            <p:nvPr/>
          </p:nvSpPr>
          <p:spPr>
            <a:xfrm>
              <a:off x="550890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pg954"/>
            <p:cNvSpPr/>
            <p:nvPr/>
          </p:nvSpPr>
          <p:spPr>
            <a:xfrm>
              <a:off x="552053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pg955"/>
            <p:cNvSpPr/>
            <p:nvPr/>
          </p:nvSpPr>
          <p:spPr>
            <a:xfrm>
              <a:off x="553217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pg956"/>
            <p:cNvSpPr/>
            <p:nvPr/>
          </p:nvSpPr>
          <p:spPr>
            <a:xfrm>
              <a:off x="554381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pg957"/>
            <p:cNvSpPr/>
            <p:nvPr/>
          </p:nvSpPr>
          <p:spPr>
            <a:xfrm>
              <a:off x="555545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pg958"/>
            <p:cNvSpPr/>
            <p:nvPr/>
          </p:nvSpPr>
          <p:spPr>
            <a:xfrm>
              <a:off x="556708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9" name="pg959"/>
            <p:cNvSpPr/>
            <p:nvPr/>
          </p:nvSpPr>
          <p:spPr>
            <a:xfrm>
              <a:off x="557872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0" name="pg960"/>
            <p:cNvSpPr/>
            <p:nvPr/>
          </p:nvSpPr>
          <p:spPr>
            <a:xfrm>
              <a:off x="559036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1" name="pg961"/>
            <p:cNvSpPr/>
            <p:nvPr/>
          </p:nvSpPr>
          <p:spPr>
            <a:xfrm>
              <a:off x="5602000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2" name="pg962"/>
            <p:cNvSpPr/>
            <p:nvPr/>
          </p:nvSpPr>
          <p:spPr>
            <a:xfrm>
              <a:off x="561363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3">
                <a:alpha val="100000"/>
              </a:srgbClr>
            </a:solidFill>
            <a:ln w="5420" cap="flat">
              <a:solidFill>
                <a:srgbClr val="3B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3" name="pg963"/>
            <p:cNvSpPr/>
            <p:nvPr/>
          </p:nvSpPr>
          <p:spPr>
            <a:xfrm>
              <a:off x="562527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4" name="pg964"/>
            <p:cNvSpPr/>
            <p:nvPr/>
          </p:nvSpPr>
          <p:spPr>
            <a:xfrm>
              <a:off x="563691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5" name="pg965"/>
            <p:cNvSpPr/>
            <p:nvPr/>
          </p:nvSpPr>
          <p:spPr>
            <a:xfrm>
              <a:off x="564854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6" name="pg966"/>
            <p:cNvSpPr/>
            <p:nvPr/>
          </p:nvSpPr>
          <p:spPr>
            <a:xfrm>
              <a:off x="566018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7" name="pg967"/>
            <p:cNvSpPr/>
            <p:nvPr/>
          </p:nvSpPr>
          <p:spPr>
            <a:xfrm>
              <a:off x="5671824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8" name="pg968"/>
            <p:cNvSpPr/>
            <p:nvPr/>
          </p:nvSpPr>
          <p:spPr>
            <a:xfrm>
              <a:off x="568346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pg969"/>
            <p:cNvSpPr/>
            <p:nvPr/>
          </p:nvSpPr>
          <p:spPr>
            <a:xfrm>
              <a:off x="569509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pg970"/>
            <p:cNvSpPr/>
            <p:nvPr/>
          </p:nvSpPr>
          <p:spPr>
            <a:xfrm>
              <a:off x="570673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pg971"/>
            <p:cNvSpPr/>
            <p:nvPr/>
          </p:nvSpPr>
          <p:spPr>
            <a:xfrm>
              <a:off x="571837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pg972"/>
            <p:cNvSpPr/>
            <p:nvPr/>
          </p:nvSpPr>
          <p:spPr>
            <a:xfrm>
              <a:off x="5730010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pg973"/>
            <p:cNvSpPr/>
            <p:nvPr/>
          </p:nvSpPr>
          <p:spPr>
            <a:xfrm>
              <a:off x="574164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4" name="pg974"/>
            <p:cNvSpPr/>
            <p:nvPr/>
          </p:nvSpPr>
          <p:spPr>
            <a:xfrm>
              <a:off x="575328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pg975"/>
            <p:cNvSpPr/>
            <p:nvPr/>
          </p:nvSpPr>
          <p:spPr>
            <a:xfrm>
              <a:off x="576492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pg976"/>
            <p:cNvSpPr/>
            <p:nvPr/>
          </p:nvSpPr>
          <p:spPr>
            <a:xfrm>
              <a:off x="533434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pg977"/>
            <p:cNvSpPr/>
            <p:nvPr/>
          </p:nvSpPr>
          <p:spPr>
            <a:xfrm>
              <a:off x="534597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pg978"/>
            <p:cNvSpPr/>
            <p:nvPr/>
          </p:nvSpPr>
          <p:spPr>
            <a:xfrm>
              <a:off x="535761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pg979"/>
            <p:cNvSpPr/>
            <p:nvPr/>
          </p:nvSpPr>
          <p:spPr>
            <a:xfrm>
              <a:off x="536925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pg980"/>
            <p:cNvSpPr/>
            <p:nvPr/>
          </p:nvSpPr>
          <p:spPr>
            <a:xfrm>
              <a:off x="538089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1" name="pg981"/>
            <p:cNvSpPr/>
            <p:nvPr/>
          </p:nvSpPr>
          <p:spPr>
            <a:xfrm>
              <a:off x="541580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pg982"/>
            <p:cNvSpPr/>
            <p:nvPr/>
          </p:nvSpPr>
          <p:spPr>
            <a:xfrm>
              <a:off x="5427440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pg983"/>
            <p:cNvSpPr/>
            <p:nvPr/>
          </p:nvSpPr>
          <p:spPr>
            <a:xfrm>
              <a:off x="543907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pg984"/>
            <p:cNvSpPr/>
            <p:nvPr/>
          </p:nvSpPr>
          <p:spPr>
            <a:xfrm>
              <a:off x="545071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pg985"/>
            <p:cNvSpPr/>
            <p:nvPr/>
          </p:nvSpPr>
          <p:spPr>
            <a:xfrm>
              <a:off x="5462352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pg986"/>
            <p:cNvSpPr/>
            <p:nvPr/>
          </p:nvSpPr>
          <p:spPr>
            <a:xfrm>
              <a:off x="547398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pg987"/>
            <p:cNvSpPr/>
            <p:nvPr/>
          </p:nvSpPr>
          <p:spPr>
            <a:xfrm>
              <a:off x="548562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8" name="pg988"/>
            <p:cNvSpPr/>
            <p:nvPr/>
          </p:nvSpPr>
          <p:spPr>
            <a:xfrm>
              <a:off x="5497264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9" name="pg989"/>
            <p:cNvSpPr/>
            <p:nvPr/>
          </p:nvSpPr>
          <p:spPr>
            <a:xfrm>
              <a:off x="550890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0" name="pg990"/>
            <p:cNvSpPr/>
            <p:nvPr/>
          </p:nvSpPr>
          <p:spPr>
            <a:xfrm>
              <a:off x="552053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1" name="pg991"/>
            <p:cNvSpPr/>
            <p:nvPr/>
          </p:nvSpPr>
          <p:spPr>
            <a:xfrm>
              <a:off x="553217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2" name="pg992"/>
            <p:cNvSpPr/>
            <p:nvPr/>
          </p:nvSpPr>
          <p:spPr>
            <a:xfrm>
              <a:off x="554381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3" name="pg993"/>
            <p:cNvSpPr/>
            <p:nvPr/>
          </p:nvSpPr>
          <p:spPr>
            <a:xfrm>
              <a:off x="555545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4" name="pg994"/>
            <p:cNvSpPr/>
            <p:nvPr/>
          </p:nvSpPr>
          <p:spPr>
            <a:xfrm>
              <a:off x="5567088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5" name="pg995"/>
            <p:cNvSpPr/>
            <p:nvPr/>
          </p:nvSpPr>
          <p:spPr>
            <a:xfrm>
              <a:off x="557872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6" name="pg996"/>
            <p:cNvSpPr/>
            <p:nvPr/>
          </p:nvSpPr>
          <p:spPr>
            <a:xfrm>
              <a:off x="559036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7" name="pg997"/>
            <p:cNvSpPr/>
            <p:nvPr/>
          </p:nvSpPr>
          <p:spPr>
            <a:xfrm>
              <a:off x="5602000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8" name="pg998"/>
            <p:cNvSpPr/>
            <p:nvPr/>
          </p:nvSpPr>
          <p:spPr>
            <a:xfrm>
              <a:off x="561363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9" name="pg999"/>
            <p:cNvSpPr/>
            <p:nvPr/>
          </p:nvSpPr>
          <p:spPr>
            <a:xfrm>
              <a:off x="562527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0" name="pg1000"/>
            <p:cNvSpPr/>
            <p:nvPr/>
          </p:nvSpPr>
          <p:spPr>
            <a:xfrm>
              <a:off x="5636912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1" name="pg1001"/>
            <p:cNvSpPr/>
            <p:nvPr/>
          </p:nvSpPr>
          <p:spPr>
            <a:xfrm>
              <a:off x="564854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2" name="pg1002"/>
            <p:cNvSpPr/>
            <p:nvPr/>
          </p:nvSpPr>
          <p:spPr>
            <a:xfrm>
              <a:off x="566018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3" name="pg1003"/>
            <p:cNvSpPr/>
            <p:nvPr/>
          </p:nvSpPr>
          <p:spPr>
            <a:xfrm>
              <a:off x="5671824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4" name="pg1004"/>
            <p:cNvSpPr/>
            <p:nvPr/>
          </p:nvSpPr>
          <p:spPr>
            <a:xfrm>
              <a:off x="568346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5" name="pg1005"/>
            <p:cNvSpPr/>
            <p:nvPr/>
          </p:nvSpPr>
          <p:spPr>
            <a:xfrm>
              <a:off x="570673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6" name="pg1006"/>
            <p:cNvSpPr/>
            <p:nvPr/>
          </p:nvSpPr>
          <p:spPr>
            <a:xfrm>
              <a:off x="571837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7" name="pg1007"/>
            <p:cNvSpPr/>
            <p:nvPr/>
          </p:nvSpPr>
          <p:spPr>
            <a:xfrm>
              <a:off x="533434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8" name="pg1008"/>
            <p:cNvSpPr/>
            <p:nvPr/>
          </p:nvSpPr>
          <p:spPr>
            <a:xfrm>
              <a:off x="534597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9" name="pg1009"/>
            <p:cNvSpPr/>
            <p:nvPr/>
          </p:nvSpPr>
          <p:spPr>
            <a:xfrm>
              <a:off x="5357616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0" name="pg1010"/>
            <p:cNvSpPr/>
            <p:nvPr/>
          </p:nvSpPr>
          <p:spPr>
            <a:xfrm>
              <a:off x="536925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1" name="pg1011"/>
            <p:cNvSpPr/>
            <p:nvPr/>
          </p:nvSpPr>
          <p:spPr>
            <a:xfrm>
              <a:off x="538089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2" name="pg1012"/>
            <p:cNvSpPr/>
            <p:nvPr/>
          </p:nvSpPr>
          <p:spPr>
            <a:xfrm>
              <a:off x="5392528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3" name="pg1013"/>
            <p:cNvSpPr/>
            <p:nvPr/>
          </p:nvSpPr>
          <p:spPr>
            <a:xfrm>
              <a:off x="540416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4" name="pg1014"/>
            <p:cNvSpPr/>
            <p:nvPr/>
          </p:nvSpPr>
          <p:spPr>
            <a:xfrm>
              <a:off x="541580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5" name="pg1015"/>
            <p:cNvSpPr/>
            <p:nvPr/>
          </p:nvSpPr>
          <p:spPr>
            <a:xfrm>
              <a:off x="5427440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6" name="pg1016"/>
            <p:cNvSpPr/>
            <p:nvPr/>
          </p:nvSpPr>
          <p:spPr>
            <a:xfrm>
              <a:off x="543907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7" name="pg1017"/>
            <p:cNvSpPr/>
            <p:nvPr/>
          </p:nvSpPr>
          <p:spPr>
            <a:xfrm>
              <a:off x="545071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8" name="pg1018"/>
            <p:cNvSpPr/>
            <p:nvPr/>
          </p:nvSpPr>
          <p:spPr>
            <a:xfrm>
              <a:off x="5462352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9" name="pg1019"/>
            <p:cNvSpPr/>
            <p:nvPr/>
          </p:nvSpPr>
          <p:spPr>
            <a:xfrm>
              <a:off x="547398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0" name="pg1020"/>
            <p:cNvSpPr/>
            <p:nvPr/>
          </p:nvSpPr>
          <p:spPr>
            <a:xfrm>
              <a:off x="548562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1" name="pg1021"/>
            <p:cNvSpPr/>
            <p:nvPr/>
          </p:nvSpPr>
          <p:spPr>
            <a:xfrm>
              <a:off x="5497264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2" name="pg1022"/>
            <p:cNvSpPr/>
            <p:nvPr/>
          </p:nvSpPr>
          <p:spPr>
            <a:xfrm>
              <a:off x="550890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3" name="pg1023"/>
            <p:cNvSpPr/>
            <p:nvPr/>
          </p:nvSpPr>
          <p:spPr>
            <a:xfrm>
              <a:off x="552053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4" name="pg1024"/>
            <p:cNvSpPr/>
            <p:nvPr/>
          </p:nvSpPr>
          <p:spPr>
            <a:xfrm>
              <a:off x="5532176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5" name="pg1025"/>
            <p:cNvSpPr/>
            <p:nvPr/>
          </p:nvSpPr>
          <p:spPr>
            <a:xfrm>
              <a:off x="554381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6" name="pg1026"/>
            <p:cNvSpPr/>
            <p:nvPr/>
          </p:nvSpPr>
          <p:spPr>
            <a:xfrm>
              <a:off x="555545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7" name="pg1027"/>
            <p:cNvSpPr/>
            <p:nvPr/>
          </p:nvSpPr>
          <p:spPr>
            <a:xfrm>
              <a:off x="5567088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8" name="pg1028"/>
            <p:cNvSpPr/>
            <p:nvPr/>
          </p:nvSpPr>
          <p:spPr>
            <a:xfrm>
              <a:off x="557872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9" name="pg1029"/>
            <p:cNvSpPr/>
            <p:nvPr/>
          </p:nvSpPr>
          <p:spPr>
            <a:xfrm>
              <a:off x="559036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0" name="pg1030"/>
            <p:cNvSpPr/>
            <p:nvPr/>
          </p:nvSpPr>
          <p:spPr>
            <a:xfrm>
              <a:off x="5602000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1" name="pg1031"/>
            <p:cNvSpPr/>
            <p:nvPr/>
          </p:nvSpPr>
          <p:spPr>
            <a:xfrm>
              <a:off x="561363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2" name="pg1032"/>
            <p:cNvSpPr/>
            <p:nvPr/>
          </p:nvSpPr>
          <p:spPr>
            <a:xfrm>
              <a:off x="562527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3" name="pg1033"/>
            <p:cNvSpPr/>
            <p:nvPr/>
          </p:nvSpPr>
          <p:spPr>
            <a:xfrm>
              <a:off x="5636912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4" name="pg1034"/>
            <p:cNvSpPr/>
            <p:nvPr/>
          </p:nvSpPr>
          <p:spPr>
            <a:xfrm>
              <a:off x="534597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5" name="pg1035"/>
            <p:cNvSpPr/>
            <p:nvPr/>
          </p:nvSpPr>
          <p:spPr>
            <a:xfrm>
              <a:off x="5357616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6" name="pg1036"/>
            <p:cNvSpPr/>
            <p:nvPr/>
          </p:nvSpPr>
          <p:spPr>
            <a:xfrm>
              <a:off x="536925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7" name="pg1037"/>
            <p:cNvSpPr/>
            <p:nvPr/>
          </p:nvSpPr>
          <p:spPr>
            <a:xfrm>
              <a:off x="538089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8" name="pg1038"/>
            <p:cNvSpPr/>
            <p:nvPr/>
          </p:nvSpPr>
          <p:spPr>
            <a:xfrm>
              <a:off x="5392528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9" name="pg1039"/>
            <p:cNvSpPr/>
            <p:nvPr/>
          </p:nvSpPr>
          <p:spPr>
            <a:xfrm>
              <a:off x="5404165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0" name="pg1040"/>
            <p:cNvSpPr/>
            <p:nvPr/>
          </p:nvSpPr>
          <p:spPr>
            <a:xfrm>
              <a:off x="541580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1" name="pg1041"/>
            <p:cNvSpPr/>
            <p:nvPr/>
          </p:nvSpPr>
          <p:spPr>
            <a:xfrm>
              <a:off x="5427440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2" name="pg1042"/>
            <p:cNvSpPr/>
            <p:nvPr/>
          </p:nvSpPr>
          <p:spPr>
            <a:xfrm>
              <a:off x="5439077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3" name="pg1043"/>
            <p:cNvSpPr/>
            <p:nvPr/>
          </p:nvSpPr>
          <p:spPr>
            <a:xfrm>
              <a:off x="5450715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4" name="pg1044"/>
            <p:cNvSpPr/>
            <p:nvPr/>
          </p:nvSpPr>
          <p:spPr>
            <a:xfrm>
              <a:off x="5462352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5" name="pg1045"/>
            <p:cNvSpPr/>
            <p:nvPr/>
          </p:nvSpPr>
          <p:spPr>
            <a:xfrm>
              <a:off x="547398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6" name="pg1046"/>
            <p:cNvSpPr/>
            <p:nvPr/>
          </p:nvSpPr>
          <p:spPr>
            <a:xfrm>
              <a:off x="5485627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7" name="pg1047"/>
            <p:cNvSpPr/>
            <p:nvPr/>
          </p:nvSpPr>
          <p:spPr>
            <a:xfrm>
              <a:off x="5497264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8" name="pg1048"/>
            <p:cNvSpPr/>
            <p:nvPr/>
          </p:nvSpPr>
          <p:spPr>
            <a:xfrm>
              <a:off x="550890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9" name="pg1049"/>
            <p:cNvSpPr/>
            <p:nvPr/>
          </p:nvSpPr>
          <p:spPr>
            <a:xfrm>
              <a:off x="552053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0" name="pg1050"/>
            <p:cNvSpPr/>
            <p:nvPr/>
          </p:nvSpPr>
          <p:spPr>
            <a:xfrm>
              <a:off x="5532176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1" name="pg1051"/>
            <p:cNvSpPr/>
            <p:nvPr/>
          </p:nvSpPr>
          <p:spPr>
            <a:xfrm>
              <a:off x="554381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2" name="pg1052"/>
            <p:cNvSpPr/>
            <p:nvPr/>
          </p:nvSpPr>
          <p:spPr>
            <a:xfrm>
              <a:off x="555545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3" name="pg1053"/>
            <p:cNvSpPr/>
            <p:nvPr/>
          </p:nvSpPr>
          <p:spPr>
            <a:xfrm>
              <a:off x="5567088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4" name="pg1054"/>
            <p:cNvSpPr/>
            <p:nvPr/>
          </p:nvSpPr>
          <p:spPr>
            <a:xfrm>
              <a:off x="559036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5" name="pg1055"/>
            <p:cNvSpPr/>
            <p:nvPr/>
          </p:nvSpPr>
          <p:spPr>
            <a:xfrm>
              <a:off x="5345979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6" name="pg1056"/>
            <p:cNvSpPr/>
            <p:nvPr/>
          </p:nvSpPr>
          <p:spPr>
            <a:xfrm>
              <a:off x="5357616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7" name="pg1057"/>
            <p:cNvSpPr/>
            <p:nvPr/>
          </p:nvSpPr>
          <p:spPr>
            <a:xfrm>
              <a:off x="5369253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8" name="pg1058"/>
            <p:cNvSpPr/>
            <p:nvPr/>
          </p:nvSpPr>
          <p:spPr>
            <a:xfrm>
              <a:off x="5380891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9" name="pg1059"/>
            <p:cNvSpPr/>
            <p:nvPr/>
          </p:nvSpPr>
          <p:spPr>
            <a:xfrm>
              <a:off x="5392528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0" name="pg1060"/>
            <p:cNvSpPr/>
            <p:nvPr/>
          </p:nvSpPr>
          <p:spPr>
            <a:xfrm>
              <a:off x="5404165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1" name="pg1061"/>
            <p:cNvSpPr/>
            <p:nvPr/>
          </p:nvSpPr>
          <p:spPr>
            <a:xfrm>
              <a:off x="5415803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2" name="pg1062"/>
            <p:cNvSpPr/>
            <p:nvPr/>
          </p:nvSpPr>
          <p:spPr>
            <a:xfrm>
              <a:off x="5427440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3" name="pg1063"/>
            <p:cNvSpPr/>
            <p:nvPr/>
          </p:nvSpPr>
          <p:spPr>
            <a:xfrm>
              <a:off x="5439077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4" name="pg1064"/>
            <p:cNvSpPr/>
            <p:nvPr/>
          </p:nvSpPr>
          <p:spPr>
            <a:xfrm>
              <a:off x="5450715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5" name="pg1065"/>
            <p:cNvSpPr/>
            <p:nvPr/>
          </p:nvSpPr>
          <p:spPr>
            <a:xfrm>
              <a:off x="5462352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6" name="pg1066"/>
            <p:cNvSpPr/>
            <p:nvPr/>
          </p:nvSpPr>
          <p:spPr>
            <a:xfrm>
              <a:off x="5334341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7" name="pg1067"/>
            <p:cNvSpPr/>
            <p:nvPr/>
          </p:nvSpPr>
          <p:spPr>
            <a:xfrm>
              <a:off x="5345979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8" name="pg1068"/>
            <p:cNvSpPr/>
            <p:nvPr/>
          </p:nvSpPr>
          <p:spPr>
            <a:xfrm>
              <a:off x="5357616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9" name="pg1069"/>
            <p:cNvSpPr/>
            <p:nvPr/>
          </p:nvSpPr>
          <p:spPr>
            <a:xfrm>
              <a:off x="5369253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0" name="pg1070"/>
            <p:cNvSpPr/>
            <p:nvPr/>
          </p:nvSpPr>
          <p:spPr>
            <a:xfrm>
              <a:off x="5380891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1" name="pg1071"/>
            <p:cNvSpPr/>
            <p:nvPr/>
          </p:nvSpPr>
          <p:spPr>
            <a:xfrm>
              <a:off x="5392528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2" name="pg1072"/>
            <p:cNvSpPr/>
            <p:nvPr/>
          </p:nvSpPr>
          <p:spPr>
            <a:xfrm>
              <a:off x="5404165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3" name="pg1073"/>
            <p:cNvSpPr/>
            <p:nvPr/>
          </p:nvSpPr>
          <p:spPr>
            <a:xfrm>
              <a:off x="5415803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4" name="pg1074"/>
            <p:cNvSpPr/>
            <p:nvPr/>
          </p:nvSpPr>
          <p:spPr>
            <a:xfrm>
              <a:off x="5427440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5" name="pg1075"/>
            <p:cNvSpPr/>
            <p:nvPr/>
          </p:nvSpPr>
          <p:spPr>
            <a:xfrm>
              <a:off x="5322704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6" name="pg1076"/>
            <p:cNvSpPr/>
            <p:nvPr/>
          </p:nvSpPr>
          <p:spPr>
            <a:xfrm>
              <a:off x="5334341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7" name="pg1077"/>
            <p:cNvSpPr/>
            <p:nvPr/>
          </p:nvSpPr>
          <p:spPr>
            <a:xfrm>
              <a:off x="5345979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8" name="pg1078"/>
            <p:cNvSpPr/>
            <p:nvPr/>
          </p:nvSpPr>
          <p:spPr>
            <a:xfrm>
              <a:off x="5357616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9" name="pg1079"/>
            <p:cNvSpPr/>
            <p:nvPr/>
          </p:nvSpPr>
          <p:spPr>
            <a:xfrm>
              <a:off x="5369253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0" name="pg1080"/>
            <p:cNvSpPr/>
            <p:nvPr/>
          </p:nvSpPr>
          <p:spPr>
            <a:xfrm>
              <a:off x="5380891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1" name="pg1081"/>
            <p:cNvSpPr/>
            <p:nvPr/>
          </p:nvSpPr>
          <p:spPr>
            <a:xfrm>
              <a:off x="5392528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2" name="pg1082"/>
            <p:cNvSpPr/>
            <p:nvPr/>
          </p:nvSpPr>
          <p:spPr>
            <a:xfrm>
              <a:off x="5404165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3" name="pg1083"/>
            <p:cNvSpPr/>
            <p:nvPr/>
          </p:nvSpPr>
          <p:spPr>
            <a:xfrm>
              <a:off x="5311067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4" name="pg1084"/>
            <p:cNvSpPr/>
            <p:nvPr/>
          </p:nvSpPr>
          <p:spPr>
            <a:xfrm>
              <a:off x="5322704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5" name="pg1085"/>
            <p:cNvSpPr/>
            <p:nvPr/>
          </p:nvSpPr>
          <p:spPr>
            <a:xfrm>
              <a:off x="5334341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6" name="pg1086"/>
            <p:cNvSpPr/>
            <p:nvPr/>
          </p:nvSpPr>
          <p:spPr>
            <a:xfrm>
              <a:off x="5345979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7" name="pg1087"/>
            <p:cNvSpPr/>
            <p:nvPr/>
          </p:nvSpPr>
          <p:spPr>
            <a:xfrm>
              <a:off x="5357616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8" name="pg1088"/>
            <p:cNvSpPr/>
            <p:nvPr/>
          </p:nvSpPr>
          <p:spPr>
            <a:xfrm>
              <a:off x="5369253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9" name="pg1089"/>
            <p:cNvSpPr/>
            <p:nvPr/>
          </p:nvSpPr>
          <p:spPr>
            <a:xfrm>
              <a:off x="5380891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0" name="pg1090"/>
            <p:cNvSpPr/>
            <p:nvPr/>
          </p:nvSpPr>
          <p:spPr>
            <a:xfrm>
              <a:off x="5311067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1" name="pg1091"/>
            <p:cNvSpPr/>
            <p:nvPr/>
          </p:nvSpPr>
          <p:spPr>
            <a:xfrm>
              <a:off x="5322704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2" name="pg1092"/>
            <p:cNvSpPr/>
            <p:nvPr/>
          </p:nvSpPr>
          <p:spPr>
            <a:xfrm>
              <a:off x="5334341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3" name="pg1093"/>
            <p:cNvSpPr/>
            <p:nvPr/>
          </p:nvSpPr>
          <p:spPr>
            <a:xfrm>
              <a:off x="5345979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4" name="pg1094"/>
            <p:cNvSpPr/>
            <p:nvPr/>
          </p:nvSpPr>
          <p:spPr>
            <a:xfrm>
              <a:off x="5357616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5" name="pg1095"/>
            <p:cNvSpPr/>
            <p:nvPr/>
          </p:nvSpPr>
          <p:spPr>
            <a:xfrm>
              <a:off x="5369253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6" name="pg1096"/>
            <p:cNvSpPr/>
            <p:nvPr/>
          </p:nvSpPr>
          <p:spPr>
            <a:xfrm>
              <a:off x="5380891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7" name="pg1097"/>
            <p:cNvSpPr/>
            <p:nvPr/>
          </p:nvSpPr>
          <p:spPr>
            <a:xfrm>
              <a:off x="5311067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8" name="pg1098"/>
            <p:cNvSpPr/>
            <p:nvPr/>
          </p:nvSpPr>
          <p:spPr>
            <a:xfrm>
              <a:off x="5322704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9" name="pg1099"/>
            <p:cNvSpPr/>
            <p:nvPr/>
          </p:nvSpPr>
          <p:spPr>
            <a:xfrm>
              <a:off x="5334341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0" name="pg1100"/>
            <p:cNvSpPr/>
            <p:nvPr/>
          </p:nvSpPr>
          <p:spPr>
            <a:xfrm>
              <a:off x="5345979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1" name="pg1101"/>
            <p:cNvSpPr/>
            <p:nvPr/>
          </p:nvSpPr>
          <p:spPr>
            <a:xfrm>
              <a:off x="5357616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2" name="pg1102"/>
            <p:cNvSpPr/>
            <p:nvPr/>
          </p:nvSpPr>
          <p:spPr>
            <a:xfrm>
              <a:off x="5369253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3" name="pg1103"/>
            <p:cNvSpPr/>
            <p:nvPr/>
          </p:nvSpPr>
          <p:spPr>
            <a:xfrm>
              <a:off x="5380891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4" name="pg1104"/>
            <p:cNvSpPr/>
            <p:nvPr/>
          </p:nvSpPr>
          <p:spPr>
            <a:xfrm>
              <a:off x="5311067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5" name="pg1105"/>
            <p:cNvSpPr/>
            <p:nvPr/>
          </p:nvSpPr>
          <p:spPr>
            <a:xfrm>
              <a:off x="5322704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6" name="pg1106"/>
            <p:cNvSpPr/>
            <p:nvPr/>
          </p:nvSpPr>
          <p:spPr>
            <a:xfrm>
              <a:off x="5334341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7" name="pg1107"/>
            <p:cNvSpPr/>
            <p:nvPr/>
          </p:nvSpPr>
          <p:spPr>
            <a:xfrm>
              <a:off x="5345979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8" name="pg1108"/>
            <p:cNvSpPr/>
            <p:nvPr/>
          </p:nvSpPr>
          <p:spPr>
            <a:xfrm>
              <a:off x="5357616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9" name="pg1109"/>
            <p:cNvSpPr/>
            <p:nvPr/>
          </p:nvSpPr>
          <p:spPr>
            <a:xfrm>
              <a:off x="5369253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0" name="pg1110"/>
            <p:cNvSpPr/>
            <p:nvPr/>
          </p:nvSpPr>
          <p:spPr>
            <a:xfrm>
              <a:off x="5380891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1" name="pg1111"/>
            <p:cNvSpPr/>
            <p:nvPr/>
          </p:nvSpPr>
          <p:spPr>
            <a:xfrm>
              <a:off x="5241243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2" name="pg1112"/>
            <p:cNvSpPr/>
            <p:nvPr/>
          </p:nvSpPr>
          <p:spPr>
            <a:xfrm>
              <a:off x="5252880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3" name="pg1113"/>
            <p:cNvSpPr/>
            <p:nvPr/>
          </p:nvSpPr>
          <p:spPr>
            <a:xfrm>
              <a:off x="5334341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4" name="pg1114"/>
            <p:cNvSpPr/>
            <p:nvPr/>
          </p:nvSpPr>
          <p:spPr>
            <a:xfrm>
              <a:off x="5345979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5" name="pg1115"/>
            <p:cNvSpPr/>
            <p:nvPr/>
          </p:nvSpPr>
          <p:spPr>
            <a:xfrm>
              <a:off x="5357616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6" name="pg1116"/>
            <p:cNvSpPr/>
            <p:nvPr/>
          </p:nvSpPr>
          <p:spPr>
            <a:xfrm>
              <a:off x="5369253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7" name="pg1117"/>
            <p:cNvSpPr/>
            <p:nvPr/>
          </p:nvSpPr>
          <p:spPr>
            <a:xfrm>
              <a:off x="5380891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8" name="pg1118"/>
            <p:cNvSpPr/>
            <p:nvPr/>
          </p:nvSpPr>
          <p:spPr>
            <a:xfrm>
              <a:off x="5217968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9" name="pg1119"/>
            <p:cNvSpPr/>
            <p:nvPr/>
          </p:nvSpPr>
          <p:spPr>
            <a:xfrm>
              <a:off x="5229605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0" name="pg1120"/>
            <p:cNvSpPr/>
            <p:nvPr/>
          </p:nvSpPr>
          <p:spPr>
            <a:xfrm>
              <a:off x="5241243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1" name="pg1121"/>
            <p:cNvSpPr/>
            <p:nvPr/>
          </p:nvSpPr>
          <p:spPr>
            <a:xfrm>
              <a:off x="5252880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2" name="pg1122"/>
            <p:cNvSpPr/>
            <p:nvPr/>
          </p:nvSpPr>
          <p:spPr>
            <a:xfrm>
              <a:off x="5264517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3" name="pg1123"/>
            <p:cNvSpPr/>
            <p:nvPr/>
          </p:nvSpPr>
          <p:spPr>
            <a:xfrm>
              <a:off x="5334341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4" name="pg1124"/>
            <p:cNvSpPr/>
            <p:nvPr/>
          </p:nvSpPr>
          <p:spPr>
            <a:xfrm>
              <a:off x="5345979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5" name="pg1125"/>
            <p:cNvSpPr/>
            <p:nvPr/>
          </p:nvSpPr>
          <p:spPr>
            <a:xfrm>
              <a:off x="5357616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6" name="pg1126"/>
            <p:cNvSpPr/>
            <p:nvPr/>
          </p:nvSpPr>
          <p:spPr>
            <a:xfrm>
              <a:off x="5369253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7" name="pg1127"/>
            <p:cNvSpPr/>
            <p:nvPr/>
          </p:nvSpPr>
          <p:spPr>
            <a:xfrm>
              <a:off x="5380891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8" name="pg1128"/>
            <p:cNvSpPr/>
            <p:nvPr/>
          </p:nvSpPr>
          <p:spPr>
            <a:xfrm>
              <a:off x="519469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9" name="pg1129"/>
            <p:cNvSpPr/>
            <p:nvPr/>
          </p:nvSpPr>
          <p:spPr>
            <a:xfrm>
              <a:off x="5206331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0" name="pg1130"/>
            <p:cNvSpPr/>
            <p:nvPr/>
          </p:nvSpPr>
          <p:spPr>
            <a:xfrm>
              <a:off x="5217968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1" name="pg1131"/>
            <p:cNvSpPr/>
            <p:nvPr/>
          </p:nvSpPr>
          <p:spPr>
            <a:xfrm>
              <a:off x="5229605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2" name="pg1132"/>
            <p:cNvSpPr/>
            <p:nvPr/>
          </p:nvSpPr>
          <p:spPr>
            <a:xfrm>
              <a:off x="524124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3" name="pg1133"/>
            <p:cNvSpPr/>
            <p:nvPr/>
          </p:nvSpPr>
          <p:spPr>
            <a:xfrm>
              <a:off x="5252880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4" name="pg1134"/>
            <p:cNvSpPr/>
            <p:nvPr/>
          </p:nvSpPr>
          <p:spPr>
            <a:xfrm>
              <a:off x="5264517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5" name="pg1135"/>
            <p:cNvSpPr/>
            <p:nvPr/>
          </p:nvSpPr>
          <p:spPr>
            <a:xfrm>
              <a:off x="5322704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6" name="pg1136"/>
            <p:cNvSpPr/>
            <p:nvPr/>
          </p:nvSpPr>
          <p:spPr>
            <a:xfrm>
              <a:off x="5334341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7" name="pg1137"/>
            <p:cNvSpPr/>
            <p:nvPr/>
          </p:nvSpPr>
          <p:spPr>
            <a:xfrm>
              <a:off x="5345979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8" name="pg1138"/>
            <p:cNvSpPr/>
            <p:nvPr/>
          </p:nvSpPr>
          <p:spPr>
            <a:xfrm>
              <a:off x="5357616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9" name="pg1139"/>
            <p:cNvSpPr/>
            <p:nvPr/>
          </p:nvSpPr>
          <p:spPr>
            <a:xfrm>
              <a:off x="536925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0" name="pg1140"/>
            <p:cNvSpPr/>
            <p:nvPr/>
          </p:nvSpPr>
          <p:spPr>
            <a:xfrm>
              <a:off x="5183056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1" name="pg1141"/>
            <p:cNvSpPr/>
            <p:nvPr/>
          </p:nvSpPr>
          <p:spPr>
            <a:xfrm>
              <a:off x="519469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2" name="pg1142"/>
            <p:cNvSpPr/>
            <p:nvPr/>
          </p:nvSpPr>
          <p:spPr>
            <a:xfrm>
              <a:off x="5206331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3" name="pg1143"/>
            <p:cNvSpPr/>
            <p:nvPr/>
          </p:nvSpPr>
          <p:spPr>
            <a:xfrm>
              <a:off x="5217968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4" name="pg1144"/>
            <p:cNvSpPr/>
            <p:nvPr/>
          </p:nvSpPr>
          <p:spPr>
            <a:xfrm>
              <a:off x="5229605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5" name="pg1145"/>
            <p:cNvSpPr/>
            <p:nvPr/>
          </p:nvSpPr>
          <p:spPr>
            <a:xfrm>
              <a:off x="524124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6" name="pg1146"/>
            <p:cNvSpPr/>
            <p:nvPr/>
          </p:nvSpPr>
          <p:spPr>
            <a:xfrm>
              <a:off x="5252880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7" name="pg1147"/>
            <p:cNvSpPr/>
            <p:nvPr/>
          </p:nvSpPr>
          <p:spPr>
            <a:xfrm>
              <a:off x="5264517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8" name="pg1148"/>
            <p:cNvSpPr/>
            <p:nvPr/>
          </p:nvSpPr>
          <p:spPr>
            <a:xfrm>
              <a:off x="5322704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9" name="pg1149"/>
            <p:cNvSpPr/>
            <p:nvPr/>
          </p:nvSpPr>
          <p:spPr>
            <a:xfrm>
              <a:off x="5334341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0" name="pg1150"/>
            <p:cNvSpPr/>
            <p:nvPr/>
          </p:nvSpPr>
          <p:spPr>
            <a:xfrm>
              <a:off x="5345979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1" name="pg1151"/>
            <p:cNvSpPr/>
            <p:nvPr/>
          </p:nvSpPr>
          <p:spPr>
            <a:xfrm>
              <a:off x="5357616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2" name="pg1152"/>
            <p:cNvSpPr/>
            <p:nvPr/>
          </p:nvSpPr>
          <p:spPr>
            <a:xfrm>
              <a:off x="536925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3" name="pg1153"/>
            <p:cNvSpPr/>
            <p:nvPr/>
          </p:nvSpPr>
          <p:spPr>
            <a:xfrm>
              <a:off x="512486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4" name="pg1154"/>
            <p:cNvSpPr/>
            <p:nvPr/>
          </p:nvSpPr>
          <p:spPr>
            <a:xfrm>
              <a:off x="5136507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5" name="pg1155"/>
            <p:cNvSpPr/>
            <p:nvPr/>
          </p:nvSpPr>
          <p:spPr>
            <a:xfrm>
              <a:off x="5148144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6" name="pg1156"/>
            <p:cNvSpPr/>
            <p:nvPr/>
          </p:nvSpPr>
          <p:spPr>
            <a:xfrm>
              <a:off x="515978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7" name="pg1157"/>
            <p:cNvSpPr/>
            <p:nvPr/>
          </p:nvSpPr>
          <p:spPr>
            <a:xfrm>
              <a:off x="517141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8" name="pg1158"/>
            <p:cNvSpPr/>
            <p:nvPr/>
          </p:nvSpPr>
          <p:spPr>
            <a:xfrm>
              <a:off x="5183056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9" name="pg1159"/>
            <p:cNvSpPr/>
            <p:nvPr/>
          </p:nvSpPr>
          <p:spPr>
            <a:xfrm>
              <a:off x="519469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0" name="pg1160"/>
            <p:cNvSpPr/>
            <p:nvPr/>
          </p:nvSpPr>
          <p:spPr>
            <a:xfrm>
              <a:off x="520633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1" name="pg1161"/>
            <p:cNvSpPr/>
            <p:nvPr/>
          </p:nvSpPr>
          <p:spPr>
            <a:xfrm>
              <a:off x="5217968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2" name="pg1162"/>
            <p:cNvSpPr/>
            <p:nvPr/>
          </p:nvSpPr>
          <p:spPr>
            <a:xfrm>
              <a:off x="5229605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3" name="pg1163"/>
            <p:cNvSpPr/>
            <p:nvPr/>
          </p:nvSpPr>
          <p:spPr>
            <a:xfrm>
              <a:off x="524124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4" name="pg1164"/>
            <p:cNvSpPr/>
            <p:nvPr/>
          </p:nvSpPr>
          <p:spPr>
            <a:xfrm>
              <a:off x="5252880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5" name="pg1165"/>
            <p:cNvSpPr/>
            <p:nvPr/>
          </p:nvSpPr>
          <p:spPr>
            <a:xfrm>
              <a:off x="5311067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6" name="pg1166"/>
            <p:cNvSpPr/>
            <p:nvPr/>
          </p:nvSpPr>
          <p:spPr>
            <a:xfrm>
              <a:off x="5322704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7" name="pg1167"/>
            <p:cNvSpPr/>
            <p:nvPr/>
          </p:nvSpPr>
          <p:spPr>
            <a:xfrm>
              <a:off x="533434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8" name="pg1168"/>
            <p:cNvSpPr/>
            <p:nvPr/>
          </p:nvSpPr>
          <p:spPr>
            <a:xfrm>
              <a:off x="534597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9" name="pg1169"/>
            <p:cNvSpPr/>
            <p:nvPr/>
          </p:nvSpPr>
          <p:spPr>
            <a:xfrm>
              <a:off x="5357616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0" name="pg1170"/>
            <p:cNvSpPr/>
            <p:nvPr/>
          </p:nvSpPr>
          <p:spPr>
            <a:xfrm>
              <a:off x="536925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1" name="pg1171"/>
            <p:cNvSpPr/>
            <p:nvPr/>
          </p:nvSpPr>
          <p:spPr>
            <a:xfrm>
              <a:off x="5113232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2" name="pg1172"/>
            <p:cNvSpPr/>
            <p:nvPr/>
          </p:nvSpPr>
          <p:spPr>
            <a:xfrm>
              <a:off x="512486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3" name="pg1173"/>
            <p:cNvSpPr/>
            <p:nvPr/>
          </p:nvSpPr>
          <p:spPr>
            <a:xfrm>
              <a:off x="5136507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4" name="pg1174"/>
            <p:cNvSpPr/>
            <p:nvPr/>
          </p:nvSpPr>
          <p:spPr>
            <a:xfrm>
              <a:off x="5148144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5" name="pg1175"/>
            <p:cNvSpPr/>
            <p:nvPr/>
          </p:nvSpPr>
          <p:spPr>
            <a:xfrm>
              <a:off x="515978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6" name="pg1176"/>
            <p:cNvSpPr/>
            <p:nvPr/>
          </p:nvSpPr>
          <p:spPr>
            <a:xfrm>
              <a:off x="517141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7" name="pg1177"/>
            <p:cNvSpPr/>
            <p:nvPr/>
          </p:nvSpPr>
          <p:spPr>
            <a:xfrm>
              <a:off x="5183056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8" name="pg1178"/>
            <p:cNvSpPr/>
            <p:nvPr/>
          </p:nvSpPr>
          <p:spPr>
            <a:xfrm>
              <a:off x="519469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9" name="pg1179"/>
            <p:cNvSpPr/>
            <p:nvPr/>
          </p:nvSpPr>
          <p:spPr>
            <a:xfrm>
              <a:off x="520633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0" name="pg1180"/>
            <p:cNvSpPr/>
            <p:nvPr/>
          </p:nvSpPr>
          <p:spPr>
            <a:xfrm>
              <a:off x="5217968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1" name="pg1181"/>
            <p:cNvSpPr/>
            <p:nvPr/>
          </p:nvSpPr>
          <p:spPr>
            <a:xfrm>
              <a:off x="5229605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2" name="pg1182"/>
            <p:cNvSpPr/>
            <p:nvPr/>
          </p:nvSpPr>
          <p:spPr>
            <a:xfrm>
              <a:off x="524124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3" name="pg1183"/>
            <p:cNvSpPr/>
            <p:nvPr/>
          </p:nvSpPr>
          <p:spPr>
            <a:xfrm>
              <a:off x="529942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4" name="pg1184"/>
            <p:cNvSpPr/>
            <p:nvPr/>
          </p:nvSpPr>
          <p:spPr>
            <a:xfrm>
              <a:off x="5311067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5" name="pg1185"/>
            <p:cNvSpPr/>
            <p:nvPr/>
          </p:nvSpPr>
          <p:spPr>
            <a:xfrm>
              <a:off x="5322704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6" name="pg1186"/>
            <p:cNvSpPr/>
            <p:nvPr/>
          </p:nvSpPr>
          <p:spPr>
            <a:xfrm>
              <a:off x="533434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7" name="pg1187"/>
            <p:cNvSpPr/>
            <p:nvPr/>
          </p:nvSpPr>
          <p:spPr>
            <a:xfrm>
              <a:off x="534597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8" name="pg1188"/>
            <p:cNvSpPr/>
            <p:nvPr/>
          </p:nvSpPr>
          <p:spPr>
            <a:xfrm>
              <a:off x="5357616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9" name="pg1189"/>
            <p:cNvSpPr/>
            <p:nvPr/>
          </p:nvSpPr>
          <p:spPr>
            <a:xfrm>
              <a:off x="536925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0" name="pg1190"/>
            <p:cNvSpPr/>
            <p:nvPr/>
          </p:nvSpPr>
          <p:spPr>
            <a:xfrm>
              <a:off x="508995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1" name="pg1191"/>
            <p:cNvSpPr/>
            <p:nvPr/>
          </p:nvSpPr>
          <p:spPr>
            <a:xfrm>
              <a:off x="5101595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2" name="pg1192"/>
            <p:cNvSpPr/>
            <p:nvPr/>
          </p:nvSpPr>
          <p:spPr>
            <a:xfrm>
              <a:off x="5113232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3" name="pg1193"/>
            <p:cNvSpPr/>
            <p:nvPr/>
          </p:nvSpPr>
          <p:spPr>
            <a:xfrm>
              <a:off x="512486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4" name="pg1194"/>
            <p:cNvSpPr/>
            <p:nvPr/>
          </p:nvSpPr>
          <p:spPr>
            <a:xfrm>
              <a:off x="513650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5" name="pg1195"/>
            <p:cNvSpPr/>
            <p:nvPr/>
          </p:nvSpPr>
          <p:spPr>
            <a:xfrm>
              <a:off x="5148144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6" name="pg1196"/>
            <p:cNvSpPr/>
            <p:nvPr/>
          </p:nvSpPr>
          <p:spPr>
            <a:xfrm>
              <a:off x="515978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7" name="pg1197"/>
            <p:cNvSpPr/>
            <p:nvPr/>
          </p:nvSpPr>
          <p:spPr>
            <a:xfrm>
              <a:off x="517141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8" name="pg1198"/>
            <p:cNvSpPr/>
            <p:nvPr/>
          </p:nvSpPr>
          <p:spPr>
            <a:xfrm>
              <a:off x="5183056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9" name="pg1199"/>
            <p:cNvSpPr/>
            <p:nvPr/>
          </p:nvSpPr>
          <p:spPr>
            <a:xfrm>
              <a:off x="5194693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0" name="pg1200"/>
            <p:cNvSpPr/>
            <p:nvPr/>
          </p:nvSpPr>
          <p:spPr>
            <a:xfrm>
              <a:off x="520633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1" name="pg1201"/>
            <p:cNvSpPr/>
            <p:nvPr/>
          </p:nvSpPr>
          <p:spPr>
            <a:xfrm>
              <a:off x="5217968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2" name="pg1202"/>
            <p:cNvSpPr/>
            <p:nvPr/>
          </p:nvSpPr>
          <p:spPr>
            <a:xfrm>
              <a:off x="5287792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3" name="pg1203"/>
            <p:cNvSpPr/>
            <p:nvPr/>
          </p:nvSpPr>
          <p:spPr>
            <a:xfrm>
              <a:off x="529942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4" name="pg1204"/>
            <p:cNvSpPr/>
            <p:nvPr/>
          </p:nvSpPr>
          <p:spPr>
            <a:xfrm>
              <a:off x="531106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5" name="pg1205"/>
            <p:cNvSpPr/>
            <p:nvPr/>
          </p:nvSpPr>
          <p:spPr>
            <a:xfrm>
              <a:off x="5322704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6" name="pg1206"/>
            <p:cNvSpPr/>
            <p:nvPr/>
          </p:nvSpPr>
          <p:spPr>
            <a:xfrm>
              <a:off x="533434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7" name="pg1207"/>
            <p:cNvSpPr/>
            <p:nvPr/>
          </p:nvSpPr>
          <p:spPr>
            <a:xfrm>
              <a:off x="534597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8" name="pg1208"/>
            <p:cNvSpPr/>
            <p:nvPr/>
          </p:nvSpPr>
          <p:spPr>
            <a:xfrm>
              <a:off x="506668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9" name="pg1209"/>
            <p:cNvSpPr/>
            <p:nvPr/>
          </p:nvSpPr>
          <p:spPr>
            <a:xfrm>
              <a:off x="5078320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0" name="pg1210"/>
            <p:cNvSpPr/>
            <p:nvPr/>
          </p:nvSpPr>
          <p:spPr>
            <a:xfrm>
              <a:off x="508995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1" name="pg1211"/>
            <p:cNvSpPr/>
            <p:nvPr/>
          </p:nvSpPr>
          <p:spPr>
            <a:xfrm>
              <a:off x="510159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2" name="pg1212"/>
            <p:cNvSpPr/>
            <p:nvPr/>
          </p:nvSpPr>
          <p:spPr>
            <a:xfrm>
              <a:off x="5113232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3" name="pg1213"/>
            <p:cNvSpPr/>
            <p:nvPr/>
          </p:nvSpPr>
          <p:spPr>
            <a:xfrm>
              <a:off x="512486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4" name="pg1214"/>
            <p:cNvSpPr/>
            <p:nvPr/>
          </p:nvSpPr>
          <p:spPr>
            <a:xfrm>
              <a:off x="513650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5" name="pg1215"/>
            <p:cNvSpPr/>
            <p:nvPr/>
          </p:nvSpPr>
          <p:spPr>
            <a:xfrm>
              <a:off x="5148144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6" name="pg1216"/>
            <p:cNvSpPr/>
            <p:nvPr/>
          </p:nvSpPr>
          <p:spPr>
            <a:xfrm>
              <a:off x="515978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7" name="pg1217"/>
            <p:cNvSpPr/>
            <p:nvPr/>
          </p:nvSpPr>
          <p:spPr>
            <a:xfrm>
              <a:off x="517141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8" name="pg1218"/>
            <p:cNvSpPr/>
            <p:nvPr/>
          </p:nvSpPr>
          <p:spPr>
            <a:xfrm>
              <a:off x="5183056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9" name="pg1219"/>
            <p:cNvSpPr/>
            <p:nvPr/>
          </p:nvSpPr>
          <p:spPr>
            <a:xfrm>
              <a:off x="519469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0" name="pg1220"/>
            <p:cNvSpPr/>
            <p:nvPr/>
          </p:nvSpPr>
          <p:spPr>
            <a:xfrm>
              <a:off x="520633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1" name="pg1221"/>
            <p:cNvSpPr/>
            <p:nvPr/>
          </p:nvSpPr>
          <p:spPr>
            <a:xfrm>
              <a:off x="5217968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2" name="pg1222"/>
            <p:cNvSpPr/>
            <p:nvPr/>
          </p:nvSpPr>
          <p:spPr>
            <a:xfrm>
              <a:off x="522960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3" name="pg1223"/>
            <p:cNvSpPr/>
            <p:nvPr/>
          </p:nvSpPr>
          <p:spPr>
            <a:xfrm>
              <a:off x="524124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4" name="pg1224"/>
            <p:cNvSpPr/>
            <p:nvPr/>
          </p:nvSpPr>
          <p:spPr>
            <a:xfrm>
              <a:off x="5252880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5" name="pg1225"/>
            <p:cNvSpPr/>
            <p:nvPr/>
          </p:nvSpPr>
          <p:spPr>
            <a:xfrm>
              <a:off x="527615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6" name="pg1226"/>
            <p:cNvSpPr/>
            <p:nvPr/>
          </p:nvSpPr>
          <p:spPr>
            <a:xfrm>
              <a:off x="5287792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7" name="pg1227"/>
            <p:cNvSpPr/>
            <p:nvPr/>
          </p:nvSpPr>
          <p:spPr>
            <a:xfrm>
              <a:off x="529942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8" name="pg1228"/>
            <p:cNvSpPr/>
            <p:nvPr/>
          </p:nvSpPr>
          <p:spPr>
            <a:xfrm>
              <a:off x="531106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9" name="pg1229"/>
            <p:cNvSpPr/>
            <p:nvPr/>
          </p:nvSpPr>
          <p:spPr>
            <a:xfrm>
              <a:off x="5322704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0" name="pg1230"/>
            <p:cNvSpPr/>
            <p:nvPr/>
          </p:nvSpPr>
          <p:spPr>
            <a:xfrm>
              <a:off x="533434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1" name="pg1231"/>
            <p:cNvSpPr/>
            <p:nvPr/>
          </p:nvSpPr>
          <p:spPr>
            <a:xfrm>
              <a:off x="534597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2" name="pg1232"/>
            <p:cNvSpPr/>
            <p:nvPr/>
          </p:nvSpPr>
          <p:spPr>
            <a:xfrm>
              <a:off x="506668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3" name="pg1233"/>
            <p:cNvSpPr/>
            <p:nvPr/>
          </p:nvSpPr>
          <p:spPr>
            <a:xfrm>
              <a:off x="5078320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4" name="pg1234"/>
            <p:cNvSpPr/>
            <p:nvPr/>
          </p:nvSpPr>
          <p:spPr>
            <a:xfrm>
              <a:off x="508995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5" name="pg1235"/>
            <p:cNvSpPr/>
            <p:nvPr/>
          </p:nvSpPr>
          <p:spPr>
            <a:xfrm>
              <a:off x="510159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6" name="pg1236"/>
            <p:cNvSpPr/>
            <p:nvPr/>
          </p:nvSpPr>
          <p:spPr>
            <a:xfrm>
              <a:off x="5113232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7" name="pg1237"/>
            <p:cNvSpPr/>
            <p:nvPr/>
          </p:nvSpPr>
          <p:spPr>
            <a:xfrm>
              <a:off x="512486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8" name="pg1238"/>
            <p:cNvSpPr/>
            <p:nvPr/>
          </p:nvSpPr>
          <p:spPr>
            <a:xfrm>
              <a:off x="513650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9" name="pg1239"/>
            <p:cNvSpPr/>
            <p:nvPr/>
          </p:nvSpPr>
          <p:spPr>
            <a:xfrm>
              <a:off x="5148144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0" name="pg1240"/>
            <p:cNvSpPr/>
            <p:nvPr/>
          </p:nvSpPr>
          <p:spPr>
            <a:xfrm>
              <a:off x="515978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1" name="pg1241"/>
            <p:cNvSpPr/>
            <p:nvPr/>
          </p:nvSpPr>
          <p:spPr>
            <a:xfrm>
              <a:off x="517141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2" name="pg1242"/>
            <p:cNvSpPr/>
            <p:nvPr/>
          </p:nvSpPr>
          <p:spPr>
            <a:xfrm>
              <a:off x="5183056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3" name="pg1243"/>
            <p:cNvSpPr/>
            <p:nvPr/>
          </p:nvSpPr>
          <p:spPr>
            <a:xfrm>
              <a:off x="519469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4" name="pg1244"/>
            <p:cNvSpPr/>
            <p:nvPr/>
          </p:nvSpPr>
          <p:spPr>
            <a:xfrm>
              <a:off x="520633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5" name="pg1245"/>
            <p:cNvSpPr/>
            <p:nvPr/>
          </p:nvSpPr>
          <p:spPr>
            <a:xfrm>
              <a:off x="5217968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6" name="pg1246"/>
            <p:cNvSpPr/>
            <p:nvPr/>
          </p:nvSpPr>
          <p:spPr>
            <a:xfrm>
              <a:off x="522960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7" name="pg1247"/>
            <p:cNvSpPr/>
            <p:nvPr/>
          </p:nvSpPr>
          <p:spPr>
            <a:xfrm>
              <a:off x="524124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8" name="pg1248"/>
            <p:cNvSpPr/>
            <p:nvPr/>
          </p:nvSpPr>
          <p:spPr>
            <a:xfrm>
              <a:off x="5252880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9" name="pg1249"/>
            <p:cNvSpPr/>
            <p:nvPr/>
          </p:nvSpPr>
          <p:spPr>
            <a:xfrm>
              <a:off x="526451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0" name="pg1250"/>
            <p:cNvSpPr/>
            <p:nvPr/>
          </p:nvSpPr>
          <p:spPr>
            <a:xfrm>
              <a:off x="527615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1" name="pg1251"/>
            <p:cNvSpPr/>
            <p:nvPr/>
          </p:nvSpPr>
          <p:spPr>
            <a:xfrm>
              <a:off x="5287792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2" name="pg1252"/>
            <p:cNvSpPr/>
            <p:nvPr/>
          </p:nvSpPr>
          <p:spPr>
            <a:xfrm>
              <a:off x="529942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3" name="pg1253"/>
            <p:cNvSpPr/>
            <p:nvPr/>
          </p:nvSpPr>
          <p:spPr>
            <a:xfrm>
              <a:off x="531106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4" name="pg1254"/>
            <p:cNvSpPr/>
            <p:nvPr/>
          </p:nvSpPr>
          <p:spPr>
            <a:xfrm>
              <a:off x="5322704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5" name="pg1255"/>
            <p:cNvSpPr/>
            <p:nvPr/>
          </p:nvSpPr>
          <p:spPr>
            <a:xfrm>
              <a:off x="533434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6" name="pg1256"/>
            <p:cNvSpPr/>
            <p:nvPr/>
          </p:nvSpPr>
          <p:spPr>
            <a:xfrm>
              <a:off x="506668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7" name="pg1257"/>
            <p:cNvSpPr/>
            <p:nvPr/>
          </p:nvSpPr>
          <p:spPr>
            <a:xfrm>
              <a:off x="5078320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8" name="pg1258"/>
            <p:cNvSpPr/>
            <p:nvPr/>
          </p:nvSpPr>
          <p:spPr>
            <a:xfrm>
              <a:off x="508995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9" name="pg1259"/>
            <p:cNvSpPr/>
            <p:nvPr/>
          </p:nvSpPr>
          <p:spPr>
            <a:xfrm>
              <a:off x="510159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0" name="pg1260"/>
            <p:cNvSpPr/>
            <p:nvPr/>
          </p:nvSpPr>
          <p:spPr>
            <a:xfrm>
              <a:off x="5113232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1" name="pg1261"/>
            <p:cNvSpPr/>
            <p:nvPr/>
          </p:nvSpPr>
          <p:spPr>
            <a:xfrm>
              <a:off x="512486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2" name="pg1262"/>
            <p:cNvSpPr/>
            <p:nvPr/>
          </p:nvSpPr>
          <p:spPr>
            <a:xfrm>
              <a:off x="513650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3" name="pg1263"/>
            <p:cNvSpPr/>
            <p:nvPr/>
          </p:nvSpPr>
          <p:spPr>
            <a:xfrm>
              <a:off x="5148144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4" name="pg1264"/>
            <p:cNvSpPr/>
            <p:nvPr/>
          </p:nvSpPr>
          <p:spPr>
            <a:xfrm>
              <a:off x="5159781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5" name="pg1265"/>
            <p:cNvSpPr/>
            <p:nvPr/>
          </p:nvSpPr>
          <p:spPr>
            <a:xfrm>
              <a:off x="517141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6" name="pg1266"/>
            <p:cNvSpPr/>
            <p:nvPr/>
          </p:nvSpPr>
          <p:spPr>
            <a:xfrm>
              <a:off x="5183056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7" name="pg1267"/>
            <p:cNvSpPr/>
            <p:nvPr/>
          </p:nvSpPr>
          <p:spPr>
            <a:xfrm>
              <a:off x="519469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8" name="pg1268"/>
            <p:cNvSpPr/>
            <p:nvPr/>
          </p:nvSpPr>
          <p:spPr>
            <a:xfrm>
              <a:off x="5206331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9" name="pg1269"/>
            <p:cNvSpPr/>
            <p:nvPr/>
          </p:nvSpPr>
          <p:spPr>
            <a:xfrm>
              <a:off x="5217968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0" name="pg1270"/>
            <p:cNvSpPr/>
            <p:nvPr/>
          </p:nvSpPr>
          <p:spPr>
            <a:xfrm>
              <a:off x="522960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1" name="pg1271"/>
            <p:cNvSpPr/>
            <p:nvPr/>
          </p:nvSpPr>
          <p:spPr>
            <a:xfrm>
              <a:off x="524124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2" name="pg1272"/>
            <p:cNvSpPr/>
            <p:nvPr/>
          </p:nvSpPr>
          <p:spPr>
            <a:xfrm>
              <a:off x="5252880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3" name="pg1273"/>
            <p:cNvSpPr/>
            <p:nvPr/>
          </p:nvSpPr>
          <p:spPr>
            <a:xfrm>
              <a:off x="526451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4" name="pg1274"/>
            <p:cNvSpPr/>
            <p:nvPr/>
          </p:nvSpPr>
          <p:spPr>
            <a:xfrm>
              <a:off x="527615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5" name="pg1275"/>
            <p:cNvSpPr/>
            <p:nvPr/>
          </p:nvSpPr>
          <p:spPr>
            <a:xfrm>
              <a:off x="5287792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6" name="pg1276"/>
            <p:cNvSpPr/>
            <p:nvPr/>
          </p:nvSpPr>
          <p:spPr>
            <a:xfrm>
              <a:off x="529942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7" name="pg1277"/>
            <p:cNvSpPr/>
            <p:nvPr/>
          </p:nvSpPr>
          <p:spPr>
            <a:xfrm>
              <a:off x="531106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8" name="pg1278"/>
            <p:cNvSpPr/>
            <p:nvPr/>
          </p:nvSpPr>
          <p:spPr>
            <a:xfrm>
              <a:off x="5322704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9" name="pg1279"/>
            <p:cNvSpPr/>
            <p:nvPr/>
          </p:nvSpPr>
          <p:spPr>
            <a:xfrm>
              <a:off x="5031771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0" name="pg1280"/>
            <p:cNvSpPr/>
            <p:nvPr/>
          </p:nvSpPr>
          <p:spPr>
            <a:xfrm>
              <a:off x="5043408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1" name="pg1281"/>
            <p:cNvSpPr/>
            <p:nvPr/>
          </p:nvSpPr>
          <p:spPr>
            <a:xfrm>
              <a:off x="506668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2" name="pg1282"/>
            <p:cNvSpPr/>
            <p:nvPr/>
          </p:nvSpPr>
          <p:spPr>
            <a:xfrm>
              <a:off x="5078320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3" name="pg1283"/>
            <p:cNvSpPr/>
            <p:nvPr/>
          </p:nvSpPr>
          <p:spPr>
            <a:xfrm>
              <a:off x="508995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4" name="pg1284"/>
            <p:cNvSpPr/>
            <p:nvPr/>
          </p:nvSpPr>
          <p:spPr>
            <a:xfrm>
              <a:off x="510159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5" name="pg1285"/>
            <p:cNvSpPr/>
            <p:nvPr/>
          </p:nvSpPr>
          <p:spPr>
            <a:xfrm>
              <a:off x="5113232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6" name="pg1286"/>
            <p:cNvSpPr/>
            <p:nvPr/>
          </p:nvSpPr>
          <p:spPr>
            <a:xfrm>
              <a:off x="5124869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7" name="pg1287"/>
            <p:cNvSpPr/>
            <p:nvPr/>
          </p:nvSpPr>
          <p:spPr>
            <a:xfrm>
              <a:off x="513650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8" name="pg1288"/>
            <p:cNvSpPr/>
            <p:nvPr/>
          </p:nvSpPr>
          <p:spPr>
            <a:xfrm>
              <a:off x="5148144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9" name="pg1289"/>
            <p:cNvSpPr/>
            <p:nvPr/>
          </p:nvSpPr>
          <p:spPr>
            <a:xfrm>
              <a:off x="5183056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0" name="pg1290"/>
            <p:cNvSpPr/>
            <p:nvPr/>
          </p:nvSpPr>
          <p:spPr>
            <a:xfrm>
              <a:off x="519469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1" name="pg1291"/>
            <p:cNvSpPr/>
            <p:nvPr/>
          </p:nvSpPr>
          <p:spPr>
            <a:xfrm>
              <a:off x="5206331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2" name="pg1292"/>
            <p:cNvSpPr/>
            <p:nvPr/>
          </p:nvSpPr>
          <p:spPr>
            <a:xfrm>
              <a:off x="5217968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3" name="pg1293"/>
            <p:cNvSpPr/>
            <p:nvPr/>
          </p:nvSpPr>
          <p:spPr>
            <a:xfrm>
              <a:off x="522960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4" name="pg1294"/>
            <p:cNvSpPr/>
            <p:nvPr/>
          </p:nvSpPr>
          <p:spPr>
            <a:xfrm>
              <a:off x="524124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5" name="pg1295"/>
            <p:cNvSpPr/>
            <p:nvPr/>
          </p:nvSpPr>
          <p:spPr>
            <a:xfrm>
              <a:off x="5252880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6" name="pg1296"/>
            <p:cNvSpPr/>
            <p:nvPr/>
          </p:nvSpPr>
          <p:spPr>
            <a:xfrm>
              <a:off x="526451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7" name="pg1297"/>
            <p:cNvSpPr/>
            <p:nvPr/>
          </p:nvSpPr>
          <p:spPr>
            <a:xfrm>
              <a:off x="527615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8" name="pg1298"/>
            <p:cNvSpPr/>
            <p:nvPr/>
          </p:nvSpPr>
          <p:spPr>
            <a:xfrm>
              <a:off x="5287792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9" name="pg1299"/>
            <p:cNvSpPr/>
            <p:nvPr/>
          </p:nvSpPr>
          <p:spPr>
            <a:xfrm>
              <a:off x="5299429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0" name="pg1300"/>
            <p:cNvSpPr/>
            <p:nvPr/>
          </p:nvSpPr>
          <p:spPr>
            <a:xfrm>
              <a:off x="531106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1" name="pg1301"/>
            <p:cNvSpPr/>
            <p:nvPr/>
          </p:nvSpPr>
          <p:spPr>
            <a:xfrm>
              <a:off x="502013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2" name="pg1302"/>
            <p:cNvSpPr/>
            <p:nvPr/>
          </p:nvSpPr>
          <p:spPr>
            <a:xfrm>
              <a:off x="5031771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3" name="pg1303"/>
            <p:cNvSpPr/>
            <p:nvPr/>
          </p:nvSpPr>
          <p:spPr>
            <a:xfrm>
              <a:off x="5043408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4" name="pg1304"/>
            <p:cNvSpPr/>
            <p:nvPr/>
          </p:nvSpPr>
          <p:spPr>
            <a:xfrm>
              <a:off x="505504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5" name="pg1305"/>
            <p:cNvSpPr/>
            <p:nvPr/>
          </p:nvSpPr>
          <p:spPr>
            <a:xfrm>
              <a:off x="506668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6" name="pg1306"/>
            <p:cNvSpPr/>
            <p:nvPr/>
          </p:nvSpPr>
          <p:spPr>
            <a:xfrm>
              <a:off x="5078320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7" name="pg1307"/>
            <p:cNvSpPr/>
            <p:nvPr/>
          </p:nvSpPr>
          <p:spPr>
            <a:xfrm>
              <a:off x="508995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8" name="pg1308"/>
            <p:cNvSpPr/>
            <p:nvPr/>
          </p:nvSpPr>
          <p:spPr>
            <a:xfrm>
              <a:off x="510159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9" name="pg1309"/>
            <p:cNvSpPr/>
            <p:nvPr/>
          </p:nvSpPr>
          <p:spPr>
            <a:xfrm>
              <a:off x="5113232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0" name="pg1310"/>
            <p:cNvSpPr/>
            <p:nvPr/>
          </p:nvSpPr>
          <p:spPr>
            <a:xfrm>
              <a:off x="5124869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1" name="pg1311"/>
            <p:cNvSpPr/>
            <p:nvPr/>
          </p:nvSpPr>
          <p:spPr>
            <a:xfrm>
              <a:off x="513650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2" name="pg1312"/>
            <p:cNvSpPr/>
            <p:nvPr/>
          </p:nvSpPr>
          <p:spPr>
            <a:xfrm>
              <a:off x="5148144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3" name="pg1313"/>
            <p:cNvSpPr/>
            <p:nvPr/>
          </p:nvSpPr>
          <p:spPr>
            <a:xfrm>
              <a:off x="519469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4" name="pg1314"/>
            <p:cNvSpPr/>
            <p:nvPr/>
          </p:nvSpPr>
          <p:spPr>
            <a:xfrm>
              <a:off x="5206331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5" name="pg1315"/>
            <p:cNvSpPr/>
            <p:nvPr/>
          </p:nvSpPr>
          <p:spPr>
            <a:xfrm>
              <a:off x="5217968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6" name="pg1316"/>
            <p:cNvSpPr/>
            <p:nvPr/>
          </p:nvSpPr>
          <p:spPr>
            <a:xfrm>
              <a:off x="522960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7" name="pg1317"/>
            <p:cNvSpPr/>
            <p:nvPr/>
          </p:nvSpPr>
          <p:spPr>
            <a:xfrm>
              <a:off x="524124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8" name="pg1318"/>
            <p:cNvSpPr/>
            <p:nvPr/>
          </p:nvSpPr>
          <p:spPr>
            <a:xfrm>
              <a:off x="5252880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9" name="pg1319"/>
            <p:cNvSpPr/>
            <p:nvPr/>
          </p:nvSpPr>
          <p:spPr>
            <a:xfrm>
              <a:off x="526451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0" name="pg1320"/>
            <p:cNvSpPr/>
            <p:nvPr/>
          </p:nvSpPr>
          <p:spPr>
            <a:xfrm>
              <a:off x="527615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1" name="pg1321"/>
            <p:cNvSpPr/>
            <p:nvPr/>
          </p:nvSpPr>
          <p:spPr>
            <a:xfrm>
              <a:off x="5287792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2" name="pg1322"/>
            <p:cNvSpPr/>
            <p:nvPr/>
          </p:nvSpPr>
          <p:spPr>
            <a:xfrm>
              <a:off x="5299429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3" name="pg1323"/>
            <p:cNvSpPr/>
            <p:nvPr/>
          </p:nvSpPr>
          <p:spPr>
            <a:xfrm>
              <a:off x="5008496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4" name="pg1324"/>
            <p:cNvSpPr/>
            <p:nvPr/>
          </p:nvSpPr>
          <p:spPr>
            <a:xfrm>
              <a:off x="502013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5" name="pg1325"/>
            <p:cNvSpPr/>
            <p:nvPr/>
          </p:nvSpPr>
          <p:spPr>
            <a:xfrm>
              <a:off x="5031771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6" name="pg1326"/>
            <p:cNvSpPr/>
            <p:nvPr/>
          </p:nvSpPr>
          <p:spPr>
            <a:xfrm>
              <a:off x="5043408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7" name="pg1327"/>
            <p:cNvSpPr/>
            <p:nvPr/>
          </p:nvSpPr>
          <p:spPr>
            <a:xfrm>
              <a:off x="505504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8" name="pg1328"/>
            <p:cNvSpPr/>
            <p:nvPr/>
          </p:nvSpPr>
          <p:spPr>
            <a:xfrm>
              <a:off x="506668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9" name="pg1329"/>
            <p:cNvSpPr/>
            <p:nvPr/>
          </p:nvSpPr>
          <p:spPr>
            <a:xfrm>
              <a:off x="5078320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0" name="pg1330"/>
            <p:cNvSpPr/>
            <p:nvPr/>
          </p:nvSpPr>
          <p:spPr>
            <a:xfrm>
              <a:off x="508995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1" name="pg1331"/>
            <p:cNvSpPr/>
            <p:nvPr/>
          </p:nvSpPr>
          <p:spPr>
            <a:xfrm>
              <a:off x="510159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2" name="pg1332"/>
            <p:cNvSpPr/>
            <p:nvPr/>
          </p:nvSpPr>
          <p:spPr>
            <a:xfrm>
              <a:off x="5113232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3" name="pg1333"/>
            <p:cNvSpPr/>
            <p:nvPr/>
          </p:nvSpPr>
          <p:spPr>
            <a:xfrm>
              <a:off x="5124869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4" name="pg1334"/>
            <p:cNvSpPr/>
            <p:nvPr/>
          </p:nvSpPr>
          <p:spPr>
            <a:xfrm>
              <a:off x="513650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5" name="pg1335"/>
            <p:cNvSpPr/>
            <p:nvPr/>
          </p:nvSpPr>
          <p:spPr>
            <a:xfrm>
              <a:off x="5148144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6" name="pg1336"/>
            <p:cNvSpPr/>
            <p:nvPr/>
          </p:nvSpPr>
          <p:spPr>
            <a:xfrm>
              <a:off x="519469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7" name="pg1337"/>
            <p:cNvSpPr/>
            <p:nvPr/>
          </p:nvSpPr>
          <p:spPr>
            <a:xfrm>
              <a:off x="5206331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8" name="pg1338"/>
            <p:cNvSpPr/>
            <p:nvPr/>
          </p:nvSpPr>
          <p:spPr>
            <a:xfrm>
              <a:off x="5217968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9" name="pg1339"/>
            <p:cNvSpPr/>
            <p:nvPr/>
          </p:nvSpPr>
          <p:spPr>
            <a:xfrm>
              <a:off x="522960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0" name="pg1340"/>
            <p:cNvSpPr/>
            <p:nvPr/>
          </p:nvSpPr>
          <p:spPr>
            <a:xfrm>
              <a:off x="524124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1" name="pg1341"/>
            <p:cNvSpPr/>
            <p:nvPr/>
          </p:nvSpPr>
          <p:spPr>
            <a:xfrm>
              <a:off x="5252880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2" name="pg1342"/>
            <p:cNvSpPr/>
            <p:nvPr/>
          </p:nvSpPr>
          <p:spPr>
            <a:xfrm>
              <a:off x="526451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3" name="pg1343"/>
            <p:cNvSpPr/>
            <p:nvPr/>
          </p:nvSpPr>
          <p:spPr>
            <a:xfrm>
              <a:off x="527615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4" name="pg1344"/>
            <p:cNvSpPr/>
            <p:nvPr/>
          </p:nvSpPr>
          <p:spPr>
            <a:xfrm>
              <a:off x="5287792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5" name="pg1345"/>
            <p:cNvSpPr/>
            <p:nvPr/>
          </p:nvSpPr>
          <p:spPr>
            <a:xfrm>
              <a:off x="4996859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6" name="pg1346"/>
            <p:cNvSpPr/>
            <p:nvPr/>
          </p:nvSpPr>
          <p:spPr>
            <a:xfrm>
              <a:off x="5008496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7" name="pg1347"/>
            <p:cNvSpPr/>
            <p:nvPr/>
          </p:nvSpPr>
          <p:spPr>
            <a:xfrm>
              <a:off x="502013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8" name="pg1348"/>
            <p:cNvSpPr/>
            <p:nvPr/>
          </p:nvSpPr>
          <p:spPr>
            <a:xfrm>
              <a:off x="503177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9" name="pg1349"/>
            <p:cNvSpPr/>
            <p:nvPr/>
          </p:nvSpPr>
          <p:spPr>
            <a:xfrm>
              <a:off x="5043408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0" name="pg1350"/>
            <p:cNvSpPr/>
            <p:nvPr/>
          </p:nvSpPr>
          <p:spPr>
            <a:xfrm>
              <a:off x="505504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1" name="pg1351"/>
            <p:cNvSpPr/>
            <p:nvPr/>
          </p:nvSpPr>
          <p:spPr>
            <a:xfrm>
              <a:off x="506668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2" name="pg1352"/>
            <p:cNvSpPr/>
            <p:nvPr/>
          </p:nvSpPr>
          <p:spPr>
            <a:xfrm>
              <a:off x="5078320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3" name="pg1353"/>
            <p:cNvSpPr/>
            <p:nvPr/>
          </p:nvSpPr>
          <p:spPr>
            <a:xfrm>
              <a:off x="508995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4" name="pg1354"/>
            <p:cNvSpPr/>
            <p:nvPr/>
          </p:nvSpPr>
          <p:spPr>
            <a:xfrm>
              <a:off x="510159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5" name="pg1355"/>
            <p:cNvSpPr/>
            <p:nvPr/>
          </p:nvSpPr>
          <p:spPr>
            <a:xfrm>
              <a:off x="5113232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6" name="pg1356"/>
            <p:cNvSpPr/>
            <p:nvPr/>
          </p:nvSpPr>
          <p:spPr>
            <a:xfrm>
              <a:off x="5124869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7" name="pg1357"/>
            <p:cNvSpPr/>
            <p:nvPr/>
          </p:nvSpPr>
          <p:spPr>
            <a:xfrm>
              <a:off x="513650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8" name="pg1358"/>
            <p:cNvSpPr/>
            <p:nvPr/>
          </p:nvSpPr>
          <p:spPr>
            <a:xfrm>
              <a:off x="5148144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9" name="pg1359"/>
            <p:cNvSpPr/>
            <p:nvPr/>
          </p:nvSpPr>
          <p:spPr>
            <a:xfrm>
              <a:off x="515978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0" name="pg1360"/>
            <p:cNvSpPr/>
            <p:nvPr/>
          </p:nvSpPr>
          <p:spPr>
            <a:xfrm>
              <a:off x="520633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1" name="pg1361"/>
            <p:cNvSpPr/>
            <p:nvPr/>
          </p:nvSpPr>
          <p:spPr>
            <a:xfrm>
              <a:off x="5217968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2" name="pg1362"/>
            <p:cNvSpPr/>
            <p:nvPr/>
          </p:nvSpPr>
          <p:spPr>
            <a:xfrm>
              <a:off x="522960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3" name="pg1363"/>
            <p:cNvSpPr/>
            <p:nvPr/>
          </p:nvSpPr>
          <p:spPr>
            <a:xfrm>
              <a:off x="524124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4" name="pg1364"/>
            <p:cNvSpPr/>
            <p:nvPr/>
          </p:nvSpPr>
          <p:spPr>
            <a:xfrm>
              <a:off x="5252880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5" name="pg1365"/>
            <p:cNvSpPr/>
            <p:nvPr/>
          </p:nvSpPr>
          <p:spPr>
            <a:xfrm>
              <a:off x="526451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6" name="pg1366"/>
            <p:cNvSpPr/>
            <p:nvPr/>
          </p:nvSpPr>
          <p:spPr>
            <a:xfrm>
              <a:off x="527615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7" name="pg1367"/>
            <p:cNvSpPr/>
            <p:nvPr/>
          </p:nvSpPr>
          <p:spPr>
            <a:xfrm>
              <a:off x="4996859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8" name="pg1368"/>
            <p:cNvSpPr/>
            <p:nvPr/>
          </p:nvSpPr>
          <p:spPr>
            <a:xfrm>
              <a:off x="5008496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9" name="pg1369"/>
            <p:cNvSpPr/>
            <p:nvPr/>
          </p:nvSpPr>
          <p:spPr>
            <a:xfrm>
              <a:off x="502013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0" name="pg1370"/>
            <p:cNvSpPr/>
            <p:nvPr/>
          </p:nvSpPr>
          <p:spPr>
            <a:xfrm>
              <a:off x="503177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1" name="pg1371"/>
            <p:cNvSpPr/>
            <p:nvPr/>
          </p:nvSpPr>
          <p:spPr>
            <a:xfrm>
              <a:off x="5043408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2" name="pg1372"/>
            <p:cNvSpPr/>
            <p:nvPr/>
          </p:nvSpPr>
          <p:spPr>
            <a:xfrm>
              <a:off x="505504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3" name="pg1373"/>
            <p:cNvSpPr/>
            <p:nvPr/>
          </p:nvSpPr>
          <p:spPr>
            <a:xfrm>
              <a:off x="506668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4" name="pg1374"/>
            <p:cNvSpPr/>
            <p:nvPr/>
          </p:nvSpPr>
          <p:spPr>
            <a:xfrm>
              <a:off x="5078320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5" name="pg1375"/>
            <p:cNvSpPr/>
            <p:nvPr/>
          </p:nvSpPr>
          <p:spPr>
            <a:xfrm>
              <a:off x="508995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6" name="pg1376"/>
            <p:cNvSpPr/>
            <p:nvPr/>
          </p:nvSpPr>
          <p:spPr>
            <a:xfrm>
              <a:off x="510159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7" name="pg1377"/>
            <p:cNvSpPr/>
            <p:nvPr/>
          </p:nvSpPr>
          <p:spPr>
            <a:xfrm>
              <a:off x="5113232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8" name="pg1378"/>
            <p:cNvSpPr/>
            <p:nvPr/>
          </p:nvSpPr>
          <p:spPr>
            <a:xfrm>
              <a:off x="5124869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9" name="pg1379"/>
            <p:cNvSpPr/>
            <p:nvPr/>
          </p:nvSpPr>
          <p:spPr>
            <a:xfrm>
              <a:off x="513650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0" name="pg1380"/>
            <p:cNvSpPr/>
            <p:nvPr/>
          </p:nvSpPr>
          <p:spPr>
            <a:xfrm>
              <a:off x="5148144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1" name="pg1381"/>
            <p:cNvSpPr/>
            <p:nvPr/>
          </p:nvSpPr>
          <p:spPr>
            <a:xfrm>
              <a:off x="515978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2" name="pg1382"/>
            <p:cNvSpPr/>
            <p:nvPr/>
          </p:nvSpPr>
          <p:spPr>
            <a:xfrm>
              <a:off x="520633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3" name="pg1383"/>
            <p:cNvSpPr/>
            <p:nvPr/>
          </p:nvSpPr>
          <p:spPr>
            <a:xfrm>
              <a:off x="5217968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4" name="pg1384"/>
            <p:cNvSpPr/>
            <p:nvPr/>
          </p:nvSpPr>
          <p:spPr>
            <a:xfrm>
              <a:off x="522960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5" name="pg1385"/>
            <p:cNvSpPr/>
            <p:nvPr/>
          </p:nvSpPr>
          <p:spPr>
            <a:xfrm>
              <a:off x="524124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6" name="pg1386"/>
            <p:cNvSpPr/>
            <p:nvPr/>
          </p:nvSpPr>
          <p:spPr>
            <a:xfrm>
              <a:off x="5252880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7" name="pg1387"/>
            <p:cNvSpPr/>
            <p:nvPr/>
          </p:nvSpPr>
          <p:spPr>
            <a:xfrm>
              <a:off x="526451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8" name="pg1388"/>
            <p:cNvSpPr/>
            <p:nvPr/>
          </p:nvSpPr>
          <p:spPr>
            <a:xfrm>
              <a:off x="498522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9" name="pg1389"/>
            <p:cNvSpPr/>
            <p:nvPr/>
          </p:nvSpPr>
          <p:spPr>
            <a:xfrm>
              <a:off x="499685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0" name="pg1390"/>
            <p:cNvSpPr/>
            <p:nvPr/>
          </p:nvSpPr>
          <p:spPr>
            <a:xfrm>
              <a:off x="5008496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1" name="pg1391"/>
            <p:cNvSpPr/>
            <p:nvPr/>
          </p:nvSpPr>
          <p:spPr>
            <a:xfrm>
              <a:off x="502013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2" name="pg1392"/>
            <p:cNvSpPr/>
            <p:nvPr/>
          </p:nvSpPr>
          <p:spPr>
            <a:xfrm>
              <a:off x="503177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3" name="pg1393"/>
            <p:cNvSpPr/>
            <p:nvPr/>
          </p:nvSpPr>
          <p:spPr>
            <a:xfrm>
              <a:off x="5043408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4" name="pg1394"/>
            <p:cNvSpPr/>
            <p:nvPr/>
          </p:nvSpPr>
          <p:spPr>
            <a:xfrm>
              <a:off x="505504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5" name="pg1395"/>
            <p:cNvSpPr/>
            <p:nvPr/>
          </p:nvSpPr>
          <p:spPr>
            <a:xfrm>
              <a:off x="506668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6" name="pg1396"/>
            <p:cNvSpPr/>
            <p:nvPr/>
          </p:nvSpPr>
          <p:spPr>
            <a:xfrm>
              <a:off x="5078320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7" name="pg1397"/>
            <p:cNvSpPr/>
            <p:nvPr/>
          </p:nvSpPr>
          <p:spPr>
            <a:xfrm>
              <a:off x="508995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8" name="pg1398"/>
            <p:cNvSpPr/>
            <p:nvPr/>
          </p:nvSpPr>
          <p:spPr>
            <a:xfrm>
              <a:off x="510159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9" name="pg1399"/>
            <p:cNvSpPr/>
            <p:nvPr/>
          </p:nvSpPr>
          <p:spPr>
            <a:xfrm>
              <a:off x="5113232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0" name="pg1400"/>
            <p:cNvSpPr/>
            <p:nvPr/>
          </p:nvSpPr>
          <p:spPr>
            <a:xfrm>
              <a:off x="512486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1" name="pg1401"/>
            <p:cNvSpPr/>
            <p:nvPr/>
          </p:nvSpPr>
          <p:spPr>
            <a:xfrm>
              <a:off x="513650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2" name="pg1402"/>
            <p:cNvSpPr/>
            <p:nvPr/>
          </p:nvSpPr>
          <p:spPr>
            <a:xfrm>
              <a:off x="5148144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3" name="pg1403"/>
            <p:cNvSpPr/>
            <p:nvPr/>
          </p:nvSpPr>
          <p:spPr>
            <a:xfrm>
              <a:off x="515978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4" name="pg1404"/>
            <p:cNvSpPr/>
            <p:nvPr/>
          </p:nvSpPr>
          <p:spPr>
            <a:xfrm>
              <a:off x="517141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5" name="pg1405"/>
            <p:cNvSpPr/>
            <p:nvPr/>
          </p:nvSpPr>
          <p:spPr>
            <a:xfrm>
              <a:off x="520633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6" name="pg1406"/>
            <p:cNvSpPr/>
            <p:nvPr/>
          </p:nvSpPr>
          <p:spPr>
            <a:xfrm>
              <a:off x="5217968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7" name="pg1407"/>
            <p:cNvSpPr/>
            <p:nvPr/>
          </p:nvSpPr>
          <p:spPr>
            <a:xfrm>
              <a:off x="522960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8" name="pg1408"/>
            <p:cNvSpPr/>
            <p:nvPr/>
          </p:nvSpPr>
          <p:spPr>
            <a:xfrm>
              <a:off x="524124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9" name="pg1409"/>
            <p:cNvSpPr/>
            <p:nvPr/>
          </p:nvSpPr>
          <p:spPr>
            <a:xfrm>
              <a:off x="5252880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0" name="pg1410"/>
            <p:cNvSpPr/>
            <p:nvPr/>
          </p:nvSpPr>
          <p:spPr>
            <a:xfrm>
              <a:off x="526451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1" name="pg1411"/>
            <p:cNvSpPr/>
            <p:nvPr/>
          </p:nvSpPr>
          <p:spPr>
            <a:xfrm>
              <a:off x="498522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2" name="pg1412"/>
            <p:cNvSpPr/>
            <p:nvPr/>
          </p:nvSpPr>
          <p:spPr>
            <a:xfrm>
              <a:off x="499685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3" name="pg1413"/>
            <p:cNvSpPr/>
            <p:nvPr/>
          </p:nvSpPr>
          <p:spPr>
            <a:xfrm>
              <a:off x="5008496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4" name="pg1414"/>
            <p:cNvSpPr/>
            <p:nvPr/>
          </p:nvSpPr>
          <p:spPr>
            <a:xfrm>
              <a:off x="502013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5" name="pg1415"/>
            <p:cNvSpPr/>
            <p:nvPr/>
          </p:nvSpPr>
          <p:spPr>
            <a:xfrm>
              <a:off x="503177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6" name="pg1416"/>
            <p:cNvSpPr/>
            <p:nvPr/>
          </p:nvSpPr>
          <p:spPr>
            <a:xfrm>
              <a:off x="5043408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7" name="pg1417"/>
            <p:cNvSpPr/>
            <p:nvPr/>
          </p:nvSpPr>
          <p:spPr>
            <a:xfrm>
              <a:off x="505504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8" name="pg1418"/>
            <p:cNvSpPr/>
            <p:nvPr/>
          </p:nvSpPr>
          <p:spPr>
            <a:xfrm>
              <a:off x="506668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9" name="pg1419"/>
            <p:cNvSpPr/>
            <p:nvPr/>
          </p:nvSpPr>
          <p:spPr>
            <a:xfrm>
              <a:off x="5078320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0" name="pg1420"/>
            <p:cNvSpPr/>
            <p:nvPr/>
          </p:nvSpPr>
          <p:spPr>
            <a:xfrm>
              <a:off x="508995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1" name="pg1421"/>
            <p:cNvSpPr/>
            <p:nvPr/>
          </p:nvSpPr>
          <p:spPr>
            <a:xfrm>
              <a:off x="510159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2" name="pg1422"/>
            <p:cNvSpPr/>
            <p:nvPr/>
          </p:nvSpPr>
          <p:spPr>
            <a:xfrm>
              <a:off x="5113232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3" name="pg1423"/>
            <p:cNvSpPr/>
            <p:nvPr/>
          </p:nvSpPr>
          <p:spPr>
            <a:xfrm>
              <a:off x="512486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4" name="pg1424"/>
            <p:cNvSpPr/>
            <p:nvPr/>
          </p:nvSpPr>
          <p:spPr>
            <a:xfrm>
              <a:off x="513650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5" name="pg1425"/>
            <p:cNvSpPr/>
            <p:nvPr/>
          </p:nvSpPr>
          <p:spPr>
            <a:xfrm>
              <a:off x="5148144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6" name="pg1426"/>
            <p:cNvSpPr/>
            <p:nvPr/>
          </p:nvSpPr>
          <p:spPr>
            <a:xfrm>
              <a:off x="515978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7" name="pg1427"/>
            <p:cNvSpPr/>
            <p:nvPr/>
          </p:nvSpPr>
          <p:spPr>
            <a:xfrm>
              <a:off x="517141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8" name="pg1428"/>
            <p:cNvSpPr/>
            <p:nvPr/>
          </p:nvSpPr>
          <p:spPr>
            <a:xfrm>
              <a:off x="5183056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9" name="pg1429"/>
            <p:cNvSpPr/>
            <p:nvPr/>
          </p:nvSpPr>
          <p:spPr>
            <a:xfrm>
              <a:off x="5217968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0" name="pg1430"/>
            <p:cNvSpPr/>
            <p:nvPr/>
          </p:nvSpPr>
          <p:spPr>
            <a:xfrm>
              <a:off x="522960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1" name="pg1431"/>
            <p:cNvSpPr/>
            <p:nvPr/>
          </p:nvSpPr>
          <p:spPr>
            <a:xfrm>
              <a:off x="524124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2" name="pg1432"/>
            <p:cNvSpPr/>
            <p:nvPr/>
          </p:nvSpPr>
          <p:spPr>
            <a:xfrm>
              <a:off x="5252880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3" name="pg1433"/>
            <p:cNvSpPr/>
            <p:nvPr/>
          </p:nvSpPr>
          <p:spPr>
            <a:xfrm>
              <a:off x="526451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4" name="pg1434"/>
            <p:cNvSpPr/>
            <p:nvPr/>
          </p:nvSpPr>
          <p:spPr>
            <a:xfrm>
              <a:off x="498522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5" name="pg1435"/>
            <p:cNvSpPr/>
            <p:nvPr/>
          </p:nvSpPr>
          <p:spPr>
            <a:xfrm>
              <a:off x="499685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6" name="pg1436"/>
            <p:cNvSpPr/>
            <p:nvPr/>
          </p:nvSpPr>
          <p:spPr>
            <a:xfrm>
              <a:off x="5008496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7" name="pg1437"/>
            <p:cNvSpPr/>
            <p:nvPr/>
          </p:nvSpPr>
          <p:spPr>
            <a:xfrm>
              <a:off x="502013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8" name="pg1438"/>
            <p:cNvSpPr/>
            <p:nvPr/>
          </p:nvSpPr>
          <p:spPr>
            <a:xfrm>
              <a:off x="503177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9" name="pg1439"/>
            <p:cNvSpPr/>
            <p:nvPr/>
          </p:nvSpPr>
          <p:spPr>
            <a:xfrm>
              <a:off x="5043408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0" name="pg1440"/>
            <p:cNvSpPr/>
            <p:nvPr/>
          </p:nvSpPr>
          <p:spPr>
            <a:xfrm>
              <a:off x="505504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1" name="pg1441"/>
            <p:cNvSpPr/>
            <p:nvPr/>
          </p:nvSpPr>
          <p:spPr>
            <a:xfrm>
              <a:off x="506668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2" name="pg1442"/>
            <p:cNvSpPr/>
            <p:nvPr/>
          </p:nvSpPr>
          <p:spPr>
            <a:xfrm>
              <a:off x="5078320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3" name="pg1443"/>
            <p:cNvSpPr/>
            <p:nvPr/>
          </p:nvSpPr>
          <p:spPr>
            <a:xfrm>
              <a:off x="508995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4" name="pg1444"/>
            <p:cNvSpPr/>
            <p:nvPr/>
          </p:nvSpPr>
          <p:spPr>
            <a:xfrm>
              <a:off x="510159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5" name="pg1445"/>
            <p:cNvSpPr/>
            <p:nvPr/>
          </p:nvSpPr>
          <p:spPr>
            <a:xfrm>
              <a:off x="5113232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6" name="pg1446"/>
            <p:cNvSpPr/>
            <p:nvPr/>
          </p:nvSpPr>
          <p:spPr>
            <a:xfrm>
              <a:off x="512486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7" name="pg1447"/>
            <p:cNvSpPr/>
            <p:nvPr/>
          </p:nvSpPr>
          <p:spPr>
            <a:xfrm>
              <a:off x="513650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8" name="pg1448"/>
            <p:cNvSpPr/>
            <p:nvPr/>
          </p:nvSpPr>
          <p:spPr>
            <a:xfrm>
              <a:off x="5148144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9" name="pg1449"/>
            <p:cNvSpPr/>
            <p:nvPr/>
          </p:nvSpPr>
          <p:spPr>
            <a:xfrm>
              <a:off x="515978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0" name="pg1450"/>
            <p:cNvSpPr/>
            <p:nvPr/>
          </p:nvSpPr>
          <p:spPr>
            <a:xfrm>
              <a:off x="517141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1" name="pg1451"/>
            <p:cNvSpPr/>
            <p:nvPr/>
          </p:nvSpPr>
          <p:spPr>
            <a:xfrm>
              <a:off x="5183056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2" name="pg1452"/>
            <p:cNvSpPr/>
            <p:nvPr/>
          </p:nvSpPr>
          <p:spPr>
            <a:xfrm>
              <a:off x="520633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3" name="pg1453"/>
            <p:cNvSpPr/>
            <p:nvPr/>
          </p:nvSpPr>
          <p:spPr>
            <a:xfrm>
              <a:off x="5217968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4" name="pg1454"/>
            <p:cNvSpPr/>
            <p:nvPr/>
          </p:nvSpPr>
          <p:spPr>
            <a:xfrm>
              <a:off x="522960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5" name="pg1455"/>
            <p:cNvSpPr/>
            <p:nvPr/>
          </p:nvSpPr>
          <p:spPr>
            <a:xfrm>
              <a:off x="524124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6" name="pg1456"/>
            <p:cNvSpPr/>
            <p:nvPr/>
          </p:nvSpPr>
          <p:spPr>
            <a:xfrm>
              <a:off x="5252880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7" name="pg1457"/>
            <p:cNvSpPr/>
            <p:nvPr/>
          </p:nvSpPr>
          <p:spPr>
            <a:xfrm>
              <a:off x="526451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8" name="pg1458"/>
            <p:cNvSpPr/>
            <p:nvPr/>
          </p:nvSpPr>
          <p:spPr>
            <a:xfrm>
              <a:off x="499685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9" name="pg1459"/>
            <p:cNvSpPr/>
            <p:nvPr/>
          </p:nvSpPr>
          <p:spPr>
            <a:xfrm>
              <a:off x="5008496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0" name="pg1460"/>
            <p:cNvSpPr/>
            <p:nvPr/>
          </p:nvSpPr>
          <p:spPr>
            <a:xfrm>
              <a:off x="502013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1" name="pg1461"/>
            <p:cNvSpPr/>
            <p:nvPr/>
          </p:nvSpPr>
          <p:spPr>
            <a:xfrm>
              <a:off x="503177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2" name="pg1462"/>
            <p:cNvSpPr/>
            <p:nvPr/>
          </p:nvSpPr>
          <p:spPr>
            <a:xfrm>
              <a:off x="5043408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3" name="pg1463"/>
            <p:cNvSpPr/>
            <p:nvPr/>
          </p:nvSpPr>
          <p:spPr>
            <a:xfrm>
              <a:off x="505504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4" name="pg1464"/>
            <p:cNvSpPr/>
            <p:nvPr/>
          </p:nvSpPr>
          <p:spPr>
            <a:xfrm>
              <a:off x="506668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5" name="pg1465"/>
            <p:cNvSpPr/>
            <p:nvPr/>
          </p:nvSpPr>
          <p:spPr>
            <a:xfrm>
              <a:off x="5078320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6" name="pg1466"/>
            <p:cNvSpPr/>
            <p:nvPr/>
          </p:nvSpPr>
          <p:spPr>
            <a:xfrm>
              <a:off x="508995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7" name="pg1467"/>
            <p:cNvSpPr/>
            <p:nvPr/>
          </p:nvSpPr>
          <p:spPr>
            <a:xfrm>
              <a:off x="510159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8" name="pg1468"/>
            <p:cNvSpPr/>
            <p:nvPr/>
          </p:nvSpPr>
          <p:spPr>
            <a:xfrm>
              <a:off x="5113232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9" name="pg1469"/>
            <p:cNvSpPr/>
            <p:nvPr/>
          </p:nvSpPr>
          <p:spPr>
            <a:xfrm>
              <a:off x="512486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0" name="pg1470"/>
            <p:cNvSpPr/>
            <p:nvPr/>
          </p:nvSpPr>
          <p:spPr>
            <a:xfrm>
              <a:off x="513650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1" name="pg1471"/>
            <p:cNvSpPr/>
            <p:nvPr/>
          </p:nvSpPr>
          <p:spPr>
            <a:xfrm>
              <a:off x="5148144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2" name="pg1472"/>
            <p:cNvSpPr/>
            <p:nvPr/>
          </p:nvSpPr>
          <p:spPr>
            <a:xfrm>
              <a:off x="515978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3" name="pg1473"/>
            <p:cNvSpPr/>
            <p:nvPr/>
          </p:nvSpPr>
          <p:spPr>
            <a:xfrm>
              <a:off x="517141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4" name="pg1474"/>
            <p:cNvSpPr/>
            <p:nvPr/>
          </p:nvSpPr>
          <p:spPr>
            <a:xfrm>
              <a:off x="5183056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5" name="pg1475"/>
            <p:cNvSpPr/>
            <p:nvPr/>
          </p:nvSpPr>
          <p:spPr>
            <a:xfrm>
              <a:off x="519469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6" name="pg1476"/>
            <p:cNvSpPr/>
            <p:nvPr/>
          </p:nvSpPr>
          <p:spPr>
            <a:xfrm>
              <a:off x="520633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7" name="pg1477"/>
            <p:cNvSpPr/>
            <p:nvPr/>
          </p:nvSpPr>
          <p:spPr>
            <a:xfrm>
              <a:off x="5217968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8" name="pg1478"/>
            <p:cNvSpPr/>
            <p:nvPr/>
          </p:nvSpPr>
          <p:spPr>
            <a:xfrm>
              <a:off x="522960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9" name="pg1479"/>
            <p:cNvSpPr/>
            <p:nvPr/>
          </p:nvSpPr>
          <p:spPr>
            <a:xfrm>
              <a:off x="524124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0" name="pg1480"/>
            <p:cNvSpPr/>
            <p:nvPr/>
          </p:nvSpPr>
          <p:spPr>
            <a:xfrm>
              <a:off x="5252880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1" name="pg1481"/>
            <p:cNvSpPr/>
            <p:nvPr/>
          </p:nvSpPr>
          <p:spPr>
            <a:xfrm>
              <a:off x="526451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2" name="pg1482"/>
            <p:cNvSpPr/>
            <p:nvPr/>
          </p:nvSpPr>
          <p:spPr>
            <a:xfrm>
              <a:off x="5008496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3" name="pg1483"/>
            <p:cNvSpPr/>
            <p:nvPr/>
          </p:nvSpPr>
          <p:spPr>
            <a:xfrm>
              <a:off x="502013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4" name="pg1484"/>
            <p:cNvSpPr/>
            <p:nvPr/>
          </p:nvSpPr>
          <p:spPr>
            <a:xfrm>
              <a:off x="503177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5" name="pg1485"/>
            <p:cNvSpPr/>
            <p:nvPr/>
          </p:nvSpPr>
          <p:spPr>
            <a:xfrm>
              <a:off x="5043408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6" name="pg1486"/>
            <p:cNvSpPr/>
            <p:nvPr/>
          </p:nvSpPr>
          <p:spPr>
            <a:xfrm>
              <a:off x="505504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7" name="pg1487"/>
            <p:cNvSpPr/>
            <p:nvPr/>
          </p:nvSpPr>
          <p:spPr>
            <a:xfrm>
              <a:off x="506668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8" name="pg1488"/>
            <p:cNvSpPr/>
            <p:nvPr/>
          </p:nvSpPr>
          <p:spPr>
            <a:xfrm>
              <a:off x="5078320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9" name="pg1489"/>
            <p:cNvSpPr/>
            <p:nvPr/>
          </p:nvSpPr>
          <p:spPr>
            <a:xfrm>
              <a:off x="5089957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0" name="pg1490"/>
            <p:cNvSpPr/>
            <p:nvPr/>
          </p:nvSpPr>
          <p:spPr>
            <a:xfrm>
              <a:off x="510159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1" name="pg1491"/>
            <p:cNvSpPr/>
            <p:nvPr/>
          </p:nvSpPr>
          <p:spPr>
            <a:xfrm>
              <a:off x="5113232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2" name="pg1492"/>
            <p:cNvSpPr/>
            <p:nvPr/>
          </p:nvSpPr>
          <p:spPr>
            <a:xfrm>
              <a:off x="5124869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3" name="pg1493"/>
            <p:cNvSpPr/>
            <p:nvPr/>
          </p:nvSpPr>
          <p:spPr>
            <a:xfrm>
              <a:off x="5136507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4" name="pg1494"/>
            <p:cNvSpPr/>
            <p:nvPr/>
          </p:nvSpPr>
          <p:spPr>
            <a:xfrm>
              <a:off x="5148144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5" name="pg1495"/>
            <p:cNvSpPr/>
            <p:nvPr/>
          </p:nvSpPr>
          <p:spPr>
            <a:xfrm>
              <a:off x="515978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6" name="pg1496"/>
            <p:cNvSpPr/>
            <p:nvPr/>
          </p:nvSpPr>
          <p:spPr>
            <a:xfrm>
              <a:off x="5171419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7" name="pg1497"/>
            <p:cNvSpPr/>
            <p:nvPr/>
          </p:nvSpPr>
          <p:spPr>
            <a:xfrm>
              <a:off x="5183056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8" name="pg1498"/>
            <p:cNvSpPr/>
            <p:nvPr/>
          </p:nvSpPr>
          <p:spPr>
            <a:xfrm>
              <a:off x="519469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9" name="pg1499"/>
            <p:cNvSpPr/>
            <p:nvPr/>
          </p:nvSpPr>
          <p:spPr>
            <a:xfrm>
              <a:off x="520633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0" name="pg1500"/>
            <p:cNvSpPr/>
            <p:nvPr/>
          </p:nvSpPr>
          <p:spPr>
            <a:xfrm>
              <a:off x="5217968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1" name="pg1501"/>
            <p:cNvSpPr/>
            <p:nvPr/>
          </p:nvSpPr>
          <p:spPr>
            <a:xfrm>
              <a:off x="522960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2" name="pg1502"/>
            <p:cNvSpPr/>
            <p:nvPr/>
          </p:nvSpPr>
          <p:spPr>
            <a:xfrm>
              <a:off x="524124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3" name="pg1503"/>
            <p:cNvSpPr/>
            <p:nvPr/>
          </p:nvSpPr>
          <p:spPr>
            <a:xfrm>
              <a:off x="5252880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4" name="pg1504"/>
            <p:cNvSpPr/>
            <p:nvPr/>
          </p:nvSpPr>
          <p:spPr>
            <a:xfrm>
              <a:off x="5008496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5" name="pg1505"/>
            <p:cNvSpPr/>
            <p:nvPr/>
          </p:nvSpPr>
          <p:spPr>
            <a:xfrm>
              <a:off x="502013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6" name="pg1506"/>
            <p:cNvSpPr/>
            <p:nvPr/>
          </p:nvSpPr>
          <p:spPr>
            <a:xfrm>
              <a:off x="503177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7" name="pg1507"/>
            <p:cNvSpPr/>
            <p:nvPr/>
          </p:nvSpPr>
          <p:spPr>
            <a:xfrm>
              <a:off x="5043408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8" name="pg1508"/>
            <p:cNvSpPr/>
            <p:nvPr/>
          </p:nvSpPr>
          <p:spPr>
            <a:xfrm>
              <a:off x="505504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9" name="pg1509"/>
            <p:cNvSpPr/>
            <p:nvPr/>
          </p:nvSpPr>
          <p:spPr>
            <a:xfrm>
              <a:off x="506668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0" name="pg1510"/>
            <p:cNvSpPr/>
            <p:nvPr/>
          </p:nvSpPr>
          <p:spPr>
            <a:xfrm>
              <a:off x="5078320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1" name="pg1511"/>
            <p:cNvSpPr/>
            <p:nvPr/>
          </p:nvSpPr>
          <p:spPr>
            <a:xfrm>
              <a:off x="5089957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2" name="pg1512"/>
            <p:cNvSpPr/>
            <p:nvPr/>
          </p:nvSpPr>
          <p:spPr>
            <a:xfrm>
              <a:off x="510159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3" name="pg1513"/>
            <p:cNvSpPr/>
            <p:nvPr/>
          </p:nvSpPr>
          <p:spPr>
            <a:xfrm>
              <a:off x="5113232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4" name="pg1514"/>
            <p:cNvSpPr/>
            <p:nvPr/>
          </p:nvSpPr>
          <p:spPr>
            <a:xfrm>
              <a:off x="5124869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5" name="pg1515"/>
            <p:cNvSpPr/>
            <p:nvPr/>
          </p:nvSpPr>
          <p:spPr>
            <a:xfrm>
              <a:off x="5136507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6" name="pg1516"/>
            <p:cNvSpPr/>
            <p:nvPr/>
          </p:nvSpPr>
          <p:spPr>
            <a:xfrm>
              <a:off x="5148144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7" name="pg1517"/>
            <p:cNvSpPr/>
            <p:nvPr/>
          </p:nvSpPr>
          <p:spPr>
            <a:xfrm>
              <a:off x="515978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8" name="pg1518"/>
            <p:cNvSpPr/>
            <p:nvPr/>
          </p:nvSpPr>
          <p:spPr>
            <a:xfrm>
              <a:off x="5171419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9" name="pg1519"/>
            <p:cNvSpPr/>
            <p:nvPr/>
          </p:nvSpPr>
          <p:spPr>
            <a:xfrm>
              <a:off x="5183056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0" name="pg1520"/>
            <p:cNvSpPr/>
            <p:nvPr/>
          </p:nvSpPr>
          <p:spPr>
            <a:xfrm>
              <a:off x="519469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1" name="pg1521"/>
            <p:cNvSpPr/>
            <p:nvPr/>
          </p:nvSpPr>
          <p:spPr>
            <a:xfrm>
              <a:off x="520633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2" name="pg1522"/>
            <p:cNvSpPr/>
            <p:nvPr/>
          </p:nvSpPr>
          <p:spPr>
            <a:xfrm>
              <a:off x="5217968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3" name="pg1523"/>
            <p:cNvSpPr/>
            <p:nvPr/>
          </p:nvSpPr>
          <p:spPr>
            <a:xfrm>
              <a:off x="522960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4" name="pg1524"/>
            <p:cNvSpPr/>
            <p:nvPr/>
          </p:nvSpPr>
          <p:spPr>
            <a:xfrm>
              <a:off x="524124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5" name="pg1525"/>
            <p:cNvSpPr/>
            <p:nvPr/>
          </p:nvSpPr>
          <p:spPr>
            <a:xfrm>
              <a:off x="503177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6" name="pg1526"/>
            <p:cNvSpPr/>
            <p:nvPr/>
          </p:nvSpPr>
          <p:spPr>
            <a:xfrm>
              <a:off x="5043408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7" name="pg1527"/>
            <p:cNvSpPr/>
            <p:nvPr/>
          </p:nvSpPr>
          <p:spPr>
            <a:xfrm>
              <a:off x="505504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8" name="pg1528"/>
            <p:cNvSpPr/>
            <p:nvPr/>
          </p:nvSpPr>
          <p:spPr>
            <a:xfrm>
              <a:off x="5066683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9" name="pg1529"/>
            <p:cNvSpPr/>
            <p:nvPr/>
          </p:nvSpPr>
          <p:spPr>
            <a:xfrm>
              <a:off x="5078320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0" name="pg1530"/>
            <p:cNvSpPr/>
            <p:nvPr/>
          </p:nvSpPr>
          <p:spPr>
            <a:xfrm>
              <a:off x="5089957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1" name="pg1531"/>
            <p:cNvSpPr/>
            <p:nvPr/>
          </p:nvSpPr>
          <p:spPr>
            <a:xfrm>
              <a:off x="510159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2" name="pg1532"/>
            <p:cNvSpPr/>
            <p:nvPr/>
          </p:nvSpPr>
          <p:spPr>
            <a:xfrm>
              <a:off x="5113232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3" name="pg1533"/>
            <p:cNvSpPr/>
            <p:nvPr/>
          </p:nvSpPr>
          <p:spPr>
            <a:xfrm>
              <a:off x="5124869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4" name="pg1534"/>
            <p:cNvSpPr/>
            <p:nvPr/>
          </p:nvSpPr>
          <p:spPr>
            <a:xfrm>
              <a:off x="5136507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5" name="pg1535"/>
            <p:cNvSpPr/>
            <p:nvPr/>
          </p:nvSpPr>
          <p:spPr>
            <a:xfrm>
              <a:off x="5148144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6" name="pg1536"/>
            <p:cNvSpPr/>
            <p:nvPr/>
          </p:nvSpPr>
          <p:spPr>
            <a:xfrm>
              <a:off x="515978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7" name="pg1537"/>
            <p:cNvSpPr/>
            <p:nvPr/>
          </p:nvSpPr>
          <p:spPr>
            <a:xfrm>
              <a:off x="5171419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8" name="pg1538"/>
            <p:cNvSpPr/>
            <p:nvPr/>
          </p:nvSpPr>
          <p:spPr>
            <a:xfrm>
              <a:off x="5183056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9" name="pg1539"/>
            <p:cNvSpPr/>
            <p:nvPr/>
          </p:nvSpPr>
          <p:spPr>
            <a:xfrm>
              <a:off x="5194693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0" name="pg1540"/>
            <p:cNvSpPr/>
            <p:nvPr/>
          </p:nvSpPr>
          <p:spPr>
            <a:xfrm>
              <a:off x="520633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1" name="pg1541"/>
            <p:cNvSpPr/>
            <p:nvPr/>
          </p:nvSpPr>
          <p:spPr>
            <a:xfrm>
              <a:off x="5217968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2" name="pg1542"/>
            <p:cNvSpPr/>
            <p:nvPr/>
          </p:nvSpPr>
          <p:spPr>
            <a:xfrm>
              <a:off x="522960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3" name="pg1543"/>
            <p:cNvSpPr/>
            <p:nvPr/>
          </p:nvSpPr>
          <p:spPr>
            <a:xfrm>
              <a:off x="5043408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4" name="pg1544"/>
            <p:cNvSpPr/>
            <p:nvPr/>
          </p:nvSpPr>
          <p:spPr>
            <a:xfrm>
              <a:off x="5055045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5" name="pg1545"/>
            <p:cNvSpPr/>
            <p:nvPr/>
          </p:nvSpPr>
          <p:spPr>
            <a:xfrm>
              <a:off x="5066683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6" name="pg1546"/>
            <p:cNvSpPr/>
            <p:nvPr/>
          </p:nvSpPr>
          <p:spPr>
            <a:xfrm>
              <a:off x="5078320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7" name="pg1547"/>
            <p:cNvSpPr/>
            <p:nvPr/>
          </p:nvSpPr>
          <p:spPr>
            <a:xfrm>
              <a:off x="5089957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8" name="pg1548"/>
            <p:cNvSpPr/>
            <p:nvPr/>
          </p:nvSpPr>
          <p:spPr>
            <a:xfrm>
              <a:off x="5101595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9" name="pg1549"/>
            <p:cNvSpPr/>
            <p:nvPr/>
          </p:nvSpPr>
          <p:spPr>
            <a:xfrm>
              <a:off x="5113232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0" name="pg1550"/>
            <p:cNvSpPr/>
            <p:nvPr/>
          </p:nvSpPr>
          <p:spPr>
            <a:xfrm>
              <a:off x="5124869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1" name="pg1551"/>
            <p:cNvSpPr/>
            <p:nvPr/>
          </p:nvSpPr>
          <p:spPr>
            <a:xfrm>
              <a:off x="5136507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2" name="pg1552"/>
            <p:cNvSpPr/>
            <p:nvPr/>
          </p:nvSpPr>
          <p:spPr>
            <a:xfrm>
              <a:off x="5148144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3" name="pg1553"/>
            <p:cNvSpPr/>
            <p:nvPr/>
          </p:nvSpPr>
          <p:spPr>
            <a:xfrm>
              <a:off x="5159781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4" name="pg1554"/>
            <p:cNvSpPr/>
            <p:nvPr/>
          </p:nvSpPr>
          <p:spPr>
            <a:xfrm>
              <a:off x="5171419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5" name="pg1555"/>
            <p:cNvSpPr/>
            <p:nvPr/>
          </p:nvSpPr>
          <p:spPr>
            <a:xfrm>
              <a:off x="5183056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6" name="pg1556"/>
            <p:cNvSpPr/>
            <p:nvPr/>
          </p:nvSpPr>
          <p:spPr>
            <a:xfrm>
              <a:off x="5194693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7" name="pg1557"/>
            <p:cNvSpPr/>
            <p:nvPr/>
          </p:nvSpPr>
          <p:spPr>
            <a:xfrm>
              <a:off x="5206331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8" name="pg1558"/>
            <p:cNvSpPr/>
            <p:nvPr/>
          </p:nvSpPr>
          <p:spPr>
            <a:xfrm>
              <a:off x="5217968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9" name="pg1559"/>
            <p:cNvSpPr/>
            <p:nvPr/>
          </p:nvSpPr>
          <p:spPr>
            <a:xfrm>
              <a:off x="5055045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0" name="pg1560"/>
            <p:cNvSpPr/>
            <p:nvPr/>
          </p:nvSpPr>
          <p:spPr>
            <a:xfrm>
              <a:off x="5066683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1" name="pg1561"/>
            <p:cNvSpPr/>
            <p:nvPr/>
          </p:nvSpPr>
          <p:spPr>
            <a:xfrm>
              <a:off x="5078320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2" name="pg1562"/>
            <p:cNvSpPr/>
            <p:nvPr/>
          </p:nvSpPr>
          <p:spPr>
            <a:xfrm>
              <a:off x="5089957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3" name="pg1563"/>
            <p:cNvSpPr/>
            <p:nvPr/>
          </p:nvSpPr>
          <p:spPr>
            <a:xfrm>
              <a:off x="5101595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4" name="pg1564"/>
            <p:cNvSpPr/>
            <p:nvPr/>
          </p:nvSpPr>
          <p:spPr>
            <a:xfrm>
              <a:off x="5113232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5" name="pg1565"/>
            <p:cNvSpPr/>
            <p:nvPr/>
          </p:nvSpPr>
          <p:spPr>
            <a:xfrm>
              <a:off x="5124869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6" name="pg1566"/>
            <p:cNvSpPr/>
            <p:nvPr/>
          </p:nvSpPr>
          <p:spPr>
            <a:xfrm>
              <a:off x="5136507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7" name="pg1567"/>
            <p:cNvSpPr/>
            <p:nvPr/>
          </p:nvSpPr>
          <p:spPr>
            <a:xfrm>
              <a:off x="5148144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8" name="pg1568"/>
            <p:cNvSpPr/>
            <p:nvPr/>
          </p:nvSpPr>
          <p:spPr>
            <a:xfrm>
              <a:off x="5159781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9" name="pg1569"/>
            <p:cNvSpPr/>
            <p:nvPr/>
          </p:nvSpPr>
          <p:spPr>
            <a:xfrm>
              <a:off x="5171419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0" name="pg1570"/>
            <p:cNvSpPr/>
            <p:nvPr/>
          </p:nvSpPr>
          <p:spPr>
            <a:xfrm>
              <a:off x="5183056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1" name="pg1571"/>
            <p:cNvSpPr/>
            <p:nvPr/>
          </p:nvSpPr>
          <p:spPr>
            <a:xfrm>
              <a:off x="5194693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2" name="pg1572"/>
            <p:cNvSpPr/>
            <p:nvPr/>
          </p:nvSpPr>
          <p:spPr>
            <a:xfrm>
              <a:off x="5206331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3" name="pg1573"/>
            <p:cNvSpPr/>
            <p:nvPr/>
          </p:nvSpPr>
          <p:spPr>
            <a:xfrm>
              <a:off x="5217968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4" name="pg1574"/>
            <p:cNvSpPr/>
            <p:nvPr/>
          </p:nvSpPr>
          <p:spPr>
            <a:xfrm>
              <a:off x="5008496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5" name="pg1575"/>
            <p:cNvSpPr/>
            <p:nvPr/>
          </p:nvSpPr>
          <p:spPr>
            <a:xfrm>
              <a:off x="502013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6" name="pg1576"/>
            <p:cNvSpPr/>
            <p:nvPr/>
          </p:nvSpPr>
          <p:spPr>
            <a:xfrm>
              <a:off x="503177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7" name="pg1577"/>
            <p:cNvSpPr/>
            <p:nvPr/>
          </p:nvSpPr>
          <p:spPr>
            <a:xfrm>
              <a:off x="5043408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8" name="pg1578"/>
            <p:cNvSpPr/>
            <p:nvPr/>
          </p:nvSpPr>
          <p:spPr>
            <a:xfrm>
              <a:off x="5055045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9" name="pg1579"/>
            <p:cNvSpPr/>
            <p:nvPr/>
          </p:nvSpPr>
          <p:spPr>
            <a:xfrm>
              <a:off x="506668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0" name="pg1580"/>
            <p:cNvSpPr/>
            <p:nvPr/>
          </p:nvSpPr>
          <p:spPr>
            <a:xfrm>
              <a:off x="5078320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1" name="pg1581"/>
            <p:cNvSpPr/>
            <p:nvPr/>
          </p:nvSpPr>
          <p:spPr>
            <a:xfrm>
              <a:off x="5089957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2" name="pg1582"/>
            <p:cNvSpPr/>
            <p:nvPr/>
          </p:nvSpPr>
          <p:spPr>
            <a:xfrm>
              <a:off x="5101595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3" name="pg1583"/>
            <p:cNvSpPr/>
            <p:nvPr/>
          </p:nvSpPr>
          <p:spPr>
            <a:xfrm>
              <a:off x="5113232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4" name="pg1584"/>
            <p:cNvSpPr/>
            <p:nvPr/>
          </p:nvSpPr>
          <p:spPr>
            <a:xfrm>
              <a:off x="5124869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5" name="pg1585"/>
            <p:cNvSpPr/>
            <p:nvPr/>
          </p:nvSpPr>
          <p:spPr>
            <a:xfrm>
              <a:off x="5136507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6" name="pg1586"/>
            <p:cNvSpPr/>
            <p:nvPr/>
          </p:nvSpPr>
          <p:spPr>
            <a:xfrm>
              <a:off x="5148144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7" name="pg1587"/>
            <p:cNvSpPr/>
            <p:nvPr/>
          </p:nvSpPr>
          <p:spPr>
            <a:xfrm>
              <a:off x="515978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8" name="pg1588"/>
            <p:cNvSpPr/>
            <p:nvPr/>
          </p:nvSpPr>
          <p:spPr>
            <a:xfrm>
              <a:off x="5171419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9" name="pg1589"/>
            <p:cNvSpPr/>
            <p:nvPr/>
          </p:nvSpPr>
          <p:spPr>
            <a:xfrm>
              <a:off x="5183056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0" name="pg1590"/>
            <p:cNvSpPr/>
            <p:nvPr/>
          </p:nvSpPr>
          <p:spPr>
            <a:xfrm>
              <a:off x="519469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1" name="pg1591"/>
            <p:cNvSpPr/>
            <p:nvPr/>
          </p:nvSpPr>
          <p:spPr>
            <a:xfrm>
              <a:off x="520633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2" name="pg1592"/>
            <p:cNvSpPr/>
            <p:nvPr/>
          </p:nvSpPr>
          <p:spPr>
            <a:xfrm>
              <a:off x="499685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3" name="pg1593"/>
            <p:cNvSpPr/>
            <p:nvPr/>
          </p:nvSpPr>
          <p:spPr>
            <a:xfrm>
              <a:off x="5008496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4" name="pg1594"/>
            <p:cNvSpPr/>
            <p:nvPr/>
          </p:nvSpPr>
          <p:spPr>
            <a:xfrm>
              <a:off x="502013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5" name="pg1595"/>
            <p:cNvSpPr/>
            <p:nvPr/>
          </p:nvSpPr>
          <p:spPr>
            <a:xfrm>
              <a:off x="503177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6" name="pg1596"/>
            <p:cNvSpPr/>
            <p:nvPr/>
          </p:nvSpPr>
          <p:spPr>
            <a:xfrm>
              <a:off x="5043408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7" name="pg1597"/>
            <p:cNvSpPr/>
            <p:nvPr/>
          </p:nvSpPr>
          <p:spPr>
            <a:xfrm>
              <a:off x="5055045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8" name="pg1598"/>
            <p:cNvSpPr/>
            <p:nvPr/>
          </p:nvSpPr>
          <p:spPr>
            <a:xfrm>
              <a:off x="506668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9" name="pg1599"/>
            <p:cNvSpPr/>
            <p:nvPr/>
          </p:nvSpPr>
          <p:spPr>
            <a:xfrm>
              <a:off x="5078320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0" name="pg1600"/>
            <p:cNvSpPr/>
            <p:nvPr/>
          </p:nvSpPr>
          <p:spPr>
            <a:xfrm>
              <a:off x="5089957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1" name="pg1601"/>
            <p:cNvSpPr/>
            <p:nvPr/>
          </p:nvSpPr>
          <p:spPr>
            <a:xfrm>
              <a:off x="5101595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2" name="pg1602"/>
            <p:cNvSpPr/>
            <p:nvPr/>
          </p:nvSpPr>
          <p:spPr>
            <a:xfrm>
              <a:off x="5113232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3" name="pg1603"/>
            <p:cNvSpPr/>
            <p:nvPr/>
          </p:nvSpPr>
          <p:spPr>
            <a:xfrm>
              <a:off x="512486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4" name="pg1604"/>
            <p:cNvSpPr/>
            <p:nvPr/>
          </p:nvSpPr>
          <p:spPr>
            <a:xfrm>
              <a:off x="5136507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5" name="pg1605"/>
            <p:cNvSpPr/>
            <p:nvPr/>
          </p:nvSpPr>
          <p:spPr>
            <a:xfrm>
              <a:off x="5148144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6" name="pg1606"/>
            <p:cNvSpPr/>
            <p:nvPr/>
          </p:nvSpPr>
          <p:spPr>
            <a:xfrm>
              <a:off x="515978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7" name="pg1607"/>
            <p:cNvSpPr/>
            <p:nvPr/>
          </p:nvSpPr>
          <p:spPr>
            <a:xfrm>
              <a:off x="517141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8" name="pg1608"/>
            <p:cNvSpPr/>
            <p:nvPr/>
          </p:nvSpPr>
          <p:spPr>
            <a:xfrm>
              <a:off x="5183056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9" name="pg1609"/>
            <p:cNvSpPr/>
            <p:nvPr/>
          </p:nvSpPr>
          <p:spPr>
            <a:xfrm>
              <a:off x="519469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0" name="pg1610"/>
            <p:cNvSpPr/>
            <p:nvPr/>
          </p:nvSpPr>
          <p:spPr>
            <a:xfrm>
              <a:off x="520633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1" name="pg1611"/>
            <p:cNvSpPr/>
            <p:nvPr/>
          </p:nvSpPr>
          <p:spPr>
            <a:xfrm>
              <a:off x="499685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2" name="pg1612"/>
            <p:cNvSpPr/>
            <p:nvPr/>
          </p:nvSpPr>
          <p:spPr>
            <a:xfrm>
              <a:off x="5008496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3" name="pg1613"/>
            <p:cNvSpPr/>
            <p:nvPr/>
          </p:nvSpPr>
          <p:spPr>
            <a:xfrm>
              <a:off x="502013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4" name="pg1614"/>
            <p:cNvSpPr/>
            <p:nvPr/>
          </p:nvSpPr>
          <p:spPr>
            <a:xfrm>
              <a:off x="5031771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5" name="pg1615"/>
            <p:cNvSpPr/>
            <p:nvPr/>
          </p:nvSpPr>
          <p:spPr>
            <a:xfrm>
              <a:off x="5043408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6" name="pg1616"/>
            <p:cNvSpPr/>
            <p:nvPr/>
          </p:nvSpPr>
          <p:spPr>
            <a:xfrm>
              <a:off x="5055045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7" name="pg1617"/>
            <p:cNvSpPr/>
            <p:nvPr/>
          </p:nvSpPr>
          <p:spPr>
            <a:xfrm>
              <a:off x="506668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8" name="pg1618"/>
            <p:cNvSpPr/>
            <p:nvPr/>
          </p:nvSpPr>
          <p:spPr>
            <a:xfrm>
              <a:off x="5078320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9" name="pg1619"/>
            <p:cNvSpPr/>
            <p:nvPr/>
          </p:nvSpPr>
          <p:spPr>
            <a:xfrm>
              <a:off x="5089957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0" name="pg1620"/>
            <p:cNvSpPr/>
            <p:nvPr/>
          </p:nvSpPr>
          <p:spPr>
            <a:xfrm>
              <a:off x="5101595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1" name="pg1621"/>
            <p:cNvSpPr/>
            <p:nvPr/>
          </p:nvSpPr>
          <p:spPr>
            <a:xfrm>
              <a:off x="5113232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2" name="pg1622"/>
            <p:cNvSpPr/>
            <p:nvPr/>
          </p:nvSpPr>
          <p:spPr>
            <a:xfrm>
              <a:off x="512486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3" name="pg1623"/>
            <p:cNvSpPr/>
            <p:nvPr/>
          </p:nvSpPr>
          <p:spPr>
            <a:xfrm>
              <a:off x="5136507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4" name="pg1624"/>
            <p:cNvSpPr/>
            <p:nvPr/>
          </p:nvSpPr>
          <p:spPr>
            <a:xfrm>
              <a:off x="5148144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5" name="pg1625"/>
            <p:cNvSpPr/>
            <p:nvPr/>
          </p:nvSpPr>
          <p:spPr>
            <a:xfrm>
              <a:off x="5159781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6" name="pg1626"/>
            <p:cNvSpPr/>
            <p:nvPr/>
          </p:nvSpPr>
          <p:spPr>
            <a:xfrm>
              <a:off x="517141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7" name="pg1627"/>
            <p:cNvSpPr/>
            <p:nvPr/>
          </p:nvSpPr>
          <p:spPr>
            <a:xfrm>
              <a:off x="5183056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8" name="pg1628"/>
            <p:cNvSpPr/>
            <p:nvPr/>
          </p:nvSpPr>
          <p:spPr>
            <a:xfrm>
              <a:off x="519469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9" name="pg1629"/>
            <p:cNvSpPr/>
            <p:nvPr/>
          </p:nvSpPr>
          <p:spPr>
            <a:xfrm>
              <a:off x="499685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0" name="pg1630"/>
            <p:cNvSpPr/>
            <p:nvPr/>
          </p:nvSpPr>
          <p:spPr>
            <a:xfrm>
              <a:off x="5008496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1" name="pg1631"/>
            <p:cNvSpPr/>
            <p:nvPr/>
          </p:nvSpPr>
          <p:spPr>
            <a:xfrm>
              <a:off x="5020133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2" name="pg1632"/>
            <p:cNvSpPr/>
            <p:nvPr/>
          </p:nvSpPr>
          <p:spPr>
            <a:xfrm>
              <a:off x="5031771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3" name="pg1633"/>
            <p:cNvSpPr/>
            <p:nvPr/>
          </p:nvSpPr>
          <p:spPr>
            <a:xfrm>
              <a:off x="5043408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4" name="pg1634"/>
            <p:cNvSpPr/>
            <p:nvPr/>
          </p:nvSpPr>
          <p:spPr>
            <a:xfrm>
              <a:off x="5055045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5" name="pg1635"/>
            <p:cNvSpPr/>
            <p:nvPr/>
          </p:nvSpPr>
          <p:spPr>
            <a:xfrm>
              <a:off x="5066683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6" name="pg1636"/>
            <p:cNvSpPr/>
            <p:nvPr/>
          </p:nvSpPr>
          <p:spPr>
            <a:xfrm>
              <a:off x="5078320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7" name="pg1637"/>
            <p:cNvSpPr/>
            <p:nvPr/>
          </p:nvSpPr>
          <p:spPr>
            <a:xfrm>
              <a:off x="5089957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8" name="pg1638"/>
            <p:cNvSpPr/>
            <p:nvPr/>
          </p:nvSpPr>
          <p:spPr>
            <a:xfrm>
              <a:off x="5101595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9" name="pg1639"/>
            <p:cNvSpPr/>
            <p:nvPr/>
          </p:nvSpPr>
          <p:spPr>
            <a:xfrm>
              <a:off x="5113232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0" name="pg1640"/>
            <p:cNvSpPr/>
            <p:nvPr/>
          </p:nvSpPr>
          <p:spPr>
            <a:xfrm>
              <a:off x="512486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1" name="pg1641"/>
            <p:cNvSpPr/>
            <p:nvPr/>
          </p:nvSpPr>
          <p:spPr>
            <a:xfrm>
              <a:off x="5136507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2" name="pg1642"/>
            <p:cNvSpPr/>
            <p:nvPr/>
          </p:nvSpPr>
          <p:spPr>
            <a:xfrm>
              <a:off x="5148144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3" name="pg1643"/>
            <p:cNvSpPr/>
            <p:nvPr/>
          </p:nvSpPr>
          <p:spPr>
            <a:xfrm>
              <a:off x="5159781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4" name="pg1644"/>
            <p:cNvSpPr/>
            <p:nvPr/>
          </p:nvSpPr>
          <p:spPr>
            <a:xfrm>
              <a:off x="517141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5" name="pg1645"/>
            <p:cNvSpPr/>
            <p:nvPr/>
          </p:nvSpPr>
          <p:spPr>
            <a:xfrm>
              <a:off x="5183056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6" name="pg1646"/>
            <p:cNvSpPr/>
            <p:nvPr/>
          </p:nvSpPr>
          <p:spPr>
            <a:xfrm>
              <a:off x="5008496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7" name="pg1647"/>
            <p:cNvSpPr/>
            <p:nvPr/>
          </p:nvSpPr>
          <p:spPr>
            <a:xfrm>
              <a:off x="5020133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8" name="pg1648"/>
            <p:cNvSpPr/>
            <p:nvPr/>
          </p:nvSpPr>
          <p:spPr>
            <a:xfrm>
              <a:off x="5031771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9" name="pg1649"/>
            <p:cNvSpPr/>
            <p:nvPr/>
          </p:nvSpPr>
          <p:spPr>
            <a:xfrm>
              <a:off x="5043408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0" name="pg1650"/>
            <p:cNvSpPr/>
            <p:nvPr/>
          </p:nvSpPr>
          <p:spPr>
            <a:xfrm>
              <a:off x="5055045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1" name="pg1651"/>
            <p:cNvSpPr/>
            <p:nvPr/>
          </p:nvSpPr>
          <p:spPr>
            <a:xfrm>
              <a:off x="5066683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2" name="pg1652"/>
            <p:cNvSpPr/>
            <p:nvPr/>
          </p:nvSpPr>
          <p:spPr>
            <a:xfrm>
              <a:off x="5078320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3" name="pg1653"/>
            <p:cNvSpPr/>
            <p:nvPr/>
          </p:nvSpPr>
          <p:spPr>
            <a:xfrm>
              <a:off x="5089957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4" name="pg1654"/>
            <p:cNvSpPr/>
            <p:nvPr/>
          </p:nvSpPr>
          <p:spPr>
            <a:xfrm>
              <a:off x="5101595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5" name="pg1655"/>
            <p:cNvSpPr/>
            <p:nvPr/>
          </p:nvSpPr>
          <p:spPr>
            <a:xfrm>
              <a:off x="5113232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6" name="pg1656"/>
            <p:cNvSpPr/>
            <p:nvPr/>
          </p:nvSpPr>
          <p:spPr>
            <a:xfrm>
              <a:off x="5124869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7" name="pg1657"/>
            <p:cNvSpPr/>
            <p:nvPr/>
          </p:nvSpPr>
          <p:spPr>
            <a:xfrm>
              <a:off x="5136507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8" name="pg1658"/>
            <p:cNvSpPr/>
            <p:nvPr/>
          </p:nvSpPr>
          <p:spPr>
            <a:xfrm>
              <a:off x="5148144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9" name="pg1659"/>
            <p:cNvSpPr/>
            <p:nvPr/>
          </p:nvSpPr>
          <p:spPr>
            <a:xfrm>
              <a:off x="5159781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0" name="pg1660"/>
            <p:cNvSpPr/>
            <p:nvPr/>
          </p:nvSpPr>
          <p:spPr>
            <a:xfrm>
              <a:off x="5171419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1" name="pg1661"/>
            <p:cNvSpPr/>
            <p:nvPr/>
          </p:nvSpPr>
          <p:spPr>
            <a:xfrm>
              <a:off x="5043408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2" name="pg1662"/>
            <p:cNvSpPr/>
            <p:nvPr/>
          </p:nvSpPr>
          <p:spPr>
            <a:xfrm>
              <a:off x="5055045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3" name="pg1663"/>
            <p:cNvSpPr/>
            <p:nvPr/>
          </p:nvSpPr>
          <p:spPr>
            <a:xfrm>
              <a:off x="5066683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4" name="pg1664"/>
            <p:cNvSpPr/>
            <p:nvPr/>
          </p:nvSpPr>
          <p:spPr>
            <a:xfrm>
              <a:off x="5078320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5" name="pg1665"/>
            <p:cNvSpPr/>
            <p:nvPr/>
          </p:nvSpPr>
          <p:spPr>
            <a:xfrm>
              <a:off x="5089957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6" name="pg1666"/>
            <p:cNvSpPr/>
            <p:nvPr/>
          </p:nvSpPr>
          <p:spPr>
            <a:xfrm>
              <a:off x="5101595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7" name="pg1667"/>
            <p:cNvSpPr/>
            <p:nvPr/>
          </p:nvSpPr>
          <p:spPr>
            <a:xfrm>
              <a:off x="5113232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8" name="pg1668"/>
            <p:cNvSpPr/>
            <p:nvPr/>
          </p:nvSpPr>
          <p:spPr>
            <a:xfrm>
              <a:off x="5124869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9" name="pg1669"/>
            <p:cNvSpPr/>
            <p:nvPr/>
          </p:nvSpPr>
          <p:spPr>
            <a:xfrm>
              <a:off x="5136507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0" name="pg1670"/>
            <p:cNvSpPr/>
            <p:nvPr/>
          </p:nvSpPr>
          <p:spPr>
            <a:xfrm>
              <a:off x="5148144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1" name="pg1671"/>
            <p:cNvSpPr/>
            <p:nvPr/>
          </p:nvSpPr>
          <p:spPr>
            <a:xfrm>
              <a:off x="5159781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2" name="pg1672"/>
            <p:cNvSpPr/>
            <p:nvPr/>
          </p:nvSpPr>
          <p:spPr>
            <a:xfrm>
              <a:off x="5171419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3" name="pg1673"/>
            <p:cNvSpPr/>
            <p:nvPr/>
          </p:nvSpPr>
          <p:spPr>
            <a:xfrm>
              <a:off x="5066683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4" name="pg1674"/>
            <p:cNvSpPr/>
            <p:nvPr/>
          </p:nvSpPr>
          <p:spPr>
            <a:xfrm>
              <a:off x="5078320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5" name="pg1675"/>
            <p:cNvSpPr/>
            <p:nvPr/>
          </p:nvSpPr>
          <p:spPr>
            <a:xfrm>
              <a:off x="5089957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6" name="pg1676"/>
            <p:cNvSpPr/>
            <p:nvPr/>
          </p:nvSpPr>
          <p:spPr>
            <a:xfrm>
              <a:off x="5101595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7" name="pg1677"/>
            <p:cNvSpPr/>
            <p:nvPr/>
          </p:nvSpPr>
          <p:spPr>
            <a:xfrm>
              <a:off x="5113232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8" name="pg1678"/>
            <p:cNvSpPr/>
            <p:nvPr/>
          </p:nvSpPr>
          <p:spPr>
            <a:xfrm>
              <a:off x="5124869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9" name="pg1679"/>
            <p:cNvSpPr/>
            <p:nvPr/>
          </p:nvSpPr>
          <p:spPr>
            <a:xfrm>
              <a:off x="5136507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0" name="pg1680"/>
            <p:cNvSpPr/>
            <p:nvPr/>
          </p:nvSpPr>
          <p:spPr>
            <a:xfrm>
              <a:off x="5148144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1" name="pg1681"/>
            <p:cNvSpPr/>
            <p:nvPr/>
          </p:nvSpPr>
          <p:spPr>
            <a:xfrm>
              <a:off x="5159781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2" name="pg1682"/>
            <p:cNvSpPr/>
            <p:nvPr/>
          </p:nvSpPr>
          <p:spPr>
            <a:xfrm>
              <a:off x="5171419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3" name="pg1683"/>
            <p:cNvSpPr/>
            <p:nvPr/>
          </p:nvSpPr>
          <p:spPr>
            <a:xfrm>
              <a:off x="5078320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4" name="pg1684"/>
            <p:cNvSpPr/>
            <p:nvPr/>
          </p:nvSpPr>
          <p:spPr>
            <a:xfrm>
              <a:off x="5089957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5" name="pg1685"/>
            <p:cNvSpPr/>
            <p:nvPr/>
          </p:nvSpPr>
          <p:spPr>
            <a:xfrm>
              <a:off x="5101595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6" name="pg1686"/>
            <p:cNvSpPr/>
            <p:nvPr/>
          </p:nvSpPr>
          <p:spPr>
            <a:xfrm>
              <a:off x="5113232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7" name="pg1687"/>
            <p:cNvSpPr/>
            <p:nvPr/>
          </p:nvSpPr>
          <p:spPr>
            <a:xfrm>
              <a:off x="5124869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8" name="pg1688"/>
            <p:cNvSpPr/>
            <p:nvPr/>
          </p:nvSpPr>
          <p:spPr>
            <a:xfrm>
              <a:off x="5136507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9" name="pg1689"/>
            <p:cNvSpPr/>
            <p:nvPr/>
          </p:nvSpPr>
          <p:spPr>
            <a:xfrm>
              <a:off x="5148144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0" name="pg1690"/>
            <p:cNvSpPr/>
            <p:nvPr/>
          </p:nvSpPr>
          <p:spPr>
            <a:xfrm>
              <a:off x="5159781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1" name="pg1691"/>
            <p:cNvSpPr/>
            <p:nvPr/>
          </p:nvSpPr>
          <p:spPr>
            <a:xfrm>
              <a:off x="5171419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2" name="pg1692"/>
            <p:cNvSpPr/>
            <p:nvPr/>
          </p:nvSpPr>
          <p:spPr>
            <a:xfrm>
              <a:off x="5089957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3" name="pg1693"/>
            <p:cNvSpPr/>
            <p:nvPr/>
          </p:nvSpPr>
          <p:spPr>
            <a:xfrm>
              <a:off x="5101595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4" name="pg1694"/>
            <p:cNvSpPr/>
            <p:nvPr/>
          </p:nvSpPr>
          <p:spPr>
            <a:xfrm>
              <a:off x="5113232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5" name="pg1695"/>
            <p:cNvSpPr/>
            <p:nvPr/>
          </p:nvSpPr>
          <p:spPr>
            <a:xfrm>
              <a:off x="5124869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6" name="pg1696"/>
            <p:cNvSpPr/>
            <p:nvPr/>
          </p:nvSpPr>
          <p:spPr>
            <a:xfrm>
              <a:off x="5136507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7" name="pg1697"/>
            <p:cNvSpPr/>
            <p:nvPr/>
          </p:nvSpPr>
          <p:spPr>
            <a:xfrm>
              <a:off x="5148144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8" name="pg1698"/>
            <p:cNvSpPr/>
            <p:nvPr/>
          </p:nvSpPr>
          <p:spPr>
            <a:xfrm>
              <a:off x="5159781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9" name="pg1699"/>
            <p:cNvSpPr/>
            <p:nvPr/>
          </p:nvSpPr>
          <p:spPr>
            <a:xfrm>
              <a:off x="5171419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0" name="pg1700"/>
            <p:cNvSpPr/>
            <p:nvPr/>
          </p:nvSpPr>
          <p:spPr>
            <a:xfrm>
              <a:off x="5183056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1" name="pg1701"/>
            <p:cNvSpPr/>
            <p:nvPr/>
          </p:nvSpPr>
          <p:spPr>
            <a:xfrm>
              <a:off x="5124869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2" name="pg1702"/>
            <p:cNvSpPr/>
            <p:nvPr/>
          </p:nvSpPr>
          <p:spPr>
            <a:xfrm>
              <a:off x="5136507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3" name="pg1703"/>
            <p:cNvSpPr/>
            <p:nvPr/>
          </p:nvSpPr>
          <p:spPr>
            <a:xfrm>
              <a:off x="5148144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4" name="pg1704"/>
            <p:cNvSpPr/>
            <p:nvPr/>
          </p:nvSpPr>
          <p:spPr>
            <a:xfrm>
              <a:off x="5159781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5" name="pg1705"/>
            <p:cNvSpPr/>
            <p:nvPr/>
          </p:nvSpPr>
          <p:spPr>
            <a:xfrm>
              <a:off x="5171419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6" name="pg1706"/>
            <p:cNvSpPr/>
            <p:nvPr/>
          </p:nvSpPr>
          <p:spPr>
            <a:xfrm>
              <a:off x="5183056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7" name="pg1707"/>
            <p:cNvSpPr/>
            <p:nvPr/>
          </p:nvSpPr>
          <p:spPr>
            <a:xfrm>
              <a:off x="5066683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8" name="pg1708"/>
            <p:cNvSpPr/>
            <p:nvPr/>
          </p:nvSpPr>
          <p:spPr>
            <a:xfrm>
              <a:off x="5113232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9" name="pg1709"/>
            <p:cNvSpPr/>
            <p:nvPr/>
          </p:nvSpPr>
          <p:spPr>
            <a:xfrm>
              <a:off x="5124869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0" name="pg1710"/>
            <p:cNvSpPr/>
            <p:nvPr/>
          </p:nvSpPr>
          <p:spPr>
            <a:xfrm>
              <a:off x="5136507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1" name="pg1711"/>
            <p:cNvSpPr/>
            <p:nvPr/>
          </p:nvSpPr>
          <p:spPr>
            <a:xfrm>
              <a:off x="5148144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2" name="pg1712"/>
            <p:cNvSpPr/>
            <p:nvPr/>
          </p:nvSpPr>
          <p:spPr>
            <a:xfrm>
              <a:off x="5159781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3" name="pg1713"/>
            <p:cNvSpPr/>
            <p:nvPr/>
          </p:nvSpPr>
          <p:spPr>
            <a:xfrm>
              <a:off x="5171419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4" name="pg1714"/>
            <p:cNvSpPr/>
            <p:nvPr/>
          </p:nvSpPr>
          <p:spPr>
            <a:xfrm>
              <a:off x="5183056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5" name="pg1715"/>
            <p:cNvSpPr/>
            <p:nvPr/>
          </p:nvSpPr>
          <p:spPr>
            <a:xfrm>
              <a:off x="5055045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6" name="pg1716"/>
            <p:cNvSpPr/>
            <p:nvPr/>
          </p:nvSpPr>
          <p:spPr>
            <a:xfrm>
              <a:off x="5066683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7" name="pg1717"/>
            <p:cNvSpPr/>
            <p:nvPr/>
          </p:nvSpPr>
          <p:spPr>
            <a:xfrm>
              <a:off x="5078320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8" name="pg1718"/>
            <p:cNvSpPr/>
            <p:nvPr/>
          </p:nvSpPr>
          <p:spPr>
            <a:xfrm>
              <a:off x="5089957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4AA">
                <a:alpha val="100000"/>
              </a:srgbClr>
            </a:solidFill>
            <a:ln w="5420" cap="flat">
              <a:solidFill>
                <a:srgbClr val="42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9" name="pg1719"/>
            <p:cNvSpPr/>
            <p:nvPr/>
          </p:nvSpPr>
          <p:spPr>
            <a:xfrm>
              <a:off x="5101595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0" name="pg1720"/>
            <p:cNvSpPr/>
            <p:nvPr/>
          </p:nvSpPr>
          <p:spPr>
            <a:xfrm>
              <a:off x="5113232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1" name="pg1721"/>
            <p:cNvSpPr/>
            <p:nvPr/>
          </p:nvSpPr>
          <p:spPr>
            <a:xfrm>
              <a:off x="5124869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2" name="pg1722"/>
            <p:cNvSpPr/>
            <p:nvPr/>
          </p:nvSpPr>
          <p:spPr>
            <a:xfrm>
              <a:off x="5136507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3" name="pg1723"/>
            <p:cNvSpPr/>
            <p:nvPr/>
          </p:nvSpPr>
          <p:spPr>
            <a:xfrm>
              <a:off x="5148144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4" name="pg1724"/>
            <p:cNvSpPr/>
            <p:nvPr/>
          </p:nvSpPr>
          <p:spPr>
            <a:xfrm>
              <a:off x="5159781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5" name="pg1725"/>
            <p:cNvSpPr/>
            <p:nvPr/>
          </p:nvSpPr>
          <p:spPr>
            <a:xfrm>
              <a:off x="5171419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6" name="pg1726"/>
            <p:cNvSpPr/>
            <p:nvPr/>
          </p:nvSpPr>
          <p:spPr>
            <a:xfrm>
              <a:off x="5183056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7" name="pg1727"/>
            <p:cNvSpPr/>
            <p:nvPr/>
          </p:nvSpPr>
          <p:spPr>
            <a:xfrm>
              <a:off x="5043408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8" name="pg1728"/>
            <p:cNvSpPr/>
            <p:nvPr/>
          </p:nvSpPr>
          <p:spPr>
            <a:xfrm>
              <a:off x="5055045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9" name="pg1729"/>
            <p:cNvSpPr/>
            <p:nvPr/>
          </p:nvSpPr>
          <p:spPr>
            <a:xfrm>
              <a:off x="5066683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0" name="pg1730"/>
            <p:cNvSpPr/>
            <p:nvPr/>
          </p:nvSpPr>
          <p:spPr>
            <a:xfrm>
              <a:off x="5078320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1" name="pg1731"/>
            <p:cNvSpPr/>
            <p:nvPr/>
          </p:nvSpPr>
          <p:spPr>
            <a:xfrm>
              <a:off x="5089957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2" name="pg1732"/>
            <p:cNvSpPr/>
            <p:nvPr/>
          </p:nvSpPr>
          <p:spPr>
            <a:xfrm>
              <a:off x="5101595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3" name="pg1733"/>
            <p:cNvSpPr/>
            <p:nvPr/>
          </p:nvSpPr>
          <p:spPr>
            <a:xfrm>
              <a:off x="5113232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4" name="pg1734"/>
            <p:cNvSpPr/>
            <p:nvPr/>
          </p:nvSpPr>
          <p:spPr>
            <a:xfrm>
              <a:off x="5124869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5" name="pg1735"/>
            <p:cNvSpPr/>
            <p:nvPr/>
          </p:nvSpPr>
          <p:spPr>
            <a:xfrm>
              <a:off x="5136507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6" name="pg1736"/>
            <p:cNvSpPr/>
            <p:nvPr/>
          </p:nvSpPr>
          <p:spPr>
            <a:xfrm>
              <a:off x="5148144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7" name="pg1737"/>
            <p:cNvSpPr/>
            <p:nvPr/>
          </p:nvSpPr>
          <p:spPr>
            <a:xfrm>
              <a:off x="5159781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8" name="pg1738"/>
            <p:cNvSpPr/>
            <p:nvPr/>
          </p:nvSpPr>
          <p:spPr>
            <a:xfrm>
              <a:off x="5171419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9" name="pg1739"/>
            <p:cNvSpPr/>
            <p:nvPr/>
          </p:nvSpPr>
          <p:spPr>
            <a:xfrm>
              <a:off x="5183056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0" name="pg1740"/>
            <p:cNvSpPr/>
            <p:nvPr/>
          </p:nvSpPr>
          <p:spPr>
            <a:xfrm>
              <a:off x="5194693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1" name="pg1741"/>
            <p:cNvSpPr/>
            <p:nvPr/>
          </p:nvSpPr>
          <p:spPr>
            <a:xfrm>
              <a:off x="5043408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2" name="pg1742"/>
            <p:cNvSpPr/>
            <p:nvPr/>
          </p:nvSpPr>
          <p:spPr>
            <a:xfrm>
              <a:off x="5055045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3" name="pg1743"/>
            <p:cNvSpPr/>
            <p:nvPr/>
          </p:nvSpPr>
          <p:spPr>
            <a:xfrm>
              <a:off x="5066683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4" name="pg1744"/>
            <p:cNvSpPr/>
            <p:nvPr/>
          </p:nvSpPr>
          <p:spPr>
            <a:xfrm>
              <a:off x="5078320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5" name="pg1745"/>
            <p:cNvSpPr/>
            <p:nvPr/>
          </p:nvSpPr>
          <p:spPr>
            <a:xfrm>
              <a:off x="5089957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6" name="pg1746"/>
            <p:cNvSpPr/>
            <p:nvPr/>
          </p:nvSpPr>
          <p:spPr>
            <a:xfrm>
              <a:off x="5101595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7" name="pg1747"/>
            <p:cNvSpPr/>
            <p:nvPr/>
          </p:nvSpPr>
          <p:spPr>
            <a:xfrm>
              <a:off x="5113232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8" name="pg1748"/>
            <p:cNvSpPr/>
            <p:nvPr/>
          </p:nvSpPr>
          <p:spPr>
            <a:xfrm>
              <a:off x="5124869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9" name="pg1749"/>
            <p:cNvSpPr/>
            <p:nvPr/>
          </p:nvSpPr>
          <p:spPr>
            <a:xfrm>
              <a:off x="5136507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0" name="pg1750"/>
            <p:cNvSpPr/>
            <p:nvPr/>
          </p:nvSpPr>
          <p:spPr>
            <a:xfrm>
              <a:off x="5148144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1" name="pg1751"/>
            <p:cNvSpPr/>
            <p:nvPr/>
          </p:nvSpPr>
          <p:spPr>
            <a:xfrm>
              <a:off x="5159781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2" name="pg1752"/>
            <p:cNvSpPr/>
            <p:nvPr/>
          </p:nvSpPr>
          <p:spPr>
            <a:xfrm>
              <a:off x="5171419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3" name="pg1753"/>
            <p:cNvSpPr/>
            <p:nvPr/>
          </p:nvSpPr>
          <p:spPr>
            <a:xfrm>
              <a:off x="5183056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4" name="pg1754"/>
            <p:cNvSpPr/>
            <p:nvPr/>
          </p:nvSpPr>
          <p:spPr>
            <a:xfrm>
              <a:off x="5194693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5" name="pg1755"/>
            <p:cNvSpPr/>
            <p:nvPr/>
          </p:nvSpPr>
          <p:spPr>
            <a:xfrm>
              <a:off x="5206331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6" name="pg1756"/>
            <p:cNvSpPr/>
            <p:nvPr/>
          </p:nvSpPr>
          <p:spPr>
            <a:xfrm>
              <a:off x="5043408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7" name="pg1757"/>
            <p:cNvSpPr/>
            <p:nvPr/>
          </p:nvSpPr>
          <p:spPr>
            <a:xfrm>
              <a:off x="5055045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8" name="pg1758"/>
            <p:cNvSpPr/>
            <p:nvPr/>
          </p:nvSpPr>
          <p:spPr>
            <a:xfrm>
              <a:off x="5066683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9" name="pg1759"/>
            <p:cNvSpPr/>
            <p:nvPr/>
          </p:nvSpPr>
          <p:spPr>
            <a:xfrm>
              <a:off x="5078320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0" name="pg1760"/>
            <p:cNvSpPr/>
            <p:nvPr/>
          </p:nvSpPr>
          <p:spPr>
            <a:xfrm>
              <a:off x="5089957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1" name="pg1761"/>
            <p:cNvSpPr/>
            <p:nvPr/>
          </p:nvSpPr>
          <p:spPr>
            <a:xfrm>
              <a:off x="5101595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2" name="pg1762"/>
            <p:cNvSpPr/>
            <p:nvPr/>
          </p:nvSpPr>
          <p:spPr>
            <a:xfrm>
              <a:off x="5113232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3" name="pg1763"/>
            <p:cNvSpPr/>
            <p:nvPr/>
          </p:nvSpPr>
          <p:spPr>
            <a:xfrm>
              <a:off x="5124869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4" name="pg1764"/>
            <p:cNvSpPr/>
            <p:nvPr/>
          </p:nvSpPr>
          <p:spPr>
            <a:xfrm>
              <a:off x="5136507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5" name="pg1765"/>
            <p:cNvSpPr/>
            <p:nvPr/>
          </p:nvSpPr>
          <p:spPr>
            <a:xfrm>
              <a:off x="5148144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6" name="pg1766"/>
            <p:cNvSpPr/>
            <p:nvPr/>
          </p:nvSpPr>
          <p:spPr>
            <a:xfrm>
              <a:off x="5159781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7" name="pg1767"/>
            <p:cNvSpPr/>
            <p:nvPr/>
          </p:nvSpPr>
          <p:spPr>
            <a:xfrm>
              <a:off x="5171419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8" name="pg1768"/>
            <p:cNvSpPr/>
            <p:nvPr/>
          </p:nvSpPr>
          <p:spPr>
            <a:xfrm>
              <a:off x="5183056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9" name="pg1769"/>
            <p:cNvSpPr/>
            <p:nvPr/>
          </p:nvSpPr>
          <p:spPr>
            <a:xfrm>
              <a:off x="5194693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0" name="pg1770"/>
            <p:cNvSpPr/>
            <p:nvPr/>
          </p:nvSpPr>
          <p:spPr>
            <a:xfrm>
              <a:off x="5206331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1" name="pg1771"/>
            <p:cNvSpPr/>
            <p:nvPr/>
          </p:nvSpPr>
          <p:spPr>
            <a:xfrm>
              <a:off x="5043408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2" name="pg1772"/>
            <p:cNvSpPr/>
            <p:nvPr/>
          </p:nvSpPr>
          <p:spPr>
            <a:xfrm>
              <a:off x="5055045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3" name="pg1773"/>
            <p:cNvSpPr/>
            <p:nvPr/>
          </p:nvSpPr>
          <p:spPr>
            <a:xfrm>
              <a:off x="5066683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4" name="pg1774"/>
            <p:cNvSpPr/>
            <p:nvPr/>
          </p:nvSpPr>
          <p:spPr>
            <a:xfrm>
              <a:off x="5078320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5" name="pg1775"/>
            <p:cNvSpPr/>
            <p:nvPr/>
          </p:nvSpPr>
          <p:spPr>
            <a:xfrm>
              <a:off x="5089957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6" name="pg1776"/>
            <p:cNvSpPr/>
            <p:nvPr/>
          </p:nvSpPr>
          <p:spPr>
            <a:xfrm>
              <a:off x="5101595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7" name="pg1777"/>
            <p:cNvSpPr/>
            <p:nvPr/>
          </p:nvSpPr>
          <p:spPr>
            <a:xfrm>
              <a:off x="5113232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8" name="pg1778"/>
            <p:cNvSpPr/>
            <p:nvPr/>
          </p:nvSpPr>
          <p:spPr>
            <a:xfrm>
              <a:off x="5124869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9" name="pg1779"/>
            <p:cNvSpPr/>
            <p:nvPr/>
          </p:nvSpPr>
          <p:spPr>
            <a:xfrm>
              <a:off x="5136507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0" name="pg1780"/>
            <p:cNvSpPr/>
            <p:nvPr/>
          </p:nvSpPr>
          <p:spPr>
            <a:xfrm>
              <a:off x="5148144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1" name="pg1781"/>
            <p:cNvSpPr/>
            <p:nvPr/>
          </p:nvSpPr>
          <p:spPr>
            <a:xfrm>
              <a:off x="5159781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2" name="pg1782"/>
            <p:cNvSpPr/>
            <p:nvPr/>
          </p:nvSpPr>
          <p:spPr>
            <a:xfrm>
              <a:off x="5171419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3" name="pg1783"/>
            <p:cNvSpPr/>
            <p:nvPr/>
          </p:nvSpPr>
          <p:spPr>
            <a:xfrm>
              <a:off x="5183056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4" name="pg1784"/>
            <p:cNvSpPr/>
            <p:nvPr/>
          </p:nvSpPr>
          <p:spPr>
            <a:xfrm>
              <a:off x="5194693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5" name="pg1785"/>
            <p:cNvSpPr/>
            <p:nvPr/>
          </p:nvSpPr>
          <p:spPr>
            <a:xfrm>
              <a:off x="5206331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6" name="pg1786"/>
            <p:cNvSpPr/>
            <p:nvPr/>
          </p:nvSpPr>
          <p:spPr>
            <a:xfrm>
              <a:off x="5217968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7" name="pg1787"/>
            <p:cNvSpPr/>
            <p:nvPr/>
          </p:nvSpPr>
          <p:spPr>
            <a:xfrm>
              <a:off x="5055045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8" name="pg1788"/>
            <p:cNvSpPr/>
            <p:nvPr/>
          </p:nvSpPr>
          <p:spPr>
            <a:xfrm>
              <a:off x="5066683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9" name="pg1789"/>
            <p:cNvSpPr/>
            <p:nvPr/>
          </p:nvSpPr>
          <p:spPr>
            <a:xfrm>
              <a:off x="5078320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0" name="pg1790"/>
            <p:cNvSpPr/>
            <p:nvPr/>
          </p:nvSpPr>
          <p:spPr>
            <a:xfrm>
              <a:off x="5089957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1" name="pg1791"/>
            <p:cNvSpPr/>
            <p:nvPr/>
          </p:nvSpPr>
          <p:spPr>
            <a:xfrm>
              <a:off x="5101595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2" name="pg1792"/>
            <p:cNvSpPr/>
            <p:nvPr/>
          </p:nvSpPr>
          <p:spPr>
            <a:xfrm>
              <a:off x="5113232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3" name="pg1793"/>
            <p:cNvSpPr/>
            <p:nvPr/>
          </p:nvSpPr>
          <p:spPr>
            <a:xfrm>
              <a:off x="5124869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4" name="pg1794"/>
            <p:cNvSpPr/>
            <p:nvPr/>
          </p:nvSpPr>
          <p:spPr>
            <a:xfrm>
              <a:off x="5136507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5" name="pg1795"/>
            <p:cNvSpPr/>
            <p:nvPr/>
          </p:nvSpPr>
          <p:spPr>
            <a:xfrm>
              <a:off x="5148144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6" name="pg1796"/>
            <p:cNvSpPr/>
            <p:nvPr/>
          </p:nvSpPr>
          <p:spPr>
            <a:xfrm>
              <a:off x="5159781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7" name="pg1797"/>
            <p:cNvSpPr/>
            <p:nvPr/>
          </p:nvSpPr>
          <p:spPr>
            <a:xfrm>
              <a:off x="5171419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8" name="pg1798"/>
            <p:cNvSpPr/>
            <p:nvPr/>
          </p:nvSpPr>
          <p:spPr>
            <a:xfrm>
              <a:off x="5183056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9" name="pg1799"/>
            <p:cNvSpPr/>
            <p:nvPr/>
          </p:nvSpPr>
          <p:spPr>
            <a:xfrm>
              <a:off x="5194693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0" name="pg1800"/>
            <p:cNvSpPr/>
            <p:nvPr/>
          </p:nvSpPr>
          <p:spPr>
            <a:xfrm>
              <a:off x="5206331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1" name="pg1801"/>
            <p:cNvSpPr/>
            <p:nvPr/>
          </p:nvSpPr>
          <p:spPr>
            <a:xfrm>
              <a:off x="5217968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2" name="pg1802"/>
            <p:cNvSpPr/>
            <p:nvPr/>
          </p:nvSpPr>
          <p:spPr>
            <a:xfrm>
              <a:off x="502013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3" name="pg1803"/>
            <p:cNvSpPr/>
            <p:nvPr/>
          </p:nvSpPr>
          <p:spPr>
            <a:xfrm>
              <a:off x="503177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4" name="pg1804"/>
            <p:cNvSpPr/>
            <p:nvPr/>
          </p:nvSpPr>
          <p:spPr>
            <a:xfrm>
              <a:off x="5043408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5" name="pg1805"/>
            <p:cNvSpPr/>
            <p:nvPr/>
          </p:nvSpPr>
          <p:spPr>
            <a:xfrm>
              <a:off x="5055045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6" name="pg1806"/>
            <p:cNvSpPr/>
            <p:nvPr/>
          </p:nvSpPr>
          <p:spPr>
            <a:xfrm>
              <a:off x="506668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7" name="pg1807"/>
            <p:cNvSpPr/>
            <p:nvPr/>
          </p:nvSpPr>
          <p:spPr>
            <a:xfrm>
              <a:off x="5078320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8" name="pg1808"/>
            <p:cNvSpPr/>
            <p:nvPr/>
          </p:nvSpPr>
          <p:spPr>
            <a:xfrm>
              <a:off x="5089957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9" name="pg1809"/>
            <p:cNvSpPr/>
            <p:nvPr/>
          </p:nvSpPr>
          <p:spPr>
            <a:xfrm>
              <a:off x="5101595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0" name="pg1810"/>
            <p:cNvSpPr/>
            <p:nvPr/>
          </p:nvSpPr>
          <p:spPr>
            <a:xfrm>
              <a:off x="5113232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1" name="pg1811"/>
            <p:cNvSpPr/>
            <p:nvPr/>
          </p:nvSpPr>
          <p:spPr>
            <a:xfrm>
              <a:off x="5124869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2" name="pg1812"/>
            <p:cNvSpPr/>
            <p:nvPr/>
          </p:nvSpPr>
          <p:spPr>
            <a:xfrm>
              <a:off x="5136507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3" name="pg1813"/>
            <p:cNvSpPr/>
            <p:nvPr/>
          </p:nvSpPr>
          <p:spPr>
            <a:xfrm>
              <a:off x="5148144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4" name="pg1814"/>
            <p:cNvSpPr/>
            <p:nvPr/>
          </p:nvSpPr>
          <p:spPr>
            <a:xfrm>
              <a:off x="515978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5" name="pg1815"/>
            <p:cNvSpPr/>
            <p:nvPr/>
          </p:nvSpPr>
          <p:spPr>
            <a:xfrm>
              <a:off x="5171419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6" name="pg1816"/>
            <p:cNvSpPr/>
            <p:nvPr/>
          </p:nvSpPr>
          <p:spPr>
            <a:xfrm>
              <a:off x="5183056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7" name="pg1817"/>
            <p:cNvSpPr/>
            <p:nvPr/>
          </p:nvSpPr>
          <p:spPr>
            <a:xfrm>
              <a:off x="519469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8" name="pg1818"/>
            <p:cNvSpPr/>
            <p:nvPr/>
          </p:nvSpPr>
          <p:spPr>
            <a:xfrm>
              <a:off x="520633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9" name="pg1819"/>
            <p:cNvSpPr/>
            <p:nvPr/>
          </p:nvSpPr>
          <p:spPr>
            <a:xfrm>
              <a:off x="502013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0" name="pg1820"/>
            <p:cNvSpPr/>
            <p:nvPr/>
          </p:nvSpPr>
          <p:spPr>
            <a:xfrm>
              <a:off x="5031771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1" name="pg1821"/>
            <p:cNvSpPr/>
            <p:nvPr/>
          </p:nvSpPr>
          <p:spPr>
            <a:xfrm>
              <a:off x="5043408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2" name="pg1822"/>
            <p:cNvSpPr/>
            <p:nvPr/>
          </p:nvSpPr>
          <p:spPr>
            <a:xfrm>
              <a:off x="5055045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3" name="pg1823"/>
            <p:cNvSpPr/>
            <p:nvPr/>
          </p:nvSpPr>
          <p:spPr>
            <a:xfrm>
              <a:off x="506668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4" name="pg1824"/>
            <p:cNvSpPr/>
            <p:nvPr/>
          </p:nvSpPr>
          <p:spPr>
            <a:xfrm>
              <a:off x="5078320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5" name="pg1825"/>
            <p:cNvSpPr/>
            <p:nvPr/>
          </p:nvSpPr>
          <p:spPr>
            <a:xfrm>
              <a:off x="5089957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6" name="pg1826"/>
            <p:cNvSpPr/>
            <p:nvPr/>
          </p:nvSpPr>
          <p:spPr>
            <a:xfrm>
              <a:off x="5101595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7" name="pg1827"/>
            <p:cNvSpPr/>
            <p:nvPr/>
          </p:nvSpPr>
          <p:spPr>
            <a:xfrm>
              <a:off x="5113232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8" name="pg1828"/>
            <p:cNvSpPr/>
            <p:nvPr/>
          </p:nvSpPr>
          <p:spPr>
            <a:xfrm>
              <a:off x="5124869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9" name="pg1829"/>
            <p:cNvSpPr/>
            <p:nvPr/>
          </p:nvSpPr>
          <p:spPr>
            <a:xfrm>
              <a:off x="5136507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0" name="pg1830"/>
            <p:cNvSpPr/>
            <p:nvPr/>
          </p:nvSpPr>
          <p:spPr>
            <a:xfrm>
              <a:off x="5148144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1" name="pg1831"/>
            <p:cNvSpPr/>
            <p:nvPr/>
          </p:nvSpPr>
          <p:spPr>
            <a:xfrm>
              <a:off x="5159781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2" name="pg1832"/>
            <p:cNvSpPr/>
            <p:nvPr/>
          </p:nvSpPr>
          <p:spPr>
            <a:xfrm>
              <a:off x="5171419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3" name="pg1833"/>
            <p:cNvSpPr/>
            <p:nvPr/>
          </p:nvSpPr>
          <p:spPr>
            <a:xfrm>
              <a:off x="5183056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4" name="pg1834"/>
            <p:cNvSpPr/>
            <p:nvPr/>
          </p:nvSpPr>
          <p:spPr>
            <a:xfrm>
              <a:off x="519469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5" name="pg1835"/>
            <p:cNvSpPr/>
            <p:nvPr/>
          </p:nvSpPr>
          <p:spPr>
            <a:xfrm>
              <a:off x="5020133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6" name="pg1836"/>
            <p:cNvSpPr/>
            <p:nvPr/>
          </p:nvSpPr>
          <p:spPr>
            <a:xfrm>
              <a:off x="5031771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7" name="pg1837"/>
            <p:cNvSpPr/>
            <p:nvPr/>
          </p:nvSpPr>
          <p:spPr>
            <a:xfrm>
              <a:off x="5043408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8" name="pg1838"/>
            <p:cNvSpPr/>
            <p:nvPr/>
          </p:nvSpPr>
          <p:spPr>
            <a:xfrm>
              <a:off x="5055045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9" name="pg1839"/>
            <p:cNvSpPr/>
            <p:nvPr/>
          </p:nvSpPr>
          <p:spPr>
            <a:xfrm>
              <a:off x="5066683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0" name="pg1840"/>
            <p:cNvSpPr/>
            <p:nvPr/>
          </p:nvSpPr>
          <p:spPr>
            <a:xfrm>
              <a:off x="5078320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1" name="pg1841"/>
            <p:cNvSpPr/>
            <p:nvPr/>
          </p:nvSpPr>
          <p:spPr>
            <a:xfrm>
              <a:off x="5089957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2" name="pg1842"/>
            <p:cNvSpPr/>
            <p:nvPr/>
          </p:nvSpPr>
          <p:spPr>
            <a:xfrm>
              <a:off x="5101595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3" name="pg1843"/>
            <p:cNvSpPr/>
            <p:nvPr/>
          </p:nvSpPr>
          <p:spPr>
            <a:xfrm>
              <a:off x="5113232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4" name="pg1844"/>
            <p:cNvSpPr/>
            <p:nvPr/>
          </p:nvSpPr>
          <p:spPr>
            <a:xfrm>
              <a:off x="5124869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5" name="pg1845"/>
            <p:cNvSpPr/>
            <p:nvPr/>
          </p:nvSpPr>
          <p:spPr>
            <a:xfrm>
              <a:off x="5136507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6" name="pg1846"/>
            <p:cNvSpPr/>
            <p:nvPr/>
          </p:nvSpPr>
          <p:spPr>
            <a:xfrm>
              <a:off x="5148144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7" name="pg1847"/>
            <p:cNvSpPr/>
            <p:nvPr/>
          </p:nvSpPr>
          <p:spPr>
            <a:xfrm>
              <a:off x="5159781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8" name="pg1848"/>
            <p:cNvSpPr/>
            <p:nvPr/>
          </p:nvSpPr>
          <p:spPr>
            <a:xfrm>
              <a:off x="5171419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9" name="pg1849"/>
            <p:cNvSpPr/>
            <p:nvPr/>
          </p:nvSpPr>
          <p:spPr>
            <a:xfrm>
              <a:off x="5183056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0" name="pg1850"/>
            <p:cNvSpPr/>
            <p:nvPr/>
          </p:nvSpPr>
          <p:spPr>
            <a:xfrm>
              <a:off x="5020133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1" name="pg1851"/>
            <p:cNvSpPr/>
            <p:nvPr/>
          </p:nvSpPr>
          <p:spPr>
            <a:xfrm>
              <a:off x="5031771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2" name="pg1852"/>
            <p:cNvSpPr/>
            <p:nvPr/>
          </p:nvSpPr>
          <p:spPr>
            <a:xfrm>
              <a:off x="5043408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3" name="pg1853"/>
            <p:cNvSpPr/>
            <p:nvPr/>
          </p:nvSpPr>
          <p:spPr>
            <a:xfrm>
              <a:off x="5055045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4" name="pg1854"/>
            <p:cNvSpPr/>
            <p:nvPr/>
          </p:nvSpPr>
          <p:spPr>
            <a:xfrm>
              <a:off x="5066683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5" name="pg1855"/>
            <p:cNvSpPr/>
            <p:nvPr/>
          </p:nvSpPr>
          <p:spPr>
            <a:xfrm>
              <a:off x="5078320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6" name="pg1856"/>
            <p:cNvSpPr/>
            <p:nvPr/>
          </p:nvSpPr>
          <p:spPr>
            <a:xfrm>
              <a:off x="5089957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7" name="pg1857"/>
            <p:cNvSpPr/>
            <p:nvPr/>
          </p:nvSpPr>
          <p:spPr>
            <a:xfrm>
              <a:off x="5101595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8" name="pg1858"/>
            <p:cNvSpPr/>
            <p:nvPr/>
          </p:nvSpPr>
          <p:spPr>
            <a:xfrm>
              <a:off x="5113232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9" name="pg1859"/>
            <p:cNvSpPr/>
            <p:nvPr/>
          </p:nvSpPr>
          <p:spPr>
            <a:xfrm>
              <a:off x="5124869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0" name="pg1860"/>
            <p:cNvSpPr/>
            <p:nvPr/>
          </p:nvSpPr>
          <p:spPr>
            <a:xfrm>
              <a:off x="5136507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1" name="pg1861"/>
            <p:cNvSpPr/>
            <p:nvPr/>
          </p:nvSpPr>
          <p:spPr>
            <a:xfrm>
              <a:off x="5148144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2" name="pg1862"/>
            <p:cNvSpPr/>
            <p:nvPr/>
          </p:nvSpPr>
          <p:spPr>
            <a:xfrm>
              <a:off x="5159781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3" name="pg1863"/>
            <p:cNvSpPr/>
            <p:nvPr/>
          </p:nvSpPr>
          <p:spPr>
            <a:xfrm>
              <a:off x="5171419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4" name="pg1864"/>
            <p:cNvSpPr/>
            <p:nvPr/>
          </p:nvSpPr>
          <p:spPr>
            <a:xfrm>
              <a:off x="5008496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5" name="pg1865"/>
            <p:cNvSpPr/>
            <p:nvPr/>
          </p:nvSpPr>
          <p:spPr>
            <a:xfrm>
              <a:off x="5020133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6" name="pg1866"/>
            <p:cNvSpPr/>
            <p:nvPr/>
          </p:nvSpPr>
          <p:spPr>
            <a:xfrm>
              <a:off x="5031771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7" name="pg1867"/>
            <p:cNvSpPr/>
            <p:nvPr/>
          </p:nvSpPr>
          <p:spPr>
            <a:xfrm>
              <a:off x="5043408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8" name="pg1868"/>
            <p:cNvSpPr/>
            <p:nvPr/>
          </p:nvSpPr>
          <p:spPr>
            <a:xfrm>
              <a:off x="5055045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9" name="pg1869"/>
            <p:cNvSpPr/>
            <p:nvPr/>
          </p:nvSpPr>
          <p:spPr>
            <a:xfrm>
              <a:off x="5066683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0" name="pg1870"/>
            <p:cNvSpPr/>
            <p:nvPr/>
          </p:nvSpPr>
          <p:spPr>
            <a:xfrm>
              <a:off x="5078320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1" name="pg1871"/>
            <p:cNvSpPr/>
            <p:nvPr/>
          </p:nvSpPr>
          <p:spPr>
            <a:xfrm>
              <a:off x="5089957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2" name="pg1872"/>
            <p:cNvSpPr/>
            <p:nvPr/>
          </p:nvSpPr>
          <p:spPr>
            <a:xfrm>
              <a:off x="5101595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3" name="pg1873"/>
            <p:cNvSpPr/>
            <p:nvPr/>
          </p:nvSpPr>
          <p:spPr>
            <a:xfrm>
              <a:off x="5113232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4" name="pg1874"/>
            <p:cNvSpPr/>
            <p:nvPr/>
          </p:nvSpPr>
          <p:spPr>
            <a:xfrm>
              <a:off x="5124869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5" name="pg1875"/>
            <p:cNvSpPr/>
            <p:nvPr/>
          </p:nvSpPr>
          <p:spPr>
            <a:xfrm>
              <a:off x="5136507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6" name="pg1876"/>
            <p:cNvSpPr/>
            <p:nvPr/>
          </p:nvSpPr>
          <p:spPr>
            <a:xfrm>
              <a:off x="5148144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7" name="pg1877"/>
            <p:cNvSpPr/>
            <p:nvPr/>
          </p:nvSpPr>
          <p:spPr>
            <a:xfrm>
              <a:off x="5008496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8" name="pg1878"/>
            <p:cNvSpPr/>
            <p:nvPr/>
          </p:nvSpPr>
          <p:spPr>
            <a:xfrm>
              <a:off x="5020133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9" name="pg1879"/>
            <p:cNvSpPr/>
            <p:nvPr/>
          </p:nvSpPr>
          <p:spPr>
            <a:xfrm>
              <a:off x="5031771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0" name="pg1880"/>
            <p:cNvSpPr/>
            <p:nvPr/>
          </p:nvSpPr>
          <p:spPr>
            <a:xfrm>
              <a:off x="5043408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1" name="pg1881"/>
            <p:cNvSpPr/>
            <p:nvPr/>
          </p:nvSpPr>
          <p:spPr>
            <a:xfrm>
              <a:off x="5055045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2" name="pg1882"/>
            <p:cNvSpPr/>
            <p:nvPr/>
          </p:nvSpPr>
          <p:spPr>
            <a:xfrm>
              <a:off x="5066683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3" name="pg1883"/>
            <p:cNvSpPr/>
            <p:nvPr/>
          </p:nvSpPr>
          <p:spPr>
            <a:xfrm>
              <a:off x="5078320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4" name="pg1884"/>
            <p:cNvSpPr/>
            <p:nvPr/>
          </p:nvSpPr>
          <p:spPr>
            <a:xfrm>
              <a:off x="5089957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5" name="pg1885"/>
            <p:cNvSpPr/>
            <p:nvPr/>
          </p:nvSpPr>
          <p:spPr>
            <a:xfrm>
              <a:off x="5101595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6" name="pg1886"/>
            <p:cNvSpPr/>
            <p:nvPr/>
          </p:nvSpPr>
          <p:spPr>
            <a:xfrm>
              <a:off x="5113232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7" name="pg1887"/>
            <p:cNvSpPr/>
            <p:nvPr/>
          </p:nvSpPr>
          <p:spPr>
            <a:xfrm>
              <a:off x="5124869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8" name="pg1888"/>
            <p:cNvSpPr/>
            <p:nvPr/>
          </p:nvSpPr>
          <p:spPr>
            <a:xfrm>
              <a:off x="5136507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9" name="pg1889"/>
            <p:cNvSpPr/>
            <p:nvPr/>
          </p:nvSpPr>
          <p:spPr>
            <a:xfrm>
              <a:off x="5008496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0" name="pg1890"/>
            <p:cNvSpPr/>
            <p:nvPr/>
          </p:nvSpPr>
          <p:spPr>
            <a:xfrm>
              <a:off x="5020133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1" name="pg1891"/>
            <p:cNvSpPr/>
            <p:nvPr/>
          </p:nvSpPr>
          <p:spPr>
            <a:xfrm>
              <a:off x="5031771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2" name="pg1892"/>
            <p:cNvSpPr/>
            <p:nvPr/>
          </p:nvSpPr>
          <p:spPr>
            <a:xfrm>
              <a:off x="5043408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3" name="pg1893"/>
            <p:cNvSpPr/>
            <p:nvPr/>
          </p:nvSpPr>
          <p:spPr>
            <a:xfrm>
              <a:off x="5055045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4" name="pg1894"/>
            <p:cNvSpPr/>
            <p:nvPr/>
          </p:nvSpPr>
          <p:spPr>
            <a:xfrm>
              <a:off x="5066683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5" name="pg1895"/>
            <p:cNvSpPr/>
            <p:nvPr/>
          </p:nvSpPr>
          <p:spPr>
            <a:xfrm>
              <a:off x="5078320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6" name="pg1896"/>
            <p:cNvSpPr/>
            <p:nvPr/>
          </p:nvSpPr>
          <p:spPr>
            <a:xfrm>
              <a:off x="5089957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7" name="pg1897"/>
            <p:cNvSpPr/>
            <p:nvPr/>
          </p:nvSpPr>
          <p:spPr>
            <a:xfrm>
              <a:off x="5101595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8" name="pg1898"/>
            <p:cNvSpPr/>
            <p:nvPr/>
          </p:nvSpPr>
          <p:spPr>
            <a:xfrm>
              <a:off x="5113232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9" name="pg1899"/>
            <p:cNvSpPr/>
            <p:nvPr/>
          </p:nvSpPr>
          <p:spPr>
            <a:xfrm>
              <a:off x="5124869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0" name="pg1900"/>
            <p:cNvSpPr/>
            <p:nvPr/>
          </p:nvSpPr>
          <p:spPr>
            <a:xfrm>
              <a:off x="4985221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1" name="pg1901"/>
            <p:cNvSpPr/>
            <p:nvPr/>
          </p:nvSpPr>
          <p:spPr>
            <a:xfrm>
              <a:off x="4996859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2" name="pg1902"/>
            <p:cNvSpPr/>
            <p:nvPr/>
          </p:nvSpPr>
          <p:spPr>
            <a:xfrm>
              <a:off x="5008496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3" name="pg1903"/>
            <p:cNvSpPr/>
            <p:nvPr/>
          </p:nvSpPr>
          <p:spPr>
            <a:xfrm>
              <a:off x="5020133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4" name="pg1904"/>
            <p:cNvSpPr/>
            <p:nvPr/>
          </p:nvSpPr>
          <p:spPr>
            <a:xfrm>
              <a:off x="5031771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5" name="pg1905"/>
            <p:cNvSpPr/>
            <p:nvPr/>
          </p:nvSpPr>
          <p:spPr>
            <a:xfrm>
              <a:off x="5043408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6" name="pg1906"/>
            <p:cNvSpPr/>
            <p:nvPr/>
          </p:nvSpPr>
          <p:spPr>
            <a:xfrm>
              <a:off x="5055045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7" name="pg1907"/>
            <p:cNvSpPr/>
            <p:nvPr/>
          </p:nvSpPr>
          <p:spPr>
            <a:xfrm>
              <a:off x="5066683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8" name="pg1908"/>
            <p:cNvSpPr/>
            <p:nvPr/>
          </p:nvSpPr>
          <p:spPr>
            <a:xfrm>
              <a:off x="5078320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9" name="pg1909"/>
            <p:cNvSpPr/>
            <p:nvPr/>
          </p:nvSpPr>
          <p:spPr>
            <a:xfrm>
              <a:off x="5089957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0" name="pg1910"/>
            <p:cNvSpPr/>
            <p:nvPr/>
          </p:nvSpPr>
          <p:spPr>
            <a:xfrm>
              <a:off x="5101595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1" name="pg1911"/>
            <p:cNvSpPr/>
            <p:nvPr/>
          </p:nvSpPr>
          <p:spPr>
            <a:xfrm>
              <a:off x="5113232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2" name="pg1912"/>
            <p:cNvSpPr/>
            <p:nvPr/>
          </p:nvSpPr>
          <p:spPr>
            <a:xfrm>
              <a:off x="5124869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3" name="pg1913"/>
            <p:cNvSpPr/>
            <p:nvPr/>
          </p:nvSpPr>
          <p:spPr>
            <a:xfrm>
              <a:off x="4973584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4" name="pg1914"/>
            <p:cNvSpPr/>
            <p:nvPr/>
          </p:nvSpPr>
          <p:spPr>
            <a:xfrm>
              <a:off x="4985221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5" name="pg1915"/>
            <p:cNvSpPr/>
            <p:nvPr/>
          </p:nvSpPr>
          <p:spPr>
            <a:xfrm>
              <a:off x="4996859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6" name="pg1916"/>
            <p:cNvSpPr/>
            <p:nvPr/>
          </p:nvSpPr>
          <p:spPr>
            <a:xfrm>
              <a:off x="5008496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7" name="pg1917"/>
            <p:cNvSpPr/>
            <p:nvPr/>
          </p:nvSpPr>
          <p:spPr>
            <a:xfrm>
              <a:off x="5020133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8" name="pg1918"/>
            <p:cNvSpPr/>
            <p:nvPr/>
          </p:nvSpPr>
          <p:spPr>
            <a:xfrm>
              <a:off x="5031771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9" name="pg1919"/>
            <p:cNvSpPr/>
            <p:nvPr/>
          </p:nvSpPr>
          <p:spPr>
            <a:xfrm>
              <a:off x="5043408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0" name="pg1920"/>
            <p:cNvSpPr/>
            <p:nvPr/>
          </p:nvSpPr>
          <p:spPr>
            <a:xfrm>
              <a:off x="5055045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1" name="pg1921"/>
            <p:cNvSpPr/>
            <p:nvPr/>
          </p:nvSpPr>
          <p:spPr>
            <a:xfrm>
              <a:off x="5066683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2" name="pg1922"/>
            <p:cNvSpPr/>
            <p:nvPr/>
          </p:nvSpPr>
          <p:spPr>
            <a:xfrm>
              <a:off x="5078320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3" name="pg1923"/>
            <p:cNvSpPr/>
            <p:nvPr/>
          </p:nvSpPr>
          <p:spPr>
            <a:xfrm>
              <a:off x="5089957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4" name="pg1924"/>
            <p:cNvSpPr/>
            <p:nvPr/>
          </p:nvSpPr>
          <p:spPr>
            <a:xfrm>
              <a:off x="5101595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5" name="pg1925"/>
            <p:cNvSpPr/>
            <p:nvPr/>
          </p:nvSpPr>
          <p:spPr>
            <a:xfrm>
              <a:off x="5113232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6" name="pg1926"/>
            <p:cNvSpPr/>
            <p:nvPr/>
          </p:nvSpPr>
          <p:spPr>
            <a:xfrm>
              <a:off x="5124869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7" name="pg1927"/>
            <p:cNvSpPr/>
            <p:nvPr/>
          </p:nvSpPr>
          <p:spPr>
            <a:xfrm>
              <a:off x="4973584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8" name="pg1928"/>
            <p:cNvSpPr/>
            <p:nvPr/>
          </p:nvSpPr>
          <p:spPr>
            <a:xfrm>
              <a:off x="4985221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9" name="pg1929"/>
            <p:cNvSpPr/>
            <p:nvPr/>
          </p:nvSpPr>
          <p:spPr>
            <a:xfrm>
              <a:off x="4996859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0" name="pg1930"/>
            <p:cNvSpPr/>
            <p:nvPr/>
          </p:nvSpPr>
          <p:spPr>
            <a:xfrm>
              <a:off x="5008496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1" name="pg1931"/>
            <p:cNvSpPr/>
            <p:nvPr/>
          </p:nvSpPr>
          <p:spPr>
            <a:xfrm>
              <a:off x="5020133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2" name="pg1932"/>
            <p:cNvSpPr/>
            <p:nvPr/>
          </p:nvSpPr>
          <p:spPr>
            <a:xfrm>
              <a:off x="5031771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3" name="pg1933"/>
            <p:cNvSpPr/>
            <p:nvPr/>
          </p:nvSpPr>
          <p:spPr>
            <a:xfrm>
              <a:off x="5043408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4" name="pg1934"/>
            <p:cNvSpPr/>
            <p:nvPr/>
          </p:nvSpPr>
          <p:spPr>
            <a:xfrm>
              <a:off x="5055045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5" name="pg1935"/>
            <p:cNvSpPr/>
            <p:nvPr/>
          </p:nvSpPr>
          <p:spPr>
            <a:xfrm>
              <a:off x="5066683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6" name="pg1936"/>
            <p:cNvSpPr/>
            <p:nvPr/>
          </p:nvSpPr>
          <p:spPr>
            <a:xfrm>
              <a:off x="5078320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7" name="pg1937"/>
            <p:cNvSpPr/>
            <p:nvPr/>
          </p:nvSpPr>
          <p:spPr>
            <a:xfrm>
              <a:off x="5089957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8" name="pg1938"/>
            <p:cNvSpPr/>
            <p:nvPr/>
          </p:nvSpPr>
          <p:spPr>
            <a:xfrm>
              <a:off x="5101595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9" name="pg1939"/>
            <p:cNvSpPr/>
            <p:nvPr/>
          </p:nvSpPr>
          <p:spPr>
            <a:xfrm>
              <a:off x="5113232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0" name="pg1940"/>
            <p:cNvSpPr/>
            <p:nvPr/>
          </p:nvSpPr>
          <p:spPr>
            <a:xfrm>
              <a:off x="4961947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1" name="pg1941"/>
            <p:cNvSpPr/>
            <p:nvPr/>
          </p:nvSpPr>
          <p:spPr>
            <a:xfrm>
              <a:off x="4973584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2" name="pg1942"/>
            <p:cNvSpPr/>
            <p:nvPr/>
          </p:nvSpPr>
          <p:spPr>
            <a:xfrm>
              <a:off x="4985221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3" name="pg1943"/>
            <p:cNvSpPr/>
            <p:nvPr/>
          </p:nvSpPr>
          <p:spPr>
            <a:xfrm>
              <a:off x="4996859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4" name="pg1944"/>
            <p:cNvSpPr/>
            <p:nvPr/>
          </p:nvSpPr>
          <p:spPr>
            <a:xfrm>
              <a:off x="5008496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5" name="pg1945"/>
            <p:cNvSpPr/>
            <p:nvPr/>
          </p:nvSpPr>
          <p:spPr>
            <a:xfrm>
              <a:off x="5020133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6" name="pg1946"/>
            <p:cNvSpPr/>
            <p:nvPr/>
          </p:nvSpPr>
          <p:spPr>
            <a:xfrm>
              <a:off x="5031771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7" name="pg1947"/>
            <p:cNvSpPr/>
            <p:nvPr/>
          </p:nvSpPr>
          <p:spPr>
            <a:xfrm>
              <a:off x="5043408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8" name="pg1948"/>
            <p:cNvSpPr/>
            <p:nvPr/>
          </p:nvSpPr>
          <p:spPr>
            <a:xfrm>
              <a:off x="5055045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9" name="pg1949"/>
            <p:cNvSpPr/>
            <p:nvPr/>
          </p:nvSpPr>
          <p:spPr>
            <a:xfrm>
              <a:off x="5066683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0" name="pg1950"/>
            <p:cNvSpPr/>
            <p:nvPr/>
          </p:nvSpPr>
          <p:spPr>
            <a:xfrm>
              <a:off x="5078320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1" name="pg1951"/>
            <p:cNvSpPr/>
            <p:nvPr/>
          </p:nvSpPr>
          <p:spPr>
            <a:xfrm>
              <a:off x="5089957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2" name="pg1952"/>
            <p:cNvSpPr/>
            <p:nvPr/>
          </p:nvSpPr>
          <p:spPr>
            <a:xfrm>
              <a:off x="5101595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3" name="pg1953"/>
            <p:cNvSpPr/>
            <p:nvPr/>
          </p:nvSpPr>
          <p:spPr>
            <a:xfrm>
              <a:off x="4950309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4" name="pg1954"/>
            <p:cNvSpPr/>
            <p:nvPr/>
          </p:nvSpPr>
          <p:spPr>
            <a:xfrm>
              <a:off x="4961947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5" name="pg1955"/>
            <p:cNvSpPr/>
            <p:nvPr/>
          </p:nvSpPr>
          <p:spPr>
            <a:xfrm>
              <a:off x="4973584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6" name="pg1956"/>
            <p:cNvSpPr/>
            <p:nvPr/>
          </p:nvSpPr>
          <p:spPr>
            <a:xfrm>
              <a:off x="4985221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7" name="pg1957"/>
            <p:cNvSpPr/>
            <p:nvPr/>
          </p:nvSpPr>
          <p:spPr>
            <a:xfrm>
              <a:off x="4996859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8" name="pg1958"/>
            <p:cNvSpPr/>
            <p:nvPr/>
          </p:nvSpPr>
          <p:spPr>
            <a:xfrm>
              <a:off x="5008496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9" name="pg1959"/>
            <p:cNvSpPr/>
            <p:nvPr/>
          </p:nvSpPr>
          <p:spPr>
            <a:xfrm>
              <a:off x="5020133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0" name="pg1960"/>
            <p:cNvSpPr/>
            <p:nvPr/>
          </p:nvSpPr>
          <p:spPr>
            <a:xfrm>
              <a:off x="5031771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1" name="pg1961"/>
            <p:cNvSpPr/>
            <p:nvPr/>
          </p:nvSpPr>
          <p:spPr>
            <a:xfrm>
              <a:off x="5043408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2" name="pg1962"/>
            <p:cNvSpPr/>
            <p:nvPr/>
          </p:nvSpPr>
          <p:spPr>
            <a:xfrm>
              <a:off x="5055045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3" name="pg1963"/>
            <p:cNvSpPr/>
            <p:nvPr/>
          </p:nvSpPr>
          <p:spPr>
            <a:xfrm>
              <a:off x="5066683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4" name="pg1964"/>
            <p:cNvSpPr/>
            <p:nvPr/>
          </p:nvSpPr>
          <p:spPr>
            <a:xfrm>
              <a:off x="5078320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5" name="pg1965"/>
            <p:cNvSpPr/>
            <p:nvPr/>
          </p:nvSpPr>
          <p:spPr>
            <a:xfrm>
              <a:off x="4927035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6" name="pg1966"/>
            <p:cNvSpPr/>
            <p:nvPr/>
          </p:nvSpPr>
          <p:spPr>
            <a:xfrm>
              <a:off x="4938672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7" name="pg1967"/>
            <p:cNvSpPr/>
            <p:nvPr/>
          </p:nvSpPr>
          <p:spPr>
            <a:xfrm>
              <a:off x="4950309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8" name="pg1968"/>
            <p:cNvSpPr/>
            <p:nvPr/>
          </p:nvSpPr>
          <p:spPr>
            <a:xfrm>
              <a:off x="4961947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9" name="pg1969"/>
            <p:cNvSpPr/>
            <p:nvPr/>
          </p:nvSpPr>
          <p:spPr>
            <a:xfrm>
              <a:off x="4973584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0" name="pg1970"/>
            <p:cNvSpPr/>
            <p:nvPr/>
          </p:nvSpPr>
          <p:spPr>
            <a:xfrm>
              <a:off x="4985221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1" name="pg1971"/>
            <p:cNvSpPr/>
            <p:nvPr/>
          </p:nvSpPr>
          <p:spPr>
            <a:xfrm>
              <a:off x="4996859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2" name="pg1972"/>
            <p:cNvSpPr/>
            <p:nvPr/>
          </p:nvSpPr>
          <p:spPr>
            <a:xfrm>
              <a:off x="5008496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3" name="pg1973"/>
            <p:cNvSpPr/>
            <p:nvPr/>
          </p:nvSpPr>
          <p:spPr>
            <a:xfrm>
              <a:off x="5020133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4" name="pg1974"/>
            <p:cNvSpPr/>
            <p:nvPr/>
          </p:nvSpPr>
          <p:spPr>
            <a:xfrm>
              <a:off x="4915397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5" name="pg1975"/>
            <p:cNvSpPr/>
            <p:nvPr/>
          </p:nvSpPr>
          <p:spPr>
            <a:xfrm>
              <a:off x="4927035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6" name="pg1976"/>
            <p:cNvSpPr/>
            <p:nvPr/>
          </p:nvSpPr>
          <p:spPr>
            <a:xfrm>
              <a:off x="4938672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7" name="pg1977"/>
            <p:cNvSpPr/>
            <p:nvPr/>
          </p:nvSpPr>
          <p:spPr>
            <a:xfrm>
              <a:off x="4950309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8" name="pg1978"/>
            <p:cNvSpPr/>
            <p:nvPr/>
          </p:nvSpPr>
          <p:spPr>
            <a:xfrm>
              <a:off x="4961947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9" name="pg1979"/>
            <p:cNvSpPr/>
            <p:nvPr/>
          </p:nvSpPr>
          <p:spPr>
            <a:xfrm>
              <a:off x="4973584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0" name="pg1980"/>
            <p:cNvSpPr/>
            <p:nvPr/>
          </p:nvSpPr>
          <p:spPr>
            <a:xfrm>
              <a:off x="4985221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1" name="pg1981"/>
            <p:cNvSpPr/>
            <p:nvPr/>
          </p:nvSpPr>
          <p:spPr>
            <a:xfrm>
              <a:off x="4996859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2" name="pg1982"/>
            <p:cNvSpPr/>
            <p:nvPr/>
          </p:nvSpPr>
          <p:spPr>
            <a:xfrm>
              <a:off x="4892123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3" name="pg1983"/>
            <p:cNvSpPr/>
            <p:nvPr/>
          </p:nvSpPr>
          <p:spPr>
            <a:xfrm>
              <a:off x="4903760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4" name="pg1984"/>
            <p:cNvSpPr/>
            <p:nvPr/>
          </p:nvSpPr>
          <p:spPr>
            <a:xfrm>
              <a:off x="4915397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5" name="pg1985"/>
            <p:cNvSpPr/>
            <p:nvPr/>
          </p:nvSpPr>
          <p:spPr>
            <a:xfrm>
              <a:off x="4927035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6" name="pg1986"/>
            <p:cNvSpPr/>
            <p:nvPr/>
          </p:nvSpPr>
          <p:spPr>
            <a:xfrm>
              <a:off x="4938672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7" name="pg1987"/>
            <p:cNvSpPr/>
            <p:nvPr/>
          </p:nvSpPr>
          <p:spPr>
            <a:xfrm>
              <a:off x="4950309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8" name="pg1988"/>
            <p:cNvSpPr/>
            <p:nvPr/>
          </p:nvSpPr>
          <p:spPr>
            <a:xfrm>
              <a:off x="4961947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9" name="pg1989"/>
            <p:cNvSpPr/>
            <p:nvPr/>
          </p:nvSpPr>
          <p:spPr>
            <a:xfrm>
              <a:off x="4973584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0" name="pg1990"/>
            <p:cNvSpPr/>
            <p:nvPr/>
          </p:nvSpPr>
          <p:spPr>
            <a:xfrm>
              <a:off x="4985221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1" name="pg1991"/>
            <p:cNvSpPr/>
            <p:nvPr/>
          </p:nvSpPr>
          <p:spPr>
            <a:xfrm>
              <a:off x="4857211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2" name="pg1992"/>
            <p:cNvSpPr/>
            <p:nvPr/>
          </p:nvSpPr>
          <p:spPr>
            <a:xfrm>
              <a:off x="4868848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3" name="pg1993"/>
            <p:cNvSpPr/>
            <p:nvPr/>
          </p:nvSpPr>
          <p:spPr>
            <a:xfrm>
              <a:off x="4880485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4" name="pg1994"/>
            <p:cNvSpPr/>
            <p:nvPr/>
          </p:nvSpPr>
          <p:spPr>
            <a:xfrm>
              <a:off x="4892123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5" name="pg1995"/>
            <p:cNvSpPr/>
            <p:nvPr/>
          </p:nvSpPr>
          <p:spPr>
            <a:xfrm>
              <a:off x="4903760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6" name="pg1996"/>
            <p:cNvSpPr/>
            <p:nvPr/>
          </p:nvSpPr>
          <p:spPr>
            <a:xfrm>
              <a:off x="4915397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7" name="pg1997"/>
            <p:cNvSpPr/>
            <p:nvPr/>
          </p:nvSpPr>
          <p:spPr>
            <a:xfrm>
              <a:off x="4927035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8" name="pg1998"/>
            <p:cNvSpPr/>
            <p:nvPr/>
          </p:nvSpPr>
          <p:spPr>
            <a:xfrm>
              <a:off x="4938672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9" name="pg1999"/>
            <p:cNvSpPr/>
            <p:nvPr/>
          </p:nvSpPr>
          <p:spPr>
            <a:xfrm>
              <a:off x="4950309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0" name="pg2000"/>
            <p:cNvSpPr/>
            <p:nvPr/>
          </p:nvSpPr>
          <p:spPr>
            <a:xfrm>
              <a:off x="4961947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1" name="pg2001"/>
            <p:cNvSpPr/>
            <p:nvPr/>
          </p:nvSpPr>
          <p:spPr>
            <a:xfrm>
              <a:off x="4973584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2" name="pg2002"/>
            <p:cNvSpPr/>
            <p:nvPr/>
          </p:nvSpPr>
          <p:spPr>
            <a:xfrm>
              <a:off x="4833936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3" name="pg2003"/>
            <p:cNvSpPr/>
            <p:nvPr/>
          </p:nvSpPr>
          <p:spPr>
            <a:xfrm>
              <a:off x="4845573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4" name="pg2004"/>
            <p:cNvSpPr/>
            <p:nvPr/>
          </p:nvSpPr>
          <p:spPr>
            <a:xfrm>
              <a:off x="4857211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5" name="pg2005"/>
            <p:cNvSpPr/>
            <p:nvPr/>
          </p:nvSpPr>
          <p:spPr>
            <a:xfrm>
              <a:off x="4868848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6" name="pg2006"/>
            <p:cNvSpPr/>
            <p:nvPr/>
          </p:nvSpPr>
          <p:spPr>
            <a:xfrm>
              <a:off x="4880485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7" name="pg2007"/>
            <p:cNvSpPr/>
            <p:nvPr/>
          </p:nvSpPr>
          <p:spPr>
            <a:xfrm>
              <a:off x="4892123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8" name="pg2008"/>
            <p:cNvSpPr/>
            <p:nvPr/>
          </p:nvSpPr>
          <p:spPr>
            <a:xfrm>
              <a:off x="4903760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9" name="pg2009"/>
            <p:cNvSpPr/>
            <p:nvPr/>
          </p:nvSpPr>
          <p:spPr>
            <a:xfrm>
              <a:off x="4915397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0" name="pg2010"/>
            <p:cNvSpPr/>
            <p:nvPr/>
          </p:nvSpPr>
          <p:spPr>
            <a:xfrm>
              <a:off x="4927035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1" name="pg2011"/>
            <p:cNvSpPr/>
            <p:nvPr/>
          </p:nvSpPr>
          <p:spPr>
            <a:xfrm>
              <a:off x="4938672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2" name="pg2012"/>
            <p:cNvSpPr/>
            <p:nvPr/>
          </p:nvSpPr>
          <p:spPr>
            <a:xfrm>
              <a:off x="4950309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3" name="pg2013"/>
            <p:cNvSpPr/>
            <p:nvPr/>
          </p:nvSpPr>
          <p:spPr>
            <a:xfrm>
              <a:off x="4961947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4" name="pg2014"/>
            <p:cNvSpPr/>
            <p:nvPr/>
          </p:nvSpPr>
          <p:spPr>
            <a:xfrm>
              <a:off x="4822299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5" name="pg2015"/>
            <p:cNvSpPr/>
            <p:nvPr/>
          </p:nvSpPr>
          <p:spPr>
            <a:xfrm>
              <a:off x="4833936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6" name="pg2016"/>
            <p:cNvSpPr/>
            <p:nvPr/>
          </p:nvSpPr>
          <p:spPr>
            <a:xfrm>
              <a:off x="4845573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7" name="pg2017"/>
            <p:cNvSpPr/>
            <p:nvPr/>
          </p:nvSpPr>
          <p:spPr>
            <a:xfrm>
              <a:off x="4857211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8" name="pg2018"/>
            <p:cNvSpPr/>
            <p:nvPr/>
          </p:nvSpPr>
          <p:spPr>
            <a:xfrm>
              <a:off x="4868848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9" name="pg2019"/>
            <p:cNvSpPr/>
            <p:nvPr/>
          </p:nvSpPr>
          <p:spPr>
            <a:xfrm>
              <a:off x="4880485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0" name="pg2020"/>
            <p:cNvSpPr/>
            <p:nvPr/>
          </p:nvSpPr>
          <p:spPr>
            <a:xfrm>
              <a:off x="4892123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1" name="pg2021"/>
            <p:cNvSpPr/>
            <p:nvPr/>
          </p:nvSpPr>
          <p:spPr>
            <a:xfrm>
              <a:off x="4903760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2" name="pg2022"/>
            <p:cNvSpPr/>
            <p:nvPr/>
          </p:nvSpPr>
          <p:spPr>
            <a:xfrm>
              <a:off x="4915397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3" name="pg2023"/>
            <p:cNvSpPr/>
            <p:nvPr/>
          </p:nvSpPr>
          <p:spPr>
            <a:xfrm>
              <a:off x="4927035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4" name="pg2024"/>
            <p:cNvSpPr/>
            <p:nvPr/>
          </p:nvSpPr>
          <p:spPr>
            <a:xfrm>
              <a:off x="4938672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5" name="pg2025"/>
            <p:cNvSpPr/>
            <p:nvPr/>
          </p:nvSpPr>
          <p:spPr>
            <a:xfrm>
              <a:off x="4950309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6" name="pg2026"/>
            <p:cNvSpPr/>
            <p:nvPr/>
          </p:nvSpPr>
          <p:spPr>
            <a:xfrm>
              <a:off x="4961947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7" name="pg2027"/>
            <p:cNvSpPr/>
            <p:nvPr/>
          </p:nvSpPr>
          <p:spPr>
            <a:xfrm>
              <a:off x="4810661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8" name="pg2028"/>
            <p:cNvSpPr/>
            <p:nvPr/>
          </p:nvSpPr>
          <p:spPr>
            <a:xfrm>
              <a:off x="4822299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9" name="pg2029"/>
            <p:cNvSpPr/>
            <p:nvPr/>
          </p:nvSpPr>
          <p:spPr>
            <a:xfrm>
              <a:off x="4833936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0" name="pg2030"/>
            <p:cNvSpPr/>
            <p:nvPr/>
          </p:nvSpPr>
          <p:spPr>
            <a:xfrm>
              <a:off x="4845573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1" name="pg2031"/>
            <p:cNvSpPr/>
            <p:nvPr/>
          </p:nvSpPr>
          <p:spPr>
            <a:xfrm>
              <a:off x="4857211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2" name="pg2032"/>
            <p:cNvSpPr/>
            <p:nvPr/>
          </p:nvSpPr>
          <p:spPr>
            <a:xfrm>
              <a:off x="4868848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3" name="pg2033"/>
            <p:cNvSpPr/>
            <p:nvPr/>
          </p:nvSpPr>
          <p:spPr>
            <a:xfrm>
              <a:off x="4880485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4" name="pg2034"/>
            <p:cNvSpPr/>
            <p:nvPr/>
          </p:nvSpPr>
          <p:spPr>
            <a:xfrm>
              <a:off x="4892123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5" name="pg2035"/>
            <p:cNvSpPr/>
            <p:nvPr/>
          </p:nvSpPr>
          <p:spPr>
            <a:xfrm>
              <a:off x="4903760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6" name="pg2036"/>
            <p:cNvSpPr/>
            <p:nvPr/>
          </p:nvSpPr>
          <p:spPr>
            <a:xfrm>
              <a:off x="4915397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7" name="pg2037"/>
            <p:cNvSpPr/>
            <p:nvPr/>
          </p:nvSpPr>
          <p:spPr>
            <a:xfrm>
              <a:off x="4927035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8" name="pg2038"/>
            <p:cNvSpPr/>
            <p:nvPr/>
          </p:nvSpPr>
          <p:spPr>
            <a:xfrm>
              <a:off x="4938672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9" name="pg2039"/>
            <p:cNvSpPr/>
            <p:nvPr/>
          </p:nvSpPr>
          <p:spPr>
            <a:xfrm>
              <a:off x="4950309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0" name="pg2040"/>
            <p:cNvSpPr/>
            <p:nvPr/>
          </p:nvSpPr>
          <p:spPr>
            <a:xfrm>
              <a:off x="4799024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1" name="pg2041"/>
            <p:cNvSpPr/>
            <p:nvPr/>
          </p:nvSpPr>
          <p:spPr>
            <a:xfrm>
              <a:off x="4810661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2" name="pg2042"/>
            <p:cNvSpPr/>
            <p:nvPr/>
          </p:nvSpPr>
          <p:spPr>
            <a:xfrm>
              <a:off x="4822299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3" name="pg2043"/>
            <p:cNvSpPr/>
            <p:nvPr/>
          </p:nvSpPr>
          <p:spPr>
            <a:xfrm>
              <a:off x="4833936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4" name="pg2044"/>
            <p:cNvSpPr/>
            <p:nvPr/>
          </p:nvSpPr>
          <p:spPr>
            <a:xfrm>
              <a:off x="4845573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5" name="pg2045"/>
            <p:cNvSpPr/>
            <p:nvPr/>
          </p:nvSpPr>
          <p:spPr>
            <a:xfrm>
              <a:off x="4857211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6" name="pg2046"/>
            <p:cNvSpPr/>
            <p:nvPr/>
          </p:nvSpPr>
          <p:spPr>
            <a:xfrm>
              <a:off x="4868848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7" name="pg2047"/>
            <p:cNvSpPr/>
            <p:nvPr/>
          </p:nvSpPr>
          <p:spPr>
            <a:xfrm>
              <a:off x="4787387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8" name="pg2048"/>
            <p:cNvSpPr/>
            <p:nvPr/>
          </p:nvSpPr>
          <p:spPr>
            <a:xfrm>
              <a:off x="4799024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9" name="pg2049"/>
            <p:cNvSpPr/>
            <p:nvPr/>
          </p:nvSpPr>
          <p:spPr>
            <a:xfrm>
              <a:off x="4810661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0" name="pg2050"/>
            <p:cNvSpPr/>
            <p:nvPr/>
          </p:nvSpPr>
          <p:spPr>
            <a:xfrm>
              <a:off x="4822299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1" name="pg2051"/>
            <p:cNvSpPr/>
            <p:nvPr/>
          </p:nvSpPr>
          <p:spPr>
            <a:xfrm>
              <a:off x="4833936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2" name="pg2052"/>
            <p:cNvSpPr/>
            <p:nvPr/>
          </p:nvSpPr>
          <p:spPr>
            <a:xfrm>
              <a:off x="4845573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3" name="pg2053"/>
            <p:cNvSpPr/>
            <p:nvPr/>
          </p:nvSpPr>
          <p:spPr>
            <a:xfrm>
              <a:off x="4857211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4" name="pg2054"/>
            <p:cNvSpPr/>
            <p:nvPr/>
          </p:nvSpPr>
          <p:spPr>
            <a:xfrm>
              <a:off x="4775749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5" name="pg2055"/>
            <p:cNvSpPr/>
            <p:nvPr/>
          </p:nvSpPr>
          <p:spPr>
            <a:xfrm>
              <a:off x="4787387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6" name="pg2056"/>
            <p:cNvSpPr/>
            <p:nvPr/>
          </p:nvSpPr>
          <p:spPr>
            <a:xfrm>
              <a:off x="4799024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7" name="pg2057"/>
            <p:cNvSpPr/>
            <p:nvPr/>
          </p:nvSpPr>
          <p:spPr>
            <a:xfrm>
              <a:off x="4810661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8" name="pg2058"/>
            <p:cNvSpPr/>
            <p:nvPr/>
          </p:nvSpPr>
          <p:spPr>
            <a:xfrm>
              <a:off x="4822299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9" name="pg2059"/>
            <p:cNvSpPr/>
            <p:nvPr/>
          </p:nvSpPr>
          <p:spPr>
            <a:xfrm>
              <a:off x="4833936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0" name="pg2060"/>
            <p:cNvSpPr/>
            <p:nvPr/>
          </p:nvSpPr>
          <p:spPr>
            <a:xfrm>
              <a:off x="4845573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1" name="pg2061"/>
            <p:cNvSpPr/>
            <p:nvPr/>
          </p:nvSpPr>
          <p:spPr>
            <a:xfrm>
              <a:off x="4775749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2" name="pg2062"/>
            <p:cNvSpPr/>
            <p:nvPr/>
          </p:nvSpPr>
          <p:spPr>
            <a:xfrm>
              <a:off x="4787387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3" name="pg2063"/>
            <p:cNvSpPr/>
            <p:nvPr/>
          </p:nvSpPr>
          <p:spPr>
            <a:xfrm>
              <a:off x="4799024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4" name="pg2064"/>
            <p:cNvSpPr/>
            <p:nvPr/>
          </p:nvSpPr>
          <p:spPr>
            <a:xfrm>
              <a:off x="4810661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5" name="pg2065"/>
            <p:cNvSpPr/>
            <p:nvPr/>
          </p:nvSpPr>
          <p:spPr>
            <a:xfrm>
              <a:off x="4822299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6" name="pg2066"/>
            <p:cNvSpPr/>
            <p:nvPr/>
          </p:nvSpPr>
          <p:spPr>
            <a:xfrm>
              <a:off x="4833936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7" name="pg2067"/>
            <p:cNvSpPr/>
            <p:nvPr/>
          </p:nvSpPr>
          <p:spPr>
            <a:xfrm>
              <a:off x="4752475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8" name="pg2068"/>
            <p:cNvSpPr/>
            <p:nvPr/>
          </p:nvSpPr>
          <p:spPr>
            <a:xfrm>
              <a:off x="4764112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9" name="pg2069"/>
            <p:cNvSpPr/>
            <p:nvPr/>
          </p:nvSpPr>
          <p:spPr>
            <a:xfrm>
              <a:off x="4775749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0" name="pg2070"/>
            <p:cNvSpPr/>
            <p:nvPr/>
          </p:nvSpPr>
          <p:spPr>
            <a:xfrm>
              <a:off x="4787387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1" name="pg2071"/>
            <p:cNvSpPr/>
            <p:nvPr/>
          </p:nvSpPr>
          <p:spPr>
            <a:xfrm>
              <a:off x="4799024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2" name="pg2072"/>
            <p:cNvSpPr/>
            <p:nvPr/>
          </p:nvSpPr>
          <p:spPr>
            <a:xfrm>
              <a:off x="4810661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3" name="pg2073"/>
            <p:cNvSpPr/>
            <p:nvPr/>
          </p:nvSpPr>
          <p:spPr>
            <a:xfrm>
              <a:off x="4822299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4" name="pg2074"/>
            <p:cNvSpPr/>
            <p:nvPr/>
          </p:nvSpPr>
          <p:spPr>
            <a:xfrm>
              <a:off x="4740837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5" name="pg2075"/>
            <p:cNvSpPr/>
            <p:nvPr/>
          </p:nvSpPr>
          <p:spPr>
            <a:xfrm>
              <a:off x="4752475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6" name="pg2076"/>
            <p:cNvSpPr/>
            <p:nvPr/>
          </p:nvSpPr>
          <p:spPr>
            <a:xfrm>
              <a:off x="4764112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7" name="pg2077"/>
            <p:cNvSpPr/>
            <p:nvPr/>
          </p:nvSpPr>
          <p:spPr>
            <a:xfrm>
              <a:off x="4775749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8" name="pg2078"/>
            <p:cNvSpPr/>
            <p:nvPr/>
          </p:nvSpPr>
          <p:spPr>
            <a:xfrm>
              <a:off x="4787387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9" name="pg2079"/>
            <p:cNvSpPr/>
            <p:nvPr/>
          </p:nvSpPr>
          <p:spPr>
            <a:xfrm>
              <a:off x="4799024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0" name="pg2080"/>
            <p:cNvSpPr/>
            <p:nvPr/>
          </p:nvSpPr>
          <p:spPr>
            <a:xfrm>
              <a:off x="4810661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1" name="pg2081"/>
            <p:cNvSpPr/>
            <p:nvPr/>
          </p:nvSpPr>
          <p:spPr>
            <a:xfrm>
              <a:off x="4822299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2" name="pg2082"/>
            <p:cNvSpPr/>
            <p:nvPr/>
          </p:nvSpPr>
          <p:spPr>
            <a:xfrm>
              <a:off x="4717563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3" name="pg2083"/>
            <p:cNvSpPr/>
            <p:nvPr/>
          </p:nvSpPr>
          <p:spPr>
            <a:xfrm>
              <a:off x="4729200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4" name="pg2084"/>
            <p:cNvSpPr/>
            <p:nvPr/>
          </p:nvSpPr>
          <p:spPr>
            <a:xfrm>
              <a:off x="4740837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5" name="pg2085"/>
            <p:cNvSpPr/>
            <p:nvPr/>
          </p:nvSpPr>
          <p:spPr>
            <a:xfrm>
              <a:off x="4752475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6" name="pg2086"/>
            <p:cNvSpPr/>
            <p:nvPr/>
          </p:nvSpPr>
          <p:spPr>
            <a:xfrm>
              <a:off x="4764112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7" name="pg2087"/>
            <p:cNvSpPr/>
            <p:nvPr/>
          </p:nvSpPr>
          <p:spPr>
            <a:xfrm>
              <a:off x="4775749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8" name="pg2088"/>
            <p:cNvSpPr/>
            <p:nvPr/>
          </p:nvSpPr>
          <p:spPr>
            <a:xfrm>
              <a:off x="4787387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9" name="pg2089"/>
            <p:cNvSpPr/>
            <p:nvPr/>
          </p:nvSpPr>
          <p:spPr>
            <a:xfrm>
              <a:off x="4799024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0" name="pg2090"/>
            <p:cNvSpPr/>
            <p:nvPr/>
          </p:nvSpPr>
          <p:spPr>
            <a:xfrm>
              <a:off x="4810661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1" name="pg2091"/>
            <p:cNvSpPr/>
            <p:nvPr/>
          </p:nvSpPr>
          <p:spPr>
            <a:xfrm>
              <a:off x="4705925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2" name="pg2092"/>
            <p:cNvSpPr/>
            <p:nvPr/>
          </p:nvSpPr>
          <p:spPr>
            <a:xfrm>
              <a:off x="4717563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3" name="pg2093"/>
            <p:cNvSpPr/>
            <p:nvPr/>
          </p:nvSpPr>
          <p:spPr>
            <a:xfrm>
              <a:off x="4729200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4" name="pg2094"/>
            <p:cNvSpPr/>
            <p:nvPr/>
          </p:nvSpPr>
          <p:spPr>
            <a:xfrm>
              <a:off x="4740837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5" name="pg2095"/>
            <p:cNvSpPr/>
            <p:nvPr/>
          </p:nvSpPr>
          <p:spPr>
            <a:xfrm>
              <a:off x="4752475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6" name="pg2096"/>
            <p:cNvSpPr/>
            <p:nvPr/>
          </p:nvSpPr>
          <p:spPr>
            <a:xfrm>
              <a:off x="4764112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7" name="pg2097"/>
            <p:cNvSpPr/>
            <p:nvPr/>
          </p:nvSpPr>
          <p:spPr>
            <a:xfrm>
              <a:off x="4775749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8" name="pg2098"/>
            <p:cNvSpPr/>
            <p:nvPr/>
          </p:nvSpPr>
          <p:spPr>
            <a:xfrm>
              <a:off x="4787387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9" name="pg2099"/>
            <p:cNvSpPr/>
            <p:nvPr/>
          </p:nvSpPr>
          <p:spPr>
            <a:xfrm>
              <a:off x="4647739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0" name="pg2100"/>
            <p:cNvSpPr/>
            <p:nvPr/>
          </p:nvSpPr>
          <p:spPr>
            <a:xfrm>
              <a:off x="4659376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1" name="pg2101"/>
            <p:cNvSpPr/>
            <p:nvPr/>
          </p:nvSpPr>
          <p:spPr>
            <a:xfrm>
              <a:off x="4671013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2" name="pg2102"/>
            <p:cNvSpPr/>
            <p:nvPr/>
          </p:nvSpPr>
          <p:spPr>
            <a:xfrm>
              <a:off x="4682651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3" name="pg2103"/>
            <p:cNvSpPr/>
            <p:nvPr/>
          </p:nvSpPr>
          <p:spPr>
            <a:xfrm>
              <a:off x="4694288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E">
                <a:alpha val="100000"/>
              </a:srgbClr>
            </a:solidFill>
            <a:ln w="5420" cap="flat">
              <a:solidFill>
                <a:srgbClr val="3A68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4" name="pg2104"/>
            <p:cNvSpPr/>
            <p:nvPr/>
          </p:nvSpPr>
          <p:spPr>
            <a:xfrm>
              <a:off x="4705925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5" name="pg2105"/>
            <p:cNvSpPr/>
            <p:nvPr/>
          </p:nvSpPr>
          <p:spPr>
            <a:xfrm>
              <a:off x="4717563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6" name="pg2106"/>
            <p:cNvSpPr/>
            <p:nvPr/>
          </p:nvSpPr>
          <p:spPr>
            <a:xfrm>
              <a:off x="4729200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7" name="pg2107"/>
            <p:cNvSpPr/>
            <p:nvPr/>
          </p:nvSpPr>
          <p:spPr>
            <a:xfrm>
              <a:off x="4740837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8" name="pg2108"/>
            <p:cNvSpPr/>
            <p:nvPr/>
          </p:nvSpPr>
          <p:spPr>
            <a:xfrm>
              <a:off x="4752475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9" name="pg2109"/>
            <p:cNvSpPr/>
            <p:nvPr/>
          </p:nvSpPr>
          <p:spPr>
            <a:xfrm>
              <a:off x="4764112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0" name="pg2110"/>
            <p:cNvSpPr/>
            <p:nvPr/>
          </p:nvSpPr>
          <p:spPr>
            <a:xfrm>
              <a:off x="4775749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1" name="pg2111"/>
            <p:cNvSpPr/>
            <p:nvPr/>
          </p:nvSpPr>
          <p:spPr>
            <a:xfrm>
              <a:off x="4624464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2" name="pg2112"/>
            <p:cNvSpPr/>
            <p:nvPr/>
          </p:nvSpPr>
          <p:spPr>
            <a:xfrm>
              <a:off x="4636101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3" name="pg2113"/>
            <p:cNvSpPr/>
            <p:nvPr/>
          </p:nvSpPr>
          <p:spPr>
            <a:xfrm>
              <a:off x="4647739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4" name="pg2114"/>
            <p:cNvSpPr/>
            <p:nvPr/>
          </p:nvSpPr>
          <p:spPr>
            <a:xfrm>
              <a:off x="4659376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5" name="pg2115"/>
            <p:cNvSpPr/>
            <p:nvPr/>
          </p:nvSpPr>
          <p:spPr>
            <a:xfrm>
              <a:off x="4671013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6" name="pg2116"/>
            <p:cNvSpPr/>
            <p:nvPr/>
          </p:nvSpPr>
          <p:spPr>
            <a:xfrm>
              <a:off x="4682651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7" name="pg2117"/>
            <p:cNvSpPr/>
            <p:nvPr/>
          </p:nvSpPr>
          <p:spPr>
            <a:xfrm>
              <a:off x="4694288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8" name="pg2118"/>
            <p:cNvSpPr/>
            <p:nvPr/>
          </p:nvSpPr>
          <p:spPr>
            <a:xfrm>
              <a:off x="4705925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9" name="pg2119"/>
            <p:cNvSpPr/>
            <p:nvPr/>
          </p:nvSpPr>
          <p:spPr>
            <a:xfrm>
              <a:off x="4717563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0" name="pg2120"/>
            <p:cNvSpPr/>
            <p:nvPr/>
          </p:nvSpPr>
          <p:spPr>
            <a:xfrm>
              <a:off x="4729200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1" name="pg2121"/>
            <p:cNvSpPr/>
            <p:nvPr/>
          </p:nvSpPr>
          <p:spPr>
            <a:xfrm>
              <a:off x="4740837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2" name="pg2122"/>
            <p:cNvSpPr/>
            <p:nvPr/>
          </p:nvSpPr>
          <p:spPr>
            <a:xfrm>
              <a:off x="4752475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3" name="pg2123"/>
            <p:cNvSpPr/>
            <p:nvPr/>
          </p:nvSpPr>
          <p:spPr>
            <a:xfrm>
              <a:off x="4764112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4" name="pg2124"/>
            <p:cNvSpPr/>
            <p:nvPr/>
          </p:nvSpPr>
          <p:spPr>
            <a:xfrm>
              <a:off x="4612827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5" name="pg2125"/>
            <p:cNvSpPr/>
            <p:nvPr/>
          </p:nvSpPr>
          <p:spPr>
            <a:xfrm>
              <a:off x="4624464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6" name="pg2126"/>
            <p:cNvSpPr/>
            <p:nvPr/>
          </p:nvSpPr>
          <p:spPr>
            <a:xfrm>
              <a:off x="4636101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7" name="pg2127"/>
            <p:cNvSpPr/>
            <p:nvPr/>
          </p:nvSpPr>
          <p:spPr>
            <a:xfrm>
              <a:off x="4647739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8" name="pg2128"/>
            <p:cNvSpPr/>
            <p:nvPr/>
          </p:nvSpPr>
          <p:spPr>
            <a:xfrm>
              <a:off x="4659376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9" name="pg2129"/>
            <p:cNvSpPr/>
            <p:nvPr/>
          </p:nvSpPr>
          <p:spPr>
            <a:xfrm>
              <a:off x="4671013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0" name="pg2130"/>
            <p:cNvSpPr/>
            <p:nvPr/>
          </p:nvSpPr>
          <p:spPr>
            <a:xfrm>
              <a:off x="4682651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1" name="pg2131"/>
            <p:cNvSpPr/>
            <p:nvPr/>
          </p:nvSpPr>
          <p:spPr>
            <a:xfrm>
              <a:off x="4694288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2" name="pg2132"/>
            <p:cNvSpPr/>
            <p:nvPr/>
          </p:nvSpPr>
          <p:spPr>
            <a:xfrm>
              <a:off x="4705925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3" name="pg2133"/>
            <p:cNvSpPr/>
            <p:nvPr/>
          </p:nvSpPr>
          <p:spPr>
            <a:xfrm>
              <a:off x="4717563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4" name="pg2134"/>
            <p:cNvSpPr/>
            <p:nvPr/>
          </p:nvSpPr>
          <p:spPr>
            <a:xfrm>
              <a:off x="4729200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5" name="pg2135"/>
            <p:cNvSpPr/>
            <p:nvPr/>
          </p:nvSpPr>
          <p:spPr>
            <a:xfrm>
              <a:off x="4740837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6" name="pg2136"/>
            <p:cNvSpPr/>
            <p:nvPr/>
          </p:nvSpPr>
          <p:spPr>
            <a:xfrm>
              <a:off x="4612827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7" name="pg2137"/>
            <p:cNvSpPr/>
            <p:nvPr/>
          </p:nvSpPr>
          <p:spPr>
            <a:xfrm>
              <a:off x="4624464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8" name="pg2138"/>
            <p:cNvSpPr/>
            <p:nvPr/>
          </p:nvSpPr>
          <p:spPr>
            <a:xfrm>
              <a:off x="4636101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9" name="pg2139"/>
            <p:cNvSpPr/>
            <p:nvPr/>
          </p:nvSpPr>
          <p:spPr>
            <a:xfrm>
              <a:off x="4647739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0" name="pg2140"/>
            <p:cNvSpPr/>
            <p:nvPr/>
          </p:nvSpPr>
          <p:spPr>
            <a:xfrm>
              <a:off x="4659376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1" name="pg2141"/>
            <p:cNvSpPr/>
            <p:nvPr/>
          </p:nvSpPr>
          <p:spPr>
            <a:xfrm>
              <a:off x="4671013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2" name="pg2142"/>
            <p:cNvSpPr/>
            <p:nvPr/>
          </p:nvSpPr>
          <p:spPr>
            <a:xfrm>
              <a:off x="4682651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3" name="pg2143"/>
            <p:cNvSpPr/>
            <p:nvPr/>
          </p:nvSpPr>
          <p:spPr>
            <a:xfrm>
              <a:off x="4694288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4" name="pg2144"/>
            <p:cNvSpPr/>
            <p:nvPr/>
          </p:nvSpPr>
          <p:spPr>
            <a:xfrm>
              <a:off x="4705925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5" name="pg2145"/>
            <p:cNvSpPr/>
            <p:nvPr/>
          </p:nvSpPr>
          <p:spPr>
            <a:xfrm>
              <a:off x="4717563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6" name="pg2146"/>
            <p:cNvSpPr/>
            <p:nvPr/>
          </p:nvSpPr>
          <p:spPr>
            <a:xfrm>
              <a:off x="4729200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7" name="pg2147"/>
            <p:cNvSpPr/>
            <p:nvPr/>
          </p:nvSpPr>
          <p:spPr>
            <a:xfrm>
              <a:off x="4612827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8" name="pg2148"/>
            <p:cNvSpPr/>
            <p:nvPr/>
          </p:nvSpPr>
          <p:spPr>
            <a:xfrm>
              <a:off x="4624464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9" name="pg2149"/>
            <p:cNvSpPr/>
            <p:nvPr/>
          </p:nvSpPr>
          <p:spPr>
            <a:xfrm>
              <a:off x="4636101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0" name="pg2150"/>
            <p:cNvSpPr/>
            <p:nvPr/>
          </p:nvSpPr>
          <p:spPr>
            <a:xfrm>
              <a:off x="4647739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1" name="pg2151"/>
            <p:cNvSpPr/>
            <p:nvPr/>
          </p:nvSpPr>
          <p:spPr>
            <a:xfrm>
              <a:off x="4659376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2" name="pg2152"/>
            <p:cNvSpPr/>
            <p:nvPr/>
          </p:nvSpPr>
          <p:spPr>
            <a:xfrm>
              <a:off x="4671013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3" name="pg2153"/>
            <p:cNvSpPr/>
            <p:nvPr/>
          </p:nvSpPr>
          <p:spPr>
            <a:xfrm>
              <a:off x="4682651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4" name="pg2154"/>
            <p:cNvSpPr/>
            <p:nvPr/>
          </p:nvSpPr>
          <p:spPr>
            <a:xfrm>
              <a:off x="4694288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5" name="pg2155"/>
            <p:cNvSpPr/>
            <p:nvPr/>
          </p:nvSpPr>
          <p:spPr>
            <a:xfrm>
              <a:off x="4612827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6" name="pg2156"/>
            <p:cNvSpPr/>
            <p:nvPr/>
          </p:nvSpPr>
          <p:spPr>
            <a:xfrm>
              <a:off x="4624464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7" name="pg2157"/>
            <p:cNvSpPr/>
            <p:nvPr/>
          </p:nvSpPr>
          <p:spPr>
            <a:xfrm>
              <a:off x="4636101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8" name="pg2158"/>
            <p:cNvSpPr/>
            <p:nvPr/>
          </p:nvSpPr>
          <p:spPr>
            <a:xfrm>
              <a:off x="4647739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9" name="pg2159"/>
            <p:cNvSpPr/>
            <p:nvPr/>
          </p:nvSpPr>
          <p:spPr>
            <a:xfrm>
              <a:off x="4659376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0" name="pg2160"/>
            <p:cNvSpPr/>
            <p:nvPr/>
          </p:nvSpPr>
          <p:spPr>
            <a:xfrm>
              <a:off x="4671013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1" name="pg2161"/>
            <p:cNvSpPr/>
            <p:nvPr/>
          </p:nvSpPr>
          <p:spPr>
            <a:xfrm>
              <a:off x="4682651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2" name="pg2162"/>
            <p:cNvSpPr/>
            <p:nvPr/>
          </p:nvSpPr>
          <p:spPr>
            <a:xfrm>
              <a:off x="4589552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3" name="pg2163"/>
            <p:cNvSpPr/>
            <p:nvPr/>
          </p:nvSpPr>
          <p:spPr>
            <a:xfrm>
              <a:off x="4601190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4" name="pg2164"/>
            <p:cNvSpPr/>
            <p:nvPr/>
          </p:nvSpPr>
          <p:spPr>
            <a:xfrm>
              <a:off x="4612827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5" name="pg2165"/>
            <p:cNvSpPr/>
            <p:nvPr/>
          </p:nvSpPr>
          <p:spPr>
            <a:xfrm>
              <a:off x="4624464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6" name="pg2166"/>
            <p:cNvSpPr/>
            <p:nvPr/>
          </p:nvSpPr>
          <p:spPr>
            <a:xfrm>
              <a:off x="4636101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7" name="pg2167"/>
            <p:cNvSpPr/>
            <p:nvPr/>
          </p:nvSpPr>
          <p:spPr>
            <a:xfrm>
              <a:off x="4647739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8" name="pg2168"/>
            <p:cNvSpPr/>
            <p:nvPr/>
          </p:nvSpPr>
          <p:spPr>
            <a:xfrm>
              <a:off x="4659376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9" name="pg2169"/>
            <p:cNvSpPr/>
            <p:nvPr/>
          </p:nvSpPr>
          <p:spPr>
            <a:xfrm>
              <a:off x="4671013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0" name="pg2170"/>
            <p:cNvSpPr/>
            <p:nvPr/>
          </p:nvSpPr>
          <p:spPr>
            <a:xfrm>
              <a:off x="4589552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1" name="pg2171"/>
            <p:cNvSpPr/>
            <p:nvPr/>
          </p:nvSpPr>
          <p:spPr>
            <a:xfrm>
              <a:off x="4601190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2" name="pg2172"/>
            <p:cNvSpPr/>
            <p:nvPr/>
          </p:nvSpPr>
          <p:spPr>
            <a:xfrm>
              <a:off x="4612827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3" name="pg2173"/>
            <p:cNvSpPr/>
            <p:nvPr/>
          </p:nvSpPr>
          <p:spPr>
            <a:xfrm>
              <a:off x="4624464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4" name="pg2174"/>
            <p:cNvSpPr/>
            <p:nvPr/>
          </p:nvSpPr>
          <p:spPr>
            <a:xfrm>
              <a:off x="4636101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5" name="pg2175"/>
            <p:cNvSpPr/>
            <p:nvPr/>
          </p:nvSpPr>
          <p:spPr>
            <a:xfrm>
              <a:off x="4647739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6" name="pg2176"/>
            <p:cNvSpPr/>
            <p:nvPr/>
          </p:nvSpPr>
          <p:spPr>
            <a:xfrm>
              <a:off x="4659376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7" name="pg2177"/>
            <p:cNvSpPr/>
            <p:nvPr/>
          </p:nvSpPr>
          <p:spPr>
            <a:xfrm>
              <a:off x="4577915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8" name="pg2178"/>
            <p:cNvSpPr/>
            <p:nvPr/>
          </p:nvSpPr>
          <p:spPr>
            <a:xfrm>
              <a:off x="4589552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9" name="pg2179"/>
            <p:cNvSpPr/>
            <p:nvPr/>
          </p:nvSpPr>
          <p:spPr>
            <a:xfrm>
              <a:off x="4601190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0" name="pg2180"/>
            <p:cNvSpPr/>
            <p:nvPr/>
          </p:nvSpPr>
          <p:spPr>
            <a:xfrm>
              <a:off x="4612827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1" name="pg2181"/>
            <p:cNvSpPr/>
            <p:nvPr/>
          </p:nvSpPr>
          <p:spPr>
            <a:xfrm>
              <a:off x="4624464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2" name="pg2182"/>
            <p:cNvSpPr/>
            <p:nvPr/>
          </p:nvSpPr>
          <p:spPr>
            <a:xfrm>
              <a:off x="4636101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3" name="pg2183"/>
            <p:cNvSpPr/>
            <p:nvPr/>
          </p:nvSpPr>
          <p:spPr>
            <a:xfrm>
              <a:off x="4647739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4" name="pg2184"/>
            <p:cNvSpPr/>
            <p:nvPr/>
          </p:nvSpPr>
          <p:spPr>
            <a:xfrm>
              <a:off x="4577915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5" name="pg2185"/>
            <p:cNvSpPr/>
            <p:nvPr/>
          </p:nvSpPr>
          <p:spPr>
            <a:xfrm>
              <a:off x="4589552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6" name="pg2186"/>
            <p:cNvSpPr/>
            <p:nvPr/>
          </p:nvSpPr>
          <p:spPr>
            <a:xfrm>
              <a:off x="4601190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7" name="pg2187"/>
            <p:cNvSpPr/>
            <p:nvPr/>
          </p:nvSpPr>
          <p:spPr>
            <a:xfrm>
              <a:off x="4612827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8" name="pg2188"/>
            <p:cNvSpPr/>
            <p:nvPr/>
          </p:nvSpPr>
          <p:spPr>
            <a:xfrm>
              <a:off x="4624464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9" name="pg2189"/>
            <p:cNvSpPr/>
            <p:nvPr/>
          </p:nvSpPr>
          <p:spPr>
            <a:xfrm>
              <a:off x="4636101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0" name="pg2190"/>
            <p:cNvSpPr/>
            <p:nvPr/>
          </p:nvSpPr>
          <p:spPr>
            <a:xfrm>
              <a:off x="4566278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1" name="pg2191"/>
            <p:cNvSpPr/>
            <p:nvPr/>
          </p:nvSpPr>
          <p:spPr>
            <a:xfrm>
              <a:off x="4577915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2" name="pg2192"/>
            <p:cNvSpPr/>
            <p:nvPr/>
          </p:nvSpPr>
          <p:spPr>
            <a:xfrm>
              <a:off x="4589552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3" name="pg2193"/>
            <p:cNvSpPr/>
            <p:nvPr/>
          </p:nvSpPr>
          <p:spPr>
            <a:xfrm>
              <a:off x="4601190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4" name="pg2194"/>
            <p:cNvSpPr/>
            <p:nvPr/>
          </p:nvSpPr>
          <p:spPr>
            <a:xfrm>
              <a:off x="4612827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5" name="pg2195"/>
            <p:cNvSpPr/>
            <p:nvPr/>
          </p:nvSpPr>
          <p:spPr>
            <a:xfrm>
              <a:off x="4624464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6" name="pg2196"/>
            <p:cNvSpPr/>
            <p:nvPr/>
          </p:nvSpPr>
          <p:spPr>
            <a:xfrm>
              <a:off x="4566278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7" name="pg2197"/>
            <p:cNvSpPr/>
            <p:nvPr/>
          </p:nvSpPr>
          <p:spPr>
            <a:xfrm>
              <a:off x="4577915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8" name="pg2198"/>
            <p:cNvSpPr/>
            <p:nvPr/>
          </p:nvSpPr>
          <p:spPr>
            <a:xfrm>
              <a:off x="4589552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9" name="pg2199"/>
            <p:cNvSpPr/>
            <p:nvPr/>
          </p:nvSpPr>
          <p:spPr>
            <a:xfrm>
              <a:off x="4601190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0" name="pg2200"/>
            <p:cNvSpPr/>
            <p:nvPr/>
          </p:nvSpPr>
          <p:spPr>
            <a:xfrm>
              <a:off x="4612827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1" name="pg2201"/>
            <p:cNvSpPr/>
            <p:nvPr/>
          </p:nvSpPr>
          <p:spPr>
            <a:xfrm>
              <a:off x="4554640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2" name="pg2202"/>
            <p:cNvSpPr/>
            <p:nvPr/>
          </p:nvSpPr>
          <p:spPr>
            <a:xfrm>
              <a:off x="4566278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3" name="pg2203"/>
            <p:cNvSpPr/>
            <p:nvPr/>
          </p:nvSpPr>
          <p:spPr>
            <a:xfrm>
              <a:off x="4577915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4" name="pg2204"/>
            <p:cNvSpPr/>
            <p:nvPr/>
          </p:nvSpPr>
          <p:spPr>
            <a:xfrm>
              <a:off x="4589552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5" name="pg2205"/>
            <p:cNvSpPr/>
            <p:nvPr/>
          </p:nvSpPr>
          <p:spPr>
            <a:xfrm>
              <a:off x="4601190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6" name="pg2206"/>
            <p:cNvSpPr/>
            <p:nvPr/>
          </p:nvSpPr>
          <p:spPr>
            <a:xfrm>
              <a:off x="4612827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7" name="pg2207"/>
            <p:cNvSpPr/>
            <p:nvPr/>
          </p:nvSpPr>
          <p:spPr>
            <a:xfrm>
              <a:off x="4554640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8" name="pg2208"/>
            <p:cNvSpPr/>
            <p:nvPr/>
          </p:nvSpPr>
          <p:spPr>
            <a:xfrm>
              <a:off x="4566278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9" name="pg2209"/>
            <p:cNvSpPr/>
            <p:nvPr/>
          </p:nvSpPr>
          <p:spPr>
            <a:xfrm>
              <a:off x="4577915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0" name="pg2210"/>
            <p:cNvSpPr/>
            <p:nvPr/>
          </p:nvSpPr>
          <p:spPr>
            <a:xfrm>
              <a:off x="4589552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1" name="pg2211"/>
            <p:cNvSpPr/>
            <p:nvPr/>
          </p:nvSpPr>
          <p:spPr>
            <a:xfrm>
              <a:off x="4601190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2" name="pg2212"/>
            <p:cNvSpPr/>
            <p:nvPr/>
          </p:nvSpPr>
          <p:spPr>
            <a:xfrm>
              <a:off x="4543003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3" name="pg2213"/>
            <p:cNvSpPr/>
            <p:nvPr/>
          </p:nvSpPr>
          <p:spPr>
            <a:xfrm>
              <a:off x="4554640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4" name="pg2214"/>
            <p:cNvSpPr/>
            <p:nvPr/>
          </p:nvSpPr>
          <p:spPr>
            <a:xfrm>
              <a:off x="4566278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5" name="pg2215"/>
            <p:cNvSpPr/>
            <p:nvPr/>
          </p:nvSpPr>
          <p:spPr>
            <a:xfrm>
              <a:off x="4577915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6" name="pg2216"/>
            <p:cNvSpPr/>
            <p:nvPr/>
          </p:nvSpPr>
          <p:spPr>
            <a:xfrm>
              <a:off x="4589552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7" name="pg2217"/>
            <p:cNvSpPr/>
            <p:nvPr/>
          </p:nvSpPr>
          <p:spPr>
            <a:xfrm>
              <a:off x="4601190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8" name="pg2218"/>
            <p:cNvSpPr/>
            <p:nvPr/>
          </p:nvSpPr>
          <p:spPr>
            <a:xfrm>
              <a:off x="4543003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9" name="pg2219"/>
            <p:cNvSpPr/>
            <p:nvPr/>
          </p:nvSpPr>
          <p:spPr>
            <a:xfrm>
              <a:off x="4554640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0" name="pg2220"/>
            <p:cNvSpPr/>
            <p:nvPr/>
          </p:nvSpPr>
          <p:spPr>
            <a:xfrm>
              <a:off x="4566278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1" name="pg2221"/>
            <p:cNvSpPr/>
            <p:nvPr/>
          </p:nvSpPr>
          <p:spPr>
            <a:xfrm>
              <a:off x="4577915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2" name="pg2222"/>
            <p:cNvSpPr/>
            <p:nvPr/>
          </p:nvSpPr>
          <p:spPr>
            <a:xfrm>
              <a:off x="4589552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3" name="pg2223"/>
            <p:cNvSpPr/>
            <p:nvPr/>
          </p:nvSpPr>
          <p:spPr>
            <a:xfrm>
              <a:off x="4601190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4" name="pg2224"/>
            <p:cNvSpPr/>
            <p:nvPr/>
          </p:nvSpPr>
          <p:spPr>
            <a:xfrm>
              <a:off x="4543003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5" name="pg2225"/>
            <p:cNvSpPr/>
            <p:nvPr/>
          </p:nvSpPr>
          <p:spPr>
            <a:xfrm>
              <a:off x="4554640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6" name="pg2226"/>
            <p:cNvSpPr/>
            <p:nvPr/>
          </p:nvSpPr>
          <p:spPr>
            <a:xfrm>
              <a:off x="4566278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7" name="pg2227"/>
            <p:cNvSpPr/>
            <p:nvPr/>
          </p:nvSpPr>
          <p:spPr>
            <a:xfrm>
              <a:off x="4577915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8" name="pg2228"/>
            <p:cNvSpPr/>
            <p:nvPr/>
          </p:nvSpPr>
          <p:spPr>
            <a:xfrm>
              <a:off x="4589552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9" name="pg2229"/>
            <p:cNvSpPr/>
            <p:nvPr/>
          </p:nvSpPr>
          <p:spPr>
            <a:xfrm>
              <a:off x="3856400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0" name="pg2230"/>
            <p:cNvSpPr/>
            <p:nvPr/>
          </p:nvSpPr>
          <p:spPr>
            <a:xfrm>
              <a:off x="3868038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1" name="pg2231"/>
            <p:cNvSpPr/>
            <p:nvPr/>
          </p:nvSpPr>
          <p:spPr>
            <a:xfrm>
              <a:off x="3879675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2" name="pg2232"/>
            <p:cNvSpPr/>
            <p:nvPr/>
          </p:nvSpPr>
          <p:spPr>
            <a:xfrm>
              <a:off x="3891312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3" name="pg2233"/>
            <p:cNvSpPr/>
            <p:nvPr/>
          </p:nvSpPr>
          <p:spPr>
            <a:xfrm>
              <a:off x="4543003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4" name="pg2234"/>
            <p:cNvSpPr/>
            <p:nvPr/>
          </p:nvSpPr>
          <p:spPr>
            <a:xfrm>
              <a:off x="4554640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5" name="pg2235"/>
            <p:cNvSpPr/>
            <p:nvPr/>
          </p:nvSpPr>
          <p:spPr>
            <a:xfrm>
              <a:off x="4566278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6" name="pg2236"/>
            <p:cNvSpPr/>
            <p:nvPr/>
          </p:nvSpPr>
          <p:spPr>
            <a:xfrm>
              <a:off x="4577915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7" name="pg2237"/>
            <p:cNvSpPr/>
            <p:nvPr/>
          </p:nvSpPr>
          <p:spPr>
            <a:xfrm>
              <a:off x="385640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8" name="pg2238"/>
            <p:cNvSpPr/>
            <p:nvPr/>
          </p:nvSpPr>
          <p:spPr>
            <a:xfrm>
              <a:off x="386803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9" name="pg2239"/>
            <p:cNvSpPr/>
            <p:nvPr/>
          </p:nvSpPr>
          <p:spPr>
            <a:xfrm>
              <a:off x="3879675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0" name="pg2240"/>
            <p:cNvSpPr/>
            <p:nvPr/>
          </p:nvSpPr>
          <p:spPr>
            <a:xfrm>
              <a:off x="3891312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1" name="pg2241"/>
            <p:cNvSpPr/>
            <p:nvPr/>
          </p:nvSpPr>
          <p:spPr>
            <a:xfrm>
              <a:off x="390295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2" name="pg2242"/>
            <p:cNvSpPr/>
            <p:nvPr/>
          </p:nvSpPr>
          <p:spPr>
            <a:xfrm>
              <a:off x="3949499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3" name="pg2243"/>
            <p:cNvSpPr/>
            <p:nvPr/>
          </p:nvSpPr>
          <p:spPr>
            <a:xfrm>
              <a:off x="3961136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4" name="pg2244"/>
            <p:cNvSpPr/>
            <p:nvPr/>
          </p:nvSpPr>
          <p:spPr>
            <a:xfrm>
              <a:off x="3972774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5" name="pg2245"/>
            <p:cNvSpPr/>
            <p:nvPr/>
          </p:nvSpPr>
          <p:spPr>
            <a:xfrm>
              <a:off x="3984411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6" name="pg2246"/>
            <p:cNvSpPr/>
            <p:nvPr/>
          </p:nvSpPr>
          <p:spPr>
            <a:xfrm>
              <a:off x="399604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7" name="pg2247"/>
            <p:cNvSpPr/>
            <p:nvPr/>
          </p:nvSpPr>
          <p:spPr>
            <a:xfrm>
              <a:off x="4543003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8" name="pg2248"/>
            <p:cNvSpPr/>
            <p:nvPr/>
          </p:nvSpPr>
          <p:spPr>
            <a:xfrm>
              <a:off x="455464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9" name="pg2249"/>
            <p:cNvSpPr/>
            <p:nvPr/>
          </p:nvSpPr>
          <p:spPr>
            <a:xfrm>
              <a:off x="456627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0" name="pg2250"/>
            <p:cNvSpPr/>
            <p:nvPr/>
          </p:nvSpPr>
          <p:spPr>
            <a:xfrm>
              <a:off x="4577915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1" name="pg2251"/>
            <p:cNvSpPr/>
            <p:nvPr/>
          </p:nvSpPr>
          <p:spPr>
            <a:xfrm>
              <a:off x="4589552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2" name="pg2252"/>
            <p:cNvSpPr/>
            <p:nvPr/>
          </p:nvSpPr>
          <p:spPr>
            <a:xfrm>
              <a:off x="3774939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3" name="pg2253"/>
            <p:cNvSpPr/>
            <p:nvPr/>
          </p:nvSpPr>
          <p:spPr>
            <a:xfrm>
              <a:off x="378657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4" name="pg2254"/>
            <p:cNvSpPr/>
            <p:nvPr/>
          </p:nvSpPr>
          <p:spPr>
            <a:xfrm>
              <a:off x="384476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5" name="pg2255"/>
            <p:cNvSpPr/>
            <p:nvPr/>
          </p:nvSpPr>
          <p:spPr>
            <a:xfrm>
              <a:off x="385640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6" name="pg2256"/>
            <p:cNvSpPr/>
            <p:nvPr/>
          </p:nvSpPr>
          <p:spPr>
            <a:xfrm>
              <a:off x="386803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7" name="pg2257"/>
            <p:cNvSpPr/>
            <p:nvPr/>
          </p:nvSpPr>
          <p:spPr>
            <a:xfrm>
              <a:off x="387967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8" name="pg2258"/>
            <p:cNvSpPr/>
            <p:nvPr/>
          </p:nvSpPr>
          <p:spPr>
            <a:xfrm>
              <a:off x="389131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9" name="pg2259"/>
            <p:cNvSpPr/>
            <p:nvPr/>
          </p:nvSpPr>
          <p:spPr>
            <a:xfrm>
              <a:off x="390295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0" name="pg2260"/>
            <p:cNvSpPr/>
            <p:nvPr/>
          </p:nvSpPr>
          <p:spPr>
            <a:xfrm>
              <a:off x="3949499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1" name="pg2261"/>
            <p:cNvSpPr/>
            <p:nvPr/>
          </p:nvSpPr>
          <p:spPr>
            <a:xfrm>
              <a:off x="396113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2" name="pg2262"/>
            <p:cNvSpPr/>
            <p:nvPr/>
          </p:nvSpPr>
          <p:spPr>
            <a:xfrm>
              <a:off x="3972774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3" name="pg2263"/>
            <p:cNvSpPr/>
            <p:nvPr/>
          </p:nvSpPr>
          <p:spPr>
            <a:xfrm>
              <a:off x="3984411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4" name="pg2264"/>
            <p:cNvSpPr/>
            <p:nvPr/>
          </p:nvSpPr>
          <p:spPr>
            <a:xfrm>
              <a:off x="399604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5" name="pg2265"/>
            <p:cNvSpPr/>
            <p:nvPr/>
          </p:nvSpPr>
          <p:spPr>
            <a:xfrm>
              <a:off x="400768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6" name="pg2266"/>
            <p:cNvSpPr/>
            <p:nvPr/>
          </p:nvSpPr>
          <p:spPr>
            <a:xfrm>
              <a:off x="401932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7" name="pg2267"/>
            <p:cNvSpPr/>
            <p:nvPr/>
          </p:nvSpPr>
          <p:spPr>
            <a:xfrm>
              <a:off x="403096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8" name="pg2268"/>
            <p:cNvSpPr/>
            <p:nvPr/>
          </p:nvSpPr>
          <p:spPr>
            <a:xfrm>
              <a:off x="404259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9" name="pg2269"/>
            <p:cNvSpPr/>
            <p:nvPr/>
          </p:nvSpPr>
          <p:spPr>
            <a:xfrm>
              <a:off x="405423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0" name="pg2270"/>
            <p:cNvSpPr/>
            <p:nvPr/>
          </p:nvSpPr>
          <p:spPr>
            <a:xfrm>
              <a:off x="406587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1" name="pg2271"/>
            <p:cNvSpPr/>
            <p:nvPr/>
          </p:nvSpPr>
          <p:spPr>
            <a:xfrm>
              <a:off x="407751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2" name="pg2272"/>
            <p:cNvSpPr/>
            <p:nvPr/>
          </p:nvSpPr>
          <p:spPr>
            <a:xfrm>
              <a:off x="454300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3" name="pg2273"/>
            <p:cNvSpPr/>
            <p:nvPr/>
          </p:nvSpPr>
          <p:spPr>
            <a:xfrm>
              <a:off x="455464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4" name="pg2274"/>
            <p:cNvSpPr/>
            <p:nvPr/>
          </p:nvSpPr>
          <p:spPr>
            <a:xfrm>
              <a:off x="456627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5" name="pg2275"/>
            <p:cNvSpPr/>
            <p:nvPr/>
          </p:nvSpPr>
          <p:spPr>
            <a:xfrm>
              <a:off x="457791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6" name="pg2276"/>
            <p:cNvSpPr/>
            <p:nvPr/>
          </p:nvSpPr>
          <p:spPr>
            <a:xfrm>
              <a:off x="458955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7" name="pg2277"/>
            <p:cNvSpPr/>
            <p:nvPr/>
          </p:nvSpPr>
          <p:spPr>
            <a:xfrm>
              <a:off x="362365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8" name="pg2278"/>
            <p:cNvSpPr/>
            <p:nvPr/>
          </p:nvSpPr>
          <p:spPr>
            <a:xfrm>
              <a:off x="363529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9" name="pg2279"/>
            <p:cNvSpPr/>
            <p:nvPr/>
          </p:nvSpPr>
          <p:spPr>
            <a:xfrm>
              <a:off x="364692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0" name="pg2280"/>
            <p:cNvSpPr/>
            <p:nvPr/>
          </p:nvSpPr>
          <p:spPr>
            <a:xfrm>
              <a:off x="365856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1" name="pg2281"/>
            <p:cNvSpPr/>
            <p:nvPr/>
          </p:nvSpPr>
          <p:spPr>
            <a:xfrm>
              <a:off x="367020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2" name="pg2282"/>
            <p:cNvSpPr/>
            <p:nvPr/>
          </p:nvSpPr>
          <p:spPr>
            <a:xfrm>
              <a:off x="372839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3" name="pg2283"/>
            <p:cNvSpPr/>
            <p:nvPr/>
          </p:nvSpPr>
          <p:spPr>
            <a:xfrm>
              <a:off x="374002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4" name="pg2284"/>
            <p:cNvSpPr/>
            <p:nvPr/>
          </p:nvSpPr>
          <p:spPr>
            <a:xfrm>
              <a:off x="375166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5" name="pg2285"/>
            <p:cNvSpPr/>
            <p:nvPr/>
          </p:nvSpPr>
          <p:spPr>
            <a:xfrm>
              <a:off x="376330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6" name="pg2286"/>
            <p:cNvSpPr/>
            <p:nvPr/>
          </p:nvSpPr>
          <p:spPr>
            <a:xfrm>
              <a:off x="377493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7" name="pg2287"/>
            <p:cNvSpPr/>
            <p:nvPr/>
          </p:nvSpPr>
          <p:spPr>
            <a:xfrm>
              <a:off x="378657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8" name="pg2288"/>
            <p:cNvSpPr/>
            <p:nvPr/>
          </p:nvSpPr>
          <p:spPr>
            <a:xfrm>
              <a:off x="379821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9" name="pg2289"/>
            <p:cNvSpPr/>
            <p:nvPr/>
          </p:nvSpPr>
          <p:spPr>
            <a:xfrm>
              <a:off x="380985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0" name="pg2290"/>
            <p:cNvSpPr/>
            <p:nvPr/>
          </p:nvSpPr>
          <p:spPr>
            <a:xfrm>
              <a:off x="382148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1" name="pg2291"/>
            <p:cNvSpPr/>
            <p:nvPr/>
          </p:nvSpPr>
          <p:spPr>
            <a:xfrm>
              <a:off x="383312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2" name="pg2292"/>
            <p:cNvSpPr/>
            <p:nvPr/>
          </p:nvSpPr>
          <p:spPr>
            <a:xfrm>
              <a:off x="384476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6">
                <a:alpha val="100000"/>
              </a:srgbClr>
            </a:solidFill>
            <a:ln w="5420" cap="flat">
              <a:solidFill>
                <a:srgbClr val="3A58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3" name="pg2293"/>
            <p:cNvSpPr/>
            <p:nvPr/>
          </p:nvSpPr>
          <p:spPr>
            <a:xfrm>
              <a:off x="385640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4" name="pg2294"/>
            <p:cNvSpPr/>
            <p:nvPr/>
          </p:nvSpPr>
          <p:spPr>
            <a:xfrm>
              <a:off x="386803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5" name="pg2295"/>
            <p:cNvSpPr/>
            <p:nvPr/>
          </p:nvSpPr>
          <p:spPr>
            <a:xfrm>
              <a:off x="387967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6" name="pg2296"/>
            <p:cNvSpPr/>
            <p:nvPr/>
          </p:nvSpPr>
          <p:spPr>
            <a:xfrm>
              <a:off x="389131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7" name="pg2297"/>
            <p:cNvSpPr/>
            <p:nvPr/>
          </p:nvSpPr>
          <p:spPr>
            <a:xfrm>
              <a:off x="390295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8" name="pg2298"/>
            <p:cNvSpPr/>
            <p:nvPr/>
          </p:nvSpPr>
          <p:spPr>
            <a:xfrm>
              <a:off x="391458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9" name="pg2299"/>
            <p:cNvSpPr/>
            <p:nvPr/>
          </p:nvSpPr>
          <p:spPr>
            <a:xfrm>
              <a:off x="392622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0" name="pg2300"/>
            <p:cNvSpPr/>
            <p:nvPr/>
          </p:nvSpPr>
          <p:spPr>
            <a:xfrm>
              <a:off x="393786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1" name="pg2301"/>
            <p:cNvSpPr/>
            <p:nvPr/>
          </p:nvSpPr>
          <p:spPr>
            <a:xfrm>
              <a:off x="394949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2" name="pg2302"/>
            <p:cNvSpPr/>
            <p:nvPr/>
          </p:nvSpPr>
          <p:spPr>
            <a:xfrm>
              <a:off x="396113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3" name="pg2303"/>
            <p:cNvSpPr/>
            <p:nvPr/>
          </p:nvSpPr>
          <p:spPr>
            <a:xfrm>
              <a:off x="397277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4" name="pg2304"/>
            <p:cNvSpPr/>
            <p:nvPr/>
          </p:nvSpPr>
          <p:spPr>
            <a:xfrm>
              <a:off x="398441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5" name="pg2305"/>
            <p:cNvSpPr/>
            <p:nvPr/>
          </p:nvSpPr>
          <p:spPr>
            <a:xfrm>
              <a:off x="399604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6" name="pg2306"/>
            <p:cNvSpPr/>
            <p:nvPr/>
          </p:nvSpPr>
          <p:spPr>
            <a:xfrm>
              <a:off x="400768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7" name="pg2307"/>
            <p:cNvSpPr/>
            <p:nvPr/>
          </p:nvSpPr>
          <p:spPr>
            <a:xfrm>
              <a:off x="401932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8" name="pg2308"/>
            <p:cNvSpPr/>
            <p:nvPr/>
          </p:nvSpPr>
          <p:spPr>
            <a:xfrm>
              <a:off x="403096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9" name="pg2309"/>
            <p:cNvSpPr/>
            <p:nvPr/>
          </p:nvSpPr>
          <p:spPr>
            <a:xfrm>
              <a:off x="404259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0" name="pg2310"/>
            <p:cNvSpPr/>
            <p:nvPr/>
          </p:nvSpPr>
          <p:spPr>
            <a:xfrm>
              <a:off x="405423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1" name="pg2311"/>
            <p:cNvSpPr/>
            <p:nvPr/>
          </p:nvSpPr>
          <p:spPr>
            <a:xfrm>
              <a:off x="406587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2" name="pg2312"/>
            <p:cNvSpPr/>
            <p:nvPr/>
          </p:nvSpPr>
          <p:spPr>
            <a:xfrm>
              <a:off x="407751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3" name="pg2313"/>
            <p:cNvSpPr/>
            <p:nvPr/>
          </p:nvSpPr>
          <p:spPr>
            <a:xfrm>
              <a:off x="408914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4" name="pg2314"/>
            <p:cNvSpPr/>
            <p:nvPr/>
          </p:nvSpPr>
          <p:spPr>
            <a:xfrm>
              <a:off x="412405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5" name="pg2315"/>
            <p:cNvSpPr/>
            <p:nvPr/>
          </p:nvSpPr>
          <p:spPr>
            <a:xfrm>
              <a:off x="454300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6" name="pg2316"/>
            <p:cNvSpPr/>
            <p:nvPr/>
          </p:nvSpPr>
          <p:spPr>
            <a:xfrm>
              <a:off x="455464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7" name="pg2317"/>
            <p:cNvSpPr/>
            <p:nvPr/>
          </p:nvSpPr>
          <p:spPr>
            <a:xfrm>
              <a:off x="456627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8" name="pg2318"/>
            <p:cNvSpPr/>
            <p:nvPr/>
          </p:nvSpPr>
          <p:spPr>
            <a:xfrm>
              <a:off x="457791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9" name="pg2319"/>
            <p:cNvSpPr/>
            <p:nvPr/>
          </p:nvSpPr>
          <p:spPr>
            <a:xfrm>
              <a:off x="458955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0" name="pg2320"/>
            <p:cNvSpPr/>
            <p:nvPr/>
          </p:nvSpPr>
          <p:spPr>
            <a:xfrm>
              <a:off x="361201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1" name="pg2321"/>
            <p:cNvSpPr/>
            <p:nvPr/>
          </p:nvSpPr>
          <p:spPr>
            <a:xfrm>
              <a:off x="362365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2" name="pg2322"/>
            <p:cNvSpPr/>
            <p:nvPr/>
          </p:nvSpPr>
          <p:spPr>
            <a:xfrm>
              <a:off x="363529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3" name="pg2323"/>
            <p:cNvSpPr/>
            <p:nvPr/>
          </p:nvSpPr>
          <p:spPr>
            <a:xfrm>
              <a:off x="364692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4" name="pg2324"/>
            <p:cNvSpPr/>
            <p:nvPr/>
          </p:nvSpPr>
          <p:spPr>
            <a:xfrm>
              <a:off x="365856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5" name="pg2325"/>
            <p:cNvSpPr/>
            <p:nvPr/>
          </p:nvSpPr>
          <p:spPr>
            <a:xfrm>
              <a:off x="367020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6" name="pg2326"/>
            <p:cNvSpPr/>
            <p:nvPr/>
          </p:nvSpPr>
          <p:spPr>
            <a:xfrm>
              <a:off x="368184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7" name="pg2327"/>
            <p:cNvSpPr/>
            <p:nvPr/>
          </p:nvSpPr>
          <p:spPr>
            <a:xfrm>
              <a:off x="369347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8" name="pg2328"/>
            <p:cNvSpPr/>
            <p:nvPr/>
          </p:nvSpPr>
          <p:spPr>
            <a:xfrm>
              <a:off x="370511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9" name="pg2329"/>
            <p:cNvSpPr/>
            <p:nvPr/>
          </p:nvSpPr>
          <p:spPr>
            <a:xfrm>
              <a:off x="371675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0" name="pg2330"/>
            <p:cNvSpPr/>
            <p:nvPr/>
          </p:nvSpPr>
          <p:spPr>
            <a:xfrm>
              <a:off x="372839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1" name="pg2331"/>
            <p:cNvSpPr/>
            <p:nvPr/>
          </p:nvSpPr>
          <p:spPr>
            <a:xfrm>
              <a:off x="374002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2" name="pg2332"/>
            <p:cNvSpPr/>
            <p:nvPr/>
          </p:nvSpPr>
          <p:spPr>
            <a:xfrm>
              <a:off x="375166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3" name="pg2333"/>
            <p:cNvSpPr/>
            <p:nvPr/>
          </p:nvSpPr>
          <p:spPr>
            <a:xfrm>
              <a:off x="376330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4" name="pg2334"/>
            <p:cNvSpPr/>
            <p:nvPr/>
          </p:nvSpPr>
          <p:spPr>
            <a:xfrm>
              <a:off x="377493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5" name="pg2335"/>
            <p:cNvSpPr/>
            <p:nvPr/>
          </p:nvSpPr>
          <p:spPr>
            <a:xfrm>
              <a:off x="378657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6" name="pg2336"/>
            <p:cNvSpPr/>
            <p:nvPr/>
          </p:nvSpPr>
          <p:spPr>
            <a:xfrm>
              <a:off x="379821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7" name="pg2337"/>
            <p:cNvSpPr/>
            <p:nvPr/>
          </p:nvSpPr>
          <p:spPr>
            <a:xfrm>
              <a:off x="380985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8" name="pg2338"/>
            <p:cNvSpPr/>
            <p:nvPr/>
          </p:nvSpPr>
          <p:spPr>
            <a:xfrm>
              <a:off x="382148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9" name="pg2339"/>
            <p:cNvSpPr/>
            <p:nvPr/>
          </p:nvSpPr>
          <p:spPr>
            <a:xfrm>
              <a:off x="383312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0" name="pg2340"/>
            <p:cNvSpPr/>
            <p:nvPr/>
          </p:nvSpPr>
          <p:spPr>
            <a:xfrm>
              <a:off x="384476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1" name="pg2341"/>
            <p:cNvSpPr/>
            <p:nvPr/>
          </p:nvSpPr>
          <p:spPr>
            <a:xfrm>
              <a:off x="385640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2" name="pg2342"/>
            <p:cNvSpPr/>
            <p:nvPr/>
          </p:nvSpPr>
          <p:spPr>
            <a:xfrm>
              <a:off x="386803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3" name="pg2343"/>
            <p:cNvSpPr/>
            <p:nvPr/>
          </p:nvSpPr>
          <p:spPr>
            <a:xfrm>
              <a:off x="387967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4" name="pg2344"/>
            <p:cNvSpPr/>
            <p:nvPr/>
          </p:nvSpPr>
          <p:spPr>
            <a:xfrm>
              <a:off x="389131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5" name="pg2345"/>
            <p:cNvSpPr/>
            <p:nvPr/>
          </p:nvSpPr>
          <p:spPr>
            <a:xfrm>
              <a:off x="390295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6" name="pg2346"/>
            <p:cNvSpPr/>
            <p:nvPr/>
          </p:nvSpPr>
          <p:spPr>
            <a:xfrm>
              <a:off x="391458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7" name="pg2347"/>
            <p:cNvSpPr/>
            <p:nvPr/>
          </p:nvSpPr>
          <p:spPr>
            <a:xfrm>
              <a:off x="392622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8" name="pg2348"/>
            <p:cNvSpPr/>
            <p:nvPr/>
          </p:nvSpPr>
          <p:spPr>
            <a:xfrm>
              <a:off x="393786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9" name="pg2349"/>
            <p:cNvSpPr/>
            <p:nvPr/>
          </p:nvSpPr>
          <p:spPr>
            <a:xfrm>
              <a:off x="394949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0" name="pg2350"/>
            <p:cNvSpPr/>
            <p:nvPr/>
          </p:nvSpPr>
          <p:spPr>
            <a:xfrm>
              <a:off x="396113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1" name="pg2351"/>
            <p:cNvSpPr/>
            <p:nvPr/>
          </p:nvSpPr>
          <p:spPr>
            <a:xfrm>
              <a:off x="397277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2" name="pg2352"/>
            <p:cNvSpPr/>
            <p:nvPr/>
          </p:nvSpPr>
          <p:spPr>
            <a:xfrm>
              <a:off x="398441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3" name="pg2353"/>
            <p:cNvSpPr/>
            <p:nvPr/>
          </p:nvSpPr>
          <p:spPr>
            <a:xfrm>
              <a:off x="399604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4" name="pg2354"/>
            <p:cNvSpPr/>
            <p:nvPr/>
          </p:nvSpPr>
          <p:spPr>
            <a:xfrm>
              <a:off x="400768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5" name="pg2355"/>
            <p:cNvSpPr/>
            <p:nvPr/>
          </p:nvSpPr>
          <p:spPr>
            <a:xfrm>
              <a:off x="401932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6" name="pg2356"/>
            <p:cNvSpPr/>
            <p:nvPr/>
          </p:nvSpPr>
          <p:spPr>
            <a:xfrm>
              <a:off x="403096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7" name="pg2357"/>
            <p:cNvSpPr/>
            <p:nvPr/>
          </p:nvSpPr>
          <p:spPr>
            <a:xfrm>
              <a:off x="404259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8" name="pg2358"/>
            <p:cNvSpPr/>
            <p:nvPr/>
          </p:nvSpPr>
          <p:spPr>
            <a:xfrm>
              <a:off x="405423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9" name="pg2359"/>
            <p:cNvSpPr/>
            <p:nvPr/>
          </p:nvSpPr>
          <p:spPr>
            <a:xfrm>
              <a:off x="406587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0" name="pg2360"/>
            <p:cNvSpPr/>
            <p:nvPr/>
          </p:nvSpPr>
          <p:spPr>
            <a:xfrm>
              <a:off x="407751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1" name="pg2361"/>
            <p:cNvSpPr/>
            <p:nvPr/>
          </p:nvSpPr>
          <p:spPr>
            <a:xfrm>
              <a:off x="408914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2" name="pg2362"/>
            <p:cNvSpPr/>
            <p:nvPr/>
          </p:nvSpPr>
          <p:spPr>
            <a:xfrm>
              <a:off x="410078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3" name="pg2363"/>
            <p:cNvSpPr/>
            <p:nvPr/>
          </p:nvSpPr>
          <p:spPr>
            <a:xfrm>
              <a:off x="411242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4" name="pg2364"/>
            <p:cNvSpPr/>
            <p:nvPr/>
          </p:nvSpPr>
          <p:spPr>
            <a:xfrm>
              <a:off x="412405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5" name="pg2365"/>
            <p:cNvSpPr/>
            <p:nvPr/>
          </p:nvSpPr>
          <p:spPr>
            <a:xfrm>
              <a:off x="413569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6" name="pg2366"/>
            <p:cNvSpPr/>
            <p:nvPr/>
          </p:nvSpPr>
          <p:spPr>
            <a:xfrm>
              <a:off x="414733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7" name="pg2367"/>
            <p:cNvSpPr/>
            <p:nvPr/>
          </p:nvSpPr>
          <p:spPr>
            <a:xfrm>
              <a:off x="455464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8" name="pg2368"/>
            <p:cNvSpPr/>
            <p:nvPr/>
          </p:nvSpPr>
          <p:spPr>
            <a:xfrm>
              <a:off x="456627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9" name="pg2369"/>
            <p:cNvSpPr/>
            <p:nvPr/>
          </p:nvSpPr>
          <p:spPr>
            <a:xfrm>
              <a:off x="457791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0" name="pg2370"/>
            <p:cNvSpPr/>
            <p:nvPr/>
          </p:nvSpPr>
          <p:spPr>
            <a:xfrm>
              <a:off x="458955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1" name="pg2371"/>
            <p:cNvSpPr/>
            <p:nvPr/>
          </p:nvSpPr>
          <p:spPr>
            <a:xfrm>
              <a:off x="360037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2" name="pg2372"/>
            <p:cNvSpPr/>
            <p:nvPr/>
          </p:nvSpPr>
          <p:spPr>
            <a:xfrm>
              <a:off x="361201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3" name="pg2373"/>
            <p:cNvSpPr/>
            <p:nvPr/>
          </p:nvSpPr>
          <p:spPr>
            <a:xfrm>
              <a:off x="362365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4" name="pg2374"/>
            <p:cNvSpPr/>
            <p:nvPr/>
          </p:nvSpPr>
          <p:spPr>
            <a:xfrm>
              <a:off x="363529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5" name="pg2375"/>
            <p:cNvSpPr/>
            <p:nvPr/>
          </p:nvSpPr>
          <p:spPr>
            <a:xfrm>
              <a:off x="364692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6" name="pg2376"/>
            <p:cNvSpPr/>
            <p:nvPr/>
          </p:nvSpPr>
          <p:spPr>
            <a:xfrm>
              <a:off x="365856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7" name="pg2377"/>
            <p:cNvSpPr/>
            <p:nvPr/>
          </p:nvSpPr>
          <p:spPr>
            <a:xfrm>
              <a:off x="367020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8" name="pg2378"/>
            <p:cNvSpPr/>
            <p:nvPr/>
          </p:nvSpPr>
          <p:spPr>
            <a:xfrm>
              <a:off x="368184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9" name="pg2379"/>
            <p:cNvSpPr/>
            <p:nvPr/>
          </p:nvSpPr>
          <p:spPr>
            <a:xfrm>
              <a:off x="369347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0" name="pg2380"/>
            <p:cNvSpPr/>
            <p:nvPr/>
          </p:nvSpPr>
          <p:spPr>
            <a:xfrm>
              <a:off x="370511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1" name="pg2381"/>
            <p:cNvSpPr/>
            <p:nvPr/>
          </p:nvSpPr>
          <p:spPr>
            <a:xfrm>
              <a:off x="371675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2" name="pg2382"/>
            <p:cNvSpPr/>
            <p:nvPr/>
          </p:nvSpPr>
          <p:spPr>
            <a:xfrm>
              <a:off x="372839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3" name="pg2383"/>
            <p:cNvSpPr/>
            <p:nvPr/>
          </p:nvSpPr>
          <p:spPr>
            <a:xfrm>
              <a:off x="374002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4" name="pg2384"/>
            <p:cNvSpPr/>
            <p:nvPr/>
          </p:nvSpPr>
          <p:spPr>
            <a:xfrm>
              <a:off x="375166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5" name="pg2385"/>
            <p:cNvSpPr/>
            <p:nvPr/>
          </p:nvSpPr>
          <p:spPr>
            <a:xfrm>
              <a:off x="376330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6" name="pg2386"/>
            <p:cNvSpPr/>
            <p:nvPr/>
          </p:nvSpPr>
          <p:spPr>
            <a:xfrm>
              <a:off x="377493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7" name="pg2387"/>
            <p:cNvSpPr/>
            <p:nvPr/>
          </p:nvSpPr>
          <p:spPr>
            <a:xfrm>
              <a:off x="378657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8" name="pg2388"/>
            <p:cNvSpPr/>
            <p:nvPr/>
          </p:nvSpPr>
          <p:spPr>
            <a:xfrm>
              <a:off x="379821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9" name="pg2389"/>
            <p:cNvSpPr/>
            <p:nvPr/>
          </p:nvSpPr>
          <p:spPr>
            <a:xfrm>
              <a:off x="380985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0" name="pg2390"/>
            <p:cNvSpPr/>
            <p:nvPr/>
          </p:nvSpPr>
          <p:spPr>
            <a:xfrm>
              <a:off x="382148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1" name="pg2391"/>
            <p:cNvSpPr/>
            <p:nvPr/>
          </p:nvSpPr>
          <p:spPr>
            <a:xfrm>
              <a:off x="383312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2" name="pg2392"/>
            <p:cNvSpPr/>
            <p:nvPr/>
          </p:nvSpPr>
          <p:spPr>
            <a:xfrm>
              <a:off x="384476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3" name="pg2393"/>
            <p:cNvSpPr/>
            <p:nvPr/>
          </p:nvSpPr>
          <p:spPr>
            <a:xfrm>
              <a:off x="385640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4" name="pg2394"/>
            <p:cNvSpPr/>
            <p:nvPr/>
          </p:nvSpPr>
          <p:spPr>
            <a:xfrm>
              <a:off x="386803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5" name="pg2395"/>
            <p:cNvSpPr/>
            <p:nvPr/>
          </p:nvSpPr>
          <p:spPr>
            <a:xfrm>
              <a:off x="387967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6" name="pg2396"/>
            <p:cNvSpPr/>
            <p:nvPr/>
          </p:nvSpPr>
          <p:spPr>
            <a:xfrm>
              <a:off x="389131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7" name="pg2397"/>
            <p:cNvSpPr/>
            <p:nvPr/>
          </p:nvSpPr>
          <p:spPr>
            <a:xfrm>
              <a:off x="390295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8" name="pg2398"/>
            <p:cNvSpPr/>
            <p:nvPr/>
          </p:nvSpPr>
          <p:spPr>
            <a:xfrm>
              <a:off x="391458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9" name="pg2399"/>
            <p:cNvSpPr/>
            <p:nvPr/>
          </p:nvSpPr>
          <p:spPr>
            <a:xfrm>
              <a:off x="392622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0" name="pg2400"/>
            <p:cNvSpPr/>
            <p:nvPr/>
          </p:nvSpPr>
          <p:spPr>
            <a:xfrm>
              <a:off x="393786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1" name="pg2401"/>
            <p:cNvSpPr/>
            <p:nvPr/>
          </p:nvSpPr>
          <p:spPr>
            <a:xfrm>
              <a:off x="394949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2" name="pg2402"/>
            <p:cNvSpPr/>
            <p:nvPr/>
          </p:nvSpPr>
          <p:spPr>
            <a:xfrm>
              <a:off x="396113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3" name="pg2403"/>
            <p:cNvSpPr/>
            <p:nvPr/>
          </p:nvSpPr>
          <p:spPr>
            <a:xfrm>
              <a:off x="397277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4" name="pg2404"/>
            <p:cNvSpPr/>
            <p:nvPr/>
          </p:nvSpPr>
          <p:spPr>
            <a:xfrm>
              <a:off x="398441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5" name="pg2405"/>
            <p:cNvSpPr/>
            <p:nvPr/>
          </p:nvSpPr>
          <p:spPr>
            <a:xfrm>
              <a:off x="399604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6" name="pg2406"/>
            <p:cNvSpPr/>
            <p:nvPr/>
          </p:nvSpPr>
          <p:spPr>
            <a:xfrm>
              <a:off x="400768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7" name="pg2407"/>
            <p:cNvSpPr/>
            <p:nvPr/>
          </p:nvSpPr>
          <p:spPr>
            <a:xfrm>
              <a:off x="401932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8" name="pg2408"/>
            <p:cNvSpPr/>
            <p:nvPr/>
          </p:nvSpPr>
          <p:spPr>
            <a:xfrm>
              <a:off x="403096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9" name="pg2409"/>
            <p:cNvSpPr/>
            <p:nvPr/>
          </p:nvSpPr>
          <p:spPr>
            <a:xfrm>
              <a:off x="404259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0" name="pg2410"/>
            <p:cNvSpPr/>
            <p:nvPr/>
          </p:nvSpPr>
          <p:spPr>
            <a:xfrm>
              <a:off x="405423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1" name="pg2411"/>
            <p:cNvSpPr/>
            <p:nvPr/>
          </p:nvSpPr>
          <p:spPr>
            <a:xfrm>
              <a:off x="406587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2" name="pg2412"/>
            <p:cNvSpPr/>
            <p:nvPr/>
          </p:nvSpPr>
          <p:spPr>
            <a:xfrm>
              <a:off x="407751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3" name="pg2413"/>
            <p:cNvSpPr/>
            <p:nvPr/>
          </p:nvSpPr>
          <p:spPr>
            <a:xfrm>
              <a:off x="408914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4" name="pg2414"/>
            <p:cNvSpPr/>
            <p:nvPr/>
          </p:nvSpPr>
          <p:spPr>
            <a:xfrm>
              <a:off x="410078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5" name="pg2415"/>
            <p:cNvSpPr/>
            <p:nvPr/>
          </p:nvSpPr>
          <p:spPr>
            <a:xfrm>
              <a:off x="411242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6" name="pg2416"/>
            <p:cNvSpPr/>
            <p:nvPr/>
          </p:nvSpPr>
          <p:spPr>
            <a:xfrm>
              <a:off x="412405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7" name="pg2417"/>
            <p:cNvSpPr/>
            <p:nvPr/>
          </p:nvSpPr>
          <p:spPr>
            <a:xfrm>
              <a:off x="413569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8" name="pg2418"/>
            <p:cNvSpPr/>
            <p:nvPr/>
          </p:nvSpPr>
          <p:spPr>
            <a:xfrm>
              <a:off x="414733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9" name="pg2419"/>
            <p:cNvSpPr/>
            <p:nvPr/>
          </p:nvSpPr>
          <p:spPr>
            <a:xfrm>
              <a:off x="426370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0" name="pg2420"/>
            <p:cNvSpPr/>
            <p:nvPr/>
          </p:nvSpPr>
          <p:spPr>
            <a:xfrm>
              <a:off x="427534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1" name="pg2421"/>
            <p:cNvSpPr/>
            <p:nvPr/>
          </p:nvSpPr>
          <p:spPr>
            <a:xfrm>
              <a:off x="428698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2" name="pg2422"/>
            <p:cNvSpPr/>
            <p:nvPr/>
          </p:nvSpPr>
          <p:spPr>
            <a:xfrm>
              <a:off x="429861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3" name="pg2423"/>
            <p:cNvSpPr/>
            <p:nvPr/>
          </p:nvSpPr>
          <p:spPr>
            <a:xfrm>
              <a:off x="455464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4" name="pg2424"/>
            <p:cNvSpPr/>
            <p:nvPr/>
          </p:nvSpPr>
          <p:spPr>
            <a:xfrm>
              <a:off x="456627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5" name="pg2425"/>
            <p:cNvSpPr/>
            <p:nvPr/>
          </p:nvSpPr>
          <p:spPr>
            <a:xfrm>
              <a:off x="457791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6" name="pg2426"/>
            <p:cNvSpPr/>
            <p:nvPr/>
          </p:nvSpPr>
          <p:spPr>
            <a:xfrm>
              <a:off x="458955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7" name="pg2427"/>
            <p:cNvSpPr/>
            <p:nvPr/>
          </p:nvSpPr>
          <p:spPr>
            <a:xfrm>
              <a:off x="460119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8" name="pg2428"/>
            <p:cNvSpPr/>
            <p:nvPr/>
          </p:nvSpPr>
          <p:spPr>
            <a:xfrm>
              <a:off x="325125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9" name="pg2429"/>
            <p:cNvSpPr/>
            <p:nvPr/>
          </p:nvSpPr>
          <p:spPr>
            <a:xfrm>
              <a:off x="326289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0" name="pg2430"/>
            <p:cNvSpPr/>
            <p:nvPr/>
          </p:nvSpPr>
          <p:spPr>
            <a:xfrm>
              <a:off x="360037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1" name="pg2431"/>
            <p:cNvSpPr/>
            <p:nvPr/>
          </p:nvSpPr>
          <p:spPr>
            <a:xfrm>
              <a:off x="361201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2" name="pg2432"/>
            <p:cNvSpPr/>
            <p:nvPr/>
          </p:nvSpPr>
          <p:spPr>
            <a:xfrm>
              <a:off x="362365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3" name="pg2433"/>
            <p:cNvSpPr/>
            <p:nvPr/>
          </p:nvSpPr>
          <p:spPr>
            <a:xfrm>
              <a:off x="363529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4" name="pg2434"/>
            <p:cNvSpPr/>
            <p:nvPr/>
          </p:nvSpPr>
          <p:spPr>
            <a:xfrm>
              <a:off x="364692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5" name="pg2435"/>
            <p:cNvSpPr/>
            <p:nvPr/>
          </p:nvSpPr>
          <p:spPr>
            <a:xfrm>
              <a:off x="365856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6" name="pg2436"/>
            <p:cNvSpPr/>
            <p:nvPr/>
          </p:nvSpPr>
          <p:spPr>
            <a:xfrm>
              <a:off x="367020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7" name="pg2437"/>
            <p:cNvSpPr/>
            <p:nvPr/>
          </p:nvSpPr>
          <p:spPr>
            <a:xfrm>
              <a:off x="368184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8" name="pg2438"/>
            <p:cNvSpPr/>
            <p:nvPr/>
          </p:nvSpPr>
          <p:spPr>
            <a:xfrm>
              <a:off x="369347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9" name="pg2439"/>
            <p:cNvSpPr/>
            <p:nvPr/>
          </p:nvSpPr>
          <p:spPr>
            <a:xfrm>
              <a:off x="370511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0" name="pg2440"/>
            <p:cNvSpPr/>
            <p:nvPr/>
          </p:nvSpPr>
          <p:spPr>
            <a:xfrm>
              <a:off x="371675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1" name="pg2441"/>
            <p:cNvSpPr/>
            <p:nvPr/>
          </p:nvSpPr>
          <p:spPr>
            <a:xfrm>
              <a:off x="372839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2" name="pg2442"/>
            <p:cNvSpPr/>
            <p:nvPr/>
          </p:nvSpPr>
          <p:spPr>
            <a:xfrm>
              <a:off x="374002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3" name="pg2443"/>
            <p:cNvSpPr/>
            <p:nvPr/>
          </p:nvSpPr>
          <p:spPr>
            <a:xfrm>
              <a:off x="375166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4" name="pg2444"/>
            <p:cNvSpPr/>
            <p:nvPr/>
          </p:nvSpPr>
          <p:spPr>
            <a:xfrm>
              <a:off x="376330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5" name="pg2445"/>
            <p:cNvSpPr/>
            <p:nvPr/>
          </p:nvSpPr>
          <p:spPr>
            <a:xfrm>
              <a:off x="377493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6" name="pg2446"/>
            <p:cNvSpPr/>
            <p:nvPr/>
          </p:nvSpPr>
          <p:spPr>
            <a:xfrm>
              <a:off x="378657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7" name="pg2447"/>
            <p:cNvSpPr/>
            <p:nvPr/>
          </p:nvSpPr>
          <p:spPr>
            <a:xfrm>
              <a:off x="379821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8" name="pg2448"/>
            <p:cNvSpPr/>
            <p:nvPr/>
          </p:nvSpPr>
          <p:spPr>
            <a:xfrm>
              <a:off x="380985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9" name="pg2449"/>
            <p:cNvSpPr/>
            <p:nvPr/>
          </p:nvSpPr>
          <p:spPr>
            <a:xfrm>
              <a:off x="382148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0" name="pg2450"/>
            <p:cNvSpPr/>
            <p:nvPr/>
          </p:nvSpPr>
          <p:spPr>
            <a:xfrm>
              <a:off x="383312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1" name="pg2451"/>
            <p:cNvSpPr/>
            <p:nvPr/>
          </p:nvSpPr>
          <p:spPr>
            <a:xfrm>
              <a:off x="384476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2" name="pg2452"/>
            <p:cNvSpPr/>
            <p:nvPr/>
          </p:nvSpPr>
          <p:spPr>
            <a:xfrm>
              <a:off x="385640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3" name="pg2453"/>
            <p:cNvSpPr/>
            <p:nvPr/>
          </p:nvSpPr>
          <p:spPr>
            <a:xfrm>
              <a:off x="386803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4" name="pg2454"/>
            <p:cNvSpPr/>
            <p:nvPr/>
          </p:nvSpPr>
          <p:spPr>
            <a:xfrm>
              <a:off x="387967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5" name="pg2455"/>
            <p:cNvSpPr/>
            <p:nvPr/>
          </p:nvSpPr>
          <p:spPr>
            <a:xfrm>
              <a:off x="389131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6" name="pg2456"/>
            <p:cNvSpPr/>
            <p:nvPr/>
          </p:nvSpPr>
          <p:spPr>
            <a:xfrm>
              <a:off x="390295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7" name="pg2457"/>
            <p:cNvSpPr/>
            <p:nvPr/>
          </p:nvSpPr>
          <p:spPr>
            <a:xfrm>
              <a:off x="391458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8" name="pg2458"/>
            <p:cNvSpPr/>
            <p:nvPr/>
          </p:nvSpPr>
          <p:spPr>
            <a:xfrm>
              <a:off x="392622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9" name="pg2459"/>
            <p:cNvSpPr/>
            <p:nvPr/>
          </p:nvSpPr>
          <p:spPr>
            <a:xfrm>
              <a:off x="393786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0" name="pg2460"/>
            <p:cNvSpPr/>
            <p:nvPr/>
          </p:nvSpPr>
          <p:spPr>
            <a:xfrm>
              <a:off x="394949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1" name="pg2461"/>
            <p:cNvSpPr/>
            <p:nvPr/>
          </p:nvSpPr>
          <p:spPr>
            <a:xfrm>
              <a:off x="396113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2" name="pg2462"/>
            <p:cNvSpPr/>
            <p:nvPr/>
          </p:nvSpPr>
          <p:spPr>
            <a:xfrm>
              <a:off x="397277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3" name="pg2463"/>
            <p:cNvSpPr/>
            <p:nvPr/>
          </p:nvSpPr>
          <p:spPr>
            <a:xfrm>
              <a:off x="398441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4" name="pg2464"/>
            <p:cNvSpPr/>
            <p:nvPr/>
          </p:nvSpPr>
          <p:spPr>
            <a:xfrm>
              <a:off x="399604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5" name="pg2465"/>
            <p:cNvSpPr/>
            <p:nvPr/>
          </p:nvSpPr>
          <p:spPr>
            <a:xfrm>
              <a:off x="400768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6" name="pg2466"/>
            <p:cNvSpPr/>
            <p:nvPr/>
          </p:nvSpPr>
          <p:spPr>
            <a:xfrm>
              <a:off x="401932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7" name="pg2467"/>
            <p:cNvSpPr/>
            <p:nvPr/>
          </p:nvSpPr>
          <p:spPr>
            <a:xfrm>
              <a:off x="403096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8" name="pg2468"/>
            <p:cNvSpPr/>
            <p:nvPr/>
          </p:nvSpPr>
          <p:spPr>
            <a:xfrm>
              <a:off x="404259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9" name="pg2469"/>
            <p:cNvSpPr/>
            <p:nvPr/>
          </p:nvSpPr>
          <p:spPr>
            <a:xfrm>
              <a:off x="405423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0" name="pg2470"/>
            <p:cNvSpPr/>
            <p:nvPr/>
          </p:nvSpPr>
          <p:spPr>
            <a:xfrm>
              <a:off x="406587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1" name="pg2471"/>
            <p:cNvSpPr/>
            <p:nvPr/>
          </p:nvSpPr>
          <p:spPr>
            <a:xfrm>
              <a:off x="407751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2" name="pg2472"/>
            <p:cNvSpPr/>
            <p:nvPr/>
          </p:nvSpPr>
          <p:spPr>
            <a:xfrm>
              <a:off x="408914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3" name="pg2473"/>
            <p:cNvSpPr/>
            <p:nvPr/>
          </p:nvSpPr>
          <p:spPr>
            <a:xfrm>
              <a:off x="410078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4" name="pg2474"/>
            <p:cNvSpPr/>
            <p:nvPr/>
          </p:nvSpPr>
          <p:spPr>
            <a:xfrm>
              <a:off x="411242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5" name="pg2475"/>
            <p:cNvSpPr/>
            <p:nvPr/>
          </p:nvSpPr>
          <p:spPr>
            <a:xfrm>
              <a:off x="412405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6" name="pg2476"/>
            <p:cNvSpPr/>
            <p:nvPr/>
          </p:nvSpPr>
          <p:spPr>
            <a:xfrm>
              <a:off x="413569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7" name="pg2477"/>
            <p:cNvSpPr/>
            <p:nvPr/>
          </p:nvSpPr>
          <p:spPr>
            <a:xfrm>
              <a:off x="414733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8" name="pg2478"/>
            <p:cNvSpPr/>
            <p:nvPr/>
          </p:nvSpPr>
          <p:spPr>
            <a:xfrm>
              <a:off x="425207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9" name="pg2479"/>
            <p:cNvSpPr/>
            <p:nvPr/>
          </p:nvSpPr>
          <p:spPr>
            <a:xfrm>
              <a:off x="426370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0" name="pg2480"/>
            <p:cNvSpPr/>
            <p:nvPr/>
          </p:nvSpPr>
          <p:spPr>
            <a:xfrm>
              <a:off x="427534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1" name="pg2481"/>
            <p:cNvSpPr/>
            <p:nvPr/>
          </p:nvSpPr>
          <p:spPr>
            <a:xfrm>
              <a:off x="428698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2" name="pg2482"/>
            <p:cNvSpPr/>
            <p:nvPr/>
          </p:nvSpPr>
          <p:spPr>
            <a:xfrm>
              <a:off x="429861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3" name="pg2483"/>
            <p:cNvSpPr/>
            <p:nvPr/>
          </p:nvSpPr>
          <p:spPr>
            <a:xfrm>
              <a:off x="431025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4" name="pg2484"/>
            <p:cNvSpPr/>
            <p:nvPr/>
          </p:nvSpPr>
          <p:spPr>
            <a:xfrm>
              <a:off x="432189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5" name="pg2485"/>
            <p:cNvSpPr/>
            <p:nvPr/>
          </p:nvSpPr>
          <p:spPr>
            <a:xfrm>
              <a:off x="455464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6" name="pg2486"/>
            <p:cNvSpPr/>
            <p:nvPr/>
          </p:nvSpPr>
          <p:spPr>
            <a:xfrm>
              <a:off x="456627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7" name="pg2487"/>
            <p:cNvSpPr/>
            <p:nvPr/>
          </p:nvSpPr>
          <p:spPr>
            <a:xfrm>
              <a:off x="457791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8" name="pg2488"/>
            <p:cNvSpPr/>
            <p:nvPr/>
          </p:nvSpPr>
          <p:spPr>
            <a:xfrm>
              <a:off x="458955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9" name="pg2489"/>
            <p:cNvSpPr/>
            <p:nvPr/>
          </p:nvSpPr>
          <p:spPr>
            <a:xfrm>
              <a:off x="460119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0" name="pg2490"/>
            <p:cNvSpPr/>
            <p:nvPr/>
          </p:nvSpPr>
          <p:spPr>
            <a:xfrm>
              <a:off x="323962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1" name="pg2491"/>
            <p:cNvSpPr/>
            <p:nvPr/>
          </p:nvSpPr>
          <p:spPr>
            <a:xfrm>
              <a:off x="325125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2" name="pg2492"/>
            <p:cNvSpPr/>
            <p:nvPr/>
          </p:nvSpPr>
          <p:spPr>
            <a:xfrm>
              <a:off x="326289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3" name="pg2493"/>
            <p:cNvSpPr/>
            <p:nvPr/>
          </p:nvSpPr>
          <p:spPr>
            <a:xfrm>
              <a:off x="327453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4" name="pg2494"/>
            <p:cNvSpPr/>
            <p:nvPr/>
          </p:nvSpPr>
          <p:spPr>
            <a:xfrm>
              <a:off x="328617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5" name="pg2495"/>
            <p:cNvSpPr/>
            <p:nvPr/>
          </p:nvSpPr>
          <p:spPr>
            <a:xfrm>
              <a:off x="360037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6" name="pg2496"/>
            <p:cNvSpPr/>
            <p:nvPr/>
          </p:nvSpPr>
          <p:spPr>
            <a:xfrm>
              <a:off x="361201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7" name="pg2497"/>
            <p:cNvSpPr/>
            <p:nvPr/>
          </p:nvSpPr>
          <p:spPr>
            <a:xfrm>
              <a:off x="362365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8" name="pg2498"/>
            <p:cNvSpPr/>
            <p:nvPr/>
          </p:nvSpPr>
          <p:spPr>
            <a:xfrm>
              <a:off x="363529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9" name="pg2499"/>
            <p:cNvSpPr/>
            <p:nvPr/>
          </p:nvSpPr>
          <p:spPr>
            <a:xfrm>
              <a:off x="364692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0" name="pg2500"/>
            <p:cNvSpPr/>
            <p:nvPr/>
          </p:nvSpPr>
          <p:spPr>
            <a:xfrm>
              <a:off x="365856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1" name="pg2501"/>
            <p:cNvSpPr/>
            <p:nvPr/>
          </p:nvSpPr>
          <p:spPr>
            <a:xfrm>
              <a:off x="3670203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2" name="pg2502"/>
            <p:cNvSpPr/>
            <p:nvPr/>
          </p:nvSpPr>
          <p:spPr>
            <a:xfrm>
              <a:off x="368184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3" name="pg2503"/>
            <p:cNvSpPr/>
            <p:nvPr/>
          </p:nvSpPr>
          <p:spPr>
            <a:xfrm>
              <a:off x="369347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4" name="pg2504"/>
            <p:cNvSpPr/>
            <p:nvPr/>
          </p:nvSpPr>
          <p:spPr>
            <a:xfrm>
              <a:off x="370511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5" name="pg2505"/>
            <p:cNvSpPr/>
            <p:nvPr/>
          </p:nvSpPr>
          <p:spPr>
            <a:xfrm>
              <a:off x="371675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6" name="pg2506"/>
            <p:cNvSpPr/>
            <p:nvPr/>
          </p:nvSpPr>
          <p:spPr>
            <a:xfrm>
              <a:off x="372839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7" name="pg2507"/>
            <p:cNvSpPr/>
            <p:nvPr/>
          </p:nvSpPr>
          <p:spPr>
            <a:xfrm>
              <a:off x="374002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8" name="pg2508"/>
            <p:cNvSpPr/>
            <p:nvPr/>
          </p:nvSpPr>
          <p:spPr>
            <a:xfrm>
              <a:off x="375166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9" name="pg2509"/>
            <p:cNvSpPr/>
            <p:nvPr/>
          </p:nvSpPr>
          <p:spPr>
            <a:xfrm>
              <a:off x="385640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0" name="pg2510"/>
            <p:cNvSpPr/>
            <p:nvPr/>
          </p:nvSpPr>
          <p:spPr>
            <a:xfrm>
              <a:off x="386803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1" name="pg2511"/>
            <p:cNvSpPr/>
            <p:nvPr/>
          </p:nvSpPr>
          <p:spPr>
            <a:xfrm>
              <a:off x="387967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2" name="pg2512"/>
            <p:cNvSpPr/>
            <p:nvPr/>
          </p:nvSpPr>
          <p:spPr>
            <a:xfrm>
              <a:off x="389131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3" name="pg2513"/>
            <p:cNvSpPr/>
            <p:nvPr/>
          </p:nvSpPr>
          <p:spPr>
            <a:xfrm>
              <a:off x="390295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4" name="pg2514"/>
            <p:cNvSpPr/>
            <p:nvPr/>
          </p:nvSpPr>
          <p:spPr>
            <a:xfrm>
              <a:off x="391458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5" name="pg2515"/>
            <p:cNvSpPr/>
            <p:nvPr/>
          </p:nvSpPr>
          <p:spPr>
            <a:xfrm>
              <a:off x="392622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6" name="pg2516"/>
            <p:cNvSpPr/>
            <p:nvPr/>
          </p:nvSpPr>
          <p:spPr>
            <a:xfrm>
              <a:off x="393786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7" name="pg2517"/>
            <p:cNvSpPr/>
            <p:nvPr/>
          </p:nvSpPr>
          <p:spPr>
            <a:xfrm>
              <a:off x="394949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8" name="pg2518"/>
            <p:cNvSpPr/>
            <p:nvPr/>
          </p:nvSpPr>
          <p:spPr>
            <a:xfrm>
              <a:off x="396113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9" name="pg2519"/>
            <p:cNvSpPr/>
            <p:nvPr/>
          </p:nvSpPr>
          <p:spPr>
            <a:xfrm>
              <a:off x="406587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0" name="pg2520"/>
            <p:cNvSpPr/>
            <p:nvPr/>
          </p:nvSpPr>
          <p:spPr>
            <a:xfrm>
              <a:off x="407751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1" name="pg2521"/>
            <p:cNvSpPr/>
            <p:nvPr/>
          </p:nvSpPr>
          <p:spPr>
            <a:xfrm>
              <a:off x="408914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2" name="pg2522"/>
            <p:cNvSpPr/>
            <p:nvPr/>
          </p:nvSpPr>
          <p:spPr>
            <a:xfrm>
              <a:off x="410078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3" name="pg2523"/>
            <p:cNvSpPr/>
            <p:nvPr/>
          </p:nvSpPr>
          <p:spPr>
            <a:xfrm>
              <a:off x="411242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4" name="pg2524"/>
            <p:cNvSpPr/>
            <p:nvPr/>
          </p:nvSpPr>
          <p:spPr>
            <a:xfrm>
              <a:off x="412405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5" name="pg2525"/>
            <p:cNvSpPr/>
            <p:nvPr/>
          </p:nvSpPr>
          <p:spPr>
            <a:xfrm>
              <a:off x="413569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6" name="pg2526"/>
            <p:cNvSpPr/>
            <p:nvPr/>
          </p:nvSpPr>
          <p:spPr>
            <a:xfrm>
              <a:off x="414733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7" name="pg2527"/>
            <p:cNvSpPr/>
            <p:nvPr/>
          </p:nvSpPr>
          <p:spPr>
            <a:xfrm>
              <a:off x="415897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8" name="pg2528"/>
            <p:cNvSpPr/>
            <p:nvPr/>
          </p:nvSpPr>
          <p:spPr>
            <a:xfrm>
              <a:off x="422879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9" name="pg2529"/>
            <p:cNvSpPr/>
            <p:nvPr/>
          </p:nvSpPr>
          <p:spPr>
            <a:xfrm>
              <a:off x="424043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0" name="pg2530"/>
            <p:cNvSpPr/>
            <p:nvPr/>
          </p:nvSpPr>
          <p:spPr>
            <a:xfrm>
              <a:off x="425207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1" name="pg2531"/>
            <p:cNvSpPr/>
            <p:nvPr/>
          </p:nvSpPr>
          <p:spPr>
            <a:xfrm>
              <a:off x="426370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2" name="pg2532"/>
            <p:cNvSpPr/>
            <p:nvPr/>
          </p:nvSpPr>
          <p:spPr>
            <a:xfrm>
              <a:off x="427534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3" name="pg2533"/>
            <p:cNvSpPr/>
            <p:nvPr/>
          </p:nvSpPr>
          <p:spPr>
            <a:xfrm>
              <a:off x="428698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4" name="pg2534"/>
            <p:cNvSpPr/>
            <p:nvPr/>
          </p:nvSpPr>
          <p:spPr>
            <a:xfrm>
              <a:off x="429861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5" name="pg2535"/>
            <p:cNvSpPr/>
            <p:nvPr/>
          </p:nvSpPr>
          <p:spPr>
            <a:xfrm>
              <a:off x="431025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6" name="pg2536"/>
            <p:cNvSpPr/>
            <p:nvPr/>
          </p:nvSpPr>
          <p:spPr>
            <a:xfrm>
              <a:off x="432189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7" name="pg2537"/>
            <p:cNvSpPr/>
            <p:nvPr/>
          </p:nvSpPr>
          <p:spPr>
            <a:xfrm>
              <a:off x="433353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8" name="pg2538"/>
            <p:cNvSpPr/>
            <p:nvPr/>
          </p:nvSpPr>
          <p:spPr>
            <a:xfrm>
              <a:off x="434516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9" name="pg2539"/>
            <p:cNvSpPr/>
            <p:nvPr/>
          </p:nvSpPr>
          <p:spPr>
            <a:xfrm>
              <a:off x="455464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0" name="pg2540"/>
            <p:cNvSpPr/>
            <p:nvPr/>
          </p:nvSpPr>
          <p:spPr>
            <a:xfrm>
              <a:off x="456627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1" name="pg2541"/>
            <p:cNvSpPr/>
            <p:nvPr/>
          </p:nvSpPr>
          <p:spPr>
            <a:xfrm>
              <a:off x="457791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2" name="pg2542"/>
            <p:cNvSpPr/>
            <p:nvPr/>
          </p:nvSpPr>
          <p:spPr>
            <a:xfrm>
              <a:off x="458955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3" name="pg2543"/>
            <p:cNvSpPr/>
            <p:nvPr/>
          </p:nvSpPr>
          <p:spPr>
            <a:xfrm>
              <a:off x="460119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4" name="pg2544"/>
            <p:cNvSpPr/>
            <p:nvPr/>
          </p:nvSpPr>
          <p:spPr>
            <a:xfrm>
              <a:off x="314652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5" name="pg2545"/>
            <p:cNvSpPr/>
            <p:nvPr/>
          </p:nvSpPr>
          <p:spPr>
            <a:xfrm>
              <a:off x="315816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6" name="pg2546"/>
            <p:cNvSpPr/>
            <p:nvPr/>
          </p:nvSpPr>
          <p:spPr>
            <a:xfrm>
              <a:off x="316979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7" name="pg2547"/>
            <p:cNvSpPr/>
            <p:nvPr/>
          </p:nvSpPr>
          <p:spPr>
            <a:xfrm>
              <a:off x="322798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8" name="pg2548"/>
            <p:cNvSpPr/>
            <p:nvPr/>
          </p:nvSpPr>
          <p:spPr>
            <a:xfrm>
              <a:off x="323962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9" name="pg2549"/>
            <p:cNvSpPr/>
            <p:nvPr/>
          </p:nvSpPr>
          <p:spPr>
            <a:xfrm>
              <a:off x="325125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0" name="pg2550"/>
            <p:cNvSpPr/>
            <p:nvPr/>
          </p:nvSpPr>
          <p:spPr>
            <a:xfrm>
              <a:off x="326289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1" name="pg2551"/>
            <p:cNvSpPr/>
            <p:nvPr/>
          </p:nvSpPr>
          <p:spPr>
            <a:xfrm>
              <a:off x="327453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2" name="pg2552"/>
            <p:cNvSpPr/>
            <p:nvPr/>
          </p:nvSpPr>
          <p:spPr>
            <a:xfrm>
              <a:off x="328617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3" name="pg2553"/>
            <p:cNvSpPr/>
            <p:nvPr/>
          </p:nvSpPr>
          <p:spPr>
            <a:xfrm>
              <a:off x="329780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4" name="pg2554"/>
            <p:cNvSpPr/>
            <p:nvPr/>
          </p:nvSpPr>
          <p:spPr>
            <a:xfrm>
              <a:off x="330944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5" name="pg2555"/>
            <p:cNvSpPr/>
            <p:nvPr/>
          </p:nvSpPr>
          <p:spPr>
            <a:xfrm>
              <a:off x="332108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6" name="pg2556"/>
            <p:cNvSpPr/>
            <p:nvPr/>
          </p:nvSpPr>
          <p:spPr>
            <a:xfrm>
              <a:off x="333272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7" name="pg2557"/>
            <p:cNvSpPr/>
            <p:nvPr/>
          </p:nvSpPr>
          <p:spPr>
            <a:xfrm>
              <a:off x="334435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8" name="pg2558"/>
            <p:cNvSpPr/>
            <p:nvPr/>
          </p:nvSpPr>
          <p:spPr>
            <a:xfrm>
              <a:off x="343745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9" name="pg2559"/>
            <p:cNvSpPr/>
            <p:nvPr/>
          </p:nvSpPr>
          <p:spPr>
            <a:xfrm>
              <a:off x="344909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0" name="pg2560"/>
            <p:cNvSpPr/>
            <p:nvPr/>
          </p:nvSpPr>
          <p:spPr>
            <a:xfrm>
              <a:off x="346073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1" name="pg2561"/>
            <p:cNvSpPr/>
            <p:nvPr/>
          </p:nvSpPr>
          <p:spPr>
            <a:xfrm>
              <a:off x="347236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2" name="pg2562"/>
            <p:cNvSpPr/>
            <p:nvPr/>
          </p:nvSpPr>
          <p:spPr>
            <a:xfrm>
              <a:off x="348400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3" name="pg2563"/>
            <p:cNvSpPr/>
            <p:nvPr/>
          </p:nvSpPr>
          <p:spPr>
            <a:xfrm>
              <a:off x="360037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4" name="pg2564"/>
            <p:cNvSpPr/>
            <p:nvPr/>
          </p:nvSpPr>
          <p:spPr>
            <a:xfrm>
              <a:off x="361201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5" name="pg2565"/>
            <p:cNvSpPr/>
            <p:nvPr/>
          </p:nvSpPr>
          <p:spPr>
            <a:xfrm>
              <a:off x="362365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6" name="pg2566"/>
            <p:cNvSpPr/>
            <p:nvPr/>
          </p:nvSpPr>
          <p:spPr>
            <a:xfrm>
              <a:off x="363529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7" name="pg2567"/>
            <p:cNvSpPr/>
            <p:nvPr/>
          </p:nvSpPr>
          <p:spPr>
            <a:xfrm>
              <a:off x="364692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8" name="pg2568"/>
            <p:cNvSpPr/>
            <p:nvPr/>
          </p:nvSpPr>
          <p:spPr>
            <a:xfrm>
              <a:off x="365856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9" name="pg2569"/>
            <p:cNvSpPr/>
            <p:nvPr/>
          </p:nvSpPr>
          <p:spPr>
            <a:xfrm>
              <a:off x="367020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0" name="pg2570"/>
            <p:cNvSpPr/>
            <p:nvPr/>
          </p:nvSpPr>
          <p:spPr>
            <a:xfrm>
              <a:off x="368184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1" name="pg2571"/>
            <p:cNvSpPr/>
            <p:nvPr/>
          </p:nvSpPr>
          <p:spPr>
            <a:xfrm>
              <a:off x="369347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2" name="pg2572"/>
            <p:cNvSpPr/>
            <p:nvPr/>
          </p:nvSpPr>
          <p:spPr>
            <a:xfrm>
              <a:off x="370511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3" name="pg2573"/>
            <p:cNvSpPr/>
            <p:nvPr/>
          </p:nvSpPr>
          <p:spPr>
            <a:xfrm>
              <a:off x="371675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4" name="pg2574"/>
            <p:cNvSpPr/>
            <p:nvPr/>
          </p:nvSpPr>
          <p:spPr>
            <a:xfrm>
              <a:off x="372839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5" name="pg2575"/>
            <p:cNvSpPr/>
            <p:nvPr/>
          </p:nvSpPr>
          <p:spPr>
            <a:xfrm>
              <a:off x="374002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6" name="pg2576"/>
            <p:cNvSpPr/>
            <p:nvPr/>
          </p:nvSpPr>
          <p:spPr>
            <a:xfrm>
              <a:off x="375166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7" name="pg2577"/>
            <p:cNvSpPr/>
            <p:nvPr/>
          </p:nvSpPr>
          <p:spPr>
            <a:xfrm>
              <a:off x="410078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8" name="pg2578"/>
            <p:cNvSpPr/>
            <p:nvPr/>
          </p:nvSpPr>
          <p:spPr>
            <a:xfrm>
              <a:off x="411242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9" name="pg2579"/>
            <p:cNvSpPr/>
            <p:nvPr/>
          </p:nvSpPr>
          <p:spPr>
            <a:xfrm>
              <a:off x="412405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0" name="pg2580"/>
            <p:cNvSpPr/>
            <p:nvPr/>
          </p:nvSpPr>
          <p:spPr>
            <a:xfrm>
              <a:off x="413569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1" name="pg2581"/>
            <p:cNvSpPr/>
            <p:nvPr/>
          </p:nvSpPr>
          <p:spPr>
            <a:xfrm>
              <a:off x="414733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2" name="pg2582"/>
            <p:cNvSpPr/>
            <p:nvPr/>
          </p:nvSpPr>
          <p:spPr>
            <a:xfrm>
              <a:off x="415897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3" name="pg2583"/>
            <p:cNvSpPr/>
            <p:nvPr/>
          </p:nvSpPr>
          <p:spPr>
            <a:xfrm>
              <a:off x="417060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4" name="pg2584"/>
            <p:cNvSpPr/>
            <p:nvPr/>
          </p:nvSpPr>
          <p:spPr>
            <a:xfrm>
              <a:off x="419388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5" name="pg2585"/>
            <p:cNvSpPr/>
            <p:nvPr/>
          </p:nvSpPr>
          <p:spPr>
            <a:xfrm>
              <a:off x="420552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6" name="pg2586"/>
            <p:cNvSpPr/>
            <p:nvPr/>
          </p:nvSpPr>
          <p:spPr>
            <a:xfrm>
              <a:off x="421715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7" name="pg2587"/>
            <p:cNvSpPr/>
            <p:nvPr/>
          </p:nvSpPr>
          <p:spPr>
            <a:xfrm>
              <a:off x="422879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8" name="pg2588"/>
            <p:cNvSpPr/>
            <p:nvPr/>
          </p:nvSpPr>
          <p:spPr>
            <a:xfrm>
              <a:off x="424043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9" name="pg2589"/>
            <p:cNvSpPr/>
            <p:nvPr/>
          </p:nvSpPr>
          <p:spPr>
            <a:xfrm>
              <a:off x="425207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0" name="pg2590"/>
            <p:cNvSpPr/>
            <p:nvPr/>
          </p:nvSpPr>
          <p:spPr>
            <a:xfrm>
              <a:off x="426370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1" name="pg2591"/>
            <p:cNvSpPr/>
            <p:nvPr/>
          </p:nvSpPr>
          <p:spPr>
            <a:xfrm>
              <a:off x="427534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2" name="pg2592"/>
            <p:cNvSpPr/>
            <p:nvPr/>
          </p:nvSpPr>
          <p:spPr>
            <a:xfrm>
              <a:off x="428698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3" name="pg2593"/>
            <p:cNvSpPr/>
            <p:nvPr/>
          </p:nvSpPr>
          <p:spPr>
            <a:xfrm>
              <a:off x="429861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4" name="pg2594"/>
            <p:cNvSpPr/>
            <p:nvPr/>
          </p:nvSpPr>
          <p:spPr>
            <a:xfrm>
              <a:off x="431025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5" name="pg2595"/>
            <p:cNvSpPr/>
            <p:nvPr/>
          </p:nvSpPr>
          <p:spPr>
            <a:xfrm>
              <a:off x="432189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6" name="pg2596"/>
            <p:cNvSpPr/>
            <p:nvPr/>
          </p:nvSpPr>
          <p:spPr>
            <a:xfrm>
              <a:off x="433353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7" name="pg2597"/>
            <p:cNvSpPr/>
            <p:nvPr/>
          </p:nvSpPr>
          <p:spPr>
            <a:xfrm>
              <a:off x="434516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8" name="pg2598"/>
            <p:cNvSpPr/>
            <p:nvPr/>
          </p:nvSpPr>
          <p:spPr>
            <a:xfrm>
              <a:off x="435680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9" name="pg2599"/>
            <p:cNvSpPr/>
            <p:nvPr/>
          </p:nvSpPr>
          <p:spPr>
            <a:xfrm>
              <a:off x="456627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0" name="pg2600"/>
            <p:cNvSpPr/>
            <p:nvPr/>
          </p:nvSpPr>
          <p:spPr>
            <a:xfrm>
              <a:off x="457791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1" name="pg2601"/>
            <p:cNvSpPr/>
            <p:nvPr/>
          </p:nvSpPr>
          <p:spPr>
            <a:xfrm>
              <a:off x="458955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2" name="pg2602"/>
            <p:cNvSpPr/>
            <p:nvPr/>
          </p:nvSpPr>
          <p:spPr>
            <a:xfrm>
              <a:off x="460119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3" name="pg2603"/>
            <p:cNvSpPr/>
            <p:nvPr/>
          </p:nvSpPr>
          <p:spPr>
            <a:xfrm>
              <a:off x="312324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4" name="pg2604"/>
            <p:cNvSpPr/>
            <p:nvPr/>
          </p:nvSpPr>
          <p:spPr>
            <a:xfrm>
              <a:off x="313488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5" name="pg2605"/>
            <p:cNvSpPr/>
            <p:nvPr/>
          </p:nvSpPr>
          <p:spPr>
            <a:xfrm>
              <a:off x="314652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6" name="pg2606"/>
            <p:cNvSpPr/>
            <p:nvPr/>
          </p:nvSpPr>
          <p:spPr>
            <a:xfrm>
              <a:off x="315816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7" name="pg2607"/>
            <p:cNvSpPr/>
            <p:nvPr/>
          </p:nvSpPr>
          <p:spPr>
            <a:xfrm>
              <a:off x="316979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8" name="pg2608"/>
            <p:cNvSpPr/>
            <p:nvPr/>
          </p:nvSpPr>
          <p:spPr>
            <a:xfrm>
              <a:off x="318143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9" name="pg2609"/>
            <p:cNvSpPr/>
            <p:nvPr/>
          </p:nvSpPr>
          <p:spPr>
            <a:xfrm>
              <a:off x="321634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0" name="pg2610"/>
            <p:cNvSpPr/>
            <p:nvPr/>
          </p:nvSpPr>
          <p:spPr>
            <a:xfrm>
              <a:off x="322798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1" name="pg2611"/>
            <p:cNvSpPr/>
            <p:nvPr/>
          </p:nvSpPr>
          <p:spPr>
            <a:xfrm>
              <a:off x="323962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2" name="pg2612"/>
            <p:cNvSpPr/>
            <p:nvPr/>
          </p:nvSpPr>
          <p:spPr>
            <a:xfrm>
              <a:off x="325125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3" name="pg2613"/>
            <p:cNvSpPr/>
            <p:nvPr/>
          </p:nvSpPr>
          <p:spPr>
            <a:xfrm>
              <a:off x="326289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4" name="pg2614"/>
            <p:cNvSpPr/>
            <p:nvPr/>
          </p:nvSpPr>
          <p:spPr>
            <a:xfrm>
              <a:off x="327453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5" name="pg2615"/>
            <p:cNvSpPr/>
            <p:nvPr/>
          </p:nvSpPr>
          <p:spPr>
            <a:xfrm>
              <a:off x="328617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6" name="pg2616"/>
            <p:cNvSpPr/>
            <p:nvPr/>
          </p:nvSpPr>
          <p:spPr>
            <a:xfrm>
              <a:off x="329780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7" name="pg2617"/>
            <p:cNvSpPr/>
            <p:nvPr/>
          </p:nvSpPr>
          <p:spPr>
            <a:xfrm>
              <a:off x="330944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8" name="pg2618"/>
            <p:cNvSpPr/>
            <p:nvPr/>
          </p:nvSpPr>
          <p:spPr>
            <a:xfrm>
              <a:off x="332108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9" name="pg2619"/>
            <p:cNvSpPr/>
            <p:nvPr/>
          </p:nvSpPr>
          <p:spPr>
            <a:xfrm>
              <a:off x="333272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0" name="pg2620"/>
            <p:cNvSpPr/>
            <p:nvPr/>
          </p:nvSpPr>
          <p:spPr>
            <a:xfrm>
              <a:off x="334435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1" name="pg2621"/>
            <p:cNvSpPr/>
            <p:nvPr/>
          </p:nvSpPr>
          <p:spPr>
            <a:xfrm>
              <a:off x="335599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2" name="pg2622"/>
            <p:cNvSpPr/>
            <p:nvPr/>
          </p:nvSpPr>
          <p:spPr>
            <a:xfrm>
              <a:off x="336763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3" name="pg2623"/>
            <p:cNvSpPr/>
            <p:nvPr/>
          </p:nvSpPr>
          <p:spPr>
            <a:xfrm>
              <a:off x="342581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4" name="pg2624"/>
            <p:cNvSpPr/>
            <p:nvPr/>
          </p:nvSpPr>
          <p:spPr>
            <a:xfrm>
              <a:off x="343745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5" name="pg2625"/>
            <p:cNvSpPr/>
            <p:nvPr/>
          </p:nvSpPr>
          <p:spPr>
            <a:xfrm>
              <a:off x="344909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6" name="pg2626"/>
            <p:cNvSpPr/>
            <p:nvPr/>
          </p:nvSpPr>
          <p:spPr>
            <a:xfrm>
              <a:off x="346073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7" name="pg2627"/>
            <p:cNvSpPr/>
            <p:nvPr/>
          </p:nvSpPr>
          <p:spPr>
            <a:xfrm>
              <a:off x="347236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8" name="pg2628"/>
            <p:cNvSpPr/>
            <p:nvPr/>
          </p:nvSpPr>
          <p:spPr>
            <a:xfrm>
              <a:off x="348400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9" name="pg2629"/>
            <p:cNvSpPr/>
            <p:nvPr/>
          </p:nvSpPr>
          <p:spPr>
            <a:xfrm>
              <a:off x="349564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0" name="pg2630"/>
            <p:cNvSpPr/>
            <p:nvPr/>
          </p:nvSpPr>
          <p:spPr>
            <a:xfrm>
              <a:off x="350728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1" name="pg2631"/>
            <p:cNvSpPr/>
            <p:nvPr/>
          </p:nvSpPr>
          <p:spPr>
            <a:xfrm>
              <a:off x="362365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2" name="pg2632"/>
            <p:cNvSpPr/>
            <p:nvPr/>
          </p:nvSpPr>
          <p:spPr>
            <a:xfrm>
              <a:off x="363529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3" name="pg2633"/>
            <p:cNvSpPr/>
            <p:nvPr/>
          </p:nvSpPr>
          <p:spPr>
            <a:xfrm>
              <a:off x="364692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4" name="pg2634"/>
            <p:cNvSpPr/>
            <p:nvPr/>
          </p:nvSpPr>
          <p:spPr>
            <a:xfrm>
              <a:off x="365856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5" name="pg2635"/>
            <p:cNvSpPr/>
            <p:nvPr/>
          </p:nvSpPr>
          <p:spPr>
            <a:xfrm>
              <a:off x="367020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6" name="pg2636"/>
            <p:cNvSpPr/>
            <p:nvPr/>
          </p:nvSpPr>
          <p:spPr>
            <a:xfrm>
              <a:off x="368184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7" name="pg2637"/>
            <p:cNvSpPr/>
            <p:nvPr/>
          </p:nvSpPr>
          <p:spPr>
            <a:xfrm>
              <a:off x="369347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8" name="pg2638"/>
            <p:cNvSpPr/>
            <p:nvPr/>
          </p:nvSpPr>
          <p:spPr>
            <a:xfrm>
              <a:off x="370511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9" name="pg2639"/>
            <p:cNvSpPr/>
            <p:nvPr/>
          </p:nvSpPr>
          <p:spPr>
            <a:xfrm>
              <a:off x="371675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0" name="pg2640"/>
            <p:cNvSpPr/>
            <p:nvPr/>
          </p:nvSpPr>
          <p:spPr>
            <a:xfrm>
              <a:off x="372839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1" name="pg2641"/>
            <p:cNvSpPr/>
            <p:nvPr/>
          </p:nvSpPr>
          <p:spPr>
            <a:xfrm>
              <a:off x="374002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2" name="pg2642"/>
            <p:cNvSpPr/>
            <p:nvPr/>
          </p:nvSpPr>
          <p:spPr>
            <a:xfrm>
              <a:off x="375166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3" name="pg2643"/>
            <p:cNvSpPr/>
            <p:nvPr/>
          </p:nvSpPr>
          <p:spPr>
            <a:xfrm>
              <a:off x="411242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4" name="pg2644"/>
            <p:cNvSpPr/>
            <p:nvPr/>
          </p:nvSpPr>
          <p:spPr>
            <a:xfrm>
              <a:off x="412405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5" name="pg2645"/>
            <p:cNvSpPr/>
            <p:nvPr/>
          </p:nvSpPr>
          <p:spPr>
            <a:xfrm>
              <a:off x="413569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6" name="pg2646"/>
            <p:cNvSpPr/>
            <p:nvPr/>
          </p:nvSpPr>
          <p:spPr>
            <a:xfrm>
              <a:off x="414733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7" name="pg2647"/>
            <p:cNvSpPr/>
            <p:nvPr/>
          </p:nvSpPr>
          <p:spPr>
            <a:xfrm>
              <a:off x="415897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8" name="pg2648"/>
            <p:cNvSpPr/>
            <p:nvPr/>
          </p:nvSpPr>
          <p:spPr>
            <a:xfrm>
              <a:off x="417060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9" name="pg2649"/>
            <p:cNvSpPr/>
            <p:nvPr/>
          </p:nvSpPr>
          <p:spPr>
            <a:xfrm>
              <a:off x="418224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0" name="pg2650"/>
            <p:cNvSpPr/>
            <p:nvPr/>
          </p:nvSpPr>
          <p:spPr>
            <a:xfrm>
              <a:off x="419388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1" name="pg2651"/>
            <p:cNvSpPr/>
            <p:nvPr/>
          </p:nvSpPr>
          <p:spPr>
            <a:xfrm>
              <a:off x="420552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2" name="pg2652"/>
            <p:cNvSpPr/>
            <p:nvPr/>
          </p:nvSpPr>
          <p:spPr>
            <a:xfrm>
              <a:off x="421715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3" name="pg2653"/>
            <p:cNvSpPr/>
            <p:nvPr/>
          </p:nvSpPr>
          <p:spPr>
            <a:xfrm>
              <a:off x="422879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4" name="pg2654"/>
            <p:cNvSpPr/>
            <p:nvPr/>
          </p:nvSpPr>
          <p:spPr>
            <a:xfrm>
              <a:off x="424043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5" name="pg2655"/>
            <p:cNvSpPr/>
            <p:nvPr/>
          </p:nvSpPr>
          <p:spPr>
            <a:xfrm>
              <a:off x="425207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6" name="pg2656"/>
            <p:cNvSpPr/>
            <p:nvPr/>
          </p:nvSpPr>
          <p:spPr>
            <a:xfrm>
              <a:off x="426370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7" name="pg2657"/>
            <p:cNvSpPr/>
            <p:nvPr/>
          </p:nvSpPr>
          <p:spPr>
            <a:xfrm>
              <a:off x="427534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8" name="pg2658"/>
            <p:cNvSpPr/>
            <p:nvPr/>
          </p:nvSpPr>
          <p:spPr>
            <a:xfrm>
              <a:off x="428698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9" name="pg2659"/>
            <p:cNvSpPr/>
            <p:nvPr/>
          </p:nvSpPr>
          <p:spPr>
            <a:xfrm>
              <a:off x="429861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0" name="pg2660"/>
            <p:cNvSpPr/>
            <p:nvPr/>
          </p:nvSpPr>
          <p:spPr>
            <a:xfrm>
              <a:off x="431025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1" name="pg2661"/>
            <p:cNvSpPr/>
            <p:nvPr/>
          </p:nvSpPr>
          <p:spPr>
            <a:xfrm>
              <a:off x="432189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2" name="pg2662"/>
            <p:cNvSpPr/>
            <p:nvPr/>
          </p:nvSpPr>
          <p:spPr>
            <a:xfrm>
              <a:off x="433353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3" name="pg2663"/>
            <p:cNvSpPr/>
            <p:nvPr/>
          </p:nvSpPr>
          <p:spPr>
            <a:xfrm>
              <a:off x="434516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4" name="pg2664"/>
            <p:cNvSpPr/>
            <p:nvPr/>
          </p:nvSpPr>
          <p:spPr>
            <a:xfrm>
              <a:off x="435680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5" name="pg2665"/>
            <p:cNvSpPr/>
            <p:nvPr/>
          </p:nvSpPr>
          <p:spPr>
            <a:xfrm>
              <a:off x="436844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6" name="pg2666"/>
            <p:cNvSpPr/>
            <p:nvPr/>
          </p:nvSpPr>
          <p:spPr>
            <a:xfrm>
              <a:off x="456627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6">
                <a:alpha val="100000"/>
              </a:srgbClr>
            </a:solidFill>
            <a:ln w="5420" cap="flat">
              <a:solidFill>
                <a:srgbClr val="3A58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7" name="pg2667"/>
            <p:cNvSpPr/>
            <p:nvPr/>
          </p:nvSpPr>
          <p:spPr>
            <a:xfrm>
              <a:off x="457791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8" name="pg2668"/>
            <p:cNvSpPr/>
            <p:nvPr/>
          </p:nvSpPr>
          <p:spPr>
            <a:xfrm>
              <a:off x="458955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9" name="pg2669"/>
            <p:cNvSpPr/>
            <p:nvPr/>
          </p:nvSpPr>
          <p:spPr>
            <a:xfrm>
              <a:off x="460119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0" name="pg2670"/>
            <p:cNvSpPr/>
            <p:nvPr/>
          </p:nvSpPr>
          <p:spPr>
            <a:xfrm>
              <a:off x="461282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1" name="pg2671"/>
            <p:cNvSpPr/>
            <p:nvPr/>
          </p:nvSpPr>
          <p:spPr>
            <a:xfrm>
              <a:off x="311161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2" name="pg2672"/>
            <p:cNvSpPr/>
            <p:nvPr/>
          </p:nvSpPr>
          <p:spPr>
            <a:xfrm>
              <a:off x="312324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3" name="pg2673"/>
            <p:cNvSpPr/>
            <p:nvPr/>
          </p:nvSpPr>
          <p:spPr>
            <a:xfrm>
              <a:off x="313488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4" name="pg2674"/>
            <p:cNvSpPr/>
            <p:nvPr/>
          </p:nvSpPr>
          <p:spPr>
            <a:xfrm>
              <a:off x="314652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5" name="pg2675"/>
            <p:cNvSpPr/>
            <p:nvPr/>
          </p:nvSpPr>
          <p:spPr>
            <a:xfrm>
              <a:off x="315816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6" name="pg2676"/>
            <p:cNvSpPr/>
            <p:nvPr/>
          </p:nvSpPr>
          <p:spPr>
            <a:xfrm>
              <a:off x="316979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7" name="pg2677"/>
            <p:cNvSpPr/>
            <p:nvPr/>
          </p:nvSpPr>
          <p:spPr>
            <a:xfrm>
              <a:off x="318143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8" name="pg2678"/>
            <p:cNvSpPr/>
            <p:nvPr/>
          </p:nvSpPr>
          <p:spPr>
            <a:xfrm>
              <a:off x="319307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9" name="pg2679"/>
            <p:cNvSpPr/>
            <p:nvPr/>
          </p:nvSpPr>
          <p:spPr>
            <a:xfrm>
              <a:off x="320471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0" name="pg2680"/>
            <p:cNvSpPr/>
            <p:nvPr/>
          </p:nvSpPr>
          <p:spPr>
            <a:xfrm>
              <a:off x="321634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1" name="pg2681"/>
            <p:cNvSpPr/>
            <p:nvPr/>
          </p:nvSpPr>
          <p:spPr>
            <a:xfrm>
              <a:off x="322798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2" name="pg2682"/>
            <p:cNvSpPr/>
            <p:nvPr/>
          </p:nvSpPr>
          <p:spPr>
            <a:xfrm>
              <a:off x="323962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3" name="pg2683"/>
            <p:cNvSpPr/>
            <p:nvPr/>
          </p:nvSpPr>
          <p:spPr>
            <a:xfrm>
              <a:off x="325125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4" name="pg2684"/>
            <p:cNvSpPr/>
            <p:nvPr/>
          </p:nvSpPr>
          <p:spPr>
            <a:xfrm>
              <a:off x="326289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5" name="pg2685"/>
            <p:cNvSpPr/>
            <p:nvPr/>
          </p:nvSpPr>
          <p:spPr>
            <a:xfrm>
              <a:off x="327453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6" name="pg2686"/>
            <p:cNvSpPr/>
            <p:nvPr/>
          </p:nvSpPr>
          <p:spPr>
            <a:xfrm>
              <a:off x="328617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7" name="pg2687"/>
            <p:cNvSpPr/>
            <p:nvPr/>
          </p:nvSpPr>
          <p:spPr>
            <a:xfrm>
              <a:off x="329780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8" name="pg2688"/>
            <p:cNvSpPr/>
            <p:nvPr/>
          </p:nvSpPr>
          <p:spPr>
            <a:xfrm>
              <a:off x="330944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9" name="pg2689"/>
            <p:cNvSpPr/>
            <p:nvPr/>
          </p:nvSpPr>
          <p:spPr>
            <a:xfrm>
              <a:off x="332108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0" name="pg2690"/>
            <p:cNvSpPr/>
            <p:nvPr/>
          </p:nvSpPr>
          <p:spPr>
            <a:xfrm>
              <a:off x="333272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1" name="pg2691"/>
            <p:cNvSpPr/>
            <p:nvPr/>
          </p:nvSpPr>
          <p:spPr>
            <a:xfrm>
              <a:off x="334435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2" name="pg2692"/>
            <p:cNvSpPr/>
            <p:nvPr/>
          </p:nvSpPr>
          <p:spPr>
            <a:xfrm>
              <a:off x="335599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3" name="pg2693"/>
            <p:cNvSpPr/>
            <p:nvPr/>
          </p:nvSpPr>
          <p:spPr>
            <a:xfrm>
              <a:off x="336763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4" name="pg2694"/>
            <p:cNvSpPr/>
            <p:nvPr/>
          </p:nvSpPr>
          <p:spPr>
            <a:xfrm>
              <a:off x="337927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5" name="pg2695"/>
            <p:cNvSpPr/>
            <p:nvPr/>
          </p:nvSpPr>
          <p:spPr>
            <a:xfrm>
              <a:off x="339090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6" name="pg2696"/>
            <p:cNvSpPr/>
            <p:nvPr/>
          </p:nvSpPr>
          <p:spPr>
            <a:xfrm>
              <a:off x="340254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7" name="pg2697"/>
            <p:cNvSpPr/>
            <p:nvPr/>
          </p:nvSpPr>
          <p:spPr>
            <a:xfrm>
              <a:off x="341418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8" name="pg2698"/>
            <p:cNvSpPr/>
            <p:nvPr/>
          </p:nvSpPr>
          <p:spPr>
            <a:xfrm>
              <a:off x="342581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9" name="pg2699"/>
            <p:cNvSpPr/>
            <p:nvPr/>
          </p:nvSpPr>
          <p:spPr>
            <a:xfrm>
              <a:off x="343745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0" name="pg2700"/>
            <p:cNvSpPr/>
            <p:nvPr/>
          </p:nvSpPr>
          <p:spPr>
            <a:xfrm>
              <a:off x="344909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1" name="pg2701"/>
            <p:cNvSpPr/>
            <p:nvPr/>
          </p:nvSpPr>
          <p:spPr>
            <a:xfrm>
              <a:off x="346073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2" name="pg2702"/>
            <p:cNvSpPr/>
            <p:nvPr/>
          </p:nvSpPr>
          <p:spPr>
            <a:xfrm>
              <a:off x="347236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3" name="pg2703"/>
            <p:cNvSpPr/>
            <p:nvPr/>
          </p:nvSpPr>
          <p:spPr>
            <a:xfrm>
              <a:off x="348400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4" name="pg2704"/>
            <p:cNvSpPr/>
            <p:nvPr/>
          </p:nvSpPr>
          <p:spPr>
            <a:xfrm>
              <a:off x="349564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5" name="pg2705"/>
            <p:cNvSpPr/>
            <p:nvPr/>
          </p:nvSpPr>
          <p:spPr>
            <a:xfrm>
              <a:off x="350728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6" name="pg2706"/>
            <p:cNvSpPr/>
            <p:nvPr/>
          </p:nvSpPr>
          <p:spPr>
            <a:xfrm>
              <a:off x="351891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7" name="pg2707"/>
            <p:cNvSpPr/>
            <p:nvPr/>
          </p:nvSpPr>
          <p:spPr>
            <a:xfrm>
              <a:off x="353055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2">
                <a:alpha val="100000"/>
              </a:srgbClr>
            </a:solidFill>
            <a:ln w="5420" cap="flat">
              <a:solidFill>
                <a:srgbClr val="3A74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8" name="pg2708"/>
            <p:cNvSpPr/>
            <p:nvPr/>
          </p:nvSpPr>
          <p:spPr>
            <a:xfrm>
              <a:off x="354219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9" name="pg2709"/>
            <p:cNvSpPr/>
            <p:nvPr/>
          </p:nvSpPr>
          <p:spPr>
            <a:xfrm>
              <a:off x="363529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0" name="pg2710"/>
            <p:cNvSpPr/>
            <p:nvPr/>
          </p:nvSpPr>
          <p:spPr>
            <a:xfrm>
              <a:off x="364692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1" name="pg2711"/>
            <p:cNvSpPr/>
            <p:nvPr/>
          </p:nvSpPr>
          <p:spPr>
            <a:xfrm>
              <a:off x="365856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2" name="pg2712"/>
            <p:cNvSpPr/>
            <p:nvPr/>
          </p:nvSpPr>
          <p:spPr>
            <a:xfrm>
              <a:off x="368184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3" name="pg2713"/>
            <p:cNvSpPr/>
            <p:nvPr/>
          </p:nvSpPr>
          <p:spPr>
            <a:xfrm>
              <a:off x="369347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4" name="pg2714"/>
            <p:cNvSpPr/>
            <p:nvPr/>
          </p:nvSpPr>
          <p:spPr>
            <a:xfrm>
              <a:off x="370511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5" name="pg2715"/>
            <p:cNvSpPr/>
            <p:nvPr/>
          </p:nvSpPr>
          <p:spPr>
            <a:xfrm>
              <a:off x="371675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6" name="pg2716"/>
            <p:cNvSpPr/>
            <p:nvPr/>
          </p:nvSpPr>
          <p:spPr>
            <a:xfrm>
              <a:off x="372839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7" name="pg2717"/>
            <p:cNvSpPr/>
            <p:nvPr/>
          </p:nvSpPr>
          <p:spPr>
            <a:xfrm>
              <a:off x="374002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8" name="pg2718"/>
            <p:cNvSpPr/>
            <p:nvPr/>
          </p:nvSpPr>
          <p:spPr>
            <a:xfrm>
              <a:off x="375166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9" name="pg2719"/>
            <p:cNvSpPr/>
            <p:nvPr/>
          </p:nvSpPr>
          <p:spPr>
            <a:xfrm>
              <a:off x="412405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0" name="pg2720"/>
            <p:cNvSpPr/>
            <p:nvPr/>
          </p:nvSpPr>
          <p:spPr>
            <a:xfrm>
              <a:off x="413569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1" name="pg2721"/>
            <p:cNvSpPr/>
            <p:nvPr/>
          </p:nvSpPr>
          <p:spPr>
            <a:xfrm>
              <a:off x="414733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2" name="pg2722"/>
            <p:cNvSpPr/>
            <p:nvPr/>
          </p:nvSpPr>
          <p:spPr>
            <a:xfrm>
              <a:off x="415897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3" name="pg2723"/>
            <p:cNvSpPr/>
            <p:nvPr/>
          </p:nvSpPr>
          <p:spPr>
            <a:xfrm>
              <a:off x="417060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4" name="pg2724"/>
            <p:cNvSpPr/>
            <p:nvPr/>
          </p:nvSpPr>
          <p:spPr>
            <a:xfrm>
              <a:off x="418224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5" name="pg2725"/>
            <p:cNvSpPr/>
            <p:nvPr/>
          </p:nvSpPr>
          <p:spPr>
            <a:xfrm>
              <a:off x="419388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6" name="pg2726"/>
            <p:cNvSpPr/>
            <p:nvPr/>
          </p:nvSpPr>
          <p:spPr>
            <a:xfrm>
              <a:off x="420552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7" name="pg2727"/>
            <p:cNvSpPr/>
            <p:nvPr/>
          </p:nvSpPr>
          <p:spPr>
            <a:xfrm>
              <a:off x="421715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8" name="pg2728"/>
            <p:cNvSpPr/>
            <p:nvPr/>
          </p:nvSpPr>
          <p:spPr>
            <a:xfrm>
              <a:off x="422879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9" name="pg2729"/>
            <p:cNvSpPr/>
            <p:nvPr/>
          </p:nvSpPr>
          <p:spPr>
            <a:xfrm>
              <a:off x="424043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0" name="pg2730"/>
            <p:cNvSpPr/>
            <p:nvPr/>
          </p:nvSpPr>
          <p:spPr>
            <a:xfrm>
              <a:off x="425207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1" name="pg2731"/>
            <p:cNvSpPr/>
            <p:nvPr/>
          </p:nvSpPr>
          <p:spPr>
            <a:xfrm>
              <a:off x="426370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2" name="pg2732"/>
            <p:cNvSpPr/>
            <p:nvPr/>
          </p:nvSpPr>
          <p:spPr>
            <a:xfrm>
              <a:off x="427534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3" name="pg2733"/>
            <p:cNvSpPr/>
            <p:nvPr/>
          </p:nvSpPr>
          <p:spPr>
            <a:xfrm>
              <a:off x="431025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4" name="pg2734"/>
            <p:cNvSpPr/>
            <p:nvPr/>
          </p:nvSpPr>
          <p:spPr>
            <a:xfrm>
              <a:off x="432189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5" name="pg2735"/>
            <p:cNvSpPr/>
            <p:nvPr/>
          </p:nvSpPr>
          <p:spPr>
            <a:xfrm>
              <a:off x="433353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6" name="pg2736"/>
            <p:cNvSpPr/>
            <p:nvPr/>
          </p:nvSpPr>
          <p:spPr>
            <a:xfrm>
              <a:off x="434516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7" name="pg2737"/>
            <p:cNvSpPr/>
            <p:nvPr/>
          </p:nvSpPr>
          <p:spPr>
            <a:xfrm>
              <a:off x="435680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8" name="pg2738"/>
            <p:cNvSpPr/>
            <p:nvPr/>
          </p:nvSpPr>
          <p:spPr>
            <a:xfrm>
              <a:off x="436844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9" name="pg2739"/>
            <p:cNvSpPr/>
            <p:nvPr/>
          </p:nvSpPr>
          <p:spPr>
            <a:xfrm>
              <a:off x="438008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0" name="pg2740"/>
            <p:cNvSpPr/>
            <p:nvPr/>
          </p:nvSpPr>
          <p:spPr>
            <a:xfrm>
              <a:off x="456627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1" name="pg2741"/>
            <p:cNvSpPr/>
            <p:nvPr/>
          </p:nvSpPr>
          <p:spPr>
            <a:xfrm>
              <a:off x="457791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2" name="pg2742"/>
            <p:cNvSpPr/>
            <p:nvPr/>
          </p:nvSpPr>
          <p:spPr>
            <a:xfrm>
              <a:off x="458955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3" name="pg2743"/>
            <p:cNvSpPr/>
            <p:nvPr/>
          </p:nvSpPr>
          <p:spPr>
            <a:xfrm>
              <a:off x="460119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4" name="pg2744"/>
            <p:cNvSpPr/>
            <p:nvPr/>
          </p:nvSpPr>
          <p:spPr>
            <a:xfrm>
              <a:off x="461282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5" name="pg2745"/>
            <p:cNvSpPr/>
            <p:nvPr/>
          </p:nvSpPr>
          <p:spPr>
            <a:xfrm>
              <a:off x="311161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6" name="pg2746"/>
            <p:cNvSpPr/>
            <p:nvPr/>
          </p:nvSpPr>
          <p:spPr>
            <a:xfrm>
              <a:off x="312324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7" name="pg2747"/>
            <p:cNvSpPr/>
            <p:nvPr/>
          </p:nvSpPr>
          <p:spPr>
            <a:xfrm>
              <a:off x="313488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8" name="pg2748"/>
            <p:cNvSpPr/>
            <p:nvPr/>
          </p:nvSpPr>
          <p:spPr>
            <a:xfrm>
              <a:off x="314652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9" name="pg2749"/>
            <p:cNvSpPr/>
            <p:nvPr/>
          </p:nvSpPr>
          <p:spPr>
            <a:xfrm>
              <a:off x="315816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0" name="pg2750"/>
            <p:cNvSpPr/>
            <p:nvPr/>
          </p:nvSpPr>
          <p:spPr>
            <a:xfrm>
              <a:off x="316979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1" name="pg2751"/>
            <p:cNvSpPr/>
            <p:nvPr/>
          </p:nvSpPr>
          <p:spPr>
            <a:xfrm>
              <a:off x="318143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2" name="pg2752"/>
            <p:cNvSpPr/>
            <p:nvPr/>
          </p:nvSpPr>
          <p:spPr>
            <a:xfrm>
              <a:off x="319307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3" name="pg2753"/>
            <p:cNvSpPr/>
            <p:nvPr/>
          </p:nvSpPr>
          <p:spPr>
            <a:xfrm>
              <a:off x="320471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4" name="pg2754"/>
            <p:cNvSpPr/>
            <p:nvPr/>
          </p:nvSpPr>
          <p:spPr>
            <a:xfrm>
              <a:off x="321634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5" name="pg2755"/>
            <p:cNvSpPr/>
            <p:nvPr/>
          </p:nvSpPr>
          <p:spPr>
            <a:xfrm>
              <a:off x="322798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6" name="pg2756"/>
            <p:cNvSpPr/>
            <p:nvPr/>
          </p:nvSpPr>
          <p:spPr>
            <a:xfrm>
              <a:off x="323962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7" name="pg2757"/>
            <p:cNvSpPr/>
            <p:nvPr/>
          </p:nvSpPr>
          <p:spPr>
            <a:xfrm>
              <a:off x="325125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8" name="pg2758"/>
            <p:cNvSpPr/>
            <p:nvPr/>
          </p:nvSpPr>
          <p:spPr>
            <a:xfrm>
              <a:off x="326289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9" name="pg2759"/>
            <p:cNvSpPr/>
            <p:nvPr/>
          </p:nvSpPr>
          <p:spPr>
            <a:xfrm>
              <a:off x="327453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0" name="pg2760"/>
            <p:cNvSpPr/>
            <p:nvPr/>
          </p:nvSpPr>
          <p:spPr>
            <a:xfrm>
              <a:off x="328617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1" name="pg2761"/>
            <p:cNvSpPr/>
            <p:nvPr/>
          </p:nvSpPr>
          <p:spPr>
            <a:xfrm>
              <a:off x="329780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2" name="pg2762"/>
            <p:cNvSpPr/>
            <p:nvPr/>
          </p:nvSpPr>
          <p:spPr>
            <a:xfrm>
              <a:off x="330944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3" name="pg2763"/>
            <p:cNvSpPr/>
            <p:nvPr/>
          </p:nvSpPr>
          <p:spPr>
            <a:xfrm>
              <a:off x="332108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4" name="pg2764"/>
            <p:cNvSpPr/>
            <p:nvPr/>
          </p:nvSpPr>
          <p:spPr>
            <a:xfrm>
              <a:off x="333272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5" name="pg2765"/>
            <p:cNvSpPr/>
            <p:nvPr/>
          </p:nvSpPr>
          <p:spPr>
            <a:xfrm>
              <a:off x="334435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6" name="pg2766"/>
            <p:cNvSpPr/>
            <p:nvPr/>
          </p:nvSpPr>
          <p:spPr>
            <a:xfrm>
              <a:off x="335599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7" name="pg2767"/>
            <p:cNvSpPr/>
            <p:nvPr/>
          </p:nvSpPr>
          <p:spPr>
            <a:xfrm>
              <a:off x="336763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8" name="pg2768"/>
            <p:cNvSpPr/>
            <p:nvPr/>
          </p:nvSpPr>
          <p:spPr>
            <a:xfrm>
              <a:off x="337927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9" name="pg2769"/>
            <p:cNvSpPr/>
            <p:nvPr/>
          </p:nvSpPr>
          <p:spPr>
            <a:xfrm>
              <a:off x="339090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0" name="pg2770"/>
            <p:cNvSpPr/>
            <p:nvPr/>
          </p:nvSpPr>
          <p:spPr>
            <a:xfrm>
              <a:off x="340254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1" name="pg2771"/>
            <p:cNvSpPr/>
            <p:nvPr/>
          </p:nvSpPr>
          <p:spPr>
            <a:xfrm>
              <a:off x="341418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2" name="pg2772"/>
            <p:cNvSpPr/>
            <p:nvPr/>
          </p:nvSpPr>
          <p:spPr>
            <a:xfrm>
              <a:off x="342581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3" name="pg2773"/>
            <p:cNvSpPr/>
            <p:nvPr/>
          </p:nvSpPr>
          <p:spPr>
            <a:xfrm>
              <a:off x="343745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4" name="pg2774"/>
            <p:cNvSpPr/>
            <p:nvPr/>
          </p:nvSpPr>
          <p:spPr>
            <a:xfrm>
              <a:off x="344909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5" name="pg2775"/>
            <p:cNvSpPr/>
            <p:nvPr/>
          </p:nvSpPr>
          <p:spPr>
            <a:xfrm>
              <a:off x="346073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6" name="pg2776"/>
            <p:cNvSpPr/>
            <p:nvPr/>
          </p:nvSpPr>
          <p:spPr>
            <a:xfrm>
              <a:off x="347236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7" name="pg2777"/>
            <p:cNvSpPr/>
            <p:nvPr/>
          </p:nvSpPr>
          <p:spPr>
            <a:xfrm>
              <a:off x="348400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8" name="pg2778"/>
            <p:cNvSpPr/>
            <p:nvPr/>
          </p:nvSpPr>
          <p:spPr>
            <a:xfrm>
              <a:off x="349564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9" name="pg2779"/>
            <p:cNvSpPr/>
            <p:nvPr/>
          </p:nvSpPr>
          <p:spPr>
            <a:xfrm>
              <a:off x="350728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0" name="pg2780"/>
            <p:cNvSpPr/>
            <p:nvPr/>
          </p:nvSpPr>
          <p:spPr>
            <a:xfrm>
              <a:off x="351891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1" name="pg2781"/>
            <p:cNvSpPr/>
            <p:nvPr/>
          </p:nvSpPr>
          <p:spPr>
            <a:xfrm>
              <a:off x="353055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2" name="pg2782"/>
            <p:cNvSpPr/>
            <p:nvPr/>
          </p:nvSpPr>
          <p:spPr>
            <a:xfrm>
              <a:off x="354219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3" name="pg2783"/>
            <p:cNvSpPr/>
            <p:nvPr/>
          </p:nvSpPr>
          <p:spPr>
            <a:xfrm>
              <a:off x="355383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4" name="pg2784"/>
            <p:cNvSpPr/>
            <p:nvPr/>
          </p:nvSpPr>
          <p:spPr>
            <a:xfrm>
              <a:off x="362365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5" name="pg2785"/>
            <p:cNvSpPr/>
            <p:nvPr/>
          </p:nvSpPr>
          <p:spPr>
            <a:xfrm>
              <a:off x="363529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6" name="pg2786"/>
            <p:cNvSpPr/>
            <p:nvPr/>
          </p:nvSpPr>
          <p:spPr>
            <a:xfrm>
              <a:off x="364692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7" name="pg2787"/>
            <p:cNvSpPr/>
            <p:nvPr/>
          </p:nvSpPr>
          <p:spPr>
            <a:xfrm>
              <a:off x="365856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8" name="pg2788"/>
            <p:cNvSpPr/>
            <p:nvPr/>
          </p:nvSpPr>
          <p:spPr>
            <a:xfrm>
              <a:off x="367020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9" name="pg2789"/>
            <p:cNvSpPr/>
            <p:nvPr/>
          </p:nvSpPr>
          <p:spPr>
            <a:xfrm>
              <a:off x="368184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0" name="pg2790"/>
            <p:cNvSpPr/>
            <p:nvPr/>
          </p:nvSpPr>
          <p:spPr>
            <a:xfrm>
              <a:off x="369347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1" name="pg2791"/>
            <p:cNvSpPr/>
            <p:nvPr/>
          </p:nvSpPr>
          <p:spPr>
            <a:xfrm>
              <a:off x="370511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2" name="pg2792"/>
            <p:cNvSpPr/>
            <p:nvPr/>
          </p:nvSpPr>
          <p:spPr>
            <a:xfrm>
              <a:off x="371675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3" name="pg2793"/>
            <p:cNvSpPr/>
            <p:nvPr/>
          </p:nvSpPr>
          <p:spPr>
            <a:xfrm>
              <a:off x="372839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4" name="pg2794"/>
            <p:cNvSpPr/>
            <p:nvPr/>
          </p:nvSpPr>
          <p:spPr>
            <a:xfrm>
              <a:off x="374002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5" name="pg2795"/>
            <p:cNvSpPr/>
            <p:nvPr/>
          </p:nvSpPr>
          <p:spPr>
            <a:xfrm>
              <a:off x="413569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6" name="pg2796"/>
            <p:cNvSpPr/>
            <p:nvPr/>
          </p:nvSpPr>
          <p:spPr>
            <a:xfrm>
              <a:off x="414733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7" name="pg2797"/>
            <p:cNvSpPr/>
            <p:nvPr/>
          </p:nvSpPr>
          <p:spPr>
            <a:xfrm>
              <a:off x="415897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8" name="pg2798"/>
            <p:cNvSpPr/>
            <p:nvPr/>
          </p:nvSpPr>
          <p:spPr>
            <a:xfrm>
              <a:off x="417060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9" name="pg2799"/>
            <p:cNvSpPr/>
            <p:nvPr/>
          </p:nvSpPr>
          <p:spPr>
            <a:xfrm>
              <a:off x="418224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0" name="pg2800"/>
            <p:cNvSpPr/>
            <p:nvPr/>
          </p:nvSpPr>
          <p:spPr>
            <a:xfrm>
              <a:off x="419388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1" name="pg2801"/>
            <p:cNvSpPr/>
            <p:nvPr/>
          </p:nvSpPr>
          <p:spPr>
            <a:xfrm>
              <a:off x="420552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2" name="pg2802"/>
            <p:cNvSpPr/>
            <p:nvPr/>
          </p:nvSpPr>
          <p:spPr>
            <a:xfrm>
              <a:off x="421715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3" name="pg2803"/>
            <p:cNvSpPr/>
            <p:nvPr/>
          </p:nvSpPr>
          <p:spPr>
            <a:xfrm>
              <a:off x="422879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4" name="pg2804"/>
            <p:cNvSpPr/>
            <p:nvPr/>
          </p:nvSpPr>
          <p:spPr>
            <a:xfrm>
              <a:off x="424043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5" name="pg2805"/>
            <p:cNvSpPr/>
            <p:nvPr/>
          </p:nvSpPr>
          <p:spPr>
            <a:xfrm>
              <a:off x="432189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6" name="pg2806"/>
            <p:cNvSpPr/>
            <p:nvPr/>
          </p:nvSpPr>
          <p:spPr>
            <a:xfrm>
              <a:off x="433353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7" name="pg2807"/>
            <p:cNvSpPr/>
            <p:nvPr/>
          </p:nvSpPr>
          <p:spPr>
            <a:xfrm>
              <a:off x="434516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8" name="pg2808"/>
            <p:cNvSpPr/>
            <p:nvPr/>
          </p:nvSpPr>
          <p:spPr>
            <a:xfrm>
              <a:off x="435680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9" name="pg2809"/>
            <p:cNvSpPr/>
            <p:nvPr/>
          </p:nvSpPr>
          <p:spPr>
            <a:xfrm>
              <a:off x="436844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0" name="pg2810"/>
            <p:cNvSpPr/>
            <p:nvPr/>
          </p:nvSpPr>
          <p:spPr>
            <a:xfrm>
              <a:off x="438008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1" name="pg2811"/>
            <p:cNvSpPr/>
            <p:nvPr/>
          </p:nvSpPr>
          <p:spPr>
            <a:xfrm>
              <a:off x="457791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2" name="pg2812"/>
            <p:cNvSpPr/>
            <p:nvPr/>
          </p:nvSpPr>
          <p:spPr>
            <a:xfrm>
              <a:off x="458955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3" name="pg2813"/>
            <p:cNvSpPr/>
            <p:nvPr/>
          </p:nvSpPr>
          <p:spPr>
            <a:xfrm>
              <a:off x="460119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4" name="pg2814"/>
            <p:cNvSpPr/>
            <p:nvPr/>
          </p:nvSpPr>
          <p:spPr>
            <a:xfrm>
              <a:off x="461282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5" name="pg2815"/>
            <p:cNvSpPr/>
            <p:nvPr/>
          </p:nvSpPr>
          <p:spPr>
            <a:xfrm>
              <a:off x="462446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6" name="pg2816"/>
            <p:cNvSpPr/>
            <p:nvPr/>
          </p:nvSpPr>
          <p:spPr>
            <a:xfrm>
              <a:off x="311161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7" name="pg2817"/>
            <p:cNvSpPr/>
            <p:nvPr/>
          </p:nvSpPr>
          <p:spPr>
            <a:xfrm>
              <a:off x="312324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8" name="pg2818"/>
            <p:cNvSpPr/>
            <p:nvPr/>
          </p:nvSpPr>
          <p:spPr>
            <a:xfrm>
              <a:off x="313488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9" name="pg2819"/>
            <p:cNvSpPr/>
            <p:nvPr/>
          </p:nvSpPr>
          <p:spPr>
            <a:xfrm>
              <a:off x="314652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0" name="pg2820"/>
            <p:cNvSpPr/>
            <p:nvPr/>
          </p:nvSpPr>
          <p:spPr>
            <a:xfrm>
              <a:off x="315816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1" name="pg2821"/>
            <p:cNvSpPr/>
            <p:nvPr/>
          </p:nvSpPr>
          <p:spPr>
            <a:xfrm>
              <a:off x="316979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2" name="pg2822"/>
            <p:cNvSpPr/>
            <p:nvPr/>
          </p:nvSpPr>
          <p:spPr>
            <a:xfrm>
              <a:off x="318143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3" name="pg2823"/>
            <p:cNvSpPr/>
            <p:nvPr/>
          </p:nvSpPr>
          <p:spPr>
            <a:xfrm>
              <a:off x="319307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4" name="pg2824"/>
            <p:cNvSpPr/>
            <p:nvPr/>
          </p:nvSpPr>
          <p:spPr>
            <a:xfrm>
              <a:off x="320471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5" name="pg2825"/>
            <p:cNvSpPr/>
            <p:nvPr/>
          </p:nvSpPr>
          <p:spPr>
            <a:xfrm>
              <a:off x="321634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6" name="pg2826"/>
            <p:cNvSpPr/>
            <p:nvPr/>
          </p:nvSpPr>
          <p:spPr>
            <a:xfrm>
              <a:off x="322798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7" name="pg2827"/>
            <p:cNvSpPr/>
            <p:nvPr/>
          </p:nvSpPr>
          <p:spPr>
            <a:xfrm>
              <a:off x="323962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8" name="pg2828"/>
            <p:cNvSpPr/>
            <p:nvPr/>
          </p:nvSpPr>
          <p:spPr>
            <a:xfrm>
              <a:off x="325125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9" name="pg2829"/>
            <p:cNvSpPr/>
            <p:nvPr/>
          </p:nvSpPr>
          <p:spPr>
            <a:xfrm>
              <a:off x="326289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0" name="pg2830"/>
            <p:cNvSpPr/>
            <p:nvPr/>
          </p:nvSpPr>
          <p:spPr>
            <a:xfrm>
              <a:off x="327453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1" name="pg2831"/>
            <p:cNvSpPr/>
            <p:nvPr/>
          </p:nvSpPr>
          <p:spPr>
            <a:xfrm>
              <a:off x="328617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2" name="pg2832"/>
            <p:cNvSpPr/>
            <p:nvPr/>
          </p:nvSpPr>
          <p:spPr>
            <a:xfrm>
              <a:off x="329780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3" name="pg2833"/>
            <p:cNvSpPr/>
            <p:nvPr/>
          </p:nvSpPr>
          <p:spPr>
            <a:xfrm>
              <a:off x="330944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4" name="pg2834"/>
            <p:cNvSpPr/>
            <p:nvPr/>
          </p:nvSpPr>
          <p:spPr>
            <a:xfrm>
              <a:off x="332108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5" name="pg2835"/>
            <p:cNvSpPr/>
            <p:nvPr/>
          </p:nvSpPr>
          <p:spPr>
            <a:xfrm>
              <a:off x="333272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6" name="pg2836"/>
            <p:cNvSpPr/>
            <p:nvPr/>
          </p:nvSpPr>
          <p:spPr>
            <a:xfrm>
              <a:off x="334435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7" name="pg2837"/>
            <p:cNvSpPr/>
            <p:nvPr/>
          </p:nvSpPr>
          <p:spPr>
            <a:xfrm>
              <a:off x="335599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8" name="pg2838"/>
            <p:cNvSpPr/>
            <p:nvPr/>
          </p:nvSpPr>
          <p:spPr>
            <a:xfrm>
              <a:off x="336763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9" name="pg2839"/>
            <p:cNvSpPr/>
            <p:nvPr/>
          </p:nvSpPr>
          <p:spPr>
            <a:xfrm>
              <a:off x="337927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0" name="pg2840"/>
            <p:cNvSpPr/>
            <p:nvPr/>
          </p:nvSpPr>
          <p:spPr>
            <a:xfrm>
              <a:off x="339090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1" name="pg2841"/>
            <p:cNvSpPr/>
            <p:nvPr/>
          </p:nvSpPr>
          <p:spPr>
            <a:xfrm>
              <a:off x="340254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2" name="pg2842"/>
            <p:cNvSpPr/>
            <p:nvPr/>
          </p:nvSpPr>
          <p:spPr>
            <a:xfrm>
              <a:off x="341418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3" name="pg2843"/>
            <p:cNvSpPr/>
            <p:nvPr/>
          </p:nvSpPr>
          <p:spPr>
            <a:xfrm>
              <a:off x="342581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4" name="pg2844"/>
            <p:cNvSpPr/>
            <p:nvPr/>
          </p:nvSpPr>
          <p:spPr>
            <a:xfrm>
              <a:off x="343745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5" name="pg2845"/>
            <p:cNvSpPr/>
            <p:nvPr/>
          </p:nvSpPr>
          <p:spPr>
            <a:xfrm>
              <a:off x="344909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6" name="pg2846"/>
            <p:cNvSpPr/>
            <p:nvPr/>
          </p:nvSpPr>
          <p:spPr>
            <a:xfrm>
              <a:off x="346073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7" name="pg2847"/>
            <p:cNvSpPr/>
            <p:nvPr/>
          </p:nvSpPr>
          <p:spPr>
            <a:xfrm>
              <a:off x="347236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8" name="pg2848"/>
            <p:cNvSpPr/>
            <p:nvPr/>
          </p:nvSpPr>
          <p:spPr>
            <a:xfrm>
              <a:off x="348400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9" name="pg2849"/>
            <p:cNvSpPr/>
            <p:nvPr/>
          </p:nvSpPr>
          <p:spPr>
            <a:xfrm>
              <a:off x="349564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0" name="pg2850"/>
            <p:cNvSpPr/>
            <p:nvPr/>
          </p:nvSpPr>
          <p:spPr>
            <a:xfrm>
              <a:off x="350728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1" name="pg2851"/>
            <p:cNvSpPr/>
            <p:nvPr/>
          </p:nvSpPr>
          <p:spPr>
            <a:xfrm>
              <a:off x="351891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2" name="pg2852"/>
            <p:cNvSpPr/>
            <p:nvPr/>
          </p:nvSpPr>
          <p:spPr>
            <a:xfrm>
              <a:off x="353055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3" name="pg2853"/>
            <p:cNvSpPr/>
            <p:nvPr/>
          </p:nvSpPr>
          <p:spPr>
            <a:xfrm>
              <a:off x="354219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4" name="pg2854"/>
            <p:cNvSpPr/>
            <p:nvPr/>
          </p:nvSpPr>
          <p:spPr>
            <a:xfrm>
              <a:off x="355383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5" name="pg2855"/>
            <p:cNvSpPr/>
            <p:nvPr/>
          </p:nvSpPr>
          <p:spPr>
            <a:xfrm>
              <a:off x="361201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6" name="pg2856"/>
            <p:cNvSpPr/>
            <p:nvPr/>
          </p:nvSpPr>
          <p:spPr>
            <a:xfrm>
              <a:off x="362365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7" name="pg2857"/>
            <p:cNvSpPr/>
            <p:nvPr/>
          </p:nvSpPr>
          <p:spPr>
            <a:xfrm>
              <a:off x="363529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8" name="pg2858"/>
            <p:cNvSpPr/>
            <p:nvPr/>
          </p:nvSpPr>
          <p:spPr>
            <a:xfrm>
              <a:off x="364692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9" name="pg2859"/>
            <p:cNvSpPr/>
            <p:nvPr/>
          </p:nvSpPr>
          <p:spPr>
            <a:xfrm>
              <a:off x="365856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0" name="pg2860"/>
            <p:cNvSpPr/>
            <p:nvPr/>
          </p:nvSpPr>
          <p:spPr>
            <a:xfrm>
              <a:off x="367020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1" name="pg2861"/>
            <p:cNvSpPr/>
            <p:nvPr/>
          </p:nvSpPr>
          <p:spPr>
            <a:xfrm>
              <a:off x="368184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2" name="pg2862"/>
            <p:cNvSpPr/>
            <p:nvPr/>
          </p:nvSpPr>
          <p:spPr>
            <a:xfrm>
              <a:off x="369347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3" name="pg2863"/>
            <p:cNvSpPr/>
            <p:nvPr/>
          </p:nvSpPr>
          <p:spPr>
            <a:xfrm>
              <a:off x="370511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4" name="pg2864"/>
            <p:cNvSpPr/>
            <p:nvPr/>
          </p:nvSpPr>
          <p:spPr>
            <a:xfrm>
              <a:off x="371675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5" name="pg2865"/>
            <p:cNvSpPr/>
            <p:nvPr/>
          </p:nvSpPr>
          <p:spPr>
            <a:xfrm>
              <a:off x="372839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6" name="pg2866"/>
            <p:cNvSpPr/>
            <p:nvPr/>
          </p:nvSpPr>
          <p:spPr>
            <a:xfrm>
              <a:off x="374002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7" name="pg2867"/>
            <p:cNvSpPr/>
            <p:nvPr/>
          </p:nvSpPr>
          <p:spPr>
            <a:xfrm>
              <a:off x="375166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8" name="pg2868"/>
            <p:cNvSpPr/>
            <p:nvPr/>
          </p:nvSpPr>
          <p:spPr>
            <a:xfrm>
              <a:off x="376330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9" name="pg2869"/>
            <p:cNvSpPr/>
            <p:nvPr/>
          </p:nvSpPr>
          <p:spPr>
            <a:xfrm>
              <a:off x="413569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0" name="pg2870"/>
            <p:cNvSpPr/>
            <p:nvPr/>
          </p:nvSpPr>
          <p:spPr>
            <a:xfrm>
              <a:off x="414733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1" name="pg2871"/>
            <p:cNvSpPr/>
            <p:nvPr/>
          </p:nvSpPr>
          <p:spPr>
            <a:xfrm>
              <a:off x="415897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2" name="pg2872"/>
            <p:cNvSpPr/>
            <p:nvPr/>
          </p:nvSpPr>
          <p:spPr>
            <a:xfrm>
              <a:off x="417060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3" name="pg2873"/>
            <p:cNvSpPr/>
            <p:nvPr/>
          </p:nvSpPr>
          <p:spPr>
            <a:xfrm>
              <a:off x="418224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4" name="pg2874"/>
            <p:cNvSpPr/>
            <p:nvPr/>
          </p:nvSpPr>
          <p:spPr>
            <a:xfrm>
              <a:off x="419388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5" name="pg2875"/>
            <p:cNvSpPr/>
            <p:nvPr/>
          </p:nvSpPr>
          <p:spPr>
            <a:xfrm>
              <a:off x="420552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6" name="pg2876"/>
            <p:cNvSpPr/>
            <p:nvPr/>
          </p:nvSpPr>
          <p:spPr>
            <a:xfrm>
              <a:off x="421715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7" name="pg2877"/>
            <p:cNvSpPr/>
            <p:nvPr/>
          </p:nvSpPr>
          <p:spPr>
            <a:xfrm>
              <a:off x="433353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8" name="pg2878"/>
            <p:cNvSpPr/>
            <p:nvPr/>
          </p:nvSpPr>
          <p:spPr>
            <a:xfrm>
              <a:off x="434516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9" name="pg2879"/>
            <p:cNvSpPr/>
            <p:nvPr/>
          </p:nvSpPr>
          <p:spPr>
            <a:xfrm>
              <a:off x="435680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0" name="pg2880"/>
            <p:cNvSpPr/>
            <p:nvPr/>
          </p:nvSpPr>
          <p:spPr>
            <a:xfrm>
              <a:off x="436844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1" name="pg2881"/>
            <p:cNvSpPr/>
            <p:nvPr/>
          </p:nvSpPr>
          <p:spPr>
            <a:xfrm>
              <a:off x="438008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2" name="pg2882"/>
            <p:cNvSpPr/>
            <p:nvPr/>
          </p:nvSpPr>
          <p:spPr>
            <a:xfrm>
              <a:off x="439171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3" name="pg2883"/>
            <p:cNvSpPr/>
            <p:nvPr/>
          </p:nvSpPr>
          <p:spPr>
            <a:xfrm>
              <a:off x="440335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4" name="pg2884"/>
            <p:cNvSpPr/>
            <p:nvPr/>
          </p:nvSpPr>
          <p:spPr>
            <a:xfrm>
              <a:off x="457791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5" name="pg2885"/>
            <p:cNvSpPr/>
            <p:nvPr/>
          </p:nvSpPr>
          <p:spPr>
            <a:xfrm>
              <a:off x="458955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6" name="pg2886"/>
            <p:cNvSpPr/>
            <p:nvPr/>
          </p:nvSpPr>
          <p:spPr>
            <a:xfrm>
              <a:off x="460119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7" name="pg2887"/>
            <p:cNvSpPr/>
            <p:nvPr/>
          </p:nvSpPr>
          <p:spPr>
            <a:xfrm>
              <a:off x="461282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8" name="pg2888"/>
            <p:cNvSpPr/>
            <p:nvPr/>
          </p:nvSpPr>
          <p:spPr>
            <a:xfrm>
              <a:off x="462446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9" name="pg2889"/>
            <p:cNvSpPr/>
            <p:nvPr/>
          </p:nvSpPr>
          <p:spPr>
            <a:xfrm>
              <a:off x="311161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0" name="pg2890"/>
            <p:cNvSpPr/>
            <p:nvPr/>
          </p:nvSpPr>
          <p:spPr>
            <a:xfrm>
              <a:off x="312324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1" name="pg2891"/>
            <p:cNvSpPr/>
            <p:nvPr/>
          </p:nvSpPr>
          <p:spPr>
            <a:xfrm>
              <a:off x="313488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2" name="pg2892"/>
            <p:cNvSpPr/>
            <p:nvPr/>
          </p:nvSpPr>
          <p:spPr>
            <a:xfrm>
              <a:off x="314652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3" name="pg2893"/>
            <p:cNvSpPr/>
            <p:nvPr/>
          </p:nvSpPr>
          <p:spPr>
            <a:xfrm>
              <a:off x="315816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4" name="pg2894"/>
            <p:cNvSpPr/>
            <p:nvPr/>
          </p:nvSpPr>
          <p:spPr>
            <a:xfrm>
              <a:off x="316979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5" name="pg2895"/>
            <p:cNvSpPr/>
            <p:nvPr/>
          </p:nvSpPr>
          <p:spPr>
            <a:xfrm>
              <a:off x="318143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6" name="pg2896"/>
            <p:cNvSpPr/>
            <p:nvPr/>
          </p:nvSpPr>
          <p:spPr>
            <a:xfrm>
              <a:off x="319307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7" name="pg2897"/>
            <p:cNvSpPr/>
            <p:nvPr/>
          </p:nvSpPr>
          <p:spPr>
            <a:xfrm>
              <a:off x="320471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8" name="pg2898"/>
            <p:cNvSpPr/>
            <p:nvPr/>
          </p:nvSpPr>
          <p:spPr>
            <a:xfrm>
              <a:off x="321634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9" name="pg2899"/>
            <p:cNvSpPr/>
            <p:nvPr/>
          </p:nvSpPr>
          <p:spPr>
            <a:xfrm>
              <a:off x="322798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0" name="pg2900"/>
            <p:cNvSpPr/>
            <p:nvPr/>
          </p:nvSpPr>
          <p:spPr>
            <a:xfrm>
              <a:off x="323962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1" name="pg2901"/>
            <p:cNvSpPr/>
            <p:nvPr/>
          </p:nvSpPr>
          <p:spPr>
            <a:xfrm>
              <a:off x="335599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2" name="pg2902"/>
            <p:cNvSpPr/>
            <p:nvPr/>
          </p:nvSpPr>
          <p:spPr>
            <a:xfrm>
              <a:off x="336763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3" name="pg2903"/>
            <p:cNvSpPr/>
            <p:nvPr/>
          </p:nvSpPr>
          <p:spPr>
            <a:xfrm>
              <a:off x="337927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4" name="pg2904"/>
            <p:cNvSpPr/>
            <p:nvPr/>
          </p:nvSpPr>
          <p:spPr>
            <a:xfrm>
              <a:off x="339090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5" name="pg2905"/>
            <p:cNvSpPr/>
            <p:nvPr/>
          </p:nvSpPr>
          <p:spPr>
            <a:xfrm>
              <a:off x="340254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6" name="pg2906"/>
            <p:cNvSpPr/>
            <p:nvPr/>
          </p:nvSpPr>
          <p:spPr>
            <a:xfrm>
              <a:off x="341418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7" name="pg2907"/>
            <p:cNvSpPr/>
            <p:nvPr/>
          </p:nvSpPr>
          <p:spPr>
            <a:xfrm>
              <a:off x="342581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8" name="pg2908"/>
            <p:cNvSpPr/>
            <p:nvPr/>
          </p:nvSpPr>
          <p:spPr>
            <a:xfrm>
              <a:off x="343745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9" name="pg2909"/>
            <p:cNvSpPr/>
            <p:nvPr/>
          </p:nvSpPr>
          <p:spPr>
            <a:xfrm>
              <a:off x="344909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0" name="pg2910"/>
            <p:cNvSpPr/>
            <p:nvPr/>
          </p:nvSpPr>
          <p:spPr>
            <a:xfrm>
              <a:off x="346073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1" name="pg2911"/>
            <p:cNvSpPr/>
            <p:nvPr/>
          </p:nvSpPr>
          <p:spPr>
            <a:xfrm>
              <a:off x="348400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2" name="pg2912"/>
            <p:cNvSpPr/>
            <p:nvPr/>
          </p:nvSpPr>
          <p:spPr>
            <a:xfrm>
              <a:off x="349564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3" name="pg2913"/>
            <p:cNvSpPr/>
            <p:nvPr/>
          </p:nvSpPr>
          <p:spPr>
            <a:xfrm>
              <a:off x="350728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4" name="pg2914"/>
            <p:cNvSpPr/>
            <p:nvPr/>
          </p:nvSpPr>
          <p:spPr>
            <a:xfrm>
              <a:off x="351891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5" name="pg2915"/>
            <p:cNvSpPr/>
            <p:nvPr/>
          </p:nvSpPr>
          <p:spPr>
            <a:xfrm>
              <a:off x="353055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6" name="pg2916"/>
            <p:cNvSpPr/>
            <p:nvPr/>
          </p:nvSpPr>
          <p:spPr>
            <a:xfrm>
              <a:off x="354219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7" name="pg2917"/>
            <p:cNvSpPr/>
            <p:nvPr/>
          </p:nvSpPr>
          <p:spPr>
            <a:xfrm>
              <a:off x="355383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8" name="pg2918"/>
            <p:cNvSpPr/>
            <p:nvPr/>
          </p:nvSpPr>
          <p:spPr>
            <a:xfrm>
              <a:off x="356546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9" name="pg2919"/>
            <p:cNvSpPr/>
            <p:nvPr/>
          </p:nvSpPr>
          <p:spPr>
            <a:xfrm>
              <a:off x="358874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0" name="pg2920"/>
            <p:cNvSpPr/>
            <p:nvPr/>
          </p:nvSpPr>
          <p:spPr>
            <a:xfrm>
              <a:off x="360037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1" name="pg2921"/>
            <p:cNvSpPr/>
            <p:nvPr/>
          </p:nvSpPr>
          <p:spPr>
            <a:xfrm>
              <a:off x="361201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2" name="pg2922"/>
            <p:cNvSpPr/>
            <p:nvPr/>
          </p:nvSpPr>
          <p:spPr>
            <a:xfrm>
              <a:off x="362365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3" name="pg2923"/>
            <p:cNvSpPr/>
            <p:nvPr/>
          </p:nvSpPr>
          <p:spPr>
            <a:xfrm>
              <a:off x="363529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4" name="pg2924"/>
            <p:cNvSpPr/>
            <p:nvPr/>
          </p:nvSpPr>
          <p:spPr>
            <a:xfrm>
              <a:off x="364692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5" name="pg2925"/>
            <p:cNvSpPr/>
            <p:nvPr/>
          </p:nvSpPr>
          <p:spPr>
            <a:xfrm>
              <a:off x="365856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6" name="pg2926"/>
            <p:cNvSpPr/>
            <p:nvPr/>
          </p:nvSpPr>
          <p:spPr>
            <a:xfrm>
              <a:off x="367020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7" name="pg2927"/>
            <p:cNvSpPr/>
            <p:nvPr/>
          </p:nvSpPr>
          <p:spPr>
            <a:xfrm>
              <a:off x="368184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8" name="pg2928"/>
            <p:cNvSpPr/>
            <p:nvPr/>
          </p:nvSpPr>
          <p:spPr>
            <a:xfrm>
              <a:off x="369347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9" name="pg2929"/>
            <p:cNvSpPr/>
            <p:nvPr/>
          </p:nvSpPr>
          <p:spPr>
            <a:xfrm>
              <a:off x="370511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0" name="pg2930"/>
            <p:cNvSpPr/>
            <p:nvPr/>
          </p:nvSpPr>
          <p:spPr>
            <a:xfrm>
              <a:off x="371675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1" name="pg2931"/>
            <p:cNvSpPr/>
            <p:nvPr/>
          </p:nvSpPr>
          <p:spPr>
            <a:xfrm>
              <a:off x="372839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2" name="pg2932"/>
            <p:cNvSpPr/>
            <p:nvPr/>
          </p:nvSpPr>
          <p:spPr>
            <a:xfrm>
              <a:off x="374002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3" name="pg2933"/>
            <p:cNvSpPr/>
            <p:nvPr/>
          </p:nvSpPr>
          <p:spPr>
            <a:xfrm>
              <a:off x="375166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4" name="pg2934"/>
            <p:cNvSpPr/>
            <p:nvPr/>
          </p:nvSpPr>
          <p:spPr>
            <a:xfrm>
              <a:off x="376330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5" name="pg2935"/>
            <p:cNvSpPr/>
            <p:nvPr/>
          </p:nvSpPr>
          <p:spPr>
            <a:xfrm>
              <a:off x="377493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6" name="pg2936"/>
            <p:cNvSpPr/>
            <p:nvPr/>
          </p:nvSpPr>
          <p:spPr>
            <a:xfrm>
              <a:off x="415897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7" name="pg2937"/>
            <p:cNvSpPr/>
            <p:nvPr/>
          </p:nvSpPr>
          <p:spPr>
            <a:xfrm>
              <a:off x="434516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8" name="pg2938"/>
            <p:cNvSpPr/>
            <p:nvPr/>
          </p:nvSpPr>
          <p:spPr>
            <a:xfrm>
              <a:off x="435680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9" name="pg2939"/>
            <p:cNvSpPr/>
            <p:nvPr/>
          </p:nvSpPr>
          <p:spPr>
            <a:xfrm>
              <a:off x="436844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0" name="pg2940"/>
            <p:cNvSpPr/>
            <p:nvPr/>
          </p:nvSpPr>
          <p:spPr>
            <a:xfrm>
              <a:off x="438008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1" name="pg2941"/>
            <p:cNvSpPr/>
            <p:nvPr/>
          </p:nvSpPr>
          <p:spPr>
            <a:xfrm>
              <a:off x="439171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2" name="pg2942"/>
            <p:cNvSpPr/>
            <p:nvPr/>
          </p:nvSpPr>
          <p:spPr>
            <a:xfrm>
              <a:off x="440335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3" name="pg2943"/>
            <p:cNvSpPr/>
            <p:nvPr/>
          </p:nvSpPr>
          <p:spPr>
            <a:xfrm>
              <a:off x="441499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4" name="pg2944"/>
            <p:cNvSpPr/>
            <p:nvPr/>
          </p:nvSpPr>
          <p:spPr>
            <a:xfrm>
              <a:off x="457791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5" name="pg2945"/>
            <p:cNvSpPr/>
            <p:nvPr/>
          </p:nvSpPr>
          <p:spPr>
            <a:xfrm>
              <a:off x="458955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6" name="pg2946"/>
            <p:cNvSpPr/>
            <p:nvPr/>
          </p:nvSpPr>
          <p:spPr>
            <a:xfrm>
              <a:off x="460119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7" name="pg2947"/>
            <p:cNvSpPr/>
            <p:nvPr/>
          </p:nvSpPr>
          <p:spPr>
            <a:xfrm>
              <a:off x="461282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8" name="pg2948"/>
            <p:cNvSpPr/>
            <p:nvPr/>
          </p:nvSpPr>
          <p:spPr>
            <a:xfrm>
              <a:off x="462446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9" name="pg2949"/>
            <p:cNvSpPr/>
            <p:nvPr/>
          </p:nvSpPr>
          <p:spPr>
            <a:xfrm>
              <a:off x="309997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0" name="pg2950"/>
            <p:cNvSpPr/>
            <p:nvPr/>
          </p:nvSpPr>
          <p:spPr>
            <a:xfrm>
              <a:off x="311161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1" name="pg2951"/>
            <p:cNvSpPr/>
            <p:nvPr/>
          </p:nvSpPr>
          <p:spPr>
            <a:xfrm>
              <a:off x="312324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2" name="pg2952"/>
            <p:cNvSpPr/>
            <p:nvPr/>
          </p:nvSpPr>
          <p:spPr>
            <a:xfrm>
              <a:off x="313488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3" name="pg2953"/>
            <p:cNvSpPr/>
            <p:nvPr/>
          </p:nvSpPr>
          <p:spPr>
            <a:xfrm>
              <a:off x="314652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4" name="pg2954"/>
            <p:cNvSpPr/>
            <p:nvPr/>
          </p:nvSpPr>
          <p:spPr>
            <a:xfrm>
              <a:off x="315816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5" name="pg2955"/>
            <p:cNvSpPr/>
            <p:nvPr/>
          </p:nvSpPr>
          <p:spPr>
            <a:xfrm>
              <a:off x="316979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6" name="pg2956"/>
            <p:cNvSpPr/>
            <p:nvPr/>
          </p:nvSpPr>
          <p:spPr>
            <a:xfrm>
              <a:off x="318143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7" name="pg2957"/>
            <p:cNvSpPr/>
            <p:nvPr/>
          </p:nvSpPr>
          <p:spPr>
            <a:xfrm>
              <a:off x="319307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8" name="pg2958"/>
            <p:cNvSpPr/>
            <p:nvPr/>
          </p:nvSpPr>
          <p:spPr>
            <a:xfrm>
              <a:off x="320471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9" name="pg2959"/>
            <p:cNvSpPr/>
            <p:nvPr/>
          </p:nvSpPr>
          <p:spPr>
            <a:xfrm>
              <a:off x="341418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0" name="pg2960"/>
            <p:cNvSpPr/>
            <p:nvPr/>
          </p:nvSpPr>
          <p:spPr>
            <a:xfrm>
              <a:off x="342581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1" name="pg2961"/>
            <p:cNvSpPr/>
            <p:nvPr/>
          </p:nvSpPr>
          <p:spPr>
            <a:xfrm>
              <a:off x="349564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2" name="pg2962"/>
            <p:cNvSpPr/>
            <p:nvPr/>
          </p:nvSpPr>
          <p:spPr>
            <a:xfrm>
              <a:off x="350728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3" name="pg2963"/>
            <p:cNvSpPr/>
            <p:nvPr/>
          </p:nvSpPr>
          <p:spPr>
            <a:xfrm>
              <a:off x="351891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4" name="pg2964"/>
            <p:cNvSpPr/>
            <p:nvPr/>
          </p:nvSpPr>
          <p:spPr>
            <a:xfrm>
              <a:off x="353055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5" name="pg2965"/>
            <p:cNvSpPr/>
            <p:nvPr/>
          </p:nvSpPr>
          <p:spPr>
            <a:xfrm>
              <a:off x="354219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6" name="pg2966"/>
            <p:cNvSpPr/>
            <p:nvPr/>
          </p:nvSpPr>
          <p:spPr>
            <a:xfrm>
              <a:off x="355383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7" name="pg2967"/>
            <p:cNvSpPr/>
            <p:nvPr/>
          </p:nvSpPr>
          <p:spPr>
            <a:xfrm>
              <a:off x="356546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8" name="pg2968"/>
            <p:cNvSpPr/>
            <p:nvPr/>
          </p:nvSpPr>
          <p:spPr>
            <a:xfrm>
              <a:off x="357710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9" name="pg2969"/>
            <p:cNvSpPr/>
            <p:nvPr/>
          </p:nvSpPr>
          <p:spPr>
            <a:xfrm>
              <a:off x="358874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0" name="pg2970"/>
            <p:cNvSpPr/>
            <p:nvPr/>
          </p:nvSpPr>
          <p:spPr>
            <a:xfrm>
              <a:off x="360037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1" name="pg2971"/>
            <p:cNvSpPr/>
            <p:nvPr/>
          </p:nvSpPr>
          <p:spPr>
            <a:xfrm>
              <a:off x="361201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2" name="pg2972"/>
            <p:cNvSpPr/>
            <p:nvPr/>
          </p:nvSpPr>
          <p:spPr>
            <a:xfrm>
              <a:off x="362365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3" name="pg2973"/>
            <p:cNvSpPr/>
            <p:nvPr/>
          </p:nvSpPr>
          <p:spPr>
            <a:xfrm>
              <a:off x="363529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4" name="pg2974"/>
            <p:cNvSpPr/>
            <p:nvPr/>
          </p:nvSpPr>
          <p:spPr>
            <a:xfrm>
              <a:off x="364692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5" name="pg2975"/>
            <p:cNvSpPr/>
            <p:nvPr/>
          </p:nvSpPr>
          <p:spPr>
            <a:xfrm>
              <a:off x="365856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6" name="pg2976"/>
            <p:cNvSpPr/>
            <p:nvPr/>
          </p:nvSpPr>
          <p:spPr>
            <a:xfrm>
              <a:off x="367020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7" name="pg2977"/>
            <p:cNvSpPr/>
            <p:nvPr/>
          </p:nvSpPr>
          <p:spPr>
            <a:xfrm>
              <a:off x="368184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8" name="pg2978"/>
            <p:cNvSpPr/>
            <p:nvPr/>
          </p:nvSpPr>
          <p:spPr>
            <a:xfrm>
              <a:off x="369347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9" name="pg2979"/>
            <p:cNvSpPr/>
            <p:nvPr/>
          </p:nvSpPr>
          <p:spPr>
            <a:xfrm>
              <a:off x="370511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0" name="pg2980"/>
            <p:cNvSpPr/>
            <p:nvPr/>
          </p:nvSpPr>
          <p:spPr>
            <a:xfrm>
              <a:off x="371675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1" name="pg2981"/>
            <p:cNvSpPr/>
            <p:nvPr/>
          </p:nvSpPr>
          <p:spPr>
            <a:xfrm>
              <a:off x="372839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2" name="pg2982"/>
            <p:cNvSpPr/>
            <p:nvPr/>
          </p:nvSpPr>
          <p:spPr>
            <a:xfrm>
              <a:off x="374002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3" name="pg2983"/>
            <p:cNvSpPr/>
            <p:nvPr/>
          </p:nvSpPr>
          <p:spPr>
            <a:xfrm>
              <a:off x="375166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4" name="pg2984"/>
            <p:cNvSpPr/>
            <p:nvPr/>
          </p:nvSpPr>
          <p:spPr>
            <a:xfrm>
              <a:off x="376330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5" name="pg2985"/>
            <p:cNvSpPr/>
            <p:nvPr/>
          </p:nvSpPr>
          <p:spPr>
            <a:xfrm>
              <a:off x="377493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6" name="pg2986"/>
            <p:cNvSpPr/>
            <p:nvPr/>
          </p:nvSpPr>
          <p:spPr>
            <a:xfrm>
              <a:off x="378657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7" name="pg2987"/>
            <p:cNvSpPr/>
            <p:nvPr/>
          </p:nvSpPr>
          <p:spPr>
            <a:xfrm>
              <a:off x="435680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8" name="pg2988"/>
            <p:cNvSpPr/>
            <p:nvPr/>
          </p:nvSpPr>
          <p:spPr>
            <a:xfrm>
              <a:off x="436844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9" name="pg2989"/>
            <p:cNvSpPr/>
            <p:nvPr/>
          </p:nvSpPr>
          <p:spPr>
            <a:xfrm>
              <a:off x="438008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0" name="pg2990"/>
            <p:cNvSpPr/>
            <p:nvPr/>
          </p:nvSpPr>
          <p:spPr>
            <a:xfrm>
              <a:off x="439171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1" name="pg2991"/>
            <p:cNvSpPr/>
            <p:nvPr/>
          </p:nvSpPr>
          <p:spPr>
            <a:xfrm>
              <a:off x="440335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2" name="pg2992"/>
            <p:cNvSpPr/>
            <p:nvPr/>
          </p:nvSpPr>
          <p:spPr>
            <a:xfrm>
              <a:off x="441499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3" name="pg2993"/>
            <p:cNvSpPr/>
            <p:nvPr/>
          </p:nvSpPr>
          <p:spPr>
            <a:xfrm>
              <a:off x="442663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4" name="pg2994"/>
            <p:cNvSpPr/>
            <p:nvPr/>
          </p:nvSpPr>
          <p:spPr>
            <a:xfrm>
              <a:off x="458955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5" name="pg2995"/>
            <p:cNvSpPr/>
            <p:nvPr/>
          </p:nvSpPr>
          <p:spPr>
            <a:xfrm>
              <a:off x="460119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6" name="pg2996"/>
            <p:cNvSpPr/>
            <p:nvPr/>
          </p:nvSpPr>
          <p:spPr>
            <a:xfrm>
              <a:off x="461282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7" name="pg2997"/>
            <p:cNvSpPr/>
            <p:nvPr/>
          </p:nvSpPr>
          <p:spPr>
            <a:xfrm>
              <a:off x="462446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8" name="pg2998"/>
            <p:cNvSpPr/>
            <p:nvPr/>
          </p:nvSpPr>
          <p:spPr>
            <a:xfrm>
              <a:off x="463610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9" name="pg2999"/>
            <p:cNvSpPr/>
            <p:nvPr/>
          </p:nvSpPr>
          <p:spPr>
            <a:xfrm>
              <a:off x="309997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0" name="pg3000"/>
            <p:cNvSpPr/>
            <p:nvPr/>
          </p:nvSpPr>
          <p:spPr>
            <a:xfrm>
              <a:off x="311161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1" name="pg3001"/>
            <p:cNvSpPr/>
            <p:nvPr/>
          </p:nvSpPr>
          <p:spPr>
            <a:xfrm>
              <a:off x="312324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2" name="pg3002"/>
            <p:cNvSpPr/>
            <p:nvPr/>
          </p:nvSpPr>
          <p:spPr>
            <a:xfrm>
              <a:off x="313488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3" name="pg3003"/>
            <p:cNvSpPr/>
            <p:nvPr/>
          </p:nvSpPr>
          <p:spPr>
            <a:xfrm>
              <a:off x="314652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4" name="pg3004"/>
            <p:cNvSpPr/>
            <p:nvPr/>
          </p:nvSpPr>
          <p:spPr>
            <a:xfrm>
              <a:off x="315816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5" name="pg3005"/>
            <p:cNvSpPr/>
            <p:nvPr/>
          </p:nvSpPr>
          <p:spPr>
            <a:xfrm>
              <a:off x="316979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6" name="pg3006"/>
            <p:cNvSpPr/>
            <p:nvPr/>
          </p:nvSpPr>
          <p:spPr>
            <a:xfrm>
              <a:off x="318143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7" name="pg3007"/>
            <p:cNvSpPr/>
            <p:nvPr/>
          </p:nvSpPr>
          <p:spPr>
            <a:xfrm>
              <a:off x="350728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8" name="pg3008"/>
            <p:cNvSpPr/>
            <p:nvPr/>
          </p:nvSpPr>
          <p:spPr>
            <a:xfrm>
              <a:off x="351891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9" name="pg3009"/>
            <p:cNvSpPr/>
            <p:nvPr/>
          </p:nvSpPr>
          <p:spPr>
            <a:xfrm>
              <a:off x="353055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0" name="pg3010"/>
            <p:cNvSpPr/>
            <p:nvPr/>
          </p:nvSpPr>
          <p:spPr>
            <a:xfrm>
              <a:off x="354219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1" name="pg3011"/>
            <p:cNvSpPr/>
            <p:nvPr/>
          </p:nvSpPr>
          <p:spPr>
            <a:xfrm>
              <a:off x="355383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2" name="pg3012"/>
            <p:cNvSpPr/>
            <p:nvPr/>
          </p:nvSpPr>
          <p:spPr>
            <a:xfrm>
              <a:off x="356546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3" name="pg3013"/>
            <p:cNvSpPr/>
            <p:nvPr/>
          </p:nvSpPr>
          <p:spPr>
            <a:xfrm>
              <a:off x="357710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4" name="pg3014"/>
            <p:cNvSpPr/>
            <p:nvPr/>
          </p:nvSpPr>
          <p:spPr>
            <a:xfrm>
              <a:off x="358874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5" name="pg3015"/>
            <p:cNvSpPr/>
            <p:nvPr/>
          </p:nvSpPr>
          <p:spPr>
            <a:xfrm>
              <a:off x="360037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6" name="pg3016"/>
            <p:cNvSpPr/>
            <p:nvPr/>
          </p:nvSpPr>
          <p:spPr>
            <a:xfrm>
              <a:off x="361201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7" name="pg3017"/>
            <p:cNvSpPr/>
            <p:nvPr/>
          </p:nvSpPr>
          <p:spPr>
            <a:xfrm>
              <a:off x="362365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8" name="pg3018"/>
            <p:cNvSpPr/>
            <p:nvPr/>
          </p:nvSpPr>
          <p:spPr>
            <a:xfrm>
              <a:off x="363529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9" name="pg3019"/>
            <p:cNvSpPr/>
            <p:nvPr/>
          </p:nvSpPr>
          <p:spPr>
            <a:xfrm>
              <a:off x="364692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0" name="pg3020"/>
            <p:cNvSpPr/>
            <p:nvPr/>
          </p:nvSpPr>
          <p:spPr>
            <a:xfrm>
              <a:off x="365856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1" name="pg3021"/>
            <p:cNvSpPr/>
            <p:nvPr/>
          </p:nvSpPr>
          <p:spPr>
            <a:xfrm>
              <a:off x="367020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2" name="pg3022"/>
            <p:cNvSpPr/>
            <p:nvPr/>
          </p:nvSpPr>
          <p:spPr>
            <a:xfrm>
              <a:off x="368184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3" name="pg3023"/>
            <p:cNvSpPr/>
            <p:nvPr/>
          </p:nvSpPr>
          <p:spPr>
            <a:xfrm>
              <a:off x="369347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4" name="pg3024"/>
            <p:cNvSpPr/>
            <p:nvPr/>
          </p:nvSpPr>
          <p:spPr>
            <a:xfrm>
              <a:off x="370511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5" name="pg3025"/>
            <p:cNvSpPr/>
            <p:nvPr/>
          </p:nvSpPr>
          <p:spPr>
            <a:xfrm>
              <a:off x="371675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6" name="pg3026"/>
            <p:cNvSpPr/>
            <p:nvPr/>
          </p:nvSpPr>
          <p:spPr>
            <a:xfrm>
              <a:off x="372839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7" name="pg3027"/>
            <p:cNvSpPr/>
            <p:nvPr/>
          </p:nvSpPr>
          <p:spPr>
            <a:xfrm>
              <a:off x="374002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8" name="pg3028"/>
            <p:cNvSpPr/>
            <p:nvPr/>
          </p:nvSpPr>
          <p:spPr>
            <a:xfrm>
              <a:off x="375166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9" name="pg3029"/>
            <p:cNvSpPr/>
            <p:nvPr/>
          </p:nvSpPr>
          <p:spPr>
            <a:xfrm>
              <a:off x="376330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0" name="pg3030"/>
            <p:cNvSpPr/>
            <p:nvPr/>
          </p:nvSpPr>
          <p:spPr>
            <a:xfrm>
              <a:off x="377493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1" name="pg3031"/>
            <p:cNvSpPr/>
            <p:nvPr/>
          </p:nvSpPr>
          <p:spPr>
            <a:xfrm>
              <a:off x="378657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2" name="pg3032"/>
            <p:cNvSpPr/>
            <p:nvPr/>
          </p:nvSpPr>
          <p:spPr>
            <a:xfrm>
              <a:off x="436844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3" name="pg3033"/>
            <p:cNvSpPr/>
            <p:nvPr/>
          </p:nvSpPr>
          <p:spPr>
            <a:xfrm>
              <a:off x="438008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4" name="pg3034"/>
            <p:cNvSpPr/>
            <p:nvPr/>
          </p:nvSpPr>
          <p:spPr>
            <a:xfrm>
              <a:off x="439171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5" name="pg3035"/>
            <p:cNvSpPr/>
            <p:nvPr/>
          </p:nvSpPr>
          <p:spPr>
            <a:xfrm>
              <a:off x="440335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6" name="pg3036"/>
            <p:cNvSpPr/>
            <p:nvPr/>
          </p:nvSpPr>
          <p:spPr>
            <a:xfrm>
              <a:off x="441499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7" name="pg3037"/>
            <p:cNvSpPr/>
            <p:nvPr/>
          </p:nvSpPr>
          <p:spPr>
            <a:xfrm>
              <a:off x="442663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8" name="pg3038"/>
            <p:cNvSpPr/>
            <p:nvPr/>
          </p:nvSpPr>
          <p:spPr>
            <a:xfrm>
              <a:off x="443826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9" name="pg3039"/>
            <p:cNvSpPr/>
            <p:nvPr/>
          </p:nvSpPr>
          <p:spPr>
            <a:xfrm>
              <a:off x="458955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0" name="pg3040"/>
            <p:cNvSpPr/>
            <p:nvPr/>
          </p:nvSpPr>
          <p:spPr>
            <a:xfrm>
              <a:off x="460119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1" name="pg3041"/>
            <p:cNvSpPr/>
            <p:nvPr/>
          </p:nvSpPr>
          <p:spPr>
            <a:xfrm>
              <a:off x="461282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2" name="pg3042"/>
            <p:cNvSpPr/>
            <p:nvPr/>
          </p:nvSpPr>
          <p:spPr>
            <a:xfrm>
              <a:off x="462446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3" name="pg3043"/>
            <p:cNvSpPr/>
            <p:nvPr/>
          </p:nvSpPr>
          <p:spPr>
            <a:xfrm>
              <a:off x="463610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4" name="pg3044"/>
            <p:cNvSpPr/>
            <p:nvPr/>
          </p:nvSpPr>
          <p:spPr>
            <a:xfrm>
              <a:off x="308833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5" name="pg3045"/>
            <p:cNvSpPr/>
            <p:nvPr/>
          </p:nvSpPr>
          <p:spPr>
            <a:xfrm>
              <a:off x="309997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6" name="pg3046"/>
            <p:cNvSpPr/>
            <p:nvPr/>
          </p:nvSpPr>
          <p:spPr>
            <a:xfrm>
              <a:off x="311161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7" name="pg3047"/>
            <p:cNvSpPr/>
            <p:nvPr/>
          </p:nvSpPr>
          <p:spPr>
            <a:xfrm>
              <a:off x="312324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8" name="pg3048"/>
            <p:cNvSpPr/>
            <p:nvPr/>
          </p:nvSpPr>
          <p:spPr>
            <a:xfrm>
              <a:off x="313488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9" name="pg3049"/>
            <p:cNvSpPr/>
            <p:nvPr/>
          </p:nvSpPr>
          <p:spPr>
            <a:xfrm>
              <a:off x="314652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0" name="pg3050"/>
            <p:cNvSpPr/>
            <p:nvPr/>
          </p:nvSpPr>
          <p:spPr>
            <a:xfrm>
              <a:off x="351891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1" name="pg3051"/>
            <p:cNvSpPr/>
            <p:nvPr/>
          </p:nvSpPr>
          <p:spPr>
            <a:xfrm>
              <a:off x="353055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2" name="pg3052"/>
            <p:cNvSpPr/>
            <p:nvPr/>
          </p:nvSpPr>
          <p:spPr>
            <a:xfrm>
              <a:off x="354219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3" name="pg3053"/>
            <p:cNvSpPr/>
            <p:nvPr/>
          </p:nvSpPr>
          <p:spPr>
            <a:xfrm>
              <a:off x="355383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4" name="pg3054"/>
            <p:cNvSpPr/>
            <p:nvPr/>
          </p:nvSpPr>
          <p:spPr>
            <a:xfrm>
              <a:off x="356546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5" name="pg3055"/>
            <p:cNvSpPr/>
            <p:nvPr/>
          </p:nvSpPr>
          <p:spPr>
            <a:xfrm>
              <a:off x="357710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6" name="pg3056"/>
            <p:cNvSpPr/>
            <p:nvPr/>
          </p:nvSpPr>
          <p:spPr>
            <a:xfrm>
              <a:off x="358874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7" name="pg3057"/>
            <p:cNvSpPr/>
            <p:nvPr/>
          </p:nvSpPr>
          <p:spPr>
            <a:xfrm>
              <a:off x="360037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8" name="pg3058"/>
            <p:cNvSpPr/>
            <p:nvPr/>
          </p:nvSpPr>
          <p:spPr>
            <a:xfrm>
              <a:off x="361201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9" name="pg3059"/>
            <p:cNvSpPr/>
            <p:nvPr/>
          </p:nvSpPr>
          <p:spPr>
            <a:xfrm>
              <a:off x="362365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0" name="pg3060"/>
            <p:cNvSpPr/>
            <p:nvPr/>
          </p:nvSpPr>
          <p:spPr>
            <a:xfrm>
              <a:off x="363529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1" name="pg3061"/>
            <p:cNvSpPr/>
            <p:nvPr/>
          </p:nvSpPr>
          <p:spPr>
            <a:xfrm>
              <a:off x="364692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2" name="pg3062"/>
            <p:cNvSpPr/>
            <p:nvPr/>
          </p:nvSpPr>
          <p:spPr>
            <a:xfrm>
              <a:off x="365856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3" name="pg3063"/>
            <p:cNvSpPr/>
            <p:nvPr/>
          </p:nvSpPr>
          <p:spPr>
            <a:xfrm>
              <a:off x="367020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4" name="pg3064"/>
            <p:cNvSpPr/>
            <p:nvPr/>
          </p:nvSpPr>
          <p:spPr>
            <a:xfrm>
              <a:off x="368184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5" name="pg3065"/>
            <p:cNvSpPr/>
            <p:nvPr/>
          </p:nvSpPr>
          <p:spPr>
            <a:xfrm>
              <a:off x="369347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6" name="pg3066"/>
            <p:cNvSpPr/>
            <p:nvPr/>
          </p:nvSpPr>
          <p:spPr>
            <a:xfrm>
              <a:off x="370511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7" name="pg3067"/>
            <p:cNvSpPr/>
            <p:nvPr/>
          </p:nvSpPr>
          <p:spPr>
            <a:xfrm>
              <a:off x="371675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8" name="pg3068"/>
            <p:cNvSpPr/>
            <p:nvPr/>
          </p:nvSpPr>
          <p:spPr>
            <a:xfrm>
              <a:off x="372839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9" name="pg3069"/>
            <p:cNvSpPr/>
            <p:nvPr/>
          </p:nvSpPr>
          <p:spPr>
            <a:xfrm>
              <a:off x="374002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0" name="pg3070"/>
            <p:cNvSpPr/>
            <p:nvPr/>
          </p:nvSpPr>
          <p:spPr>
            <a:xfrm>
              <a:off x="375166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1" name="pg3071"/>
            <p:cNvSpPr/>
            <p:nvPr/>
          </p:nvSpPr>
          <p:spPr>
            <a:xfrm>
              <a:off x="376330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2" name="pg3072"/>
            <p:cNvSpPr/>
            <p:nvPr/>
          </p:nvSpPr>
          <p:spPr>
            <a:xfrm>
              <a:off x="377493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3" name="pg3073"/>
            <p:cNvSpPr/>
            <p:nvPr/>
          </p:nvSpPr>
          <p:spPr>
            <a:xfrm>
              <a:off x="378657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4" name="pg3074"/>
            <p:cNvSpPr/>
            <p:nvPr/>
          </p:nvSpPr>
          <p:spPr>
            <a:xfrm>
              <a:off x="438008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5" name="pg3075"/>
            <p:cNvSpPr/>
            <p:nvPr/>
          </p:nvSpPr>
          <p:spPr>
            <a:xfrm>
              <a:off x="439171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6" name="pg3076"/>
            <p:cNvSpPr/>
            <p:nvPr/>
          </p:nvSpPr>
          <p:spPr>
            <a:xfrm>
              <a:off x="440335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7" name="pg3077"/>
            <p:cNvSpPr/>
            <p:nvPr/>
          </p:nvSpPr>
          <p:spPr>
            <a:xfrm>
              <a:off x="441499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8" name="pg3078"/>
            <p:cNvSpPr/>
            <p:nvPr/>
          </p:nvSpPr>
          <p:spPr>
            <a:xfrm>
              <a:off x="442663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9" name="pg3079"/>
            <p:cNvSpPr/>
            <p:nvPr/>
          </p:nvSpPr>
          <p:spPr>
            <a:xfrm>
              <a:off x="443826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0" name="pg3080"/>
            <p:cNvSpPr/>
            <p:nvPr/>
          </p:nvSpPr>
          <p:spPr>
            <a:xfrm>
              <a:off x="444990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1" name="pg3081"/>
            <p:cNvSpPr/>
            <p:nvPr/>
          </p:nvSpPr>
          <p:spPr>
            <a:xfrm>
              <a:off x="460119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2" name="pg3082"/>
            <p:cNvSpPr/>
            <p:nvPr/>
          </p:nvSpPr>
          <p:spPr>
            <a:xfrm>
              <a:off x="461282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3" name="pg3083"/>
            <p:cNvSpPr/>
            <p:nvPr/>
          </p:nvSpPr>
          <p:spPr>
            <a:xfrm>
              <a:off x="462446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4" name="pg3084"/>
            <p:cNvSpPr/>
            <p:nvPr/>
          </p:nvSpPr>
          <p:spPr>
            <a:xfrm>
              <a:off x="463610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5" name="pg3085"/>
            <p:cNvSpPr/>
            <p:nvPr/>
          </p:nvSpPr>
          <p:spPr>
            <a:xfrm>
              <a:off x="464773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6" name="pg3086"/>
            <p:cNvSpPr/>
            <p:nvPr/>
          </p:nvSpPr>
          <p:spPr>
            <a:xfrm>
              <a:off x="306506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7" name="pg3087"/>
            <p:cNvSpPr/>
            <p:nvPr/>
          </p:nvSpPr>
          <p:spPr>
            <a:xfrm>
              <a:off x="307669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8" name="pg3088"/>
            <p:cNvSpPr/>
            <p:nvPr/>
          </p:nvSpPr>
          <p:spPr>
            <a:xfrm>
              <a:off x="308833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9" name="pg3089"/>
            <p:cNvSpPr/>
            <p:nvPr/>
          </p:nvSpPr>
          <p:spPr>
            <a:xfrm>
              <a:off x="309997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0" name="pg3090"/>
            <p:cNvSpPr/>
            <p:nvPr/>
          </p:nvSpPr>
          <p:spPr>
            <a:xfrm>
              <a:off x="311161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1" name="pg3091"/>
            <p:cNvSpPr/>
            <p:nvPr/>
          </p:nvSpPr>
          <p:spPr>
            <a:xfrm>
              <a:off x="312324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2" name="pg3092"/>
            <p:cNvSpPr/>
            <p:nvPr/>
          </p:nvSpPr>
          <p:spPr>
            <a:xfrm>
              <a:off x="313488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3" name="pg3093"/>
            <p:cNvSpPr/>
            <p:nvPr/>
          </p:nvSpPr>
          <p:spPr>
            <a:xfrm>
              <a:off x="3542193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4" name="pg3094"/>
            <p:cNvSpPr/>
            <p:nvPr/>
          </p:nvSpPr>
          <p:spPr>
            <a:xfrm>
              <a:off x="355383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5" name="pg3095"/>
            <p:cNvSpPr/>
            <p:nvPr/>
          </p:nvSpPr>
          <p:spPr>
            <a:xfrm>
              <a:off x="356546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6" name="pg3096"/>
            <p:cNvSpPr/>
            <p:nvPr/>
          </p:nvSpPr>
          <p:spPr>
            <a:xfrm>
              <a:off x="357710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7" name="pg3097"/>
            <p:cNvSpPr/>
            <p:nvPr/>
          </p:nvSpPr>
          <p:spPr>
            <a:xfrm>
              <a:off x="358874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8" name="pg3098"/>
            <p:cNvSpPr/>
            <p:nvPr/>
          </p:nvSpPr>
          <p:spPr>
            <a:xfrm>
              <a:off x="360037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9" name="pg3099"/>
            <p:cNvSpPr/>
            <p:nvPr/>
          </p:nvSpPr>
          <p:spPr>
            <a:xfrm>
              <a:off x="361201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0" name="pg3100"/>
            <p:cNvSpPr/>
            <p:nvPr/>
          </p:nvSpPr>
          <p:spPr>
            <a:xfrm>
              <a:off x="362365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1" name="pg3101"/>
            <p:cNvSpPr/>
            <p:nvPr/>
          </p:nvSpPr>
          <p:spPr>
            <a:xfrm>
              <a:off x="363529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2" name="pg3102"/>
            <p:cNvSpPr/>
            <p:nvPr/>
          </p:nvSpPr>
          <p:spPr>
            <a:xfrm>
              <a:off x="3646928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3" name="pg3103"/>
            <p:cNvSpPr/>
            <p:nvPr/>
          </p:nvSpPr>
          <p:spPr>
            <a:xfrm>
              <a:off x="365856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4" name="pg3104"/>
            <p:cNvSpPr/>
            <p:nvPr/>
          </p:nvSpPr>
          <p:spPr>
            <a:xfrm>
              <a:off x="3670203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5" name="pg3105"/>
            <p:cNvSpPr/>
            <p:nvPr/>
          </p:nvSpPr>
          <p:spPr>
            <a:xfrm>
              <a:off x="370511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6" name="pg3106"/>
            <p:cNvSpPr/>
            <p:nvPr/>
          </p:nvSpPr>
          <p:spPr>
            <a:xfrm>
              <a:off x="371675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7" name="pg3107"/>
            <p:cNvSpPr/>
            <p:nvPr/>
          </p:nvSpPr>
          <p:spPr>
            <a:xfrm>
              <a:off x="372839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8" name="pg3108"/>
            <p:cNvSpPr/>
            <p:nvPr/>
          </p:nvSpPr>
          <p:spPr>
            <a:xfrm>
              <a:off x="374002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9" name="pg3109"/>
            <p:cNvSpPr/>
            <p:nvPr/>
          </p:nvSpPr>
          <p:spPr>
            <a:xfrm>
              <a:off x="375166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0" name="pg3110"/>
            <p:cNvSpPr/>
            <p:nvPr/>
          </p:nvSpPr>
          <p:spPr>
            <a:xfrm>
              <a:off x="376330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1" name="pg3111"/>
            <p:cNvSpPr/>
            <p:nvPr/>
          </p:nvSpPr>
          <p:spPr>
            <a:xfrm>
              <a:off x="377493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2" name="pg3112"/>
            <p:cNvSpPr/>
            <p:nvPr/>
          </p:nvSpPr>
          <p:spPr>
            <a:xfrm>
              <a:off x="378657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3" name="pg3113"/>
            <p:cNvSpPr/>
            <p:nvPr/>
          </p:nvSpPr>
          <p:spPr>
            <a:xfrm>
              <a:off x="440335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4" name="pg3114"/>
            <p:cNvSpPr/>
            <p:nvPr/>
          </p:nvSpPr>
          <p:spPr>
            <a:xfrm>
              <a:off x="441499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5" name="pg3115"/>
            <p:cNvSpPr/>
            <p:nvPr/>
          </p:nvSpPr>
          <p:spPr>
            <a:xfrm>
              <a:off x="442663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6" name="pg3116"/>
            <p:cNvSpPr/>
            <p:nvPr/>
          </p:nvSpPr>
          <p:spPr>
            <a:xfrm>
              <a:off x="443826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7" name="pg3117"/>
            <p:cNvSpPr/>
            <p:nvPr/>
          </p:nvSpPr>
          <p:spPr>
            <a:xfrm>
              <a:off x="444990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8" name="pg3118"/>
            <p:cNvSpPr/>
            <p:nvPr/>
          </p:nvSpPr>
          <p:spPr>
            <a:xfrm>
              <a:off x="446154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9" name="pg3119"/>
            <p:cNvSpPr/>
            <p:nvPr/>
          </p:nvSpPr>
          <p:spPr>
            <a:xfrm>
              <a:off x="460119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0" name="pg3120"/>
            <p:cNvSpPr/>
            <p:nvPr/>
          </p:nvSpPr>
          <p:spPr>
            <a:xfrm>
              <a:off x="461282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1" name="pg3121"/>
            <p:cNvSpPr/>
            <p:nvPr/>
          </p:nvSpPr>
          <p:spPr>
            <a:xfrm>
              <a:off x="462446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2" name="pg3122"/>
            <p:cNvSpPr/>
            <p:nvPr/>
          </p:nvSpPr>
          <p:spPr>
            <a:xfrm>
              <a:off x="463610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3" name="pg3123"/>
            <p:cNvSpPr/>
            <p:nvPr/>
          </p:nvSpPr>
          <p:spPr>
            <a:xfrm>
              <a:off x="464773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4" name="pg3124"/>
            <p:cNvSpPr/>
            <p:nvPr/>
          </p:nvSpPr>
          <p:spPr>
            <a:xfrm>
              <a:off x="465937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5" name="pg3125"/>
            <p:cNvSpPr/>
            <p:nvPr/>
          </p:nvSpPr>
          <p:spPr>
            <a:xfrm>
              <a:off x="294868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6" name="pg3126"/>
            <p:cNvSpPr/>
            <p:nvPr/>
          </p:nvSpPr>
          <p:spPr>
            <a:xfrm>
              <a:off x="2960326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7" name="pg3127"/>
            <p:cNvSpPr/>
            <p:nvPr/>
          </p:nvSpPr>
          <p:spPr>
            <a:xfrm>
              <a:off x="2971963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8" name="pg3128"/>
            <p:cNvSpPr/>
            <p:nvPr/>
          </p:nvSpPr>
          <p:spPr>
            <a:xfrm>
              <a:off x="298360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9" name="pg3129"/>
            <p:cNvSpPr/>
            <p:nvPr/>
          </p:nvSpPr>
          <p:spPr>
            <a:xfrm>
              <a:off x="2995238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0" name="pg3130"/>
            <p:cNvSpPr/>
            <p:nvPr/>
          </p:nvSpPr>
          <p:spPr>
            <a:xfrm>
              <a:off x="3006875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1" name="pg3131"/>
            <p:cNvSpPr/>
            <p:nvPr/>
          </p:nvSpPr>
          <p:spPr>
            <a:xfrm>
              <a:off x="304178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2" name="pg3132"/>
            <p:cNvSpPr/>
            <p:nvPr/>
          </p:nvSpPr>
          <p:spPr>
            <a:xfrm>
              <a:off x="3053425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3" name="pg3133"/>
            <p:cNvSpPr/>
            <p:nvPr/>
          </p:nvSpPr>
          <p:spPr>
            <a:xfrm>
              <a:off x="306506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4" name="pg3134"/>
            <p:cNvSpPr/>
            <p:nvPr/>
          </p:nvSpPr>
          <p:spPr>
            <a:xfrm>
              <a:off x="307669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5" name="pg3135"/>
            <p:cNvSpPr/>
            <p:nvPr/>
          </p:nvSpPr>
          <p:spPr>
            <a:xfrm>
              <a:off x="308833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6" name="pg3136"/>
            <p:cNvSpPr/>
            <p:nvPr/>
          </p:nvSpPr>
          <p:spPr>
            <a:xfrm>
              <a:off x="309997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7" name="pg3137"/>
            <p:cNvSpPr/>
            <p:nvPr/>
          </p:nvSpPr>
          <p:spPr>
            <a:xfrm>
              <a:off x="311161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8" name="pg3138"/>
            <p:cNvSpPr/>
            <p:nvPr/>
          </p:nvSpPr>
          <p:spPr>
            <a:xfrm>
              <a:off x="312324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9" name="pg3139"/>
            <p:cNvSpPr/>
            <p:nvPr/>
          </p:nvSpPr>
          <p:spPr>
            <a:xfrm>
              <a:off x="363529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0" name="pg3140"/>
            <p:cNvSpPr/>
            <p:nvPr/>
          </p:nvSpPr>
          <p:spPr>
            <a:xfrm>
              <a:off x="3646928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1" name="pg3141"/>
            <p:cNvSpPr/>
            <p:nvPr/>
          </p:nvSpPr>
          <p:spPr>
            <a:xfrm>
              <a:off x="371675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2" name="pg3142"/>
            <p:cNvSpPr/>
            <p:nvPr/>
          </p:nvSpPr>
          <p:spPr>
            <a:xfrm>
              <a:off x="3728390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3" name="pg3143"/>
            <p:cNvSpPr/>
            <p:nvPr/>
          </p:nvSpPr>
          <p:spPr>
            <a:xfrm>
              <a:off x="374002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4" name="pg3144"/>
            <p:cNvSpPr/>
            <p:nvPr/>
          </p:nvSpPr>
          <p:spPr>
            <a:xfrm>
              <a:off x="375166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5" name="pg3145"/>
            <p:cNvSpPr/>
            <p:nvPr/>
          </p:nvSpPr>
          <p:spPr>
            <a:xfrm>
              <a:off x="376330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6" name="pg3146"/>
            <p:cNvSpPr/>
            <p:nvPr/>
          </p:nvSpPr>
          <p:spPr>
            <a:xfrm>
              <a:off x="377493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7" name="pg3147"/>
            <p:cNvSpPr/>
            <p:nvPr/>
          </p:nvSpPr>
          <p:spPr>
            <a:xfrm>
              <a:off x="441499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8" name="pg3148"/>
            <p:cNvSpPr/>
            <p:nvPr/>
          </p:nvSpPr>
          <p:spPr>
            <a:xfrm>
              <a:off x="4426630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9" name="pg3149"/>
            <p:cNvSpPr/>
            <p:nvPr/>
          </p:nvSpPr>
          <p:spPr>
            <a:xfrm>
              <a:off x="443826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0" name="pg3150"/>
            <p:cNvSpPr/>
            <p:nvPr/>
          </p:nvSpPr>
          <p:spPr>
            <a:xfrm>
              <a:off x="444990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1" name="pg3151"/>
            <p:cNvSpPr/>
            <p:nvPr/>
          </p:nvSpPr>
          <p:spPr>
            <a:xfrm>
              <a:off x="446154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2" name="pg3152"/>
            <p:cNvSpPr/>
            <p:nvPr/>
          </p:nvSpPr>
          <p:spPr>
            <a:xfrm>
              <a:off x="461282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3" name="pg3153"/>
            <p:cNvSpPr/>
            <p:nvPr/>
          </p:nvSpPr>
          <p:spPr>
            <a:xfrm>
              <a:off x="462446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4" name="pg3154"/>
            <p:cNvSpPr/>
            <p:nvPr/>
          </p:nvSpPr>
          <p:spPr>
            <a:xfrm>
              <a:off x="463610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5" name="pg3155"/>
            <p:cNvSpPr/>
            <p:nvPr/>
          </p:nvSpPr>
          <p:spPr>
            <a:xfrm>
              <a:off x="464773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6" name="pg3156"/>
            <p:cNvSpPr/>
            <p:nvPr/>
          </p:nvSpPr>
          <p:spPr>
            <a:xfrm>
              <a:off x="4659376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7" name="pg3157"/>
            <p:cNvSpPr/>
            <p:nvPr/>
          </p:nvSpPr>
          <p:spPr>
            <a:xfrm>
              <a:off x="293705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8" name="pg3158"/>
            <p:cNvSpPr/>
            <p:nvPr/>
          </p:nvSpPr>
          <p:spPr>
            <a:xfrm>
              <a:off x="294868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9" name="pg3159"/>
            <p:cNvSpPr/>
            <p:nvPr/>
          </p:nvSpPr>
          <p:spPr>
            <a:xfrm>
              <a:off x="2960326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0" name="pg3160"/>
            <p:cNvSpPr/>
            <p:nvPr/>
          </p:nvSpPr>
          <p:spPr>
            <a:xfrm>
              <a:off x="297196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1" name="pg3161"/>
            <p:cNvSpPr/>
            <p:nvPr/>
          </p:nvSpPr>
          <p:spPr>
            <a:xfrm>
              <a:off x="298360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2" name="pg3162"/>
            <p:cNvSpPr/>
            <p:nvPr/>
          </p:nvSpPr>
          <p:spPr>
            <a:xfrm>
              <a:off x="2995238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3" name="pg3163"/>
            <p:cNvSpPr/>
            <p:nvPr/>
          </p:nvSpPr>
          <p:spPr>
            <a:xfrm>
              <a:off x="3006875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4" name="pg3164"/>
            <p:cNvSpPr/>
            <p:nvPr/>
          </p:nvSpPr>
          <p:spPr>
            <a:xfrm>
              <a:off x="301851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5" name="pg3165"/>
            <p:cNvSpPr/>
            <p:nvPr/>
          </p:nvSpPr>
          <p:spPr>
            <a:xfrm>
              <a:off x="303015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6" name="pg3166"/>
            <p:cNvSpPr/>
            <p:nvPr/>
          </p:nvSpPr>
          <p:spPr>
            <a:xfrm>
              <a:off x="304178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7" name="pg3167"/>
            <p:cNvSpPr/>
            <p:nvPr/>
          </p:nvSpPr>
          <p:spPr>
            <a:xfrm>
              <a:off x="3053425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8" name="pg3168"/>
            <p:cNvSpPr/>
            <p:nvPr/>
          </p:nvSpPr>
          <p:spPr>
            <a:xfrm>
              <a:off x="306506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9" name="pg3169"/>
            <p:cNvSpPr/>
            <p:nvPr/>
          </p:nvSpPr>
          <p:spPr>
            <a:xfrm>
              <a:off x="307669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0" name="pg3170"/>
            <p:cNvSpPr/>
            <p:nvPr/>
          </p:nvSpPr>
          <p:spPr>
            <a:xfrm>
              <a:off x="308833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1" name="pg3171"/>
            <p:cNvSpPr/>
            <p:nvPr/>
          </p:nvSpPr>
          <p:spPr>
            <a:xfrm>
              <a:off x="309997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2" name="pg3172"/>
            <p:cNvSpPr/>
            <p:nvPr/>
          </p:nvSpPr>
          <p:spPr>
            <a:xfrm>
              <a:off x="311161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3" name="pg3173"/>
            <p:cNvSpPr/>
            <p:nvPr/>
          </p:nvSpPr>
          <p:spPr>
            <a:xfrm>
              <a:off x="371675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4" name="pg3174"/>
            <p:cNvSpPr/>
            <p:nvPr/>
          </p:nvSpPr>
          <p:spPr>
            <a:xfrm>
              <a:off x="372839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5" name="pg3175"/>
            <p:cNvSpPr/>
            <p:nvPr/>
          </p:nvSpPr>
          <p:spPr>
            <a:xfrm>
              <a:off x="374002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6" name="pg3176"/>
            <p:cNvSpPr/>
            <p:nvPr/>
          </p:nvSpPr>
          <p:spPr>
            <a:xfrm>
              <a:off x="375166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7" name="pg3177"/>
            <p:cNvSpPr/>
            <p:nvPr/>
          </p:nvSpPr>
          <p:spPr>
            <a:xfrm>
              <a:off x="441499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8" name="pg3178"/>
            <p:cNvSpPr/>
            <p:nvPr/>
          </p:nvSpPr>
          <p:spPr>
            <a:xfrm>
              <a:off x="442663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9" name="pg3179"/>
            <p:cNvSpPr/>
            <p:nvPr/>
          </p:nvSpPr>
          <p:spPr>
            <a:xfrm>
              <a:off x="443826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0" name="pg3180"/>
            <p:cNvSpPr/>
            <p:nvPr/>
          </p:nvSpPr>
          <p:spPr>
            <a:xfrm>
              <a:off x="444990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1" name="pg3181"/>
            <p:cNvSpPr/>
            <p:nvPr/>
          </p:nvSpPr>
          <p:spPr>
            <a:xfrm>
              <a:off x="446154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2" name="pg3182"/>
            <p:cNvSpPr/>
            <p:nvPr/>
          </p:nvSpPr>
          <p:spPr>
            <a:xfrm>
              <a:off x="461282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3" name="pg3183"/>
            <p:cNvSpPr/>
            <p:nvPr/>
          </p:nvSpPr>
          <p:spPr>
            <a:xfrm>
              <a:off x="462446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4" name="pg3184"/>
            <p:cNvSpPr/>
            <p:nvPr/>
          </p:nvSpPr>
          <p:spPr>
            <a:xfrm>
              <a:off x="463610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5" name="pg3185"/>
            <p:cNvSpPr/>
            <p:nvPr/>
          </p:nvSpPr>
          <p:spPr>
            <a:xfrm>
              <a:off x="464773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6" name="pg3186"/>
            <p:cNvSpPr/>
            <p:nvPr/>
          </p:nvSpPr>
          <p:spPr>
            <a:xfrm>
              <a:off x="4659376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7" name="pg3187"/>
            <p:cNvSpPr/>
            <p:nvPr/>
          </p:nvSpPr>
          <p:spPr>
            <a:xfrm>
              <a:off x="467101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8" name="pg3188"/>
            <p:cNvSpPr/>
            <p:nvPr/>
          </p:nvSpPr>
          <p:spPr>
            <a:xfrm>
              <a:off x="293705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9" name="pg3189"/>
            <p:cNvSpPr/>
            <p:nvPr/>
          </p:nvSpPr>
          <p:spPr>
            <a:xfrm>
              <a:off x="294868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0" name="pg3190"/>
            <p:cNvSpPr/>
            <p:nvPr/>
          </p:nvSpPr>
          <p:spPr>
            <a:xfrm>
              <a:off x="2960326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1" name="pg3191"/>
            <p:cNvSpPr/>
            <p:nvPr/>
          </p:nvSpPr>
          <p:spPr>
            <a:xfrm>
              <a:off x="297196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2" name="pg3192"/>
            <p:cNvSpPr/>
            <p:nvPr/>
          </p:nvSpPr>
          <p:spPr>
            <a:xfrm>
              <a:off x="298360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3" name="pg3193"/>
            <p:cNvSpPr/>
            <p:nvPr/>
          </p:nvSpPr>
          <p:spPr>
            <a:xfrm>
              <a:off x="2995238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4" name="pg3194"/>
            <p:cNvSpPr/>
            <p:nvPr/>
          </p:nvSpPr>
          <p:spPr>
            <a:xfrm>
              <a:off x="3006875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5" name="pg3195"/>
            <p:cNvSpPr/>
            <p:nvPr/>
          </p:nvSpPr>
          <p:spPr>
            <a:xfrm>
              <a:off x="301851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6" name="pg3196"/>
            <p:cNvSpPr/>
            <p:nvPr/>
          </p:nvSpPr>
          <p:spPr>
            <a:xfrm>
              <a:off x="3030150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7" name="pg3197"/>
            <p:cNvSpPr/>
            <p:nvPr/>
          </p:nvSpPr>
          <p:spPr>
            <a:xfrm>
              <a:off x="304178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8" name="pg3198"/>
            <p:cNvSpPr/>
            <p:nvPr/>
          </p:nvSpPr>
          <p:spPr>
            <a:xfrm>
              <a:off x="3053425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9" name="pg3199"/>
            <p:cNvSpPr/>
            <p:nvPr/>
          </p:nvSpPr>
          <p:spPr>
            <a:xfrm>
              <a:off x="306506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0" name="pg3200"/>
            <p:cNvSpPr/>
            <p:nvPr/>
          </p:nvSpPr>
          <p:spPr>
            <a:xfrm>
              <a:off x="307669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1" name="pg3201"/>
            <p:cNvSpPr/>
            <p:nvPr/>
          </p:nvSpPr>
          <p:spPr>
            <a:xfrm>
              <a:off x="308833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2" name="pg3202"/>
            <p:cNvSpPr/>
            <p:nvPr/>
          </p:nvSpPr>
          <p:spPr>
            <a:xfrm>
              <a:off x="309997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3" name="pg3203"/>
            <p:cNvSpPr/>
            <p:nvPr/>
          </p:nvSpPr>
          <p:spPr>
            <a:xfrm>
              <a:off x="441499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4" name="pg3204"/>
            <p:cNvSpPr/>
            <p:nvPr/>
          </p:nvSpPr>
          <p:spPr>
            <a:xfrm>
              <a:off x="4426630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5" name="pg3205"/>
            <p:cNvSpPr/>
            <p:nvPr/>
          </p:nvSpPr>
          <p:spPr>
            <a:xfrm>
              <a:off x="443826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6" name="pg3206"/>
            <p:cNvSpPr/>
            <p:nvPr/>
          </p:nvSpPr>
          <p:spPr>
            <a:xfrm>
              <a:off x="444990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7" name="pg3207"/>
            <p:cNvSpPr/>
            <p:nvPr/>
          </p:nvSpPr>
          <p:spPr>
            <a:xfrm>
              <a:off x="446154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8" name="pg3208"/>
            <p:cNvSpPr/>
            <p:nvPr/>
          </p:nvSpPr>
          <p:spPr>
            <a:xfrm>
              <a:off x="461282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9" name="pg3209"/>
            <p:cNvSpPr/>
            <p:nvPr/>
          </p:nvSpPr>
          <p:spPr>
            <a:xfrm>
              <a:off x="462446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0" name="pg3210"/>
            <p:cNvSpPr/>
            <p:nvPr/>
          </p:nvSpPr>
          <p:spPr>
            <a:xfrm>
              <a:off x="463610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1" name="pg3211"/>
            <p:cNvSpPr/>
            <p:nvPr/>
          </p:nvSpPr>
          <p:spPr>
            <a:xfrm>
              <a:off x="464773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2" name="pg3212"/>
            <p:cNvSpPr/>
            <p:nvPr/>
          </p:nvSpPr>
          <p:spPr>
            <a:xfrm>
              <a:off x="4659376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3" name="pg3213"/>
            <p:cNvSpPr/>
            <p:nvPr/>
          </p:nvSpPr>
          <p:spPr>
            <a:xfrm>
              <a:off x="467101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4" name="pg3214"/>
            <p:cNvSpPr/>
            <p:nvPr/>
          </p:nvSpPr>
          <p:spPr>
            <a:xfrm>
              <a:off x="468265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5" name="pg3215"/>
            <p:cNvSpPr/>
            <p:nvPr/>
          </p:nvSpPr>
          <p:spPr>
            <a:xfrm>
              <a:off x="292541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6" name="pg3216"/>
            <p:cNvSpPr/>
            <p:nvPr/>
          </p:nvSpPr>
          <p:spPr>
            <a:xfrm>
              <a:off x="293705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7" name="pg3217"/>
            <p:cNvSpPr/>
            <p:nvPr/>
          </p:nvSpPr>
          <p:spPr>
            <a:xfrm>
              <a:off x="294868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8" name="pg3218"/>
            <p:cNvSpPr/>
            <p:nvPr/>
          </p:nvSpPr>
          <p:spPr>
            <a:xfrm>
              <a:off x="2960326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9" name="pg3219"/>
            <p:cNvSpPr/>
            <p:nvPr/>
          </p:nvSpPr>
          <p:spPr>
            <a:xfrm>
              <a:off x="297196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0" name="pg3220"/>
            <p:cNvSpPr/>
            <p:nvPr/>
          </p:nvSpPr>
          <p:spPr>
            <a:xfrm>
              <a:off x="298360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1" name="pg3221"/>
            <p:cNvSpPr/>
            <p:nvPr/>
          </p:nvSpPr>
          <p:spPr>
            <a:xfrm>
              <a:off x="2995238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2" name="pg3222"/>
            <p:cNvSpPr/>
            <p:nvPr/>
          </p:nvSpPr>
          <p:spPr>
            <a:xfrm>
              <a:off x="3006875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3" name="pg3223"/>
            <p:cNvSpPr/>
            <p:nvPr/>
          </p:nvSpPr>
          <p:spPr>
            <a:xfrm>
              <a:off x="301851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4" name="pg3224"/>
            <p:cNvSpPr/>
            <p:nvPr/>
          </p:nvSpPr>
          <p:spPr>
            <a:xfrm>
              <a:off x="3030150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5" name="pg3225"/>
            <p:cNvSpPr/>
            <p:nvPr/>
          </p:nvSpPr>
          <p:spPr>
            <a:xfrm>
              <a:off x="304178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6" name="pg3226"/>
            <p:cNvSpPr/>
            <p:nvPr/>
          </p:nvSpPr>
          <p:spPr>
            <a:xfrm>
              <a:off x="3053425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7" name="pg3227"/>
            <p:cNvSpPr/>
            <p:nvPr/>
          </p:nvSpPr>
          <p:spPr>
            <a:xfrm>
              <a:off x="306506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8" name="pg3228"/>
            <p:cNvSpPr/>
            <p:nvPr/>
          </p:nvSpPr>
          <p:spPr>
            <a:xfrm>
              <a:off x="307669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9" name="pg3229"/>
            <p:cNvSpPr/>
            <p:nvPr/>
          </p:nvSpPr>
          <p:spPr>
            <a:xfrm>
              <a:off x="441499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0" name="pg3230"/>
            <p:cNvSpPr/>
            <p:nvPr/>
          </p:nvSpPr>
          <p:spPr>
            <a:xfrm>
              <a:off x="4426630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1" name="pg3231"/>
            <p:cNvSpPr/>
            <p:nvPr/>
          </p:nvSpPr>
          <p:spPr>
            <a:xfrm>
              <a:off x="443826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2" name="pg3232"/>
            <p:cNvSpPr/>
            <p:nvPr/>
          </p:nvSpPr>
          <p:spPr>
            <a:xfrm>
              <a:off x="444990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3" name="pg3233"/>
            <p:cNvSpPr/>
            <p:nvPr/>
          </p:nvSpPr>
          <p:spPr>
            <a:xfrm>
              <a:off x="446154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4" name="pg3234"/>
            <p:cNvSpPr/>
            <p:nvPr/>
          </p:nvSpPr>
          <p:spPr>
            <a:xfrm>
              <a:off x="461282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5" name="pg3235"/>
            <p:cNvSpPr/>
            <p:nvPr/>
          </p:nvSpPr>
          <p:spPr>
            <a:xfrm>
              <a:off x="462446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6" name="pg3236"/>
            <p:cNvSpPr/>
            <p:nvPr/>
          </p:nvSpPr>
          <p:spPr>
            <a:xfrm>
              <a:off x="463610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7" name="pg3237"/>
            <p:cNvSpPr/>
            <p:nvPr/>
          </p:nvSpPr>
          <p:spPr>
            <a:xfrm>
              <a:off x="464773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8" name="pg3238"/>
            <p:cNvSpPr/>
            <p:nvPr/>
          </p:nvSpPr>
          <p:spPr>
            <a:xfrm>
              <a:off x="4659376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9" name="pg3239"/>
            <p:cNvSpPr/>
            <p:nvPr/>
          </p:nvSpPr>
          <p:spPr>
            <a:xfrm>
              <a:off x="467101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0" name="pg3240"/>
            <p:cNvSpPr/>
            <p:nvPr/>
          </p:nvSpPr>
          <p:spPr>
            <a:xfrm>
              <a:off x="468265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1" name="pg3241"/>
            <p:cNvSpPr/>
            <p:nvPr/>
          </p:nvSpPr>
          <p:spPr>
            <a:xfrm>
              <a:off x="292541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2" name="pg3242"/>
            <p:cNvSpPr/>
            <p:nvPr/>
          </p:nvSpPr>
          <p:spPr>
            <a:xfrm>
              <a:off x="293705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3" name="pg3243"/>
            <p:cNvSpPr/>
            <p:nvPr/>
          </p:nvSpPr>
          <p:spPr>
            <a:xfrm>
              <a:off x="2948689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4" name="pg3244"/>
            <p:cNvSpPr/>
            <p:nvPr/>
          </p:nvSpPr>
          <p:spPr>
            <a:xfrm>
              <a:off x="2960326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5" name="pg3245"/>
            <p:cNvSpPr/>
            <p:nvPr/>
          </p:nvSpPr>
          <p:spPr>
            <a:xfrm>
              <a:off x="297196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6" name="pg3246"/>
            <p:cNvSpPr/>
            <p:nvPr/>
          </p:nvSpPr>
          <p:spPr>
            <a:xfrm>
              <a:off x="298360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7" name="pg3247"/>
            <p:cNvSpPr/>
            <p:nvPr/>
          </p:nvSpPr>
          <p:spPr>
            <a:xfrm>
              <a:off x="2995238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8" name="pg3248"/>
            <p:cNvSpPr/>
            <p:nvPr/>
          </p:nvSpPr>
          <p:spPr>
            <a:xfrm>
              <a:off x="3006875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9" name="pg3249"/>
            <p:cNvSpPr/>
            <p:nvPr/>
          </p:nvSpPr>
          <p:spPr>
            <a:xfrm>
              <a:off x="301851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0" name="pg3250"/>
            <p:cNvSpPr/>
            <p:nvPr/>
          </p:nvSpPr>
          <p:spPr>
            <a:xfrm>
              <a:off x="3030150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1" name="pg3251"/>
            <p:cNvSpPr/>
            <p:nvPr/>
          </p:nvSpPr>
          <p:spPr>
            <a:xfrm>
              <a:off x="3041787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2" name="pg3252"/>
            <p:cNvSpPr/>
            <p:nvPr/>
          </p:nvSpPr>
          <p:spPr>
            <a:xfrm>
              <a:off x="3053425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3" name="pg3253"/>
            <p:cNvSpPr/>
            <p:nvPr/>
          </p:nvSpPr>
          <p:spPr>
            <a:xfrm>
              <a:off x="4414992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4" name="pg3254"/>
            <p:cNvSpPr/>
            <p:nvPr/>
          </p:nvSpPr>
          <p:spPr>
            <a:xfrm>
              <a:off x="4426630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5" name="pg3255"/>
            <p:cNvSpPr/>
            <p:nvPr/>
          </p:nvSpPr>
          <p:spPr>
            <a:xfrm>
              <a:off x="4438267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6" name="pg3256"/>
            <p:cNvSpPr/>
            <p:nvPr/>
          </p:nvSpPr>
          <p:spPr>
            <a:xfrm>
              <a:off x="444990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7" name="pg3257"/>
            <p:cNvSpPr/>
            <p:nvPr/>
          </p:nvSpPr>
          <p:spPr>
            <a:xfrm>
              <a:off x="4461542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8" name="pg3258"/>
            <p:cNvSpPr/>
            <p:nvPr/>
          </p:nvSpPr>
          <p:spPr>
            <a:xfrm>
              <a:off x="462446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9" name="pg3259"/>
            <p:cNvSpPr/>
            <p:nvPr/>
          </p:nvSpPr>
          <p:spPr>
            <a:xfrm>
              <a:off x="463610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0" name="pg3260"/>
            <p:cNvSpPr/>
            <p:nvPr/>
          </p:nvSpPr>
          <p:spPr>
            <a:xfrm>
              <a:off x="4647739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1" name="pg3261"/>
            <p:cNvSpPr/>
            <p:nvPr/>
          </p:nvSpPr>
          <p:spPr>
            <a:xfrm>
              <a:off x="4659376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2" name="pg3262"/>
            <p:cNvSpPr/>
            <p:nvPr/>
          </p:nvSpPr>
          <p:spPr>
            <a:xfrm>
              <a:off x="467101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3" name="pg3263"/>
            <p:cNvSpPr/>
            <p:nvPr/>
          </p:nvSpPr>
          <p:spPr>
            <a:xfrm>
              <a:off x="468265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4" name="pg3264"/>
            <p:cNvSpPr/>
            <p:nvPr/>
          </p:nvSpPr>
          <p:spPr>
            <a:xfrm>
              <a:off x="289050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5" name="pg3265"/>
            <p:cNvSpPr/>
            <p:nvPr/>
          </p:nvSpPr>
          <p:spPr>
            <a:xfrm>
              <a:off x="290213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6" name="pg3266"/>
            <p:cNvSpPr/>
            <p:nvPr/>
          </p:nvSpPr>
          <p:spPr>
            <a:xfrm>
              <a:off x="2913777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7" name="pg3267"/>
            <p:cNvSpPr/>
            <p:nvPr/>
          </p:nvSpPr>
          <p:spPr>
            <a:xfrm>
              <a:off x="292541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8" name="pg3268"/>
            <p:cNvSpPr/>
            <p:nvPr/>
          </p:nvSpPr>
          <p:spPr>
            <a:xfrm>
              <a:off x="293705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9" name="pg3269"/>
            <p:cNvSpPr/>
            <p:nvPr/>
          </p:nvSpPr>
          <p:spPr>
            <a:xfrm>
              <a:off x="294868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0" name="pg3270"/>
            <p:cNvSpPr/>
            <p:nvPr/>
          </p:nvSpPr>
          <p:spPr>
            <a:xfrm>
              <a:off x="2960326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1" name="pg3271"/>
            <p:cNvSpPr/>
            <p:nvPr/>
          </p:nvSpPr>
          <p:spPr>
            <a:xfrm>
              <a:off x="297196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2" name="pg3272"/>
            <p:cNvSpPr/>
            <p:nvPr/>
          </p:nvSpPr>
          <p:spPr>
            <a:xfrm>
              <a:off x="298360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3" name="pg3273"/>
            <p:cNvSpPr/>
            <p:nvPr/>
          </p:nvSpPr>
          <p:spPr>
            <a:xfrm>
              <a:off x="2995238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4" name="pg3274"/>
            <p:cNvSpPr/>
            <p:nvPr/>
          </p:nvSpPr>
          <p:spPr>
            <a:xfrm>
              <a:off x="3006875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5" name="pg3275"/>
            <p:cNvSpPr/>
            <p:nvPr/>
          </p:nvSpPr>
          <p:spPr>
            <a:xfrm>
              <a:off x="301851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6" name="pg3276"/>
            <p:cNvSpPr/>
            <p:nvPr/>
          </p:nvSpPr>
          <p:spPr>
            <a:xfrm>
              <a:off x="3030150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7" name="pg3277"/>
            <p:cNvSpPr/>
            <p:nvPr/>
          </p:nvSpPr>
          <p:spPr>
            <a:xfrm>
              <a:off x="441499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8" name="pg3278"/>
            <p:cNvSpPr/>
            <p:nvPr/>
          </p:nvSpPr>
          <p:spPr>
            <a:xfrm>
              <a:off x="4426630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9" name="pg3279"/>
            <p:cNvSpPr/>
            <p:nvPr/>
          </p:nvSpPr>
          <p:spPr>
            <a:xfrm>
              <a:off x="4438267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0" name="pg3280"/>
            <p:cNvSpPr/>
            <p:nvPr/>
          </p:nvSpPr>
          <p:spPr>
            <a:xfrm>
              <a:off x="444990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1" name="pg3281"/>
            <p:cNvSpPr/>
            <p:nvPr/>
          </p:nvSpPr>
          <p:spPr>
            <a:xfrm>
              <a:off x="446154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2" name="pg3282"/>
            <p:cNvSpPr/>
            <p:nvPr/>
          </p:nvSpPr>
          <p:spPr>
            <a:xfrm>
              <a:off x="462446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3" name="pg3283"/>
            <p:cNvSpPr/>
            <p:nvPr/>
          </p:nvSpPr>
          <p:spPr>
            <a:xfrm>
              <a:off x="463610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4" name="pg3284"/>
            <p:cNvSpPr/>
            <p:nvPr/>
          </p:nvSpPr>
          <p:spPr>
            <a:xfrm>
              <a:off x="464773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5" name="pg3285"/>
            <p:cNvSpPr/>
            <p:nvPr/>
          </p:nvSpPr>
          <p:spPr>
            <a:xfrm>
              <a:off x="4659376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6" name="pg3286"/>
            <p:cNvSpPr/>
            <p:nvPr/>
          </p:nvSpPr>
          <p:spPr>
            <a:xfrm>
              <a:off x="467101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7" name="pg3287"/>
            <p:cNvSpPr/>
            <p:nvPr/>
          </p:nvSpPr>
          <p:spPr>
            <a:xfrm>
              <a:off x="468265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8" name="pg3288"/>
            <p:cNvSpPr/>
            <p:nvPr/>
          </p:nvSpPr>
          <p:spPr>
            <a:xfrm>
              <a:off x="2890502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9" name="pg3289"/>
            <p:cNvSpPr/>
            <p:nvPr/>
          </p:nvSpPr>
          <p:spPr>
            <a:xfrm>
              <a:off x="290213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0" name="pg3290"/>
            <p:cNvSpPr/>
            <p:nvPr/>
          </p:nvSpPr>
          <p:spPr>
            <a:xfrm>
              <a:off x="2913777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1" name="pg3291"/>
            <p:cNvSpPr/>
            <p:nvPr/>
          </p:nvSpPr>
          <p:spPr>
            <a:xfrm>
              <a:off x="292541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2" name="pg3292"/>
            <p:cNvSpPr/>
            <p:nvPr/>
          </p:nvSpPr>
          <p:spPr>
            <a:xfrm>
              <a:off x="293705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3" name="pg3293"/>
            <p:cNvSpPr/>
            <p:nvPr/>
          </p:nvSpPr>
          <p:spPr>
            <a:xfrm>
              <a:off x="294868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4" name="pg3294"/>
            <p:cNvSpPr/>
            <p:nvPr/>
          </p:nvSpPr>
          <p:spPr>
            <a:xfrm>
              <a:off x="2960326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5" name="pg3295"/>
            <p:cNvSpPr/>
            <p:nvPr/>
          </p:nvSpPr>
          <p:spPr>
            <a:xfrm>
              <a:off x="2971963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6" name="pg3296"/>
            <p:cNvSpPr/>
            <p:nvPr/>
          </p:nvSpPr>
          <p:spPr>
            <a:xfrm>
              <a:off x="298360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7" name="pg3297"/>
            <p:cNvSpPr/>
            <p:nvPr/>
          </p:nvSpPr>
          <p:spPr>
            <a:xfrm>
              <a:off x="4403355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8" name="pg3298"/>
            <p:cNvSpPr/>
            <p:nvPr/>
          </p:nvSpPr>
          <p:spPr>
            <a:xfrm>
              <a:off x="4414992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9" name="pg3299"/>
            <p:cNvSpPr/>
            <p:nvPr/>
          </p:nvSpPr>
          <p:spPr>
            <a:xfrm>
              <a:off x="4426630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0" name="pg3300"/>
            <p:cNvSpPr/>
            <p:nvPr/>
          </p:nvSpPr>
          <p:spPr>
            <a:xfrm>
              <a:off x="4438267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1" name="pg3301"/>
            <p:cNvSpPr/>
            <p:nvPr/>
          </p:nvSpPr>
          <p:spPr>
            <a:xfrm>
              <a:off x="444990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2" name="pg3302"/>
            <p:cNvSpPr/>
            <p:nvPr/>
          </p:nvSpPr>
          <p:spPr>
            <a:xfrm>
              <a:off x="462446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3" name="pg3303"/>
            <p:cNvSpPr/>
            <p:nvPr/>
          </p:nvSpPr>
          <p:spPr>
            <a:xfrm>
              <a:off x="463610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4" name="pg3304"/>
            <p:cNvSpPr/>
            <p:nvPr/>
          </p:nvSpPr>
          <p:spPr>
            <a:xfrm>
              <a:off x="464773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5" name="pg3305"/>
            <p:cNvSpPr/>
            <p:nvPr/>
          </p:nvSpPr>
          <p:spPr>
            <a:xfrm>
              <a:off x="4659376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6" name="pg3306"/>
            <p:cNvSpPr/>
            <p:nvPr/>
          </p:nvSpPr>
          <p:spPr>
            <a:xfrm>
              <a:off x="4671013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7" name="pg3307"/>
            <p:cNvSpPr/>
            <p:nvPr/>
          </p:nvSpPr>
          <p:spPr>
            <a:xfrm>
              <a:off x="468265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8" name="pg3308"/>
            <p:cNvSpPr/>
            <p:nvPr/>
          </p:nvSpPr>
          <p:spPr>
            <a:xfrm>
              <a:off x="2878865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9" name="pg3309"/>
            <p:cNvSpPr/>
            <p:nvPr/>
          </p:nvSpPr>
          <p:spPr>
            <a:xfrm>
              <a:off x="289050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0" name="pg3310"/>
            <p:cNvSpPr/>
            <p:nvPr/>
          </p:nvSpPr>
          <p:spPr>
            <a:xfrm>
              <a:off x="290213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1" name="pg3311"/>
            <p:cNvSpPr/>
            <p:nvPr/>
          </p:nvSpPr>
          <p:spPr>
            <a:xfrm>
              <a:off x="2913777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2" name="pg3312"/>
            <p:cNvSpPr/>
            <p:nvPr/>
          </p:nvSpPr>
          <p:spPr>
            <a:xfrm>
              <a:off x="2925414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3" name="pg3313"/>
            <p:cNvSpPr/>
            <p:nvPr/>
          </p:nvSpPr>
          <p:spPr>
            <a:xfrm>
              <a:off x="293705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4" name="pg3314"/>
            <p:cNvSpPr/>
            <p:nvPr/>
          </p:nvSpPr>
          <p:spPr>
            <a:xfrm>
              <a:off x="294868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5" name="pg3315"/>
            <p:cNvSpPr/>
            <p:nvPr/>
          </p:nvSpPr>
          <p:spPr>
            <a:xfrm>
              <a:off x="2960326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6" name="pg3316"/>
            <p:cNvSpPr/>
            <p:nvPr/>
          </p:nvSpPr>
          <p:spPr>
            <a:xfrm>
              <a:off x="4403355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7" name="pg3317"/>
            <p:cNvSpPr/>
            <p:nvPr/>
          </p:nvSpPr>
          <p:spPr>
            <a:xfrm>
              <a:off x="441499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8" name="pg3318"/>
            <p:cNvSpPr/>
            <p:nvPr/>
          </p:nvSpPr>
          <p:spPr>
            <a:xfrm>
              <a:off x="4426630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9" name="pg3319"/>
            <p:cNvSpPr/>
            <p:nvPr/>
          </p:nvSpPr>
          <p:spPr>
            <a:xfrm>
              <a:off x="4438267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0" name="pg3320"/>
            <p:cNvSpPr/>
            <p:nvPr/>
          </p:nvSpPr>
          <p:spPr>
            <a:xfrm>
              <a:off x="4449904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1" name="pg3321"/>
            <p:cNvSpPr/>
            <p:nvPr/>
          </p:nvSpPr>
          <p:spPr>
            <a:xfrm>
              <a:off x="446154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2" name="pg3322"/>
            <p:cNvSpPr/>
            <p:nvPr/>
          </p:nvSpPr>
          <p:spPr>
            <a:xfrm>
              <a:off x="447317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3" name="pg3323"/>
            <p:cNvSpPr/>
            <p:nvPr/>
          </p:nvSpPr>
          <p:spPr>
            <a:xfrm>
              <a:off x="463610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4" name="pg3324"/>
            <p:cNvSpPr/>
            <p:nvPr/>
          </p:nvSpPr>
          <p:spPr>
            <a:xfrm>
              <a:off x="464773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5" name="pg3325"/>
            <p:cNvSpPr/>
            <p:nvPr/>
          </p:nvSpPr>
          <p:spPr>
            <a:xfrm>
              <a:off x="4659376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6" name="pg3326"/>
            <p:cNvSpPr/>
            <p:nvPr/>
          </p:nvSpPr>
          <p:spPr>
            <a:xfrm>
              <a:off x="4671013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7" name="pg3327"/>
            <p:cNvSpPr/>
            <p:nvPr/>
          </p:nvSpPr>
          <p:spPr>
            <a:xfrm>
              <a:off x="468265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8" name="pg3328"/>
            <p:cNvSpPr/>
            <p:nvPr/>
          </p:nvSpPr>
          <p:spPr>
            <a:xfrm>
              <a:off x="286722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9" name="pg3329"/>
            <p:cNvSpPr/>
            <p:nvPr/>
          </p:nvSpPr>
          <p:spPr>
            <a:xfrm>
              <a:off x="2878865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0" name="pg3330"/>
            <p:cNvSpPr/>
            <p:nvPr/>
          </p:nvSpPr>
          <p:spPr>
            <a:xfrm>
              <a:off x="289050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1" name="pg3331"/>
            <p:cNvSpPr/>
            <p:nvPr/>
          </p:nvSpPr>
          <p:spPr>
            <a:xfrm>
              <a:off x="290213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2" name="pg3332"/>
            <p:cNvSpPr/>
            <p:nvPr/>
          </p:nvSpPr>
          <p:spPr>
            <a:xfrm>
              <a:off x="291377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3" name="pg3333"/>
            <p:cNvSpPr/>
            <p:nvPr/>
          </p:nvSpPr>
          <p:spPr>
            <a:xfrm>
              <a:off x="2925414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4" name="pg3334"/>
            <p:cNvSpPr/>
            <p:nvPr/>
          </p:nvSpPr>
          <p:spPr>
            <a:xfrm>
              <a:off x="293705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5" name="pg3335"/>
            <p:cNvSpPr/>
            <p:nvPr/>
          </p:nvSpPr>
          <p:spPr>
            <a:xfrm>
              <a:off x="294868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6" name="pg3336"/>
            <p:cNvSpPr/>
            <p:nvPr/>
          </p:nvSpPr>
          <p:spPr>
            <a:xfrm>
              <a:off x="4403355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7" name="pg3337"/>
            <p:cNvSpPr/>
            <p:nvPr/>
          </p:nvSpPr>
          <p:spPr>
            <a:xfrm>
              <a:off x="441499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8" name="pg3338"/>
            <p:cNvSpPr/>
            <p:nvPr/>
          </p:nvSpPr>
          <p:spPr>
            <a:xfrm>
              <a:off x="4426630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9" name="pg3339"/>
            <p:cNvSpPr/>
            <p:nvPr/>
          </p:nvSpPr>
          <p:spPr>
            <a:xfrm>
              <a:off x="443826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0" name="pg3340"/>
            <p:cNvSpPr/>
            <p:nvPr/>
          </p:nvSpPr>
          <p:spPr>
            <a:xfrm>
              <a:off x="4449904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1" name="pg3341"/>
            <p:cNvSpPr/>
            <p:nvPr/>
          </p:nvSpPr>
          <p:spPr>
            <a:xfrm>
              <a:off x="446154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2" name="pg3342"/>
            <p:cNvSpPr/>
            <p:nvPr/>
          </p:nvSpPr>
          <p:spPr>
            <a:xfrm>
              <a:off x="447317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3" name="pg3343"/>
            <p:cNvSpPr/>
            <p:nvPr/>
          </p:nvSpPr>
          <p:spPr>
            <a:xfrm>
              <a:off x="4484816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4" name="pg3344"/>
            <p:cNvSpPr/>
            <p:nvPr/>
          </p:nvSpPr>
          <p:spPr>
            <a:xfrm>
              <a:off x="463610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5" name="pg3345"/>
            <p:cNvSpPr/>
            <p:nvPr/>
          </p:nvSpPr>
          <p:spPr>
            <a:xfrm>
              <a:off x="464773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6" name="pg3346"/>
            <p:cNvSpPr/>
            <p:nvPr/>
          </p:nvSpPr>
          <p:spPr>
            <a:xfrm>
              <a:off x="4659376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7" name="pg3347"/>
            <p:cNvSpPr/>
            <p:nvPr/>
          </p:nvSpPr>
          <p:spPr>
            <a:xfrm>
              <a:off x="4671013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8" name="pg3348"/>
            <p:cNvSpPr/>
            <p:nvPr/>
          </p:nvSpPr>
          <p:spPr>
            <a:xfrm>
              <a:off x="468265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9" name="pg3349"/>
            <p:cNvSpPr/>
            <p:nvPr/>
          </p:nvSpPr>
          <p:spPr>
            <a:xfrm>
              <a:off x="4694288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0" name="pg3350"/>
            <p:cNvSpPr/>
            <p:nvPr/>
          </p:nvSpPr>
          <p:spPr>
            <a:xfrm>
              <a:off x="2855590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1" name="pg3351"/>
            <p:cNvSpPr/>
            <p:nvPr/>
          </p:nvSpPr>
          <p:spPr>
            <a:xfrm>
              <a:off x="286722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2" name="pg3352"/>
            <p:cNvSpPr/>
            <p:nvPr/>
          </p:nvSpPr>
          <p:spPr>
            <a:xfrm>
              <a:off x="2878865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3" name="pg3353"/>
            <p:cNvSpPr/>
            <p:nvPr/>
          </p:nvSpPr>
          <p:spPr>
            <a:xfrm>
              <a:off x="289050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4" name="pg3354"/>
            <p:cNvSpPr/>
            <p:nvPr/>
          </p:nvSpPr>
          <p:spPr>
            <a:xfrm>
              <a:off x="290213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5" name="pg3355"/>
            <p:cNvSpPr/>
            <p:nvPr/>
          </p:nvSpPr>
          <p:spPr>
            <a:xfrm>
              <a:off x="291377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6" name="pg3356"/>
            <p:cNvSpPr/>
            <p:nvPr/>
          </p:nvSpPr>
          <p:spPr>
            <a:xfrm>
              <a:off x="2925414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7" name="pg3357"/>
            <p:cNvSpPr/>
            <p:nvPr/>
          </p:nvSpPr>
          <p:spPr>
            <a:xfrm>
              <a:off x="2937051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8" name="pg3358"/>
            <p:cNvSpPr/>
            <p:nvPr/>
          </p:nvSpPr>
          <p:spPr>
            <a:xfrm>
              <a:off x="4403355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9" name="pg3359"/>
            <p:cNvSpPr/>
            <p:nvPr/>
          </p:nvSpPr>
          <p:spPr>
            <a:xfrm>
              <a:off x="441499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0" name="pg3360"/>
            <p:cNvSpPr/>
            <p:nvPr/>
          </p:nvSpPr>
          <p:spPr>
            <a:xfrm>
              <a:off x="4426630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1" name="pg3361"/>
            <p:cNvSpPr/>
            <p:nvPr/>
          </p:nvSpPr>
          <p:spPr>
            <a:xfrm>
              <a:off x="443826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2" name="pg3362"/>
            <p:cNvSpPr/>
            <p:nvPr/>
          </p:nvSpPr>
          <p:spPr>
            <a:xfrm>
              <a:off x="4449904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3" name="pg3363"/>
            <p:cNvSpPr/>
            <p:nvPr/>
          </p:nvSpPr>
          <p:spPr>
            <a:xfrm>
              <a:off x="446154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4" name="pg3364"/>
            <p:cNvSpPr/>
            <p:nvPr/>
          </p:nvSpPr>
          <p:spPr>
            <a:xfrm>
              <a:off x="447317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5" name="pg3365"/>
            <p:cNvSpPr/>
            <p:nvPr/>
          </p:nvSpPr>
          <p:spPr>
            <a:xfrm>
              <a:off x="4484816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6" name="pg3366"/>
            <p:cNvSpPr/>
            <p:nvPr/>
          </p:nvSpPr>
          <p:spPr>
            <a:xfrm>
              <a:off x="464773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7" name="pg3367"/>
            <p:cNvSpPr/>
            <p:nvPr/>
          </p:nvSpPr>
          <p:spPr>
            <a:xfrm>
              <a:off x="4659376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8" name="pg3368"/>
            <p:cNvSpPr/>
            <p:nvPr/>
          </p:nvSpPr>
          <p:spPr>
            <a:xfrm>
              <a:off x="4671013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9" name="pg3369"/>
            <p:cNvSpPr/>
            <p:nvPr/>
          </p:nvSpPr>
          <p:spPr>
            <a:xfrm>
              <a:off x="4682651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0" name="pg3370"/>
            <p:cNvSpPr/>
            <p:nvPr/>
          </p:nvSpPr>
          <p:spPr>
            <a:xfrm>
              <a:off x="4694288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1" name="pg3371"/>
            <p:cNvSpPr/>
            <p:nvPr/>
          </p:nvSpPr>
          <p:spPr>
            <a:xfrm>
              <a:off x="2855590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2" name="pg3372"/>
            <p:cNvSpPr/>
            <p:nvPr/>
          </p:nvSpPr>
          <p:spPr>
            <a:xfrm>
              <a:off x="286722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3" name="pg3373"/>
            <p:cNvSpPr/>
            <p:nvPr/>
          </p:nvSpPr>
          <p:spPr>
            <a:xfrm>
              <a:off x="2878865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4" name="pg3374"/>
            <p:cNvSpPr/>
            <p:nvPr/>
          </p:nvSpPr>
          <p:spPr>
            <a:xfrm>
              <a:off x="289050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5" name="pg3375"/>
            <p:cNvSpPr/>
            <p:nvPr/>
          </p:nvSpPr>
          <p:spPr>
            <a:xfrm>
              <a:off x="290213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6" name="pg3376"/>
            <p:cNvSpPr/>
            <p:nvPr/>
          </p:nvSpPr>
          <p:spPr>
            <a:xfrm>
              <a:off x="291377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7" name="pg3377"/>
            <p:cNvSpPr/>
            <p:nvPr/>
          </p:nvSpPr>
          <p:spPr>
            <a:xfrm>
              <a:off x="2925414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8" name="pg3378"/>
            <p:cNvSpPr/>
            <p:nvPr/>
          </p:nvSpPr>
          <p:spPr>
            <a:xfrm>
              <a:off x="4403355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9" name="pg3379"/>
            <p:cNvSpPr/>
            <p:nvPr/>
          </p:nvSpPr>
          <p:spPr>
            <a:xfrm>
              <a:off x="441499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0" name="pg3380"/>
            <p:cNvSpPr/>
            <p:nvPr/>
          </p:nvSpPr>
          <p:spPr>
            <a:xfrm>
              <a:off x="4426630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1" name="pg3381"/>
            <p:cNvSpPr/>
            <p:nvPr/>
          </p:nvSpPr>
          <p:spPr>
            <a:xfrm>
              <a:off x="443826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2" name="pg3382"/>
            <p:cNvSpPr/>
            <p:nvPr/>
          </p:nvSpPr>
          <p:spPr>
            <a:xfrm>
              <a:off x="4449904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3" name="pg3383"/>
            <p:cNvSpPr/>
            <p:nvPr/>
          </p:nvSpPr>
          <p:spPr>
            <a:xfrm>
              <a:off x="446154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4" name="pg3384"/>
            <p:cNvSpPr/>
            <p:nvPr/>
          </p:nvSpPr>
          <p:spPr>
            <a:xfrm>
              <a:off x="447317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5" name="pg3385"/>
            <p:cNvSpPr/>
            <p:nvPr/>
          </p:nvSpPr>
          <p:spPr>
            <a:xfrm>
              <a:off x="4484816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6" name="pg3386"/>
            <p:cNvSpPr/>
            <p:nvPr/>
          </p:nvSpPr>
          <p:spPr>
            <a:xfrm>
              <a:off x="464773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7" name="pg3387"/>
            <p:cNvSpPr/>
            <p:nvPr/>
          </p:nvSpPr>
          <p:spPr>
            <a:xfrm>
              <a:off x="4659376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8" name="pg3388"/>
            <p:cNvSpPr/>
            <p:nvPr/>
          </p:nvSpPr>
          <p:spPr>
            <a:xfrm>
              <a:off x="4671013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9" name="pg3389"/>
            <p:cNvSpPr/>
            <p:nvPr/>
          </p:nvSpPr>
          <p:spPr>
            <a:xfrm>
              <a:off x="4682651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0" name="pg3390"/>
            <p:cNvSpPr/>
            <p:nvPr/>
          </p:nvSpPr>
          <p:spPr>
            <a:xfrm>
              <a:off x="4694288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1" name="pg3391"/>
            <p:cNvSpPr/>
            <p:nvPr/>
          </p:nvSpPr>
          <p:spPr>
            <a:xfrm>
              <a:off x="283231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2" name="pg3392"/>
            <p:cNvSpPr/>
            <p:nvPr/>
          </p:nvSpPr>
          <p:spPr>
            <a:xfrm>
              <a:off x="2843953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3" name="pg3393"/>
            <p:cNvSpPr/>
            <p:nvPr/>
          </p:nvSpPr>
          <p:spPr>
            <a:xfrm>
              <a:off x="286722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4" name="pg3394"/>
            <p:cNvSpPr/>
            <p:nvPr/>
          </p:nvSpPr>
          <p:spPr>
            <a:xfrm>
              <a:off x="287886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5" name="pg3395"/>
            <p:cNvSpPr/>
            <p:nvPr/>
          </p:nvSpPr>
          <p:spPr>
            <a:xfrm>
              <a:off x="289050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6" name="pg3396"/>
            <p:cNvSpPr/>
            <p:nvPr/>
          </p:nvSpPr>
          <p:spPr>
            <a:xfrm>
              <a:off x="290213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7" name="pg3397"/>
            <p:cNvSpPr/>
            <p:nvPr/>
          </p:nvSpPr>
          <p:spPr>
            <a:xfrm>
              <a:off x="291377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8" name="pg3398"/>
            <p:cNvSpPr/>
            <p:nvPr/>
          </p:nvSpPr>
          <p:spPr>
            <a:xfrm>
              <a:off x="440335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9" name="pg3399"/>
            <p:cNvSpPr/>
            <p:nvPr/>
          </p:nvSpPr>
          <p:spPr>
            <a:xfrm>
              <a:off x="441499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0" name="pg3400"/>
            <p:cNvSpPr/>
            <p:nvPr/>
          </p:nvSpPr>
          <p:spPr>
            <a:xfrm>
              <a:off x="4426630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1" name="pg3401"/>
            <p:cNvSpPr/>
            <p:nvPr/>
          </p:nvSpPr>
          <p:spPr>
            <a:xfrm>
              <a:off x="443826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2" name="pg3402"/>
            <p:cNvSpPr/>
            <p:nvPr/>
          </p:nvSpPr>
          <p:spPr>
            <a:xfrm>
              <a:off x="4449904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3" name="pg3403"/>
            <p:cNvSpPr/>
            <p:nvPr/>
          </p:nvSpPr>
          <p:spPr>
            <a:xfrm>
              <a:off x="446154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4" name="pg3404"/>
            <p:cNvSpPr/>
            <p:nvPr/>
          </p:nvSpPr>
          <p:spPr>
            <a:xfrm>
              <a:off x="447317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5" name="pg3405"/>
            <p:cNvSpPr/>
            <p:nvPr/>
          </p:nvSpPr>
          <p:spPr>
            <a:xfrm>
              <a:off x="4484816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6" name="pg3406"/>
            <p:cNvSpPr/>
            <p:nvPr/>
          </p:nvSpPr>
          <p:spPr>
            <a:xfrm>
              <a:off x="464773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7" name="pg3407"/>
            <p:cNvSpPr/>
            <p:nvPr/>
          </p:nvSpPr>
          <p:spPr>
            <a:xfrm>
              <a:off x="4659376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8" name="pg3408"/>
            <p:cNvSpPr/>
            <p:nvPr/>
          </p:nvSpPr>
          <p:spPr>
            <a:xfrm>
              <a:off x="4671013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9" name="pg3409"/>
            <p:cNvSpPr/>
            <p:nvPr/>
          </p:nvSpPr>
          <p:spPr>
            <a:xfrm>
              <a:off x="4682651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0" name="pg3410"/>
            <p:cNvSpPr/>
            <p:nvPr/>
          </p:nvSpPr>
          <p:spPr>
            <a:xfrm>
              <a:off x="4694288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1" name="pg3411"/>
            <p:cNvSpPr/>
            <p:nvPr/>
          </p:nvSpPr>
          <p:spPr>
            <a:xfrm>
              <a:off x="2820678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2" name="pg3412"/>
            <p:cNvSpPr/>
            <p:nvPr/>
          </p:nvSpPr>
          <p:spPr>
            <a:xfrm>
              <a:off x="283231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3" name="pg3413"/>
            <p:cNvSpPr/>
            <p:nvPr/>
          </p:nvSpPr>
          <p:spPr>
            <a:xfrm>
              <a:off x="2843953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4" name="pg3414"/>
            <p:cNvSpPr/>
            <p:nvPr/>
          </p:nvSpPr>
          <p:spPr>
            <a:xfrm>
              <a:off x="2855590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5" name="pg3415"/>
            <p:cNvSpPr/>
            <p:nvPr/>
          </p:nvSpPr>
          <p:spPr>
            <a:xfrm>
              <a:off x="286722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6" name="pg3416"/>
            <p:cNvSpPr/>
            <p:nvPr/>
          </p:nvSpPr>
          <p:spPr>
            <a:xfrm>
              <a:off x="287886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7" name="pg3417"/>
            <p:cNvSpPr/>
            <p:nvPr/>
          </p:nvSpPr>
          <p:spPr>
            <a:xfrm>
              <a:off x="289050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8" name="pg3418"/>
            <p:cNvSpPr/>
            <p:nvPr/>
          </p:nvSpPr>
          <p:spPr>
            <a:xfrm>
              <a:off x="2902139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9" name="pg3419"/>
            <p:cNvSpPr/>
            <p:nvPr/>
          </p:nvSpPr>
          <p:spPr>
            <a:xfrm>
              <a:off x="291377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0" name="pg3420"/>
            <p:cNvSpPr/>
            <p:nvPr/>
          </p:nvSpPr>
          <p:spPr>
            <a:xfrm>
              <a:off x="441499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1" name="pg3421"/>
            <p:cNvSpPr/>
            <p:nvPr/>
          </p:nvSpPr>
          <p:spPr>
            <a:xfrm>
              <a:off x="4426630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2" name="pg3422"/>
            <p:cNvSpPr/>
            <p:nvPr/>
          </p:nvSpPr>
          <p:spPr>
            <a:xfrm>
              <a:off x="443826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3" name="pg3423"/>
            <p:cNvSpPr/>
            <p:nvPr/>
          </p:nvSpPr>
          <p:spPr>
            <a:xfrm>
              <a:off x="4449904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4" name="pg3424"/>
            <p:cNvSpPr/>
            <p:nvPr/>
          </p:nvSpPr>
          <p:spPr>
            <a:xfrm>
              <a:off x="446154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5" name="pg3425"/>
            <p:cNvSpPr/>
            <p:nvPr/>
          </p:nvSpPr>
          <p:spPr>
            <a:xfrm>
              <a:off x="4473179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6" name="pg3426"/>
            <p:cNvSpPr/>
            <p:nvPr/>
          </p:nvSpPr>
          <p:spPr>
            <a:xfrm>
              <a:off x="4659376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7" name="pg3427"/>
            <p:cNvSpPr/>
            <p:nvPr/>
          </p:nvSpPr>
          <p:spPr>
            <a:xfrm>
              <a:off x="4671013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8" name="pg3428"/>
            <p:cNvSpPr/>
            <p:nvPr/>
          </p:nvSpPr>
          <p:spPr>
            <a:xfrm>
              <a:off x="4682651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9" name="pg3429"/>
            <p:cNvSpPr/>
            <p:nvPr/>
          </p:nvSpPr>
          <p:spPr>
            <a:xfrm>
              <a:off x="4694288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0" name="pg3430"/>
            <p:cNvSpPr/>
            <p:nvPr/>
          </p:nvSpPr>
          <p:spPr>
            <a:xfrm>
              <a:off x="470592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1" name="pg3431"/>
            <p:cNvSpPr/>
            <p:nvPr/>
          </p:nvSpPr>
          <p:spPr>
            <a:xfrm>
              <a:off x="2820678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2" name="pg3432"/>
            <p:cNvSpPr/>
            <p:nvPr/>
          </p:nvSpPr>
          <p:spPr>
            <a:xfrm>
              <a:off x="283231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3" name="pg3433"/>
            <p:cNvSpPr/>
            <p:nvPr/>
          </p:nvSpPr>
          <p:spPr>
            <a:xfrm>
              <a:off x="2843953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4" name="pg3434"/>
            <p:cNvSpPr/>
            <p:nvPr/>
          </p:nvSpPr>
          <p:spPr>
            <a:xfrm>
              <a:off x="2855590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5" name="pg3435"/>
            <p:cNvSpPr/>
            <p:nvPr/>
          </p:nvSpPr>
          <p:spPr>
            <a:xfrm>
              <a:off x="2867227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6" name="pg3436"/>
            <p:cNvSpPr/>
            <p:nvPr/>
          </p:nvSpPr>
          <p:spPr>
            <a:xfrm>
              <a:off x="287886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7" name="pg3437"/>
            <p:cNvSpPr/>
            <p:nvPr/>
          </p:nvSpPr>
          <p:spPr>
            <a:xfrm>
              <a:off x="289050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8" name="pg3438"/>
            <p:cNvSpPr/>
            <p:nvPr/>
          </p:nvSpPr>
          <p:spPr>
            <a:xfrm>
              <a:off x="2902139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9" name="pg3439"/>
            <p:cNvSpPr/>
            <p:nvPr/>
          </p:nvSpPr>
          <p:spPr>
            <a:xfrm>
              <a:off x="441499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0" name="pg3440"/>
            <p:cNvSpPr/>
            <p:nvPr/>
          </p:nvSpPr>
          <p:spPr>
            <a:xfrm>
              <a:off x="4426630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1" name="pg3441"/>
            <p:cNvSpPr/>
            <p:nvPr/>
          </p:nvSpPr>
          <p:spPr>
            <a:xfrm>
              <a:off x="4438267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2" name="pg3442"/>
            <p:cNvSpPr/>
            <p:nvPr/>
          </p:nvSpPr>
          <p:spPr>
            <a:xfrm>
              <a:off x="4449904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3" name="pg3443"/>
            <p:cNvSpPr/>
            <p:nvPr/>
          </p:nvSpPr>
          <p:spPr>
            <a:xfrm>
              <a:off x="446154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4" name="pg3444"/>
            <p:cNvSpPr/>
            <p:nvPr/>
          </p:nvSpPr>
          <p:spPr>
            <a:xfrm>
              <a:off x="4659376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5" name="pg3445"/>
            <p:cNvSpPr/>
            <p:nvPr/>
          </p:nvSpPr>
          <p:spPr>
            <a:xfrm>
              <a:off x="4671013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6" name="pg3446"/>
            <p:cNvSpPr/>
            <p:nvPr/>
          </p:nvSpPr>
          <p:spPr>
            <a:xfrm>
              <a:off x="4682651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7" name="pg3447"/>
            <p:cNvSpPr/>
            <p:nvPr/>
          </p:nvSpPr>
          <p:spPr>
            <a:xfrm>
              <a:off x="4694288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8" name="pg3448"/>
            <p:cNvSpPr/>
            <p:nvPr/>
          </p:nvSpPr>
          <p:spPr>
            <a:xfrm>
              <a:off x="470592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9" name="pg3449"/>
            <p:cNvSpPr/>
            <p:nvPr/>
          </p:nvSpPr>
          <p:spPr>
            <a:xfrm>
              <a:off x="2820678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0" name="pg3450"/>
            <p:cNvSpPr/>
            <p:nvPr/>
          </p:nvSpPr>
          <p:spPr>
            <a:xfrm>
              <a:off x="283231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1" name="pg3451"/>
            <p:cNvSpPr/>
            <p:nvPr/>
          </p:nvSpPr>
          <p:spPr>
            <a:xfrm>
              <a:off x="284395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2" name="pg3452"/>
            <p:cNvSpPr/>
            <p:nvPr/>
          </p:nvSpPr>
          <p:spPr>
            <a:xfrm>
              <a:off x="2855590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3" name="pg3453"/>
            <p:cNvSpPr/>
            <p:nvPr/>
          </p:nvSpPr>
          <p:spPr>
            <a:xfrm>
              <a:off x="2867227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4" name="pg3454"/>
            <p:cNvSpPr/>
            <p:nvPr/>
          </p:nvSpPr>
          <p:spPr>
            <a:xfrm>
              <a:off x="287886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5" name="pg3455"/>
            <p:cNvSpPr/>
            <p:nvPr/>
          </p:nvSpPr>
          <p:spPr>
            <a:xfrm>
              <a:off x="289050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6" name="pg3456"/>
            <p:cNvSpPr/>
            <p:nvPr/>
          </p:nvSpPr>
          <p:spPr>
            <a:xfrm>
              <a:off x="2902139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7" name="pg3457"/>
            <p:cNvSpPr/>
            <p:nvPr/>
          </p:nvSpPr>
          <p:spPr>
            <a:xfrm>
              <a:off x="441499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8" name="pg3458"/>
            <p:cNvSpPr/>
            <p:nvPr/>
          </p:nvSpPr>
          <p:spPr>
            <a:xfrm>
              <a:off x="4426630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9" name="pg3459"/>
            <p:cNvSpPr/>
            <p:nvPr/>
          </p:nvSpPr>
          <p:spPr>
            <a:xfrm>
              <a:off x="4438267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0" name="pg3460"/>
            <p:cNvSpPr/>
            <p:nvPr/>
          </p:nvSpPr>
          <p:spPr>
            <a:xfrm>
              <a:off x="4449904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1" name="pg3461"/>
            <p:cNvSpPr/>
            <p:nvPr/>
          </p:nvSpPr>
          <p:spPr>
            <a:xfrm>
              <a:off x="446154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2" name="pg3462"/>
            <p:cNvSpPr/>
            <p:nvPr/>
          </p:nvSpPr>
          <p:spPr>
            <a:xfrm>
              <a:off x="4473179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3" name="pg3463"/>
            <p:cNvSpPr/>
            <p:nvPr/>
          </p:nvSpPr>
          <p:spPr>
            <a:xfrm>
              <a:off x="467101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4" name="pg3464"/>
            <p:cNvSpPr/>
            <p:nvPr/>
          </p:nvSpPr>
          <p:spPr>
            <a:xfrm>
              <a:off x="4682651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5" name="pg3465"/>
            <p:cNvSpPr/>
            <p:nvPr/>
          </p:nvSpPr>
          <p:spPr>
            <a:xfrm>
              <a:off x="4694288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6" name="pg3466"/>
            <p:cNvSpPr/>
            <p:nvPr/>
          </p:nvSpPr>
          <p:spPr>
            <a:xfrm>
              <a:off x="470592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7" name="pg3467"/>
            <p:cNvSpPr/>
            <p:nvPr/>
          </p:nvSpPr>
          <p:spPr>
            <a:xfrm>
              <a:off x="471756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8" name="pg3468"/>
            <p:cNvSpPr/>
            <p:nvPr/>
          </p:nvSpPr>
          <p:spPr>
            <a:xfrm>
              <a:off x="283231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9" name="pg3469"/>
            <p:cNvSpPr/>
            <p:nvPr/>
          </p:nvSpPr>
          <p:spPr>
            <a:xfrm>
              <a:off x="284395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0" name="pg3470"/>
            <p:cNvSpPr/>
            <p:nvPr/>
          </p:nvSpPr>
          <p:spPr>
            <a:xfrm>
              <a:off x="285559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1" name="pg3471"/>
            <p:cNvSpPr/>
            <p:nvPr/>
          </p:nvSpPr>
          <p:spPr>
            <a:xfrm>
              <a:off x="2867227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2" name="pg3472"/>
            <p:cNvSpPr/>
            <p:nvPr/>
          </p:nvSpPr>
          <p:spPr>
            <a:xfrm>
              <a:off x="287886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3" name="pg3473"/>
            <p:cNvSpPr/>
            <p:nvPr/>
          </p:nvSpPr>
          <p:spPr>
            <a:xfrm>
              <a:off x="2890502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4" name="pg3474"/>
            <p:cNvSpPr/>
            <p:nvPr/>
          </p:nvSpPr>
          <p:spPr>
            <a:xfrm>
              <a:off x="442663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5" name="pg3475"/>
            <p:cNvSpPr/>
            <p:nvPr/>
          </p:nvSpPr>
          <p:spPr>
            <a:xfrm>
              <a:off x="4438267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6" name="pg3476"/>
            <p:cNvSpPr/>
            <p:nvPr/>
          </p:nvSpPr>
          <p:spPr>
            <a:xfrm>
              <a:off x="4449904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7" name="pg3477"/>
            <p:cNvSpPr/>
            <p:nvPr/>
          </p:nvSpPr>
          <p:spPr>
            <a:xfrm>
              <a:off x="4461542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8" name="pg3478"/>
            <p:cNvSpPr/>
            <p:nvPr/>
          </p:nvSpPr>
          <p:spPr>
            <a:xfrm>
              <a:off x="4473179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9" name="pg3479"/>
            <p:cNvSpPr/>
            <p:nvPr/>
          </p:nvSpPr>
          <p:spPr>
            <a:xfrm>
              <a:off x="467101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0" name="pg3480"/>
            <p:cNvSpPr/>
            <p:nvPr/>
          </p:nvSpPr>
          <p:spPr>
            <a:xfrm>
              <a:off x="4682651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1" name="pg3481"/>
            <p:cNvSpPr/>
            <p:nvPr/>
          </p:nvSpPr>
          <p:spPr>
            <a:xfrm>
              <a:off x="4694288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2" name="pg3482"/>
            <p:cNvSpPr/>
            <p:nvPr/>
          </p:nvSpPr>
          <p:spPr>
            <a:xfrm>
              <a:off x="470592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3" name="pg3483"/>
            <p:cNvSpPr/>
            <p:nvPr/>
          </p:nvSpPr>
          <p:spPr>
            <a:xfrm>
              <a:off x="471756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4" name="pg3484"/>
            <p:cNvSpPr/>
            <p:nvPr/>
          </p:nvSpPr>
          <p:spPr>
            <a:xfrm>
              <a:off x="472920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5" name="pg3485"/>
            <p:cNvSpPr/>
            <p:nvPr/>
          </p:nvSpPr>
          <p:spPr>
            <a:xfrm>
              <a:off x="283231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6" name="pg3486"/>
            <p:cNvSpPr/>
            <p:nvPr/>
          </p:nvSpPr>
          <p:spPr>
            <a:xfrm>
              <a:off x="2843953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7" name="pg3487"/>
            <p:cNvSpPr/>
            <p:nvPr/>
          </p:nvSpPr>
          <p:spPr>
            <a:xfrm>
              <a:off x="2855590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8" name="pg3488"/>
            <p:cNvSpPr/>
            <p:nvPr/>
          </p:nvSpPr>
          <p:spPr>
            <a:xfrm>
              <a:off x="2867227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9" name="pg3489"/>
            <p:cNvSpPr/>
            <p:nvPr/>
          </p:nvSpPr>
          <p:spPr>
            <a:xfrm>
              <a:off x="287886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0" name="pg3490"/>
            <p:cNvSpPr/>
            <p:nvPr/>
          </p:nvSpPr>
          <p:spPr>
            <a:xfrm>
              <a:off x="2890502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1" name="pg3491"/>
            <p:cNvSpPr/>
            <p:nvPr/>
          </p:nvSpPr>
          <p:spPr>
            <a:xfrm>
              <a:off x="4438267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2" name="pg3492"/>
            <p:cNvSpPr/>
            <p:nvPr/>
          </p:nvSpPr>
          <p:spPr>
            <a:xfrm>
              <a:off x="4449904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3" name="pg3493"/>
            <p:cNvSpPr/>
            <p:nvPr/>
          </p:nvSpPr>
          <p:spPr>
            <a:xfrm>
              <a:off x="4461542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4" name="pg3494"/>
            <p:cNvSpPr/>
            <p:nvPr/>
          </p:nvSpPr>
          <p:spPr>
            <a:xfrm>
              <a:off x="4473179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5" name="pg3495"/>
            <p:cNvSpPr/>
            <p:nvPr/>
          </p:nvSpPr>
          <p:spPr>
            <a:xfrm>
              <a:off x="4484816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6" name="pg3496"/>
            <p:cNvSpPr/>
            <p:nvPr/>
          </p:nvSpPr>
          <p:spPr>
            <a:xfrm>
              <a:off x="4496454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7" name="pg3497"/>
            <p:cNvSpPr/>
            <p:nvPr/>
          </p:nvSpPr>
          <p:spPr>
            <a:xfrm>
              <a:off x="4508091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8" name="pg3498"/>
            <p:cNvSpPr/>
            <p:nvPr/>
          </p:nvSpPr>
          <p:spPr>
            <a:xfrm>
              <a:off x="4519728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9" name="pg3499"/>
            <p:cNvSpPr/>
            <p:nvPr/>
          </p:nvSpPr>
          <p:spPr>
            <a:xfrm>
              <a:off x="4682651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0" name="pg3500"/>
            <p:cNvSpPr/>
            <p:nvPr/>
          </p:nvSpPr>
          <p:spPr>
            <a:xfrm>
              <a:off x="4694288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1" name="pg3501"/>
            <p:cNvSpPr/>
            <p:nvPr/>
          </p:nvSpPr>
          <p:spPr>
            <a:xfrm>
              <a:off x="470592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2" name="pg3502"/>
            <p:cNvSpPr/>
            <p:nvPr/>
          </p:nvSpPr>
          <p:spPr>
            <a:xfrm>
              <a:off x="4717563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3" name="pg3503"/>
            <p:cNvSpPr/>
            <p:nvPr/>
          </p:nvSpPr>
          <p:spPr>
            <a:xfrm>
              <a:off x="4729200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4" name="pg3504"/>
            <p:cNvSpPr/>
            <p:nvPr/>
          </p:nvSpPr>
          <p:spPr>
            <a:xfrm>
              <a:off x="2843953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5" name="pg3505"/>
            <p:cNvSpPr/>
            <p:nvPr/>
          </p:nvSpPr>
          <p:spPr>
            <a:xfrm>
              <a:off x="2855590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6" name="pg3506"/>
            <p:cNvSpPr/>
            <p:nvPr/>
          </p:nvSpPr>
          <p:spPr>
            <a:xfrm>
              <a:off x="2867227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7" name="pg3507"/>
            <p:cNvSpPr/>
            <p:nvPr/>
          </p:nvSpPr>
          <p:spPr>
            <a:xfrm>
              <a:off x="2878865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8" name="pg3508"/>
            <p:cNvSpPr/>
            <p:nvPr/>
          </p:nvSpPr>
          <p:spPr>
            <a:xfrm>
              <a:off x="2890502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9" name="pg3509"/>
            <p:cNvSpPr/>
            <p:nvPr/>
          </p:nvSpPr>
          <p:spPr>
            <a:xfrm>
              <a:off x="4438267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0" name="pg3510"/>
            <p:cNvSpPr/>
            <p:nvPr/>
          </p:nvSpPr>
          <p:spPr>
            <a:xfrm>
              <a:off x="4449904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1" name="pg3511"/>
            <p:cNvSpPr/>
            <p:nvPr/>
          </p:nvSpPr>
          <p:spPr>
            <a:xfrm>
              <a:off x="4461542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2" name="pg3512"/>
            <p:cNvSpPr/>
            <p:nvPr/>
          </p:nvSpPr>
          <p:spPr>
            <a:xfrm>
              <a:off x="4473179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3" name="pg3513"/>
            <p:cNvSpPr/>
            <p:nvPr/>
          </p:nvSpPr>
          <p:spPr>
            <a:xfrm>
              <a:off x="4484816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4" name="pg3514"/>
            <p:cNvSpPr/>
            <p:nvPr/>
          </p:nvSpPr>
          <p:spPr>
            <a:xfrm>
              <a:off x="4496454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5" name="pg3515"/>
            <p:cNvSpPr/>
            <p:nvPr/>
          </p:nvSpPr>
          <p:spPr>
            <a:xfrm>
              <a:off x="4508091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6" name="pg3516"/>
            <p:cNvSpPr/>
            <p:nvPr/>
          </p:nvSpPr>
          <p:spPr>
            <a:xfrm>
              <a:off x="4519728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7" name="pg3517"/>
            <p:cNvSpPr/>
            <p:nvPr/>
          </p:nvSpPr>
          <p:spPr>
            <a:xfrm>
              <a:off x="4531366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8" name="pg3518"/>
            <p:cNvSpPr/>
            <p:nvPr/>
          </p:nvSpPr>
          <p:spPr>
            <a:xfrm>
              <a:off x="4682651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9" name="pg3519"/>
            <p:cNvSpPr/>
            <p:nvPr/>
          </p:nvSpPr>
          <p:spPr>
            <a:xfrm>
              <a:off x="4694288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0" name="pg3520"/>
            <p:cNvSpPr/>
            <p:nvPr/>
          </p:nvSpPr>
          <p:spPr>
            <a:xfrm>
              <a:off x="4705925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1" name="pg3521"/>
            <p:cNvSpPr/>
            <p:nvPr/>
          </p:nvSpPr>
          <p:spPr>
            <a:xfrm>
              <a:off x="4717563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2" name="pg3522"/>
            <p:cNvSpPr/>
            <p:nvPr/>
          </p:nvSpPr>
          <p:spPr>
            <a:xfrm>
              <a:off x="4729200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3" name="pg3523"/>
            <p:cNvSpPr/>
            <p:nvPr/>
          </p:nvSpPr>
          <p:spPr>
            <a:xfrm>
              <a:off x="2843953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4" name="pg3524"/>
            <p:cNvSpPr/>
            <p:nvPr/>
          </p:nvSpPr>
          <p:spPr>
            <a:xfrm>
              <a:off x="2855590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5" name="pg3525"/>
            <p:cNvSpPr/>
            <p:nvPr/>
          </p:nvSpPr>
          <p:spPr>
            <a:xfrm>
              <a:off x="2867227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6" name="pg3526"/>
            <p:cNvSpPr/>
            <p:nvPr/>
          </p:nvSpPr>
          <p:spPr>
            <a:xfrm>
              <a:off x="2878865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7" name="pg3527"/>
            <p:cNvSpPr/>
            <p:nvPr/>
          </p:nvSpPr>
          <p:spPr>
            <a:xfrm>
              <a:off x="2890502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8" name="pg3528"/>
            <p:cNvSpPr/>
            <p:nvPr/>
          </p:nvSpPr>
          <p:spPr>
            <a:xfrm>
              <a:off x="4449904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9" name="pg3529"/>
            <p:cNvSpPr/>
            <p:nvPr/>
          </p:nvSpPr>
          <p:spPr>
            <a:xfrm>
              <a:off x="4461542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0" name="pg3530"/>
            <p:cNvSpPr/>
            <p:nvPr/>
          </p:nvSpPr>
          <p:spPr>
            <a:xfrm>
              <a:off x="4473179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1" name="pg3531"/>
            <p:cNvSpPr/>
            <p:nvPr/>
          </p:nvSpPr>
          <p:spPr>
            <a:xfrm>
              <a:off x="4484816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2" name="pg3532"/>
            <p:cNvSpPr/>
            <p:nvPr/>
          </p:nvSpPr>
          <p:spPr>
            <a:xfrm>
              <a:off x="4496454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3" name="pg3533"/>
            <p:cNvSpPr/>
            <p:nvPr/>
          </p:nvSpPr>
          <p:spPr>
            <a:xfrm>
              <a:off x="4508091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4" name="pg3534"/>
            <p:cNvSpPr/>
            <p:nvPr/>
          </p:nvSpPr>
          <p:spPr>
            <a:xfrm>
              <a:off x="4519728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5" name="pg3535"/>
            <p:cNvSpPr/>
            <p:nvPr/>
          </p:nvSpPr>
          <p:spPr>
            <a:xfrm>
              <a:off x="4531366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6" name="pg3536"/>
            <p:cNvSpPr/>
            <p:nvPr/>
          </p:nvSpPr>
          <p:spPr>
            <a:xfrm>
              <a:off x="4694288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7" name="pg3537"/>
            <p:cNvSpPr/>
            <p:nvPr/>
          </p:nvSpPr>
          <p:spPr>
            <a:xfrm>
              <a:off x="4705925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8" name="pg3538"/>
            <p:cNvSpPr/>
            <p:nvPr/>
          </p:nvSpPr>
          <p:spPr>
            <a:xfrm>
              <a:off x="4717563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9" name="pg3539"/>
            <p:cNvSpPr/>
            <p:nvPr/>
          </p:nvSpPr>
          <p:spPr>
            <a:xfrm>
              <a:off x="4729200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0" name="pg3540"/>
            <p:cNvSpPr/>
            <p:nvPr/>
          </p:nvSpPr>
          <p:spPr>
            <a:xfrm>
              <a:off x="4740837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1" name="pg3541"/>
            <p:cNvSpPr/>
            <p:nvPr/>
          </p:nvSpPr>
          <p:spPr>
            <a:xfrm>
              <a:off x="284395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2" name="pg3542"/>
            <p:cNvSpPr/>
            <p:nvPr/>
          </p:nvSpPr>
          <p:spPr>
            <a:xfrm>
              <a:off x="2855590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3" name="pg3543"/>
            <p:cNvSpPr/>
            <p:nvPr/>
          </p:nvSpPr>
          <p:spPr>
            <a:xfrm>
              <a:off x="2867227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4" name="pg3544"/>
            <p:cNvSpPr/>
            <p:nvPr/>
          </p:nvSpPr>
          <p:spPr>
            <a:xfrm>
              <a:off x="2878865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E">
                <a:alpha val="100000"/>
              </a:srgbClr>
            </a:solidFill>
            <a:ln w="5420" cap="flat">
              <a:solidFill>
                <a:srgbClr val="3A68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5" name="pg3545"/>
            <p:cNvSpPr/>
            <p:nvPr/>
          </p:nvSpPr>
          <p:spPr>
            <a:xfrm>
              <a:off x="2890502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6" name="pg3546"/>
            <p:cNvSpPr/>
            <p:nvPr/>
          </p:nvSpPr>
          <p:spPr>
            <a:xfrm>
              <a:off x="4461542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7" name="pg3547"/>
            <p:cNvSpPr/>
            <p:nvPr/>
          </p:nvSpPr>
          <p:spPr>
            <a:xfrm>
              <a:off x="4473179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8" name="pg3548"/>
            <p:cNvSpPr/>
            <p:nvPr/>
          </p:nvSpPr>
          <p:spPr>
            <a:xfrm>
              <a:off x="4484816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9" name="pg3549"/>
            <p:cNvSpPr/>
            <p:nvPr/>
          </p:nvSpPr>
          <p:spPr>
            <a:xfrm>
              <a:off x="4496454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0" name="pg3550"/>
            <p:cNvSpPr/>
            <p:nvPr/>
          </p:nvSpPr>
          <p:spPr>
            <a:xfrm>
              <a:off x="4508091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1" name="pg3551"/>
            <p:cNvSpPr/>
            <p:nvPr/>
          </p:nvSpPr>
          <p:spPr>
            <a:xfrm>
              <a:off x="4519728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2" name="pg3552"/>
            <p:cNvSpPr/>
            <p:nvPr/>
          </p:nvSpPr>
          <p:spPr>
            <a:xfrm>
              <a:off x="4531366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3" name="pg3553"/>
            <p:cNvSpPr/>
            <p:nvPr/>
          </p:nvSpPr>
          <p:spPr>
            <a:xfrm>
              <a:off x="454300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4" name="pg3554"/>
            <p:cNvSpPr/>
            <p:nvPr/>
          </p:nvSpPr>
          <p:spPr>
            <a:xfrm>
              <a:off x="4694288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5" name="pg3555"/>
            <p:cNvSpPr/>
            <p:nvPr/>
          </p:nvSpPr>
          <p:spPr>
            <a:xfrm>
              <a:off x="4705925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6" name="pg3556"/>
            <p:cNvSpPr/>
            <p:nvPr/>
          </p:nvSpPr>
          <p:spPr>
            <a:xfrm>
              <a:off x="471756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7" name="pg3557"/>
            <p:cNvSpPr/>
            <p:nvPr/>
          </p:nvSpPr>
          <p:spPr>
            <a:xfrm>
              <a:off x="4729200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8" name="pg3558"/>
            <p:cNvSpPr/>
            <p:nvPr/>
          </p:nvSpPr>
          <p:spPr>
            <a:xfrm>
              <a:off x="4740837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9" name="pg3559"/>
            <p:cNvSpPr/>
            <p:nvPr/>
          </p:nvSpPr>
          <p:spPr>
            <a:xfrm>
              <a:off x="285559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0" name="pg3560"/>
            <p:cNvSpPr/>
            <p:nvPr/>
          </p:nvSpPr>
          <p:spPr>
            <a:xfrm>
              <a:off x="2867227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1" name="pg3561"/>
            <p:cNvSpPr/>
            <p:nvPr/>
          </p:nvSpPr>
          <p:spPr>
            <a:xfrm>
              <a:off x="2878865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2" name="pg3562"/>
            <p:cNvSpPr/>
            <p:nvPr/>
          </p:nvSpPr>
          <p:spPr>
            <a:xfrm>
              <a:off x="2890502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3" name="pg3563"/>
            <p:cNvSpPr/>
            <p:nvPr/>
          </p:nvSpPr>
          <p:spPr>
            <a:xfrm>
              <a:off x="4473179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4" name="pg3564"/>
            <p:cNvSpPr/>
            <p:nvPr/>
          </p:nvSpPr>
          <p:spPr>
            <a:xfrm>
              <a:off x="4484816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5" name="pg3565"/>
            <p:cNvSpPr/>
            <p:nvPr/>
          </p:nvSpPr>
          <p:spPr>
            <a:xfrm>
              <a:off x="4496454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6" name="pg3566"/>
            <p:cNvSpPr/>
            <p:nvPr/>
          </p:nvSpPr>
          <p:spPr>
            <a:xfrm>
              <a:off x="4508091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7" name="pg3567"/>
            <p:cNvSpPr/>
            <p:nvPr/>
          </p:nvSpPr>
          <p:spPr>
            <a:xfrm>
              <a:off x="4519728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8" name="pg3568"/>
            <p:cNvSpPr/>
            <p:nvPr/>
          </p:nvSpPr>
          <p:spPr>
            <a:xfrm>
              <a:off x="4531366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9" name="pg3569"/>
            <p:cNvSpPr/>
            <p:nvPr/>
          </p:nvSpPr>
          <p:spPr>
            <a:xfrm>
              <a:off x="4543003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0" name="pg3570"/>
            <p:cNvSpPr/>
            <p:nvPr/>
          </p:nvSpPr>
          <p:spPr>
            <a:xfrm>
              <a:off x="455464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1" name="pg3571"/>
            <p:cNvSpPr/>
            <p:nvPr/>
          </p:nvSpPr>
          <p:spPr>
            <a:xfrm>
              <a:off x="4694288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2" name="pg3572"/>
            <p:cNvSpPr/>
            <p:nvPr/>
          </p:nvSpPr>
          <p:spPr>
            <a:xfrm>
              <a:off x="4705925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3" name="pg3573"/>
            <p:cNvSpPr/>
            <p:nvPr/>
          </p:nvSpPr>
          <p:spPr>
            <a:xfrm>
              <a:off x="4717563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E">
                <a:alpha val="100000"/>
              </a:srgbClr>
            </a:solidFill>
            <a:ln w="5420" cap="flat">
              <a:solidFill>
                <a:srgbClr val="3A68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4" name="pg3574"/>
            <p:cNvSpPr/>
            <p:nvPr/>
          </p:nvSpPr>
          <p:spPr>
            <a:xfrm>
              <a:off x="472920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5" name="pg3575"/>
            <p:cNvSpPr/>
            <p:nvPr/>
          </p:nvSpPr>
          <p:spPr>
            <a:xfrm>
              <a:off x="4740837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6" name="pg3576"/>
            <p:cNvSpPr/>
            <p:nvPr/>
          </p:nvSpPr>
          <p:spPr>
            <a:xfrm>
              <a:off x="2855590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7" name="pg3577"/>
            <p:cNvSpPr/>
            <p:nvPr/>
          </p:nvSpPr>
          <p:spPr>
            <a:xfrm>
              <a:off x="2867227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8" name="pg3578"/>
            <p:cNvSpPr/>
            <p:nvPr/>
          </p:nvSpPr>
          <p:spPr>
            <a:xfrm>
              <a:off x="2878865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9" name="pg3579"/>
            <p:cNvSpPr/>
            <p:nvPr/>
          </p:nvSpPr>
          <p:spPr>
            <a:xfrm>
              <a:off x="2890502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0" name="pg3580"/>
            <p:cNvSpPr/>
            <p:nvPr/>
          </p:nvSpPr>
          <p:spPr>
            <a:xfrm>
              <a:off x="4484816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1" name="pg3581"/>
            <p:cNvSpPr/>
            <p:nvPr/>
          </p:nvSpPr>
          <p:spPr>
            <a:xfrm>
              <a:off x="4496454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2" name="pg3582"/>
            <p:cNvSpPr/>
            <p:nvPr/>
          </p:nvSpPr>
          <p:spPr>
            <a:xfrm>
              <a:off x="4508091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3" name="pg3583"/>
            <p:cNvSpPr/>
            <p:nvPr/>
          </p:nvSpPr>
          <p:spPr>
            <a:xfrm>
              <a:off x="4519728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4" name="pg3584"/>
            <p:cNvSpPr/>
            <p:nvPr/>
          </p:nvSpPr>
          <p:spPr>
            <a:xfrm>
              <a:off x="4531366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5" name="pg3585"/>
            <p:cNvSpPr/>
            <p:nvPr/>
          </p:nvSpPr>
          <p:spPr>
            <a:xfrm>
              <a:off x="4543003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6" name="pg3586"/>
            <p:cNvSpPr/>
            <p:nvPr/>
          </p:nvSpPr>
          <p:spPr>
            <a:xfrm>
              <a:off x="4694288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7" name="pg3587"/>
            <p:cNvSpPr/>
            <p:nvPr/>
          </p:nvSpPr>
          <p:spPr>
            <a:xfrm>
              <a:off x="4705925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8" name="pg3588"/>
            <p:cNvSpPr/>
            <p:nvPr/>
          </p:nvSpPr>
          <p:spPr>
            <a:xfrm>
              <a:off x="4717563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9" name="pg3589"/>
            <p:cNvSpPr/>
            <p:nvPr/>
          </p:nvSpPr>
          <p:spPr>
            <a:xfrm>
              <a:off x="4729200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0" name="pg3590"/>
            <p:cNvSpPr/>
            <p:nvPr/>
          </p:nvSpPr>
          <p:spPr>
            <a:xfrm>
              <a:off x="4740837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1" name="pg3591"/>
            <p:cNvSpPr/>
            <p:nvPr/>
          </p:nvSpPr>
          <p:spPr>
            <a:xfrm>
              <a:off x="2855590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2" name="pg3592"/>
            <p:cNvSpPr/>
            <p:nvPr/>
          </p:nvSpPr>
          <p:spPr>
            <a:xfrm>
              <a:off x="2867227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3" name="pg3593"/>
            <p:cNvSpPr/>
            <p:nvPr/>
          </p:nvSpPr>
          <p:spPr>
            <a:xfrm>
              <a:off x="2878865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4" name="pg3594"/>
            <p:cNvSpPr/>
            <p:nvPr/>
          </p:nvSpPr>
          <p:spPr>
            <a:xfrm>
              <a:off x="2890502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5" name="pg3595"/>
            <p:cNvSpPr/>
            <p:nvPr/>
          </p:nvSpPr>
          <p:spPr>
            <a:xfrm>
              <a:off x="2902139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6" name="pg3596"/>
            <p:cNvSpPr/>
            <p:nvPr/>
          </p:nvSpPr>
          <p:spPr>
            <a:xfrm>
              <a:off x="4484816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7" name="pg3597"/>
            <p:cNvSpPr/>
            <p:nvPr/>
          </p:nvSpPr>
          <p:spPr>
            <a:xfrm>
              <a:off x="4496454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8" name="pg3598"/>
            <p:cNvSpPr/>
            <p:nvPr/>
          </p:nvSpPr>
          <p:spPr>
            <a:xfrm>
              <a:off x="4508091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9" name="pg3599"/>
            <p:cNvSpPr/>
            <p:nvPr/>
          </p:nvSpPr>
          <p:spPr>
            <a:xfrm>
              <a:off x="4519728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0" name="pg3600"/>
            <p:cNvSpPr/>
            <p:nvPr/>
          </p:nvSpPr>
          <p:spPr>
            <a:xfrm>
              <a:off x="4531366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1" name="pg3601"/>
            <p:cNvSpPr/>
            <p:nvPr/>
          </p:nvSpPr>
          <p:spPr>
            <a:xfrm>
              <a:off x="4543003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2" name="pg3602"/>
            <p:cNvSpPr/>
            <p:nvPr/>
          </p:nvSpPr>
          <p:spPr>
            <a:xfrm>
              <a:off x="4694288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3" name="pg3603"/>
            <p:cNvSpPr/>
            <p:nvPr/>
          </p:nvSpPr>
          <p:spPr>
            <a:xfrm>
              <a:off x="4705925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4" name="pg3604"/>
            <p:cNvSpPr/>
            <p:nvPr/>
          </p:nvSpPr>
          <p:spPr>
            <a:xfrm>
              <a:off x="4717563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5" name="pg3605"/>
            <p:cNvSpPr/>
            <p:nvPr/>
          </p:nvSpPr>
          <p:spPr>
            <a:xfrm>
              <a:off x="4729200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6" name="pg3606"/>
            <p:cNvSpPr/>
            <p:nvPr/>
          </p:nvSpPr>
          <p:spPr>
            <a:xfrm>
              <a:off x="4740837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7" name="pg3607"/>
            <p:cNvSpPr/>
            <p:nvPr/>
          </p:nvSpPr>
          <p:spPr>
            <a:xfrm>
              <a:off x="2855590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8" name="pg3608"/>
            <p:cNvSpPr/>
            <p:nvPr/>
          </p:nvSpPr>
          <p:spPr>
            <a:xfrm>
              <a:off x="2867227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9" name="pg3609"/>
            <p:cNvSpPr/>
            <p:nvPr/>
          </p:nvSpPr>
          <p:spPr>
            <a:xfrm>
              <a:off x="2878865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0" name="pg3610"/>
            <p:cNvSpPr/>
            <p:nvPr/>
          </p:nvSpPr>
          <p:spPr>
            <a:xfrm>
              <a:off x="2890502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1" name="pg3611"/>
            <p:cNvSpPr/>
            <p:nvPr/>
          </p:nvSpPr>
          <p:spPr>
            <a:xfrm>
              <a:off x="2902139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2" name="pg3612"/>
            <p:cNvSpPr/>
            <p:nvPr/>
          </p:nvSpPr>
          <p:spPr>
            <a:xfrm>
              <a:off x="4496454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3" name="pg3613"/>
            <p:cNvSpPr/>
            <p:nvPr/>
          </p:nvSpPr>
          <p:spPr>
            <a:xfrm>
              <a:off x="4508091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4" name="pg3614"/>
            <p:cNvSpPr/>
            <p:nvPr/>
          </p:nvSpPr>
          <p:spPr>
            <a:xfrm>
              <a:off x="4519728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5" name="pg3615"/>
            <p:cNvSpPr/>
            <p:nvPr/>
          </p:nvSpPr>
          <p:spPr>
            <a:xfrm>
              <a:off x="4531366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6" name="pg3616"/>
            <p:cNvSpPr/>
            <p:nvPr/>
          </p:nvSpPr>
          <p:spPr>
            <a:xfrm>
              <a:off x="4543003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7" name="pg3617"/>
            <p:cNvSpPr/>
            <p:nvPr/>
          </p:nvSpPr>
          <p:spPr>
            <a:xfrm>
              <a:off x="4694288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8" name="pg3618"/>
            <p:cNvSpPr/>
            <p:nvPr/>
          </p:nvSpPr>
          <p:spPr>
            <a:xfrm>
              <a:off x="4705925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9" name="pg3619"/>
            <p:cNvSpPr/>
            <p:nvPr/>
          </p:nvSpPr>
          <p:spPr>
            <a:xfrm>
              <a:off x="4717563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0" name="pg3620"/>
            <p:cNvSpPr/>
            <p:nvPr/>
          </p:nvSpPr>
          <p:spPr>
            <a:xfrm>
              <a:off x="4729200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1" name="pg3621"/>
            <p:cNvSpPr/>
            <p:nvPr/>
          </p:nvSpPr>
          <p:spPr>
            <a:xfrm>
              <a:off x="2867227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2" name="pg3622"/>
            <p:cNvSpPr/>
            <p:nvPr/>
          </p:nvSpPr>
          <p:spPr>
            <a:xfrm>
              <a:off x="2878865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3" name="pg3623"/>
            <p:cNvSpPr/>
            <p:nvPr/>
          </p:nvSpPr>
          <p:spPr>
            <a:xfrm>
              <a:off x="2890502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4" name="pg3624"/>
            <p:cNvSpPr/>
            <p:nvPr/>
          </p:nvSpPr>
          <p:spPr>
            <a:xfrm>
              <a:off x="2902139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5" name="pg3625"/>
            <p:cNvSpPr/>
            <p:nvPr/>
          </p:nvSpPr>
          <p:spPr>
            <a:xfrm>
              <a:off x="2913777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6" name="pg3626"/>
            <p:cNvSpPr/>
            <p:nvPr/>
          </p:nvSpPr>
          <p:spPr>
            <a:xfrm>
              <a:off x="4508091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7" name="pg3627"/>
            <p:cNvSpPr/>
            <p:nvPr/>
          </p:nvSpPr>
          <p:spPr>
            <a:xfrm>
              <a:off x="4519728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8" name="pg3628"/>
            <p:cNvSpPr/>
            <p:nvPr/>
          </p:nvSpPr>
          <p:spPr>
            <a:xfrm>
              <a:off x="4531366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9" name="pg3629"/>
            <p:cNvSpPr/>
            <p:nvPr/>
          </p:nvSpPr>
          <p:spPr>
            <a:xfrm>
              <a:off x="4543003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0" name="pg3630"/>
            <p:cNvSpPr/>
            <p:nvPr/>
          </p:nvSpPr>
          <p:spPr>
            <a:xfrm>
              <a:off x="4554640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1" name="pg3631"/>
            <p:cNvSpPr/>
            <p:nvPr/>
          </p:nvSpPr>
          <p:spPr>
            <a:xfrm>
              <a:off x="4694288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2" name="pg3632"/>
            <p:cNvSpPr/>
            <p:nvPr/>
          </p:nvSpPr>
          <p:spPr>
            <a:xfrm>
              <a:off x="4705925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3" name="pg3633"/>
            <p:cNvSpPr/>
            <p:nvPr/>
          </p:nvSpPr>
          <p:spPr>
            <a:xfrm>
              <a:off x="4717563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4" name="pg3634"/>
            <p:cNvSpPr/>
            <p:nvPr/>
          </p:nvSpPr>
          <p:spPr>
            <a:xfrm>
              <a:off x="4729200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5" name="pg3635"/>
            <p:cNvSpPr/>
            <p:nvPr/>
          </p:nvSpPr>
          <p:spPr>
            <a:xfrm>
              <a:off x="2867227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6" name="pg3636"/>
            <p:cNvSpPr/>
            <p:nvPr/>
          </p:nvSpPr>
          <p:spPr>
            <a:xfrm>
              <a:off x="2878865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7" name="pg3637"/>
            <p:cNvSpPr/>
            <p:nvPr/>
          </p:nvSpPr>
          <p:spPr>
            <a:xfrm>
              <a:off x="2890502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8" name="pg3638"/>
            <p:cNvSpPr/>
            <p:nvPr/>
          </p:nvSpPr>
          <p:spPr>
            <a:xfrm>
              <a:off x="2902139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9" name="pg3639"/>
            <p:cNvSpPr/>
            <p:nvPr/>
          </p:nvSpPr>
          <p:spPr>
            <a:xfrm>
              <a:off x="2913777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0" name="pg3640"/>
            <p:cNvSpPr/>
            <p:nvPr/>
          </p:nvSpPr>
          <p:spPr>
            <a:xfrm>
              <a:off x="2925414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1" name="pg3641"/>
            <p:cNvSpPr/>
            <p:nvPr/>
          </p:nvSpPr>
          <p:spPr>
            <a:xfrm>
              <a:off x="4508091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2" name="pg3642"/>
            <p:cNvSpPr/>
            <p:nvPr/>
          </p:nvSpPr>
          <p:spPr>
            <a:xfrm>
              <a:off x="4519728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3" name="pg3643"/>
            <p:cNvSpPr/>
            <p:nvPr/>
          </p:nvSpPr>
          <p:spPr>
            <a:xfrm>
              <a:off x="4531366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4" name="pg3644"/>
            <p:cNvSpPr/>
            <p:nvPr/>
          </p:nvSpPr>
          <p:spPr>
            <a:xfrm>
              <a:off x="4543003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5" name="pg3645"/>
            <p:cNvSpPr/>
            <p:nvPr/>
          </p:nvSpPr>
          <p:spPr>
            <a:xfrm>
              <a:off x="4554640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6" name="pg3646"/>
            <p:cNvSpPr/>
            <p:nvPr/>
          </p:nvSpPr>
          <p:spPr>
            <a:xfrm>
              <a:off x="4694288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7" name="pg3647"/>
            <p:cNvSpPr/>
            <p:nvPr/>
          </p:nvSpPr>
          <p:spPr>
            <a:xfrm>
              <a:off x="4705925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8" name="pg3648"/>
            <p:cNvSpPr/>
            <p:nvPr/>
          </p:nvSpPr>
          <p:spPr>
            <a:xfrm>
              <a:off x="4717563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9" name="pg3649"/>
            <p:cNvSpPr/>
            <p:nvPr/>
          </p:nvSpPr>
          <p:spPr>
            <a:xfrm>
              <a:off x="4729200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0" name="pg3650"/>
            <p:cNvSpPr/>
            <p:nvPr/>
          </p:nvSpPr>
          <p:spPr>
            <a:xfrm>
              <a:off x="287886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1" name="pg3651"/>
            <p:cNvSpPr/>
            <p:nvPr/>
          </p:nvSpPr>
          <p:spPr>
            <a:xfrm>
              <a:off x="2890502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2" name="pg3652"/>
            <p:cNvSpPr/>
            <p:nvPr/>
          </p:nvSpPr>
          <p:spPr>
            <a:xfrm>
              <a:off x="2902139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3" name="pg3653"/>
            <p:cNvSpPr/>
            <p:nvPr/>
          </p:nvSpPr>
          <p:spPr>
            <a:xfrm>
              <a:off x="2913777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4" name="pg3654"/>
            <p:cNvSpPr/>
            <p:nvPr/>
          </p:nvSpPr>
          <p:spPr>
            <a:xfrm>
              <a:off x="2925414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5" name="pg3655"/>
            <p:cNvSpPr/>
            <p:nvPr/>
          </p:nvSpPr>
          <p:spPr>
            <a:xfrm>
              <a:off x="4508091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6" name="pg3656"/>
            <p:cNvSpPr/>
            <p:nvPr/>
          </p:nvSpPr>
          <p:spPr>
            <a:xfrm>
              <a:off x="451972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7" name="pg3657"/>
            <p:cNvSpPr/>
            <p:nvPr/>
          </p:nvSpPr>
          <p:spPr>
            <a:xfrm>
              <a:off x="4531366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8" name="pg3658"/>
            <p:cNvSpPr/>
            <p:nvPr/>
          </p:nvSpPr>
          <p:spPr>
            <a:xfrm>
              <a:off x="4543003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9" name="pg3659"/>
            <p:cNvSpPr/>
            <p:nvPr/>
          </p:nvSpPr>
          <p:spPr>
            <a:xfrm>
              <a:off x="4554640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0" name="pg3660"/>
            <p:cNvSpPr/>
            <p:nvPr/>
          </p:nvSpPr>
          <p:spPr>
            <a:xfrm>
              <a:off x="456627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1" name="pg3661"/>
            <p:cNvSpPr/>
            <p:nvPr/>
          </p:nvSpPr>
          <p:spPr>
            <a:xfrm>
              <a:off x="457791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2" name="pg3662"/>
            <p:cNvSpPr/>
            <p:nvPr/>
          </p:nvSpPr>
          <p:spPr>
            <a:xfrm>
              <a:off x="4589552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3" name="pg3663"/>
            <p:cNvSpPr/>
            <p:nvPr/>
          </p:nvSpPr>
          <p:spPr>
            <a:xfrm>
              <a:off x="469428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4" name="pg3664"/>
            <p:cNvSpPr/>
            <p:nvPr/>
          </p:nvSpPr>
          <p:spPr>
            <a:xfrm>
              <a:off x="470592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5" name="pg3665"/>
            <p:cNvSpPr/>
            <p:nvPr/>
          </p:nvSpPr>
          <p:spPr>
            <a:xfrm>
              <a:off x="4717563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6" name="pg3666"/>
            <p:cNvSpPr/>
            <p:nvPr/>
          </p:nvSpPr>
          <p:spPr>
            <a:xfrm>
              <a:off x="4729200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7" name="pg3667"/>
            <p:cNvSpPr/>
            <p:nvPr/>
          </p:nvSpPr>
          <p:spPr>
            <a:xfrm>
              <a:off x="2890502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8" name="pg3668"/>
            <p:cNvSpPr/>
            <p:nvPr/>
          </p:nvSpPr>
          <p:spPr>
            <a:xfrm>
              <a:off x="2902139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9" name="pg3669"/>
            <p:cNvSpPr/>
            <p:nvPr/>
          </p:nvSpPr>
          <p:spPr>
            <a:xfrm>
              <a:off x="2913777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0" name="pg3670"/>
            <p:cNvSpPr/>
            <p:nvPr/>
          </p:nvSpPr>
          <p:spPr>
            <a:xfrm>
              <a:off x="2925414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1" name="pg3671"/>
            <p:cNvSpPr/>
            <p:nvPr/>
          </p:nvSpPr>
          <p:spPr>
            <a:xfrm>
              <a:off x="451972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2" name="pg3672"/>
            <p:cNvSpPr/>
            <p:nvPr/>
          </p:nvSpPr>
          <p:spPr>
            <a:xfrm>
              <a:off x="4531366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3" name="pg3673"/>
            <p:cNvSpPr/>
            <p:nvPr/>
          </p:nvSpPr>
          <p:spPr>
            <a:xfrm>
              <a:off x="4543003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4" name="pg3674"/>
            <p:cNvSpPr/>
            <p:nvPr/>
          </p:nvSpPr>
          <p:spPr>
            <a:xfrm>
              <a:off x="455464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5" name="pg3675"/>
            <p:cNvSpPr/>
            <p:nvPr/>
          </p:nvSpPr>
          <p:spPr>
            <a:xfrm>
              <a:off x="456627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6" name="pg3676"/>
            <p:cNvSpPr/>
            <p:nvPr/>
          </p:nvSpPr>
          <p:spPr>
            <a:xfrm>
              <a:off x="4577915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7" name="pg3677"/>
            <p:cNvSpPr/>
            <p:nvPr/>
          </p:nvSpPr>
          <p:spPr>
            <a:xfrm>
              <a:off x="4589552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8" name="pg3678"/>
            <p:cNvSpPr/>
            <p:nvPr/>
          </p:nvSpPr>
          <p:spPr>
            <a:xfrm>
              <a:off x="460119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9" name="pg3679"/>
            <p:cNvSpPr/>
            <p:nvPr/>
          </p:nvSpPr>
          <p:spPr>
            <a:xfrm>
              <a:off x="4682651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0" name="pg3680"/>
            <p:cNvSpPr/>
            <p:nvPr/>
          </p:nvSpPr>
          <p:spPr>
            <a:xfrm>
              <a:off x="469428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1" name="pg3681"/>
            <p:cNvSpPr/>
            <p:nvPr/>
          </p:nvSpPr>
          <p:spPr>
            <a:xfrm>
              <a:off x="4705925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2" name="pg3682"/>
            <p:cNvSpPr/>
            <p:nvPr/>
          </p:nvSpPr>
          <p:spPr>
            <a:xfrm>
              <a:off x="4717563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3" name="pg3683"/>
            <p:cNvSpPr/>
            <p:nvPr/>
          </p:nvSpPr>
          <p:spPr>
            <a:xfrm>
              <a:off x="472920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4" name="pg3684"/>
            <p:cNvSpPr/>
            <p:nvPr/>
          </p:nvSpPr>
          <p:spPr>
            <a:xfrm>
              <a:off x="2890502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5" name="pg3685"/>
            <p:cNvSpPr/>
            <p:nvPr/>
          </p:nvSpPr>
          <p:spPr>
            <a:xfrm>
              <a:off x="2902139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6" name="pg3686"/>
            <p:cNvSpPr/>
            <p:nvPr/>
          </p:nvSpPr>
          <p:spPr>
            <a:xfrm>
              <a:off x="2913777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7" name="pg3687"/>
            <p:cNvSpPr/>
            <p:nvPr/>
          </p:nvSpPr>
          <p:spPr>
            <a:xfrm>
              <a:off x="2925414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8" name="pg3688"/>
            <p:cNvSpPr/>
            <p:nvPr/>
          </p:nvSpPr>
          <p:spPr>
            <a:xfrm>
              <a:off x="4531366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9" name="pg3689"/>
            <p:cNvSpPr/>
            <p:nvPr/>
          </p:nvSpPr>
          <p:spPr>
            <a:xfrm>
              <a:off x="4543003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0" name="pg3690"/>
            <p:cNvSpPr/>
            <p:nvPr/>
          </p:nvSpPr>
          <p:spPr>
            <a:xfrm>
              <a:off x="455464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1" name="pg3691"/>
            <p:cNvSpPr/>
            <p:nvPr/>
          </p:nvSpPr>
          <p:spPr>
            <a:xfrm>
              <a:off x="4566278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2" name="pg3692"/>
            <p:cNvSpPr/>
            <p:nvPr/>
          </p:nvSpPr>
          <p:spPr>
            <a:xfrm>
              <a:off x="4577915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3" name="pg3693"/>
            <p:cNvSpPr/>
            <p:nvPr/>
          </p:nvSpPr>
          <p:spPr>
            <a:xfrm>
              <a:off x="4589552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4" name="pg3694"/>
            <p:cNvSpPr/>
            <p:nvPr/>
          </p:nvSpPr>
          <p:spPr>
            <a:xfrm>
              <a:off x="460119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5" name="pg3695"/>
            <p:cNvSpPr/>
            <p:nvPr/>
          </p:nvSpPr>
          <p:spPr>
            <a:xfrm>
              <a:off x="4682651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6" name="pg3696"/>
            <p:cNvSpPr/>
            <p:nvPr/>
          </p:nvSpPr>
          <p:spPr>
            <a:xfrm>
              <a:off x="4694288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7" name="pg3697"/>
            <p:cNvSpPr/>
            <p:nvPr/>
          </p:nvSpPr>
          <p:spPr>
            <a:xfrm>
              <a:off x="4705925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8" name="pg3698"/>
            <p:cNvSpPr/>
            <p:nvPr/>
          </p:nvSpPr>
          <p:spPr>
            <a:xfrm>
              <a:off x="4717563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9" name="pg3699"/>
            <p:cNvSpPr/>
            <p:nvPr/>
          </p:nvSpPr>
          <p:spPr>
            <a:xfrm>
              <a:off x="472920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0" name="pg3700"/>
            <p:cNvSpPr/>
            <p:nvPr/>
          </p:nvSpPr>
          <p:spPr>
            <a:xfrm>
              <a:off x="287886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1" name="pg3701"/>
            <p:cNvSpPr/>
            <p:nvPr/>
          </p:nvSpPr>
          <p:spPr>
            <a:xfrm>
              <a:off x="2890502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2" name="pg3702"/>
            <p:cNvSpPr/>
            <p:nvPr/>
          </p:nvSpPr>
          <p:spPr>
            <a:xfrm>
              <a:off x="2902139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3" name="pg3703"/>
            <p:cNvSpPr/>
            <p:nvPr/>
          </p:nvSpPr>
          <p:spPr>
            <a:xfrm>
              <a:off x="2913777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4" name="pg3704"/>
            <p:cNvSpPr/>
            <p:nvPr/>
          </p:nvSpPr>
          <p:spPr>
            <a:xfrm>
              <a:off x="2925414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5" name="pg3705"/>
            <p:cNvSpPr/>
            <p:nvPr/>
          </p:nvSpPr>
          <p:spPr>
            <a:xfrm>
              <a:off x="454300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6" name="pg3706"/>
            <p:cNvSpPr/>
            <p:nvPr/>
          </p:nvSpPr>
          <p:spPr>
            <a:xfrm>
              <a:off x="455464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7" name="pg3707"/>
            <p:cNvSpPr/>
            <p:nvPr/>
          </p:nvSpPr>
          <p:spPr>
            <a:xfrm>
              <a:off x="4566278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8" name="pg3708"/>
            <p:cNvSpPr/>
            <p:nvPr/>
          </p:nvSpPr>
          <p:spPr>
            <a:xfrm>
              <a:off x="457791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9" name="pg3709"/>
            <p:cNvSpPr/>
            <p:nvPr/>
          </p:nvSpPr>
          <p:spPr>
            <a:xfrm>
              <a:off x="4589552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0" name="pg3710"/>
            <p:cNvSpPr/>
            <p:nvPr/>
          </p:nvSpPr>
          <p:spPr>
            <a:xfrm>
              <a:off x="460119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1" name="pg3711"/>
            <p:cNvSpPr/>
            <p:nvPr/>
          </p:nvSpPr>
          <p:spPr>
            <a:xfrm>
              <a:off x="4612827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2" name="pg3712"/>
            <p:cNvSpPr/>
            <p:nvPr/>
          </p:nvSpPr>
          <p:spPr>
            <a:xfrm>
              <a:off x="467101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3" name="pg3713"/>
            <p:cNvSpPr/>
            <p:nvPr/>
          </p:nvSpPr>
          <p:spPr>
            <a:xfrm>
              <a:off x="4682651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4" name="pg3714"/>
            <p:cNvSpPr/>
            <p:nvPr/>
          </p:nvSpPr>
          <p:spPr>
            <a:xfrm>
              <a:off x="4694288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5" name="pg3715"/>
            <p:cNvSpPr/>
            <p:nvPr/>
          </p:nvSpPr>
          <p:spPr>
            <a:xfrm>
              <a:off x="470592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6" name="pg3716"/>
            <p:cNvSpPr/>
            <p:nvPr/>
          </p:nvSpPr>
          <p:spPr>
            <a:xfrm>
              <a:off x="471756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7" name="pg3717"/>
            <p:cNvSpPr/>
            <p:nvPr/>
          </p:nvSpPr>
          <p:spPr>
            <a:xfrm>
              <a:off x="472920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8" name="pg3718"/>
            <p:cNvSpPr/>
            <p:nvPr/>
          </p:nvSpPr>
          <p:spPr>
            <a:xfrm>
              <a:off x="287886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9" name="pg3719"/>
            <p:cNvSpPr/>
            <p:nvPr/>
          </p:nvSpPr>
          <p:spPr>
            <a:xfrm>
              <a:off x="2890502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0" name="pg3720"/>
            <p:cNvSpPr/>
            <p:nvPr/>
          </p:nvSpPr>
          <p:spPr>
            <a:xfrm>
              <a:off x="2902139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1" name="pg3721"/>
            <p:cNvSpPr/>
            <p:nvPr/>
          </p:nvSpPr>
          <p:spPr>
            <a:xfrm>
              <a:off x="2913777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2" name="pg3722"/>
            <p:cNvSpPr/>
            <p:nvPr/>
          </p:nvSpPr>
          <p:spPr>
            <a:xfrm>
              <a:off x="2925414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3" name="pg3723"/>
            <p:cNvSpPr/>
            <p:nvPr/>
          </p:nvSpPr>
          <p:spPr>
            <a:xfrm>
              <a:off x="4566278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4" name="pg3724"/>
            <p:cNvSpPr/>
            <p:nvPr/>
          </p:nvSpPr>
          <p:spPr>
            <a:xfrm>
              <a:off x="457791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5" name="pg3725"/>
            <p:cNvSpPr/>
            <p:nvPr/>
          </p:nvSpPr>
          <p:spPr>
            <a:xfrm>
              <a:off x="4589552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6" name="pg3726"/>
            <p:cNvSpPr/>
            <p:nvPr/>
          </p:nvSpPr>
          <p:spPr>
            <a:xfrm>
              <a:off x="4601190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7" name="pg3727"/>
            <p:cNvSpPr/>
            <p:nvPr/>
          </p:nvSpPr>
          <p:spPr>
            <a:xfrm>
              <a:off x="4612827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8" name="pg3728"/>
            <p:cNvSpPr/>
            <p:nvPr/>
          </p:nvSpPr>
          <p:spPr>
            <a:xfrm>
              <a:off x="4671013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9" name="pg3729"/>
            <p:cNvSpPr/>
            <p:nvPr/>
          </p:nvSpPr>
          <p:spPr>
            <a:xfrm>
              <a:off x="4682651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0" name="pg3730"/>
            <p:cNvSpPr/>
            <p:nvPr/>
          </p:nvSpPr>
          <p:spPr>
            <a:xfrm>
              <a:off x="4694288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1" name="pg3731"/>
            <p:cNvSpPr/>
            <p:nvPr/>
          </p:nvSpPr>
          <p:spPr>
            <a:xfrm>
              <a:off x="470592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2" name="pg3732"/>
            <p:cNvSpPr/>
            <p:nvPr/>
          </p:nvSpPr>
          <p:spPr>
            <a:xfrm>
              <a:off x="4717563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3" name="pg3733"/>
            <p:cNvSpPr/>
            <p:nvPr/>
          </p:nvSpPr>
          <p:spPr>
            <a:xfrm>
              <a:off x="286722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4" name="pg3734"/>
            <p:cNvSpPr/>
            <p:nvPr/>
          </p:nvSpPr>
          <p:spPr>
            <a:xfrm>
              <a:off x="287886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5" name="pg3735"/>
            <p:cNvSpPr/>
            <p:nvPr/>
          </p:nvSpPr>
          <p:spPr>
            <a:xfrm>
              <a:off x="2890502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6" name="pg3736"/>
            <p:cNvSpPr/>
            <p:nvPr/>
          </p:nvSpPr>
          <p:spPr>
            <a:xfrm>
              <a:off x="2902139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7" name="pg3737"/>
            <p:cNvSpPr/>
            <p:nvPr/>
          </p:nvSpPr>
          <p:spPr>
            <a:xfrm>
              <a:off x="291377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8" name="pg3738"/>
            <p:cNvSpPr/>
            <p:nvPr/>
          </p:nvSpPr>
          <p:spPr>
            <a:xfrm>
              <a:off x="457791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9" name="pg3739"/>
            <p:cNvSpPr/>
            <p:nvPr/>
          </p:nvSpPr>
          <p:spPr>
            <a:xfrm>
              <a:off x="4589552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0" name="pg3740"/>
            <p:cNvSpPr/>
            <p:nvPr/>
          </p:nvSpPr>
          <p:spPr>
            <a:xfrm>
              <a:off x="4601190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1" name="pg3741"/>
            <p:cNvSpPr/>
            <p:nvPr/>
          </p:nvSpPr>
          <p:spPr>
            <a:xfrm>
              <a:off x="461282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2" name="pg3742"/>
            <p:cNvSpPr/>
            <p:nvPr/>
          </p:nvSpPr>
          <p:spPr>
            <a:xfrm>
              <a:off x="4624464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3" name="pg3743"/>
            <p:cNvSpPr/>
            <p:nvPr/>
          </p:nvSpPr>
          <p:spPr>
            <a:xfrm>
              <a:off x="4636101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4" name="pg3744"/>
            <p:cNvSpPr/>
            <p:nvPr/>
          </p:nvSpPr>
          <p:spPr>
            <a:xfrm>
              <a:off x="4659376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5" name="pg3745"/>
            <p:cNvSpPr/>
            <p:nvPr/>
          </p:nvSpPr>
          <p:spPr>
            <a:xfrm>
              <a:off x="4671013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6" name="pg3746"/>
            <p:cNvSpPr/>
            <p:nvPr/>
          </p:nvSpPr>
          <p:spPr>
            <a:xfrm>
              <a:off x="4682651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7" name="pg3747"/>
            <p:cNvSpPr/>
            <p:nvPr/>
          </p:nvSpPr>
          <p:spPr>
            <a:xfrm>
              <a:off x="4694288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8" name="pg3748"/>
            <p:cNvSpPr/>
            <p:nvPr/>
          </p:nvSpPr>
          <p:spPr>
            <a:xfrm>
              <a:off x="470592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9" name="pg3749"/>
            <p:cNvSpPr/>
            <p:nvPr/>
          </p:nvSpPr>
          <p:spPr>
            <a:xfrm>
              <a:off x="2855590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0" name="pg3750"/>
            <p:cNvSpPr/>
            <p:nvPr/>
          </p:nvSpPr>
          <p:spPr>
            <a:xfrm>
              <a:off x="286722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1" name="pg3751"/>
            <p:cNvSpPr/>
            <p:nvPr/>
          </p:nvSpPr>
          <p:spPr>
            <a:xfrm>
              <a:off x="287886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2" name="pg3752"/>
            <p:cNvSpPr/>
            <p:nvPr/>
          </p:nvSpPr>
          <p:spPr>
            <a:xfrm>
              <a:off x="2890502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3" name="pg3753"/>
            <p:cNvSpPr/>
            <p:nvPr/>
          </p:nvSpPr>
          <p:spPr>
            <a:xfrm>
              <a:off x="2902139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4" name="pg3754"/>
            <p:cNvSpPr/>
            <p:nvPr/>
          </p:nvSpPr>
          <p:spPr>
            <a:xfrm>
              <a:off x="291377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5" name="pg3755"/>
            <p:cNvSpPr/>
            <p:nvPr/>
          </p:nvSpPr>
          <p:spPr>
            <a:xfrm>
              <a:off x="457791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6" name="pg3756"/>
            <p:cNvSpPr/>
            <p:nvPr/>
          </p:nvSpPr>
          <p:spPr>
            <a:xfrm>
              <a:off x="4589552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7" name="pg3757"/>
            <p:cNvSpPr/>
            <p:nvPr/>
          </p:nvSpPr>
          <p:spPr>
            <a:xfrm>
              <a:off x="4601190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8" name="pg3758"/>
            <p:cNvSpPr/>
            <p:nvPr/>
          </p:nvSpPr>
          <p:spPr>
            <a:xfrm>
              <a:off x="461282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9" name="pg3759"/>
            <p:cNvSpPr/>
            <p:nvPr/>
          </p:nvSpPr>
          <p:spPr>
            <a:xfrm>
              <a:off x="4624464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0" name="pg3760"/>
            <p:cNvSpPr/>
            <p:nvPr/>
          </p:nvSpPr>
          <p:spPr>
            <a:xfrm>
              <a:off x="4636101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1" name="pg3761"/>
            <p:cNvSpPr/>
            <p:nvPr/>
          </p:nvSpPr>
          <p:spPr>
            <a:xfrm>
              <a:off x="4647739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2" name="pg3762"/>
            <p:cNvSpPr/>
            <p:nvPr/>
          </p:nvSpPr>
          <p:spPr>
            <a:xfrm>
              <a:off x="4659376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3" name="pg3763"/>
            <p:cNvSpPr/>
            <p:nvPr/>
          </p:nvSpPr>
          <p:spPr>
            <a:xfrm>
              <a:off x="4671013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4" name="pg3764"/>
            <p:cNvSpPr/>
            <p:nvPr/>
          </p:nvSpPr>
          <p:spPr>
            <a:xfrm>
              <a:off x="4682651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5" name="pg3765"/>
            <p:cNvSpPr/>
            <p:nvPr/>
          </p:nvSpPr>
          <p:spPr>
            <a:xfrm>
              <a:off x="4694288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6" name="pg3766"/>
            <p:cNvSpPr/>
            <p:nvPr/>
          </p:nvSpPr>
          <p:spPr>
            <a:xfrm>
              <a:off x="470592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7" name="pg3767"/>
            <p:cNvSpPr/>
            <p:nvPr/>
          </p:nvSpPr>
          <p:spPr>
            <a:xfrm>
              <a:off x="2855590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8" name="pg3768"/>
            <p:cNvSpPr/>
            <p:nvPr/>
          </p:nvSpPr>
          <p:spPr>
            <a:xfrm>
              <a:off x="2867227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9" name="pg3769"/>
            <p:cNvSpPr/>
            <p:nvPr/>
          </p:nvSpPr>
          <p:spPr>
            <a:xfrm>
              <a:off x="287886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0" name="pg3770"/>
            <p:cNvSpPr/>
            <p:nvPr/>
          </p:nvSpPr>
          <p:spPr>
            <a:xfrm>
              <a:off x="2890502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1" name="pg3771"/>
            <p:cNvSpPr/>
            <p:nvPr/>
          </p:nvSpPr>
          <p:spPr>
            <a:xfrm>
              <a:off x="2902139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2" name="pg3772"/>
            <p:cNvSpPr/>
            <p:nvPr/>
          </p:nvSpPr>
          <p:spPr>
            <a:xfrm>
              <a:off x="457791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3" name="pg3773"/>
            <p:cNvSpPr/>
            <p:nvPr/>
          </p:nvSpPr>
          <p:spPr>
            <a:xfrm>
              <a:off x="4589552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4" name="pg3774"/>
            <p:cNvSpPr/>
            <p:nvPr/>
          </p:nvSpPr>
          <p:spPr>
            <a:xfrm>
              <a:off x="4601190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5" name="pg3775"/>
            <p:cNvSpPr/>
            <p:nvPr/>
          </p:nvSpPr>
          <p:spPr>
            <a:xfrm>
              <a:off x="4612827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6" name="pg3776"/>
            <p:cNvSpPr/>
            <p:nvPr/>
          </p:nvSpPr>
          <p:spPr>
            <a:xfrm>
              <a:off x="4624464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7" name="pg3777"/>
            <p:cNvSpPr/>
            <p:nvPr/>
          </p:nvSpPr>
          <p:spPr>
            <a:xfrm>
              <a:off x="4636101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8" name="pg3778"/>
            <p:cNvSpPr/>
            <p:nvPr/>
          </p:nvSpPr>
          <p:spPr>
            <a:xfrm>
              <a:off x="4647739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9" name="pg3779"/>
            <p:cNvSpPr/>
            <p:nvPr/>
          </p:nvSpPr>
          <p:spPr>
            <a:xfrm>
              <a:off x="4659376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0" name="pg3780"/>
            <p:cNvSpPr/>
            <p:nvPr/>
          </p:nvSpPr>
          <p:spPr>
            <a:xfrm>
              <a:off x="4671013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1" name="pg3781"/>
            <p:cNvSpPr/>
            <p:nvPr/>
          </p:nvSpPr>
          <p:spPr>
            <a:xfrm>
              <a:off x="4682651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2" name="pg3782"/>
            <p:cNvSpPr/>
            <p:nvPr/>
          </p:nvSpPr>
          <p:spPr>
            <a:xfrm>
              <a:off x="4694288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3" name="pg3783"/>
            <p:cNvSpPr/>
            <p:nvPr/>
          </p:nvSpPr>
          <p:spPr>
            <a:xfrm>
              <a:off x="470592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4" name="pg3784"/>
            <p:cNvSpPr/>
            <p:nvPr/>
          </p:nvSpPr>
          <p:spPr>
            <a:xfrm>
              <a:off x="2855590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5" name="pg3785"/>
            <p:cNvSpPr/>
            <p:nvPr/>
          </p:nvSpPr>
          <p:spPr>
            <a:xfrm>
              <a:off x="2867227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6" name="pg3786"/>
            <p:cNvSpPr/>
            <p:nvPr/>
          </p:nvSpPr>
          <p:spPr>
            <a:xfrm>
              <a:off x="2878865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7" name="pg3787"/>
            <p:cNvSpPr/>
            <p:nvPr/>
          </p:nvSpPr>
          <p:spPr>
            <a:xfrm>
              <a:off x="2890502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8" name="pg3788"/>
            <p:cNvSpPr/>
            <p:nvPr/>
          </p:nvSpPr>
          <p:spPr>
            <a:xfrm>
              <a:off x="2902139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9" name="pg3789"/>
            <p:cNvSpPr/>
            <p:nvPr/>
          </p:nvSpPr>
          <p:spPr>
            <a:xfrm>
              <a:off x="4577915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0" name="pg3790"/>
            <p:cNvSpPr/>
            <p:nvPr/>
          </p:nvSpPr>
          <p:spPr>
            <a:xfrm>
              <a:off x="4589552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1" name="pg3791"/>
            <p:cNvSpPr/>
            <p:nvPr/>
          </p:nvSpPr>
          <p:spPr>
            <a:xfrm>
              <a:off x="4601190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2" name="pg3792"/>
            <p:cNvSpPr/>
            <p:nvPr/>
          </p:nvSpPr>
          <p:spPr>
            <a:xfrm>
              <a:off x="4612827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3" name="pg3793"/>
            <p:cNvSpPr/>
            <p:nvPr/>
          </p:nvSpPr>
          <p:spPr>
            <a:xfrm>
              <a:off x="4624464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4" name="pg3794"/>
            <p:cNvSpPr/>
            <p:nvPr/>
          </p:nvSpPr>
          <p:spPr>
            <a:xfrm>
              <a:off x="4636101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5" name="pg3795"/>
            <p:cNvSpPr/>
            <p:nvPr/>
          </p:nvSpPr>
          <p:spPr>
            <a:xfrm>
              <a:off x="4647739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6" name="pg3796"/>
            <p:cNvSpPr/>
            <p:nvPr/>
          </p:nvSpPr>
          <p:spPr>
            <a:xfrm>
              <a:off x="4659376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7" name="pg3797"/>
            <p:cNvSpPr/>
            <p:nvPr/>
          </p:nvSpPr>
          <p:spPr>
            <a:xfrm>
              <a:off x="4671013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8" name="pg3798"/>
            <p:cNvSpPr/>
            <p:nvPr/>
          </p:nvSpPr>
          <p:spPr>
            <a:xfrm>
              <a:off x="4682651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9" name="pg3799"/>
            <p:cNvSpPr/>
            <p:nvPr/>
          </p:nvSpPr>
          <p:spPr>
            <a:xfrm>
              <a:off x="4694288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0" name="pg3800"/>
            <p:cNvSpPr/>
            <p:nvPr/>
          </p:nvSpPr>
          <p:spPr>
            <a:xfrm>
              <a:off x="2843953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1" name="pg3801"/>
            <p:cNvSpPr/>
            <p:nvPr/>
          </p:nvSpPr>
          <p:spPr>
            <a:xfrm>
              <a:off x="2855590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2" name="pg3802"/>
            <p:cNvSpPr/>
            <p:nvPr/>
          </p:nvSpPr>
          <p:spPr>
            <a:xfrm>
              <a:off x="2867227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3" name="pg3803"/>
            <p:cNvSpPr/>
            <p:nvPr/>
          </p:nvSpPr>
          <p:spPr>
            <a:xfrm>
              <a:off x="2878865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4" name="pg3804"/>
            <p:cNvSpPr/>
            <p:nvPr/>
          </p:nvSpPr>
          <p:spPr>
            <a:xfrm>
              <a:off x="2890502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5" name="pg3805"/>
            <p:cNvSpPr/>
            <p:nvPr/>
          </p:nvSpPr>
          <p:spPr>
            <a:xfrm>
              <a:off x="4589552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6" name="pg3806"/>
            <p:cNvSpPr/>
            <p:nvPr/>
          </p:nvSpPr>
          <p:spPr>
            <a:xfrm>
              <a:off x="4601190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7" name="pg3807"/>
            <p:cNvSpPr/>
            <p:nvPr/>
          </p:nvSpPr>
          <p:spPr>
            <a:xfrm>
              <a:off x="4612827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8" name="pg3808"/>
            <p:cNvSpPr/>
            <p:nvPr/>
          </p:nvSpPr>
          <p:spPr>
            <a:xfrm>
              <a:off x="4624464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9" name="pg3809"/>
            <p:cNvSpPr/>
            <p:nvPr/>
          </p:nvSpPr>
          <p:spPr>
            <a:xfrm>
              <a:off x="4636101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0" name="pg3810"/>
            <p:cNvSpPr/>
            <p:nvPr/>
          </p:nvSpPr>
          <p:spPr>
            <a:xfrm>
              <a:off x="4647739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1" name="pg3811"/>
            <p:cNvSpPr/>
            <p:nvPr/>
          </p:nvSpPr>
          <p:spPr>
            <a:xfrm>
              <a:off x="4659376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2" name="pg3812"/>
            <p:cNvSpPr/>
            <p:nvPr/>
          </p:nvSpPr>
          <p:spPr>
            <a:xfrm>
              <a:off x="4671013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3" name="pg3813"/>
            <p:cNvSpPr/>
            <p:nvPr/>
          </p:nvSpPr>
          <p:spPr>
            <a:xfrm>
              <a:off x="4682651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4" name="pg3814"/>
            <p:cNvSpPr/>
            <p:nvPr/>
          </p:nvSpPr>
          <p:spPr>
            <a:xfrm>
              <a:off x="2843953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5" name="pg3815"/>
            <p:cNvSpPr/>
            <p:nvPr/>
          </p:nvSpPr>
          <p:spPr>
            <a:xfrm>
              <a:off x="2855590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6" name="pg3816"/>
            <p:cNvSpPr/>
            <p:nvPr/>
          </p:nvSpPr>
          <p:spPr>
            <a:xfrm>
              <a:off x="2867227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7" name="pg3817"/>
            <p:cNvSpPr/>
            <p:nvPr/>
          </p:nvSpPr>
          <p:spPr>
            <a:xfrm>
              <a:off x="2878865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8" name="pg3818"/>
            <p:cNvSpPr/>
            <p:nvPr/>
          </p:nvSpPr>
          <p:spPr>
            <a:xfrm>
              <a:off x="2890502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9" name="pg3819"/>
            <p:cNvSpPr/>
            <p:nvPr/>
          </p:nvSpPr>
          <p:spPr>
            <a:xfrm>
              <a:off x="4601190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0" name="pg3820"/>
            <p:cNvSpPr/>
            <p:nvPr/>
          </p:nvSpPr>
          <p:spPr>
            <a:xfrm>
              <a:off x="4612827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1" name="pg3821"/>
            <p:cNvSpPr/>
            <p:nvPr/>
          </p:nvSpPr>
          <p:spPr>
            <a:xfrm>
              <a:off x="4624464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2" name="pg3822"/>
            <p:cNvSpPr/>
            <p:nvPr/>
          </p:nvSpPr>
          <p:spPr>
            <a:xfrm>
              <a:off x="4636101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3" name="pg3823"/>
            <p:cNvSpPr/>
            <p:nvPr/>
          </p:nvSpPr>
          <p:spPr>
            <a:xfrm>
              <a:off x="4647739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4" name="pg3824"/>
            <p:cNvSpPr/>
            <p:nvPr/>
          </p:nvSpPr>
          <p:spPr>
            <a:xfrm>
              <a:off x="2843953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5" name="pg3825"/>
            <p:cNvSpPr/>
            <p:nvPr/>
          </p:nvSpPr>
          <p:spPr>
            <a:xfrm>
              <a:off x="2855590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6" name="pg3826"/>
            <p:cNvSpPr/>
            <p:nvPr/>
          </p:nvSpPr>
          <p:spPr>
            <a:xfrm>
              <a:off x="2867227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7" name="pg3827"/>
            <p:cNvSpPr/>
            <p:nvPr/>
          </p:nvSpPr>
          <p:spPr>
            <a:xfrm>
              <a:off x="2878865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8" name="pg3828"/>
            <p:cNvSpPr/>
            <p:nvPr/>
          </p:nvSpPr>
          <p:spPr>
            <a:xfrm>
              <a:off x="2890502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9" name="pg3829"/>
            <p:cNvSpPr/>
            <p:nvPr/>
          </p:nvSpPr>
          <p:spPr>
            <a:xfrm>
              <a:off x="2843953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0" name="pg3830"/>
            <p:cNvSpPr/>
            <p:nvPr/>
          </p:nvSpPr>
          <p:spPr>
            <a:xfrm>
              <a:off x="2855590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1" name="pg3831"/>
            <p:cNvSpPr/>
            <p:nvPr/>
          </p:nvSpPr>
          <p:spPr>
            <a:xfrm>
              <a:off x="2867227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2" name="pg3832"/>
            <p:cNvSpPr/>
            <p:nvPr/>
          </p:nvSpPr>
          <p:spPr>
            <a:xfrm>
              <a:off x="2878865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3" name="pg3833"/>
            <p:cNvSpPr/>
            <p:nvPr/>
          </p:nvSpPr>
          <p:spPr>
            <a:xfrm>
              <a:off x="2832315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4" name="pg3834"/>
            <p:cNvSpPr/>
            <p:nvPr/>
          </p:nvSpPr>
          <p:spPr>
            <a:xfrm>
              <a:off x="2843953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5" name="pg3835"/>
            <p:cNvSpPr/>
            <p:nvPr/>
          </p:nvSpPr>
          <p:spPr>
            <a:xfrm>
              <a:off x="2855590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6" name="pg3836"/>
            <p:cNvSpPr/>
            <p:nvPr/>
          </p:nvSpPr>
          <p:spPr>
            <a:xfrm>
              <a:off x="2867227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7" name="pg3837"/>
            <p:cNvSpPr/>
            <p:nvPr/>
          </p:nvSpPr>
          <p:spPr>
            <a:xfrm>
              <a:off x="2878865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8" name="pg3838"/>
            <p:cNvSpPr/>
            <p:nvPr/>
          </p:nvSpPr>
          <p:spPr>
            <a:xfrm>
              <a:off x="2832315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9" name="pg3839"/>
            <p:cNvSpPr/>
            <p:nvPr/>
          </p:nvSpPr>
          <p:spPr>
            <a:xfrm>
              <a:off x="2843953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0" name="pg3840"/>
            <p:cNvSpPr/>
            <p:nvPr/>
          </p:nvSpPr>
          <p:spPr>
            <a:xfrm>
              <a:off x="2855590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1" name="pg3841"/>
            <p:cNvSpPr/>
            <p:nvPr/>
          </p:nvSpPr>
          <p:spPr>
            <a:xfrm>
              <a:off x="2867227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2" name="pg3842"/>
            <p:cNvSpPr/>
            <p:nvPr/>
          </p:nvSpPr>
          <p:spPr>
            <a:xfrm>
              <a:off x="2878865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3" name="pg3843"/>
            <p:cNvSpPr/>
            <p:nvPr/>
          </p:nvSpPr>
          <p:spPr>
            <a:xfrm>
              <a:off x="2832315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4" name="pg3844"/>
            <p:cNvSpPr/>
            <p:nvPr/>
          </p:nvSpPr>
          <p:spPr>
            <a:xfrm>
              <a:off x="2843953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5" name="pg3845"/>
            <p:cNvSpPr/>
            <p:nvPr/>
          </p:nvSpPr>
          <p:spPr>
            <a:xfrm>
              <a:off x="2855590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6" name="pg3846"/>
            <p:cNvSpPr/>
            <p:nvPr/>
          </p:nvSpPr>
          <p:spPr>
            <a:xfrm>
              <a:off x="2867227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7" name="pg3847"/>
            <p:cNvSpPr/>
            <p:nvPr/>
          </p:nvSpPr>
          <p:spPr>
            <a:xfrm>
              <a:off x="2878865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8" name="pg3848"/>
            <p:cNvSpPr/>
            <p:nvPr/>
          </p:nvSpPr>
          <p:spPr>
            <a:xfrm>
              <a:off x="2832315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9" name="pg3849"/>
            <p:cNvSpPr/>
            <p:nvPr/>
          </p:nvSpPr>
          <p:spPr>
            <a:xfrm>
              <a:off x="2843953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0" name="pg3850"/>
            <p:cNvSpPr/>
            <p:nvPr/>
          </p:nvSpPr>
          <p:spPr>
            <a:xfrm>
              <a:off x="2855590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1" name="pg3851"/>
            <p:cNvSpPr/>
            <p:nvPr/>
          </p:nvSpPr>
          <p:spPr>
            <a:xfrm>
              <a:off x="2867227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2" name="pg3852"/>
            <p:cNvSpPr/>
            <p:nvPr/>
          </p:nvSpPr>
          <p:spPr>
            <a:xfrm>
              <a:off x="2832315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3" name="pg3853"/>
            <p:cNvSpPr/>
            <p:nvPr/>
          </p:nvSpPr>
          <p:spPr>
            <a:xfrm>
              <a:off x="2843953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4" name="pg3854"/>
            <p:cNvSpPr/>
            <p:nvPr/>
          </p:nvSpPr>
          <p:spPr>
            <a:xfrm>
              <a:off x="2855590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5" name="pg3855"/>
            <p:cNvSpPr/>
            <p:nvPr/>
          </p:nvSpPr>
          <p:spPr>
            <a:xfrm>
              <a:off x="2867227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6" name="pg3856"/>
            <p:cNvSpPr/>
            <p:nvPr/>
          </p:nvSpPr>
          <p:spPr>
            <a:xfrm>
              <a:off x="2832315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7" name="pg3857"/>
            <p:cNvSpPr/>
            <p:nvPr/>
          </p:nvSpPr>
          <p:spPr>
            <a:xfrm>
              <a:off x="2843953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8" name="pg3858"/>
            <p:cNvSpPr/>
            <p:nvPr/>
          </p:nvSpPr>
          <p:spPr>
            <a:xfrm>
              <a:off x="2855590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9" name="pg3859"/>
            <p:cNvSpPr/>
            <p:nvPr/>
          </p:nvSpPr>
          <p:spPr>
            <a:xfrm>
              <a:off x="2867227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0" name="pg3860"/>
            <p:cNvSpPr/>
            <p:nvPr/>
          </p:nvSpPr>
          <p:spPr>
            <a:xfrm>
              <a:off x="2832315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1" name="pg3861"/>
            <p:cNvSpPr/>
            <p:nvPr/>
          </p:nvSpPr>
          <p:spPr>
            <a:xfrm>
              <a:off x="2843953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2" name="pg3862"/>
            <p:cNvSpPr/>
            <p:nvPr/>
          </p:nvSpPr>
          <p:spPr>
            <a:xfrm>
              <a:off x="2855590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3" name="pg3863"/>
            <p:cNvSpPr/>
            <p:nvPr/>
          </p:nvSpPr>
          <p:spPr>
            <a:xfrm>
              <a:off x="2867227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4" name="pg3864"/>
            <p:cNvSpPr/>
            <p:nvPr/>
          </p:nvSpPr>
          <p:spPr>
            <a:xfrm>
              <a:off x="2832315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5" name="pg3865"/>
            <p:cNvSpPr/>
            <p:nvPr/>
          </p:nvSpPr>
          <p:spPr>
            <a:xfrm>
              <a:off x="2843953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6" name="pg3866"/>
            <p:cNvSpPr/>
            <p:nvPr/>
          </p:nvSpPr>
          <p:spPr>
            <a:xfrm>
              <a:off x="2855590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7" name="pg3867"/>
            <p:cNvSpPr/>
            <p:nvPr/>
          </p:nvSpPr>
          <p:spPr>
            <a:xfrm>
              <a:off x="2399291" y="2540116"/>
              <a:ext cx="3705599" cy="2850404"/>
            </a:xfrm>
            <a:custGeom>
              <a:avLst/>
              <a:gdLst/>
              <a:ahLst/>
              <a:cxnLst/>
              <a:rect l="0" t="0" r="0" b="0"/>
              <a:pathLst>
                <a:path w="3705599" h="2850404">
                  <a:moveTo>
                    <a:pt x="2893187" y="266106"/>
                  </a:moveTo>
                  <a:lnTo>
                    <a:pt x="2917831" y="266068"/>
                  </a:lnTo>
                  <a:lnTo>
                    <a:pt x="2961871" y="266005"/>
                  </a:lnTo>
                  <a:lnTo>
                    <a:pt x="3005910" y="265941"/>
                  </a:lnTo>
                  <a:lnTo>
                    <a:pt x="3049950" y="265884"/>
                  </a:lnTo>
                  <a:lnTo>
                    <a:pt x="3093989" y="265820"/>
                  </a:lnTo>
                  <a:lnTo>
                    <a:pt x="3138033" y="265757"/>
                  </a:lnTo>
                  <a:lnTo>
                    <a:pt x="3182073" y="265693"/>
                  </a:lnTo>
                  <a:lnTo>
                    <a:pt x="3226112" y="265630"/>
                  </a:lnTo>
                  <a:lnTo>
                    <a:pt x="3236535" y="240559"/>
                  </a:lnTo>
                  <a:lnTo>
                    <a:pt x="3246246" y="228887"/>
                  </a:lnTo>
                  <a:lnTo>
                    <a:pt x="3259547" y="232754"/>
                  </a:lnTo>
                  <a:lnTo>
                    <a:pt x="3266632" y="232430"/>
                  </a:lnTo>
                  <a:lnTo>
                    <a:pt x="3274508" y="226410"/>
                  </a:lnTo>
                  <a:lnTo>
                    <a:pt x="3280895" y="222752"/>
                  </a:lnTo>
                  <a:lnTo>
                    <a:pt x="3285102" y="223292"/>
                  </a:lnTo>
                  <a:lnTo>
                    <a:pt x="3288693" y="228804"/>
                  </a:lnTo>
                  <a:lnTo>
                    <a:pt x="3291680" y="232481"/>
                  </a:lnTo>
                  <a:lnTo>
                    <a:pt x="3295168" y="231408"/>
                  </a:lnTo>
                  <a:lnTo>
                    <a:pt x="3298155" y="226207"/>
                  </a:lnTo>
                  <a:lnTo>
                    <a:pt x="3298052" y="218993"/>
                  </a:lnTo>
                  <a:lnTo>
                    <a:pt x="3302140" y="213970"/>
                  </a:lnTo>
                  <a:lnTo>
                    <a:pt x="3306992" y="213201"/>
                  </a:lnTo>
                  <a:lnTo>
                    <a:pt x="3311478" y="213360"/>
                  </a:lnTo>
                  <a:lnTo>
                    <a:pt x="3313715" y="210909"/>
                  </a:lnTo>
                  <a:lnTo>
                    <a:pt x="3313467" y="207391"/>
                  </a:lnTo>
                  <a:lnTo>
                    <a:pt x="3311850" y="201726"/>
                  </a:lnTo>
                  <a:lnTo>
                    <a:pt x="3312398" y="194906"/>
                  </a:lnTo>
                  <a:lnTo>
                    <a:pt x="3323601" y="182859"/>
                  </a:lnTo>
                  <a:lnTo>
                    <a:pt x="3337337" y="174686"/>
                  </a:lnTo>
                  <a:lnTo>
                    <a:pt x="3342153" y="170603"/>
                  </a:lnTo>
                  <a:lnTo>
                    <a:pt x="3343554" y="162322"/>
                  </a:lnTo>
                  <a:lnTo>
                    <a:pt x="3351429" y="153717"/>
                  </a:lnTo>
                  <a:lnTo>
                    <a:pt x="3355367" y="148770"/>
                  </a:lnTo>
                  <a:lnTo>
                    <a:pt x="3356328" y="144471"/>
                  </a:lnTo>
                  <a:lnTo>
                    <a:pt x="3354287" y="139181"/>
                  </a:lnTo>
                  <a:lnTo>
                    <a:pt x="3354494" y="129097"/>
                  </a:lnTo>
                  <a:lnTo>
                    <a:pt x="3357202" y="117050"/>
                  </a:lnTo>
                  <a:lnTo>
                    <a:pt x="3360442" y="103930"/>
                  </a:lnTo>
                  <a:lnTo>
                    <a:pt x="3367703" y="92099"/>
                  </a:lnTo>
                  <a:lnTo>
                    <a:pt x="3379609" y="79195"/>
                  </a:lnTo>
                  <a:lnTo>
                    <a:pt x="3382673" y="62240"/>
                  </a:lnTo>
                  <a:lnTo>
                    <a:pt x="3385903" y="44357"/>
                  </a:lnTo>
                  <a:lnTo>
                    <a:pt x="3400295" y="26932"/>
                  </a:lnTo>
                  <a:lnTo>
                    <a:pt x="3416615" y="7169"/>
                  </a:lnTo>
                  <a:lnTo>
                    <a:pt x="3422535" y="0"/>
                  </a:lnTo>
                  <a:lnTo>
                    <a:pt x="3618932" y="0"/>
                  </a:lnTo>
                  <a:lnTo>
                    <a:pt x="3619257" y="14859"/>
                  </a:lnTo>
                  <a:lnTo>
                    <a:pt x="3619521" y="35130"/>
                  </a:lnTo>
                  <a:lnTo>
                    <a:pt x="3619800" y="56493"/>
                  </a:lnTo>
                  <a:lnTo>
                    <a:pt x="3620001" y="71740"/>
                  </a:lnTo>
                  <a:lnTo>
                    <a:pt x="3620347" y="92677"/>
                  </a:lnTo>
                  <a:lnTo>
                    <a:pt x="3620621" y="109334"/>
                  </a:lnTo>
                  <a:lnTo>
                    <a:pt x="3620988" y="131078"/>
                  </a:lnTo>
                  <a:lnTo>
                    <a:pt x="3621179" y="142699"/>
                  </a:lnTo>
                  <a:lnTo>
                    <a:pt x="3623045" y="146052"/>
                  </a:lnTo>
                  <a:lnTo>
                    <a:pt x="3621924" y="150631"/>
                  </a:lnTo>
                  <a:lnTo>
                    <a:pt x="3621433" y="152923"/>
                  </a:lnTo>
                  <a:lnTo>
                    <a:pt x="3621552" y="154746"/>
                  </a:lnTo>
                  <a:lnTo>
                    <a:pt x="3622296" y="157038"/>
                  </a:lnTo>
                  <a:lnTo>
                    <a:pt x="3622172" y="160245"/>
                  </a:lnTo>
                  <a:lnTo>
                    <a:pt x="3620435" y="163147"/>
                  </a:lnTo>
                  <a:lnTo>
                    <a:pt x="3619567" y="166500"/>
                  </a:lnTo>
                  <a:lnTo>
                    <a:pt x="3619319" y="171993"/>
                  </a:lnTo>
                  <a:lnTo>
                    <a:pt x="3621179" y="175353"/>
                  </a:lnTo>
                  <a:lnTo>
                    <a:pt x="3624285" y="177334"/>
                  </a:lnTo>
                  <a:lnTo>
                    <a:pt x="3626895" y="177334"/>
                  </a:lnTo>
                  <a:lnTo>
                    <a:pt x="3630249" y="179322"/>
                  </a:lnTo>
                  <a:lnTo>
                    <a:pt x="3634595" y="182834"/>
                  </a:lnTo>
                  <a:lnTo>
                    <a:pt x="3641173" y="185882"/>
                  </a:lnTo>
                  <a:lnTo>
                    <a:pt x="3648005" y="186949"/>
                  </a:lnTo>
                  <a:lnTo>
                    <a:pt x="3652723" y="186187"/>
                  </a:lnTo>
                  <a:lnTo>
                    <a:pt x="3658434" y="188174"/>
                  </a:lnTo>
                  <a:lnTo>
                    <a:pt x="3660423" y="193058"/>
                  </a:lnTo>
                  <a:lnTo>
                    <a:pt x="3659307" y="197630"/>
                  </a:lnTo>
                  <a:lnTo>
                    <a:pt x="3656077" y="199770"/>
                  </a:lnTo>
                  <a:lnTo>
                    <a:pt x="3652599" y="201453"/>
                  </a:lnTo>
                  <a:lnTo>
                    <a:pt x="3651979" y="204958"/>
                  </a:lnTo>
                  <a:lnTo>
                    <a:pt x="3653715" y="208623"/>
                  </a:lnTo>
                  <a:lnTo>
                    <a:pt x="3656201" y="211829"/>
                  </a:lnTo>
                  <a:lnTo>
                    <a:pt x="3658935" y="217462"/>
                  </a:lnTo>
                  <a:lnTo>
                    <a:pt x="3657813" y="222346"/>
                  </a:lnTo>
                  <a:lnTo>
                    <a:pt x="3655333" y="226467"/>
                  </a:lnTo>
                  <a:lnTo>
                    <a:pt x="3654212" y="230735"/>
                  </a:lnTo>
                  <a:lnTo>
                    <a:pt x="3656325" y="234405"/>
                  </a:lnTo>
                  <a:lnTo>
                    <a:pt x="3661912" y="239282"/>
                  </a:lnTo>
                  <a:lnTo>
                    <a:pt x="3665389" y="244013"/>
                  </a:lnTo>
                  <a:lnTo>
                    <a:pt x="3670857" y="246611"/>
                  </a:lnTo>
                  <a:lnTo>
                    <a:pt x="3673461" y="244775"/>
                  </a:lnTo>
                  <a:lnTo>
                    <a:pt x="3675575" y="242330"/>
                  </a:lnTo>
                  <a:lnTo>
                    <a:pt x="3677807" y="240501"/>
                  </a:lnTo>
                  <a:lnTo>
                    <a:pt x="3681657" y="241575"/>
                  </a:lnTo>
                  <a:lnTo>
                    <a:pt x="3686127" y="242946"/>
                  </a:lnTo>
                  <a:lnTo>
                    <a:pt x="3691011" y="244578"/>
                  </a:lnTo>
                  <a:lnTo>
                    <a:pt x="3690427" y="248535"/>
                  </a:lnTo>
                  <a:lnTo>
                    <a:pt x="3693404" y="255203"/>
                  </a:lnTo>
                  <a:lnTo>
                    <a:pt x="3695708" y="268024"/>
                  </a:lnTo>
                  <a:lnTo>
                    <a:pt x="3692169" y="273847"/>
                  </a:lnTo>
                  <a:lnTo>
                    <a:pt x="3692928" y="281563"/>
                  </a:lnTo>
                  <a:lnTo>
                    <a:pt x="3702742" y="283811"/>
                  </a:lnTo>
                  <a:lnTo>
                    <a:pt x="3705129" y="286173"/>
                  </a:lnTo>
                  <a:lnTo>
                    <a:pt x="3705599" y="289025"/>
                  </a:lnTo>
                  <a:lnTo>
                    <a:pt x="3683983" y="308806"/>
                  </a:lnTo>
                  <a:lnTo>
                    <a:pt x="3665694" y="306037"/>
                  </a:lnTo>
                  <a:lnTo>
                    <a:pt x="3655772" y="311283"/>
                  </a:lnTo>
                  <a:lnTo>
                    <a:pt x="3645380" y="312813"/>
                  </a:lnTo>
                  <a:lnTo>
                    <a:pt x="3640822" y="321653"/>
                  </a:lnTo>
                  <a:lnTo>
                    <a:pt x="3635117" y="323526"/>
                  </a:lnTo>
                  <a:lnTo>
                    <a:pt x="3627303" y="322993"/>
                  </a:lnTo>
                  <a:lnTo>
                    <a:pt x="3620565" y="320497"/>
                  </a:lnTo>
                  <a:lnTo>
                    <a:pt x="3615423" y="321723"/>
                  </a:lnTo>
                  <a:lnTo>
                    <a:pt x="3608229" y="337675"/>
                  </a:lnTo>
                  <a:lnTo>
                    <a:pt x="3602338" y="336284"/>
                  </a:lnTo>
                  <a:lnTo>
                    <a:pt x="3599992" y="342025"/>
                  </a:lnTo>
                  <a:lnTo>
                    <a:pt x="3596912" y="344534"/>
                  </a:lnTo>
                  <a:lnTo>
                    <a:pt x="3592395" y="346686"/>
                  </a:lnTo>
                  <a:lnTo>
                    <a:pt x="3588473" y="339599"/>
                  </a:lnTo>
                  <a:lnTo>
                    <a:pt x="3585977" y="332862"/>
                  </a:lnTo>
                  <a:lnTo>
                    <a:pt x="3582298" y="331382"/>
                  </a:lnTo>
                  <a:lnTo>
                    <a:pt x="3577409" y="329661"/>
                  </a:lnTo>
                  <a:lnTo>
                    <a:pt x="3572381" y="329718"/>
                  </a:lnTo>
                  <a:lnTo>
                    <a:pt x="3569027" y="330683"/>
                  </a:lnTo>
                  <a:lnTo>
                    <a:pt x="3564867" y="335040"/>
                  </a:lnTo>
                  <a:lnTo>
                    <a:pt x="3558836" y="338780"/>
                  </a:lnTo>
                  <a:lnTo>
                    <a:pt x="3554273" y="335662"/>
                  </a:lnTo>
                  <a:lnTo>
                    <a:pt x="3550702" y="330652"/>
                  </a:lnTo>
                  <a:lnTo>
                    <a:pt x="3547648" y="338710"/>
                  </a:lnTo>
                  <a:lnTo>
                    <a:pt x="3543204" y="347220"/>
                  </a:lnTo>
                  <a:lnTo>
                    <a:pt x="3543943" y="357145"/>
                  </a:lnTo>
                  <a:lnTo>
                    <a:pt x="3542031" y="363032"/>
                  </a:lnTo>
                  <a:lnTo>
                    <a:pt x="3537814" y="361445"/>
                  </a:lnTo>
                  <a:lnTo>
                    <a:pt x="3533618" y="356282"/>
                  </a:lnTo>
                  <a:lnTo>
                    <a:pt x="3521840" y="352154"/>
                  </a:lnTo>
                  <a:lnTo>
                    <a:pt x="3512461" y="352535"/>
                  </a:lnTo>
                  <a:lnTo>
                    <a:pt x="3514368" y="347023"/>
                  </a:lnTo>
                  <a:lnTo>
                    <a:pt x="3523236" y="339110"/>
                  </a:lnTo>
                  <a:lnTo>
                    <a:pt x="3520507" y="337561"/>
                  </a:lnTo>
                  <a:lnTo>
                    <a:pt x="3516156" y="338659"/>
                  </a:lnTo>
                  <a:lnTo>
                    <a:pt x="3514259" y="337561"/>
                  </a:lnTo>
                  <a:lnTo>
                    <a:pt x="3517370" y="330372"/>
                  </a:lnTo>
                  <a:lnTo>
                    <a:pt x="3517670" y="322441"/>
                  </a:lnTo>
                  <a:lnTo>
                    <a:pt x="3513701" y="325216"/>
                  </a:lnTo>
                  <a:lnTo>
                    <a:pt x="3508709" y="333585"/>
                  </a:lnTo>
                  <a:lnTo>
                    <a:pt x="3496632" y="340247"/>
                  </a:lnTo>
                  <a:lnTo>
                    <a:pt x="3497195" y="351398"/>
                  </a:lnTo>
                  <a:lnTo>
                    <a:pt x="3485826" y="374253"/>
                  </a:lnTo>
                  <a:lnTo>
                    <a:pt x="3485320" y="383982"/>
                  </a:lnTo>
                  <a:lnTo>
                    <a:pt x="3478028" y="391749"/>
                  </a:lnTo>
                  <a:lnTo>
                    <a:pt x="3468628" y="398429"/>
                  </a:lnTo>
                  <a:lnTo>
                    <a:pt x="3456091" y="396550"/>
                  </a:lnTo>
                  <a:lnTo>
                    <a:pt x="3446521" y="402354"/>
                  </a:lnTo>
                  <a:lnTo>
                    <a:pt x="3441663" y="409015"/>
                  </a:lnTo>
                  <a:lnTo>
                    <a:pt x="3437441" y="410019"/>
                  </a:lnTo>
                  <a:lnTo>
                    <a:pt x="3435240" y="401535"/>
                  </a:lnTo>
                  <a:lnTo>
                    <a:pt x="3433638" y="398912"/>
                  </a:lnTo>
                  <a:lnTo>
                    <a:pt x="3430113" y="411422"/>
                  </a:lnTo>
                  <a:lnTo>
                    <a:pt x="3426522" y="412197"/>
                  </a:lnTo>
                  <a:lnTo>
                    <a:pt x="3425163" y="403325"/>
                  </a:lnTo>
                  <a:lnTo>
                    <a:pt x="3423457" y="397464"/>
                  </a:lnTo>
                  <a:lnTo>
                    <a:pt x="3418563" y="402519"/>
                  </a:lnTo>
                  <a:lnTo>
                    <a:pt x="3415313" y="415918"/>
                  </a:lnTo>
                  <a:lnTo>
                    <a:pt x="3411907" y="414788"/>
                  </a:lnTo>
                  <a:lnTo>
                    <a:pt x="3410822" y="409803"/>
                  </a:lnTo>
                  <a:lnTo>
                    <a:pt x="3408383" y="408291"/>
                  </a:lnTo>
                  <a:lnTo>
                    <a:pt x="3407546" y="413988"/>
                  </a:lnTo>
                  <a:lnTo>
                    <a:pt x="3408776" y="422002"/>
                  </a:lnTo>
                  <a:lnTo>
                    <a:pt x="3407003" y="426282"/>
                  </a:lnTo>
                  <a:lnTo>
                    <a:pt x="3403618" y="423996"/>
                  </a:lnTo>
                  <a:lnTo>
                    <a:pt x="3400213" y="420141"/>
                  </a:lnTo>
                  <a:lnTo>
                    <a:pt x="3394595" y="423069"/>
                  </a:lnTo>
                  <a:lnTo>
                    <a:pt x="3389438" y="424256"/>
                  </a:lnTo>
                  <a:lnTo>
                    <a:pt x="3389417" y="420332"/>
                  </a:lnTo>
                  <a:lnTo>
                    <a:pt x="3390399" y="415518"/>
                  </a:lnTo>
                  <a:lnTo>
                    <a:pt x="3380121" y="418179"/>
                  </a:lnTo>
                  <a:lnTo>
                    <a:pt x="3367796" y="427057"/>
                  </a:lnTo>
                  <a:lnTo>
                    <a:pt x="3358225" y="439339"/>
                  </a:lnTo>
                  <a:lnTo>
                    <a:pt x="3361543" y="441383"/>
                  </a:lnTo>
                  <a:lnTo>
                    <a:pt x="3365279" y="445295"/>
                  </a:lnTo>
                  <a:lnTo>
                    <a:pt x="3348654" y="464270"/>
                  </a:lnTo>
                  <a:lnTo>
                    <a:pt x="3331611" y="481359"/>
                  </a:lnTo>
                  <a:lnTo>
                    <a:pt x="3318738" y="509244"/>
                  </a:lnTo>
                  <a:lnTo>
                    <a:pt x="3313571" y="512508"/>
                  </a:lnTo>
                  <a:lnTo>
                    <a:pt x="3309132" y="517620"/>
                  </a:lnTo>
                  <a:lnTo>
                    <a:pt x="3304419" y="534455"/>
                  </a:lnTo>
                  <a:lnTo>
                    <a:pt x="3298977" y="549442"/>
                  </a:lnTo>
                  <a:lnTo>
                    <a:pt x="3302021" y="556116"/>
                  </a:lnTo>
                  <a:lnTo>
                    <a:pt x="3304026" y="562981"/>
                  </a:lnTo>
                  <a:lnTo>
                    <a:pt x="3308858" y="569737"/>
                  </a:lnTo>
                  <a:lnTo>
                    <a:pt x="3312966" y="570347"/>
                  </a:lnTo>
                  <a:lnTo>
                    <a:pt x="3317415" y="569128"/>
                  </a:lnTo>
                  <a:lnTo>
                    <a:pt x="3320681" y="569414"/>
                  </a:lnTo>
                  <a:lnTo>
                    <a:pt x="3322780" y="572284"/>
                  </a:lnTo>
                  <a:lnTo>
                    <a:pt x="3321849" y="575726"/>
                  </a:lnTo>
                  <a:lnTo>
                    <a:pt x="3316718" y="576583"/>
                  </a:lnTo>
                  <a:lnTo>
                    <a:pt x="3307147" y="582603"/>
                  </a:lnTo>
                  <a:lnTo>
                    <a:pt x="3298755" y="584915"/>
                  </a:lnTo>
                  <a:lnTo>
                    <a:pt x="3294548" y="592192"/>
                  </a:lnTo>
                  <a:lnTo>
                    <a:pt x="3288244" y="600600"/>
                  </a:lnTo>
                  <a:lnTo>
                    <a:pt x="3275996" y="613720"/>
                  </a:lnTo>
                  <a:lnTo>
                    <a:pt x="3281231" y="617765"/>
                  </a:lnTo>
                  <a:lnTo>
                    <a:pt x="3300150" y="622325"/>
                  </a:lnTo>
                  <a:lnTo>
                    <a:pt x="3308584" y="627018"/>
                  </a:lnTo>
                  <a:lnTo>
                    <a:pt x="3321348" y="651524"/>
                  </a:lnTo>
                  <a:lnTo>
                    <a:pt x="3318433" y="653975"/>
                  </a:lnTo>
                  <a:lnTo>
                    <a:pt x="3317276" y="658465"/>
                  </a:lnTo>
                  <a:lnTo>
                    <a:pt x="3328624" y="664765"/>
                  </a:lnTo>
                  <a:lnTo>
                    <a:pt x="3332247" y="682362"/>
                  </a:lnTo>
                  <a:lnTo>
                    <a:pt x="3341564" y="688350"/>
                  </a:lnTo>
                  <a:lnTo>
                    <a:pt x="3355450" y="692033"/>
                  </a:lnTo>
                  <a:lnTo>
                    <a:pt x="3372431" y="686712"/>
                  </a:lnTo>
                  <a:lnTo>
                    <a:pt x="3386570" y="679390"/>
                  </a:lnTo>
                  <a:lnTo>
                    <a:pt x="3386074" y="673388"/>
                  </a:lnTo>
                  <a:lnTo>
                    <a:pt x="3377191" y="659424"/>
                  </a:lnTo>
                  <a:lnTo>
                    <a:pt x="3375051" y="652864"/>
                  </a:lnTo>
                  <a:lnTo>
                    <a:pt x="3368457" y="648616"/>
                  </a:lnTo>
                  <a:lnTo>
                    <a:pt x="3365951" y="652216"/>
                  </a:lnTo>
                  <a:lnTo>
                    <a:pt x="3361687" y="647542"/>
                  </a:lnTo>
                  <a:lnTo>
                    <a:pt x="3361207" y="644920"/>
                  </a:lnTo>
                  <a:lnTo>
                    <a:pt x="3365181" y="643643"/>
                  </a:lnTo>
                  <a:lnTo>
                    <a:pt x="3369801" y="644151"/>
                  </a:lnTo>
                  <a:lnTo>
                    <a:pt x="3375191" y="646596"/>
                  </a:lnTo>
                  <a:lnTo>
                    <a:pt x="3389061" y="661818"/>
                  </a:lnTo>
                  <a:lnTo>
                    <a:pt x="3392900" y="681771"/>
                  </a:lnTo>
                  <a:lnTo>
                    <a:pt x="3393722" y="694440"/>
                  </a:lnTo>
                  <a:lnTo>
                    <a:pt x="3392156" y="698771"/>
                  </a:lnTo>
                  <a:lnTo>
                    <a:pt x="3388120" y="697882"/>
                  </a:lnTo>
                  <a:lnTo>
                    <a:pt x="3380420" y="698746"/>
                  </a:lnTo>
                  <a:lnTo>
                    <a:pt x="3343890" y="705306"/>
                  </a:lnTo>
                  <a:lnTo>
                    <a:pt x="3335776" y="711084"/>
                  </a:lnTo>
                  <a:lnTo>
                    <a:pt x="3317173" y="717359"/>
                  </a:lnTo>
                  <a:lnTo>
                    <a:pt x="3316015" y="714228"/>
                  </a:lnTo>
                  <a:lnTo>
                    <a:pt x="3317359" y="707750"/>
                  </a:lnTo>
                  <a:lnTo>
                    <a:pt x="3316186" y="694484"/>
                  </a:lnTo>
                  <a:lnTo>
                    <a:pt x="3312516" y="693868"/>
                  </a:lnTo>
                  <a:lnTo>
                    <a:pt x="3283613" y="715498"/>
                  </a:lnTo>
                  <a:lnTo>
                    <a:pt x="3272441" y="716857"/>
                  </a:lnTo>
                  <a:lnTo>
                    <a:pt x="3263046" y="723188"/>
                  </a:lnTo>
                  <a:lnTo>
                    <a:pt x="3260943" y="719676"/>
                  </a:lnTo>
                  <a:lnTo>
                    <a:pt x="3259263" y="703458"/>
                  </a:lnTo>
                  <a:lnTo>
                    <a:pt x="3265144" y="689855"/>
                  </a:lnTo>
                  <a:lnTo>
                    <a:pt x="3262012" y="690071"/>
                  </a:lnTo>
                  <a:lnTo>
                    <a:pt x="3252194" y="698238"/>
                  </a:lnTo>
                  <a:lnTo>
                    <a:pt x="3247997" y="693214"/>
                  </a:lnTo>
                  <a:lnTo>
                    <a:pt x="3245894" y="687702"/>
                  </a:lnTo>
                  <a:lnTo>
                    <a:pt x="3242871" y="684584"/>
                  </a:lnTo>
                  <a:lnTo>
                    <a:pt x="3239595" y="683403"/>
                  </a:lnTo>
                  <a:lnTo>
                    <a:pt x="3242396" y="695443"/>
                  </a:lnTo>
                  <a:lnTo>
                    <a:pt x="3235740" y="704474"/>
                  </a:lnTo>
                  <a:lnTo>
                    <a:pt x="3233915" y="727830"/>
                  </a:lnTo>
                  <a:lnTo>
                    <a:pt x="3225549" y="737553"/>
                  </a:lnTo>
                  <a:lnTo>
                    <a:pt x="3199467" y="743802"/>
                  </a:lnTo>
                  <a:lnTo>
                    <a:pt x="3182465" y="742481"/>
                  </a:lnTo>
                  <a:lnTo>
                    <a:pt x="3167231" y="744424"/>
                  </a:lnTo>
                  <a:lnTo>
                    <a:pt x="3146974" y="748907"/>
                  </a:lnTo>
                  <a:lnTo>
                    <a:pt x="3135780" y="746240"/>
                  </a:lnTo>
                  <a:lnTo>
                    <a:pt x="3124313" y="750971"/>
                  </a:lnTo>
                  <a:lnTo>
                    <a:pt x="3085390" y="752260"/>
                  </a:lnTo>
                  <a:lnTo>
                    <a:pt x="3077183" y="749752"/>
                  </a:lnTo>
                  <a:lnTo>
                    <a:pt x="3066703" y="758687"/>
                  </a:lnTo>
                  <a:lnTo>
                    <a:pt x="3049924" y="763970"/>
                  </a:lnTo>
                  <a:lnTo>
                    <a:pt x="3007512" y="783993"/>
                  </a:lnTo>
                  <a:lnTo>
                    <a:pt x="2998159" y="791277"/>
                  </a:lnTo>
                  <a:lnTo>
                    <a:pt x="2986769" y="802651"/>
                  </a:lnTo>
                  <a:lnTo>
                    <a:pt x="2979121" y="808766"/>
                  </a:lnTo>
                  <a:lnTo>
                    <a:pt x="2972832" y="810754"/>
                  </a:lnTo>
                  <a:lnTo>
                    <a:pt x="2968966" y="815847"/>
                  </a:lnTo>
                  <a:lnTo>
                    <a:pt x="2964744" y="819174"/>
                  </a:lnTo>
                  <a:lnTo>
                    <a:pt x="2968821" y="807807"/>
                  </a:lnTo>
                  <a:lnTo>
                    <a:pt x="2973250" y="798224"/>
                  </a:lnTo>
                  <a:lnTo>
                    <a:pt x="2976930" y="779662"/>
                  </a:lnTo>
                  <a:lnTo>
                    <a:pt x="2975844" y="764650"/>
                  </a:lnTo>
                  <a:lnTo>
                    <a:pt x="2971281" y="758477"/>
                  </a:lnTo>
                  <a:lnTo>
                    <a:pt x="2966563" y="754362"/>
                  </a:lnTo>
                  <a:lnTo>
                    <a:pt x="2972093" y="769178"/>
                  </a:lnTo>
                  <a:lnTo>
                    <a:pt x="2972987" y="787346"/>
                  </a:lnTo>
                  <a:lnTo>
                    <a:pt x="2971085" y="797989"/>
                  </a:lnTo>
                  <a:lnTo>
                    <a:pt x="2960682" y="818520"/>
                  </a:lnTo>
                  <a:lnTo>
                    <a:pt x="2956253" y="823302"/>
                  </a:lnTo>
                  <a:lnTo>
                    <a:pt x="2951075" y="827506"/>
                  </a:lnTo>
                  <a:lnTo>
                    <a:pt x="2947174" y="829335"/>
                  </a:lnTo>
                  <a:lnTo>
                    <a:pt x="2943572" y="832618"/>
                  </a:lnTo>
                  <a:lnTo>
                    <a:pt x="2939386" y="837819"/>
                  </a:lnTo>
                  <a:lnTo>
                    <a:pt x="2935417" y="848145"/>
                  </a:lnTo>
                  <a:lnTo>
                    <a:pt x="2937820" y="857556"/>
                  </a:lnTo>
                  <a:lnTo>
                    <a:pt x="2958104" y="860992"/>
                  </a:lnTo>
                  <a:lnTo>
                    <a:pt x="2963545" y="858090"/>
                  </a:lnTo>
                  <a:lnTo>
                    <a:pt x="2966315" y="864827"/>
                  </a:lnTo>
                  <a:lnTo>
                    <a:pt x="2967865" y="874188"/>
                  </a:lnTo>
                  <a:lnTo>
                    <a:pt x="2966346" y="884310"/>
                  </a:lnTo>
                  <a:lnTo>
                    <a:pt x="2962956" y="894611"/>
                  </a:lnTo>
                  <a:lnTo>
                    <a:pt x="2960382" y="907400"/>
                  </a:lnTo>
                  <a:lnTo>
                    <a:pt x="2958202" y="926902"/>
                  </a:lnTo>
                  <a:lnTo>
                    <a:pt x="2954920" y="944449"/>
                  </a:lnTo>
                  <a:lnTo>
                    <a:pt x="2954491" y="939121"/>
                  </a:lnTo>
                  <a:lnTo>
                    <a:pt x="2956543" y="917790"/>
                  </a:lnTo>
                  <a:lnTo>
                    <a:pt x="2953220" y="920019"/>
                  </a:lnTo>
                  <a:lnTo>
                    <a:pt x="2950931" y="924940"/>
                  </a:lnTo>
                  <a:lnTo>
                    <a:pt x="2944740" y="952450"/>
                  </a:lnTo>
                  <a:lnTo>
                    <a:pt x="2936229" y="967113"/>
                  </a:lnTo>
                  <a:lnTo>
                    <a:pt x="2928389" y="977255"/>
                  </a:lnTo>
                  <a:lnTo>
                    <a:pt x="2920302" y="975578"/>
                  </a:lnTo>
                  <a:lnTo>
                    <a:pt x="2922121" y="983637"/>
                  </a:lnTo>
                  <a:lnTo>
                    <a:pt x="2919899" y="987834"/>
                  </a:lnTo>
                  <a:lnTo>
                    <a:pt x="2917997" y="996592"/>
                  </a:lnTo>
                  <a:lnTo>
                    <a:pt x="2913175" y="1002396"/>
                  </a:lnTo>
                  <a:lnTo>
                    <a:pt x="2908643" y="1001837"/>
                  </a:lnTo>
                  <a:lnTo>
                    <a:pt x="2902132" y="1005838"/>
                  </a:lnTo>
                  <a:lnTo>
                    <a:pt x="2899564" y="1008899"/>
                  </a:lnTo>
                  <a:lnTo>
                    <a:pt x="2899372" y="1014760"/>
                  </a:lnTo>
                  <a:lnTo>
                    <a:pt x="2895016" y="1019917"/>
                  </a:lnTo>
                  <a:lnTo>
                    <a:pt x="2879296" y="1046703"/>
                  </a:lnTo>
                  <a:lnTo>
                    <a:pt x="2865648" y="1054609"/>
                  </a:lnTo>
                  <a:lnTo>
                    <a:pt x="2862382" y="1053459"/>
                  </a:lnTo>
                  <a:lnTo>
                    <a:pt x="2865978" y="1040816"/>
                  </a:lnTo>
                  <a:lnTo>
                    <a:pt x="2868443" y="1028032"/>
                  </a:lnTo>
                  <a:lnTo>
                    <a:pt x="2860160" y="1022469"/>
                  </a:lnTo>
                  <a:lnTo>
                    <a:pt x="2852232" y="1019529"/>
                  </a:lnTo>
                  <a:lnTo>
                    <a:pt x="2843137" y="1019917"/>
                  </a:lnTo>
                  <a:lnTo>
                    <a:pt x="2833091" y="1009978"/>
                  </a:lnTo>
                  <a:lnTo>
                    <a:pt x="2820141" y="1002751"/>
                  </a:lnTo>
                  <a:lnTo>
                    <a:pt x="2802064" y="983199"/>
                  </a:lnTo>
                  <a:lnTo>
                    <a:pt x="2802591" y="977775"/>
                  </a:lnTo>
                  <a:lnTo>
                    <a:pt x="2802136" y="968675"/>
                  </a:lnTo>
                  <a:lnTo>
                    <a:pt x="2807630" y="954298"/>
                  </a:lnTo>
                  <a:lnTo>
                    <a:pt x="2812896" y="944245"/>
                  </a:lnTo>
                  <a:lnTo>
                    <a:pt x="2820167" y="939038"/>
                  </a:lnTo>
                  <a:lnTo>
                    <a:pt x="2841266" y="933735"/>
                  </a:lnTo>
                  <a:lnTo>
                    <a:pt x="2846558" y="925759"/>
                  </a:lnTo>
                  <a:lnTo>
                    <a:pt x="2849695" y="919041"/>
                  </a:lnTo>
                  <a:lnTo>
                    <a:pt x="2839241" y="930579"/>
                  </a:lnTo>
                  <a:lnTo>
                    <a:pt x="2823582" y="934491"/>
                  </a:lnTo>
                  <a:lnTo>
                    <a:pt x="2815144" y="938797"/>
                  </a:lnTo>
                  <a:lnTo>
                    <a:pt x="2808395" y="945382"/>
                  </a:lnTo>
                  <a:lnTo>
                    <a:pt x="2804400" y="953650"/>
                  </a:lnTo>
                  <a:lnTo>
                    <a:pt x="2795356" y="963614"/>
                  </a:lnTo>
                  <a:lnTo>
                    <a:pt x="2795992" y="970288"/>
                  </a:lnTo>
                  <a:lnTo>
                    <a:pt x="2797506" y="975032"/>
                  </a:lnTo>
                  <a:lnTo>
                    <a:pt x="2796808" y="984920"/>
                  </a:lnTo>
                  <a:lnTo>
                    <a:pt x="2802529" y="994559"/>
                  </a:lnTo>
                  <a:lnTo>
                    <a:pt x="2813872" y="1010353"/>
                  </a:lnTo>
                  <a:lnTo>
                    <a:pt x="2816038" y="1034884"/>
                  </a:lnTo>
                  <a:lnTo>
                    <a:pt x="2824694" y="1051300"/>
                  </a:lnTo>
                  <a:lnTo>
                    <a:pt x="2837959" y="1070440"/>
                  </a:lnTo>
                  <a:lnTo>
                    <a:pt x="2848160" y="1075883"/>
                  </a:lnTo>
                  <a:lnTo>
                    <a:pt x="2848656" y="1083001"/>
                  </a:lnTo>
                  <a:lnTo>
                    <a:pt x="2843948" y="1094756"/>
                  </a:lnTo>
                  <a:lnTo>
                    <a:pt x="2837742" y="1100128"/>
                  </a:lnTo>
                  <a:lnTo>
                    <a:pt x="2845814" y="1099055"/>
                  </a:lnTo>
                  <a:lnTo>
                    <a:pt x="2849835" y="1101741"/>
                  </a:lnTo>
                  <a:lnTo>
                    <a:pt x="2853746" y="1111546"/>
                  </a:lnTo>
                  <a:lnTo>
                    <a:pt x="2853442" y="1121555"/>
                  </a:lnTo>
                  <a:lnTo>
                    <a:pt x="2852119" y="1127194"/>
                  </a:lnTo>
                  <a:lnTo>
                    <a:pt x="2849674" y="1129442"/>
                  </a:lnTo>
                  <a:lnTo>
                    <a:pt x="2849778" y="1123682"/>
                  </a:lnTo>
                  <a:lnTo>
                    <a:pt x="2848046" y="1121682"/>
                  </a:lnTo>
                  <a:lnTo>
                    <a:pt x="2845189" y="1124177"/>
                  </a:lnTo>
                  <a:lnTo>
                    <a:pt x="2843339" y="1127022"/>
                  </a:lnTo>
                  <a:lnTo>
                    <a:pt x="2842569" y="1138231"/>
                  </a:lnTo>
                  <a:lnTo>
                    <a:pt x="2840610" y="1143832"/>
                  </a:lnTo>
                  <a:lnTo>
                    <a:pt x="2833685" y="1145496"/>
                  </a:lnTo>
                  <a:lnTo>
                    <a:pt x="2826662" y="1160203"/>
                  </a:lnTo>
                  <a:lnTo>
                    <a:pt x="2820130" y="1168547"/>
                  </a:lnTo>
                  <a:lnTo>
                    <a:pt x="2794426" y="1224971"/>
                  </a:lnTo>
                  <a:lnTo>
                    <a:pt x="2795408" y="1234401"/>
                  </a:lnTo>
                  <a:lnTo>
                    <a:pt x="2790705" y="1237436"/>
                  </a:lnTo>
                  <a:lnTo>
                    <a:pt x="2783584" y="1239907"/>
                  </a:lnTo>
                  <a:lnTo>
                    <a:pt x="2776380" y="1245546"/>
                  </a:lnTo>
                  <a:lnTo>
                    <a:pt x="2771600" y="1251763"/>
                  </a:lnTo>
                  <a:lnTo>
                    <a:pt x="2767161" y="1268484"/>
                  </a:lnTo>
                  <a:lnTo>
                    <a:pt x="2758655" y="1287306"/>
                  </a:lnTo>
                  <a:lnTo>
                    <a:pt x="2753348" y="1279463"/>
                  </a:lnTo>
                  <a:lnTo>
                    <a:pt x="2751989" y="1272751"/>
                  </a:lnTo>
                  <a:lnTo>
                    <a:pt x="2754350" y="1255243"/>
                  </a:lnTo>
                  <a:lnTo>
                    <a:pt x="2763549" y="1226539"/>
                  </a:lnTo>
                  <a:lnTo>
                    <a:pt x="2773683" y="1208695"/>
                  </a:lnTo>
                  <a:lnTo>
                    <a:pt x="2781414" y="1200236"/>
                  </a:lnTo>
                  <a:lnTo>
                    <a:pt x="2787770" y="1182995"/>
                  </a:lnTo>
                  <a:lnTo>
                    <a:pt x="2779739" y="1180423"/>
                  </a:lnTo>
                  <a:lnTo>
                    <a:pt x="2767497" y="1180702"/>
                  </a:lnTo>
                  <a:lnTo>
                    <a:pt x="2769802" y="1172745"/>
                  </a:lnTo>
                  <a:lnTo>
                    <a:pt x="2773373" y="1165734"/>
                  </a:lnTo>
                  <a:lnTo>
                    <a:pt x="2766991" y="1158749"/>
                  </a:lnTo>
                  <a:lnTo>
                    <a:pt x="2763213" y="1157860"/>
                  </a:lnTo>
                  <a:lnTo>
                    <a:pt x="2759322" y="1154996"/>
                  </a:lnTo>
                  <a:lnTo>
                    <a:pt x="2763885" y="1149179"/>
                  </a:lnTo>
                  <a:lnTo>
                    <a:pt x="2766112" y="1143032"/>
                  </a:lnTo>
                  <a:lnTo>
                    <a:pt x="2764753" y="1135551"/>
                  </a:lnTo>
                  <a:lnTo>
                    <a:pt x="2766665" y="1129918"/>
                  </a:lnTo>
                  <a:lnTo>
                    <a:pt x="2763477" y="1130769"/>
                  </a:lnTo>
                  <a:lnTo>
                    <a:pt x="2758350" y="1136732"/>
                  </a:lnTo>
                  <a:lnTo>
                    <a:pt x="2755162" y="1139113"/>
                  </a:lnTo>
                  <a:lnTo>
                    <a:pt x="2753219" y="1133836"/>
                  </a:lnTo>
                  <a:lnTo>
                    <a:pt x="2751002" y="1135030"/>
                  </a:lnTo>
                  <a:lnTo>
                    <a:pt x="2749560" y="1138656"/>
                  </a:lnTo>
                  <a:lnTo>
                    <a:pt x="2746289" y="1140650"/>
                  </a:lnTo>
                  <a:lnTo>
                    <a:pt x="2739380" y="1135691"/>
                  </a:lnTo>
                  <a:lnTo>
                    <a:pt x="2729308" y="1130013"/>
                  </a:lnTo>
                  <a:lnTo>
                    <a:pt x="2723701" y="1120246"/>
                  </a:lnTo>
                  <a:lnTo>
                    <a:pt x="2720502" y="1112677"/>
                  </a:lnTo>
                  <a:lnTo>
                    <a:pt x="2723752" y="1098979"/>
                  </a:lnTo>
                  <a:lnTo>
                    <a:pt x="2730713" y="1096547"/>
                  </a:lnTo>
                  <a:lnTo>
                    <a:pt x="2739757" y="1098769"/>
                  </a:lnTo>
                  <a:lnTo>
                    <a:pt x="2751612" y="1098750"/>
                  </a:lnTo>
                  <a:lnTo>
                    <a:pt x="2749917" y="1095708"/>
                  </a:lnTo>
                  <a:lnTo>
                    <a:pt x="2745684" y="1096210"/>
                  </a:lnTo>
                  <a:lnTo>
                    <a:pt x="2733189" y="1085097"/>
                  </a:lnTo>
                  <a:lnTo>
                    <a:pt x="2729168" y="1078385"/>
                  </a:lnTo>
                  <a:lnTo>
                    <a:pt x="2722254" y="1076543"/>
                  </a:lnTo>
                  <a:lnTo>
                    <a:pt x="2719101" y="1082995"/>
                  </a:lnTo>
                  <a:lnTo>
                    <a:pt x="2715603" y="1084710"/>
                  </a:lnTo>
                  <a:lnTo>
                    <a:pt x="2719923" y="1070593"/>
                  </a:lnTo>
                  <a:lnTo>
                    <a:pt x="2725571" y="1070015"/>
                  </a:lnTo>
                  <a:lnTo>
                    <a:pt x="2733912" y="1066103"/>
                  </a:lnTo>
                  <a:lnTo>
                    <a:pt x="2731488" y="1057930"/>
                  </a:lnTo>
                  <a:lnTo>
                    <a:pt x="2726223" y="1054355"/>
                  </a:lnTo>
                  <a:lnTo>
                    <a:pt x="2716714" y="1058838"/>
                  </a:lnTo>
                  <a:lnTo>
                    <a:pt x="2716828" y="1053091"/>
                  </a:lnTo>
                  <a:lnTo>
                    <a:pt x="2718610" y="1045731"/>
                  </a:lnTo>
                  <a:lnTo>
                    <a:pt x="2725778" y="1045756"/>
                  </a:lnTo>
                  <a:lnTo>
                    <a:pt x="2732057" y="1048157"/>
                  </a:lnTo>
                  <a:lnTo>
                    <a:pt x="2737400" y="1036269"/>
                  </a:lnTo>
                  <a:lnTo>
                    <a:pt x="2737638" y="1030960"/>
                  </a:lnTo>
                  <a:lnTo>
                    <a:pt x="2728760" y="1038676"/>
                  </a:lnTo>
                  <a:lnTo>
                    <a:pt x="2726765" y="1022031"/>
                  </a:lnTo>
                  <a:lnTo>
                    <a:pt x="2735504" y="1005977"/>
                  </a:lnTo>
                  <a:lnTo>
                    <a:pt x="2743839" y="998979"/>
                  </a:lnTo>
                  <a:lnTo>
                    <a:pt x="2754252" y="999183"/>
                  </a:lnTo>
                  <a:lnTo>
                    <a:pt x="2764836" y="998052"/>
                  </a:lnTo>
                  <a:lnTo>
                    <a:pt x="2758195" y="995112"/>
                  </a:lnTo>
                  <a:lnTo>
                    <a:pt x="2751379" y="993518"/>
                  </a:lnTo>
                  <a:lnTo>
                    <a:pt x="2756500" y="987174"/>
                  </a:lnTo>
                  <a:lnTo>
                    <a:pt x="2760867" y="986037"/>
                  </a:lnTo>
                  <a:lnTo>
                    <a:pt x="2765156" y="980506"/>
                  </a:lnTo>
                  <a:lnTo>
                    <a:pt x="2754841" y="981325"/>
                  </a:lnTo>
                  <a:lnTo>
                    <a:pt x="2756056" y="970860"/>
                  </a:lnTo>
                  <a:lnTo>
                    <a:pt x="2751043" y="972987"/>
                  </a:lnTo>
                  <a:lnTo>
                    <a:pt x="2745043" y="973971"/>
                  </a:lnTo>
                  <a:lnTo>
                    <a:pt x="2742708" y="978410"/>
                  </a:lnTo>
                  <a:lnTo>
                    <a:pt x="2743168" y="985783"/>
                  </a:lnTo>
                  <a:lnTo>
                    <a:pt x="2741416" y="990622"/>
                  </a:lnTo>
                  <a:lnTo>
                    <a:pt x="2736749" y="994509"/>
                  </a:lnTo>
                  <a:lnTo>
                    <a:pt x="2728868" y="997538"/>
                  </a:lnTo>
                  <a:lnTo>
                    <a:pt x="2728104" y="992286"/>
                  </a:lnTo>
                  <a:lnTo>
                    <a:pt x="2725499" y="989905"/>
                  </a:lnTo>
                  <a:lnTo>
                    <a:pt x="2724528" y="1001151"/>
                  </a:lnTo>
                  <a:lnTo>
                    <a:pt x="2722460" y="1004974"/>
                  </a:lnTo>
                  <a:lnTo>
                    <a:pt x="2716698" y="994420"/>
                  </a:lnTo>
                  <a:lnTo>
                    <a:pt x="2714967" y="996547"/>
                  </a:lnTo>
                  <a:lnTo>
                    <a:pt x="2715189" y="999545"/>
                  </a:lnTo>
                  <a:lnTo>
                    <a:pt x="2713717" y="1004726"/>
                  </a:lnTo>
                  <a:lnTo>
                    <a:pt x="2708776" y="1007425"/>
                  </a:lnTo>
                  <a:lnTo>
                    <a:pt x="2709081" y="1014068"/>
                  </a:lnTo>
                  <a:lnTo>
                    <a:pt x="2707164" y="1017688"/>
                  </a:lnTo>
                  <a:lnTo>
                    <a:pt x="2691340" y="1011921"/>
                  </a:lnTo>
                  <a:lnTo>
                    <a:pt x="2690968" y="1013877"/>
                  </a:lnTo>
                  <a:lnTo>
                    <a:pt x="2699919" y="1026311"/>
                  </a:lnTo>
                  <a:lnTo>
                    <a:pt x="2706456" y="1030560"/>
                  </a:lnTo>
                  <a:lnTo>
                    <a:pt x="2707252" y="1037342"/>
                  </a:lnTo>
                  <a:lnTo>
                    <a:pt x="2701640" y="1042968"/>
                  </a:lnTo>
                  <a:lnTo>
                    <a:pt x="2693898" y="1038110"/>
                  </a:lnTo>
                  <a:lnTo>
                    <a:pt x="2692596" y="1038466"/>
                  </a:lnTo>
                  <a:lnTo>
                    <a:pt x="2696803" y="1046798"/>
                  </a:lnTo>
                  <a:lnTo>
                    <a:pt x="2699454" y="1054075"/>
                  </a:lnTo>
                  <a:lnTo>
                    <a:pt x="2696725" y="1060172"/>
                  </a:lnTo>
                  <a:lnTo>
                    <a:pt x="2697149" y="1067678"/>
                  </a:lnTo>
                  <a:lnTo>
                    <a:pt x="2696560" y="1074485"/>
                  </a:lnTo>
                  <a:lnTo>
                    <a:pt x="2694891" y="1080423"/>
                  </a:lnTo>
                  <a:lnTo>
                    <a:pt x="2698653" y="1107793"/>
                  </a:lnTo>
                  <a:lnTo>
                    <a:pt x="2703185" y="1115236"/>
                  </a:lnTo>
                  <a:lnTo>
                    <a:pt x="2707639" y="1122355"/>
                  </a:lnTo>
                  <a:lnTo>
                    <a:pt x="2710001" y="1129016"/>
                  </a:lnTo>
                  <a:lnTo>
                    <a:pt x="2705273" y="1129988"/>
                  </a:lnTo>
                  <a:lnTo>
                    <a:pt x="2697743" y="1124507"/>
                  </a:lnTo>
                  <a:lnTo>
                    <a:pt x="2691129" y="1120329"/>
                  </a:lnTo>
                  <a:lnTo>
                    <a:pt x="2683248" y="1106968"/>
                  </a:lnTo>
                  <a:lnTo>
                    <a:pt x="2681945" y="1101633"/>
                  </a:lnTo>
                  <a:lnTo>
                    <a:pt x="2680023" y="1097417"/>
                  </a:lnTo>
                  <a:lnTo>
                    <a:pt x="2680953" y="1107101"/>
                  </a:lnTo>
                  <a:lnTo>
                    <a:pt x="2683765" y="1117916"/>
                  </a:lnTo>
                  <a:lnTo>
                    <a:pt x="2708446" y="1142117"/>
                  </a:lnTo>
                  <a:lnTo>
                    <a:pt x="2713003" y="1151401"/>
                  </a:lnTo>
                  <a:lnTo>
                    <a:pt x="2716476" y="1158698"/>
                  </a:lnTo>
                  <a:lnTo>
                    <a:pt x="2715603" y="1165690"/>
                  </a:lnTo>
                  <a:lnTo>
                    <a:pt x="2709169" y="1160743"/>
                  </a:lnTo>
                  <a:lnTo>
                    <a:pt x="2703619" y="1154437"/>
                  </a:lnTo>
                  <a:lnTo>
                    <a:pt x="2688886" y="1147312"/>
                  </a:lnTo>
                  <a:lnTo>
                    <a:pt x="2670308" y="1142809"/>
                  </a:lnTo>
                  <a:lnTo>
                    <a:pt x="2659833" y="1126247"/>
                  </a:lnTo>
                  <a:lnTo>
                    <a:pt x="2659869" y="1133157"/>
                  </a:lnTo>
                  <a:lnTo>
                    <a:pt x="2657543" y="1139018"/>
                  </a:lnTo>
                  <a:lnTo>
                    <a:pt x="2651141" y="1131874"/>
                  </a:lnTo>
                  <a:lnTo>
                    <a:pt x="2647105" y="1125778"/>
                  </a:lnTo>
                  <a:lnTo>
                    <a:pt x="2645751" y="1119097"/>
                  </a:lnTo>
                  <a:lnTo>
                    <a:pt x="2637756" y="1119554"/>
                  </a:lnTo>
                  <a:lnTo>
                    <a:pt x="2629374" y="1125358"/>
                  </a:lnTo>
                  <a:lnTo>
                    <a:pt x="2621266" y="1123980"/>
                  </a:lnTo>
                  <a:lnTo>
                    <a:pt x="2620305" y="1112651"/>
                  </a:lnTo>
                  <a:lnTo>
                    <a:pt x="2622496" y="1106650"/>
                  </a:lnTo>
                  <a:lnTo>
                    <a:pt x="2631596" y="1092457"/>
                  </a:lnTo>
                  <a:lnTo>
                    <a:pt x="2640170" y="1085211"/>
                  </a:lnTo>
                  <a:lnTo>
                    <a:pt x="2643952" y="1075857"/>
                  </a:lnTo>
                  <a:lnTo>
                    <a:pt x="2642660" y="1061353"/>
                  </a:lnTo>
                  <a:lnTo>
                    <a:pt x="2641048" y="1076111"/>
                  </a:lnTo>
                  <a:lnTo>
                    <a:pt x="2636149" y="1083427"/>
                  </a:lnTo>
                  <a:lnTo>
                    <a:pt x="2628449" y="1089015"/>
                  </a:lnTo>
                  <a:lnTo>
                    <a:pt x="2618315" y="1098973"/>
                  </a:lnTo>
                  <a:lnTo>
                    <a:pt x="2615840" y="1108181"/>
                  </a:lnTo>
                  <a:lnTo>
                    <a:pt x="2612677" y="1125422"/>
                  </a:lnTo>
                  <a:lnTo>
                    <a:pt x="2616956" y="1131258"/>
                  </a:lnTo>
                  <a:lnTo>
                    <a:pt x="2621328" y="1132782"/>
                  </a:lnTo>
                  <a:lnTo>
                    <a:pt x="2634242" y="1128870"/>
                  </a:lnTo>
                  <a:lnTo>
                    <a:pt x="2640924" y="1130617"/>
                  </a:lnTo>
                  <a:lnTo>
                    <a:pt x="2655786" y="1151376"/>
                  </a:lnTo>
                  <a:lnTo>
                    <a:pt x="2683460" y="1159587"/>
                  </a:lnTo>
                  <a:lnTo>
                    <a:pt x="2693552" y="1164718"/>
                  </a:lnTo>
                  <a:lnTo>
                    <a:pt x="2701779" y="1175552"/>
                  </a:lnTo>
                  <a:lnTo>
                    <a:pt x="2714146" y="1181788"/>
                  </a:lnTo>
                  <a:lnTo>
                    <a:pt x="2723742" y="1190850"/>
                  </a:lnTo>
                  <a:lnTo>
                    <a:pt x="2724000" y="1196762"/>
                  </a:lnTo>
                  <a:lnTo>
                    <a:pt x="2720678" y="1203754"/>
                  </a:lnTo>
                  <a:lnTo>
                    <a:pt x="2719365" y="1213216"/>
                  </a:lnTo>
                  <a:lnTo>
                    <a:pt x="2715288" y="1219185"/>
                  </a:lnTo>
                  <a:lnTo>
                    <a:pt x="2705500" y="1219871"/>
                  </a:lnTo>
                  <a:lnTo>
                    <a:pt x="2699588" y="1218334"/>
                  </a:lnTo>
                  <a:lnTo>
                    <a:pt x="2667807" y="1185071"/>
                  </a:lnTo>
                  <a:lnTo>
                    <a:pt x="2664013" y="1182010"/>
                  </a:lnTo>
                  <a:lnTo>
                    <a:pt x="2652226" y="1164591"/>
                  </a:lnTo>
                  <a:lnTo>
                    <a:pt x="2638397" y="1155262"/>
                  </a:lnTo>
                  <a:lnTo>
                    <a:pt x="2634118" y="1155459"/>
                  </a:lnTo>
                  <a:lnTo>
                    <a:pt x="2653802" y="1172713"/>
                  </a:lnTo>
                  <a:lnTo>
                    <a:pt x="2661838" y="1184779"/>
                  </a:lnTo>
                  <a:lnTo>
                    <a:pt x="2675992" y="1201696"/>
                  </a:lnTo>
                  <a:lnTo>
                    <a:pt x="2686111" y="1208860"/>
                  </a:lnTo>
                  <a:lnTo>
                    <a:pt x="2693557" y="1220036"/>
                  </a:lnTo>
                  <a:lnTo>
                    <a:pt x="2700477" y="1225275"/>
                  </a:lnTo>
                  <a:lnTo>
                    <a:pt x="2719370" y="1232737"/>
                  </a:lnTo>
                  <a:lnTo>
                    <a:pt x="2712802" y="1238097"/>
                  </a:lnTo>
                  <a:lnTo>
                    <a:pt x="2723287" y="1242663"/>
                  </a:lnTo>
                  <a:lnTo>
                    <a:pt x="2724786" y="1251058"/>
                  </a:lnTo>
                  <a:lnTo>
                    <a:pt x="2723825" y="1260628"/>
                  </a:lnTo>
                  <a:lnTo>
                    <a:pt x="2709272" y="1256843"/>
                  </a:lnTo>
                  <a:lnTo>
                    <a:pt x="2708797" y="1263892"/>
                  </a:lnTo>
                  <a:lnTo>
                    <a:pt x="2710099" y="1268052"/>
                  </a:lnTo>
                  <a:lnTo>
                    <a:pt x="2703671" y="1271487"/>
                  </a:lnTo>
                  <a:lnTo>
                    <a:pt x="2694730" y="1266826"/>
                  </a:lnTo>
                  <a:lnTo>
                    <a:pt x="2671517" y="1241329"/>
                  </a:lnTo>
                  <a:lnTo>
                    <a:pt x="2671713" y="1244739"/>
                  </a:lnTo>
                  <a:lnTo>
                    <a:pt x="2673594" y="1248696"/>
                  </a:lnTo>
                  <a:lnTo>
                    <a:pt x="2687056" y="1265111"/>
                  </a:lnTo>
                  <a:lnTo>
                    <a:pt x="2699071" y="1274955"/>
                  </a:lnTo>
                  <a:lnTo>
                    <a:pt x="2709257" y="1279400"/>
                  </a:lnTo>
                  <a:lnTo>
                    <a:pt x="2717107" y="1287649"/>
                  </a:lnTo>
                  <a:lnTo>
                    <a:pt x="2719877" y="1292640"/>
                  </a:lnTo>
                  <a:lnTo>
                    <a:pt x="2721727" y="1300210"/>
                  </a:lnTo>
                  <a:lnTo>
                    <a:pt x="2715908" y="1305354"/>
                  </a:lnTo>
                  <a:lnTo>
                    <a:pt x="2709283" y="1308193"/>
                  </a:lnTo>
                  <a:lnTo>
                    <a:pt x="2702813" y="1303061"/>
                  </a:lnTo>
                  <a:lnTo>
                    <a:pt x="2698069" y="1297657"/>
                  </a:lnTo>
                  <a:lnTo>
                    <a:pt x="2687966" y="1288481"/>
                  </a:lnTo>
                  <a:lnTo>
                    <a:pt x="2684938" y="1278225"/>
                  </a:lnTo>
                  <a:lnTo>
                    <a:pt x="2677253" y="1278752"/>
                  </a:lnTo>
                  <a:lnTo>
                    <a:pt x="2645136" y="1265747"/>
                  </a:lnTo>
                  <a:lnTo>
                    <a:pt x="2619323" y="1264248"/>
                  </a:lnTo>
                  <a:lnTo>
                    <a:pt x="2621845" y="1266864"/>
                  </a:lnTo>
                  <a:lnTo>
                    <a:pt x="2625111" y="1268604"/>
                  </a:lnTo>
                  <a:lnTo>
                    <a:pt x="2645668" y="1271811"/>
                  </a:lnTo>
                  <a:lnTo>
                    <a:pt x="2653792" y="1277800"/>
                  </a:lnTo>
                  <a:lnTo>
                    <a:pt x="2670700" y="1283115"/>
                  </a:lnTo>
                  <a:lnTo>
                    <a:pt x="2680602" y="1284569"/>
                  </a:lnTo>
                  <a:lnTo>
                    <a:pt x="2684617" y="1300896"/>
                  </a:lnTo>
                  <a:lnTo>
                    <a:pt x="2698301" y="1312130"/>
                  </a:lnTo>
                  <a:lnTo>
                    <a:pt x="2700079" y="1320455"/>
                  </a:lnTo>
                  <a:lnTo>
                    <a:pt x="2709422" y="1321389"/>
                  </a:lnTo>
                  <a:lnTo>
                    <a:pt x="2725861" y="1313222"/>
                  </a:lnTo>
                  <a:lnTo>
                    <a:pt x="2736470" y="1316086"/>
                  </a:lnTo>
                  <a:lnTo>
                    <a:pt x="2751772" y="1318423"/>
                  </a:lnTo>
                  <a:lnTo>
                    <a:pt x="2755270" y="1325015"/>
                  </a:lnTo>
                  <a:lnTo>
                    <a:pt x="2757896" y="1337557"/>
                  </a:lnTo>
                  <a:lnTo>
                    <a:pt x="2763306" y="1351667"/>
                  </a:lnTo>
                  <a:lnTo>
                    <a:pt x="2777337" y="1407303"/>
                  </a:lnTo>
                  <a:lnTo>
                    <a:pt x="2798416" y="1452810"/>
                  </a:lnTo>
                  <a:lnTo>
                    <a:pt x="2801010" y="1460646"/>
                  </a:lnTo>
                  <a:lnTo>
                    <a:pt x="2796111" y="1453769"/>
                  </a:lnTo>
                  <a:lnTo>
                    <a:pt x="2780473" y="1423630"/>
                  </a:lnTo>
                  <a:lnTo>
                    <a:pt x="2771843" y="1401867"/>
                  </a:lnTo>
                  <a:lnTo>
                    <a:pt x="2762975" y="1363441"/>
                  </a:lnTo>
                  <a:lnTo>
                    <a:pt x="2760402" y="1354836"/>
                  </a:lnTo>
                  <a:lnTo>
                    <a:pt x="2757374" y="1351401"/>
                  </a:lnTo>
                  <a:lnTo>
                    <a:pt x="2755379" y="1354195"/>
                  </a:lnTo>
                  <a:lnTo>
                    <a:pt x="2754521" y="1359091"/>
                  </a:lnTo>
                  <a:lnTo>
                    <a:pt x="2755968" y="1362850"/>
                  </a:lnTo>
                  <a:lnTo>
                    <a:pt x="2752475" y="1375500"/>
                  </a:lnTo>
                  <a:lnTo>
                    <a:pt x="2753989" y="1381305"/>
                  </a:lnTo>
                  <a:lnTo>
                    <a:pt x="2759663" y="1387306"/>
                  </a:lnTo>
                  <a:lnTo>
                    <a:pt x="2765828" y="1402280"/>
                  </a:lnTo>
                  <a:lnTo>
                    <a:pt x="2770753" y="1422442"/>
                  </a:lnTo>
                  <a:lnTo>
                    <a:pt x="2764092" y="1414269"/>
                  </a:lnTo>
                  <a:lnTo>
                    <a:pt x="2756981" y="1409938"/>
                  </a:lnTo>
                  <a:lnTo>
                    <a:pt x="2745917" y="1406617"/>
                  </a:lnTo>
                  <a:lnTo>
                    <a:pt x="2736062" y="1400794"/>
                  </a:lnTo>
                  <a:lnTo>
                    <a:pt x="2736780" y="1409145"/>
                  </a:lnTo>
                  <a:lnTo>
                    <a:pt x="2735835" y="1418162"/>
                  </a:lnTo>
                  <a:lnTo>
                    <a:pt x="2728238" y="1415412"/>
                  </a:lnTo>
                  <a:lnTo>
                    <a:pt x="2723070" y="1412421"/>
                  </a:lnTo>
                  <a:lnTo>
                    <a:pt x="2727644" y="1422030"/>
                  </a:lnTo>
                  <a:lnTo>
                    <a:pt x="2717716" y="1419147"/>
                  </a:lnTo>
                  <a:lnTo>
                    <a:pt x="2711102" y="1419750"/>
                  </a:lnTo>
                  <a:lnTo>
                    <a:pt x="2706802" y="1428278"/>
                  </a:lnTo>
                  <a:lnTo>
                    <a:pt x="2701035" y="1433454"/>
                  </a:lnTo>
                  <a:lnTo>
                    <a:pt x="2692508" y="1435124"/>
                  </a:lnTo>
                  <a:lnTo>
                    <a:pt x="2679858" y="1427326"/>
                  </a:lnTo>
                  <a:lnTo>
                    <a:pt x="2675760" y="1417857"/>
                  </a:lnTo>
                  <a:lnTo>
                    <a:pt x="2674065" y="1407316"/>
                  </a:lnTo>
                  <a:lnTo>
                    <a:pt x="2673388" y="1419782"/>
                  </a:lnTo>
                  <a:lnTo>
                    <a:pt x="2675641" y="1432762"/>
                  </a:lnTo>
                  <a:lnTo>
                    <a:pt x="2674850" y="1442630"/>
                  </a:lnTo>
                  <a:lnTo>
                    <a:pt x="2687031" y="1444446"/>
                  </a:lnTo>
                  <a:lnTo>
                    <a:pt x="2698420" y="1442833"/>
                  </a:lnTo>
                  <a:lnTo>
                    <a:pt x="2713789" y="1443246"/>
                  </a:lnTo>
                  <a:lnTo>
                    <a:pt x="2723814" y="1441398"/>
                  </a:lnTo>
                  <a:lnTo>
                    <a:pt x="2729850" y="1438261"/>
                  </a:lnTo>
                  <a:lnTo>
                    <a:pt x="2744325" y="1440979"/>
                  </a:lnTo>
                  <a:lnTo>
                    <a:pt x="2745353" y="1452899"/>
                  </a:lnTo>
                  <a:lnTo>
                    <a:pt x="2743700" y="1464749"/>
                  </a:lnTo>
                  <a:lnTo>
                    <a:pt x="2742863" y="1477367"/>
                  </a:lnTo>
                  <a:lnTo>
                    <a:pt x="2746873" y="1477284"/>
                  </a:lnTo>
                  <a:lnTo>
                    <a:pt x="2751586" y="1473252"/>
                  </a:lnTo>
                  <a:lnTo>
                    <a:pt x="2753942" y="1450651"/>
                  </a:lnTo>
                  <a:lnTo>
                    <a:pt x="2767172" y="1442300"/>
                  </a:lnTo>
                  <a:lnTo>
                    <a:pt x="2771605" y="1442872"/>
                  </a:lnTo>
                  <a:lnTo>
                    <a:pt x="2775817" y="1450136"/>
                  </a:lnTo>
                  <a:lnTo>
                    <a:pt x="2777233" y="1457503"/>
                  </a:lnTo>
                  <a:lnTo>
                    <a:pt x="2778727" y="1467619"/>
                  </a:lnTo>
                  <a:lnTo>
                    <a:pt x="2775636" y="1483031"/>
                  </a:lnTo>
                  <a:lnTo>
                    <a:pt x="2755312" y="1501054"/>
                  </a:lnTo>
                  <a:lnTo>
                    <a:pt x="2740754" y="1517717"/>
                  </a:lnTo>
                  <a:lnTo>
                    <a:pt x="2733313" y="1521115"/>
                  </a:lnTo>
                  <a:lnTo>
                    <a:pt x="2722579" y="1519178"/>
                  </a:lnTo>
                  <a:lnTo>
                    <a:pt x="2710409" y="1514987"/>
                  </a:lnTo>
                  <a:lnTo>
                    <a:pt x="2704441" y="1514142"/>
                  </a:lnTo>
                  <a:lnTo>
                    <a:pt x="2699903" y="1515539"/>
                  </a:lnTo>
                  <a:lnTo>
                    <a:pt x="2697139" y="1510408"/>
                  </a:lnTo>
                  <a:lnTo>
                    <a:pt x="2695356" y="1501047"/>
                  </a:lnTo>
                  <a:lnTo>
                    <a:pt x="2690622" y="1497942"/>
                  </a:lnTo>
                  <a:lnTo>
                    <a:pt x="2687041" y="1498285"/>
                  </a:lnTo>
                  <a:lnTo>
                    <a:pt x="2684597" y="1508230"/>
                  </a:lnTo>
                  <a:lnTo>
                    <a:pt x="2673243" y="1511056"/>
                  </a:lnTo>
                  <a:lnTo>
                    <a:pt x="2657807" y="1506947"/>
                  </a:lnTo>
                  <a:lnTo>
                    <a:pt x="2641642" y="1498584"/>
                  </a:lnTo>
                  <a:lnTo>
                    <a:pt x="2648577" y="1507557"/>
                  </a:lnTo>
                  <a:lnTo>
                    <a:pt x="2688689" y="1524296"/>
                  </a:lnTo>
                  <a:lnTo>
                    <a:pt x="2693206" y="1527427"/>
                  </a:lnTo>
                  <a:lnTo>
                    <a:pt x="2697423" y="1532006"/>
                  </a:lnTo>
                  <a:lnTo>
                    <a:pt x="2691811" y="1539188"/>
                  </a:lnTo>
                  <a:lnTo>
                    <a:pt x="2687413" y="1547278"/>
                  </a:lnTo>
                  <a:lnTo>
                    <a:pt x="2686793" y="1553629"/>
                  </a:lnTo>
                  <a:lnTo>
                    <a:pt x="2685242" y="1557636"/>
                  </a:lnTo>
                  <a:lnTo>
                    <a:pt x="2669248" y="1568431"/>
                  </a:lnTo>
                  <a:lnTo>
                    <a:pt x="2660582" y="1566526"/>
                  </a:lnTo>
                  <a:lnTo>
                    <a:pt x="2638438" y="1547062"/>
                  </a:lnTo>
                  <a:lnTo>
                    <a:pt x="2648526" y="1563897"/>
                  </a:lnTo>
                  <a:lnTo>
                    <a:pt x="2656603" y="1571041"/>
                  </a:lnTo>
                  <a:lnTo>
                    <a:pt x="2672866" y="1574852"/>
                  </a:lnTo>
                  <a:lnTo>
                    <a:pt x="2703371" y="1568558"/>
                  </a:lnTo>
                  <a:lnTo>
                    <a:pt x="2713376" y="1575430"/>
                  </a:lnTo>
                  <a:lnTo>
                    <a:pt x="2705164" y="1587603"/>
                  </a:lnTo>
                  <a:lnTo>
                    <a:pt x="2697004" y="1596145"/>
                  </a:lnTo>
                  <a:lnTo>
                    <a:pt x="2686302" y="1597097"/>
                  </a:lnTo>
                  <a:lnTo>
                    <a:pt x="2676876" y="1599409"/>
                  </a:lnTo>
                  <a:lnTo>
                    <a:pt x="2674111" y="1605283"/>
                  </a:lnTo>
                  <a:lnTo>
                    <a:pt x="2667393" y="1605651"/>
                  </a:lnTo>
                  <a:lnTo>
                    <a:pt x="2656892" y="1606000"/>
                  </a:lnTo>
                  <a:lnTo>
                    <a:pt x="2640635" y="1606534"/>
                  </a:lnTo>
                  <a:lnTo>
                    <a:pt x="2631705" y="1605162"/>
                  </a:lnTo>
                  <a:lnTo>
                    <a:pt x="2619230" y="1617164"/>
                  </a:lnTo>
                  <a:lnTo>
                    <a:pt x="2614522" y="1618815"/>
                  </a:lnTo>
                  <a:lnTo>
                    <a:pt x="2607944" y="1616561"/>
                  </a:lnTo>
                  <a:lnTo>
                    <a:pt x="2605184" y="1606921"/>
                  </a:lnTo>
                  <a:lnTo>
                    <a:pt x="2602244" y="1602184"/>
                  </a:lnTo>
                  <a:lnTo>
                    <a:pt x="2602171" y="1620219"/>
                  </a:lnTo>
                  <a:lnTo>
                    <a:pt x="2603324" y="1625077"/>
                  </a:lnTo>
                  <a:lnTo>
                    <a:pt x="2605680" y="1628741"/>
                  </a:lnTo>
                  <a:lnTo>
                    <a:pt x="2591087" y="1638527"/>
                  </a:lnTo>
                  <a:lnTo>
                    <a:pt x="2577118" y="1650733"/>
                  </a:lnTo>
                  <a:lnTo>
                    <a:pt x="2572111" y="1654054"/>
                  </a:lnTo>
                  <a:lnTo>
                    <a:pt x="2566421" y="1660169"/>
                  </a:lnTo>
                  <a:lnTo>
                    <a:pt x="2554768" y="1677830"/>
                  </a:lnTo>
                  <a:lnTo>
                    <a:pt x="2551889" y="1690708"/>
                  </a:lnTo>
                  <a:lnTo>
                    <a:pt x="2547678" y="1705066"/>
                  </a:lnTo>
                  <a:lnTo>
                    <a:pt x="2547145" y="1698602"/>
                  </a:lnTo>
                  <a:lnTo>
                    <a:pt x="2547869" y="1687717"/>
                  </a:lnTo>
                  <a:lnTo>
                    <a:pt x="2544985" y="1675251"/>
                  </a:lnTo>
                  <a:lnTo>
                    <a:pt x="2543156" y="1698087"/>
                  </a:lnTo>
                  <a:lnTo>
                    <a:pt x="2538629" y="1708699"/>
                  </a:lnTo>
                  <a:lnTo>
                    <a:pt x="2497086" y="1707950"/>
                  </a:lnTo>
                  <a:lnTo>
                    <a:pt x="2478900" y="1713716"/>
                  </a:lnTo>
                  <a:lnTo>
                    <a:pt x="2450984" y="1733116"/>
                  </a:lnTo>
                  <a:lnTo>
                    <a:pt x="2442638" y="1741619"/>
                  </a:lnTo>
                  <a:lnTo>
                    <a:pt x="2419580" y="1774495"/>
                  </a:lnTo>
                  <a:lnTo>
                    <a:pt x="2413694" y="1795534"/>
                  </a:lnTo>
                  <a:lnTo>
                    <a:pt x="2408976" y="1786688"/>
                  </a:lnTo>
                  <a:lnTo>
                    <a:pt x="2410144" y="1780052"/>
                  </a:lnTo>
                  <a:lnTo>
                    <a:pt x="2410237" y="1774629"/>
                  </a:lnTo>
                  <a:lnTo>
                    <a:pt x="2404428" y="1786263"/>
                  </a:lnTo>
                  <a:lnTo>
                    <a:pt x="2409942" y="1803205"/>
                  </a:lnTo>
                  <a:lnTo>
                    <a:pt x="2404992" y="1809676"/>
                  </a:lnTo>
                  <a:lnTo>
                    <a:pt x="2389762" y="1821755"/>
                  </a:lnTo>
                  <a:lnTo>
                    <a:pt x="2381427" y="1823736"/>
                  </a:lnTo>
                  <a:lnTo>
                    <a:pt x="2372068" y="1827172"/>
                  </a:lnTo>
                  <a:lnTo>
                    <a:pt x="2369122" y="1839085"/>
                  </a:lnTo>
                  <a:lnTo>
                    <a:pt x="2356415" y="1850071"/>
                  </a:lnTo>
                  <a:lnTo>
                    <a:pt x="2349010" y="1854936"/>
                  </a:lnTo>
                  <a:lnTo>
                    <a:pt x="2335449" y="1851989"/>
                  </a:lnTo>
                  <a:lnTo>
                    <a:pt x="2339625" y="1862569"/>
                  </a:lnTo>
                  <a:lnTo>
                    <a:pt x="2334643" y="1870577"/>
                  </a:lnTo>
                  <a:lnTo>
                    <a:pt x="2326065" y="1876718"/>
                  </a:lnTo>
                  <a:lnTo>
                    <a:pt x="2315399" y="1880725"/>
                  </a:lnTo>
                  <a:lnTo>
                    <a:pt x="2309285" y="1880236"/>
                  </a:lnTo>
                  <a:lnTo>
                    <a:pt x="2304061" y="1882363"/>
                  </a:lnTo>
                  <a:lnTo>
                    <a:pt x="2299968" y="1887456"/>
                  </a:lnTo>
                  <a:lnTo>
                    <a:pt x="2289968" y="1892219"/>
                  </a:lnTo>
                  <a:lnTo>
                    <a:pt x="2279581" y="1889539"/>
                  </a:lnTo>
                  <a:lnTo>
                    <a:pt x="2267809" y="1887932"/>
                  </a:lnTo>
                  <a:lnTo>
                    <a:pt x="2261251" y="1890790"/>
                  </a:lnTo>
                  <a:lnTo>
                    <a:pt x="2272274" y="1895515"/>
                  </a:lnTo>
                  <a:lnTo>
                    <a:pt x="2278176" y="1902360"/>
                  </a:lnTo>
                  <a:lnTo>
                    <a:pt x="2276961" y="1911588"/>
                  </a:lnTo>
                  <a:lnTo>
                    <a:pt x="2274010" y="1915150"/>
                  </a:lnTo>
                  <a:lnTo>
                    <a:pt x="2267055" y="1919976"/>
                  </a:lnTo>
                  <a:lnTo>
                    <a:pt x="2264001" y="1919259"/>
                  </a:lnTo>
                  <a:lnTo>
                    <a:pt x="2262135" y="1914909"/>
                  </a:lnTo>
                  <a:lnTo>
                    <a:pt x="2259872" y="1905847"/>
                  </a:lnTo>
                  <a:lnTo>
                    <a:pt x="2256637" y="1907777"/>
                  </a:lnTo>
                  <a:lnTo>
                    <a:pt x="2256078" y="1912000"/>
                  </a:lnTo>
                  <a:lnTo>
                    <a:pt x="2253298" y="1913505"/>
                  </a:lnTo>
                  <a:lnTo>
                    <a:pt x="2243433" y="1899071"/>
                  </a:lnTo>
                  <a:lnTo>
                    <a:pt x="2243924" y="1910082"/>
                  </a:lnTo>
                  <a:lnTo>
                    <a:pt x="2247371" y="1918541"/>
                  </a:lnTo>
                  <a:lnTo>
                    <a:pt x="2250704" y="1922834"/>
                  </a:lnTo>
                  <a:lnTo>
                    <a:pt x="2254068" y="1925361"/>
                  </a:lnTo>
                  <a:lnTo>
                    <a:pt x="2254895" y="1929286"/>
                  </a:lnTo>
                  <a:lnTo>
                    <a:pt x="2248146" y="1938850"/>
                  </a:lnTo>
                  <a:lnTo>
                    <a:pt x="2244673" y="1940977"/>
                  </a:lnTo>
                  <a:lnTo>
                    <a:pt x="2238493" y="1942527"/>
                  </a:lnTo>
                  <a:lnTo>
                    <a:pt x="2235015" y="1948420"/>
                  </a:lnTo>
                  <a:lnTo>
                    <a:pt x="2236043" y="1953494"/>
                  </a:lnTo>
                  <a:lnTo>
                    <a:pt x="2230638" y="1964505"/>
                  </a:lnTo>
                  <a:lnTo>
                    <a:pt x="2217713" y="1971383"/>
                  </a:lnTo>
                  <a:lnTo>
                    <a:pt x="2213765" y="1971116"/>
                  </a:lnTo>
                  <a:lnTo>
                    <a:pt x="2210546" y="1973129"/>
                  </a:lnTo>
                  <a:lnTo>
                    <a:pt x="2212427" y="1978032"/>
                  </a:lnTo>
                  <a:lnTo>
                    <a:pt x="2215651" y="1981601"/>
                  </a:lnTo>
                  <a:lnTo>
                    <a:pt x="2215538" y="1984915"/>
                  </a:lnTo>
                  <a:lnTo>
                    <a:pt x="2212122" y="1989418"/>
                  </a:lnTo>
                  <a:lnTo>
                    <a:pt x="2205378" y="1990675"/>
                  </a:lnTo>
                  <a:lnTo>
                    <a:pt x="2201590" y="1995813"/>
                  </a:lnTo>
                  <a:lnTo>
                    <a:pt x="2202789" y="2000658"/>
                  </a:lnTo>
                  <a:lnTo>
                    <a:pt x="2205016" y="2003363"/>
                  </a:lnTo>
                  <a:lnTo>
                    <a:pt x="2204551" y="2008025"/>
                  </a:lnTo>
                  <a:lnTo>
                    <a:pt x="2196882" y="2012705"/>
                  </a:lnTo>
                  <a:lnTo>
                    <a:pt x="2195084" y="2017309"/>
                  </a:lnTo>
                  <a:lnTo>
                    <a:pt x="2198892" y="2018668"/>
                  </a:lnTo>
                  <a:lnTo>
                    <a:pt x="2201822" y="2017309"/>
                  </a:lnTo>
                  <a:lnTo>
                    <a:pt x="2203967" y="2018299"/>
                  </a:lnTo>
                  <a:lnTo>
                    <a:pt x="2199368" y="2025996"/>
                  </a:lnTo>
                  <a:lnTo>
                    <a:pt x="2195239" y="2030689"/>
                  </a:lnTo>
                  <a:lnTo>
                    <a:pt x="2191316" y="2039122"/>
                  </a:lnTo>
                  <a:lnTo>
                    <a:pt x="2182216" y="2041453"/>
                  </a:lnTo>
                  <a:lnTo>
                    <a:pt x="2182557" y="2044177"/>
                  </a:lnTo>
                  <a:lnTo>
                    <a:pt x="2187699" y="2046590"/>
                  </a:lnTo>
                  <a:lnTo>
                    <a:pt x="2192004" y="2053074"/>
                  </a:lnTo>
                  <a:lnTo>
                    <a:pt x="2183916" y="2065045"/>
                  </a:lnTo>
                  <a:lnTo>
                    <a:pt x="2178867" y="2064060"/>
                  </a:lnTo>
                  <a:lnTo>
                    <a:pt x="2175782" y="2061425"/>
                  </a:lnTo>
                  <a:lnTo>
                    <a:pt x="2173813" y="2070874"/>
                  </a:lnTo>
                  <a:lnTo>
                    <a:pt x="2174568" y="2075917"/>
                  </a:lnTo>
                  <a:lnTo>
                    <a:pt x="2172645" y="2086223"/>
                  </a:lnTo>
                  <a:lnTo>
                    <a:pt x="2169555" y="2098613"/>
                  </a:lnTo>
                  <a:lnTo>
                    <a:pt x="2167457" y="2103699"/>
                  </a:lnTo>
                  <a:lnTo>
                    <a:pt x="2167902" y="2113174"/>
                  </a:lnTo>
                  <a:lnTo>
                    <a:pt x="2169199" y="2122325"/>
                  </a:lnTo>
                  <a:lnTo>
                    <a:pt x="2174149" y="2134118"/>
                  </a:lnTo>
                  <a:lnTo>
                    <a:pt x="2181710" y="2182343"/>
                  </a:lnTo>
                  <a:lnTo>
                    <a:pt x="2186857" y="2199089"/>
                  </a:lnTo>
                  <a:lnTo>
                    <a:pt x="2196128" y="2244272"/>
                  </a:lnTo>
                  <a:lnTo>
                    <a:pt x="2211471" y="2288077"/>
                  </a:lnTo>
                  <a:lnTo>
                    <a:pt x="2233118" y="2341026"/>
                  </a:lnTo>
                  <a:lnTo>
                    <a:pt x="2268646" y="2405203"/>
                  </a:lnTo>
                  <a:lnTo>
                    <a:pt x="2272899" y="2414348"/>
                  </a:lnTo>
                  <a:lnTo>
                    <a:pt x="2268274" y="2422102"/>
                  </a:lnTo>
                  <a:lnTo>
                    <a:pt x="2266863" y="2430135"/>
                  </a:lnTo>
                  <a:lnTo>
                    <a:pt x="2266460" y="2442245"/>
                  </a:lnTo>
                  <a:lnTo>
                    <a:pt x="2267742" y="2454044"/>
                  </a:lnTo>
                  <a:lnTo>
                    <a:pt x="2271943" y="2468453"/>
                  </a:lnTo>
                  <a:lnTo>
                    <a:pt x="2280015" y="2490483"/>
                  </a:lnTo>
                  <a:lnTo>
                    <a:pt x="2275499" y="2486088"/>
                  </a:lnTo>
                  <a:lnTo>
                    <a:pt x="2263809" y="2454470"/>
                  </a:lnTo>
                  <a:lnTo>
                    <a:pt x="2262450" y="2435901"/>
                  </a:lnTo>
                  <a:lnTo>
                    <a:pt x="2264135" y="2409560"/>
                  </a:lnTo>
                  <a:lnTo>
                    <a:pt x="2261391" y="2410195"/>
                  </a:lnTo>
                  <a:lnTo>
                    <a:pt x="2259164" y="2418755"/>
                  </a:lnTo>
                  <a:lnTo>
                    <a:pt x="2257939" y="2428808"/>
                  </a:lnTo>
                  <a:lnTo>
                    <a:pt x="2254973" y="2432700"/>
                  </a:lnTo>
                  <a:lnTo>
                    <a:pt x="2250926" y="2417364"/>
                  </a:lnTo>
                  <a:lnTo>
                    <a:pt x="2251210" y="2410430"/>
                  </a:lnTo>
                  <a:lnTo>
                    <a:pt x="2255505" y="2402327"/>
                  </a:lnTo>
                  <a:lnTo>
                    <a:pt x="2254259" y="2399412"/>
                  </a:lnTo>
                  <a:lnTo>
                    <a:pt x="2247309" y="2395265"/>
                  </a:lnTo>
                  <a:lnTo>
                    <a:pt x="2245831" y="2388743"/>
                  </a:lnTo>
                  <a:lnTo>
                    <a:pt x="2246771" y="2382304"/>
                  </a:lnTo>
                  <a:lnTo>
                    <a:pt x="2242782" y="2378862"/>
                  </a:lnTo>
                  <a:lnTo>
                    <a:pt x="2239661" y="2379027"/>
                  </a:lnTo>
                  <a:lnTo>
                    <a:pt x="2241753" y="2394903"/>
                  </a:lnTo>
                  <a:lnTo>
                    <a:pt x="2245056" y="2404651"/>
                  </a:lnTo>
                  <a:lnTo>
                    <a:pt x="2249138" y="2428014"/>
                  </a:lnTo>
                  <a:lnTo>
                    <a:pt x="2255727" y="2442169"/>
                  </a:lnTo>
                  <a:lnTo>
                    <a:pt x="2259567" y="2454038"/>
                  </a:lnTo>
                  <a:lnTo>
                    <a:pt x="2304438" y="2580696"/>
                  </a:lnTo>
                  <a:lnTo>
                    <a:pt x="2315058" y="2596826"/>
                  </a:lnTo>
                  <a:lnTo>
                    <a:pt x="2318985" y="2608409"/>
                  </a:lnTo>
                  <a:lnTo>
                    <a:pt x="2323073" y="2632630"/>
                  </a:lnTo>
                  <a:lnTo>
                    <a:pt x="2323998" y="2663728"/>
                  </a:lnTo>
                  <a:lnTo>
                    <a:pt x="2316665" y="2720564"/>
                  </a:lnTo>
                  <a:lnTo>
                    <a:pt x="2314996" y="2759333"/>
                  </a:lnTo>
                  <a:lnTo>
                    <a:pt x="2313947" y="2758145"/>
                  </a:lnTo>
                  <a:lnTo>
                    <a:pt x="2313244" y="2754062"/>
                  </a:lnTo>
                  <a:lnTo>
                    <a:pt x="2311549" y="2753503"/>
                  </a:lnTo>
                  <a:lnTo>
                    <a:pt x="2305182" y="2771265"/>
                  </a:lnTo>
                  <a:lnTo>
                    <a:pt x="2296531" y="2787287"/>
                  </a:lnTo>
                  <a:lnTo>
                    <a:pt x="2293684" y="2812187"/>
                  </a:lnTo>
                  <a:lnTo>
                    <a:pt x="2289534" y="2824653"/>
                  </a:lnTo>
                  <a:lnTo>
                    <a:pt x="2277075" y="2837843"/>
                  </a:lnTo>
                  <a:lnTo>
                    <a:pt x="2269354" y="2837506"/>
                  </a:lnTo>
                  <a:lnTo>
                    <a:pt x="2250420" y="2847400"/>
                  </a:lnTo>
                  <a:lnTo>
                    <a:pt x="2237118" y="2844822"/>
                  </a:lnTo>
                  <a:lnTo>
                    <a:pt x="2221269" y="2850404"/>
                  </a:lnTo>
                  <a:lnTo>
                    <a:pt x="2210840" y="2849781"/>
                  </a:lnTo>
                  <a:lnTo>
                    <a:pt x="2204820" y="2838014"/>
                  </a:lnTo>
                  <a:lnTo>
                    <a:pt x="2205740" y="2832750"/>
                  </a:lnTo>
                  <a:lnTo>
                    <a:pt x="2208137" y="2827460"/>
                  </a:lnTo>
                  <a:lnTo>
                    <a:pt x="2212199" y="2826228"/>
                  </a:lnTo>
                  <a:lnTo>
                    <a:pt x="2226199" y="2838560"/>
                  </a:lnTo>
                  <a:lnTo>
                    <a:pt x="2228839" y="2833372"/>
                  </a:lnTo>
                  <a:lnTo>
                    <a:pt x="2224612" y="2827199"/>
                  </a:lnTo>
                  <a:lnTo>
                    <a:pt x="2216519" y="2823757"/>
                  </a:lnTo>
                  <a:lnTo>
                    <a:pt x="2210540" y="2819973"/>
                  </a:lnTo>
                  <a:lnTo>
                    <a:pt x="2198494" y="2791859"/>
                  </a:lnTo>
                  <a:lnTo>
                    <a:pt x="2186014" y="2772554"/>
                  </a:lnTo>
                  <a:lnTo>
                    <a:pt x="2183911" y="2759650"/>
                  </a:lnTo>
                  <a:lnTo>
                    <a:pt x="2162393" y="2751782"/>
                  </a:lnTo>
                  <a:lnTo>
                    <a:pt x="2146812" y="2739869"/>
                  </a:lnTo>
                  <a:lnTo>
                    <a:pt x="2136652" y="2718678"/>
                  </a:lnTo>
                  <a:lnTo>
                    <a:pt x="2130823" y="2681102"/>
                  </a:lnTo>
                  <a:lnTo>
                    <a:pt x="2123950" y="2676879"/>
                  </a:lnTo>
                  <a:lnTo>
                    <a:pt x="2121046" y="2673958"/>
                  </a:lnTo>
                  <a:lnTo>
                    <a:pt x="2127759" y="2660013"/>
                  </a:lnTo>
                  <a:lnTo>
                    <a:pt x="2134833" y="2648322"/>
                  </a:lnTo>
                  <a:lnTo>
                    <a:pt x="2129237" y="2651230"/>
                  </a:lnTo>
                  <a:lnTo>
                    <a:pt x="2125108" y="2655555"/>
                  </a:lnTo>
                  <a:lnTo>
                    <a:pt x="2119857" y="2665880"/>
                  </a:lnTo>
                  <a:lnTo>
                    <a:pt x="2116023" y="2667468"/>
                  </a:lnTo>
                  <a:lnTo>
                    <a:pt x="2112509" y="2665880"/>
                  </a:lnTo>
                  <a:lnTo>
                    <a:pt x="2108457" y="2646074"/>
                  </a:lnTo>
                  <a:lnTo>
                    <a:pt x="2109615" y="2621726"/>
                  </a:lnTo>
                  <a:lnTo>
                    <a:pt x="2115294" y="2612620"/>
                  </a:lnTo>
                  <a:lnTo>
                    <a:pt x="2106571" y="2612378"/>
                  </a:lnTo>
                  <a:lnTo>
                    <a:pt x="2097533" y="2615846"/>
                  </a:lnTo>
                  <a:lnTo>
                    <a:pt x="2098856" y="2623962"/>
                  </a:lnTo>
                  <a:lnTo>
                    <a:pt x="2097579" y="2628420"/>
                  </a:lnTo>
                  <a:lnTo>
                    <a:pt x="2090995" y="2627276"/>
                  </a:lnTo>
                  <a:lnTo>
                    <a:pt x="2086003" y="2624425"/>
                  </a:lnTo>
                  <a:lnTo>
                    <a:pt x="2079229" y="2615979"/>
                  </a:lnTo>
                  <a:lnTo>
                    <a:pt x="2069989" y="2599862"/>
                  </a:lnTo>
                  <a:lnTo>
                    <a:pt x="2051033" y="2555460"/>
                  </a:lnTo>
                  <a:lnTo>
                    <a:pt x="2047338" y="2549198"/>
                  </a:lnTo>
                  <a:lnTo>
                    <a:pt x="2041070" y="2542645"/>
                  </a:lnTo>
                  <a:lnTo>
                    <a:pt x="2044021" y="2540606"/>
                  </a:lnTo>
                  <a:lnTo>
                    <a:pt x="2049406" y="2539400"/>
                  </a:lnTo>
                  <a:lnTo>
                    <a:pt x="2061576" y="2519409"/>
                  </a:lnTo>
                  <a:lnTo>
                    <a:pt x="2071136" y="2507330"/>
                  </a:lnTo>
                  <a:lnTo>
                    <a:pt x="2074309" y="2498973"/>
                  </a:lnTo>
                  <a:lnTo>
                    <a:pt x="2073756" y="2495398"/>
                  </a:lnTo>
                  <a:lnTo>
                    <a:pt x="2069529" y="2490203"/>
                  </a:lnTo>
                  <a:lnTo>
                    <a:pt x="2063979" y="2494744"/>
                  </a:lnTo>
                  <a:lnTo>
                    <a:pt x="2061601" y="2493448"/>
                  </a:lnTo>
                  <a:lnTo>
                    <a:pt x="2055359" y="2482970"/>
                  </a:lnTo>
                  <a:lnTo>
                    <a:pt x="2049395" y="2480011"/>
                  </a:lnTo>
                  <a:lnTo>
                    <a:pt x="2045240" y="2482278"/>
                  </a:lnTo>
                  <a:lnTo>
                    <a:pt x="2049623" y="2490864"/>
                  </a:lnTo>
                  <a:lnTo>
                    <a:pt x="2053560" y="2494052"/>
                  </a:lnTo>
                  <a:lnTo>
                    <a:pt x="2052036" y="2506536"/>
                  </a:lnTo>
                  <a:lnTo>
                    <a:pt x="2050444" y="2510601"/>
                  </a:lnTo>
                  <a:lnTo>
                    <a:pt x="2046755" y="2514189"/>
                  </a:lnTo>
                  <a:lnTo>
                    <a:pt x="2040993" y="2512277"/>
                  </a:lnTo>
                  <a:lnTo>
                    <a:pt x="2038078" y="2515364"/>
                  </a:lnTo>
                  <a:lnTo>
                    <a:pt x="2034647" y="2512112"/>
                  </a:lnTo>
                  <a:lnTo>
                    <a:pt x="2031231" y="2506625"/>
                  </a:lnTo>
                  <a:lnTo>
                    <a:pt x="2027427" y="2497595"/>
                  </a:lnTo>
                  <a:lnTo>
                    <a:pt x="2037478" y="2446767"/>
                  </a:lnTo>
                  <a:lnTo>
                    <a:pt x="2046780" y="2414380"/>
                  </a:lnTo>
                  <a:lnTo>
                    <a:pt x="2047845" y="2377433"/>
                  </a:lnTo>
                  <a:lnTo>
                    <a:pt x="2048537" y="2371959"/>
                  </a:lnTo>
                  <a:lnTo>
                    <a:pt x="2047752" y="2362141"/>
                  </a:lnTo>
                  <a:lnTo>
                    <a:pt x="2035277" y="2340804"/>
                  </a:lnTo>
                  <a:lnTo>
                    <a:pt x="1980122" y="2288737"/>
                  </a:lnTo>
                  <a:lnTo>
                    <a:pt x="1937374" y="2227081"/>
                  </a:lnTo>
                  <a:lnTo>
                    <a:pt x="1900348" y="2203953"/>
                  </a:lnTo>
                  <a:lnTo>
                    <a:pt x="1872256" y="2209033"/>
                  </a:lnTo>
                  <a:lnTo>
                    <a:pt x="1867393" y="2213682"/>
                  </a:lnTo>
                  <a:lnTo>
                    <a:pt x="1865305" y="2219759"/>
                  </a:lnTo>
                  <a:lnTo>
                    <a:pt x="1867068" y="2226637"/>
                  </a:lnTo>
                  <a:lnTo>
                    <a:pt x="1864515" y="2229501"/>
                  </a:lnTo>
                  <a:lnTo>
                    <a:pt x="1856975" y="2229139"/>
                  </a:lnTo>
                  <a:lnTo>
                    <a:pt x="1846820" y="2230739"/>
                  </a:lnTo>
                  <a:lnTo>
                    <a:pt x="1820305" y="2246971"/>
                  </a:lnTo>
                  <a:lnTo>
                    <a:pt x="1810951" y="2246374"/>
                  </a:lnTo>
                  <a:lnTo>
                    <a:pt x="1802455" y="2250578"/>
                  </a:lnTo>
                  <a:lnTo>
                    <a:pt x="1796094" y="2253727"/>
                  </a:lnTo>
                  <a:lnTo>
                    <a:pt x="1779506" y="2255442"/>
                  </a:lnTo>
                  <a:lnTo>
                    <a:pt x="1765439" y="2259043"/>
                  </a:lnTo>
                  <a:lnTo>
                    <a:pt x="1759362" y="2257093"/>
                  </a:lnTo>
                  <a:lnTo>
                    <a:pt x="1755398" y="2247682"/>
                  </a:lnTo>
                  <a:lnTo>
                    <a:pt x="1755398" y="2237940"/>
                  </a:lnTo>
                  <a:lnTo>
                    <a:pt x="1758613" y="2245408"/>
                  </a:lnTo>
                  <a:lnTo>
                    <a:pt x="1763589" y="2251251"/>
                  </a:lnTo>
                  <a:lnTo>
                    <a:pt x="1765868" y="2248914"/>
                  </a:lnTo>
                  <a:lnTo>
                    <a:pt x="1766721" y="2243745"/>
                  </a:lnTo>
                  <a:lnTo>
                    <a:pt x="1761770" y="2233616"/>
                  </a:lnTo>
                  <a:lnTo>
                    <a:pt x="1745822" y="2220604"/>
                  </a:lnTo>
                  <a:lnTo>
                    <a:pt x="1727673" y="2201597"/>
                  </a:lnTo>
                  <a:lnTo>
                    <a:pt x="1733208" y="2202226"/>
                  </a:lnTo>
                  <a:lnTo>
                    <a:pt x="1734608" y="2198155"/>
                  </a:lnTo>
                  <a:lnTo>
                    <a:pt x="1728981" y="2192815"/>
                  </a:lnTo>
                  <a:lnTo>
                    <a:pt x="1731358" y="2186642"/>
                  </a:lnTo>
                  <a:lnTo>
                    <a:pt x="1735322" y="2180158"/>
                  </a:lnTo>
                  <a:lnTo>
                    <a:pt x="1727663" y="2181130"/>
                  </a:lnTo>
                  <a:lnTo>
                    <a:pt x="1720790" y="2185670"/>
                  </a:lnTo>
                  <a:lnTo>
                    <a:pt x="1720563" y="2191278"/>
                  </a:lnTo>
                  <a:lnTo>
                    <a:pt x="1719203" y="2195736"/>
                  </a:lnTo>
                  <a:lnTo>
                    <a:pt x="1715503" y="2195088"/>
                  </a:lnTo>
                  <a:lnTo>
                    <a:pt x="1708635" y="2189569"/>
                  </a:lnTo>
                  <a:lnTo>
                    <a:pt x="1674823" y="2174208"/>
                  </a:lnTo>
                  <a:lnTo>
                    <a:pt x="1645264" y="2165546"/>
                  </a:lnTo>
                  <a:lnTo>
                    <a:pt x="1667950" y="2161647"/>
                  </a:lnTo>
                  <a:lnTo>
                    <a:pt x="1680254" y="2164676"/>
                  </a:lnTo>
                  <a:lnTo>
                    <a:pt x="1678787" y="2160027"/>
                  </a:lnTo>
                  <a:lnTo>
                    <a:pt x="1675826" y="2157075"/>
                  </a:lnTo>
                  <a:lnTo>
                    <a:pt x="1666121" y="2153334"/>
                  </a:lnTo>
                  <a:lnTo>
                    <a:pt x="1653759" y="2154757"/>
                  </a:lnTo>
                  <a:lnTo>
                    <a:pt x="1645951" y="2152998"/>
                  </a:lnTo>
                  <a:lnTo>
                    <a:pt x="1637967" y="2156706"/>
                  </a:lnTo>
                  <a:lnTo>
                    <a:pt x="1629218" y="2162218"/>
                  </a:lnTo>
                  <a:lnTo>
                    <a:pt x="1621430" y="2165057"/>
                  </a:lnTo>
                  <a:lnTo>
                    <a:pt x="1590951" y="2169026"/>
                  </a:lnTo>
                  <a:lnTo>
                    <a:pt x="1566234" y="2173332"/>
                  </a:lnTo>
                  <a:lnTo>
                    <a:pt x="1570197" y="2168785"/>
                  </a:lnTo>
                  <a:lnTo>
                    <a:pt x="1574424" y="2165863"/>
                  </a:lnTo>
                  <a:lnTo>
                    <a:pt x="1589028" y="2161418"/>
                  </a:lnTo>
                  <a:lnTo>
                    <a:pt x="1591214" y="2152178"/>
                  </a:lnTo>
                  <a:lnTo>
                    <a:pt x="1587783" y="2143281"/>
                  </a:lnTo>
                  <a:lnTo>
                    <a:pt x="1583938" y="2145415"/>
                  </a:lnTo>
                  <a:lnTo>
                    <a:pt x="1579902" y="2152369"/>
                  </a:lnTo>
                  <a:lnTo>
                    <a:pt x="1574952" y="2147358"/>
                  </a:lnTo>
                  <a:lnTo>
                    <a:pt x="1569469" y="2147384"/>
                  </a:lnTo>
                  <a:lnTo>
                    <a:pt x="1567980" y="2158446"/>
                  </a:lnTo>
                  <a:lnTo>
                    <a:pt x="1560952" y="2165863"/>
                  </a:lnTo>
                  <a:lnTo>
                    <a:pt x="1557779" y="2173332"/>
                  </a:lnTo>
                  <a:lnTo>
                    <a:pt x="1537170" y="2179180"/>
                  </a:lnTo>
                  <a:lnTo>
                    <a:pt x="1534530" y="2177231"/>
                  </a:lnTo>
                  <a:lnTo>
                    <a:pt x="1540560" y="2170137"/>
                  </a:lnTo>
                  <a:lnTo>
                    <a:pt x="1540080" y="2166194"/>
                  </a:lnTo>
                  <a:lnTo>
                    <a:pt x="1533202" y="2169578"/>
                  </a:lnTo>
                  <a:lnTo>
                    <a:pt x="1521667" y="2183022"/>
                  </a:lnTo>
                  <a:lnTo>
                    <a:pt x="1481059" y="2187423"/>
                  </a:lnTo>
                  <a:lnTo>
                    <a:pt x="1483276" y="2184368"/>
                  </a:lnTo>
                  <a:lnTo>
                    <a:pt x="1491849" y="2183759"/>
                  </a:lnTo>
                  <a:lnTo>
                    <a:pt x="1503885" y="2179504"/>
                  </a:lnTo>
                  <a:lnTo>
                    <a:pt x="1501451" y="2172341"/>
                  </a:lnTo>
                  <a:lnTo>
                    <a:pt x="1496810" y="2164466"/>
                  </a:lnTo>
                  <a:lnTo>
                    <a:pt x="1492526" y="2163590"/>
                  </a:lnTo>
                  <a:lnTo>
                    <a:pt x="1489700" y="2158973"/>
                  </a:lnTo>
                  <a:lnTo>
                    <a:pt x="1489839" y="2144425"/>
                  </a:lnTo>
                  <a:lnTo>
                    <a:pt x="1487100" y="2135921"/>
                  </a:lnTo>
                  <a:lnTo>
                    <a:pt x="1480491" y="2127171"/>
                  </a:lnTo>
                  <a:lnTo>
                    <a:pt x="1478258" y="2128853"/>
                  </a:lnTo>
                  <a:lnTo>
                    <a:pt x="1473395" y="2143815"/>
                  </a:lnTo>
                  <a:lnTo>
                    <a:pt x="1469354" y="2163438"/>
                  </a:lnTo>
                  <a:lnTo>
                    <a:pt x="1467354" y="2169775"/>
                  </a:lnTo>
                  <a:lnTo>
                    <a:pt x="1455314" y="2170220"/>
                  </a:lnTo>
                  <a:lnTo>
                    <a:pt x="1444658" y="2168880"/>
                  </a:lnTo>
                  <a:lnTo>
                    <a:pt x="1408442" y="2171236"/>
                  </a:lnTo>
                  <a:lnTo>
                    <a:pt x="1394913" y="2164587"/>
                  </a:lnTo>
                  <a:lnTo>
                    <a:pt x="1389301" y="2163311"/>
                  </a:lnTo>
                  <a:lnTo>
                    <a:pt x="1385885" y="2163463"/>
                  </a:lnTo>
                  <a:lnTo>
                    <a:pt x="1370134" y="2169559"/>
                  </a:lnTo>
                  <a:lnTo>
                    <a:pt x="1352186" y="2174227"/>
                  </a:lnTo>
                  <a:lnTo>
                    <a:pt x="1347959" y="2172760"/>
                  </a:lnTo>
                  <a:lnTo>
                    <a:pt x="1341929" y="2172544"/>
                  </a:lnTo>
                  <a:lnTo>
                    <a:pt x="1328916" y="2188433"/>
                  </a:lnTo>
                  <a:lnTo>
                    <a:pt x="1313573" y="2195869"/>
                  </a:lnTo>
                  <a:lnTo>
                    <a:pt x="1274862" y="2182501"/>
                  </a:lnTo>
                  <a:lnTo>
                    <a:pt x="1265234" y="2171750"/>
                  </a:lnTo>
                  <a:lnTo>
                    <a:pt x="1256687" y="2169451"/>
                  </a:lnTo>
                  <a:lnTo>
                    <a:pt x="1246176" y="2168124"/>
                  </a:lnTo>
                  <a:lnTo>
                    <a:pt x="1234884" y="2181352"/>
                  </a:lnTo>
                  <a:lnTo>
                    <a:pt x="1226306" y="2199203"/>
                  </a:lnTo>
                  <a:lnTo>
                    <a:pt x="1239861" y="2208989"/>
                  </a:lnTo>
                  <a:lnTo>
                    <a:pt x="1251462" y="2213669"/>
                  </a:lnTo>
                  <a:lnTo>
                    <a:pt x="1270635" y="2209745"/>
                  </a:lnTo>
                  <a:lnTo>
                    <a:pt x="1281234" y="2201083"/>
                  </a:lnTo>
                  <a:lnTo>
                    <a:pt x="1289890" y="2201368"/>
                  </a:lnTo>
                  <a:lnTo>
                    <a:pt x="1294029" y="2199609"/>
                  </a:lnTo>
                  <a:lnTo>
                    <a:pt x="1297806" y="2195088"/>
                  </a:lnTo>
                  <a:lnTo>
                    <a:pt x="1305207" y="2198657"/>
                  </a:lnTo>
                  <a:lnTo>
                    <a:pt x="1305470" y="2202232"/>
                  </a:lnTo>
                  <a:lnTo>
                    <a:pt x="1300215" y="2207268"/>
                  </a:lnTo>
                  <a:lnTo>
                    <a:pt x="1293595" y="2211510"/>
                  </a:lnTo>
                  <a:lnTo>
                    <a:pt x="1289579" y="2216508"/>
                  </a:lnTo>
                  <a:lnTo>
                    <a:pt x="1297135" y="2226580"/>
                  </a:lnTo>
                  <a:lnTo>
                    <a:pt x="1309000" y="2229964"/>
                  </a:lnTo>
                  <a:lnTo>
                    <a:pt x="1313465" y="2228504"/>
                  </a:lnTo>
                  <a:lnTo>
                    <a:pt x="1316229" y="2217181"/>
                  </a:lnTo>
                  <a:lnTo>
                    <a:pt x="1323526" y="2209891"/>
                  </a:lnTo>
                  <a:lnTo>
                    <a:pt x="1333443" y="2211466"/>
                  </a:lnTo>
                  <a:lnTo>
                    <a:pt x="1332032" y="2216038"/>
                  </a:lnTo>
                  <a:lnTo>
                    <a:pt x="1333422" y="2220356"/>
                  </a:lnTo>
                  <a:lnTo>
                    <a:pt x="1337980" y="2227729"/>
                  </a:lnTo>
                  <a:lnTo>
                    <a:pt x="1337458" y="2238290"/>
                  </a:lnTo>
                  <a:lnTo>
                    <a:pt x="1338342" y="2240836"/>
                  </a:lnTo>
                  <a:lnTo>
                    <a:pt x="1327655" y="2245497"/>
                  </a:lnTo>
                  <a:lnTo>
                    <a:pt x="1319692" y="2247079"/>
                  </a:lnTo>
                  <a:lnTo>
                    <a:pt x="1313320" y="2253181"/>
                  </a:lnTo>
                  <a:lnTo>
                    <a:pt x="1316658" y="2256725"/>
                  </a:lnTo>
                  <a:lnTo>
                    <a:pt x="1310168" y="2259837"/>
                  </a:lnTo>
                  <a:lnTo>
                    <a:pt x="1305780" y="2258592"/>
                  </a:lnTo>
                  <a:lnTo>
                    <a:pt x="1303574" y="2259741"/>
                  </a:lnTo>
                  <a:lnTo>
                    <a:pt x="1302912" y="2263488"/>
                  </a:lnTo>
                  <a:lnTo>
                    <a:pt x="1299558" y="2266968"/>
                  </a:lnTo>
                  <a:lnTo>
                    <a:pt x="1304437" y="2277453"/>
                  </a:lnTo>
                  <a:lnTo>
                    <a:pt x="1314436" y="2284298"/>
                  </a:lnTo>
                  <a:lnTo>
                    <a:pt x="1321490" y="2292878"/>
                  </a:lnTo>
                  <a:lnTo>
                    <a:pt x="1349851" y="2304175"/>
                  </a:lnTo>
                  <a:lnTo>
                    <a:pt x="1356724" y="2303851"/>
                  </a:lnTo>
                  <a:lnTo>
                    <a:pt x="1363488" y="2315225"/>
                  </a:lnTo>
                  <a:lnTo>
                    <a:pt x="1368940" y="2319136"/>
                  </a:lnTo>
                  <a:lnTo>
                    <a:pt x="1374191" y="2321124"/>
                  </a:lnTo>
                  <a:lnTo>
                    <a:pt x="1373591" y="2328948"/>
                  </a:lnTo>
                  <a:lnTo>
                    <a:pt x="1364263" y="2334676"/>
                  </a:lnTo>
                  <a:lnTo>
                    <a:pt x="1361742" y="2341509"/>
                  </a:lnTo>
                  <a:lnTo>
                    <a:pt x="1359395" y="2345351"/>
                  </a:lnTo>
                  <a:lnTo>
                    <a:pt x="1355189" y="2340486"/>
                  </a:lnTo>
                  <a:lnTo>
                    <a:pt x="1350869" y="2336962"/>
                  </a:lnTo>
                  <a:lnTo>
                    <a:pt x="1340869" y="2347681"/>
                  </a:lnTo>
                  <a:lnTo>
                    <a:pt x="1336048" y="2349936"/>
                  </a:lnTo>
                  <a:lnTo>
                    <a:pt x="1338440" y="2338378"/>
                  </a:lnTo>
                  <a:lnTo>
                    <a:pt x="1334663" y="2333850"/>
                  </a:lnTo>
                  <a:lnTo>
                    <a:pt x="1328952" y="2322261"/>
                  </a:lnTo>
                  <a:lnTo>
                    <a:pt x="1320632" y="2315091"/>
                  </a:lnTo>
                  <a:lnTo>
                    <a:pt x="1314772" y="2312716"/>
                  </a:lnTo>
                  <a:lnTo>
                    <a:pt x="1310209" y="2308182"/>
                  </a:lnTo>
                  <a:lnTo>
                    <a:pt x="1304685" y="2306347"/>
                  </a:lnTo>
                  <a:lnTo>
                    <a:pt x="1299972" y="2306817"/>
                  </a:lnTo>
                  <a:lnTo>
                    <a:pt x="1291993" y="2304175"/>
                  </a:lnTo>
                  <a:lnTo>
                    <a:pt x="1291466" y="2298009"/>
                  </a:lnTo>
                  <a:lnTo>
                    <a:pt x="1289254" y="2293392"/>
                  </a:lnTo>
                  <a:lnTo>
                    <a:pt x="1283011" y="2287943"/>
                  </a:lnTo>
                  <a:lnTo>
                    <a:pt x="1253183" y="2277649"/>
                  </a:lnTo>
                  <a:lnTo>
                    <a:pt x="1253002" y="2281910"/>
                  </a:lnTo>
                  <a:lnTo>
                    <a:pt x="1255069" y="2285117"/>
                  </a:lnTo>
                  <a:lnTo>
                    <a:pt x="1259353" y="2287251"/>
                  </a:lnTo>
                  <a:lnTo>
                    <a:pt x="1264480" y="2291404"/>
                  </a:lnTo>
                  <a:lnTo>
                    <a:pt x="1264433" y="2303705"/>
                  </a:lnTo>
                  <a:lnTo>
                    <a:pt x="1262216" y="2308912"/>
                  </a:lnTo>
                  <a:lnTo>
                    <a:pt x="1261265" y="2316330"/>
                  </a:lnTo>
                  <a:lnTo>
                    <a:pt x="1259291" y="2323868"/>
                  </a:lnTo>
                  <a:lnTo>
                    <a:pt x="1255643" y="2329811"/>
                  </a:lnTo>
                  <a:lnTo>
                    <a:pt x="1247499" y="2333863"/>
                  </a:lnTo>
                  <a:lnTo>
                    <a:pt x="1243907" y="2330472"/>
                  </a:lnTo>
                  <a:lnTo>
                    <a:pt x="1238099" y="2314240"/>
                  </a:lnTo>
                  <a:lnTo>
                    <a:pt x="1229887" y="2309128"/>
                  </a:lnTo>
                  <a:lnTo>
                    <a:pt x="1216839" y="2308525"/>
                  </a:lnTo>
                  <a:lnTo>
                    <a:pt x="1207976" y="2312195"/>
                  </a:lnTo>
                  <a:lnTo>
                    <a:pt x="1198317" y="2327919"/>
                  </a:lnTo>
                  <a:lnTo>
                    <a:pt x="1190535" y="2330491"/>
                  </a:lnTo>
                  <a:lnTo>
                    <a:pt x="1163895" y="2322343"/>
                  </a:lnTo>
                  <a:lnTo>
                    <a:pt x="1133478" y="2309928"/>
                  </a:lnTo>
                  <a:lnTo>
                    <a:pt x="1134263" y="2305794"/>
                  </a:lnTo>
                  <a:lnTo>
                    <a:pt x="1139049" y="2304467"/>
                  </a:lnTo>
                  <a:lnTo>
                    <a:pt x="1148227" y="2306163"/>
                  </a:lnTo>
                  <a:lnTo>
                    <a:pt x="1147741" y="2301902"/>
                  </a:lnTo>
                  <a:lnTo>
                    <a:pt x="1138361" y="2288032"/>
                  </a:lnTo>
                  <a:lnTo>
                    <a:pt x="1136641" y="2281771"/>
                  </a:lnTo>
                  <a:lnTo>
                    <a:pt x="1137850" y="2274131"/>
                  </a:lnTo>
                  <a:lnTo>
                    <a:pt x="1134791" y="2274303"/>
                  </a:lnTo>
                  <a:lnTo>
                    <a:pt x="1129158" y="2280717"/>
                  </a:lnTo>
                  <a:lnTo>
                    <a:pt x="1109763" y="2275281"/>
                  </a:lnTo>
                  <a:lnTo>
                    <a:pt x="1104410" y="2268784"/>
                  </a:lnTo>
                  <a:lnTo>
                    <a:pt x="1093015" y="2250476"/>
                  </a:lnTo>
                  <a:lnTo>
                    <a:pt x="1076933" y="2249879"/>
                  </a:lnTo>
                  <a:lnTo>
                    <a:pt x="1069657" y="2238779"/>
                  </a:lnTo>
                  <a:lnTo>
                    <a:pt x="1056515" y="2243427"/>
                  </a:lnTo>
                  <a:lnTo>
                    <a:pt x="1049859" y="2248571"/>
                  </a:lnTo>
                  <a:lnTo>
                    <a:pt x="1044009" y="2256541"/>
                  </a:lnTo>
                  <a:lnTo>
                    <a:pt x="1046288" y="2260675"/>
                  </a:lnTo>
                  <a:lnTo>
                    <a:pt x="1052117" y="2267241"/>
                  </a:lnTo>
                  <a:lnTo>
                    <a:pt x="1049456" y="2270410"/>
                  </a:lnTo>
                  <a:lnTo>
                    <a:pt x="1030744" y="2275090"/>
                  </a:lnTo>
                  <a:lnTo>
                    <a:pt x="987304" y="2269857"/>
                  </a:lnTo>
                  <a:lnTo>
                    <a:pt x="974601" y="2264968"/>
                  </a:lnTo>
                  <a:lnTo>
                    <a:pt x="957553" y="2254629"/>
                  </a:lnTo>
                  <a:lnTo>
                    <a:pt x="933921" y="2246202"/>
                  </a:lnTo>
                  <a:lnTo>
                    <a:pt x="922542" y="2244843"/>
                  </a:lnTo>
                  <a:lnTo>
                    <a:pt x="911400" y="2246513"/>
                  </a:lnTo>
                  <a:lnTo>
                    <a:pt x="878978" y="2247377"/>
                  </a:lnTo>
                  <a:lnTo>
                    <a:pt x="871454" y="2249619"/>
                  </a:lnTo>
                  <a:lnTo>
                    <a:pt x="865046" y="2253200"/>
                  </a:lnTo>
                  <a:lnTo>
                    <a:pt x="860891" y="2249238"/>
                  </a:lnTo>
                  <a:lnTo>
                    <a:pt x="858968" y="2242163"/>
                  </a:lnTo>
                  <a:lnTo>
                    <a:pt x="862731" y="2241014"/>
                  </a:lnTo>
                  <a:lnTo>
                    <a:pt x="866916" y="2236854"/>
                  </a:lnTo>
                  <a:lnTo>
                    <a:pt x="870694" y="2228631"/>
                  </a:lnTo>
                  <a:lnTo>
                    <a:pt x="871123" y="2223658"/>
                  </a:lnTo>
                  <a:lnTo>
                    <a:pt x="868482" y="2220413"/>
                  </a:lnTo>
                  <a:lnTo>
                    <a:pt x="863459" y="2220089"/>
                  </a:lnTo>
                  <a:lnTo>
                    <a:pt x="852364" y="2241516"/>
                  </a:lnTo>
                  <a:lnTo>
                    <a:pt x="858705" y="2253524"/>
                  </a:lnTo>
                  <a:lnTo>
                    <a:pt x="858271" y="2257855"/>
                  </a:lnTo>
                  <a:lnTo>
                    <a:pt x="836132" y="2260319"/>
                  </a:lnTo>
                  <a:lnTo>
                    <a:pt x="785881" y="2284495"/>
                  </a:lnTo>
                  <a:lnTo>
                    <a:pt x="766285" y="2297532"/>
                  </a:lnTo>
                  <a:lnTo>
                    <a:pt x="767288" y="2293144"/>
                  </a:lnTo>
                  <a:lnTo>
                    <a:pt x="790982" y="2276246"/>
                  </a:lnTo>
                  <a:lnTo>
                    <a:pt x="782615" y="2273661"/>
                  </a:lnTo>
                  <a:lnTo>
                    <a:pt x="769143" y="2277884"/>
                  </a:lnTo>
                  <a:lnTo>
                    <a:pt x="764311" y="2276259"/>
                  </a:lnTo>
                  <a:lnTo>
                    <a:pt x="770016" y="2262288"/>
                  </a:lnTo>
                  <a:lnTo>
                    <a:pt x="768156" y="2249968"/>
                  </a:lnTo>
                  <a:lnTo>
                    <a:pt x="758591" y="2249631"/>
                  </a:lnTo>
                  <a:lnTo>
                    <a:pt x="752498" y="2259468"/>
                  </a:lnTo>
                  <a:lnTo>
                    <a:pt x="748265" y="2259049"/>
                  </a:lnTo>
                  <a:lnTo>
                    <a:pt x="742720" y="2254832"/>
                  </a:lnTo>
                  <a:lnTo>
                    <a:pt x="738426" y="2256166"/>
                  </a:lnTo>
                  <a:lnTo>
                    <a:pt x="741604" y="2278456"/>
                  </a:lnTo>
                  <a:lnTo>
                    <a:pt x="747630" y="2287626"/>
                  </a:lnTo>
                  <a:lnTo>
                    <a:pt x="752668" y="2299317"/>
                  </a:lnTo>
                  <a:lnTo>
                    <a:pt x="738907" y="2313764"/>
                  </a:lnTo>
                  <a:lnTo>
                    <a:pt x="726127" y="2325684"/>
                  </a:lnTo>
                  <a:lnTo>
                    <a:pt x="724742" y="2337203"/>
                  </a:lnTo>
                  <a:lnTo>
                    <a:pt x="711900" y="2352209"/>
                  </a:lnTo>
                  <a:lnTo>
                    <a:pt x="699818" y="2360719"/>
                  </a:lnTo>
                  <a:lnTo>
                    <a:pt x="671432" y="2380723"/>
                  </a:lnTo>
                  <a:lnTo>
                    <a:pt x="663334" y="2385003"/>
                  </a:lnTo>
                  <a:lnTo>
                    <a:pt x="650523" y="2394287"/>
                  </a:lnTo>
                  <a:lnTo>
                    <a:pt x="632849" y="2401247"/>
                  </a:lnTo>
                  <a:lnTo>
                    <a:pt x="615904" y="2412297"/>
                  </a:lnTo>
                  <a:lnTo>
                    <a:pt x="610189" y="2413973"/>
                  </a:lnTo>
                  <a:lnTo>
                    <a:pt x="621010" y="2404619"/>
                  </a:lnTo>
                  <a:lnTo>
                    <a:pt x="633842" y="2395379"/>
                  </a:lnTo>
                  <a:lnTo>
                    <a:pt x="622834" y="2396643"/>
                  </a:lnTo>
                  <a:lnTo>
                    <a:pt x="605869" y="2392363"/>
                  </a:lnTo>
                  <a:lnTo>
                    <a:pt x="595487" y="2392115"/>
                  </a:lnTo>
                  <a:lnTo>
                    <a:pt x="595414" y="2395487"/>
                  </a:lnTo>
                  <a:lnTo>
                    <a:pt x="587518" y="2400250"/>
                  </a:lnTo>
                  <a:lnTo>
                    <a:pt x="579338" y="2393252"/>
                  </a:lnTo>
                  <a:lnTo>
                    <a:pt x="575772" y="2388546"/>
                  </a:lnTo>
                  <a:lnTo>
                    <a:pt x="574082" y="2384482"/>
                  </a:lnTo>
                  <a:lnTo>
                    <a:pt x="570609" y="2383498"/>
                  </a:lnTo>
                  <a:lnTo>
                    <a:pt x="567271" y="2385384"/>
                  </a:lnTo>
                  <a:lnTo>
                    <a:pt x="579482" y="2414005"/>
                  </a:lnTo>
                  <a:lnTo>
                    <a:pt x="584686" y="2415243"/>
                  </a:lnTo>
                  <a:lnTo>
                    <a:pt x="590443" y="2418088"/>
                  </a:lnTo>
                  <a:lnTo>
                    <a:pt x="583275" y="2424756"/>
                  </a:lnTo>
                  <a:lnTo>
                    <a:pt x="575560" y="2429817"/>
                  </a:lnTo>
                  <a:lnTo>
                    <a:pt x="563426" y="2433177"/>
                  </a:lnTo>
                  <a:lnTo>
                    <a:pt x="553142" y="2422730"/>
                  </a:lnTo>
                  <a:lnTo>
                    <a:pt x="550915" y="2435838"/>
                  </a:lnTo>
                  <a:lnTo>
                    <a:pt x="549613" y="2448926"/>
                  </a:lnTo>
                  <a:lnTo>
                    <a:pt x="546161" y="2452285"/>
                  </a:lnTo>
                  <a:lnTo>
                    <a:pt x="540647" y="2457073"/>
                  </a:lnTo>
                  <a:lnTo>
                    <a:pt x="537655" y="2453460"/>
                  </a:lnTo>
                  <a:lnTo>
                    <a:pt x="536234" y="2448399"/>
                  </a:lnTo>
                  <a:lnTo>
                    <a:pt x="532704" y="2452914"/>
                  </a:lnTo>
                  <a:lnTo>
                    <a:pt x="527536" y="2456305"/>
                  </a:lnTo>
                  <a:lnTo>
                    <a:pt x="519010" y="2456984"/>
                  </a:lnTo>
                  <a:lnTo>
                    <a:pt x="512612" y="2458794"/>
                  </a:lnTo>
                  <a:lnTo>
                    <a:pt x="512762" y="2464217"/>
                  </a:lnTo>
                  <a:lnTo>
                    <a:pt x="514224" y="2469666"/>
                  </a:lnTo>
                  <a:lnTo>
                    <a:pt x="525542" y="2465361"/>
                  </a:lnTo>
                  <a:lnTo>
                    <a:pt x="521438" y="2479376"/>
                  </a:lnTo>
                  <a:lnTo>
                    <a:pt x="511031" y="2493226"/>
                  </a:lnTo>
                  <a:lnTo>
                    <a:pt x="502550" y="2496497"/>
                  </a:lnTo>
                  <a:lnTo>
                    <a:pt x="489579" y="2494471"/>
                  </a:lnTo>
                  <a:lnTo>
                    <a:pt x="486375" y="2495861"/>
                  </a:lnTo>
                  <a:lnTo>
                    <a:pt x="483507" y="2498738"/>
                  </a:lnTo>
                  <a:lnTo>
                    <a:pt x="498618" y="2520406"/>
                  </a:lnTo>
                  <a:lnTo>
                    <a:pt x="488908" y="2553085"/>
                  </a:lnTo>
                  <a:lnTo>
                    <a:pt x="482701" y="2564928"/>
                  </a:lnTo>
                  <a:lnTo>
                    <a:pt x="478396" y="2566446"/>
                  </a:lnTo>
                  <a:lnTo>
                    <a:pt x="473730" y="2566789"/>
                  </a:lnTo>
                  <a:lnTo>
                    <a:pt x="456981" y="2556260"/>
                  </a:lnTo>
                  <a:lnTo>
                    <a:pt x="447845" y="2548119"/>
                  </a:lnTo>
                  <a:lnTo>
                    <a:pt x="455896" y="2570275"/>
                  </a:lnTo>
                  <a:lnTo>
                    <a:pt x="477833" y="2576746"/>
                  </a:lnTo>
                  <a:lnTo>
                    <a:pt x="478955" y="2585129"/>
                  </a:lnTo>
                  <a:lnTo>
                    <a:pt x="478831" y="2592292"/>
                  </a:lnTo>
                  <a:lnTo>
                    <a:pt x="474510" y="2600700"/>
                  </a:lnTo>
                  <a:lnTo>
                    <a:pt x="470469" y="2611870"/>
                  </a:lnTo>
                  <a:lnTo>
                    <a:pt x="473451" y="2619650"/>
                  </a:lnTo>
                  <a:lnTo>
                    <a:pt x="476913" y="2638885"/>
                  </a:lnTo>
                  <a:lnTo>
                    <a:pt x="479874" y="2647712"/>
                  </a:lnTo>
                  <a:lnTo>
                    <a:pt x="483130" y="2674492"/>
                  </a:lnTo>
                  <a:lnTo>
                    <a:pt x="486592" y="2686106"/>
                  </a:lnTo>
                  <a:lnTo>
                    <a:pt x="506535" y="2728851"/>
                  </a:lnTo>
                  <a:lnTo>
                    <a:pt x="513258" y="2729181"/>
                  </a:lnTo>
                  <a:lnTo>
                    <a:pt x="514338" y="2733811"/>
                  </a:lnTo>
                  <a:lnTo>
                    <a:pt x="513697" y="2742688"/>
                  </a:lnTo>
                  <a:lnTo>
                    <a:pt x="499352" y="2745273"/>
                  </a:lnTo>
                  <a:lnTo>
                    <a:pt x="493331" y="2749229"/>
                  </a:lnTo>
                  <a:lnTo>
                    <a:pt x="492158" y="2752665"/>
                  </a:lnTo>
                  <a:lnTo>
                    <a:pt x="491269" y="2754519"/>
                  </a:lnTo>
                  <a:lnTo>
                    <a:pt x="489419" y="2754348"/>
                  </a:lnTo>
                  <a:lnTo>
                    <a:pt x="482577" y="2751877"/>
                  </a:lnTo>
                  <a:lnTo>
                    <a:pt x="467022" y="2739735"/>
                  </a:lnTo>
                  <a:lnTo>
                    <a:pt x="444357" y="2732210"/>
                  </a:lnTo>
                  <a:lnTo>
                    <a:pt x="414575" y="2729295"/>
                  </a:lnTo>
                  <a:lnTo>
                    <a:pt x="394230" y="2723218"/>
                  </a:lnTo>
                  <a:lnTo>
                    <a:pt x="383321" y="2713959"/>
                  </a:lnTo>
                  <a:lnTo>
                    <a:pt x="371916" y="2708473"/>
                  </a:lnTo>
                  <a:lnTo>
                    <a:pt x="360019" y="2706745"/>
                  </a:lnTo>
                  <a:lnTo>
                    <a:pt x="350165" y="2701722"/>
                  </a:lnTo>
                  <a:lnTo>
                    <a:pt x="342351" y="2693403"/>
                  </a:lnTo>
                  <a:lnTo>
                    <a:pt x="330925" y="2688094"/>
                  </a:lnTo>
                  <a:lnTo>
                    <a:pt x="315887" y="2685789"/>
                  </a:lnTo>
                  <a:lnTo>
                    <a:pt x="306099" y="2679553"/>
                  </a:lnTo>
                  <a:lnTo>
                    <a:pt x="299293" y="2664306"/>
                  </a:lnTo>
                  <a:lnTo>
                    <a:pt x="299262" y="2664077"/>
                  </a:lnTo>
                  <a:lnTo>
                    <a:pt x="293170" y="2638586"/>
                  </a:lnTo>
                  <a:lnTo>
                    <a:pt x="285496" y="2622615"/>
                  </a:lnTo>
                  <a:lnTo>
                    <a:pt x="270561" y="2602853"/>
                  </a:lnTo>
                  <a:lnTo>
                    <a:pt x="269186" y="2600249"/>
                  </a:lnTo>
                  <a:lnTo>
                    <a:pt x="269062" y="2596998"/>
                  </a:lnTo>
                  <a:lnTo>
                    <a:pt x="270912" y="2585497"/>
                  </a:lnTo>
                  <a:lnTo>
                    <a:pt x="269336" y="2577229"/>
                  </a:lnTo>
                  <a:lnTo>
                    <a:pt x="264608" y="2570491"/>
                  </a:lnTo>
                  <a:lnTo>
                    <a:pt x="263522" y="2563360"/>
                  </a:lnTo>
                  <a:lnTo>
                    <a:pt x="266086" y="2555854"/>
                  </a:lnTo>
                  <a:lnTo>
                    <a:pt x="266251" y="2546836"/>
                  </a:lnTo>
                  <a:lnTo>
                    <a:pt x="264024" y="2536307"/>
                  </a:lnTo>
                  <a:lnTo>
                    <a:pt x="254500" y="2524921"/>
                  </a:lnTo>
                  <a:lnTo>
                    <a:pt x="237679" y="2512690"/>
                  </a:lnTo>
                  <a:lnTo>
                    <a:pt x="223349" y="2494826"/>
                  </a:lnTo>
                  <a:lnTo>
                    <a:pt x="211520" y="2471343"/>
                  </a:lnTo>
                  <a:lnTo>
                    <a:pt x="199820" y="2455073"/>
                  </a:lnTo>
                  <a:lnTo>
                    <a:pt x="188249" y="2446011"/>
                  </a:lnTo>
                  <a:lnTo>
                    <a:pt x="180338" y="2434949"/>
                  </a:lnTo>
                  <a:lnTo>
                    <a:pt x="176079" y="2421886"/>
                  </a:lnTo>
                  <a:lnTo>
                    <a:pt x="174824" y="2414303"/>
                  </a:lnTo>
                  <a:lnTo>
                    <a:pt x="176560" y="2412208"/>
                  </a:lnTo>
                  <a:lnTo>
                    <a:pt x="169449" y="2397684"/>
                  </a:lnTo>
                  <a:lnTo>
                    <a:pt x="153491" y="2370746"/>
                  </a:lnTo>
                  <a:lnTo>
                    <a:pt x="144324" y="2351047"/>
                  </a:lnTo>
                  <a:lnTo>
                    <a:pt x="141962" y="2338594"/>
                  </a:lnTo>
                  <a:lnTo>
                    <a:pt x="131807" y="2323772"/>
                  </a:lnTo>
                  <a:lnTo>
                    <a:pt x="113865" y="2306582"/>
                  </a:lnTo>
                  <a:lnTo>
                    <a:pt x="104108" y="2295399"/>
                  </a:lnTo>
                  <a:lnTo>
                    <a:pt x="101711" y="2287632"/>
                  </a:lnTo>
                  <a:lnTo>
                    <a:pt x="73712" y="2265044"/>
                  </a:lnTo>
                  <a:lnTo>
                    <a:pt x="65578" y="2250933"/>
                  </a:lnTo>
                  <a:lnTo>
                    <a:pt x="59227" y="2246475"/>
                  </a:lnTo>
                  <a:lnTo>
                    <a:pt x="51935" y="2246958"/>
                  </a:lnTo>
                  <a:lnTo>
                    <a:pt x="48194" y="2245605"/>
                  </a:lnTo>
                  <a:lnTo>
                    <a:pt x="48008" y="2242417"/>
                  </a:lnTo>
                  <a:lnTo>
                    <a:pt x="45646" y="2242265"/>
                  </a:lnTo>
                  <a:lnTo>
                    <a:pt x="41104" y="2245161"/>
                  </a:lnTo>
                  <a:lnTo>
                    <a:pt x="26210" y="2245745"/>
                  </a:lnTo>
                  <a:lnTo>
                    <a:pt x="961" y="2244024"/>
                  </a:lnTo>
                  <a:lnTo>
                    <a:pt x="0" y="2243821"/>
                  </a:lnTo>
                  <a:lnTo>
                    <a:pt x="0" y="0"/>
                  </a:lnTo>
                  <a:lnTo>
                    <a:pt x="1773799" y="0"/>
                  </a:lnTo>
                  <a:lnTo>
                    <a:pt x="1791779" y="9112"/>
                  </a:lnTo>
                  <a:lnTo>
                    <a:pt x="1812321" y="19521"/>
                  </a:lnTo>
                  <a:lnTo>
                    <a:pt x="1817499" y="36825"/>
                  </a:lnTo>
                  <a:lnTo>
                    <a:pt x="1822542" y="53673"/>
                  </a:lnTo>
                  <a:lnTo>
                    <a:pt x="1834568" y="65904"/>
                  </a:lnTo>
                  <a:lnTo>
                    <a:pt x="1845575" y="77074"/>
                  </a:lnTo>
                  <a:lnTo>
                    <a:pt x="1851947" y="76490"/>
                  </a:lnTo>
                  <a:lnTo>
                    <a:pt x="1858412" y="71772"/>
                  </a:lnTo>
                  <a:lnTo>
                    <a:pt x="1862515" y="69498"/>
                  </a:lnTo>
                  <a:lnTo>
                    <a:pt x="1869393" y="69123"/>
                  </a:lnTo>
                  <a:lnTo>
                    <a:pt x="1884690" y="65085"/>
                  </a:lnTo>
                  <a:lnTo>
                    <a:pt x="1889211" y="65967"/>
                  </a:lnTo>
                  <a:lnTo>
                    <a:pt x="1891780" y="67987"/>
                  </a:lnTo>
                  <a:lnTo>
                    <a:pt x="1891992" y="71149"/>
                  </a:lnTo>
                  <a:lnTo>
                    <a:pt x="1891470" y="73664"/>
                  </a:lnTo>
                  <a:lnTo>
                    <a:pt x="1889103" y="78713"/>
                  </a:lnTo>
                  <a:lnTo>
                    <a:pt x="1892839" y="88333"/>
                  </a:lnTo>
                  <a:lnTo>
                    <a:pt x="1893625" y="99021"/>
                  </a:lnTo>
                  <a:lnTo>
                    <a:pt x="1895676" y="107099"/>
                  </a:lnTo>
                  <a:lnTo>
                    <a:pt x="1901939" y="117437"/>
                  </a:lnTo>
                  <a:lnTo>
                    <a:pt x="1907381" y="125515"/>
                  </a:lnTo>
                  <a:lnTo>
                    <a:pt x="1914233" y="127077"/>
                  </a:lnTo>
                  <a:lnTo>
                    <a:pt x="1930093" y="122372"/>
                  </a:lnTo>
                  <a:lnTo>
                    <a:pt x="1940031" y="120593"/>
                  </a:lnTo>
                  <a:lnTo>
                    <a:pt x="1945674" y="121362"/>
                  </a:lnTo>
                  <a:lnTo>
                    <a:pt x="1955327" y="128925"/>
                  </a:lnTo>
                  <a:lnTo>
                    <a:pt x="1960050" y="133472"/>
                  </a:lnTo>
                  <a:lnTo>
                    <a:pt x="1961177" y="137250"/>
                  </a:lnTo>
                  <a:lnTo>
                    <a:pt x="1948139" y="160340"/>
                  </a:lnTo>
                  <a:lnTo>
                    <a:pt x="1968815" y="171797"/>
                  </a:lnTo>
                  <a:lnTo>
                    <a:pt x="1991889" y="184320"/>
                  </a:lnTo>
                  <a:lnTo>
                    <a:pt x="2019402" y="199249"/>
                  </a:lnTo>
                  <a:lnTo>
                    <a:pt x="2036223" y="208388"/>
                  </a:lnTo>
                  <a:lnTo>
                    <a:pt x="2058377" y="221438"/>
                  </a:lnTo>
                  <a:lnTo>
                    <a:pt x="2062170" y="240032"/>
                  </a:lnTo>
                  <a:lnTo>
                    <a:pt x="2065364" y="255723"/>
                  </a:lnTo>
                  <a:lnTo>
                    <a:pt x="2069436" y="277600"/>
                  </a:lnTo>
                  <a:lnTo>
                    <a:pt x="2073585" y="299916"/>
                  </a:lnTo>
                  <a:lnTo>
                    <a:pt x="2077725" y="322148"/>
                  </a:lnTo>
                  <a:lnTo>
                    <a:pt x="2082112" y="345746"/>
                  </a:lnTo>
                  <a:lnTo>
                    <a:pt x="2086934" y="371669"/>
                  </a:lnTo>
                  <a:lnTo>
                    <a:pt x="2091218" y="394676"/>
                  </a:lnTo>
                  <a:lnTo>
                    <a:pt x="2095894" y="419792"/>
                  </a:lnTo>
                  <a:lnTo>
                    <a:pt x="2102111" y="452477"/>
                  </a:lnTo>
                  <a:lnTo>
                    <a:pt x="2096551" y="465070"/>
                  </a:lnTo>
                  <a:lnTo>
                    <a:pt x="2084443" y="492491"/>
                  </a:lnTo>
                  <a:lnTo>
                    <a:pt x="2073498" y="517277"/>
                  </a:lnTo>
                  <a:lnTo>
                    <a:pt x="2072541" y="524465"/>
                  </a:lnTo>
                  <a:lnTo>
                    <a:pt x="2065017" y="560606"/>
                  </a:lnTo>
                  <a:lnTo>
                    <a:pt x="2058987" y="575535"/>
                  </a:lnTo>
                  <a:lnTo>
                    <a:pt x="2048424" y="584204"/>
                  </a:lnTo>
                  <a:lnTo>
                    <a:pt x="2037938" y="592605"/>
                  </a:lnTo>
                  <a:lnTo>
                    <a:pt x="2024859" y="606684"/>
                  </a:lnTo>
                  <a:lnTo>
                    <a:pt x="2010472" y="613638"/>
                  </a:lnTo>
                  <a:lnTo>
                    <a:pt x="2003123" y="617727"/>
                  </a:lnTo>
                  <a:lnTo>
                    <a:pt x="1999273" y="624179"/>
                  </a:lnTo>
                  <a:lnTo>
                    <a:pt x="1995026" y="638322"/>
                  </a:lnTo>
                  <a:lnTo>
                    <a:pt x="1995842" y="659919"/>
                  </a:lnTo>
                  <a:lnTo>
                    <a:pt x="2007692" y="678507"/>
                  </a:lnTo>
                  <a:lnTo>
                    <a:pt x="2025024" y="688902"/>
                  </a:lnTo>
                  <a:lnTo>
                    <a:pt x="2043669" y="699025"/>
                  </a:lnTo>
                  <a:lnTo>
                    <a:pt x="2070232" y="699069"/>
                  </a:lnTo>
                  <a:lnTo>
                    <a:pt x="2094122" y="685562"/>
                  </a:lnTo>
                  <a:lnTo>
                    <a:pt x="2119433" y="671255"/>
                  </a:lnTo>
                  <a:lnTo>
                    <a:pt x="2142001" y="658497"/>
                  </a:lnTo>
                  <a:lnTo>
                    <a:pt x="2168842" y="643326"/>
                  </a:lnTo>
                  <a:lnTo>
                    <a:pt x="2193151" y="629577"/>
                  </a:lnTo>
                  <a:lnTo>
                    <a:pt x="2219548" y="624637"/>
                  </a:lnTo>
                  <a:lnTo>
                    <a:pt x="2256125" y="617797"/>
                  </a:lnTo>
                  <a:lnTo>
                    <a:pt x="2302169" y="609180"/>
                  </a:lnTo>
                  <a:lnTo>
                    <a:pt x="2324587" y="599368"/>
                  </a:lnTo>
                  <a:lnTo>
                    <a:pt x="2353557" y="586687"/>
                  </a:lnTo>
                  <a:lnTo>
                    <a:pt x="2386977" y="572055"/>
                  </a:lnTo>
                  <a:lnTo>
                    <a:pt x="2415818" y="559431"/>
                  </a:lnTo>
                  <a:lnTo>
                    <a:pt x="2430319" y="552433"/>
                  </a:lnTo>
                  <a:lnTo>
                    <a:pt x="2440633" y="544450"/>
                  </a:lnTo>
                  <a:lnTo>
                    <a:pt x="2443191" y="538544"/>
                  </a:lnTo>
                  <a:lnTo>
                    <a:pt x="2442582" y="535153"/>
                  </a:lnTo>
                  <a:lnTo>
                    <a:pt x="2439920" y="531756"/>
                  </a:lnTo>
                  <a:lnTo>
                    <a:pt x="2436241" y="529247"/>
                  </a:lnTo>
                  <a:lnTo>
                    <a:pt x="2432970" y="527114"/>
                  </a:lnTo>
                  <a:lnTo>
                    <a:pt x="2431435" y="524472"/>
                  </a:lnTo>
                  <a:lnTo>
                    <a:pt x="2431130" y="518693"/>
                  </a:lnTo>
                  <a:lnTo>
                    <a:pt x="2429125" y="515372"/>
                  </a:lnTo>
                  <a:lnTo>
                    <a:pt x="2427213" y="512927"/>
                  </a:lnTo>
                  <a:lnTo>
                    <a:pt x="2427936" y="490561"/>
                  </a:lnTo>
                  <a:lnTo>
                    <a:pt x="2425414" y="483626"/>
                  </a:lnTo>
                  <a:lnTo>
                    <a:pt x="2416014" y="466048"/>
                  </a:lnTo>
                  <a:lnTo>
                    <a:pt x="2433941" y="458167"/>
                  </a:lnTo>
                  <a:lnTo>
                    <a:pt x="2450550" y="450858"/>
                  </a:lnTo>
                  <a:lnTo>
                    <a:pt x="2463795" y="445448"/>
                  </a:lnTo>
                  <a:lnTo>
                    <a:pt x="2491541" y="444597"/>
                  </a:lnTo>
                  <a:lnTo>
                    <a:pt x="2517307" y="444705"/>
                  </a:lnTo>
                  <a:lnTo>
                    <a:pt x="2552820" y="444851"/>
                  </a:lnTo>
                  <a:lnTo>
                    <a:pt x="2582741" y="444971"/>
                  </a:lnTo>
                  <a:lnTo>
                    <a:pt x="2617649" y="445117"/>
                  </a:lnTo>
                  <a:lnTo>
                    <a:pt x="2638113" y="445200"/>
                  </a:lnTo>
                  <a:lnTo>
                    <a:pt x="2664928" y="444946"/>
                  </a:lnTo>
                  <a:lnTo>
                    <a:pt x="2677997" y="424656"/>
                  </a:lnTo>
                  <a:lnTo>
                    <a:pt x="2689676" y="406513"/>
                  </a:lnTo>
                  <a:lnTo>
                    <a:pt x="2702539" y="389177"/>
                  </a:lnTo>
                  <a:lnTo>
                    <a:pt x="2725406" y="368824"/>
                  </a:lnTo>
                  <a:lnTo>
                    <a:pt x="2732047" y="365166"/>
                  </a:lnTo>
                  <a:lnTo>
                    <a:pt x="2735710" y="357139"/>
                  </a:lnTo>
                  <a:lnTo>
                    <a:pt x="2749570" y="349512"/>
                  </a:lnTo>
                  <a:lnTo>
                    <a:pt x="2764841" y="342438"/>
                  </a:lnTo>
                  <a:lnTo>
                    <a:pt x="2770830" y="335802"/>
                  </a:lnTo>
                  <a:lnTo>
                    <a:pt x="2773729" y="332023"/>
                  </a:lnTo>
                  <a:lnTo>
                    <a:pt x="2815076" y="296232"/>
                  </a:lnTo>
                  <a:lnTo>
                    <a:pt x="2838559" y="279702"/>
                  </a:lnTo>
                  <a:lnTo>
                    <a:pt x="2857953" y="270501"/>
                  </a:lnTo>
                  <a:lnTo>
                    <a:pt x="2872717" y="266106"/>
                  </a:lnTo>
                  <a:lnTo>
                    <a:pt x="2882686" y="266735"/>
                  </a:lnTo>
                  <a:lnTo>
                    <a:pt x="2888355" y="2661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8" name="pg3868"/>
            <p:cNvSpPr/>
            <p:nvPr/>
          </p:nvSpPr>
          <p:spPr>
            <a:xfrm>
              <a:off x="5359282" y="3307053"/>
              <a:ext cx="225302" cy="75760"/>
            </a:xfrm>
            <a:custGeom>
              <a:avLst/>
              <a:gdLst/>
              <a:ahLst/>
              <a:cxnLst/>
              <a:rect l="0" t="0" r="0" b="0"/>
              <a:pathLst>
                <a:path w="225302" h="75760">
                  <a:moveTo>
                    <a:pt x="153584" y="30132"/>
                  </a:moveTo>
                  <a:lnTo>
                    <a:pt x="160385" y="30983"/>
                  </a:lnTo>
                  <a:lnTo>
                    <a:pt x="166235" y="28513"/>
                  </a:lnTo>
                  <a:lnTo>
                    <a:pt x="171775" y="23521"/>
                  </a:lnTo>
                  <a:lnTo>
                    <a:pt x="184637" y="16771"/>
                  </a:lnTo>
                  <a:lnTo>
                    <a:pt x="195598" y="13818"/>
                  </a:lnTo>
                  <a:lnTo>
                    <a:pt x="199050" y="13208"/>
                  </a:lnTo>
                  <a:lnTo>
                    <a:pt x="204275" y="17946"/>
                  </a:lnTo>
                  <a:lnTo>
                    <a:pt x="214641" y="14142"/>
                  </a:lnTo>
                  <a:lnTo>
                    <a:pt x="225302" y="12008"/>
                  </a:lnTo>
                  <a:lnTo>
                    <a:pt x="179185" y="33669"/>
                  </a:lnTo>
                  <a:lnTo>
                    <a:pt x="169754" y="36108"/>
                  </a:lnTo>
                  <a:lnTo>
                    <a:pt x="156261" y="42560"/>
                  </a:lnTo>
                  <a:lnTo>
                    <a:pt x="143507" y="47132"/>
                  </a:lnTo>
                  <a:lnTo>
                    <a:pt x="134324" y="48796"/>
                  </a:lnTo>
                  <a:lnTo>
                    <a:pt x="88662" y="64875"/>
                  </a:lnTo>
                  <a:lnTo>
                    <a:pt x="85040" y="65224"/>
                  </a:lnTo>
                  <a:lnTo>
                    <a:pt x="81122" y="63656"/>
                  </a:lnTo>
                  <a:lnTo>
                    <a:pt x="43512" y="71937"/>
                  </a:lnTo>
                  <a:lnTo>
                    <a:pt x="28076" y="72870"/>
                  </a:lnTo>
                  <a:lnTo>
                    <a:pt x="14020" y="75760"/>
                  </a:lnTo>
                  <a:lnTo>
                    <a:pt x="24417" y="69092"/>
                  </a:lnTo>
                  <a:lnTo>
                    <a:pt x="24644" y="66596"/>
                  </a:lnTo>
                  <a:lnTo>
                    <a:pt x="22159" y="64646"/>
                  </a:lnTo>
                  <a:lnTo>
                    <a:pt x="16598" y="65212"/>
                  </a:lnTo>
                  <a:lnTo>
                    <a:pt x="10903" y="72076"/>
                  </a:lnTo>
                  <a:lnTo>
                    <a:pt x="1813" y="74369"/>
                  </a:lnTo>
                  <a:lnTo>
                    <a:pt x="0" y="66895"/>
                  </a:lnTo>
                  <a:lnTo>
                    <a:pt x="3033" y="61109"/>
                  </a:lnTo>
                  <a:lnTo>
                    <a:pt x="7141" y="55623"/>
                  </a:lnTo>
                  <a:lnTo>
                    <a:pt x="16169" y="46999"/>
                  </a:lnTo>
                  <a:lnTo>
                    <a:pt x="29083" y="41531"/>
                  </a:lnTo>
                  <a:lnTo>
                    <a:pt x="35646" y="36806"/>
                  </a:lnTo>
                  <a:lnTo>
                    <a:pt x="40194" y="40966"/>
                  </a:lnTo>
                  <a:lnTo>
                    <a:pt x="41191" y="35346"/>
                  </a:lnTo>
                  <a:lnTo>
                    <a:pt x="44690" y="32101"/>
                  </a:lnTo>
                  <a:lnTo>
                    <a:pt x="48493" y="30354"/>
                  </a:lnTo>
                  <a:lnTo>
                    <a:pt x="57640" y="30310"/>
                  </a:lnTo>
                  <a:lnTo>
                    <a:pt x="62565" y="29427"/>
                  </a:lnTo>
                  <a:lnTo>
                    <a:pt x="66126" y="27560"/>
                  </a:lnTo>
                  <a:lnTo>
                    <a:pt x="69779" y="27211"/>
                  </a:lnTo>
                  <a:lnTo>
                    <a:pt x="79784" y="29757"/>
                  </a:lnTo>
                  <a:lnTo>
                    <a:pt x="89556" y="29027"/>
                  </a:lnTo>
                  <a:lnTo>
                    <a:pt x="97447" y="25509"/>
                  </a:lnTo>
                  <a:lnTo>
                    <a:pt x="105648" y="24328"/>
                  </a:lnTo>
                  <a:lnTo>
                    <a:pt x="127343" y="23534"/>
                  </a:lnTo>
                  <a:lnTo>
                    <a:pt x="148902" y="20962"/>
                  </a:lnTo>
                  <a:lnTo>
                    <a:pt x="157522" y="16390"/>
                  </a:lnTo>
                  <a:lnTo>
                    <a:pt x="175630" y="3575"/>
                  </a:lnTo>
                  <a:lnTo>
                    <a:pt x="186048" y="0"/>
                  </a:lnTo>
                  <a:lnTo>
                    <a:pt x="169826" y="14891"/>
                  </a:lnTo>
                  <a:lnTo>
                    <a:pt x="161108" y="217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9" name="pg3869"/>
            <p:cNvSpPr/>
            <p:nvPr/>
          </p:nvSpPr>
          <p:spPr>
            <a:xfrm>
              <a:off x="5954108" y="2877417"/>
              <a:ext cx="23756" cy="26893"/>
            </a:xfrm>
            <a:custGeom>
              <a:avLst/>
              <a:gdLst/>
              <a:ahLst/>
              <a:cxnLst/>
              <a:rect l="0" t="0" r="0" b="0"/>
              <a:pathLst>
                <a:path w="23756" h="26893">
                  <a:moveTo>
                    <a:pt x="17596" y="18663"/>
                  </a:moveTo>
                  <a:lnTo>
                    <a:pt x="10841" y="17558"/>
                  </a:lnTo>
                  <a:lnTo>
                    <a:pt x="10981" y="24423"/>
                  </a:lnTo>
                  <a:lnTo>
                    <a:pt x="10226" y="26893"/>
                  </a:lnTo>
                  <a:lnTo>
                    <a:pt x="2744" y="23363"/>
                  </a:lnTo>
                  <a:lnTo>
                    <a:pt x="0" y="21089"/>
                  </a:lnTo>
                  <a:lnTo>
                    <a:pt x="237" y="11995"/>
                  </a:lnTo>
                  <a:lnTo>
                    <a:pt x="6847" y="3397"/>
                  </a:lnTo>
                  <a:lnTo>
                    <a:pt x="11885" y="0"/>
                  </a:lnTo>
                  <a:lnTo>
                    <a:pt x="18381" y="2355"/>
                  </a:lnTo>
                  <a:lnTo>
                    <a:pt x="23368" y="11983"/>
                  </a:lnTo>
                  <a:lnTo>
                    <a:pt x="23756" y="1612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0" name="pg3870"/>
            <p:cNvSpPr/>
            <p:nvPr/>
          </p:nvSpPr>
          <p:spPr>
            <a:xfrm>
              <a:off x="5337706" y="3371376"/>
              <a:ext cx="17833" cy="18174"/>
            </a:xfrm>
            <a:custGeom>
              <a:avLst/>
              <a:gdLst/>
              <a:ahLst/>
              <a:cxnLst/>
              <a:rect l="0" t="0" r="0" b="0"/>
              <a:pathLst>
                <a:path w="17833" h="18174">
                  <a:moveTo>
                    <a:pt x="0" y="18174"/>
                  </a:moveTo>
                  <a:lnTo>
                    <a:pt x="5048" y="5702"/>
                  </a:lnTo>
                  <a:lnTo>
                    <a:pt x="14330" y="0"/>
                  </a:lnTo>
                  <a:lnTo>
                    <a:pt x="17689" y="1187"/>
                  </a:lnTo>
                  <a:lnTo>
                    <a:pt x="17833" y="5594"/>
                  </a:lnTo>
                  <a:lnTo>
                    <a:pt x="16531" y="9360"/>
                  </a:lnTo>
                  <a:lnTo>
                    <a:pt x="10304" y="15164"/>
                  </a:lnTo>
                  <a:lnTo>
                    <a:pt x="5054" y="176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1" name="pg3871"/>
            <p:cNvSpPr/>
            <p:nvPr/>
          </p:nvSpPr>
          <p:spPr>
            <a:xfrm>
              <a:off x="5698253" y="3267490"/>
              <a:ext cx="33791" cy="16879"/>
            </a:xfrm>
            <a:custGeom>
              <a:avLst/>
              <a:gdLst/>
              <a:ahLst/>
              <a:cxnLst/>
              <a:rect l="0" t="0" r="0" b="0"/>
              <a:pathLst>
                <a:path w="33791" h="16879">
                  <a:moveTo>
                    <a:pt x="4645" y="16879"/>
                  </a:moveTo>
                  <a:lnTo>
                    <a:pt x="0" y="12776"/>
                  </a:lnTo>
                  <a:lnTo>
                    <a:pt x="7270" y="10878"/>
                  </a:lnTo>
                  <a:lnTo>
                    <a:pt x="16454" y="1130"/>
                  </a:lnTo>
                  <a:lnTo>
                    <a:pt x="22562" y="0"/>
                  </a:lnTo>
                  <a:lnTo>
                    <a:pt x="32158" y="5518"/>
                  </a:lnTo>
                  <a:lnTo>
                    <a:pt x="33791" y="1052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2" name="pg3872"/>
            <p:cNvSpPr/>
            <p:nvPr/>
          </p:nvSpPr>
          <p:spPr>
            <a:xfrm>
              <a:off x="5643532" y="3241859"/>
              <a:ext cx="12087" cy="24671"/>
            </a:xfrm>
            <a:custGeom>
              <a:avLst/>
              <a:gdLst/>
              <a:ahLst/>
              <a:cxnLst/>
              <a:rect l="0" t="0" r="0" b="0"/>
              <a:pathLst>
                <a:path w="12087" h="24671">
                  <a:moveTo>
                    <a:pt x="5855" y="24671"/>
                  </a:moveTo>
                  <a:lnTo>
                    <a:pt x="0" y="24048"/>
                  </a:lnTo>
                  <a:lnTo>
                    <a:pt x="2971" y="19248"/>
                  </a:lnTo>
                  <a:lnTo>
                    <a:pt x="4103" y="12199"/>
                  </a:lnTo>
                  <a:lnTo>
                    <a:pt x="6991" y="4457"/>
                  </a:lnTo>
                  <a:lnTo>
                    <a:pt x="8655" y="2089"/>
                  </a:lnTo>
                  <a:lnTo>
                    <a:pt x="12087" y="0"/>
                  </a:lnTo>
                  <a:lnTo>
                    <a:pt x="11095" y="211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3" name="pg3873"/>
            <p:cNvSpPr/>
            <p:nvPr/>
          </p:nvSpPr>
          <p:spPr>
            <a:xfrm>
              <a:off x="5761346" y="3275262"/>
              <a:ext cx="27001" cy="19248"/>
            </a:xfrm>
            <a:custGeom>
              <a:avLst/>
              <a:gdLst/>
              <a:ahLst/>
              <a:cxnLst/>
              <a:rect l="0" t="0" r="0" b="0"/>
              <a:pathLst>
                <a:path w="27001" h="19248">
                  <a:moveTo>
                    <a:pt x="18836" y="19248"/>
                  </a:moveTo>
                  <a:lnTo>
                    <a:pt x="0" y="14453"/>
                  </a:lnTo>
                  <a:lnTo>
                    <a:pt x="15498" y="10389"/>
                  </a:lnTo>
                  <a:lnTo>
                    <a:pt x="18030" y="8973"/>
                  </a:lnTo>
                  <a:lnTo>
                    <a:pt x="20050" y="2997"/>
                  </a:lnTo>
                  <a:lnTo>
                    <a:pt x="20303" y="0"/>
                  </a:lnTo>
                  <a:lnTo>
                    <a:pt x="26190" y="12853"/>
                  </a:lnTo>
                  <a:lnTo>
                    <a:pt x="27001" y="1715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4" name="pg3874"/>
            <p:cNvSpPr/>
            <p:nvPr/>
          </p:nvSpPr>
          <p:spPr>
            <a:xfrm>
              <a:off x="5180933" y="3984239"/>
              <a:ext cx="8624" cy="14377"/>
            </a:xfrm>
            <a:custGeom>
              <a:avLst/>
              <a:gdLst/>
              <a:ahLst/>
              <a:cxnLst/>
              <a:rect l="0" t="0" r="0" b="0"/>
              <a:pathLst>
                <a:path w="8624" h="14377">
                  <a:moveTo>
                    <a:pt x="7028" y="14377"/>
                  </a:moveTo>
                  <a:lnTo>
                    <a:pt x="0" y="0"/>
                  </a:lnTo>
                  <a:lnTo>
                    <a:pt x="7229" y="4648"/>
                  </a:lnTo>
                  <a:lnTo>
                    <a:pt x="8521" y="8515"/>
                  </a:lnTo>
                  <a:lnTo>
                    <a:pt x="8624" y="117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5" name="pg3875"/>
            <p:cNvSpPr/>
            <p:nvPr/>
          </p:nvSpPr>
          <p:spPr>
            <a:xfrm>
              <a:off x="5183801" y="4007259"/>
              <a:ext cx="24727" cy="72349"/>
            </a:xfrm>
            <a:custGeom>
              <a:avLst/>
              <a:gdLst/>
              <a:ahLst/>
              <a:cxnLst/>
              <a:rect l="0" t="0" r="0" b="0"/>
              <a:pathLst>
                <a:path w="24727" h="72349">
                  <a:moveTo>
                    <a:pt x="1250" y="72349"/>
                  </a:moveTo>
                  <a:lnTo>
                    <a:pt x="0" y="71213"/>
                  </a:lnTo>
                  <a:lnTo>
                    <a:pt x="16267" y="63796"/>
                  </a:lnTo>
                  <a:lnTo>
                    <a:pt x="21399" y="37670"/>
                  </a:lnTo>
                  <a:lnTo>
                    <a:pt x="22102" y="25623"/>
                  </a:lnTo>
                  <a:lnTo>
                    <a:pt x="19663" y="4388"/>
                  </a:lnTo>
                  <a:lnTo>
                    <a:pt x="19745" y="0"/>
                  </a:lnTo>
                  <a:lnTo>
                    <a:pt x="22391" y="6845"/>
                  </a:lnTo>
                  <a:lnTo>
                    <a:pt x="24727" y="26658"/>
                  </a:lnTo>
                  <a:lnTo>
                    <a:pt x="23849" y="41683"/>
                  </a:lnTo>
                  <a:lnTo>
                    <a:pt x="19130" y="63573"/>
                  </a:lnTo>
                  <a:lnTo>
                    <a:pt x="15446" y="6880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6" name="pg3876"/>
            <p:cNvSpPr/>
            <p:nvPr/>
          </p:nvSpPr>
          <p:spPr>
            <a:xfrm>
              <a:off x="5152676" y="4082556"/>
              <a:ext cx="21404" cy="9277"/>
            </a:xfrm>
            <a:custGeom>
              <a:avLst/>
              <a:gdLst/>
              <a:ahLst/>
              <a:cxnLst/>
              <a:rect l="0" t="0" r="0" b="0"/>
              <a:pathLst>
                <a:path w="21404" h="9277">
                  <a:moveTo>
                    <a:pt x="2170" y="9277"/>
                  </a:moveTo>
                  <a:lnTo>
                    <a:pt x="0" y="8725"/>
                  </a:lnTo>
                  <a:lnTo>
                    <a:pt x="12619" y="2089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7" name="pg3877"/>
            <p:cNvSpPr/>
            <p:nvPr/>
          </p:nvSpPr>
          <p:spPr>
            <a:xfrm>
              <a:off x="5095061" y="4115235"/>
              <a:ext cx="33993" cy="39982"/>
            </a:xfrm>
            <a:custGeom>
              <a:avLst/>
              <a:gdLst/>
              <a:ahLst/>
              <a:cxnLst/>
              <a:rect l="0" t="0" r="0" b="0"/>
              <a:pathLst>
                <a:path w="33993" h="39982">
                  <a:moveTo>
                    <a:pt x="0" y="39982"/>
                  </a:moveTo>
                  <a:lnTo>
                    <a:pt x="9689" y="23744"/>
                  </a:lnTo>
                  <a:lnTo>
                    <a:pt x="28825" y="3149"/>
                  </a:lnTo>
                  <a:lnTo>
                    <a:pt x="33993" y="0"/>
                  </a:lnTo>
                  <a:lnTo>
                    <a:pt x="18081" y="17590"/>
                  </a:lnTo>
                  <a:lnTo>
                    <a:pt x="2635" y="3848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8" name="pg3878"/>
            <p:cNvSpPr/>
            <p:nvPr/>
          </p:nvSpPr>
          <p:spPr>
            <a:xfrm>
              <a:off x="4494680" y="5206518"/>
              <a:ext cx="17373" cy="15672"/>
            </a:xfrm>
            <a:custGeom>
              <a:avLst/>
              <a:gdLst/>
              <a:ahLst/>
              <a:cxnLst/>
              <a:rect l="0" t="0" r="0" b="0"/>
              <a:pathLst>
                <a:path w="17373" h="15672">
                  <a:moveTo>
                    <a:pt x="13601" y="15672"/>
                  </a:moveTo>
                  <a:lnTo>
                    <a:pt x="5968" y="13183"/>
                  </a:lnTo>
                  <a:lnTo>
                    <a:pt x="1798" y="8725"/>
                  </a:lnTo>
                  <a:lnTo>
                    <a:pt x="0" y="0"/>
                  </a:lnTo>
                  <a:lnTo>
                    <a:pt x="6645" y="9239"/>
                  </a:lnTo>
                  <a:lnTo>
                    <a:pt x="9028" y="11329"/>
                  </a:lnTo>
                  <a:lnTo>
                    <a:pt x="17373" y="122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9" name="pg3879"/>
            <p:cNvSpPr/>
            <p:nvPr/>
          </p:nvSpPr>
          <p:spPr>
            <a:xfrm>
              <a:off x="4498091" y="5186660"/>
              <a:ext cx="9033" cy="26938"/>
            </a:xfrm>
            <a:custGeom>
              <a:avLst/>
              <a:gdLst/>
              <a:ahLst/>
              <a:cxnLst/>
              <a:rect l="0" t="0" r="0" b="0"/>
              <a:pathLst>
                <a:path w="9033" h="26938">
                  <a:moveTo>
                    <a:pt x="8883" y="26938"/>
                  </a:moveTo>
                  <a:lnTo>
                    <a:pt x="3550" y="14142"/>
                  </a:lnTo>
                  <a:lnTo>
                    <a:pt x="0" y="0"/>
                  </a:lnTo>
                  <a:lnTo>
                    <a:pt x="5079" y="4578"/>
                  </a:lnTo>
                  <a:lnTo>
                    <a:pt x="9033" y="19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0" name="pg3880"/>
            <p:cNvSpPr/>
            <p:nvPr/>
          </p:nvSpPr>
          <p:spPr>
            <a:xfrm>
              <a:off x="4666217" y="5362642"/>
              <a:ext cx="34236" cy="51158"/>
            </a:xfrm>
            <a:custGeom>
              <a:avLst/>
              <a:gdLst/>
              <a:ahLst/>
              <a:cxnLst/>
              <a:rect l="0" t="0" r="0" b="0"/>
              <a:pathLst>
                <a:path w="34236" h="51158">
                  <a:moveTo>
                    <a:pt x="0" y="51158"/>
                  </a:moveTo>
                  <a:lnTo>
                    <a:pt x="2330" y="45036"/>
                  </a:lnTo>
                  <a:lnTo>
                    <a:pt x="10531" y="31948"/>
                  </a:lnTo>
                  <a:lnTo>
                    <a:pt x="13182" y="25788"/>
                  </a:lnTo>
                  <a:lnTo>
                    <a:pt x="18722" y="21883"/>
                  </a:lnTo>
                  <a:lnTo>
                    <a:pt x="23880" y="14821"/>
                  </a:lnTo>
                  <a:lnTo>
                    <a:pt x="24267" y="6585"/>
                  </a:lnTo>
                  <a:lnTo>
                    <a:pt x="31760" y="825"/>
                  </a:lnTo>
                  <a:lnTo>
                    <a:pt x="34236" y="0"/>
                  </a:lnTo>
                  <a:lnTo>
                    <a:pt x="21032" y="267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1" name="pg3881"/>
            <p:cNvSpPr/>
            <p:nvPr/>
          </p:nvSpPr>
          <p:spPr>
            <a:xfrm>
              <a:off x="3456939" y="4803878"/>
              <a:ext cx="26706" cy="20480"/>
            </a:xfrm>
            <a:custGeom>
              <a:avLst/>
              <a:gdLst/>
              <a:ahLst/>
              <a:cxnLst/>
              <a:rect l="0" t="0" r="0" b="0"/>
              <a:pathLst>
                <a:path w="26706" h="20480">
                  <a:moveTo>
                    <a:pt x="18603" y="20480"/>
                  </a:moveTo>
                  <a:lnTo>
                    <a:pt x="1100" y="9214"/>
                  </a:lnTo>
                  <a:lnTo>
                    <a:pt x="0" y="4375"/>
                  </a:lnTo>
                  <a:lnTo>
                    <a:pt x="8635" y="0"/>
                  </a:lnTo>
                  <a:lnTo>
                    <a:pt x="13906" y="387"/>
                  </a:lnTo>
                  <a:lnTo>
                    <a:pt x="22241" y="6109"/>
                  </a:lnTo>
                  <a:lnTo>
                    <a:pt x="25290" y="7703"/>
                  </a:lnTo>
                  <a:lnTo>
                    <a:pt x="26706" y="10020"/>
                  </a:lnTo>
                  <a:lnTo>
                    <a:pt x="25900" y="13646"/>
                  </a:lnTo>
                  <a:lnTo>
                    <a:pt x="22536" y="18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2" name="pg3882"/>
            <p:cNvSpPr/>
            <p:nvPr/>
          </p:nvSpPr>
          <p:spPr>
            <a:xfrm>
              <a:off x="2924653" y="5000397"/>
              <a:ext cx="20774" cy="30399"/>
            </a:xfrm>
            <a:custGeom>
              <a:avLst/>
              <a:gdLst/>
              <a:ahLst/>
              <a:cxnLst/>
              <a:rect l="0" t="0" r="0" b="0"/>
              <a:pathLst>
                <a:path w="20774" h="30399">
                  <a:moveTo>
                    <a:pt x="0" y="30399"/>
                  </a:moveTo>
                  <a:lnTo>
                    <a:pt x="5121" y="19749"/>
                  </a:lnTo>
                  <a:lnTo>
                    <a:pt x="6072" y="15482"/>
                  </a:lnTo>
                  <a:lnTo>
                    <a:pt x="14469" y="2006"/>
                  </a:lnTo>
                  <a:lnTo>
                    <a:pt x="18903" y="0"/>
                  </a:lnTo>
                  <a:lnTo>
                    <a:pt x="20774" y="5734"/>
                  </a:lnTo>
                  <a:lnTo>
                    <a:pt x="12138" y="15202"/>
                  </a:lnTo>
                  <a:lnTo>
                    <a:pt x="2294" y="300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3" name="pg3883"/>
            <p:cNvSpPr/>
            <p:nvPr/>
          </p:nvSpPr>
          <p:spPr>
            <a:xfrm>
              <a:off x="2949515" y="4968054"/>
              <a:ext cx="42075" cy="30323"/>
            </a:xfrm>
            <a:custGeom>
              <a:avLst/>
              <a:gdLst/>
              <a:ahLst/>
              <a:cxnLst/>
              <a:rect l="0" t="0" r="0" b="0"/>
              <a:pathLst>
                <a:path w="42075" h="30323">
                  <a:moveTo>
                    <a:pt x="0" y="30323"/>
                  </a:moveTo>
                  <a:lnTo>
                    <a:pt x="4816" y="23299"/>
                  </a:lnTo>
                  <a:lnTo>
                    <a:pt x="12645" y="19756"/>
                  </a:lnTo>
                  <a:lnTo>
                    <a:pt x="29822" y="6261"/>
                  </a:lnTo>
                  <a:lnTo>
                    <a:pt x="36830" y="5334"/>
                  </a:lnTo>
                  <a:lnTo>
                    <a:pt x="40478" y="685"/>
                  </a:lnTo>
                  <a:lnTo>
                    <a:pt x="42075" y="0"/>
                  </a:lnTo>
                  <a:lnTo>
                    <a:pt x="41042" y="5696"/>
                  </a:lnTo>
                  <a:lnTo>
                    <a:pt x="27223" y="13786"/>
                  </a:lnTo>
                  <a:lnTo>
                    <a:pt x="3886" y="297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4" name="pg3884"/>
            <p:cNvSpPr/>
            <p:nvPr/>
          </p:nvSpPr>
          <p:spPr>
            <a:xfrm>
              <a:off x="2887740" y="5040830"/>
              <a:ext cx="34318" cy="75366"/>
            </a:xfrm>
            <a:custGeom>
              <a:avLst/>
              <a:gdLst/>
              <a:ahLst/>
              <a:cxnLst/>
              <a:rect l="0" t="0" r="0" b="0"/>
              <a:pathLst>
                <a:path w="34318" h="75366">
                  <a:moveTo>
                    <a:pt x="0" y="75366"/>
                  </a:moveTo>
                  <a:lnTo>
                    <a:pt x="909" y="64215"/>
                  </a:lnTo>
                  <a:lnTo>
                    <a:pt x="9503" y="38877"/>
                  </a:lnTo>
                  <a:lnTo>
                    <a:pt x="26965" y="5575"/>
                  </a:lnTo>
                  <a:lnTo>
                    <a:pt x="34318" y="0"/>
                  </a:lnTo>
                  <a:lnTo>
                    <a:pt x="14175" y="36521"/>
                  </a:lnTo>
                  <a:lnTo>
                    <a:pt x="3302" y="6788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5" name="pg3885"/>
            <p:cNvSpPr/>
            <p:nvPr/>
          </p:nvSpPr>
          <p:spPr>
            <a:xfrm>
              <a:off x="3130649" y="4843237"/>
              <a:ext cx="34081" cy="26658"/>
            </a:xfrm>
            <a:custGeom>
              <a:avLst/>
              <a:gdLst/>
              <a:ahLst/>
              <a:cxnLst/>
              <a:rect l="0" t="0" r="0" b="0"/>
              <a:pathLst>
                <a:path w="34081" h="26658">
                  <a:moveTo>
                    <a:pt x="0" y="26658"/>
                  </a:moveTo>
                  <a:lnTo>
                    <a:pt x="23068" y="6655"/>
                  </a:lnTo>
                  <a:lnTo>
                    <a:pt x="27905" y="0"/>
                  </a:lnTo>
                  <a:lnTo>
                    <a:pt x="34081" y="292"/>
                  </a:lnTo>
                  <a:lnTo>
                    <a:pt x="23781" y="11500"/>
                  </a:lnTo>
                  <a:lnTo>
                    <a:pt x="5286" y="254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6" name="pg3886"/>
            <p:cNvSpPr/>
            <p:nvPr/>
          </p:nvSpPr>
          <p:spPr>
            <a:xfrm>
              <a:off x="2885373" y="5122184"/>
              <a:ext cx="25027" cy="140921"/>
            </a:xfrm>
            <a:custGeom>
              <a:avLst/>
              <a:gdLst/>
              <a:ahLst/>
              <a:cxnLst/>
              <a:rect l="0" t="0" r="0" b="0"/>
              <a:pathLst>
                <a:path w="25027" h="140921">
                  <a:moveTo>
                    <a:pt x="23564" y="140921"/>
                  </a:moveTo>
                  <a:lnTo>
                    <a:pt x="14800" y="112719"/>
                  </a:lnTo>
                  <a:lnTo>
                    <a:pt x="537" y="48898"/>
                  </a:lnTo>
                  <a:lnTo>
                    <a:pt x="0" y="12522"/>
                  </a:lnTo>
                  <a:lnTo>
                    <a:pt x="2242" y="0"/>
                  </a:lnTo>
                  <a:lnTo>
                    <a:pt x="5922" y="51374"/>
                  </a:lnTo>
                  <a:lnTo>
                    <a:pt x="21688" y="116618"/>
                  </a:lnTo>
                  <a:lnTo>
                    <a:pt x="25027" y="13488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7" name="pg3887"/>
            <p:cNvSpPr/>
            <p:nvPr/>
          </p:nvSpPr>
          <p:spPr>
            <a:xfrm>
              <a:off x="5637481" y="3252585"/>
              <a:ext cx="5178" cy="13666"/>
            </a:xfrm>
            <a:custGeom>
              <a:avLst/>
              <a:gdLst/>
              <a:ahLst/>
              <a:cxnLst/>
              <a:rect l="0" t="0" r="0" b="0"/>
              <a:pathLst>
                <a:path w="5178" h="13666">
                  <a:moveTo>
                    <a:pt x="1095" y="13666"/>
                  </a:moveTo>
                  <a:lnTo>
                    <a:pt x="0" y="7385"/>
                  </a:lnTo>
                  <a:lnTo>
                    <a:pt x="2056" y="165"/>
                  </a:lnTo>
                  <a:lnTo>
                    <a:pt x="4139" y="0"/>
                  </a:lnTo>
                  <a:lnTo>
                    <a:pt x="5178" y="3841"/>
                  </a:lnTo>
                  <a:lnTo>
                    <a:pt x="4030" y="112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8" name="pg3888"/>
            <p:cNvSpPr/>
            <p:nvPr/>
          </p:nvSpPr>
          <p:spPr>
            <a:xfrm>
              <a:off x="5335877" y="3489988"/>
              <a:ext cx="15498" cy="28227"/>
            </a:xfrm>
            <a:custGeom>
              <a:avLst/>
              <a:gdLst/>
              <a:ahLst/>
              <a:cxnLst/>
              <a:rect l="0" t="0" r="0" b="0"/>
              <a:pathLst>
                <a:path w="15498" h="28227">
                  <a:moveTo>
                    <a:pt x="284" y="28227"/>
                  </a:moveTo>
                  <a:lnTo>
                    <a:pt x="0" y="24442"/>
                  </a:lnTo>
                  <a:lnTo>
                    <a:pt x="15498" y="0"/>
                  </a:lnTo>
                  <a:lnTo>
                    <a:pt x="12697" y="854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9" name="pg3889"/>
            <p:cNvSpPr/>
            <p:nvPr/>
          </p:nvSpPr>
          <p:spPr>
            <a:xfrm>
              <a:off x="5216776" y="3678353"/>
              <a:ext cx="29698" cy="55407"/>
            </a:xfrm>
            <a:custGeom>
              <a:avLst/>
              <a:gdLst/>
              <a:ahLst/>
              <a:cxnLst/>
              <a:rect l="0" t="0" r="0" b="0"/>
              <a:pathLst>
                <a:path w="29698" h="55407">
                  <a:moveTo>
                    <a:pt x="0" y="55407"/>
                  </a:moveTo>
                  <a:lnTo>
                    <a:pt x="16143" y="29364"/>
                  </a:lnTo>
                  <a:lnTo>
                    <a:pt x="25518" y="7544"/>
                  </a:lnTo>
                  <a:lnTo>
                    <a:pt x="29698" y="0"/>
                  </a:lnTo>
                  <a:lnTo>
                    <a:pt x="25642" y="15291"/>
                  </a:lnTo>
                  <a:lnTo>
                    <a:pt x="18552" y="29351"/>
                  </a:lnTo>
                  <a:lnTo>
                    <a:pt x="4811" y="53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0" name="pg3890"/>
            <p:cNvSpPr/>
            <p:nvPr/>
          </p:nvSpPr>
          <p:spPr>
            <a:xfrm>
              <a:off x="5079677" y="4146288"/>
              <a:ext cx="13513" cy="6191"/>
            </a:xfrm>
            <a:custGeom>
              <a:avLst/>
              <a:gdLst/>
              <a:ahLst/>
              <a:cxnLst/>
              <a:rect l="0" t="0" r="0" b="0"/>
              <a:pathLst>
                <a:path w="13513" h="6191">
                  <a:moveTo>
                    <a:pt x="11157" y="6191"/>
                  </a:moveTo>
                  <a:lnTo>
                    <a:pt x="6997" y="4756"/>
                  </a:lnTo>
                  <a:lnTo>
                    <a:pt x="1266" y="2013"/>
                  </a:lnTo>
                  <a:lnTo>
                    <a:pt x="0" y="0"/>
                  </a:lnTo>
                  <a:lnTo>
                    <a:pt x="5467" y="730"/>
                  </a:lnTo>
                  <a:lnTo>
                    <a:pt x="13513" y="58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1" name="pg3891"/>
            <p:cNvSpPr/>
            <p:nvPr/>
          </p:nvSpPr>
          <p:spPr>
            <a:xfrm>
              <a:off x="4577198" y="5440364"/>
              <a:ext cx="10779" cy="15615"/>
            </a:xfrm>
            <a:custGeom>
              <a:avLst/>
              <a:gdLst/>
              <a:ahLst/>
              <a:cxnLst/>
              <a:rect l="0" t="0" r="0" b="0"/>
              <a:pathLst>
                <a:path w="10779" h="15615">
                  <a:moveTo>
                    <a:pt x="6020" y="15615"/>
                  </a:moveTo>
                  <a:lnTo>
                    <a:pt x="4511" y="14790"/>
                  </a:lnTo>
                  <a:lnTo>
                    <a:pt x="4511" y="10890"/>
                  </a:lnTo>
                  <a:lnTo>
                    <a:pt x="0" y="2260"/>
                  </a:lnTo>
                  <a:lnTo>
                    <a:pt x="170" y="0"/>
                  </a:lnTo>
                  <a:lnTo>
                    <a:pt x="10516" y="8446"/>
                  </a:lnTo>
                  <a:lnTo>
                    <a:pt x="10779" y="10713"/>
                  </a:lnTo>
                  <a:lnTo>
                    <a:pt x="9193" y="129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2" name="pg3892"/>
            <p:cNvSpPr/>
            <p:nvPr/>
          </p:nvSpPr>
          <p:spPr>
            <a:xfrm>
              <a:off x="4637878" y="5427841"/>
              <a:ext cx="6681" cy="5543"/>
            </a:xfrm>
            <a:custGeom>
              <a:avLst/>
              <a:gdLst/>
              <a:ahLst/>
              <a:cxnLst/>
              <a:rect l="0" t="0" r="0" b="0"/>
              <a:pathLst>
                <a:path w="6681" h="5543">
                  <a:moveTo>
                    <a:pt x="0" y="5543"/>
                  </a:moveTo>
                  <a:lnTo>
                    <a:pt x="1002" y="3695"/>
                  </a:lnTo>
                  <a:lnTo>
                    <a:pt x="5178" y="0"/>
                  </a:lnTo>
                  <a:lnTo>
                    <a:pt x="6681" y="1435"/>
                  </a:lnTo>
                  <a:lnTo>
                    <a:pt x="6516" y="3283"/>
                  </a:lnTo>
                  <a:lnTo>
                    <a:pt x="2005" y="55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3" name="pg3893"/>
            <p:cNvSpPr/>
            <p:nvPr/>
          </p:nvSpPr>
          <p:spPr>
            <a:xfrm>
              <a:off x="4657267" y="5415509"/>
              <a:ext cx="5348" cy="5550"/>
            </a:xfrm>
            <a:custGeom>
              <a:avLst/>
              <a:gdLst/>
              <a:ahLst/>
              <a:cxnLst/>
              <a:rect l="0" t="0" r="0" b="0"/>
              <a:pathLst>
                <a:path w="5348" h="5550">
                  <a:moveTo>
                    <a:pt x="0" y="5550"/>
                  </a:moveTo>
                  <a:lnTo>
                    <a:pt x="4175" y="0"/>
                  </a:lnTo>
                  <a:lnTo>
                    <a:pt x="5348" y="412"/>
                  </a:lnTo>
                  <a:lnTo>
                    <a:pt x="2842" y="493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4" name="pg3894"/>
            <p:cNvSpPr/>
            <p:nvPr/>
          </p:nvSpPr>
          <p:spPr>
            <a:xfrm>
              <a:off x="4607290" y="5439132"/>
              <a:ext cx="21895" cy="8630"/>
            </a:xfrm>
            <a:custGeom>
              <a:avLst/>
              <a:gdLst/>
              <a:ahLst/>
              <a:cxnLst/>
              <a:rect l="0" t="0" r="0" b="0"/>
              <a:pathLst>
                <a:path w="21895" h="8630">
                  <a:moveTo>
                    <a:pt x="5012" y="8630"/>
                  </a:moveTo>
                  <a:lnTo>
                    <a:pt x="0" y="6369"/>
                  </a:lnTo>
                  <a:lnTo>
                    <a:pt x="5513" y="3289"/>
                  </a:lnTo>
                  <a:lnTo>
                    <a:pt x="21895" y="0"/>
                  </a:lnTo>
                  <a:lnTo>
                    <a:pt x="15709" y="4108"/>
                  </a:lnTo>
                  <a:lnTo>
                    <a:pt x="9860" y="555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5" name="pg3895"/>
            <p:cNvSpPr/>
            <p:nvPr/>
          </p:nvSpPr>
          <p:spPr>
            <a:xfrm>
              <a:off x="4570537" y="4631229"/>
              <a:ext cx="6945" cy="31688"/>
            </a:xfrm>
            <a:custGeom>
              <a:avLst/>
              <a:gdLst/>
              <a:ahLst/>
              <a:cxnLst/>
              <a:rect l="0" t="0" r="0" b="0"/>
              <a:pathLst>
                <a:path w="6945" h="31688">
                  <a:moveTo>
                    <a:pt x="2237" y="31688"/>
                  </a:moveTo>
                  <a:lnTo>
                    <a:pt x="201" y="20467"/>
                  </a:lnTo>
                  <a:lnTo>
                    <a:pt x="0" y="9570"/>
                  </a:lnTo>
                  <a:lnTo>
                    <a:pt x="3565" y="3124"/>
                  </a:lnTo>
                  <a:lnTo>
                    <a:pt x="694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6" name="pg3896"/>
            <p:cNvSpPr/>
            <p:nvPr/>
          </p:nvSpPr>
          <p:spPr>
            <a:xfrm>
              <a:off x="4554992" y="5448277"/>
              <a:ext cx="10567" cy="12891"/>
            </a:xfrm>
            <a:custGeom>
              <a:avLst/>
              <a:gdLst/>
              <a:ahLst/>
              <a:cxnLst/>
              <a:rect l="0" t="0" r="0" b="0"/>
              <a:pathLst>
                <a:path w="10567" h="12891">
                  <a:moveTo>
                    <a:pt x="0" y="12891"/>
                  </a:moveTo>
                  <a:lnTo>
                    <a:pt x="5529" y="7772"/>
                  </a:lnTo>
                  <a:lnTo>
                    <a:pt x="7322" y="0"/>
                  </a:lnTo>
                  <a:lnTo>
                    <a:pt x="10567" y="6070"/>
                  </a:lnTo>
                  <a:lnTo>
                    <a:pt x="10505" y="9754"/>
                  </a:lnTo>
                  <a:lnTo>
                    <a:pt x="6857" y="116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7" name="pg3897"/>
            <p:cNvSpPr/>
            <p:nvPr/>
          </p:nvSpPr>
          <p:spPr>
            <a:xfrm>
              <a:off x="4681421" y="5037121"/>
              <a:ext cx="28195" cy="83983"/>
            </a:xfrm>
            <a:custGeom>
              <a:avLst/>
              <a:gdLst/>
              <a:ahLst/>
              <a:cxnLst/>
              <a:rect l="0" t="0" r="0" b="0"/>
              <a:pathLst>
                <a:path w="28195" h="83983">
                  <a:moveTo>
                    <a:pt x="28195" y="83983"/>
                  </a:moveTo>
                  <a:lnTo>
                    <a:pt x="18464" y="61770"/>
                  </a:lnTo>
                  <a:lnTo>
                    <a:pt x="6438" y="26938"/>
                  </a:lnTo>
                  <a:lnTo>
                    <a:pt x="0" y="0"/>
                  </a:lnTo>
                  <a:lnTo>
                    <a:pt x="4356" y="7283"/>
                  </a:lnTo>
                  <a:lnTo>
                    <a:pt x="8614" y="22359"/>
                  </a:lnTo>
                  <a:lnTo>
                    <a:pt x="26474" y="744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8" name="pg3898"/>
            <p:cNvSpPr/>
            <p:nvPr/>
          </p:nvSpPr>
          <p:spPr>
            <a:xfrm>
              <a:off x="4535949" y="5462902"/>
              <a:ext cx="7699" cy="4470"/>
            </a:xfrm>
            <a:custGeom>
              <a:avLst/>
              <a:gdLst/>
              <a:ahLst/>
              <a:cxnLst/>
              <a:rect l="0" t="0" r="0" b="0"/>
              <a:pathLst>
                <a:path w="7699" h="4470">
                  <a:moveTo>
                    <a:pt x="232" y="4470"/>
                  </a:moveTo>
                  <a:lnTo>
                    <a:pt x="0" y="2457"/>
                  </a:lnTo>
                  <a:lnTo>
                    <a:pt x="4630" y="0"/>
                  </a:lnTo>
                  <a:lnTo>
                    <a:pt x="7699" y="165"/>
                  </a:lnTo>
                  <a:lnTo>
                    <a:pt x="7586" y="2889"/>
                  </a:lnTo>
                  <a:lnTo>
                    <a:pt x="2919" y="41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9" name="pg3899"/>
            <p:cNvSpPr/>
            <p:nvPr/>
          </p:nvSpPr>
          <p:spPr>
            <a:xfrm>
              <a:off x="3781115" y="4789697"/>
              <a:ext cx="7508" cy="12059"/>
            </a:xfrm>
            <a:custGeom>
              <a:avLst/>
              <a:gdLst/>
              <a:ahLst/>
              <a:cxnLst/>
              <a:rect l="0" t="0" r="0" b="0"/>
              <a:pathLst>
                <a:path w="7508" h="12059">
                  <a:moveTo>
                    <a:pt x="0" y="12059"/>
                  </a:moveTo>
                  <a:lnTo>
                    <a:pt x="263" y="9462"/>
                  </a:lnTo>
                  <a:lnTo>
                    <a:pt x="4490" y="2648"/>
                  </a:lnTo>
                  <a:lnTo>
                    <a:pt x="7508" y="0"/>
                  </a:lnTo>
                  <a:lnTo>
                    <a:pt x="5746" y="52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0" name="pg3900"/>
            <p:cNvSpPr/>
            <p:nvPr/>
          </p:nvSpPr>
          <p:spPr>
            <a:xfrm>
              <a:off x="3804479" y="4723202"/>
              <a:ext cx="17435" cy="7734"/>
            </a:xfrm>
            <a:custGeom>
              <a:avLst/>
              <a:gdLst/>
              <a:ahLst/>
              <a:cxnLst/>
              <a:rect l="0" t="0" r="0" b="0"/>
              <a:pathLst>
                <a:path w="17435" h="7734">
                  <a:moveTo>
                    <a:pt x="16107" y="7734"/>
                  </a:moveTo>
                  <a:lnTo>
                    <a:pt x="6733" y="5029"/>
                  </a:lnTo>
                  <a:lnTo>
                    <a:pt x="1033" y="2514"/>
                  </a:lnTo>
                  <a:lnTo>
                    <a:pt x="0" y="0"/>
                  </a:lnTo>
                  <a:lnTo>
                    <a:pt x="15756" y="4565"/>
                  </a:lnTo>
                  <a:lnTo>
                    <a:pt x="17435" y="62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1" name="pg3901"/>
            <p:cNvSpPr/>
            <p:nvPr/>
          </p:nvSpPr>
          <p:spPr>
            <a:xfrm>
              <a:off x="3847510" y="4721970"/>
              <a:ext cx="25921" cy="5569"/>
            </a:xfrm>
            <a:custGeom>
              <a:avLst/>
              <a:gdLst/>
              <a:ahLst/>
              <a:cxnLst/>
              <a:rect l="0" t="0" r="0" b="0"/>
              <a:pathLst>
                <a:path w="25921" h="5569">
                  <a:moveTo>
                    <a:pt x="16609" y="5569"/>
                  </a:moveTo>
                  <a:lnTo>
                    <a:pt x="2806" y="5308"/>
                  </a:lnTo>
                  <a:lnTo>
                    <a:pt x="0" y="4330"/>
                  </a:lnTo>
                  <a:lnTo>
                    <a:pt x="5539" y="2470"/>
                  </a:lnTo>
                  <a:lnTo>
                    <a:pt x="21895" y="0"/>
                  </a:lnTo>
                  <a:lnTo>
                    <a:pt x="25921" y="27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2" name="pg3902"/>
            <p:cNvSpPr/>
            <p:nvPr/>
          </p:nvSpPr>
          <p:spPr>
            <a:xfrm>
              <a:off x="3738952" y="4735636"/>
              <a:ext cx="16650" cy="17044"/>
            </a:xfrm>
            <a:custGeom>
              <a:avLst/>
              <a:gdLst/>
              <a:ahLst/>
              <a:cxnLst/>
              <a:rect l="0" t="0" r="0" b="0"/>
              <a:pathLst>
                <a:path w="16650" h="17044">
                  <a:moveTo>
                    <a:pt x="12862" y="17044"/>
                  </a:moveTo>
                  <a:lnTo>
                    <a:pt x="7679" y="14034"/>
                  </a:lnTo>
                  <a:lnTo>
                    <a:pt x="0" y="13761"/>
                  </a:lnTo>
                  <a:lnTo>
                    <a:pt x="3379" y="11697"/>
                  </a:lnTo>
                  <a:lnTo>
                    <a:pt x="5751" y="9684"/>
                  </a:lnTo>
                  <a:lnTo>
                    <a:pt x="6935" y="7518"/>
                  </a:lnTo>
                  <a:lnTo>
                    <a:pt x="16650" y="0"/>
                  </a:lnTo>
                  <a:lnTo>
                    <a:pt x="13896" y="5518"/>
                  </a:lnTo>
                  <a:lnTo>
                    <a:pt x="12490" y="10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3" name="pg3903"/>
            <p:cNvSpPr/>
            <p:nvPr/>
          </p:nvSpPr>
          <p:spPr>
            <a:xfrm>
              <a:off x="3789234" y="4750191"/>
              <a:ext cx="5746" cy="36527"/>
            </a:xfrm>
            <a:custGeom>
              <a:avLst/>
              <a:gdLst/>
              <a:ahLst/>
              <a:cxnLst/>
              <a:rect l="0" t="0" r="0" b="0"/>
              <a:pathLst>
                <a:path w="5746" h="36527">
                  <a:moveTo>
                    <a:pt x="1188" y="36527"/>
                  </a:moveTo>
                  <a:lnTo>
                    <a:pt x="4118" y="16695"/>
                  </a:lnTo>
                  <a:lnTo>
                    <a:pt x="0" y="0"/>
                  </a:lnTo>
                  <a:lnTo>
                    <a:pt x="4340" y="7328"/>
                  </a:lnTo>
                  <a:lnTo>
                    <a:pt x="5746" y="16047"/>
                  </a:lnTo>
                  <a:lnTo>
                    <a:pt x="4175" y="323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4" name="pg3904"/>
            <p:cNvSpPr/>
            <p:nvPr/>
          </p:nvSpPr>
          <p:spPr>
            <a:xfrm>
              <a:off x="4186131" y="4792371"/>
              <a:ext cx="40173" cy="16358"/>
            </a:xfrm>
            <a:custGeom>
              <a:avLst/>
              <a:gdLst/>
              <a:ahLst/>
              <a:cxnLst/>
              <a:rect l="0" t="0" r="0" b="0"/>
              <a:pathLst>
                <a:path w="40173" h="16358">
                  <a:moveTo>
                    <a:pt x="11482" y="16358"/>
                  </a:moveTo>
                  <a:lnTo>
                    <a:pt x="0" y="12954"/>
                  </a:lnTo>
                  <a:lnTo>
                    <a:pt x="7136" y="12307"/>
                  </a:lnTo>
                  <a:lnTo>
                    <a:pt x="12299" y="13685"/>
                  </a:lnTo>
                  <a:lnTo>
                    <a:pt x="25373" y="6991"/>
                  </a:lnTo>
                  <a:lnTo>
                    <a:pt x="32231" y="1924"/>
                  </a:lnTo>
                  <a:lnTo>
                    <a:pt x="40173" y="0"/>
                  </a:lnTo>
                  <a:lnTo>
                    <a:pt x="22102" y="116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5" name="pg3905"/>
            <p:cNvSpPr/>
            <p:nvPr/>
          </p:nvSpPr>
          <p:spPr>
            <a:xfrm>
              <a:off x="5923277" y="2903466"/>
              <a:ext cx="8449" cy="10395"/>
            </a:xfrm>
            <a:custGeom>
              <a:avLst/>
              <a:gdLst/>
              <a:ahLst/>
              <a:cxnLst/>
              <a:rect l="0" t="0" r="0" b="0"/>
              <a:pathLst>
                <a:path w="8449" h="10395">
                  <a:moveTo>
                    <a:pt x="4428" y="10395"/>
                  </a:moveTo>
                  <a:lnTo>
                    <a:pt x="139" y="9563"/>
                  </a:lnTo>
                  <a:lnTo>
                    <a:pt x="0" y="3149"/>
                  </a:lnTo>
                  <a:lnTo>
                    <a:pt x="1297" y="971"/>
                  </a:lnTo>
                  <a:lnTo>
                    <a:pt x="2780" y="0"/>
                  </a:lnTo>
                  <a:lnTo>
                    <a:pt x="4981" y="1803"/>
                  </a:lnTo>
                  <a:lnTo>
                    <a:pt x="8449" y="7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6" name="pg3906"/>
            <p:cNvSpPr/>
            <p:nvPr/>
          </p:nvSpPr>
          <p:spPr>
            <a:xfrm>
              <a:off x="2399291" y="4782381"/>
              <a:ext cx="513697" cy="755524"/>
            </a:xfrm>
            <a:custGeom>
              <a:avLst/>
              <a:gdLst/>
              <a:ahLst/>
              <a:cxnLst/>
              <a:rect l="0" t="0" r="0" b="0"/>
              <a:pathLst>
                <a:path w="513697" h="755524">
                  <a:moveTo>
                    <a:pt x="961" y="1759"/>
                  </a:moveTo>
                  <a:lnTo>
                    <a:pt x="26210" y="3480"/>
                  </a:lnTo>
                  <a:lnTo>
                    <a:pt x="41104" y="2895"/>
                  </a:lnTo>
                  <a:lnTo>
                    <a:pt x="45646" y="0"/>
                  </a:lnTo>
                  <a:lnTo>
                    <a:pt x="48008" y="152"/>
                  </a:lnTo>
                  <a:lnTo>
                    <a:pt x="48194" y="3340"/>
                  </a:lnTo>
                  <a:lnTo>
                    <a:pt x="51935" y="4692"/>
                  </a:lnTo>
                  <a:lnTo>
                    <a:pt x="59227" y="4210"/>
                  </a:lnTo>
                  <a:lnTo>
                    <a:pt x="65578" y="8668"/>
                  </a:lnTo>
                  <a:lnTo>
                    <a:pt x="73712" y="22778"/>
                  </a:lnTo>
                  <a:lnTo>
                    <a:pt x="101747" y="45379"/>
                  </a:lnTo>
                  <a:lnTo>
                    <a:pt x="104108" y="53133"/>
                  </a:lnTo>
                  <a:lnTo>
                    <a:pt x="113865" y="64316"/>
                  </a:lnTo>
                  <a:lnTo>
                    <a:pt x="131807" y="81507"/>
                  </a:lnTo>
                  <a:lnTo>
                    <a:pt x="141962" y="96329"/>
                  </a:lnTo>
                  <a:lnTo>
                    <a:pt x="144324" y="108782"/>
                  </a:lnTo>
                  <a:lnTo>
                    <a:pt x="153491" y="128481"/>
                  </a:lnTo>
                  <a:lnTo>
                    <a:pt x="169449" y="155419"/>
                  </a:lnTo>
                  <a:lnTo>
                    <a:pt x="176560" y="169942"/>
                  </a:lnTo>
                  <a:lnTo>
                    <a:pt x="174824" y="172038"/>
                  </a:lnTo>
                  <a:lnTo>
                    <a:pt x="176079" y="179620"/>
                  </a:lnTo>
                  <a:lnTo>
                    <a:pt x="180338" y="192683"/>
                  </a:lnTo>
                  <a:lnTo>
                    <a:pt x="188249" y="203745"/>
                  </a:lnTo>
                  <a:lnTo>
                    <a:pt x="199820" y="212807"/>
                  </a:lnTo>
                  <a:lnTo>
                    <a:pt x="211520" y="229077"/>
                  </a:lnTo>
                  <a:lnTo>
                    <a:pt x="223349" y="252561"/>
                  </a:lnTo>
                  <a:lnTo>
                    <a:pt x="237679" y="270425"/>
                  </a:lnTo>
                  <a:lnTo>
                    <a:pt x="254500" y="282655"/>
                  </a:lnTo>
                  <a:lnTo>
                    <a:pt x="264024" y="294042"/>
                  </a:lnTo>
                  <a:lnTo>
                    <a:pt x="266251" y="304571"/>
                  </a:lnTo>
                  <a:lnTo>
                    <a:pt x="266086" y="313588"/>
                  </a:lnTo>
                  <a:lnTo>
                    <a:pt x="263522" y="321094"/>
                  </a:lnTo>
                  <a:lnTo>
                    <a:pt x="264608" y="328226"/>
                  </a:lnTo>
                  <a:lnTo>
                    <a:pt x="269336" y="334964"/>
                  </a:lnTo>
                  <a:lnTo>
                    <a:pt x="270912" y="343232"/>
                  </a:lnTo>
                  <a:lnTo>
                    <a:pt x="269062" y="354732"/>
                  </a:lnTo>
                  <a:lnTo>
                    <a:pt x="269191" y="357990"/>
                  </a:lnTo>
                  <a:lnTo>
                    <a:pt x="270561" y="360587"/>
                  </a:lnTo>
                  <a:lnTo>
                    <a:pt x="285496" y="380350"/>
                  </a:lnTo>
                  <a:lnTo>
                    <a:pt x="293170" y="396321"/>
                  </a:lnTo>
                  <a:lnTo>
                    <a:pt x="299262" y="421811"/>
                  </a:lnTo>
                  <a:lnTo>
                    <a:pt x="299293" y="422040"/>
                  </a:lnTo>
                  <a:lnTo>
                    <a:pt x="306099" y="437287"/>
                  </a:lnTo>
                  <a:lnTo>
                    <a:pt x="315887" y="443523"/>
                  </a:lnTo>
                  <a:lnTo>
                    <a:pt x="330925" y="445829"/>
                  </a:lnTo>
                  <a:lnTo>
                    <a:pt x="342351" y="451138"/>
                  </a:lnTo>
                  <a:lnTo>
                    <a:pt x="350165" y="459457"/>
                  </a:lnTo>
                  <a:lnTo>
                    <a:pt x="360019" y="464480"/>
                  </a:lnTo>
                  <a:lnTo>
                    <a:pt x="371916" y="466207"/>
                  </a:lnTo>
                  <a:lnTo>
                    <a:pt x="383321" y="471694"/>
                  </a:lnTo>
                  <a:lnTo>
                    <a:pt x="394230" y="480953"/>
                  </a:lnTo>
                  <a:lnTo>
                    <a:pt x="414575" y="487030"/>
                  </a:lnTo>
                  <a:lnTo>
                    <a:pt x="444357" y="489945"/>
                  </a:lnTo>
                  <a:lnTo>
                    <a:pt x="467022" y="497470"/>
                  </a:lnTo>
                  <a:lnTo>
                    <a:pt x="482577" y="509612"/>
                  </a:lnTo>
                  <a:lnTo>
                    <a:pt x="489419" y="512082"/>
                  </a:lnTo>
                  <a:lnTo>
                    <a:pt x="491269" y="512254"/>
                  </a:lnTo>
                  <a:lnTo>
                    <a:pt x="492158" y="510399"/>
                  </a:lnTo>
                  <a:lnTo>
                    <a:pt x="493331" y="506964"/>
                  </a:lnTo>
                  <a:lnTo>
                    <a:pt x="499352" y="503008"/>
                  </a:lnTo>
                  <a:lnTo>
                    <a:pt x="513697" y="500423"/>
                  </a:lnTo>
                  <a:lnTo>
                    <a:pt x="511770" y="527285"/>
                  </a:lnTo>
                  <a:lnTo>
                    <a:pt x="505372" y="549327"/>
                  </a:lnTo>
                  <a:lnTo>
                    <a:pt x="484293" y="595152"/>
                  </a:lnTo>
                  <a:lnTo>
                    <a:pt x="475508" y="623576"/>
                  </a:lnTo>
                  <a:lnTo>
                    <a:pt x="458511" y="704804"/>
                  </a:lnTo>
                  <a:lnTo>
                    <a:pt x="453534" y="755524"/>
                  </a:lnTo>
                  <a:lnTo>
                    <a:pt x="0" y="755524"/>
                  </a:lnTo>
                  <a:lnTo>
                    <a:pt x="0" y="15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7" name="pg3907"/>
            <p:cNvSpPr/>
            <p:nvPr/>
          </p:nvSpPr>
          <p:spPr>
            <a:xfrm>
              <a:off x="4173090" y="2540116"/>
              <a:ext cx="1519164" cy="699069"/>
            </a:xfrm>
            <a:custGeom>
              <a:avLst/>
              <a:gdLst/>
              <a:ahLst/>
              <a:cxnLst/>
              <a:rect l="0" t="0" r="0" b="0"/>
              <a:pathLst>
                <a:path w="1519164" h="699069">
                  <a:moveTo>
                    <a:pt x="1509975" y="5632"/>
                  </a:moveTo>
                  <a:lnTo>
                    <a:pt x="1494849" y="16263"/>
                  </a:lnTo>
                  <a:lnTo>
                    <a:pt x="1478746" y="33041"/>
                  </a:lnTo>
                  <a:lnTo>
                    <a:pt x="1440965" y="45729"/>
                  </a:lnTo>
                  <a:lnTo>
                    <a:pt x="1426940" y="48955"/>
                  </a:lnTo>
                  <a:lnTo>
                    <a:pt x="1413994" y="47234"/>
                  </a:lnTo>
                  <a:lnTo>
                    <a:pt x="1398238" y="57559"/>
                  </a:lnTo>
                  <a:lnTo>
                    <a:pt x="1379593" y="63872"/>
                  </a:lnTo>
                  <a:lnTo>
                    <a:pt x="1374089" y="73474"/>
                  </a:lnTo>
                  <a:lnTo>
                    <a:pt x="1329270" y="99193"/>
                  </a:lnTo>
                  <a:lnTo>
                    <a:pt x="1312066" y="102431"/>
                  </a:lnTo>
                  <a:lnTo>
                    <a:pt x="1297426" y="109283"/>
                  </a:lnTo>
                  <a:lnTo>
                    <a:pt x="1293095" y="120917"/>
                  </a:lnTo>
                  <a:lnTo>
                    <a:pt x="1280026" y="127934"/>
                  </a:lnTo>
                  <a:lnTo>
                    <a:pt x="1276399" y="133307"/>
                  </a:lnTo>
                  <a:lnTo>
                    <a:pt x="1265407" y="149583"/>
                  </a:lnTo>
                  <a:lnTo>
                    <a:pt x="1244974" y="170603"/>
                  </a:lnTo>
                  <a:lnTo>
                    <a:pt x="1220075" y="174121"/>
                  </a:lnTo>
                  <a:lnTo>
                    <a:pt x="1210975" y="181436"/>
                  </a:lnTo>
                  <a:lnTo>
                    <a:pt x="1200438" y="193242"/>
                  </a:lnTo>
                  <a:lnTo>
                    <a:pt x="1185576" y="201345"/>
                  </a:lnTo>
                  <a:lnTo>
                    <a:pt x="1156233" y="197547"/>
                  </a:lnTo>
                  <a:lnTo>
                    <a:pt x="1163370" y="202513"/>
                  </a:lnTo>
                  <a:lnTo>
                    <a:pt x="1189622" y="210255"/>
                  </a:lnTo>
                  <a:lnTo>
                    <a:pt x="1192351" y="221730"/>
                  </a:lnTo>
                  <a:lnTo>
                    <a:pt x="1179199" y="224473"/>
                  </a:lnTo>
                  <a:lnTo>
                    <a:pt x="1151660" y="239771"/>
                  </a:lnTo>
                  <a:lnTo>
                    <a:pt x="1114556" y="266113"/>
                  </a:lnTo>
                  <a:lnTo>
                    <a:pt x="1108887" y="266735"/>
                  </a:lnTo>
                  <a:lnTo>
                    <a:pt x="1098918" y="266106"/>
                  </a:lnTo>
                  <a:lnTo>
                    <a:pt x="1084154" y="270501"/>
                  </a:lnTo>
                  <a:lnTo>
                    <a:pt x="1064759" y="279702"/>
                  </a:lnTo>
                  <a:lnTo>
                    <a:pt x="1041277" y="296232"/>
                  </a:lnTo>
                  <a:lnTo>
                    <a:pt x="999930" y="332023"/>
                  </a:lnTo>
                  <a:lnTo>
                    <a:pt x="997031" y="335802"/>
                  </a:lnTo>
                  <a:lnTo>
                    <a:pt x="991042" y="342438"/>
                  </a:lnTo>
                  <a:lnTo>
                    <a:pt x="975771" y="349512"/>
                  </a:lnTo>
                  <a:lnTo>
                    <a:pt x="961911" y="357139"/>
                  </a:lnTo>
                  <a:lnTo>
                    <a:pt x="958248" y="365166"/>
                  </a:lnTo>
                  <a:lnTo>
                    <a:pt x="951607" y="368824"/>
                  </a:lnTo>
                  <a:lnTo>
                    <a:pt x="928740" y="389177"/>
                  </a:lnTo>
                  <a:lnTo>
                    <a:pt x="915877" y="406513"/>
                  </a:lnTo>
                  <a:lnTo>
                    <a:pt x="904198" y="424656"/>
                  </a:lnTo>
                  <a:lnTo>
                    <a:pt x="891129" y="444946"/>
                  </a:lnTo>
                  <a:lnTo>
                    <a:pt x="864314" y="445200"/>
                  </a:lnTo>
                  <a:lnTo>
                    <a:pt x="843850" y="445117"/>
                  </a:lnTo>
                  <a:lnTo>
                    <a:pt x="808942" y="444971"/>
                  </a:lnTo>
                  <a:lnTo>
                    <a:pt x="779020" y="444851"/>
                  </a:lnTo>
                  <a:lnTo>
                    <a:pt x="743508" y="444705"/>
                  </a:lnTo>
                  <a:lnTo>
                    <a:pt x="717742" y="444597"/>
                  </a:lnTo>
                  <a:lnTo>
                    <a:pt x="689996" y="445448"/>
                  </a:lnTo>
                  <a:lnTo>
                    <a:pt x="676751" y="450858"/>
                  </a:lnTo>
                  <a:lnTo>
                    <a:pt x="660142" y="458167"/>
                  </a:lnTo>
                  <a:lnTo>
                    <a:pt x="642215" y="466048"/>
                  </a:lnTo>
                  <a:lnTo>
                    <a:pt x="651615" y="483626"/>
                  </a:lnTo>
                  <a:lnTo>
                    <a:pt x="654137" y="490561"/>
                  </a:lnTo>
                  <a:lnTo>
                    <a:pt x="653414" y="512927"/>
                  </a:lnTo>
                  <a:lnTo>
                    <a:pt x="655326" y="515372"/>
                  </a:lnTo>
                  <a:lnTo>
                    <a:pt x="657331" y="518693"/>
                  </a:lnTo>
                  <a:lnTo>
                    <a:pt x="657636" y="524472"/>
                  </a:lnTo>
                  <a:lnTo>
                    <a:pt x="659171" y="527114"/>
                  </a:lnTo>
                  <a:lnTo>
                    <a:pt x="662442" y="529247"/>
                  </a:lnTo>
                  <a:lnTo>
                    <a:pt x="666121" y="531756"/>
                  </a:lnTo>
                  <a:lnTo>
                    <a:pt x="668783" y="535153"/>
                  </a:lnTo>
                  <a:lnTo>
                    <a:pt x="669392" y="538544"/>
                  </a:lnTo>
                  <a:lnTo>
                    <a:pt x="666834" y="544450"/>
                  </a:lnTo>
                  <a:lnTo>
                    <a:pt x="656520" y="552433"/>
                  </a:lnTo>
                  <a:lnTo>
                    <a:pt x="642019" y="559431"/>
                  </a:lnTo>
                  <a:lnTo>
                    <a:pt x="613178" y="572055"/>
                  </a:lnTo>
                  <a:lnTo>
                    <a:pt x="579758" y="586687"/>
                  </a:lnTo>
                  <a:lnTo>
                    <a:pt x="550788" y="599368"/>
                  </a:lnTo>
                  <a:lnTo>
                    <a:pt x="528370" y="609180"/>
                  </a:lnTo>
                  <a:lnTo>
                    <a:pt x="482326" y="617797"/>
                  </a:lnTo>
                  <a:lnTo>
                    <a:pt x="445749" y="624637"/>
                  </a:lnTo>
                  <a:lnTo>
                    <a:pt x="419352" y="629577"/>
                  </a:lnTo>
                  <a:lnTo>
                    <a:pt x="395043" y="643326"/>
                  </a:lnTo>
                  <a:lnTo>
                    <a:pt x="368202" y="658497"/>
                  </a:lnTo>
                  <a:lnTo>
                    <a:pt x="345634" y="671255"/>
                  </a:lnTo>
                  <a:lnTo>
                    <a:pt x="320323" y="685562"/>
                  </a:lnTo>
                  <a:lnTo>
                    <a:pt x="296432" y="699069"/>
                  </a:lnTo>
                  <a:lnTo>
                    <a:pt x="269870" y="699025"/>
                  </a:lnTo>
                  <a:lnTo>
                    <a:pt x="251225" y="688902"/>
                  </a:lnTo>
                  <a:lnTo>
                    <a:pt x="233893" y="678507"/>
                  </a:lnTo>
                  <a:lnTo>
                    <a:pt x="222043" y="659919"/>
                  </a:lnTo>
                  <a:lnTo>
                    <a:pt x="221227" y="638322"/>
                  </a:lnTo>
                  <a:lnTo>
                    <a:pt x="225474" y="624179"/>
                  </a:lnTo>
                  <a:lnTo>
                    <a:pt x="229324" y="617727"/>
                  </a:lnTo>
                  <a:lnTo>
                    <a:pt x="236673" y="613638"/>
                  </a:lnTo>
                  <a:lnTo>
                    <a:pt x="251060" y="606684"/>
                  </a:lnTo>
                  <a:lnTo>
                    <a:pt x="264139" y="592605"/>
                  </a:lnTo>
                  <a:lnTo>
                    <a:pt x="274625" y="584204"/>
                  </a:lnTo>
                  <a:lnTo>
                    <a:pt x="285187" y="575535"/>
                  </a:lnTo>
                  <a:lnTo>
                    <a:pt x="291218" y="560606"/>
                  </a:lnTo>
                  <a:lnTo>
                    <a:pt x="298742" y="524465"/>
                  </a:lnTo>
                  <a:lnTo>
                    <a:pt x="299698" y="517277"/>
                  </a:lnTo>
                  <a:lnTo>
                    <a:pt x="310644" y="492491"/>
                  </a:lnTo>
                  <a:lnTo>
                    <a:pt x="322752" y="465070"/>
                  </a:lnTo>
                  <a:lnTo>
                    <a:pt x="328312" y="452477"/>
                  </a:lnTo>
                  <a:lnTo>
                    <a:pt x="322095" y="419792"/>
                  </a:lnTo>
                  <a:lnTo>
                    <a:pt x="317419" y="394676"/>
                  </a:lnTo>
                  <a:lnTo>
                    <a:pt x="313135" y="371669"/>
                  </a:lnTo>
                  <a:lnTo>
                    <a:pt x="308313" y="345746"/>
                  </a:lnTo>
                  <a:lnTo>
                    <a:pt x="303926" y="322148"/>
                  </a:lnTo>
                  <a:lnTo>
                    <a:pt x="299786" y="299916"/>
                  </a:lnTo>
                  <a:lnTo>
                    <a:pt x="295637" y="277600"/>
                  </a:lnTo>
                  <a:lnTo>
                    <a:pt x="291564" y="255723"/>
                  </a:lnTo>
                  <a:lnTo>
                    <a:pt x="288371" y="240032"/>
                  </a:lnTo>
                  <a:lnTo>
                    <a:pt x="284578" y="221438"/>
                  </a:lnTo>
                  <a:lnTo>
                    <a:pt x="262424" y="208388"/>
                  </a:lnTo>
                  <a:lnTo>
                    <a:pt x="245603" y="199249"/>
                  </a:lnTo>
                  <a:lnTo>
                    <a:pt x="218090" y="184320"/>
                  </a:lnTo>
                  <a:lnTo>
                    <a:pt x="195016" y="171797"/>
                  </a:lnTo>
                  <a:lnTo>
                    <a:pt x="174340" y="160340"/>
                  </a:lnTo>
                  <a:lnTo>
                    <a:pt x="187378" y="137250"/>
                  </a:lnTo>
                  <a:lnTo>
                    <a:pt x="186251" y="133472"/>
                  </a:lnTo>
                  <a:lnTo>
                    <a:pt x="181528" y="128925"/>
                  </a:lnTo>
                  <a:lnTo>
                    <a:pt x="171875" y="121362"/>
                  </a:lnTo>
                  <a:lnTo>
                    <a:pt x="166232" y="120593"/>
                  </a:lnTo>
                  <a:lnTo>
                    <a:pt x="156294" y="122372"/>
                  </a:lnTo>
                  <a:lnTo>
                    <a:pt x="140434" y="127077"/>
                  </a:lnTo>
                  <a:lnTo>
                    <a:pt x="133582" y="125515"/>
                  </a:lnTo>
                  <a:lnTo>
                    <a:pt x="128140" y="117437"/>
                  </a:lnTo>
                  <a:lnTo>
                    <a:pt x="121877" y="107099"/>
                  </a:lnTo>
                  <a:lnTo>
                    <a:pt x="119825" y="99021"/>
                  </a:lnTo>
                  <a:lnTo>
                    <a:pt x="119040" y="88333"/>
                  </a:lnTo>
                  <a:lnTo>
                    <a:pt x="115304" y="78713"/>
                  </a:lnTo>
                  <a:lnTo>
                    <a:pt x="117671" y="73664"/>
                  </a:lnTo>
                  <a:lnTo>
                    <a:pt x="118192" y="71149"/>
                  </a:lnTo>
                  <a:lnTo>
                    <a:pt x="117981" y="67987"/>
                  </a:lnTo>
                  <a:lnTo>
                    <a:pt x="115412" y="65967"/>
                  </a:lnTo>
                  <a:lnTo>
                    <a:pt x="110890" y="65085"/>
                  </a:lnTo>
                  <a:lnTo>
                    <a:pt x="95594" y="69123"/>
                  </a:lnTo>
                  <a:lnTo>
                    <a:pt x="88716" y="69498"/>
                  </a:lnTo>
                  <a:lnTo>
                    <a:pt x="84613" y="71772"/>
                  </a:lnTo>
                  <a:lnTo>
                    <a:pt x="78148" y="76490"/>
                  </a:lnTo>
                  <a:lnTo>
                    <a:pt x="71776" y="77074"/>
                  </a:lnTo>
                  <a:lnTo>
                    <a:pt x="60769" y="65904"/>
                  </a:lnTo>
                  <a:lnTo>
                    <a:pt x="48743" y="53673"/>
                  </a:lnTo>
                  <a:lnTo>
                    <a:pt x="43700" y="36825"/>
                  </a:lnTo>
                  <a:lnTo>
                    <a:pt x="38522" y="19521"/>
                  </a:lnTo>
                  <a:lnTo>
                    <a:pt x="17980" y="9112"/>
                  </a:lnTo>
                  <a:lnTo>
                    <a:pt x="0" y="0"/>
                  </a:lnTo>
                  <a:lnTo>
                    <a:pt x="151916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8" name="pg3908"/>
            <p:cNvSpPr/>
            <p:nvPr/>
          </p:nvSpPr>
          <p:spPr>
            <a:xfrm>
              <a:off x="6018224" y="2540116"/>
              <a:ext cx="296962" cy="257863"/>
            </a:xfrm>
            <a:custGeom>
              <a:avLst/>
              <a:gdLst/>
              <a:ahLst/>
              <a:cxnLst/>
              <a:rect l="0" t="0" r="0" b="0"/>
              <a:pathLst>
                <a:path w="296962" h="257863">
                  <a:moveTo>
                    <a:pt x="67195" y="242946"/>
                  </a:moveTo>
                  <a:lnTo>
                    <a:pt x="62725" y="241575"/>
                  </a:lnTo>
                  <a:lnTo>
                    <a:pt x="58875" y="240501"/>
                  </a:lnTo>
                  <a:lnTo>
                    <a:pt x="56643" y="242330"/>
                  </a:lnTo>
                  <a:lnTo>
                    <a:pt x="54529" y="244775"/>
                  </a:lnTo>
                  <a:lnTo>
                    <a:pt x="51924" y="246611"/>
                  </a:lnTo>
                  <a:lnTo>
                    <a:pt x="46457" y="244013"/>
                  </a:lnTo>
                  <a:lnTo>
                    <a:pt x="42979" y="239282"/>
                  </a:lnTo>
                  <a:lnTo>
                    <a:pt x="37393" y="234405"/>
                  </a:lnTo>
                  <a:lnTo>
                    <a:pt x="35279" y="230735"/>
                  </a:lnTo>
                  <a:lnTo>
                    <a:pt x="36401" y="226467"/>
                  </a:lnTo>
                  <a:lnTo>
                    <a:pt x="38881" y="222346"/>
                  </a:lnTo>
                  <a:lnTo>
                    <a:pt x="40002" y="217462"/>
                  </a:lnTo>
                  <a:lnTo>
                    <a:pt x="37269" y="211829"/>
                  </a:lnTo>
                  <a:lnTo>
                    <a:pt x="34783" y="208623"/>
                  </a:lnTo>
                  <a:lnTo>
                    <a:pt x="33047" y="204958"/>
                  </a:lnTo>
                  <a:lnTo>
                    <a:pt x="33667" y="201453"/>
                  </a:lnTo>
                  <a:lnTo>
                    <a:pt x="37145" y="199770"/>
                  </a:lnTo>
                  <a:lnTo>
                    <a:pt x="40375" y="197630"/>
                  </a:lnTo>
                  <a:lnTo>
                    <a:pt x="41491" y="193058"/>
                  </a:lnTo>
                  <a:lnTo>
                    <a:pt x="39501" y="188174"/>
                  </a:lnTo>
                  <a:lnTo>
                    <a:pt x="33791" y="186187"/>
                  </a:lnTo>
                  <a:lnTo>
                    <a:pt x="29073" y="186949"/>
                  </a:lnTo>
                  <a:lnTo>
                    <a:pt x="22241" y="185882"/>
                  </a:lnTo>
                  <a:lnTo>
                    <a:pt x="15663" y="182834"/>
                  </a:lnTo>
                  <a:lnTo>
                    <a:pt x="11316" y="179322"/>
                  </a:lnTo>
                  <a:lnTo>
                    <a:pt x="7963" y="177334"/>
                  </a:lnTo>
                  <a:lnTo>
                    <a:pt x="5353" y="177334"/>
                  </a:lnTo>
                  <a:lnTo>
                    <a:pt x="2247" y="175353"/>
                  </a:lnTo>
                  <a:lnTo>
                    <a:pt x="387" y="171993"/>
                  </a:lnTo>
                  <a:lnTo>
                    <a:pt x="635" y="166500"/>
                  </a:lnTo>
                  <a:lnTo>
                    <a:pt x="1503" y="163147"/>
                  </a:lnTo>
                  <a:lnTo>
                    <a:pt x="3239" y="160245"/>
                  </a:lnTo>
                  <a:lnTo>
                    <a:pt x="3363" y="157038"/>
                  </a:lnTo>
                  <a:lnTo>
                    <a:pt x="2619" y="154746"/>
                  </a:lnTo>
                  <a:lnTo>
                    <a:pt x="2500" y="152923"/>
                  </a:lnTo>
                  <a:lnTo>
                    <a:pt x="2991" y="150631"/>
                  </a:lnTo>
                  <a:lnTo>
                    <a:pt x="4113" y="146052"/>
                  </a:lnTo>
                  <a:lnTo>
                    <a:pt x="2247" y="142699"/>
                  </a:lnTo>
                  <a:lnTo>
                    <a:pt x="2056" y="131078"/>
                  </a:lnTo>
                  <a:lnTo>
                    <a:pt x="1689" y="109334"/>
                  </a:lnTo>
                  <a:lnTo>
                    <a:pt x="1415" y="92677"/>
                  </a:lnTo>
                  <a:lnTo>
                    <a:pt x="1069" y="71740"/>
                  </a:lnTo>
                  <a:lnTo>
                    <a:pt x="867" y="56493"/>
                  </a:lnTo>
                  <a:lnTo>
                    <a:pt x="588" y="35130"/>
                  </a:lnTo>
                  <a:lnTo>
                    <a:pt x="325" y="14859"/>
                  </a:lnTo>
                  <a:lnTo>
                    <a:pt x="0" y="0"/>
                  </a:lnTo>
                  <a:lnTo>
                    <a:pt x="276472" y="0"/>
                  </a:lnTo>
                  <a:lnTo>
                    <a:pt x="276633" y="57"/>
                  </a:lnTo>
                  <a:lnTo>
                    <a:pt x="276810" y="0"/>
                  </a:lnTo>
                  <a:lnTo>
                    <a:pt x="296962" y="0"/>
                  </a:lnTo>
                  <a:lnTo>
                    <a:pt x="296962" y="192012"/>
                  </a:lnTo>
                  <a:lnTo>
                    <a:pt x="290901" y="195833"/>
                  </a:lnTo>
                  <a:lnTo>
                    <a:pt x="267083" y="205085"/>
                  </a:lnTo>
                  <a:lnTo>
                    <a:pt x="239280" y="222746"/>
                  </a:lnTo>
                  <a:lnTo>
                    <a:pt x="203354" y="237625"/>
                  </a:lnTo>
                  <a:lnTo>
                    <a:pt x="195825" y="237682"/>
                  </a:lnTo>
                  <a:lnTo>
                    <a:pt x="179510" y="225438"/>
                  </a:lnTo>
                  <a:lnTo>
                    <a:pt x="184073" y="219863"/>
                  </a:lnTo>
                  <a:lnTo>
                    <a:pt x="188316" y="212306"/>
                  </a:lnTo>
                  <a:lnTo>
                    <a:pt x="184260" y="214484"/>
                  </a:lnTo>
                  <a:lnTo>
                    <a:pt x="181629" y="217761"/>
                  </a:lnTo>
                  <a:lnTo>
                    <a:pt x="171790" y="223019"/>
                  </a:lnTo>
                  <a:lnTo>
                    <a:pt x="179769" y="233199"/>
                  </a:lnTo>
                  <a:lnTo>
                    <a:pt x="175914" y="237015"/>
                  </a:lnTo>
                  <a:lnTo>
                    <a:pt x="164503" y="242032"/>
                  </a:lnTo>
                  <a:lnTo>
                    <a:pt x="153878" y="249290"/>
                  </a:lnTo>
                  <a:lnTo>
                    <a:pt x="144577" y="254142"/>
                  </a:lnTo>
                  <a:lnTo>
                    <a:pt x="137052" y="247970"/>
                  </a:lnTo>
                  <a:lnTo>
                    <a:pt x="116283" y="255768"/>
                  </a:lnTo>
                  <a:lnTo>
                    <a:pt x="98791" y="257863"/>
                  </a:lnTo>
                  <a:lnTo>
                    <a:pt x="95008" y="253913"/>
                  </a:lnTo>
                  <a:lnTo>
                    <a:pt x="93897" y="247677"/>
                  </a:lnTo>
                  <a:lnTo>
                    <a:pt x="87773" y="246172"/>
                  </a:lnTo>
                  <a:lnTo>
                    <a:pt x="76394" y="247893"/>
                  </a:lnTo>
                  <a:lnTo>
                    <a:pt x="72079" y="2445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9" name="pg3909"/>
            <p:cNvSpPr/>
            <p:nvPr/>
          </p:nvSpPr>
          <p:spPr>
            <a:xfrm>
              <a:off x="5287647" y="2540116"/>
              <a:ext cx="534180" cy="266113"/>
            </a:xfrm>
            <a:custGeom>
              <a:avLst/>
              <a:gdLst/>
              <a:ahLst/>
              <a:cxnLst/>
              <a:rect l="0" t="0" r="0" b="0"/>
              <a:pathLst>
                <a:path w="534180" h="266113">
                  <a:moveTo>
                    <a:pt x="528260" y="7169"/>
                  </a:moveTo>
                  <a:lnTo>
                    <a:pt x="511940" y="26932"/>
                  </a:lnTo>
                  <a:lnTo>
                    <a:pt x="497548" y="44357"/>
                  </a:lnTo>
                  <a:lnTo>
                    <a:pt x="494318" y="62240"/>
                  </a:lnTo>
                  <a:lnTo>
                    <a:pt x="491254" y="79195"/>
                  </a:lnTo>
                  <a:lnTo>
                    <a:pt x="479347" y="92099"/>
                  </a:lnTo>
                  <a:lnTo>
                    <a:pt x="472087" y="103930"/>
                  </a:lnTo>
                  <a:lnTo>
                    <a:pt x="468847" y="117050"/>
                  </a:lnTo>
                  <a:lnTo>
                    <a:pt x="466139" y="129097"/>
                  </a:lnTo>
                  <a:lnTo>
                    <a:pt x="465932" y="139181"/>
                  </a:lnTo>
                  <a:lnTo>
                    <a:pt x="467973" y="144471"/>
                  </a:lnTo>
                  <a:lnTo>
                    <a:pt x="467012" y="148770"/>
                  </a:lnTo>
                  <a:lnTo>
                    <a:pt x="463074" y="153717"/>
                  </a:lnTo>
                  <a:lnTo>
                    <a:pt x="455199" y="162322"/>
                  </a:lnTo>
                  <a:lnTo>
                    <a:pt x="453798" y="170603"/>
                  </a:lnTo>
                  <a:lnTo>
                    <a:pt x="448982" y="174686"/>
                  </a:lnTo>
                  <a:lnTo>
                    <a:pt x="435246" y="182859"/>
                  </a:lnTo>
                  <a:lnTo>
                    <a:pt x="424042" y="194906"/>
                  </a:lnTo>
                  <a:lnTo>
                    <a:pt x="423495" y="201726"/>
                  </a:lnTo>
                  <a:lnTo>
                    <a:pt x="425112" y="207391"/>
                  </a:lnTo>
                  <a:lnTo>
                    <a:pt x="425360" y="210909"/>
                  </a:lnTo>
                  <a:lnTo>
                    <a:pt x="423122" y="213360"/>
                  </a:lnTo>
                  <a:lnTo>
                    <a:pt x="418637" y="213201"/>
                  </a:lnTo>
                  <a:lnTo>
                    <a:pt x="413784" y="213970"/>
                  </a:lnTo>
                  <a:lnTo>
                    <a:pt x="409697" y="218993"/>
                  </a:lnTo>
                  <a:lnTo>
                    <a:pt x="409800" y="226207"/>
                  </a:lnTo>
                  <a:lnTo>
                    <a:pt x="406813" y="231408"/>
                  </a:lnTo>
                  <a:lnTo>
                    <a:pt x="403325" y="232481"/>
                  </a:lnTo>
                  <a:lnTo>
                    <a:pt x="400338" y="228804"/>
                  </a:lnTo>
                  <a:lnTo>
                    <a:pt x="396746" y="223292"/>
                  </a:lnTo>
                  <a:lnTo>
                    <a:pt x="392540" y="222752"/>
                  </a:lnTo>
                  <a:lnTo>
                    <a:pt x="386153" y="226410"/>
                  </a:lnTo>
                  <a:lnTo>
                    <a:pt x="378277" y="232430"/>
                  </a:lnTo>
                  <a:lnTo>
                    <a:pt x="371192" y="232754"/>
                  </a:lnTo>
                  <a:lnTo>
                    <a:pt x="357890" y="228887"/>
                  </a:lnTo>
                  <a:lnTo>
                    <a:pt x="348180" y="240559"/>
                  </a:lnTo>
                  <a:lnTo>
                    <a:pt x="337757" y="265630"/>
                  </a:lnTo>
                  <a:lnTo>
                    <a:pt x="293717" y="265693"/>
                  </a:lnTo>
                  <a:lnTo>
                    <a:pt x="249678" y="265757"/>
                  </a:lnTo>
                  <a:lnTo>
                    <a:pt x="205634" y="265820"/>
                  </a:lnTo>
                  <a:lnTo>
                    <a:pt x="161594" y="265884"/>
                  </a:lnTo>
                  <a:lnTo>
                    <a:pt x="117555" y="265941"/>
                  </a:lnTo>
                  <a:lnTo>
                    <a:pt x="73516" y="266005"/>
                  </a:lnTo>
                  <a:lnTo>
                    <a:pt x="29476" y="266068"/>
                  </a:lnTo>
                  <a:lnTo>
                    <a:pt x="4831" y="266106"/>
                  </a:lnTo>
                  <a:lnTo>
                    <a:pt x="0" y="266113"/>
                  </a:lnTo>
                  <a:lnTo>
                    <a:pt x="15089" y="261204"/>
                  </a:lnTo>
                  <a:lnTo>
                    <a:pt x="46550" y="242127"/>
                  </a:lnTo>
                  <a:lnTo>
                    <a:pt x="69753" y="235218"/>
                  </a:lnTo>
                  <a:lnTo>
                    <a:pt x="99933" y="215182"/>
                  </a:lnTo>
                  <a:lnTo>
                    <a:pt x="121792" y="211328"/>
                  </a:lnTo>
                  <a:lnTo>
                    <a:pt x="125952" y="206921"/>
                  </a:lnTo>
                  <a:lnTo>
                    <a:pt x="129616" y="190302"/>
                  </a:lnTo>
                  <a:lnTo>
                    <a:pt x="131616" y="184377"/>
                  </a:lnTo>
                  <a:lnTo>
                    <a:pt x="141823" y="168056"/>
                  </a:lnTo>
                  <a:lnTo>
                    <a:pt x="154080" y="154289"/>
                  </a:lnTo>
                  <a:lnTo>
                    <a:pt x="163971" y="135250"/>
                  </a:lnTo>
                  <a:lnTo>
                    <a:pt x="181924" y="123083"/>
                  </a:lnTo>
                  <a:lnTo>
                    <a:pt x="209070" y="112909"/>
                  </a:lnTo>
                  <a:lnTo>
                    <a:pt x="234180" y="90689"/>
                  </a:lnTo>
                  <a:lnTo>
                    <a:pt x="247942" y="83914"/>
                  </a:lnTo>
                  <a:lnTo>
                    <a:pt x="261280" y="79062"/>
                  </a:lnTo>
                  <a:lnTo>
                    <a:pt x="266881" y="70032"/>
                  </a:lnTo>
                  <a:lnTo>
                    <a:pt x="275129" y="64869"/>
                  </a:lnTo>
                  <a:lnTo>
                    <a:pt x="297180" y="54372"/>
                  </a:lnTo>
                  <a:lnTo>
                    <a:pt x="321484" y="51533"/>
                  </a:lnTo>
                  <a:lnTo>
                    <a:pt x="346046" y="42820"/>
                  </a:lnTo>
                  <a:lnTo>
                    <a:pt x="364887" y="38203"/>
                  </a:lnTo>
                  <a:lnTo>
                    <a:pt x="376442" y="30030"/>
                  </a:lnTo>
                  <a:lnTo>
                    <a:pt x="393243" y="25725"/>
                  </a:lnTo>
                  <a:lnTo>
                    <a:pt x="443385" y="2273"/>
                  </a:lnTo>
                  <a:lnTo>
                    <a:pt x="446265" y="0"/>
                  </a:lnTo>
                  <a:lnTo>
                    <a:pt x="53418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0" name="pg3910"/>
            <p:cNvSpPr/>
            <p:nvPr/>
          </p:nvSpPr>
          <p:spPr>
            <a:xfrm>
              <a:off x="6188919" y="2797057"/>
              <a:ext cx="126268" cy="202407"/>
            </a:xfrm>
            <a:custGeom>
              <a:avLst/>
              <a:gdLst/>
              <a:ahLst/>
              <a:cxnLst/>
              <a:rect l="0" t="0" r="0" b="0"/>
              <a:pathLst>
                <a:path w="126268" h="202407">
                  <a:moveTo>
                    <a:pt x="117079" y="175208"/>
                  </a:moveTo>
                  <a:lnTo>
                    <a:pt x="108057" y="174662"/>
                  </a:lnTo>
                  <a:lnTo>
                    <a:pt x="101406" y="175266"/>
                  </a:lnTo>
                  <a:lnTo>
                    <a:pt x="91386" y="182892"/>
                  </a:lnTo>
                  <a:lnTo>
                    <a:pt x="89830" y="198305"/>
                  </a:lnTo>
                  <a:lnTo>
                    <a:pt x="85406" y="196266"/>
                  </a:lnTo>
                  <a:lnTo>
                    <a:pt x="80916" y="196768"/>
                  </a:lnTo>
                  <a:lnTo>
                    <a:pt x="78595" y="201607"/>
                  </a:lnTo>
                  <a:lnTo>
                    <a:pt x="75288" y="202407"/>
                  </a:lnTo>
                  <a:lnTo>
                    <a:pt x="66529" y="197829"/>
                  </a:lnTo>
                  <a:lnTo>
                    <a:pt x="56214" y="200331"/>
                  </a:lnTo>
                  <a:lnTo>
                    <a:pt x="48147" y="196857"/>
                  </a:lnTo>
                  <a:lnTo>
                    <a:pt x="37863" y="174275"/>
                  </a:lnTo>
                  <a:lnTo>
                    <a:pt x="32401" y="166362"/>
                  </a:lnTo>
                  <a:lnTo>
                    <a:pt x="22717" y="163810"/>
                  </a:lnTo>
                  <a:lnTo>
                    <a:pt x="20205" y="168585"/>
                  </a:lnTo>
                  <a:lnTo>
                    <a:pt x="16448" y="173259"/>
                  </a:lnTo>
                  <a:lnTo>
                    <a:pt x="7126" y="163943"/>
                  </a:lnTo>
                  <a:lnTo>
                    <a:pt x="56" y="129365"/>
                  </a:lnTo>
                  <a:lnTo>
                    <a:pt x="0" y="121021"/>
                  </a:lnTo>
                  <a:lnTo>
                    <a:pt x="9896" y="91936"/>
                  </a:lnTo>
                  <a:lnTo>
                    <a:pt x="34401" y="65753"/>
                  </a:lnTo>
                  <a:lnTo>
                    <a:pt x="26577" y="64877"/>
                  </a:lnTo>
                  <a:lnTo>
                    <a:pt x="4940" y="83033"/>
                  </a:lnTo>
                  <a:lnTo>
                    <a:pt x="7172" y="78638"/>
                  </a:lnTo>
                  <a:lnTo>
                    <a:pt x="10841" y="74059"/>
                  </a:lnTo>
                  <a:lnTo>
                    <a:pt x="18138" y="66674"/>
                  </a:lnTo>
                  <a:lnTo>
                    <a:pt x="29213" y="59733"/>
                  </a:lnTo>
                  <a:lnTo>
                    <a:pt x="43961" y="55688"/>
                  </a:lnTo>
                  <a:lnTo>
                    <a:pt x="54106" y="55072"/>
                  </a:lnTo>
                  <a:lnTo>
                    <a:pt x="61098" y="51236"/>
                  </a:lnTo>
                  <a:lnTo>
                    <a:pt x="71231" y="44441"/>
                  </a:lnTo>
                  <a:lnTo>
                    <a:pt x="73112" y="40834"/>
                  </a:lnTo>
                  <a:lnTo>
                    <a:pt x="64126" y="44981"/>
                  </a:lnTo>
                  <a:lnTo>
                    <a:pt x="49196" y="49064"/>
                  </a:lnTo>
                  <a:lnTo>
                    <a:pt x="53026" y="43711"/>
                  </a:lnTo>
                  <a:lnTo>
                    <a:pt x="56762" y="40847"/>
                  </a:lnTo>
                  <a:lnTo>
                    <a:pt x="126268" y="0"/>
                  </a:lnTo>
                  <a:lnTo>
                    <a:pt x="126268" y="1681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1" name="pg3911"/>
            <p:cNvSpPr/>
            <p:nvPr/>
          </p:nvSpPr>
          <p:spPr>
            <a:xfrm>
              <a:off x="6175048" y="2885799"/>
              <a:ext cx="12040" cy="17520"/>
            </a:xfrm>
            <a:custGeom>
              <a:avLst/>
              <a:gdLst/>
              <a:ahLst/>
              <a:cxnLst/>
              <a:rect l="0" t="0" r="0" b="0"/>
              <a:pathLst>
                <a:path w="12040" h="17520">
                  <a:moveTo>
                    <a:pt x="0" y="17520"/>
                  </a:moveTo>
                  <a:lnTo>
                    <a:pt x="1291" y="13062"/>
                  </a:lnTo>
                  <a:lnTo>
                    <a:pt x="7792" y="1695"/>
                  </a:lnTo>
                  <a:lnTo>
                    <a:pt x="12040" y="0"/>
                  </a:lnTo>
                  <a:lnTo>
                    <a:pt x="5327" y="129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2" name="pg3912"/>
            <p:cNvSpPr/>
            <p:nvPr/>
          </p:nvSpPr>
          <p:spPr>
            <a:xfrm>
              <a:off x="6114410" y="2832043"/>
              <a:ext cx="16050" cy="22950"/>
            </a:xfrm>
            <a:custGeom>
              <a:avLst/>
              <a:gdLst/>
              <a:ahLst/>
              <a:cxnLst/>
              <a:rect l="0" t="0" r="0" b="0"/>
              <a:pathLst>
                <a:path w="16050" h="22950">
                  <a:moveTo>
                    <a:pt x="0" y="22950"/>
                  </a:moveTo>
                  <a:lnTo>
                    <a:pt x="5539" y="5391"/>
                  </a:lnTo>
                  <a:lnTo>
                    <a:pt x="10046" y="0"/>
                  </a:lnTo>
                  <a:lnTo>
                    <a:pt x="16050" y="1816"/>
                  </a:lnTo>
                  <a:lnTo>
                    <a:pt x="15208" y="12427"/>
                  </a:lnTo>
                  <a:lnTo>
                    <a:pt x="14242" y="1607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3" name="pg3913"/>
            <p:cNvSpPr/>
            <p:nvPr/>
          </p:nvSpPr>
          <p:spPr>
            <a:xfrm>
              <a:off x="5366847" y="2715076"/>
              <a:ext cx="51274" cy="34247"/>
            </a:xfrm>
            <a:custGeom>
              <a:avLst/>
              <a:gdLst/>
              <a:ahLst/>
              <a:cxnLst/>
              <a:rect l="0" t="0" r="0" b="0"/>
              <a:pathLst>
                <a:path w="51274" h="34247">
                  <a:moveTo>
                    <a:pt x="33548" y="33244"/>
                  </a:moveTo>
                  <a:lnTo>
                    <a:pt x="19601" y="30837"/>
                  </a:lnTo>
                  <a:lnTo>
                    <a:pt x="4268" y="34177"/>
                  </a:lnTo>
                  <a:lnTo>
                    <a:pt x="0" y="34247"/>
                  </a:lnTo>
                  <a:lnTo>
                    <a:pt x="11389" y="24582"/>
                  </a:lnTo>
                  <a:lnTo>
                    <a:pt x="28903" y="18638"/>
                  </a:lnTo>
                  <a:lnTo>
                    <a:pt x="46364" y="463"/>
                  </a:lnTo>
                  <a:lnTo>
                    <a:pt x="51274" y="0"/>
                  </a:lnTo>
                  <a:lnTo>
                    <a:pt x="44628" y="20587"/>
                  </a:lnTo>
                  <a:lnTo>
                    <a:pt x="43274" y="27948"/>
                  </a:lnTo>
                  <a:lnTo>
                    <a:pt x="41703" y="306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4" name="pg3914"/>
            <p:cNvSpPr/>
            <p:nvPr/>
          </p:nvSpPr>
          <p:spPr>
            <a:xfrm>
              <a:off x="5377730" y="2716409"/>
              <a:ext cx="30200" cy="16853"/>
            </a:xfrm>
            <a:custGeom>
              <a:avLst/>
              <a:gdLst/>
              <a:ahLst/>
              <a:cxnLst/>
              <a:rect l="0" t="0" r="0" b="0"/>
              <a:pathLst>
                <a:path w="30200" h="16853">
                  <a:moveTo>
                    <a:pt x="4423" y="16853"/>
                  </a:moveTo>
                  <a:lnTo>
                    <a:pt x="0" y="15723"/>
                  </a:lnTo>
                  <a:lnTo>
                    <a:pt x="14082" y="2946"/>
                  </a:lnTo>
                  <a:lnTo>
                    <a:pt x="30200" y="0"/>
                  </a:lnTo>
                  <a:lnTo>
                    <a:pt x="17187" y="1417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5" name="pg3915"/>
            <p:cNvSpPr/>
            <p:nvPr/>
          </p:nvSpPr>
          <p:spPr>
            <a:xfrm>
              <a:off x="5667831" y="2547127"/>
              <a:ext cx="30784" cy="17069"/>
            </a:xfrm>
            <a:custGeom>
              <a:avLst/>
              <a:gdLst/>
              <a:ahLst/>
              <a:cxnLst/>
              <a:rect l="0" t="0" r="0" b="0"/>
              <a:pathLst>
                <a:path w="30784" h="17069">
                  <a:moveTo>
                    <a:pt x="0" y="17069"/>
                  </a:moveTo>
                  <a:lnTo>
                    <a:pt x="2294" y="12554"/>
                  </a:lnTo>
                  <a:lnTo>
                    <a:pt x="15430" y="4508"/>
                  </a:lnTo>
                  <a:lnTo>
                    <a:pt x="25084" y="0"/>
                  </a:lnTo>
                  <a:lnTo>
                    <a:pt x="30784" y="95"/>
                  </a:lnTo>
                  <a:lnTo>
                    <a:pt x="21502" y="9957"/>
                  </a:lnTo>
                  <a:lnTo>
                    <a:pt x="9622" y="160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6" name="pg3916"/>
            <p:cNvSpPr/>
            <p:nvPr/>
          </p:nvSpPr>
          <p:spPr>
            <a:xfrm>
              <a:off x="4939342" y="5500509"/>
              <a:ext cx="49258" cy="37397"/>
            </a:xfrm>
            <a:custGeom>
              <a:avLst/>
              <a:gdLst/>
              <a:ahLst/>
              <a:cxnLst/>
              <a:rect l="0" t="0" r="0" b="0"/>
              <a:pathLst>
                <a:path w="49258" h="37397">
                  <a:moveTo>
                    <a:pt x="36380" y="7931"/>
                  </a:moveTo>
                  <a:lnTo>
                    <a:pt x="25890" y="16136"/>
                  </a:lnTo>
                  <a:lnTo>
                    <a:pt x="33512" y="21991"/>
                  </a:lnTo>
                  <a:lnTo>
                    <a:pt x="40695" y="9258"/>
                  </a:lnTo>
                  <a:lnTo>
                    <a:pt x="46395" y="19603"/>
                  </a:lnTo>
                  <a:lnTo>
                    <a:pt x="49258" y="37397"/>
                  </a:lnTo>
                  <a:lnTo>
                    <a:pt x="16879" y="37397"/>
                  </a:lnTo>
                  <a:lnTo>
                    <a:pt x="15627" y="32145"/>
                  </a:lnTo>
                  <a:lnTo>
                    <a:pt x="9084" y="25573"/>
                  </a:lnTo>
                  <a:lnTo>
                    <a:pt x="0" y="8807"/>
                  </a:lnTo>
                  <a:lnTo>
                    <a:pt x="5276" y="4483"/>
                  </a:lnTo>
                  <a:lnTo>
                    <a:pt x="12309" y="5924"/>
                  </a:lnTo>
                  <a:lnTo>
                    <a:pt x="15911" y="3905"/>
                  </a:lnTo>
                  <a:lnTo>
                    <a:pt x="25662" y="2292"/>
                  </a:lnTo>
                  <a:lnTo>
                    <a:pt x="31585" y="0"/>
                  </a:lnTo>
                  <a:lnTo>
                    <a:pt x="36215" y="495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7" name="pg3917"/>
            <p:cNvSpPr/>
            <p:nvPr/>
          </p:nvSpPr>
          <p:spPr>
            <a:xfrm>
              <a:off x="4945285" y="5155530"/>
              <a:ext cx="95830" cy="135860"/>
            </a:xfrm>
            <a:custGeom>
              <a:avLst/>
              <a:gdLst/>
              <a:ahLst/>
              <a:cxnLst/>
              <a:rect l="0" t="0" r="0" b="0"/>
              <a:pathLst>
                <a:path w="95830" h="135860">
                  <a:moveTo>
                    <a:pt x="73800" y="135860"/>
                  </a:moveTo>
                  <a:lnTo>
                    <a:pt x="64612" y="122835"/>
                  </a:lnTo>
                  <a:lnTo>
                    <a:pt x="57211" y="119050"/>
                  </a:lnTo>
                  <a:lnTo>
                    <a:pt x="68772" y="109842"/>
                  </a:lnTo>
                  <a:lnTo>
                    <a:pt x="73764" y="101930"/>
                  </a:lnTo>
                  <a:lnTo>
                    <a:pt x="73660" y="84669"/>
                  </a:lnTo>
                  <a:lnTo>
                    <a:pt x="76482" y="75214"/>
                  </a:lnTo>
                  <a:lnTo>
                    <a:pt x="75526" y="67028"/>
                  </a:lnTo>
                  <a:lnTo>
                    <a:pt x="78073" y="58671"/>
                  </a:lnTo>
                  <a:lnTo>
                    <a:pt x="74627" y="49285"/>
                  </a:lnTo>
                  <a:lnTo>
                    <a:pt x="64963" y="41842"/>
                  </a:lnTo>
                  <a:lnTo>
                    <a:pt x="45842" y="12237"/>
                  </a:lnTo>
                  <a:lnTo>
                    <a:pt x="15637" y="5048"/>
                  </a:lnTo>
                  <a:lnTo>
                    <a:pt x="0" y="4750"/>
                  </a:lnTo>
                  <a:lnTo>
                    <a:pt x="8593" y="0"/>
                  </a:lnTo>
                  <a:lnTo>
                    <a:pt x="16531" y="577"/>
                  </a:lnTo>
                  <a:lnTo>
                    <a:pt x="28748" y="3403"/>
                  </a:lnTo>
                  <a:lnTo>
                    <a:pt x="43377" y="4769"/>
                  </a:lnTo>
                  <a:lnTo>
                    <a:pt x="52318" y="13481"/>
                  </a:lnTo>
                  <a:lnTo>
                    <a:pt x="60855" y="25033"/>
                  </a:lnTo>
                  <a:lnTo>
                    <a:pt x="68565" y="29707"/>
                  </a:lnTo>
                  <a:lnTo>
                    <a:pt x="71738" y="32679"/>
                  </a:lnTo>
                  <a:lnTo>
                    <a:pt x="71381" y="36032"/>
                  </a:lnTo>
                  <a:lnTo>
                    <a:pt x="72663" y="39181"/>
                  </a:lnTo>
                  <a:lnTo>
                    <a:pt x="82724" y="44586"/>
                  </a:lnTo>
                  <a:lnTo>
                    <a:pt x="92858" y="53311"/>
                  </a:lnTo>
                  <a:lnTo>
                    <a:pt x="95830" y="78897"/>
                  </a:lnTo>
                  <a:lnTo>
                    <a:pt x="82177" y="91007"/>
                  </a:lnTo>
                  <a:lnTo>
                    <a:pt x="79665" y="128055"/>
                  </a:lnTo>
                  <a:lnTo>
                    <a:pt x="76001" y="1347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8" name="pg3918"/>
            <p:cNvSpPr/>
            <p:nvPr/>
          </p:nvSpPr>
          <p:spPr>
            <a:xfrm>
              <a:off x="4893261" y="5381534"/>
              <a:ext cx="74105" cy="118987"/>
            </a:xfrm>
            <a:custGeom>
              <a:avLst/>
              <a:gdLst/>
              <a:ahLst/>
              <a:cxnLst/>
              <a:rect l="0" t="0" r="0" b="0"/>
              <a:pathLst>
                <a:path w="74105" h="118987">
                  <a:moveTo>
                    <a:pt x="72947" y="80116"/>
                  </a:moveTo>
                  <a:lnTo>
                    <a:pt x="74105" y="91896"/>
                  </a:lnTo>
                  <a:lnTo>
                    <a:pt x="73035" y="96094"/>
                  </a:lnTo>
                  <a:lnTo>
                    <a:pt x="61583" y="103968"/>
                  </a:lnTo>
                  <a:lnTo>
                    <a:pt x="58643" y="108369"/>
                  </a:lnTo>
                  <a:lnTo>
                    <a:pt x="47847" y="112808"/>
                  </a:lnTo>
                  <a:lnTo>
                    <a:pt x="41315" y="118987"/>
                  </a:lnTo>
                  <a:lnTo>
                    <a:pt x="38044" y="108947"/>
                  </a:lnTo>
                  <a:lnTo>
                    <a:pt x="31703" y="102742"/>
                  </a:lnTo>
                  <a:lnTo>
                    <a:pt x="30639" y="92194"/>
                  </a:lnTo>
                  <a:lnTo>
                    <a:pt x="25792" y="95757"/>
                  </a:lnTo>
                  <a:lnTo>
                    <a:pt x="18805" y="93585"/>
                  </a:lnTo>
                  <a:lnTo>
                    <a:pt x="7281" y="85596"/>
                  </a:lnTo>
                  <a:lnTo>
                    <a:pt x="0" y="74750"/>
                  </a:lnTo>
                  <a:lnTo>
                    <a:pt x="10201" y="72870"/>
                  </a:lnTo>
                  <a:lnTo>
                    <a:pt x="12309" y="79608"/>
                  </a:lnTo>
                  <a:lnTo>
                    <a:pt x="20381" y="71340"/>
                  </a:lnTo>
                  <a:lnTo>
                    <a:pt x="18546" y="66983"/>
                  </a:lnTo>
                  <a:lnTo>
                    <a:pt x="17089" y="66425"/>
                  </a:lnTo>
                  <a:lnTo>
                    <a:pt x="14443" y="58321"/>
                  </a:lnTo>
                  <a:lnTo>
                    <a:pt x="26587" y="37098"/>
                  </a:lnTo>
                  <a:lnTo>
                    <a:pt x="29207" y="23407"/>
                  </a:lnTo>
                  <a:lnTo>
                    <a:pt x="23699" y="1441"/>
                  </a:lnTo>
                  <a:lnTo>
                    <a:pt x="28841" y="0"/>
                  </a:lnTo>
                  <a:lnTo>
                    <a:pt x="42545" y="7703"/>
                  </a:lnTo>
                  <a:lnTo>
                    <a:pt x="48685" y="15285"/>
                  </a:lnTo>
                  <a:lnTo>
                    <a:pt x="48886" y="25693"/>
                  </a:lnTo>
                  <a:lnTo>
                    <a:pt x="54648" y="33752"/>
                  </a:lnTo>
                  <a:lnTo>
                    <a:pt x="62989" y="53057"/>
                  </a:lnTo>
                  <a:lnTo>
                    <a:pt x="73180" y="64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9" name="pg3919"/>
            <p:cNvSpPr/>
            <p:nvPr/>
          </p:nvSpPr>
          <p:spPr>
            <a:xfrm>
              <a:off x="4835016" y="5174016"/>
              <a:ext cx="112522" cy="38661"/>
            </a:xfrm>
            <a:custGeom>
              <a:avLst/>
              <a:gdLst/>
              <a:ahLst/>
              <a:cxnLst/>
              <a:rect l="0" t="0" r="0" b="0"/>
              <a:pathLst>
                <a:path w="112522" h="38661">
                  <a:moveTo>
                    <a:pt x="64973" y="13005"/>
                  </a:moveTo>
                  <a:lnTo>
                    <a:pt x="71841" y="12453"/>
                  </a:lnTo>
                  <a:lnTo>
                    <a:pt x="75960" y="9792"/>
                  </a:lnTo>
                  <a:lnTo>
                    <a:pt x="94931" y="10878"/>
                  </a:lnTo>
                  <a:lnTo>
                    <a:pt x="110248" y="6985"/>
                  </a:lnTo>
                  <a:lnTo>
                    <a:pt x="112522" y="13894"/>
                  </a:lnTo>
                  <a:lnTo>
                    <a:pt x="112134" y="17501"/>
                  </a:lnTo>
                  <a:lnTo>
                    <a:pt x="79562" y="20886"/>
                  </a:lnTo>
                  <a:lnTo>
                    <a:pt x="49682" y="31028"/>
                  </a:lnTo>
                  <a:lnTo>
                    <a:pt x="33305" y="37899"/>
                  </a:lnTo>
                  <a:lnTo>
                    <a:pt x="25611" y="38661"/>
                  </a:lnTo>
                  <a:lnTo>
                    <a:pt x="19730" y="35047"/>
                  </a:lnTo>
                  <a:lnTo>
                    <a:pt x="0" y="14104"/>
                  </a:lnTo>
                  <a:lnTo>
                    <a:pt x="5276" y="16193"/>
                  </a:lnTo>
                  <a:lnTo>
                    <a:pt x="19854" y="28030"/>
                  </a:lnTo>
                  <a:lnTo>
                    <a:pt x="28908" y="25871"/>
                  </a:lnTo>
                  <a:lnTo>
                    <a:pt x="37295" y="18047"/>
                  </a:lnTo>
                  <a:lnTo>
                    <a:pt x="38577" y="12135"/>
                  </a:lnTo>
                  <a:lnTo>
                    <a:pt x="37326" y="9335"/>
                  </a:lnTo>
                  <a:lnTo>
                    <a:pt x="41119" y="0"/>
                  </a:lnTo>
                  <a:lnTo>
                    <a:pt x="52152" y="896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0" name="pg3920"/>
            <p:cNvSpPr/>
            <p:nvPr/>
          </p:nvSpPr>
          <p:spPr>
            <a:xfrm>
              <a:off x="4985696" y="5397055"/>
              <a:ext cx="30985" cy="11691"/>
            </a:xfrm>
            <a:custGeom>
              <a:avLst/>
              <a:gdLst/>
              <a:ahLst/>
              <a:cxnLst/>
              <a:rect l="0" t="0" r="0" b="0"/>
              <a:pathLst>
                <a:path w="30985" h="11691">
                  <a:moveTo>
                    <a:pt x="10733" y="11691"/>
                  </a:moveTo>
                  <a:lnTo>
                    <a:pt x="2191" y="9030"/>
                  </a:lnTo>
                  <a:lnTo>
                    <a:pt x="0" y="6890"/>
                  </a:lnTo>
                  <a:lnTo>
                    <a:pt x="3658" y="3295"/>
                  </a:lnTo>
                  <a:lnTo>
                    <a:pt x="11710" y="298"/>
                  </a:lnTo>
                  <a:lnTo>
                    <a:pt x="24639" y="0"/>
                  </a:lnTo>
                  <a:lnTo>
                    <a:pt x="30303" y="3543"/>
                  </a:lnTo>
                  <a:lnTo>
                    <a:pt x="30985" y="5093"/>
                  </a:lnTo>
                  <a:lnTo>
                    <a:pt x="22686" y="899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1" name="pg3921"/>
            <p:cNvSpPr/>
            <p:nvPr/>
          </p:nvSpPr>
          <p:spPr>
            <a:xfrm>
              <a:off x="5304944" y="5521433"/>
              <a:ext cx="12277" cy="16472"/>
            </a:xfrm>
            <a:custGeom>
              <a:avLst/>
              <a:gdLst/>
              <a:ahLst/>
              <a:cxnLst/>
              <a:rect l="0" t="0" r="0" b="0"/>
              <a:pathLst>
                <a:path w="12277" h="16472">
                  <a:moveTo>
                    <a:pt x="7008" y="16472"/>
                  </a:moveTo>
                  <a:lnTo>
                    <a:pt x="0" y="16472"/>
                  </a:lnTo>
                  <a:lnTo>
                    <a:pt x="1962" y="2806"/>
                  </a:lnTo>
                  <a:lnTo>
                    <a:pt x="7771" y="0"/>
                  </a:lnTo>
                  <a:lnTo>
                    <a:pt x="10050" y="152"/>
                  </a:lnTo>
                  <a:lnTo>
                    <a:pt x="12277" y="762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2" name="pg3922"/>
            <p:cNvSpPr/>
            <p:nvPr/>
          </p:nvSpPr>
          <p:spPr>
            <a:xfrm>
              <a:off x="5068380" y="5334383"/>
              <a:ext cx="70456" cy="119063"/>
            </a:xfrm>
            <a:custGeom>
              <a:avLst/>
              <a:gdLst/>
              <a:ahLst/>
              <a:cxnLst/>
              <a:rect l="0" t="0" r="0" b="0"/>
              <a:pathLst>
                <a:path w="70456" h="119063">
                  <a:moveTo>
                    <a:pt x="31373" y="24747"/>
                  </a:moveTo>
                  <a:lnTo>
                    <a:pt x="46235" y="30285"/>
                  </a:lnTo>
                  <a:lnTo>
                    <a:pt x="62302" y="48650"/>
                  </a:lnTo>
                  <a:lnTo>
                    <a:pt x="69221" y="55191"/>
                  </a:lnTo>
                  <a:lnTo>
                    <a:pt x="70456" y="61147"/>
                  </a:lnTo>
                  <a:lnTo>
                    <a:pt x="67748" y="88340"/>
                  </a:lnTo>
                  <a:lnTo>
                    <a:pt x="64136" y="104711"/>
                  </a:lnTo>
                  <a:lnTo>
                    <a:pt x="64679" y="119063"/>
                  </a:lnTo>
                  <a:lnTo>
                    <a:pt x="60906" y="114815"/>
                  </a:lnTo>
                  <a:lnTo>
                    <a:pt x="57093" y="105416"/>
                  </a:lnTo>
                  <a:lnTo>
                    <a:pt x="50840" y="100012"/>
                  </a:lnTo>
                  <a:lnTo>
                    <a:pt x="48757" y="97180"/>
                  </a:lnTo>
                  <a:lnTo>
                    <a:pt x="59997" y="96557"/>
                  </a:lnTo>
                  <a:lnTo>
                    <a:pt x="60994" y="81761"/>
                  </a:lnTo>
                  <a:lnTo>
                    <a:pt x="66477" y="70089"/>
                  </a:lnTo>
                  <a:lnTo>
                    <a:pt x="65645" y="57947"/>
                  </a:lnTo>
                  <a:lnTo>
                    <a:pt x="52529" y="44579"/>
                  </a:lnTo>
                  <a:lnTo>
                    <a:pt x="43538" y="32812"/>
                  </a:lnTo>
                  <a:lnTo>
                    <a:pt x="29714" y="29046"/>
                  </a:lnTo>
                  <a:lnTo>
                    <a:pt x="16929" y="17330"/>
                  </a:lnTo>
                  <a:lnTo>
                    <a:pt x="9301" y="15888"/>
                  </a:lnTo>
                  <a:lnTo>
                    <a:pt x="0" y="17952"/>
                  </a:lnTo>
                  <a:lnTo>
                    <a:pt x="3359" y="10967"/>
                  </a:lnTo>
                  <a:lnTo>
                    <a:pt x="5684" y="1727"/>
                  </a:lnTo>
                  <a:lnTo>
                    <a:pt x="7389" y="0"/>
                  </a:lnTo>
                  <a:lnTo>
                    <a:pt x="13952" y="100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3" name="pg3923"/>
            <p:cNvSpPr/>
            <p:nvPr/>
          </p:nvSpPr>
          <p:spPr>
            <a:xfrm>
              <a:off x="5178096" y="5447191"/>
              <a:ext cx="46804" cy="72629"/>
            </a:xfrm>
            <a:custGeom>
              <a:avLst/>
              <a:gdLst/>
              <a:ahLst/>
              <a:cxnLst/>
              <a:rect l="0" t="0" r="0" b="0"/>
              <a:pathLst>
                <a:path w="46804" h="72629">
                  <a:moveTo>
                    <a:pt x="46804" y="71314"/>
                  </a:moveTo>
                  <a:lnTo>
                    <a:pt x="39713" y="69974"/>
                  </a:lnTo>
                  <a:lnTo>
                    <a:pt x="29249" y="72559"/>
                  </a:lnTo>
                  <a:lnTo>
                    <a:pt x="25482" y="72629"/>
                  </a:lnTo>
                  <a:lnTo>
                    <a:pt x="27828" y="68101"/>
                  </a:lnTo>
                  <a:lnTo>
                    <a:pt x="35094" y="61979"/>
                  </a:lnTo>
                  <a:lnTo>
                    <a:pt x="35460" y="56150"/>
                  </a:lnTo>
                  <a:lnTo>
                    <a:pt x="26469" y="47742"/>
                  </a:lnTo>
                  <a:lnTo>
                    <a:pt x="16004" y="26824"/>
                  </a:lnTo>
                  <a:lnTo>
                    <a:pt x="11105" y="21864"/>
                  </a:lnTo>
                  <a:lnTo>
                    <a:pt x="8779" y="14002"/>
                  </a:lnTo>
                  <a:lnTo>
                    <a:pt x="0" y="5569"/>
                  </a:lnTo>
                  <a:lnTo>
                    <a:pt x="1834" y="1060"/>
                  </a:lnTo>
                  <a:lnTo>
                    <a:pt x="3638" y="0"/>
                  </a:lnTo>
                  <a:lnTo>
                    <a:pt x="9575" y="2165"/>
                  </a:lnTo>
                  <a:lnTo>
                    <a:pt x="23022" y="32253"/>
                  </a:lnTo>
                  <a:lnTo>
                    <a:pt x="23900" y="35136"/>
                  </a:lnTo>
                  <a:lnTo>
                    <a:pt x="46101" y="647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4" name="pt3924"/>
            <p:cNvSpPr/>
            <p:nvPr/>
          </p:nvSpPr>
          <p:spPr>
            <a:xfrm>
              <a:off x="5411954" y="3276309"/>
              <a:ext cx="63202" cy="63202"/>
            </a:xfrm>
            <a:prstGeom prst="ellipse">
              <a:avLst/>
            </a:prstGeom>
            <a:solidFill>
              <a:srgbClr val="3497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5" name="pt3925"/>
            <p:cNvSpPr/>
            <p:nvPr/>
          </p:nvSpPr>
          <p:spPr>
            <a:xfrm>
              <a:off x="3286560" y="4746129"/>
              <a:ext cx="63202" cy="63202"/>
            </a:xfrm>
            <a:prstGeom prst="ellipse">
              <a:avLst/>
            </a:prstGeom>
            <a:solidFill>
              <a:srgbClr val="3A619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6" name="pt3926"/>
            <p:cNvSpPr/>
            <p:nvPr/>
          </p:nvSpPr>
          <p:spPr>
            <a:xfrm>
              <a:off x="2878450" y="4973596"/>
              <a:ext cx="63202" cy="63202"/>
            </a:xfrm>
            <a:prstGeom prst="ellipse">
              <a:avLst/>
            </a:prstGeom>
            <a:solidFill>
              <a:srgbClr val="39609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7" name="pt3927"/>
            <p:cNvSpPr/>
            <p:nvPr/>
          </p:nvSpPr>
          <p:spPr>
            <a:xfrm>
              <a:off x="5154968" y="3735383"/>
              <a:ext cx="63202" cy="63202"/>
            </a:xfrm>
            <a:prstGeom prst="ellipse">
              <a:avLst/>
            </a:prstGeom>
            <a:solidFill>
              <a:srgbClr val="3A6DA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8" name="pt3928"/>
            <p:cNvSpPr/>
            <p:nvPr/>
          </p:nvSpPr>
          <p:spPr>
            <a:xfrm>
              <a:off x="3815690" y="4677487"/>
              <a:ext cx="63202" cy="63202"/>
            </a:xfrm>
            <a:prstGeom prst="ellipse">
              <a:avLst/>
            </a:prstGeom>
            <a:solidFill>
              <a:srgbClr val="3A589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9" name="pt3929"/>
            <p:cNvSpPr/>
            <p:nvPr/>
          </p:nvSpPr>
          <p:spPr>
            <a:xfrm>
              <a:off x="5234441" y="3545894"/>
              <a:ext cx="63202" cy="63202"/>
            </a:xfrm>
            <a:prstGeom prst="ellipse">
              <a:avLst/>
            </a:prstGeom>
            <a:solidFill>
              <a:srgbClr val="3A7EA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0" name="pt3930"/>
            <p:cNvSpPr/>
            <p:nvPr/>
          </p:nvSpPr>
          <p:spPr>
            <a:xfrm>
              <a:off x="3635685" y="4800931"/>
              <a:ext cx="63202" cy="63202"/>
            </a:xfrm>
            <a:prstGeom prst="ellipse">
              <a:avLst/>
            </a:prstGeom>
            <a:solidFill>
              <a:srgbClr val="3A699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1" name="pt3931"/>
            <p:cNvSpPr/>
            <p:nvPr/>
          </p:nvSpPr>
          <p:spPr>
            <a:xfrm>
              <a:off x="5803938" y="2901996"/>
              <a:ext cx="63202" cy="63202"/>
            </a:xfrm>
            <a:prstGeom prst="ellipse">
              <a:avLst/>
            </a:prstGeom>
            <a:solidFill>
              <a:srgbClr val="392F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2" name="pt3932"/>
            <p:cNvSpPr/>
            <p:nvPr/>
          </p:nvSpPr>
          <p:spPr>
            <a:xfrm>
              <a:off x="5602232" y="3222656"/>
              <a:ext cx="63202" cy="63202"/>
            </a:xfrm>
            <a:prstGeom prst="ellipse">
              <a:avLst/>
            </a:prstGeom>
            <a:solidFill>
              <a:srgbClr val="3B3B6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3" name="pt3933"/>
            <p:cNvSpPr/>
            <p:nvPr/>
          </p:nvSpPr>
          <p:spPr>
            <a:xfrm>
              <a:off x="5052138" y="3796215"/>
              <a:ext cx="63202" cy="63202"/>
            </a:xfrm>
            <a:prstGeom prst="ellipse">
              <a:avLst/>
            </a:prstGeom>
            <a:solidFill>
              <a:srgbClr val="5CC7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4" name="pt3934"/>
            <p:cNvSpPr/>
            <p:nvPr/>
          </p:nvSpPr>
          <p:spPr>
            <a:xfrm>
              <a:off x="4189184" y="4765547"/>
              <a:ext cx="63202" cy="63202"/>
            </a:xfrm>
            <a:prstGeom prst="ellipse">
              <a:avLst/>
            </a:prstGeom>
            <a:solidFill>
              <a:srgbClr val="395D9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5" name="pt3935"/>
            <p:cNvSpPr/>
            <p:nvPr/>
          </p:nvSpPr>
          <p:spPr>
            <a:xfrm>
              <a:off x="4913887" y="4211118"/>
              <a:ext cx="63202" cy="63202"/>
            </a:xfrm>
            <a:prstGeom prst="ellipse">
              <a:avLst/>
            </a:prstGeom>
            <a:solidFill>
              <a:srgbClr val="3984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6" name="pt3936"/>
            <p:cNvSpPr/>
            <p:nvPr/>
          </p:nvSpPr>
          <p:spPr>
            <a:xfrm>
              <a:off x="4598477" y="4463619"/>
              <a:ext cx="63202" cy="63202"/>
            </a:xfrm>
            <a:prstGeom prst="ellipse">
              <a:avLst/>
            </a:prstGeom>
            <a:solidFill>
              <a:srgbClr val="3A589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7" name="pt3937"/>
            <p:cNvSpPr/>
            <p:nvPr/>
          </p:nvSpPr>
          <p:spPr>
            <a:xfrm>
              <a:off x="3118737" y="4784820"/>
              <a:ext cx="63202" cy="63202"/>
            </a:xfrm>
            <a:prstGeom prst="ellipse">
              <a:avLst/>
            </a:prstGeom>
            <a:solidFill>
              <a:srgbClr val="49AD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8" name="pt3938"/>
            <p:cNvSpPr/>
            <p:nvPr/>
          </p:nvSpPr>
          <p:spPr>
            <a:xfrm>
              <a:off x="4706891" y="4368015"/>
              <a:ext cx="63202" cy="63202"/>
            </a:xfrm>
            <a:prstGeom prst="ellipse">
              <a:avLst/>
            </a:prstGeom>
            <a:solidFill>
              <a:srgbClr val="3A699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9" name="pt3939"/>
            <p:cNvSpPr/>
            <p:nvPr/>
          </p:nvSpPr>
          <p:spPr>
            <a:xfrm>
              <a:off x="5170525" y="3498927"/>
              <a:ext cx="63202" cy="63202"/>
            </a:xfrm>
            <a:prstGeom prst="ellipse">
              <a:avLst/>
            </a:prstGeom>
            <a:solidFill>
              <a:srgbClr val="60CD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0" name="pt3940"/>
            <p:cNvSpPr/>
            <p:nvPr/>
          </p:nvSpPr>
          <p:spPr>
            <a:xfrm>
              <a:off x="4143523" y="4766403"/>
              <a:ext cx="63202" cy="63202"/>
            </a:xfrm>
            <a:prstGeom prst="ellipse">
              <a:avLst/>
            </a:prstGeom>
            <a:solidFill>
              <a:srgbClr val="3A619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1" name="pt3941"/>
            <p:cNvSpPr/>
            <p:nvPr/>
          </p:nvSpPr>
          <p:spPr>
            <a:xfrm>
              <a:off x="4544041" y="4668741"/>
              <a:ext cx="63202" cy="63202"/>
            </a:xfrm>
            <a:prstGeom prst="ellipse">
              <a:avLst/>
            </a:prstGeom>
            <a:solidFill>
              <a:srgbClr val="3B518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2" name="pt3942"/>
            <p:cNvSpPr/>
            <p:nvPr/>
          </p:nvSpPr>
          <p:spPr>
            <a:xfrm>
              <a:off x="3690881" y="4772296"/>
              <a:ext cx="63202" cy="63202"/>
            </a:xfrm>
            <a:prstGeom prst="ellipse">
              <a:avLst/>
            </a:prstGeom>
            <a:solidFill>
              <a:srgbClr val="3A75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3" name="pt3943"/>
            <p:cNvSpPr/>
            <p:nvPr/>
          </p:nvSpPr>
          <p:spPr>
            <a:xfrm>
              <a:off x="5016032" y="3641698"/>
              <a:ext cx="63202" cy="63202"/>
            </a:xfrm>
            <a:prstGeom prst="ellipse">
              <a:avLst/>
            </a:prstGeom>
            <a:solidFill>
              <a:srgbClr val="76D4B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4" name="pt3944"/>
            <p:cNvSpPr/>
            <p:nvPr/>
          </p:nvSpPr>
          <p:spPr>
            <a:xfrm>
              <a:off x="4551789" y="4536931"/>
              <a:ext cx="63202" cy="63202"/>
            </a:xfrm>
            <a:prstGeom prst="ellipse">
              <a:avLst/>
            </a:prstGeom>
            <a:solidFill>
              <a:srgbClr val="3A689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5" name="pt3945"/>
            <p:cNvSpPr/>
            <p:nvPr/>
          </p:nvSpPr>
          <p:spPr>
            <a:xfrm>
              <a:off x="3457033" y="4801454"/>
              <a:ext cx="63202" cy="63202"/>
            </a:xfrm>
            <a:prstGeom prst="ellipse">
              <a:avLst/>
            </a:prstGeom>
            <a:solidFill>
              <a:srgbClr val="3982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6" name="pt3946"/>
            <p:cNvSpPr/>
            <p:nvPr/>
          </p:nvSpPr>
          <p:spPr>
            <a:xfrm>
              <a:off x="4795350" y="4267713"/>
              <a:ext cx="63202" cy="63202"/>
            </a:xfrm>
            <a:prstGeom prst="ellipse">
              <a:avLst/>
            </a:prstGeom>
            <a:solidFill>
              <a:srgbClr val="39609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7" name="pt3947"/>
            <p:cNvSpPr/>
            <p:nvPr/>
          </p:nvSpPr>
          <p:spPr>
            <a:xfrm>
              <a:off x="5763373" y="2927118"/>
              <a:ext cx="63202" cy="63202"/>
            </a:xfrm>
            <a:prstGeom prst="ellipse">
              <a:avLst/>
            </a:prstGeom>
            <a:solidFill>
              <a:srgbClr val="3C437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8" name="pt3948"/>
            <p:cNvSpPr/>
            <p:nvPr/>
          </p:nvSpPr>
          <p:spPr>
            <a:xfrm>
              <a:off x="3223042" y="4753931"/>
              <a:ext cx="63202" cy="63202"/>
            </a:xfrm>
            <a:prstGeom prst="ellipse">
              <a:avLst/>
            </a:prstGeom>
            <a:solidFill>
              <a:srgbClr val="3A629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9" name="pt3949"/>
            <p:cNvSpPr/>
            <p:nvPr/>
          </p:nvSpPr>
          <p:spPr>
            <a:xfrm>
              <a:off x="6187218" y="2929573"/>
              <a:ext cx="63202" cy="63202"/>
            </a:xfrm>
            <a:prstGeom prst="ellipse">
              <a:avLst/>
            </a:prstGeom>
            <a:solidFill>
              <a:srgbClr val="3C48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0" name="pt3950"/>
            <p:cNvSpPr/>
            <p:nvPr/>
          </p:nvSpPr>
          <p:spPr>
            <a:xfrm>
              <a:off x="4558922" y="4541579"/>
              <a:ext cx="63202" cy="63202"/>
            </a:xfrm>
            <a:prstGeom prst="ellipse">
              <a:avLst/>
            </a:prstGeom>
            <a:solidFill>
              <a:srgbClr val="3A669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1" name="pt3951"/>
            <p:cNvSpPr/>
            <p:nvPr/>
          </p:nvSpPr>
          <p:spPr>
            <a:xfrm>
              <a:off x="5665872" y="3067530"/>
              <a:ext cx="63202" cy="63202"/>
            </a:xfrm>
            <a:prstGeom prst="ellipse">
              <a:avLst/>
            </a:prstGeom>
            <a:solidFill>
              <a:srgbClr val="3984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2" name="pt3952"/>
            <p:cNvSpPr/>
            <p:nvPr/>
          </p:nvSpPr>
          <p:spPr>
            <a:xfrm>
              <a:off x="3541256" y="4824822"/>
              <a:ext cx="63202" cy="63202"/>
            </a:xfrm>
            <a:prstGeom prst="ellipse">
              <a:avLst/>
            </a:prstGeom>
            <a:solidFill>
              <a:srgbClr val="3A699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3" name="pt3953"/>
            <p:cNvSpPr/>
            <p:nvPr/>
          </p:nvSpPr>
          <p:spPr>
            <a:xfrm>
              <a:off x="4587926" y="4467164"/>
              <a:ext cx="63202" cy="63202"/>
            </a:xfrm>
            <a:prstGeom prst="ellipse">
              <a:avLst/>
            </a:prstGeom>
            <a:solidFill>
              <a:srgbClr val="3A6B9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4" name="pt3954"/>
            <p:cNvSpPr/>
            <p:nvPr/>
          </p:nvSpPr>
          <p:spPr>
            <a:xfrm>
              <a:off x="5657937" y="3028251"/>
              <a:ext cx="63202" cy="63202"/>
            </a:xfrm>
            <a:prstGeom prst="ellipse">
              <a:avLst/>
            </a:prstGeom>
            <a:solidFill>
              <a:srgbClr val="3A7EA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5" name="pt3955"/>
            <p:cNvSpPr/>
            <p:nvPr/>
          </p:nvSpPr>
          <p:spPr>
            <a:xfrm>
              <a:off x="2979067" y="4895874"/>
              <a:ext cx="63202" cy="63202"/>
            </a:xfrm>
            <a:prstGeom prst="ellipse">
              <a:avLst/>
            </a:prstGeom>
            <a:solidFill>
              <a:srgbClr val="395E9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6" name="pt3956"/>
            <p:cNvSpPr/>
            <p:nvPr/>
          </p:nvSpPr>
          <p:spPr>
            <a:xfrm>
              <a:off x="4922163" y="4187507"/>
              <a:ext cx="63202" cy="63202"/>
            </a:xfrm>
            <a:prstGeom prst="ellipse">
              <a:avLst/>
            </a:prstGeom>
            <a:solidFill>
              <a:srgbClr val="3B508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7" name="pt3957"/>
            <p:cNvSpPr/>
            <p:nvPr/>
          </p:nvSpPr>
          <p:spPr>
            <a:xfrm>
              <a:off x="2851349" y="4946495"/>
              <a:ext cx="117405" cy="117405"/>
            </a:xfrm>
            <a:prstGeom prst="ellipse">
              <a:avLst/>
            </a:prstGeom>
            <a:solidFill>
              <a:srgbClr val="39609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8" name="pt3958"/>
            <p:cNvSpPr/>
            <p:nvPr/>
          </p:nvSpPr>
          <p:spPr>
            <a:xfrm>
              <a:off x="3514155" y="4797720"/>
              <a:ext cx="117405" cy="117405"/>
            </a:xfrm>
            <a:prstGeom prst="ellipse">
              <a:avLst/>
            </a:prstGeom>
            <a:solidFill>
              <a:srgbClr val="3A699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9" name="pt3959"/>
            <p:cNvSpPr/>
            <p:nvPr/>
          </p:nvSpPr>
          <p:spPr>
            <a:xfrm>
              <a:off x="4516940" y="4641639"/>
              <a:ext cx="117405" cy="117405"/>
            </a:xfrm>
            <a:prstGeom prst="ellipse">
              <a:avLst/>
            </a:prstGeom>
            <a:solidFill>
              <a:srgbClr val="3B518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0" name="pt3960"/>
            <p:cNvSpPr/>
            <p:nvPr/>
          </p:nvSpPr>
          <p:spPr>
            <a:xfrm>
              <a:off x="5630836" y="3001150"/>
              <a:ext cx="117405" cy="117405"/>
            </a:xfrm>
            <a:prstGeom prst="ellipse">
              <a:avLst/>
            </a:prstGeom>
            <a:solidFill>
              <a:srgbClr val="3A7EA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1" name="pt3961"/>
            <p:cNvSpPr/>
            <p:nvPr/>
          </p:nvSpPr>
          <p:spPr>
            <a:xfrm>
              <a:off x="5776837" y="2874895"/>
              <a:ext cx="117405" cy="117405"/>
            </a:xfrm>
            <a:prstGeom prst="ellipse">
              <a:avLst/>
            </a:prstGeom>
            <a:solidFill>
              <a:srgbClr val="392F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2" name="pl3962"/>
            <p:cNvSpPr/>
            <p:nvPr/>
          </p:nvSpPr>
          <p:spPr>
            <a:xfrm>
              <a:off x="2850462" y="4909128"/>
              <a:ext cx="52351" cy="84400"/>
            </a:xfrm>
            <a:custGeom>
              <a:avLst/>
              <a:gdLst/>
              <a:ahLst/>
              <a:cxnLst/>
              <a:rect l="0" t="0" r="0" b="0"/>
              <a:pathLst>
                <a:path w="52351" h="84400">
                  <a:moveTo>
                    <a:pt x="0" y="0"/>
                  </a:moveTo>
                  <a:lnTo>
                    <a:pt x="52351" y="8440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3" name="pl3963"/>
            <p:cNvSpPr/>
            <p:nvPr/>
          </p:nvSpPr>
          <p:spPr>
            <a:xfrm>
              <a:off x="3511657" y="4762446"/>
              <a:ext cx="53673" cy="82418"/>
            </a:xfrm>
            <a:custGeom>
              <a:avLst/>
              <a:gdLst/>
              <a:ahLst/>
              <a:cxnLst/>
              <a:rect l="0" t="0" r="0" b="0"/>
              <a:pathLst>
                <a:path w="53673" h="82418">
                  <a:moveTo>
                    <a:pt x="0" y="0"/>
                  </a:moveTo>
                  <a:lnTo>
                    <a:pt x="53673" y="82418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4" name="pl3964"/>
            <p:cNvSpPr/>
            <p:nvPr/>
          </p:nvSpPr>
          <p:spPr>
            <a:xfrm>
              <a:off x="4513396" y="4609209"/>
              <a:ext cx="54430" cy="79690"/>
            </a:xfrm>
            <a:custGeom>
              <a:avLst/>
              <a:gdLst/>
              <a:ahLst/>
              <a:cxnLst/>
              <a:rect l="0" t="0" r="0" b="0"/>
              <a:pathLst>
                <a:path w="54430" h="79690">
                  <a:moveTo>
                    <a:pt x="0" y="0"/>
                  </a:moveTo>
                  <a:lnTo>
                    <a:pt x="54430" y="7969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5" name="pl3965"/>
            <p:cNvSpPr/>
            <p:nvPr/>
          </p:nvSpPr>
          <p:spPr>
            <a:xfrm>
              <a:off x="5509823" y="3047368"/>
              <a:ext cx="163081" cy="11328"/>
            </a:xfrm>
            <a:custGeom>
              <a:avLst/>
              <a:gdLst/>
              <a:ahLst/>
              <a:cxnLst/>
              <a:rect l="0" t="0" r="0" b="0"/>
              <a:pathLst>
                <a:path w="163081" h="11328">
                  <a:moveTo>
                    <a:pt x="0" y="0"/>
                  </a:moveTo>
                  <a:lnTo>
                    <a:pt x="163081" y="11328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6" name="pl3966"/>
            <p:cNvSpPr/>
            <p:nvPr/>
          </p:nvSpPr>
          <p:spPr>
            <a:xfrm>
              <a:off x="5746896" y="2860157"/>
              <a:ext cx="77231" cy="63986"/>
            </a:xfrm>
            <a:custGeom>
              <a:avLst/>
              <a:gdLst/>
              <a:ahLst/>
              <a:cxnLst/>
              <a:rect l="0" t="0" r="0" b="0"/>
              <a:pathLst>
                <a:path w="77231" h="63986">
                  <a:moveTo>
                    <a:pt x="0" y="0"/>
                  </a:moveTo>
                  <a:lnTo>
                    <a:pt x="77231" y="6398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7" name="pg3967"/>
            <p:cNvSpPr/>
            <p:nvPr/>
          </p:nvSpPr>
          <p:spPr>
            <a:xfrm>
              <a:off x="2291946" y="4760424"/>
              <a:ext cx="558515" cy="191932"/>
            </a:xfrm>
            <a:custGeom>
              <a:avLst/>
              <a:gdLst/>
              <a:ahLst/>
              <a:cxnLst/>
              <a:rect l="0" t="0" r="0" b="0"/>
              <a:pathLst>
                <a:path w="558515" h="191932">
                  <a:moveTo>
                    <a:pt x="27431" y="191932"/>
                  </a:moveTo>
                  <a:lnTo>
                    <a:pt x="531083" y="191932"/>
                  </a:lnTo>
                  <a:lnTo>
                    <a:pt x="529978" y="191910"/>
                  </a:lnTo>
                  <a:lnTo>
                    <a:pt x="534390" y="191732"/>
                  </a:lnTo>
                  <a:lnTo>
                    <a:pt x="538715" y="190849"/>
                  </a:lnTo>
                  <a:lnTo>
                    <a:pt x="542843" y="189284"/>
                  </a:lnTo>
                  <a:lnTo>
                    <a:pt x="546666" y="187076"/>
                  </a:lnTo>
                  <a:lnTo>
                    <a:pt x="550086" y="184284"/>
                  </a:lnTo>
                  <a:lnTo>
                    <a:pt x="553013" y="180980"/>
                  </a:lnTo>
                  <a:lnTo>
                    <a:pt x="555373" y="177248"/>
                  </a:lnTo>
                  <a:lnTo>
                    <a:pt x="557103" y="173187"/>
                  </a:lnTo>
                  <a:lnTo>
                    <a:pt x="558160" y="168900"/>
                  </a:lnTo>
                  <a:lnTo>
                    <a:pt x="558515" y="164500"/>
                  </a:lnTo>
                  <a:lnTo>
                    <a:pt x="558515" y="27431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8" name="tx3968"/>
            <p:cNvSpPr/>
            <p:nvPr/>
          </p:nvSpPr>
          <p:spPr>
            <a:xfrm>
              <a:off x="2337666" y="4806144"/>
              <a:ext cx="467075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3969" name="pg3969"/>
            <p:cNvSpPr/>
            <p:nvPr/>
          </p:nvSpPr>
          <p:spPr>
            <a:xfrm>
              <a:off x="2960823" y="4613749"/>
              <a:ext cx="550834" cy="191932"/>
            </a:xfrm>
            <a:custGeom>
              <a:avLst/>
              <a:gdLst/>
              <a:ahLst/>
              <a:cxnLst/>
              <a:rect l="0" t="0" r="0" b="0"/>
              <a:pathLst>
                <a:path w="550834" h="191932">
                  <a:moveTo>
                    <a:pt x="27431" y="191932"/>
                  </a:moveTo>
                  <a:lnTo>
                    <a:pt x="523402" y="191932"/>
                  </a:lnTo>
                  <a:lnTo>
                    <a:pt x="522297" y="191910"/>
                  </a:lnTo>
                  <a:lnTo>
                    <a:pt x="526709" y="191732"/>
                  </a:lnTo>
                  <a:lnTo>
                    <a:pt x="531034" y="190849"/>
                  </a:lnTo>
                  <a:lnTo>
                    <a:pt x="535162" y="189284"/>
                  </a:lnTo>
                  <a:lnTo>
                    <a:pt x="538985" y="187076"/>
                  </a:lnTo>
                  <a:lnTo>
                    <a:pt x="542405" y="184284"/>
                  </a:lnTo>
                  <a:lnTo>
                    <a:pt x="545332" y="180980"/>
                  </a:lnTo>
                  <a:lnTo>
                    <a:pt x="547692" y="177248"/>
                  </a:lnTo>
                  <a:lnTo>
                    <a:pt x="549422" y="173187"/>
                  </a:lnTo>
                  <a:lnTo>
                    <a:pt x="550479" y="168900"/>
                  </a:lnTo>
                  <a:lnTo>
                    <a:pt x="550834" y="164500"/>
                  </a:lnTo>
                  <a:lnTo>
                    <a:pt x="550834" y="27432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0" name="tx3970"/>
            <p:cNvSpPr/>
            <p:nvPr/>
          </p:nvSpPr>
          <p:spPr>
            <a:xfrm>
              <a:off x="3006543" y="4659469"/>
              <a:ext cx="459394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3971" name="pg3971"/>
            <p:cNvSpPr/>
            <p:nvPr/>
          </p:nvSpPr>
          <p:spPr>
            <a:xfrm>
              <a:off x="3970425" y="4460312"/>
              <a:ext cx="542970" cy="191932"/>
            </a:xfrm>
            <a:custGeom>
              <a:avLst/>
              <a:gdLst/>
              <a:ahLst/>
              <a:cxnLst/>
              <a:rect l="0" t="0" r="0" b="0"/>
              <a:pathLst>
                <a:path w="542970" h="191932">
                  <a:moveTo>
                    <a:pt x="27431" y="191932"/>
                  </a:moveTo>
                  <a:lnTo>
                    <a:pt x="515538" y="191932"/>
                  </a:lnTo>
                  <a:lnTo>
                    <a:pt x="514434" y="191910"/>
                  </a:lnTo>
                  <a:lnTo>
                    <a:pt x="518845" y="191732"/>
                  </a:lnTo>
                  <a:lnTo>
                    <a:pt x="523170" y="190849"/>
                  </a:lnTo>
                  <a:lnTo>
                    <a:pt x="527298" y="189284"/>
                  </a:lnTo>
                  <a:lnTo>
                    <a:pt x="531121" y="187076"/>
                  </a:lnTo>
                  <a:lnTo>
                    <a:pt x="534541" y="184284"/>
                  </a:lnTo>
                  <a:lnTo>
                    <a:pt x="537469" y="180980"/>
                  </a:lnTo>
                  <a:lnTo>
                    <a:pt x="539828" y="177248"/>
                  </a:lnTo>
                  <a:lnTo>
                    <a:pt x="541558" y="173187"/>
                  </a:lnTo>
                  <a:lnTo>
                    <a:pt x="542615" y="168900"/>
                  </a:lnTo>
                  <a:lnTo>
                    <a:pt x="542970" y="164500"/>
                  </a:lnTo>
                  <a:lnTo>
                    <a:pt x="542970" y="27432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2" name="tx3972"/>
            <p:cNvSpPr/>
            <p:nvPr/>
          </p:nvSpPr>
          <p:spPr>
            <a:xfrm>
              <a:off x="4016145" y="4506032"/>
              <a:ext cx="451530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3973" name="pg3973"/>
            <p:cNvSpPr/>
            <p:nvPr/>
          </p:nvSpPr>
          <p:spPr>
            <a:xfrm>
              <a:off x="4928081" y="2951351"/>
              <a:ext cx="581741" cy="191932"/>
            </a:xfrm>
            <a:custGeom>
              <a:avLst/>
              <a:gdLst/>
              <a:ahLst/>
              <a:cxnLst/>
              <a:rect l="0" t="0" r="0" b="0"/>
              <a:pathLst>
                <a:path w="581741" h="191932">
                  <a:moveTo>
                    <a:pt x="27432" y="191932"/>
                  </a:moveTo>
                  <a:lnTo>
                    <a:pt x="554309" y="191932"/>
                  </a:lnTo>
                  <a:lnTo>
                    <a:pt x="553204" y="191910"/>
                  </a:lnTo>
                  <a:lnTo>
                    <a:pt x="557615" y="191732"/>
                  </a:lnTo>
                  <a:lnTo>
                    <a:pt x="561941" y="190849"/>
                  </a:lnTo>
                  <a:lnTo>
                    <a:pt x="566069" y="189284"/>
                  </a:lnTo>
                  <a:lnTo>
                    <a:pt x="569892" y="187076"/>
                  </a:lnTo>
                  <a:lnTo>
                    <a:pt x="573312" y="184284"/>
                  </a:lnTo>
                  <a:lnTo>
                    <a:pt x="576239" y="180980"/>
                  </a:lnTo>
                  <a:lnTo>
                    <a:pt x="578599" y="177248"/>
                  </a:lnTo>
                  <a:lnTo>
                    <a:pt x="580329" y="173187"/>
                  </a:lnTo>
                  <a:lnTo>
                    <a:pt x="581386" y="168900"/>
                  </a:lnTo>
                  <a:lnTo>
                    <a:pt x="581741" y="164500"/>
                  </a:lnTo>
                  <a:lnTo>
                    <a:pt x="581741" y="27432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4" name="tx3974"/>
            <p:cNvSpPr/>
            <p:nvPr/>
          </p:nvSpPr>
          <p:spPr>
            <a:xfrm>
              <a:off x="4973801" y="2997071"/>
              <a:ext cx="490301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3975" name="pg3975"/>
            <p:cNvSpPr/>
            <p:nvPr/>
          </p:nvSpPr>
          <p:spPr>
            <a:xfrm>
              <a:off x="5289413" y="2668224"/>
              <a:ext cx="589605" cy="191932"/>
            </a:xfrm>
            <a:custGeom>
              <a:avLst/>
              <a:gdLst/>
              <a:ahLst/>
              <a:cxnLst/>
              <a:rect l="0" t="0" r="0" b="0"/>
              <a:pathLst>
                <a:path w="589605" h="191932">
                  <a:moveTo>
                    <a:pt x="27432" y="191932"/>
                  </a:moveTo>
                  <a:lnTo>
                    <a:pt x="562173" y="191932"/>
                  </a:lnTo>
                  <a:lnTo>
                    <a:pt x="561068" y="191910"/>
                  </a:lnTo>
                  <a:lnTo>
                    <a:pt x="565479" y="191732"/>
                  </a:lnTo>
                  <a:lnTo>
                    <a:pt x="569805" y="190849"/>
                  </a:lnTo>
                  <a:lnTo>
                    <a:pt x="573933" y="189284"/>
                  </a:lnTo>
                  <a:lnTo>
                    <a:pt x="577756" y="187076"/>
                  </a:lnTo>
                  <a:lnTo>
                    <a:pt x="581175" y="184284"/>
                  </a:lnTo>
                  <a:lnTo>
                    <a:pt x="584103" y="180980"/>
                  </a:lnTo>
                  <a:lnTo>
                    <a:pt x="586462" y="177248"/>
                  </a:lnTo>
                  <a:lnTo>
                    <a:pt x="588193" y="173187"/>
                  </a:lnTo>
                  <a:lnTo>
                    <a:pt x="589249" y="168900"/>
                  </a:lnTo>
                  <a:lnTo>
                    <a:pt x="589605" y="164500"/>
                  </a:lnTo>
                  <a:lnTo>
                    <a:pt x="589605" y="27432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6" name="tx3976"/>
            <p:cNvSpPr/>
            <p:nvPr/>
          </p:nvSpPr>
          <p:spPr>
            <a:xfrm>
              <a:off x="5335133" y="2713944"/>
              <a:ext cx="498165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3977" name="rc3977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8" name="tx3978"/>
            <p:cNvSpPr/>
            <p:nvPr/>
          </p:nvSpPr>
          <p:spPr>
            <a:xfrm>
              <a:off x="1889564" y="5366840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979" name="tx3979"/>
            <p:cNvSpPr/>
            <p:nvPr/>
          </p:nvSpPr>
          <p:spPr>
            <a:xfrm>
              <a:off x="2013922" y="534846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0" name="tx3980"/>
            <p:cNvSpPr/>
            <p:nvPr/>
          </p:nvSpPr>
          <p:spPr>
            <a:xfrm>
              <a:off x="2058636" y="536684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1" name="tx3981"/>
            <p:cNvSpPr/>
            <p:nvPr/>
          </p:nvSpPr>
          <p:spPr>
            <a:xfrm>
              <a:off x="1889564" y="471646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982" name="tx3982"/>
            <p:cNvSpPr/>
            <p:nvPr/>
          </p:nvSpPr>
          <p:spPr>
            <a:xfrm>
              <a:off x="2013922" y="469808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3" name="tx3983"/>
            <p:cNvSpPr/>
            <p:nvPr/>
          </p:nvSpPr>
          <p:spPr>
            <a:xfrm>
              <a:off x="2058636" y="471646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4" name="tx3984"/>
            <p:cNvSpPr/>
            <p:nvPr/>
          </p:nvSpPr>
          <p:spPr>
            <a:xfrm>
              <a:off x="1889564" y="406618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985" name="tx3985"/>
            <p:cNvSpPr/>
            <p:nvPr/>
          </p:nvSpPr>
          <p:spPr>
            <a:xfrm>
              <a:off x="2013922" y="404780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6" name="tx3986"/>
            <p:cNvSpPr/>
            <p:nvPr/>
          </p:nvSpPr>
          <p:spPr>
            <a:xfrm>
              <a:off x="2058636" y="406618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7" name="tx3987"/>
            <p:cNvSpPr/>
            <p:nvPr/>
          </p:nvSpPr>
          <p:spPr>
            <a:xfrm>
              <a:off x="1889564" y="341590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988" name="tx3988"/>
            <p:cNvSpPr/>
            <p:nvPr/>
          </p:nvSpPr>
          <p:spPr>
            <a:xfrm>
              <a:off x="2013922" y="339752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9" name="tx3989"/>
            <p:cNvSpPr/>
            <p:nvPr/>
          </p:nvSpPr>
          <p:spPr>
            <a:xfrm>
              <a:off x="2058636" y="341590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0" name="tx3990"/>
            <p:cNvSpPr/>
            <p:nvPr/>
          </p:nvSpPr>
          <p:spPr>
            <a:xfrm>
              <a:off x="1889564" y="2765720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991" name="tx3991"/>
            <p:cNvSpPr/>
            <p:nvPr/>
          </p:nvSpPr>
          <p:spPr>
            <a:xfrm>
              <a:off x="2013922" y="274734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92" name="tx3992"/>
            <p:cNvSpPr/>
            <p:nvPr/>
          </p:nvSpPr>
          <p:spPr>
            <a:xfrm>
              <a:off x="2058636" y="276572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3" name="pl3993"/>
            <p:cNvSpPr/>
            <p:nvPr/>
          </p:nvSpPr>
          <p:spPr>
            <a:xfrm>
              <a:off x="2167122" y="540785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4" name="pl3994"/>
            <p:cNvSpPr/>
            <p:nvPr/>
          </p:nvSpPr>
          <p:spPr>
            <a:xfrm>
              <a:off x="2167122" y="475757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5" name="pl3995"/>
            <p:cNvSpPr/>
            <p:nvPr/>
          </p:nvSpPr>
          <p:spPr>
            <a:xfrm>
              <a:off x="2167122" y="410729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6" name="pl3996"/>
            <p:cNvSpPr/>
            <p:nvPr/>
          </p:nvSpPr>
          <p:spPr>
            <a:xfrm>
              <a:off x="2167122" y="345701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7" name="pl3997"/>
            <p:cNvSpPr/>
            <p:nvPr/>
          </p:nvSpPr>
          <p:spPr>
            <a:xfrm>
              <a:off x="2167122" y="280673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8" name="pl3998"/>
            <p:cNvSpPr/>
            <p:nvPr/>
          </p:nvSpPr>
          <p:spPr>
            <a:xfrm>
              <a:off x="2610961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9" name="pl3999"/>
            <p:cNvSpPr/>
            <p:nvPr/>
          </p:nvSpPr>
          <p:spPr>
            <a:xfrm>
              <a:off x="314013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0" name="pl4000"/>
            <p:cNvSpPr/>
            <p:nvPr/>
          </p:nvSpPr>
          <p:spPr>
            <a:xfrm>
              <a:off x="366931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1" name="pl4001"/>
            <p:cNvSpPr/>
            <p:nvPr/>
          </p:nvSpPr>
          <p:spPr>
            <a:xfrm>
              <a:off x="419848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2" name="pl4002"/>
            <p:cNvSpPr/>
            <p:nvPr/>
          </p:nvSpPr>
          <p:spPr>
            <a:xfrm>
              <a:off x="472766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3" name="pl4003"/>
            <p:cNvSpPr/>
            <p:nvPr/>
          </p:nvSpPr>
          <p:spPr>
            <a:xfrm>
              <a:off x="525683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4" name="pl4004"/>
            <p:cNvSpPr/>
            <p:nvPr/>
          </p:nvSpPr>
          <p:spPr>
            <a:xfrm>
              <a:off x="578601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5" name="pl4005"/>
            <p:cNvSpPr/>
            <p:nvPr/>
          </p:nvSpPr>
          <p:spPr>
            <a:xfrm>
              <a:off x="631518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6" name="tx4006"/>
            <p:cNvSpPr/>
            <p:nvPr/>
          </p:nvSpPr>
          <p:spPr>
            <a:xfrm>
              <a:off x="2442620" y="5783578"/>
              <a:ext cx="18653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07" name="tx4007"/>
            <p:cNvSpPr/>
            <p:nvPr/>
          </p:nvSpPr>
          <p:spPr>
            <a:xfrm>
              <a:off x="262915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8" name="tx4008"/>
            <p:cNvSpPr/>
            <p:nvPr/>
          </p:nvSpPr>
          <p:spPr>
            <a:xfrm>
              <a:off x="267387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9" name="tx4009"/>
            <p:cNvSpPr/>
            <p:nvPr/>
          </p:nvSpPr>
          <p:spPr>
            <a:xfrm>
              <a:off x="298738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4010" name="tx4010"/>
            <p:cNvSpPr/>
            <p:nvPr/>
          </p:nvSpPr>
          <p:spPr>
            <a:xfrm>
              <a:off x="314274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1" name="tx4011"/>
            <p:cNvSpPr/>
            <p:nvPr/>
          </p:nvSpPr>
          <p:spPr>
            <a:xfrm>
              <a:off x="318745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2" name="tx4012"/>
            <p:cNvSpPr/>
            <p:nvPr/>
          </p:nvSpPr>
          <p:spPr>
            <a:xfrm>
              <a:off x="351656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4013" name="tx4013"/>
            <p:cNvSpPr/>
            <p:nvPr/>
          </p:nvSpPr>
          <p:spPr>
            <a:xfrm>
              <a:off x="367191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4" name="tx4014"/>
            <p:cNvSpPr/>
            <p:nvPr/>
          </p:nvSpPr>
          <p:spPr>
            <a:xfrm>
              <a:off x="371663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5" name="tx4015"/>
            <p:cNvSpPr/>
            <p:nvPr/>
          </p:nvSpPr>
          <p:spPr>
            <a:xfrm>
              <a:off x="404573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4016" name="tx4016"/>
            <p:cNvSpPr/>
            <p:nvPr/>
          </p:nvSpPr>
          <p:spPr>
            <a:xfrm>
              <a:off x="420109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7" name="tx4017"/>
            <p:cNvSpPr/>
            <p:nvPr/>
          </p:nvSpPr>
          <p:spPr>
            <a:xfrm>
              <a:off x="424580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8" name="tx4018"/>
            <p:cNvSpPr/>
            <p:nvPr/>
          </p:nvSpPr>
          <p:spPr>
            <a:xfrm>
              <a:off x="457491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4019" name="tx4019"/>
            <p:cNvSpPr/>
            <p:nvPr/>
          </p:nvSpPr>
          <p:spPr>
            <a:xfrm>
              <a:off x="473026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0" name="tx4020"/>
            <p:cNvSpPr/>
            <p:nvPr/>
          </p:nvSpPr>
          <p:spPr>
            <a:xfrm>
              <a:off x="477498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1" name="tx4021"/>
            <p:cNvSpPr/>
            <p:nvPr/>
          </p:nvSpPr>
          <p:spPr>
            <a:xfrm>
              <a:off x="510408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4022" name="tx4022"/>
            <p:cNvSpPr/>
            <p:nvPr/>
          </p:nvSpPr>
          <p:spPr>
            <a:xfrm>
              <a:off x="525944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3" name="tx4023"/>
            <p:cNvSpPr/>
            <p:nvPr/>
          </p:nvSpPr>
          <p:spPr>
            <a:xfrm>
              <a:off x="530415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4" name="tx4024"/>
            <p:cNvSpPr/>
            <p:nvPr/>
          </p:nvSpPr>
          <p:spPr>
            <a:xfrm>
              <a:off x="563326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4025" name="tx4025"/>
            <p:cNvSpPr/>
            <p:nvPr/>
          </p:nvSpPr>
          <p:spPr>
            <a:xfrm>
              <a:off x="578861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6" name="tx4026"/>
            <p:cNvSpPr/>
            <p:nvPr/>
          </p:nvSpPr>
          <p:spPr>
            <a:xfrm>
              <a:off x="583333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7" name="tx4027"/>
            <p:cNvSpPr/>
            <p:nvPr/>
          </p:nvSpPr>
          <p:spPr>
            <a:xfrm>
              <a:off x="616243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4028" name="tx4028"/>
            <p:cNvSpPr/>
            <p:nvPr/>
          </p:nvSpPr>
          <p:spPr>
            <a:xfrm>
              <a:off x="631779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9" name="tx4029"/>
            <p:cNvSpPr/>
            <p:nvPr/>
          </p:nvSpPr>
          <p:spPr>
            <a:xfrm>
              <a:off x="636250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30" name="tx4030"/>
            <p:cNvSpPr/>
            <p:nvPr/>
          </p:nvSpPr>
          <p:spPr>
            <a:xfrm>
              <a:off x="4066122" y="5925448"/>
              <a:ext cx="61383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4031" name="tx4031"/>
            <p:cNvSpPr/>
            <p:nvPr/>
          </p:nvSpPr>
          <p:spPr>
            <a:xfrm rot="-5400000">
              <a:off x="1525174" y="3987658"/>
              <a:ext cx="49715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4032" name="rc4032"/>
            <p:cNvSpPr/>
            <p:nvPr/>
          </p:nvSpPr>
          <p:spPr>
            <a:xfrm>
              <a:off x="6683342" y="3243743"/>
              <a:ext cx="737012" cy="15880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033" name="tx4033"/>
            <p:cNvSpPr/>
            <p:nvPr/>
          </p:nvSpPr>
          <p:spPr>
            <a:xfrm>
              <a:off x="6752931" y="3328785"/>
              <a:ext cx="59783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</a:t>
              </a:r>
            </a:p>
          </p:txBody>
        </p:sp>
        <p:sp>
          <p:nvSpPr>
            <p:cNvPr id="4034" name="tx4034"/>
            <p:cNvSpPr/>
            <p:nvPr/>
          </p:nvSpPr>
          <p:spPr>
            <a:xfrm>
              <a:off x="6752931" y="3479661"/>
              <a:ext cx="37252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Offset</a:t>
              </a:r>
            </a:p>
          </p:txBody>
        </p:sp>
        <p:pic>
          <p:nvPicPr>
            <p:cNvPr id="4035" name="pic403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52931" y="3664922"/>
              <a:ext cx="219455" cy="1097280"/>
            </a:xfrm>
            <a:prstGeom prst="rect">
              <a:avLst/>
            </a:prstGeom>
          </p:spPr>
        </p:pic>
        <p:sp>
          <p:nvSpPr>
            <p:cNvPr id="4036" name="pl4036"/>
            <p:cNvSpPr/>
            <p:nvPr/>
          </p:nvSpPr>
          <p:spPr>
            <a:xfrm>
              <a:off x="6928496" y="476037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7" name="pl4037"/>
            <p:cNvSpPr/>
            <p:nvPr/>
          </p:nvSpPr>
          <p:spPr>
            <a:xfrm>
              <a:off x="6928496" y="448696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8" name="pl4038"/>
            <p:cNvSpPr/>
            <p:nvPr/>
          </p:nvSpPr>
          <p:spPr>
            <a:xfrm>
              <a:off x="6928496" y="421356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9" name="pl4039"/>
            <p:cNvSpPr/>
            <p:nvPr/>
          </p:nvSpPr>
          <p:spPr>
            <a:xfrm>
              <a:off x="6928496" y="394015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0" name="pl4040"/>
            <p:cNvSpPr/>
            <p:nvPr/>
          </p:nvSpPr>
          <p:spPr>
            <a:xfrm>
              <a:off x="6928496" y="366675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1" name="pl4041"/>
            <p:cNvSpPr/>
            <p:nvPr/>
          </p:nvSpPr>
          <p:spPr>
            <a:xfrm>
              <a:off x="6752931" y="476037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2" name="pl4042"/>
            <p:cNvSpPr/>
            <p:nvPr/>
          </p:nvSpPr>
          <p:spPr>
            <a:xfrm>
              <a:off x="6752931" y="448696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3" name="pl4043"/>
            <p:cNvSpPr/>
            <p:nvPr/>
          </p:nvSpPr>
          <p:spPr>
            <a:xfrm>
              <a:off x="6752931" y="421356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4" name="pl4044"/>
            <p:cNvSpPr/>
            <p:nvPr/>
          </p:nvSpPr>
          <p:spPr>
            <a:xfrm>
              <a:off x="6752931" y="394015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5" name="pl4045"/>
            <p:cNvSpPr/>
            <p:nvPr/>
          </p:nvSpPr>
          <p:spPr>
            <a:xfrm>
              <a:off x="6752931" y="366675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6" name="tx4046"/>
            <p:cNvSpPr/>
            <p:nvPr/>
          </p:nvSpPr>
          <p:spPr>
            <a:xfrm>
              <a:off x="7041976" y="472032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4047" name="tx4047"/>
            <p:cNvSpPr/>
            <p:nvPr/>
          </p:nvSpPr>
          <p:spPr>
            <a:xfrm>
              <a:off x="7041976" y="4446917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4048" name="tx4048"/>
            <p:cNvSpPr/>
            <p:nvPr/>
          </p:nvSpPr>
          <p:spPr>
            <a:xfrm>
              <a:off x="7041976" y="4173511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4049" name="tx4049"/>
            <p:cNvSpPr/>
            <p:nvPr/>
          </p:nvSpPr>
          <p:spPr>
            <a:xfrm>
              <a:off x="7041976" y="3900105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4050" name="tx4050"/>
            <p:cNvSpPr/>
            <p:nvPr/>
          </p:nvSpPr>
          <p:spPr>
            <a:xfrm>
              <a:off x="7041976" y="3626700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4051" name="tx4051"/>
            <p:cNvSpPr/>
            <p:nvPr/>
          </p:nvSpPr>
          <p:spPr>
            <a:xfrm>
              <a:off x="2201917" y="1669789"/>
              <a:ext cx="2541117" cy="218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Offset to </a:t>
              </a:r>
            </a:p>
          </p:txBody>
        </p:sp>
        <p:sp>
          <p:nvSpPr>
            <p:cNvPr id="4052" name="tx4052"/>
            <p:cNvSpPr/>
            <p:nvPr/>
          </p:nvSpPr>
          <p:spPr>
            <a:xfrm>
              <a:off x="2201917" y="1998973"/>
              <a:ext cx="1998695" cy="218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 (GF)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1754045" y="1600200"/>
              <a:ext cx="5635909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l6"/>
            <p:cNvSpPr/>
            <p:nvPr/>
          </p:nvSpPr>
          <p:spPr>
            <a:xfrm>
              <a:off x="2384234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l7"/>
            <p:cNvSpPr/>
            <p:nvPr/>
          </p:nvSpPr>
          <p:spPr>
            <a:xfrm>
              <a:off x="3124860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l8"/>
            <p:cNvSpPr/>
            <p:nvPr/>
          </p:nvSpPr>
          <p:spPr>
            <a:xfrm>
              <a:off x="3865485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l9"/>
            <p:cNvSpPr/>
            <p:nvPr/>
          </p:nvSpPr>
          <p:spPr>
            <a:xfrm>
              <a:off x="4606110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l10"/>
            <p:cNvSpPr/>
            <p:nvPr/>
          </p:nvSpPr>
          <p:spPr>
            <a:xfrm>
              <a:off x="5346735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l11"/>
            <p:cNvSpPr/>
            <p:nvPr/>
          </p:nvSpPr>
          <p:spPr>
            <a:xfrm>
              <a:off x="6087361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l12"/>
            <p:cNvSpPr/>
            <p:nvPr/>
          </p:nvSpPr>
          <p:spPr>
            <a:xfrm>
              <a:off x="2301906" y="5555180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l13"/>
            <p:cNvSpPr/>
            <p:nvPr/>
          </p:nvSpPr>
          <p:spPr>
            <a:xfrm>
              <a:off x="2301906" y="4615577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l14"/>
            <p:cNvSpPr/>
            <p:nvPr/>
          </p:nvSpPr>
          <p:spPr>
            <a:xfrm>
              <a:off x="2301906" y="3675975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5"/>
            <p:cNvSpPr/>
            <p:nvPr/>
          </p:nvSpPr>
          <p:spPr>
            <a:xfrm>
              <a:off x="2301906" y="2736372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l16"/>
            <p:cNvSpPr/>
            <p:nvPr/>
          </p:nvSpPr>
          <p:spPr>
            <a:xfrm>
              <a:off x="2301906" y="1796770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g17"/>
            <p:cNvSpPr/>
            <p:nvPr/>
          </p:nvSpPr>
          <p:spPr>
            <a:xfrm>
              <a:off x="4171236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g18"/>
            <p:cNvSpPr/>
            <p:nvPr/>
          </p:nvSpPr>
          <p:spPr>
            <a:xfrm>
              <a:off x="4252673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g19"/>
            <p:cNvSpPr/>
            <p:nvPr/>
          </p:nvSpPr>
          <p:spPr>
            <a:xfrm>
              <a:off x="4334110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g20"/>
            <p:cNvSpPr/>
            <p:nvPr/>
          </p:nvSpPr>
          <p:spPr>
            <a:xfrm>
              <a:off x="4415547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g21"/>
            <p:cNvSpPr/>
            <p:nvPr/>
          </p:nvSpPr>
          <p:spPr>
            <a:xfrm>
              <a:off x="4496984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g22"/>
            <p:cNvSpPr/>
            <p:nvPr/>
          </p:nvSpPr>
          <p:spPr>
            <a:xfrm>
              <a:off x="4578421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g23"/>
            <p:cNvSpPr/>
            <p:nvPr/>
          </p:nvSpPr>
          <p:spPr>
            <a:xfrm>
              <a:off x="4659858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g24"/>
            <p:cNvSpPr/>
            <p:nvPr/>
          </p:nvSpPr>
          <p:spPr>
            <a:xfrm>
              <a:off x="5067044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g25"/>
            <p:cNvSpPr/>
            <p:nvPr/>
          </p:nvSpPr>
          <p:spPr>
            <a:xfrm>
              <a:off x="5148481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g26"/>
            <p:cNvSpPr/>
            <p:nvPr/>
          </p:nvSpPr>
          <p:spPr>
            <a:xfrm>
              <a:off x="5229918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g27"/>
            <p:cNvSpPr/>
            <p:nvPr/>
          </p:nvSpPr>
          <p:spPr>
            <a:xfrm>
              <a:off x="5311355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g28"/>
            <p:cNvSpPr/>
            <p:nvPr/>
          </p:nvSpPr>
          <p:spPr>
            <a:xfrm>
              <a:off x="5392793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g29"/>
            <p:cNvSpPr/>
            <p:nvPr/>
          </p:nvSpPr>
          <p:spPr>
            <a:xfrm>
              <a:off x="408979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4171236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g31"/>
            <p:cNvSpPr/>
            <p:nvPr/>
          </p:nvSpPr>
          <p:spPr>
            <a:xfrm>
              <a:off x="4252673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g32"/>
            <p:cNvSpPr/>
            <p:nvPr/>
          </p:nvSpPr>
          <p:spPr>
            <a:xfrm>
              <a:off x="4334110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g33"/>
            <p:cNvSpPr/>
            <p:nvPr/>
          </p:nvSpPr>
          <p:spPr>
            <a:xfrm>
              <a:off x="4415547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g34"/>
            <p:cNvSpPr/>
            <p:nvPr/>
          </p:nvSpPr>
          <p:spPr>
            <a:xfrm>
              <a:off x="4496984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g35"/>
            <p:cNvSpPr/>
            <p:nvPr/>
          </p:nvSpPr>
          <p:spPr>
            <a:xfrm>
              <a:off x="4578421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g36"/>
            <p:cNvSpPr/>
            <p:nvPr/>
          </p:nvSpPr>
          <p:spPr>
            <a:xfrm>
              <a:off x="465985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g37"/>
            <p:cNvSpPr/>
            <p:nvPr/>
          </p:nvSpPr>
          <p:spPr>
            <a:xfrm>
              <a:off x="5067044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g38"/>
            <p:cNvSpPr/>
            <p:nvPr/>
          </p:nvSpPr>
          <p:spPr>
            <a:xfrm>
              <a:off x="5148481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g39"/>
            <p:cNvSpPr/>
            <p:nvPr/>
          </p:nvSpPr>
          <p:spPr>
            <a:xfrm>
              <a:off x="522991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g40"/>
            <p:cNvSpPr/>
            <p:nvPr/>
          </p:nvSpPr>
          <p:spPr>
            <a:xfrm>
              <a:off x="5311355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g41"/>
            <p:cNvSpPr/>
            <p:nvPr/>
          </p:nvSpPr>
          <p:spPr>
            <a:xfrm>
              <a:off x="5392793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g42"/>
            <p:cNvSpPr/>
            <p:nvPr/>
          </p:nvSpPr>
          <p:spPr>
            <a:xfrm>
              <a:off x="368261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g43"/>
            <p:cNvSpPr/>
            <p:nvPr/>
          </p:nvSpPr>
          <p:spPr>
            <a:xfrm>
              <a:off x="3764050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g44"/>
            <p:cNvSpPr/>
            <p:nvPr/>
          </p:nvSpPr>
          <p:spPr>
            <a:xfrm>
              <a:off x="384548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g45"/>
            <p:cNvSpPr/>
            <p:nvPr/>
          </p:nvSpPr>
          <p:spPr>
            <a:xfrm>
              <a:off x="392692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g46"/>
            <p:cNvSpPr/>
            <p:nvPr/>
          </p:nvSpPr>
          <p:spPr>
            <a:xfrm>
              <a:off x="400836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g47"/>
            <p:cNvSpPr/>
            <p:nvPr/>
          </p:nvSpPr>
          <p:spPr>
            <a:xfrm>
              <a:off x="4089798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g48"/>
            <p:cNvSpPr/>
            <p:nvPr/>
          </p:nvSpPr>
          <p:spPr>
            <a:xfrm>
              <a:off x="4171236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g49"/>
            <p:cNvSpPr/>
            <p:nvPr/>
          </p:nvSpPr>
          <p:spPr>
            <a:xfrm>
              <a:off x="425267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g50"/>
            <p:cNvSpPr/>
            <p:nvPr/>
          </p:nvSpPr>
          <p:spPr>
            <a:xfrm>
              <a:off x="4334110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g51"/>
            <p:cNvSpPr/>
            <p:nvPr/>
          </p:nvSpPr>
          <p:spPr>
            <a:xfrm>
              <a:off x="441554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g52"/>
            <p:cNvSpPr/>
            <p:nvPr/>
          </p:nvSpPr>
          <p:spPr>
            <a:xfrm>
              <a:off x="449698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g53"/>
            <p:cNvSpPr/>
            <p:nvPr/>
          </p:nvSpPr>
          <p:spPr>
            <a:xfrm>
              <a:off x="457842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g54"/>
            <p:cNvSpPr/>
            <p:nvPr/>
          </p:nvSpPr>
          <p:spPr>
            <a:xfrm>
              <a:off x="498560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g55"/>
            <p:cNvSpPr/>
            <p:nvPr/>
          </p:nvSpPr>
          <p:spPr>
            <a:xfrm>
              <a:off x="506704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/>
            <p:cNvSpPr/>
            <p:nvPr/>
          </p:nvSpPr>
          <p:spPr>
            <a:xfrm>
              <a:off x="514848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g57"/>
            <p:cNvSpPr/>
            <p:nvPr/>
          </p:nvSpPr>
          <p:spPr>
            <a:xfrm>
              <a:off x="5229918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/>
            <p:cNvSpPr/>
            <p:nvPr/>
          </p:nvSpPr>
          <p:spPr>
            <a:xfrm>
              <a:off x="5311355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g59"/>
            <p:cNvSpPr/>
            <p:nvPr/>
          </p:nvSpPr>
          <p:spPr>
            <a:xfrm>
              <a:off x="539279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g60"/>
            <p:cNvSpPr/>
            <p:nvPr/>
          </p:nvSpPr>
          <p:spPr>
            <a:xfrm>
              <a:off x="3601176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pg61"/>
            <p:cNvSpPr/>
            <p:nvPr/>
          </p:nvSpPr>
          <p:spPr>
            <a:xfrm>
              <a:off x="368261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g62"/>
            <p:cNvSpPr/>
            <p:nvPr/>
          </p:nvSpPr>
          <p:spPr>
            <a:xfrm>
              <a:off x="376405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g63"/>
            <p:cNvSpPr/>
            <p:nvPr/>
          </p:nvSpPr>
          <p:spPr>
            <a:xfrm>
              <a:off x="384548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g64"/>
            <p:cNvSpPr/>
            <p:nvPr/>
          </p:nvSpPr>
          <p:spPr>
            <a:xfrm>
              <a:off x="392692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g65"/>
            <p:cNvSpPr/>
            <p:nvPr/>
          </p:nvSpPr>
          <p:spPr>
            <a:xfrm>
              <a:off x="4008361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g66"/>
            <p:cNvSpPr/>
            <p:nvPr/>
          </p:nvSpPr>
          <p:spPr>
            <a:xfrm>
              <a:off x="4089798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g67"/>
            <p:cNvSpPr/>
            <p:nvPr/>
          </p:nvSpPr>
          <p:spPr>
            <a:xfrm>
              <a:off x="4171236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g68"/>
            <p:cNvSpPr/>
            <p:nvPr/>
          </p:nvSpPr>
          <p:spPr>
            <a:xfrm>
              <a:off x="425267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g69"/>
            <p:cNvSpPr/>
            <p:nvPr/>
          </p:nvSpPr>
          <p:spPr>
            <a:xfrm>
              <a:off x="433411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g70"/>
            <p:cNvSpPr/>
            <p:nvPr/>
          </p:nvSpPr>
          <p:spPr>
            <a:xfrm>
              <a:off x="441554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g71"/>
            <p:cNvSpPr/>
            <p:nvPr/>
          </p:nvSpPr>
          <p:spPr>
            <a:xfrm>
              <a:off x="449698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g72"/>
            <p:cNvSpPr/>
            <p:nvPr/>
          </p:nvSpPr>
          <p:spPr>
            <a:xfrm>
              <a:off x="490417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g73"/>
            <p:cNvSpPr/>
            <p:nvPr/>
          </p:nvSpPr>
          <p:spPr>
            <a:xfrm>
              <a:off x="498560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g74"/>
            <p:cNvSpPr/>
            <p:nvPr/>
          </p:nvSpPr>
          <p:spPr>
            <a:xfrm>
              <a:off x="506704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g75"/>
            <p:cNvSpPr/>
            <p:nvPr/>
          </p:nvSpPr>
          <p:spPr>
            <a:xfrm>
              <a:off x="5148481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g76"/>
            <p:cNvSpPr/>
            <p:nvPr/>
          </p:nvSpPr>
          <p:spPr>
            <a:xfrm>
              <a:off x="5229918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g77"/>
            <p:cNvSpPr/>
            <p:nvPr/>
          </p:nvSpPr>
          <p:spPr>
            <a:xfrm>
              <a:off x="5311355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g78"/>
            <p:cNvSpPr/>
            <p:nvPr/>
          </p:nvSpPr>
          <p:spPr>
            <a:xfrm>
              <a:off x="539279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g79"/>
            <p:cNvSpPr/>
            <p:nvPr/>
          </p:nvSpPr>
          <p:spPr>
            <a:xfrm>
              <a:off x="343830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g80"/>
            <p:cNvSpPr/>
            <p:nvPr/>
          </p:nvSpPr>
          <p:spPr>
            <a:xfrm>
              <a:off x="351973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g81"/>
            <p:cNvSpPr/>
            <p:nvPr/>
          </p:nvSpPr>
          <p:spPr>
            <a:xfrm>
              <a:off x="3601176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g82"/>
            <p:cNvSpPr/>
            <p:nvPr/>
          </p:nvSpPr>
          <p:spPr>
            <a:xfrm>
              <a:off x="368261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g83"/>
            <p:cNvSpPr/>
            <p:nvPr/>
          </p:nvSpPr>
          <p:spPr>
            <a:xfrm>
              <a:off x="376405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g84"/>
            <p:cNvSpPr/>
            <p:nvPr/>
          </p:nvSpPr>
          <p:spPr>
            <a:xfrm>
              <a:off x="3845487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g85"/>
            <p:cNvSpPr/>
            <p:nvPr/>
          </p:nvSpPr>
          <p:spPr>
            <a:xfrm>
              <a:off x="3926924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/>
            <p:cNvSpPr/>
            <p:nvPr/>
          </p:nvSpPr>
          <p:spPr>
            <a:xfrm>
              <a:off x="400836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pg87"/>
            <p:cNvSpPr/>
            <p:nvPr/>
          </p:nvSpPr>
          <p:spPr>
            <a:xfrm>
              <a:off x="408979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pg88"/>
            <p:cNvSpPr/>
            <p:nvPr/>
          </p:nvSpPr>
          <p:spPr>
            <a:xfrm>
              <a:off x="4171236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pg89"/>
            <p:cNvSpPr/>
            <p:nvPr/>
          </p:nvSpPr>
          <p:spPr>
            <a:xfrm>
              <a:off x="425267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g90"/>
            <p:cNvSpPr/>
            <p:nvPr/>
          </p:nvSpPr>
          <p:spPr>
            <a:xfrm>
              <a:off x="433411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g91"/>
            <p:cNvSpPr/>
            <p:nvPr/>
          </p:nvSpPr>
          <p:spPr>
            <a:xfrm>
              <a:off x="482273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g92"/>
            <p:cNvSpPr/>
            <p:nvPr/>
          </p:nvSpPr>
          <p:spPr>
            <a:xfrm>
              <a:off x="490417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g93"/>
            <p:cNvSpPr/>
            <p:nvPr/>
          </p:nvSpPr>
          <p:spPr>
            <a:xfrm>
              <a:off x="4985607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g94"/>
            <p:cNvSpPr/>
            <p:nvPr/>
          </p:nvSpPr>
          <p:spPr>
            <a:xfrm>
              <a:off x="5067044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g95"/>
            <p:cNvSpPr/>
            <p:nvPr/>
          </p:nvSpPr>
          <p:spPr>
            <a:xfrm>
              <a:off x="514848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g96"/>
            <p:cNvSpPr/>
            <p:nvPr/>
          </p:nvSpPr>
          <p:spPr>
            <a:xfrm>
              <a:off x="522991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g97"/>
            <p:cNvSpPr/>
            <p:nvPr/>
          </p:nvSpPr>
          <p:spPr>
            <a:xfrm>
              <a:off x="327542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g98"/>
            <p:cNvSpPr/>
            <p:nvPr/>
          </p:nvSpPr>
          <p:spPr>
            <a:xfrm>
              <a:off x="335686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g99"/>
            <p:cNvSpPr/>
            <p:nvPr/>
          </p:nvSpPr>
          <p:spPr>
            <a:xfrm>
              <a:off x="343830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g100"/>
            <p:cNvSpPr/>
            <p:nvPr/>
          </p:nvSpPr>
          <p:spPr>
            <a:xfrm>
              <a:off x="351973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g101"/>
            <p:cNvSpPr/>
            <p:nvPr/>
          </p:nvSpPr>
          <p:spPr>
            <a:xfrm>
              <a:off x="360117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g102"/>
            <p:cNvSpPr/>
            <p:nvPr/>
          </p:nvSpPr>
          <p:spPr>
            <a:xfrm>
              <a:off x="368261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g103"/>
            <p:cNvSpPr/>
            <p:nvPr/>
          </p:nvSpPr>
          <p:spPr>
            <a:xfrm>
              <a:off x="376405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g104"/>
            <p:cNvSpPr/>
            <p:nvPr/>
          </p:nvSpPr>
          <p:spPr>
            <a:xfrm>
              <a:off x="384548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g105"/>
            <p:cNvSpPr/>
            <p:nvPr/>
          </p:nvSpPr>
          <p:spPr>
            <a:xfrm>
              <a:off x="392692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g106"/>
            <p:cNvSpPr/>
            <p:nvPr/>
          </p:nvSpPr>
          <p:spPr>
            <a:xfrm>
              <a:off x="400836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g107"/>
            <p:cNvSpPr/>
            <p:nvPr/>
          </p:nvSpPr>
          <p:spPr>
            <a:xfrm>
              <a:off x="408979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g108"/>
            <p:cNvSpPr/>
            <p:nvPr/>
          </p:nvSpPr>
          <p:spPr>
            <a:xfrm>
              <a:off x="417123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g109"/>
            <p:cNvSpPr/>
            <p:nvPr/>
          </p:nvSpPr>
          <p:spPr>
            <a:xfrm>
              <a:off x="425267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g110"/>
            <p:cNvSpPr/>
            <p:nvPr/>
          </p:nvSpPr>
          <p:spPr>
            <a:xfrm>
              <a:off x="433411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g111"/>
            <p:cNvSpPr/>
            <p:nvPr/>
          </p:nvSpPr>
          <p:spPr>
            <a:xfrm>
              <a:off x="441554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g112"/>
            <p:cNvSpPr/>
            <p:nvPr/>
          </p:nvSpPr>
          <p:spPr>
            <a:xfrm>
              <a:off x="449698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g113"/>
            <p:cNvSpPr/>
            <p:nvPr/>
          </p:nvSpPr>
          <p:spPr>
            <a:xfrm>
              <a:off x="457842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g114"/>
            <p:cNvSpPr/>
            <p:nvPr/>
          </p:nvSpPr>
          <p:spPr>
            <a:xfrm>
              <a:off x="474129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pg115"/>
            <p:cNvSpPr/>
            <p:nvPr/>
          </p:nvSpPr>
          <p:spPr>
            <a:xfrm>
              <a:off x="482273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g116"/>
            <p:cNvSpPr/>
            <p:nvPr/>
          </p:nvSpPr>
          <p:spPr>
            <a:xfrm>
              <a:off x="490417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pg117"/>
            <p:cNvSpPr/>
            <p:nvPr/>
          </p:nvSpPr>
          <p:spPr>
            <a:xfrm>
              <a:off x="498560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g118"/>
            <p:cNvSpPr/>
            <p:nvPr/>
          </p:nvSpPr>
          <p:spPr>
            <a:xfrm>
              <a:off x="506704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pg119"/>
            <p:cNvSpPr/>
            <p:nvPr/>
          </p:nvSpPr>
          <p:spPr>
            <a:xfrm>
              <a:off x="514848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pg120"/>
            <p:cNvSpPr/>
            <p:nvPr/>
          </p:nvSpPr>
          <p:spPr>
            <a:xfrm>
              <a:off x="522991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pg121"/>
            <p:cNvSpPr/>
            <p:nvPr/>
          </p:nvSpPr>
          <p:spPr>
            <a:xfrm>
              <a:off x="327542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pg122"/>
            <p:cNvSpPr/>
            <p:nvPr/>
          </p:nvSpPr>
          <p:spPr>
            <a:xfrm>
              <a:off x="335686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g123"/>
            <p:cNvSpPr/>
            <p:nvPr/>
          </p:nvSpPr>
          <p:spPr>
            <a:xfrm>
              <a:off x="343830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g124"/>
            <p:cNvSpPr/>
            <p:nvPr/>
          </p:nvSpPr>
          <p:spPr>
            <a:xfrm>
              <a:off x="351973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g125"/>
            <p:cNvSpPr/>
            <p:nvPr/>
          </p:nvSpPr>
          <p:spPr>
            <a:xfrm>
              <a:off x="360117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g126"/>
            <p:cNvSpPr/>
            <p:nvPr/>
          </p:nvSpPr>
          <p:spPr>
            <a:xfrm>
              <a:off x="368261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g127"/>
            <p:cNvSpPr/>
            <p:nvPr/>
          </p:nvSpPr>
          <p:spPr>
            <a:xfrm>
              <a:off x="376405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g128"/>
            <p:cNvSpPr/>
            <p:nvPr/>
          </p:nvSpPr>
          <p:spPr>
            <a:xfrm>
              <a:off x="384548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g129"/>
            <p:cNvSpPr/>
            <p:nvPr/>
          </p:nvSpPr>
          <p:spPr>
            <a:xfrm>
              <a:off x="392692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g130"/>
            <p:cNvSpPr/>
            <p:nvPr/>
          </p:nvSpPr>
          <p:spPr>
            <a:xfrm>
              <a:off x="400836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g131"/>
            <p:cNvSpPr/>
            <p:nvPr/>
          </p:nvSpPr>
          <p:spPr>
            <a:xfrm>
              <a:off x="408979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g132"/>
            <p:cNvSpPr/>
            <p:nvPr/>
          </p:nvSpPr>
          <p:spPr>
            <a:xfrm>
              <a:off x="417123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g133"/>
            <p:cNvSpPr/>
            <p:nvPr/>
          </p:nvSpPr>
          <p:spPr>
            <a:xfrm>
              <a:off x="425267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pg134"/>
            <p:cNvSpPr/>
            <p:nvPr/>
          </p:nvSpPr>
          <p:spPr>
            <a:xfrm>
              <a:off x="433411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pg135"/>
            <p:cNvSpPr/>
            <p:nvPr/>
          </p:nvSpPr>
          <p:spPr>
            <a:xfrm>
              <a:off x="441554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pg136"/>
            <p:cNvSpPr/>
            <p:nvPr/>
          </p:nvSpPr>
          <p:spPr>
            <a:xfrm>
              <a:off x="449698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pg137"/>
            <p:cNvSpPr/>
            <p:nvPr/>
          </p:nvSpPr>
          <p:spPr>
            <a:xfrm>
              <a:off x="457842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pg138"/>
            <p:cNvSpPr/>
            <p:nvPr/>
          </p:nvSpPr>
          <p:spPr>
            <a:xfrm>
              <a:off x="465985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pg139"/>
            <p:cNvSpPr/>
            <p:nvPr/>
          </p:nvSpPr>
          <p:spPr>
            <a:xfrm>
              <a:off x="474129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pg140"/>
            <p:cNvSpPr/>
            <p:nvPr/>
          </p:nvSpPr>
          <p:spPr>
            <a:xfrm>
              <a:off x="482273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pg141"/>
            <p:cNvSpPr/>
            <p:nvPr/>
          </p:nvSpPr>
          <p:spPr>
            <a:xfrm>
              <a:off x="490417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pg142"/>
            <p:cNvSpPr/>
            <p:nvPr/>
          </p:nvSpPr>
          <p:spPr>
            <a:xfrm>
              <a:off x="498560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pg143"/>
            <p:cNvSpPr/>
            <p:nvPr/>
          </p:nvSpPr>
          <p:spPr>
            <a:xfrm>
              <a:off x="506704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pg144"/>
            <p:cNvSpPr/>
            <p:nvPr/>
          </p:nvSpPr>
          <p:spPr>
            <a:xfrm>
              <a:off x="514848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pg145"/>
            <p:cNvSpPr/>
            <p:nvPr/>
          </p:nvSpPr>
          <p:spPr>
            <a:xfrm>
              <a:off x="327542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pg146"/>
            <p:cNvSpPr/>
            <p:nvPr/>
          </p:nvSpPr>
          <p:spPr>
            <a:xfrm>
              <a:off x="335686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pg147"/>
            <p:cNvSpPr/>
            <p:nvPr/>
          </p:nvSpPr>
          <p:spPr>
            <a:xfrm>
              <a:off x="343830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pg148"/>
            <p:cNvSpPr/>
            <p:nvPr/>
          </p:nvSpPr>
          <p:spPr>
            <a:xfrm>
              <a:off x="351973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pg149"/>
            <p:cNvSpPr/>
            <p:nvPr/>
          </p:nvSpPr>
          <p:spPr>
            <a:xfrm>
              <a:off x="360117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pg150"/>
            <p:cNvSpPr/>
            <p:nvPr/>
          </p:nvSpPr>
          <p:spPr>
            <a:xfrm>
              <a:off x="368261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pg151"/>
            <p:cNvSpPr/>
            <p:nvPr/>
          </p:nvSpPr>
          <p:spPr>
            <a:xfrm>
              <a:off x="376405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pg152"/>
            <p:cNvSpPr/>
            <p:nvPr/>
          </p:nvSpPr>
          <p:spPr>
            <a:xfrm>
              <a:off x="384548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pg153"/>
            <p:cNvSpPr/>
            <p:nvPr/>
          </p:nvSpPr>
          <p:spPr>
            <a:xfrm>
              <a:off x="392692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pg154"/>
            <p:cNvSpPr/>
            <p:nvPr/>
          </p:nvSpPr>
          <p:spPr>
            <a:xfrm>
              <a:off x="400836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pg155"/>
            <p:cNvSpPr/>
            <p:nvPr/>
          </p:nvSpPr>
          <p:spPr>
            <a:xfrm>
              <a:off x="408979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pg156"/>
            <p:cNvSpPr/>
            <p:nvPr/>
          </p:nvSpPr>
          <p:spPr>
            <a:xfrm>
              <a:off x="417123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pg157"/>
            <p:cNvSpPr/>
            <p:nvPr/>
          </p:nvSpPr>
          <p:spPr>
            <a:xfrm>
              <a:off x="425267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pg158"/>
            <p:cNvSpPr/>
            <p:nvPr/>
          </p:nvSpPr>
          <p:spPr>
            <a:xfrm>
              <a:off x="433411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pg159"/>
            <p:cNvSpPr/>
            <p:nvPr/>
          </p:nvSpPr>
          <p:spPr>
            <a:xfrm>
              <a:off x="441554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pg160"/>
            <p:cNvSpPr/>
            <p:nvPr/>
          </p:nvSpPr>
          <p:spPr>
            <a:xfrm>
              <a:off x="449698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pg161"/>
            <p:cNvSpPr/>
            <p:nvPr/>
          </p:nvSpPr>
          <p:spPr>
            <a:xfrm>
              <a:off x="457842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pg162"/>
            <p:cNvSpPr/>
            <p:nvPr/>
          </p:nvSpPr>
          <p:spPr>
            <a:xfrm>
              <a:off x="465985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pg163"/>
            <p:cNvSpPr/>
            <p:nvPr/>
          </p:nvSpPr>
          <p:spPr>
            <a:xfrm>
              <a:off x="474129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pg164"/>
            <p:cNvSpPr/>
            <p:nvPr/>
          </p:nvSpPr>
          <p:spPr>
            <a:xfrm>
              <a:off x="482273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pg165"/>
            <p:cNvSpPr/>
            <p:nvPr/>
          </p:nvSpPr>
          <p:spPr>
            <a:xfrm>
              <a:off x="490417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pg166"/>
            <p:cNvSpPr/>
            <p:nvPr/>
          </p:nvSpPr>
          <p:spPr>
            <a:xfrm>
              <a:off x="498560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pg167"/>
            <p:cNvSpPr/>
            <p:nvPr/>
          </p:nvSpPr>
          <p:spPr>
            <a:xfrm>
              <a:off x="506704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pg168"/>
            <p:cNvSpPr/>
            <p:nvPr/>
          </p:nvSpPr>
          <p:spPr>
            <a:xfrm>
              <a:off x="303111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pg169"/>
            <p:cNvSpPr/>
            <p:nvPr/>
          </p:nvSpPr>
          <p:spPr>
            <a:xfrm>
              <a:off x="311255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pg170"/>
            <p:cNvSpPr/>
            <p:nvPr/>
          </p:nvSpPr>
          <p:spPr>
            <a:xfrm>
              <a:off x="327542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pg171"/>
            <p:cNvSpPr/>
            <p:nvPr/>
          </p:nvSpPr>
          <p:spPr>
            <a:xfrm>
              <a:off x="3356864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pg172"/>
            <p:cNvSpPr/>
            <p:nvPr/>
          </p:nvSpPr>
          <p:spPr>
            <a:xfrm>
              <a:off x="3438301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pg173"/>
            <p:cNvSpPr/>
            <p:nvPr/>
          </p:nvSpPr>
          <p:spPr>
            <a:xfrm>
              <a:off x="351973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pg174"/>
            <p:cNvSpPr/>
            <p:nvPr/>
          </p:nvSpPr>
          <p:spPr>
            <a:xfrm>
              <a:off x="360117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pg175"/>
            <p:cNvSpPr/>
            <p:nvPr/>
          </p:nvSpPr>
          <p:spPr>
            <a:xfrm>
              <a:off x="368261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pg176"/>
            <p:cNvSpPr/>
            <p:nvPr/>
          </p:nvSpPr>
          <p:spPr>
            <a:xfrm>
              <a:off x="376405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pg177"/>
            <p:cNvSpPr/>
            <p:nvPr/>
          </p:nvSpPr>
          <p:spPr>
            <a:xfrm>
              <a:off x="384548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pg178"/>
            <p:cNvSpPr/>
            <p:nvPr/>
          </p:nvSpPr>
          <p:spPr>
            <a:xfrm>
              <a:off x="408979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pg179"/>
            <p:cNvSpPr/>
            <p:nvPr/>
          </p:nvSpPr>
          <p:spPr>
            <a:xfrm>
              <a:off x="417123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pg180"/>
            <p:cNvSpPr/>
            <p:nvPr/>
          </p:nvSpPr>
          <p:spPr>
            <a:xfrm>
              <a:off x="425267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pg181"/>
            <p:cNvSpPr/>
            <p:nvPr/>
          </p:nvSpPr>
          <p:spPr>
            <a:xfrm>
              <a:off x="433411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pg182"/>
            <p:cNvSpPr/>
            <p:nvPr/>
          </p:nvSpPr>
          <p:spPr>
            <a:xfrm>
              <a:off x="441554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pg183"/>
            <p:cNvSpPr/>
            <p:nvPr/>
          </p:nvSpPr>
          <p:spPr>
            <a:xfrm>
              <a:off x="4496984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pg184"/>
            <p:cNvSpPr/>
            <p:nvPr/>
          </p:nvSpPr>
          <p:spPr>
            <a:xfrm>
              <a:off x="4578421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pg185"/>
            <p:cNvSpPr/>
            <p:nvPr/>
          </p:nvSpPr>
          <p:spPr>
            <a:xfrm>
              <a:off x="465985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pg186"/>
            <p:cNvSpPr/>
            <p:nvPr/>
          </p:nvSpPr>
          <p:spPr>
            <a:xfrm>
              <a:off x="474129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pg187"/>
            <p:cNvSpPr/>
            <p:nvPr/>
          </p:nvSpPr>
          <p:spPr>
            <a:xfrm>
              <a:off x="482273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pg188"/>
            <p:cNvSpPr/>
            <p:nvPr/>
          </p:nvSpPr>
          <p:spPr>
            <a:xfrm>
              <a:off x="490417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pg189"/>
            <p:cNvSpPr/>
            <p:nvPr/>
          </p:nvSpPr>
          <p:spPr>
            <a:xfrm>
              <a:off x="498560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pg190"/>
            <p:cNvSpPr/>
            <p:nvPr/>
          </p:nvSpPr>
          <p:spPr>
            <a:xfrm>
              <a:off x="294967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pg191"/>
            <p:cNvSpPr/>
            <p:nvPr/>
          </p:nvSpPr>
          <p:spPr>
            <a:xfrm>
              <a:off x="303111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pg192"/>
            <p:cNvSpPr/>
            <p:nvPr/>
          </p:nvSpPr>
          <p:spPr>
            <a:xfrm>
              <a:off x="311255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pg193"/>
            <p:cNvSpPr/>
            <p:nvPr/>
          </p:nvSpPr>
          <p:spPr>
            <a:xfrm>
              <a:off x="319399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pg194"/>
            <p:cNvSpPr/>
            <p:nvPr/>
          </p:nvSpPr>
          <p:spPr>
            <a:xfrm>
              <a:off x="327542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pg195"/>
            <p:cNvSpPr/>
            <p:nvPr/>
          </p:nvSpPr>
          <p:spPr>
            <a:xfrm>
              <a:off x="3356864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pg196"/>
            <p:cNvSpPr/>
            <p:nvPr/>
          </p:nvSpPr>
          <p:spPr>
            <a:xfrm>
              <a:off x="3438301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pg197"/>
            <p:cNvSpPr/>
            <p:nvPr/>
          </p:nvSpPr>
          <p:spPr>
            <a:xfrm>
              <a:off x="351973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pg198"/>
            <p:cNvSpPr/>
            <p:nvPr/>
          </p:nvSpPr>
          <p:spPr>
            <a:xfrm>
              <a:off x="360117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pg199"/>
            <p:cNvSpPr/>
            <p:nvPr/>
          </p:nvSpPr>
          <p:spPr>
            <a:xfrm>
              <a:off x="368261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pg200"/>
            <p:cNvSpPr/>
            <p:nvPr/>
          </p:nvSpPr>
          <p:spPr>
            <a:xfrm>
              <a:off x="376405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pg201"/>
            <p:cNvSpPr/>
            <p:nvPr/>
          </p:nvSpPr>
          <p:spPr>
            <a:xfrm>
              <a:off x="384548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pg202"/>
            <p:cNvSpPr/>
            <p:nvPr/>
          </p:nvSpPr>
          <p:spPr>
            <a:xfrm>
              <a:off x="417123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pg203"/>
            <p:cNvSpPr/>
            <p:nvPr/>
          </p:nvSpPr>
          <p:spPr>
            <a:xfrm>
              <a:off x="425267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pg204"/>
            <p:cNvSpPr/>
            <p:nvPr/>
          </p:nvSpPr>
          <p:spPr>
            <a:xfrm>
              <a:off x="433411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pg205"/>
            <p:cNvSpPr/>
            <p:nvPr/>
          </p:nvSpPr>
          <p:spPr>
            <a:xfrm>
              <a:off x="441554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pg206"/>
            <p:cNvSpPr/>
            <p:nvPr/>
          </p:nvSpPr>
          <p:spPr>
            <a:xfrm>
              <a:off x="4496984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pg207"/>
            <p:cNvSpPr/>
            <p:nvPr/>
          </p:nvSpPr>
          <p:spPr>
            <a:xfrm>
              <a:off x="4578421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pg208"/>
            <p:cNvSpPr/>
            <p:nvPr/>
          </p:nvSpPr>
          <p:spPr>
            <a:xfrm>
              <a:off x="465985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pg209"/>
            <p:cNvSpPr/>
            <p:nvPr/>
          </p:nvSpPr>
          <p:spPr>
            <a:xfrm>
              <a:off x="474129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pg210"/>
            <p:cNvSpPr/>
            <p:nvPr/>
          </p:nvSpPr>
          <p:spPr>
            <a:xfrm>
              <a:off x="482273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pg211"/>
            <p:cNvSpPr/>
            <p:nvPr/>
          </p:nvSpPr>
          <p:spPr>
            <a:xfrm>
              <a:off x="490417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pg212"/>
            <p:cNvSpPr/>
            <p:nvPr/>
          </p:nvSpPr>
          <p:spPr>
            <a:xfrm>
              <a:off x="286824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pg213"/>
            <p:cNvSpPr/>
            <p:nvPr/>
          </p:nvSpPr>
          <p:spPr>
            <a:xfrm>
              <a:off x="294967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pg214"/>
            <p:cNvSpPr/>
            <p:nvPr/>
          </p:nvSpPr>
          <p:spPr>
            <a:xfrm>
              <a:off x="303111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pg215"/>
            <p:cNvSpPr/>
            <p:nvPr/>
          </p:nvSpPr>
          <p:spPr>
            <a:xfrm>
              <a:off x="311255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pg216"/>
            <p:cNvSpPr/>
            <p:nvPr/>
          </p:nvSpPr>
          <p:spPr>
            <a:xfrm>
              <a:off x="319399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pg217"/>
            <p:cNvSpPr/>
            <p:nvPr/>
          </p:nvSpPr>
          <p:spPr>
            <a:xfrm>
              <a:off x="327542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pg218"/>
            <p:cNvSpPr/>
            <p:nvPr/>
          </p:nvSpPr>
          <p:spPr>
            <a:xfrm>
              <a:off x="3356864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pg219"/>
            <p:cNvSpPr/>
            <p:nvPr/>
          </p:nvSpPr>
          <p:spPr>
            <a:xfrm>
              <a:off x="343830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pg220"/>
            <p:cNvSpPr/>
            <p:nvPr/>
          </p:nvSpPr>
          <p:spPr>
            <a:xfrm>
              <a:off x="351973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pg221"/>
            <p:cNvSpPr/>
            <p:nvPr/>
          </p:nvSpPr>
          <p:spPr>
            <a:xfrm>
              <a:off x="360117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pg222"/>
            <p:cNvSpPr/>
            <p:nvPr/>
          </p:nvSpPr>
          <p:spPr>
            <a:xfrm>
              <a:off x="368261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pg223"/>
            <p:cNvSpPr/>
            <p:nvPr/>
          </p:nvSpPr>
          <p:spPr>
            <a:xfrm>
              <a:off x="376405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pg224"/>
            <p:cNvSpPr/>
            <p:nvPr/>
          </p:nvSpPr>
          <p:spPr>
            <a:xfrm>
              <a:off x="384548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pg225"/>
            <p:cNvSpPr/>
            <p:nvPr/>
          </p:nvSpPr>
          <p:spPr>
            <a:xfrm>
              <a:off x="417123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pg226"/>
            <p:cNvSpPr/>
            <p:nvPr/>
          </p:nvSpPr>
          <p:spPr>
            <a:xfrm>
              <a:off x="425267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pg227"/>
            <p:cNvSpPr/>
            <p:nvPr/>
          </p:nvSpPr>
          <p:spPr>
            <a:xfrm>
              <a:off x="433411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pg228"/>
            <p:cNvSpPr/>
            <p:nvPr/>
          </p:nvSpPr>
          <p:spPr>
            <a:xfrm>
              <a:off x="441554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pg229"/>
            <p:cNvSpPr/>
            <p:nvPr/>
          </p:nvSpPr>
          <p:spPr>
            <a:xfrm>
              <a:off x="4496984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pg230"/>
            <p:cNvSpPr/>
            <p:nvPr/>
          </p:nvSpPr>
          <p:spPr>
            <a:xfrm>
              <a:off x="457842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pg231"/>
            <p:cNvSpPr/>
            <p:nvPr/>
          </p:nvSpPr>
          <p:spPr>
            <a:xfrm>
              <a:off x="465985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pg232"/>
            <p:cNvSpPr/>
            <p:nvPr/>
          </p:nvSpPr>
          <p:spPr>
            <a:xfrm>
              <a:off x="474129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pg233"/>
            <p:cNvSpPr/>
            <p:nvPr/>
          </p:nvSpPr>
          <p:spPr>
            <a:xfrm>
              <a:off x="482273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pg234"/>
            <p:cNvSpPr/>
            <p:nvPr/>
          </p:nvSpPr>
          <p:spPr>
            <a:xfrm>
              <a:off x="278680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pg235"/>
            <p:cNvSpPr/>
            <p:nvPr/>
          </p:nvSpPr>
          <p:spPr>
            <a:xfrm>
              <a:off x="286824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pg236"/>
            <p:cNvSpPr/>
            <p:nvPr/>
          </p:nvSpPr>
          <p:spPr>
            <a:xfrm>
              <a:off x="294967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pg237"/>
            <p:cNvSpPr/>
            <p:nvPr/>
          </p:nvSpPr>
          <p:spPr>
            <a:xfrm>
              <a:off x="303111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pg238"/>
            <p:cNvSpPr/>
            <p:nvPr/>
          </p:nvSpPr>
          <p:spPr>
            <a:xfrm>
              <a:off x="311255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pg239"/>
            <p:cNvSpPr/>
            <p:nvPr/>
          </p:nvSpPr>
          <p:spPr>
            <a:xfrm>
              <a:off x="319399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pg240"/>
            <p:cNvSpPr/>
            <p:nvPr/>
          </p:nvSpPr>
          <p:spPr>
            <a:xfrm>
              <a:off x="327542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pg241"/>
            <p:cNvSpPr/>
            <p:nvPr/>
          </p:nvSpPr>
          <p:spPr>
            <a:xfrm>
              <a:off x="335686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pg242"/>
            <p:cNvSpPr/>
            <p:nvPr/>
          </p:nvSpPr>
          <p:spPr>
            <a:xfrm>
              <a:off x="343830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pg243"/>
            <p:cNvSpPr/>
            <p:nvPr/>
          </p:nvSpPr>
          <p:spPr>
            <a:xfrm>
              <a:off x="351973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pg244"/>
            <p:cNvSpPr/>
            <p:nvPr/>
          </p:nvSpPr>
          <p:spPr>
            <a:xfrm>
              <a:off x="360117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pg245"/>
            <p:cNvSpPr/>
            <p:nvPr/>
          </p:nvSpPr>
          <p:spPr>
            <a:xfrm>
              <a:off x="368261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pg246"/>
            <p:cNvSpPr/>
            <p:nvPr/>
          </p:nvSpPr>
          <p:spPr>
            <a:xfrm>
              <a:off x="376405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pg247"/>
            <p:cNvSpPr/>
            <p:nvPr/>
          </p:nvSpPr>
          <p:spPr>
            <a:xfrm>
              <a:off x="384548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pg248"/>
            <p:cNvSpPr/>
            <p:nvPr/>
          </p:nvSpPr>
          <p:spPr>
            <a:xfrm>
              <a:off x="392692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pg249"/>
            <p:cNvSpPr/>
            <p:nvPr/>
          </p:nvSpPr>
          <p:spPr>
            <a:xfrm>
              <a:off x="425267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pg250"/>
            <p:cNvSpPr/>
            <p:nvPr/>
          </p:nvSpPr>
          <p:spPr>
            <a:xfrm>
              <a:off x="433411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pg251"/>
            <p:cNvSpPr/>
            <p:nvPr/>
          </p:nvSpPr>
          <p:spPr>
            <a:xfrm>
              <a:off x="441554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pg252"/>
            <p:cNvSpPr/>
            <p:nvPr/>
          </p:nvSpPr>
          <p:spPr>
            <a:xfrm>
              <a:off x="449698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pg253"/>
            <p:cNvSpPr/>
            <p:nvPr/>
          </p:nvSpPr>
          <p:spPr>
            <a:xfrm>
              <a:off x="457842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pg254"/>
            <p:cNvSpPr/>
            <p:nvPr/>
          </p:nvSpPr>
          <p:spPr>
            <a:xfrm>
              <a:off x="465985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pg255"/>
            <p:cNvSpPr/>
            <p:nvPr/>
          </p:nvSpPr>
          <p:spPr>
            <a:xfrm>
              <a:off x="474129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pg256"/>
            <p:cNvSpPr/>
            <p:nvPr/>
          </p:nvSpPr>
          <p:spPr>
            <a:xfrm>
              <a:off x="278680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pg257"/>
            <p:cNvSpPr/>
            <p:nvPr/>
          </p:nvSpPr>
          <p:spPr>
            <a:xfrm>
              <a:off x="286824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pg258"/>
            <p:cNvSpPr/>
            <p:nvPr/>
          </p:nvSpPr>
          <p:spPr>
            <a:xfrm>
              <a:off x="294967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pg259"/>
            <p:cNvSpPr/>
            <p:nvPr/>
          </p:nvSpPr>
          <p:spPr>
            <a:xfrm>
              <a:off x="3031116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pg260"/>
            <p:cNvSpPr/>
            <p:nvPr/>
          </p:nvSpPr>
          <p:spPr>
            <a:xfrm>
              <a:off x="311255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pg261"/>
            <p:cNvSpPr/>
            <p:nvPr/>
          </p:nvSpPr>
          <p:spPr>
            <a:xfrm>
              <a:off x="319399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pg262"/>
            <p:cNvSpPr/>
            <p:nvPr/>
          </p:nvSpPr>
          <p:spPr>
            <a:xfrm>
              <a:off x="327542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pg263"/>
            <p:cNvSpPr/>
            <p:nvPr/>
          </p:nvSpPr>
          <p:spPr>
            <a:xfrm>
              <a:off x="335686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pg264"/>
            <p:cNvSpPr/>
            <p:nvPr/>
          </p:nvSpPr>
          <p:spPr>
            <a:xfrm>
              <a:off x="343830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pg265"/>
            <p:cNvSpPr/>
            <p:nvPr/>
          </p:nvSpPr>
          <p:spPr>
            <a:xfrm>
              <a:off x="351973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pg266"/>
            <p:cNvSpPr/>
            <p:nvPr/>
          </p:nvSpPr>
          <p:spPr>
            <a:xfrm>
              <a:off x="3601176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pg267"/>
            <p:cNvSpPr/>
            <p:nvPr/>
          </p:nvSpPr>
          <p:spPr>
            <a:xfrm>
              <a:off x="368261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pg268"/>
            <p:cNvSpPr/>
            <p:nvPr/>
          </p:nvSpPr>
          <p:spPr>
            <a:xfrm>
              <a:off x="376405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pg269"/>
            <p:cNvSpPr/>
            <p:nvPr/>
          </p:nvSpPr>
          <p:spPr>
            <a:xfrm>
              <a:off x="384548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pg270"/>
            <p:cNvSpPr/>
            <p:nvPr/>
          </p:nvSpPr>
          <p:spPr>
            <a:xfrm>
              <a:off x="392692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pg271"/>
            <p:cNvSpPr/>
            <p:nvPr/>
          </p:nvSpPr>
          <p:spPr>
            <a:xfrm>
              <a:off x="425267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pg272"/>
            <p:cNvSpPr/>
            <p:nvPr/>
          </p:nvSpPr>
          <p:spPr>
            <a:xfrm>
              <a:off x="433411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pg273"/>
            <p:cNvSpPr/>
            <p:nvPr/>
          </p:nvSpPr>
          <p:spPr>
            <a:xfrm>
              <a:off x="441554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pg274"/>
            <p:cNvSpPr/>
            <p:nvPr/>
          </p:nvSpPr>
          <p:spPr>
            <a:xfrm>
              <a:off x="449698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pg275"/>
            <p:cNvSpPr/>
            <p:nvPr/>
          </p:nvSpPr>
          <p:spPr>
            <a:xfrm>
              <a:off x="457842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pg276"/>
            <p:cNvSpPr/>
            <p:nvPr/>
          </p:nvSpPr>
          <p:spPr>
            <a:xfrm>
              <a:off x="465985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pg277"/>
            <p:cNvSpPr/>
            <p:nvPr/>
          </p:nvSpPr>
          <p:spPr>
            <a:xfrm>
              <a:off x="270536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pg278"/>
            <p:cNvSpPr/>
            <p:nvPr/>
          </p:nvSpPr>
          <p:spPr>
            <a:xfrm>
              <a:off x="278680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pg279"/>
            <p:cNvSpPr/>
            <p:nvPr/>
          </p:nvSpPr>
          <p:spPr>
            <a:xfrm>
              <a:off x="286824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pg280"/>
            <p:cNvSpPr/>
            <p:nvPr/>
          </p:nvSpPr>
          <p:spPr>
            <a:xfrm>
              <a:off x="294967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pg281"/>
            <p:cNvSpPr/>
            <p:nvPr/>
          </p:nvSpPr>
          <p:spPr>
            <a:xfrm>
              <a:off x="3031116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pg282"/>
            <p:cNvSpPr/>
            <p:nvPr/>
          </p:nvSpPr>
          <p:spPr>
            <a:xfrm>
              <a:off x="311255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pg283"/>
            <p:cNvSpPr/>
            <p:nvPr/>
          </p:nvSpPr>
          <p:spPr>
            <a:xfrm>
              <a:off x="319399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pg284"/>
            <p:cNvSpPr/>
            <p:nvPr/>
          </p:nvSpPr>
          <p:spPr>
            <a:xfrm>
              <a:off x="327542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pg285"/>
            <p:cNvSpPr/>
            <p:nvPr/>
          </p:nvSpPr>
          <p:spPr>
            <a:xfrm>
              <a:off x="335686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pg286"/>
            <p:cNvSpPr/>
            <p:nvPr/>
          </p:nvSpPr>
          <p:spPr>
            <a:xfrm>
              <a:off x="343830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pg287"/>
            <p:cNvSpPr/>
            <p:nvPr/>
          </p:nvSpPr>
          <p:spPr>
            <a:xfrm>
              <a:off x="351973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pg288"/>
            <p:cNvSpPr/>
            <p:nvPr/>
          </p:nvSpPr>
          <p:spPr>
            <a:xfrm>
              <a:off x="3601176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pg289"/>
            <p:cNvSpPr/>
            <p:nvPr/>
          </p:nvSpPr>
          <p:spPr>
            <a:xfrm>
              <a:off x="368261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pg290"/>
            <p:cNvSpPr/>
            <p:nvPr/>
          </p:nvSpPr>
          <p:spPr>
            <a:xfrm>
              <a:off x="376405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pg291"/>
            <p:cNvSpPr/>
            <p:nvPr/>
          </p:nvSpPr>
          <p:spPr>
            <a:xfrm>
              <a:off x="384548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pg292"/>
            <p:cNvSpPr/>
            <p:nvPr/>
          </p:nvSpPr>
          <p:spPr>
            <a:xfrm>
              <a:off x="392692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pg293"/>
            <p:cNvSpPr/>
            <p:nvPr/>
          </p:nvSpPr>
          <p:spPr>
            <a:xfrm>
              <a:off x="400836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pg294"/>
            <p:cNvSpPr/>
            <p:nvPr/>
          </p:nvSpPr>
          <p:spPr>
            <a:xfrm>
              <a:off x="425267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pg295"/>
            <p:cNvSpPr/>
            <p:nvPr/>
          </p:nvSpPr>
          <p:spPr>
            <a:xfrm>
              <a:off x="433411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pg296"/>
            <p:cNvSpPr/>
            <p:nvPr/>
          </p:nvSpPr>
          <p:spPr>
            <a:xfrm>
              <a:off x="441554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pg297"/>
            <p:cNvSpPr/>
            <p:nvPr/>
          </p:nvSpPr>
          <p:spPr>
            <a:xfrm>
              <a:off x="449698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pg298"/>
            <p:cNvSpPr/>
            <p:nvPr/>
          </p:nvSpPr>
          <p:spPr>
            <a:xfrm>
              <a:off x="457842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pg299"/>
            <p:cNvSpPr/>
            <p:nvPr/>
          </p:nvSpPr>
          <p:spPr>
            <a:xfrm>
              <a:off x="465985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pg300"/>
            <p:cNvSpPr/>
            <p:nvPr/>
          </p:nvSpPr>
          <p:spPr>
            <a:xfrm>
              <a:off x="270536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pg301"/>
            <p:cNvSpPr/>
            <p:nvPr/>
          </p:nvSpPr>
          <p:spPr>
            <a:xfrm>
              <a:off x="278680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pg302"/>
            <p:cNvSpPr/>
            <p:nvPr/>
          </p:nvSpPr>
          <p:spPr>
            <a:xfrm>
              <a:off x="286824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pg303"/>
            <p:cNvSpPr/>
            <p:nvPr/>
          </p:nvSpPr>
          <p:spPr>
            <a:xfrm>
              <a:off x="294967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pg304"/>
            <p:cNvSpPr/>
            <p:nvPr/>
          </p:nvSpPr>
          <p:spPr>
            <a:xfrm>
              <a:off x="3031116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pg305"/>
            <p:cNvSpPr/>
            <p:nvPr/>
          </p:nvSpPr>
          <p:spPr>
            <a:xfrm>
              <a:off x="3112553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pg306"/>
            <p:cNvSpPr/>
            <p:nvPr/>
          </p:nvSpPr>
          <p:spPr>
            <a:xfrm>
              <a:off x="319399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pg307"/>
            <p:cNvSpPr/>
            <p:nvPr/>
          </p:nvSpPr>
          <p:spPr>
            <a:xfrm>
              <a:off x="327542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pg308"/>
            <p:cNvSpPr/>
            <p:nvPr/>
          </p:nvSpPr>
          <p:spPr>
            <a:xfrm>
              <a:off x="335686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pg309"/>
            <p:cNvSpPr/>
            <p:nvPr/>
          </p:nvSpPr>
          <p:spPr>
            <a:xfrm>
              <a:off x="343830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pg310"/>
            <p:cNvSpPr/>
            <p:nvPr/>
          </p:nvSpPr>
          <p:spPr>
            <a:xfrm>
              <a:off x="351973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pg311"/>
            <p:cNvSpPr/>
            <p:nvPr/>
          </p:nvSpPr>
          <p:spPr>
            <a:xfrm>
              <a:off x="3601176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pg312"/>
            <p:cNvSpPr/>
            <p:nvPr/>
          </p:nvSpPr>
          <p:spPr>
            <a:xfrm>
              <a:off x="3682613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pg313"/>
            <p:cNvSpPr/>
            <p:nvPr/>
          </p:nvSpPr>
          <p:spPr>
            <a:xfrm>
              <a:off x="376405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pg314"/>
            <p:cNvSpPr/>
            <p:nvPr/>
          </p:nvSpPr>
          <p:spPr>
            <a:xfrm>
              <a:off x="384548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pg315"/>
            <p:cNvSpPr/>
            <p:nvPr/>
          </p:nvSpPr>
          <p:spPr>
            <a:xfrm>
              <a:off x="392692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pg316"/>
            <p:cNvSpPr/>
            <p:nvPr/>
          </p:nvSpPr>
          <p:spPr>
            <a:xfrm>
              <a:off x="400836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pg317"/>
            <p:cNvSpPr/>
            <p:nvPr/>
          </p:nvSpPr>
          <p:spPr>
            <a:xfrm>
              <a:off x="408979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pg318"/>
            <p:cNvSpPr/>
            <p:nvPr/>
          </p:nvSpPr>
          <p:spPr>
            <a:xfrm>
              <a:off x="433411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pg319"/>
            <p:cNvSpPr/>
            <p:nvPr/>
          </p:nvSpPr>
          <p:spPr>
            <a:xfrm>
              <a:off x="441554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pg320"/>
            <p:cNvSpPr/>
            <p:nvPr/>
          </p:nvSpPr>
          <p:spPr>
            <a:xfrm>
              <a:off x="449698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pg321"/>
            <p:cNvSpPr/>
            <p:nvPr/>
          </p:nvSpPr>
          <p:spPr>
            <a:xfrm>
              <a:off x="457842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pg322"/>
            <p:cNvSpPr/>
            <p:nvPr/>
          </p:nvSpPr>
          <p:spPr>
            <a:xfrm>
              <a:off x="465985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pg323"/>
            <p:cNvSpPr/>
            <p:nvPr/>
          </p:nvSpPr>
          <p:spPr>
            <a:xfrm>
              <a:off x="270536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pg324"/>
            <p:cNvSpPr/>
            <p:nvPr/>
          </p:nvSpPr>
          <p:spPr>
            <a:xfrm>
              <a:off x="278680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pg325"/>
            <p:cNvSpPr/>
            <p:nvPr/>
          </p:nvSpPr>
          <p:spPr>
            <a:xfrm>
              <a:off x="286824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pg326"/>
            <p:cNvSpPr/>
            <p:nvPr/>
          </p:nvSpPr>
          <p:spPr>
            <a:xfrm>
              <a:off x="294967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pg327"/>
            <p:cNvSpPr/>
            <p:nvPr/>
          </p:nvSpPr>
          <p:spPr>
            <a:xfrm>
              <a:off x="3031116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pg328"/>
            <p:cNvSpPr/>
            <p:nvPr/>
          </p:nvSpPr>
          <p:spPr>
            <a:xfrm>
              <a:off x="311255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pg329"/>
            <p:cNvSpPr/>
            <p:nvPr/>
          </p:nvSpPr>
          <p:spPr>
            <a:xfrm>
              <a:off x="319399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pg330"/>
            <p:cNvSpPr/>
            <p:nvPr/>
          </p:nvSpPr>
          <p:spPr>
            <a:xfrm>
              <a:off x="327542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pg331"/>
            <p:cNvSpPr/>
            <p:nvPr/>
          </p:nvSpPr>
          <p:spPr>
            <a:xfrm>
              <a:off x="335686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pg332"/>
            <p:cNvSpPr/>
            <p:nvPr/>
          </p:nvSpPr>
          <p:spPr>
            <a:xfrm>
              <a:off x="343830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pg333"/>
            <p:cNvSpPr/>
            <p:nvPr/>
          </p:nvSpPr>
          <p:spPr>
            <a:xfrm>
              <a:off x="351973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pg334"/>
            <p:cNvSpPr/>
            <p:nvPr/>
          </p:nvSpPr>
          <p:spPr>
            <a:xfrm>
              <a:off x="3601176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pg335"/>
            <p:cNvSpPr/>
            <p:nvPr/>
          </p:nvSpPr>
          <p:spPr>
            <a:xfrm>
              <a:off x="368261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pg336"/>
            <p:cNvSpPr/>
            <p:nvPr/>
          </p:nvSpPr>
          <p:spPr>
            <a:xfrm>
              <a:off x="376405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pg337"/>
            <p:cNvSpPr/>
            <p:nvPr/>
          </p:nvSpPr>
          <p:spPr>
            <a:xfrm>
              <a:off x="384548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pg338"/>
            <p:cNvSpPr/>
            <p:nvPr/>
          </p:nvSpPr>
          <p:spPr>
            <a:xfrm>
              <a:off x="392692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pg339"/>
            <p:cNvSpPr/>
            <p:nvPr/>
          </p:nvSpPr>
          <p:spPr>
            <a:xfrm>
              <a:off x="400836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pg340"/>
            <p:cNvSpPr/>
            <p:nvPr/>
          </p:nvSpPr>
          <p:spPr>
            <a:xfrm>
              <a:off x="408979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pg341"/>
            <p:cNvSpPr/>
            <p:nvPr/>
          </p:nvSpPr>
          <p:spPr>
            <a:xfrm>
              <a:off x="425267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pg342"/>
            <p:cNvSpPr/>
            <p:nvPr/>
          </p:nvSpPr>
          <p:spPr>
            <a:xfrm>
              <a:off x="433411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pg343"/>
            <p:cNvSpPr/>
            <p:nvPr/>
          </p:nvSpPr>
          <p:spPr>
            <a:xfrm>
              <a:off x="441554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pg344"/>
            <p:cNvSpPr/>
            <p:nvPr/>
          </p:nvSpPr>
          <p:spPr>
            <a:xfrm>
              <a:off x="449698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pg345"/>
            <p:cNvSpPr/>
            <p:nvPr/>
          </p:nvSpPr>
          <p:spPr>
            <a:xfrm>
              <a:off x="457842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pg346"/>
            <p:cNvSpPr/>
            <p:nvPr/>
          </p:nvSpPr>
          <p:spPr>
            <a:xfrm>
              <a:off x="465985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pg347"/>
            <p:cNvSpPr/>
            <p:nvPr/>
          </p:nvSpPr>
          <p:spPr>
            <a:xfrm>
              <a:off x="278680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pg348"/>
            <p:cNvSpPr/>
            <p:nvPr/>
          </p:nvSpPr>
          <p:spPr>
            <a:xfrm>
              <a:off x="286824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pg349"/>
            <p:cNvSpPr/>
            <p:nvPr/>
          </p:nvSpPr>
          <p:spPr>
            <a:xfrm>
              <a:off x="294967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pg350"/>
            <p:cNvSpPr/>
            <p:nvPr/>
          </p:nvSpPr>
          <p:spPr>
            <a:xfrm>
              <a:off x="303111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pg351"/>
            <p:cNvSpPr/>
            <p:nvPr/>
          </p:nvSpPr>
          <p:spPr>
            <a:xfrm>
              <a:off x="311255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pg352"/>
            <p:cNvSpPr/>
            <p:nvPr/>
          </p:nvSpPr>
          <p:spPr>
            <a:xfrm>
              <a:off x="319399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pg353"/>
            <p:cNvSpPr/>
            <p:nvPr/>
          </p:nvSpPr>
          <p:spPr>
            <a:xfrm>
              <a:off x="327542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pg354"/>
            <p:cNvSpPr/>
            <p:nvPr/>
          </p:nvSpPr>
          <p:spPr>
            <a:xfrm>
              <a:off x="335686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pg355"/>
            <p:cNvSpPr/>
            <p:nvPr/>
          </p:nvSpPr>
          <p:spPr>
            <a:xfrm>
              <a:off x="343830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pg356"/>
            <p:cNvSpPr/>
            <p:nvPr/>
          </p:nvSpPr>
          <p:spPr>
            <a:xfrm>
              <a:off x="351973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pg357"/>
            <p:cNvSpPr/>
            <p:nvPr/>
          </p:nvSpPr>
          <p:spPr>
            <a:xfrm>
              <a:off x="360117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pg358"/>
            <p:cNvSpPr/>
            <p:nvPr/>
          </p:nvSpPr>
          <p:spPr>
            <a:xfrm>
              <a:off x="368261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pg359"/>
            <p:cNvSpPr/>
            <p:nvPr/>
          </p:nvSpPr>
          <p:spPr>
            <a:xfrm>
              <a:off x="376405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pg360"/>
            <p:cNvSpPr/>
            <p:nvPr/>
          </p:nvSpPr>
          <p:spPr>
            <a:xfrm>
              <a:off x="384548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pg361"/>
            <p:cNvSpPr/>
            <p:nvPr/>
          </p:nvSpPr>
          <p:spPr>
            <a:xfrm>
              <a:off x="392692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pg362"/>
            <p:cNvSpPr/>
            <p:nvPr/>
          </p:nvSpPr>
          <p:spPr>
            <a:xfrm>
              <a:off x="400836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pg363"/>
            <p:cNvSpPr/>
            <p:nvPr/>
          </p:nvSpPr>
          <p:spPr>
            <a:xfrm>
              <a:off x="408979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pg364"/>
            <p:cNvSpPr/>
            <p:nvPr/>
          </p:nvSpPr>
          <p:spPr>
            <a:xfrm>
              <a:off x="417123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pg365"/>
            <p:cNvSpPr/>
            <p:nvPr/>
          </p:nvSpPr>
          <p:spPr>
            <a:xfrm>
              <a:off x="425267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pg366"/>
            <p:cNvSpPr/>
            <p:nvPr/>
          </p:nvSpPr>
          <p:spPr>
            <a:xfrm>
              <a:off x="433411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pg367"/>
            <p:cNvSpPr/>
            <p:nvPr/>
          </p:nvSpPr>
          <p:spPr>
            <a:xfrm>
              <a:off x="441554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pg368"/>
            <p:cNvSpPr/>
            <p:nvPr/>
          </p:nvSpPr>
          <p:spPr>
            <a:xfrm>
              <a:off x="449698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pg369"/>
            <p:cNvSpPr/>
            <p:nvPr/>
          </p:nvSpPr>
          <p:spPr>
            <a:xfrm>
              <a:off x="457842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pg370"/>
            <p:cNvSpPr/>
            <p:nvPr/>
          </p:nvSpPr>
          <p:spPr>
            <a:xfrm>
              <a:off x="465985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pg371"/>
            <p:cNvSpPr/>
            <p:nvPr/>
          </p:nvSpPr>
          <p:spPr>
            <a:xfrm>
              <a:off x="286824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pg372"/>
            <p:cNvSpPr/>
            <p:nvPr/>
          </p:nvSpPr>
          <p:spPr>
            <a:xfrm>
              <a:off x="294967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pg373"/>
            <p:cNvSpPr/>
            <p:nvPr/>
          </p:nvSpPr>
          <p:spPr>
            <a:xfrm>
              <a:off x="303111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pg374"/>
            <p:cNvSpPr/>
            <p:nvPr/>
          </p:nvSpPr>
          <p:spPr>
            <a:xfrm>
              <a:off x="311255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pg375"/>
            <p:cNvSpPr/>
            <p:nvPr/>
          </p:nvSpPr>
          <p:spPr>
            <a:xfrm>
              <a:off x="319399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pg376"/>
            <p:cNvSpPr/>
            <p:nvPr/>
          </p:nvSpPr>
          <p:spPr>
            <a:xfrm>
              <a:off x="327542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pg377"/>
            <p:cNvSpPr/>
            <p:nvPr/>
          </p:nvSpPr>
          <p:spPr>
            <a:xfrm>
              <a:off x="335686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pg378"/>
            <p:cNvSpPr/>
            <p:nvPr/>
          </p:nvSpPr>
          <p:spPr>
            <a:xfrm>
              <a:off x="343830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pg379"/>
            <p:cNvSpPr/>
            <p:nvPr/>
          </p:nvSpPr>
          <p:spPr>
            <a:xfrm>
              <a:off x="351973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pg380"/>
            <p:cNvSpPr/>
            <p:nvPr/>
          </p:nvSpPr>
          <p:spPr>
            <a:xfrm>
              <a:off x="360117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pg381"/>
            <p:cNvSpPr/>
            <p:nvPr/>
          </p:nvSpPr>
          <p:spPr>
            <a:xfrm>
              <a:off x="368261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pg382"/>
            <p:cNvSpPr/>
            <p:nvPr/>
          </p:nvSpPr>
          <p:spPr>
            <a:xfrm>
              <a:off x="376405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pg383"/>
            <p:cNvSpPr/>
            <p:nvPr/>
          </p:nvSpPr>
          <p:spPr>
            <a:xfrm>
              <a:off x="384548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pg384"/>
            <p:cNvSpPr/>
            <p:nvPr/>
          </p:nvSpPr>
          <p:spPr>
            <a:xfrm>
              <a:off x="392692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pg385"/>
            <p:cNvSpPr/>
            <p:nvPr/>
          </p:nvSpPr>
          <p:spPr>
            <a:xfrm>
              <a:off x="400836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pg386"/>
            <p:cNvSpPr/>
            <p:nvPr/>
          </p:nvSpPr>
          <p:spPr>
            <a:xfrm>
              <a:off x="408979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pg387"/>
            <p:cNvSpPr/>
            <p:nvPr/>
          </p:nvSpPr>
          <p:spPr>
            <a:xfrm>
              <a:off x="417123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pg388"/>
            <p:cNvSpPr/>
            <p:nvPr/>
          </p:nvSpPr>
          <p:spPr>
            <a:xfrm>
              <a:off x="425267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pg389"/>
            <p:cNvSpPr/>
            <p:nvPr/>
          </p:nvSpPr>
          <p:spPr>
            <a:xfrm>
              <a:off x="433411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pg390"/>
            <p:cNvSpPr/>
            <p:nvPr/>
          </p:nvSpPr>
          <p:spPr>
            <a:xfrm>
              <a:off x="441554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pg391"/>
            <p:cNvSpPr/>
            <p:nvPr/>
          </p:nvSpPr>
          <p:spPr>
            <a:xfrm>
              <a:off x="449698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pg392"/>
            <p:cNvSpPr/>
            <p:nvPr/>
          </p:nvSpPr>
          <p:spPr>
            <a:xfrm>
              <a:off x="457842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pg393"/>
            <p:cNvSpPr/>
            <p:nvPr/>
          </p:nvSpPr>
          <p:spPr>
            <a:xfrm>
              <a:off x="286824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pg394"/>
            <p:cNvSpPr/>
            <p:nvPr/>
          </p:nvSpPr>
          <p:spPr>
            <a:xfrm>
              <a:off x="294967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pg395"/>
            <p:cNvSpPr/>
            <p:nvPr/>
          </p:nvSpPr>
          <p:spPr>
            <a:xfrm>
              <a:off x="303111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pg396"/>
            <p:cNvSpPr/>
            <p:nvPr/>
          </p:nvSpPr>
          <p:spPr>
            <a:xfrm>
              <a:off x="311255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pg397"/>
            <p:cNvSpPr/>
            <p:nvPr/>
          </p:nvSpPr>
          <p:spPr>
            <a:xfrm>
              <a:off x="319399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pg398"/>
            <p:cNvSpPr/>
            <p:nvPr/>
          </p:nvSpPr>
          <p:spPr>
            <a:xfrm>
              <a:off x="327542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pg399"/>
            <p:cNvSpPr/>
            <p:nvPr/>
          </p:nvSpPr>
          <p:spPr>
            <a:xfrm>
              <a:off x="335686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pg400"/>
            <p:cNvSpPr/>
            <p:nvPr/>
          </p:nvSpPr>
          <p:spPr>
            <a:xfrm>
              <a:off x="343830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pg401"/>
            <p:cNvSpPr/>
            <p:nvPr/>
          </p:nvSpPr>
          <p:spPr>
            <a:xfrm>
              <a:off x="351973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pg402"/>
            <p:cNvSpPr/>
            <p:nvPr/>
          </p:nvSpPr>
          <p:spPr>
            <a:xfrm>
              <a:off x="360117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pg403"/>
            <p:cNvSpPr/>
            <p:nvPr/>
          </p:nvSpPr>
          <p:spPr>
            <a:xfrm>
              <a:off x="368261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pg404"/>
            <p:cNvSpPr/>
            <p:nvPr/>
          </p:nvSpPr>
          <p:spPr>
            <a:xfrm>
              <a:off x="376405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pg405"/>
            <p:cNvSpPr/>
            <p:nvPr/>
          </p:nvSpPr>
          <p:spPr>
            <a:xfrm>
              <a:off x="384548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pg406"/>
            <p:cNvSpPr/>
            <p:nvPr/>
          </p:nvSpPr>
          <p:spPr>
            <a:xfrm>
              <a:off x="392692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pg407"/>
            <p:cNvSpPr/>
            <p:nvPr/>
          </p:nvSpPr>
          <p:spPr>
            <a:xfrm>
              <a:off x="400836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pg408"/>
            <p:cNvSpPr/>
            <p:nvPr/>
          </p:nvSpPr>
          <p:spPr>
            <a:xfrm>
              <a:off x="408979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pg409"/>
            <p:cNvSpPr/>
            <p:nvPr/>
          </p:nvSpPr>
          <p:spPr>
            <a:xfrm>
              <a:off x="417123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pg410"/>
            <p:cNvSpPr/>
            <p:nvPr/>
          </p:nvSpPr>
          <p:spPr>
            <a:xfrm>
              <a:off x="425267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pg411"/>
            <p:cNvSpPr/>
            <p:nvPr/>
          </p:nvSpPr>
          <p:spPr>
            <a:xfrm>
              <a:off x="433411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pg412"/>
            <p:cNvSpPr/>
            <p:nvPr/>
          </p:nvSpPr>
          <p:spPr>
            <a:xfrm>
              <a:off x="441554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pg413"/>
            <p:cNvSpPr/>
            <p:nvPr/>
          </p:nvSpPr>
          <p:spPr>
            <a:xfrm>
              <a:off x="449698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pg414"/>
            <p:cNvSpPr/>
            <p:nvPr/>
          </p:nvSpPr>
          <p:spPr>
            <a:xfrm>
              <a:off x="303111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pg415"/>
            <p:cNvSpPr/>
            <p:nvPr/>
          </p:nvSpPr>
          <p:spPr>
            <a:xfrm>
              <a:off x="311255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pg416"/>
            <p:cNvSpPr/>
            <p:nvPr/>
          </p:nvSpPr>
          <p:spPr>
            <a:xfrm>
              <a:off x="319399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pg417"/>
            <p:cNvSpPr/>
            <p:nvPr/>
          </p:nvSpPr>
          <p:spPr>
            <a:xfrm>
              <a:off x="327542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pg418"/>
            <p:cNvSpPr/>
            <p:nvPr/>
          </p:nvSpPr>
          <p:spPr>
            <a:xfrm>
              <a:off x="3356864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pg419"/>
            <p:cNvSpPr/>
            <p:nvPr/>
          </p:nvSpPr>
          <p:spPr>
            <a:xfrm>
              <a:off x="3438301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pg420"/>
            <p:cNvSpPr/>
            <p:nvPr/>
          </p:nvSpPr>
          <p:spPr>
            <a:xfrm>
              <a:off x="3519738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pg421"/>
            <p:cNvSpPr/>
            <p:nvPr/>
          </p:nvSpPr>
          <p:spPr>
            <a:xfrm>
              <a:off x="360117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pg422"/>
            <p:cNvSpPr/>
            <p:nvPr/>
          </p:nvSpPr>
          <p:spPr>
            <a:xfrm>
              <a:off x="368261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pg423"/>
            <p:cNvSpPr/>
            <p:nvPr/>
          </p:nvSpPr>
          <p:spPr>
            <a:xfrm>
              <a:off x="376405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pg424"/>
            <p:cNvSpPr/>
            <p:nvPr/>
          </p:nvSpPr>
          <p:spPr>
            <a:xfrm>
              <a:off x="384548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pg425"/>
            <p:cNvSpPr/>
            <p:nvPr/>
          </p:nvSpPr>
          <p:spPr>
            <a:xfrm>
              <a:off x="3926924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pg426"/>
            <p:cNvSpPr/>
            <p:nvPr/>
          </p:nvSpPr>
          <p:spPr>
            <a:xfrm>
              <a:off x="4008361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pg427"/>
            <p:cNvSpPr/>
            <p:nvPr/>
          </p:nvSpPr>
          <p:spPr>
            <a:xfrm>
              <a:off x="4089798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pg428"/>
            <p:cNvSpPr/>
            <p:nvPr/>
          </p:nvSpPr>
          <p:spPr>
            <a:xfrm>
              <a:off x="417123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pg429"/>
            <p:cNvSpPr/>
            <p:nvPr/>
          </p:nvSpPr>
          <p:spPr>
            <a:xfrm>
              <a:off x="425267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pg430"/>
            <p:cNvSpPr/>
            <p:nvPr/>
          </p:nvSpPr>
          <p:spPr>
            <a:xfrm>
              <a:off x="433411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pg431"/>
            <p:cNvSpPr/>
            <p:nvPr/>
          </p:nvSpPr>
          <p:spPr>
            <a:xfrm>
              <a:off x="441554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pg432"/>
            <p:cNvSpPr/>
            <p:nvPr/>
          </p:nvSpPr>
          <p:spPr>
            <a:xfrm>
              <a:off x="311255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pg433"/>
            <p:cNvSpPr/>
            <p:nvPr/>
          </p:nvSpPr>
          <p:spPr>
            <a:xfrm>
              <a:off x="319399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pg434"/>
            <p:cNvSpPr/>
            <p:nvPr/>
          </p:nvSpPr>
          <p:spPr>
            <a:xfrm>
              <a:off x="3275427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pg435"/>
            <p:cNvSpPr/>
            <p:nvPr/>
          </p:nvSpPr>
          <p:spPr>
            <a:xfrm>
              <a:off x="3356864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pg436"/>
            <p:cNvSpPr/>
            <p:nvPr/>
          </p:nvSpPr>
          <p:spPr>
            <a:xfrm>
              <a:off x="3438301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pg437"/>
            <p:cNvSpPr/>
            <p:nvPr/>
          </p:nvSpPr>
          <p:spPr>
            <a:xfrm>
              <a:off x="3519738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pg438"/>
            <p:cNvSpPr/>
            <p:nvPr/>
          </p:nvSpPr>
          <p:spPr>
            <a:xfrm>
              <a:off x="3601176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pg439"/>
            <p:cNvSpPr/>
            <p:nvPr/>
          </p:nvSpPr>
          <p:spPr>
            <a:xfrm>
              <a:off x="368261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pg440"/>
            <p:cNvSpPr/>
            <p:nvPr/>
          </p:nvSpPr>
          <p:spPr>
            <a:xfrm>
              <a:off x="376405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pg441"/>
            <p:cNvSpPr/>
            <p:nvPr/>
          </p:nvSpPr>
          <p:spPr>
            <a:xfrm>
              <a:off x="3845487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pg442"/>
            <p:cNvSpPr/>
            <p:nvPr/>
          </p:nvSpPr>
          <p:spPr>
            <a:xfrm>
              <a:off x="3926924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pg443"/>
            <p:cNvSpPr/>
            <p:nvPr/>
          </p:nvSpPr>
          <p:spPr>
            <a:xfrm>
              <a:off x="4008361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pg444"/>
            <p:cNvSpPr/>
            <p:nvPr/>
          </p:nvSpPr>
          <p:spPr>
            <a:xfrm>
              <a:off x="4089798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pg445"/>
            <p:cNvSpPr/>
            <p:nvPr/>
          </p:nvSpPr>
          <p:spPr>
            <a:xfrm>
              <a:off x="4171236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pg446"/>
            <p:cNvSpPr/>
            <p:nvPr/>
          </p:nvSpPr>
          <p:spPr>
            <a:xfrm>
              <a:off x="425267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pg447"/>
            <p:cNvSpPr/>
            <p:nvPr/>
          </p:nvSpPr>
          <p:spPr>
            <a:xfrm>
              <a:off x="433411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pg448"/>
            <p:cNvSpPr/>
            <p:nvPr/>
          </p:nvSpPr>
          <p:spPr>
            <a:xfrm>
              <a:off x="319399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pg449"/>
            <p:cNvSpPr/>
            <p:nvPr/>
          </p:nvSpPr>
          <p:spPr>
            <a:xfrm>
              <a:off x="3275427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pg450"/>
            <p:cNvSpPr/>
            <p:nvPr/>
          </p:nvSpPr>
          <p:spPr>
            <a:xfrm>
              <a:off x="3356864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pg451"/>
            <p:cNvSpPr/>
            <p:nvPr/>
          </p:nvSpPr>
          <p:spPr>
            <a:xfrm>
              <a:off x="3438301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pg452"/>
            <p:cNvSpPr/>
            <p:nvPr/>
          </p:nvSpPr>
          <p:spPr>
            <a:xfrm>
              <a:off x="3519738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pg453"/>
            <p:cNvSpPr/>
            <p:nvPr/>
          </p:nvSpPr>
          <p:spPr>
            <a:xfrm>
              <a:off x="3601176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pg454"/>
            <p:cNvSpPr/>
            <p:nvPr/>
          </p:nvSpPr>
          <p:spPr>
            <a:xfrm>
              <a:off x="3682613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pg455"/>
            <p:cNvSpPr/>
            <p:nvPr/>
          </p:nvSpPr>
          <p:spPr>
            <a:xfrm>
              <a:off x="376405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pg456"/>
            <p:cNvSpPr/>
            <p:nvPr/>
          </p:nvSpPr>
          <p:spPr>
            <a:xfrm>
              <a:off x="3845487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pg457"/>
            <p:cNvSpPr/>
            <p:nvPr/>
          </p:nvSpPr>
          <p:spPr>
            <a:xfrm>
              <a:off x="3926924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pg458"/>
            <p:cNvSpPr/>
            <p:nvPr/>
          </p:nvSpPr>
          <p:spPr>
            <a:xfrm>
              <a:off x="4008361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pg459"/>
            <p:cNvSpPr/>
            <p:nvPr/>
          </p:nvSpPr>
          <p:spPr>
            <a:xfrm>
              <a:off x="4089798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pg460"/>
            <p:cNvSpPr/>
            <p:nvPr/>
          </p:nvSpPr>
          <p:spPr>
            <a:xfrm>
              <a:off x="4171236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pg461"/>
            <p:cNvSpPr/>
            <p:nvPr/>
          </p:nvSpPr>
          <p:spPr>
            <a:xfrm>
              <a:off x="4252673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pg462"/>
            <p:cNvSpPr/>
            <p:nvPr/>
          </p:nvSpPr>
          <p:spPr>
            <a:xfrm>
              <a:off x="433411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pg463"/>
            <p:cNvSpPr/>
            <p:nvPr/>
          </p:nvSpPr>
          <p:spPr>
            <a:xfrm>
              <a:off x="286824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pg464"/>
            <p:cNvSpPr/>
            <p:nvPr/>
          </p:nvSpPr>
          <p:spPr>
            <a:xfrm>
              <a:off x="294967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pg465"/>
            <p:cNvSpPr/>
            <p:nvPr/>
          </p:nvSpPr>
          <p:spPr>
            <a:xfrm>
              <a:off x="303111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pg466"/>
            <p:cNvSpPr/>
            <p:nvPr/>
          </p:nvSpPr>
          <p:spPr>
            <a:xfrm>
              <a:off x="311255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pg467"/>
            <p:cNvSpPr/>
            <p:nvPr/>
          </p:nvSpPr>
          <p:spPr>
            <a:xfrm>
              <a:off x="3193990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pg468"/>
            <p:cNvSpPr/>
            <p:nvPr/>
          </p:nvSpPr>
          <p:spPr>
            <a:xfrm>
              <a:off x="3275427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pg469"/>
            <p:cNvSpPr/>
            <p:nvPr/>
          </p:nvSpPr>
          <p:spPr>
            <a:xfrm>
              <a:off x="3356864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pg470"/>
            <p:cNvSpPr/>
            <p:nvPr/>
          </p:nvSpPr>
          <p:spPr>
            <a:xfrm>
              <a:off x="343830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pg471"/>
            <p:cNvSpPr/>
            <p:nvPr/>
          </p:nvSpPr>
          <p:spPr>
            <a:xfrm>
              <a:off x="351973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pg472"/>
            <p:cNvSpPr/>
            <p:nvPr/>
          </p:nvSpPr>
          <p:spPr>
            <a:xfrm>
              <a:off x="360117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pg473"/>
            <p:cNvSpPr/>
            <p:nvPr/>
          </p:nvSpPr>
          <p:spPr>
            <a:xfrm>
              <a:off x="368261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pg474"/>
            <p:cNvSpPr/>
            <p:nvPr/>
          </p:nvSpPr>
          <p:spPr>
            <a:xfrm>
              <a:off x="3764050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pg475"/>
            <p:cNvSpPr/>
            <p:nvPr/>
          </p:nvSpPr>
          <p:spPr>
            <a:xfrm>
              <a:off x="3845487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pg476"/>
            <p:cNvSpPr/>
            <p:nvPr/>
          </p:nvSpPr>
          <p:spPr>
            <a:xfrm>
              <a:off x="3926924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pg477"/>
            <p:cNvSpPr/>
            <p:nvPr/>
          </p:nvSpPr>
          <p:spPr>
            <a:xfrm>
              <a:off x="400836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pg478"/>
            <p:cNvSpPr/>
            <p:nvPr/>
          </p:nvSpPr>
          <p:spPr>
            <a:xfrm>
              <a:off x="408979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pg479"/>
            <p:cNvSpPr/>
            <p:nvPr/>
          </p:nvSpPr>
          <p:spPr>
            <a:xfrm>
              <a:off x="417123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pg480"/>
            <p:cNvSpPr/>
            <p:nvPr/>
          </p:nvSpPr>
          <p:spPr>
            <a:xfrm>
              <a:off x="425267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pg481"/>
            <p:cNvSpPr/>
            <p:nvPr/>
          </p:nvSpPr>
          <p:spPr>
            <a:xfrm>
              <a:off x="278680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pg482"/>
            <p:cNvSpPr/>
            <p:nvPr/>
          </p:nvSpPr>
          <p:spPr>
            <a:xfrm>
              <a:off x="286824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pg483"/>
            <p:cNvSpPr/>
            <p:nvPr/>
          </p:nvSpPr>
          <p:spPr>
            <a:xfrm>
              <a:off x="294967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pg484"/>
            <p:cNvSpPr/>
            <p:nvPr/>
          </p:nvSpPr>
          <p:spPr>
            <a:xfrm>
              <a:off x="303111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pg485"/>
            <p:cNvSpPr/>
            <p:nvPr/>
          </p:nvSpPr>
          <p:spPr>
            <a:xfrm>
              <a:off x="311255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pg486"/>
            <p:cNvSpPr/>
            <p:nvPr/>
          </p:nvSpPr>
          <p:spPr>
            <a:xfrm>
              <a:off x="3193990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pg487"/>
            <p:cNvSpPr/>
            <p:nvPr/>
          </p:nvSpPr>
          <p:spPr>
            <a:xfrm>
              <a:off x="3275427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pg488"/>
            <p:cNvSpPr/>
            <p:nvPr/>
          </p:nvSpPr>
          <p:spPr>
            <a:xfrm>
              <a:off x="335686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pg489"/>
            <p:cNvSpPr/>
            <p:nvPr/>
          </p:nvSpPr>
          <p:spPr>
            <a:xfrm>
              <a:off x="343830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pg490"/>
            <p:cNvSpPr/>
            <p:nvPr/>
          </p:nvSpPr>
          <p:spPr>
            <a:xfrm>
              <a:off x="351973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pg491"/>
            <p:cNvSpPr/>
            <p:nvPr/>
          </p:nvSpPr>
          <p:spPr>
            <a:xfrm>
              <a:off x="360117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pg492"/>
            <p:cNvSpPr/>
            <p:nvPr/>
          </p:nvSpPr>
          <p:spPr>
            <a:xfrm>
              <a:off x="368261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pg493"/>
            <p:cNvSpPr/>
            <p:nvPr/>
          </p:nvSpPr>
          <p:spPr>
            <a:xfrm>
              <a:off x="3764050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pg494"/>
            <p:cNvSpPr/>
            <p:nvPr/>
          </p:nvSpPr>
          <p:spPr>
            <a:xfrm>
              <a:off x="3845487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pg495"/>
            <p:cNvSpPr/>
            <p:nvPr/>
          </p:nvSpPr>
          <p:spPr>
            <a:xfrm>
              <a:off x="392692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pg496"/>
            <p:cNvSpPr/>
            <p:nvPr/>
          </p:nvSpPr>
          <p:spPr>
            <a:xfrm>
              <a:off x="400836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pg497"/>
            <p:cNvSpPr/>
            <p:nvPr/>
          </p:nvSpPr>
          <p:spPr>
            <a:xfrm>
              <a:off x="408979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pg498"/>
            <p:cNvSpPr/>
            <p:nvPr/>
          </p:nvSpPr>
          <p:spPr>
            <a:xfrm>
              <a:off x="417123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pg499"/>
            <p:cNvSpPr/>
            <p:nvPr/>
          </p:nvSpPr>
          <p:spPr>
            <a:xfrm>
              <a:off x="425267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pg500"/>
            <p:cNvSpPr/>
            <p:nvPr/>
          </p:nvSpPr>
          <p:spPr>
            <a:xfrm>
              <a:off x="278680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pg501"/>
            <p:cNvSpPr/>
            <p:nvPr/>
          </p:nvSpPr>
          <p:spPr>
            <a:xfrm>
              <a:off x="286824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pg502"/>
            <p:cNvSpPr/>
            <p:nvPr/>
          </p:nvSpPr>
          <p:spPr>
            <a:xfrm>
              <a:off x="294967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pg503"/>
            <p:cNvSpPr/>
            <p:nvPr/>
          </p:nvSpPr>
          <p:spPr>
            <a:xfrm>
              <a:off x="303111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pg504"/>
            <p:cNvSpPr/>
            <p:nvPr/>
          </p:nvSpPr>
          <p:spPr>
            <a:xfrm>
              <a:off x="3112553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pg505"/>
            <p:cNvSpPr/>
            <p:nvPr/>
          </p:nvSpPr>
          <p:spPr>
            <a:xfrm>
              <a:off x="3193990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pg506"/>
            <p:cNvSpPr/>
            <p:nvPr/>
          </p:nvSpPr>
          <p:spPr>
            <a:xfrm>
              <a:off x="3275427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pg507"/>
            <p:cNvSpPr/>
            <p:nvPr/>
          </p:nvSpPr>
          <p:spPr>
            <a:xfrm>
              <a:off x="335686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pg508"/>
            <p:cNvSpPr/>
            <p:nvPr/>
          </p:nvSpPr>
          <p:spPr>
            <a:xfrm>
              <a:off x="343830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pg509"/>
            <p:cNvSpPr/>
            <p:nvPr/>
          </p:nvSpPr>
          <p:spPr>
            <a:xfrm>
              <a:off x="351973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pg510"/>
            <p:cNvSpPr/>
            <p:nvPr/>
          </p:nvSpPr>
          <p:spPr>
            <a:xfrm>
              <a:off x="360117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pg511"/>
            <p:cNvSpPr/>
            <p:nvPr/>
          </p:nvSpPr>
          <p:spPr>
            <a:xfrm>
              <a:off x="3682613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pg512"/>
            <p:cNvSpPr/>
            <p:nvPr/>
          </p:nvSpPr>
          <p:spPr>
            <a:xfrm>
              <a:off x="3764050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pg513"/>
            <p:cNvSpPr/>
            <p:nvPr/>
          </p:nvSpPr>
          <p:spPr>
            <a:xfrm>
              <a:off x="3845487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pg514"/>
            <p:cNvSpPr/>
            <p:nvPr/>
          </p:nvSpPr>
          <p:spPr>
            <a:xfrm>
              <a:off x="392692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pg515"/>
            <p:cNvSpPr/>
            <p:nvPr/>
          </p:nvSpPr>
          <p:spPr>
            <a:xfrm>
              <a:off x="400836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pg516"/>
            <p:cNvSpPr/>
            <p:nvPr/>
          </p:nvSpPr>
          <p:spPr>
            <a:xfrm>
              <a:off x="408979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pg517"/>
            <p:cNvSpPr/>
            <p:nvPr/>
          </p:nvSpPr>
          <p:spPr>
            <a:xfrm>
              <a:off x="417123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pg518"/>
            <p:cNvSpPr/>
            <p:nvPr/>
          </p:nvSpPr>
          <p:spPr>
            <a:xfrm>
              <a:off x="278680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pg519"/>
            <p:cNvSpPr/>
            <p:nvPr/>
          </p:nvSpPr>
          <p:spPr>
            <a:xfrm>
              <a:off x="286824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pg520"/>
            <p:cNvSpPr/>
            <p:nvPr/>
          </p:nvSpPr>
          <p:spPr>
            <a:xfrm>
              <a:off x="294967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pg521"/>
            <p:cNvSpPr/>
            <p:nvPr/>
          </p:nvSpPr>
          <p:spPr>
            <a:xfrm>
              <a:off x="3031116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pg522"/>
            <p:cNvSpPr/>
            <p:nvPr/>
          </p:nvSpPr>
          <p:spPr>
            <a:xfrm>
              <a:off x="3112553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pg523"/>
            <p:cNvSpPr/>
            <p:nvPr/>
          </p:nvSpPr>
          <p:spPr>
            <a:xfrm>
              <a:off x="3193990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pg524"/>
            <p:cNvSpPr/>
            <p:nvPr/>
          </p:nvSpPr>
          <p:spPr>
            <a:xfrm>
              <a:off x="3275427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pg525"/>
            <p:cNvSpPr/>
            <p:nvPr/>
          </p:nvSpPr>
          <p:spPr>
            <a:xfrm>
              <a:off x="335686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pg526"/>
            <p:cNvSpPr/>
            <p:nvPr/>
          </p:nvSpPr>
          <p:spPr>
            <a:xfrm>
              <a:off x="343830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pg527"/>
            <p:cNvSpPr/>
            <p:nvPr/>
          </p:nvSpPr>
          <p:spPr>
            <a:xfrm>
              <a:off x="351973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pg528"/>
            <p:cNvSpPr/>
            <p:nvPr/>
          </p:nvSpPr>
          <p:spPr>
            <a:xfrm>
              <a:off x="3601176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pg529"/>
            <p:cNvSpPr/>
            <p:nvPr/>
          </p:nvSpPr>
          <p:spPr>
            <a:xfrm>
              <a:off x="3682613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pg530"/>
            <p:cNvSpPr/>
            <p:nvPr/>
          </p:nvSpPr>
          <p:spPr>
            <a:xfrm>
              <a:off x="3764050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pg531"/>
            <p:cNvSpPr/>
            <p:nvPr/>
          </p:nvSpPr>
          <p:spPr>
            <a:xfrm>
              <a:off x="3845487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pg532"/>
            <p:cNvSpPr/>
            <p:nvPr/>
          </p:nvSpPr>
          <p:spPr>
            <a:xfrm>
              <a:off x="392692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pg533"/>
            <p:cNvSpPr/>
            <p:nvPr/>
          </p:nvSpPr>
          <p:spPr>
            <a:xfrm>
              <a:off x="400836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pg534"/>
            <p:cNvSpPr/>
            <p:nvPr/>
          </p:nvSpPr>
          <p:spPr>
            <a:xfrm>
              <a:off x="408979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pg535"/>
            <p:cNvSpPr/>
            <p:nvPr/>
          </p:nvSpPr>
          <p:spPr>
            <a:xfrm>
              <a:off x="286824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pg536"/>
            <p:cNvSpPr/>
            <p:nvPr/>
          </p:nvSpPr>
          <p:spPr>
            <a:xfrm>
              <a:off x="2949678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pg537"/>
            <p:cNvSpPr/>
            <p:nvPr/>
          </p:nvSpPr>
          <p:spPr>
            <a:xfrm>
              <a:off x="3031116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pg538"/>
            <p:cNvSpPr/>
            <p:nvPr/>
          </p:nvSpPr>
          <p:spPr>
            <a:xfrm>
              <a:off x="3112553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pg539"/>
            <p:cNvSpPr/>
            <p:nvPr/>
          </p:nvSpPr>
          <p:spPr>
            <a:xfrm>
              <a:off x="3193990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pg540"/>
            <p:cNvSpPr/>
            <p:nvPr/>
          </p:nvSpPr>
          <p:spPr>
            <a:xfrm>
              <a:off x="3275427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pg541"/>
            <p:cNvSpPr/>
            <p:nvPr/>
          </p:nvSpPr>
          <p:spPr>
            <a:xfrm>
              <a:off x="3356864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pg542"/>
            <p:cNvSpPr/>
            <p:nvPr/>
          </p:nvSpPr>
          <p:spPr>
            <a:xfrm>
              <a:off x="343830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pg543"/>
            <p:cNvSpPr/>
            <p:nvPr/>
          </p:nvSpPr>
          <p:spPr>
            <a:xfrm>
              <a:off x="3519738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pg544"/>
            <p:cNvSpPr/>
            <p:nvPr/>
          </p:nvSpPr>
          <p:spPr>
            <a:xfrm>
              <a:off x="3601176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pg545"/>
            <p:cNvSpPr/>
            <p:nvPr/>
          </p:nvSpPr>
          <p:spPr>
            <a:xfrm>
              <a:off x="3682613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pg546"/>
            <p:cNvSpPr/>
            <p:nvPr/>
          </p:nvSpPr>
          <p:spPr>
            <a:xfrm>
              <a:off x="3764050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pg547"/>
            <p:cNvSpPr/>
            <p:nvPr/>
          </p:nvSpPr>
          <p:spPr>
            <a:xfrm>
              <a:off x="3845487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pg548"/>
            <p:cNvSpPr/>
            <p:nvPr/>
          </p:nvSpPr>
          <p:spPr>
            <a:xfrm>
              <a:off x="3926924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pg549"/>
            <p:cNvSpPr/>
            <p:nvPr/>
          </p:nvSpPr>
          <p:spPr>
            <a:xfrm>
              <a:off x="400836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pg550"/>
            <p:cNvSpPr/>
            <p:nvPr/>
          </p:nvSpPr>
          <p:spPr>
            <a:xfrm>
              <a:off x="3112553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pg551"/>
            <p:cNvSpPr/>
            <p:nvPr/>
          </p:nvSpPr>
          <p:spPr>
            <a:xfrm>
              <a:off x="3193990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pg552"/>
            <p:cNvSpPr/>
            <p:nvPr/>
          </p:nvSpPr>
          <p:spPr>
            <a:xfrm>
              <a:off x="3275427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pg553"/>
            <p:cNvSpPr/>
            <p:nvPr/>
          </p:nvSpPr>
          <p:spPr>
            <a:xfrm>
              <a:off x="3356864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pg554"/>
            <p:cNvSpPr/>
            <p:nvPr/>
          </p:nvSpPr>
          <p:spPr>
            <a:xfrm>
              <a:off x="3438301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pg555"/>
            <p:cNvSpPr/>
            <p:nvPr/>
          </p:nvSpPr>
          <p:spPr>
            <a:xfrm>
              <a:off x="3519738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pg556"/>
            <p:cNvSpPr/>
            <p:nvPr/>
          </p:nvSpPr>
          <p:spPr>
            <a:xfrm>
              <a:off x="3601176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pg557"/>
            <p:cNvSpPr/>
            <p:nvPr/>
          </p:nvSpPr>
          <p:spPr>
            <a:xfrm>
              <a:off x="3682613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pg558"/>
            <p:cNvSpPr/>
            <p:nvPr/>
          </p:nvSpPr>
          <p:spPr>
            <a:xfrm>
              <a:off x="3764050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pg559"/>
            <p:cNvSpPr/>
            <p:nvPr/>
          </p:nvSpPr>
          <p:spPr>
            <a:xfrm>
              <a:off x="3845487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pg560"/>
            <p:cNvSpPr/>
            <p:nvPr/>
          </p:nvSpPr>
          <p:spPr>
            <a:xfrm>
              <a:off x="3926924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pg561"/>
            <p:cNvSpPr/>
            <p:nvPr/>
          </p:nvSpPr>
          <p:spPr>
            <a:xfrm>
              <a:off x="4008361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pg562"/>
            <p:cNvSpPr/>
            <p:nvPr/>
          </p:nvSpPr>
          <p:spPr>
            <a:xfrm>
              <a:off x="3275427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pg563"/>
            <p:cNvSpPr/>
            <p:nvPr/>
          </p:nvSpPr>
          <p:spPr>
            <a:xfrm>
              <a:off x="3356864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pg564"/>
            <p:cNvSpPr/>
            <p:nvPr/>
          </p:nvSpPr>
          <p:spPr>
            <a:xfrm>
              <a:off x="3438301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pg565"/>
            <p:cNvSpPr/>
            <p:nvPr/>
          </p:nvSpPr>
          <p:spPr>
            <a:xfrm>
              <a:off x="3519738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pg566"/>
            <p:cNvSpPr/>
            <p:nvPr/>
          </p:nvSpPr>
          <p:spPr>
            <a:xfrm>
              <a:off x="3601176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pg567"/>
            <p:cNvSpPr/>
            <p:nvPr/>
          </p:nvSpPr>
          <p:spPr>
            <a:xfrm>
              <a:off x="3682613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pg568"/>
            <p:cNvSpPr/>
            <p:nvPr/>
          </p:nvSpPr>
          <p:spPr>
            <a:xfrm>
              <a:off x="3764050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pg569"/>
            <p:cNvSpPr/>
            <p:nvPr/>
          </p:nvSpPr>
          <p:spPr>
            <a:xfrm>
              <a:off x="3845487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pg570"/>
            <p:cNvSpPr/>
            <p:nvPr/>
          </p:nvSpPr>
          <p:spPr>
            <a:xfrm>
              <a:off x="3926924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pg571"/>
            <p:cNvSpPr/>
            <p:nvPr/>
          </p:nvSpPr>
          <p:spPr>
            <a:xfrm>
              <a:off x="4008361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pg572"/>
            <p:cNvSpPr/>
            <p:nvPr/>
          </p:nvSpPr>
          <p:spPr>
            <a:xfrm>
              <a:off x="3356864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pg573"/>
            <p:cNvSpPr/>
            <p:nvPr/>
          </p:nvSpPr>
          <p:spPr>
            <a:xfrm>
              <a:off x="3438301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pg574"/>
            <p:cNvSpPr/>
            <p:nvPr/>
          </p:nvSpPr>
          <p:spPr>
            <a:xfrm>
              <a:off x="3519738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pg575"/>
            <p:cNvSpPr/>
            <p:nvPr/>
          </p:nvSpPr>
          <p:spPr>
            <a:xfrm>
              <a:off x="3601176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pg576"/>
            <p:cNvSpPr/>
            <p:nvPr/>
          </p:nvSpPr>
          <p:spPr>
            <a:xfrm>
              <a:off x="3682613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pg577"/>
            <p:cNvSpPr/>
            <p:nvPr/>
          </p:nvSpPr>
          <p:spPr>
            <a:xfrm>
              <a:off x="3764050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pg578"/>
            <p:cNvSpPr/>
            <p:nvPr/>
          </p:nvSpPr>
          <p:spPr>
            <a:xfrm>
              <a:off x="3845487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pg579"/>
            <p:cNvSpPr/>
            <p:nvPr/>
          </p:nvSpPr>
          <p:spPr>
            <a:xfrm>
              <a:off x="3926924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pg580"/>
            <p:cNvSpPr/>
            <p:nvPr/>
          </p:nvSpPr>
          <p:spPr>
            <a:xfrm>
              <a:off x="4008361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pg581"/>
            <p:cNvSpPr/>
            <p:nvPr/>
          </p:nvSpPr>
          <p:spPr>
            <a:xfrm>
              <a:off x="3438301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pg582"/>
            <p:cNvSpPr/>
            <p:nvPr/>
          </p:nvSpPr>
          <p:spPr>
            <a:xfrm>
              <a:off x="3519738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pg583"/>
            <p:cNvSpPr/>
            <p:nvPr/>
          </p:nvSpPr>
          <p:spPr>
            <a:xfrm>
              <a:off x="3601176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pg584"/>
            <p:cNvSpPr/>
            <p:nvPr/>
          </p:nvSpPr>
          <p:spPr>
            <a:xfrm>
              <a:off x="3682613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pg585"/>
            <p:cNvSpPr/>
            <p:nvPr/>
          </p:nvSpPr>
          <p:spPr>
            <a:xfrm>
              <a:off x="3764050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pg586"/>
            <p:cNvSpPr/>
            <p:nvPr/>
          </p:nvSpPr>
          <p:spPr>
            <a:xfrm>
              <a:off x="3845487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pg587"/>
            <p:cNvSpPr/>
            <p:nvPr/>
          </p:nvSpPr>
          <p:spPr>
            <a:xfrm>
              <a:off x="3926924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pg588"/>
            <p:cNvSpPr/>
            <p:nvPr/>
          </p:nvSpPr>
          <p:spPr>
            <a:xfrm>
              <a:off x="4008361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pg589"/>
            <p:cNvSpPr/>
            <p:nvPr/>
          </p:nvSpPr>
          <p:spPr>
            <a:xfrm>
              <a:off x="4089798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pg590"/>
            <p:cNvSpPr/>
            <p:nvPr/>
          </p:nvSpPr>
          <p:spPr>
            <a:xfrm>
              <a:off x="3682613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pg591"/>
            <p:cNvSpPr/>
            <p:nvPr/>
          </p:nvSpPr>
          <p:spPr>
            <a:xfrm>
              <a:off x="3764050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pg592"/>
            <p:cNvSpPr/>
            <p:nvPr/>
          </p:nvSpPr>
          <p:spPr>
            <a:xfrm>
              <a:off x="3845487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pg593"/>
            <p:cNvSpPr/>
            <p:nvPr/>
          </p:nvSpPr>
          <p:spPr>
            <a:xfrm>
              <a:off x="3926924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pg594"/>
            <p:cNvSpPr/>
            <p:nvPr/>
          </p:nvSpPr>
          <p:spPr>
            <a:xfrm>
              <a:off x="4008361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pg595"/>
            <p:cNvSpPr/>
            <p:nvPr/>
          </p:nvSpPr>
          <p:spPr>
            <a:xfrm>
              <a:off x="4089798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pg596"/>
            <p:cNvSpPr/>
            <p:nvPr/>
          </p:nvSpPr>
          <p:spPr>
            <a:xfrm>
              <a:off x="3275427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pg597"/>
            <p:cNvSpPr/>
            <p:nvPr/>
          </p:nvSpPr>
          <p:spPr>
            <a:xfrm>
              <a:off x="3601176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pg598"/>
            <p:cNvSpPr/>
            <p:nvPr/>
          </p:nvSpPr>
          <p:spPr>
            <a:xfrm>
              <a:off x="3682613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pg599"/>
            <p:cNvSpPr/>
            <p:nvPr/>
          </p:nvSpPr>
          <p:spPr>
            <a:xfrm>
              <a:off x="3764050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pg600"/>
            <p:cNvSpPr/>
            <p:nvPr/>
          </p:nvSpPr>
          <p:spPr>
            <a:xfrm>
              <a:off x="3845487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pg601"/>
            <p:cNvSpPr/>
            <p:nvPr/>
          </p:nvSpPr>
          <p:spPr>
            <a:xfrm>
              <a:off x="3926924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pg602"/>
            <p:cNvSpPr/>
            <p:nvPr/>
          </p:nvSpPr>
          <p:spPr>
            <a:xfrm>
              <a:off x="4008361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pg603"/>
            <p:cNvSpPr/>
            <p:nvPr/>
          </p:nvSpPr>
          <p:spPr>
            <a:xfrm>
              <a:off x="4089798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pg604"/>
            <p:cNvSpPr/>
            <p:nvPr/>
          </p:nvSpPr>
          <p:spPr>
            <a:xfrm>
              <a:off x="3193990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pg605"/>
            <p:cNvSpPr/>
            <p:nvPr/>
          </p:nvSpPr>
          <p:spPr>
            <a:xfrm>
              <a:off x="3275427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pg606"/>
            <p:cNvSpPr/>
            <p:nvPr/>
          </p:nvSpPr>
          <p:spPr>
            <a:xfrm>
              <a:off x="3356864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pg607"/>
            <p:cNvSpPr/>
            <p:nvPr/>
          </p:nvSpPr>
          <p:spPr>
            <a:xfrm>
              <a:off x="3438301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4AA">
                <a:alpha val="100000"/>
              </a:srgbClr>
            </a:solidFill>
            <a:ln w="5420" cap="flat">
              <a:solidFill>
                <a:srgbClr val="42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pg608"/>
            <p:cNvSpPr/>
            <p:nvPr/>
          </p:nvSpPr>
          <p:spPr>
            <a:xfrm>
              <a:off x="3519738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pg609"/>
            <p:cNvSpPr/>
            <p:nvPr/>
          </p:nvSpPr>
          <p:spPr>
            <a:xfrm>
              <a:off x="3601176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pg610"/>
            <p:cNvSpPr/>
            <p:nvPr/>
          </p:nvSpPr>
          <p:spPr>
            <a:xfrm>
              <a:off x="3682613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pg611"/>
            <p:cNvSpPr/>
            <p:nvPr/>
          </p:nvSpPr>
          <p:spPr>
            <a:xfrm>
              <a:off x="3764050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pg612"/>
            <p:cNvSpPr/>
            <p:nvPr/>
          </p:nvSpPr>
          <p:spPr>
            <a:xfrm>
              <a:off x="3845487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pg613"/>
            <p:cNvSpPr/>
            <p:nvPr/>
          </p:nvSpPr>
          <p:spPr>
            <a:xfrm>
              <a:off x="3926924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pg614"/>
            <p:cNvSpPr/>
            <p:nvPr/>
          </p:nvSpPr>
          <p:spPr>
            <a:xfrm>
              <a:off x="4008361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pg615"/>
            <p:cNvSpPr/>
            <p:nvPr/>
          </p:nvSpPr>
          <p:spPr>
            <a:xfrm>
              <a:off x="4089798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pg616"/>
            <p:cNvSpPr/>
            <p:nvPr/>
          </p:nvSpPr>
          <p:spPr>
            <a:xfrm>
              <a:off x="3112553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pg617"/>
            <p:cNvSpPr/>
            <p:nvPr/>
          </p:nvSpPr>
          <p:spPr>
            <a:xfrm>
              <a:off x="3193990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pg618"/>
            <p:cNvSpPr/>
            <p:nvPr/>
          </p:nvSpPr>
          <p:spPr>
            <a:xfrm>
              <a:off x="3275427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pg619"/>
            <p:cNvSpPr/>
            <p:nvPr/>
          </p:nvSpPr>
          <p:spPr>
            <a:xfrm>
              <a:off x="3356864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pg620"/>
            <p:cNvSpPr/>
            <p:nvPr/>
          </p:nvSpPr>
          <p:spPr>
            <a:xfrm>
              <a:off x="3438301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pg621"/>
            <p:cNvSpPr/>
            <p:nvPr/>
          </p:nvSpPr>
          <p:spPr>
            <a:xfrm>
              <a:off x="3519738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pg622"/>
            <p:cNvSpPr/>
            <p:nvPr/>
          </p:nvSpPr>
          <p:spPr>
            <a:xfrm>
              <a:off x="3601176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pg623"/>
            <p:cNvSpPr/>
            <p:nvPr/>
          </p:nvSpPr>
          <p:spPr>
            <a:xfrm>
              <a:off x="3682613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pg624"/>
            <p:cNvSpPr/>
            <p:nvPr/>
          </p:nvSpPr>
          <p:spPr>
            <a:xfrm>
              <a:off x="3764050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pg625"/>
            <p:cNvSpPr/>
            <p:nvPr/>
          </p:nvSpPr>
          <p:spPr>
            <a:xfrm>
              <a:off x="3845487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pg626"/>
            <p:cNvSpPr/>
            <p:nvPr/>
          </p:nvSpPr>
          <p:spPr>
            <a:xfrm>
              <a:off x="3926924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pg627"/>
            <p:cNvSpPr/>
            <p:nvPr/>
          </p:nvSpPr>
          <p:spPr>
            <a:xfrm>
              <a:off x="4008361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pg628"/>
            <p:cNvSpPr/>
            <p:nvPr/>
          </p:nvSpPr>
          <p:spPr>
            <a:xfrm>
              <a:off x="4089798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pg629"/>
            <p:cNvSpPr/>
            <p:nvPr/>
          </p:nvSpPr>
          <p:spPr>
            <a:xfrm>
              <a:off x="4171236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pg630"/>
            <p:cNvSpPr/>
            <p:nvPr/>
          </p:nvSpPr>
          <p:spPr>
            <a:xfrm>
              <a:off x="311255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pg631"/>
            <p:cNvSpPr/>
            <p:nvPr/>
          </p:nvSpPr>
          <p:spPr>
            <a:xfrm>
              <a:off x="3193990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pg632"/>
            <p:cNvSpPr/>
            <p:nvPr/>
          </p:nvSpPr>
          <p:spPr>
            <a:xfrm>
              <a:off x="3275427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pg633"/>
            <p:cNvSpPr/>
            <p:nvPr/>
          </p:nvSpPr>
          <p:spPr>
            <a:xfrm>
              <a:off x="3356864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pg634"/>
            <p:cNvSpPr/>
            <p:nvPr/>
          </p:nvSpPr>
          <p:spPr>
            <a:xfrm>
              <a:off x="3438301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pg635"/>
            <p:cNvSpPr/>
            <p:nvPr/>
          </p:nvSpPr>
          <p:spPr>
            <a:xfrm>
              <a:off x="3519738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pg636"/>
            <p:cNvSpPr/>
            <p:nvPr/>
          </p:nvSpPr>
          <p:spPr>
            <a:xfrm>
              <a:off x="3601176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pg637"/>
            <p:cNvSpPr/>
            <p:nvPr/>
          </p:nvSpPr>
          <p:spPr>
            <a:xfrm>
              <a:off x="368261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pg638"/>
            <p:cNvSpPr/>
            <p:nvPr/>
          </p:nvSpPr>
          <p:spPr>
            <a:xfrm>
              <a:off x="3764050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pg639"/>
            <p:cNvSpPr/>
            <p:nvPr/>
          </p:nvSpPr>
          <p:spPr>
            <a:xfrm>
              <a:off x="3845487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pg640"/>
            <p:cNvSpPr/>
            <p:nvPr/>
          </p:nvSpPr>
          <p:spPr>
            <a:xfrm>
              <a:off x="3926924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pg641"/>
            <p:cNvSpPr/>
            <p:nvPr/>
          </p:nvSpPr>
          <p:spPr>
            <a:xfrm>
              <a:off x="4008361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pg642"/>
            <p:cNvSpPr/>
            <p:nvPr/>
          </p:nvSpPr>
          <p:spPr>
            <a:xfrm>
              <a:off x="4089798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pg643"/>
            <p:cNvSpPr/>
            <p:nvPr/>
          </p:nvSpPr>
          <p:spPr>
            <a:xfrm>
              <a:off x="4171236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pg644"/>
            <p:cNvSpPr/>
            <p:nvPr/>
          </p:nvSpPr>
          <p:spPr>
            <a:xfrm>
              <a:off x="425267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pg645"/>
            <p:cNvSpPr/>
            <p:nvPr/>
          </p:nvSpPr>
          <p:spPr>
            <a:xfrm>
              <a:off x="3112553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pg646"/>
            <p:cNvSpPr/>
            <p:nvPr/>
          </p:nvSpPr>
          <p:spPr>
            <a:xfrm>
              <a:off x="3193990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pg647"/>
            <p:cNvSpPr/>
            <p:nvPr/>
          </p:nvSpPr>
          <p:spPr>
            <a:xfrm>
              <a:off x="3275427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pg648"/>
            <p:cNvSpPr/>
            <p:nvPr/>
          </p:nvSpPr>
          <p:spPr>
            <a:xfrm>
              <a:off x="3356864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pg649"/>
            <p:cNvSpPr/>
            <p:nvPr/>
          </p:nvSpPr>
          <p:spPr>
            <a:xfrm>
              <a:off x="3438301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pg650"/>
            <p:cNvSpPr/>
            <p:nvPr/>
          </p:nvSpPr>
          <p:spPr>
            <a:xfrm>
              <a:off x="3519738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pg651"/>
            <p:cNvSpPr/>
            <p:nvPr/>
          </p:nvSpPr>
          <p:spPr>
            <a:xfrm>
              <a:off x="3601176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pg652"/>
            <p:cNvSpPr/>
            <p:nvPr/>
          </p:nvSpPr>
          <p:spPr>
            <a:xfrm>
              <a:off x="3682613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pg653"/>
            <p:cNvSpPr/>
            <p:nvPr/>
          </p:nvSpPr>
          <p:spPr>
            <a:xfrm>
              <a:off x="3764050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pg654"/>
            <p:cNvSpPr/>
            <p:nvPr/>
          </p:nvSpPr>
          <p:spPr>
            <a:xfrm>
              <a:off x="3845487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pg655"/>
            <p:cNvSpPr/>
            <p:nvPr/>
          </p:nvSpPr>
          <p:spPr>
            <a:xfrm>
              <a:off x="3926924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pg656"/>
            <p:cNvSpPr/>
            <p:nvPr/>
          </p:nvSpPr>
          <p:spPr>
            <a:xfrm>
              <a:off x="4008361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pg657"/>
            <p:cNvSpPr/>
            <p:nvPr/>
          </p:nvSpPr>
          <p:spPr>
            <a:xfrm>
              <a:off x="4089798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pg658"/>
            <p:cNvSpPr/>
            <p:nvPr/>
          </p:nvSpPr>
          <p:spPr>
            <a:xfrm>
              <a:off x="4171236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pg659"/>
            <p:cNvSpPr/>
            <p:nvPr/>
          </p:nvSpPr>
          <p:spPr>
            <a:xfrm>
              <a:off x="4252673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pg660"/>
            <p:cNvSpPr/>
            <p:nvPr/>
          </p:nvSpPr>
          <p:spPr>
            <a:xfrm>
              <a:off x="5284534" y="1853932"/>
              <a:ext cx="27605" cy="141906"/>
            </a:xfrm>
            <a:custGeom>
              <a:avLst/>
              <a:gdLst/>
              <a:ahLst/>
              <a:cxnLst/>
              <a:rect l="0" t="0" r="0" b="0"/>
              <a:pathLst>
                <a:path w="27605" h="141906">
                  <a:moveTo>
                    <a:pt x="25965" y="15142"/>
                  </a:moveTo>
                  <a:lnTo>
                    <a:pt x="3001" y="141906"/>
                  </a:lnTo>
                  <a:lnTo>
                    <a:pt x="0" y="103414"/>
                  </a:lnTo>
                  <a:lnTo>
                    <a:pt x="9634" y="0"/>
                  </a:lnTo>
                  <a:lnTo>
                    <a:pt x="2760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pg661"/>
            <p:cNvSpPr/>
            <p:nvPr/>
          </p:nvSpPr>
          <p:spPr>
            <a:xfrm>
              <a:off x="4217860" y="1853932"/>
              <a:ext cx="1042192" cy="937770"/>
            </a:xfrm>
            <a:custGeom>
              <a:avLst/>
              <a:gdLst/>
              <a:ahLst/>
              <a:cxnLst/>
              <a:rect l="0" t="0" r="0" b="0"/>
              <a:pathLst>
                <a:path w="1042192" h="937770">
                  <a:moveTo>
                    <a:pt x="1041757" y="966"/>
                  </a:moveTo>
                  <a:lnTo>
                    <a:pt x="998433" y="199714"/>
                  </a:lnTo>
                  <a:lnTo>
                    <a:pt x="938872" y="305648"/>
                  </a:lnTo>
                  <a:lnTo>
                    <a:pt x="884012" y="378917"/>
                  </a:lnTo>
                  <a:lnTo>
                    <a:pt x="827417" y="366805"/>
                  </a:lnTo>
                  <a:lnTo>
                    <a:pt x="840146" y="425026"/>
                  </a:lnTo>
                  <a:lnTo>
                    <a:pt x="824596" y="455352"/>
                  </a:lnTo>
                  <a:lnTo>
                    <a:pt x="811288" y="518619"/>
                  </a:lnTo>
                  <a:lnTo>
                    <a:pt x="777548" y="560552"/>
                  </a:lnTo>
                  <a:lnTo>
                    <a:pt x="745832" y="556515"/>
                  </a:lnTo>
                  <a:lnTo>
                    <a:pt x="700266" y="585419"/>
                  </a:lnTo>
                  <a:lnTo>
                    <a:pt x="682293" y="607532"/>
                  </a:lnTo>
                  <a:lnTo>
                    <a:pt x="680955" y="649879"/>
                  </a:lnTo>
                  <a:lnTo>
                    <a:pt x="650470" y="687132"/>
                  </a:lnTo>
                  <a:lnTo>
                    <a:pt x="540461" y="880650"/>
                  </a:lnTo>
                  <a:lnTo>
                    <a:pt x="444953" y="937770"/>
                  </a:lnTo>
                  <a:lnTo>
                    <a:pt x="422098" y="929465"/>
                  </a:lnTo>
                  <a:lnTo>
                    <a:pt x="447268" y="838120"/>
                  </a:lnTo>
                  <a:lnTo>
                    <a:pt x="464518" y="745766"/>
                  </a:lnTo>
                  <a:lnTo>
                    <a:pt x="406548" y="705576"/>
                  </a:lnTo>
                  <a:lnTo>
                    <a:pt x="351073" y="684334"/>
                  </a:lnTo>
                  <a:lnTo>
                    <a:pt x="287426" y="687132"/>
                  </a:lnTo>
                  <a:lnTo>
                    <a:pt x="217124" y="615332"/>
                  </a:lnTo>
                  <a:lnTo>
                    <a:pt x="126499" y="563121"/>
                  </a:lnTo>
                  <a:lnTo>
                    <a:pt x="0" y="421860"/>
                  </a:lnTo>
                  <a:lnTo>
                    <a:pt x="3688" y="382679"/>
                  </a:lnTo>
                  <a:lnTo>
                    <a:pt x="506" y="316935"/>
                  </a:lnTo>
                  <a:lnTo>
                    <a:pt x="38947" y="213064"/>
                  </a:lnTo>
                  <a:lnTo>
                    <a:pt x="75798" y="140438"/>
                  </a:lnTo>
                  <a:lnTo>
                    <a:pt x="126680" y="102817"/>
                  </a:lnTo>
                  <a:lnTo>
                    <a:pt x="274335" y="64508"/>
                  </a:lnTo>
                  <a:lnTo>
                    <a:pt x="311366" y="6884"/>
                  </a:lnTo>
                  <a:lnTo>
                    <a:pt x="314479" y="0"/>
                  </a:lnTo>
                  <a:lnTo>
                    <a:pt x="1042192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pg662"/>
            <p:cNvSpPr/>
            <p:nvPr/>
          </p:nvSpPr>
          <p:spPr>
            <a:xfrm>
              <a:off x="2490532" y="1853932"/>
              <a:ext cx="2088998" cy="3682871"/>
            </a:xfrm>
            <a:custGeom>
              <a:avLst/>
              <a:gdLst/>
              <a:ahLst/>
              <a:cxnLst/>
              <a:rect l="0" t="0" r="0" b="0"/>
              <a:pathLst>
                <a:path w="2088998" h="3682871">
                  <a:moveTo>
                    <a:pt x="1987487" y="41706"/>
                  </a:moveTo>
                  <a:lnTo>
                    <a:pt x="1877912" y="69968"/>
                  </a:lnTo>
                  <a:lnTo>
                    <a:pt x="1818858" y="101074"/>
                  </a:lnTo>
                  <a:lnTo>
                    <a:pt x="1771628" y="148650"/>
                  </a:lnTo>
                  <a:lnTo>
                    <a:pt x="1743674" y="208385"/>
                  </a:lnTo>
                  <a:lnTo>
                    <a:pt x="1680388" y="280369"/>
                  </a:lnTo>
                  <a:lnTo>
                    <a:pt x="1684836" y="328588"/>
                  </a:lnTo>
                  <a:lnTo>
                    <a:pt x="1695432" y="362859"/>
                  </a:lnTo>
                  <a:lnTo>
                    <a:pt x="1690550" y="434293"/>
                  </a:lnTo>
                  <a:lnTo>
                    <a:pt x="1730583" y="503937"/>
                  </a:lnTo>
                  <a:lnTo>
                    <a:pt x="1809961" y="618039"/>
                  </a:lnTo>
                  <a:lnTo>
                    <a:pt x="1825114" y="795269"/>
                  </a:lnTo>
                  <a:lnTo>
                    <a:pt x="1885687" y="913867"/>
                  </a:lnTo>
                  <a:lnTo>
                    <a:pt x="1978519" y="1052146"/>
                  </a:lnTo>
                  <a:lnTo>
                    <a:pt x="2049905" y="1091464"/>
                  </a:lnTo>
                  <a:lnTo>
                    <a:pt x="2053377" y="1142895"/>
                  </a:lnTo>
                  <a:lnTo>
                    <a:pt x="2020432" y="1227817"/>
                  </a:lnTo>
                  <a:lnTo>
                    <a:pt x="1977000" y="1266630"/>
                  </a:lnTo>
                  <a:lnTo>
                    <a:pt x="2033487" y="1258877"/>
                  </a:lnTo>
                  <a:lnTo>
                    <a:pt x="2061622" y="1278284"/>
                  </a:lnTo>
                  <a:lnTo>
                    <a:pt x="2088998" y="1349121"/>
                  </a:lnTo>
                  <a:lnTo>
                    <a:pt x="2086864" y="1421426"/>
                  </a:lnTo>
                  <a:lnTo>
                    <a:pt x="2077606" y="1462167"/>
                  </a:lnTo>
                  <a:lnTo>
                    <a:pt x="2060501" y="1478408"/>
                  </a:lnTo>
                  <a:lnTo>
                    <a:pt x="2061224" y="1436796"/>
                  </a:lnTo>
                  <a:lnTo>
                    <a:pt x="2049110" y="1422344"/>
                  </a:lnTo>
                  <a:lnTo>
                    <a:pt x="2029111" y="1440374"/>
                  </a:lnTo>
                  <a:lnTo>
                    <a:pt x="2016165" y="1460928"/>
                  </a:lnTo>
                  <a:lnTo>
                    <a:pt x="2010776" y="1541905"/>
                  </a:lnTo>
                  <a:lnTo>
                    <a:pt x="1997071" y="1582370"/>
                  </a:lnTo>
                  <a:lnTo>
                    <a:pt x="1948612" y="1594390"/>
                  </a:lnTo>
                  <a:lnTo>
                    <a:pt x="1899466" y="1700646"/>
                  </a:lnTo>
                  <a:lnTo>
                    <a:pt x="1853755" y="1760931"/>
                  </a:lnTo>
                  <a:lnTo>
                    <a:pt x="1673879" y="2168566"/>
                  </a:lnTo>
                  <a:lnTo>
                    <a:pt x="1680750" y="2236697"/>
                  </a:lnTo>
                  <a:lnTo>
                    <a:pt x="1647841" y="2258627"/>
                  </a:lnTo>
                  <a:lnTo>
                    <a:pt x="1598008" y="2276474"/>
                  </a:lnTo>
                  <a:lnTo>
                    <a:pt x="1547596" y="2317214"/>
                  </a:lnTo>
                  <a:lnTo>
                    <a:pt x="1514145" y="2362130"/>
                  </a:lnTo>
                  <a:lnTo>
                    <a:pt x="1483081" y="2482929"/>
                  </a:lnTo>
                  <a:lnTo>
                    <a:pt x="1423556" y="2618915"/>
                  </a:lnTo>
                  <a:lnTo>
                    <a:pt x="1386416" y="2562254"/>
                  </a:lnTo>
                  <a:lnTo>
                    <a:pt x="1376905" y="2513760"/>
                  </a:lnTo>
                  <a:lnTo>
                    <a:pt x="1393432" y="2387272"/>
                  </a:lnTo>
                  <a:lnTo>
                    <a:pt x="1457803" y="2179898"/>
                  </a:lnTo>
                  <a:lnTo>
                    <a:pt x="1528719" y="2050978"/>
                  </a:lnTo>
                  <a:lnTo>
                    <a:pt x="1582819" y="1989868"/>
                  </a:lnTo>
                  <a:lnTo>
                    <a:pt x="1627300" y="1865306"/>
                  </a:lnTo>
                  <a:lnTo>
                    <a:pt x="1571103" y="1846725"/>
                  </a:lnTo>
                  <a:lnTo>
                    <a:pt x="1485432" y="1848744"/>
                  </a:lnTo>
                  <a:lnTo>
                    <a:pt x="1501560" y="1791257"/>
                  </a:lnTo>
                  <a:lnTo>
                    <a:pt x="1526549" y="1740607"/>
                  </a:lnTo>
                  <a:lnTo>
                    <a:pt x="1481888" y="1690140"/>
                  </a:lnTo>
                  <a:lnTo>
                    <a:pt x="1455452" y="1683717"/>
                  </a:lnTo>
                  <a:lnTo>
                    <a:pt x="1428221" y="1663025"/>
                  </a:lnTo>
                  <a:lnTo>
                    <a:pt x="1460153" y="1621000"/>
                  </a:lnTo>
                  <a:lnTo>
                    <a:pt x="1475740" y="1576589"/>
                  </a:lnTo>
                  <a:lnTo>
                    <a:pt x="1466229" y="1522544"/>
                  </a:lnTo>
                  <a:lnTo>
                    <a:pt x="1479609" y="1481849"/>
                  </a:lnTo>
                  <a:lnTo>
                    <a:pt x="1457296" y="1487997"/>
                  </a:lnTo>
                  <a:lnTo>
                    <a:pt x="1421422" y="1531077"/>
                  </a:lnTo>
                  <a:lnTo>
                    <a:pt x="1399110" y="1548282"/>
                  </a:lnTo>
                  <a:lnTo>
                    <a:pt x="1385512" y="1510156"/>
                  </a:lnTo>
                  <a:lnTo>
                    <a:pt x="1369998" y="1518782"/>
                  </a:lnTo>
                  <a:lnTo>
                    <a:pt x="1359909" y="1544979"/>
                  </a:lnTo>
                  <a:lnTo>
                    <a:pt x="1337017" y="1559385"/>
                  </a:lnTo>
                  <a:lnTo>
                    <a:pt x="1288667" y="1523553"/>
                  </a:lnTo>
                  <a:lnTo>
                    <a:pt x="1218184" y="1482537"/>
                  </a:lnTo>
                  <a:lnTo>
                    <a:pt x="1178947" y="1411975"/>
                  </a:lnTo>
                  <a:lnTo>
                    <a:pt x="1156562" y="1357287"/>
                  </a:lnTo>
                  <a:lnTo>
                    <a:pt x="1179309" y="1258326"/>
                  </a:lnTo>
                  <a:lnTo>
                    <a:pt x="1228021" y="1240755"/>
                  </a:lnTo>
                  <a:lnTo>
                    <a:pt x="1291307" y="1256812"/>
                  </a:lnTo>
                  <a:lnTo>
                    <a:pt x="1374265" y="1256675"/>
                  </a:lnTo>
                  <a:lnTo>
                    <a:pt x="1362404" y="1234699"/>
                  </a:lnTo>
                  <a:lnTo>
                    <a:pt x="1332786" y="1238323"/>
                  </a:lnTo>
                  <a:lnTo>
                    <a:pt x="1245343" y="1158035"/>
                  </a:lnTo>
                  <a:lnTo>
                    <a:pt x="1217208" y="1109541"/>
                  </a:lnTo>
                  <a:lnTo>
                    <a:pt x="1168821" y="1096236"/>
                  </a:lnTo>
                  <a:lnTo>
                    <a:pt x="1146762" y="1142849"/>
                  </a:lnTo>
                  <a:lnTo>
                    <a:pt x="1122279" y="1155236"/>
                  </a:lnTo>
                  <a:lnTo>
                    <a:pt x="1152512" y="1053247"/>
                  </a:lnTo>
                  <a:lnTo>
                    <a:pt x="1192038" y="1049072"/>
                  </a:lnTo>
                  <a:lnTo>
                    <a:pt x="1250406" y="1020811"/>
                  </a:lnTo>
                  <a:lnTo>
                    <a:pt x="1233445" y="961764"/>
                  </a:lnTo>
                  <a:lnTo>
                    <a:pt x="1196595" y="935934"/>
                  </a:lnTo>
                  <a:lnTo>
                    <a:pt x="1130054" y="968325"/>
                  </a:lnTo>
                  <a:lnTo>
                    <a:pt x="1130850" y="926804"/>
                  </a:lnTo>
                  <a:lnTo>
                    <a:pt x="1143326" y="873631"/>
                  </a:lnTo>
                  <a:lnTo>
                    <a:pt x="1193485" y="873814"/>
                  </a:lnTo>
                  <a:lnTo>
                    <a:pt x="1237423" y="891156"/>
                  </a:lnTo>
                  <a:lnTo>
                    <a:pt x="1274816" y="805271"/>
                  </a:lnTo>
                  <a:lnTo>
                    <a:pt x="1276480" y="766916"/>
                  </a:lnTo>
                  <a:lnTo>
                    <a:pt x="1214351" y="822659"/>
                  </a:lnTo>
                  <a:lnTo>
                    <a:pt x="1200392" y="702410"/>
                  </a:lnTo>
                  <a:lnTo>
                    <a:pt x="1261544" y="586428"/>
                  </a:lnTo>
                  <a:lnTo>
                    <a:pt x="1319876" y="535869"/>
                  </a:lnTo>
                  <a:lnTo>
                    <a:pt x="1392745" y="537337"/>
                  </a:lnTo>
                  <a:lnTo>
                    <a:pt x="1466807" y="529171"/>
                  </a:lnTo>
                  <a:lnTo>
                    <a:pt x="1420338" y="507929"/>
                  </a:lnTo>
                  <a:lnTo>
                    <a:pt x="1372638" y="496413"/>
                  </a:lnTo>
                  <a:lnTo>
                    <a:pt x="1408476" y="450580"/>
                  </a:lnTo>
                  <a:lnTo>
                    <a:pt x="1439034" y="442368"/>
                  </a:lnTo>
                  <a:lnTo>
                    <a:pt x="1469050" y="402407"/>
                  </a:lnTo>
                  <a:lnTo>
                    <a:pt x="1396868" y="408326"/>
                  </a:lnTo>
                  <a:lnTo>
                    <a:pt x="1405366" y="332717"/>
                  </a:lnTo>
                  <a:lnTo>
                    <a:pt x="1370287" y="348086"/>
                  </a:lnTo>
                  <a:lnTo>
                    <a:pt x="1328302" y="355198"/>
                  </a:lnTo>
                  <a:lnTo>
                    <a:pt x="1311956" y="387267"/>
                  </a:lnTo>
                  <a:lnTo>
                    <a:pt x="1315175" y="440533"/>
                  </a:lnTo>
                  <a:lnTo>
                    <a:pt x="1302915" y="475492"/>
                  </a:lnTo>
                  <a:lnTo>
                    <a:pt x="1270260" y="503570"/>
                  </a:lnTo>
                  <a:lnTo>
                    <a:pt x="1215111" y="525455"/>
                  </a:lnTo>
                  <a:lnTo>
                    <a:pt x="1209758" y="487513"/>
                  </a:lnTo>
                  <a:lnTo>
                    <a:pt x="1191532" y="470308"/>
                  </a:lnTo>
                  <a:lnTo>
                    <a:pt x="1184733" y="551560"/>
                  </a:lnTo>
                  <a:lnTo>
                    <a:pt x="1170268" y="579179"/>
                  </a:lnTo>
                  <a:lnTo>
                    <a:pt x="1129946" y="502928"/>
                  </a:lnTo>
                  <a:lnTo>
                    <a:pt x="1117831" y="518298"/>
                  </a:lnTo>
                  <a:lnTo>
                    <a:pt x="1119386" y="539952"/>
                  </a:lnTo>
                  <a:lnTo>
                    <a:pt x="1109080" y="577390"/>
                  </a:lnTo>
                  <a:lnTo>
                    <a:pt x="1074507" y="596888"/>
                  </a:lnTo>
                  <a:lnTo>
                    <a:pt x="1076641" y="644878"/>
                  </a:lnTo>
                  <a:lnTo>
                    <a:pt x="1063225" y="671029"/>
                  </a:lnTo>
                  <a:lnTo>
                    <a:pt x="952492" y="629371"/>
                  </a:lnTo>
                  <a:lnTo>
                    <a:pt x="949889" y="643501"/>
                  </a:lnTo>
                  <a:lnTo>
                    <a:pt x="1012524" y="733333"/>
                  </a:lnTo>
                  <a:lnTo>
                    <a:pt x="1058270" y="764026"/>
                  </a:lnTo>
                  <a:lnTo>
                    <a:pt x="1063839" y="813024"/>
                  </a:lnTo>
                  <a:lnTo>
                    <a:pt x="1024566" y="853673"/>
                  </a:lnTo>
                  <a:lnTo>
                    <a:pt x="970393" y="818576"/>
                  </a:lnTo>
                  <a:lnTo>
                    <a:pt x="961280" y="821145"/>
                  </a:lnTo>
                  <a:lnTo>
                    <a:pt x="990717" y="881338"/>
                  </a:lnTo>
                  <a:lnTo>
                    <a:pt x="1009269" y="933916"/>
                  </a:lnTo>
                  <a:lnTo>
                    <a:pt x="990175" y="977960"/>
                  </a:lnTo>
                  <a:lnTo>
                    <a:pt x="993140" y="1032189"/>
                  </a:lnTo>
                  <a:lnTo>
                    <a:pt x="989017" y="1081371"/>
                  </a:lnTo>
                  <a:lnTo>
                    <a:pt x="977337" y="1124268"/>
                  </a:lnTo>
                  <a:lnTo>
                    <a:pt x="1003663" y="1322006"/>
                  </a:lnTo>
                  <a:lnTo>
                    <a:pt x="1035379" y="1375777"/>
                  </a:lnTo>
                  <a:lnTo>
                    <a:pt x="1066552" y="1427207"/>
                  </a:lnTo>
                  <a:lnTo>
                    <a:pt x="1083078" y="1475334"/>
                  </a:lnTo>
                  <a:lnTo>
                    <a:pt x="1049989" y="1482354"/>
                  </a:lnTo>
                  <a:lnTo>
                    <a:pt x="997299" y="1442760"/>
                  </a:lnTo>
                  <a:lnTo>
                    <a:pt x="951010" y="1412572"/>
                  </a:lnTo>
                  <a:lnTo>
                    <a:pt x="895861" y="1316042"/>
                  </a:lnTo>
                  <a:lnTo>
                    <a:pt x="886747" y="1277504"/>
                  </a:lnTo>
                  <a:lnTo>
                    <a:pt x="873295" y="1247040"/>
                  </a:lnTo>
                  <a:lnTo>
                    <a:pt x="879804" y="1317006"/>
                  </a:lnTo>
                  <a:lnTo>
                    <a:pt x="899477" y="1395138"/>
                  </a:lnTo>
                  <a:lnTo>
                    <a:pt x="1072193" y="1569983"/>
                  </a:lnTo>
                  <a:lnTo>
                    <a:pt x="1104089" y="1637058"/>
                  </a:lnTo>
                  <a:lnTo>
                    <a:pt x="1128391" y="1689773"/>
                  </a:lnTo>
                  <a:lnTo>
                    <a:pt x="1122279" y="1740286"/>
                  </a:lnTo>
                  <a:lnTo>
                    <a:pt x="1077256" y="1704546"/>
                  </a:lnTo>
                  <a:lnTo>
                    <a:pt x="1038416" y="1658988"/>
                  </a:lnTo>
                  <a:lnTo>
                    <a:pt x="935315" y="1607512"/>
                  </a:lnTo>
                  <a:lnTo>
                    <a:pt x="805308" y="1574983"/>
                  </a:lnTo>
                  <a:lnTo>
                    <a:pt x="732004" y="1455331"/>
                  </a:lnTo>
                  <a:lnTo>
                    <a:pt x="732258" y="1505247"/>
                  </a:lnTo>
                  <a:lnTo>
                    <a:pt x="715984" y="1547594"/>
                  </a:lnTo>
                  <a:lnTo>
                    <a:pt x="671178" y="1495980"/>
                  </a:lnTo>
                  <a:lnTo>
                    <a:pt x="642934" y="1451936"/>
                  </a:lnTo>
                  <a:lnTo>
                    <a:pt x="633459" y="1403671"/>
                  </a:lnTo>
                  <a:lnTo>
                    <a:pt x="577515" y="1406974"/>
                  </a:lnTo>
                  <a:lnTo>
                    <a:pt x="518858" y="1448908"/>
                  </a:lnTo>
                  <a:lnTo>
                    <a:pt x="462117" y="1438952"/>
                  </a:lnTo>
                  <a:lnTo>
                    <a:pt x="455391" y="1357104"/>
                  </a:lnTo>
                  <a:lnTo>
                    <a:pt x="470724" y="1313748"/>
                  </a:lnTo>
                  <a:lnTo>
                    <a:pt x="534408" y="1211209"/>
                  </a:lnTo>
                  <a:lnTo>
                    <a:pt x="594403" y="1158861"/>
                  </a:lnTo>
                  <a:lnTo>
                    <a:pt x="620875" y="1091281"/>
                  </a:lnTo>
                  <a:lnTo>
                    <a:pt x="611834" y="986493"/>
                  </a:lnTo>
                  <a:lnTo>
                    <a:pt x="600551" y="1093116"/>
                  </a:lnTo>
                  <a:lnTo>
                    <a:pt x="566268" y="1145969"/>
                  </a:lnTo>
                  <a:lnTo>
                    <a:pt x="512384" y="1186342"/>
                  </a:lnTo>
                  <a:lnTo>
                    <a:pt x="441468" y="1258280"/>
                  </a:lnTo>
                  <a:lnTo>
                    <a:pt x="424146" y="1324805"/>
                  </a:lnTo>
                  <a:lnTo>
                    <a:pt x="402014" y="1449367"/>
                  </a:lnTo>
                  <a:lnTo>
                    <a:pt x="431957" y="1491529"/>
                  </a:lnTo>
                  <a:lnTo>
                    <a:pt x="462551" y="1502540"/>
                  </a:lnTo>
                  <a:lnTo>
                    <a:pt x="552924" y="1474279"/>
                  </a:lnTo>
                  <a:lnTo>
                    <a:pt x="599683" y="1486896"/>
                  </a:lnTo>
                  <a:lnTo>
                    <a:pt x="703689" y="1636874"/>
                  </a:lnTo>
                  <a:lnTo>
                    <a:pt x="897343" y="1696196"/>
                  </a:lnTo>
                  <a:lnTo>
                    <a:pt x="967970" y="1733266"/>
                  </a:lnTo>
                  <a:lnTo>
                    <a:pt x="1025542" y="1811536"/>
                  </a:lnTo>
                  <a:lnTo>
                    <a:pt x="1112081" y="1856589"/>
                  </a:lnTo>
                  <a:lnTo>
                    <a:pt x="1179237" y="1922058"/>
                  </a:lnTo>
                  <a:lnTo>
                    <a:pt x="1181045" y="1964772"/>
                  </a:lnTo>
                  <a:lnTo>
                    <a:pt x="1157792" y="2015285"/>
                  </a:lnTo>
                  <a:lnTo>
                    <a:pt x="1148606" y="2083644"/>
                  </a:lnTo>
                  <a:lnTo>
                    <a:pt x="1120073" y="2126771"/>
                  </a:lnTo>
                  <a:lnTo>
                    <a:pt x="1051580" y="2131726"/>
                  </a:lnTo>
                  <a:lnTo>
                    <a:pt x="1010209" y="2120623"/>
                  </a:lnTo>
                  <a:lnTo>
                    <a:pt x="787804" y="1880308"/>
                  </a:lnTo>
                  <a:lnTo>
                    <a:pt x="761261" y="1858195"/>
                  </a:lnTo>
                  <a:lnTo>
                    <a:pt x="678772" y="1732349"/>
                  </a:lnTo>
                  <a:lnTo>
                    <a:pt x="581999" y="1664952"/>
                  </a:lnTo>
                  <a:lnTo>
                    <a:pt x="552056" y="1666374"/>
                  </a:lnTo>
                  <a:lnTo>
                    <a:pt x="689802" y="1791028"/>
                  </a:lnTo>
                  <a:lnTo>
                    <a:pt x="746036" y="1878198"/>
                  </a:lnTo>
                  <a:lnTo>
                    <a:pt x="845087" y="2000420"/>
                  </a:lnTo>
                  <a:lnTo>
                    <a:pt x="915895" y="2052171"/>
                  </a:lnTo>
                  <a:lnTo>
                    <a:pt x="968006" y="2132918"/>
                  </a:lnTo>
                  <a:lnTo>
                    <a:pt x="1016429" y="2170769"/>
                  </a:lnTo>
                  <a:lnTo>
                    <a:pt x="1148642" y="2224676"/>
                  </a:lnTo>
                  <a:lnTo>
                    <a:pt x="1102679" y="2263398"/>
                  </a:lnTo>
                  <a:lnTo>
                    <a:pt x="1176054" y="2296385"/>
                  </a:lnTo>
                  <a:lnTo>
                    <a:pt x="1186542" y="2357037"/>
                  </a:lnTo>
                  <a:lnTo>
                    <a:pt x="1179815" y="2426177"/>
                  </a:lnTo>
                  <a:lnTo>
                    <a:pt x="1077979" y="2398833"/>
                  </a:lnTo>
                  <a:lnTo>
                    <a:pt x="1074652" y="2449759"/>
                  </a:lnTo>
                  <a:lnTo>
                    <a:pt x="1083765" y="2479810"/>
                  </a:lnTo>
                  <a:lnTo>
                    <a:pt x="1038778" y="2504630"/>
                  </a:lnTo>
                  <a:lnTo>
                    <a:pt x="976216" y="2470955"/>
                  </a:lnTo>
                  <a:lnTo>
                    <a:pt x="813770" y="2286751"/>
                  </a:lnTo>
                  <a:lnTo>
                    <a:pt x="815144" y="2311388"/>
                  </a:lnTo>
                  <a:lnTo>
                    <a:pt x="828307" y="2339970"/>
                  </a:lnTo>
                  <a:lnTo>
                    <a:pt x="922513" y="2458568"/>
                  </a:lnTo>
                  <a:lnTo>
                    <a:pt x="1006593" y="2529680"/>
                  </a:lnTo>
                  <a:lnTo>
                    <a:pt x="1077871" y="2561796"/>
                  </a:lnTo>
                  <a:lnTo>
                    <a:pt x="1132803" y="2621392"/>
                  </a:lnTo>
                  <a:lnTo>
                    <a:pt x="1152186" y="2657453"/>
                  </a:lnTo>
                  <a:lnTo>
                    <a:pt x="1165133" y="2712141"/>
                  </a:lnTo>
                  <a:lnTo>
                    <a:pt x="1124413" y="2749303"/>
                  </a:lnTo>
                  <a:lnTo>
                    <a:pt x="1078051" y="2769811"/>
                  </a:lnTo>
                  <a:lnTo>
                    <a:pt x="1032775" y="2732741"/>
                  </a:lnTo>
                  <a:lnTo>
                    <a:pt x="999577" y="2693698"/>
                  </a:lnTo>
                  <a:lnTo>
                    <a:pt x="928878" y="2627403"/>
                  </a:lnTo>
                  <a:lnTo>
                    <a:pt x="907686" y="2553308"/>
                  </a:lnTo>
                  <a:lnTo>
                    <a:pt x="853911" y="2557116"/>
                  </a:lnTo>
                  <a:lnTo>
                    <a:pt x="629156" y="2463156"/>
                  </a:lnTo>
                  <a:lnTo>
                    <a:pt x="448520" y="2452328"/>
                  </a:lnTo>
                  <a:lnTo>
                    <a:pt x="466168" y="2471230"/>
                  </a:lnTo>
                  <a:lnTo>
                    <a:pt x="489023" y="2483801"/>
                  </a:lnTo>
                  <a:lnTo>
                    <a:pt x="632881" y="2506970"/>
                  </a:lnTo>
                  <a:lnTo>
                    <a:pt x="689730" y="2550234"/>
                  </a:lnTo>
                  <a:lnTo>
                    <a:pt x="808056" y="2588635"/>
                  </a:lnTo>
                  <a:lnTo>
                    <a:pt x="877345" y="2599141"/>
                  </a:lnTo>
                  <a:lnTo>
                    <a:pt x="905444" y="2717096"/>
                  </a:lnTo>
                  <a:lnTo>
                    <a:pt x="1001204" y="2798256"/>
                  </a:lnTo>
                  <a:lnTo>
                    <a:pt x="1013645" y="2858403"/>
                  </a:lnTo>
                  <a:lnTo>
                    <a:pt x="1079028" y="2865148"/>
                  </a:lnTo>
                  <a:lnTo>
                    <a:pt x="1194063" y="2806147"/>
                  </a:lnTo>
                  <a:lnTo>
                    <a:pt x="1268307" y="2826839"/>
                  </a:lnTo>
                  <a:lnTo>
                    <a:pt x="1375386" y="2843722"/>
                  </a:lnTo>
                  <a:lnTo>
                    <a:pt x="1399869" y="2891345"/>
                  </a:lnTo>
                  <a:lnTo>
                    <a:pt x="1418240" y="2981956"/>
                  </a:lnTo>
                  <a:lnTo>
                    <a:pt x="1456103" y="3083899"/>
                  </a:lnTo>
                  <a:lnTo>
                    <a:pt x="1554287" y="3485845"/>
                  </a:lnTo>
                  <a:lnTo>
                    <a:pt x="1642687" y="3682871"/>
                  </a:lnTo>
                  <a:lnTo>
                    <a:pt x="1615976" y="3682871"/>
                  </a:lnTo>
                  <a:lnTo>
                    <a:pt x="1576238" y="3603800"/>
                  </a:lnTo>
                  <a:lnTo>
                    <a:pt x="1515845" y="3446573"/>
                  </a:lnTo>
                  <a:lnTo>
                    <a:pt x="1453789" y="3168959"/>
                  </a:lnTo>
                  <a:lnTo>
                    <a:pt x="1435779" y="3106793"/>
                  </a:lnTo>
                  <a:lnTo>
                    <a:pt x="1414588" y="3081972"/>
                  </a:lnTo>
                  <a:lnTo>
                    <a:pt x="1400629" y="3102159"/>
                  </a:lnTo>
                  <a:lnTo>
                    <a:pt x="1394625" y="3137532"/>
                  </a:lnTo>
                  <a:lnTo>
                    <a:pt x="1404751" y="3164692"/>
                  </a:lnTo>
                  <a:lnTo>
                    <a:pt x="1380305" y="3256083"/>
                  </a:lnTo>
                  <a:lnTo>
                    <a:pt x="1390901" y="3298016"/>
                  </a:lnTo>
                  <a:lnTo>
                    <a:pt x="1430608" y="3341372"/>
                  </a:lnTo>
                  <a:lnTo>
                    <a:pt x="1473751" y="3449555"/>
                  </a:lnTo>
                  <a:lnTo>
                    <a:pt x="1508214" y="3595221"/>
                  </a:lnTo>
                  <a:lnTo>
                    <a:pt x="1461600" y="3536174"/>
                  </a:lnTo>
                  <a:lnTo>
                    <a:pt x="1411839" y="3504885"/>
                  </a:lnTo>
                  <a:lnTo>
                    <a:pt x="1334413" y="3480890"/>
                  </a:lnTo>
                  <a:lnTo>
                    <a:pt x="1265450" y="3438819"/>
                  </a:lnTo>
                  <a:lnTo>
                    <a:pt x="1270477" y="3499150"/>
                  </a:lnTo>
                  <a:lnTo>
                    <a:pt x="1263859" y="3564298"/>
                  </a:lnTo>
                  <a:lnTo>
                    <a:pt x="1210699" y="3544433"/>
                  </a:lnTo>
                  <a:lnTo>
                    <a:pt x="1174535" y="3522824"/>
                  </a:lnTo>
                  <a:lnTo>
                    <a:pt x="1206540" y="3592239"/>
                  </a:lnTo>
                  <a:lnTo>
                    <a:pt x="1137070" y="3571410"/>
                  </a:lnTo>
                  <a:lnTo>
                    <a:pt x="1090781" y="3575768"/>
                  </a:lnTo>
                  <a:lnTo>
                    <a:pt x="1060693" y="3637384"/>
                  </a:lnTo>
                  <a:lnTo>
                    <a:pt x="1020335" y="3674775"/>
                  </a:lnTo>
                  <a:lnTo>
                    <a:pt x="980297" y="3682871"/>
                  </a:lnTo>
                  <a:lnTo>
                    <a:pt x="954427" y="3682871"/>
                  </a:lnTo>
                  <a:lnTo>
                    <a:pt x="872137" y="3630502"/>
                  </a:lnTo>
                  <a:lnTo>
                    <a:pt x="843460" y="3562096"/>
                  </a:lnTo>
                  <a:lnTo>
                    <a:pt x="831598" y="3485937"/>
                  </a:lnTo>
                  <a:lnTo>
                    <a:pt x="826861" y="3575997"/>
                  </a:lnTo>
                  <a:lnTo>
                    <a:pt x="842628" y="3669774"/>
                  </a:lnTo>
                  <a:lnTo>
                    <a:pt x="841612" y="3682871"/>
                  </a:lnTo>
                  <a:lnTo>
                    <a:pt x="0" y="3682871"/>
                  </a:lnTo>
                  <a:lnTo>
                    <a:pt x="0" y="0"/>
                  </a:lnTo>
                  <a:lnTo>
                    <a:pt x="2024089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pg663"/>
            <p:cNvSpPr/>
            <p:nvPr/>
          </p:nvSpPr>
          <p:spPr>
            <a:xfrm>
              <a:off x="5159228" y="2035019"/>
              <a:ext cx="108453" cy="203932"/>
            </a:xfrm>
            <a:custGeom>
              <a:avLst/>
              <a:gdLst/>
              <a:ahLst/>
              <a:cxnLst/>
              <a:rect l="0" t="0" r="0" b="0"/>
              <a:pathLst>
                <a:path w="108453" h="203932">
                  <a:moveTo>
                    <a:pt x="1988" y="203932"/>
                  </a:moveTo>
                  <a:lnTo>
                    <a:pt x="0" y="176588"/>
                  </a:lnTo>
                  <a:lnTo>
                    <a:pt x="108453" y="0"/>
                  </a:lnTo>
                  <a:lnTo>
                    <a:pt x="88853" y="617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pg664"/>
            <p:cNvSpPr/>
            <p:nvPr/>
          </p:nvSpPr>
          <p:spPr>
            <a:xfrm>
              <a:off x="4325772" y="3395883"/>
              <a:ext cx="207830" cy="400294"/>
            </a:xfrm>
            <a:custGeom>
              <a:avLst/>
              <a:gdLst/>
              <a:ahLst/>
              <a:cxnLst/>
              <a:rect l="0" t="0" r="0" b="0"/>
              <a:pathLst>
                <a:path w="207830" h="400294">
                  <a:moveTo>
                    <a:pt x="0" y="400294"/>
                  </a:moveTo>
                  <a:lnTo>
                    <a:pt x="112974" y="212144"/>
                  </a:lnTo>
                  <a:lnTo>
                    <a:pt x="178574" y="54504"/>
                  </a:lnTo>
                  <a:lnTo>
                    <a:pt x="207830" y="0"/>
                  </a:lnTo>
                  <a:lnTo>
                    <a:pt x="179442" y="110476"/>
                  </a:lnTo>
                  <a:lnTo>
                    <a:pt x="129826" y="212052"/>
                  </a:lnTo>
                  <a:lnTo>
                    <a:pt x="33668" y="38506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pt665"/>
            <p:cNvSpPr/>
            <p:nvPr/>
          </p:nvSpPr>
          <p:spPr>
            <a:xfrm>
              <a:off x="4042131" y="3963949"/>
              <a:ext cx="144506" cy="144506"/>
            </a:xfrm>
            <a:prstGeom prst="ellipse">
              <a:avLst/>
            </a:prstGeom>
            <a:solidFill>
              <a:srgbClr val="3A6DA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pt666"/>
            <p:cNvSpPr/>
            <p:nvPr/>
          </p:nvSpPr>
          <p:spPr>
            <a:xfrm>
              <a:off x="4598279" y="2594972"/>
              <a:ext cx="144506" cy="144506"/>
            </a:xfrm>
            <a:prstGeom prst="ellipse">
              <a:avLst/>
            </a:prstGeom>
            <a:solidFill>
              <a:srgbClr val="3A7EA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pt667"/>
            <p:cNvSpPr/>
            <p:nvPr/>
          </p:nvSpPr>
          <p:spPr>
            <a:xfrm>
              <a:off x="3322535" y="4403436"/>
              <a:ext cx="144506" cy="144506"/>
            </a:xfrm>
            <a:prstGeom prst="ellipse">
              <a:avLst/>
            </a:prstGeom>
            <a:solidFill>
              <a:srgbClr val="5CC7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pt668"/>
            <p:cNvSpPr/>
            <p:nvPr/>
          </p:nvSpPr>
          <p:spPr>
            <a:xfrm>
              <a:off x="4150995" y="2255653"/>
              <a:ext cx="144506" cy="144506"/>
            </a:xfrm>
            <a:prstGeom prst="ellipse">
              <a:avLst/>
            </a:prstGeom>
            <a:solidFill>
              <a:srgbClr val="60CD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pt669"/>
            <p:cNvSpPr/>
            <p:nvPr/>
          </p:nvSpPr>
          <p:spPr>
            <a:xfrm>
              <a:off x="3069870" y="3287113"/>
              <a:ext cx="144506" cy="144506"/>
            </a:xfrm>
            <a:prstGeom prst="ellipse">
              <a:avLst/>
            </a:prstGeom>
            <a:solidFill>
              <a:srgbClr val="76D4B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pt670"/>
            <p:cNvSpPr/>
            <p:nvPr/>
          </p:nvSpPr>
          <p:spPr>
            <a:xfrm>
              <a:off x="3424036" y="3595130"/>
              <a:ext cx="198708" cy="198708"/>
            </a:xfrm>
            <a:prstGeom prst="ellipse">
              <a:avLst/>
            </a:prstGeom>
            <a:solidFill>
              <a:srgbClr val="B1E6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pt671"/>
            <p:cNvSpPr/>
            <p:nvPr/>
          </p:nvSpPr>
          <p:spPr>
            <a:xfrm>
              <a:off x="3396284" y="4283878"/>
              <a:ext cx="198708" cy="198708"/>
            </a:xfrm>
            <a:prstGeom prst="ellipse">
              <a:avLst/>
            </a:prstGeom>
            <a:solidFill>
              <a:srgbClr val="389B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pt672"/>
            <p:cNvSpPr/>
            <p:nvPr/>
          </p:nvSpPr>
          <p:spPr>
            <a:xfrm>
              <a:off x="3295434" y="4376335"/>
              <a:ext cx="198708" cy="198708"/>
            </a:xfrm>
            <a:prstGeom prst="ellipse">
              <a:avLst/>
            </a:prstGeom>
            <a:solidFill>
              <a:srgbClr val="5CC7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pg673"/>
            <p:cNvSpPr/>
            <p:nvPr/>
          </p:nvSpPr>
          <p:spPr>
            <a:xfrm>
              <a:off x="3241457" y="3539977"/>
              <a:ext cx="267615" cy="231762"/>
            </a:xfrm>
            <a:custGeom>
              <a:avLst/>
              <a:gdLst/>
              <a:ahLst/>
              <a:cxnLst/>
              <a:rect l="0" t="0" r="0" b="0"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pl674"/>
            <p:cNvSpPr/>
            <p:nvPr/>
          </p:nvSpPr>
          <p:spPr>
            <a:xfrm>
              <a:off x="3536967" y="3324744"/>
              <a:ext cx="1087493" cy="365181"/>
            </a:xfrm>
            <a:custGeom>
              <a:avLst/>
              <a:gdLst/>
              <a:ahLst/>
              <a:cxnLst/>
              <a:rect l="0" t="0" r="0" b="0"/>
              <a:pathLst>
                <a:path w="1087493" h="365181">
                  <a:moveTo>
                    <a:pt x="1087493" y="0"/>
                  </a:moveTo>
                  <a:lnTo>
                    <a:pt x="0" y="36518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pl675"/>
            <p:cNvSpPr/>
            <p:nvPr/>
          </p:nvSpPr>
          <p:spPr>
            <a:xfrm>
              <a:off x="3508713" y="3825356"/>
              <a:ext cx="1246170" cy="552083"/>
            </a:xfrm>
            <a:custGeom>
              <a:avLst/>
              <a:gdLst/>
              <a:ahLst/>
              <a:cxnLst/>
              <a:rect l="0" t="0" r="0" b="0"/>
              <a:pathLst>
                <a:path w="1246170" h="552083">
                  <a:moveTo>
                    <a:pt x="1246170" y="0"/>
                  </a:moveTo>
                  <a:lnTo>
                    <a:pt x="0" y="55208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pl676"/>
            <p:cNvSpPr/>
            <p:nvPr/>
          </p:nvSpPr>
          <p:spPr>
            <a:xfrm>
              <a:off x="3408814" y="4237402"/>
              <a:ext cx="1101005" cy="235289"/>
            </a:xfrm>
            <a:custGeom>
              <a:avLst/>
              <a:gdLst/>
              <a:ahLst/>
              <a:cxnLst/>
              <a:rect l="0" t="0" r="0" b="0"/>
              <a:pathLst>
                <a:path w="1101005" h="235289">
                  <a:moveTo>
                    <a:pt x="1101005" y="0"/>
                  </a:moveTo>
                  <a:lnTo>
                    <a:pt x="0" y="23528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pg677"/>
            <p:cNvSpPr/>
            <p:nvPr/>
          </p:nvSpPr>
          <p:spPr>
            <a:xfrm>
              <a:off x="4624461" y="3156336"/>
              <a:ext cx="1500987" cy="324612"/>
            </a:xfrm>
            <a:custGeom>
              <a:avLst/>
              <a:gdLst/>
              <a:ahLst/>
              <a:cxnLst/>
              <a:rect l="0" t="0" r="0" b="0"/>
              <a:pathLst>
                <a:path w="1500987" h="324612">
                  <a:moveTo>
                    <a:pt x="27432" y="324612"/>
                  </a:moveTo>
                  <a:lnTo>
                    <a:pt x="1473555" y="324612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6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tx678"/>
            <p:cNvSpPr/>
            <p:nvPr/>
          </p:nvSpPr>
          <p:spPr>
            <a:xfrm>
              <a:off x="4670181" y="3202056"/>
              <a:ext cx="1409547" cy="23317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679" name="pg679"/>
            <p:cNvSpPr/>
            <p:nvPr/>
          </p:nvSpPr>
          <p:spPr>
            <a:xfrm>
              <a:off x="4754884" y="3655931"/>
              <a:ext cx="1554937" cy="324611"/>
            </a:xfrm>
            <a:custGeom>
              <a:avLst/>
              <a:gdLst/>
              <a:ahLst/>
              <a:cxnLst/>
              <a:rect l="0" t="0" r="0" b="0"/>
              <a:pathLst>
                <a:path w="1554937" h="324611">
                  <a:moveTo>
                    <a:pt x="27431" y="324611"/>
                  </a:moveTo>
                  <a:lnTo>
                    <a:pt x="1527505" y="324611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79"/>
                  </a:lnTo>
                  <a:lnTo>
                    <a:pt x="1554937" y="27431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tx680"/>
            <p:cNvSpPr/>
            <p:nvPr/>
          </p:nvSpPr>
          <p:spPr>
            <a:xfrm>
              <a:off x="4800604" y="3701651"/>
              <a:ext cx="1463497" cy="23317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681" name="pg681"/>
            <p:cNvSpPr/>
            <p:nvPr/>
          </p:nvSpPr>
          <p:spPr>
            <a:xfrm>
              <a:off x="4509819" y="4071658"/>
              <a:ext cx="1193383" cy="324611"/>
            </a:xfrm>
            <a:custGeom>
              <a:avLst/>
              <a:gdLst/>
              <a:ahLst/>
              <a:cxnLst/>
              <a:rect l="0" t="0" r="0" b="0"/>
              <a:pathLst>
                <a:path w="1193383" h="324611">
                  <a:moveTo>
                    <a:pt x="27431" y="324611"/>
                  </a:moveTo>
                  <a:lnTo>
                    <a:pt x="1165951" y="324611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79"/>
                  </a:lnTo>
                  <a:lnTo>
                    <a:pt x="1193383" y="27431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tx682"/>
            <p:cNvSpPr/>
            <p:nvPr/>
          </p:nvSpPr>
          <p:spPr>
            <a:xfrm>
              <a:off x="4555539" y="4117378"/>
              <a:ext cx="1101943" cy="23317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683" name="rc683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tx684"/>
            <p:cNvSpPr/>
            <p:nvPr/>
          </p:nvSpPr>
          <p:spPr>
            <a:xfrm>
              <a:off x="1989553" y="551407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36</a:t>
              </a:r>
            </a:p>
          </p:txBody>
        </p:sp>
        <p:sp>
          <p:nvSpPr>
            <p:cNvPr id="685" name="tx685"/>
            <p:cNvSpPr/>
            <p:nvPr/>
          </p:nvSpPr>
          <p:spPr>
            <a:xfrm>
              <a:off x="2113912" y="54956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6" name="tx686"/>
            <p:cNvSpPr/>
            <p:nvPr/>
          </p:nvSpPr>
          <p:spPr>
            <a:xfrm>
              <a:off x="2158626" y="551407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87" name="tx687"/>
            <p:cNvSpPr/>
            <p:nvPr/>
          </p:nvSpPr>
          <p:spPr>
            <a:xfrm>
              <a:off x="1989553" y="4574475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37</a:t>
              </a:r>
            </a:p>
          </p:txBody>
        </p:sp>
        <p:sp>
          <p:nvSpPr>
            <p:cNvPr id="688" name="tx688"/>
            <p:cNvSpPr/>
            <p:nvPr/>
          </p:nvSpPr>
          <p:spPr>
            <a:xfrm>
              <a:off x="2113912" y="4556096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9" name="tx689"/>
            <p:cNvSpPr/>
            <p:nvPr/>
          </p:nvSpPr>
          <p:spPr>
            <a:xfrm>
              <a:off x="2158626" y="4574475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0" name="tx690"/>
            <p:cNvSpPr/>
            <p:nvPr/>
          </p:nvSpPr>
          <p:spPr>
            <a:xfrm>
              <a:off x="1989553" y="3634827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38</a:t>
              </a:r>
            </a:p>
          </p:txBody>
        </p:sp>
        <p:sp>
          <p:nvSpPr>
            <p:cNvPr id="691" name="tx691"/>
            <p:cNvSpPr/>
            <p:nvPr/>
          </p:nvSpPr>
          <p:spPr>
            <a:xfrm>
              <a:off x="2113912" y="3616447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2" name="tx692"/>
            <p:cNvSpPr/>
            <p:nvPr/>
          </p:nvSpPr>
          <p:spPr>
            <a:xfrm>
              <a:off x="2158626" y="3634827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3" name="tx693"/>
            <p:cNvSpPr/>
            <p:nvPr/>
          </p:nvSpPr>
          <p:spPr>
            <a:xfrm>
              <a:off x="1989553" y="2695270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39</a:t>
              </a:r>
            </a:p>
          </p:txBody>
        </p:sp>
        <p:sp>
          <p:nvSpPr>
            <p:cNvPr id="694" name="tx694"/>
            <p:cNvSpPr/>
            <p:nvPr/>
          </p:nvSpPr>
          <p:spPr>
            <a:xfrm>
              <a:off x="2113912" y="267689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5" name="tx695"/>
            <p:cNvSpPr/>
            <p:nvPr/>
          </p:nvSpPr>
          <p:spPr>
            <a:xfrm>
              <a:off x="2158626" y="269527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6" name="tx696"/>
            <p:cNvSpPr/>
            <p:nvPr/>
          </p:nvSpPr>
          <p:spPr>
            <a:xfrm>
              <a:off x="1989553" y="1755667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697" name="tx697"/>
            <p:cNvSpPr/>
            <p:nvPr/>
          </p:nvSpPr>
          <p:spPr>
            <a:xfrm>
              <a:off x="2113912" y="173728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8" name="tx698"/>
            <p:cNvSpPr/>
            <p:nvPr/>
          </p:nvSpPr>
          <p:spPr>
            <a:xfrm>
              <a:off x="2158626" y="1755667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9" name="pl699"/>
            <p:cNvSpPr/>
            <p:nvPr/>
          </p:nvSpPr>
          <p:spPr>
            <a:xfrm>
              <a:off x="2267112" y="555518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pl700"/>
            <p:cNvSpPr/>
            <p:nvPr/>
          </p:nvSpPr>
          <p:spPr>
            <a:xfrm>
              <a:off x="2267112" y="461557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pl701"/>
            <p:cNvSpPr/>
            <p:nvPr/>
          </p:nvSpPr>
          <p:spPr>
            <a:xfrm>
              <a:off x="2267112" y="367597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pl702"/>
            <p:cNvSpPr/>
            <p:nvPr/>
          </p:nvSpPr>
          <p:spPr>
            <a:xfrm>
              <a:off x="2267112" y="273637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pl703"/>
            <p:cNvSpPr/>
            <p:nvPr/>
          </p:nvSpPr>
          <p:spPr>
            <a:xfrm>
              <a:off x="2267112" y="179677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pl704"/>
            <p:cNvSpPr/>
            <p:nvPr/>
          </p:nvSpPr>
          <p:spPr>
            <a:xfrm>
              <a:off x="2384234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pl705"/>
            <p:cNvSpPr/>
            <p:nvPr/>
          </p:nvSpPr>
          <p:spPr>
            <a:xfrm>
              <a:off x="3124860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pl706"/>
            <p:cNvSpPr/>
            <p:nvPr/>
          </p:nvSpPr>
          <p:spPr>
            <a:xfrm>
              <a:off x="3865485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pl707"/>
            <p:cNvSpPr/>
            <p:nvPr/>
          </p:nvSpPr>
          <p:spPr>
            <a:xfrm>
              <a:off x="4606110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pl708"/>
            <p:cNvSpPr/>
            <p:nvPr/>
          </p:nvSpPr>
          <p:spPr>
            <a:xfrm>
              <a:off x="5346735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pl709"/>
            <p:cNvSpPr/>
            <p:nvPr/>
          </p:nvSpPr>
          <p:spPr>
            <a:xfrm>
              <a:off x="6087361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tx710"/>
            <p:cNvSpPr/>
            <p:nvPr/>
          </p:nvSpPr>
          <p:spPr>
            <a:xfrm>
              <a:off x="2246983" y="578357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78</a:t>
              </a:r>
            </a:p>
          </p:txBody>
        </p:sp>
        <p:sp>
          <p:nvSpPr>
            <p:cNvPr id="711" name="tx711"/>
            <p:cNvSpPr/>
            <p:nvPr/>
          </p:nvSpPr>
          <p:spPr>
            <a:xfrm>
              <a:off x="2371341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2" name="tx712"/>
            <p:cNvSpPr/>
            <p:nvPr/>
          </p:nvSpPr>
          <p:spPr>
            <a:xfrm>
              <a:off x="2416055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3" name="tx713"/>
            <p:cNvSpPr/>
            <p:nvPr/>
          </p:nvSpPr>
          <p:spPr>
            <a:xfrm>
              <a:off x="2987608" y="578357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77</a:t>
              </a:r>
            </a:p>
          </p:txBody>
        </p:sp>
        <p:sp>
          <p:nvSpPr>
            <p:cNvPr id="714" name="tx714"/>
            <p:cNvSpPr/>
            <p:nvPr/>
          </p:nvSpPr>
          <p:spPr>
            <a:xfrm>
              <a:off x="3111967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5" name="tx715"/>
            <p:cNvSpPr/>
            <p:nvPr/>
          </p:nvSpPr>
          <p:spPr>
            <a:xfrm>
              <a:off x="3156681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6" name="tx716"/>
            <p:cNvSpPr/>
            <p:nvPr/>
          </p:nvSpPr>
          <p:spPr>
            <a:xfrm>
              <a:off x="3728233" y="578357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76</a:t>
              </a:r>
            </a:p>
          </p:txBody>
        </p:sp>
        <p:sp>
          <p:nvSpPr>
            <p:cNvPr id="717" name="tx717"/>
            <p:cNvSpPr/>
            <p:nvPr/>
          </p:nvSpPr>
          <p:spPr>
            <a:xfrm>
              <a:off x="3852592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8" name="tx718"/>
            <p:cNvSpPr/>
            <p:nvPr/>
          </p:nvSpPr>
          <p:spPr>
            <a:xfrm>
              <a:off x="3897306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9" name="tx719"/>
            <p:cNvSpPr/>
            <p:nvPr/>
          </p:nvSpPr>
          <p:spPr>
            <a:xfrm>
              <a:off x="4468859" y="578357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720" name="tx720"/>
            <p:cNvSpPr/>
            <p:nvPr/>
          </p:nvSpPr>
          <p:spPr>
            <a:xfrm>
              <a:off x="4593217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1" name="tx721"/>
            <p:cNvSpPr/>
            <p:nvPr/>
          </p:nvSpPr>
          <p:spPr>
            <a:xfrm>
              <a:off x="4637931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2" name="tx722"/>
            <p:cNvSpPr/>
            <p:nvPr/>
          </p:nvSpPr>
          <p:spPr>
            <a:xfrm>
              <a:off x="5209484" y="578357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74</a:t>
              </a:r>
            </a:p>
          </p:txBody>
        </p:sp>
        <p:sp>
          <p:nvSpPr>
            <p:cNvPr id="723" name="tx723"/>
            <p:cNvSpPr/>
            <p:nvPr/>
          </p:nvSpPr>
          <p:spPr>
            <a:xfrm>
              <a:off x="5333842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4" name="tx724"/>
            <p:cNvSpPr/>
            <p:nvPr/>
          </p:nvSpPr>
          <p:spPr>
            <a:xfrm>
              <a:off x="537855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5" name="tx725"/>
            <p:cNvSpPr/>
            <p:nvPr/>
          </p:nvSpPr>
          <p:spPr>
            <a:xfrm>
              <a:off x="5950109" y="578357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73</a:t>
              </a:r>
            </a:p>
          </p:txBody>
        </p:sp>
        <p:sp>
          <p:nvSpPr>
            <p:cNvPr id="726" name="tx726"/>
            <p:cNvSpPr/>
            <p:nvPr/>
          </p:nvSpPr>
          <p:spPr>
            <a:xfrm>
              <a:off x="607446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7" name="tx727"/>
            <p:cNvSpPr/>
            <p:nvPr/>
          </p:nvSpPr>
          <p:spPr>
            <a:xfrm>
              <a:off x="611918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8" name="tx728"/>
            <p:cNvSpPr/>
            <p:nvPr/>
          </p:nvSpPr>
          <p:spPr>
            <a:xfrm>
              <a:off x="4283566" y="5925448"/>
              <a:ext cx="18644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</a:t>
              </a:r>
            </a:p>
          </p:txBody>
        </p:sp>
        <p:sp>
          <p:nvSpPr>
            <p:cNvPr id="729" name="tx729"/>
            <p:cNvSpPr/>
            <p:nvPr/>
          </p:nvSpPr>
          <p:spPr>
            <a:xfrm rot="-5400000">
              <a:off x="1799997" y="3645259"/>
              <a:ext cx="14749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</a:t>
              </a:r>
            </a:p>
          </p:txBody>
        </p:sp>
        <p:sp>
          <p:nvSpPr>
            <p:cNvPr id="730" name="rc730"/>
            <p:cNvSpPr/>
            <p:nvPr/>
          </p:nvSpPr>
          <p:spPr>
            <a:xfrm>
              <a:off x="6590850" y="2976782"/>
              <a:ext cx="729514" cy="14371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31" name="tx731"/>
            <p:cNvSpPr/>
            <p:nvPr/>
          </p:nvSpPr>
          <p:spPr>
            <a:xfrm>
              <a:off x="6660439" y="3061824"/>
              <a:ext cx="59033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var1.pred</a:t>
              </a:r>
            </a:p>
          </p:txBody>
        </p:sp>
        <p:pic>
          <p:nvPicPr>
            <p:cNvPr id="732" name="pic73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60439" y="3247085"/>
              <a:ext cx="219455" cy="1097280"/>
            </a:xfrm>
            <a:prstGeom prst="rect">
              <a:avLst/>
            </a:prstGeom>
          </p:spPr>
        </p:pic>
        <p:sp>
          <p:nvSpPr>
            <p:cNvPr id="733" name="pl733"/>
            <p:cNvSpPr/>
            <p:nvPr/>
          </p:nvSpPr>
          <p:spPr>
            <a:xfrm>
              <a:off x="6836004" y="434253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pl734"/>
            <p:cNvSpPr/>
            <p:nvPr/>
          </p:nvSpPr>
          <p:spPr>
            <a:xfrm>
              <a:off x="6836004" y="406913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pl735"/>
            <p:cNvSpPr/>
            <p:nvPr/>
          </p:nvSpPr>
          <p:spPr>
            <a:xfrm>
              <a:off x="6836004" y="379572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pl736"/>
            <p:cNvSpPr/>
            <p:nvPr/>
          </p:nvSpPr>
          <p:spPr>
            <a:xfrm>
              <a:off x="6836004" y="3522319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pl737"/>
            <p:cNvSpPr/>
            <p:nvPr/>
          </p:nvSpPr>
          <p:spPr>
            <a:xfrm>
              <a:off x="6836004" y="324891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pl738"/>
            <p:cNvSpPr/>
            <p:nvPr/>
          </p:nvSpPr>
          <p:spPr>
            <a:xfrm>
              <a:off x="6660439" y="434253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pl739"/>
            <p:cNvSpPr/>
            <p:nvPr/>
          </p:nvSpPr>
          <p:spPr>
            <a:xfrm>
              <a:off x="6660439" y="406913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pl740"/>
            <p:cNvSpPr/>
            <p:nvPr/>
          </p:nvSpPr>
          <p:spPr>
            <a:xfrm>
              <a:off x="6660439" y="379572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pl741"/>
            <p:cNvSpPr/>
            <p:nvPr/>
          </p:nvSpPr>
          <p:spPr>
            <a:xfrm>
              <a:off x="6660439" y="3522319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pl742"/>
            <p:cNvSpPr/>
            <p:nvPr/>
          </p:nvSpPr>
          <p:spPr>
            <a:xfrm>
              <a:off x="6660439" y="324891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tx743"/>
            <p:cNvSpPr/>
            <p:nvPr/>
          </p:nvSpPr>
          <p:spPr>
            <a:xfrm>
              <a:off x="6949485" y="4302486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744" name="tx744"/>
            <p:cNvSpPr/>
            <p:nvPr/>
          </p:nvSpPr>
          <p:spPr>
            <a:xfrm>
              <a:off x="6949485" y="4029080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745" name="tx745"/>
            <p:cNvSpPr/>
            <p:nvPr/>
          </p:nvSpPr>
          <p:spPr>
            <a:xfrm>
              <a:off x="6949485" y="3755674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746" name="tx746"/>
            <p:cNvSpPr/>
            <p:nvPr/>
          </p:nvSpPr>
          <p:spPr>
            <a:xfrm>
              <a:off x="6949485" y="348226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747" name="tx747"/>
            <p:cNvSpPr/>
            <p:nvPr/>
          </p:nvSpPr>
          <p:spPr>
            <a:xfrm>
              <a:off x="6949485" y="3208863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1654055" y="1600200"/>
              <a:ext cx="5835888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l6"/>
            <p:cNvSpPr/>
            <p:nvPr/>
          </p:nvSpPr>
          <p:spPr>
            <a:xfrm>
              <a:off x="2610961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l7"/>
            <p:cNvSpPr/>
            <p:nvPr/>
          </p:nvSpPr>
          <p:spPr>
            <a:xfrm>
              <a:off x="314013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l8"/>
            <p:cNvSpPr/>
            <p:nvPr/>
          </p:nvSpPr>
          <p:spPr>
            <a:xfrm>
              <a:off x="366931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l9"/>
            <p:cNvSpPr/>
            <p:nvPr/>
          </p:nvSpPr>
          <p:spPr>
            <a:xfrm>
              <a:off x="419848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l10"/>
            <p:cNvSpPr/>
            <p:nvPr/>
          </p:nvSpPr>
          <p:spPr>
            <a:xfrm>
              <a:off x="472766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l11"/>
            <p:cNvSpPr/>
            <p:nvPr/>
          </p:nvSpPr>
          <p:spPr>
            <a:xfrm>
              <a:off x="525683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l12"/>
            <p:cNvSpPr/>
            <p:nvPr/>
          </p:nvSpPr>
          <p:spPr>
            <a:xfrm>
              <a:off x="578601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l13"/>
            <p:cNvSpPr/>
            <p:nvPr/>
          </p:nvSpPr>
          <p:spPr>
            <a:xfrm>
              <a:off x="631518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l14"/>
            <p:cNvSpPr/>
            <p:nvPr/>
          </p:nvSpPr>
          <p:spPr>
            <a:xfrm>
              <a:off x="2201917" y="5407850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5"/>
            <p:cNvSpPr/>
            <p:nvPr/>
          </p:nvSpPr>
          <p:spPr>
            <a:xfrm>
              <a:off x="2201917" y="4757570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l16"/>
            <p:cNvSpPr/>
            <p:nvPr/>
          </p:nvSpPr>
          <p:spPr>
            <a:xfrm>
              <a:off x="2201917" y="410729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l17"/>
            <p:cNvSpPr/>
            <p:nvPr/>
          </p:nvSpPr>
          <p:spPr>
            <a:xfrm>
              <a:off x="2201917" y="345701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l18"/>
            <p:cNvSpPr/>
            <p:nvPr/>
          </p:nvSpPr>
          <p:spPr>
            <a:xfrm>
              <a:off x="2201917" y="280673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g19"/>
            <p:cNvSpPr/>
            <p:nvPr/>
          </p:nvSpPr>
          <p:spPr>
            <a:xfrm>
              <a:off x="5671824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g20"/>
            <p:cNvSpPr/>
            <p:nvPr/>
          </p:nvSpPr>
          <p:spPr>
            <a:xfrm>
              <a:off x="5683461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g21"/>
            <p:cNvSpPr/>
            <p:nvPr/>
          </p:nvSpPr>
          <p:spPr>
            <a:xfrm>
              <a:off x="5695098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g22"/>
            <p:cNvSpPr/>
            <p:nvPr/>
          </p:nvSpPr>
          <p:spPr>
            <a:xfrm>
              <a:off x="5718373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g23"/>
            <p:cNvSpPr/>
            <p:nvPr/>
          </p:nvSpPr>
          <p:spPr>
            <a:xfrm>
              <a:off x="5730010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g24"/>
            <p:cNvSpPr/>
            <p:nvPr/>
          </p:nvSpPr>
          <p:spPr>
            <a:xfrm>
              <a:off x="5741648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g25"/>
            <p:cNvSpPr/>
            <p:nvPr/>
          </p:nvSpPr>
          <p:spPr>
            <a:xfrm>
              <a:off x="6276965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g26"/>
            <p:cNvSpPr/>
            <p:nvPr/>
          </p:nvSpPr>
          <p:spPr>
            <a:xfrm>
              <a:off x="6288602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g27"/>
            <p:cNvSpPr/>
            <p:nvPr/>
          </p:nvSpPr>
          <p:spPr>
            <a:xfrm>
              <a:off x="6300240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g28"/>
            <p:cNvSpPr/>
            <p:nvPr/>
          </p:nvSpPr>
          <p:spPr>
            <a:xfrm>
              <a:off x="5648549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g29"/>
            <p:cNvSpPr/>
            <p:nvPr/>
          </p:nvSpPr>
          <p:spPr>
            <a:xfrm>
              <a:off x="5660186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5671824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g31"/>
            <p:cNvSpPr/>
            <p:nvPr/>
          </p:nvSpPr>
          <p:spPr>
            <a:xfrm>
              <a:off x="5683461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g32"/>
            <p:cNvSpPr/>
            <p:nvPr/>
          </p:nvSpPr>
          <p:spPr>
            <a:xfrm>
              <a:off x="569509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g33"/>
            <p:cNvSpPr/>
            <p:nvPr/>
          </p:nvSpPr>
          <p:spPr>
            <a:xfrm>
              <a:off x="5706736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g34"/>
            <p:cNvSpPr/>
            <p:nvPr/>
          </p:nvSpPr>
          <p:spPr>
            <a:xfrm>
              <a:off x="5718373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g35"/>
            <p:cNvSpPr/>
            <p:nvPr/>
          </p:nvSpPr>
          <p:spPr>
            <a:xfrm>
              <a:off x="5730010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g36"/>
            <p:cNvSpPr/>
            <p:nvPr/>
          </p:nvSpPr>
          <p:spPr>
            <a:xfrm>
              <a:off x="574164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g37"/>
            <p:cNvSpPr/>
            <p:nvPr/>
          </p:nvSpPr>
          <p:spPr>
            <a:xfrm>
              <a:off x="626532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g38"/>
            <p:cNvSpPr/>
            <p:nvPr/>
          </p:nvSpPr>
          <p:spPr>
            <a:xfrm>
              <a:off x="6276965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g39"/>
            <p:cNvSpPr/>
            <p:nvPr/>
          </p:nvSpPr>
          <p:spPr>
            <a:xfrm>
              <a:off x="6288602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g40"/>
            <p:cNvSpPr/>
            <p:nvPr/>
          </p:nvSpPr>
          <p:spPr>
            <a:xfrm>
              <a:off x="6300240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g41"/>
            <p:cNvSpPr/>
            <p:nvPr/>
          </p:nvSpPr>
          <p:spPr>
            <a:xfrm>
              <a:off x="6311877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g42"/>
            <p:cNvSpPr/>
            <p:nvPr/>
          </p:nvSpPr>
          <p:spPr>
            <a:xfrm>
              <a:off x="5636912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g43"/>
            <p:cNvSpPr/>
            <p:nvPr/>
          </p:nvSpPr>
          <p:spPr>
            <a:xfrm>
              <a:off x="5648549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g44"/>
            <p:cNvSpPr/>
            <p:nvPr/>
          </p:nvSpPr>
          <p:spPr>
            <a:xfrm>
              <a:off x="5660186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g45"/>
            <p:cNvSpPr/>
            <p:nvPr/>
          </p:nvSpPr>
          <p:spPr>
            <a:xfrm>
              <a:off x="5671824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g46"/>
            <p:cNvSpPr/>
            <p:nvPr/>
          </p:nvSpPr>
          <p:spPr>
            <a:xfrm>
              <a:off x="5683461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g47"/>
            <p:cNvSpPr/>
            <p:nvPr/>
          </p:nvSpPr>
          <p:spPr>
            <a:xfrm>
              <a:off x="569509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g48"/>
            <p:cNvSpPr/>
            <p:nvPr/>
          </p:nvSpPr>
          <p:spPr>
            <a:xfrm>
              <a:off x="5706736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g49"/>
            <p:cNvSpPr/>
            <p:nvPr/>
          </p:nvSpPr>
          <p:spPr>
            <a:xfrm>
              <a:off x="5718373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g50"/>
            <p:cNvSpPr/>
            <p:nvPr/>
          </p:nvSpPr>
          <p:spPr>
            <a:xfrm>
              <a:off x="5730010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g51"/>
            <p:cNvSpPr/>
            <p:nvPr/>
          </p:nvSpPr>
          <p:spPr>
            <a:xfrm>
              <a:off x="574164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g52"/>
            <p:cNvSpPr/>
            <p:nvPr/>
          </p:nvSpPr>
          <p:spPr>
            <a:xfrm>
              <a:off x="5753285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g53"/>
            <p:cNvSpPr/>
            <p:nvPr/>
          </p:nvSpPr>
          <p:spPr>
            <a:xfrm>
              <a:off x="626532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g54"/>
            <p:cNvSpPr/>
            <p:nvPr/>
          </p:nvSpPr>
          <p:spPr>
            <a:xfrm>
              <a:off x="6276965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g55"/>
            <p:cNvSpPr/>
            <p:nvPr/>
          </p:nvSpPr>
          <p:spPr>
            <a:xfrm>
              <a:off x="6288602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/>
            <p:cNvSpPr/>
            <p:nvPr/>
          </p:nvSpPr>
          <p:spPr>
            <a:xfrm>
              <a:off x="6300240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g57"/>
            <p:cNvSpPr/>
            <p:nvPr/>
          </p:nvSpPr>
          <p:spPr>
            <a:xfrm>
              <a:off x="6311877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/>
            <p:cNvSpPr/>
            <p:nvPr/>
          </p:nvSpPr>
          <p:spPr>
            <a:xfrm>
              <a:off x="557872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g59"/>
            <p:cNvSpPr/>
            <p:nvPr/>
          </p:nvSpPr>
          <p:spPr>
            <a:xfrm>
              <a:off x="5590363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g60"/>
            <p:cNvSpPr/>
            <p:nvPr/>
          </p:nvSpPr>
          <p:spPr>
            <a:xfrm>
              <a:off x="560200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pg61"/>
            <p:cNvSpPr/>
            <p:nvPr/>
          </p:nvSpPr>
          <p:spPr>
            <a:xfrm>
              <a:off x="5613637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g62"/>
            <p:cNvSpPr/>
            <p:nvPr/>
          </p:nvSpPr>
          <p:spPr>
            <a:xfrm>
              <a:off x="562527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g63"/>
            <p:cNvSpPr/>
            <p:nvPr/>
          </p:nvSpPr>
          <p:spPr>
            <a:xfrm>
              <a:off x="5636912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g64"/>
            <p:cNvSpPr/>
            <p:nvPr/>
          </p:nvSpPr>
          <p:spPr>
            <a:xfrm>
              <a:off x="5648549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g65"/>
            <p:cNvSpPr/>
            <p:nvPr/>
          </p:nvSpPr>
          <p:spPr>
            <a:xfrm>
              <a:off x="5660186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g66"/>
            <p:cNvSpPr/>
            <p:nvPr/>
          </p:nvSpPr>
          <p:spPr>
            <a:xfrm>
              <a:off x="5671824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g67"/>
            <p:cNvSpPr/>
            <p:nvPr/>
          </p:nvSpPr>
          <p:spPr>
            <a:xfrm>
              <a:off x="5683461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g68"/>
            <p:cNvSpPr/>
            <p:nvPr/>
          </p:nvSpPr>
          <p:spPr>
            <a:xfrm>
              <a:off x="5695098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g69"/>
            <p:cNvSpPr/>
            <p:nvPr/>
          </p:nvSpPr>
          <p:spPr>
            <a:xfrm>
              <a:off x="5706736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g70"/>
            <p:cNvSpPr/>
            <p:nvPr/>
          </p:nvSpPr>
          <p:spPr>
            <a:xfrm>
              <a:off x="5718373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g71"/>
            <p:cNvSpPr/>
            <p:nvPr/>
          </p:nvSpPr>
          <p:spPr>
            <a:xfrm>
              <a:off x="573001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g72"/>
            <p:cNvSpPr/>
            <p:nvPr/>
          </p:nvSpPr>
          <p:spPr>
            <a:xfrm>
              <a:off x="5741648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g73"/>
            <p:cNvSpPr/>
            <p:nvPr/>
          </p:nvSpPr>
          <p:spPr>
            <a:xfrm>
              <a:off x="627696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g74"/>
            <p:cNvSpPr/>
            <p:nvPr/>
          </p:nvSpPr>
          <p:spPr>
            <a:xfrm>
              <a:off x="6288602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g75"/>
            <p:cNvSpPr/>
            <p:nvPr/>
          </p:nvSpPr>
          <p:spPr>
            <a:xfrm>
              <a:off x="630024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g76"/>
            <p:cNvSpPr/>
            <p:nvPr/>
          </p:nvSpPr>
          <p:spPr>
            <a:xfrm>
              <a:off x="554381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g77"/>
            <p:cNvSpPr/>
            <p:nvPr/>
          </p:nvSpPr>
          <p:spPr>
            <a:xfrm>
              <a:off x="5555451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g78"/>
            <p:cNvSpPr/>
            <p:nvPr/>
          </p:nvSpPr>
          <p:spPr>
            <a:xfrm>
              <a:off x="5567088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g79"/>
            <p:cNvSpPr/>
            <p:nvPr/>
          </p:nvSpPr>
          <p:spPr>
            <a:xfrm>
              <a:off x="5578725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g80"/>
            <p:cNvSpPr/>
            <p:nvPr/>
          </p:nvSpPr>
          <p:spPr>
            <a:xfrm>
              <a:off x="559036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g81"/>
            <p:cNvSpPr/>
            <p:nvPr/>
          </p:nvSpPr>
          <p:spPr>
            <a:xfrm>
              <a:off x="5602000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g82"/>
            <p:cNvSpPr/>
            <p:nvPr/>
          </p:nvSpPr>
          <p:spPr>
            <a:xfrm>
              <a:off x="5613637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g83"/>
            <p:cNvSpPr/>
            <p:nvPr/>
          </p:nvSpPr>
          <p:spPr>
            <a:xfrm>
              <a:off x="5625275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g84"/>
            <p:cNvSpPr/>
            <p:nvPr/>
          </p:nvSpPr>
          <p:spPr>
            <a:xfrm>
              <a:off x="5636912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g85"/>
            <p:cNvSpPr/>
            <p:nvPr/>
          </p:nvSpPr>
          <p:spPr>
            <a:xfrm>
              <a:off x="5648549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/>
            <p:cNvSpPr/>
            <p:nvPr/>
          </p:nvSpPr>
          <p:spPr>
            <a:xfrm>
              <a:off x="5660186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pg87"/>
            <p:cNvSpPr/>
            <p:nvPr/>
          </p:nvSpPr>
          <p:spPr>
            <a:xfrm>
              <a:off x="5671824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pg88"/>
            <p:cNvSpPr/>
            <p:nvPr/>
          </p:nvSpPr>
          <p:spPr>
            <a:xfrm>
              <a:off x="5683461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pg89"/>
            <p:cNvSpPr/>
            <p:nvPr/>
          </p:nvSpPr>
          <p:spPr>
            <a:xfrm>
              <a:off x="5695098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g90"/>
            <p:cNvSpPr/>
            <p:nvPr/>
          </p:nvSpPr>
          <p:spPr>
            <a:xfrm>
              <a:off x="5706736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g91"/>
            <p:cNvSpPr/>
            <p:nvPr/>
          </p:nvSpPr>
          <p:spPr>
            <a:xfrm>
              <a:off x="571837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g92"/>
            <p:cNvSpPr/>
            <p:nvPr/>
          </p:nvSpPr>
          <p:spPr>
            <a:xfrm>
              <a:off x="5730010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g93"/>
            <p:cNvSpPr/>
            <p:nvPr/>
          </p:nvSpPr>
          <p:spPr>
            <a:xfrm>
              <a:off x="6288602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g94"/>
            <p:cNvSpPr/>
            <p:nvPr/>
          </p:nvSpPr>
          <p:spPr>
            <a:xfrm>
              <a:off x="5532176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g95"/>
            <p:cNvSpPr/>
            <p:nvPr/>
          </p:nvSpPr>
          <p:spPr>
            <a:xfrm>
              <a:off x="5543813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g96"/>
            <p:cNvSpPr/>
            <p:nvPr/>
          </p:nvSpPr>
          <p:spPr>
            <a:xfrm>
              <a:off x="5555451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g97"/>
            <p:cNvSpPr/>
            <p:nvPr/>
          </p:nvSpPr>
          <p:spPr>
            <a:xfrm>
              <a:off x="5567088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g98"/>
            <p:cNvSpPr/>
            <p:nvPr/>
          </p:nvSpPr>
          <p:spPr>
            <a:xfrm>
              <a:off x="5578725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g99"/>
            <p:cNvSpPr/>
            <p:nvPr/>
          </p:nvSpPr>
          <p:spPr>
            <a:xfrm>
              <a:off x="5590363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g100"/>
            <p:cNvSpPr/>
            <p:nvPr/>
          </p:nvSpPr>
          <p:spPr>
            <a:xfrm>
              <a:off x="5602000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g101"/>
            <p:cNvSpPr/>
            <p:nvPr/>
          </p:nvSpPr>
          <p:spPr>
            <a:xfrm>
              <a:off x="5613637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g102"/>
            <p:cNvSpPr/>
            <p:nvPr/>
          </p:nvSpPr>
          <p:spPr>
            <a:xfrm>
              <a:off x="5625275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g103"/>
            <p:cNvSpPr/>
            <p:nvPr/>
          </p:nvSpPr>
          <p:spPr>
            <a:xfrm>
              <a:off x="5636912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g104"/>
            <p:cNvSpPr/>
            <p:nvPr/>
          </p:nvSpPr>
          <p:spPr>
            <a:xfrm>
              <a:off x="5648549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g105"/>
            <p:cNvSpPr/>
            <p:nvPr/>
          </p:nvSpPr>
          <p:spPr>
            <a:xfrm>
              <a:off x="5660186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g106"/>
            <p:cNvSpPr/>
            <p:nvPr/>
          </p:nvSpPr>
          <p:spPr>
            <a:xfrm>
              <a:off x="5671824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g107"/>
            <p:cNvSpPr/>
            <p:nvPr/>
          </p:nvSpPr>
          <p:spPr>
            <a:xfrm>
              <a:off x="5683461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g108"/>
            <p:cNvSpPr/>
            <p:nvPr/>
          </p:nvSpPr>
          <p:spPr>
            <a:xfrm>
              <a:off x="5695098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g109"/>
            <p:cNvSpPr/>
            <p:nvPr/>
          </p:nvSpPr>
          <p:spPr>
            <a:xfrm>
              <a:off x="5508901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g110"/>
            <p:cNvSpPr/>
            <p:nvPr/>
          </p:nvSpPr>
          <p:spPr>
            <a:xfrm>
              <a:off x="5520539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g111"/>
            <p:cNvSpPr/>
            <p:nvPr/>
          </p:nvSpPr>
          <p:spPr>
            <a:xfrm>
              <a:off x="5532176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g112"/>
            <p:cNvSpPr/>
            <p:nvPr/>
          </p:nvSpPr>
          <p:spPr>
            <a:xfrm>
              <a:off x="5543813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g113"/>
            <p:cNvSpPr/>
            <p:nvPr/>
          </p:nvSpPr>
          <p:spPr>
            <a:xfrm>
              <a:off x="5555451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g114"/>
            <p:cNvSpPr/>
            <p:nvPr/>
          </p:nvSpPr>
          <p:spPr>
            <a:xfrm>
              <a:off x="5567088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pg115"/>
            <p:cNvSpPr/>
            <p:nvPr/>
          </p:nvSpPr>
          <p:spPr>
            <a:xfrm>
              <a:off x="5578725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g116"/>
            <p:cNvSpPr/>
            <p:nvPr/>
          </p:nvSpPr>
          <p:spPr>
            <a:xfrm>
              <a:off x="5590363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pg117"/>
            <p:cNvSpPr/>
            <p:nvPr/>
          </p:nvSpPr>
          <p:spPr>
            <a:xfrm>
              <a:off x="5602000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g118"/>
            <p:cNvSpPr/>
            <p:nvPr/>
          </p:nvSpPr>
          <p:spPr>
            <a:xfrm>
              <a:off x="5613637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pg119"/>
            <p:cNvSpPr/>
            <p:nvPr/>
          </p:nvSpPr>
          <p:spPr>
            <a:xfrm>
              <a:off x="5625275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pg120"/>
            <p:cNvSpPr/>
            <p:nvPr/>
          </p:nvSpPr>
          <p:spPr>
            <a:xfrm>
              <a:off x="5636912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pg121"/>
            <p:cNvSpPr/>
            <p:nvPr/>
          </p:nvSpPr>
          <p:spPr>
            <a:xfrm>
              <a:off x="5648549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pg122"/>
            <p:cNvSpPr/>
            <p:nvPr/>
          </p:nvSpPr>
          <p:spPr>
            <a:xfrm>
              <a:off x="5660186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g123"/>
            <p:cNvSpPr/>
            <p:nvPr/>
          </p:nvSpPr>
          <p:spPr>
            <a:xfrm>
              <a:off x="5473989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g124"/>
            <p:cNvSpPr/>
            <p:nvPr/>
          </p:nvSpPr>
          <p:spPr>
            <a:xfrm>
              <a:off x="5485627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g125"/>
            <p:cNvSpPr/>
            <p:nvPr/>
          </p:nvSpPr>
          <p:spPr>
            <a:xfrm>
              <a:off x="5497264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g126"/>
            <p:cNvSpPr/>
            <p:nvPr/>
          </p:nvSpPr>
          <p:spPr>
            <a:xfrm>
              <a:off x="5508901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g127"/>
            <p:cNvSpPr/>
            <p:nvPr/>
          </p:nvSpPr>
          <p:spPr>
            <a:xfrm>
              <a:off x="5520539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g128"/>
            <p:cNvSpPr/>
            <p:nvPr/>
          </p:nvSpPr>
          <p:spPr>
            <a:xfrm>
              <a:off x="5532176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g129"/>
            <p:cNvSpPr/>
            <p:nvPr/>
          </p:nvSpPr>
          <p:spPr>
            <a:xfrm>
              <a:off x="5543813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g130"/>
            <p:cNvSpPr/>
            <p:nvPr/>
          </p:nvSpPr>
          <p:spPr>
            <a:xfrm>
              <a:off x="5555451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g131"/>
            <p:cNvSpPr/>
            <p:nvPr/>
          </p:nvSpPr>
          <p:spPr>
            <a:xfrm>
              <a:off x="5567088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g132"/>
            <p:cNvSpPr/>
            <p:nvPr/>
          </p:nvSpPr>
          <p:spPr>
            <a:xfrm>
              <a:off x="5578725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g133"/>
            <p:cNvSpPr/>
            <p:nvPr/>
          </p:nvSpPr>
          <p:spPr>
            <a:xfrm>
              <a:off x="5590363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pg134"/>
            <p:cNvSpPr/>
            <p:nvPr/>
          </p:nvSpPr>
          <p:spPr>
            <a:xfrm>
              <a:off x="5602000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pg135"/>
            <p:cNvSpPr/>
            <p:nvPr/>
          </p:nvSpPr>
          <p:spPr>
            <a:xfrm>
              <a:off x="5613637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pg136"/>
            <p:cNvSpPr/>
            <p:nvPr/>
          </p:nvSpPr>
          <p:spPr>
            <a:xfrm>
              <a:off x="5625275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pg137"/>
            <p:cNvSpPr/>
            <p:nvPr/>
          </p:nvSpPr>
          <p:spPr>
            <a:xfrm>
              <a:off x="5450715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pg138"/>
            <p:cNvSpPr/>
            <p:nvPr/>
          </p:nvSpPr>
          <p:spPr>
            <a:xfrm>
              <a:off x="5462352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pg139"/>
            <p:cNvSpPr/>
            <p:nvPr/>
          </p:nvSpPr>
          <p:spPr>
            <a:xfrm>
              <a:off x="5473989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pg140"/>
            <p:cNvSpPr/>
            <p:nvPr/>
          </p:nvSpPr>
          <p:spPr>
            <a:xfrm>
              <a:off x="5485627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pg141"/>
            <p:cNvSpPr/>
            <p:nvPr/>
          </p:nvSpPr>
          <p:spPr>
            <a:xfrm>
              <a:off x="5497264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pg142"/>
            <p:cNvSpPr/>
            <p:nvPr/>
          </p:nvSpPr>
          <p:spPr>
            <a:xfrm>
              <a:off x="5508901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pg143"/>
            <p:cNvSpPr/>
            <p:nvPr/>
          </p:nvSpPr>
          <p:spPr>
            <a:xfrm>
              <a:off x="5520539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pg144"/>
            <p:cNvSpPr/>
            <p:nvPr/>
          </p:nvSpPr>
          <p:spPr>
            <a:xfrm>
              <a:off x="5532176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pg145"/>
            <p:cNvSpPr/>
            <p:nvPr/>
          </p:nvSpPr>
          <p:spPr>
            <a:xfrm>
              <a:off x="5543813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pg146"/>
            <p:cNvSpPr/>
            <p:nvPr/>
          </p:nvSpPr>
          <p:spPr>
            <a:xfrm>
              <a:off x="5555451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pg147"/>
            <p:cNvSpPr/>
            <p:nvPr/>
          </p:nvSpPr>
          <p:spPr>
            <a:xfrm>
              <a:off x="5567088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pg148"/>
            <p:cNvSpPr/>
            <p:nvPr/>
          </p:nvSpPr>
          <p:spPr>
            <a:xfrm>
              <a:off x="5578725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pg149"/>
            <p:cNvSpPr/>
            <p:nvPr/>
          </p:nvSpPr>
          <p:spPr>
            <a:xfrm>
              <a:off x="5439077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pg150"/>
            <p:cNvSpPr/>
            <p:nvPr/>
          </p:nvSpPr>
          <p:spPr>
            <a:xfrm>
              <a:off x="5450715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pg151"/>
            <p:cNvSpPr/>
            <p:nvPr/>
          </p:nvSpPr>
          <p:spPr>
            <a:xfrm>
              <a:off x="5462352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pg152"/>
            <p:cNvSpPr/>
            <p:nvPr/>
          </p:nvSpPr>
          <p:spPr>
            <a:xfrm>
              <a:off x="5473989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pg153"/>
            <p:cNvSpPr/>
            <p:nvPr/>
          </p:nvSpPr>
          <p:spPr>
            <a:xfrm>
              <a:off x="5485627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pg154"/>
            <p:cNvSpPr/>
            <p:nvPr/>
          </p:nvSpPr>
          <p:spPr>
            <a:xfrm>
              <a:off x="5497264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pg155"/>
            <p:cNvSpPr/>
            <p:nvPr/>
          </p:nvSpPr>
          <p:spPr>
            <a:xfrm>
              <a:off x="5508901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pg156"/>
            <p:cNvSpPr/>
            <p:nvPr/>
          </p:nvSpPr>
          <p:spPr>
            <a:xfrm>
              <a:off x="5520539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pg157"/>
            <p:cNvSpPr/>
            <p:nvPr/>
          </p:nvSpPr>
          <p:spPr>
            <a:xfrm>
              <a:off x="5532176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pg158"/>
            <p:cNvSpPr/>
            <p:nvPr/>
          </p:nvSpPr>
          <p:spPr>
            <a:xfrm>
              <a:off x="5543813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pg159"/>
            <p:cNvSpPr/>
            <p:nvPr/>
          </p:nvSpPr>
          <p:spPr>
            <a:xfrm>
              <a:off x="5555451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pg160"/>
            <p:cNvSpPr/>
            <p:nvPr/>
          </p:nvSpPr>
          <p:spPr>
            <a:xfrm>
              <a:off x="5427440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pg161"/>
            <p:cNvSpPr/>
            <p:nvPr/>
          </p:nvSpPr>
          <p:spPr>
            <a:xfrm>
              <a:off x="5439077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pg162"/>
            <p:cNvSpPr/>
            <p:nvPr/>
          </p:nvSpPr>
          <p:spPr>
            <a:xfrm>
              <a:off x="5450715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pg163"/>
            <p:cNvSpPr/>
            <p:nvPr/>
          </p:nvSpPr>
          <p:spPr>
            <a:xfrm>
              <a:off x="5462352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pg164"/>
            <p:cNvSpPr/>
            <p:nvPr/>
          </p:nvSpPr>
          <p:spPr>
            <a:xfrm>
              <a:off x="5473989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pg165"/>
            <p:cNvSpPr/>
            <p:nvPr/>
          </p:nvSpPr>
          <p:spPr>
            <a:xfrm>
              <a:off x="5485627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pg166"/>
            <p:cNvSpPr/>
            <p:nvPr/>
          </p:nvSpPr>
          <p:spPr>
            <a:xfrm>
              <a:off x="5497264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pg167"/>
            <p:cNvSpPr/>
            <p:nvPr/>
          </p:nvSpPr>
          <p:spPr>
            <a:xfrm>
              <a:off x="5508901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pg168"/>
            <p:cNvSpPr/>
            <p:nvPr/>
          </p:nvSpPr>
          <p:spPr>
            <a:xfrm>
              <a:off x="5520539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pg169"/>
            <p:cNvSpPr/>
            <p:nvPr/>
          </p:nvSpPr>
          <p:spPr>
            <a:xfrm>
              <a:off x="5532176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pg170"/>
            <p:cNvSpPr/>
            <p:nvPr/>
          </p:nvSpPr>
          <p:spPr>
            <a:xfrm>
              <a:off x="5415803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pg171"/>
            <p:cNvSpPr/>
            <p:nvPr/>
          </p:nvSpPr>
          <p:spPr>
            <a:xfrm>
              <a:off x="5427440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pg172"/>
            <p:cNvSpPr/>
            <p:nvPr/>
          </p:nvSpPr>
          <p:spPr>
            <a:xfrm>
              <a:off x="5439077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pg173"/>
            <p:cNvSpPr/>
            <p:nvPr/>
          </p:nvSpPr>
          <p:spPr>
            <a:xfrm>
              <a:off x="5450715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pg174"/>
            <p:cNvSpPr/>
            <p:nvPr/>
          </p:nvSpPr>
          <p:spPr>
            <a:xfrm>
              <a:off x="5462352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pg175"/>
            <p:cNvSpPr/>
            <p:nvPr/>
          </p:nvSpPr>
          <p:spPr>
            <a:xfrm>
              <a:off x="5473989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pg176"/>
            <p:cNvSpPr/>
            <p:nvPr/>
          </p:nvSpPr>
          <p:spPr>
            <a:xfrm>
              <a:off x="5485627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pg177"/>
            <p:cNvSpPr/>
            <p:nvPr/>
          </p:nvSpPr>
          <p:spPr>
            <a:xfrm>
              <a:off x="5497264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pg178"/>
            <p:cNvSpPr/>
            <p:nvPr/>
          </p:nvSpPr>
          <p:spPr>
            <a:xfrm>
              <a:off x="5508901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pg179"/>
            <p:cNvSpPr/>
            <p:nvPr/>
          </p:nvSpPr>
          <p:spPr>
            <a:xfrm>
              <a:off x="5380891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pg180"/>
            <p:cNvSpPr/>
            <p:nvPr/>
          </p:nvSpPr>
          <p:spPr>
            <a:xfrm>
              <a:off x="5392528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pg181"/>
            <p:cNvSpPr/>
            <p:nvPr/>
          </p:nvSpPr>
          <p:spPr>
            <a:xfrm>
              <a:off x="5404165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pg182"/>
            <p:cNvSpPr/>
            <p:nvPr/>
          </p:nvSpPr>
          <p:spPr>
            <a:xfrm>
              <a:off x="5415803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pg183"/>
            <p:cNvSpPr/>
            <p:nvPr/>
          </p:nvSpPr>
          <p:spPr>
            <a:xfrm>
              <a:off x="5427440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pg184"/>
            <p:cNvSpPr/>
            <p:nvPr/>
          </p:nvSpPr>
          <p:spPr>
            <a:xfrm>
              <a:off x="5439077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pg185"/>
            <p:cNvSpPr/>
            <p:nvPr/>
          </p:nvSpPr>
          <p:spPr>
            <a:xfrm>
              <a:off x="5450715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pg186"/>
            <p:cNvSpPr/>
            <p:nvPr/>
          </p:nvSpPr>
          <p:spPr>
            <a:xfrm>
              <a:off x="5462352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pg187"/>
            <p:cNvSpPr/>
            <p:nvPr/>
          </p:nvSpPr>
          <p:spPr>
            <a:xfrm>
              <a:off x="5473989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pg188"/>
            <p:cNvSpPr/>
            <p:nvPr/>
          </p:nvSpPr>
          <p:spPr>
            <a:xfrm>
              <a:off x="5485627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pg189"/>
            <p:cNvSpPr/>
            <p:nvPr/>
          </p:nvSpPr>
          <p:spPr>
            <a:xfrm>
              <a:off x="5369253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pg190"/>
            <p:cNvSpPr/>
            <p:nvPr/>
          </p:nvSpPr>
          <p:spPr>
            <a:xfrm>
              <a:off x="5380891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pg191"/>
            <p:cNvSpPr/>
            <p:nvPr/>
          </p:nvSpPr>
          <p:spPr>
            <a:xfrm>
              <a:off x="5392528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pg192"/>
            <p:cNvSpPr/>
            <p:nvPr/>
          </p:nvSpPr>
          <p:spPr>
            <a:xfrm>
              <a:off x="5404165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pg193"/>
            <p:cNvSpPr/>
            <p:nvPr/>
          </p:nvSpPr>
          <p:spPr>
            <a:xfrm>
              <a:off x="5415803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pg194"/>
            <p:cNvSpPr/>
            <p:nvPr/>
          </p:nvSpPr>
          <p:spPr>
            <a:xfrm>
              <a:off x="5427440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pg195"/>
            <p:cNvSpPr/>
            <p:nvPr/>
          </p:nvSpPr>
          <p:spPr>
            <a:xfrm>
              <a:off x="5439077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pg196"/>
            <p:cNvSpPr/>
            <p:nvPr/>
          </p:nvSpPr>
          <p:spPr>
            <a:xfrm>
              <a:off x="5450715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pg197"/>
            <p:cNvSpPr/>
            <p:nvPr/>
          </p:nvSpPr>
          <p:spPr>
            <a:xfrm>
              <a:off x="5462352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pg198"/>
            <p:cNvSpPr/>
            <p:nvPr/>
          </p:nvSpPr>
          <p:spPr>
            <a:xfrm>
              <a:off x="6311877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pg199"/>
            <p:cNvSpPr/>
            <p:nvPr/>
          </p:nvSpPr>
          <p:spPr>
            <a:xfrm>
              <a:off x="531106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pg200"/>
            <p:cNvSpPr/>
            <p:nvPr/>
          </p:nvSpPr>
          <p:spPr>
            <a:xfrm>
              <a:off x="5322704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pg201"/>
            <p:cNvSpPr/>
            <p:nvPr/>
          </p:nvSpPr>
          <p:spPr>
            <a:xfrm>
              <a:off x="5334341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pg202"/>
            <p:cNvSpPr/>
            <p:nvPr/>
          </p:nvSpPr>
          <p:spPr>
            <a:xfrm>
              <a:off x="5345979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pg203"/>
            <p:cNvSpPr/>
            <p:nvPr/>
          </p:nvSpPr>
          <p:spPr>
            <a:xfrm>
              <a:off x="5357616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pg204"/>
            <p:cNvSpPr/>
            <p:nvPr/>
          </p:nvSpPr>
          <p:spPr>
            <a:xfrm>
              <a:off x="5369253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pg205"/>
            <p:cNvSpPr/>
            <p:nvPr/>
          </p:nvSpPr>
          <p:spPr>
            <a:xfrm>
              <a:off x="5380891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pg206"/>
            <p:cNvSpPr/>
            <p:nvPr/>
          </p:nvSpPr>
          <p:spPr>
            <a:xfrm>
              <a:off x="5392528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pg207"/>
            <p:cNvSpPr/>
            <p:nvPr/>
          </p:nvSpPr>
          <p:spPr>
            <a:xfrm>
              <a:off x="540416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pg208"/>
            <p:cNvSpPr/>
            <p:nvPr/>
          </p:nvSpPr>
          <p:spPr>
            <a:xfrm>
              <a:off x="5415803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pg209"/>
            <p:cNvSpPr/>
            <p:nvPr/>
          </p:nvSpPr>
          <p:spPr>
            <a:xfrm>
              <a:off x="5427440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pg210"/>
            <p:cNvSpPr/>
            <p:nvPr/>
          </p:nvSpPr>
          <p:spPr>
            <a:xfrm>
              <a:off x="543907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pg211"/>
            <p:cNvSpPr/>
            <p:nvPr/>
          </p:nvSpPr>
          <p:spPr>
            <a:xfrm>
              <a:off x="545071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pg212"/>
            <p:cNvSpPr/>
            <p:nvPr/>
          </p:nvSpPr>
          <p:spPr>
            <a:xfrm>
              <a:off x="627696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pg213"/>
            <p:cNvSpPr/>
            <p:nvPr/>
          </p:nvSpPr>
          <p:spPr>
            <a:xfrm>
              <a:off x="6288602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pg214"/>
            <p:cNvSpPr/>
            <p:nvPr/>
          </p:nvSpPr>
          <p:spPr>
            <a:xfrm>
              <a:off x="6300240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pg215"/>
            <p:cNvSpPr/>
            <p:nvPr/>
          </p:nvSpPr>
          <p:spPr>
            <a:xfrm>
              <a:off x="631187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pg216"/>
            <p:cNvSpPr/>
            <p:nvPr/>
          </p:nvSpPr>
          <p:spPr>
            <a:xfrm>
              <a:off x="6323514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pg217"/>
            <p:cNvSpPr/>
            <p:nvPr/>
          </p:nvSpPr>
          <p:spPr>
            <a:xfrm>
              <a:off x="5299429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pg218"/>
            <p:cNvSpPr/>
            <p:nvPr/>
          </p:nvSpPr>
          <p:spPr>
            <a:xfrm>
              <a:off x="531106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pg219"/>
            <p:cNvSpPr/>
            <p:nvPr/>
          </p:nvSpPr>
          <p:spPr>
            <a:xfrm>
              <a:off x="532270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pg220"/>
            <p:cNvSpPr/>
            <p:nvPr/>
          </p:nvSpPr>
          <p:spPr>
            <a:xfrm>
              <a:off x="533434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pg221"/>
            <p:cNvSpPr/>
            <p:nvPr/>
          </p:nvSpPr>
          <p:spPr>
            <a:xfrm>
              <a:off x="5345979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pg222"/>
            <p:cNvSpPr/>
            <p:nvPr/>
          </p:nvSpPr>
          <p:spPr>
            <a:xfrm>
              <a:off x="5357616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pg223"/>
            <p:cNvSpPr/>
            <p:nvPr/>
          </p:nvSpPr>
          <p:spPr>
            <a:xfrm>
              <a:off x="5369253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pg224"/>
            <p:cNvSpPr/>
            <p:nvPr/>
          </p:nvSpPr>
          <p:spPr>
            <a:xfrm>
              <a:off x="538089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pg225"/>
            <p:cNvSpPr/>
            <p:nvPr/>
          </p:nvSpPr>
          <p:spPr>
            <a:xfrm>
              <a:off x="539252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pg226"/>
            <p:cNvSpPr/>
            <p:nvPr/>
          </p:nvSpPr>
          <p:spPr>
            <a:xfrm>
              <a:off x="5404165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pg227"/>
            <p:cNvSpPr/>
            <p:nvPr/>
          </p:nvSpPr>
          <p:spPr>
            <a:xfrm>
              <a:off x="5415803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pg228"/>
            <p:cNvSpPr/>
            <p:nvPr/>
          </p:nvSpPr>
          <p:spPr>
            <a:xfrm>
              <a:off x="542744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pg229"/>
            <p:cNvSpPr/>
            <p:nvPr/>
          </p:nvSpPr>
          <p:spPr>
            <a:xfrm>
              <a:off x="543907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pg230"/>
            <p:cNvSpPr/>
            <p:nvPr/>
          </p:nvSpPr>
          <p:spPr>
            <a:xfrm>
              <a:off x="6183866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pg231"/>
            <p:cNvSpPr/>
            <p:nvPr/>
          </p:nvSpPr>
          <p:spPr>
            <a:xfrm>
              <a:off x="619550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pg232"/>
            <p:cNvSpPr/>
            <p:nvPr/>
          </p:nvSpPr>
          <p:spPr>
            <a:xfrm>
              <a:off x="620714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pg233"/>
            <p:cNvSpPr/>
            <p:nvPr/>
          </p:nvSpPr>
          <p:spPr>
            <a:xfrm>
              <a:off x="621877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pg234"/>
            <p:cNvSpPr/>
            <p:nvPr/>
          </p:nvSpPr>
          <p:spPr>
            <a:xfrm>
              <a:off x="625369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pg235"/>
            <p:cNvSpPr/>
            <p:nvPr/>
          </p:nvSpPr>
          <p:spPr>
            <a:xfrm>
              <a:off x="626532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pg236"/>
            <p:cNvSpPr/>
            <p:nvPr/>
          </p:nvSpPr>
          <p:spPr>
            <a:xfrm>
              <a:off x="6276965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pg237"/>
            <p:cNvSpPr/>
            <p:nvPr/>
          </p:nvSpPr>
          <p:spPr>
            <a:xfrm>
              <a:off x="6288602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pg238"/>
            <p:cNvSpPr/>
            <p:nvPr/>
          </p:nvSpPr>
          <p:spPr>
            <a:xfrm>
              <a:off x="630024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pg239"/>
            <p:cNvSpPr/>
            <p:nvPr/>
          </p:nvSpPr>
          <p:spPr>
            <a:xfrm>
              <a:off x="631187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pg240"/>
            <p:cNvSpPr/>
            <p:nvPr/>
          </p:nvSpPr>
          <p:spPr>
            <a:xfrm>
              <a:off x="632351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pg241"/>
            <p:cNvSpPr/>
            <p:nvPr/>
          </p:nvSpPr>
          <p:spPr>
            <a:xfrm>
              <a:off x="6335152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pg242"/>
            <p:cNvSpPr/>
            <p:nvPr/>
          </p:nvSpPr>
          <p:spPr>
            <a:xfrm>
              <a:off x="529942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pg243"/>
            <p:cNvSpPr/>
            <p:nvPr/>
          </p:nvSpPr>
          <p:spPr>
            <a:xfrm>
              <a:off x="5311067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pg244"/>
            <p:cNvSpPr/>
            <p:nvPr/>
          </p:nvSpPr>
          <p:spPr>
            <a:xfrm>
              <a:off x="532270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pg245"/>
            <p:cNvSpPr/>
            <p:nvPr/>
          </p:nvSpPr>
          <p:spPr>
            <a:xfrm>
              <a:off x="533434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pg246"/>
            <p:cNvSpPr/>
            <p:nvPr/>
          </p:nvSpPr>
          <p:spPr>
            <a:xfrm>
              <a:off x="534597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pg247"/>
            <p:cNvSpPr/>
            <p:nvPr/>
          </p:nvSpPr>
          <p:spPr>
            <a:xfrm>
              <a:off x="535761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pg248"/>
            <p:cNvSpPr/>
            <p:nvPr/>
          </p:nvSpPr>
          <p:spPr>
            <a:xfrm>
              <a:off x="536925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pg249"/>
            <p:cNvSpPr/>
            <p:nvPr/>
          </p:nvSpPr>
          <p:spPr>
            <a:xfrm>
              <a:off x="538089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pg250"/>
            <p:cNvSpPr/>
            <p:nvPr/>
          </p:nvSpPr>
          <p:spPr>
            <a:xfrm>
              <a:off x="539252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pg251"/>
            <p:cNvSpPr/>
            <p:nvPr/>
          </p:nvSpPr>
          <p:spPr>
            <a:xfrm>
              <a:off x="5404165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pg252"/>
            <p:cNvSpPr/>
            <p:nvPr/>
          </p:nvSpPr>
          <p:spPr>
            <a:xfrm>
              <a:off x="541580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pg253"/>
            <p:cNvSpPr/>
            <p:nvPr/>
          </p:nvSpPr>
          <p:spPr>
            <a:xfrm>
              <a:off x="542744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pg254"/>
            <p:cNvSpPr/>
            <p:nvPr/>
          </p:nvSpPr>
          <p:spPr>
            <a:xfrm>
              <a:off x="617222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pg255"/>
            <p:cNvSpPr/>
            <p:nvPr/>
          </p:nvSpPr>
          <p:spPr>
            <a:xfrm>
              <a:off x="618386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pg256"/>
            <p:cNvSpPr/>
            <p:nvPr/>
          </p:nvSpPr>
          <p:spPr>
            <a:xfrm>
              <a:off x="619550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pg257"/>
            <p:cNvSpPr/>
            <p:nvPr/>
          </p:nvSpPr>
          <p:spPr>
            <a:xfrm>
              <a:off x="620714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pg258"/>
            <p:cNvSpPr/>
            <p:nvPr/>
          </p:nvSpPr>
          <p:spPr>
            <a:xfrm>
              <a:off x="621877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pg259"/>
            <p:cNvSpPr/>
            <p:nvPr/>
          </p:nvSpPr>
          <p:spPr>
            <a:xfrm>
              <a:off x="623041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pg260"/>
            <p:cNvSpPr/>
            <p:nvPr/>
          </p:nvSpPr>
          <p:spPr>
            <a:xfrm>
              <a:off x="624205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pg261"/>
            <p:cNvSpPr/>
            <p:nvPr/>
          </p:nvSpPr>
          <p:spPr>
            <a:xfrm>
              <a:off x="625369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pg262"/>
            <p:cNvSpPr/>
            <p:nvPr/>
          </p:nvSpPr>
          <p:spPr>
            <a:xfrm>
              <a:off x="626532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pg263"/>
            <p:cNvSpPr/>
            <p:nvPr/>
          </p:nvSpPr>
          <p:spPr>
            <a:xfrm>
              <a:off x="6276965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pg264"/>
            <p:cNvSpPr/>
            <p:nvPr/>
          </p:nvSpPr>
          <p:spPr>
            <a:xfrm>
              <a:off x="6288602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pg265"/>
            <p:cNvSpPr/>
            <p:nvPr/>
          </p:nvSpPr>
          <p:spPr>
            <a:xfrm>
              <a:off x="630024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pg266"/>
            <p:cNvSpPr/>
            <p:nvPr/>
          </p:nvSpPr>
          <p:spPr>
            <a:xfrm>
              <a:off x="6311877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pg267"/>
            <p:cNvSpPr/>
            <p:nvPr/>
          </p:nvSpPr>
          <p:spPr>
            <a:xfrm>
              <a:off x="632351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pg268"/>
            <p:cNvSpPr/>
            <p:nvPr/>
          </p:nvSpPr>
          <p:spPr>
            <a:xfrm>
              <a:off x="529942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pg269"/>
            <p:cNvSpPr/>
            <p:nvPr/>
          </p:nvSpPr>
          <p:spPr>
            <a:xfrm>
              <a:off x="5311067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pg270"/>
            <p:cNvSpPr/>
            <p:nvPr/>
          </p:nvSpPr>
          <p:spPr>
            <a:xfrm>
              <a:off x="532270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pg271"/>
            <p:cNvSpPr/>
            <p:nvPr/>
          </p:nvSpPr>
          <p:spPr>
            <a:xfrm>
              <a:off x="533434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pg272"/>
            <p:cNvSpPr/>
            <p:nvPr/>
          </p:nvSpPr>
          <p:spPr>
            <a:xfrm>
              <a:off x="534597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pg273"/>
            <p:cNvSpPr/>
            <p:nvPr/>
          </p:nvSpPr>
          <p:spPr>
            <a:xfrm>
              <a:off x="535761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pg274"/>
            <p:cNvSpPr/>
            <p:nvPr/>
          </p:nvSpPr>
          <p:spPr>
            <a:xfrm>
              <a:off x="536925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pg275"/>
            <p:cNvSpPr/>
            <p:nvPr/>
          </p:nvSpPr>
          <p:spPr>
            <a:xfrm>
              <a:off x="538089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pg276"/>
            <p:cNvSpPr/>
            <p:nvPr/>
          </p:nvSpPr>
          <p:spPr>
            <a:xfrm>
              <a:off x="539252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pg277"/>
            <p:cNvSpPr/>
            <p:nvPr/>
          </p:nvSpPr>
          <p:spPr>
            <a:xfrm>
              <a:off x="540416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pg278"/>
            <p:cNvSpPr/>
            <p:nvPr/>
          </p:nvSpPr>
          <p:spPr>
            <a:xfrm>
              <a:off x="541580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pg279"/>
            <p:cNvSpPr/>
            <p:nvPr/>
          </p:nvSpPr>
          <p:spPr>
            <a:xfrm>
              <a:off x="542744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pg280"/>
            <p:cNvSpPr/>
            <p:nvPr/>
          </p:nvSpPr>
          <p:spPr>
            <a:xfrm>
              <a:off x="607913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pg281"/>
            <p:cNvSpPr/>
            <p:nvPr/>
          </p:nvSpPr>
          <p:spPr>
            <a:xfrm>
              <a:off x="609076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pg282"/>
            <p:cNvSpPr/>
            <p:nvPr/>
          </p:nvSpPr>
          <p:spPr>
            <a:xfrm>
              <a:off x="610240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pg283"/>
            <p:cNvSpPr/>
            <p:nvPr/>
          </p:nvSpPr>
          <p:spPr>
            <a:xfrm>
              <a:off x="611404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pg284"/>
            <p:cNvSpPr/>
            <p:nvPr/>
          </p:nvSpPr>
          <p:spPr>
            <a:xfrm>
              <a:off x="614895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pg285"/>
            <p:cNvSpPr/>
            <p:nvPr/>
          </p:nvSpPr>
          <p:spPr>
            <a:xfrm>
              <a:off x="616059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pg286"/>
            <p:cNvSpPr/>
            <p:nvPr/>
          </p:nvSpPr>
          <p:spPr>
            <a:xfrm>
              <a:off x="617222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pg287"/>
            <p:cNvSpPr/>
            <p:nvPr/>
          </p:nvSpPr>
          <p:spPr>
            <a:xfrm>
              <a:off x="618386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pg288"/>
            <p:cNvSpPr/>
            <p:nvPr/>
          </p:nvSpPr>
          <p:spPr>
            <a:xfrm>
              <a:off x="619550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pg289"/>
            <p:cNvSpPr/>
            <p:nvPr/>
          </p:nvSpPr>
          <p:spPr>
            <a:xfrm>
              <a:off x="620714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pg290"/>
            <p:cNvSpPr/>
            <p:nvPr/>
          </p:nvSpPr>
          <p:spPr>
            <a:xfrm>
              <a:off x="621877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pg291"/>
            <p:cNvSpPr/>
            <p:nvPr/>
          </p:nvSpPr>
          <p:spPr>
            <a:xfrm>
              <a:off x="623041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pg292"/>
            <p:cNvSpPr/>
            <p:nvPr/>
          </p:nvSpPr>
          <p:spPr>
            <a:xfrm>
              <a:off x="624205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pg293"/>
            <p:cNvSpPr/>
            <p:nvPr/>
          </p:nvSpPr>
          <p:spPr>
            <a:xfrm>
              <a:off x="625369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pg294"/>
            <p:cNvSpPr/>
            <p:nvPr/>
          </p:nvSpPr>
          <p:spPr>
            <a:xfrm>
              <a:off x="626532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pg295"/>
            <p:cNvSpPr/>
            <p:nvPr/>
          </p:nvSpPr>
          <p:spPr>
            <a:xfrm>
              <a:off x="627696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pg296"/>
            <p:cNvSpPr/>
            <p:nvPr/>
          </p:nvSpPr>
          <p:spPr>
            <a:xfrm>
              <a:off x="628860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pg297"/>
            <p:cNvSpPr/>
            <p:nvPr/>
          </p:nvSpPr>
          <p:spPr>
            <a:xfrm>
              <a:off x="630024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pg298"/>
            <p:cNvSpPr/>
            <p:nvPr/>
          </p:nvSpPr>
          <p:spPr>
            <a:xfrm>
              <a:off x="6311877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pg299"/>
            <p:cNvSpPr/>
            <p:nvPr/>
          </p:nvSpPr>
          <p:spPr>
            <a:xfrm>
              <a:off x="632351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pg300"/>
            <p:cNvSpPr/>
            <p:nvPr/>
          </p:nvSpPr>
          <p:spPr>
            <a:xfrm>
              <a:off x="528779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pg301"/>
            <p:cNvSpPr/>
            <p:nvPr/>
          </p:nvSpPr>
          <p:spPr>
            <a:xfrm>
              <a:off x="529942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pg302"/>
            <p:cNvSpPr/>
            <p:nvPr/>
          </p:nvSpPr>
          <p:spPr>
            <a:xfrm>
              <a:off x="531106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pg303"/>
            <p:cNvSpPr/>
            <p:nvPr/>
          </p:nvSpPr>
          <p:spPr>
            <a:xfrm>
              <a:off x="532270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pg304"/>
            <p:cNvSpPr/>
            <p:nvPr/>
          </p:nvSpPr>
          <p:spPr>
            <a:xfrm>
              <a:off x="533434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pg305"/>
            <p:cNvSpPr/>
            <p:nvPr/>
          </p:nvSpPr>
          <p:spPr>
            <a:xfrm>
              <a:off x="534597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pg306"/>
            <p:cNvSpPr/>
            <p:nvPr/>
          </p:nvSpPr>
          <p:spPr>
            <a:xfrm>
              <a:off x="535761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pg307"/>
            <p:cNvSpPr/>
            <p:nvPr/>
          </p:nvSpPr>
          <p:spPr>
            <a:xfrm>
              <a:off x="536925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pg308"/>
            <p:cNvSpPr/>
            <p:nvPr/>
          </p:nvSpPr>
          <p:spPr>
            <a:xfrm>
              <a:off x="538089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pg309"/>
            <p:cNvSpPr/>
            <p:nvPr/>
          </p:nvSpPr>
          <p:spPr>
            <a:xfrm>
              <a:off x="539252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pg310"/>
            <p:cNvSpPr/>
            <p:nvPr/>
          </p:nvSpPr>
          <p:spPr>
            <a:xfrm>
              <a:off x="540416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pg311"/>
            <p:cNvSpPr/>
            <p:nvPr/>
          </p:nvSpPr>
          <p:spPr>
            <a:xfrm>
              <a:off x="541580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pg312"/>
            <p:cNvSpPr/>
            <p:nvPr/>
          </p:nvSpPr>
          <p:spPr>
            <a:xfrm>
              <a:off x="606749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pg313"/>
            <p:cNvSpPr/>
            <p:nvPr/>
          </p:nvSpPr>
          <p:spPr>
            <a:xfrm>
              <a:off x="607913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pg314"/>
            <p:cNvSpPr/>
            <p:nvPr/>
          </p:nvSpPr>
          <p:spPr>
            <a:xfrm>
              <a:off x="609076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pg315"/>
            <p:cNvSpPr/>
            <p:nvPr/>
          </p:nvSpPr>
          <p:spPr>
            <a:xfrm>
              <a:off x="610240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pg316"/>
            <p:cNvSpPr/>
            <p:nvPr/>
          </p:nvSpPr>
          <p:spPr>
            <a:xfrm>
              <a:off x="611404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pg317"/>
            <p:cNvSpPr/>
            <p:nvPr/>
          </p:nvSpPr>
          <p:spPr>
            <a:xfrm>
              <a:off x="612568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pg318"/>
            <p:cNvSpPr/>
            <p:nvPr/>
          </p:nvSpPr>
          <p:spPr>
            <a:xfrm>
              <a:off x="613731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pg319"/>
            <p:cNvSpPr/>
            <p:nvPr/>
          </p:nvSpPr>
          <p:spPr>
            <a:xfrm>
              <a:off x="614895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pg320"/>
            <p:cNvSpPr/>
            <p:nvPr/>
          </p:nvSpPr>
          <p:spPr>
            <a:xfrm>
              <a:off x="616059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pg321"/>
            <p:cNvSpPr/>
            <p:nvPr/>
          </p:nvSpPr>
          <p:spPr>
            <a:xfrm>
              <a:off x="617222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pg322"/>
            <p:cNvSpPr/>
            <p:nvPr/>
          </p:nvSpPr>
          <p:spPr>
            <a:xfrm>
              <a:off x="618386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pg323"/>
            <p:cNvSpPr/>
            <p:nvPr/>
          </p:nvSpPr>
          <p:spPr>
            <a:xfrm>
              <a:off x="619550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pg324"/>
            <p:cNvSpPr/>
            <p:nvPr/>
          </p:nvSpPr>
          <p:spPr>
            <a:xfrm>
              <a:off x="620714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pg325"/>
            <p:cNvSpPr/>
            <p:nvPr/>
          </p:nvSpPr>
          <p:spPr>
            <a:xfrm>
              <a:off x="621877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pg326"/>
            <p:cNvSpPr/>
            <p:nvPr/>
          </p:nvSpPr>
          <p:spPr>
            <a:xfrm>
              <a:off x="623041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pg327"/>
            <p:cNvSpPr/>
            <p:nvPr/>
          </p:nvSpPr>
          <p:spPr>
            <a:xfrm>
              <a:off x="624205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pg328"/>
            <p:cNvSpPr/>
            <p:nvPr/>
          </p:nvSpPr>
          <p:spPr>
            <a:xfrm>
              <a:off x="625369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pg329"/>
            <p:cNvSpPr/>
            <p:nvPr/>
          </p:nvSpPr>
          <p:spPr>
            <a:xfrm>
              <a:off x="626532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pg330"/>
            <p:cNvSpPr/>
            <p:nvPr/>
          </p:nvSpPr>
          <p:spPr>
            <a:xfrm>
              <a:off x="627696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pg331"/>
            <p:cNvSpPr/>
            <p:nvPr/>
          </p:nvSpPr>
          <p:spPr>
            <a:xfrm>
              <a:off x="628860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pg332"/>
            <p:cNvSpPr/>
            <p:nvPr/>
          </p:nvSpPr>
          <p:spPr>
            <a:xfrm>
              <a:off x="630024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pg333"/>
            <p:cNvSpPr/>
            <p:nvPr/>
          </p:nvSpPr>
          <p:spPr>
            <a:xfrm>
              <a:off x="631187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pg334"/>
            <p:cNvSpPr/>
            <p:nvPr/>
          </p:nvSpPr>
          <p:spPr>
            <a:xfrm>
              <a:off x="632351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pg335"/>
            <p:cNvSpPr/>
            <p:nvPr/>
          </p:nvSpPr>
          <p:spPr>
            <a:xfrm>
              <a:off x="526451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pg336"/>
            <p:cNvSpPr/>
            <p:nvPr/>
          </p:nvSpPr>
          <p:spPr>
            <a:xfrm>
              <a:off x="527615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pg337"/>
            <p:cNvSpPr/>
            <p:nvPr/>
          </p:nvSpPr>
          <p:spPr>
            <a:xfrm>
              <a:off x="528779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pg338"/>
            <p:cNvSpPr/>
            <p:nvPr/>
          </p:nvSpPr>
          <p:spPr>
            <a:xfrm>
              <a:off x="529942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pg339"/>
            <p:cNvSpPr/>
            <p:nvPr/>
          </p:nvSpPr>
          <p:spPr>
            <a:xfrm>
              <a:off x="531106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pg340"/>
            <p:cNvSpPr/>
            <p:nvPr/>
          </p:nvSpPr>
          <p:spPr>
            <a:xfrm>
              <a:off x="532270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pg341"/>
            <p:cNvSpPr/>
            <p:nvPr/>
          </p:nvSpPr>
          <p:spPr>
            <a:xfrm>
              <a:off x="533434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pg342"/>
            <p:cNvSpPr/>
            <p:nvPr/>
          </p:nvSpPr>
          <p:spPr>
            <a:xfrm>
              <a:off x="534597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pg343"/>
            <p:cNvSpPr/>
            <p:nvPr/>
          </p:nvSpPr>
          <p:spPr>
            <a:xfrm>
              <a:off x="535761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pg344"/>
            <p:cNvSpPr/>
            <p:nvPr/>
          </p:nvSpPr>
          <p:spPr>
            <a:xfrm>
              <a:off x="536925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pg345"/>
            <p:cNvSpPr/>
            <p:nvPr/>
          </p:nvSpPr>
          <p:spPr>
            <a:xfrm>
              <a:off x="538089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pg346"/>
            <p:cNvSpPr/>
            <p:nvPr/>
          </p:nvSpPr>
          <p:spPr>
            <a:xfrm>
              <a:off x="606749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pg347"/>
            <p:cNvSpPr/>
            <p:nvPr/>
          </p:nvSpPr>
          <p:spPr>
            <a:xfrm>
              <a:off x="607913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pg348"/>
            <p:cNvSpPr/>
            <p:nvPr/>
          </p:nvSpPr>
          <p:spPr>
            <a:xfrm>
              <a:off x="609076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pg349"/>
            <p:cNvSpPr/>
            <p:nvPr/>
          </p:nvSpPr>
          <p:spPr>
            <a:xfrm>
              <a:off x="610240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pg350"/>
            <p:cNvSpPr/>
            <p:nvPr/>
          </p:nvSpPr>
          <p:spPr>
            <a:xfrm>
              <a:off x="611404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pg351"/>
            <p:cNvSpPr/>
            <p:nvPr/>
          </p:nvSpPr>
          <p:spPr>
            <a:xfrm>
              <a:off x="612568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pg352"/>
            <p:cNvSpPr/>
            <p:nvPr/>
          </p:nvSpPr>
          <p:spPr>
            <a:xfrm>
              <a:off x="613731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pg353"/>
            <p:cNvSpPr/>
            <p:nvPr/>
          </p:nvSpPr>
          <p:spPr>
            <a:xfrm>
              <a:off x="614895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pg354"/>
            <p:cNvSpPr/>
            <p:nvPr/>
          </p:nvSpPr>
          <p:spPr>
            <a:xfrm>
              <a:off x="616059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pg355"/>
            <p:cNvSpPr/>
            <p:nvPr/>
          </p:nvSpPr>
          <p:spPr>
            <a:xfrm>
              <a:off x="617222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pg356"/>
            <p:cNvSpPr/>
            <p:nvPr/>
          </p:nvSpPr>
          <p:spPr>
            <a:xfrm>
              <a:off x="618386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pg357"/>
            <p:cNvSpPr/>
            <p:nvPr/>
          </p:nvSpPr>
          <p:spPr>
            <a:xfrm>
              <a:off x="619550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pg358"/>
            <p:cNvSpPr/>
            <p:nvPr/>
          </p:nvSpPr>
          <p:spPr>
            <a:xfrm>
              <a:off x="620714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pg359"/>
            <p:cNvSpPr/>
            <p:nvPr/>
          </p:nvSpPr>
          <p:spPr>
            <a:xfrm>
              <a:off x="621877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pg360"/>
            <p:cNvSpPr/>
            <p:nvPr/>
          </p:nvSpPr>
          <p:spPr>
            <a:xfrm>
              <a:off x="623041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pg361"/>
            <p:cNvSpPr/>
            <p:nvPr/>
          </p:nvSpPr>
          <p:spPr>
            <a:xfrm>
              <a:off x="624205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pg362"/>
            <p:cNvSpPr/>
            <p:nvPr/>
          </p:nvSpPr>
          <p:spPr>
            <a:xfrm>
              <a:off x="625369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pg363"/>
            <p:cNvSpPr/>
            <p:nvPr/>
          </p:nvSpPr>
          <p:spPr>
            <a:xfrm>
              <a:off x="626532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pg364"/>
            <p:cNvSpPr/>
            <p:nvPr/>
          </p:nvSpPr>
          <p:spPr>
            <a:xfrm>
              <a:off x="627696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pg365"/>
            <p:cNvSpPr/>
            <p:nvPr/>
          </p:nvSpPr>
          <p:spPr>
            <a:xfrm>
              <a:off x="628860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pg366"/>
            <p:cNvSpPr/>
            <p:nvPr/>
          </p:nvSpPr>
          <p:spPr>
            <a:xfrm>
              <a:off x="630024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pg367"/>
            <p:cNvSpPr/>
            <p:nvPr/>
          </p:nvSpPr>
          <p:spPr>
            <a:xfrm>
              <a:off x="631187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pg368"/>
            <p:cNvSpPr/>
            <p:nvPr/>
          </p:nvSpPr>
          <p:spPr>
            <a:xfrm>
              <a:off x="632351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pg369"/>
            <p:cNvSpPr/>
            <p:nvPr/>
          </p:nvSpPr>
          <p:spPr>
            <a:xfrm>
              <a:off x="526451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pg370"/>
            <p:cNvSpPr/>
            <p:nvPr/>
          </p:nvSpPr>
          <p:spPr>
            <a:xfrm>
              <a:off x="527615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pg371"/>
            <p:cNvSpPr/>
            <p:nvPr/>
          </p:nvSpPr>
          <p:spPr>
            <a:xfrm>
              <a:off x="528779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pg372"/>
            <p:cNvSpPr/>
            <p:nvPr/>
          </p:nvSpPr>
          <p:spPr>
            <a:xfrm>
              <a:off x="529942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pg373"/>
            <p:cNvSpPr/>
            <p:nvPr/>
          </p:nvSpPr>
          <p:spPr>
            <a:xfrm>
              <a:off x="531106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pg374"/>
            <p:cNvSpPr/>
            <p:nvPr/>
          </p:nvSpPr>
          <p:spPr>
            <a:xfrm>
              <a:off x="532270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pg375"/>
            <p:cNvSpPr/>
            <p:nvPr/>
          </p:nvSpPr>
          <p:spPr>
            <a:xfrm>
              <a:off x="5334341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pg376"/>
            <p:cNvSpPr/>
            <p:nvPr/>
          </p:nvSpPr>
          <p:spPr>
            <a:xfrm>
              <a:off x="534597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pg377"/>
            <p:cNvSpPr/>
            <p:nvPr/>
          </p:nvSpPr>
          <p:spPr>
            <a:xfrm>
              <a:off x="535761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pg378"/>
            <p:cNvSpPr/>
            <p:nvPr/>
          </p:nvSpPr>
          <p:spPr>
            <a:xfrm>
              <a:off x="6067493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pg379"/>
            <p:cNvSpPr/>
            <p:nvPr/>
          </p:nvSpPr>
          <p:spPr>
            <a:xfrm>
              <a:off x="607913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pg380"/>
            <p:cNvSpPr/>
            <p:nvPr/>
          </p:nvSpPr>
          <p:spPr>
            <a:xfrm>
              <a:off x="609076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pg381"/>
            <p:cNvSpPr/>
            <p:nvPr/>
          </p:nvSpPr>
          <p:spPr>
            <a:xfrm>
              <a:off x="610240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pg382"/>
            <p:cNvSpPr/>
            <p:nvPr/>
          </p:nvSpPr>
          <p:spPr>
            <a:xfrm>
              <a:off x="611404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pg383"/>
            <p:cNvSpPr/>
            <p:nvPr/>
          </p:nvSpPr>
          <p:spPr>
            <a:xfrm>
              <a:off x="612568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pg384"/>
            <p:cNvSpPr/>
            <p:nvPr/>
          </p:nvSpPr>
          <p:spPr>
            <a:xfrm>
              <a:off x="613731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pg385"/>
            <p:cNvSpPr/>
            <p:nvPr/>
          </p:nvSpPr>
          <p:spPr>
            <a:xfrm>
              <a:off x="614895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pg386"/>
            <p:cNvSpPr/>
            <p:nvPr/>
          </p:nvSpPr>
          <p:spPr>
            <a:xfrm>
              <a:off x="616059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pg387"/>
            <p:cNvSpPr/>
            <p:nvPr/>
          </p:nvSpPr>
          <p:spPr>
            <a:xfrm>
              <a:off x="617222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pg388"/>
            <p:cNvSpPr/>
            <p:nvPr/>
          </p:nvSpPr>
          <p:spPr>
            <a:xfrm>
              <a:off x="618386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pg389"/>
            <p:cNvSpPr/>
            <p:nvPr/>
          </p:nvSpPr>
          <p:spPr>
            <a:xfrm>
              <a:off x="619550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pg390"/>
            <p:cNvSpPr/>
            <p:nvPr/>
          </p:nvSpPr>
          <p:spPr>
            <a:xfrm>
              <a:off x="6207141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pg391"/>
            <p:cNvSpPr/>
            <p:nvPr/>
          </p:nvSpPr>
          <p:spPr>
            <a:xfrm>
              <a:off x="621877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pg392"/>
            <p:cNvSpPr/>
            <p:nvPr/>
          </p:nvSpPr>
          <p:spPr>
            <a:xfrm>
              <a:off x="623041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pg393"/>
            <p:cNvSpPr/>
            <p:nvPr/>
          </p:nvSpPr>
          <p:spPr>
            <a:xfrm>
              <a:off x="6242053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pg394"/>
            <p:cNvSpPr/>
            <p:nvPr/>
          </p:nvSpPr>
          <p:spPr>
            <a:xfrm>
              <a:off x="625369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pg395"/>
            <p:cNvSpPr/>
            <p:nvPr/>
          </p:nvSpPr>
          <p:spPr>
            <a:xfrm>
              <a:off x="626532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pg396"/>
            <p:cNvSpPr/>
            <p:nvPr/>
          </p:nvSpPr>
          <p:spPr>
            <a:xfrm>
              <a:off x="627696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pg397"/>
            <p:cNvSpPr/>
            <p:nvPr/>
          </p:nvSpPr>
          <p:spPr>
            <a:xfrm>
              <a:off x="628860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pg398"/>
            <p:cNvSpPr/>
            <p:nvPr/>
          </p:nvSpPr>
          <p:spPr>
            <a:xfrm>
              <a:off x="630024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pg399"/>
            <p:cNvSpPr/>
            <p:nvPr/>
          </p:nvSpPr>
          <p:spPr>
            <a:xfrm>
              <a:off x="631187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pg400"/>
            <p:cNvSpPr/>
            <p:nvPr/>
          </p:nvSpPr>
          <p:spPr>
            <a:xfrm>
              <a:off x="632351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pg401"/>
            <p:cNvSpPr/>
            <p:nvPr/>
          </p:nvSpPr>
          <p:spPr>
            <a:xfrm>
              <a:off x="633515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pg402"/>
            <p:cNvSpPr/>
            <p:nvPr/>
          </p:nvSpPr>
          <p:spPr>
            <a:xfrm>
              <a:off x="526451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pg403"/>
            <p:cNvSpPr/>
            <p:nvPr/>
          </p:nvSpPr>
          <p:spPr>
            <a:xfrm>
              <a:off x="527615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pg404"/>
            <p:cNvSpPr/>
            <p:nvPr/>
          </p:nvSpPr>
          <p:spPr>
            <a:xfrm>
              <a:off x="528779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pg405"/>
            <p:cNvSpPr/>
            <p:nvPr/>
          </p:nvSpPr>
          <p:spPr>
            <a:xfrm>
              <a:off x="5299429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pg406"/>
            <p:cNvSpPr/>
            <p:nvPr/>
          </p:nvSpPr>
          <p:spPr>
            <a:xfrm>
              <a:off x="531106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pg407"/>
            <p:cNvSpPr/>
            <p:nvPr/>
          </p:nvSpPr>
          <p:spPr>
            <a:xfrm>
              <a:off x="532270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pg408"/>
            <p:cNvSpPr/>
            <p:nvPr/>
          </p:nvSpPr>
          <p:spPr>
            <a:xfrm>
              <a:off x="6055856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pg409"/>
            <p:cNvSpPr/>
            <p:nvPr/>
          </p:nvSpPr>
          <p:spPr>
            <a:xfrm>
              <a:off x="6067493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pg410"/>
            <p:cNvSpPr/>
            <p:nvPr/>
          </p:nvSpPr>
          <p:spPr>
            <a:xfrm>
              <a:off x="607913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pg411"/>
            <p:cNvSpPr/>
            <p:nvPr/>
          </p:nvSpPr>
          <p:spPr>
            <a:xfrm>
              <a:off x="6090768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pg412"/>
            <p:cNvSpPr/>
            <p:nvPr/>
          </p:nvSpPr>
          <p:spPr>
            <a:xfrm>
              <a:off x="610240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pg413"/>
            <p:cNvSpPr/>
            <p:nvPr/>
          </p:nvSpPr>
          <p:spPr>
            <a:xfrm>
              <a:off x="611404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pg414"/>
            <p:cNvSpPr/>
            <p:nvPr/>
          </p:nvSpPr>
          <p:spPr>
            <a:xfrm>
              <a:off x="612568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pg415"/>
            <p:cNvSpPr/>
            <p:nvPr/>
          </p:nvSpPr>
          <p:spPr>
            <a:xfrm>
              <a:off x="613731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pg416"/>
            <p:cNvSpPr/>
            <p:nvPr/>
          </p:nvSpPr>
          <p:spPr>
            <a:xfrm>
              <a:off x="614895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pg417"/>
            <p:cNvSpPr/>
            <p:nvPr/>
          </p:nvSpPr>
          <p:spPr>
            <a:xfrm>
              <a:off x="616059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pg418"/>
            <p:cNvSpPr/>
            <p:nvPr/>
          </p:nvSpPr>
          <p:spPr>
            <a:xfrm>
              <a:off x="6172229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pg419"/>
            <p:cNvSpPr/>
            <p:nvPr/>
          </p:nvSpPr>
          <p:spPr>
            <a:xfrm>
              <a:off x="6230416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pg420"/>
            <p:cNvSpPr/>
            <p:nvPr/>
          </p:nvSpPr>
          <p:spPr>
            <a:xfrm>
              <a:off x="6242053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pg421"/>
            <p:cNvSpPr/>
            <p:nvPr/>
          </p:nvSpPr>
          <p:spPr>
            <a:xfrm>
              <a:off x="625369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pg422"/>
            <p:cNvSpPr/>
            <p:nvPr/>
          </p:nvSpPr>
          <p:spPr>
            <a:xfrm>
              <a:off x="6265328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pg423"/>
            <p:cNvSpPr/>
            <p:nvPr/>
          </p:nvSpPr>
          <p:spPr>
            <a:xfrm>
              <a:off x="627696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pg424"/>
            <p:cNvSpPr/>
            <p:nvPr/>
          </p:nvSpPr>
          <p:spPr>
            <a:xfrm>
              <a:off x="628860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pg425"/>
            <p:cNvSpPr/>
            <p:nvPr/>
          </p:nvSpPr>
          <p:spPr>
            <a:xfrm>
              <a:off x="630024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pg426"/>
            <p:cNvSpPr/>
            <p:nvPr/>
          </p:nvSpPr>
          <p:spPr>
            <a:xfrm>
              <a:off x="631187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pg427"/>
            <p:cNvSpPr/>
            <p:nvPr/>
          </p:nvSpPr>
          <p:spPr>
            <a:xfrm>
              <a:off x="632351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pg428"/>
            <p:cNvSpPr/>
            <p:nvPr/>
          </p:nvSpPr>
          <p:spPr>
            <a:xfrm>
              <a:off x="5264517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pg429"/>
            <p:cNvSpPr/>
            <p:nvPr/>
          </p:nvSpPr>
          <p:spPr>
            <a:xfrm>
              <a:off x="527615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pg430"/>
            <p:cNvSpPr/>
            <p:nvPr/>
          </p:nvSpPr>
          <p:spPr>
            <a:xfrm>
              <a:off x="528779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pg431"/>
            <p:cNvSpPr/>
            <p:nvPr/>
          </p:nvSpPr>
          <p:spPr>
            <a:xfrm>
              <a:off x="5299429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pg432"/>
            <p:cNvSpPr/>
            <p:nvPr/>
          </p:nvSpPr>
          <p:spPr>
            <a:xfrm>
              <a:off x="600930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pg433"/>
            <p:cNvSpPr/>
            <p:nvPr/>
          </p:nvSpPr>
          <p:spPr>
            <a:xfrm>
              <a:off x="6020944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pg434"/>
            <p:cNvSpPr/>
            <p:nvPr/>
          </p:nvSpPr>
          <p:spPr>
            <a:xfrm>
              <a:off x="6032581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pg435"/>
            <p:cNvSpPr/>
            <p:nvPr/>
          </p:nvSpPr>
          <p:spPr>
            <a:xfrm>
              <a:off x="604421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pg436"/>
            <p:cNvSpPr/>
            <p:nvPr/>
          </p:nvSpPr>
          <p:spPr>
            <a:xfrm>
              <a:off x="605585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pg437"/>
            <p:cNvSpPr/>
            <p:nvPr/>
          </p:nvSpPr>
          <p:spPr>
            <a:xfrm>
              <a:off x="6067493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pg438"/>
            <p:cNvSpPr/>
            <p:nvPr/>
          </p:nvSpPr>
          <p:spPr>
            <a:xfrm>
              <a:off x="607913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pg439"/>
            <p:cNvSpPr/>
            <p:nvPr/>
          </p:nvSpPr>
          <p:spPr>
            <a:xfrm>
              <a:off x="609076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pg440"/>
            <p:cNvSpPr/>
            <p:nvPr/>
          </p:nvSpPr>
          <p:spPr>
            <a:xfrm>
              <a:off x="610240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pg441"/>
            <p:cNvSpPr/>
            <p:nvPr/>
          </p:nvSpPr>
          <p:spPr>
            <a:xfrm>
              <a:off x="611404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pg442"/>
            <p:cNvSpPr/>
            <p:nvPr/>
          </p:nvSpPr>
          <p:spPr>
            <a:xfrm>
              <a:off x="6207141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pg443"/>
            <p:cNvSpPr/>
            <p:nvPr/>
          </p:nvSpPr>
          <p:spPr>
            <a:xfrm>
              <a:off x="621877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pg444"/>
            <p:cNvSpPr/>
            <p:nvPr/>
          </p:nvSpPr>
          <p:spPr>
            <a:xfrm>
              <a:off x="623041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pg445"/>
            <p:cNvSpPr/>
            <p:nvPr/>
          </p:nvSpPr>
          <p:spPr>
            <a:xfrm>
              <a:off x="6242053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pg446"/>
            <p:cNvSpPr/>
            <p:nvPr/>
          </p:nvSpPr>
          <p:spPr>
            <a:xfrm>
              <a:off x="625369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pg447"/>
            <p:cNvSpPr/>
            <p:nvPr/>
          </p:nvSpPr>
          <p:spPr>
            <a:xfrm>
              <a:off x="626532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pg448"/>
            <p:cNvSpPr/>
            <p:nvPr/>
          </p:nvSpPr>
          <p:spPr>
            <a:xfrm>
              <a:off x="627696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pg449"/>
            <p:cNvSpPr/>
            <p:nvPr/>
          </p:nvSpPr>
          <p:spPr>
            <a:xfrm>
              <a:off x="628860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pg450"/>
            <p:cNvSpPr/>
            <p:nvPr/>
          </p:nvSpPr>
          <p:spPr>
            <a:xfrm>
              <a:off x="630024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pg451"/>
            <p:cNvSpPr/>
            <p:nvPr/>
          </p:nvSpPr>
          <p:spPr>
            <a:xfrm>
              <a:off x="6311877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pg452"/>
            <p:cNvSpPr/>
            <p:nvPr/>
          </p:nvSpPr>
          <p:spPr>
            <a:xfrm>
              <a:off x="589293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pg453"/>
            <p:cNvSpPr/>
            <p:nvPr/>
          </p:nvSpPr>
          <p:spPr>
            <a:xfrm>
              <a:off x="590457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pg454"/>
            <p:cNvSpPr/>
            <p:nvPr/>
          </p:nvSpPr>
          <p:spPr>
            <a:xfrm>
              <a:off x="591620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pg455"/>
            <p:cNvSpPr/>
            <p:nvPr/>
          </p:nvSpPr>
          <p:spPr>
            <a:xfrm>
              <a:off x="592784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pg456"/>
            <p:cNvSpPr/>
            <p:nvPr/>
          </p:nvSpPr>
          <p:spPr>
            <a:xfrm>
              <a:off x="593948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pg457"/>
            <p:cNvSpPr/>
            <p:nvPr/>
          </p:nvSpPr>
          <p:spPr>
            <a:xfrm>
              <a:off x="595112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pg458"/>
            <p:cNvSpPr/>
            <p:nvPr/>
          </p:nvSpPr>
          <p:spPr>
            <a:xfrm>
              <a:off x="5962757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pg459"/>
            <p:cNvSpPr/>
            <p:nvPr/>
          </p:nvSpPr>
          <p:spPr>
            <a:xfrm>
              <a:off x="597439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pg460"/>
            <p:cNvSpPr/>
            <p:nvPr/>
          </p:nvSpPr>
          <p:spPr>
            <a:xfrm>
              <a:off x="598603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pg461"/>
            <p:cNvSpPr/>
            <p:nvPr/>
          </p:nvSpPr>
          <p:spPr>
            <a:xfrm>
              <a:off x="5997669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pg462"/>
            <p:cNvSpPr/>
            <p:nvPr/>
          </p:nvSpPr>
          <p:spPr>
            <a:xfrm>
              <a:off x="600930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pg463"/>
            <p:cNvSpPr/>
            <p:nvPr/>
          </p:nvSpPr>
          <p:spPr>
            <a:xfrm>
              <a:off x="602094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pg464"/>
            <p:cNvSpPr/>
            <p:nvPr/>
          </p:nvSpPr>
          <p:spPr>
            <a:xfrm>
              <a:off x="6032581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pg465"/>
            <p:cNvSpPr/>
            <p:nvPr/>
          </p:nvSpPr>
          <p:spPr>
            <a:xfrm>
              <a:off x="604421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pg466"/>
            <p:cNvSpPr/>
            <p:nvPr/>
          </p:nvSpPr>
          <p:spPr>
            <a:xfrm>
              <a:off x="605585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pg467"/>
            <p:cNvSpPr/>
            <p:nvPr/>
          </p:nvSpPr>
          <p:spPr>
            <a:xfrm>
              <a:off x="606749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pg468"/>
            <p:cNvSpPr/>
            <p:nvPr/>
          </p:nvSpPr>
          <p:spPr>
            <a:xfrm>
              <a:off x="607913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pg469"/>
            <p:cNvSpPr/>
            <p:nvPr/>
          </p:nvSpPr>
          <p:spPr>
            <a:xfrm>
              <a:off x="609076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pg470"/>
            <p:cNvSpPr/>
            <p:nvPr/>
          </p:nvSpPr>
          <p:spPr>
            <a:xfrm>
              <a:off x="610240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pg471"/>
            <p:cNvSpPr/>
            <p:nvPr/>
          </p:nvSpPr>
          <p:spPr>
            <a:xfrm>
              <a:off x="611404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pg472"/>
            <p:cNvSpPr/>
            <p:nvPr/>
          </p:nvSpPr>
          <p:spPr>
            <a:xfrm>
              <a:off x="618386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pg473"/>
            <p:cNvSpPr/>
            <p:nvPr/>
          </p:nvSpPr>
          <p:spPr>
            <a:xfrm>
              <a:off x="619550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pg474"/>
            <p:cNvSpPr/>
            <p:nvPr/>
          </p:nvSpPr>
          <p:spPr>
            <a:xfrm>
              <a:off x="6207141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pg475"/>
            <p:cNvSpPr/>
            <p:nvPr/>
          </p:nvSpPr>
          <p:spPr>
            <a:xfrm>
              <a:off x="621877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pg476"/>
            <p:cNvSpPr/>
            <p:nvPr/>
          </p:nvSpPr>
          <p:spPr>
            <a:xfrm>
              <a:off x="623041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pg477"/>
            <p:cNvSpPr/>
            <p:nvPr/>
          </p:nvSpPr>
          <p:spPr>
            <a:xfrm>
              <a:off x="624205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pg478"/>
            <p:cNvSpPr/>
            <p:nvPr/>
          </p:nvSpPr>
          <p:spPr>
            <a:xfrm>
              <a:off x="625369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pg479"/>
            <p:cNvSpPr/>
            <p:nvPr/>
          </p:nvSpPr>
          <p:spPr>
            <a:xfrm>
              <a:off x="626532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pg480"/>
            <p:cNvSpPr/>
            <p:nvPr/>
          </p:nvSpPr>
          <p:spPr>
            <a:xfrm>
              <a:off x="627696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pg481"/>
            <p:cNvSpPr/>
            <p:nvPr/>
          </p:nvSpPr>
          <p:spPr>
            <a:xfrm>
              <a:off x="628860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pg482"/>
            <p:cNvSpPr/>
            <p:nvPr/>
          </p:nvSpPr>
          <p:spPr>
            <a:xfrm>
              <a:off x="588129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pg483"/>
            <p:cNvSpPr/>
            <p:nvPr/>
          </p:nvSpPr>
          <p:spPr>
            <a:xfrm>
              <a:off x="589293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pg484"/>
            <p:cNvSpPr/>
            <p:nvPr/>
          </p:nvSpPr>
          <p:spPr>
            <a:xfrm>
              <a:off x="590457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pg485"/>
            <p:cNvSpPr/>
            <p:nvPr/>
          </p:nvSpPr>
          <p:spPr>
            <a:xfrm>
              <a:off x="591620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pg486"/>
            <p:cNvSpPr/>
            <p:nvPr/>
          </p:nvSpPr>
          <p:spPr>
            <a:xfrm>
              <a:off x="592784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pg487"/>
            <p:cNvSpPr/>
            <p:nvPr/>
          </p:nvSpPr>
          <p:spPr>
            <a:xfrm>
              <a:off x="5939482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pg488"/>
            <p:cNvSpPr/>
            <p:nvPr/>
          </p:nvSpPr>
          <p:spPr>
            <a:xfrm>
              <a:off x="595112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pg489"/>
            <p:cNvSpPr/>
            <p:nvPr/>
          </p:nvSpPr>
          <p:spPr>
            <a:xfrm>
              <a:off x="5962757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pg490"/>
            <p:cNvSpPr/>
            <p:nvPr/>
          </p:nvSpPr>
          <p:spPr>
            <a:xfrm>
              <a:off x="597439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pg491"/>
            <p:cNvSpPr/>
            <p:nvPr/>
          </p:nvSpPr>
          <p:spPr>
            <a:xfrm>
              <a:off x="5986032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pg492"/>
            <p:cNvSpPr/>
            <p:nvPr/>
          </p:nvSpPr>
          <p:spPr>
            <a:xfrm>
              <a:off x="5997669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pg493"/>
            <p:cNvSpPr/>
            <p:nvPr/>
          </p:nvSpPr>
          <p:spPr>
            <a:xfrm>
              <a:off x="600930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pg494"/>
            <p:cNvSpPr/>
            <p:nvPr/>
          </p:nvSpPr>
          <p:spPr>
            <a:xfrm>
              <a:off x="602094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pg495"/>
            <p:cNvSpPr/>
            <p:nvPr/>
          </p:nvSpPr>
          <p:spPr>
            <a:xfrm>
              <a:off x="6032581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pg496"/>
            <p:cNvSpPr/>
            <p:nvPr/>
          </p:nvSpPr>
          <p:spPr>
            <a:xfrm>
              <a:off x="604421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pg497"/>
            <p:cNvSpPr/>
            <p:nvPr/>
          </p:nvSpPr>
          <p:spPr>
            <a:xfrm>
              <a:off x="605585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pg498"/>
            <p:cNvSpPr/>
            <p:nvPr/>
          </p:nvSpPr>
          <p:spPr>
            <a:xfrm>
              <a:off x="606749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pg499"/>
            <p:cNvSpPr/>
            <p:nvPr/>
          </p:nvSpPr>
          <p:spPr>
            <a:xfrm>
              <a:off x="607913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pg500"/>
            <p:cNvSpPr/>
            <p:nvPr/>
          </p:nvSpPr>
          <p:spPr>
            <a:xfrm>
              <a:off x="609076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pg501"/>
            <p:cNvSpPr/>
            <p:nvPr/>
          </p:nvSpPr>
          <p:spPr>
            <a:xfrm>
              <a:off x="610240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pg502"/>
            <p:cNvSpPr/>
            <p:nvPr/>
          </p:nvSpPr>
          <p:spPr>
            <a:xfrm>
              <a:off x="6172229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pg503"/>
            <p:cNvSpPr/>
            <p:nvPr/>
          </p:nvSpPr>
          <p:spPr>
            <a:xfrm>
              <a:off x="618386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pg504"/>
            <p:cNvSpPr/>
            <p:nvPr/>
          </p:nvSpPr>
          <p:spPr>
            <a:xfrm>
              <a:off x="619550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pg505"/>
            <p:cNvSpPr/>
            <p:nvPr/>
          </p:nvSpPr>
          <p:spPr>
            <a:xfrm>
              <a:off x="6207141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pg506"/>
            <p:cNvSpPr/>
            <p:nvPr/>
          </p:nvSpPr>
          <p:spPr>
            <a:xfrm>
              <a:off x="621877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pg507"/>
            <p:cNvSpPr/>
            <p:nvPr/>
          </p:nvSpPr>
          <p:spPr>
            <a:xfrm>
              <a:off x="623041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pg508"/>
            <p:cNvSpPr/>
            <p:nvPr/>
          </p:nvSpPr>
          <p:spPr>
            <a:xfrm>
              <a:off x="624205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pg509"/>
            <p:cNvSpPr/>
            <p:nvPr/>
          </p:nvSpPr>
          <p:spPr>
            <a:xfrm>
              <a:off x="625369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pg510"/>
            <p:cNvSpPr/>
            <p:nvPr/>
          </p:nvSpPr>
          <p:spPr>
            <a:xfrm>
              <a:off x="626532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pg511"/>
            <p:cNvSpPr/>
            <p:nvPr/>
          </p:nvSpPr>
          <p:spPr>
            <a:xfrm>
              <a:off x="627696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pg512"/>
            <p:cNvSpPr/>
            <p:nvPr/>
          </p:nvSpPr>
          <p:spPr>
            <a:xfrm>
              <a:off x="586965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pg513"/>
            <p:cNvSpPr/>
            <p:nvPr/>
          </p:nvSpPr>
          <p:spPr>
            <a:xfrm>
              <a:off x="588129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pg514"/>
            <p:cNvSpPr/>
            <p:nvPr/>
          </p:nvSpPr>
          <p:spPr>
            <a:xfrm>
              <a:off x="589293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pg515"/>
            <p:cNvSpPr/>
            <p:nvPr/>
          </p:nvSpPr>
          <p:spPr>
            <a:xfrm>
              <a:off x="590457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pg516"/>
            <p:cNvSpPr/>
            <p:nvPr/>
          </p:nvSpPr>
          <p:spPr>
            <a:xfrm>
              <a:off x="591620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pg517"/>
            <p:cNvSpPr/>
            <p:nvPr/>
          </p:nvSpPr>
          <p:spPr>
            <a:xfrm>
              <a:off x="5927845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pg518"/>
            <p:cNvSpPr/>
            <p:nvPr/>
          </p:nvSpPr>
          <p:spPr>
            <a:xfrm>
              <a:off x="5939482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pg519"/>
            <p:cNvSpPr/>
            <p:nvPr/>
          </p:nvSpPr>
          <p:spPr>
            <a:xfrm>
              <a:off x="595112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pg520"/>
            <p:cNvSpPr/>
            <p:nvPr/>
          </p:nvSpPr>
          <p:spPr>
            <a:xfrm>
              <a:off x="5962757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pg521"/>
            <p:cNvSpPr/>
            <p:nvPr/>
          </p:nvSpPr>
          <p:spPr>
            <a:xfrm>
              <a:off x="597439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pg522"/>
            <p:cNvSpPr/>
            <p:nvPr/>
          </p:nvSpPr>
          <p:spPr>
            <a:xfrm>
              <a:off x="5986032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pg523"/>
            <p:cNvSpPr/>
            <p:nvPr/>
          </p:nvSpPr>
          <p:spPr>
            <a:xfrm>
              <a:off x="5997669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pg524"/>
            <p:cNvSpPr/>
            <p:nvPr/>
          </p:nvSpPr>
          <p:spPr>
            <a:xfrm>
              <a:off x="600930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pg525"/>
            <p:cNvSpPr/>
            <p:nvPr/>
          </p:nvSpPr>
          <p:spPr>
            <a:xfrm>
              <a:off x="602094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pg526"/>
            <p:cNvSpPr/>
            <p:nvPr/>
          </p:nvSpPr>
          <p:spPr>
            <a:xfrm>
              <a:off x="6032581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pg527"/>
            <p:cNvSpPr/>
            <p:nvPr/>
          </p:nvSpPr>
          <p:spPr>
            <a:xfrm>
              <a:off x="604421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pg528"/>
            <p:cNvSpPr/>
            <p:nvPr/>
          </p:nvSpPr>
          <p:spPr>
            <a:xfrm>
              <a:off x="605585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pg529"/>
            <p:cNvSpPr/>
            <p:nvPr/>
          </p:nvSpPr>
          <p:spPr>
            <a:xfrm>
              <a:off x="606749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pg530"/>
            <p:cNvSpPr/>
            <p:nvPr/>
          </p:nvSpPr>
          <p:spPr>
            <a:xfrm>
              <a:off x="607913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pg531"/>
            <p:cNvSpPr/>
            <p:nvPr/>
          </p:nvSpPr>
          <p:spPr>
            <a:xfrm>
              <a:off x="609076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pg532"/>
            <p:cNvSpPr/>
            <p:nvPr/>
          </p:nvSpPr>
          <p:spPr>
            <a:xfrm>
              <a:off x="6172229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pg533"/>
            <p:cNvSpPr/>
            <p:nvPr/>
          </p:nvSpPr>
          <p:spPr>
            <a:xfrm>
              <a:off x="618386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pg534"/>
            <p:cNvSpPr/>
            <p:nvPr/>
          </p:nvSpPr>
          <p:spPr>
            <a:xfrm>
              <a:off x="619550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pg535"/>
            <p:cNvSpPr/>
            <p:nvPr/>
          </p:nvSpPr>
          <p:spPr>
            <a:xfrm>
              <a:off x="6207141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pg536"/>
            <p:cNvSpPr/>
            <p:nvPr/>
          </p:nvSpPr>
          <p:spPr>
            <a:xfrm>
              <a:off x="621877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pg537"/>
            <p:cNvSpPr/>
            <p:nvPr/>
          </p:nvSpPr>
          <p:spPr>
            <a:xfrm>
              <a:off x="623041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pg538"/>
            <p:cNvSpPr/>
            <p:nvPr/>
          </p:nvSpPr>
          <p:spPr>
            <a:xfrm>
              <a:off x="624205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pg539"/>
            <p:cNvSpPr/>
            <p:nvPr/>
          </p:nvSpPr>
          <p:spPr>
            <a:xfrm>
              <a:off x="625369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pg540"/>
            <p:cNvSpPr/>
            <p:nvPr/>
          </p:nvSpPr>
          <p:spPr>
            <a:xfrm>
              <a:off x="586965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pg541"/>
            <p:cNvSpPr/>
            <p:nvPr/>
          </p:nvSpPr>
          <p:spPr>
            <a:xfrm>
              <a:off x="588129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pg542"/>
            <p:cNvSpPr/>
            <p:nvPr/>
          </p:nvSpPr>
          <p:spPr>
            <a:xfrm>
              <a:off x="5892933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pg543"/>
            <p:cNvSpPr/>
            <p:nvPr/>
          </p:nvSpPr>
          <p:spPr>
            <a:xfrm>
              <a:off x="5904570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6">
                <a:alpha val="100000"/>
              </a:srgbClr>
            </a:solidFill>
            <a:ln w="5420" cap="flat">
              <a:solidFill>
                <a:srgbClr val="3986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pg544"/>
            <p:cNvSpPr/>
            <p:nvPr/>
          </p:nvSpPr>
          <p:spPr>
            <a:xfrm>
              <a:off x="591620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pg545"/>
            <p:cNvSpPr/>
            <p:nvPr/>
          </p:nvSpPr>
          <p:spPr>
            <a:xfrm>
              <a:off x="5927845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pg546"/>
            <p:cNvSpPr/>
            <p:nvPr/>
          </p:nvSpPr>
          <p:spPr>
            <a:xfrm>
              <a:off x="5939482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pg547"/>
            <p:cNvSpPr/>
            <p:nvPr/>
          </p:nvSpPr>
          <p:spPr>
            <a:xfrm>
              <a:off x="5951120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pg548"/>
            <p:cNvSpPr/>
            <p:nvPr/>
          </p:nvSpPr>
          <p:spPr>
            <a:xfrm>
              <a:off x="5962757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pg549"/>
            <p:cNvSpPr/>
            <p:nvPr/>
          </p:nvSpPr>
          <p:spPr>
            <a:xfrm>
              <a:off x="597439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pg550"/>
            <p:cNvSpPr/>
            <p:nvPr/>
          </p:nvSpPr>
          <p:spPr>
            <a:xfrm>
              <a:off x="5986032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pg551"/>
            <p:cNvSpPr/>
            <p:nvPr/>
          </p:nvSpPr>
          <p:spPr>
            <a:xfrm>
              <a:off x="5997669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pg552"/>
            <p:cNvSpPr/>
            <p:nvPr/>
          </p:nvSpPr>
          <p:spPr>
            <a:xfrm>
              <a:off x="600930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pg553"/>
            <p:cNvSpPr/>
            <p:nvPr/>
          </p:nvSpPr>
          <p:spPr>
            <a:xfrm>
              <a:off x="602094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pg554"/>
            <p:cNvSpPr/>
            <p:nvPr/>
          </p:nvSpPr>
          <p:spPr>
            <a:xfrm>
              <a:off x="6032581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pg555"/>
            <p:cNvSpPr/>
            <p:nvPr/>
          </p:nvSpPr>
          <p:spPr>
            <a:xfrm>
              <a:off x="604421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pg556"/>
            <p:cNvSpPr/>
            <p:nvPr/>
          </p:nvSpPr>
          <p:spPr>
            <a:xfrm>
              <a:off x="6172229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pg557"/>
            <p:cNvSpPr/>
            <p:nvPr/>
          </p:nvSpPr>
          <p:spPr>
            <a:xfrm>
              <a:off x="618386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pg558"/>
            <p:cNvSpPr/>
            <p:nvPr/>
          </p:nvSpPr>
          <p:spPr>
            <a:xfrm>
              <a:off x="619550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pg559"/>
            <p:cNvSpPr/>
            <p:nvPr/>
          </p:nvSpPr>
          <p:spPr>
            <a:xfrm>
              <a:off x="6207141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pg560"/>
            <p:cNvSpPr/>
            <p:nvPr/>
          </p:nvSpPr>
          <p:spPr>
            <a:xfrm>
              <a:off x="621877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pg561"/>
            <p:cNvSpPr/>
            <p:nvPr/>
          </p:nvSpPr>
          <p:spPr>
            <a:xfrm>
              <a:off x="623041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pg562"/>
            <p:cNvSpPr/>
            <p:nvPr/>
          </p:nvSpPr>
          <p:spPr>
            <a:xfrm>
              <a:off x="5858021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pg563"/>
            <p:cNvSpPr/>
            <p:nvPr/>
          </p:nvSpPr>
          <p:spPr>
            <a:xfrm>
              <a:off x="586965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pg564"/>
            <p:cNvSpPr/>
            <p:nvPr/>
          </p:nvSpPr>
          <p:spPr>
            <a:xfrm>
              <a:off x="588129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pg565"/>
            <p:cNvSpPr/>
            <p:nvPr/>
          </p:nvSpPr>
          <p:spPr>
            <a:xfrm>
              <a:off x="5892933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pg566"/>
            <p:cNvSpPr/>
            <p:nvPr/>
          </p:nvSpPr>
          <p:spPr>
            <a:xfrm>
              <a:off x="5904570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pg567"/>
            <p:cNvSpPr/>
            <p:nvPr/>
          </p:nvSpPr>
          <p:spPr>
            <a:xfrm>
              <a:off x="591620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pg568"/>
            <p:cNvSpPr/>
            <p:nvPr/>
          </p:nvSpPr>
          <p:spPr>
            <a:xfrm>
              <a:off x="5927845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pg569"/>
            <p:cNvSpPr/>
            <p:nvPr/>
          </p:nvSpPr>
          <p:spPr>
            <a:xfrm>
              <a:off x="593948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pg570"/>
            <p:cNvSpPr/>
            <p:nvPr/>
          </p:nvSpPr>
          <p:spPr>
            <a:xfrm>
              <a:off x="5951120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pg571"/>
            <p:cNvSpPr/>
            <p:nvPr/>
          </p:nvSpPr>
          <p:spPr>
            <a:xfrm>
              <a:off x="5962757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pg572"/>
            <p:cNvSpPr/>
            <p:nvPr/>
          </p:nvSpPr>
          <p:spPr>
            <a:xfrm>
              <a:off x="5974394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pg573"/>
            <p:cNvSpPr/>
            <p:nvPr/>
          </p:nvSpPr>
          <p:spPr>
            <a:xfrm>
              <a:off x="598603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pg574"/>
            <p:cNvSpPr/>
            <p:nvPr/>
          </p:nvSpPr>
          <p:spPr>
            <a:xfrm>
              <a:off x="5997669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pg575"/>
            <p:cNvSpPr/>
            <p:nvPr/>
          </p:nvSpPr>
          <p:spPr>
            <a:xfrm>
              <a:off x="600930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pg576"/>
            <p:cNvSpPr/>
            <p:nvPr/>
          </p:nvSpPr>
          <p:spPr>
            <a:xfrm>
              <a:off x="616059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pg577"/>
            <p:cNvSpPr/>
            <p:nvPr/>
          </p:nvSpPr>
          <p:spPr>
            <a:xfrm>
              <a:off x="6172229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pg578"/>
            <p:cNvSpPr/>
            <p:nvPr/>
          </p:nvSpPr>
          <p:spPr>
            <a:xfrm>
              <a:off x="618386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pg579"/>
            <p:cNvSpPr/>
            <p:nvPr/>
          </p:nvSpPr>
          <p:spPr>
            <a:xfrm>
              <a:off x="6195504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pg580"/>
            <p:cNvSpPr/>
            <p:nvPr/>
          </p:nvSpPr>
          <p:spPr>
            <a:xfrm>
              <a:off x="6207141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pg581"/>
            <p:cNvSpPr/>
            <p:nvPr/>
          </p:nvSpPr>
          <p:spPr>
            <a:xfrm>
              <a:off x="621877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pg582"/>
            <p:cNvSpPr/>
            <p:nvPr/>
          </p:nvSpPr>
          <p:spPr>
            <a:xfrm>
              <a:off x="579983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pg583"/>
            <p:cNvSpPr/>
            <p:nvPr/>
          </p:nvSpPr>
          <p:spPr>
            <a:xfrm>
              <a:off x="581147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pg584"/>
            <p:cNvSpPr/>
            <p:nvPr/>
          </p:nvSpPr>
          <p:spPr>
            <a:xfrm>
              <a:off x="582310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pg585"/>
            <p:cNvSpPr/>
            <p:nvPr/>
          </p:nvSpPr>
          <p:spPr>
            <a:xfrm>
              <a:off x="583474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pg586"/>
            <p:cNvSpPr/>
            <p:nvPr/>
          </p:nvSpPr>
          <p:spPr>
            <a:xfrm>
              <a:off x="584638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pg587"/>
            <p:cNvSpPr/>
            <p:nvPr/>
          </p:nvSpPr>
          <p:spPr>
            <a:xfrm>
              <a:off x="5858021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pg588"/>
            <p:cNvSpPr/>
            <p:nvPr/>
          </p:nvSpPr>
          <p:spPr>
            <a:xfrm>
              <a:off x="5869658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pg589"/>
            <p:cNvSpPr/>
            <p:nvPr/>
          </p:nvSpPr>
          <p:spPr>
            <a:xfrm>
              <a:off x="588129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pg590"/>
            <p:cNvSpPr/>
            <p:nvPr/>
          </p:nvSpPr>
          <p:spPr>
            <a:xfrm>
              <a:off x="5892933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pg591"/>
            <p:cNvSpPr/>
            <p:nvPr/>
          </p:nvSpPr>
          <p:spPr>
            <a:xfrm>
              <a:off x="5904570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pg592"/>
            <p:cNvSpPr/>
            <p:nvPr/>
          </p:nvSpPr>
          <p:spPr>
            <a:xfrm>
              <a:off x="5916208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pg593"/>
            <p:cNvSpPr/>
            <p:nvPr/>
          </p:nvSpPr>
          <p:spPr>
            <a:xfrm>
              <a:off x="5927845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pg594"/>
            <p:cNvSpPr/>
            <p:nvPr/>
          </p:nvSpPr>
          <p:spPr>
            <a:xfrm>
              <a:off x="593948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pg595"/>
            <p:cNvSpPr/>
            <p:nvPr/>
          </p:nvSpPr>
          <p:spPr>
            <a:xfrm>
              <a:off x="5951120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pg596"/>
            <p:cNvSpPr/>
            <p:nvPr/>
          </p:nvSpPr>
          <p:spPr>
            <a:xfrm>
              <a:off x="597439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pg597"/>
            <p:cNvSpPr/>
            <p:nvPr/>
          </p:nvSpPr>
          <p:spPr>
            <a:xfrm>
              <a:off x="598603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pg598"/>
            <p:cNvSpPr/>
            <p:nvPr/>
          </p:nvSpPr>
          <p:spPr>
            <a:xfrm>
              <a:off x="599766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pg599"/>
            <p:cNvSpPr/>
            <p:nvPr/>
          </p:nvSpPr>
          <p:spPr>
            <a:xfrm>
              <a:off x="6160592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pg600"/>
            <p:cNvSpPr/>
            <p:nvPr/>
          </p:nvSpPr>
          <p:spPr>
            <a:xfrm>
              <a:off x="617222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pg601"/>
            <p:cNvSpPr/>
            <p:nvPr/>
          </p:nvSpPr>
          <p:spPr>
            <a:xfrm>
              <a:off x="618386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pg602"/>
            <p:cNvSpPr/>
            <p:nvPr/>
          </p:nvSpPr>
          <p:spPr>
            <a:xfrm>
              <a:off x="619550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pg603"/>
            <p:cNvSpPr/>
            <p:nvPr/>
          </p:nvSpPr>
          <p:spPr>
            <a:xfrm>
              <a:off x="6207141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pg604"/>
            <p:cNvSpPr/>
            <p:nvPr/>
          </p:nvSpPr>
          <p:spPr>
            <a:xfrm>
              <a:off x="576492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pg605"/>
            <p:cNvSpPr/>
            <p:nvPr/>
          </p:nvSpPr>
          <p:spPr>
            <a:xfrm>
              <a:off x="5776560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pg606"/>
            <p:cNvSpPr/>
            <p:nvPr/>
          </p:nvSpPr>
          <p:spPr>
            <a:xfrm>
              <a:off x="5788197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pg607"/>
            <p:cNvSpPr/>
            <p:nvPr/>
          </p:nvSpPr>
          <p:spPr>
            <a:xfrm>
              <a:off x="579983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pg608"/>
            <p:cNvSpPr/>
            <p:nvPr/>
          </p:nvSpPr>
          <p:spPr>
            <a:xfrm>
              <a:off x="581147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pg609"/>
            <p:cNvSpPr/>
            <p:nvPr/>
          </p:nvSpPr>
          <p:spPr>
            <a:xfrm>
              <a:off x="5823109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pg610"/>
            <p:cNvSpPr/>
            <p:nvPr/>
          </p:nvSpPr>
          <p:spPr>
            <a:xfrm>
              <a:off x="583474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pg611"/>
            <p:cNvSpPr/>
            <p:nvPr/>
          </p:nvSpPr>
          <p:spPr>
            <a:xfrm>
              <a:off x="584638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pg612"/>
            <p:cNvSpPr/>
            <p:nvPr/>
          </p:nvSpPr>
          <p:spPr>
            <a:xfrm>
              <a:off x="5858021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pg613"/>
            <p:cNvSpPr/>
            <p:nvPr/>
          </p:nvSpPr>
          <p:spPr>
            <a:xfrm>
              <a:off x="5869658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pg614"/>
            <p:cNvSpPr/>
            <p:nvPr/>
          </p:nvSpPr>
          <p:spPr>
            <a:xfrm>
              <a:off x="588129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pg615"/>
            <p:cNvSpPr/>
            <p:nvPr/>
          </p:nvSpPr>
          <p:spPr>
            <a:xfrm>
              <a:off x="5892933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pg616"/>
            <p:cNvSpPr/>
            <p:nvPr/>
          </p:nvSpPr>
          <p:spPr>
            <a:xfrm>
              <a:off x="5904570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pg617"/>
            <p:cNvSpPr/>
            <p:nvPr/>
          </p:nvSpPr>
          <p:spPr>
            <a:xfrm>
              <a:off x="5927845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pg618"/>
            <p:cNvSpPr/>
            <p:nvPr/>
          </p:nvSpPr>
          <p:spPr>
            <a:xfrm>
              <a:off x="593948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pg619"/>
            <p:cNvSpPr/>
            <p:nvPr/>
          </p:nvSpPr>
          <p:spPr>
            <a:xfrm>
              <a:off x="616059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pg620"/>
            <p:cNvSpPr/>
            <p:nvPr/>
          </p:nvSpPr>
          <p:spPr>
            <a:xfrm>
              <a:off x="6172229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pg621"/>
            <p:cNvSpPr/>
            <p:nvPr/>
          </p:nvSpPr>
          <p:spPr>
            <a:xfrm>
              <a:off x="618386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pg622"/>
            <p:cNvSpPr/>
            <p:nvPr/>
          </p:nvSpPr>
          <p:spPr>
            <a:xfrm>
              <a:off x="619550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pg623"/>
            <p:cNvSpPr/>
            <p:nvPr/>
          </p:nvSpPr>
          <p:spPr>
            <a:xfrm>
              <a:off x="6207141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pg624"/>
            <p:cNvSpPr/>
            <p:nvPr/>
          </p:nvSpPr>
          <p:spPr>
            <a:xfrm>
              <a:off x="5753285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pg625"/>
            <p:cNvSpPr/>
            <p:nvPr/>
          </p:nvSpPr>
          <p:spPr>
            <a:xfrm>
              <a:off x="576492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pg626"/>
            <p:cNvSpPr/>
            <p:nvPr/>
          </p:nvSpPr>
          <p:spPr>
            <a:xfrm>
              <a:off x="5776560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pg627"/>
            <p:cNvSpPr/>
            <p:nvPr/>
          </p:nvSpPr>
          <p:spPr>
            <a:xfrm>
              <a:off x="5788197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pg628"/>
            <p:cNvSpPr/>
            <p:nvPr/>
          </p:nvSpPr>
          <p:spPr>
            <a:xfrm>
              <a:off x="579983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pg629"/>
            <p:cNvSpPr/>
            <p:nvPr/>
          </p:nvSpPr>
          <p:spPr>
            <a:xfrm>
              <a:off x="581147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pg630"/>
            <p:cNvSpPr/>
            <p:nvPr/>
          </p:nvSpPr>
          <p:spPr>
            <a:xfrm>
              <a:off x="5823109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pg631"/>
            <p:cNvSpPr/>
            <p:nvPr/>
          </p:nvSpPr>
          <p:spPr>
            <a:xfrm>
              <a:off x="583474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pg632"/>
            <p:cNvSpPr/>
            <p:nvPr/>
          </p:nvSpPr>
          <p:spPr>
            <a:xfrm>
              <a:off x="584638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pg633"/>
            <p:cNvSpPr/>
            <p:nvPr/>
          </p:nvSpPr>
          <p:spPr>
            <a:xfrm>
              <a:off x="5858021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pg634"/>
            <p:cNvSpPr/>
            <p:nvPr/>
          </p:nvSpPr>
          <p:spPr>
            <a:xfrm>
              <a:off x="5869658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pg635"/>
            <p:cNvSpPr/>
            <p:nvPr/>
          </p:nvSpPr>
          <p:spPr>
            <a:xfrm>
              <a:off x="588129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pg636"/>
            <p:cNvSpPr/>
            <p:nvPr/>
          </p:nvSpPr>
          <p:spPr>
            <a:xfrm>
              <a:off x="5892933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pg637"/>
            <p:cNvSpPr/>
            <p:nvPr/>
          </p:nvSpPr>
          <p:spPr>
            <a:xfrm>
              <a:off x="616059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pg638"/>
            <p:cNvSpPr/>
            <p:nvPr/>
          </p:nvSpPr>
          <p:spPr>
            <a:xfrm>
              <a:off x="6172229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pg639"/>
            <p:cNvSpPr/>
            <p:nvPr/>
          </p:nvSpPr>
          <p:spPr>
            <a:xfrm>
              <a:off x="618386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pg640"/>
            <p:cNvSpPr/>
            <p:nvPr/>
          </p:nvSpPr>
          <p:spPr>
            <a:xfrm>
              <a:off x="619550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pg641"/>
            <p:cNvSpPr/>
            <p:nvPr/>
          </p:nvSpPr>
          <p:spPr>
            <a:xfrm>
              <a:off x="6207141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pg642"/>
            <p:cNvSpPr/>
            <p:nvPr/>
          </p:nvSpPr>
          <p:spPr>
            <a:xfrm>
              <a:off x="6218778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pg643"/>
            <p:cNvSpPr/>
            <p:nvPr/>
          </p:nvSpPr>
          <p:spPr>
            <a:xfrm>
              <a:off x="623041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pg644"/>
            <p:cNvSpPr/>
            <p:nvPr/>
          </p:nvSpPr>
          <p:spPr>
            <a:xfrm>
              <a:off x="6276965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pg645"/>
            <p:cNvSpPr/>
            <p:nvPr/>
          </p:nvSpPr>
          <p:spPr>
            <a:xfrm>
              <a:off x="628860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pg646"/>
            <p:cNvSpPr/>
            <p:nvPr/>
          </p:nvSpPr>
          <p:spPr>
            <a:xfrm>
              <a:off x="6300240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pg647"/>
            <p:cNvSpPr/>
            <p:nvPr/>
          </p:nvSpPr>
          <p:spPr>
            <a:xfrm>
              <a:off x="6311877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pg648"/>
            <p:cNvSpPr/>
            <p:nvPr/>
          </p:nvSpPr>
          <p:spPr>
            <a:xfrm>
              <a:off x="632351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pg649"/>
            <p:cNvSpPr/>
            <p:nvPr/>
          </p:nvSpPr>
          <p:spPr>
            <a:xfrm>
              <a:off x="574164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pg650"/>
            <p:cNvSpPr/>
            <p:nvPr/>
          </p:nvSpPr>
          <p:spPr>
            <a:xfrm>
              <a:off x="5753285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pg651"/>
            <p:cNvSpPr/>
            <p:nvPr/>
          </p:nvSpPr>
          <p:spPr>
            <a:xfrm>
              <a:off x="576492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pg652"/>
            <p:cNvSpPr/>
            <p:nvPr/>
          </p:nvSpPr>
          <p:spPr>
            <a:xfrm>
              <a:off x="5776560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pg653"/>
            <p:cNvSpPr/>
            <p:nvPr/>
          </p:nvSpPr>
          <p:spPr>
            <a:xfrm>
              <a:off x="5788197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pg654"/>
            <p:cNvSpPr/>
            <p:nvPr/>
          </p:nvSpPr>
          <p:spPr>
            <a:xfrm>
              <a:off x="579983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pg655"/>
            <p:cNvSpPr/>
            <p:nvPr/>
          </p:nvSpPr>
          <p:spPr>
            <a:xfrm>
              <a:off x="581147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pg656"/>
            <p:cNvSpPr/>
            <p:nvPr/>
          </p:nvSpPr>
          <p:spPr>
            <a:xfrm>
              <a:off x="5823109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pg657"/>
            <p:cNvSpPr/>
            <p:nvPr/>
          </p:nvSpPr>
          <p:spPr>
            <a:xfrm>
              <a:off x="583474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pg658"/>
            <p:cNvSpPr/>
            <p:nvPr/>
          </p:nvSpPr>
          <p:spPr>
            <a:xfrm>
              <a:off x="584638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pg659"/>
            <p:cNvSpPr/>
            <p:nvPr/>
          </p:nvSpPr>
          <p:spPr>
            <a:xfrm>
              <a:off x="5858021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pg660"/>
            <p:cNvSpPr/>
            <p:nvPr/>
          </p:nvSpPr>
          <p:spPr>
            <a:xfrm>
              <a:off x="586965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pg661"/>
            <p:cNvSpPr/>
            <p:nvPr/>
          </p:nvSpPr>
          <p:spPr>
            <a:xfrm>
              <a:off x="588129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pg662"/>
            <p:cNvSpPr/>
            <p:nvPr/>
          </p:nvSpPr>
          <p:spPr>
            <a:xfrm>
              <a:off x="6172229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pg663"/>
            <p:cNvSpPr/>
            <p:nvPr/>
          </p:nvSpPr>
          <p:spPr>
            <a:xfrm>
              <a:off x="618386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pg664"/>
            <p:cNvSpPr/>
            <p:nvPr/>
          </p:nvSpPr>
          <p:spPr>
            <a:xfrm>
              <a:off x="619550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pg665"/>
            <p:cNvSpPr/>
            <p:nvPr/>
          </p:nvSpPr>
          <p:spPr>
            <a:xfrm>
              <a:off x="6207141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pg666"/>
            <p:cNvSpPr/>
            <p:nvPr/>
          </p:nvSpPr>
          <p:spPr>
            <a:xfrm>
              <a:off x="621877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pg667"/>
            <p:cNvSpPr/>
            <p:nvPr/>
          </p:nvSpPr>
          <p:spPr>
            <a:xfrm>
              <a:off x="623041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pg668"/>
            <p:cNvSpPr/>
            <p:nvPr/>
          </p:nvSpPr>
          <p:spPr>
            <a:xfrm>
              <a:off x="6242053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pg669"/>
            <p:cNvSpPr/>
            <p:nvPr/>
          </p:nvSpPr>
          <p:spPr>
            <a:xfrm>
              <a:off x="626532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pg670"/>
            <p:cNvSpPr/>
            <p:nvPr/>
          </p:nvSpPr>
          <p:spPr>
            <a:xfrm>
              <a:off x="6276965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pg671"/>
            <p:cNvSpPr/>
            <p:nvPr/>
          </p:nvSpPr>
          <p:spPr>
            <a:xfrm>
              <a:off x="628860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pg672"/>
            <p:cNvSpPr/>
            <p:nvPr/>
          </p:nvSpPr>
          <p:spPr>
            <a:xfrm>
              <a:off x="6300240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pg673"/>
            <p:cNvSpPr/>
            <p:nvPr/>
          </p:nvSpPr>
          <p:spPr>
            <a:xfrm>
              <a:off x="6311877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pg674"/>
            <p:cNvSpPr/>
            <p:nvPr/>
          </p:nvSpPr>
          <p:spPr>
            <a:xfrm>
              <a:off x="632351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pg675"/>
            <p:cNvSpPr/>
            <p:nvPr/>
          </p:nvSpPr>
          <p:spPr>
            <a:xfrm>
              <a:off x="633515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pg676"/>
            <p:cNvSpPr/>
            <p:nvPr/>
          </p:nvSpPr>
          <p:spPr>
            <a:xfrm>
              <a:off x="573001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pg677"/>
            <p:cNvSpPr/>
            <p:nvPr/>
          </p:nvSpPr>
          <p:spPr>
            <a:xfrm>
              <a:off x="574164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pg678"/>
            <p:cNvSpPr/>
            <p:nvPr/>
          </p:nvSpPr>
          <p:spPr>
            <a:xfrm>
              <a:off x="5753285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pg679"/>
            <p:cNvSpPr/>
            <p:nvPr/>
          </p:nvSpPr>
          <p:spPr>
            <a:xfrm>
              <a:off x="576492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pg680"/>
            <p:cNvSpPr/>
            <p:nvPr/>
          </p:nvSpPr>
          <p:spPr>
            <a:xfrm>
              <a:off x="577656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pg681"/>
            <p:cNvSpPr/>
            <p:nvPr/>
          </p:nvSpPr>
          <p:spPr>
            <a:xfrm>
              <a:off x="5788197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pg682"/>
            <p:cNvSpPr/>
            <p:nvPr/>
          </p:nvSpPr>
          <p:spPr>
            <a:xfrm>
              <a:off x="579983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pg683"/>
            <p:cNvSpPr/>
            <p:nvPr/>
          </p:nvSpPr>
          <p:spPr>
            <a:xfrm>
              <a:off x="581147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pg684"/>
            <p:cNvSpPr/>
            <p:nvPr/>
          </p:nvSpPr>
          <p:spPr>
            <a:xfrm>
              <a:off x="5823109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pg685"/>
            <p:cNvSpPr/>
            <p:nvPr/>
          </p:nvSpPr>
          <p:spPr>
            <a:xfrm>
              <a:off x="583474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pg686"/>
            <p:cNvSpPr/>
            <p:nvPr/>
          </p:nvSpPr>
          <p:spPr>
            <a:xfrm>
              <a:off x="584638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pg687"/>
            <p:cNvSpPr/>
            <p:nvPr/>
          </p:nvSpPr>
          <p:spPr>
            <a:xfrm>
              <a:off x="6172229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pg688"/>
            <p:cNvSpPr/>
            <p:nvPr/>
          </p:nvSpPr>
          <p:spPr>
            <a:xfrm>
              <a:off x="618386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pg689"/>
            <p:cNvSpPr/>
            <p:nvPr/>
          </p:nvSpPr>
          <p:spPr>
            <a:xfrm>
              <a:off x="619550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pg690"/>
            <p:cNvSpPr/>
            <p:nvPr/>
          </p:nvSpPr>
          <p:spPr>
            <a:xfrm>
              <a:off x="6207141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pg691"/>
            <p:cNvSpPr/>
            <p:nvPr/>
          </p:nvSpPr>
          <p:spPr>
            <a:xfrm>
              <a:off x="621877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pg692"/>
            <p:cNvSpPr/>
            <p:nvPr/>
          </p:nvSpPr>
          <p:spPr>
            <a:xfrm>
              <a:off x="623041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pg693"/>
            <p:cNvSpPr/>
            <p:nvPr/>
          </p:nvSpPr>
          <p:spPr>
            <a:xfrm>
              <a:off x="6242053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pg694"/>
            <p:cNvSpPr/>
            <p:nvPr/>
          </p:nvSpPr>
          <p:spPr>
            <a:xfrm>
              <a:off x="625369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pg695"/>
            <p:cNvSpPr/>
            <p:nvPr/>
          </p:nvSpPr>
          <p:spPr>
            <a:xfrm>
              <a:off x="626532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pg696"/>
            <p:cNvSpPr/>
            <p:nvPr/>
          </p:nvSpPr>
          <p:spPr>
            <a:xfrm>
              <a:off x="6276965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pg697"/>
            <p:cNvSpPr/>
            <p:nvPr/>
          </p:nvSpPr>
          <p:spPr>
            <a:xfrm>
              <a:off x="628860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pg698"/>
            <p:cNvSpPr/>
            <p:nvPr/>
          </p:nvSpPr>
          <p:spPr>
            <a:xfrm>
              <a:off x="630024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pg699"/>
            <p:cNvSpPr/>
            <p:nvPr/>
          </p:nvSpPr>
          <p:spPr>
            <a:xfrm>
              <a:off x="6311877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pg700"/>
            <p:cNvSpPr/>
            <p:nvPr/>
          </p:nvSpPr>
          <p:spPr>
            <a:xfrm>
              <a:off x="632351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pg701"/>
            <p:cNvSpPr/>
            <p:nvPr/>
          </p:nvSpPr>
          <p:spPr>
            <a:xfrm>
              <a:off x="633515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pg702"/>
            <p:cNvSpPr/>
            <p:nvPr/>
          </p:nvSpPr>
          <p:spPr>
            <a:xfrm>
              <a:off x="5718373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pg703"/>
            <p:cNvSpPr/>
            <p:nvPr/>
          </p:nvSpPr>
          <p:spPr>
            <a:xfrm>
              <a:off x="573001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pg704"/>
            <p:cNvSpPr/>
            <p:nvPr/>
          </p:nvSpPr>
          <p:spPr>
            <a:xfrm>
              <a:off x="574164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pg705"/>
            <p:cNvSpPr/>
            <p:nvPr/>
          </p:nvSpPr>
          <p:spPr>
            <a:xfrm>
              <a:off x="5753285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pg706"/>
            <p:cNvSpPr/>
            <p:nvPr/>
          </p:nvSpPr>
          <p:spPr>
            <a:xfrm>
              <a:off x="576492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pg707"/>
            <p:cNvSpPr/>
            <p:nvPr/>
          </p:nvSpPr>
          <p:spPr>
            <a:xfrm>
              <a:off x="577656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pg708"/>
            <p:cNvSpPr/>
            <p:nvPr/>
          </p:nvSpPr>
          <p:spPr>
            <a:xfrm>
              <a:off x="5788197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pg709"/>
            <p:cNvSpPr/>
            <p:nvPr/>
          </p:nvSpPr>
          <p:spPr>
            <a:xfrm>
              <a:off x="579983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pg710"/>
            <p:cNvSpPr/>
            <p:nvPr/>
          </p:nvSpPr>
          <p:spPr>
            <a:xfrm>
              <a:off x="581147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pg711"/>
            <p:cNvSpPr/>
            <p:nvPr/>
          </p:nvSpPr>
          <p:spPr>
            <a:xfrm>
              <a:off x="6183866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pg712"/>
            <p:cNvSpPr/>
            <p:nvPr/>
          </p:nvSpPr>
          <p:spPr>
            <a:xfrm>
              <a:off x="619550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pg713"/>
            <p:cNvSpPr/>
            <p:nvPr/>
          </p:nvSpPr>
          <p:spPr>
            <a:xfrm>
              <a:off x="6207141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pg714"/>
            <p:cNvSpPr/>
            <p:nvPr/>
          </p:nvSpPr>
          <p:spPr>
            <a:xfrm>
              <a:off x="621877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pg715"/>
            <p:cNvSpPr/>
            <p:nvPr/>
          </p:nvSpPr>
          <p:spPr>
            <a:xfrm>
              <a:off x="6230416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pg716"/>
            <p:cNvSpPr/>
            <p:nvPr/>
          </p:nvSpPr>
          <p:spPr>
            <a:xfrm>
              <a:off x="6242053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pg717"/>
            <p:cNvSpPr/>
            <p:nvPr/>
          </p:nvSpPr>
          <p:spPr>
            <a:xfrm>
              <a:off x="625369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pg718"/>
            <p:cNvSpPr/>
            <p:nvPr/>
          </p:nvSpPr>
          <p:spPr>
            <a:xfrm>
              <a:off x="626532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pg719"/>
            <p:cNvSpPr/>
            <p:nvPr/>
          </p:nvSpPr>
          <p:spPr>
            <a:xfrm>
              <a:off x="6276965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pg720"/>
            <p:cNvSpPr/>
            <p:nvPr/>
          </p:nvSpPr>
          <p:spPr>
            <a:xfrm>
              <a:off x="628860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pg721"/>
            <p:cNvSpPr/>
            <p:nvPr/>
          </p:nvSpPr>
          <p:spPr>
            <a:xfrm>
              <a:off x="630024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pg722"/>
            <p:cNvSpPr/>
            <p:nvPr/>
          </p:nvSpPr>
          <p:spPr>
            <a:xfrm>
              <a:off x="6311877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pg723"/>
            <p:cNvSpPr/>
            <p:nvPr/>
          </p:nvSpPr>
          <p:spPr>
            <a:xfrm>
              <a:off x="632351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pg724"/>
            <p:cNvSpPr/>
            <p:nvPr/>
          </p:nvSpPr>
          <p:spPr>
            <a:xfrm>
              <a:off x="5706736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pg725"/>
            <p:cNvSpPr/>
            <p:nvPr/>
          </p:nvSpPr>
          <p:spPr>
            <a:xfrm>
              <a:off x="5718373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pg726"/>
            <p:cNvSpPr/>
            <p:nvPr/>
          </p:nvSpPr>
          <p:spPr>
            <a:xfrm>
              <a:off x="573001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pg727"/>
            <p:cNvSpPr/>
            <p:nvPr/>
          </p:nvSpPr>
          <p:spPr>
            <a:xfrm>
              <a:off x="574164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pg728"/>
            <p:cNvSpPr/>
            <p:nvPr/>
          </p:nvSpPr>
          <p:spPr>
            <a:xfrm>
              <a:off x="5753285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pg729"/>
            <p:cNvSpPr/>
            <p:nvPr/>
          </p:nvSpPr>
          <p:spPr>
            <a:xfrm>
              <a:off x="5764922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pg730"/>
            <p:cNvSpPr/>
            <p:nvPr/>
          </p:nvSpPr>
          <p:spPr>
            <a:xfrm>
              <a:off x="577656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pg731"/>
            <p:cNvSpPr/>
            <p:nvPr/>
          </p:nvSpPr>
          <p:spPr>
            <a:xfrm>
              <a:off x="6195504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pg732"/>
            <p:cNvSpPr/>
            <p:nvPr/>
          </p:nvSpPr>
          <p:spPr>
            <a:xfrm>
              <a:off x="6207141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pg733"/>
            <p:cNvSpPr/>
            <p:nvPr/>
          </p:nvSpPr>
          <p:spPr>
            <a:xfrm>
              <a:off x="621877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pg734"/>
            <p:cNvSpPr/>
            <p:nvPr/>
          </p:nvSpPr>
          <p:spPr>
            <a:xfrm>
              <a:off x="6230416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pg735"/>
            <p:cNvSpPr/>
            <p:nvPr/>
          </p:nvSpPr>
          <p:spPr>
            <a:xfrm>
              <a:off x="6242053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pg736"/>
            <p:cNvSpPr/>
            <p:nvPr/>
          </p:nvSpPr>
          <p:spPr>
            <a:xfrm>
              <a:off x="625369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pg737"/>
            <p:cNvSpPr/>
            <p:nvPr/>
          </p:nvSpPr>
          <p:spPr>
            <a:xfrm>
              <a:off x="626532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pg738"/>
            <p:cNvSpPr/>
            <p:nvPr/>
          </p:nvSpPr>
          <p:spPr>
            <a:xfrm>
              <a:off x="6276965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pg739"/>
            <p:cNvSpPr/>
            <p:nvPr/>
          </p:nvSpPr>
          <p:spPr>
            <a:xfrm>
              <a:off x="6288602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pg740"/>
            <p:cNvSpPr/>
            <p:nvPr/>
          </p:nvSpPr>
          <p:spPr>
            <a:xfrm>
              <a:off x="630024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pg741"/>
            <p:cNvSpPr/>
            <p:nvPr/>
          </p:nvSpPr>
          <p:spPr>
            <a:xfrm>
              <a:off x="6311877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pg742"/>
            <p:cNvSpPr/>
            <p:nvPr/>
          </p:nvSpPr>
          <p:spPr>
            <a:xfrm>
              <a:off x="5706736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pg743"/>
            <p:cNvSpPr/>
            <p:nvPr/>
          </p:nvSpPr>
          <p:spPr>
            <a:xfrm>
              <a:off x="5718373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pg744"/>
            <p:cNvSpPr/>
            <p:nvPr/>
          </p:nvSpPr>
          <p:spPr>
            <a:xfrm>
              <a:off x="5730010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pg745"/>
            <p:cNvSpPr/>
            <p:nvPr/>
          </p:nvSpPr>
          <p:spPr>
            <a:xfrm>
              <a:off x="574164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pg746"/>
            <p:cNvSpPr/>
            <p:nvPr/>
          </p:nvSpPr>
          <p:spPr>
            <a:xfrm>
              <a:off x="5753285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pg747"/>
            <p:cNvSpPr/>
            <p:nvPr/>
          </p:nvSpPr>
          <p:spPr>
            <a:xfrm>
              <a:off x="5764922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pg748"/>
            <p:cNvSpPr/>
            <p:nvPr/>
          </p:nvSpPr>
          <p:spPr>
            <a:xfrm>
              <a:off x="621877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pg749"/>
            <p:cNvSpPr/>
            <p:nvPr/>
          </p:nvSpPr>
          <p:spPr>
            <a:xfrm>
              <a:off x="6230416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pg750"/>
            <p:cNvSpPr/>
            <p:nvPr/>
          </p:nvSpPr>
          <p:spPr>
            <a:xfrm>
              <a:off x="6242053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pg751"/>
            <p:cNvSpPr/>
            <p:nvPr/>
          </p:nvSpPr>
          <p:spPr>
            <a:xfrm>
              <a:off x="6253690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pg752"/>
            <p:cNvSpPr/>
            <p:nvPr/>
          </p:nvSpPr>
          <p:spPr>
            <a:xfrm>
              <a:off x="626532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pg753"/>
            <p:cNvSpPr/>
            <p:nvPr/>
          </p:nvSpPr>
          <p:spPr>
            <a:xfrm>
              <a:off x="6276965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pg754"/>
            <p:cNvSpPr/>
            <p:nvPr/>
          </p:nvSpPr>
          <p:spPr>
            <a:xfrm>
              <a:off x="6288602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pg755"/>
            <p:cNvSpPr/>
            <p:nvPr/>
          </p:nvSpPr>
          <p:spPr>
            <a:xfrm>
              <a:off x="569509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pg756"/>
            <p:cNvSpPr/>
            <p:nvPr/>
          </p:nvSpPr>
          <p:spPr>
            <a:xfrm>
              <a:off x="5706736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pg757"/>
            <p:cNvSpPr/>
            <p:nvPr/>
          </p:nvSpPr>
          <p:spPr>
            <a:xfrm>
              <a:off x="5718373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pg758"/>
            <p:cNvSpPr/>
            <p:nvPr/>
          </p:nvSpPr>
          <p:spPr>
            <a:xfrm>
              <a:off x="5730010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pg759"/>
            <p:cNvSpPr/>
            <p:nvPr/>
          </p:nvSpPr>
          <p:spPr>
            <a:xfrm>
              <a:off x="574164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pg760"/>
            <p:cNvSpPr/>
            <p:nvPr/>
          </p:nvSpPr>
          <p:spPr>
            <a:xfrm>
              <a:off x="5753285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pg761"/>
            <p:cNvSpPr/>
            <p:nvPr/>
          </p:nvSpPr>
          <p:spPr>
            <a:xfrm>
              <a:off x="6242053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pg762"/>
            <p:cNvSpPr/>
            <p:nvPr/>
          </p:nvSpPr>
          <p:spPr>
            <a:xfrm>
              <a:off x="6253690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pg763"/>
            <p:cNvSpPr/>
            <p:nvPr/>
          </p:nvSpPr>
          <p:spPr>
            <a:xfrm>
              <a:off x="626532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pg764"/>
            <p:cNvSpPr/>
            <p:nvPr/>
          </p:nvSpPr>
          <p:spPr>
            <a:xfrm>
              <a:off x="5683461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pg765"/>
            <p:cNvSpPr/>
            <p:nvPr/>
          </p:nvSpPr>
          <p:spPr>
            <a:xfrm>
              <a:off x="5695098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pg766"/>
            <p:cNvSpPr/>
            <p:nvPr/>
          </p:nvSpPr>
          <p:spPr>
            <a:xfrm>
              <a:off x="5706736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pg767"/>
            <p:cNvSpPr/>
            <p:nvPr/>
          </p:nvSpPr>
          <p:spPr>
            <a:xfrm>
              <a:off x="5718373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pg768"/>
            <p:cNvSpPr/>
            <p:nvPr/>
          </p:nvSpPr>
          <p:spPr>
            <a:xfrm>
              <a:off x="5730010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pg769"/>
            <p:cNvSpPr/>
            <p:nvPr/>
          </p:nvSpPr>
          <p:spPr>
            <a:xfrm>
              <a:off x="5741648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pg770"/>
            <p:cNvSpPr/>
            <p:nvPr/>
          </p:nvSpPr>
          <p:spPr>
            <a:xfrm>
              <a:off x="5683461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pg771"/>
            <p:cNvSpPr/>
            <p:nvPr/>
          </p:nvSpPr>
          <p:spPr>
            <a:xfrm>
              <a:off x="5695098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pg772"/>
            <p:cNvSpPr/>
            <p:nvPr/>
          </p:nvSpPr>
          <p:spPr>
            <a:xfrm>
              <a:off x="5706736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pg773"/>
            <p:cNvSpPr/>
            <p:nvPr/>
          </p:nvSpPr>
          <p:spPr>
            <a:xfrm>
              <a:off x="5718373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pg774"/>
            <p:cNvSpPr/>
            <p:nvPr/>
          </p:nvSpPr>
          <p:spPr>
            <a:xfrm>
              <a:off x="5730010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pg775"/>
            <p:cNvSpPr/>
            <p:nvPr/>
          </p:nvSpPr>
          <p:spPr>
            <a:xfrm>
              <a:off x="5671824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pg776"/>
            <p:cNvSpPr/>
            <p:nvPr/>
          </p:nvSpPr>
          <p:spPr>
            <a:xfrm>
              <a:off x="5683461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pg777"/>
            <p:cNvSpPr/>
            <p:nvPr/>
          </p:nvSpPr>
          <p:spPr>
            <a:xfrm>
              <a:off x="5695098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pg778"/>
            <p:cNvSpPr/>
            <p:nvPr/>
          </p:nvSpPr>
          <p:spPr>
            <a:xfrm>
              <a:off x="5706736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pg779"/>
            <p:cNvSpPr/>
            <p:nvPr/>
          </p:nvSpPr>
          <p:spPr>
            <a:xfrm>
              <a:off x="5718373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pg780"/>
            <p:cNvSpPr/>
            <p:nvPr/>
          </p:nvSpPr>
          <p:spPr>
            <a:xfrm>
              <a:off x="5730010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pg781"/>
            <p:cNvSpPr/>
            <p:nvPr/>
          </p:nvSpPr>
          <p:spPr>
            <a:xfrm>
              <a:off x="5671824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pg782"/>
            <p:cNvSpPr/>
            <p:nvPr/>
          </p:nvSpPr>
          <p:spPr>
            <a:xfrm>
              <a:off x="5683461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pg783"/>
            <p:cNvSpPr/>
            <p:nvPr/>
          </p:nvSpPr>
          <p:spPr>
            <a:xfrm>
              <a:off x="5695098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pg784"/>
            <p:cNvSpPr/>
            <p:nvPr/>
          </p:nvSpPr>
          <p:spPr>
            <a:xfrm>
              <a:off x="5706736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pg785"/>
            <p:cNvSpPr/>
            <p:nvPr/>
          </p:nvSpPr>
          <p:spPr>
            <a:xfrm>
              <a:off x="5718373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pg786"/>
            <p:cNvSpPr/>
            <p:nvPr/>
          </p:nvSpPr>
          <p:spPr>
            <a:xfrm>
              <a:off x="5730010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pg787"/>
            <p:cNvSpPr/>
            <p:nvPr/>
          </p:nvSpPr>
          <p:spPr>
            <a:xfrm>
              <a:off x="5671824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pg788"/>
            <p:cNvSpPr/>
            <p:nvPr/>
          </p:nvSpPr>
          <p:spPr>
            <a:xfrm>
              <a:off x="5683461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pg789"/>
            <p:cNvSpPr/>
            <p:nvPr/>
          </p:nvSpPr>
          <p:spPr>
            <a:xfrm>
              <a:off x="5695098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pg790"/>
            <p:cNvSpPr/>
            <p:nvPr/>
          </p:nvSpPr>
          <p:spPr>
            <a:xfrm>
              <a:off x="5706736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pg791"/>
            <p:cNvSpPr/>
            <p:nvPr/>
          </p:nvSpPr>
          <p:spPr>
            <a:xfrm>
              <a:off x="5718373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pg792"/>
            <p:cNvSpPr/>
            <p:nvPr/>
          </p:nvSpPr>
          <p:spPr>
            <a:xfrm>
              <a:off x="5730010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pg793"/>
            <p:cNvSpPr/>
            <p:nvPr/>
          </p:nvSpPr>
          <p:spPr>
            <a:xfrm>
              <a:off x="5671824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pg794"/>
            <p:cNvSpPr/>
            <p:nvPr/>
          </p:nvSpPr>
          <p:spPr>
            <a:xfrm>
              <a:off x="5683461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pg795"/>
            <p:cNvSpPr/>
            <p:nvPr/>
          </p:nvSpPr>
          <p:spPr>
            <a:xfrm>
              <a:off x="5695098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pg796"/>
            <p:cNvSpPr/>
            <p:nvPr/>
          </p:nvSpPr>
          <p:spPr>
            <a:xfrm>
              <a:off x="5706736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pg797"/>
            <p:cNvSpPr/>
            <p:nvPr/>
          </p:nvSpPr>
          <p:spPr>
            <a:xfrm>
              <a:off x="5718373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pg798"/>
            <p:cNvSpPr/>
            <p:nvPr/>
          </p:nvSpPr>
          <p:spPr>
            <a:xfrm>
              <a:off x="5730010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pg799"/>
            <p:cNvSpPr/>
            <p:nvPr/>
          </p:nvSpPr>
          <p:spPr>
            <a:xfrm>
              <a:off x="5741648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pg800"/>
            <p:cNvSpPr/>
            <p:nvPr/>
          </p:nvSpPr>
          <p:spPr>
            <a:xfrm>
              <a:off x="5660186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pg801"/>
            <p:cNvSpPr/>
            <p:nvPr/>
          </p:nvSpPr>
          <p:spPr>
            <a:xfrm>
              <a:off x="5671824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pg802"/>
            <p:cNvSpPr/>
            <p:nvPr/>
          </p:nvSpPr>
          <p:spPr>
            <a:xfrm>
              <a:off x="5683461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pg803"/>
            <p:cNvSpPr/>
            <p:nvPr/>
          </p:nvSpPr>
          <p:spPr>
            <a:xfrm>
              <a:off x="5695098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pg804"/>
            <p:cNvSpPr/>
            <p:nvPr/>
          </p:nvSpPr>
          <p:spPr>
            <a:xfrm>
              <a:off x="5706736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pg805"/>
            <p:cNvSpPr/>
            <p:nvPr/>
          </p:nvSpPr>
          <p:spPr>
            <a:xfrm>
              <a:off x="5718373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pg806"/>
            <p:cNvSpPr/>
            <p:nvPr/>
          </p:nvSpPr>
          <p:spPr>
            <a:xfrm>
              <a:off x="5730010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pg807"/>
            <p:cNvSpPr/>
            <p:nvPr/>
          </p:nvSpPr>
          <p:spPr>
            <a:xfrm>
              <a:off x="5648549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pg808"/>
            <p:cNvSpPr/>
            <p:nvPr/>
          </p:nvSpPr>
          <p:spPr>
            <a:xfrm>
              <a:off x="5660186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pg809"/>
            <p:cNvSpPr/>
            <p:nvPr/>
          </p:nvSpPr>
          <p:spPr>
            <a:xfrm>
              <a:off x="5671824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pg810"/>
            <p:cNvSpPr/>
            <p:nvPr/>
          </p:nvSpPr>
          <p:spPr>
            <a:xfrm>
              <a:off x="5683461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pg811"/>
            <p:cNvSpPr/>
            <p:nvPr/>
          </p:nvSpPr>
          <p:spPr>
            <a:xfrm>
              <a:off x="5695098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pg812"/>
            <p:cNvSpPr/>
            <p:nvPr/>
          </p:nvSpPr>
          <p:spPr>
            <a:xfrm>
              <a:off x="5706736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pg813"/>
            <p:cNvSpPr/>
            <p:nvPr/>
          </p:nvSpPr>
          <p:spPr>
            <a:xfrm>
              <a:off x="5718373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pg814"/>
            <p:cNvSpPr/>
            <p:nvPr/>
          </p:nvSpPr>
          <p:spPr>
            <a:xfrm>
              <a:off x="5648549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pg815"/>
            <p:cNvSpPr/>
            <p:nvPr/>
          </p:nvSpPr>
          <p:spPr>
            <a:xfrm>
              <a:off x="5660186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pg816"/>
            <p:cNvSpPr/>
            <p:nvPr/>
          </p:nvSpPr>
          <p:spPr>
            <a:xfrm>
              <a:off x="5671824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pg817"/>
            <p:cNvSpPr/>
            <p:nvPr/>
          </p:nvSpPr>
          <p:spPr>
            <a:xfrm>
              <a:off x="5683461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pg818"/>
            <p:cNvSpPr/>
            <p:nvPr/>
          </p:nvSpPr>
          <p:spPr>
            <a:xfrm>
              <a:off x="5695098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pg819"/>
            <p:cNvSpPr/>
            <p:nvPr/>
          </p:nvSpPr>
          <p:spPr>
            <a:xfrm>
              <a:off x="5706736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pg820"/>
            <p:cNvSpPr/>
            <p:nvPr/>
          </p:nvSpPr>
          <p:spPr>
            <a:xfrm>
              <a:off x="5718373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pg821"/>
            <p:cNvSpPr/>
            <p:nvPr/>
          </p:nvSpPr>
          <p:spPr>
            <a:xfrm>
              <a:off x="5741648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pg822"/>
            <p:cNvSpPr/>
            <p:nvPr/>
          </p:nvSpPr>
          <p:spPr>
            <a:xfrm>
              <a:off x="5753285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pg823"/>
            <p:cNvSpPr/>
            <p:nvPr/>
          </p:nvSpPr>
          <p:spPr>
            <a:xfrm>
              <a:off x="5764922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pg824"/>
            <p:cNvSpPr/>
            <p:nvPr/>
          </p:nvSpPr>
          <p:spPr>
            <a:xfrm>
              <a:off x="5776560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pg825"/>
            <p:cNvSpPr/>
            <p:nvPr/>
          </p:nvSpPr>
          <p:spPr>
            <a:xfrm>
              <a:off x="5648549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pg826"/>
            <p:cNvSpPr/>
            <p:nvPr/>
          </p:nvSpPr>
          <p:spPr>
            <a:xfrm>
              <a:off x="5660186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pg827"/>
            <p:cNvSpPr/>
            <p:nvPr/>
          </p:nvSpPr>
          <p:spPr>
            <a:xfrm>
              <a:off x="5671824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pg828"/>
            <p:cNvSpPr/>
            <p:nvPr/>
          </p:nvSpPr>
          <p:spPr>
            <a:xfrm>
              <a:off x="5683461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pg829"/>
            <p:cNvSpPr/>
            <p:nvPr/>
          </p:nvSpPr>
          <p:spPr>
            <a:xfrm>
              <a:off x="5695098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pg830"/>
            <p:cNvSpPr/>
            <p:nvPr/>
          </p:nvSpPr>
          <p:spPr>
            <a:xfrm>
              <a:off x="5706736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pg831"/>
            <p:cNvSpPr/>
            <p:nvPr/>
          </p:nvSpPr>
          <p:spPr>
            <a:xfrm>
              <a:off x="5718373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pg832"/>
            <p:cNvSpPr/>
            <p:nvPr/>
          </p:nvSpPr>
          <p:spPr>
            <a:xfrm>
              <a:off x="5730010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pg833"/>
            <p:cNvSpPr/>
            <p:nvPr/>
          </p:nvSpPr>
          <p:spPr>
            <a:xfrm>
              <a:off x="5741648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pg834"/>
            <p:cNvSpPr/>
            <p:nvPr/>
          </p:nvSpPr>
          <p:spPr>
            <a:xfrm>
              <a:off x="5753285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pg835"/>
            <p:cNvSpPr/>
            <p:nvPr/>
          </p:nvSpPr>
          <p:spPr>
            <a:xfrm>
              <a:off x="5764922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pg836"/>
            <p:cNvSpPr/>
            <p:nvPr/>
          </p:nvSpPr>
          <p:spPr>
            <a:xfrm>
              <a:off x="5776560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pg837"/>
            <p:cNvSpPr/>
            <p:nvPr/>
          </p:nvSpPr>
          <p:spPr>
            <a:xfrm>
              <a:off x="5788197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pg838"/>
            <p:cNvSpPr/>
            <p:nvPr/>
          </p:nvSpPr>
          <p:spPr>
            <a:xfrm>
              <a:off x="5671824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pg839"/>
            <p:cNvSpPr/>
            <p:nvPr/>
          </p:nvSpPr>
          <p:spPr>
            <a:xfrm>
              <a:off x="5683461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pg840"/>
            <p:cNvSpPr/>
            <p:nvPr/>
          </p:nvSpPr>
          <p:spPr>
            <a:xfrm>
              <a:off x="5695098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pg841"/>
            <p:cNvSpPr/>
            <p:nvPr/>
          </p:nvSpPr>
          <p:spPr>
            <a:xfrm>
              <a:off x="5706736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pg842"/>
            <p:cNvSpPr/>
            <p:nvPr/>
          </p:nvSpPr>
          <p:spPr>
            <a:xfrm>
              <a:off x="5718373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pg843"/>
            <p:cNvSpPr/>
            <p:nvPr/>
          </p:nvSpPr>
          <p:spPr>
            <a:xfrm>
              <a:off x="5730010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pg844"/>
            <p:cNvSpPr/>
            <p:nvPr/>
          </p:nvSpPr>
          <p:spPr>
            <a:xfrm>
              <a:off x="5741648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pg845"/>
            <p:cNvSpPr/>
            <p:nvPr/>
          </p:nvSpPr>
          <p:spPr>
            <a:xfrm>
              <a:off x="5753285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pg846"/>
            <p:cNvSpPr/>
            <p:nvPr/>
          </p:nvSpPr>
          <p:spPr>
            <a:xfrm>
              <a:off x="5764922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pg847"/>
            <p:cNvSpPr/>
            <p:nvPr/>
          </p:nvSpPr>
          <p:spPr>
            <a:xfrm>
              <a:off x="5776560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pg848"/>
            <p:cNvSpPr/>
            <p:nvPr/>
          </p:nvSpPr>
          <p:spPr>
            <a:xfrm>
              <a:off x="5788197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pg849"/>
            <p:cNvSpPr/>
            <p:nvPr/>
          </p:nvSpPr>
          <p:spPr>
            <a:xfrm>
              <a:off x="5799834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pg850"/>
            <p:cNvSpPr/>
            <p:nvPr/>
          </p:nvSpPr>
          <p:spPr>
            <a:xfrm>
              <a:off x="5625275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pg851"/>
            <p:cNvSpPr/>
            <p:nvPr/>
          </p:nvSpPr>
          <p:spPr>
            <a:xfrm>
              <a:off x="5636912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pg852"/>
            <p:cNvSpPr/>
            <p:nvPr/>
          </p:nvSpPr>
          <p:spPr>
            <a:xfrm>
              <a:off x="5648549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pg853"/>
            <p:cNvSpPr/>
            <p:nvPr/>
          </p:nvSpPr>
          <p:spPr>
            <a:xfrm>
              <a:off x="5660186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pg854"/>
            <p:cNvSpPr/>
            <p:nvPr/>
          </p:nvSpPr>
          <p:spPr>
            <a:xfrm>
              <a:off x="5695098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pg855"/>
            <p:cNvSpPr/>
            <p:nvPr/>
          </p:nvSpPr>
          <p:spPr>
            <a:xfrm>
              <a:off x="5706736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pg856"/>
            <p:cNvSpPr/>
            <p:nvPr/>
          </p:nvSpPr>
          <p:spPr>
            <a:xfrm>
              <a:off x="5718373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pg857"/>
            <p:cNvSpPr/>
            <p:nvPr/>
          </p:nvSpPr>
          <p:spPr>
            <a:xfrm>
              <a:off x="5730010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pg858"/>
            <p:cNvSpPr/>
            <p:nvPr/>
          </p:nvSpPr>
          <p:spPr>
            <a:xfrm>
              <a:off x="5741648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pg859"/>
            <p:cNvSpPr/>
            <p:nvPr/>
          </p:nvSpPr>
          <p:spPr>
            <a:xfrm>
              <a:off x="5753285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pg860"/>
            <p:cNvSpPr/>
            <p:nvPr/>
          </p:nvSpPr>
          <p:spPr>
            <a:xfrm>
              <a:off x="5764922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pg861"/>
            <p:cNvSpPr/>
            <p:nvPr/>
          </p:nvSpPr>
          <p:spPr>
            <a:xfrm>
              <a:off x="5776560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pg862"/>
            <p:cNvSpPr/>
            <p:nvPr/>
          </p:nvSpPr>
          <p:spPr>
            <a:xfrm>
              <a:off x="5788197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pg863"/>
            <p:cNvSpPr/>
            <p:nvPr/>
          </p:nvSpPr>
          <p:spPr>
            <a:xfrm>
              <a:off x="5799834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pg864"/>
            <p:cNvSpPr/>
            <p:nvPr/>
          </p:nvSpPr>
          <p:spPr>
            <a:xfrm>
              <a:off x="5613637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pg865"/>
            <p:cNvSpPr/>
            <p:nvPr/>
          </p:nvSpPr>
          <p:spPr>
            <a:xfrm>
              <a:off x="5625275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pg866"/>
            <p:cNvSpPr/>
            <p:nvPr/>
          </p:nvSpPr>
          <p:spPr>
            <a:xfrm>
              <a:off x="563691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pg867"/>
            <p:cNvSpPr/>
            <p:nvPr/>
          </p:nvSpPr>
          <p:spPr>
            <a:xfrm>
              <a:off x="5648549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pg868"/>
            <p:cNvSpPr/>
            <p:nvPr/>
          </p:nvSpPr>
          <p:spPr>
            <a:xfrm>
              <a:off x="5660186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pg869"/>
            <p:cNvSpPr/>
            <p:nvPr/>
          </p:nvSpPr>
          <p:spPr>
            <a:xfrm>
              <a:off x="5671824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pg870"/>
            <p:cNvSpPr/>
            <p:nvPr/>
          </p:nvSpPr>
          <p:spPr>
            <a:xfrm>
              <a:off x="5683461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pg871"/>
            <p:cNvSpPr/>
            <p:nvPr/>
          </p:nvSpPr>
          <p:spPr>
            <a:xfrm>
              <a:off x="5695098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pg872"/>
            <p:cNvSpPr/>
            <p:nvPr/>
          </p:nvSpPr>
          <p:spPr>
            <a:xfrm>
              <a:off x="5706736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pg873"/>
            <p:cNvSpPr/>
            <p:nvPr/>
          </p:nvSpPr>
          <p:spPr>
            <a:xfrm>
              <a:off x="5718373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pg874"/>
            <p:cNvSpPr/>
            <p:nvPr/>
          </p:nvSpPr>
          <p:spPr>
            <a:xfrm>
              <a:off x="5730010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pg875"/>
            <p:cNvSpPr/>
            <p:nvPr/>
          </p:nvSpPr>
          <p:spPr>
            <a:xfrm>
              <a:off x="5741648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pg876"/>
            <p:cNvSpPr/>
            <p:nvPr/>
          </p:nvSpPr>
          <p:spPr>
            <a:xfrm>
              <a:off x="5753285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pg877"/>
            <p:cNvSpPr/>
            <p:nvPr/>
          </p:nvSpPr>
          <p:spPr>
            <a:xfrm>
              <a:off x="576492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pg878"/>
            <p:cNvSpPr/>
            <p:nvPr/>
          </p:nvSpPr>
          <p:spPr>
            <a:xfrm>
              <a:off x="5776560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pg879"/>
            <p:cNvSpPr/>
            <p:nvPr/>
          </p:nvSpPr>
          <p:spPr>
            <a:xfrm>
              <a:off x="5788197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pg880"/>
            <p:cNvSpPr/>
            <p:nvPr/>
          </p:nvSpPr>
          <p:spPr>
            <a:xfrm>
              <a:off x="5799834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pg881"/>
            <p:cNvSpPr/>
            <p:nvPr/>
          </p:nvSpPr>
          <p:spPr>
            <a:xfrm>
              <a:off x="581147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pg882"/>
            <p:cNvSpPr/>
            <p:nvPr/>
          </p:nvSpPr>
          <p:spPr>
            <a:xfrm>
              <a:off x="5613637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pg883"/>
            <p:cNvSpPr/>
            <p:nvPr/>
          </p:nvSpPr>
          <p:spPr>
            <a:xfrm>
              <a:off x="5625275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pg884"/>
            <p:cNvSpPr/>
            <p:nvPr/>
          </p:nvSpPr>
          <p:spPr>
            <a:xfrm>
              <a:off x="563691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pg885"/>
            <p:cNvSpPr/>
            <p:nvPr/>
          </p:nvSpPr>
          <p:spPr>
            <a:xfrm>
              <a:off x="5648549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pg886"/>
            <p:cNvSpPr/>
            <p:nvPr/>
          </p:nvSpPr>
          <p:spPr>
            <a:xfrm>
              <a:off x="5660186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pg887"/>
            <p:cNvSpPr/>
            <p:nvPr/>
          </p:nvSpPr>
          <p:spPr>
            <a:xfrm>
              <a:off x="5671824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pg888"/>
            <p:cNvSpPr/>
            <p:nvPr/>
          </p:nvSpPr>
          <p:spPr>
            <a:xfrm>
              <a:off x="5683461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pg889"/>
            <p:cNvSpPr/>
            <p:nvPr/>
          </p:nvSpPr>
          <p:spPr>
            <a:xfrm>
              <a:off x="5695098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pg890"/>
            <p:cNvSpPr/>
            <p:nvPr/>
          </p:nvSpPr>
          <p:spPr>
            <a:xfrm>
              <a:off x="5706736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pg891"/>
            <p:cNvSpPr/>
            <p:nvPr/>
          </p:nvSpPr>
          <p:spPr>
            <a:xfrm>
              <a:off x="5718373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pg892"/>
            <p:cNvSpPr/>
            <p:nvPr/>
          </p:nvSpPr>
          <p:spPr>
            <a:xfrm>
              <a:off x="5730010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pg893"/>
            <p:cNvSpPr/>
            <p:nvPr/>
          </p:nvSpPr>
          <p:spPr>
            <a:xfrm>
              <a:off x="5741648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pg894"/>
            <p:cNvSpPr/>
            <p:nvPr/>
          </p:nvSpPr>
          <p:spPr>
            <a:xfrm>
              <a:off x="5753285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pg895"/>
            <p:cNvSpPr/>
            <p:nvPr/>
          </p:nvSpPr>
          <p:spPr>
            <a:xfrm>
              <a:off x="576492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pg896"/>
            <p:cNvSpPr/>
            <p:nvPr/>
          </p:nvSpPr>
          <p:spPr>
            <a:xfrm>
              <a:off x="5776560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pg897"/>
            <p:cNvSpPr/>
            <p:nvPr/>
          </p:nvSpPr>
          <p:spPr>
            <a:xfrm>
              <a:off x="5788197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pg898"/>
            <p:cNvSpPr/>
            <p:nvPr/>
          </p:nvSpPr>
          <p:spPr>
            <a:xfrm>
              <a:off x="5799834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pg899"/>
            <p:cNvSpPr/>
            <p:nvPr/>
          </p:nvSpPr>
          <p:spPr>
            <a:xfrm>
              <a:off x="581147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pg900"/>
            <p:cNvSpPr/>
            <p:nvPr/>
          </p:nvSpPr>
          <p:spPr>
            <a:xfrm>
              <a:off x="5613637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pg901"/>
            <p:cNvSpPr/>
            <p:nvPr/>
          </p:nvSpPr>
          <p:spPr>
            <a:xfrm>
              <a:off x="5625275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pg902"/>
            <p:cNvSpPr/>
            <p:nvPr/>
          </p:nvSpPr>
          <p:spPr>
            <a:xfrm>
              <a:off x="563691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pg903"/>
            <p:cNvSpPr/>
            <p:nvPr/>
          </p:nvSpPr>
          <p:spPr>
            <a:xfrm>
              <a:off x="5648549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pg904"/>
            <p:cNvSpPr/>
            <p:nvPr/>
          </p:nvSpPr>
          <p:spPr>
            <a:xfrm>
              <a:off x="5660186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pg905"/>
            <p:cNvSpPr/>
            <p:nvPr/>
          </p:nvSpPr>
          <p:spPr>
            <a:xfrm>
              <a:off x="5671824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pg906"/>
            <p:cNvSpPr/>
            <p:nvPr/>
          </p:nvSpPr>
          <p:spPr>
            <a:xfrm>
              <a:off x="5683461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pg907"/>
            <p:cNvSpPr/>
            <p:nvPr/>
          </p:nvSpPr>
          <p:spPr>
            <a:xfrm>
              <a:off x="5695098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pg908"/>
            <p:cNvSpPr/>
            <p:nvPr/>
          </p:nvSpPr>
          <p:spPr>
            <a:xfrm>
              <a:off x="5706736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pg909"/>
            <p:cNvSpPr/>
            <p:nvPr/>
          </p:nvSpPr>
          <p:spPr>
            <a:xfrm>
              <a:off x="5718373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pg910"/>
            <p:cNvSpPr/>
            <p:nvPr/>
          </p:nvSpPr>
          <p:spPr>
            <a:xfrm>
              <a:off x="5730010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pg911"/>
            <p:cNvSpPr/>
            <p:nvPr/>
          </p:nvSpPr>
          <p:spPr>
            <a:xfrm>
              <a:off x="5741648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pg912"/>
            <p:cNvSpPr/>
            <p:nvPr/>
          </p:nvSpPr>
          <p:spPr>
            <a:xfrm>
              <a:off x="5753285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pg913"/>
            <p:cNvSpPr/>
            <p:nvPr/>
          </p:nvSpPr>
          <p:spPr>
            <a:xfrm>
              <a:off x="576492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pg914"/>
            <p:cNvSpPr/>
            <p:nvPr/>
          </p:nvSpPr>
          <p:spPr>
            <a:xfrm>
              <a:off x="5776560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pg915"/>
            <p:cNvSpPr/>
            <p:nvPr/>
          </p:nvSpPr>
          <p:spPr>
            <a:xfrm>
              <a:off x="5788197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pg916"/>
            <p:cNvSpPr/>
            <p:nvPr/>
          </p:nvSpPr>
          <p:spPr>
            <a:xfrm>
              <a:off x="5799834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pg917"/>
            <p:cNvSpPr/>
            <p:nvPr/>
          </p:nvSpPr>
          <p:spPr>
            <a:xfrm>
              <a:off x="581147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pg918"/>
            <p:cNvSpPr/>
            <p:nvPr/>
          </p:nvSpPr>
          <p:spPr>
            <a:xfrm>
              <a:off x="547398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pg919"/>
            <p:cNvSpPr/>
            <p:nvPr/>
          </p:nvSpPr>
          <p:spPr>
            <a:xfrm>
              <a:off x="552053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6">
                <a:alpha val="100000"/>
              </a:srgbClr>
            </a:solidFill>
            <a:ln w="5420" cap="flat">
              <a:solidFill>
                <a:srgbClr val="3986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pg920"/>
            <p:cNvSpPr/>
            <p:nvPr/>
          </p:nvSpPr>
          <p:spPr>
            <a:xfrm>
              <a:off x="553217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pg921"/>
            <p:cNvSpPr/>
            <p:nvPr/>
          </p:nvSpPr>
          <p:spPr>
            <a:xfrm>
              <a:off x="554381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pg922"/>
            <p:cNvSpPr/>
            <p:nvPr/>
          </p:nvSpPr>
          <p:spPr>
            <a:xfrm>
              <a:off x="5555451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pg923"/>
            <p:cNvSpPr/>
            <p:nvPr/>
          </p:nvSpPr>
          <p:spPr>
            <a:xfrm>
              <a:off x="556708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pg924"/>
            <p:cNvSpPr/>
            <p:nvPr/>
          </p:nvSpPr>
          <p:spPr>
            <a:xfrm>
              <a:off x="557872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pg925"/>
            <p:cNvSpPr/>
            <p:nvPr/>
          </p:nvSpPr>
          <p:spPr>
            <a:xfrm>
              <a:off x="559036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pg926"/>
            <p:cNvSpPr/>
            <p:nvPr/>
          </p:nvSpPr>
          <p:spPr>
            <a:xfrm>
              <a:off x="560200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pg927"/>
            <p:cNvSpPr/>
            <p:nvPr/>
          </p:nvSpPr>
          <p:spPr>
            <a:xfrm>
              <a:off x="5613637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pg928"/>
            <p:cNvSpPr/>
            <p:nvPr/>
          </p:nvSpPr>
          <p:spPr>
            <a:xfrm>
              <a:off x="562527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pg929"/>
            <p:cNvSpPr/>
            <p:nvPr/>
          </p:nvSpPr>
          <p:spPr>
            <a:xfrm>
              <a:off x="5636912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pg930"/>
            <p:cNvSpPr/>
            <p:nvPr/>
          </p:nvSpPr>
          <p:spPr>
            <a:xfrm>
              <a:off x="564854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pg931"/>
            <p:cNvSpPr/>
            <p:nvPr/>
          </p:nvSpPr>
          <p:spPr>
            <a:xfrm>
              <a:off x="566018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pg932"/>
            <p:cNvSpPr/>
            <p:nvPr/>
          </p:nvSpPr>
          <p:spPr>
            <a:xfrm>
              <a:off x="5671824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pg933"/>
            <p:cNvSpPr/>
            <p:nvPr/>
          </p:nvSpPr>
          <p:spPr>
            <a:xfrm>
              <a:off x="5683461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pg934"/>
            <p:cNvSpPr/>
            <p:nvPr/>
          </p:nvSpPr>
          <p:spPr>
            <a:xfrm>
              <a:off x="569509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pg935"/>
            <p:cNvSpPr/>
            <p:nvPr/>
          </p:nvSpPr>
          <p:spPr>
            <a:xfrm>
              <a:off x="570673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pg936"/>
            <p:cNvSpPr/>
            <p:nvPr/>
          </p:nvSpPr>
          <p:spPr>
            <a:xfrm>
              <a:off x="571837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pg937"/>
            <p:cNvSpPr/>
            <p:nvPr/>
          </p:nvSpPr>
          <p:spPr>
            <a:xfrm>
              <a:off x="573001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pg938"/>
            <p:cNvSpPr/>
            <p:nvPr/>
          </p:nvSpPr>
          <p:spPr>
            <a:xfrm>
              <a:off x="574164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pg939"/>
            <p:cNvSpPr/>
            <p:nvPr/>
          </p:nvSpPr>
          <p:spPr>
            <a:xfrm>
              <a:off x="575328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pg940"/>
            <p:cNvSpPr/>
            <p:nvPr/>
          </p:nvSpPr>
          <p:spPr>
            <a:xfrm>
              <a:off x="5764922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pg941"/>
            <p:cNvSpPr/>
            <p:nvPr/>
          </p:nvSpPr>
          <p:spPr>
            <a:xfrm>
              <a:off x="577656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pg942"/>
            <p:cNvSpPr/>
            <p:nvPr/>
          </p:nvSpPr>
          <p:spPr>
            <a:xfrm>
              <a:off x="5788197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pg943"/>
            <p:cNvSpPr/>
            <p:nvPr/>
          </p:nvSpPr>
          <p:spPr>
            <a:xfrm>
              <a:off x="5799834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pg944"/>
            <p:cNvSpPr/>
            <p:nvPr/>
          </p:nvSpPr>
          <p:spPr>
            <a:xfrm>
              <a:off x="534597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pg945"/>
            <p:cNvSpPr/>
            <p:nvPr/>
          </p:nvSpPr>
          <p:spPr>
            <a:xfrm>
              <a:off x="535761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pg946"/>
            <p:cNvSpPr/>
            <p:nvPr/>
          </p:nvSpPr>
          <p:spPr>
            <a:xfrm>
              <a:off x="536925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pg947"/>
            <p:cNvSpPr/>
            <p:nvPr/>
          </p:nvSpPr>
          <p:spPr>
            <a:xfrm>
              <a:off x="543907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pg948"/>
            <p:cNvSpPr/>
            <p:nvPr/>
          </p:nvSpPr>
          <p:spPr>
            <a:xfrm>
              <a:off x="545071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pg949"/>
            <p:cNvSpPr/>
            <p:nvPr/>
          </p:nvSpPr>
          <p:spPr>
            <a:xfrm>
              <a:off x="546235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pg950"/>
            <p:cNvSpPr/>
            <p:nvPr/>
          </p:nvSpPr>
          <p:spPr>
            <a:xfrm>
              <a:off x="547398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pg951"/>
            <p:cNvSpPr/>
            <p:nvPr/>
          </p:nvSpPr>
          <p:spPr>
            <a:xfrm>
              <a:off x="548562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pg952"/>
            <p:cNvSpPr/>
            <p:nvPr/>
          </p:nvSpPr>
          <p:spPr>
            <a:xfrm>
              <a:off x="5497264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pg953"/>
            <p:cNvSpPr/>
            <p:nvPr/>
          </p:nvSpPr>
          <p:spPr>
            <a:xfrm>
              <a:off x="550890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pg954"/>
            <p:cNvSpPr/>
            <p:nvPr/>
          </p:nvSpPr>
          <p:spPr>
            <a:xfrm>
              <a:off x="552053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pg955"/>
            <p:cNvSpPr/>
            <p:nvPr/>
          </p:nvSpPr>
          <p:spPr>
            <a:xfrm>
              <a:off x="553217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pg956"/>
            <p:cNvSpPr/>
            <p:nvPr/>
          </p:nvSpPr>
          <p:spPr>
            <a:xfrm>
              <a:off x="554381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pg957"/>
            <p:cNvSpPr/>
            <p:nvPr/>
          </p:nvSpPr>
          <p:spPr>
            <a:xfrm>
              <a:off x="555545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pg958"/>
            <p:cNvSpPr/>
            <p:nvPr/>
          </p:nvSpPr>
          <p:spPr>
            <a:xfrm>
              <a:off x="556708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9" name="pg959"/>
            <p:cNvSpPr/>
            <p:nvPr/>
          </p:nvSpPr>
          <p:spPr>
            <a:xfrm>
              <a:off x="557872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0" name="pg960"/>
            <p:cNvSpPr/>
            <p:nvPr/>
          </p:nvSpPr>
          <p:spPr>
            <a:xfrm>
              <a:off x="559036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1" name="pg961"/>
            <p:cNvSpPr/>
            <p:nvPr/>
          </p:nvSpPr>
          <p:spPr>
            <a:xfrm>
              <a:off x="5602000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2" name="pg962"/>
            <p:cNvSpPr/>
            <p:nvPr/>
          </p:nvSpPr>
          <p:spPr>
            <a:xfrm>
              <a:off x="561363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3" name="pg963"/>
            <p:cNvSpPr/>
            <p:nvPr/>
          </p:nvSpPr>
          <p:spPr>
            <a:xfrm>
              <a:off x="562527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4" name="pg964"/>
            <p:cNvSpPr/>
            <p:nvPr/>
          </p:nvSpPr>
          <p:spPr>
            <a:xfrm>
              <a:off x="563691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5" name="pg965"/>
            <p:cNvSpPr/>
            <p:nvPr/>
          </p:nvSpPr>
          <p:spPr>
            <a:xfrm>
              <a:off x="564854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6" name="pg966"/>
            <p:cNvSpPr/>
            <p:nvPr/>
          </p:nvSpPr>
          <p:spPr>
            <a:xfrm>
              <a:off x="566018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7" name="pg967"/>
            <p:cNvSpPr/>
            <p:nvPr/>
          </p:nvSpPr>
          <p:spPr>
            <a:xfrm>
              <a:off x="5671824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8" name="pg968"/>
            <p:cNvSpPr/>
            <p:nvPr/>
          </p:nvSpPr>
          <p:spPr>
            <a:xfrm>
              <a:off x="568346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pg969"/>
            <p:cNvSpPr/>
            <p:nvPr/>
          </p:nvSpPr>
          <p:spPr>
            <a:xfrm>
              <a:off x="569509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pg970"/>
            <p:cNvSpPr/>
            <p:nvPr/>
          </p:nvSpPr>
          <p:spPr>
            <a:xfrm>
              <a:off x="570673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pg971"/>
            <p:cNvSpPr/>
            <p:nvPr/>
          </p:nvSpPr>
          <p:spPr>
            <a:xfrm>
              <a:off x="571837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pg972"/>
            <p:cNvSpPr/>
            <p:nvPr/>
          </p:nvSpPr>
          <p:spPr>
            <a:xfrm>
              <a:off x="5730010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pg973"/>
            <p:cNvSpPr/>
            <p:nvPr/>
          </p:nvSpPr>
          <p:spPr>
            <a:xfrm>
              <a:off x="574164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4" name="pg974"/>
            <p:cNvSpPr/>
            <p:nvPr/>
          </p:nvSpPr>
          <p:spPr>
            <a:xfrm>
              <a:off x="575328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pg975"/>
            <p:cNvSpPr/>
            <p:nvPr/>
          </p:nvSpPr>
          <p:spPr>
            <a:xfrm>
              <a:off x="576492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pg976"/>
            <p:cNvSpPr/>
            <p:nvPr/>
          </p:nvSpPr>
          <p:spPr>
            <a:xfrm>
              <a:off x="533434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pg977"/>
            <p:cNvSpPr/>
            <p:nvPr/>
          </p:nvSpPr>
          <p:spPr>
            <a:xfrm>
              <a:off x="534597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pg978"/>
            <p:cNvSpPr/>
            <p:nvPr/>
          </p:nvSpPr>
          <p:spPr>
            <a:xfrm>
              <a:off x="535761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pg979"/>
            <p:cNvSpPr/>
            <p:nvPr/>
          </p:nvSpPr>
          <p:spPr>
            <a:xfrm>
              <a:off x="536925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pg980"/>
            <p:cNvSpPr/>
            <p:nvPr/>
          </p:nvSpPr>
          <p:spPr>
            <a:xfrm>
              <a:off x="538089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1" name="pg981"/>
            <p:cNvSpPr/>
            <p:nvPr/>
          </p:nvSpPr>
          <p:spPr>
            <a:xfrm>
              <a:off x="541580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pg982"/>
            <p:cNvSpPr/>
            <p:nvPr/>
          </p:nvSpPr>
          <p:spPr>
            <a:xfrm>
              <a:off x="5427440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pg983"/>
            <p:cNvSpPr/>
            <p:nvPr/>
          </p:nvSpPr>
          <p:spPr>
            <a:xfrm>
              <a:off x="543907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pg984"/>
            <p:cNvSpPr/>
            <p:nvPr/>
          </p:nvSpPr>
          <p:spPr>
            <a:xfrm>
              <a:off x="545071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pg985"/>
            <p:cNvSpPr/>
            <p:nvPr/>
          </p:nvSpPr>
          <p:spPr>
            <a:xfrm>
              <a:off x="5462352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pg986"/>
            <p:cNvSpPr/>
            <p:nvPr/>
          </p:nvSpPr>
          <p:spPr>
            <a:xfrm>
              <a:off x="547398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pg987"/>
            <p:cNvSpPr/>
            <p:nvPr/>
          </p:nvSpPr>
          <p:spPr>
            <a:xfrm>
              <a:off x="548562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8" name="pg988"/>
            <p:cNvSpPr/>
            <p:nvPr/>
          </p:nvSpPr>
          <p:spPr>
            <a:xfrm>
              <a:off x="5497264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9" name="pg989"/>
            <p:cNvSpPr/>
            <p:nvPr/>
          </p:nvSpPr>
          <p:spPr>
            <a:xfrm>
              <a:off x="550890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0" name="pg990"/>
            <p:cNvSpPr/>
            <p:nvPr/>
          </p:nvSpPr>
          <p:spPr>
            <a:xfrm>
              <a:off x="552053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1" name="pg991"/>
            <p:cNvSpPr/>
            <p:nvPr/>
          </p:nvSpPr>
          <p:spPr>
            <a:xfrm>
              <a:off x="553217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6">
                <a:alpha val="100000"/>
              </a:srgbClr>
            </a:solidFill>
            <a:ln w="5420" cap="flat">
              <a:solidFill>
                <a:srgbClr val="3986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2" name="pg992"/>
            <p:cNvSpPr/>
            <p:nvPr/>
          </p:nvSpPr>
          <p:spPr>
            <a:xfrm>
              <a:off x="554381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3" name="pg993"/>
            <p:cNvSpPr/>
            <p:nvPr/>
          </p:nvSpPr>
          <p:spPr>
            <a:xfrm>
              <a:off x="555545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4" name="pg994"/>
            <p:cNvSpPr/>
            <p:nvPr/>
          </p:nvSpPr>
          <p:spPr>
            <a:xfrm>
              <a:off x="5567088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5" name="pg995"/>
            <p:cNvSpPr/>
            <p:nvPr/>
          </p:nvSpPr>
          <p:spPr>
            <a:xfrm>
              <a:off x="557872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6" name="pg996"/>
            <p:cNvSpPr/>
            <p:nvPr/>
          </p:nvSpPr>
          <p:spPr>
            <a:xfrm>
              <a:off x="559036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7" name="pg997"/>
            <p:cNvSpPr/>
            <p:nvPr/>
          </p:nvSpPr>
          <p:spPr>
            <a:xfrm>
              <a:off x="5602000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8" name="pg998"/>
            <p:cNvSpPr/>
            <p:nvPr/>
          </p:nvSpPr>
          <p:spPr>
            <a:xfrm>
              <a:off x="561363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9" name="pg999"/>
            <p:cNvSpPr/>
            <p:nvPr/>
          </p:nvSpPr>
          <p:spPr>
            <a:xfrm>
              <a:off x="562527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0" name="pg1000"/>
            <p:cNvSpPr/>
            <p:nvPr/>
          </p:nvSpPr>
          <p:spPr>
            <a:xfrm>
              <a:off x="5636912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1" name="pg1001"/>
            <p:cNvSpPr/>
            <p:nvPr/>
          </p:nvSpPr>
          <p:spPr>
            <a:xfrm>
              <a:off x="564854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2" name="pg1002"/>
            <p:cNvSpPr/>
            <p:nvPr/>
          </p:nvSpPr>
          <p:spPr>
            <a:xfrm>
              <a:off x="566018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3" name="pg1003"/>
            <p:cNvSpPr/>
            <p:nvPr/>
          </p:nvSpPr>
          <p:spPr>
            <a:xfrm>
              <a:off x="5671824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4" name="pg1004"/>
            <p:cNvSpPr/>
            <p:nvPr/>
          </p:nvSpPr>
          <p:spPr>
            <a:xfrm>
              <a:off x="568346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5" name="pg1005"/>
            <p:cNvSpPr/>
            <p:nvPr/>
          </p:nvSpPr>
          <p:spPr>
            <a:xfrm>
              <a:off x="570673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6" name="pg1006"/>
            <p:cNvSpPr/>
            <p:nvPr/>
          </p:nvSpPr>
          <p:spPr>
            <a:xfrm>
              <a:off x="571837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7" name="pg1007"/>
            <p:cNvSpPr/>
            <p:nvPr/>
          </p:nvSpPr>
          <p:spPr>
            <a:xfrm>
              <a:off x="533434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8" name="pg1008"/>
            <p:cNvSpPr/>
            <p:nvPr/>
          </p:nvSpPr>
          <p:spPr>
            <a:xfrm>
              <a:off x="534597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9" name="pg1009"/>
            <p:cNvSpPr/>
            <p:nvPr/>
          </p:nvSpPr>
          <p:spPr>
            <a:xfrm>
              <a:off x="5357616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0" name="pg1010"/>
            <p:cNvSpPr/>
            <p:nvPr/>
          </p:nvSpPr>
          <p:spPr>
            <a:xfrm>
              <a:off x="536925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1" name="pg1011"/>
            <p:cNvSpPr/>
            <p:nvPr/>
          </p:nvSpPr>
          <p:spPr>
            <a:xfrm>
              <a:off x="538089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2" name="pg1012"/>
            <p:cNvSpPr/>
            <p:nvPr/>
          </p:nvSpPr>
          <p:spPr>
            <a:xfrm>
              <a:off x="5392528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3" name="pg1013"/>
            <p:cNvSpPr/>
            <p:nvPr/>
          </p:nvSpPr>
          <p:spPr>
            <a:xfrm>
              <a:off x="540416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4" name="pg1014"/>
            <p:cNvSpPr/>
            <p:nvPr/>
          </p:nvSpPr>
          <p:spPr>
            <a:xfrm>
              <a:off x="541580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5" name="pg1015"/>
            <p:cNvSpPr/>
            <p:nvPr/>
          </p:nvSpPr>
          <p:spPr>
            <a:xfrm>
              <a:off x="5427440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6" name="pg1016"/>
            <p:cNvSpPr/>
            <p:nvPr/>
          </p:nvSpPr>
          <p:spPr>
            <a:xfrm>
              <a:off x="543907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7" name="pg1017"/>
            <p:cNvSpPr/>
            <p:nvPr/>
          </p:nvSpPr>
          <p:spPr>
            <a:xfrm>
              <a:off x="545071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8" name="pg1018"/>
            <p:cNvSpPr/>
            <p:nvPr/>
          </p:nvSpPr>
          <p:spPr>
            <a:xfrm>
              <a:off x="5462352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9" name="pg1019"/>
            <p:cNvSpPr/>
            <p:nvPr/>
          </p:nvSpPr>
          <p:spPr>
            <a:xfrm>
              <a:off x="547398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0" name="pg1020"/>
            <p:cNvSpPr/>
            <p:nvPr/>
          </p:nvSpPr>
          <p:spPr>
            <a:xfrm>
              <a:off x="548562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1" name="pg1021"/>
            <p:cNvSpPr/>
            <p:nvPr/>
          </p:nvSpPr>
          <p:spPr>
            <a:xfrm>
              <a:off x="5497264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2" name="pg1022"/>
            <p:cNvSpPr/>
            <p:nvPr/>
          </p:nvSpPr>
          <p:spPr>
            <a:xfrm>
              <a:off x="550890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3" name="pg1023"/>
            <p:cNvSpPr/>
            <p:nvPr/>
          </p:nvSpPr>
          <p:spPr>
            <a:xfrm>
              <a:off x="552053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4" name="pg1024"/>
            <p:cNvSpPr/>
            <p:nvPr/>
          </p:nvSpPr>
          <p:spPr>
            <a:xfrm>
              <a:off x="5532176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5" name="pg1025"/>
            <p:cNvSpPr/>
            <p:nvPr/>
          </p:nvSpPr>
          <p:spPr>
            <a:xfrm>
              <a:off x="554381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6" name="pg1026"/>
            <p:cNvSpPr/>
            <p:nvPr/>
          </p:nvSpPr>
          <p:spPr>
            <a:xfrm>
              <a:off x="555545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7" name="pg1027"/>
            <p:cNvSpPr/>
            <p:nvPr/>
          </p:nvSpPr>
          <p:spPr>
            <a:xfrm>
              <a:off x="5567088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8" name="pg1028"/>
            <p:cNvSpPr/>
            <p:nvPr/>
          </p:nvSpPr>
          <p:spPr>
            <a:xfrm>
              <a:off x="557872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9" name="pg1029"/>
            <p:cNvSpPr/>
            <p:nvPr/>
          </p:nvSpPr>
          <p:spPr>
            <a:xfrm>
              <a:off x="559036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0" name="pg1030"/>
            <p:cNvSpPr/>
            <p:nvPr/>
          </p:nvSpPr>
          <p:spPr>
            <a:xfrm>
              <a:off x="5602000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1" name="pg1031"/>
            <p:cNvSpPr/>
            <p:nvPr/>
          </p:nvSpPr>
          <p:spPr>
            <a:xfrm>
              <a:off x="561363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2" name="pg1032"/>
            <p:cNvSpPr/>
            <p:nvPr/>
          </p:nvSpPr>
          <p:spPr>
            <a:xfrm>
              <a:off x="562527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3" name="pg1033"/>
            <p:cNvSpPr/>
            <p:nvPr/>
          </p:nvSpPr>
          <p:spPr>
            <a:xfrm>
              <a:off x="5636912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4" name="pg1034"/>
            <p:cNvSpPr/>
            <p:nvPr/>
          </p:nvSpPr>
          <p:spPr>
            <a:xfrm>
              <a:off x="534597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5" name="pg1035"/>
            <p:cNvSpPr/>
            <p:nvPr/>
          </p:nvSpPr>
          <p:spPr>
            <a:xfrm>
              <a:off x="5357616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6" name="pg1036"/>
            <p:cNvSpPr/>
            <p:nvPr/>
          </p:nvSpPr>
          <p:spPr>
            <a:xfrm>
              <a:off x="536925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7" name="pg1037"/>
            <p:cNvSpPr/>
            <p:nvPr/>
          </p:nvSpPr>
          <p:spPr>
            <a:xfrm>
              <a:off x="538089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8" name="pg1038"/>
            <p:cNvSpPr/>
            <p:nvPr/>
          </p:nvSpPr>
          <p:spPr>
            <a:xfrm>
              <a:off x="5392528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9" name="pg1039"/>
            <p:cNvSpPr/>
            <p:nvPr/>
          </p:nvSpPr>
          <p:spPr>
            <a:xfrm>
              <a:off x="5404165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0" name="pg1040"/>
            <p:cNvSpPr/>
            <p:nvPr/>
          </p:nvSpPr>
          <p:spPr>
            <a:xfrm>
              <a:off x="541580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1" name="pg1041"/>
            <p:cNvSpPr/>
            <p:nvPr/>
          </p:nvSpPr>
          <p:spPr>
            <a:xfrm>
              <a:off x="5427440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2" name="pg1042"/>
            <p:cNvSpPr/>
            <p:nvPr/>
          </p:nvSpPr>
          <p:spPr>
            <a:xfrm>
              <a:off x="5439077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3" name="pg1043"/>
            <p:cNvSpPr/>
            <p:nvPr/>
          </p:nvSpPr>
          <p:spPr>
            <a:xfrm>
              <a:off x="5450715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4" name="pg1044"/>
            <p:cNvSpPr/>
            <p:nvPr/>
          </p:nvSpPr>
          <p:spPr>
            <a:xfrm>
              <a:off x="5462352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5" name="pg1045"/>
            <p:cNvSpPr/>
            <p:nvPr/>
          </p:nvSpPr>
          <p:spPr>
            <a:xfrm>
              <a:off x="547398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6" name="pg1046"/>
            <p:cNvSpPr/>
            <p:nvPr/>
          </p:nvSpPr>
          <p:spPr>
            <a:xfrm>
              <a:off x="5485627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7" name="pg1047"/>
            <p:cNvSpPr/>
            <p:nvPr/>
          </p:nvSpPr>
          <p:spPr>
            <a:xfrm>
              <a:off x="5497264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8" name="pg1048"/>
            <p:cNvSpPr/>
            <p:nvPr/>
          </p:nvSpPr>
          <p:spPr>
            <a:xfrm>
              <a:off x="550890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9" name="pg1049"/>
            <p:cNvSpPr/>
            <p:nvPr/>
          </p:nvSpPr>
          <p:spPr>
            <a:xfrm>
              <a:off x="552053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0" name="pg1050"/>
            <p:cNvSpPr/>
            <p:nvPr/>
          </p:nvSpPr>
          <p:spPr>
            <a:xfrm>
              <a:off x="5532176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1" name="pg1051"/>
            <p:cNvSpPr/>
            <p:nvPr/>
          </p:nvSpPr>
          <p:spPr>
            <a:xfrm>
              <a:off x="554381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2" name="pg1052"/>
            <p:cNvSpPr/>
            <p:nvPr/>
          </p:nvSpPr>
          <p:spPr>
            <a:xfrm>
              <a:off x="555545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3" name="pg1053"/>
            <p:cNvSpPr/>
            <p:nvPr/>
          </p:nvSpPr>
          <p:spPr>
            <a:xfrm>
              <a:off x="5567088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4" name="pg1054"/>
            <p:cNvSpPr/>
            <p:nvPr/>
          </p:nvSpPr>
          <p:spPr>
            <a:xfrm>
              <a:off x="559036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5" name="pg1055"/>
            <p:cNvSpPr/>
            <p:nvPr/>
          </p:nvSpPr>
          <p:spPr>
            <a:xfrm>
              <a:off x="5345979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6">
                <a:alpha val="100000"/>
              </a:srgbClr>
            </a:solidFill>
            <a:ln w="5420" cap="flat">
              <a:solidFill>
                <a:srgbClr val="3986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6" name="pg1056"/>
            <p:cNvSpPr/>
            <p:nvPr/>
          </p:nvSpPr>
          <p:spPr>
            <a:xfrm>
              <a:off x="5357616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7" name="pg1057"/>
            <p:cNvSpPr/>
            <p:nvPr/>
          </p:nvSpPr>
          <p:spPr>
            <a:xfrm>
              <a:off x="5369253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8" name="pg1058"/>
            <p:cNvSpPr/>
            <p:nvPr/>
          </p:nvSpPr>
          <p:spPr>
            <a:xfrm>
              <a:off x="5380891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9" name="pg1059"/>
            <p:cNvSpPr/>
            <p:nvPr/>
          </p:nvSpPr>
          <p:spPr>
            <a:xfrm>
              <a:off x="5392528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0" name="pg1060"/>
            <p:cNvSpPr/>
            <p:nvPr/>
          </p:nvSpPr>
          <p:spPr>
            <a:xfrm>
              <a:off x="5404165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1" name="pg1061"/>
            <p:cNvSpPr/>
            <p:nvPr/>
          </p:nvSpPr>
          <p:spPr>
            <a:xfrm>
              <a:off x="5415803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2" name="pg1062"/>
            <p:cNvSpPr/>
            <p:nvPr/>
          </p:nvSpPr>
          <p:spPr>
            <a:xfrm>
              <a:off x="5427440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3" name="pg1063"/>
            <p:cNvSpPr/>
            <p:nvPr/>
          </p:nvSpPr>
          <p:spPr>
            <a:xfrm>
              <a:off x="5439077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4" name="pg1064"/>
            <p:cNvSpPr/>
            <p:nvPr/>
          </p:nvSpPr>
          <p:spPr>
            <a:xfrm>
              <a:off x="5450715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5" name="pg1065"/>
            <p:cNvSpPr/>
            <p:nvPr/>
          </p:nvSpPr>
          <p:spPr>
            <a:xfrm>
              <a:off x="5462352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6" name="pg1066"/>
            <p:cNvSpPr/>
            <p:nvPr/>
          </p:nvSpPr>
          <p:spPr>
            <a:xfrm>
              <a:off x="5334341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7" name="pg1067"/>
            <p:cNvSpPr/>
            <p:nvPr/>
          </p:nvSpPr>
          <p:spPr>
            <a:xfrm>
              <a:off x="5345979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8" name="pg1068"/>
            <p:cNvSpPr/>
            <p:nvPr/>
          </p:nvSpPr>
          <p:spPr>
            <a:xfrm>
              <a:off x="5357616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9" name="pg1069"/>
            <p:cNvSpPr/>
            <p:nvPr/>
          </p:nvSpPr>
          <p:spPr>
            <a:xfrm>
              <a:off x="5369253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0" name="pg1070"/>
            <p:cNvSpPr/>
            <p:nvPr/>
          </p:nvSpPr>
          <p:spPr>
            <a:xfrm>
              <a:off x="5380891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1" name="pg1071"/>
            <p:cNvSpPr/>
            <p:nvPr/>
          </p:nvSpPr>
          <p:spPr>
            <a:xfrm>
              <a:off x="5392528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2" name="pg1072"/>
            <p:cNvSpPr/>
            <p:nvPr/>
          </p:nvSpPr>
          <p:spPr>
            <a:xfrm>
              <a:off x="5404165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3" name="pg1073"/>
            <p:cNvSpPr/>
            <p:nvPr/>
          </p:nvSpPr>
          <p:spPr>
            <a:xfrm>
              <a:off x="5415803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4" name="pg1074"/>
            <p:cNvSpPr/>
            <p:nvPr/>
          </p:nvSpPr>
          <p:spPr>
            <a:xfrm>
              <a:off x="5427440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5" name="pg1075"/>
            <p:cNvSpPr/>
            <p:nvPr/>
          </p:nvSpPr>
          <p:spPr>
            <a:xfrm>
              <a:off x="5322704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6" name="pg1076"/>
            <p:cNvSpPr/>
            <p:nvPr/>
          </p:nvSpPr>
          <p:spPr>
            <a:xfrm>
              <a:off x="5334341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7" name="pg1077"/>
            <p:cNvSpPr/>
            <p:nvPr/>
          </p:nvSpPr>
          <p:spPr>
            <a:xfrm>
              <a:off x="5345979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8" name="pg1078"/>
            <p:cNvSpPr/>
            <p:nvPr/>
          </p:nvSpPr>
          <p:spPr>
            <a:xfrm>
              <a:off x="5357616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9" name="pg1079"/>
            <p:cNvSpPr/>
            <p:nvPr/>
          </p:nvSpPr>
          <p:spPr>
            <a:xfrm>
              <a:off x="5369253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0" name="pg1080"/>
            <p:cNvSpPr/>
            <p:nvPr/>
          </p:nvSpPr>
          <p:spPr>
            <a:xfrm>
              <a:off x="5380891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1" name="pg1081"/>
            <p:cNvSpPr/>
            <p:nvPr/>
          </p:nvSpPr>
          <p:spPr>
            <a:xfrm>
              <a:off x="5392528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2" name="pg1082"/>
            <p:cNvSpPr/>
            <p:nvPr/>
          </p:nvSpPr>
          <p:spPr>
            <a:xfrm>
              <a:off x="5404165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3" name="pg1083"/>
            <p:cNvSpPr/>
            <p:nvPr/>
          </p:nvSpPr>
          <p:spPr>
            <a:xfrm>
              <a:off x="5311067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4" name="pg1084"/>
            <p:cNvSpPr/>
            <p:nvPr/>
          </p:nvSpPr>
          <p:spPr>
            <a:xfrm>
              <a:off x="5322704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5" name="pg1085"/>
            <p:cNvSpPr/>
            <p:nvPr/>
          </p:nvSpPr>
          <p:spPr>
            <a:xfrm>
              <a:off x="5334341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6" name="pg1086"/>
            <p:cNvSpPr/>
            <p:nvPr/>
          </p:nvSpPr>
          <p:spPr>
            <a:xfrm>
              <a:off x="5345979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7" name="pg1087"/>
            <p:cNvSpPr/>
            <p:nvPr/>
          </p:nvSpPr>
          <p:spPr>
            <a:xfrm>
              <a:off x="5357616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8" name="pg1088"/>
            <p:cNvSpPr/>
            <p:nvPr/>
          </p:nvSpPr>
          <p:spPr>
            <a:xfrm>
              <a:off x="5369253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9" name="pg1089"/>
            <p:cNvSpPr/>
            <p:nvPr/>
          </p:nvSpPr>
          <p:spPr>
            <a:xfrm>
              <a:off x="5380891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0" name="pg1090"/>
            <p:cNvSpPr/>
            <p:nvPr/>
          </p:nvSpPr>
          <p:spPr>
            <a:xfrm>
              <a:off x="5311067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1" name="pg1091"/>
            <p:cNvSpPr/>
            <p:nvPr/>
          </p:nvSpPr>
          <p:spPr>
            <a:xfrm>
              <a:off x="5322704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2" name="pg1092"/>
            <p:cNvSpPr/>
            <p:nvPr/>
          </p:nvSpPr>
          <p:spPr>
            <a:xfrm>
              <a:off x="5334341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3" name="pg1093"/>
            <p:cNvSpPr/>
            <p:nvPr/>
          </p:nvSpPr>
          <p:spPr>
            <a:xfrm>
              <a:off x="5345979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4" name="pg1094"/>
            <p:cNvSpPr/>
            <p:nvPr/>
          </p:nvSpPr>
          <p:spPr>
            <a:xfrm>
              <a:off x="5357616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5" name="pg1095"/>
            <p:cNvSpPr/>
            <p:nvPr/>
          </p:nvSpPr>
          <p:spPr>
            <a:xfrm>
              <a:off x="5369253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6" name="pg1096"/>
            <p:cNvSpPr/>
            <p:nvPr/>
          </p:nvSpPr>
          <p:spPr>
            <a:xfrm>
              <a:off x="5380891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7" name="pg1097"/>
            <p:cNvSpPr/>
            <p:nvPr/>
          </p:nvSpPr>
          <p:spPr>
            <a:xfrm>
              <a:off x="5311067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8" name="pg1098"/>
            <p:cNvSpPr/>
            <p:nvPr/>
          </p:nvSpPr>
          <p:spPr>
            <a:xfrm>
              <a:off x="5322704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9" name="pg1099"/>
            <p:cNvSpPr/>
            <p:nvPr/>
          </p:nvSpPr>
          <p:spPr>
            <a:xfrm>
              <a:off x="5334341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0" name="pg1100"/>
            <p:cNvSpPr/>
            <p:nvPr/>
          </p:nvSpPr>
          <p:spPr>
            <a:xfrm>
              <a:off x="5345979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1" name="pg1101"/>
            <p:cNvSpPr/>
            <p:nvPr/>
          </p:nvSpPr>
          <p:spPr>
            <a:xfrm>
              <a:off x="5357616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2" name="pg1102"/>
            <p:cNvSpPr/>
            <p:nvPr/>
          </p:nvSpPr>
          <p:spPr>
            <a:xfrm>
              <a:off x="5369253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3" name="pg1103"/>
            <p:cNvSpPr/>
            <p:nvPr/>
          </p:nvSpPr>
          <p:spPr>
            <a:xfrm>
              <a:off x="5380891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4" name="pg1104"/>
            <p:cNvSpPr/>
            <p:nvPr/>
          </p:nvSpPr>
          <p:spPr>
            <a:xfrm>
              <a:off x="5311067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5" name="pg1105"/>
            <p:cNvSpPr/>
            <p:nvPr/>
          </p:nvSpPr>
          <p:spPr>
            <a:xfrm>
              <a:off x="5322704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6" name="pg1106"/>
            <p:cNvSpPr/>
            <p:nvPr/>
          </p:nvSpPr>
          <p:spPr>
            <a:xfrm>
              <a:off x="5334341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7" name="pg1107"/>
            <p:cNvSpPr/>
            <p:nvPr/>
          </p:nvSpPr>
          <p:spPr>
            <a:xfrm>
              <a:off x="5345979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8" name="pg1108"/>
            <p:cNvSpPr/>
            <p:nvPr/>
          </p:nvSpPr>
          <p:spPr>
            <a:xfrm>
              <a:off x="5357616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9" name="pg1109"/>
            <p:cNvSpPr/>
            <p:nvPr/>
          </p:nvSpPr>
          <p:spPr>
            <a:xfrm>
              <a:off x="5369253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0" name="pg1110"/>
            <p:cNvSpPr/>
            <p:nvPr/>
          </p:nvSpPr>
          <p:spPr>
            <a:xfrm>
              <a:off x="5380891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1" name="pg1111"/>
            <p:cNvSpPr/>
            <p:nvPr/>
          </p:nvSpPr>
          <p:spPr>
            <a:xfrm>
              <a:off x="5241243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2" name="pg1112"/>
            <p:cNvSpPr/>
            <p:nvPr/>
          </p:nvSpPr>
          <p:spPr>
            <a:xfrm>
              <a:off x="5252880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3" name="pg1113"/>
            <p:cNvSpPr/>
            <p:nvPr/>
          </p:nvSpPr>
          <p:spPr>
            <a:xfrm>
              <a:off x="5334341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4" name="pg1114"/>
            <p:cNvSpPr/>
            <p:nvPr/>
          </p:nvSpPr>
          <p:spPr>
            <a:xfrm>
              <a:off x="5345979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5" name="pg1115"/>
            <p:cNvSpPr/>
            <p:nvPr/>
          </p:nvSpPr>
          <p:spPr>
            <a:xfrm>
              <a:off x="5357616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6" name="pg1116"/>
            <p:cNvSpPr/>
            <p:nvPr/>
          </p:nvSpPr>
          <p:spPr>
            <a:xfrm>
              <a:off x="5369253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7" name="pg1117"/>
            <p:cNvSpPr/>
            <p:nvPr/>
          </p:nvSpPr>
          <p:spPr>
            <a:xfrm>
              <a:off x="5380891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8" name="pg1118"/>
            <p:cNvSpPr/>
            <p:nvPr/>
          </p:nvSpPr>
          <p:spPr>
            <a:xfrm>
              <a:off x="5217968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9" name="pg1119"/>
            <p:cNvSpPr/>
            <p:nvPr/>
          </p:nvSpPr>
          <p:spPr>
            <a:xfrm>
              <a:off x="5229605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0" name="pg1120"/>
            <p:cNvSpPr/>
            <p:nvPr/>
          </p:nvSpPr>
          <p:spPr>
            <a:xfrm>
              <a:off x="5241243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1" name="pg1121"/>
            <p:cNvSpPr/>
            <p:nvPr/>
          </p:nvSpPr>
          <p:spPr>
            <a:xfrm>
              <a:off x="5252880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2" name="pg1122"/>
            <p:cNvSpPr/>
            <p:nvPr/>
          </p:nvSpPr>
          <p:spPr>
            <a:xfrm>
              <a:off x="5264517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3" name="pg1123"/>
            <p:cNvSpPr/>
            <p:nvPr/>
          </p:nvSpPr>
          <p:spPr>
            <a:xfrm>
              <a:off x="5334341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4" name="pg1124"/>
            <p:cNvSpPr/>
            <p:nvPr/>
          </p:nvSpPr>
          <p:spPr>
            <a:xfrm>
              <a:off x="5345979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5" name="pg1125"/>
            <p:cNvSpPr/>
            <p:nvPr/>
          </p:nvSpPr>
          <p:spPr>
            <a:xfrm>
              <a:off x="5357616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6" name="pg1126"/>
            <p:cNvSpPr/>
            <p:nvPr/>
          </p:nvSpPr>
          <p:spPr>
            <a:xfrm>
              <a:off x="5369253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7" name="pg1127"/>
            <p:cNvSpPr/>
            <p:nvPr/>
          </p:nvSpPr>
          <p:spPr>
            <a:xfrm>
              <a:off x="5380891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8" name="pg1128"/>
            <p:cNvSpPr/>
            <p:nvPr/>
          </p:nvSpPr>
          <p:spPr>
            <a:xfrm>
              <a:off x="519469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9" name="pg1129"/>
            <p:cNvSpPr/>
            <p:nvPr/>
          </p:nvSpPr>
          <p:spPr>
            <a:xfrm>
              <a:off x="5206331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0" name="pg1130"/>
            <p:cNvSpPr/>
            <p:nvPr/>
          </p:nvSpPr>
          <p:spPr>
            <a:xfrm>
              <a:off x="5217968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1" name="pg1131"/>
            <p:cNvSpPr/>
            <p:nvPr/>
          </p:nvSpPr>
          <p:spPr>
            <a:xfrm>
              <a:off x="5229605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2" name="pg1132"/>
            <p:cNvSpPr/>
            <p:nvPr/>
          </p:nvSpPr>
          <p:spPr>
            <a:xfrm>
              <a:off x="524124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3" name="pg1133"/>
            <p:cNvSpPr/>
            <p:nvPr/>
          </p:nvSpPr>
          <p:spPr>
            <a:xfrm>
              <a:off x="5252880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4" name="pg1134"/>
            <p:cNvSpPr/>
            <p:nvPr/>
          </p:nvSpPr>
          <p:spPr>
            <a:xfrm>
              <a:off x="5264517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5" name="pg1135"/>
            <p:cNvSpPr/>
            <p:nvPr/>
          </p:nvSpPr>
          <p:spPr>
            <a:xfrm>
              <a:off x="5322704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6" name="pg1136"/>
            <p:cNvSpPr/>
            <p:nvPr/>
          </p:nvSpPr>
          <p:spPr>
            <a:xfrm>
              <a:off x="5334341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7" name="pg1137"/>
            <p:cNvSpPr/>
            <p:nvPr/>
          </p:nvSpPr>
          <p:spPr>
            <a:xfrm>
              <a:off x="5345979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8" name="pg1138"/>
            <p:cNvSpPr/>
            <p:nvPr/>
          </p:nvSpPr>
          <p:spPr>
            <a:xfrm>
              <a:off x="5357616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9" name="pg1139"/>
            <p:cNvSpPr/>
            <p:nvPr/>
          </p:nvSpPr>
          <p:spPr>
            <a:xfrm>
              <a:off x="536925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0" name="pg1140"/>
            <p:cNvSpPr/>
            <p:nvPr/>
          </p:nvSpPr>
          <p:spPr>
            <a:xfrm>
              <a:off x="5183056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1" name="pg1141"/>
            <p:cNvSpPr/>
            <p:nvPr/>
          </p:nvSpPr>
          <p:spPr>
            <a:xfrm>
              <a:off x="519469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2" name="pg1142"/>
            <p:cNvSpPr/>
            <p:nvPr/>
          </p:nvSpPr>
          <p:spPr>
            <a:xfrm>
              <a:off x="5206331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3" name="pg1143"/>
            <p:cNvSpPr/>
            <p:nvPr/>
          </p:nvSpPr>
          <p:spPr>
            <a:xfrm>
              <a:off x="5217968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4" name="pg1144"/>
            <p:cNvSpPr/>
            <p:nvPr/>
          </p:nvSpPr>
          <p:spPr>
            <a:xfrm>
              <a:off x="5229605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5" name="pg1145"/>
            <p:cNvSpPr/>
            <p:nvPr/>
          </p:nvSpPr>
          <p:spPr>
            <a:xfrm>
              <a:off x="524124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6" name="pg1146"/>
            <p:cNvSpPr/>
            <p:nvPr/>
          </p:nvSpPr>
          <p:spPr>
            <a:xfrm>
              <a:off x="5252880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7" name="pg1147"/>
            <p:cNvSpPr/>
            <p:nvPr/>
          </p:nvSpPr>
          <p:spPr>
            <a:xfrm>
              <a:off x="5264517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8" name="pg1148"/>
            <p:cNvSpPr/>
            <p:nvPr/>
          </p:nvSpPr>
          <p:spPr>
            <a:xfrm>
              <a:off x="5322704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9" name="pg1149"/>
            <p:cNvSpPr/>
            <p:nvPr/>
          </p:nvSpPr>
          <p:spPr>
            <a:xfrm>
              <a:off x="5334341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0" name="pg1150"/>
            <p:cNvSpPr/>
            <p:nvPr/>
          </p:nvSpPr>
          <p:spPr>
            <a:xfrm>
              <a:off x="5345979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1" name="pg1151"/>
            <p:cNvSpPr/>
            <p:nvPr/>
          </p:nvSpPr>
          <p:spPr>
            <a:xfrm>
              <a:off x="5357616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2" name="pg1152"/>
            <p:cNvSpPr/>
            <p:nvPr/>
          </p:nvSpPr>
          <p:spPr>
            <a:xfrm>
              <a:off x="536925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3" name="pg1153"/>
            <p:cNvSpPr/>
            <p:nvPr/>
          </p:nvSpPr>
          <p:spPr>
            <a:xfrm>
              <a:off x="512486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4" name="pg1154"/>
            <p:cNvSpPr/>
            <p:nvPr/>
          </p:nvSpPr>
          <p:spPr>
            <a:xfrm>
              <a:off x="5136507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5" name="pg1155"/>
            <p:cNvSpPr/>
            <p:nvPr/>
          </p:nvSpPr>
          <p:spPr>
            <a:xfrm>
              <a:off x="5148144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6" name="pg1156"/>
            <p:cNvSpPr/>
            <p:nvPr/>
          </p:nvSpPr>
          <p:spPr>
            <a:xfrm>
              <a:off x="515978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7" name="pg1157"/>
            <p:cNvSpPr/>
            <p:nvPr/>
          </p:nvSpPr>
          <p:spPr>
            <a:xfrm>
              <a:off x="517141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8" name="pg1158"/>
            <p:cNvSpPr/>
            <p:nvPr/>
          </p:nvSpPr>
          <p:spPr>
            <a:xfrm>
              <a:off x="5183056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9" name="pg1159"/>
            <p:cNvSpPr/>
            <p:nvPr/>
          </p:nvSpPr>
          <p:spPr>
            <a:xfrm>
              <a:off x="519469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0" name="pg1160"/>
            <p:cNvSpPr/>
            <p:nvPr/>
          </p:nvSpPr>
          <p:spPr>
            <a:xfrm>
              <a:off x="520633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1" name="pg1161"/>
            <p:cNvSpPr/>
            <p:nvPr/>
          </p:nvSpPr>
          <p:spPr>
            <a:xfrm>
              <a:off x="5217968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2" name="pg1162"/>
            <p:cNvSpPr/>
            <p:nvPr/>
          </p:nvSpPr>
          <p:spPr>
            <a:xfrm>
              <a:off x="5229605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3" name="pg1163"/>
            <p:cNvSpPr/>
            <p:nvPr/>
          </p:nvSpPr>
          <p:spPr>
            <a:xfrm>
              <a:off x="524124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4" name="pg1164"/>
            <p:cNvSpPr/>
            <p:nvPr/>
          </p:nvSpPr>
          <p:spPr>
            <a:xfrm>
              <a:off x="5252880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5" name="pg1165"/>
            <p:cNvSpPr/>
            <p:nvPr/>
          </p:nvSpPr>
          <p:spPr>
            <a:xfrm>
              <a:off x="5311067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6" name="pg1166"/>
            <p:cNvSpPr/>
            <p:nvPr/>
          </p:nvSpPr>
          <p:spPr>
            <a:xfrm>
              <a:off x="5322704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7" name="pg1167"/>
            <p:cNvSpPr/>
            <p:nvPr/>
          </p:nvSpPr>
          <p:spPr>
            <a:xfrm>
              <a:off x="533434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8" name="pg1168"/>
            <p:cNvSpPr/>
            <p:nvPr/>
          </p:nvSpPr>
          <p:spPr>
            <a:xfrm>
              <a:off x="534597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9" name="pg1169"/>
            <p:cNvSpPr/>
            <p:nvPr/>
          </p:nvSpPr>
          <p:spPr>
            <a:xfrm>
              <a:off x="5357616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0" name="pg1170"/>
            <p:cNvSpPr/>
            <p:nvPr/>
          </p:nvSpPr>
          <p:spPr>
            <a:xfrm>
              <a:off x="536925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1" name="pg1171"/>
            <p:cNvSpPr/>
            <p:nvPr/>
          </p:nvSpPr>
          <p:spPr>
            <a:xfrm>
              <a:off x="5113232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2" name="pg1172"/>
            <p:cNvSpPr/>
            <p:nvPr/>
          </p:nvSpPr>
          <p:spPr>
            <a:xfrm>
              <a:off x="512486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3" name="pg1173"/>
            <p:cNvSpPr/>
            <p:nvPr/>
          </p:nvSpPr>
          <p:spPr>
            <a:xfrm>
              <a:off x="5136507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4" name="pg1174"/>
            <p:cNvSpPr/>
            <p:nvPr/>
          </p:nvSpPr>
          <p:spPr>
            <a:xfrm>
              <a:off x="5148144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5" name="pg1175"/>
            <p:cNvSpPr/>
            <p:nvPr/>
          </p:nvSpPr>
          <p:spPr>
            <a:xfrm>
              <a:off x="515978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6" name="pg1176"/>
            <p:cNvSpPr/>
            <p:nvPr/>
          </p:nvSpPr>
          <p:spPr>
            <a:xfrm>
              <a:off x="517141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7" name="pg1177"/>
            <p:cNvSpPr/>
            <p:nvPr/>
          </p:nvSpPr>
          <p:spPr>
            <a:xfrm>
              <a:off x="5183056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8" name="pg1178"/>
            <p:cNvSpPr/>
            <p:nvPr/>
          </p:nvSpPr>
          <p:spPr>
            <a:xfrm>
              <a:off x="519469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9" name="pg1179"/>
            <p:cNvSpPr/>
            <p:nvPr/>
          </p:nvSpPr>
          <p:spPr>
            <a:xfrm>
              <a:off x="520633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0" name="pg1180"/>
            <p:cNvSpPr/>
            <p:nvPr/>
          </p:nvSpPr>
          <p:spPr>
            <a:xfrm>
              <a:off x="5217968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1" name="pg1181"/>
            <p:cNvSpPr/>
            <p:nvPr/>
          </p:nvSpPr>
          <p:spPr>
            <a:xfrm>
              <a:off x="5229605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2" name="pg1182"/>
            <p:cNvSpPr/>
            <p:nvPr/>
          </p:nvSpPr>
          <p:spPr>
            <a:xfrm>
              <a:off x="524124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3" name="pg1183"/>
            <p:cNvSpPr/>
            <p:nvPr/>
          </p:nvSpPr>
          <p:spPr>
            <a:xfrm>
              <a:off x="529942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4" name="pg1184"/>
            <p:cNvSpPr/>
            <p:nvPr/>
          </p:nvSpPr>
          <p:spPr>
            <a:xfrm>
              <a:off x="5311067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5" name="pg1185"/>
            <p:cNvSpPr/>
            <p:nvPr/>
          </p:nvSpPr>
          <p:spPr>
            <a:xfrm>
              <a:off x="5322704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6" name="pg1186"/>
            <p:cNvSpPr/>
            <p:nvPr/>
          </p:nvSpPr>
          <p:spPr>
            <a:xfrm>
              <a:off x="533434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7" name="pg1187"/>
            <p:cNvSpPr/>
            <p:nvPr/>
          </p:nvSpPr>
          <p:spPr>
            <a:xfrm>
              <a:off x="534597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8" name="pg1188"/>
            <p:cNvSpPr/>
            <p:nvPr/>
          </p:nvSpPr>
          <p:spPr>
            <a:xfrm>
              <a:off x="5357616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9" name="pg1189"/>
            <p:cNvSpPr/>
            <p:nvPr/>
          </p:nvSpPr>
          <p:spPr>
            <a:xfrm>
              <a:off x="536925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0" name="pg1190"/>
            <p:cNvSpPr/>
            <p:nvPr/>
          </p:nvSpPr>
          <p:spPr>
            <a:xfrm>
              <a:off x="508995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1" name="pg1191"/>
            <p:cNvSpPr/>
            <p:nvPr/>
          </p:nvSpPr>
          <p:spPr>
            <a:xfrm>
              <a:off x="5101595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2" name="pg1192"/>
            <p:cNvSpPr/>
            <p:nvPr/>
          </p:nvSpPr>
          <p:spPr>
            <a:xfrm>
              <a:off x="5113232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3" name="pg1193"/>
            <p:cNvSpPr/>
            <p:nvPr/>
          </p:nvSpPr>
          <p:spPr>
            <a:xfrm>
              <a:off x="512486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4" name="pg1194"/>
            <p:cNvSpPr/>
            <p:nvPr/>
          </p:nvSpPr>
          <p:spPr>
            <a:xfrm>
              <a:off x="513650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5" name="pg1195"/>
            <p:cNvSpPr/>
            <p:nvPr/>
          </p:nvSpPr>
          <p:spPr>
            <a:xfrm>
              <a:off x="5148144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6" name="pg1196"/>
            <p:cNvSpPr/>
            <p:nvPr/>
          </p:nvSpPr>
          <p:spPr>
            <a:xfrm>
              <a:off x="515978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7" name="pg1197"/>
            <p:cNvSpPr/>
            <p:nvPr/>
          </p:nvSpPr>
          <p:spPr>
            <a:xfrm>
              <a:off x="517141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8" name="pg1198"/>
            <p:cNvSpPr/>
            <p:nvPr/>
          </p:nvSpPr>
          <p:spPr>
            <a:xfrm>
              <a:off x="5183056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9" name="pg1199"/>
            <p:cNvSpPr/>
            <p:nvPr/>
          </p:nvSpPr>
          <p:spPr>
            <a:xfrm>
              <a:off x="5194693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0" name="pg1200"/>
            <p:cNvSpPr/>
            <p:nvPr/>
          </p:nvSpPr>
          <p:spPr>
            <a:xfrm>
              <a:off x="520633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1" name="pg1201"/>
            <p:cNvSpPr/>
            <p:nvPr/>
          </p:nvSpPr>
          <p:spPr>
            <a:xfrm>
              <a:off x="5217968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2" name="pg1202"/>
            <p:cNvSpPr/>
            <p:nvPr/>
          </p:nvSpPr>
          <p:spPr>
            <a:xfrm>
              <a:off x="5287792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3" name="pg1203"/>
            <p:cNvSpPr/>
            <p:nvPr/>
          </p:nvSpPr>
          <p:spPr>
            <a:xfrm>
              <a:off x="529942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4" name="pg1204"/>
            <p:cNvSpPr/>
            <p:nvPr/>
          </p:nvSpPr>
          <p:spPr>
            <a:xfrm>
              <a:off x="531106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5" name="pg1205"/>
            <p:cNvSpPr/>
            <p:nvPr/>
          </p:nvSpPr>
          <p:spPr>
            <a:xfrm>
              <a:off x="5322704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6" name="pg1206"/>
            <p:cNvSpPr/>
            <p:nvPr/>
          </p:nvSpPr>
          <p:spPr>
            <a:xfrm>
              <a:off x="533434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7" name="pg1207"/>
            <p:cNvSpPr/>
            <p:nvPr/>
          </p:nvSpPr>
          <p:spPr>
            <a:xfrm>
              <a:off x="534597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8" name="pg1208"/>
            <p:cNvSpPr/>
            <p:nvPr/>
          </p:nvSpPr>
          <p:spPr>
            <a:xfrm>
              <a:off x="506668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9" name="pg1209"/>
            <p:cNvSpPr/>
            <p:nvPr/>
          </p:nvSpPr>
          <p:spPr>
            <a:xfrm>
              <a:off x="5078320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0" name="pg1210"/>
            <p:cNvSpPr/>
            <p:nvPr/>
          </p:nvSpPr>
          <p:spPr>
            <a:xfrm>
              <a:off x="508995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1" name="pg1211"/>
            <p:cNvSpPr/>
            <p:nvPr/>
          </p:nvSpPr>
          <p:spPr>
            <a:xfrm>
              <a:off x="510159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2" name="pg1212"/>
            <p:cNvSpPr/>
            <p:nvPr/>
          </p:nvSpPr>
          <p:spPr>
            <a:xfrm>
              <a:off x="5113232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3" name="pg1213"/>
            <p:cNvSpPr/>
            <p:nvPr/>
          </p:nvSpPr>
          <p:spPr>
            <a:xfrm>
              <a:off x="512486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4" name="pg1214"/>
            <p:cNvSpPr/>
            <p:nvPr/>
          </p:nvSpPr>
          <p:spPr>
            <a:xfrm>
              <a:off x="513650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5" name="pg1215"/>
            <p:cNvSpPr/>
            <p:nvPr/>
          </p:nvSpPr>
          <p:spPr>
            <a:xfrm>
              <a:off x="5148144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6" name="pg1216"/>
            <p:cNvSpPr/>
            <p:nvPr/>
          </p:nvSpPr>
          <p:spPr>
            <a:xfrm>
              <a:off x="515978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7" name="pg1217"/>
            <p:cNvSpPr/>
            <p:nvPr/>
          </p:nvSpPr>
          <p:spPr>
            <a:xfrm>
              <a:off x="517141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8" name="pg1218"/>
            <p:cNvSpPr/>
            <p:nvPr/>
          </p:nvSpPr>
          <p:spPr>
            <a:xfrm>
              <a:off x="5183056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9" name="pg1219"/>
            <p:cNvSpPr/>
            <p:nvPr/>
          </p:nvSpPr>
          <p:spPr>
            <a:xfrm>
              <a:off x="519469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0" name="pg1220"/>
            <p:cNvSpPr/>
            <p:nvPr/>
          </p:nvSpPr>
          <p:spPr>
            <a:xfrm>
              <a:off x="520633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1" name="pg1221"/>
            <p:cNvSpPr/>
            <p:nvPr/>
          </p:nvSpPr>
          <p:spPr>
            <a:xfrm>
              <a:off x="5217968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2" name="pg1222"/>
            <p:cNvSpPr/>
            <p:nvPr/>
          </p:nvSpPr>
          <p:spPr>
            <a:xfrm>
              <a:off x="522960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3" name="pg1223"/>
            <p:cNvSpPr/>
            <p:nvPr/>
          </p:nvSpPr>
          <p:spPr>
            <a:xfrm>
              <a:off x="524124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4" name="pg1224"/>
            <p:cNvSpPr/>
            <p:nvPr/>
          </p:nvSpPr>
          <p:spPr>
            <a:xfrm>
              <a:off x="5252880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5" name="pg1225"/>
            <p:cNvSpPr/>
            <p:nvPr/>
          </p:nvSpPr>
          <p:spPr>
            <a:xfrm>
              <a:off x="527615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6" name="pg1226"/>
            <p:cNvSpPr/>
            <p:nvPr/>
          </p:nvSpPr>
          <p:spPr>
            <a:xfrm>
              <a:off x="5287792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7" name="pg1227"/>
            <p:cNvSpPr/>
            <p:nvPr/>
          </p:nvSpPr>
          <p:spPr>
            <a:xfrm>
              <a:off x="529942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8" name="pg1228"/>
            <p:cNvSpPr/>
            <p:nvPr/>
          </p:nvSpPr>
          <p:spPr>
            <a:xfrm>
              <a:off x="531106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9" name="pg1229"/>
            <p:cNvSpPr/>
            <p:nvPr/>
          </p:nvSpPr>
          <p:spPr>
            <a:xfrm>
              <a:off x="5322704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0" name="pg1230"/>
            <p:cNvSpPr/>
            <p:nvPr/>
          </p:nvSpPr>
          <p:spPr>
            <a:xfrm>
              <a:off x="533434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1" name="pg1231"/>
            <p:cNvSpPr/>
            <p:nvPr/>
          </p:nvSpPr>
          <p:spPr>
            <a:xfrm>
              <a:off x="534597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2" name="pg1232"/>
            <p:cNvSpPr/>
            <p:nvPr/>
          </p:nvSpPr>
          <p:spPr>
            <a:xfrm>
              <a:off x="506668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3" name="pg1233"/>
            <p:cNvSpPr/>
            <p:nvPr/>
          </p:nvSpPr>
          <p:spPr>
            <a:xfrm>
              <a:off x="5078320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4" name="pg1234"/>
            <p:cNvSpPr/>
            <p:nvPr/>
          </p:nvSpPr>
          <p:spPr>
            <a:xfrm>
              <a:off x="508995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5" name="pg1235"/>
            <p:cNvSpPr/>
            <p:nvPr/>
          </p:nvSpPr>
          <p:spPr>
            <a:xfrm>
              <a:off x="510159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6" name="pg1236"/>
            <p:cNvSpPr/>
            <p:nvPr/>
          </p:nvSpPr>
          <p:spPr>
            <a:xfrm>
              <a:off x="5113232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7" name="pg1237"/>
            <p:cNvSpPr/>
            <p:nvPr/>
          </p:nvSpPr>
          <p:spPr>
            <a:xfrm>
              <a:off x="512486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8" name="pg1238"/>
            <p:cNvSpPr/>
            <p:nvPr/>
          </p:nvSpPr>
          <p:spPr>
            <a:xfrm>
              <a:off x="513650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9" name="pg1239"/>
            <p:cNvSpPr/>
            <p:nvPr/>
          </p:nvSpPr>
          <p:spPr>
            <a:xfrm>
              <a:off x="5148144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0" name="pg1240"/>
            <p:cNvSpPr/>
            <p:nvPr/>
          </p:nvSpPr>
          <p:spPr>
            <a:xfrm>
              <a:off x="515978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1" name="pg1241"/>
            <p:cNvSpPr/>
            <p:nvPr/>
          </p:nvSpPr>
          <p:spPr>
            <a:xfrm>
              <a:off x="517141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2" name="pg1242"/>
            <p:cNvSpPr/>
            <p:nvPr/>
          </p:nvSpPr>
          <p:spPr>
            <a:xfrm>
              <a:off x="5183056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3" name="pg1243"/>
            <p:cNvSpPr/>
            <p:nvPr/>
          </p:nvSpPr>
          <p:spPr>
            <a:xfrm>
              <a:off x="519469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4" name="pg1244"/>
            <p:cNvSpPr/>
            <p:nvPr/>
          </p:nvSpPr>
          <p:spPr>
            <a:xfrm>
              <a:off x="520633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5" name="pg1245"/>
            <p:cNvSpPr/>
            <p:nvPr/>
          </p:nvSpPr>
          <p:spPr>
            <a:xfrm>
              <a:off x="5217968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6" name="pg1246"/>
            <p:cNvSpPr/>
            <p:nvPr/>
          </p:nvSpPr>
          <p:spPr>
            <a:xfrm>
              <a:off x="522960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7" name="pg1247"/>
            <p:cNvSpPr/>
            <p:nvPr/>
          </p:nvSpPr>
          <p:spPr>
            <a:xfrm>
              <a:off x="524124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8" name="pg1248"/>
            <p:cNvSpPr/>
            <p:nvPr/>
          </p:nvSpPr>
          <p:spPr>
            <a:xfrm>
              <a:off x="5252880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9" name="pg1249"/>
            <p:cNvSpPr/>
            <p:nvPr/>
          </p:nvSpPr>
          <p:spPr>
            <a:xfrm>
              <a:off x="526451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0" name="pg1250"/>
            <p:cNvSpPr/>
            <p:nvPr/>
          </p:nvSpPr>
          <p:spPr>
            <a:xfrm>
              <a:off x="527615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1" name="pg1251"/>
            <p:cNvSpPr/>
            <p:nvPr/>
          </p:nvSpPr>
          <p:spPr>
            <a:xfrm>
              <a:off x="5287792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2" name="pg1252"/>
            <p:cNvSpPr/>
            <p:nvPr/>
          </p:nvSpPr>
          <p:spPr>
            <a:xfrm>
              <a:off x="529942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3" name="pg1253"/>
            <p:cNvSpPr/>
            <p:nvPr/>
          </p:nvSpPr>
          <p:spPr>
            <a:xfrm>
              <a:off x="531106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4" name="pg1254"/>
            <p:cNvSpPr/>
            <p:nvPr/>
          </p:nvSpPr>
          <p:spPr>
            <a:xfrm>
              <a:off x="5322704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5" name="pg1255"/>
            <p:cNvSpPr/>
            <p:nvPr/>
          </p:nvSpPr>
          <p:spPr>
            <a:xfrm>
              <a:off x="533434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6" name="pg1256"/>
            <p:cNvSpPr/>
            <p:nvPr/>
          </p:nvSpPr>
          <p:spPr>
            <a:xfrm>
              <a:off x="506668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7" name="pg1257"/>
            <p:cNvSpPr/>
            <p:nvPr/>
          </p:nvSpPr>
          <p:spPr>
            <a:xfrm>
              <a:off x="5078320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8" name="pg1258"/>
            <p:cNvSpPr/>
            <p:nvPr/>
          </p:nvSpPr>
          <p:spPr>
            <a:xfrm>
              <a:off x="508995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9" name="pg1259"/>
            <p:cNvSpPr/>
            <p:nvPr/>
          </p:nvSpPr>
          <p:spPr>
            <a:xfrm>
              <a:off x="510159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0" name="pg1260"/>
            <p:cNvSpPr/>
            <p:nvPr/>
          </p:nvSpPr>
          <p:spPr>
            <a:xfrm>
              <a:off x="5113232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1" name="pg1261"/>
            <p:cNvSpPr/>
            <p:nvPr/>
          </p:nvSpPr>
          <p:spPr>
            <a:xfrm>
              <a:off x="512486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2" name="pg1262"/>
            <p:cNvSpPr/>
            <p:nvPr/>
          </p:nvSpPr>
          <p:spPr>
            <a:xfrm>
              <a:off x="513650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3" name="pg1263"/>
            <p:cNvSpPr/>
            <p:nvPr/>
          </p:nvSpPr>
          <p:spPr>
            <a:xfrm>
              <a:off x="5148144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4" name="pg1264"/>
            <p:cNvSpPr/>
            <p:nvPr/>
          </p:nvSpPr>
          <p:spPr>
            <a:xfrm>
              <a:off x="5159781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5" name="pg1265"/>
            <p:cNvSpPr/>
            <p:nvPr/>
          </p:nvSpPr>
          <p:spPr>
            <a:xfrm>
              <a:off x="517141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6" name="pg1266"/>
            <p:cNvSpPr/>
            <p:nvPr/>
          </p:nvSpPr>
          <p:spPr>
            <a:xfrm>
              <a:off x="5183056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7" name="pg1267"/>
            <p:cNvSpPr/>
            <p:nvPr/>
          </p:nvSpPr>
          <p:spPr>
            <a:xfrm>
              <a:off x="519469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8" name="pg1268"/>
            <p:cNvSpPr/>
            <p:nvPr/>
          </p:nvSpPr>
          <p:spPr>
            <a:xfrm>
              <a:off x="5206331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9" name="pg1269"/>
            <p:cNvSpPr/>
            <p:nvPr/>
          </p:nvSpPr>
          <p:spPr>
            <a:xfrm>
              <a:off x="5217968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0" name="pg1270"/>
            <p:cNvSpPr/>
            <p:nvPr/>
          </p:nvSpPr>
          <p:spPr>
            <a:xfrm>
              <a:off x="522960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1" name="pg1271"/>
            <p:cNvSpPr/>
            <p:nvPr/>
          </p:nvSpPr>
          <p:spPr>
            <a:xfrm>
              <a:off x="524124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2" name="pg1272"/>
            <p:cNvSpPr/>
            <p:nvPr/>
          </p:nvSpPr>
          <p:spPr>
            <a:xfrm>
              <a:off x="5252880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3" name="pg1273"/>
            <p:cNvSpPr/>
            <p:nvPr/>
          </p:nvSpPr>
          <p:spPr>
            <a:xfrm>
              <a:off x="526451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4" name="pg1274"/>
            <p:cNvSpPr/>
            <p:nvPr/>
          </p:nvSpPr>
          <p:spPr>
            <a:xfrm>
              <a:off x="527615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5" name="pg1275"/>
            <p:cNvSpPr/>
            <p:nvPr/>
          </p:nvSpPr>
          <p:spPr>
            <a:xfrm>
              <a:off x="5287792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6" name="pg1276"/>
            <p:cNvSpPr/>
            <p:nvPr/>
          </p:nvSpPr>
          <p:spPr>
            <a:xfrm>
              <a:off x="529942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7" name="pg1277"/>
            <p:cNvSpPr/>
            <p:nvPr/>
          </p:nvSpPr>
          <p:spPr>
            <a:xfrm>
              <a:off x="531106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8" name="pg1278"/>
            <p:cNvSpPr/>
            <p:nvPr/>
          </p:nvSpPr>
          <p:spPr>
            <a:xfrm>
              <a:off x="5322704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9" name="pg1279"/>
            <p:cNvSpPr/>
            <p:nvPr/>
          </p:nvSpPr>
          <p:spPr>
            <a:xfrm>
              <a:off x="5031771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0" name="pg1280"/>
            <p:cNvSpPr/>
            <p:nvPr/>
          </p:nvSpPr>
          <p:spPr>
            <a:xfrm>
              <a:off x="5043408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1" name="pg1281"/>
            <p:cNvSpPr/>
            <p:nvPr/>
          </p:nvSpPr>
          <p:spPr>
            <a:xfrm>
              <a:off x="506668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2" name="pg1282"/>
            <p:cNvSpPr/>
            <p:nvPr/>
          </p:nvSpPr>
          <p:spPr>
            <a:xfrm>
              <a:off x="5078320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3" name="pg1283"/>
            <p:cNvSpPr/>
            <p:nvPr/>
          </p:nvSpPr>
          <p:spPr>
            <a:xfrm>
              <a:off x="508995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4" name="pg1284"/>
            <p:cNvSpPr/>
            <p:nvPr/>
          </p:nvSpPr>
          <p:spPr>
            <a:xfrm>
              <a:off x="510159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5" name="pg1285"/>
            <p:cNvSpPr/>
            <p:nvPr/>
          </p:nvSpPr>
          <p:spPr>
            <a:xfrm>
              <a:off x="5113232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6" name="pg1286"/>
            <p:cNvSpPr/>
            <p:nvPr/>
          </p:nvSpPr>
          <p:spPr>
            <a:xfrm>
              <a:off x="5124869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7" name="pg1287"/>
            <p:cNvSpPr/>
            <p:nvPr/>
          </p:nvSpPr>
          <p:spPr>
            <a:xfrm>
              <a:off x="513650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8" name="pg1288"/>
            <p:cNvSpPr/>
            <p:nvPr/>
          </p:nvSpPr>
          <p:spPr>
            <a:xfrm>
              <a:off x="5148144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9" name="pg1289"/>
            <p:cNvSpPr/>
            <p:nvPr/>
          </p:nvSpPr>
          <p:spPr>
            <a:xfrm>
              <a:off x="5183056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0" name="pg1290"/>
            <p:cNvSpPr/>
            <p:nvPr/>
          </p:nvSpPr>
          <p:spPr>
            <a:xfrm>
              <a:off x="519469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1" name="pg1291"/>
            <p:cNvSpPr/>
            <p:nvPr/>
          </p:nvSpPr>
          <p:spPr>
            <a:xfrm>
              <a:off x="5206331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2" name="pg1292"/>
            <p:cNvSpPr/>
            <p:nvPr/>
          </p:nvSpPr>
          <p:spPr>
            <a:xfrm>
              <a:off x="5217968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3" name="pg1293"/>
            <p:cNvSpPr/>
            <p:nvPr/>
          </p:nvSpPr>
          <p:spPr>
            <a:xfrm>
              <a:off x="522960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4" name="pg1294"/>
            <p:cNvSpPr/>
            <p:nvPr/>
          </p:nvSpPr>
          <p:spPr>
            <a:xfrm>
              <a:off x="524124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5" name="pg1295"/>
            <p:cNvSpPr/>
            <p:nvPr/>
          </p:nvSpPr>
          <p:spPr>
            <a:xfrm>
              <a:off x="5252880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6" name="pg1296"/>
            <p:cNvSpPr/>
            <p:nvPr/>
          </p:nvSpPr>
          <p:spPr>
            <a:xfrm>
              <a:off x="526451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7" name="pg1297"/>
            <p:cNvSpPr/>
            <p:nvPr/>
          </p:nvSpPr>
          <p:spPr>
            <a:xfrm>
              <a:off x="527615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8" name="pg1298"/>
            <p:cNvSpPr/>
            <p:nvPr/>
          </p:nvSpPr>
          <p:spPr>
            <a:xfrm>
              <a:off x="5287792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9" name="pg1299"/>
            <p:cNvSpPr/>
            <p:nvPr/>
          </p:nvSpPr>
          <p:spPr>
            <a:xfrm>
              <a:off x="5299429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0" name="pg1300"/>
            <p:cNvSpPr/>
            <p:nvPr/>
          </p:nvSpPr>
          <p:spPr>
            <a:xfrm>
              <a:off x="531106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1" name="pg1301"/>
            <p:cNvSpPr/>
            <p:nvPr/>
          </p:nvSpPr>
          <p:spPr>
            <a:xfrm>
              <a:off x="502013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2" name="pg1302"/>
            <p:cNvSpPr/>
            <p:nvPr/>
          </p:nvSpPr>
          <p:spPr>
            <a:xfrm>
              <a:off x="5031771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3" name="pg1303"/>
            <p:cNvSpPr/>
            <p:nvPr/>
          </p:nvSpPr>
          <p:spPr>
            <a:xfrm>
              <a:off x="5043408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4" name="pg1304"/>
            <p:cNvSpPr/>
            <p:nvPr/>
          </p:nvSpPr>
          <p:spPr>
            <a:xfrm>
              <a:off x="505504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5" name="pg1305"/>
            <p:cNvSpPr/>
            <p:nvPr/>
          </p:nvSpPr>
          <p:spPr>
            <a:xfrm>
              <a:off x="506668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6" name="pg1306"/>
            <p:cNvSpPr/>
            <p:nvPr/>
          </p:nvSpPr>
          <p:spPr>
            <a:xfrm>
              <a:off x="5078320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7" name="pg1307"/>
            <p:cNvSpPr/>
            <p:nvPr/>
          </p:nvSpPr>
          <p:spPr>
            <a:xfrm>
              <a:off x="508995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8" name="pg1308"/>
            <p:cNvSpPr/>
            <p:nvPr/>
          </p:nvSpPr>
          <p:spPr>
            <a:xfrm>
              <a:off x="510159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9" name="pg1309"/>
            <p:cNvSpPr/>
            <p:nvPr/>
          </p:nvSpPr>
          <p:spPr>
            <a:xfrm>
              <a:off x="5113232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0" name="pg1310"/>
            <p:cNvSpPr/>
            <p:nvPr/>
          </p:nvSpPr>
          <p:spPr>
            <a:xfrm>
              <a:off x="5124869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1" name="pg1311"/>
            <p:cNvSpPr/>
            <p:nvPr/>
          </p:nvSpPr>
          <p:spPr>
            <a:xfrm>
              <a:off x="513650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2" name="pg1312"/>
            <p:cNvSpPr/>
            <p:nvPr/>
          </p:nvSpPr>
          <p:spPr>
            <a:xfrm>
              <a:off x="5148144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3" name="pg1313"/>
            <p:cNvSpPr/>
            <p:nvPr/>
          </p:nvSpPr>
          <p:spPr>
            <a:xfrm>
              <a:off x="519469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4" name="pg1314"/>
            <p:cNvSpPr/>
            <p:nvPr/>
          </p:nvSpPr>
          <p:spPr>
            <a:xfrm>
              <a:off x="5206331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5" name="pg1315"/>
            <p:cNvSpPr/>
            <p:nvPr/>
          </p:nvSpPr>
          <p:spPr>
            <a:xfrm>
              <a:off x="5217968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6" name="pg1316"/>
            <p:cNvSpPr/>
            <p:nvPr/>
          </p:nvSpPr>
          <p:spPr>
            <a:xfrm>
              <a:off x="522960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7" name="pg1317"/>
            <p:cNvSpPr/>
            <p:nvPr/>
          </p:nvSpPr>
          <p:spPr>
            <a:xfrm>
              <a:off x="524124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8" name="pg1318"/>
            <p:cNvSpPr/>
            <p:nvPr/>
          </p:nvSpPr>
          <p:spPr>
            <a:xfrm>
              <a:off x="5252880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9" name="pg1319"/>
            <p:cNvSpPr/>
            <p:nvPr/>
          </p:nvSpPr>
          <p:spPr>
            <a:xfrm>
              <a:off x="526451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0" name="pg1320"/>
            <p:cNvSpPr/>
            <p:nvPr/>
          </p:nvSpPr>
          <p:spPr>
            <a:xfrm>
              <a:off x="527615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1" name="pg1321"/>
            <p:cNvSpPr/>
            <p:nvPr/>
          </p:nvSpPr>
          <p:spPr>
            <a:xfrm>
              <a:off x="5287792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2" name="pg1322"/>
            <p:cNvSpPr/>
            <p:nvPr/>
          </p:nvSpPr>
          <p:spPr>
            <a:xfrm>
              <a:off x="5299429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3" name="pg1323"/>
            <p:cNvSpPr/>
            <p:nvPr/>
          </p:nvSpPr>
          <p:spPr>
            <a:xfrm>
              <a:off x="5008496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4" name="pg1324"/>
            <p:cNvSpPr/>
            <p:nvPr/>
          </p:nvSpPr>
          <p:spPr>
            <a:xfrm>
              <a:off x="502013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5" name="pg1325"/>
            <p:cNvSpPr/>
            <p:nvPr/>
          </p:nvSpPr>
          <p:spPr>
            <a:xfrm>
              <a:off x="5031771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6" name="pg1326"/>
            <p:cNvSpPr/>
            <p:nvPr/>
          </p:nvSpPr>
          <p:spPr>
            <a:xfrm>
              <a:off x="5043408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7" name="pg1327"/>
            <p:cNvSpPr/>
            <p:nvPr/>
          </p:nvSpPr>
          <p:spPr>
            <a:xfrm>
              <a:off x="505504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8" name="pg1328"/>
            <p:cNvSpPr/>
            <p:nvPr/>
          </p:nvSpPr>
          <p:spPr>
            <a:xfrm>
              <a:off x="506668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9" name="pg1329"/>
            <p:cNvSpPr/>
            <p:nvPr/>
          </p:nvSpPr>
          <p:spPr>
            <a:xfrm>
              <a:off x="5078320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0" name="pg1330"/>
            <p:cNvSpPr/>
            <p:nvPr/>
          </p:nvSpPr>
          <p:spPr>
            <a:xfrm>
              <a:off x="508995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1" name="pg1331"/>
            <p:cNvSpPr/>
            <p:nvPr/>
          </p:nvSpPr>
          <p:spPr>
            <a:xfrm>
              <a:off x="510159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2" name="pg1332"/>
            <p:cNvSpPr/>
            <p:nvPr/>
          </p:nvSpPr>
          <p:spPr>
            <a:xfrm>
              <a:off x="5113232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3" name="pg1333"/>
            <p:cNvSpPr/>
            <p:nvPr/>
          </p:nvSpPr>
          <p:spPr>
            <a:xfrm>
              <a:off x="5124869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4" name="pg1334"/>
            <p:cNvSpPr/>
            <p:nvPr/>
          </p:nvSpPr>
          <p:spPr>
            <a:xfrm>
              <a:off x="513650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5" name="pg1335"/>
            <p:cNvSpPr/>
            <p:nvPr/>
          </p:nvSpPr>
          <p:spPr>
            <a:xfrm>
              <a:off x="5148144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6" name="pg1336"/>
            <p:cNvSpPr/>
            <p:nvPr/>
          </p:nvSpPr>
          <p:spPr>
            <a:xfrm>
              <a:off x="519469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7" name="pg1337"/>
            <p:cNvSpPr/>
            <p:nvPr/>
          </p:nvSpPr>
          <p:spPr>
            <a:xfrm>
              <a:off x="5206331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8" name="pg1338"/>
            <p:cNvSpPr/>
            <p:nvPr/>
          </p:nvSpPr>
          <p:spPr>
            <a:xfrm>
              <a:off x="5217968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9" name="pg1339"/>
            <p:cNvSpPr/>
            <p:nvPr/>
          </p:nvSpPr>
          <p:spPr>
            <a:xfrm>
              <a:off x="522960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0" name="pg1340"/>
            <p:cNvSpPr/>
            <p:nvPr/>
          </p:nvSpPr>
          <p:spPr>
            <a:xfrm>
              <a:off x="524124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1" name="pg1341"/>
            <p:cNvSpPr/>
            <p:nvPr/>
          </p:nvSpPr>
          <p:spPr>
            <a:xfrm>
              <a:off x="5252880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2" name="pg1342"/>
            <p:cNvSpPr/>
            <p:nvPr/>
          </p:nvSpPr>
          <p:spPr>
            <a:xfrm>
              <a:off x="526451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3" name="pg1343"/>
            <p:cNvSpPr/>
            <p:nvPr/>
          </p:nvSpPr>
          <p:spPr>
            <a:xfrm>
              <a:off x="527615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4" name="pg1344"/>
            <p:cNvSpPr/>
            <p:nvPr/>
          </p:nvSpPr>
          <p:spPr>
            <a:xfrm>
              <a:off x="5287792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5" name="pg1345"/>
            <p:cNvSpPr/>
            <p:nvPr/>
          </p:nvSpPr>
          <p:spPr>
            <a:xfrm>
              <a:off x="4996859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6" name="pg1346"/>
            <p:cNvSpPr/>
            <p:nvPr/>
          </p:nvSpPr>
          <p:spPr>
            <a:xfrm>
              <a:off x="5008496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7" name="pg1347"/>
            <p:cNvSpPr/>
            <p:nvPr/>
          </p:nvSpPr>
          <p:spPr>
            <a:xfrm>
              <a:off x="502013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8" name="pg1348"/>
            <p:cNvSpPr/>
            <p:nvPr/>
          </p:nvSpPr>
          <p:spPr>
            <a:xfrm>
              <a:off x="503177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9" name="pg1349"/>
            <p:cNvSpPr/>
            <p:nvPr/>
          </p:nvSpPr>
          <p:spPr>
            <a:xfrm>
              <a:off x="5043408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0" name="pg1350"/>
            <p:cNvSpPr/>
            <p:nvPr/>
          </p:nvSpPr>
          <p:spPr>
            <a:xfrm>
              <a:off x="505504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1" name="pg1351"/>
            <p:cNvSpPr/>
            <p:nvPr/>
          </p:nvSpPr>
          <p:spPr>
            <a:xfrm>
              <a:off x="506668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2" name="pg1352"/>
            <p:cNvSpPr/>
            <p:nvPr/>
          </p:nvSpPr>
          <p:spPr>
            <a:xfrm>
              <a:off x="5078320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3" name="pg1353"/>
            <p:cNvSpPr/>
            <p:nvPr/>
          </p:nvSpPr>
          <p:spPr>
            <a:xfrm>
              <a:off x="508995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4" name="pg1354"/>
            <p:cNvSpPr/>
            <p:nvPr/>
          </p:nvSpPr>
          <p:spPr>
            <a:xfrm>
              <a:off x="510159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5" name="pg1355"/>
            <p:cNvSpPr/>
            <p:nvPr/>
          </p:nvSpPr>
          <p:spPr>
            <a:xfrm>
              <a:off x="5113232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6" name="pg1356"/>
            <p:cNvSpPr/>
            <p:nvPr/>
          </p:nvSpPr>
          <p:spPr>
            <a:xfrm>
              <a:off x="5124869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7" name="pg1357"/>
            <p:cNvSpPr/>
            <p:nvPr/>
          </p:nvSpPr>
          <p:spPr>
            <a:xfrm>
              <a:off x="513650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8" name="pg1358"/>
            <p:cNvSpPr/>
            <p:nvPr/>
          </p:nvSpPr>
          <p:spPr>
            <a:xfrm>
              <a:off x="5148144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9" name="pg1359"/>
            <p:cNvSpPr/>
            <p:nvPr/>
          </p:nvSpPr>
          <p:spPr>
            <a:xfrm>
              <a:off x="515978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0" name="pg1360"/>
            <p:cNvSpPr/>
            <p:nvPr/>
          </p:nvSpPr>
          <p:spPr>
            <a:xfrm>
              <a:off x="520633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1" name="pg1361"/>
            <p:cNvSpPr/>
            <p:nvPr/>
          </p:nvSpPr>
          <p:spPr>
            <a:xfrm>
              <a:off x="5217968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2" name="pg1362"/>
            <p:cNvSpPr/>
            <p:nvPr/>
          </p:nvSpPr>
          <p:spPr>
            <a:xfrm>
              <a:off x="522960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3" name="pg1363"/>
            <p:cNvSpPr/>
            <p:nvPr/>
          </p:nvSpPr>
          <p:spPr>
            <a:xfrm>
              <a:off x="524124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4" name="pg1364"/>
            <p:cNvSpPr/>
            <p:nvPr/>
          </p:nvSpPr>
          <p:spPr>
            <a:xfrm>
              <a:off x="5252880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5" name="pg1365"/>
            <p:cNvSpPr/>
            <p:nvPr/>
          </p:nvSpPr>
          <p:spPr>
            <a:xfrm>
              <a:off x="526451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6" name="pg1366"/>
            <p:cNvSpPr/>
            <p:nvPr/>
          </p:nvSpPr>
          <p:spPr>
            <a:xfrm>
              <a:off x="527615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7" name="pg1367"/>
            <p:cNvSpPr/>
            <p:nvPr/>
          </p:nvSpPr>
          <p:spPr>
            <a:xfrm>
              <a:off x="4996859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8" name="pg1368"/>
            <p:cNvSpPr/>
            <p:nvPr/>
          </p:nvSpPr>
          <p:spPr>
            <a:xfrm>
              <a:off x="5008496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9" name="pg1369"/>
            <p:cNvSpPr/>
            <p:nvPr/>
          </p:nvSpPr>
          <p:spPr>
            <a:xfrm>
              <a:off x="502013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0" name="pg1370"/>
            <p:cNvSpPr/>
            <p:nvPr/>
          </p:nvSpPr>
          <p:spPr>
            <a:xfrm>
              <a:off x="503177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1" name="pg1371"/>
            <p:cNvSpPr/>
            <p:nvPr/>
          </p:nvSpPr>
          <p:spPr>
            <a:xfrm>
              <a:off x="5043408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2" name="pg1372"/>
            <p:cNvSpPr/>
            <p:nvPr/>
          </p:nvSpPr>
          <p:spPr>
            <a:xfrm>
              <a:off x="505504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3" name="pg1373"/>
            <p:cNvSpPr/>
            <p:nvPr/>
          </p:nvSpPr>
          <p:spPr>
            <a:xfrm>
              <a:off x="506668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4" name="pg1374"/>
            <p:cNvSpPr/>
            <p:nvPr/>
          </p:nvSpPr>
          <p:spPr>
            <a:xfrm>
              <a:off x="5078320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5" name="pg1375"/>
            <p:cNvSpPr/>
            <p:nvPr/>
          </p:nvSpPr>
          <p:spPr>
            <a:xfrm>
              <a:off x="508995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6" name="pg1376"/>
            <p:cNvSpPr/>
            <p:nvPr/>
          </p:nvSpPr>
          <p:spPr>
            <a:xfrm>
              <a:off x="510159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7" name="pg1377"/>
            <p:cNvSpPr/>
            <p:nvPr/>
          </p:nvSpPr>
          <p:spPr>
            <a:xfrm>
              <a:off x="5113232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8" name="pg1378"/>
            <p:cNvSpPr/>
            <p:nvPr/>
          </p:nvSpPr>
          <p:spPr>
            <a:xfrm>
              <a:off x="5124869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9" name="pg1379"/>
            <p:cNvSpPr/>
            <p:nvPr/>
          </p:nvSpPr>
          <p:spPr>
            <a:xfrm>
              <a:off x="513650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0" name="pg1380"/>
            <p:cNvSpPr/>
            <p:nvPr/>
          </p:nvSpPr>
          <p:spPr>
            <a:xfrm>
              <a:off x="5148144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1" name="pg1381"/>
            <p:cNvSpPr/>
            <p:nvPr/>
          </p:nvSpPr>
          <p:spPr>
            <a:xfrm>
              <a:off x="515978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2" name="pg1382"/>
            <p:cNvSpPr/>
            <p:nvPr/>
          </p:nvSpPr>
          <p:spPr>
            <a:xfrm>
              <a:off x="520633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3" name="pg1383"/>
            <p:cNvSpPr/>
            <p:nvPr/>
          </p:nvSpPr>
          <p:spPr>
            <a:xfrm>
              <a:off x="5217968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4" name="pg1384"/>
            <p:cNvSpPr/>
            <p:nvPr/>
          </p:nvSpPr>
          <p:spPr>
            <a:xfrm>
              <a:off x="522960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5" name="pg1385"/>
            <p:cNvSpPr/>
            <p:nvPr/>
          </p:nvSpPr>
          <p:spPr>
            <a:xfrm>
              <a:off x="524124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6" name="pg1386"/>
            <p:cNvSpPr/>
            <p:nvPr/>
          </p:nvSpPr>
          <p:spPr>
            <a:xfrm>
              <a:off x="5252880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7" name="pg1387"/>
            <p:cNvSpPr/>
            <p:nvPr/>
          </p:nvSpPr>
          <p:spPr>
            <a:xfrm>
              <a:off x="526451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8" name="pg1388"/>
            <p:cNvSpPr/>
            <p:nvPr/>
          </p:nvSpPr>
          <p:spPr>
            <a:xfrm>
              <a:off x="498522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9" name="pg1389"/>
            <p:cNvSpPr/>
            <p:nvPr/>
          </p:nvSpPr>
          <p:spPr>
            <a:xfrm>
              <a:off x="499685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0" name="pg1390"/>
            <p:cNvSpPr/>
            <p:nvPr/>
          </p:nvSpPr>
          <p:spPr>
            <a:xfrm>
              <a:off x="5008496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1" name="pg1391"/>
            <p:cNvSpPr/>
            <p:nvPr/>
          </p:nvSpPr>
          <p:spPr>
            <a:xfrm>
              <a:off x="502013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2" name="pg1392"/>
            <p:cNvSpPr/>
            <p:nvPr/>
          </p:nvSpPr>
          <p:spPr>
            <a:xfrm>
              <a:off x="503177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3" name="pg1393"/>
            <p:cNvSpPr/>
            <p:nvPr/>
          </p:nvSpPr>
          <p:spPr>
            <a:xfrm>
              <a:off x="5043408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4" name="pg1394"/>
            <p:cNvSpPr/>
            <p:nvPr/>
          </p:nvSpPr>
          <p:spPr>
            <a:xfrm>
              <a:off x="505504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5" name="pg1395"/>
            <p:cNvSpPr/>
            <p:nvPr/>
          </p:nvSpPr>
          <p:spPr>
            <a:xfrm>
              <a:off x="506668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6" name="pg1396"/>
            <p:cNvSpPr/>
            <p:nvPr/>
          </p:nvSpPr>
          <p:spPr>
            <a:xfrm>
              <a:off x="5078320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7" name="pg1397"/>
            <p:cNvSpPr/>
            <p:nvPr/>
          </p:nvSpPr>
          <p:spPr>
            <a:xfrm>
              <a:off x="508995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8" name="pg1398"/>
            <p:cNvSpPr/>
            <p:nvPr/>
          </p:nvSpPr>
          <p:spPr>
            <a:xfrm>
              <a:off x="510159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9" name="pg1399"/>
            <p:cNvSpPr/>
            <p:nvPr/>
          </p:nvSpPr>
          <p:spPr>
            <a:xfrm>
              <a:off x="5113232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0" name="pg1400"/>
            <p:cNvSpPr/>
            <p:nvPr/>
          </p:nvSpPr>
          <p:spPr>
            <a:xfrm>
              <a:off x="512486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1" name="pg1401"/>
            <p:cNvSpPr/>
            <p:nvPr/>
          </p:nvSpPr>
          <p:spPr>
            <a:xfrm>
              <a:off x="513650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2" name="pg1402"/>
            <p:cNvSpPr/>
            <p:nvPr/>
          </p:nvSpPr>
          <p:spPr>
            <a:xfrm>
              <a:off x="5148144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3" name="pg1403"/>
            <p:cNvSpPr/>
            <p:nvPr/>
          </p:nvSpPr>
          <p:spPr>
            <a:xfrm>
              <a:off x="515978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4" name="pg1404"/>
            <p:cNvSpPr/>
            <p:nvPr/>
          </p:nvSpPr>
          <p:spPr>
            <a:xfrm>
              <a:off x="517141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5" name="pg1405"/>
            <p:cNvSpPr/>
            <p:nvPr/>
          </p:nvSpPr>
          <p:spPr>
            <a:xfrm>
              <a:off x="520633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6" name="pg1406"/>
            <p:cNvSpPr/>
            <p:nvPr/>
          </p:nvSpPr>
          <p:spPr>
            <a:xfrm>
              <a:off x="5217968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7" name="pg1407"/>
            <p:cNvSpPr/>
            <p:nvPr/>
          </p:nvSpPr>
          <p:spPr>
            <a:xfrm>
              <a:off x="522960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8" name="pg1408"/>
            <p:cNvSpPr/>
            <p:nvPr/>
          </p:nvSpPr>
          <p:spPr>
            <a:xfrm>
              <a:off x="524124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9" name="pg1409"/>
            <p:cNvSpPr/>
            <p:nvPr/>
          </p:nvSpPr>
          <p:spPr>
            <a:xfrm>
              <a:off x="5252880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0" name="pg1410"/>
            <p:cNvSpPr/>
            <p:nvPr/>
          </p:nvSpPr>
          <p:spPr>
            <a:xfrm>
              <a:off x="526451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1" name="pg1411"/>
            <p:cNvSpPr/>
            <p:nvPr/>
          </p:nvSpPr>
          <p:spPr>
            <a:xfrm>
              <a:off x="498522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2" name="pg1412"/>
            <p:cNvSpPr/>
            <p:nvPr/>
          </p:nvSpPr>
          <p:spPr>
            <a:xfrm>
              <a:off x="499685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3" name="pg1413"/>
            <p:cNvSpPr/>
            <p:nvPr/>
          </p:nvSpPr>
          <p:spPr>
            <a:xfrm>
              <a:off x="5008496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4" name="pg1414"/>
            <p:cNvSpPr/>
            <p:nvPr/>
          </p:nvSpPr>
          <p:spPr>
            <a:xfrm>
              <a:off x="502013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5" name="pg1415"/>
            <p:cNvSpPr/>
            <p:nvPr/>
          </p:nvSpPr>
          <p:spPr>
            <a:xfrm>
              <a:off x="503177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6" name="pg1416"/>
            <p:cNvSpPr/>
            <p:nvPr/>
          </p:nvSpPr>
          <p:spPr>
            <a:xfrm>
              <a:off x="5043408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7" name="pg1417"/>
            <p:cNvSpPr/>
            <p:nvPr/>
          </p:nvSpPr>
          <p:spPr>
            <a:xfrm>
              <a:off x="505504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8" name="pg1418"/>
            <p:cNvSpPr/>
            <p:nvPr/>
          </p:nvSpPr>
          <p:spPr>
            <a:xfrm>
              <a:off x="506668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9" name="pg1419"/>
            <p:cNvSpPr/>
            <p:nvPr/>
          </p:nvSpPr>
          <p:spPr>
            <a:xfrm>
              <a:off x="5078320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0" name="pg1420"/>
            <p:cNvSpPr/>
            <p:nvPr/>
          </p:nvSpPr>
          <p:spPr>
            <a:xfrm>
              <a:off x="508995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1" name="pg1421"/>
            <p:cNvSpPr/>
            <p:nvPr/>
          </p:nvSpPr>
          <p:spPr>
            <a:xfrm>
              <a:off x="510159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2" name="pg1422"/>
            <p:cNvSpPr/>
            <p:nvPr/>
          </p:nvSpPr>
          <p:spPr>
            <a:xfrm>
              <a:off x="5113232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3" name="pg1423"/>
            <p:cNvSpPr/>
            <p:nvPr/>
          </p:nvSpPr>
          <p:spPr>
            <a:xfrm>
              <a:off x="512486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4" name="pg1424"/>
            <p:cNvSpPr/>
            <p:nvPr/>
          </p:nvSpPr>
          <p:spPr>
            <a:xfrm>
              <a:off x="513650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5" name="pg1425"/>
            <p:cNvSpPr/>
            <p:nvPr/>
          </p:nvSpPr>
          <p:spPr>
            <a:xfrm>
              <a:off x="5148144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6" name="pg1426"/>
            <p:cNvSpPr/>
            <p:nvPr/>
          </p:nvSpPr>
          <p:spPr>
            <a:xfrm>
              <a:off x="515978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7" name="pg1427"/>
            <p:cNvSpPr/>
            <p:nvPr/>
          </p:nvSpPr>
          <p:spPr>
            <a:xfrm>
              <a:off x="517141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8" name="pg1428"/>
            <p:cNvSpPr/>
            <p:nvPr/>
          </p:nvSpPr>
          <p:spPr>
            <a:xfrm>
              <a:off x="5183056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9" name="pg1429"/>
            <p:cNvSpPr/>
            <p:nvPr/>
          </p:nvSpPr>
          <p:spPr>
            <a:xfrm>
              <a:off x="5217968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0" name="pg1430"/>
            <p:cNvSpPr/>
            <p:nvPr/>
          </p:nvSpPr>
          <p:spPr>
            <a:xfrm>
              <a:off x="522960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1" name="pg1431"/>
            <p:cNvSpPr/>
            <p:nvPr/>
          </p:nvSpPr>
          <p:spPr>
            <a:xfrm>
              <a:off x="524124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2" name="pg1432"/>
            <p:cNvSpPr/>
            <p:nvPr/>
          </p:nvSpPr>
          <p:spPr>
            <a:xfrm>
              <a:off x="5252880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3" name="pg1433"/>
            <p:cNvSpPr/>
            <p:nvPr/>
          </p:nvSpPr>
          <p:spPr>
            <a:xfrm>
              <a:off x="526451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4" name="pg1434"/>
            <p:cNvSpPr/>
            <p:nvPr/>
          </p:nvSpPr>
          <p:spPr>
            <a:xfrm>
              <a:off x="498522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5" name="pg1435"/>
            <p:cNvSpPr/>
            <p:nvPr/>
          </p:nvSpPr>
          <p:spPr>
            <a:xfrm>
              <a:off x="499685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6" name="pg1436"/>
            <p:cNvSpPr/>
            <p:nvPr/>
          </p:nvSpPr>
          <p:spPr>
            <a:xfrm>
              <a:off x="5008496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7" name="pg1437"/>
            <p:cNvSpPr/>
            <p:nvPr/>
          </p:nvSpPr>
          <p:spPr>
            <a:xfrm>
              <a:off x="502013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8" name="pg1438"/>
            <p:cNvSpPr/>
            <p:nvPr/>
          </p:nvSpPr>
          <p:spPr>
            <a:xfrm>
              <a:off x="503177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9" name="pg1439"/>
            <p:cNvSpPr/>
            <p:nvPr/>
          </p:nvSpPr>
          <p:spPr>
            <a:xfrm>
              <a:off x="5043408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0" name="pg1440"/>
            <p:cNvSpPr/>
            <p:nvPr/>
          </p:nvSpPr>
          <p:spPr>
            <a:xfrm>
              <a:off x="505504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1" name="pg1441"/>
            <p:cNvSpPr/>
            <p:nvPr/>
          </p:nvSpPr>
          <p:spPr>
            <a:xfrm>
              <a:off x="506668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2" name="pg1442"/>
            <p:cNvSpPr/>
            <p:nvPr/>
          </p:nvSpPr>
          <p:spPr>
            <a:xfrm>
              <a:off x="5078320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3" name="pg1443"/>
            <p:cNvSpPr/>
            <p:nvPr/>
          </p:nvSpPr>
          <p:spPr>
            <a:xfrm>
              <a:off x="508995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4" name="pg1444"/>
            <p:cNvSpPr/>
            <p:nvPr/>
          </p:nvSpPr>
          <p:spPr>
            <a:xfrm>
              <a:off x="510159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5" name="pg1445"/>
            <p:cNvSpPr/>
            <p:nvPr/>
          </p:nvSpPr>
          <p:spPr>
            <a:xfrm>
              <a:off x="5113232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6" name="pg1446"/>
            <p:cNvSpPr/>
            <p:nvPr/>
          </p:nvSpPr>
          <p:spPr>
            <a:xfrm>
              <a:off x="512486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7" name="pg1447"/>
            <p:cNvSpPr/>
            <p:nvPr/>
          </p:nvSpPr>
          <p:spPr>
            <a:xfrm>
              <a:off x="513650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8" name="pg1448"/>
            <p:cNvSpPr/>
            <p:nvPr/>
          </p:nvSpPr>
          <p:spPr>
            <a:xfrm>
              <a:off x="5148144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9" name="pg1449"/>
            <p:cNvSpPr/>
            <p:nvPr/>
          </p:nvSpPr>
          <p:spPr>
            <a:xfrm>
              <a:off x="515978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0" name="pg1450"/>
            <p:cNvSpPr/>
            <p:nvPr/>
          </p:nvSpPr>
          <p:spPr>
            <a:xfrm>
              <a:off x="517141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1" name="pg1451"/>
            <p:cNvSpPr/>
            <p:nvPr/>
          </p:nvSpPr>
          <p:spPr>
            <a:xfrm>
              <a:off x="5183056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2" name="pg1452"/>
            <p:cNvSpPr/>
            <p:nvPr/>
          </p:nvSpPr>
          <p:spPr>
            <a:xfrm>
              <a:off x="520633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3" name="pg1453"/>
            <p:cNvSpPr/>
            <p:nvPr/>
          </p:nvSpPr>
          <p:spPr>
            <a:xfrm>
              <a:off x="5217968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4" name="pg1454"/>
            <p:cNvSpPr/>
            <p:nvPr/>
          </p:nvSpPr>
          <p:spPr>
            <a:xfrm>
              <a:off x="522960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5" name="pg1455"/>
            <p:cNvSpPr/>
            <p:nvPr/>
          </p:nvSpPr>
          <p:spPr>
            <a:xfrm>
              <a:off x="524124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6" name="pg1456"/>
            <p:cNvSpPr/>
            <p:nvPr/>
          </p:nvSpPr>
          <p:spPr>
            <a:xfrm>
              <a:off x="5252880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7" name="pg1457"/>
            <p:cNvSpPr/>
            <p:nvPr/>
          </p:nvSpPr>
          <p:spPr>
            <a:xfrm>
              <a:off x="526451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8" name="pg1458"/>
            <p:cNvSpPr/>
            <p:nvPr/>
          </p:nvSpPr>
          <p:spPr>
            <a:xfrm>
              <a:off x="499685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9" name="pg1459"/>
            <p:cNvSpPr/>
            <p:nvPr/>
          </p:nvSpPr>
          <p:spPr>
            <a:xfrm>
              <a:off x="5008496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0" name="pg1460"/>
            <p:cNvSpPr/>
            <p:nvPr/>
          </p:nvSpPr>
          <p:spPr>
            <a:xfrm>
              <a:off x="502013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1" name="pg1461"/>
            <p:cNvSpPr/>
            <p:nvPr/>
          </p:nvSpPr>
          <p:spPr>
            <a:xfrm>
              <a:off x="503177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2" name="pg1462"/>
            <p:cNvSpPr/>
            <p:nvPr/>
          </p:nvSpPr>
          <p:spPr>
            <a:xfrm>
              <a:off x="5043408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3" name="pg1463"/>
            <p:cNvSpPr/>
            <p:nvPr/>
          </p:nvSpPr>
          <p:spPr>
            <a:xfrm>
              <a:off x="505504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4" name="pg1464"/>
            <p:cNvSpPr/>
            <p:nvPr/>
          </p:nvSpPr>
          <p:spPr>
            <a:xfrm>
              <a:off x="506668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5" name="pg1465"/>
            <p:cNvSpPr/>
            <p:nvPr/>
          </p:nvSpPr>
          <p:spPr>
            <a:xfrm>
              <a:off x="5078320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6" name="pg1466"/>
            <p:cNvSpPr/>
            <p:nvPr/>
          </p:nvSpPr>
          <p:spPr>
            <a:xfrm>
              <a:off x="508995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7" name="pg1467"/>
            <p:cNvSpPr/>
            <p:nvPr/>
          </p:nvSpPr>
          <p:spPr>
            <a:xfrm>
              <a:off x="510159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8" name="pg1468"/>
            <p:cNvSpPr/>
            <p:nvPr/>
          </p:nvSpPr>
          <p:spPr>
            <a:xfrm>
              <a:off x="5113232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9" name="pg1469"/>
            <p:cNvSpPr/>
            <p:nvPr/>
          </p:nvSpPr>
          <p:spPr>
            <a:xfrm>
              <a:off x="512486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0" name="pg1470"/>
            <p:cNvSpPr/>
            <p:nvPr/>
          </p:nvSpPr>
          <p:spPr>
            <a:xfrm>
              <a:off x="513650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1" name="pg1471"/>
            <p:cNvSpPr/>
            <p:nvPr/>
          </p:nvSpPr>
          <p:spPr>
            <a:xfrm>
              <a:off x="5148144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2" name="pg1472"/>
            <p:cNvSpPr/>
            <p:nvPr/>
          </p:nvSpPr>
          <p:spPr>
            <a:xfrm>
              <a:off x="515978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3" name="pg1473"/>
            <p:cNvSpPr/>
            <p:nvPr/>
          </p:nvSpPr>
          <p:spPr>
            <a:xfrm>
              <a:off x="517141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4" name="pg1474"/>
            <p:cNvSpPr/>
            <p:nvPr/>
          </p:nvSpPr>
          <p:spPr>
            <a:xfrm>
              <a:off x="5183056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5" name="pg1475"/>
            <p:cNvSpPr/>
            <p:nvPr/>
          </p:nvSpPr>
          <p:spPr>
            <a:xfrm>
              <a:off x="519469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6" name="pg1476"/>
            <p:cNvSpPr/>
            <p:nvPr/>
          </p:nvSpPr>
          <p:spPr>
            <a:xfrm>
              <a:off x="520633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7" name="pg1477"/>
            <p:cNvSpPr/>
            <p:nvPr/>
          </p:nvSpPr>
          <p:spPr>
            <a:xfrm>
              <a:off x="5217968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8" name="pg1478"/>
            <p:cNvSpPr/>
            <p:nvPr/>
          </p:nvSpPr>
          <p:spPr>
            <a:xfrm>
              <a:off x="522960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9" name="pg1479"/>
            <p:cNvSpPr/>
            <p:nvPr/>
          </p:nvSpPr>
          <p:spPr>
            <a:xfrm>
              <a:off x="524124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0" name="pg1480"/>
            <p:cNvSpPr/>
            <p:nvPr/>
          </p:nvSpPr>
          <p:spPr>
            <a:xfrm>
              <a:off x="5252880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1" name="pg1481"/>
            <p:cNvSpPr/>
            <p:nvPr/>
          </p:nvSpPr>
          <p:spPr>
            <a:xfrm>
              <a:off x="526451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2" name="pg1482"/>
            <p:cNvSpPr/>
            <p:nvPr/>
          </p:nvSpPr>
          <p:spPr>
            <a:xfrm>
              <a:off x="5008496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3" name="pg1483"/>
            <p:cNvSpPr/>
            <p:nvPr/>
          </p:nvSpPr>
          <p:spPr>
            <a:xfrm>
              <a:off x="502013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4" name="pg1484"/>
            <p:cNvSpPr/>
            <p:nvPr/>
          </p:nvSpPr>
          <p:spPr>
            <a:xfrm>
              <a:off x="503177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5" name="pg1485"/>
            <p:cNvSpPr/>
            <p:nvPr/>
          </p:nvSpPr>
          <p:spPr>
            <a:xfrm>
              <a:off x="5043408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6" name="pg1486"/>
            <p:cNvSpPr/>
            <p:nvPr/>
          </p:nvSpPr>
          <p:spPr>
            <a:xfrm>
              <a:off x="505504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7" name="pg1487"/>
            <p:cNvSpPr/>
            <p:nvPr/>
          </p:nvSpPr>
          <p:spPr>
            <a:xfrm>
              <a:off x="506668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8" name="pg1488"/>
            <p:cNvSpPr/>
            <p:nvPr/>
          </p:nvSpPr>
          <p:spPr>
            <a:xfrm>
              <a:off x="5078320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9" name="pg1489"/>
            <p:cNvSpPr/>
            <p:nvPr/>
          </p:nvSpPr>
          <p:spPr>
            <a:xfrm>
              <a:off x="5089957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0" name="pg1490"/>
            <p:cNvSpPr/>
            <p:nvPr/>
          </p:nvSpPr>
          <p:spPr>
            <a:xfrm>
              <a:off x="510159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1" name="pg1491"/>
            <p:cNvSpPr/>
            <p:nvPr/>
          </p:nvSpPr>
          <p:spPr>
            <a:xfrm>
              <a:off x="5113232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2" name="pg1492"/>
            <p:cNvSpPr/>
            <p:nvPr/>
          </p:nvSpPr>
          <p:spPr>
            <a:xfrm>
              <a:off x="5124869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3" name="pg1493"/>
            <p:cNvSpPr/>
            <p:nvPr/>
          </p:nvSpPr>
          <p:spPr>
            <a:xfrm>
              <a:off x="5136507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4" name="pg1494"/>
            <p:cNvSpPr/>
            <p:nvPr/>
          </p:nvSpPr>
          <p:spPr>
            <a:xfrm>
              <a:off x="5148144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5" name="pg1495"/>
            <p:cNvSpPr/>
            <p:nvPr/>
          </p:nvSpPr>
          <p:spPr>
            <a:xfrm>
              <a:off x="515978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6" name="pg1496"/>
            <p:cNvSpPr/>
            <p:nvPr/>
          </p:nvSpPr>
          <p:spPr>
            <a:xfrm>
              <a:off x="5171419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7" name="pg1497"/>
            <p:cNvSpPr/>
            <p:nvPr/>
          </p:nvSpPr>
          <p:spPr>
            <a:xfrm>
              <a:off x="5183056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8" name="pg1498"/>
            <p:cNvSpPr/>
            <p:nvPr/>
          </p:nvSpPr>
          <p:spPr>
            <a:xfrm>
              <a:off x="519469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9" name="pg1499"/>
            <p:cNvSpPr/>
            <p:nvPr/>
          </p:nvSpPr>
          <p:spPr>
            <a:xfrm>
              <a:off x="520633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0" name="pg1500"/>
            <p:cNvSpPr/>
            <p:nvPr/>
          </p:nvSpPr>
          <p:spPr>
            <a:xfrm>
              <a:off x="5217968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1" name="pg1501"/>
            <p:cNvSpPr/>
            <p:nvPr/>
          </p:nvSpPr>
          <p:spPr>
            <a:xfrm>
              <a:off x="522960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2" name="pg1502"/>
            <p:cNvSpPr/>
            <p:nvPr/>
          </p:nvSpPr>
          <p:spPr>
            <a:xfrm>
              <a:off x="524124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3" name="pg1503"/>
            <p:cNvSpPr/>
            <p:nvPr/>
          </p:nvSpPr>
          <p:spPr>
            <a:xfrm>
              <a:off x="5252880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4" name="pg1504"/>
            <p:cNvSpPr/>
            <p:nvPr/>
          </p:nvSpPr>
          <p:spPr>
            <a:xfrm>
              <a:off x="5008496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5" name="pg1505"/>
            <p:cNvSpPr/>
            <p:nvPr/>
          </p:nvSpPr>
          <p:spPr>
            <a:xfrm>
              <a:off x="502013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6" name="pg1506"/>
            <p:cNvSpPr/>
            <p:nvPr/>
          </p:nvSpPr>
          <p:spPr>
            <a:xfrm>
              <a:off x="503177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7" name="pg1507"/>
            <p:cNvSpPr/>
            <p:nvPr/>
          </p:nvSpPr>
          <p:spPr>
            <a:xfrm>
              <a:off x="5043408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8" name="pg1508"/>
            <p:cNvSpPr/>
            <p:nvPr/>
          </p:nvSpPr>
          <p:spPr>
            <a:xfrm>
              <a:off x="505504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9" name="pg1509"/>
            <p:cNvSpPr/>
            <p:nvPr/>
          </p:nvSpPr>
          <p:spPr>
            <a:xfrm>
              <a:off x="506668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0" name="pg1510"/>
            <p:cNvSpPr/>
            <p:nvPr/>
          </p:nvSpPr>
          <p:spPr>
            <a:xfrm>
              <a:off x="5078320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1" name="pg1511"/>
            <p:cNvSpPr/>
            <p:nvPr/>
          </p:nvSpPr>
          <p:spPr>
            <a:xfrm>
              <a:off x="5089957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2" name="pg1512"/>
            <p:cNvSpPr/>
            <p:nvPr/>
          </p:nvSpPr>
          <p:spPr>
            <a:xfrm>
              <a:off x="510159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3" name="pg1513"/>
            <p:cNvSpPr/>
            <p:nvPr/>
          </p:nvSpPr>
          <p:spPr>
            <a:xfrm>
              <a:off x="5113232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4" name="pg1514"/>
            <p:cNvSpPr/>
            <p:nvPr/>
          </p:nvSpPr>
          <p:spPr>
            <a:xfrm>
              <a:off x="5124869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5" name="pg1515"/>
            <p:cNvSpPr/>
            <p:nvPr/>
          </p:nvSpPr>
          <p:spPr>
            <a:xfrm>
              <a:off x="5136507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6" name="pg1516"/>
            <p:cNvSpPr/>
            <p:nvPr/>
          </p:nvSpPr>
          <p:spPr>
            <a:xfrm>
              <a:off x="5148144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7" name="pg1517"/>
            <p:cNvSpPr/>
            <p:nvPr/>
          </p:nvSpPr>
          <p:spPr>
            <a:xfrm>
              <a:off x="515978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8" name="pg1518"/>
            <p:cNvSpPr/>
            <p:nvPr/>
          </p:nvSpPr>
          <p:spPr>
            <a:xfrm>
              <a:off x="5171419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9" name="pg1519"/>
            <p:cNvSpPr/>
            <p:nvPr/>
          </p:nvSpPr>
          <p:spPr>
            <a:xfrm>
              <a:off x="5183056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0" name="pg1520"/>
            <p:cNvSpPr/>
            <p:nvPr/>
          </p:nvSpPr>
          <p:spPr>
            <a:xfrm>
              <a:off x="519469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1" name="pg1521"/>
            <p:cNvSpPr/>
            <p:nvPr/>
          </p:nvSpPr>
          <p:spPr>
            <a:xfrm>
              <a:off x="520633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2" name="pg1522"/>
            <p:cNvSpPr/>
            <p:nvPr/>
          </p:nvSpPr>
          <p:spPr>
            <a:xfrm>
              <a:off x="5217968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3" name="pg1523"/>
            <p:cNvSpPr/>
            <p:nvPr/>
          </p:nvSpPr>
          <p:spPr>
            <a:xfrm>
              <a:off x="522960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4" name="pg1524"/>
            <p:cNvSpPr/>
            <p:nvPr/>
          </p:nvSpPr>
          <p:spPr>
            <a:xfrm>
              <a:off x="524124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5" name="pg1525"/>
            <p:cNvSpPr/>
            <p:nvPr/>
          </p:nvSpPr>
          <p:spPr>
            <a:xfrm>
              <a:off x="503177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6" name="pg1526"/>
            <p:cNvSpPr/>
            <p:nvPr/>
          </p:nvSpPr>
          <p:spPr>
            <a:xfrm>
              <a:off x="5043408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7" name="pg1527"/>
            <p:cNvSpPr/>
            <p:nvPr/>
          </p:nvSpPr>
          <p:spPr>
            <a:xfrm>
              <a:off x="505504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8" name="pg1528"/>
            <p:cNvSpPr/>
            <p:nvPr/>
          </p:nvSpPr>
          <p:spPr>
            <a:xfrm>
              <a:off x="5066683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9" name="pg1529"/>
            <p:cNvSpPr/>
            <p:nvPr/>
          </p:nvSpPr>
          <p:spPr>
            <a:xfrm>
              <a:off x="5078320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0" name="pg1530"/>
            <p:cNvSpPr/>
            <p:nvPr/>
          </p:nvSpPr>
          <p:spPr>
            <a:xfrm>
              <a:off x="5089957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1" name="pg1531"/>
            <p:cNvSpPr/>
            <p:nvPr/>
          </p:nvSpPr>
          <p:spPr>
            <a:xfrm>
              <a:off x="510159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2" name="pg1532"/>
            <p:cNvSpPr/>
            <p:nvPr/>
          </p:nvSpPr>
          <p:spPr>
            <a:xfrm>
              <a:off x="5113232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3" name="pg1533"/>
            <p:cNvSpPr/>
            <p:nvPr/>
          </p:nvSpPr>
          <p:spPr>
            <a:xfrm>
              <a:off x="5124869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4" name="pg1534"/>
            <p:cNvSpPr/>
            <p:nvPr/>
          </p:nvSpPr>
          <p:spPr>
            <a:xfrm>
              <a:off x="5136507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5" name="pg1535"/>
            <p:cNvSpPr/>
            <p:nvPr/>
          </p:nvSpPr>
          <p:spPr>
            <a:xfrm>
              <a:off x="5148144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6" name="pg1536"/>
            <p:cNvSpPr/>
            <p:nvPr/>
          </p:nvSpPr>
          <p:spPr>
            <a:xfrm>
              <a:off x="515978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7" name="pg1537"/>
            <p:cNvSpPr/>
            <p:nvPr/>
          </p:nvSpPr>
          <p:spPr>
            <a:xfrm>
              <a:off x="5171419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8" name="pg1538"/>
            <p:cNvSpPr/>
            <p:nvPr/>
          </p:nvSpPr>
          <p:spPr>
            <a:xfrm>
              <a:off x="5183056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9" name="pg1539"/>
            <p:cNvSpPr/>
            <p:nvPr/>
          </p:nvSpPr>
          <p:spPr>
            <a:xfrm>
              <a:off x="5194693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0" name="pg1540"/>
            <p:cNvSpPr/>
            <p:nvPr/>
          </p:nvSpPr>
          <p:spPr>
            <a:xfrm>
              <a:off x="520633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1" name="pg1541"/>
            <p:cNvSpPr/>
            <p:nvPr/>
          </p:nvSpPr>
          <p:spPr>
            <a:xfrm>
              <a:off x="5217968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2" name="pg1542"/>
            <p:cNvSpPr/>
            <p:nvPr/>
          </p:nvSpPr>
          <p:spPr>
            <a:xfrm>
              <a:off x="522960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3" name="pg1543"/>
            <p:cNvSpPr/>
            <p:nvPr/>
          </p:nvSpPr>
          <p:spPr>
            <a:xfrm>
              <a:off x="5043408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4" name="pg1544"/>
            <p:cNvSpPr/>
            <p:nvPr/>
          </p:nvSpPr>
          <p:spPr>
            <a:xfrm>
              <a:off x="5055045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5" name="pg1545"/>
            <p:cNvSpPr/>
            <p:nvPr/>
          </p:nvSpPr>
          <p:spPr>
            <a:xfrm>
              <a:off x="5066683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6" name="pg1546"/>
            <p:cNvSpPr/>
            <p:nvPr/>
          </p:nvSpPr>
          <p:spPr>
            <a:xfrm>
              <a:off x="5078320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7" name="pg1547"/>
            <p:cNvSpPr/>
            <p:nvPr/>
          </p:nvSpPr>
          <p:spPr>
            <a:xfrm>
              <a:off x="5089957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8" name="pg1548"/>
            <p:cNvSpPr/>
            <p:nvPr/>
          </p:nvSpPr>
          <p:spPr>
            <a:xfrm>
              <a:off x="5101595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9" name="pg1549"/>
            <p:cNvSpPr/>
            <p:nvPr/>
          </p:nvSpPr>
          <p:spPr>
            <a:xfrm>
              <a:off x="5113232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0" name="pg1550"/>
            <p:cNvSpPr/>
            <p:nvPr/>
          </p:nvSpPr>
          <p:spPr>
            <a:xfrm>
              <a:off x="5124869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1" name="pg1551"/>
            <p:cNvSpPr/>
            <p:nvPr/>
          </p:nvSpPr>
          <p:spPr>
            <a:xfrm>
              <a:off x="5136507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2" name="pg1552"/>
            <p:cNvSpPr/>
            <p:nvPr/>
          </p:nvSpPr>
          <p:spPr>
            <a:xfrm>
              <a:off x="5148144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3" name="pg1553"/>
            <p:cNvSpPr/>
            <p:nvPr/>
          </p:nvSpPr>
          <p:spPr>
            <a:xfrm>
              <a:off x="5159781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4" name="pg1554"/>
            <p:cNvSpPr/>
            <p:nvPr/>
          </p:nvSpPr>
          <p:spPr>
            <a:xfrm>
              <a:off x="5171419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5" name="pg1555"/>
            <p:cNvSpPr/>
            <p:nvPr/>
          </p:nvSpPr>
          <p:spPr>
            <a:xfrm>
              <a:off x="5183056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6" name="pg1556"/>
            <p:cNvSpPr/>
            <p:nvPr/>
          </p:nvSpPr>
          <p:spPr>
            <a:xfrm>
              <a:off x="5194693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7" name="pg1557"/>
            <p:cNvSpPr/>
            <p:nvPr/>
          </p:nvSpPr>
          <p:spPr>
            <a:xfrm>
              <a:off x="5206331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8" name="pg1558"/>
            <p:cNvSpPr/>
            <p:nvPr/>
          </p:nvSpPr>
          <p:spPr>
            <a:xfrm>
              <a:off x="5217968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9" name="pg1559"/>
            <p:cNvSpPr/>
            <p:nvPr/>
          </p:nvSpPr>
          <p:spPr>
            <a:xfrm>
              <a:off x="5055045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0" name="pg1560"/>
            <p:cNvSpPr/>
            <p:nvPr/>
          </p:nvSpPr>
          <p:spPr>
            <a:xfrm>
              <a:off x="5066683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1" name="pg1561"/>
            <p:cNvSpPr/>
            <p:nvPr/>
          </p:nvSpPr>
          <p:spPr>
            <a:xfrm>
              <a:off x="5078320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2" name="pg1562"/>
            <p:cNvSpPr/>
            <p:nvPr/>
          </p:nvSpPr>
          <p:spPr>
            <a:xfrm>
              <a:off x="5089957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3" name="pg1563"/>
            <p:cNvSpPr/>
            <p:nvPr/>
          </p:nvSpPr>
          <p:spPr>
            <a:xfrm>
              <a:off x="5101595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4" name="pg1564"/>
            <p:cNvSpPr/>
            <p:nvPr/>
          </p:nvSpPr>
          <p:spPr>
            <a:xfrm>
              <a:off x="5113232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5" name="pg1565"/>
            <p:cNvSpPr/>
            <p:nvPr/>
          </p:nvSpPr>
          <p:spPr>
            <a:xfrm>
              <a:off x="5124869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6" name="pg1566"/>
            <p:cNvSpPr/>
            <p:nvPr/>
          </p:nvSpPr>
          <p:spPr>
            <a:xfrm>
              <a:off x="5136507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7" name="pg1567"/>
            <p:cNvSpPr/>
            <p:nvPr/>
          </p:nvSpPr>
          <p:spPr>
            <a:xfrm>
              <a:off x="5148144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8" name="pg1568"/>
            <p:cNvSpPr/>
            <p:nvPr/>
          </p:nvSpPr>
          <p:spPr>
            <a:xfrm>
              <a:off x="5159781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9" name="pg1569"/>
            <p:cNvSpPr/>
            <p:nvPr/>
          </p:nvSpPr>
          <p:spPr>
            <a:xfrm>
              <a:off x="5171419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0" name="pg1570"/>
            <p:cNvSpPr/>
            <p:nvPr/>
          </p:nvSpPr>
          <p:spPr>
            <a:xfrm>
              <a:off x="5183056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1" name="pg1571"/>
            <p:cNvSpPr/>
            <p:nvPr/>
          </p:nvSpPr>
          <p:spPr>
            <a:xfrm>
              <a:off x="5194693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2" name="pg1572"/>
            <p:cNvSpPr/>
            <p:nvPr/>
          </p:nvSpPr>
          <p:spPr>
            <a:xfrm>
              <a:off x="5206331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3" name="pg1573"/>
            <p:cNvSpPr/>
            <p:nvPr/>
          </p:nvSpPr>
          <p:spPr>
            <a:xfrm>
              <a:off x="5217968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4" name="pg1574"/>
            <p:cNvSpPr/>
            <p:nvPr/>
          </p:nvSpPr>
          <p:spPr>
            <a:xfrm>
              <a:off x="5008496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5" name="pg1575"/>
            <p:cNvSpPr/>
            <p:nvPr/>
          </p:nvSpPr>
          <p:spPr>
            <a:xfrm>
              <a:off x="502013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6" name="pg1576"/>
            <p:cNvSpPr/>
            <p:nvPr/>
          </p:nvSpPr>
          <p:spPr>
            <a:xfrm>
              <a:off x="503177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7" name="pg1577"/>
            <p:cNvSpPr/>
            <p:nvPr/>
          </p:nvSpPr>
          <p:spPr>
            <a:xfrm>
              <a:off x="5043408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8" name="pg1578"/>
            <p:cNvSpPr/>
            <p:nvPr/>
          </p:nvSpPr>
          <p:spPr>
            <a:xfrm>
              <a:off x="5055045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9" name="pg1579"/>
            <p:cNvSpPr/>
            <p:nvPr/>
          </p:nvSpPr>
          <p:spPr>
            <a:xfrm>
              <a:off x="506668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0" name="pg1580"/>
            <p:cNvSpPr/>
            <p:nvPr/>
          </p:nvSpPr>
          <p:spPr>
            <a:xfrm>
              <a:off x="5078320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1" name="pg1581"/>
            <p:cNvSpPr/>
            <p:nvPr/>
          </p:nvSpPr>
          <p:spPr>
            <a:xfrm>
              <a:off x="5089957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2" name="pg1582"/>
            <p:cNvSpPr/>
            <p:nvPr/>
          </p:nvSpPr>
          <p:spPr>
            <a:xfrm>
              <a:off x="5101595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3" name="pg1583"/>
            <p:cNvSpPr/>
            <p:nvPr/>
          </p:nvSpPr>
          <p:spPr>
            <a:xfrm>
              <a:off x="5113232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4" name="pg1584"/>
            <p:cNvSpPr/>
            <p:nvPr/>
          </p:nvSpPr>
          <p:spPr>
            <a:xfrm>
              <a:off x="5124869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5" name="pg1585"/>
            <p:cNvSpPr/>
            <p:nvPr/>
          </p:nvSpPr>
          <p:spPr>
            <a:xfrm>
              <a:off x="5136507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6" name="pg1586"/>
            <p:cNvSpPr/>
            <p:nvPr/>
          </p:nvSpPr>
          <p:spPr>
            <a:xfrm>
              <a:off x="5148144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7" name="pg1587"/>
            <p:cNvSpPr/>
            <p:nvPr/>
          </p:nvSpPr>
          <p:spPr>
            <a:xfrm>
              <a:off x="515978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8" name="pg1588"/>
            <p:cNvSpPr/>
            <p:nvPr/>
          </p:nvSpPr>
          <p:spPr>
            <a:xfrm>
              <a:off x="5171419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9" name="pg1589"/>
            <p:cNvSpPr/>
            <p:nvPr/>
          </p:nvSpPr>
          <p:spPr>
            <a:xfrm>
              <a:off x="5183056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0" name="pg1590"/>
            <p:cNvSpPr/>
            <p:nvPr/>
          </p:nvSpPr>
          <p:spPr>
            <a:xfrm>
              <a:off x="519469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1" name="pg1591"/>
            <p:cNvSpPr/>
            <p:nvPr/>
          </p:nvSpPr>
          <p:spPr>
            <a:xfrm>
              <a:off x="520633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2" name="pg1592"/>
            <p:cNvSpPr/>
            <p:nvPr/>
          </p:nvSpPr>
          <p:spPr>
            <a:xfrm>
              <a:off x="499685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3" name="pg1593"/>
            <p:cNvSpPr/>
            <p:nvPr/>
          </p:nvSpPr>
          <p:spPr>
            <a:xfrm>
              <a:off x="5008496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4" name="pg1594"/>
            <p:cNvSpPr/>
            <p:nvPr/>
          </p:nvSpPr>
          <p:spPr>
            <a:xfrm>
              <a:off x="502013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5" name="pg1595"/>
            <p:cNvSpPr/>
            <p:nvPr/>
          </p:nvSpPr>
          <p:spPr>
            <a:xfrm>
              <a:off x="503177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6" name="pg1596"/>
            <p:cNvSpPr/>
            <p:nvPr/>
          </p:nvSpPr>
          <p:spPr>
            <a:xfrm>
              <a:off x="5043408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7" name="pg1597"/>
            <p:cNvSpPr/>
            <p:nvPr/>
          </p:nvSpPr>
          <p:spPr>
            <a:xfrm>
              <a:off x="5055045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8" name="pg1598"/>
            <p:cNvSpPr/>
            <p:nvPr/>
          </p:nvSpPr>
          <p:spPr>
            <a:xfrm>
              <a:off x="506668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9" name="pg1599"/>
            <p:cNvSpPr/>
            <p:nvPr/>
          </p:nvSpPr>
          <p:spPr>
            <a:xfrm>
              <a:off x="5078320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0" name="pg1600"/>
            <p:cNvSpPr/>
            <p:nvPr/>
          </p:nvSpPr>
          <p:spPr>
            <a:xfrm>
              <a:off x="5089957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1" name="pg1601"/>
            <p:cNvSpPr/>
            <p:nvPr/>
          </p:nvSpPr>
          <p:spPr>
            <a:xfrm>
              <a:off x="5101595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2" name="pg1602"/>
            <p:cNvSpPr/>
            <p:nvPr/>
          </p:nvSpPr>
          <p:spPr>
            <a:xfrm>
              <a:off x="5113232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3" name="pg1603"/>
            <p:cNvSpPr/>
            <p:nvPr/>
          </p:nvSpPr>
          <p:spPr>
            <a:xfrm>
              <a:off x="512486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4" name="pg1604"/>
            <p:cNvSpPr/>
            <p:nvPr/>
          </p:nvSpPr>
          <p:spPr>
            <a:xfrm>
              <a:off x="5136507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5" name="pg1605"/>
            <p:cNvSpPr/>
            <p:nvPr/>
          </p:nvSpPr>
          <p:spPr>
            <a:xfrm>
              <a:off x="5148144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6" name="pg1606"/>
            <p:cNvSpPr/>
            <p:nvPr/>
          </p:nvSpPr>
          <p:spPr>
            <a:xfrm>
              <a:off x="515978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7" name="pg1607"/>
            <p:cNvSpPr/>
            <p:nvPr/>
          </p:nvSpPr>
          <p:spPr>
            <a:xfrm>
              <a:off x="517141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8" name="pg1608"/>
            <p:cNvSpPr/>
            <p:nvPr/>
          </p:nvSpPr>
          <p:spPr>
            <a:xfrm>
              <a:off x="5183056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9" name="pg1609"/>
            <p:cNvSpPr/>
            <p:nvPr/>
          </p:nvSpPr>
          <p:spPr>
            <a:xfrm>
              <a:off x="519469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0" name="pg1610"/>
            <p:cNvSpPr/>
            <p:nvPr/>
          </p:nvSpPr>
          <p:spPr>
            <a:xfrm>
              <a:off x="520633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1" name="pg1611"/>
            <p:cNvSpPr/>
            <p:nvPr/>
          </p:nvSpPr>
          <p:spPr>
            <a:xfrm>
              <a:off x="499685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2" name="pg1612"/>
            <p:cNvSpPr/>
            <p:nvPr/>
          </p:nvSpPr>
          <p:spPr>
            <a:xfrm>
              <a:off x="5008496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3" name="pg1613"/>
            <p:cNvSpPr/>
            <p:nvPr/>
          </p:nvSpPr>
          <p:spPr>
            <a:xfrm>
              <a:off x="502013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4" name="pg1614"/>
            <p:cNvSpPr/>
            <p:nvPr/>
          </p:nvSpPr>
          <p:spPr>
            <a:xfrm>
              <a:off x="5031771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5" name="pg1615"/>
            <p:cNvSpPr/>
            <p:nvPr/>
          </p:nvSpPr>
          <p:spPr>
            <a:xfrm>
              <a:off x="5043408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6" name="pg1616"/>
            <p:cNvSpPr/>
            <p:nvPr/>
          </p:nvSpPr>
          <p:spPr>
            <a:xfrm>
              <a:off x="5055045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7" name="pg1617"/>
            <p:cNvSpPr/>
            <p:nvPr/>
          </p:nvSpPr>
          <p:spPr>
            <a:xfrm>
              <a:off x="506668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8" name="pg1618"/>
            <p:cNvSpPr/>
            <p:nvPr/>
          </p:nvSpPr>
          <p:spPr>
            <a:xfrm>
              <a:off x="5078320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9" name="pg1619"/>
            <p:cNvSpPr/>
            <p:nvPr/>
          </p:nvSpPr>
          <p:spPr>
            <a:xfrm>
              <a:off x="5089957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0" name="pg1620"/>
            <p:cNvSpPr/>
            <p:nvPr/>
          </p:nvSpPr>
          <p:spPr>
            <a:xfrm>
              <a:off x="5101595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1" name="pg1621"/>
            <p:cNvSpPr/>
            <p:nvPr/>
          </p:nvSpPr>
          <p:spPr>
            <a:xfrm>
              <a:off x="5113232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2" name="pg1622"/>
            <p:cNvSpPr/>
            <p:nvPr/>
          </p:nvSpPr>
          <p:spPr>
            <a:xfrm>
              <a:off x="512486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3" name="pg1623"/>
            <p:cNvSpPr/>
            <p:nvPr/>
          </p:nvSpPr>
          <p:spPr>
            <a:xfrm>
              <a:off x="5136507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4" name="pg1624"/>
            <p:cNvSpPr/>
            <p:nvPr/>
          </p:nvSpPr>
          <p:spPr>
            <a:xfrm>
              <a:off x="5148144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5" name="pg1625"/>
            <p:cNvSpPr/>
            <p:nvPr/>
          </p:nvSpPr>
          <p:spPr>
            <a:xfrm>
              <a:off x="5159781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6" name="pg1626"/>
            <p:cNvSpPr/>
            <p:nvPr/>
          </p:nvSpPr>
          <p:spPr>
            <a:xfrm>
              <a:off x="517141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7" name="pg1627"/>
            <p:cNvSpPr/>
            <p:nvPr/>
          </p:nvSpPr>
          <p:spPr>
            <a:xfrm>
              <a:off x="5183056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8" name="pg1628"/>
            <p:cNvSpPr/>
            <p:nvPr/>
          </p:nvSpPr>
          <p:spPr>
            <a:xfrm>
              <a:off x="519469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9" name="pg1629"/>
            <p:cNvSpPr/>
            <p:nvPr/>
          </p:nvSpPr>
          <p:spPr>
            <a:xfrm>
              <a:off x="499685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0" name="pg1630"/>
            <p:cNvSpPr/>
            <p:nvPr/>
          </p:nvSpPr>
          <p:spPr>
            <a:xfrm>
              <a:off x="5008496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1" name="pg1631"/>
            <p:cNvSpPr/>
            <p:nvPr/>
          </p:nvSpPr>
          <p:spPr>
            <a:xfrm>
              <a:off x="5020133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2" name="pg1632"/>
            <p:cNvSpPr/>
            <p:nvPr/>
          </p:nvSpPr>
          <p:spPr>
            <a:xfrm>
              <a:off x="5031771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3" name="pg1633"/>
            <p:cNvSpPr/>
            <p:nvPr/>
          </p:nvSpPr>
          <p:spPr>
            <a:xfrm>
              <a:off x="5043408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4" name="pg1634"/>
            <p:cNvSpPr/>
            <p:nvPr/>
          </p:nvSpPr>
          <p:spPr>
            <a:xfrm>
              <a:off x="5055045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5" name="pg1635"/>
            <p:cNvSpPr/>
            <p:nvPr/>
          </p:nvSpPr>
          <p:spPr>
            <a:xfrm>
              <a:off x="5066683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6" name="pg1636"/>
            <p:cNvSpPr/>
            <p:nvPr/>
          </p:nvSpPr>
          <p:spPr>
            <a:xfrm>
              <a:off x="5078320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7" name="pg1637"/>
            <p:cNvSpPr/>
            <p:nvPr/>
          </p:nvSpPr>
          <p:spPr>
            <a:xfrm>
              <a:off x="5089957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8" name="pg1638"/>
            <p:cNvSpPr/>
            <p:nvPr/>
          </p:nvSpPr>
          <p:spPr>
            <a:xfrm>
              <a:off x="5101595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9" name="pg1639"/>
            <p:cNvSpPr/>
            <p:nvPr/>
          </p:nvSpPr>
          <p:spPr>
            <a:xfrm>
              <a:off x="5113232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0" name="pg1640"/>
            <p:cNvSpPr/>
            <p:nvPr/>
          </p:nvSpPr>
          <p:spPr>
            <a:xfrm>
              <a:off x="512486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1" name="pg1641"/>
            <p:cNvSpPr/>
            <p:nvPr/>
          </p:nvSpPr>
          <p:spPr>
            <a:xfrm>
              <a:off x="5136507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2" name="pg1642"/>
            <p:cNvSpPr/>
            <p:nvPr/>
          </p:nvSpPr>
          <p:spPr>
            <a:xfrm>
              <a:off x="5148144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3" name="pg1643"/>
            <p:cNvSpPr/>
            <p:nvPr/>
          </p:nvSpPr>
          <p:spPr>
            <a:xfrm>
              <a:off x="5159781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4" name="pg1644"/>
            <p:cNvSpPr/>
            <p:nvPr/>
          </p:nvSpPr>
          <p:spPr>
            <a:xfrm>
              <a:off x="517141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5" name="pg1645"/>
            <p:cNvSpPr/>
            <p:nvPr/>
          </p:nvSpPr>
          <p:spPr>
            <a:xfrm>
              <a:off x="5183056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6" name="pg1646"/>
            <p:cNvSpPr/>
            <p:nvPr/>
          </p:nvSpPr>
          <p:spPr>
            <a:xfrm>
              <a:off x="5008496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7" name="pg1647"/>
            <p:cNvSpPr/>
            <p:nvPr/>
          </p:nvSpPr>
          <p:spPr>
            <a:xfrm>
              <a:off x="5020133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8" name="pg1648"/>
            <p:cNvSpPr/>
            <p:nvPr/>
          </p:nvSpPr>
          <p:spPr>
            <a:xfrm>
              <a:off x="5031771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9" name="pg1649"/>
            <p:cNvSpPr/>
            <p:nvPr/>
          </p:nvSpPr>
          <p:spPr>
            <a:xfrm>
              <a:off x="5043408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0" name="pg1650"/>
            <p:cNvSpPr/>
            <p:nvPr/>
          </p:nvSpPr>
          <p:spPr>
            <a:xfrm>
              <a:off x="5055045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1" name="pg1651"/>
            <p:cNvSpPr/>
            <p:nvPr/>
          </p:nvSpPr>
          <p:spPr>
            <a:xfrm>
              <a:off x="5066683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2" name="pg1652"/>
            <p:cNvSpPr/>
            <p:nvPr/>
          </p:nvSpPr>
          <p:spPr>
            <a:xfrm>
              <a:off x="5078320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3" name="pg1653"/>
            <p:cNvSpPr/>
            <p:nvPr/>
          </p:nvSpPr>
          <p:spPr>
            <a:xfrm>
              <a:off x="5089957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4" name="pg1654"/>
            <p:cNvSpPr/>
            <p:nvPr/>
          </p:nvSpPr>
          <p:spPr>
            <a:xfrm>
              <a:off x="5101595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5" name="pg1655"/>
            <p:cNvSpPr/>
            <p:nvPr/>
          </p:nvSpPr>
          <p:spPr>
            <a:xfrm>
              <a:off x="5113232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6" name="pg1656"/>
            <p:cNvSpPr/>
            <p:nvPr/>
          </p:nvSpPr>
          <p:spPr>
            <a:xfrm>
              <a:off x="5124869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7" name="pg1657"/>
            <p:cNvSpPr/>
            <p:nvPr/>
          </p:nvSpPr>
          <p:spPr>
            <a:xfrm>
              <a:off x="5136507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8" name="pg1658"/>
            <p:cNvSpPr/>
            <p:nvPr/>
          </p:nvSpPr>
          <p:spPr>
            <a:xfrm>
              <a:off x="5148144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9" name="pg1659"/>
            <p:cNvSpPr/>
            <p:nvPr/>
          </p:nvSpPr>
          <p:spPr>
            <a:xfrm>
              <a:off x="5159781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0" name="pg1660"/>
            <p:cNvSpPr/>
            <p:nvPr/>
          </p:nvSpPr>
          <p:spPr>
            <a:xfrm>
              <a:off x="5171419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1" name="pg1661"/>
            <p:cNvSpPr/>
            <p:nvPr/>
          </p:nvSpPr>
          <p:spPr>
            <a:xfrm>
              <a:off x="5043408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2" name="pg1662"/>
            <p:cNvSpPr/>
            <p:nvPr/>
          </p:nvSpPr>
          <p:spPr>
            <a:xfrm>
              <a:off x="5055045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3" name="pg1663"/>
            <p:cNvSpPr/>
            <p:nvPr/>
          </p:nvSpPr>
          <p:spPr>
            <a:xfrm>
              <a:off x="5066683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4" name="pg1664"/>
            <p:cNvSpPr/>
            <p:nvPr/>
          </p:nvSpPr>
          <p:spPr>
            <a:xfrm>
              <a:off x="5078320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5" name="pg1665"/>
            <p:cNvSpPr/>
            <p:nvPr/>
          </p:nvSpPr>
          <p:spPr>
            <a:xfrm>
              <a:off x="5089957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6" name="pg1666"/>
            <p:cNvSpPr/>
            <p:nvPr/>
          </p:nvSpPr>
          <p:spPr>
            <a:xfrm>
              <a:off x="5101595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7" name="pg1667"/>
            <p:cNvSpPr/>
            <p:nvPr/>
          </p:nvSpPr>
          <p:spPr>
            <a:xfrm>
              <a:off x="5113232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8" name="pg1668"/>
            <p:cNvSpPr/>
            <p:nvPr/>
          </p:nvSpPr>
          <p:spPr>
            <a:xfrm>
              <a:off x="5124869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9" name="pg1669"/>
            <p:cNvSpPr/>
            <p:nvPr/>
          </p:nvSpPr>
          <p:spPr>
            <a:xfrm>
              <a:off x="5136507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0" name="pg1670"/>
            <p:cNvSpPr/>
            <p:nvPr/>
          </p:nvSpPr>
          <p:spPr>
            <a:xfrm>
              <a:off x="5148144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1" name="pg1671"/>
            <p:cNvSpPr/>
            <p:nvPr/>
          </p:nvSpPr>
          <p:spPr>
            <a:xfrm>
              <a:off x="5159781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2" name="pg1672"/>
            <p:cNvSpPr/>
            <p:nvPr/>
          </p:nvSpPr>
          <p:spPr>
            <a:xfrm>
              <a:off x="5171419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3" name="pg1673"/>
            <p:cNvSpPr/>
            <p:nvPr/>
          </p:nvSpPr>
          <p:spPr>
            <a:xfrm>
              <a:off x="5066683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4" name="pg1674"/>
            <p:cNvSpPr/>
            <p:nvPr/>
          </p:nvSpPr>
          <p:spPr>
            <a:xfrm>
              <a:off x="5078320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5" name="pg1675"/>
            <p:cNvSpPr/>
            <p:nvPr/>
          </p:nvSpPr>
          <p:spPr>
            <a:xfrm>
              <a:off x="5089957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6" name="pg1676"/>
            <p:cNvSpPr/>
            <p:nvPr/>
          </p:nvSpPr>
          <p:spPr>
            <a:xfrm>
              <a:off x="5101595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7" name="pg1677"/>
            <p:cNvSpPr/>
            <p:nvPr/>
          </p:nvSpPr>
          <p:spPr>
            <a:xfrm>
              <a:off x="5113232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8" name="pg1678"/>
            <p:cNvSpPr/>
            <p:nvPr/>
          </p:nvSpPr>
          <p:spPr>
            <a:xfrm>
              <a:off x="5124869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9" name="pg1679"/>
            <p:cNvSpPr/>
            <p:nvPr/>
          </p:nvSpPr>
          <p:spPr>
            <a:xfrm>
              <a:off x="5136507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0" name="pg1680"/>
            <p:cNvSpPr/>
            <p:nvPr/>
          </p:nvSpPr>
          <p:spPr>
            <a:xfrm>
              <a:off x="5148144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1" name="pg1681"/>
            <p:cNvSpPr/>
            <p:nvPr/>
          </p:nvSpPr>
          <p:spPr>
            <a:xfrm>
              <a:off x="5159781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2" name="pg1682"/>
            <p:cNvSpPr/>
            <p:nvPr/>
          </p:nvSpPr>
          <p:spPr>
            <a:xfrm>
              <a:off x="5171419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3" name="pg1683"/>
            <p:cNvSpPr/>
            <p:nvPr/>
          </p:nvSpPr>
          <p:spPr>
            <a:xfrm>
              <a:off x="5078320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4" name="pg1684"/>
            <p:cNvSpPr/>
            <p:nvPr/>
          </p:nvSpPr>
          <p:spPr>
            <a:xfrm>
              <a:off x="5089957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5" name="pg1685"/>
            <p:cNvSpPr/>
            <p:nvPr/>
          </p:nvSpPr>
          <p:spPr>
            <a:xfrm>
              <a:off x="5101595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6" name="pg1686"/>
            <p:cNvSpPr/>
            <p:nvPr/>
          </p:nvSpPr>
          <p:spPr>
            <a:xfrm>
              <a:off x="5113232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7" name="pg1687"/>
            <p:cNvSpPr/>
            <p:nvPr/>
          </p:nvSpPr>
          <p:spPr>
            <a:xfrm>
              <a:off x="5124869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8" name="pg1688"/>
            <p:cNvSpPr/>
            <p:nvPr/>
          </p:nvSpPr>
          <p:spPr>
            <a:xfrm>
              <a:off x="5136507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9" name="pg1689"/>
            <p:cNvSpPr/>
            <p:nvPr/>
          </p:nvSpPr>
          <p:spPr>
            <a:xfrm>
              <a:off x="5148144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0" name="pg1690"/>
            <p:cNvSpPr/>
            <p:nvPr/>
          </p:nvSpPr>
          <p:spPr>
            <a:xfrm>
              <a:off x="5159781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1" name="pg1691"/>
            <p:cNvSpPr/>
            <p:nvPr/>
          </p:nvSpPr>
          <p:spPr>
            <a:xfrm>
              <a:off x="5171419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2" name="pg1692"/>
            <p:cNvSpPr/>
            <p:nvPr/>
          </p:nvSpPr>
          <p:spPr>
            <a:xfrm>
              <a:off x="5089957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3" name="pg1693"/>
            <p:cNvSpPr/>
            <p:nvPr/>
          </p:nvSpPr>
          <p:spPr>
            <a:xfrm>
              <a:off x="5101595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4" name="pg1694"/>
            <p:cNvSpPr/>
            <p:nvPr/>
          </p:nvSpPr>
          <p:spPr>
            <a:xfrm>
              <a:off x="5113232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5" name="pg1695"/>
            <p:cNvSpPr/>
            <p:nvPr/>
          </p:nvSpPr>
          <p:spPr>
            <a:xfrm>
              <a:off x="5124869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6" name="pg1696"/>
            <p:cNvSpPr/>
            <p:nvPr/>
          </p:nvSpPr>
          <p:spPr>
            <a:xfrm>
              <a:off x="5136507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7" name="pg1697"/>
            <p:cNvSpPr/>
            <p:nvPr/>
          </p:nvSpPr>
          <p:spPr>
            <a:xfrm>
              <a:off x="5148144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8" name="pg1698"/>
            <p:cNvSpPr/>
            <p:nvPr/>
          </p:nvSpPr>
          <p:spPr>
            <a:xfrm>
              <a:off x="5159781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9" name="pg1699"/>
            <p:cNvSpPr/>
            <p:nvPr/>
          </p:nvSpPr>
          <p:spPr>
            <a:xfrm>
              <a:off x="5171419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0" name="pg1700"/>
            <p:cNvSpPr/>
            <p:nvPr/>
          </p:nvSpPr>
          <p:spPr>
            <a:xfrm>
              <a:off x="5183056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1" name="pg1701"/>
            <p:cNvSpPr/>
            <p:nvPr/>
          </p:nvSpPr>
          <p:spPr>
            <a:xfrm>
              <a:off x="5124869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2" name="pg1702"/>
            <p:cNvSpPr/>
            <p:nvPr/>
          </p:nvSpPr>
          <p:spPr>
            <a:xfrm>
              <a:off x="5136507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3" name="pg1703"/>
            <p:cNvSpPr/>
            <p:nvPr/>
          </p:nvSpPr>
          <p:spPr>
            <a:xfrm>
              <a:off x="5148144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4" name="pg1704"/>
            <p:cNvSpPr/>
            <p:nvPr/>
          </p:nvSpPr>
          <p:spPr>
            <a:xfrm>
              <a:off x="5159781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5" name="pg1705"/>
            <p:cNvSpPr/>
            <p:nvPr/>
          </p:nvSpPr>
          <p:spPr>
            <a:xfrm>
              <a:off x="5171419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6" name="pg1706"/>
            <p:cNvSpPr/>
            <p:nvPr/>
          </p:nvSpPr>
          <p:spPr>
            <a:xfrm>
              <a:off x="5183056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7" name="pg1707"/>
            <p:cNvSpPr/>
            <p:nvPr/>
          </p:nvSpPr>
          <p:spPr>
            <a:xfrm>
              <a:off x="5066683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8" name="pg1708"/>
            <p:cNvSpPr/>
            <p:nvPr/>
          </p:nvSpPr>
          <p:spPr>
            <a:xfrm>
              <a:off x="5113232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9" name="pg1709"/>
            <p:cNvSpPr/>
            <p:nvPr/>
          </p:nvSpPr>
          <p:spPr>
            <a:xfrm>
              <a:off x="5124869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0" name="pg1710"/>
            <p:cNvSpPr/>
            <p:nvPr/>
          </p:nvSpPr>
          <p:spPr>
            <a:xfrm>
              <a:off x="5136507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1" name="pg1711"/>
            <p:cNvSpPr/>
            <p:nvPr/>
          </p:nvSpPr>
          <p:spPr>
            <a:xfrm>
              <a:off x="5148144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2" name="pg1712"/>
            <p:cNvSpPr/>
            <p:nvPr/>
          </p:nvSpPr>
          <p:spPr>
            <a:xfrm>
              <a:off x="5159781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3" name="pg1713"/>
            <p:cNvSpPr/>
            <p:nvPr/>
          </p:nvSpPr>
          <p:spPr>
            <a:xfrm>
              <a:off x="5171419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4" name="pg1714"/>
            <p:cNvSpPr/>
            <p:nvPr/>
          </p:nvSpPr>
          <p:spPr>
            <a:xfrm>
              <a:off x="5183056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5" name="pg1715"/>
            <p:cNvSpPr/>
            <p:nvPr/>
          </p:nvSpPr>
          <p:spPr>
            <a:xfrm>
              <a:off x="5055045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6" name="pg1716"/>
            <p:cNvSpPr/>
            <p:nvPr/>
          </p:nvSpPr>
          <p:spPr>
            <a:xfrm>
              <a:off x="5066683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7" name="pg1717"/>
            <p:cNvSpPr/>
            <p:nvPr/>
          </p:nvSpPr>
          <p:spPr>
            <a:xfrm>
              <a:off x="5078320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8" name="pg1718"/>
            <p:cNvSpPr/>
            <p:nvPr/>
          </p:nvSpPr>
          <p:spPr>
            <a:xfrm>
              <a:off x="5089957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9" name="pg1719"/>
            <p:cNvSpPr/>
            <p:nvPr/>
          </p:nvSpPr>
          <p:spPr>
            <a:xfrm>
              <a:off x="5101595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0" name="pg1720"/>
            <p:cNvSpPr/>
            <p:nvPr/>
          </p:nvSpPr>
          <p:spPr>
            <a:xfrm>
              <a:off x="5113232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1" name="pg1721"/>
            <p:cNvSpPr/>
            <p:nvPr/>
          </p:nvSpPr>
          <p:spPr>
            <a:xfrm>
              <a:off x="5124869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2" name="pg1722"/>
            <p:cNvSpPr/>
            <p:nvPr/>
          </p:nvSpPr>
          <p:spPr>
            <a:xfrm>
              <a:off x="5136507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3" name="pg1723"/>
            <p:cNvSpPr/>
            <p:nvPr/>
          </p:nvSpPr>
          <p:spPr>
            <a:xfrm>
              <a:off x="5148144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4" name="pg1724"/>
            <p:cNvSpPr/>
            <p:nvPr/>
          </p:nvSpPr>
          <p:spPr>
            <a:xfrm>
              <a:off x="5159781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5" name="pg1725"/>
            <p:cNvSpPr/>
            <p:nvPr/>
          </p:nvSpPr>
          <p:spPr>
            <a:xfrm>
              <a:off x="5171419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6" name="pg1726"/>
            <p:cNvSpPr/>
            <p:nvPr/>
          </p:nvSpPr>
          <p:spPr>
            <a:xfrm>
              <a:off x="5183056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7" name="pg1727"/>
            <p:cNvSpPr/>
            <p:nvPr/>
          </p:nvSpPr>
          <p:spPr>
            <a:xfrm>
              <a:off x="5043408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8" name="pg1728"/>
            <p:cNvSpPr/>
            <p:nvPr/>
          </p:nvSpPr>
          <p:spPr>
            <a:xfrm>
              <a:off x="5055045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9" name="pg1729"/>
            <p:cNvSpPr/>
            <p:nvPr/>
          </p:nvSpPr>
          <p:spPr>
            <a:xfrm>
              <a:off x="5066683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0" name="pg1730"/>
            <p:cNvSpPr/>
            <p:nvPr/>
          </p:nvSpPr>
          <p:spPr>
            <a:xfrm>
              <a:off x="5078320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1" name="pg1731"/>
            <p:cNvSpPr/>
            <p:nvPr/>
          </p:nvSpPr>
          <p:spPr>
            <a:xfrm>
              <a:off x="5089957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2" name="pg1732"/>
            <p:cNvSpPr/>
            <p:nvPr/>
          </p:nvSpPr>
          <p:spPr>
            <a:xfrm>
              <a:off x="5101595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3" name="pg1733"/>
            <p:cNvSpPr/>
            <p:nvPr/>
          </p:nvSpPr>
          <p:spPr>
            <a:xfrm>
              <a:off x="5113232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4" name="pg1734"/>
            <p:cNvSpPr/>
            <p:nvPr/>
          </p:nvSpPr>
          <p:spPr>
            <a:xfrm>
              <a:off x="5124869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5" name="pg1735"/>
            <p:cNvSpPr/>
            <p:nvPr/>
          </p:nvSpPr>
          <p:spPr>
            <a:xfrm>
              <a:off x="5136507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6" name="pg1736"/>
            <p:cNvSpPr/>
            <p:nvPr/>
          </p:nvSpPr>
          <p:spPr>
            <a:xfrm>
              <a:off x="5148144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7" name="pg1737"/>
            <p:cNvSpPr/>
            <p:nvPr/>
          </p:nvSpPr>
          <p:spPr>
            <a:xfrm>
              <a:off x="5159781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8" name="pg1738"/>
            <p:cNvSpPr/>
            <p:nvPr/>
          </p:nvSpPr>
          <p:spPr>
            <a:xfrm>
              <a:off x="5171419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9" name="pg1739"/>
            <p:cNvSpPr/>
            <p:nvPr/>
          </p:nvSpPr>
          <p:spPr>
            <a:xfrm>
              <a:off x="5183056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0" name="pg1740"/>
            <p:cNvSpPr/>
            <p:nvPr/>
          </p:nvSpPr>
          <p:spPr>
            <a:xfrm>
              <a:off x="5194693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1" name="pg1741"/>
            <p:cNvSpPr/>
            <p:nvPr/>
          </p:nvSpPr>
          <p:spPr>
            <a:xfrm>
              <a:off x="5043408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2" name="pg1742"/>
            <p:cNvSpPr/>
            <p:nvPr/>
          </p:nvSpPr>
          <p:spPr>
            <a:xfrm>
              <a:off x="5055045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3" name="pg1743"/>
            <p:cNvSpPr/>
            <p:nvPr/>
          </p:nvSpPr>
          <p:spPr>
            <a:xfrm>
              <a:off x="5066683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4" name="pg1744"/>
            <p:cNvSpPr/>
            <p:nvPr/>
          </p:nvSpPr>
          <p:spPr>
            <a:xfrm>
              <a:off x="5078320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5" name="pg1745"/>
            <p:cNvSpPr/>
            <p:nvPr/>
          </p:nvSpPr>
          <p:spPr>
            <a:xfrm>
              <a:off x="5089957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6" name="pg1746"/>
            <p:cNvSpPr/>
            <p:nvPr/>
          </p:nvSpPr>
          <p:spPr>
            <a:xfrm>
              <a:off x="5101595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7" name="pg1747"/>
            <p:cNvSpPr/>
            <p:nvPr/>
          </p:nvSpPr>
          <p:spPr>
            <a:xfrm>
              <a:off x="5113232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8" name="pg1748"/>
            <p:cNvSpPr/>
            <p:nvPr/>
          </p:nvSpPr>
          <p:spPr>
            <a:xfrm>
              <a:off x="5124869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9" name="pg1749"/>
            <p:cNvSpPr/>
            <p:nvPr/>
          </p:nvSpPr>
          <p:spPr>
            <a:xfrm>
              <a:off x="5136507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0" name="pg1750"/>
            <p:cNvSpPr/>
            <p:nvPr/>
          </p:nvSpPr>
          <p:spPr>
            <a:xfrm>
              <a:off x="5148144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1" name="pg1751"/>
            <p:cNvSpPr/>
            <p:nvPr/>
          </p:nvSpPr>
          <p:spPr>
            <a:xfrm>
              <a:off x="5159781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2" name="pg1752"/>
            <p:cNvSpPr/>
            <p:nvPr/>
          </p:nvSpPr>
          <p:spPr>
            <a:xfrm>
              <a:off x="5171419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3" name="pg1753"/>
            <p:cNvSpPr/>
            <p:nvPr/>
          </p:nvSpPr>
          <p:spPr>
            <a:xfrm>
              <a:off x="5183056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4" name="pg1754"/>
            <p:cNvSpPr/>
            <p:nvPr/>
          </p:nvSpPr>
          <p:spPr>
            <a:xfrm>
              <a:off x="5194693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5" name="pg1755"/>
            <p:cNvSpPr/>
            <p:nvPr/>
          </p:nvSpPr>
          <p:spPr>
            <a:xfrm>
              <a:off x="5206331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6" name="pg1756"/>
            <p:cNvSpPr/>
            <p:nvPr/>
          </p:nvSpPr>
          <p:spPr>
            <a:xfrm>
              <a:off x="5043408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7" name="pg1757"/>
            <p:cNvSpPr/>
            <p:nvPr/>
          </p:nvSpPr>
          <p:spPr>
            <a:xfrm>
              <a:off x="5055045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8" name="pg1758"/>
            <p:cNvSpPr/>
            <p:nvPr/>
          </p:nvSpPr>
          <p:spPr>
            <a:xfrm>
              <a:off x="5066683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9" name="pg1759"/>
            <p:cNvSpPr/>
            <p:nvPr/>
          </p:nvSpPr>
          <p:spPr>
            <a:xfrm>
              <a:off x="5078320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0" name="pg1760"/>
            <p:cNvSpPr/>
            <p:nvPr/>
          </p:nvSpPr>
          <p:spPr>
            <a:xfrm>
              <a:off x="5089957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1" name="pg1761"/>
            <p:cNvSpPr/>
            <p:nvPr/>
          </p:nvSpPr>
          <p:spPr>
            <a:xfrm>
              <a:off x="5101595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2" name="pg1762"/>
            <p:cNvSpPr/>
            <p:nvPr/>
          </p:nvSpPr>
          <p:spPr>
            <a:xfrm>
              <a:off x="5113232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3" name="pg1763"/>
            <p:cNvSpPr/>
            <p:nvPr/>
          </p:nvSpPr>
          <p:spPr>
            <a:xfrm>
              <a:off x="5124869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4" name="pg1764"/>
            <p:cNvSpPr/>
            <p:nvPr/>
          </p:nvSpPr>
          <p:spPr>
            <a:xfrm>
              <a:off x="5136507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5" name="pg1765"/>
            <p:cNvSpPr/>
            <p:nvPr/>
          </p:nvSpPr>
          <p:spPr>
            <a:xfrm>
              <a:off x="5148144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6" name="pg1766"/>
            <p:cNvSpPr/>
            <p:nvPr/>
          </p:nvSpPr>
          <p:spPr>
            <a:xfrm>
              <a:off x="5159781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7" name="pg1767"/>
            <p:cNvSpPr/>
            <p:nvPr/>
          </p:nvSpPr>
          <p:spPr>
            <a:xfrm>
              <a:off x="5171419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8" name="pg1768"/>
            <p:cNvSpPr/>
            <p:nvPr/>
          </p:nvSpPr>
          <p:spPr>
            <a:xfrm>
              <a:off x="5183056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9" name="pg1769"/>
            <p:cNvSpPr/>
            <p:nvPr/>
          </p:nvSpPr>
          <p:spPr>
            <a:xfrm>
              <a:off x="5194693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0" name="pg1770"/>
            <p:cNvSpPr/>
            <p:nvPr/>
          </p:nvSpPr>
          <p:spPr>
            <a:xfrm>
              <a:off x="5206331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1" name="pg1771"/>
            <p:cNvSpPr/>
            <p:nvPr/>
          </p:nvSpPr>
          <p:spPr>
            <a:xfrm>
              <a:off x="5043408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2" name="pg1772"/>
            <p:cNvSpPr/>
            <p:nvPr/>
          </p:nvSpPr>
          <p:spPr>
            <a:xfrm>
              <a:off x="5055045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3" name="pg1773"/>
            <p:cNvSpPr/>
            <p:nvPr/>
          </p:nvSpPr>
          <p:spPr>
            <a:xfrm>
              <a:off x="5066683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4" name="pg1774"/>
            <p:cNvSpPr/>
            <p:nvPr/>
          </p:nvSpPr>
          <p:spPr>
            <a:xfrm>
              <a:off x="5078320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5" name="pg1775"/>
            <p:cNvSpPr/>
            <p:nvPr/>
          </p:nvSpPr>
          <p:spPr>
            <a:xfrm>
              <a:off x="5089957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6" name="pg1776"/>
            <p:cNvSpPr/>
            <p:nvPr/>
          </p:nvSpPr>
          <p:spPr>
            <a:xfrm>
              <a:off x="5101595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7" name="pg1777"/>
            <p:cNvSpPr/>
            <p:nvPr/>
          </p:nvSpPr>
          <p:spPr>
            <a:xfrm>
              <a:off x="5113232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8" name="pg1778"/>
            <p:cNvSpPr/>
            <p:nvPr/>
          </p:nvSpPr>
          <p:spPr>
            <a:xfrm>
              <a:off x="5124869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9" name="pg1779"/>
            <p:cNvSpPr/>
            <p:nvPr/>
          </p:nvSpPr>
          <p:spPr>
            <a:xfrm>
              <a:off x="5136507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0" name="pg1780"/>
            <p:cNvSpPr/>
            <p:nvPr/>
          </p:nvSpPr>
          <p:spPr>
            <a:xfrm>
              <a:off x="5148144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1" name="pg1781"/>
            <p:cNvSpPr/>
            <p:nvPr/>
          </p:nvSpPr>
          <p:spPr>
            <a:xfrm>
              <a:off x="5159781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2" name="pg1782"/>
            <p:cNvSpPr/>
            <p:nvPr/>
          </p:nvSpPr>
          <p:spPr>
            <a:xfrm>
              <a:off x="5171419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3" name="pg1783"/>
            <p:cNvSpPr/>
            <p:nvPr/>
          </p:nvSpPr>
          <p:spPr>
            <a:xfrm>
              <a:off x="5183056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4" name="pg1784"/>
            <p:cNvSpPr/>
            <p:nvPr/>
          </p:nvSpPr>
          <p:spPr>
            <a:xfrm>
              <a:off x="5194693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5" name="pg1785"/>
            <p:cNvSpPr/>
            <p:nvPr/>
          </p:nvSpPr>
          <p:spPr>
            <a:xfrm>
              <a:off x="5206331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6" name="pg1786"/>
            <p:cNvSpPr/>
            <p:nvPr/>
          </p:nvSpPr>
          <p:spPr>
            <a:xfrm>
              <a:off x="5217968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7" name="pg1787"/>
            <p:cNvSpPr/>
            <p:nvPr/>
          </p:nvSpPr>
          <p:spPr>
            <a:xfrm>
              <a:off x="5055045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8" name="pg1788"/>
            <p:cNvSpPr/>
            <p:nvPr/>
          </p:nvSpPr>
          <p:spPr>
            <a:xfrm>
              <a:off x="5066683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9" name="pg1789"/>
            <p:cNvSpPr/>
            <p:nvPr/>
          </p:nvSpPr>
          <p:spPr>
            <a:xfrm>
              <a:off x="5078320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0" name="pg1790"/>
            <p:cNvSpPr/>
            <p:nvPr/>
          </p:nvSpPr>
          <p:spPr>
            <a:xfrm>
              <a:off x="5089957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1" name="pg1791"/>
            <p:cNvSpPr/>
            <p:nvPr/>
          </p:nvSpPr>
          <p:spPr>
            <a:xfrm>
              <a:off x="5101595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2" name="pg1792"/>
            <p:cNvSpPr/>
            <p:nvPr/>
          </p:nvSpPr>
          <p:spPr>
            <a:xfrm>
              <a:off x="5113232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3" name="pg1793"/>
            <p:cNvSpPr/>
            <p:nvPr/>
          </p:nvSpPr>
          <p:spPr>
            <a:xfrm>
              <a:off x="5124869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4" name="pg1794"/>
            <p:cNvSpPr/>
            <p:nvPr/>
          </p:nvSpPr>
          <p:spPr>
            <a:xfrm>
              <a:off x="5136507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5" name="pg1795"/>
            <p:cNvSpPr/>
            <p:nvPr/>
          </p:nvSpPr>
          <p:spPr>
            <a:xfrm>
              <a:off x="5148144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6" name="pg1796"/>
            <p:cNvSpPr/>
            <p:nvPr/>
          </p:nvSpPr>
          <p:spPr>
            <a:xfrm>
              <a:off x="5159781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7" name="pg1797"/>
            <p:cNvSpPr/>
            <p:nvPr/>
          </p:nvSpPr>
          <p:spPr>
            <a:xfrm>
              <a:off x="5171419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8" name="pg1798"/>
            <p:cNvSpPr/>
            <p:nvPr/>
          </p:nvSpPr>
          <p:spPr>
            <a:xfrm>
              <a:off x="5183056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9" name="pg1799"/>
            <p:cNvSpPr/>
            <p:nvPr/>
          </p:nvSpPr>
          <p:spPr>
            <a:xfrm>
              <a:off x="5194693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0" name="pg1800"/>
            <p:cNvSpPr/>
            <p:nvPr/>
          </p:nvSpPr>
          <p:spPr>
            <a:xfrm>
              <a:off x="5206331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1" name="pg1801"/>
            <p:cNvSpPr/>
            <p:nvPr/>
          </p:nvSpPr>
          <p:spPr>
            <a:xfrm>
              <a:off x="5217968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2" name="pg1802"/>
            <p:cNvSpPr/>
            <p:nvPr/>
          </p:nvSpPr>
          <p:spPr>
            <a:xfrm>
              <a:off x="502013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3" name="pg1803"/>
            <p:cNvSpPr/>
            <p:nvPr/>
          </p:nvSpPr>
          <p:spPr>
            <a:xfrm>
              <a:off x="503177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4" name="pg1804"/>
            <p:cNvSpPr/>
            <p:nvPr/>
          </p:nvSpPr>
          <p:spPr>
            <a:xfrm>
              <a:off x="5043408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5" name="pg1805"/>
            <p:cNvSpPr/>
            <p:nvPr/>
          </p:nvSpPr>
          <p:spPr>
            <a:xfrm>
              <a:off x="5055045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6" name="pg1806"/>
            <p:cNvSpPr/>
            <p:nvPr/>
          </p:nvSpPr>
          <p:spPr>
            <a:xfrm>
              <a:off x="506668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7" name="pg1807"/>
            <p:cNvSpPr/>
            <p:nvPr/>
          </p:nvSpPr>
          <p:spPr>
            <a:xfrm>
              <a:off x="5078320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8" name="pg1808"/>
            <p:cNvSpPr/>
            <p:nvPr/>
          </p:nvSpPr>
          <p:spPr>
            <a:xfrm>
              <a:off x="5089957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9" name="pg1809"/>
            <p:cNvSpPr/>
            <p:nvPr/>
          </p:nvSpPr>
          <p:spPr>
            <a:xfrm>
              <a:off x="5101595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0" name="pg1810"/>
            <p:cNvSpPr/>
            <p:nvPr/>
          </p:nvSpPr>
          <p:spPr>
            <a:xfrm>
              <a:off x="5113232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1" name="pg1811"/>
            <p:cNvSpPr/>
            <p:nvPr/>
          </p:nvSpPr>
          <p:spPr>
            <a:xfrm>
              <a:off x="5124869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2" name="pg1812"/>
            <p:cNvSpPr/>
            <p:nvPr/>
          </p:nvSpPr>
          <p:spPr>
            <a:xfrm>
              <a:off x="5136507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3" name="pg1813"/>
            <p:cNvSpPr/>
            <p:nvPr/>
          </p:nvSpPr>
          <p:spPr>
            <a:xfrm>
              <a:off x="5148144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4" name="pg1814"/>
            <p:cNvSpPr/>
            <p:nvPr/>
          </p:nvSpPr>
          <p:spPr>
            <a:xfrm>
              <a:off x="515978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5" name="pg1815"/>
            <p:cNvSpPr/>
            <p:nvPr/>
          </p:nvSpPr>
          <p:spPr>
            <a:xfrm>
              <a:off x="5171419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6" name="pg1816"/>
            <p:cNvSpPr/>
            <p:nvPr/>
          </p:nvSpPr>
          <p:spPr>
            <a:xfrm>
              <a:off x="5183056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7" name="pg1817"/>
            <p:cNvSpPr/>
            <p:nvPr/>
          </p:nvSpPr>
          <p:spPr>
            <a:xfrm>
              <a:off x="519469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8" name="pg1818"/>
            <p:cNvSpPr/>
            <p:nvPr/>
          </p:nvSpPr>
          <p:spPr>
            <a:xfrm>
              <a:off x="520633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9" name="pg1819"/>
            <p:cNvSpPr/>
            <p:nvPr/>
          </p:nvSpPr>
          <p:spPr>
            <a:xfrm>
              <a:off x="502013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0" name="pg1820"/>
            <p:cNvSpPr/>
            <p:nvPr/>
          </p:nvSpPr>
          <p:spPr>
            <a:xfrm>
              <a:off x="5031771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1" name="pg1821"/>
            <p:cNvSpPr/>
            <p:nvPr/>
          </p:nvSpPr>
          <p:spPr>
            <a:xfrm>
              <a:off x="5043408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2" name="pg1822"/>
            <p:cNvSpPr/>
            <p:nvPr/>
          </p:nvSpPr>
          <p:spPr>
            <a:xfrm>
              <a:off x="5055045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3" name="pg1823"/>
            <p:cNvSpPr/>
            <p:nvPr/>
          </p:nvSpPr>
          <p:spPr>
            <a:xfrm>
              <a:off x="506668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4" name="pg1824"/>
            <p:cNvSpPr/>
            <p:nvPr/>
          </p:nvSpPr>
          <p:spPr>
            <a:xfrm>
              <a:off x="5078320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5" name="pg1825"/>
            <p:cNvSpPr/>
            <p:nvPr/>
          </p:nvSpPr>
          <p:spPr>
            <a:xfrm>
              <a:off x="5089957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6" name="pg1826"/>
            <p:cNvSpPr/>
            <p:nvPr/>
          </p:nvSpPr>
          <p:spPr>
            <a:xfrm>
              <a:off x="5101595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7" name="pg1827"/>
            <p:cNvSpPr/>
            <p:nvPr/>
          </p:nvSpPr>
          <p:spPr>
            <a:xfrm>
              <a:off x="5113232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8" name="pg1828"/>
            <p:cNvSpPr/>
            <p:nvPr/>
          </p:nvSpPr>
          <p:spPr>
            <a:xfrm>
              <a:off x="5124869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9" name="pg1829"/>
            <p:cNvSpPr/>
            <p:nvPr/>
          </p:nvSpPr>
          <p:spPr>
            <a:xfrm>
              <a:off x="5136507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0" name="pg1830"/>
            <p:cNvSpPr/>
            <p:nvPr/>
          </p:nvSpPr>
          <p:spPr>
            <a:xfrm>
              <a:off x="5148144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1" name="pg1831"/>
            <p:cNvSpPr/>
            <p:nvPr/>
          </p:nvSpPr>
          <p:spPr>
            <a:xfrm>
              <a:off x="5159781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2" name="pg1832"/>
            <p:cNvSpPr/>
            <p:nvPr/>
          </p:nvSpPr>
          <p:spPr>
            <a:xfrm>
              <a:off x="5171419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3" name="pg1833"/>
            <p:cNvSpPr/>
            <p:nvPr/>
          </p:nvSpPr>
          <p:spPr>
            <a:xfrm>
              <a:off x="5183056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4" name="pg1834"/>
            <p:cNvSpPr/>
            <p:nvPr/>
          </p:nvSpPr>
          <p:spPr>
            <a:xfrm>
              <a:off x="519469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5" name="pg1835"/>
            <p:cNvSpPr/>
            <p:nvPr/>
          </p:nvSpPr>
          <p:spPr>
            <a:xfrm>
              <a:off x="5020133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6" name="pg1836"/>
            <p:cNvSpPr/>
            <p:nvPr/>
          </p:nvSpPr>
          <p:spPr>
            <a:xfrm>
              <a:off x="5031771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7" name="pg1837"/>
            <p:cNvSpPr/>
            <p:nvPr/>
          </p:nvSpPr>
          <p:spPr>
            <a:xfrm>
              <a:off x="5043408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8" name="pg1838"/>
            <p:cNvSpPr/>
            <p:nvPr/>
          </p:nvSpPr>
          <p:spPr>
            <a:xfrm>
              <a:off x="5055045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9" name="pg1839"/>
            <p:cNvSpPr/>
            <p:nvPr/>
          </p:nvSpPr>
          <p:spPr>
            <a:xfrm>
              <a:off x="5066683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0" name="pg1840"/>
            <p:cNvSpPr/>
            <p:nvPr/>
          </p:nvSpPr>
          <p:spPr>
            <a:xfrm>
              <a:off x="5078320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1" name="pg1841"/>
            <p:cNvSpPr/>
            <p:nvPr/>
          </p:nvSpPr>
          <p:spPr>
            <a:xfrm>
              <a:off x="5089957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2" name="pg1842"/>
            <p:cNvSpPr/>
            <p:nvPr/>
          </p:nvSpPr>
          <p:spPr>
            <a:xfrm>
              <a:off x="5101595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3" name="pg1843"/>
            <p:cNvSpPr/>
            <p:nvPr/>
          </p:nvSpPr>
          <p:spPr>
            <a:xfrm>
              <a:off x="5113232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4" name="pg1844"/>
            <p:cNvSpPr/>
            <p:nvPr/>
          </p:nvSpPr>
          <p:spPr>
            <a:xfrm>
              <a:off x="5124869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5" name="pg1845"/>
            <p:cNvSpPr/>
            <p:nvPr/>
          </p:nvSpPr>
          <p:spPr>
            <a:xfrm>
              <a:off x="5136507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6" name="pg1846"/>
            <p:cNvSpPr/>
            <p:nvPr/>
          </p:nvSpPr>
          <p:spPr>
            <a:xfrm>
              <a:off x="5148144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7" name="pg1847"/>
            <p:cNvSpPr/>
            <p:nvPr/>
          </p:nvSpPr>
          <p:spPr>
            <a:xfrm>
              <a:off x="5159781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8" name="pg1848"/>
            <p:cNvSpPr/>
            <p:nvPr/>
          </p:nvSpPr>
          <p:spPr>
            <a:xfrm>
              <a:off x="5171419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9" name="pg1849"/>
            <p:cNvSpPr/>
            <p:nvPr/>
          </p:nvSpPr>
          <p:spPr>
            <a:xfrm>
              <a:off x="5183056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0" name="pg1850"/>
            <p:cNvSpPr/>
            <p:nvPr/>
          </p:nvSpPr>
          <p:spPr>
            <a:xfrm>
              <a:off x="5020133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1" name="pg1851"/>
            <p:cNvSpPr/>
            <p:nvPr/>
          </p:nvSpPr>
          <p:spPr>
            <a:xfrm>
              <a:off x="5031771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2" name="pg1852"/>
            <p:cNvSpPr/>
            <p:nvPr/>
          </p:nvSpPr>
          <p:spPr>
            <a:xfrm>
              <a:off x="5043408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3" name="pg1853"/>
            <p:cNvSpPr/>
            <p:nvPr/>
          </p:nvSpPr>
          <p:spPr>
            <a:xfrm>
              <a:off x="5055045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4" name="pg1854"/>
            <p:cNvSpPr/>
            <p:nvPr/>
          </p:nvSpPr>
          <p:spPr>
            <a:xfrm>
              <a:off x="5066683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5" name="pg1855"/>
            <p:cNvSpPr/>
            <p:nvPr/>
          </p:nvSpPr>
          <p:spPr>
            <a:xfrm>
              <a:off x="5078320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6" name="pg1856"/>
            <p:cNvSpPr/>
            <p:nvPr/>
          </p:nvSpPr>
          <p:spPr>
            <a:xfrm>
              <a:off x="5089957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7" name="pg1857"/>
            <p:cNvSpPr/>
            <p:nvPr/>
          </p:nvSpPr>
          <p:spPr>
            <a:xfrm>
              <a:off x="5101595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8" name="pg1858"/>
            <p:cNvSpPr/>
            <p:nvPr/>
          </p:nvSpPr>
          <p:spPr>
            <a:xfrm>
              <a:off x="5113232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9" name="pg1859"/>
            <p:cNvSpPr/>
            <p:nvPr/>
          </p:nvSpPr>
          <p:spPr>
            <a:xfrm>
              <a:off x="5124869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0" name="pg1860"/>
            <p:cNvSpPr/>
            <p:nvPr/>
          </p:nvSpPr>
          <p:spPr>
            <a:xfrm>
              <a:off x="5136507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1" name="pg1861"/>
            <p:cNvSpPr/>
            <p:nvPr/>
          </p:nvSpPr>
          <p:spPr>
            <a:xfrm>
              <a:off x="5148144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2" name="pg1862"/>
            <p:cNvSpPr/>
            <p:nvPr/>
          </p:nvSpPr>
          <p:spPr>
            <a:xfrm>
              <a:off x="5159781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3" name="pg1863"/>
            <p:cNvSpPr/>
            <p:nvPr/>
          </p:nvSpPr>
          <p:spPr>
            <a:xfrm>
              <a:off x="5171419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4" name="pg1864"/>
            <p:cNvSpPr/>
            <p:nvPr/>
          </p:nvSpPr>
          <p:spPr>
            <a:xfrm>
              <a:off x="5008496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5" name="pg1865"/>
            <p:cNvSpPr/>
            <p:nvPr/>
          </p:nvSpPr>
          <p:spPr>
            <a:xfrm>
              <a:off x="5020133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6" name="pg1866"/>
            <p:cNvSpPr/>
            <p:nvPr/>
          </p:nvSpPr>
          <p:spPr>
            <a:xfrm>
              <a:off x="5031771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7" name="pg1867"/>
            <p:cNvSpPr/>
            <p:nvPr/>
          </p:nvSpPr>
          <p:spPr>
            <a:xfrm>
              <a:off x="5043408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8" name="pg1868"/>
            <p:cNvSpPr/>
            <p:nvPr/>
          </p:nvSpPr>
          <p:spPr>
            <a:xfrm>
              <a:off x="5055045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9" name="pg1869"/>
            <p:cNvSpPr/>
            <p:nvPr/>
          </p:nvSpPr>
          <p:spPr>
            <a:xfrm>
              <a:off x="5066683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0" name="pg1870"/>
            <p:cNvSpPr/>
            <p:nvPr/>
          </p:nvSpPr>
          <p:spPr>
            <a:xfrm>
              <a:off x="5078320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1" name="pg1871"/>
            <p:cNvSpPr/>
            <p:nvPr/>
          </p:nvSpPr>
          <p:spPr>
            <a:xfrm>
              <a:off x="5089957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2" name="pg1872"/>
            <p:cNvSpPr/>
            <p:nvPr/>
          </p:nvSpPr>
          <p:spPr>
            <a:xfrm>
              <a:off x="5101595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3" name="pg1873"/>
            <p:cNvSpPr/>
            <p:nvPr/>
          </p:nvSpPr>
          <p:spPr>
            <a:xfrm>
              <a:off x="5113232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4" name="pg1874"/>
            <p:cNvSpPr/>
            <p:nvPr/>
          </p:nvSpPr>
          <p:spPr>
            <a:xfrm>
              <a:off x="5124869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5" name="pg1875"/>
            <p:cNvSpPr/>
            <p:nvPr/>
          </p:nvSpPr>
          <p:spPr>
            <a:xfrm>
              <a:off x="5136507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6" name="pg1876"/>
            <p:cNvSpPr/>
            <p:nvPr/>
          </p:nvSpPr>
          <p:spPr>
            <a:xfrm>
              <a:off x="5148144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7" name="pg1877"/>
            <p:cNvSpPr/>
            <p:nvPr/>
          </p:nvSpPr>
          <p:spPr>
            <a:xfrm>
              <a:off x="5008496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8" name="pg1878"/>
            <p:cNvSpPr/>
            <p:nvPr/>
          </p:nvSpPr>
          <p:spPr>
            <a:xfrm>
              <a:off x="5020133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9" name="pg1879"/>
            <p:cNvSpPr/>
            <p:nvPr/>
          </p:nvSpPr>
          <p:spPr>
            <a:xfrm>
              <a:off x="5031771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0" name="pg1880"/>
            <p:cNvSpPr/>
            <p:nvPr/>
          </p:nvSpPr>
          <p:spPr>
            <a:xfrm>
              <a:off x="5043408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1" name="pg1881"/>
            <p:cNvSpPr/>
            <p:nvPr/>
          </p:nvSpPr>
          <p:spPr>
            <a:xfrm>
              <a:off x="5055045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2" name="pg1882"/>
            <p:cNvSpPr/>
            <p:nvPr/>
          </p:nvSpPr>
          <p:spPr>
            <a:xfrm>
              <a:off x="5066683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3" name="pg1883"/>
            <p:cNvSpPr/>
            <p:nvPr/>
          </p:nvSpPr>
          <p:spPr>
            <a:xfrm>
              <a:off x="5078320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4" name="pg1884"/>
            <p:cNvSpPr/>
            <p:nvPr/>
          </p:nvSpPr>
          <p:spPr>
            <a:xfrm>
              <a:off x="5089957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5" name="pg1885"/>
            <p:cNvSpPr/>
            <p:nvPr/>
          </p:nvSpPr>
          <p:spPr>
            <a:xfrm>
              <a:off x="5101595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6" name="pg1886"/>
            <p:cNvSpPr/>
            <p:nvPr/>
          </p:nvSpPr>
          <p:spPr>
            <a:xfrm>
              <a:off x="5113232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7" name="pg1887"/>
            <p:cNvSpPr/>
            <p:nvPr/>
          </p:nvSpPr>
          <p:spPr>
            <a:xfrm>
              <a:off x="5124869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8" name="pg1888"/>
            <p:cNvSpPr/>
            <p:nvPr/>
          </p:nvSpPr>
          <p:spPr>
            <a:xfrm>
              <a:off x="5136507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9" name="pg1889"/>
            <p:cNvSpPr/>
            <p:nvPr/>
          </p:nvSpPr>
          <p:spPr>
            <a:xfrm>
              <a:off x="5008496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0" name="pg1890"/>
            <p:cNvSpPr/>
            <p:nvPr/>
          </p:nvSpPr>
          <p:spPr>
            <a:xfrm>
              <a:off x="5020133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1" name="pg1891"/>
            <p:cNvSpPr/>
            <p:nvPr/>
          </p:nvSpPr>
          <p:spPr>
            <a:xfrm>
              <a:off x="5031771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2" name="pg1892"/>
            <p:cNvSpPr/>
            <p:nvPr/>
          </p:nvSpPr>
          <p:spPr>
            <a:xfrm>
              <a:off x="5043408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3" name="pg1893"/>
            <p:cNvSpPr/>
            <p:nvPr/>
          </p:nvSpPr>
          <p:spPr>
            <a:xfrm>
              <a:off x="5055045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4" name="pg1894"/>
            <p:cNvSpPr/>
            <p:nvPr/>
          </p:nvSpPr>
          <p:spPr>
            <a:xfrm>
              <a:off x="5066683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5" name="pg1895"/>
            <p:cNvSpPr/>
            <p:nvPr/>
          </p:nvSpPr>
          <p:spPr>
            <a:xfrm>
              <a:off x="5078320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6" name="pg1896"/>
            <p:cNvSpPr/>
            <p:nvPr/>
          </p:nvSpPr>
          <p:spPr>
            <a:xfrm>
              <a:off x="5089957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7" name="pg1897"/>
            <p:cNvSpPr/>
            <p:nvPr/>
          </p:nvSpPr>
          <p:spPr>
            <a:xfrm>
              <a:off x="5101595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8" name="pg1898"/>
            <p:cNvSpPr/>
            <p:nvPr/>
          </p:nvSpPr>
          <p:spPr>
            <a:xfrm>
              <a:off x="5113232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9" name="pg1899"/>
            <p:cNvSpPr/>
            <p:nvPr/>
          </p:nvSpPr>
          <p:spPr>
            <a:xfrm>
              <a:off x="5124869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0" name="pg1900"/>
            <p:cNvSpPr/>
            <p:nvPr/>
          </p:nvSpPr>
          <p:spPr>
            <a:xfrm>
              <a:off x="4985221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1" name="pg1901"/>
            <p:cNvSpPr/>
            <p:nvPr/>
          </p:nvSpPr>
          <p:spPr>
            <a:xfrm>
              <a:off x="4996859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2" name="pg1902"/>
            <p:cNvSpPr/>
            <p:nvPr/>
          </p:nvSpPr>
          <p:spPr>
            <a:xfrm>
              <a:off x="5008496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3" name="pg1903"/>
            <p:cNvSpPr/>
            <p:nvPr/>
          </p:nvSpPr>
          <p:spPr>
            <a:xfrm>
              <a:off x="5020133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4" name="pg1904"/>
            <p:cNvSpPr/>
            <p:nvPr/>
          </p:nvSpPr>
          <p:spPr>
            <a:xfrm>
              <a:off x="5031771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5" name="pg1905"/>
            <p:cNvSpPr/>
            <p:nvPr/>
          </p:nvSpPr>
          <p:spPr>
            <a:xfrm>
              <a:off x="5043408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6" name="pg1906"/>
            <p:cNvSpPr/>
            <p:nvPr/>
          </p:nvSpPr>
          <p:spPr>
            <a:xfrm>
              <a:off x="5055045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7" name="pg1907"/>
            <p:cNvSpPr/>
            <p:nvPr/>
          </p:nvSpPr>
          <p:spPr>
            <a:xfrm>
              <a:off x="5066683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8" name="pg1908"/>
            <p:cNvSpPr/>
            <p:nvPr/>
          </p:nvSpPr>
          <p:spPr>
            <a:xfrm>
              <a:off x="5078320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9" name="pg1909"/>
            <p:cNvSpPr/>
            <p:nvPr/>
          </p:nvSpPr>
          <p:spPr>
            <a:xfrm>
              <a:off x="5089957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0" name="pg1910"/>
            <p:cNvSpPr/>
            <p:nvPr/>
          </p:nvSpPr>
          <p:spPr>
            <a:xfrm>
              <a:off x="5101595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1" name="pg1911"/>
            <p:cNvSpPr/>
            <p:nvPr/>
          </p:nvSpPr>
          <p:spPr>
            <a:xfrm>
              <a:off x="5113232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2" name="pg1912"/>
            <p:cNvSpPr/>
            <p:nvPr/>
          </p:nvSpPr>
          <p:spPr>
            <a:xfrm>
              <a:off x="5124869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3" name="pg1913"/>
            <p:cNvSpPr/>
            <p:nvPr/>
          </p:nvSpPr>
          <p:spPr>
            <a:xfrm>
              <a:off x="4973584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4" name="pg1914"/>
            <p:cNvSpPr/>
            <p:nvPr/>
          </p:nvSpPr>
          <p:spPr>
            <a:xfrm>
              <a:off x="4985221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5" name="pg1915"/>
            <p:cNvSpPr/>
            <p:nvPr/>
          </p:nvSpPr>
          <p:spPr>
            <a:xfrm>
              <a:off x="4996859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6" name="pg1916"/>
            <p:cNvSpPr/>
            <p:nvPr/>
          </p:nvSpPr>
          <p:spPr>
            <a:xfrm>
              <a:off x="5008496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7" name="pg1917"/>
            <p:cNvSpPr/>
            <p:nvPr/>
          </p:nvSpPr>
          <p:spPr>
            <a:xfrm>
              <a:off x="5020133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8" name="pg1918"/>
            <p:cNvSpPr/>
            <p:nvPr/>
          </p:nvSpPr>
          <p:spPr>
            <a:xfrm>
              <a:off x="5031771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9" name="pg1919"/>
            <p:cNvSpPr/>
            <p:nvPr/>
          </p:nvSpPr>
          <p:spPr>
            <a:xfrm>
              <a:off x="5043408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0" name="pg1920"/>
            <p:cNvSpPr/>
            <p:nvPr/>
          </p:nvSpPr>
          <p:spPr>
            <a:xfrm>
              <a:off x="5055045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1" name="pg1921"/>
            <p:cNvSpPr/>
            <p:nvPr/>
          </p:nvSpPr>
          <p:spPr>
            <a:xfrm>
              <a:off x="5066683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2" name="pg1922"/>
            <p:cNvSpPr/>
            <p:nvPr/>
          </p:nvSpPr>
          <p:spPr>
            <a:xfrm>
              <a:off x="5078320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3" name="pg1923"/>
            <p:cNvSpPr/>
            <p:nvPr/>
          </p:nvSpPr>
          <p:spPr>
            <a:xfrm>
              <a:off x="5089957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4" name="pg1924"/>
            <p:cNvSpPr/>
            <p:nvPr/>
          </p:nvSpPr>
          <p:spPr>
            <a:xfrm>
              <a:off x="5101595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5" name="pg1925"/>
            <p:cNvSpPr/>
            <p:nvPr/>
          </p:nvSpPr>
          <p:spPr>
            <a:xfrm>
              <a:off x="5113232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6" name="pg1926"/>
            <p:cNvSpPr/>
            <p:nvPr/>
          </p:nvSpPr>
          <p:spPr>
            <a:xfrm>
              <a:off x="5124869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7" name="pg1927"/>
            <p:cNvSpPr/>
            <p:nvPr/>
          </p:nvSpPr>
          <p:spPr>
            <a:xfrm>
              <a:off x="4973584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8" name="pg1928"/>
            <p:cNvSpPr/>
            <p:nvPr/>
          </p:nvSpPr>
          <p:spPr>
            <a:xfrm>
              <a:off x="4985221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9" name="pg1929"/>
            <p:cNvSpPr/>
            <p:nvPr/>
          </p:nvSpPr>
          <p:spPr>
            <a:xfrm>
              <a:off x="4996859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0" name="pg1930"/>
            <p:cNvSpPr/>
            <p:nvPr/>
          </p:nvSpPr>
          <p:spPr>
            <a:xfrm>
              <a:off x="5008496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1" name="pg1931"/>
            <p:cNvSpPr/>
            <p:nvPr/>
          </p:nvSpPr>
          <p:spPr>
            <a:xfrm>
              <a:off x="5020133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2" name="pg1932"/>
            <p:cNvSpPr/>
            <p:nvPr/>
          </p:nvSpPr>
          <p:spPr>
            <a:xfrm>
              <a:off x="5031771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3" name="pg1933"/>
            <p:cNvSpPr/>
            <p:nvPr/>
          </p:nvSpPr>
          <p:spPr>
            <a:xfrm>
              <a:off x="5043408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4" name="pg1934"/>
            <p:cNvSpPr/>
            <p:nvPr/>
          </p:nvSpPr>
          <p:spPr>
            <a:xfrm>
              <a:off x="5055045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5" name="pg1935"/>
            <p:cNvSpPr/>
            <p:nvPr/>
          </p:nvSpPr>
          <p:spPr>
            <a:xfrm>
              <a:off x="5066683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6" name="pg1936"/>
            <p:cNvSpPr/>
            <p:nvPr/>
          </p:nvSpPr>
          <p:spPr>
            <a:xfrm>
              <a:off x="5078320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7" name="pg1937"/>
            <p:cNvSpPr/>
            <p:nvPr/>
          </p:nvSpPr>
          <p:spPr>
            <a:xfrm>
              <a:off x="5089957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8" name="pg1938"/>
            <p:cNvSpPr/>
            <p:nvPr/>
          </p:nvSpPr>
          <p:spPr>
            <a:xfrm>
              <a:off x="5101595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9" name="pg1939"/>
            <p:cNvSpPr/>
            <p:nvPr/>
          </p:nvSpPr>
          <p:spPr>
            <a:xfrm>
              <a:off x="5113232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0" name="pg1940"/>
            <p:cNvSpPr/>
            <p:nvPr/>
          </p:nvSpPr>
          <p:spPr>
            <a:xfrm>
              <a:off x="4961947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1" name="pg1941"/>
            <p:cNvSpPr/>
            <p:nvPr/>
          </p:nvSpPr>
          <p:spPr>
            <a:xfrm>
              <a:off x="4973584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2" name="pg1942"/>
            <p:cNvSpPr/>
            <p:nvPr/>
          </p:nvSpPr>
          <p:spPr>
            <a:xfrm>
              <a:off x="4985221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3" name="pg1943"/>
            <p:cNvSpPr/>
            <p:nvPr/>
          </p:nvSpPr>
          <p:spPr>
            <a:xfrm>
              <a:off x="4996859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4" name="pg1944"/>
            <p:cNvSpPr/>
            <p:nvPr/>
          </p:nvSpPr>
          <p:spPr>
            <a:xfrm>
              <a:off x="5008496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5" name="pg1945"/>
            <p:cNvSpPr/>
            <p:nvPr/>
          </p:nvSpPr>
          <p:spPr>
            <a:xfrm>
              <a:off x="5020133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6" name="pg1946"/>
            <p:cNvSpPr/>
            <p:nvPr/>
          </p:nvSpPr>
          <p:spPr>
            <a:xfrm>
              <a:off x="5031771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7" name="pg1947"/>
            <p:cNvSpPr/>
            <p:nvPr/>
          </p:nvSpPr>
          <p:spPr>
            <a:xfrm>
              <a:off x="5043408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8" name="pg1948"/>
            <p:cNvSpPr/>
            <p:nvPr/>
          </p:nvSpPr>
          <p:spPr>
            <a:xfrm>
              <a:off x="5055045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9" name="pg1949"/>
            <p:cNvSpPr/>
            <p:nvPr/>
          </p:nvSpPr>
          <p:spPr>
            <a:xfrm>
              <a:off x="5066683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0" name="pg1950"/>
            <p:cNvSpPr/>
            <p:nvPr/>
          </p:nvSpPr>
          <p:spPr>
            <a:xfrm>
              <a:off x="5078320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1" name="pg1951"/>
            <p:cNvSpPr/>
            <p:nvPr/>
          </p:nvSpPr>
          <p:spPr>
            <a:xfrm>
              <a:off x="5089957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2" name="pg1952"/>
            <p:cNvSpPr/>
            <p:nvPr/>
          </p:nvSpPr>
          <p:spPr>
            <a:xfrm>
              <a:off x="5101595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3" name="pg1953"/>
            <p:cNvSpPr/>
            <p:nvPr/>
          </p:nvSpPr>
          <p:spPr>
            <a:xfrm>
              <a:off x="4950309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4" name="pg1954"/>
            <p:cNvSpPr/>
            <p:nvPr/>
          </p:nvSpPr>
          <p:spPr>
            <a:xfrm>
              <a:off x="4961947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5" name="pg1955"/>
            <p:cNvSpPr/>
            <p:nvPr/>
          </p:nvSpPr>
          <p:spPr>
            <a:xfrm>
              <a:off x="4973584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6" name="pg1956"/>
            <p:cNvSpPr/>
            <p:nvPr/>
          </p:nvSpPr>
          <p:spPr>
            <a:xfrm>
              <a:off x="4985221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7" name="pg1957"/>
            <p:cNvSpPr/>
            <p:nvPr/>
          </p:nvSpPr>
          <p:spPr>
            <a:xfrm>
              <a:off x="4996859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8" name="pg1958"/>
            <p:cNvSpPr/>
            <p:nvPr/>
          </p:nvSpPr>
          <p:spPr>
            <a:xfrm>
              <a:off x="5008496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9" name="pg1959"/>
            <p:cNvSpPr/>
            <p:nvPr/>
          </p:nvSpPr>
          <p:spPr>
            <a:xfrm>
              <a:off x="5020133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0" name="pg1960"/>
            <p:cNvSpPr/>
            <p:nvPr/>
          </p:nvSpPr>
          <p:spPr>
            <a:xfrm>
              <a:off x="5031771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1" name="pg1961"/>
            <p:cNvSpPr/>
            <p:nvPr/>
          </p:nvSpPr>
          <p:spPr>
            <a:xfrm>
              <a:off x="5043408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2" name="pg1962"/>
            <p:cNvSpPr/>
            <p:nvPr/>
          </p:nvSpPr>
          <p:spPr>
            <a:xfrm>
              <a:off x="5055045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3" name="pg1963"/>
            <p:cNvSpPr/>
            <p:nvPr/>
          </p:nvSpPr>
          <p:spPr>
            <a:xfrm>
              <a:off x="5066683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4" name="pg1964"/>
            <p:cNvSpPr/>
            <p:nvPr/>
          </p:nvSpPr>
          <p:spPr>
            <a:xfrm>
              <a:off x="5078320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5" name="pg1965"/>
            <p:cNvSpPr/>
            <p:nvPr/>
          </p:nvSpPr>
          <p:spPr>
            <a:xfrm>
              <a:off x="4927035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6" name="pg1966"/>
            <p:cNvSpPr/>
            <p:nvPr/>
          </p:nvSpPr>
          <p:spPr>
            <a:xfrm>
              <a:off x="4938672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7" name="pg1967"/>
            <p:cNvSpPr/>
            <p:nvPr/>
          </p:nvSpPr>
          <p:spPr>
            <a:xfrm>
              <a:off x="4950309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8" name="pg1968"/>
            <p:cNvSpPr/>
            <p:nvPr/>
          </p:nvSpPr>
          <p:spPr>
            <a:xfrm>
              <a:off x="4961947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9" name="pg1969"/>
            <p:cNvSpPr/>
            <p:nvPr/>
          </p:nvSpPr>
          <p:spPr>
            <a:xfrm>
              <a:off x="4973584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0" name="pg1970"/>
            <p:cNvSpPr/>
            <p:nvPr/>
          </p:nvSpPr>
          <p:spPr>
            <a:xfrm>
              <a:off x="4985221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1" name="pg1971"/>
            <p:cNvSpPr/>
            <p:nvPr/>
          </p:nvSpPr>
          <p:spPr>
            <a:xfrm>
              <a:off x="4996859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2" name="pg1972"/>
            <p:cNvSpPr/>
            <p:nvPr/>
          </p:nvSpPr>
          <p:spPr>
            <a:xfrm>
              <a:off x="5008496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3" name="pg1973"/>
            <p:cNvSpPr/>
            <p:nvPr/>
          </p:nvSpPr>
          <p:spPr>
            <a:xfrm>
              <a:off x="5020133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4" name="pg1974"/>
            <p:cNvSpPr/>
            <p:nvPr/>
          </p:nvSpPr>
          <p:spPr>
            <a:xfrm>
              <a:off x="4915397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5" name="pg1975"/>
            <p:cNvSpPr/>
            <p:nvPr/>
          </p:nvSpPr>
          <p:spPr>
            <a:xfrm>
              <a:off x="4927035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6" name="pg1976"/>
            <p:cNvSpPr/>
            <p:nvPr/>
          </p:nvSpPr>
          <p:spPr>
            <a:xfrm>
              <a:off x="4938672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7" name="pg1977"/>
            <p:cNvSpPr/>
            <p:nvPr/>
          </p:nvSpPr>
          <p:spPr>
            <a:xfrm>
              <a:off x="4950309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8" name="pg1978"/>
            <p:cNvSpPr/>
            <p:nvPr/>
          </p:nvSpPr>
          <p:spPr>
            <a:xfrm>
              <a:off x="4961947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9" name="pg1979"/>
            <p:cNvSpPr/>
            <p:nvPr/>
          </p:nvSpPr>
          <p:spPr>
            <a:xfrm>
              <a:off x="4973584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0" name="pg1980"/>
            <p:cNvSpPr/>
            <p:nvPr/>
          </p:nvSpPr>
          <p:spPr>
            <a:xfrm>
              <a:off x="4985221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1" name="pg1981"/>
            <p:cNvSpPr/>
            <p:nvPr/>
          </p:nvSpPr>
          <p:spPr>
            <a:xfrm>
              <a:off x="4996859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2" name="pg1982"/>
            <p:cNvSpPr/>
            <p:nvPr/>
          </p:nvSpPr>
          <p:spPr>
            <a:xfrm>
              <a:off x="4892123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3" name="pg1983"/>
            <p:cNvSpPr/>
            <p:nvPr/>
          </p:nvSpPr>
          <p:spPr>
            <a:xfrm>
              <a:off x="4903760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4" name="pg1984"/>
            <p:cNvSpPr/>
            <p:nvPr/>
          </p:nvSpPr>
          <p:spPr>
            <a:xfrm>
              <a:off x="4915397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5" name="pg1985"/>
            <p:cNvSpPr/>
            <p:nvPr/>
          </p:nvSpPr>
          <p:spPr>
            <a:xfrm>
              <a:off x="4927035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6" name="pg1986"/>
            <p:cNvSpPr/>
            <p:nvPr/>
          </p:nvSpPr>
          <p:spPr>
            <a:xfrm>
              <a:off x="4938672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7" name="pg1987"/>
            <p:cNvSpPr/>
            <p:nvPr/>
          </p:nvSpPr>
          <p:spPr>
            <a:xfrm>
              <a:off x="4950309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8" name="pg1988"/>
            <p:cNvSpPr/>
            <p:nvPr/>
          </p:nvSpPr>
          <p:spPr>
            <a:xfrm>
              <a:off x="4961947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9" name="pg1989"/>
            <p:cNvSpPr/>
            <p:nvPr/>
          </p:nvSpPr>
          <p:spPr>
            <a:xfrm>
              <a:off x="4973584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0" name="pg1990"/>
            <p:cNvSpPr/>
            <p:nvPr/>
          </p:nvSpPr>
          <p:spPr>
            <a:xfrm>
              <a:off x="4985221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1" name="pg1991"/>
            <p:cNvSpPr/>
            <p:nvPr/>
          </p:nvSpPr>
          <p:spPr>
            <a:xfrm>
              <a:off x="4857211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2" name="pg1992"/>
            <p:cNvSpPr/>
            <p:nvPr/>
          </p:nvSpPr>
          <p:spPr>
            <a:xfrm>
              <a:off x="4868848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3" name="pg1993"/>
            <p:cNvSpPr/>
            <p:nvPr/>
          </p:nvSpPr>
          <p:spPr>
            <a:xfrm>
              <a:off x="4880485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4" name="pg1994"/>
            <p:cNvSpPr/>
            <p:nvPr/>
          </p:nvSpPr>
          <p:spPr>
            <a:xfrm>
              <a:off x="4892123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5" name="pg1995"/>
            <p:cNvSpPr/>
            <p:nvPr/>
          </p:nvSpPr>
          <p:spPr>
            <a:xfrm>
              <a:off x="4903760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6" name="pg1996"/>
            <p:cNvSpPr/>
            <p:nvPr/>
          </p:nvSpPr>
          <p:spPr>
            <a:xfrm>
              <a:off x="4915397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7" name="pg1997"/>
            <p:cNvSpPr/>
            <p:nvPr/>
          </p:nvSpPr>
          <p:spPr>
            <a:xfrm>
              <a:off x="4927035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8" name="pg1998"/>
            <p:cNvSpPr/>
            <p:nvPr/>
          </p:nvSpPr>
          <p:spPr>
            <a:xfrm>
              <a:off x="4938672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9" name="pg1999"/>
            <p:cNvSpPr/>
            <p:nvPr/>
          </p:nvSpPr>
          <p:spPr>
            <a:xfrm>
              <a:off x="4950309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0" name="pg2000"/>
            <p:cNvSpPr/>
            <p:nvPr/>
          </p:nvSpPr>
          <p:spPr>
            <a:xfrm>
              <a:off x="4961947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1" name="pg2001"/>
            <p:cNvSpPr/>
            <p:nvPr/>
          </p:nvSpPr>
          <p:spPr>
            <a:xfrm>
              <a:off x="4973584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2" name="pg2002"/>
            <p:cNvSpPr/>
            <p:nvPr/>
          </p:nvSpPr>
          <p:spPr>
            <a:xfrm>
              <a:off x="4833936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3" name="pg2003"/>
            <p:cNvSpPr/>
            <p:nvPr/>
          </p:nvSpPr>
          <p:spPr>
            <a:xfrm>
              <a:off x="4845573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4" name="pg2004"/>
            <p:cNvSpPr/>
            <p:nvPr/>
          </p:nvSpPr>
          <p:spPr>
            <a:xfrm>
              <a:off x="4857211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5" name="pg2005"/>
            <p:cNvSpPr/>
            <p:nvPr/>
          </p:nvSpPr>
          <p:spPr>
            <a:xfrm>
              <a:off x="4868848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6" name="pg2006"/>
            <p:cNvSpPr/>
            <p:nvPr/>
          </p:nvSpPr>
          <p:spPr>
            <a:xfrm>
              <a:off x="4880485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7" name="pg2007"/>
            <p:cNvSpPr/>
            <p:nvPr/>
          </p:nvSpPr>
          <p:spPr>
            <a:xfrm>
              <a:off x="4892123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8" name="pg2008"/>
            <p:cNvSpPr/>
            <p:nvPr/>
          </p:nvSpPr>
          <p:spPr>
            <a:xfrm>
              <a:off x="4903760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9" name="pg2009"/>
            <p:cNvSpPr/>
            <p:nvPr/>
          </p:nvSpPr>
          <p:spPr>
            <a:xfrm>
              <a:off x="4915397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0" name="pg2010"/>
            <p:cNvSpPr/>
            <p:nvPr/>
          </p:nvSpPr>
          <p:spPr>
            <a:xfrm>
              <a:off x="4927035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1" name="pg2011"/>
            <p:cNvSpPr/>
            <p:nvPr/>
          </p:nvSpPr>
          <p:spPr>
            <a:xfrm>
              <a:off x="4938672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2" name="pg2012"/>
            <p:cNvSpPr/>
            <p:nvPr/>
          </p:nvSpPr>
          <p:spPr>
            <a:xfrm>
              <a:off x="4950309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3" name="pg2013"/>
            <p:cNvSpPr/>
            <p:nvPr/>
          </p:nvSpPr>
          <p:spPr>
            <a:xfrm>
              <a:off x="4961947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4" name="pg2014"/>
            <p:cNvSpPr/>
            <p:nvPr/>
          </p:nvSpPr>
          <p:spPr>
            <a:xfrm>
              <a:off x="4822299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5" name="pg2015"/>
            <p:cNvSpPr/>
            <p:nvPr/>
          </p:nvSpPr>
          <p:spPr>
            <a:xfrm>
              <a:off x="4833936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6" name="pg2016"/>
            <p:cNvSpPr/>
            <p:nvPr/>
          </p:nvSpPr>
          <p:spPr>
            <a:xfrm>
              <a:off x="4845573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7" name="pg2017"/>
            <p:cNvSpPr/>
            <p:nvPr/>
          </p:nvSpPr>
          <p:spPr>
            <a:xfrm>
              <a:off x="4857211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8" name="pg2018"/>
            <p:cNvSpPr/>
            <p:nvPr/>
          </p:nvSpPr>
          <p:spPr>
            <a:xfrm>
              <a:off x="4868848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9" name="pg2019"/>
            <p:cNvSpPr/>
            <p:nvPr/>
          </p:nvSpPr>
          <p:spPr>
            <a:xfrm>
              <a:off x="4880485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0" name="pg2020"/>
            <p:cNvSpPr/>
            <p:nvPr/>
          </p:nvSpPr>
          <p:spPr>
            <a:xfrm>
              <a:off x="4892123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1" name="pg2021"/>
            <p:cNvSpPr/>
            <p:nvPr/>
          </p:nvSpPr>
          <p:spPr>
            <a:xfrm>
              <a:off x="4903760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2" name="pg2022"/>
            <p:cNvSpPr/>
            <p:nvPr/>
          </p:nvSpPr>
          <p:spPr>
            <a:xfrm>
              <a:off x="4915397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3" name="pg2023"/>
            <p:cNvSpPr/>
            <p:nvPr/>
          </p:nvSpPr>
          <p:spPr>
            <a:xfrm>
              <a:off x="4927035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4" name="pg2024"/>
            <p:cNvSpPr/>
            <p:nvPr/>
          </p:nvSpPr>
          <p:spPr>
            <a:xfrm>
              <a:off x="4938672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5" name="pg2025"/>
            <p:cNvSpPr/>
            <p:nvPr/>
          </p:nvSpPr>
          <p:spPr>
            <a:xfrm>
              <a:off x="4950309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6" name="pg2026"/>
            <p:cNvSpPr/>
            <p:nvPr/>
          </p:nvSpPr>
          <p:spPr>
            <a:xfrm>
              <a:off x="4961947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7" name="pg2027"/>
            <p:cNvSpPr/>
            <p:nvPr/>
          </p:nvSpPr>
          <p:spPr>
            <a:xfrm>
              <a:off x="4810661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8" name="pg2028"/>
            <p:cNvSpPr/>
            <p:nvPr/>
          </p:nvSpPr>
          <p:spPr>
            <a:xfrm>
              <a:off x="4822299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9" name="pg2029"/>
            <p:cNvSpPr/>
            <p:nvPr/>
          </p:nvSpPr>
          <p:spPr>
            <a:xfrm>
              <a:off x="4833936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0" name="pg2030"/>
            <p:cNvSpPr/>
            <p:nvPr/>
          </p:nvSpPr>
          <p:spPr>
            <a:xfrm>
              <a:off x="4845573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1" name="pg2031"/>
            <p:cNvSpPr/>
            <p:nvPr/>
          </p:nvSpPr>
          <p:spPr>
            <a:xfrm>
              <a:off x="4857211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2" name="pg2032"/>
            <p:cNvSpPr/>
            <p:nvPr/>
          </p:nvSpPr>
          <p:spPr>
            <a:xfrm>
              <a:off x="4868848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3" name="pg2033"/>
            <p:cNvSpPr/>
            <p:nvPr/>
          </p:nvSpPr>
          <p:spPr>
            <a:xfrm>
              <a:off x="4880485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4" name="pg2034"/>
            <p:cNvSpPr/>
            <p:nvPr/>
          </p:nvSpPr>
          <p:spPr>
            <a:xfrm>
              <a:off x="4892123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5" name="pg2035"/>
            <p:cNvSpPr/>
            <p:nvPr/>
          </p:nvSpPr>
          <p:spPr>
            <a:xfrm>
              <a:off x="4903760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6" name="pg2036"/>
            <p:cNvSpPr/>
            <p:nvPr/>
          </p:nvSpPr>
          <p:spPr>
            <a:xfrm>
              <a:off x="4915397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7" name="pg2037"/>
            <p:cNvSpPr/>
            <p:nvPr/>
          </p:nvSpPr>
          <p:spPr>
            <a:xfrm>
              <a:off x="4927035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8" name="pg2038"/>
            <p:cNvSpPr/>
            <p:nvPr/>
          </p:nvSpPr>
          <p:spPr>
            <a:xfrm>
              <a:off x="4938672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9" name="pg2039"/>
            <p:cNvSpPr/>
            <p:nvPr/>
          </p:nvSpPr>
          <p:spPr>
            <a:xfrm>
              <a:off x="4950309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0" name="pg2040"/>
            <p:cNvSpPr/>
            <p:nvPr/>
          </p:nvSpPr>
          <p:spPr>
            <a:xfrm>
              <a:off x="4799024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1" name="pg2041"/>
            <p:cNvSpPr/>
            <p:nvPr/>
          </p:nvSpPr>
          <p:spPr>
            <a:xfrm>
              <a:off x="4810661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2" name="pg2042"/>
            <p:cNvSpPr/>
            <p:nvPr/>
          </p:nvSpPr>
          <p:spPr>
            <a:xfrm>
              <a:off x="4822299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3" name="pg2043"/>
            <p:cNvSpPr/>
            <p:nvPr/>
          </p:nvSpPr>
          <p:spPr>
            <a:xfrm>
              <a:off x="4833936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4" name="pg2044"/>
            <p:cNvSpPr/>
            <p:nvPr/>
          </p:nvSpPr>
          <p:spPr>
            <a:xfrm>
              <a:off x="4845573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5" name="pg2045"/>
            <p:cNvSpPr/>
            <p:nvPr/>
          </p:nvSpPr>
          <p:spPr>
            <a:xfrm>
              <a:off x="4857211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6" name="pg2046"/>
            <p:cNvSpPr/>
            <p:nvPr/>
          </p:nvSpPr>
          <p:spPr>
            <a:xfrm>
              <a:off x="4868848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7" name="pg2047"/>
            <p:cNvSpPr/>
            <p:nvPr/>
          </p:nvSpPr>
          <p:spPr>
            <a:xfrm>
              <a:off x="4787387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8" name="pg2048"/>
            <p:cNvSpPr/>
            <p:nvPr/>
          </p:nvSpPr>
          <p:spPr>
            <a:xfrm>
              <a:off x="4799024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9" name="pg2049"/>
            <p:cNvSpPr/>
            <p:nvPr/>
          </p:nvSpPr>
          <p:spPr>
            <a:xfrm>
              <a:off x="4810661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0" name="pg2050"/>
            <p:cNvSpPr/>
            <p:nvPr/>
          </p:nvSpPr>
          <p:spPr>
            <a:xfrm>
              <a:off x="4822299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1" name="pg2051"/>
            <p:cNvSpPr/>
            <p:nvPr/>
          </p:nvSpPr>
          <p:spPr>
            <a:xfrm>
              <a:off x="4833936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2" name="pg2052"/>
            <p:cNvSpPr/>
            <p:nvPr/>
          </p:nvSpPr>
          <p:spPr>
            <a:xfrm>
              <a:off x="4845573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3" name="pg2053"/>
            <p:cNvSpPr/>
            <p:nvPr/>
          </p:nvSpPr>
          <p:spPr>
            <a:xfrm>
              <a:off x="4857211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4" name="pg2054"/>
            <p:cNvSpPr/>
            <p:nvPr/>
          </p:nvSpPr>
          <p:spPr>
            <a:xfrm>
              <a:off x="4775749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5" name="pg2055"/>
            <p:cNvSpPr/>
            <p:nvPr/>
          </p:nvSpPr>
          <p:spPr>
            <a:xfrm>
              <a:off x="4787387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6" name="pg2056"/>
            <p:cNvSpPr/>
            <p:nvPr/>
          </p:nvSpPr>
          <p:spPr>
            <a:xfrm>
              <a:off x="4799024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7" name="pg2057"/>
            <p:cNvSpPr/>
            <p:nvPr/>
          </p:nvSpPr>
          <p:spPr>
            <a:xfrm>
              <a:off x="4810661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8" name="pg2058"/>
            <p:cNvSpPr/>
            <p:nvPr/>
          </p:nvSpPr>
          <p:spPr>
            <a:xfrm>
              <a:off x="4822299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9" name="pg2059"/>
            <p:cNvSpPr/>
            <p:nvPr/>
          </p:nvSpPr>
          <p:spPr>
            <a:xfrm>
              <a:off x="4833936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0" name="pg2060"/>
            <p:cNvSpPr/>
            <p:nvPr/>
          </p:nvSpPr>
          <p:spPr>
            <a:xfrm>
              <a:off x="4845573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1" name="pg2061"/>
            <p:cNvSpPr/>
            <p:nvPr/>
          </p:nvSpPr>
          <p:spPr>
            <a:xfrm>
              <a:off x="4775749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2" name="pg2062"/>
            <p:cNvSpPr/>
            <p:nvPr/>
          </p:nvSpPr>
          <p:spPr>
            <a:xfrm>
              <a:off x="4787387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3" name="pg2063"/>
            <p:cNvSpPr/>
            <p:nvPr/>
          </p:nvSpPr>
          <p:spPr>
            <a:xfrm>
              <a:off x="4799024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4" name="pg2064"/>
            <p:cNvSpPr/>
            <p:nvPr/>
          </p:nvSpPr>
          <p:spPr>
            <a:xfrm>
              <a:off x="4810661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5" name="pg2065"/>
            <p:cNvSpPr/>
            <p:nvPr/>
          </p:nvSpPr>
          <p:spPr>
            <a:xfrm>
              <a:off x="4822299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6" name="pg2066"/>
            <p:cNvSpPr/>
            <p:nvPr/>
          </p:nvSpPr>
          <p:spPr>
            <a:xfrm>
              <a:off x="4833936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7" name="pg2067"/>
            <p:cNvSpPr/>
            <p:nvPr/>
          </p:nvSpPr>
          <p:spPr>
            <a:xfrm>
              <a:off x="4752475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8" name="pg2068"/>
            <p:cNvSpPr/>
            <p:nvPr/>
          </p:nvSpPr>
          <p:spPr>
            <a:xfrm>
              <a:off x="4764112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9" name="pg2069"/>
            <p:cNvSpPr/>
            <p:nvPr/>
          </p:nvSpPr>
          <p:spPr>
            <a:xfrm>
              <a:off x="4775749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0" name="pg2070"/>
            <p:cNvSpPr/>
            <p:nvPr/>
          </p:nvSpPr>
          <p:spPr>
            <a:xfrm>
              <a:off x="4787387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1" name="pg2071"/>
            <p:cNvSpPr/>
            <p:nvPr/>
          </p:nvSpPr>
          <p:spPr>
            <a:xfrm>
              <a:off x="4799024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2" name="pg2072"/>
            <p:cNvSpPr/>
            <p:nvPr/>
          </p:nvSpPr>
          <p:spPr>
            <a:xfrm>
              <a:off x="4810661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3" name="pg2073"/>
            <p:cNvSpPr/>
            <p:nvPr/>
          </p:nvSpPr>
          <p:spPr>
            <a:xfrm>
              <a:off x="4822299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4" name="pg2074"/>
            <p:cNvSpPr/>
            <p:nvPr/>
          </p:nvSpPr>
          <p:spPr>
            <a:xfrm>
              <a:off x="4740837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5" name="pg2075"/>
            <p:cNvSpPr/>
            <p:nvPr/>
          </p:nvSpPr>
          <p:spPr>
            <a:xfrm>
              <a:off x="4752475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6" name="pg2076"/>
            <p:cNvSpPr/>
            <p:nvPr/>
          </p:nvSpPr>
          <p:spPr>
            <a:xfrm>
              <a:off x="4764112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7" name="pg2077"/>
            <p:cNvSpPr/>
            <p:nvPr/>
          </p:nvSpPr>
          <p:spPr>
            <a:xfrm>
              <a:off x="4775749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8" name="pg2078"/>
            <p:cNvSpPr/>
            <p:nvPr/>
          </p:nvSpPr>
          <p:spPr>
            <a:xfrm>
              <a:off x="4787387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9" name="pg2079"/>
            <p:cNvSpPr/>
            <p:nvPr/>
          </p:nvSpPr>
          <p:spPr>
            <a:xfrm>
              <a:off x="4799024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0" name="pg2080"/>
            <p:cNvSpPr/>
            <p:nvPr/>
          </p:nvSpPr>
          <p:spPr>
            <a:xfrm>
              <a:off x="4810661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1" name="pg2081"/>
            <p:cNvSpPr/>
            <p:nvPr/>
          </p:nvSpPr>
          <p:spPr>
            <a:xfrm>
              <a:off x="4822299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2" name="pg2082"/>
            <p:cNvSpPr/>
            <p:nvPr/>
          </p:nvSpPr>
          <p:spPr>
            <a:xfrm>
              <a:off x="4717563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3" name="pg2083"/>
            <p:cNvSpPr/>
            <p:nvPr/>
          </p:nvSpPr>
          <p:spPr>
            <a:xfrm>
              <a:off x="4729200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4" name="pg2084"/>
            <p:cNvSpPr/>
            <p:nvPr/>
          </p:nvSpPr>
          <p:spPr>
            <a:xfrm>
              <a:off x="4740837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5" name="pg2085"/>
            <p:cNvSpPr/>
            <p:nvPr/>
          </p:nvSpPr>
          <p:spPr>
            <a:xfrm>
              <a:off x="4752475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6" name="pg2086"/>
            <p:cNvSpPr/>
            <p:nvPr/>
          </p:nvSpPr>
          <p:spPr>
            <a:xfrm>
              <a:off x="4764112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7" name="pg2087"/>
            <p:cNvSpPr/>
            <p:nvPr/>
          </p:nvSpPr>
          <p:spPr>
            <a:xfrm>
              <a:off x="4775749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8" name="pg2088"/>
            <p:cNvSpPr/>
            <p:nvPr/>
          </p:nvSpPr>
          <p:spPr>
            <a:xfrm>
              <a:off x="4787387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9" name="pg2089"/>
            <p:cNvSpPr/>
            <p:nvPr/>
          </p:nvSpPr>
          <p:spPr>
            <a:xfrm>
              <a:off x="4799024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0" name="pg2090"/>
            <p:cNvSpPr/>
            <p:nvPr/>
          </p:nvSpPr>
          <p:spPr>
            <a:xfrm>
              <a:off x="4810661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1" name="pg2091"/>
            <p:cNvSpPr/>
            <p:nvPr/>
          </p:nvSpPr>
          <p:spPr>
            <a:xfrm>
              <a:off x="4705925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2" name="pg2092"/>
            <p:cNvSpPr/>
            <p:nvPr/>
          </p:nvSpPr>
          <p:spPr>
            <a:xfrm>
              <a:off x="4717563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3" name="pg2093"/>
            <p:cNvSpPr/>
            <p:nvPr/>
          </p:nvSpPr>
          <p:spPr>
            <a:xfrm>
              <a:off x="4729200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4" name="pg2094"/>
            <p:cNvSpPr/>
            <p:nvPr/>
          </p:nvSpPr>
          <p:spPr>
            <a:xfrm>
              <a:off x="4740837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5" name="pg2095"/>
            <p:cNvSpPr/>
            <p:nvPr/>
          </p:nvSpPr>
          <p:spPr>
            <a:xfrm>
              <a:off x="4752475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6" name="pg2096"/>
            <p:cNvSpPr/>
            <p:nvPr/>
          </p:nvSpPr>
          <p:spPr>
            <a:xfrm>
              <a:off x="4764112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7" name="pg2097"/>
            <p:cNvSpPr/>
            <p:nvPr/>
          </p:nvSpPr>
          <p:spPr>
            <a:xfrm>
              <a:off x="4775749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8" name="pg2098"/>
            <p:cNvSpPr/>
            <p:nvPr/>
          </p:nvSpPr>
          <p:spPr>
            <a:xfrm>
              <a:off x="4787387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9" name="pg2099"/>
            <p:cNvSpPr/>
            <p:nvPr/>
          </p:nvSpPr>
          <p:spPr>
            <a:xfrm>
              <a:off x="4647739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0" name="pg2100"/>
            <p:cNvSpPr/>
            <p:nvPr/>
          </p:nvSpPr>
          <p:spPr>
            <a:xfrm>
              <a:off x="4659376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1" name="pg2101"/>
            <p:cNvSpPr/>
            <p:nvPr/>
          </p:nvSpPr>
          <p:spPr>
            <a:xfrm>
              <a:off x="4671013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2" name="pg2102"/>
            <p:cNvSpPr/>
            <p:nvPr/>
          </p:nvSpPr>
          <p:spPr>
            <a:xfrm>
              <a:off x="4682651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3" name="pg2103"/>
            <p:cNvSpPr/>
            <p:nvPr/>
          </p:nvSpPr>
          <p:spPr>
            <a:xfrm>
              <a:off x="4694288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4" name="pg2104"/>
            <p:cNvSpPr/>
            <p:nvPr/>
          </p:nvSpPr>
          <p:spPr>
            <a:xfrm>
              <a:off x="4705925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5" name="pg2105"/>
            <p:cNvSpPr/>
            <p:nvPr/>
          </p:nvSpPr>
          <p:spPr>
            <a:xfrm>
              <a:off x="4717563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6" name="pg2106"/>
            <p:cNvSpPr/>
            <p:nvPr/>
          </p:nvSpPr>
          <p:spPr>
            <a:xfrm>
              <a:off x="4729200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7" name="pg2107"/>
            <p:cNvSpPr/>
            <p:nvPr/>
          </p:nvSpPr>
          <p:spPr>
            <a:xfrm>
              <a:off x="4740837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8" name="pg2108"/>
            <p:cNvSpPr/>
            <p:nvPr/>
          </p:nvSpPr>
          <p:spPr>
            <a:xfrm>
              <a:off x="4752475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9" name="pg2109"/>
            <p:cNvSpPr/>
            <p:nvPr/>
          </p:nvSpPr>
          <p:spPr>
            <a:xfrm>
              <a:off x="4764112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0" name="pg2110"/>
            <p:cNvSpPr/>
            <p:nvPr/>
          </p:nvSpPr>
          <p:spPr>
            <a:xfrm>
              <a:off x="4775749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1" name="pg2111"/>
            <p:cNvSpPr/>
            <p:nvPr/>
          </p:nvSpPr>
          <p:spPr>
            <a:xfrm>
              <a:off x="4624464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2" name="pg2112"/>
            <p:cNvSpPr/>
            <p:nvPr/>
          </p:nvSpPr>
          <p:spPr>
            <a:xfrm>
              <a:off x="4636101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3" name="pg2113"/>
            <p:cNvSpPr/>
            <p:nvPr/>
          </p:nvSpPr>
          <p:spPr>
            <a:xfrm>
              <a:off x="4647739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4" name="pg2114"/>
            <p:cNvSpPr/>
            <p:nvPr/>
          </p:nvSpPr>
          <p:spPr>
            <a:xfrm>
              <a:off x="4659376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5" name="pg2115"/>
            <p:cNvSpPr/>
            <p:nvPr/>
          </p:nvSpPr>
          <p:spPr>
            <a:xfrm>
              <a:off x="4671013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6" name="pg2116"/>
            <p:cNvSpPr/>
            <p:nvPr/>
          </p:nvSpPr>
          <p:spPr>
            <a:xfrm>
              <a:off x="4682651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7" name="pg2117"/>
            <p:cNvSpPr/>
            <p:nvPr/>
          </p:nvSpPr>
          <p:spPr>
            <a:xfrm>
              <a:off x="4694288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8" name="pg2118"/>
            <p:cNvSpPr/>
            <p:nvPr/>
          </p:nvSpPr>
          <p:spPr>
            <a:xfrm>
              <a:off x="4705925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9" name="pg2119"/>
            <p:cNvSpPr/>
            <p:nvPr/>
          </p:nvSpPr>
          <p:spPr>
            <a:xfrm>
              <a:off x="4717563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0" name="pg2120"/>
            <p:cNvSpPr/>
            <p:nvPr/>
          </p:nvSpPr>
          <p:spPr>
            <a:xfrm>
              <a:off x="4729200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1" name="pg2121"/>
            <p:cNvSpPr/>
            <p:nvPr/>
          </p:nvSpPr>
          <p:spPr>
            <a:xfrm>
              <a:off x="4740837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2" name="pg2122"/>
            <p:cNvSpPr/>
            <p:nvPr/>
          </p:nvSpPr>
          <p:spPr>
            <a:xfrm>
              <a:off x="4752475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3" name="pg2123"/>
            <p:cNvSpPr/>
            <p:nvPr/>
          </p:nvSpPr>
          <p:spPr>
            <a:xfrm>
              <a:off x="4764112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4" name="pg2124"/>
            <p:cNvSpPr/>
            <p:nvPr/>
          </p:nvSpPr>
          <p:spPr>
            <a:xfrm>
              <a:off x="4612827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5" name="pg2125"/>
            <p:cNvSpPr/>
            <p:nvPr/>
          </p:nvSpPr>
          <p:spPr>
            <a:xfrm>
              <a:off x="4624464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6" name="pg2126"/>
            <p:cNvSpPr/>
            <p:nvPr/>
          </p:nvSpPr>
          <p:spPr>
            <a:xfrm>
              <a:off x="4636101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7" name="pg2127"/>
            <p:cNvSpPr/>
            <p:nvPr/>
          </p:nvSpPr>
          <p:spPr>
            <a:xfrm>
              <a:off x="4647739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8" name="pg2128"/>
            <p:cNvSpPr/>
            <p:nvPr/>
          </p:nvSpPr>
          <p:spPr>
            <a:xfrm>
              <a:off x="4659376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9" name="pg2129"/>
            <p:cNvSpPr/>
            <p:nvPr/>
          </p:nvSpPr>
          <p:spPr>
            <a:xfrm>
              <a:off x="4671013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0" name="pg2130"/>
            <p:cNvSpPr/>
            <p:nvPr/>
          </p:nvSpPr>
          <p:spPr>
            <a:xfrm>
              <a:off x="4682651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1" name="pg2131"/>
            <p:cNvSpPr/>
            <p:nvPr/>
          </p:nvSpPr>
          <p:spPr>
            <a:xfrm>
              <a:off x="4694288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2" name="pg2132"/>
            <p:cNvSpPr/>
            <p:nvPr/>
          </p:nvSpPr>
          <p:spPr>
            <a:xfrm>
              <a:off x="4705925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3" name="pg2133"/>
            <p:cNvSpPr/>
            <p:nvPr/>
          </p:nvSpPr>
          <p:spPr>
            <a:xfrm>
              <a:off x="4717563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4" name="pg2134"/>
            <p:cNvSpPr/>
            <p:nvPr/>
          </p:nvSpPr>
          <p:spPr>
            <a:xfrm>
              <a:off x="4729200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5" name="pg2135"/>
            <p:cNvSpPr/>
            <p:nvPr/>
          </p:nvSpPr>
          <p:spPr>
            <a:xfrm>
              <a:off x="4740837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6" name="pg2136"/>
            <p:cNvSpPr/>
            <p:nvPr/>
          </p:nvSpPr>
          <p:spPr>
            <a:xfrm>
              <a:off x="4612827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7" name="pg2137"/>
            <p:cNvSpPr/>
            <p:nvPr/>
          </p:nvSpPr>
          <p:spPr>
            <a:xfrm>
              <a:off x="4624464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8" name="pg2138"/>
            <p:cNvSpPr/>
            <p:nvPr/>
          </p:nvSpPr>
          <p:spPr>
            <a:xfrm>
              <a:off x="4636101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9" name="pg2139"/>
            <p:cNvSpPr/>
            <p:nvPr/>
          </p:nvSpPr>
          <p:spPr>
            <a:xfrm>
              <a:off x="4647739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0" name="pg2140"/>
            <p:cNvSpPr/>
            <p:nvPr/>
          </p:nvSpPr>
          <p:spPr>
            <a:xfrm>
              <a:off x="4659376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1" name="pg2141"/>
            <p:cNvSpPr/>
            <p:nvPr/>
          </p:nvSpPr>
          <p:spPr>
            <a:xfrm>
              <a:off x="4671013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2" name="pg2142"/>
            <p:cNvSpPr/>
            <p:nvPr/>
          </p:nvSpPr>
          <p:spPr>
            <a:xfrm>
              <a:off x="4682651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3" name="pg2143"/>
            <p:cNvSpPr/>
            <p:nvPr/>
          </p:nvSpPr>
          <p:spPr>
            <a:xfrm>
              <a:off x="4694288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4" name="pg2144"/>
            <p:cNvSpPr/>
            <p:nvPr/>
          </p:nvSpPr>
          <p:spPr>
            <a:xfrm>
              <a:off x="4705925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5" name="pg2145"/>
            <p:cNvSpPr/>
            <p:nvPr/>
          </p:nvSpPr>
          <p:spPr>
            <a:xfrm>
              <a:off x="4717563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6" name="pg2146"/>
            <p:cNvSpPr/>
            <p:nvPr/>
          </p:nvSpPr>
          <p:spPr>
            <a:xfrm>
              <a:off x="4729200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7" name="pg2147"/>
            <p:cNvSpPr/>
            <p:nvPr/>
          </p:nvSpPr>
          <p:spPr>
            <a:xfrm>
              <a:off x="4612827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8" name="pg2148"/>
            <p:cNvSpPr/>
            <p:nvPr/>
          </p:nvSpPr>
          <p:spPr>
            <a:xfrm>
              <a:off x="4624464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9" name="pg2149"/>
            <p:cNvSpPr/>
            <p:nvPr/>
          </p:nvSpPr>
          <p:spPr>
            <a:xfrm>
              <a:off x="4636101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0" name="pg2150"/>
            <p:cNvSpPr/>
            <p:nvPr/>
          </p:nvSpPr>
          <p:spPr>
            <a:xfrm>
              <a:off x="4647739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1" name="pg2151"/>
            <p:cNvSpPr/>
            <p:nvPr/>
          </p:nvSpPr>
          <p:spPr>
            <a:xfrm>
              <a:off x="4659376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2" name="pg2152"/>
            <p:cNvSpPr/>
            <p:nvPr/>
          </p:nvSpPr>
          <p:spPr>
            <a:xfrm>
              <a:off x="4671013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3" name="pg2153"/>
            <p:cNvSpPr/>
            <p:nvPr/>
          </p:nvSpPr>
          <p:spPr>
            <a:xfrm>
              <a:off x="4682651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4" name="pg2154"/>
            <p:cNvSpPr/>
            <p:nvPr/>
          </p:nvSpPr>
          <p:spPr>
            <a:xfrm>
              <a:off x="4694288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5" name="pg2155"/>
            <p:cNvSpPr/>
            <p:nvPr/>
          </p:nvSpPr>
          <p:spPr>
            <a:xfrm>
              <a:off x="4612827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6" name="pg2156"/>
            <p:cNvSpPr/>
            <p:nvPr/>
          </p:nvSpPr>
          <p:spPr>
            <a:xfrm>
              <a:off x="4624464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7" name="pg2157"/>
            <p:cNvSpPr/>
            <p:nvPr/>
          </p:nvSpPr>
          <p:spPr>
            <a:xfrm>
              <a:off x="4636101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8" name="pg2158"/>
            <p:cNvSpPr/>
            <p:nvPr/>
          </p:nvSpPr>
          <p:spPr>
            <a:xfrm>
              <a:off x="4647739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9" name="pg2159"/>
            <p:cNvSpPr/>
            <p:nvPr/>
          </p:nvSpPr>
          <p:spPr>
            <a:xfrm>
              <a:off x="4659376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0" name="pg2160"/>
            <p:cNvSpPr/>
            <p:nvPr/>
          </p:nvSpPr>
          <p:spPr>
            <a:xfrm>
              <a:off x="4671013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1" name="pg2161"/>
            <p:cNvSpPr/>
            <p:nvPr/>
          </p:nvSpPr>
          <p:spPr>
            <a:xfrm>
              <a:off x="4682651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2" name="pg2162"/>
            <p:cNvSpPr/>
            <p:nvPr/>
          </p:nvSpPr>
          <p:spPr>
            <a:xfrm>
              <a:off x="4589552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3" name="pg2163"/>
            <p:cNvSpPr/>
            <p:nvPr/>
          </p:nvSpPr>
          <p:spPr>
            <a:xfrm>
              <a:off x="4601190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4" name="pg2164"/>
            <p:cNvSpPr/>
            <p:nvPr/>
          </p:nvSpPr>
          <p:spPr>
            <a:xfrm>
              <a:off x="4612827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5" name="pg2165"/>
            <p:cNvSpPr/>
            <p:nvPr/>
          </p:nvSpPr>
          <p:spPr>
            <a:xfrm>
              <a:off x="4624464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6" name="pg2166"/>
            <p:cNvSpPr/>
            <p:nvPr/>
          </p:nvSpPr>
          <p:spPr>
            <a:xfrm>
              <a:off x="4636101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7" name="pg2167"/>
            <p:cNvSpPr/>
            <p:nvPr/>
          </p:nvSpPr>
          <p:spPr>
            <a:xfrm>
              <a:off x="4647739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8" name="pg2168"/>
            <p:cNvSpPr/>
            <p:nvPr/>
          </p:nvSpPr>
          <p:spPr>
            <a:xfrm>
              <a:off x="4659376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9" name="pg2169"/>
            <p:cNvSpPr/>
            <p:nvPr/>
          </p:nvSpPr>
          <p:spPr>
            <a:xfrm>
              <a:off x="4671013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0" name="pg2170"/>
            <p:cNvSpPr/>
            <p:nvPr/>
          </p:nvSpPr>
          <p:spPr>
            <a:xfrm>
              <a:off x="4589552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1" name="pg2171"/>
            <p:cNvSpPr/>
            <p:nvPr/>
          </p:nvSpPr>
          <p:spPr>
            <a:xfrm>
              <a:off x="4601190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2" name="pg2172"/>
            <p:cNvSpPr/>
            <p:nvPr/>
          </p:nvSpPr>
          <p:spPr>
            <a:xfrm>
              <a:off x="4612827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3" name="pg2173"/>
            <p:cNvSpPr/>
            <p:nvPr/>
          </p:nvSpPr>
          <p:spPr>
            <a:xfrm>
              <a:off x="4624464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4" name="pg2174"/>
            <p:cNvSpPr/>
            <p:nvPr/>
          </p:nvSpPr>
          <p:spPr>
            <a:xfrm>
              <a:off x="4636101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5" name="pg2175"/>
            <p:cNvSpPr/>
            <p:nvPr/>
          </p:nvSpPr>
          <p:spPr>
            <a:xfrm>
              <a:off x="4647739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6" name="pg2176"/>
            <p:cNvSpPr/>
            <p:nvPr/>
          </p:nvSpPr>
          <p:spPr>
            <a:xfrm>
              <a:off x="4659376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7" name="pg2177"/>
            <p:cNvSpPr/>
            <p:nvPr/>
          </p:nvSpPr>
          <p:spPr>
            <a:xfrm>
              <a:off x="4577915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8" name="pg2178"/>
            <p:cNvSpPr/>
            <p:nvPr/>
          </p:nvSpPr>
          <p:spPr>
            <a:xfrm>
              <a:off x="4589552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9" name="pg2179"/>
            <p:cNvSpPr/>
            <p:nvPr/>
          </p:nvSpPr>
          <p:spPr>
            <a:xfrm>
              <a:off x="4601190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0" name="pg2180"/>
            <p:cNvSpPr/>
            <p:nvPr/>
          </p:nvSpPr>
          <p:spPr>
            <a:xfrm>
              <a:off x="4612827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1" name="pg2181"/>
            <p:cNvSpPr/>
            <p:nvPr/>
          </p:nvSpPr>
          <p:spPr>
            <a:xfrm>
              <a:off x="4624464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2" name="pg2182"/>
            <p:cNvSpPr/>
            <p:nvPr/>
          </p:nvSpPr>
          <p:spPr>
            <a:xfrm>
              <a:off x="4636101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3" name="pg2183"/>
            <p:cNvSpPr/>
            <p:nvPr/>
          </p:nvSpPr>
          <p:spPr>
            <a:xfrm>
              <a:off x="4647739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4" name="pg2184"/>
            <p:cNvSpPr/>
            <p:nvPr/>
          </p:nvSpPr>
          <p:spPr>
            <a:xfrm>
              <a:off x="4577915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5" name="pg2185"/>
            <p:cNvSpPr/>
            <p:nvPr/>
          </p:nvSpPr>
          <p:spPr>
            <a:xfrm>
              <a:off x="4589552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6" name="pg2186"/>
            <p:cNvSpPr/>
            <p:nvPr/>
          </p:nvSpPr>
          <p:spPr>
            <a:xfrm>
              <a:off x="4601190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7" name="pg2187"/>
            <p:cNvSpPr/>
            <p:nvPr/>
          </p:nvSpPr>
          <p:spPr>
            <a:xfrm>
              <a:off x="4612827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8" name="pg2188"/>
            <p:cNvSpPr/>
            <p:nvPr/>
          </p:nvSpPr>
          <p:spPr>
            <a:xfrm>
              <a:off x="4624464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9" name="pg2189"/>
            <p:cNvSpPr/>
            <p:nvPr/>
          </p:nvSpPr>
          <p:spPr>
            <a:xfrm>
              <a:off x="4636101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0" name="pg2190"/>
            <p:cNvSpPr/>
            <p:nvPr/>
          </p:nvSpPr>
          <p:spPr>
            <a:xfrm>
              <a:off x="4566278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1" name="pg2191"/>
            <p:cNvSpPr/>
            <p:nvPr/>
          </p:nvSpPr>
          <p:spPr>
            <a:xfrm>
              <a:off x="4577915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2" name="pg2192"/>
            <p:cNvSpPr/>
            <p:nvPr/>
          </p:nvSpPr>
          <p:spPr>
            <a:xfrm>
              <a:off x="4589552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3" name="pg2193"/>
            <p:cNvSpPr/>
            <p:nvPr/>
          </p:nvSpPr>
          <p:spPr>
            <a:xfrm>
              <a:off x="4601190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4" name="pg2194"/>
            <p:cNvSpPr/>
            <p:nvPr/>
          </p:nvSpPr>
          <p:spPr>
            <a:xfrm>
              <a:off x="4612827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5" name="pg2195"/>
            <p:cNvSpPr/>
            <p:nvPr/>
          </p:nvSpPr>
          <p:spPr>
            <a:xfrm>
              <a:off x="4624464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6" name="pg2196"/>
            <p:cNvSpPr/>
            <p:nvPr/>
          </p:nvSpPr>
          <p:spPr>
            <a:xfrm>
              <a:off x="4566278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7" name="pg2197"/>
            <p:cNvSpPr/>
            <p:nvPr/>
          </p:nvSpPr>
          <p:spPr>
            <a:xfrm>
              <a:off x="4577915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8" name="pg2198"/>
            <p:cNvSpPr/>
            <p:nvPr/>
          </p:nvSpPr>
          <p:spPr>
            <a:xfrm>
              <a:off x="4589552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9" name="pg2199"/>
            <p:cNvSpPr/>
            <p:nvPr/>
          </p:nvSpPr>
          <p:spPr>
            <a:xfrm>
              <a:off x="4601190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0" name="pg2200"/>
            <p:cNvSpPr/>
            <p:nvPr/>
          </p:nvSpPr>
          <p:spPr>
            <a:xfrm>
              <a:off x="4612827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1" name="pg2201"/>
            <p:cNvSpPr/>
            <p:nvPr/>
          </p:nvSpPr>
          <p:spPr>
            <a:xfrm>
              <a:off x="4554640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2" name="pg2202"/>
            <p:cNvSpPr/>
            <p:nvPr/>
          </p:nvSpPr>
          <p:spPr>
            <a:xfrm>
              <a:off x="4566278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3" name="pg2203"/>
            <p:cNvSpPr/>
            <p:nvPr/>
          </p:nvSpPr>
          <p:spPr>
            <a:xfrm>
              <a:off x="4577915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4" name="pg2204"/>
            <p:cNvSpPr/>
            <p:nvPr/>
          </p:nvSpPr>
          <p:spPr>
            <a:xfrm>
              <a:off x="4589552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5" name="pg2205"/>
            <p:cNvSpPr/>
            <p:nvPr/>
          </p:nvSpPr>
          <p:spPr>
            <a:xfrm>
              <a:off x="4601190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6" name="pg2206"/>
            <p:cNvSpPr/>
            <p:nvPr/>
          </p:nvSpPr>
          <p:spPr>
            <a:xfrm>
              <a:off x="4612827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7" name="pg2207"/>
            <p:cNvSpPr/>
            <p:nvPr/>
          </p:nvSpPr>
          <p:spPr>
            <a:xfrm>
              <a:off x="4554640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8" name="pg2208"/>
            <p:cNvSpPr/>
            <p:nvPr/>
          </p:nvSpPr>
          <p:spPr>
            <a:xfrm>
              <a:off x="4566278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9" name="pg2209"/>
            <p:cNvSpPr/>
            <p:nvPr/>
          </p:nvSpPr>
          <p:spPr>
            <a:xfrm>
              <a:off x="4577915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0" name="pg2210"/>
            <p:cNvSpPr/>
            <p:nvPr/>
          </p:nvSpPr>
          <p:spPr>
            <a:xfrm>
              <a:off x="4589552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1" name="pg2211"/>
            <p:cNvSpPr/>
            <p:nvPr/>
          </p:nvSpPr>
          <p:spPr>
            <a:xfrm>
              <a:off x="4601190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2" name="pg2212"/>
            <p:cNvSpPr/>
            <p:nvPr/>
          </p:nvSpPr>
          <p:spPr>
            <a:xfrm>
              <a:off x="4543003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3" name="pg2213"/>
            <p:cNvSpPr/>
            <p:nvPr/>
          </p:nvSpPr>
          <p:spPr>
            <a:xfrm>
              <a:off x="4554640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4" name="pg2214"/>
            <p:cNvSpPr/>
            <p:nvPr/>
          </p:nvSpPr>
          <p:spPr>
            <a:xfrm>
              <a:off x="4566278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5" name="pg2215"/>
            <p:cNvSpPr/>
            <p:nvPr/>
          </p:nvSpPr>
          <p:spPr>
            <a:xfrm>
              <a:off x="4577915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6" name="pg2216"/>
            <p:cNvSpPr/>
            <p:nvPr/>
          </p:nvSpPr>
          <p:spPr>
            <a:xfrm>
              <a:off x="4589552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7" name="pg2217"/>
            <p:cNvSpPr/>
            <p:nvPr/>
          </p:nvSpPr>
          <p:spPr>
            <a:xfrm>
              <a:off x="4601190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8" name="pg2218"/>
            <p:cNvSpPr/>
            <p:nvPr/>
          </p:nvSpPr>
          <p:spPr>
            <a:xfrm>
              <a:off x="4543003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9" name="pg2219"/>
            <p:cNvSpPr/>
            <p:nvPr/>
          </p:nvSpPr>
          <p:spPr>
            <a:xfrm>
              <a:off x="4554640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0" name="pg2220"/>
            <p:cNvSpPr/>
            <p:nvPr/>
          </p:nvSpPr>
          <p:spPr>
            <a:xfrm>
              <a:off x="4566278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1" name="pg2221"/>
            <p:cNvSpPr/>
            <p:nvPr/>
          </p:nvSpPr>
          <p:spPr>
            <a:xfrm>
              <a:off x="4577915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2" name="pg2222"/>
            <p:cNvSpPr/>
            <p:nvPr/>
          </p:nvSpPr>
          <p:spPr>
            <a:xfrm>
              <a:off x="4589552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3" name="pg2223"/>
            <p:cNvSpPr/>
            <p:nvPr/>
          </p:nvSpPr>
          <p:spPr>
            <a:xfrm>
              <a:off x="4601190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4" name="pg2224"/>
            <p:cNvSpPr/>
            <p:nvPr/>
          </p:nvSpPr>
          <p:spPr>
            <a:xfrm>
              <a:off x="4543003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5" name="pg2225"/>
            <p:cNvSpPr/>
            <p:nvPr/>
          </p:nvSpPr>
          <p:spPr>
            <a:xfrm>
              <a:off x="4554640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6" name="pg2226"/>
            <p:cNvSpPr/>
            <p:nvPr/>
          </p:nvSpPr>
          <p:spPr>
            <a:xfrm>
              <a:off x="4566278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7" name="pg2227"/>
            <p:cNvSpPr/>
            <p:nvPr/>
          </p:nvSpPr>
          <p:spPr>
            <a:xfrm>
              <a:off x="4577915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8" name="pg2228"/>
            <p:cNvSpPr/>
            <p:nvPr/>
          </p:nvSpPr>
          <p:spPr>
            <a:xfrm>
              <a:off x="4589552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9" name="pg2229"/>
            <p:cNvSpPr/>
            <p:nvPr/>
          </p:nvSpPr>
          <p:spPr>
            <a:xfrm>
              <a:off x="3856400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0" name="pg2230"/>
            <p:cNvSpPr/>
            <p:nvPr/>
          </p:nvSpPr>
          <p:spPr>
            <a:xfrm>
              <a:off x="3868038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1" name="pg2231"/>
            <p:cNvSpPr/>
            <p:nvPr/>
          </p:nvSpPr>
          <p:spPr>
            <a:xfrm>
              <a:off x="3879675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2" name="pg2232"/>
            <p:cNvSpPr/>
            <p:nvPr/>
          </p:nvSpPr>
          <p:spPr>
            <a:xfrm>
              <a:off x="3891312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3" name="pg2233"/>
            <p:cNvSpPr/>
            <p:nvPr/>
          </p:nvSpPr>
          <p:spPr>
            <a:xfrm>
              <a:off x="4543003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4" name="pg2234"/>
            <p:cNvSpPr/>
            <p:nvPr/>
          </p:nvSpPr>
          <p:spPr>
            <a:xfrm>
              <a:off x="4554640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5" name="pg2235"/>
            <p:cNvSpPr/>
            <p:nvPr/>
          </p:nvSpPr>
          <p:spPr>
            <a:xfrm>
              <a:off x="4566278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6" name="pg2236"/>
            <p:cNvSpPr/>
            <p:nvPr/>
          </p:nvSpPr>
          <p:spPr>
            <a:xfrm>
              <a:off x="4577915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7" name="pg2237"/>
            <p:cNvSpPr/>
            <p:nvPr/>
          </p:nvSpPr>
          <p:spPr>
            <a:xfrm>
              <a:off x="385640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8" name="pg2238"/>
            <p:cNvSpPr/>
            <p:nvPr/>
          </p:nvSpPr>
          <p:spPr>
            <a:xfrm>
              <a:off x="386803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9" name="pg2239"/>
            <p:cNvSpPr/>
            <p:nvPr/>
          </p:nvSpPr>
          <p:spPr>
            <a:xfrm>
              <a:off x="3879675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0" name="pg2240"/>
            <p:cNvSpPr/>
            <p:nvPr/>
          </p:nvSpPr>
          <p:spPr>
            <a:xfrm>
              <a:off x="3891312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1" name="pg2241"/>
            <p:cNvSpPr/>
            <p:nvPr/>
          </p:nvSpPr>
          <p:spPr>
            <a:xfrm>
              <a:off x="390295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2" name="pg2242"/>
            <p:cNvSpPr/>
            <p:nvPr/>
          </p:nvSpPr>
          <p:spPr>
            <a:xfrm>
              <a:off x="3949499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3" name="pg2243"/>
            <p:cNvSpPr/>
            <p:nvPr/>
          </p:nvSpPr>
          <p:spPr>
            <a:xfrm>
              <a:off x="3961136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4" name="pg2244"/>
            <p:cNvSpPr/>
            <p:nvPr/>
          </p:nvSpPr>
          <p:spPr>
            <a:xfrm>
              <a:off x="3972774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5" name="pg2245"/>
            <p:cNvSpPr/>
            <p:nvPr/>
          </p:nvSpPr>
          <p:spPr>
            <a:xfrm>
              <a:off x="3984411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6" name="pg2246"/>
            <p:cNvSpPr/>
            <p:nvPr/>
          </p:nvSpPr>
          <p:spPr>
            <a:xfrm>
              <a:off x="399604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7" name="pg2247"/>
            <p:cNvSpPr/>
            <p:nvPr/>
          </p:nvSpPr>
          <p:spPr>
            <a:xfrm>
              <a:off x="4543003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8" name="pg2248"/>
            <p:cNvSpPr/>
            <p:nvPr/>
          </p:nvSpPr>
          <p:spPr>
            <a:xfrm>
              <a:off x="455464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9" name="pg2249"/>
            <p:cNvSpPr/>
            <p:nvPr/>
          </p:nvSpPr>
          <p:spPr>
            <a:xfrm>
              <a:off x="456627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0" name="pg2250"/>
            <p:cNvSpPr/>
            <p:nvPr/>
          </p:nvSpPr>
          <p:spPr>
            <a:xfrm>
              <a:off x="4577915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1" name="pg2251"/>
            <p:cNvSpPr/>
            <p:nvPr/>
          </p:nvSpPr>
          <p:spPr>
            <a:xfrm>
              <a:off x="4589552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2" name="pg2252"/>
            <p:cNvSpPr/>
            <p:nvPr/>
          </p:nvSpPr>
          <p:spPr>
            <a:xfrm>
              <a:off x="3774939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3" name="pg2253"/>
            <p:cNvSpPr/>
            <p:nvPr/>
          </p:nvSpPr>
          <p:spPr>
            <a:xfrm>
              <a:off x="378657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4" name="pg2254"/>
            <p:cNvSpPr/>
            <p:nvPr/>
          </p:nvSpPr>
          <p:spPr>
            <a:xfrm>
              <a:off x="384476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5" name="pg2255"/>
            <p:cNvSpPr/>
            <p:nvPr/>
          </p:nvSpPr>
          <p:spPr>
            <a:xfrm>
              <a:off x="385640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6" name="pg2256"/>
            <p:cNvSpPr/>
            <p:nvPr/>
          </p:nvSpPr>
          <p:spPr>
            <a:xfrm>
              <a:off x="386803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7" name="pg2257"/>
            <p:cNvSpPr/>
            <p:nvPr/>
          </p:nvSpPr>
          <p:spPr>
            <a:xfrm>
              <a:off x="387967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8" name="pg2258"/>
            <p:cNvSpPr/>
            <p:nvPr/>
          </p:nvSpPr>
          <p:spPr>
            <a:xfrm>
              <a:off x="389131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9" name="pg2259"/>
            <p:cNvSpPr/>
            <p:nvPr/>
          </p:nvSpPr>
          <p:spPr>
            <a:xfrm>
              <a:off x="390295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0" name="pg2260"/>
            <p:cNvSpPr/>
            <p:nvPr/>
          </p:nvSpPr>
          <p:spPr>
            <a:xfrm>
              <a:off x="3949499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1" name="pg2261"/>
            <p:cNvSpPr/>
            <p:nvPr/>
          </p:nvSpPr>
          <p:spPr>
            <a:xfrm>
              <a:off x="396113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2" name="pg2262"/>
            <p:cNvSpPr/>
            <p:nvPr/>
          </p:nvSpPr>
          <p:spPr>
            <a:xfrm>
              <a:off x="3972774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3" name="pg2263"/>
            <p:cNvSpPr/>
            <p:nvPr/>
          </p:nvSpPr>
          <p:spPr>
            <a:xfrm>
              <a:off x="3984411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4" name="pg2264"/>
            <p:cNvSpPr/>
            <p:nvPr/>
          </p:nvSpPr>
          <p:spPr>
            <a:xfrm>
              <a:off x="399604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5" name="pg2265"/>
            <p:cNvSpPr/>
            <p:nvPr/>
          </p:nvSpPr>
          <p:spPr>
            <a:xfrm>
              <a:off x="400768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6" name="pg2266"/>
            <p:cNvSpPr/>
            <p:nvPr/>
          </p:nvSpPr>
          <p:spPr>
            <a:xfrm>
              <a:off x="401932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7" name="pg2267"/>
            <p:cNvSpPr/>
            <p:nvPr/>
          </p:nvSpPr>
          <p:spPr>
            <a:xfrm>
              <a:off x="403096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8" name="pg2268"/>
            <p:cNvSpPr/>
            <p:nvPr/>
          </p:nvSpPr>
          <p:spPr>
            <a:xfrm>
              <a:off x="404259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9" name="pg2269"/>
            <p:cNvSpPr/>
            <p:nvPr/>
          </p:nvSpPr>
          <p:spPr>
            <a:xfrm>
              <a:off x="405423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0" name="pg2270"/>
            <p:cNvSpPr/>
            <p:nvPr/>
          </p:nvSpPr>
          <p:spPr>
            <a:xfrm>
              <a:off x="406587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1" name="pg2271"/>
            <p:cNvSpPr/>
            <p:nvPr/>
          </p:nvSpPr>
          <p:spPr>
            <a:xfrm>
              <a:off x="407751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2" name="pg2272"/>
            <p:cNvSpPr/>
            <p:nvPr/>
          </p:nvSpPr>
          <p:spPr>
            <a:xfrm>
              <a:off x="454300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3" name="pg2273"/>
            <p:cNvSpPr/>
            <p:nvPr/>
          </p:nvSpPr>
          <p:spPr>
            <a:xfrm>
              <a:off x="455464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4" name="pg2274"/>
            <p:cNvSpPr/>
            <p:nvPr/>
          </p:nvSpPr>
          <p:spPr>
            <a:xfrm>
              <a:off x="456627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5" name="pg2275"/>
            <p:cNvSpPr/>
            <p:nvPr/>
          </p:nvSpPr>
          <p:spPr>
            <a:xfrm>
              <a:off x="457791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6" name="pg2276"/>
            <p:cNvSpPr/>
            <p:nvPr/>
          </p:nvSpPr>
          <p:spPr>
            <a:xfrm>
              <a:off x="458955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7" name="pg2277"/>
            <p:cNvSpPr/>
            <p:nvPr/>
          </p:nvSpPr>
          <p:spPr>
            <a:xfrm>
              <a:off x="362365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8" name="pg2278"/>
            <p:cNvSpPr/>
            <p:nvPr/>
          </p:nvSpPr>
          <p:spPr>
            <a:xfrm>
              <a:off x="363529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9" name="pg2279"/>
            <p:cNvSpPr/>
            <p:nvPr/>
          </p:nvSpPr>
          <p:spPr>
            <a:xfrm>
              <a:off x="364692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0" name="pg2280"/>
            <p:cNvSpPr/>
            <p:nvPr/>
          </p:nvSpPr>
          <p:spPr>
            <a:xfrm>
              <a:off x="365856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1" name="pg2281"/>
            <p:cNvSpPr/>
            <p:nvPr/>
          </p:nvSpPr>
          <p:spPr>
            <a:xfrm>
              <a:off x="367020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2" name="pg2282"/>
            <p:cNvSpPr/>
            <p:nvPr/>
          </p:nvSpPr>
          <p:spPr>
            <a:xfrm>
              <a:off x="372839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3" name="pg2283"/>
            <p:cNvSpPr/>
            <p:nvPr/>
          </p:nvSpPr>
          <p:spPr>
            <a:xfrm>
              <a:off x="374002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4" name="pg2284"/>
            <p:cNvSpPr/>
            <p:nvPr/>
          </p:nvSpPr>
          <p:spPr>
            <a:xfrm>
              <a:off x="375166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1">
                <a:alpha val="100000"/>
              </a:srgbClr>
            </a:solidFill>
            <a:ln w="5420" cap="flat">
              <a:solidFill>
                <a:srgbClr val="3B3E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5" name="pg2285"/>
            <p:cNvSpPr/>
            <p:nvPr/>
          </p:nvSpPr>
          <p:spPr>
            <a:xfrm>
              <a:off x="376330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3">
                <a:alpha val="100000"/>
              </a:srgbClr>
            </a:solidFill>
            <a:ln w="5420" cap="flat">
              <a:solidFill>
                <a:srgbClr val="3B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6" name="pg2286"/>
            <p:cNvSpPr/>
            <p:nvPr/>
          </p:nvSpPr>
          <p:spPr>
            <a:xfrm>
              <a:off x="377493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7" name="pg2287"/>
            <p:cNvSpPr/>
            <p:nvPr/>
          </p:nvSpPr>
          <p:spPr>
            <a:xfrm>
              <a:off x="378657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8" name="pg2288"/>
            <p:cNvSpPr/>
            <p:nvPr/>
          </p:nvSpPr>
          <p:spPr>
            <a:xfrm>
              <a:off x="379821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9" name="pg2289"/>
            <p:cNvSpPr/>
            <p:nvPr/>
          </p:nvSpPr>
          <p:spPr>
            <a:xfrm>
              <a:off x="380985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0" name="pg2290"/>
            <p:cNvSpPr/>
            <p:nvPr/>
          </p:nvSpPr>
          <p:spPr>
            <a:xfrm>
              <a:off x="382148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1" name="pg2291"/>
            <p:cNvSpPr/>
            <p:nvPr/>
          </p:nvSpPr>
          <p:spPr>
            <a:xfrm>
              <a:off x="383312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2" name="pg2292"/>
            <p:cNvSpPr/>
            <p:nvPr/>
          </p:nvSpPr>
          <p:spPr>
            <a:xfrm>
              <a:off x="384476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3" name="pg2293"/>
            <p:cNvSpPr/>
            <p:nvPr/>
          </p:nvSpPr>
          <p:spPr>
            <a:xfrm>
              <a:off x="385640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4" name="pg2294"/>
            <p:cNvSpPr/>
            <p:nvPr/>
          </p:nvSpPr>
          <p:spPr>
            <a:xfrm>
              <a:off x="386803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5" name="pg2295"/>
            <p:cNvSpPr/>
            <p:nvPr/>
          </p:nvSpPr>
          <p:spPr>
            <a:xfrm>
              <a:off x="387967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6" name="pg2296"/>
            <p:cNvSpPr/>
            <p:nvPr/>
          </p:nvSpPr>
          <p:spPr>
            <a:xfrm>
              <a:off x="389131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7" name="pg2297"/>
            <p:cNvSpPr/>
            <p:nvPr/>
          </p:nvSpPr>
          <p:spPr>
            <a:xfrm>
              <a:off x="390295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8" name="pg2298"/>
            <p:cNvSpPr/>
            <p:nvPr/>
          </p:nvSpPr>
          <p:spPr>
            <a:xfrm>
              <a:off x="391458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9" name="pg2299"/>
            <p:cNvSpPr/>
            <p:nvPr/>
          </p:nvSpPr>
          <p:spPr>
            <a:xfrm>
              <a:off x="392622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0" name="pg2300"/>
            <p:cNvSpPr/>
            <p:nvPr/>
          </p:nvSpPr>
          <p:spPr>
            <a:xfrm>
              <a:off x="393786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1" name="pg2301"/>
            <p:cNvSpPr/>
            <p:nvPr/>
          </p:nvSpPr>
          <p:spPr>
            <a:xfrm>
              <a:off x="394949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2" name="pg2302"/>
            <p:cNvSpPr/>
            <p:nvPr/>
          </p:nvSpPr>
          <p:spPr>
            <a:xfrm>
              <a:off x="396113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3" name="pg2303"/>
            <p:cNvSpPr/>
            <p:nvPr/>
          </p:nvSpPr>
          <p:spPr>
            <a:xfrm>
              <a:off x="397277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4" name="pg2304"/>
            <p:cNvSpPr/>
            <p:nvPr/>
          </p:nvSpPr>
          <p:spPr>
            <a:xfrm>
              <a:off x="398441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5" name="pg2305"/>
            <p:cNvSpPr/>
            <p:nvPr/>
          </p:nvSpPr>
          <p:spPr>
            <a:xfrm>
              <a:off x="399604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6" name="pg2306"/>
            <p:cNvSpPr/>
            <p:nvPr/>
          </p:nvSpPr>
          <p:spPr>
            <a:xfrm>
              <a:off x="400768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7" name="pg2307"/>
            <p:cNvSpPr/>
            <p:nvPr/>
          </p:nvSpPr>
          <p:spPr>
            <a:xfrm>
              <a:off x="401932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8" name="pg2308"/>
            <p:cNvSpPr/>
            <p:nvPr/>
          </p:nvSpPr>
          <p:spPr>
            <a:xfrm>
              <a:off x="403096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9" name="pg2309"/>
            <p:cNvSpPr/>
            <p:nvPr/>
          </p:nvSpPr>
          <p:spPr>
            <a:xfrm>
              <a:off x="404259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0" name="pg2310"/>
            <p:cNvSpPr/>
            <p:nvPr/>
          </p:nvSpPr>
          <p:spPr>
            <a:xfrm>
              <a:off x="405423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1" name="pg2311"/>
            <p:cNvSpPr/>
            <p:nvPr/>
          </p:nvSpPr>
          <p:spPr>
            <a:xfrm>
              <a:off x="406587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2" name="pg2312"/>
            <p:cNvSpPr/>
            <p:nvPr/>
          </p:nvSpPr>
          <p:spPr>
            <a:xfrm>
              <a:off x="407751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3" name="pg2313"/>
            <p:cNvSpPr/>
            <p:nvPr/>
          </p:nvSpPr>
          <p:spPr>
            <a:xfrm>
              <a:off x="408914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4" name="pg2314"/>
            <p:cNvSpPr/>
            <p:nvPr/>
          </p:nvSpPr>
          <p:spPr>
            <a:xfrm>
              <a:off x="412405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5" name="pg2315"/>
            <p:cNvSpPr/>
            <p:nvPr/>
          </p:nvSpPr>
          <p:spPr>
            <a:xfrm>
              <a:off x="454300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6" name="pg2316"/>
            <p:cNvSpPr/>
            <p:nvPr/>
          </p:nvSpPr>
          <p:spPr>
            <a:xfrm>
              <a:off x="455464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7" name="pg2317"/>
            <p:cNvSpPr/>
            <p:nvPr/>
          </p:nvSpPr>
          <p:spPr>
            <a:xfrm>
              <a:off x="456627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8" name="pg2318"/>
            <p:cNvSpPr/>
            <p:nvPr/>
          </p:nvSpPr>
          <p:spPr>
            <a:xfrm>
              <a:off x="457791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9" name="pg2319"/>
            <p:cNvSpPr/>
            <p:nvPr/>
          </p:nvSpPr>
          <p:spPr>
            <a:xfrm>
              <a:off x="458955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0" name="pg2320"/>
            <p:cNvSpPr/>
            <p:nvPr/>
          </p:nvSpPr>
          <p:spPr>
            <a:xfrm>
              <a:off x="361201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1" name="pg2321"/>
            <p:cNvSpPr/>
            <p:nvPr/>
          </p:nvSpPr>
          <p:spPr>
            <a:xfrm>
              <a:off x="362365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2" name="pg2322"/>
            <p:cNvSpPr/>
            <p:nvPr/>
          </p:nvSpPr>
          <p:spPr>
            <a:xfrm>
              <a:off x="363529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3" name="pg2323"/>
            <p:cNvSpPr/>
            <p:nvPr/>
          </p:nvSpPr>
          <p:spPr>
            <a:xfrm>
              <a:off x="364692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4" name="pg2324"/>
            <p:cNvSpPr/>
            <p:nvPr/>
          </p:nvSpPr>
          <p:spPr>
            <a:xfrm>
              <a:off x="365856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5" name="pg2325"/>
            <p:cNvSpPr/>
            <p:nvPr/>
          </p:nvSpPr>
          <p:spPr>
            <a:xfrm>
              <a:off x="367020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6" name="pg2326"/>
            <p:cNvSpPr/>
            <p:nvPr/>
          </p:nvSpPr>
          <p:spPr>
            <a:xfrm>
              <a:off x="368184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7" name="pg2327"/>
            <p:cNvSpPr/>
            <p:nvPr/>
          </p:nvSpPr>
          <p:spPr>
            <a:xfrm>
              <a:off x="369347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8" name="pg2328"/>
            <p:cNvSpPr/>
            <p:nvPr/>
          </p:nvSpPr>
          <p:spPr>
            <a:xfrm>
              <a:off x="370511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9" name="pg2329"/>
            <p:cNvSpPr/>
            <p:nvPr/>
          </p:nvSpPr>
          <p:spPr>
            <a:xfrm>
              <a:off x="371675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0" name="pg2330"/>
            <p:cNvSpPr/>
            <p:nvPr/>
          </p:nvSpPr>
          <p:spPr>
            <a:xfrm>
              <a:off x="372839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1" name="pg2331"/>
            <p:cNvSpPr/>
            <p:nvPr/>
          </p:nvSpPr>
          <p:spPr>
            <a:xfrm>
              <a:off x="374002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2" name="pg2332"/>
            <p:cNvSpPr/>
            <p:nvPr/>
          </p:nvSpPr>
          <p:spPr>
            <a:xfrm>
              <a:off x="375166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3" name="pg2333"/>
            <p:cNvSpPr/>
            <p:nvPr/>
          </p:nvSpPr>
          <p:spPr>
            <a:xfrm>
              <a:off x="376330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4" name="pg2334"/>
            <p:cNvSpPr/>
            <p:nvPr/>
          </p:nvSpPr>
          <p:spPr>
            <a:xfrm>
              <a:off x="377493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5" name="pg2335"/>
            <p:cNvSpPr/>
            <p:nvPr/>
          </p:nvSpPr>
          <p:spPr>
            <a:xfrm>
              <a:off x="378657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6" name="pg2336"/>
            <p:cNvSpPr/>
            <p:nvPr/>
          </p:nvSpPr>
          <p:spPr>
            <a:xfrm>
              <a:off x="379821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7" name="pg2337"/>
            <p:cNvSpPr/>
            <p:nvPr/>
          </p:nvSpPr>
          <p:spPr>
            <a:xfrm>
              <a:off x="380985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8" name="pg2338"/>
            <p:cNvSpPr/>
            <p:nvPr/>
          </p:nvSpPr>
          <p:spPr>
            <a:xfrm>
              <a:off x="382148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9" name="pg2339"/>
            <p:cNvSpPr/>
            <p:nvPr/>
          </p:nvSpPr>
          <p:spPr>
            <a:xfrm>
              <a:off x="383312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0" name="pg2340"/>
            <p:cNvSpPr/>
            <p:nvPr/>
          </p:nvSpPr>
          <p:spPr>
            <a:xfrm>
              <a:off x="384476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1" name="pg2341"/>
            <p:cNvSpPr/>
            <p:nvPr/>
          </p:nvSpPr>
          <p:spPr>
            <a:xfrm>
              <a:off x="385640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2" name="pg2342"/>
            <p:cNvSpPr/>
            <p:nvPr/>
          </p:nvSpPr>
          <p:spPr>
            <a:xfrm>
              <a:off x="386803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3" name="pg2343"/>
            <p:cNvSpPr/>
            <p:nvPr/>
          </p:nvSpPr>
          <p:spPr>
            <a:xfrm>
              <a:off x="387967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4" name="pg2344"/>
            <p:cNvSpPr/>
            <p:nvPr/>
          </p:nvSpPr>
          <p:spPr>
            <a:xfrm>
              <a:off x="389131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5" name="pg2345"/>
            <p:cNvSpPr/>
            <p:nvPr/>
          </p:nvSpPr>
          <p:spPr>
            <a:xfrm>
              <a:off x="390295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6" name="pg2346"/>
            <p:cNvSpPr/>
            <p:nvPr/>
          </p:nvSpPr>
          <p:spPr>
            <a:xfrm>
              <a:off x="391458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7" name="pg2347"/>
            <p:cNvSpPr/>
            <p:nvPr/>
          </p:nvSpPr>
          <p:spPr>
            <a:xfrm>
              <a:off x="392622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8" name="pg2348"/>
            <p:cNvSpPr/>
            <p:nvPr/>
          </p:nvSpPr>
          <p:spPr>
            <a:xfrm>
              <a:off x="393786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9" name="pg2349"/>
            <p:cNvSpPr/>
            <p:nvPr/>
          </p:nvSpPr>
          <p:spPr>
            <a:xfrm>
              <a:off x="394949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0" name="pg2350"/>
            <p:cNvSpPr/>
            <p:nvPr/>
          </p:nvSpPr>
          <p:spPr>
            <a:xfrm>
              <a:off x="396113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1" name="pg2351"/>
            <p:cNvSpPr/>
            <p:nvPr/>
          </p:nvSpPr>
          <p:spPr>
            <a:xfrm>
              <a:off x="397277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2" name="pg2352"/>
            <p:cNvSpPr/>
            <p:nvPr/>
          </p:nvSpPr>
          <p:spPr>
            <a:xfrm>
              <a:off x="398441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3" name="pg2353"/>
            <p:cNvSpPr/>
            <p:nvPr/>
          </p:nvSpPr>
          <p:spPr>
            <a:xfrm>
              <a:off x="399604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4" name="pg2354"/>
            <p:cNvSpPr/>
            <p:nvPr/>
          </p:nvSpPr>
          <p:spPr>
            <a:xfrm>
              <a:off x="400768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5" name="pg2355"/>
            <p:cNvSpPr/>
            <p:nvPr/>
          </p:nvSpPr>
          <p:spPr>
            <a:xfrm>
              <a:off x="401932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6" name="pg2356"/>
            <p:cNvSpPr/>
            <p:nvPr/>
          </p:nvSpPr>
          <p:spPr>
            <a:xfrm>
              <a:off x="403096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7" name="pg2357"/>
            <p:cNvSpPr/>
            <p:nvPr/>
          </p:nvSpPr>
          <p:spPr>
            <a:xfrm>
              <a:off x="404259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8" name="pg2358"/>
            <p:cNvSpPr/>
            <p:nvPr/>
          </p:nvSpPr>
          <p:spPr>
            <a:xfrm>
              <a:off x="405423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9" name="pg2359"/>
            <p:cNvSpPr/>
            <p:nvPr/>
          </p:nvSpPr>
          <p:spPr>
            <a:xfrm>
              <a:off x="406587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0" name="pg2360"/>
            <p:cNvSpPr/>
            <p:nvPr/>
          </p:nvSpPr>
          <p:spPr>
            <a:xfrm>
              <a:off x="407751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1" name="pg2361"/>
            <p:cNvSpPr/>
            <p:nvPr/>
          </p:nvSpPr>
          <p:spPr>
            <a:xfrm>
              <a:off x="408914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2" name="pg2362"/>
            <p:cNvSpPr/>
            <p:nvPr/>
          </p:nvSpPr>
          <p:spPr>
            <a:xfrm>
              <a:off x="410078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3" name="pg2363"/>
            <p:cNvSpPr/>
            <p:nvPr/>
          </p:nvSpPr>
          <p:spPr>
            <a:xfrm>
              <a:off x="411242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4" name="pg2364"/>
            <p:cNvSpPr/>
            <p:nvPr/>
          </p:nvSpPr>
          <p:spPr>
            <a:xfrm>
              <a:off x="412405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5" name="pg2365"/>
            <p:cNvSpPr/>
            <p:nvPr/>
          </p:nvSpPr>
          <p:spPr>
            <a:xfrm>
              <a:off x="413569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6" name="pg2366"/>
            <p:cNvSpPr/>
            <p:nvPr/>
          </p:nvSpPr>
          <p:spPr>
            <a:xfrm>
              <a:off x="414733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7" name="pg2367"/>
            <p:cNvSpPr/>
            <p:nvPr/>
          </p:nvSpPr>
          <p:spPr>
            <a:xfrm>
              <a:off x="455464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8" name="pg2368"/>
            <p:cNvSpPr/>
            <p:nvPr/>
          </p:nvSpPr>
          <p:spPr>
            <a:xfrm>
              <a:off x="456627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9" name="pg2369"/>
            <p:cNvSpPr/>
            <p:nvPr/>
          </p:nvSpPr>
          <p:spPr>
            <a:xfrm>
              <a:off x="457791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0" name="pg2370"/>
            <p:cNvSpPr/>
            <p:nvPr/>
          </p:nvSpPr>
          <p:spPr>
            <a:xfrm>
              <a:off x="458955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1" name="pg2371"/>
            <p:cNvSpPr/>
            <p:nvPr/>
          </p:nvSpPr>
          <p:spPr>
            <a:xfrm>
              <a:off x="360037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2" name="pg2372"/>
            <p:cNvSpPr/>
            <p:nvPr/>
          </p:nvSpPr>
          <p:spPr>
            <a:xfrm>
              <a:off x="361201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3" name="pg2373"/>
            <p:cNvSpPr/>
            <p:nvPr/>
          </p:nvSpPr>
          <p:spPr>
            <a:xfrm>
              <a:off x="362365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4" name="pg2374"/>
            <p:cNvSpPr/>
            <p:nvPr/>
          </p:nvSpPr>
          <p:spPr>
            <a:xfrm>
              <a:off x="363529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5" name="pg2375"/>
            <p:cNvSpPr/>
            <p:nvPr/>
          </p:nvSpPr>
          <p:spPr>
            <a:xfrm>
              <a:off x="364692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6" name="pg2376"/>
            <p:cNvSpPr/>
            <p:nvPr/>
          </p:nvSpPr>
          <p:spPr>
            <a:xfrm>
              <a:off x="365856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7" name="pg2377"/>
            <p:cNvSpPr/>
            <p:nvPr/>
          </p:nvSpPr>
          <p:spPr>
            <a:xfrm>
              <a:off x="367020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8" name="pg2378"/>
            <p:cNvSpPr/>
            <p:nvPr/>
          </p:nvSpPr>
          <p:spPr>
            <a:xfrm>
              <a:off x="368184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9" name="pg2379"/>
            <p:cNvSpPr/>
            <p:nvPr/>
          </p:nvSpPr>
          <p:spPr>
            <a:xfrm>
              <a:off x="369347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0" name="pg2380"/>
            <p:cNvSpPr/>
            <p:nvPr/>
          </p:nvSpPr>
          <p:spPr>
            <a:xfrm>
              <a:off x="370511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1" name="pg2381"/>
            <p:cNvSpPr/>
            <p:nvPr/>
          </p:nvSpPr>
          <p:spPr>
            <a:xfrm>
              <a:off x="371675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2" name="pg2382"/>
            <p:cNvSpPr/>
            <p:nvPr/>
          </p:nvSpPr>
          <p:spPr>
            <a:xfrm>
              <a:off x="372839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3" name="pg2383"/>
            <p:cNvSpPr/>
            <p:nvPr/>
          </p:nvSpPr>
          <p:spPr>
            <a:xfrm>
              <a:off x="374002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4" name="pg2384"/>
            <p:cNvSpPr/>
            <p:nvPr/>
          </p:nvSpPr>
          <p:spPr>
            <a:xfrm>
              <a:off x="375166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5" name="pg2385"/>
            <p:cNvSpPr/>
            <p:nvPr/>
          </p:nvSpPr>
          <p:spPr>
            <a:xfrm>
              <a:off x="376330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6" name="pg2386"/>
            <p:cNvSpPr/>
            <p:nvPr/>
          </p:nvSpPr>
          <p:spPr>
            <a:xfrm>
              <a:off x="377493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7" name="pg2387"/>
            <p:cNvSpPr/>
            <p:nvPr/>
          </p:nvSpPr>
          <p:spPr>
            <a:xfrm>
              <a:off x="378657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8" name="pg2388"/>
            <p:cNvSpPr/>
            <p:nvPr/>
          </p:nvSpPr>
          <p:spPr>
            <a:xfrm>
              <a:off x="379821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9" name="pg2389"/>
            <p:cNvSpPr/>
            <p:nvPr/>
          </p:nvSpPr>
          <p:spPr>
            <a:xfrm>
              <a:off x="380985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0" name="pg2390"/>
            <p:cNvSpPr/>
            <p:nvPr/>
          </p:nvSpPr>
          <p:spPr>
            <a:xfrm>
              <a:off x="382148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1" name="pg2391"/>
            <p:cNvSpPr/>
            <p:nvPr/>
          </p:nvSpPr>
          <p:spPr>
            <a:xfrm>
              <a:off x="383312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2" name="pg2392"/>
            <p:cNvSpPr/>
            <p:nvPr/>
          </p:nvSpPr>
          <p:spPr>
            <a:xfrm>
              <a:off x="384476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3" name="pg2393"/>
            <p:cNvSpPr/>
            <p:nvPr/>
          </p:nvSpPr>
          <p:spPr>
            <a:xfrm>
              <a:off x="385640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4" name="pg2394"/>
            <p:cNvSpPr/>
            <p:nvPr/>
          </p:nvSpPr>
          <p:spPr>
            <a:xfrm>
              <a:off x="386803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5" name="pg2395"/>
            <p:cNvSpPr/>
            <p:nvPr/>
          </p:nvSpPr>
          <p:spPr>
            <a:xfrm>
              <a:off x="387967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6" name="pg2396"/>
            <p:cNvSpPr/>
            <p:nvPr/>
          </p:nvSpPr>
          <p:spPr>
            <a:xfrm>
              <a:off x="389131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7" name="pg2397"/>
            <p:cNvSpPr/>
            <p:nvPr/>
          </p:nvSpPr>
          <p:spPr>
            <a:xfrm>
              <a:off x="390295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8" name="pg2398"/>
            <p:cNvSpPr/>
            <p:nvPr/>
          </p:nvSpPr>
          <p:spPr>
            <a:xfrm>
              <a:off x="391458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9" name="pg2399"/>
            <p:cNvSpPr/>
            <p:nvPr/>
          </p:nvSpPr>
          <p:spPr>
            <a:xfrm>
              <a:off x="392622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0" name="pg2400"/>
            <p:cNvSpPr/>
            <p:nvPr/>
          </p:nvSpPr>
          <p:spPr>
            <a:xfrm>
              <a:off x="393786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1" name="pg2401"/>
            <p:cNvSpPr/>
            <p:nvPr/>
          </p:nvSpPr>
          <p:spPr>
            <a:xfrm>
              <a:off x="394949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2" name="pg2402"/>
            <p:cNvSpPr/>
            <p:nvPr/>
          </p:nvSpPr>
          <p:spPr>
            <a:xfrm>
              <a:off x="396113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3" name="pg2403"/>
            <p:cNvSpPr/>
            <p:nvPr/>
          </p:nvSpPr>
          <p:spPr>
            <a:xfrm>
              <a:off x="397277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4" name="pg2404"/>
            <p:cNvSpPr/>
            <p:nvPr/>
          </p:nvSpPr>
          <p:spPr>
            <a:xfrm>
              <a:off x="398441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5" name="pg2405"/>
            <p:cNvSpPr/>
            <p:nvPr/>
          </p:nvSpPr>
          <p:spPr>
            <a:xfrm>
              <a:off x="399604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6" name="pg2406"/>
            <p:cNvSpPr/>
            <p:nvPr/>
          </p:nvSpPr>
          <p:spPr>
            <a:xfrm>
              <a:off x="400768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7" name="pg2407"/>
            <p:cNvSpPr/>
            <p:nvPr/>
          </p:nvSpPr>
          <p:spPr>
            <a:xfrm>
              <a:off x="401932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8" name="pg2408"/>
            <p:cNvSpPr/>
            <p:nvPr/>
          </p:nvSpPr>
          <p:spPr>
            <a:xfrm>
              <a:off x="403096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9" name="pg2409"/>
            <p:cNvSpPr/>
            <p:nvPr/>
          </p:nvSpPr>
          <p:spPr>
            <a:xfrm>
              <a:off x="404259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0" name="pg2410"/>
            <p:cNvSpPr/>
            <p:nvPr/>
          </p:nvSpPr>
          <p:spPr>
            <a:xfrm>
              <a:off x="405423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1" name="pg2411"/>
            <p:cNvSpPr/>
            <p:nvPr/>
          </p:nvSpPr>
          <p:spPr>
            <a:xfrm>
              <a:off x="406587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2" name="pg2412"/>
            <p:cNvSpPr/>
            <p:nvPr/>
          </p:nvSpPr>
          <p:spPr>
            <a:xfrm>
              <a:off x="407751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3" name="pg2413"/>
            <p:cNvSpPr/>
            <p:nvPr/>
          </p:nvSpPr>
          <p:spPr>
            <a:xfrm>
              <a:off x="408914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4" name="pg2414"/>
            <p:cNvSpPr/>
            <p:nvPr/>
          </p:nvSpPr>
          <p:spPr>
            <a:xfrm>
              <a:off x="410078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5" name="pg2415"/>
            <p:cNvSpPr/>
            <p:nvPr/>
          </p:nvSpPr>
          <p:spPr>
            <a:xfrm>
              <a:off x="411242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6" name="pg2416"/>
            <p:cNvSpPr/>
            <p:nvPr/>
          </p:nvSpPr>
          <p:spPr>
            <a:xfrm>
              <a:off x="412405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7" name="pg2417"/>
            <p:cNvSpPr/>
            <p:nvPr/>
          </p:nvSpPr>
          <p:spPr>
            <a:xfrm>
              <a:off x="413569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8" name="pg2418"/>
            <p:cNvSpPr/>
            <p:nvPr/>
          </p:nvSpPr>
          <p:spPr>
            <a:xfrm>
              <a:off x="414733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9" name="pg2419"/>
            <p:cNvSpPr/>
            <p:nvPr/>
          </p:nvSpPr>
          <p:spPr>
            <a:xfrm>
              <a:off x="426370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0" name="pg2420"/>
            <p:cNvSpPr/>
            <p:nvPr/>
          </p:nvSpPr>
          <p:spPr>
            <a:xfrm>
              <a:off x="427534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1" name="pg2421"/>
            <p:cNvSpPr/>
            <p:nvPr/>
          </p:nvSpPr>
          <p:spPr>
            <a:xfrm>
              <a:off x="428698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2" name="pg2422"/>
            <p:cNvSpPr/>
            <p:nvPr/>
          </p:nvSpPr>
          <p:spPr>
            <a:xfrm>
              <a:off x="429861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3" name="pg2423"/>
            <p:cNvSpPr/>
            <p:nvPr/>
          </p:nvSpPr>
          <p:spPr>
            <a:xfrm>
              <a:off x="455464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4" name="pg2424"/>
            <p:cNvSpPr/>
            <p:nvPr/>
          </p:nvSpPr>
          <p:spPr>
            <a:xfrm>
              <a:off x="456627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5" name="pg2425"/>
            <p:cNvSpPr/>
            <p:nvPr/>
          </p:nvSpPr>
          <p:spPr>
            <a:xfrm>
              <a:off x="457791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6" name="pg2426"/>
            <p:cNvSpPr/>
            <p:nvPr/>
          </p:nvSpPr>
          <p:spPr>
            <a:xfrm>
              <a:off x="458955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7" name="pg2427"/>
            <p:cNvSpPr/>
            <p:nvPr/>
          </p:nvSpPr>
          <p:spPr>
            <a:xfrm>
              <a:off x="460119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8" name="pg2428"/>
            <p:cNvSpPr/>
            <p:nvPr/>
          </p:nvSpPr>
          <p:spPr>
            <a:xfrm>
              <a:off x="325125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9" name="pg2429"/>
            <p:cNvSpPr/>
            <p:nvPr/>
          </p:nvSpPr>
          <p:spPr>
            <a:xfrm>
              <a:off x="326289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0" name="pg2430"/>
            <p:cNvSpPr/>
            <p:nvPr/>
          </p:nvSpPr>
          <p:spPr>
            <a:xfrm>
              <a:off x="360037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1" name="pg2431"/>
            <p:cNvSpPr/>
            <p:nvPr/>
          </p:nvSpPr>
          <p:spPr>
            <a:xfrm>
              <a:off x="361201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2" name="pg2432"/>
            <p:cNvSpPr/>
            <p:nvPr/>
          </p:nvSpPr>
          <p:spPr>
            <a:xfrm>
              <a:off x="362365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3" name="pg2433"/>
            <p:cNvSpPr/>
            <p:nvPr/>
          </p:nvSpPr>
          <p:spPr>
            <a:xfrm>
              <a:off x="363529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4" name="pg2434"/>
            <p:cNvSpPr/>
            <p:nvPr/>
          </p:nvSpPr>
          <p:spPr>
            <a:xfrm>
              <a:off x="364692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5" name="pg2435"/>
            <p:cNvSpPr/>
            <p:nvPr/>
          </p:nvSpPr>
          <p:spPr>
            <a:xfrm>
              <a:off x="365856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6" name="pg2436"/>
            <p:cNvSpPr/>
            <p:nvPr/>
          </p:nvSpPr>
          <p:spPr>
            <a:xfrm>
              <a:off x="367020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7" name="pg2437"/>
            <p:cNvSpPr/>
            <p:nvPr/>
          </p:nvSpPr>
          <p:spPr>
            <a:xfrm>
              <a:off x="368184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8" name="pg2438"/>
            <p:cNvSpPr/>
            <p:nvPr/>
          </p:nvSpPr>
          <p:spPr>
            <a:xfrm>
              <a:off x="369347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9" name="pg2439"/>
            <p:cNvSpPr/>
            <p:nvPr/>
          </p:nvSpPr>
          <p:spPr>
            <a:xfrm>
              <a:off x="370511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0" name="pg2440"/>
            <p:cNvSpPr/>
            <p:nvPr/>
          </p:nvSpPr>
          <p:spPr>
            <a:xfrm>
              <a:off x="371675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1" name="pg2441"/>
            <p:cNvSpPr/>
            <p:nvPr/>
          </p:nvSpPr>
          <p:spPr>
            <a:xfrm>
              <a:off x="372839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2" name="pg2442"/>
            <p:cNvSpPr/>
            <p:nvPr/>
          </p:nvSpPr>
          <p:spPr>
            <a:xfrm>
              <a:off x="374002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3" name="pg2443"/>
            <p:cNvSpPr/>
            <p:nvPr/>
          </p:nvSpPr>
          <p:spPr>
            <a:xfrm>
              <a:off x="375166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4" name="pg2444"/>
            <p:cNvSpPr/>
            <p:nvPr/>
          </p:nvSpPr>
          <p:spPr>
            <a:xfrm>
              <a:off x="376330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5" name="pg2445"/>
            <p:cNvSpPr/>
            <p:nvPr/>
          </p:nvSpPr>
          <p:spPr>
            <a:xfrm>
              <a:off x="377493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6" name="pg2446"/>
            <p:cNvSpPr/>
            <p:nvPr/>
          </p:nvSpPr>
          <p:spPr>
            <a:xfrm>
              <a:off x="378657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7" name="pg2447"/>
            <p:cNvSpPr/>
            <p:nvPr/>
          </p:nvSpPr>
          <p:spPr>
            <a:xfrm>
              <a:off x="379821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8" name="pg2448"/>
            <p:cNvSpPr/>
            <p:nvPr/>
          </p:nvSpPr>
          <p:spPr>
            <a:xfrm>
              <a:off x="380985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9" name="pg2449"/>
            <p:cNvSpPr/>
            <p:nvPr/>
          </p:nvSpPr>
          <p:spPr>
            <a:xfrm>
              <a:off x="382148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0" name="pg2450"/>
            <p:cNvSpPr/>
            <p:nvPr/>
          </p:nvSpPr>
          <p:spPr>
            <a:xfrm>
              <a:off x="383312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1" name="pg2451"/>
            <p:cNvSpPr/>
            <p:nvPr/>
          </p:nvSpPr>
          <p:spPr>
            <a:xfrm>
              <a:off x="384476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2" name="pg2452"/>
            <p:cNvSpPr/>
            <p:nvPr/>
          </p:nvSpPr>
          <p:spPr>
            <a:xfrm>
              <a:off x="385640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3" name="pg2453"/>
            <p:cNvSpPr/>
            <p:nvPr/>
          </p:nvSpPr>
          <p:spPr>
            <a:xfrm>
              <a:off x="386803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4" name="pg2454"/>
            <p:cNvSpPr/>
            <p:nvPr/>
          </p:nvSpPr>
          <p:spPr>
            <a:xfrm>
              <a:off x="387967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5" name="pg2455"/>
            <p:cNvSpPr/>
            <p:nvPr/>
          </p:nvSpPr>
          <p:spPr>
            <a:xfrm>
              <a:off x="389131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6" name="pg2456"/>
            <p:cNvSpPr/>
            <p:nvPr/>
          </p:nvSpPr>
          <p:spPr>
            <a:xfrm>
              <a:off x="390295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7" name="pg2457"/>
            <p:cNvSpPr/>
            <p:nvPr/>
          </p:nvSpPr>
          <p:spPr>
            <a:xfrm>
              <a:off x="391458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8" name="pg2458"/>
            <p:cNvSpPr/>
            <p:nvPr/>
          </p:nvSpPr>
          <p:spPr>
            <a:xfrm>
              <a:off x="392622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9" name="pg2459"/>
            <p:cNvSpPr/>
            <p:nvPr/>
          </p:nvSpPr>
          <p:spPr>
            <a:xfrm>
              <a:off x="393786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0" name="pg2460"/>
            <p:cNvSpPr/>
            <p:nvPr/>
          </p:nvSpPr>
          <p:spPr>
            <a:xfrm>
              <a:off x="394949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1" name="pg2461"/>
            <p:cNvSpPr/>
            <p:nvPr/>
          </p:nvSpPr>
          <p:spPr>
            <a:xfrm>
              <a:off x="396113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2" name="pg2462"/>
            <p:cNvSpPr/>
            <p:nvPr/>
          </p:nvSpPr>
          <p:spPr>
            <a:xfrm>
              <a:off x="397277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3" name="pg2463"/>
            <p:cNvSpPr/>
            <p:nvPr/>
          </p:nvSpPr>
          <p:spPr>
            <a:xfrm>
              <a:off x="398441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4" name="pg2464"/>
            <p:cNvSpPr/>
            <p:nvPr/>
          </p:nvSpPr>
          <p:spPr>
            <a:xfrm>
              <a:off x="399604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5" name="pg2465"/>
            <p:cNvSpPr/>
            <p:nvPr/>
          </p:nvSpPr>
          <p:spPr>
            <a:xfrm>
              <a:off x="400768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6" name="pg2466"/>
            <p:cNvSpPr/>
            <p:nvPr/>
          </p:nvSpPr>
          <p:spPr>
            <a:xfrm>
              <a:off x="401932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7" name="pg2467"/>
            <p:cNvSpPr/>
            <p:nvPr/>
          </p:nvSpPr>
          <p:spPr>
            <a:xfrm>
              <a:off x="403096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8" name="pg2468"/>
            <p:cNvSpPr/>
            <p:nvPr/>
          </p:nvSpPr>
          <p:spPr>
            <a:xfrm>
              <a:off x="404259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9" name="pg2469"/>
            <p:cNvSpPr/>
            <p:nvPr/>
          </p:nvSpPr>
          <p:spPr>
            <a:xfrm>
              <a:off x="405423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0" name="pg2470"/>
            <p:cNvSpPr/>
            <p:nvPr/>
          </p:nvSpPr>
          <p:spPr>
            <a:xfrm>
              <a:off x="406587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1" name="pg2471"/>
            <p:cNvSpPr/>
            <p:nvPr/>
          </p:nvSpPr>
          <p:spPr>
            <a:xfrm>
              <a:off x="407751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2" name="pg2472"/>
            <p:cNvSpPr/>
            <p:nvPr/>
          </p:nvSpPr>
          <p:spPr>
            <a:xfrm>
              <a:off x="408914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3" name="pg2473"/>
            <p:cNvSpPr/>
            <p:nvPr/>
          </p:nvSpPr>
          <p:spPr>
            <a:xfrm>
              <a:off x="410078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4" name="pg2474"/>
            <p:cNvSpPr/>
            <p:nvPr/>
          </p:nvSpPr>
          <p:spPr>
            <a:xfrm>
              <a:off x="411242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5" name="pg2475"/>
            <p:cNvSpPr/>
            <p:nvPr/>
          </p:nvSpPr>
          <p:spPr>
            <a:xfrm>
              <a:off x="412405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6" name="pg2476"/>
            <p:cNvSpPr/>
            <p:nvPr/>
          </p:nvSpPr>
          <p:spPr>
            <a:xfrm>
              <a:off x="413569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7" name="pg2477"/>
            <p:cNvSpPr/>
            <p:nvPr/>
          </p:nvSpPr>
          <p:spPr>
            <a:xfrm>
              <a:off x="414733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8" name="pg2478"/>
            <p:cNvSpPr/>
            <p:nvPr/>
          </p:nvSpPr>
          <p:spPr>
            <a:xfrm>
              <a:off x="425207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9" name="pg2479"/>
            <p:cNvSpPr/>
            <p:nvPr/>
          </p:nvSpPr>
          <p:spPr>
            <a:xfrm>
              <a:off x="426370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0" name="pg2480"/>
            <p:cNvSpPr/>
            <p:nvPr/>
          </p:nvSpPr>
          <p:spPr>
            <a:xfrm>
              <a:off x="427534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1" name="pg2481"/>
            <p:cNvSpPr/>
            <p:nvPr/>
          </p:nvSpPr>
          <p:spPr>
            <a:xfrm>
              <a:off x="428698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2" name="pg2482"/>
            <p:cNvSpPr/>
            <p:nvPr/>
          </p:nvSpPr>
          <p:spPr>
            <a:xfrm>
              <a:off x="429861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3" name="pg2483"/>
            <p:cNvSpPr/>
            <p:nvPr/>
          </p:nvSpPr>
          <p:spPr>
            <a:xfrm>
              <a:off x="431025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4" name="pg2484"/>
            <p:cNvSpPr/>
            <p:nvPr/>
          </p:nvSpPr>
          <p:spPr>
            <a:xfrm>
              <a:off x="432189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5" name="pg2485"/>
            <p:cNvSpPr/>
            <p:nvPr/>
          </p:nvSpPr>
          <p:spPr>
            <a:xfrm>
              <a:off x="455464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6" name="pg2486"/>
            <p:cNvSpPr/>
            <p:nvPr/>
          </p:nvSpPr>
          <p:spPr>
            <a:xfrm>
              <a:off x="456627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7" name="pg2487"/>
            <p:cNvSpPr/>
            <p:nvPr/>
          </p:nvSpPr>
          <p:spPr>
            <a:xfrm>
              <a:off x="457791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8" name="pg2488"/>
            <p:cNvSpPr/>
            <p:nvPr/>
          </p:nvSpPr>
          <p:spPr>
            <a:xfrm>
              <a:off x="458955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9" name="pg2489"/>
            <p:cNvSpPr/>
            <p:nvPr/>
          </p:nvSpPr>
          <p:spPr>
            <a:xfrm>
              <a:off x="460119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0" name="pg2490"/>
            <p:cNvSpPr/>
            <p:nvPr/>
          </p:nvSpPr>
          <p:spPr>
            <a:xfrm>
              <a:off x="323962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1" name="pg2491"/>
            <p:cNvSpPr/>
            <p:nvPr/>
          </p:nvSpPr>
          <p:spPr>
            <a:xfrm>
              <a:off x="325125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2" name="pg2492"/>
            <p:cNvSpPr/>
            <p:nvPr/>
          </p:nvSpPr>
          <p:spPr>
            <a:xfrm>
              <a:off x="326289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3" name="pg2493"/>
            <p:cNvSpPr/>
            <p:nvPr/>
          </p:nvSpPr>
          <p:spPr>
            <a:xfrm>
              <a:off x="327453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4" name="pg2494"/>
            <p:cNvSpPr/>
            <p:nvPr/>
          </p:nvSpPr>
          <p:spPr>
            <a:xfrm>
              <a:off x="328617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5" name="pg2495"/>
            <p:cNvSpPr/>
            <p:nvPr/>
          </p:nvSpPr>
          <p:spPr>
            <a:xfrm>
              <a:off x="360037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6" name="pg2496"/>
            <p:cNvSpPr/>
            <p:nvPr/>
          </p:nvSpPr>
          <p:spPr>
            <a:xfrm>
              <a:off x="361201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7" name="pg2497"/>
            <p:cNvSpPr/>
            <p:nvPr/>
          </p:nvSpPr>
          <p:spPr>
            <a:xfrm>
              <a:off x="362365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8" name="pg2498"/>
            <p:cNvSpPr/>
            <p:nvPr/>
          </p:nvSpPr>
          <p:spPr>
            <a:xfrm>
              <a:off x="363529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9" name="pg2499"/>
            <p:cNvSpPr/>
            <p:nvPr/>
          </p:nvSpPr>
          <p:spPr>
            <a:xfrm>
              <a:off x="364692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0" name="pg2500"/>
            <p:cNvSpPr/>
            <p:nvPr/>
          </p:nvSpPr>
          <p:spPr>
            <a:xfrm>
              <a:off x="365856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3">
                <a:alpha val="100000"/>
              </a:srgbClr>
            </a:solidFill>
            <a:ln w="5420" cap="flat">
              <a:solidFill>
                <a:srgbClr val="3A34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1" name="pg2501"/>
            <p:cNvSpPr/>
            <p:nvPr/>
          </p:nvSpPr>
          <p:spPr>
            <a:xfrm>
              <a:off x="3670203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2" name="pg2502"/>
            <p:cNvSpPr/>
            <p:nvPr/>
          </p:nvSpPr>
          <p:spPr>
            <a:xfrm>
              <a:off x="368184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3" name="pg2503"/>
            <p:cNvSpPr/>
            <p:nvPr/>
          </p:nvSpPr>
          <p:spPr>
            <a:xfrm>
              <a:off x="369347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4" name="pg2504"/>
            <p:cNvSpPr/>
            <p:nvPr/>
          </p:nvSpPr>
          <p:spPr>
            <a:xfrm>
              <a:off x="370511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5" name="pg2505"/>
            <p:cNvSpPr/>
            <p:nvPr/>
          </p:nvSpPr>
          <p:spPr>
            <a:xfrm>
              <a:off x="371675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6" name="pg2506"/>
            <p:cNvSpPr/>
            <p:nvPr/>
          </p:nvSpPr>
          <p:spPr>
            <a:xfrm>
              <a:off x="372839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7" name="pg2507"/>
            <p:cNvSpPr/>
            <p:nvPr/>
          </p:nvSpPr>
          <p:spPr>
            <a:xfrm>
              <a:off x="374002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8" name="pg2508"/>
            <p:cNvSpPr/>
            <p:nvPr/>
          </p:nvSpPr>
          <p:spPr>
            <a:xfrm>
              <a:off x="375166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9" name="pg2509"/>
            <p:cNvSpPr/>
            <p:nvPr/>
          </p:nvSpPr>
          <p:spPr>
            <a:xfrm>
              <a:off x="385640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0" name="pg2510"/>
            <p:cNvSpPr/>
            <p:nvPr/>
          </p:nvSpPr>
          <p:spPr>
            <a:xfrm>
              <a:off x="386803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1" name="pg2511"/>
            <p:cNvSpPr/>
            <p:nvPr/>
          </p:nvSpPr>
          <p:spPr>
            <a:xfrm>
              <a:off x="387967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2" name="pg2512"/>
            <p:cNvSpPr/>
            <p:nvPr/>
          </p:nvSpPr>
          <p:spPr>
            <a:xfrm>
              <a:off x="389131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3" name="pg2513"/>
            <p:cNvSpPr/>
            <p:nvPr/>
          </p:nvSpPr>
          <p:spPr>
            <a:xfrm>
              <a:off x="390295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4" name="pg2514"/>
            <p:cNvSpPr/>
            <p:nvPr/>
          </p:nvSpPr>
          <p:spPr>
            <a:xfrm>
              <a:off x="391458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5" name="pg2515"/>
            <p:cNvSpPr/>
            <p:nvPr/>
          </p:nvSpPr>
          <p:spPr>
            <a:xfrm>
              <a:off x="392622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6" name="pg2516"/>
            <p:cNvSpPr/>
            <p:nvPr/>
          </p:nvSpPr>
          <p:spPr>
            <a:xfrm>
              <a:off x="393786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7" name="pg2517"/>
            <p:cNvSpPr/>
            <p:nvPr/>
          </p:nvSpPr>
          <p:spPr>
            <a:xfrm>
              <a:off x="394949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8" name="pg2518"/>
            <p:cNvSpPr/>
            <p:nvPr/>
          </p:nvSpPr>
          <p:spPr>
            <a:xfrm>
              <a:off x="396113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9" name="pg2519"/>
            <p:cNvSpPr/>
            <p:nvPr/>
          </p:nvSpPr>
          <p:spPr>
            <a:xfrm>
              <a:off x="406587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0" name="pg2520"/>
            <p:cNvSpPr/>
            <p:nvPr/>
          </p:nvSpPr>
          <p:spPr>
            <a:xfrm>
              <a:off x="407751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1" name="pg2521"/>
            <p:cNvSpPr/>
            <p:nvPr/>
          </p:nvSpPr>
          <p:spPr>
            <a:xfrm>
              <a:off x="408914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2" name="pg2522"/>
            <p:cNvSpPr/>
            <p:nvPr/>
          </p:nvSpPr>
          <p:spPr>
            <a:xfrm>
              <a:off x="410078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3" name="pg2523"/>
            <p:cNvSpPr/>
            <p:nvPr/>
          </p:nvSpPr>
          <p:spPr>
            <a:xfrm>
              <a:off x="411242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4" name="pg2524"/>
            <p:cNvSpPr/>
            <p:nvPr/>
          </p:nvSpPr>
          <p:spPr>
            <a:xfrm>
              <a:off x="412405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5" name="pg2525"/>
            <p:cNvSpPr/>
            <p:nvPr/>
          </p:nvSpPr>
          <p:spPr>
            <a:xfrm>
              <a:off x="413569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6" name="pg2526"/>
            <p:cNvSpPr/>
            <p:nvPr/>
          </p:nvSpPr>
          <p:spPr>
            <a:xfrm>
              <a:off x="414733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7" name="pg2527"/>
            <p:cNvSpPr/>
            <p:nvPr/>
          </p:nvSpPr>
          <p:spPr>
            <a:xfrm>
              <a:off x="415897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8" name="pg2528"/>
            <p:cNvSpPr/>
            <p:nvPr/>
          </p:nvSpPr>
          <p:spPr>
            <a:xfrm>
              <a:off x="422879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9" name="pg2529"/>
            <p:cNvSpPr/>
            <p:nvPr/>
          </p:nvSpPr>
          <p:spPr>
            <a:xfrm>
              <a:off x="424043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0" name="pg2530"/>
            <p:cNvSpPr/>
            <p:nvPr/>
          </p:nvSpPr>
          <p:spPr>
            <a:xfrm>
              <a:off x="425207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1" name="pg2531"/>
            <p:cNvSpPr/>
            <p:nvPr/>
          </p:nvSpPr>
          <p:spPr>
            <a:xfrm>
              <a:off x="426370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2" name="pg2532"/>
            <p:cNvSpPr/>
            <p:nvPr/>
          </p:nvSpPr>
          <p:spPr>
            <a:xfrm>
              <a:off x="427534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3" name="pg2533"/>
            <p:cNvSpPr/>
            <p:nvPr/>
          </p:nvSpPr>
          <p:spPr>
            <a:xfrm>
              <a:off x="428698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4" name="pg2534"/>
            <p:cNvSpPr/>
            <p:nvPr/>
          </p:nvSpPr>
          <p:spPr>
            <a:xfrm>
              <a:off x="429861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5" name="pg2535"/>
            <p:cNvSpPr/>
            <p:nvPr/>
          </p:nvSpPr>
          <p:spPr>
            <a:xfrm>
              <a:off x="431025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6" name="pg2536"/>
            <p:cNvSpPr/>
            <p:nvPr/>
          </p:nvSpPr>
          <p:spPr>
            <a:xfrm>
              <a:off x="432189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7" name="pg2537"/>
            <p:cNvSpPr/>
            <p:nvPr/>
          </p:nvSpPr>
          <p:spPr>
            <a:xfrm>
              <a:off x="433353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8" name="pg2538"/>
            <p:cNvSpPr/>
            <p:nvPr/>
          </p:nvSpPr>
          <p:spPr>
            <a:xfrm>
              <a:off x="434516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9" name="pg2539"/>
            <p:cNvSpPr/>
            <p:nvPr/>
          </p:nvSpPr>
          <p:spPr>
            <a:xfrm>
              <a:off x="455464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0" name="pg2540"/>
            <p:cNvSpPr/>
            <p:nvPr/>
          </p:nvSpPr>
          <p:spPr>
            <a:xfrm>
              <a:off x="456627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1" name="pg2541"/>
            <p:cNvSpPr/>
            <p:nvPr/>
          </p:nvSpPr>
          <p:spPr>
            <a:xfrm>
              <a:off x="457791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2" name="pg2542"/>
            <p:cNvSpPr/>
            <p:nvPr/>
          </p:nvSpPr>
          <p:spPr>
            <a:xfrm>
              <a:off x="458955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3" name="pg2543"/>
            <p:cNvSpPr/>
            <p:nvPr/>
          </p:nvSpPr>
          <p:spPr>
            <a:xfrm>
              <a:off x="460119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4" name="pg2544"/>
            <p:cNvSpPr/>
            <p:nvPr/>
          </p:nvSpPr>
          <p:spPr>
            <a:xfrm>
              <a:off x="314652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5" name="pg2545"/>
            <p:cNvSpPr/>
            <p:nvPr/>
          </p:nvSpPr>
          <p:spPr>
            <a:xfrm>
              <a:off x="315816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6" name="pg2546"/>
            <p:cNvSpPr/>
            <p:nvPr/>
          </p:nvSpPr>
          <p:spPr>
            <a:xfrm>
              <a:off x="316979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7" name="pg2547"/>
            <p:cNvSpPr/>
            <p:nvPr/>
          </p:nvSpPr>
          <p:spPr>
            <a:xfrm>
              <a:off x="322798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8" name="pg2548"/>
            <p:cNvSpPr/>
            <p:nvPr/>
          </p:nvSpPr>
          <p:spPr>
            <a:xfrm>
              <a:off x="323962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9" name="pg2549"/>
            <p:cNvSpPr/>
            <p:nvPr/>
          </p:nvSpPr>
          <p:spPr>
            <a:xfrm>
              <a:off x="325125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0" name="pg2550"/>
            <p:cNvSpPr/>
            <p:nvPr/>
          </p:nvSpPr>
          <p:spPr>
            <a:xfrm>
              <a:off x="326289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1" name="pg2551"/>
            <p:cNvSpPr/>
            <p:nvPr/>
          </p:nvSpPr>
          <p:spPr>
            <a:xfrm>
              <a:off x="327453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2" name="pg2552"/>
            <p:cNvSpPr/>
            <p:nvPr/>
          </p:nvSpPr>
          <p:spPr>
            <a:xfrm>
              <a:off x="328617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3" name="pg2553"/>
            <p:cNvSpPr/>
            <p:nvPr/>
          </p:nvSpPr>
          <p:spPr>
            <a:xfrm>
              <a:off x="329780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4" name="pg2554"/>
            <p:cNvSpPr/>
            <p:nvPr/>
          </p:nvSpPr>
          <p:spPr>
            <a:xfrm>
              <a:off x="330944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5" name="pg2555"/>
            <p:cNvSpPr/>
            <p:nvPr/>
          </p:nvSpPr>
          <p:spPr>
            <a:xfrm>
              <a:off x="332108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6" name="pg2556"/>
            <p:cNvSpPr/>
            <p:nvPr/>
          </p:nvSpPr>
          <p:spPr>
            <a:xfrm>
              <a:off x="333272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7" name="pg2557"/>
            <p:cNvSpPr/>
            <p:nvPr/>
          </p:nvSpPr>
          <p:spPr>
            <a:xfrm>
              <a:off x="334435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8" name="pg2558"/>
            <p:cNvSpPr/>
            <p:nvPr/>
          </p:nvSpPr>
          <p:spPr>
            <a:xfrm>
              <a:off x="343745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9" name="pg2559"/>
            <p:cNvSpPr/>
            <p:nvPr/>
          </p:nvSpPr>
          <p:spPr>
            <a:xfrm>
              <a:off x="344909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0" name="pg2560"/>
            <p:cNvSpPr/>
            <p:nvPr/>
          </p:nvSpPr>
          <p:spPr>
            <a:xfrm>
              <a:off x="346073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1" name="pg2561"/>
            <p:cNvSpPr/>
            <p:nvPr/>
          </p:nvSpPr>
          <p:spPr>
            <a:xfrm>
              <a:off x="347236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2" name="pg2562"/>
            <p:cNvSpPr/>
            <p:nvPr/>
          </p:nvSpPr>
          <p:spPr>
            <a:xfrm>
              <a:off x="348400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3" name="pg2563"/>
            <p:cNvSpPr/>
            <p:nvPr/>
          </p:nvSpPr>
          <p:spPr>
            <a:xfrm>
              <a:off x="360037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4" name="pg2564"/>
            <p:cNvSpPr/>
            <p:nvPr/>
          </p:nvSpPr>
          <p:spPr>
            <a:xfrm>
              <a:off x="361201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5" name="pg2565"/>
            <p:cNvSpPr/>
            <p:nvPr/>
          </p:nvSpPr>
          <p:spPr>
            <a:xfrm>
              <a:off x="362365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6" name="pg2566"/>
            <p:cNvSpPr/>
            <p:nvPr/>
          </p:nvSpPr>
          <p:spPr>
            <a:xfrm>
              <a:off x="363529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7" name="pg2567"/>
            <p:cNvSpPr/>
            <p:nvPr/>
          </p:nvSpPr>
          <p:spPr>
            <a:xfrm>
              <a:off x="364692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8" name="pg2568"/>
            <p:cNvSpPr/>
            <p:nvPr/>
          </p:nvSpPr>
          <p:spPr>
            <a:xfrm>
              <a:off x="365856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9" name="pg2569"/>
            <p:cNvSpPr/>
            <p:nvPr/>
          </p:nvSpPr>
          <p:spPr>
            <a:xfrm>
              <a:off x="367020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0" name="pg2570"/>
            <p:cNvSpPr/>
            <p:nvPr/>
          </p:nvSpPr>
          <p:spPr>
            <a:xfrm>
              <a:off x="368184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1" name="pg2571"/>
            <p:cNvSpPr/>
            <p:nvPr/>
          </p:nvSpPr>
          <p:spPr>
            <a:xfrm>
              <a:off x="369347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2" name="pg2572"/>
            <p:cNvSpPr/>
            <p:nvPr/>
          </p:nvSpPr>
          <p:spPr>
            <a:xfrm>
              <a:off x="370511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3" name="pg2573"/>
            <p:cNvSpPr/>
            <p:nvPr/>
          </p:nvSpPr>
          <p:spPr>
            <a:xfrm>
              <a:off x="371675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4" name="pg2574"/>
            <p:cNvSpPr/>
            <p:nvPr/>
          </p:nvSpPr>
          <p:spPr>
            <a:xfrm>
              <a:off x="372839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5" name="pg2575"/>
            <p:cNvSpPr/>
            <p:nvPr/>
          </p:nvSpPr>
          <p:spPr>
            <a:xfrm>
              <a:off x="374002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6" name="pg2576"/>
            <p:cNvSpPr/>
            <p:nvPr/>
          </p:nvSpPr>
          <p:spPr>
            <a:xfrm>
              <a:off x="375166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7" name="pg2577"/>
            <p:cNvSpPr/>
            <p:nvPr/>
          </p:nvSpPr>
          <p:spPr>
            <a:xfrm>
              <a:off x="410078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8" name="pg2578"/>
            <p:cNvSpPr/>
            <p:nvPr/>
          </p:nvSpPr>
          <p:spPr>
            <a:xfrm>
              <a:off x="411242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9" name="pg2579"/>
            <p:cNvSpPr/>
            <p:nvPr/>
          </p:nvSpPr>
          <p:spPr>
            <a:xfrm>
              <a:off x="412405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0" name="pg2580"/>
            <p:cNvSpPr/>
            <p:nvPr/>
          </p:nvSpPr>
          <p:spPr>
            <a:xfrm>
              <a:off x="413569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1" name="pg2581"/>
            <p:cNvSpPr/>
            <p:nvPr/>
          </p:nvSpPr>
          <p:spPr>
            <a:xfrm>
              <a:off x="414733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2" name="pg2582"/>
            <p:cNvSpPr/>
            <p:nvPr/>
          </p:nvSpPr>
          <p:spPr>
            <a:xfrm>
              <a:off x="415897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3" name="pg2583"/>
            <p:cNvSpPr/>
            <p:nvPr/>
          </p:nvSpPr>
          <p:spPr>
            <a:xfrm>
              <a:off x="417060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4" name="pg2584"/>
            <p:cNvSpPr/>
            <p:nvPr/>
          </p:nvSpPr>
          <p:spPr>
            <a:xfrm>
              <a:off x="419388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5" name="pg2585"/>
            <p:cNvSpPr/>
            <p:nvPr/>
          </p:nvSpPr>
          <p:spPr>
            <a:xfrm>
              <a:off x="420552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6" name="pg2586"/>
            <p:cNvSpPr/>
            <p:nvPr/>
          </p:nvSpPr>
          <p:spPr>
            <a:xfrm>
              <a:off x="421715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7" name="pg2587"/>
            <p:cNvSpPr/>
            <p:nvPr/>
          </p:nvSpPr>
          <p:spPr>
            <a:xfrm>
              <a:off x="422879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8" name="pg2588"/>
            <p:cNvSpPr/>
            <p:nvPr/>
          </p:nvSpPr>
          <p:spPr>
            <a:xfrm>
              <a:off x="424043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9" name="pg2589"/>
            <p:cNvSpPr/>
            <p:nvPr/>
          </p:nvSpPr>
          <p:spPr>
            <a:xfrm>
              <a:off x="425207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1">
                <a:alpha val="100000"/>
              </a:srgbClr>
            </a:solidFill>
            <a:ln w="5420" cap="flat">
              <a:solidFill>
                <a:srgbClr val="3B3E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0" name="pg2590"/>
            <p:cNvSpPr/>
            <p:nvPr/>
          </p:nvSpPr>
          <p:spPr>
            <a:xfrm>
              <a:off x="426370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3">
                <a:alpha val="100000"/>
              </a:srgbClr>
            </a:solidFill>
            <a:ln w="5420" cap="flat">
              <a:solidFill>
                <a:srgbClr val="3C41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1" name="pg2591"/>
            <p:cNvSpPr/>
            <p:nvPr/>
          </p:nvSpPr>
          <p:spPr>
            <a:xfrm>
              <a:off x="427534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2" name="pg2592"/>
            <p:cNvSpPr/>
            <p:nvPr/>
          </p:nvSpPr>
          <p:spPr>
            <a:xfrm>
              <a:off x="428698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3" name="pg2593"/>
            <p:cNvSpPr/>
            <p:nvPr/>
          </p:nvSpPr>
          <p:spPr>
            <a:xfrm>
              <a:off x="429861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4" name="pg2594"/>
            <p:cNvSpPr/>
            <p:nvPr/>
          </p:nvSpPr>
          <p:spPr>
            <a:xfrm>
              <a:off x="431025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5" name="pg2595"/>
            <p:cNvSpPr/>
            <p:nvPr/>
          </p:nvSpPr>
          <p:spPr>
            <a:xfrm>
              <a:off x="432189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6" name="pg2596"/>
            <p:cNvSpPr/>
            <p:nvPr/>
          </p:nvSpPr>
          <p:spPr>
            <a:xfrm>
              <a:off x="433353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7" name="pg2597"/>
            <p:cNvSpPr/>
            <p:nvPr/>
          </p:nvSpPr>
          <p:spPr>
            <a:xfrm>
              <a:off x="434516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8" name="pg2598"/>
            <p:cNvSpPr/>
            <p:nvPr/>
          </p:nvSpPr>
          <p:spPr>
            <a:xfrm>
              <a:off x="435680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9" name="pg2599"/>
            <p:cNvSpPr/>
            <p:nvPr/>
          </p:nvSpPr>
          <p:spPr>
            <a:xfrm>
              <a:off x="456627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0" name="pg2600"/>
            <p:cNvSpPr/>
            <p:nvPr/>
          </p:nvSpPr>
          <p:spPr>
            <a:xfrm>
              <a:off x="457791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1" name="pg2601"/>
            <p:cNvSpPr/>
            <p:nvPr/>
          </p:nvSpPr>
          <p:spPr>
            <a:xfrm>
              <a:off x="458955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2" name="pg2602"/>
            <p:cNvSpPr/>
            <p:nvPr/>
          </p:nvSpPr>
          <p:spPr>
            <a:xfrm>
              <a:off x="460119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3" name="pg2603"/>
            <p:cNvSpPr/>
            <p:nvPr/>
          </p:nvSpPr>
          <p:spPr>
            <a:xfrm>
              <a:off x="312324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4" name="pg2604"/>
            <p:cNvSpPr/>
            <p:nvPr/>
          </p:nvSpPr>
          <p:spPr>
            <a:xfrm>
              <a:off x="313488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5" name="pg2605"/>
            <p:cNvSpPr/>
            <p:nvPr/>
          </p:nvSpPr>
          <p:spPr>
            <a:xfrm>
              <a:off x="314652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6" name="pg2606"/>
            <p:cNvSpPr/>
            <p:nvPr/>
          </p:nvSpPr>
          <p:spPr>
            <a:xfrm>
              <a:off x="315816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7" name="pg2607"/>
            <p:cNvSpPr/>
            <p:nvPr/>
          </p:nvSpPr>
          <p:spPr>
            <a:xfrm>
              <a:off x="316979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8" name="pg2608"/>
            <p:cNvSpPr/>
            <p:nvPr/>
          </p:nvSpPr>
          <p:spPr>
            <a:xfrm>
              <a:off x="318143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9" name="pg2609"/>
            <p:cNvSpPr/>
            <p:nvPr/>
          </p:nvSpPr>
          <p:spPr>
            <a:xfrm>
              <a:off x="321634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0" name="pg2610"/>
            <p:cNvSpPr/>
            <p:nvPr/>
          </p:nvSpPr>
          <p:spPr>
            <a:xfrm>
              <a:off x="322798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1" name="pg2611"/>
            <p:cNvSpPr/>
            <p:nvPr/>
          </p:nvSpPr>
          <p:spPr>
            <a:xfrm>
              <a:off x="323962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2" name="pg2612"/>
            <p:cNvSpPr/>
            <p:nvPr/>
          </p:nvSpPr>
          <p:spPr>
            <a:xfrm>
              <a:off x="325125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3" name="pg2613"/>
            <p:cNvSpPr/>
            <p:nvPr/>
          </p:nvSpPr>
          <p:spPr>
            <a:xfrm>
              <a:off x="326289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4" name="pg2614"/>
            <p:cNvSpPr/>
            <p:nvPr/>
          </p:nvSpPr>
          <p:spPr>
            <a:xfrm>
              <a:off x="327453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5" name="pg2615"/>
            <p:cNvSpPr/>
            <p:nvPr/>
          </p:nvSpPr>
          <p:spPr>
            <a:xfrm>
              <a:off x="328617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6" name="pg2616"/>
            <p:cNvSpPr/>
            <p:nvPr/>
          </p:nvSpPr>
          <p:spPr>
            <a:xfrm>
              <a:off x="329780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7" name="pg2617"/>
            <p:cNvSpPr/>
            <p:nvPr/>
          </p:nvSpPr>
          <p:spPr>
            <a:xfrm>
              <a:off x="330944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8" name="pg2618"/>
            <p:cNvSpPr/>
            <p:nvPr/>
          </p:nvSpPr>
          <p:spPr>
            <a:xfrm>
              <a:off x="332108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9" name="pg2619"/>
            <p:cNvSpPr/>
            <p:nvPr/>
          </p:nvSpPr>
          <p:spPr>
            <a:xfrm>
              <a:off x="333272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0" name="pg2620"/>
            <p:cNvSpPr/>
            <p:nvPr/>
          </p:nvSpPr>
          <p:spPr>
            <a:xfrm>
              <a:off x="334435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1" name="pg2621"/>
            <p:cNvSpPr/>
            <p:nvPr/>
          </p:nvSpPr>
          <p:spPr>
            <a:xfrm>
              <a:off x="335599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2" name="pg2622"/>
            <p:cNvSpPr/>
            <p:nvPr/>
          </p:nvSpPr>
          <p:spPr>
            <a:xfrm>
              <a:off x="336763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3" name="pg2623"/>
            <p:cNvSpPr/>
            <p:nvPr/>
          </p:nvSpPr>
          <p:spPr>
            <a:xfrm>
              <a:off x="342581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4" name="pg2624"/>
            <p:cNvSpPr/>
            <p:nvPr/>
          </p:nvSpPr>
          <p:spPr>
            <a:xfrm>
              <a:off x="343745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5" name="pg2625"/>
            <p:cNvSpPr/>
            <p:nvPr/>
          </p:nvSpPr>
          <p:spPr>
            <a:xfrm>
              <a:off x="344909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6" name="pg2626"/>
            <p:cNvSpPr/>
            <p:nvPr/>
          </p:nvSpPr>
          <p:spPr>
            <a:xfrm>
              <a:off x="346073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7" name="pg2627"/>
            <p:cNvSpPr/>
            <p:nvPr/>
          </p:nvSpPr>
          <p:spPr>
            <a:xfrm>
              <a:off x="347236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8" name="pg2628"/>
            <p:cNvSpPr/>
            <p:nvPr/>
          </p:nvSpPr>
          <p:spPr>
            <a:xfrm>
              <a:off x="348400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9" name="pg2629"/>
            <p:cNvSpPr/>
            <p:nvPr/>
          </p:nvSpPr>
          <p:spPr>
            <a:xfrm>
              <a:off x="349564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0" name="pg2630"/>
            <p:cNvSpPr/>
            <p:nvPr/>
          </p:nvSpPr>
          <p:spPr>
            <a:xfrm>
              <a:off x="350728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1" name="pg2631"/>
            <p:cNvSpPr/>
            <p:nvPr/>
          </p:nvSpPr>
          <p:spPr>
            <a:xfrm>
              <a:off x="362365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2" name="pg2632"/>
            <p:cNvSpPr/>
            <p:nvPr/>
          </p:nvSpPr>
          <p:spPr>
            <a:xfrm>
              <a:off x="363529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3" name="pg2633"/>
            <p:cNvSpPr/>
            <p:nvPr/>
          </p:nvSpPr>
          <p:spPr>
            <a:xfrm>
              <a:off x="364692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4" name="pg2634"/>
            <p:cNvSpPr/>
            <p:nvPr/>
          </p:nvSpPr>
          <p:spPr>
            <a:xfrm>
              <a:off x="365856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5" name="pg2635"/>
            <p:cNvSpPr/>
            <p:nvPr/>
          </p:nvSpPr>
          <p:spPr>
            <a:xfrm>
              <a:off x="367020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6" name="pg2636"/>
            <p:cNvSpPr/>
            <p:nvPr/>
          </p:nvSpPr>
          <p:spPr>
            <a:xfrm>
              <a:off x="368184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7" name="pg2637"/>
            <p:cNvSpPr/>
            <p:nvPr/>
          </p:nvSpPr>
          <p:spPr>
            <a:xfrm>
              <a:off x="369347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8" name="pg2638"/>
            <p:cNvSpPr/>
            <p:nvPr/>
          </p:nvSpPr>
          <p:spPr>
            <a:xfrm>
              <a:off x="370511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9" name="pg2639"/>
            <p:cNvSpPr/>
            <p:nvPr/>
          </p:nvSpPr>
          <p:spPr>
            <a:xfrm>
              <a:off x="371675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3">
                <a:alpha val="100000"/>
              </a:srgbClr>
            </a:solidFill>
            <a:ln w="5420" cap="flat">
              <a:solidFill>
                <a:srgbClr val="3A34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0" name="pg2640"/>
            <p:cNvSpPr/>
            <p:nvPr/>
          </p:nvSpPr>
          <p:spPr>
            <a:xfrm>
              <a:off x="372839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1" name="pg2641"/>
            <p:cNvSpPr/>
            <p:nvPr/>
          </p:nvSpPr>
          <p:spPr>
            <a:xfrm>
              <a:off x="374002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2" name="pg2642"/>
            <p:cNvSpPr/>
            <p:nvPr/>
          </p:nvSpPr>
          <p:spPr>
            <a:xfrm>
              <a:off x="375166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3" name="pg2643"/>
            <p:cNvSpPr/>
            <p:nvPr/>
          </p:nvSpPr>
          <p:spPr>
            <a:xfrm>
              <a:off x="411242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4" name="pg2644"/>
            <p:cNvSpPr/>
            <p:nvPr/>
          </p:nvSpPr>
          <p:spPr>
            <a:xfrm>
              <a:off x="412405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5" name="pg2645"/>
            <p:cNvSpPr/>
            <p:nvPr/>
          </p:nvSpPr>
          <p:spPr>
            <a:xfrm>
              <a:off x="413569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6" name="pg2646"/>
            <p:cNvSpPr/>
            <p:nvPr/>
          </p:nvSpPr>
          <p:spPr>
            <a:xfrm>
              <a:off x="414733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7" name="pg2647"/>
            <p:cNvSpPr/>
            <p:nvPr/>
          </p:nvSpPr>
          <p:spPr>
            <a:xfrm>
              <a:off x="415897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8" name="pg2648"/>
            <p:cNvSpPr/>
            <p:nvPr/>
          </p:nvSpPr>
          <p:spPr>
            <a:xfrm>
              <a:off x="417060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9" name="pg2649"/>
            <p:cNvSpPr/>
            <p:nvPr/>
          </p:nvSpPr>
          <p:spPr>
            <a:xfrm>
              <a:off x="418224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0" name="pg2650"/>
            <p:cNvSpPr/>
            <p:nvPr/>
          </p:nvSpPr>
          <p:spPr>
            <a:xfrm>
              <a:off x="419388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1" name="pg2651"/>
            <p:cNvSpPr/>
            <p:nvPr/>
          </p:nvSpPr>
          <p:spPr>
            <a:xfrm>
              <a:off x="420552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2" name="pg2652"/>
            <p:cNvSpPr/>
            <p:nvPr/>
          </p:nvSpPr>
          <p:spPr>
            <a:xfrm>
              <a:off x="421715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3" name="pg2653"/>
            <p:cNvSpPr/>
            <p:nvPr/>
          </p:nvSpPr>
          <p:spPr>
            <a:xfrm>
              <a:off x="422879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4" name="pg2654"/>
            <p:cNvSpPr/>
            <p:nvPr/>
          </p:nvSpPr>
          <p:spPr>
            <a:xfrm>
              <a:off x="424043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5" name="pg2655"/>
            <p:cNvSpPr/>
            <p:nvPr/>
          </p:nvSpPr>
          <p:spPr>
            <a:xfrm>
              <a:off x="425207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6" name="pg2656"/>
            <p:cNvSpPr/>
            <p:nvPr/>
          </p:nvSpPr>
          <p:spPr>
            <a:xfrm>
              <a:off x="426370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7" name="pg2657"/>
            <p:cNvSpPr/>
            <p:nvPr/>
          </p:nvSpPr>
          <p:spPr>
            <a:xfrm>
              <a:off x="427534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8" name="pg2658"/>
            <p:cNvSpPr/>
            <p:nvPr/>
          </p:nvSpPr>
          <p:spPr>
            <a:xfrm>
              <a:off x="428698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9" name="pg2659"/>
            <p:cNvSpPr/>
            <p:nvPr/>
          </p:nvSpPr>
          <p:spPr>
            <a:xfrm>
              <a:off x="429861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0" name="pg2660"/>
            <p:cNvSpPr/>
            <p:nvPr/>
          </p:nvSpPr>
          <p:spPr>
            <a:xfrm>
              <a:off x="431025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1" name="pg2661"/>
            <p:cNvSpPr/>
            <p:nvPr/>
          </p:nvSpPr>
          <p:spPr>
            <a:xfrm>
              <a:off x="432189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2" name="pg2662"/>
            <p:cNvSpPr/>
            <p:nvPr/>
          </p:nvSpPr>
          <p:spPr>
            <a:xfrm>
              <a:off x="433353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3" name="pg2663"/>
            <p:cNvSpPr/>
            <p:nvPr/>
          </p:nvSpPr>
          <p:spPr>
            <a:xfrm>
              <a:off x="434516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4" name="pg2664"/>
            <p:cNvSpPr/>
            <p:nvPr/>
          </p:nvSpPr>
          <p:spPr>
            <a:xfrm>
              <a:off x="435680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5" name="pg2665"/>
            <p:cNvSpPr/>
            <p:nvPr/>
          </p:nvSpPr>
          <p:spPr>
            <a:xfrm>
              <a:off x="436844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6" name="pg2666"/>
            <p:cNvSpPr/>
            <p:nvPr/>
          </p:nvSpPr>
          <p:spPr>
            <a:xfrm>
              <a:off x="456627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7" name="pg2667"/>
            <p:cNvSpPr/>
            <p:nvPr/>
          </p:nvSpPr>
          <p:spPr>
            <a:xfrm>
              <a:off x="457791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8" name="pg2668"/>
            <p:cNvSpPr/>
            <p:nvPr/>
          </p:nvSpPr>
          <p:spPr>
            <a:xfrm>
              <a:off x="458955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9" name="pg2669"/>
            <p:cNvSpPr/>
            <p:nvPr/>
          </p:nvSpPr>
          <p:spPr>
            <a:xfrm>
              <a:off x="460119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0" name="pg2670"/>
            <p:cNvSpPr/>
            <p:nvPr/>
          </p:nvSpPr>
          <p:spPr>
            <a:xfrm>
              <a:off x="461282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1" name="pg2671"/>
            <p:cNvSpPr/>
            <p:nvPr/>
          </p:nvSpPr>
          <p:spPr>
            <a:xfrm>
              <a:off x="311161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2" name="pg2672"/>
            <p:cNvSpPr/>
            <p:nvPr/>
          </p:nvSpPr>
          <p:spPr>
            <a:xfrm>
              <a:off x="312324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3" name="pg2673"/>
            <p:cNvSpPr/>
            <p:nvPr/>
          </p:nvSpPr>
          <p:spPr>
            <a:xfrm>
              <a:off x="313488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4" name="pg2674"/>
            <p:cNvSpPr/>
            <p:nvPr/>
          </p:nvSpPr>
          <p:spPr>
            <a:xfrm>
              <a:off x="314652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5" name="pg2675"/>
            <p:cNvSpPr/>
            <p:nvPr/>
          </p:nvSpPr>
          <p:spPr>
            <a:xfrm>
              <a:off x="315816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6" name="pg2676"/>
            <p:cNvSpPr/>
            <p:nvPr/>
          </p:nvSpPr>
          <p:spPr>
            <a:xfrm>
              <a:off x="316979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7" name="pg2677"/>
            <p:cNvSpPr/>
            <p:nvPr/>
          </p:nvSpPr>
          <p:spPr>
            <a:xfrm>
              <a:off x="318143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8" name="pg2678"/>
            <p:cNvSpPr/>
            <p:nvPr/>
          </p:nvSpPr>
          <p:spPr>
            <a:xfrm>
              <a:off x="319307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9" name="pg2679"/>
            <p:cNvSpPr/>
            <p:nvPr/>
          </p:nvSpPr>
          <p:spPr>
            <a:xfrm>
              <a:off x="320471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0" name="pg2680"/>
            <p:cNvSpPr/>
            <p:nvPr/>
          </p:nvSpPr>
          <p:spPr>
            <a:xfrm>
              <a:off x="321634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1" name="pg2681"/>
            <p:cNvSpPr/>
            <p:nvPr/>
          </p:nvSpPr>
          <p:spPr>
            <a:xfrm>
              <a:off x="322798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2" name="pg2682"/>
            <p:cNvSpPr/>
            <p:nvPr/>
          </p:nvSpPr>
          <p:spPr>
            <a:xfrm>
              <a:off x="323962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3" name="pg2683"/>
            <p:cNvSpPr/>
            <p:nvPr/>
          </p:nvSpPr>
          <p:spPr>
            <a:xfrm>
              <a:off x="325125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4" name="pg2684"/>
            <p:cNvSpPr/>
            <p:nvPr/>
          </p:nvSpPr>
          <p:spPr>
            <a:xfrm>
              <a:off x="326289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5" name="pg2685"/>
            <p:cNvSpPr/>
            <p:nvPr/>
          </p:nvSpPr>
          <p:spPr>
            <a:xfrm>
              <a:off x="327453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6" name="pg2686"/>
            <p:cNvSpPr/>
            <p:nvPr/>
          </p:nvSpPr>
          <p:spPr>
            <a:xfrm>
              <a:off x="328617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7" name="pg2687"/>
            <p:cNvSpPr/>
            <p:nvPr/>
          </p:nvSpPr>
          <p:spPr>
            <a:xfrm>
              <a:off x="329780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8" name="pg2688"/>
            <p:cNvSpPr/>
            <p:nvPr/>
          </p:nvSpPr>
          <p:spPr>
            <a:xfrm>
              <a:off x="330944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9" name="pg2689"/>
            <p:cNvSpPr/>
            <p:nvPr/>
          </p:nvSpPr>
          <p:spPr>
            <a:xfrm>
              <a:off x="332108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0" name="pg2690"/>
            <p:cNvSpPr/>
            <p:nvPr/>
          </p:nvSpPr>
          <p:spPr>
            <a:xfrm>
              <a:off x="333272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1" name="pg2691"/>
            <p:cNvSpPr/>
            <p:nvPr/>
          </p:nvSpPr>
          <p:spPr>
            <a:xfrm>
              <a:off x="334435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2" name="pg2692"/>
            <p:cNvSpPr/>
            <p:nvPr/>
          </p:nvSpPr>
          <p:spPr>
            <a:xfrm>
              <a:off x="335599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3" name="pg2693"/>
            <p:cNvSpPr/>
            <p:nvPr/>
          </p:nvSpPr>
          <p:spPr>
            <a:xfrm>
              <a:off x="336763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4" name="pg2694"/>
            <p:cNvSpPr/>
            <p:nvPr/>
          </p:nvSpPr>
          <p:spPr>
            <a:xfrm>
              <a:off x="337927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5" name="pg2695"/>
            <p:cNvSpPr/>
            <p:nvPr/>
          </p:nvSpPr>
          <p:spPr>
            <a:xfrm>
              <a:off x="339090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6" name="pg2696"/>
            <p:cNvSpPr/>
            <p:nvPr/>
          </p:nvSpPr>
          <p:spPr>
            <a:xfrm>
              <a:off x="340254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7" name="pg2697"/>
            <p:cNvSpPr/>
            <p:nvPr/>
          </p:nvSpPr>
          <p:spPr>
            <a:xfrm>
              <a:off x="341418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8" name="pg2698"/>
            <p:cNvSpPr/>
            <p:nvPr/>
          </p:nvSpPr>
          <p:spPr>
            <a:xfrm>
              <a:off x="342581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9" name="pg2699"/>
            <p:cNvSpPr/>
            <p:nvPr/>
          </p:nvSpPr>
          <p:spPr>
            <a:xfrm>
              <a:off x="343745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0" name="pg2700"/>
            <p:cNvSpPr/>
            <p:nvPr/>
          </p:nvSpPr>
          <p:spPr>
            <a:xfrm>
              <a:off x="344909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1" name="pg2701"/>
            <p:cNvSpPr/>
            <p:nvPr/>
          </p:nvSpPr>
          <p:spPr>
            <a:xfrm>
              <a:off x="346073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2" name="pg2702"/>
            <p:cNvSpPr/>
            <p:nvPr/>
          </p:nvSpPr>
          <p:spPr>
            <a:xfrm>
              <a:off x="347236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3" name="pg2703"/>
            <p:cNvSpPr/>
            <p:nvPr/>
          </p:nvSpPr>
          <p:spPr>
            <a:xfrm>
              <a:off x="348400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4" name="pg2704"/>
            <p:cNvSpPr/>
            <p:nvPr/>
          </p:nvSpPr>
          <p:spPr>
            <a:xfrm>
              <a:off x="349564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5" name="pg2705"/>
            <p:cNvSpPr/>
            <p:nvPr/>
          </p:nvSpPr>
          <p:spPr>
            <a:xfrm>
              <a:off x="350728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6" name="pg2706"/>
            <p:cNvSpPr/>
            <p:nvPr/>
          </p:nvSpPr>
          <p:spPr>
            <a:xfrm>
              <a:off x="351891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7" name="pg2707"/>
            <p:cNvSpPr/>
            <p:nvPr/>
          </p:nvSpPr>
          <p:spPr>
            <a:xfrm>
              <a:off x="353055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8" name="pg2708"/>
            <p:cNvSpPr/>
            <p:nvPr/>
          </p:nvSpPr>
          <p:spPr>
            <a:xfrm>
              <a:off x="354219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9" name="pg2709"/>
            <p:cNvSpPr/>
            <p:nvPr/>
          </p:nvSpPr>
          <p:spPr>
            <a:xfrm>
              <a:off x="363529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0" name="pg2710"/>
            <p:cNvSpPr/>
            <p:nvPr/>
          </p:nvSpPr>
          <p:spPr>
            <a:xfrm>
              <a:off x="364692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1" name="pg2711"/>
            <p:cNvSpPr/>
            <p:nvPr/>
          </p:nvSpPr>
          <p:spPr>
            <a:xfrm>
              <a:off x="365856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2" name="pg2712"/>
            <p:cNvSpPr/>
            <p:nvPr/>
          </p:nvSpPr>
          <p:spPr>
            <a:xfrm>
              <a:off x="368184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3" name="pg2713"/>
            <p:cNvSpPr/>
            <p:nvPr/>
          </p:nvSpPr>
          <p:spPr>
            <a:xfrm>
              <a:off x="369347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4" name="pg2714"/>
            <p:cNvSpPr/>
            <p:nvPr/>
          </p:nvSpPr>
          <p:spPr>
            <a:xfrm>
              <a:off x="370511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5" name="pg2715"/>
            <p:cNvSpPr/>
            <p:nvPr/>
          </p:nvSpPr>
          <p:spPr>
            <a:xfrm>
              <a:off x="371675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6" name="pg2716"/>
            <p:cNvSpPr/>
            <p:nvPr/>
          </p:nvSpPr>
          <p:spPr>
            <a:xfrm>
              <a:off x="372839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7" name="pg2717"/>
            <p:cNvSpPr/>
            <p:nvPr/>
          </p:nvSpPr>
          <p:spPr>
            <a:xfrm>
              <a:off x="374002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8" name="pg2718"/>
            <p:cNvSpPr/>
            <p:nvPr/>
          </p:nvSpPr>
          <p:spPr>
            <a:xfrm>
              <a:off x="375166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9" name="pg2719"/>
            <p:cNvSpPr/>
            <p:nvPr/>
          </p:nvSpPr>
          <p:spPr>
            <a:xfrm>
              <a:off x="412405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0" name="pg2720"/>
            <p:cNvSpPr/>
            <p:nvPr/>
          </p:nvSpPr>
          <p:spPr>
            <a:xfrm>
              <a:off x="413569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1" name="pg2721"/>
            <p:cNvSpPr/>
            <p:nvPr/>
          </p:nvSpPr>
          <p:spPr>
            <a:xfrm>
              <a:off x="414733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2" name="pg2722"/>
            <p:cNvSpPr/>
            <p:nvPr/>
          </p:nvSpPr>
          <p:spPr>
            <a:xfrm>
              <a:off x="415897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3" name="pg2723"/>
            <p:cNvSpPr/>
            <p:nvPr/>
          </p:nvSpPr>
          <p:spPr>
            <a:xfrm>
              <a:off x="417060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4" name="pg2724"/>
            <p:cNvSpPr/>
            <p:nvPr/>
          </p:nvSpPr>
          <p:spPr>
            <a:xfrm>
              <a:off x="418224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5" name="pg2725"/>
            <p:cNvSpPr/>
            <p:nvPr/>
          </p:nvSpPr>
          <p:spPr>
            <a:xfrm>
              <a:off x="419388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6" name="pg2726"/>
            <p:cNvSpPr/>
            <p:nvPr/>
          </p:nvSpPr>
          <p:spPr>
            <a:xfrm>
              <a:off x="420552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7" name="pg2727"/>
            <p:cNvSpPr/>
            <p:nvPr/>
          </p:nvSpPr>
          <p:spPr>
            <a:xfrm>
              <a:off x="421715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8" name="pg2728"/>
            <p:cNvSpPr/>
            <p:nvPr/>
          </p:nvSpPr>
          <p:spPr>
            <a:xfrm>
              <a:off x="422879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9" name="pg2729"/>
            <p:cNvSpPr/>
            <p:nvPr/>
          </p:nvSpPr>
          <p:spPr>
            <a:xfrm>
              <a:off x="424043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0" name="pg2730"/>
            <p:cNvSpPr/>
            <p:nvPr/>
          </p:nvSpPr>
          <p:spPr>
            <a:xfrm>
              <a:off x="425207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1" name="pg2731"/>
            <p:cNvSpPr/>
            <p:nvPr/>
          </p:nvSpPr>
          <p:spPr>
            <a:xfrm>
              <a:off x="426370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2" name="pg2732"/>
            <p:cNvSpPr/>
            <p:nvPr/>
          </p:nvSpPr>
          <p:spPr>
            <a:xfrm>
              <a:off x="427534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3" name="pg2733"/>
            <p:cNvSpPr/>
            <p:nvPr/>
          </p:nvSpPr>
          <p:spPr>
            <a:xfrm>
              <a:off x="431025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4" name="pg2734"/>
            <p:cNvSpPr/>
            <p:nvPr/>
          </p:nvSpPr>
          <p:spPr>
            <a:xfrm>
              <a:off x="432189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5" name="pg2735"/>
            <p:cNvSpPr/>
            <p:nvPr/>
          </p:nvSpPr>
          <p:spPr>
            <a:xfrm>
              <a:off x="433353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6" name="pg2736"/>
            <p:cNvSpPr/>
            <p:nvPr/>
          </p:nvSpPr>
          <p:spPr>
            <a:xfrm>
              <a:off x="434516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7" name="pg2737"/>
            <p:cNvSpPr/>
            <p:nvPr/>
          </p:nvSpPr>
          <p:spPr>
            <a:xfrm>
              <a:off x="435680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8" name="pg2738"/>
            <p:cNvSpPr/>
            <p:nvPr/>
          </p:nvSpPr>
          <p:spPr>
            <a:xfrm>
              <a:off x="436844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9" name="pg2739"/>
            <p:cNvSpPr/>
            <p:nvPr/>
          </p:nvSpPr>
          <p:spPr>
            <a:xfrm>
              <a:off x="438008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0" name="pg2740"/>
            <p:cNvSpPr/>
            <p:nvPr/>
          </p:nvSpPr>
          <p:spPr>
            <a:xfrm>
              <a:off x="456627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1" name="pg2741"/>
            <p:cNvSpPr/>
            <p:nvPr/>
          </p:nvSpPr>
          <p:spPr>
            <a:xfrm>
              <a:off x="457791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2" name="pg2742"/>
            <p:cNvSpPr/>
            <p:nvPr/>
          </p:nvSpPr>
          <p:spPr>
            <a:xfrm>
              <a:off x="458955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3" name="pg2743"/>
            <p:cNvSpPr/>
            <p:nvPr/>
          </p:nvSpPr>
          <p:spPr>
            <a:xfrm>
              <a:off x="460119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4" name="pg2744"/>
            <p:cNvSpPr/>
            <p:nvPr/>
          </p:nvSpPr>
          <p:spPr>
            <a:xfrm>
              <a:off x="461282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5" name="pg2745"/>
            <p:cNvSpPr/>
            <p:nvPr/>
          </p:nvSpPr>
          <p:spPr>
            <a:xfrm>
              <a:off x="311161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6" name="pg2746"/>
            <p:cNvSpPr/>
            <p:nvPr/>
          </p:nvSpPr>
          <p:spPr>
            <a:xfrm>
              <a:off x="312324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7" name="pg2747"/>
            <p:cNvSpPr/>
            <p:nvPr/>
          </p:nvSpPr>
          <p:spPr>
            <a:xfrm>
              <a:off x="313488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8" name="pg2748"/>
            <p:cNvSpPr/>
            <p:nvPr/>
          </p:nvSpPr>
          <p:spPr>
            <a:xfrm>
              <a:off x="314652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9" name="pg2749"/>
            <p:cNvSpPr/>
            <p:nvPr/>
          </p:nvSpPr>
          <p:spPr>
            <a:xfrm>
              <a:off x="315816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0" name="pg2750"/>
            <p:cNvSpPr/>
            <p:nvPr/>
          </p:nvSpPr>
          <p:spPr>
            <a:xfrm>
              <a:off x="316979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1" name="pg2751"/>
            <p:cNvSpPr/>
            <p:nvPr/>
          </p:nvSpPr>
          <p:spPr>
            <a:xfrm>
              <a:off x="318143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2" name="pg2752"/>
            <p:cNvSpPr/>
            <p:nvPr/>
          </p:nvSpPr>
          <p:spPr>
            <a:xfrm>
              <a:off x="319307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3" name="pg2753"/>
            <p:cNvSpPr/>
            <p:nvPr/>
          </p:nvSpPr>
          <p:spPr>
            <a:xfrm>
              <a:off x="320471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4" name="pg2754"/>
            <p:cNvSpPr/>
            <p:nvPr/>
          </p:nvSpPr>
          <p:spPr>
            <a:xfrm>
              <a:off x="321634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5" name="pg2755"/>
            <p:cNvSpPr/>
            <p:nvPr/>
          </p:nvSpPr>
          <p:spPr>
            <a:xfrm>
              <a:off x="322798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6" name="pg2756"/>
            <p:cNvSpPr/>
            <p:nvPr/>
          </p:nvSpPr>
          <p:spPr>
            <a:xfrm>
              <a:off x="323962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7" name="pg2757"/>
            <p:cNvSpPr/>
            <p:nvPr/>
          </p:nvSpPr>
          <p:spPr>
            <a:xfrm>
              <a:off x="325125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8" name="pg2758"/>
            <p:cNvSpPr/>
            <p:nvPr/>
          </p:nvSpPr>
          <p:spPr>
            <a:xfrm>
              <a:off x="326289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9" name="pg2759"/>
            <p:cNvSpPr/>
            <p:nvPr/>
          </p:nvSpPr>
          <p:spPr>
            <a:xfrm>
              <a:off x="327453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0" name="pg2760"/>
            <p:cNvSpPr/>
            <p:nvPr/>
          </p:nvSpPr>
          <p:spPr>
            <a:xfrm>
              <a:off x="328617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1" name="pg2761"/>
            <p:cNvSpPr/>
            <p:nvPr/>
          </p:nvSpPr>
          <p:spPr>
            <a:xfrm>
              <a:off x="329780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2" name="pg2762"/>
            <p:cNvSpPr/>
            <p:nvPr/>
          </p:nvSpPr>
          <p:spPr>
            <a:xfrm>
              <a:off x="330944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3" name="pg2763"/>
            <p:cNvSpPr/>
            <p:nvPr/>
          </p:nvSpPr>
          <p:spPr>
            <a:xfrm>
              <a:off x="332108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4" name="pg2764"/>
            <p:cNvSpPr/>
            <p:nvPr/>
          </p:nvSpPr>
          <p:spPr>
            <a:xfrm>
              <a:off x="333272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5" name="pg2765"/>
            <p:cNvSpPr/>
            <p:nvPr/>
          </p:nvSpPr>
          <p:spPr>
            <a:xfrm>
              <a:off x="334435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6" name="pg2766"/>
            <p:cNvSpPr/>
            <p:nvPr/>
          </p:nvSpPr>
          <p:spPr>
            <a:xfrm>
              <a:off x="335599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7" name="pg2767"/>
            <p:cNvSpPr/>
            <p:nvPr/>
          </p:nvSpPr>
          <p:spPr>
            <a:xfrm>
              <a:off x="336763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8" name="pg2768"/>
            <p:cNvSpPr/>
            <p:nvPr/>
          </p:nvSpPr>
          <p:spPr>
            <a:xfrm>
              <a:off x="337927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9" name="pg2769"/>
            <p:cNvSpPr/>
            <p:nvPr/>
          </p:nvSpPr>
          <p:spPr>
            <a:xfrm>
              <a:off x="339090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0" name="pg2770"/>
            <p:cNvSpPr/>
            <p:nvPr/>
          </p:nvSpPr>
          <p:spPr>
            <a:xfrm>
              <a:off x="340254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1" name="pg2771"/>
            <p:cNvSpPr/>
            <p:nvPr/>
          </p:nvSpPr>
          <p:spPr>
            <a:xfrm>
              <a:off x="341418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2" name="pg2772"/>
            <p:cNvSpPr/>
            <p:nvPr/>
          </p:nvSpPr>
          <p:spPr>
            <a:xfrm>
              <a:off x="342581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3" name="pg2773"/>
            <p:cNvSpPr/>
            <p:nvPr/>
          </p:nvSpPr>
          <p:spPr>
            <a:xfrm>
              <a:off x="343745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4" name="pg2774"/>
            <p:cNvSpPr/>
            <p:nvPr/>
          </p:nvSpPr>
          <p:spPr>
            <a:xfrm>
              <a:off x="344909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5" name="pg2775"/>
            <p:cNvSpPr/>
            <p:nvPr/>
          </p:nvSpPr>
          <p:spPr>
            <a:xfrm>
              <a:off x="346073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6" name="pg2776"/>
            <p:cNvSpPr/>
            <p:nvPr/>
          </p:nvSpPr>
          <p:spPr>
            <a:xfrm>
              <a:off x="347236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7" name="pg2777"/>
            <p:cNvSpPr/>
            <p:nvPr/>
          </p:nvSpPr>
          <p:spPr>
            <a:xfrm>
              <a:off x="348400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8" name="pg2778"/>
            <p:cNvSpPr/>
            <p:nvPr/>
          </p:nvSpPr>
          <p:spPr>
            <a:xfrm>
              <a:off x="349564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9" name="pg2779"/>
            <p:cNvSpPr/>
            <p:nvPr/>
          </p:nvSpPr>
          <p:spPr>
            <a:xfrm>
              <a:off x="350728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0" name="pg2780"/>
            <p:cNvSpPr/>
            <p:nvPr/>
          </p:nvSpPr>
          <p:spPr>
            <a:xfrm>
              <a:off x="351891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1" name="pg2781"/>
            <p:cNvSpPr/>
            <p:nvPr/>
          </p:nvSpPr>
          <p:spPr>
            <a:xfrm>
              <a:off x="353055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2" name="pg2782"/>
            <p:cNvSpPr/>
            <p:nvPr/>
          </p:nvSpPr>
          <p:spPr>
            <a:xfrm>
              <a:off x="354219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3" name="pg2783"/>
            <p:cNvSpPr/>
            <p:nvPr/>
          </p:nvSpPr>
          <p:spPr>
            <a:xfrm>
              <a:off x="355383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4" name="pg2784"/>
            <p:cNvSpPr/>
            <p:nvPr/>
          </p:nvSpPr>
          <p:spPr>
            <a:xfrm>
              <a:off x="362365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5" name="pg2785"/>
            <p:cNvSpPr/>
            <p:nvPr/>
          </p:nvSpPr>
          <p:spPr>
            <a:xfrm>
              <a:off x="363529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6" name="pg2786"/>
            <p:cNvSpPr/>
            <p:nvPr/>
          </p:nvSpPr>
          <p:spPr>
            <a:xfrm>
              <a:off x="364692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7" name="pg2787"/>
            <p:cNvSpPr/>
            <p:nvPr/>
          </p:nvSpPr>
          <p:spPr>
            <a:xfrm>
              <a:off x="365856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8" name="pg2788"/>
            <p:cNvSpPr/>
            <p:nvPr/>
          </p:nvSpPr>
          <p:spPr>
            <a:xfrm>
              <a:off x="367020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9" name="pg2789"/>
            <p:cNvSpPr/>
            <p:nvPr/>
          </p:nvSpPr>
          <p:spPr>
            <a:xfrm>
              <a:off x="368184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0" name="pg2790"/>
            <p:cNvSpPr/>
            <p:nvPr/>
          </p:nvSpPr>
          <p:spPr>
            <a:xfrm>
              <a:off x="369347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1" name="pg2791"/>
            <p:cNvSpPr/>
            <p:nvPr/>
          </p:nvSpPr>
          <p:spPr>
            <a:xfrm>
              <a:off x="370511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2" name="pg2792"/>
            <p:cNvSpPr/>
            <p:nvPr/>
          </p:nvSpPr>
          <p:spPr>
            <a:xfrm>
              <a:off x="371675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3" name="pg2793"/>
            <p:cNvSpPr/>
            <p:nvPr/>
          </p:nvSpPr>
          <p:spPr>
            <a:xfrm>
              <a:off x="372839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4" name="pg2794"/>
            <p:cNvSpPr/>
            <p:nvPr/>
          </p:nvSpPr>
          <p:spPr>
            <a:xfrm>
              <a:off x="374002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5" name="pg2795"/>
            <p:cNvSpPr/>
            <p:nvPr/>
          </p:nvSpPr>
          <p:spPr>
            <a:xfrm>
              <a:off x="413569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6" name="pg2796"/>
            <p:cNvSpPr/>
            <p:nvPr/>
          </p:nvSpPr>
          <p:spPr>
            <a:xfrm>
              <a:off x="414733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7" name="pg2797"/>
            <p:cNvSpPr/>
            <p:nvPr/>
          </p:nvSpPr>
          <p:spPr>
            <a:xfrm>
              <a:off x="415897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8" name="pg2798"/>
            <p:cNvSpPr/>
            <p:nvPr/>
          </p:nvSpPr>
          <p:spPr>
            <a:xfrm>
              <a:off x="417060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9" name="pg2799"/>
            <p:cNvSpPr/>
            <p:nvPr/>
          </p:nvSpPr>
          <p:spPr>
            <a:xfrm>
              <a:off x="418224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0" name="pg2800"/>
            <p:cNvSpPr/>
            <p:nvPr/>
          </p:nvSpPr>
          <p:spPr>
            <a:xfrm>
              <a:off x="419388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1" name="pg2801"/>
            <p:cNvSpPr/>
            <p:nvPr/>
          </p:nvSpPr>
          <p:spPr>
            <a:xfrm>
              <a:off x="420552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2" name="pg2802"/>
            <p:cNvSpPr/>
            <p:nvPr/>
          </p:nvSpPr>
          <p:spPr>
            <a:xfrm>
              <a:off x="421715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3" name="pg2803"/>
            <p:cNvSpPr/>
            <p:nvPr/>
          </p:nvSpPr>
          <p:spPr>
            <a:xfrm>
              <a:off x="422879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4" name="pg2804"/>
            <p:cNvSpPr/>
            <p:nvPr/>
          </p:nvSpPr>
          <p:spPr>
            <a:xfrm>
              <a:off x="424043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5" name="pg2805"/>
            <p:cNvSpPr/>
            <p:nvPr/>
          </p:nvSpPr>
          <p:spPr>
            <a:xfrm>
              <a:off x="432189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6" name="pg2806"/>
            <p:cNvSpPr/>
            <p:nvPr/>
          </p:nvSpPr>
          <p:spPr>
            <a:xfrm>
              <a:off x="433353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7" name="pg2807"/>
            <p:cNvSpPr/>
            <p:nvPr/>
          </p:nvSpPr>
          <p:spPr>
            <a:xfrm>
              <a:off x="434516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8" name="pg2808"/>
            <p:cNvSpPr/>
            <p:nvPr/>
          </p:nvSpPr>
          <p:spPr>
            <a:xfrm>
              <a:off x="435680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9" name="pg2809"/>
            <p:cNvSpPr/>
            <p:nvPr/>
          </p:nvSpPr>
          <p:spPr>
            <a:xfrm>
              <a:off x="436844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0" name="pg2810"/>
            <p:cNvSpPr/>
            <p:nvPr/>
          </p:nvSpPr>
          <p:spPr>
            <a:xfrm>
              <a:off x="438008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1" name="pg2811"/>
            <p:cNvSpPr/>
            <p:nvPr/>
          </p:nvSpPr>
          <p:spPr>
            <a:xfrm>
              <a:off x="457791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2" name="pg2812"/>
            <p:cNvSpPr/>
            <p:nvPr/>
          </p:nvSpPr>
          <p:spPr>
            <a:xfrm>
              <a:off x="458955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3" name="pg2813"/>
            <p:cNvSpPr/>
            <p:nvPr/>
          </p:nvSpPr>
          <p:spPr>
            <a:xfrm>
              <a:off x="460119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4" name="pg2814"/>
            <p:cNvSpPr/>
            <p:nvPr/>
          </p:nvSpPr>
          <p:spPr>
            <a:xfrm>
              <a:off x="461282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5" name="pg2815"/>
            <p:cNvSpPr/>
            <p:nvPr/>
          </p:nvSpPr>
          <p:spPr>
            <a:xfrm>
              <a:off x="462446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6" name="pg2816"/>
            <p:cNvSpPr/>
            <p:nvPr/>
          </p:nvSpPr>
          <p:spPr>
            <a:xfrm>
              <a:off x="311161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7" name="pg2817"/>
            <p:cNvSpPr/>
            <p:nvPr/>
          </p:nvSpPr>
          <p:spPr>
            <a:xfrm>
              <a:off x="312324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8" name="pg2818"/>
            <p:cNvSpPr/>
            <p:nvPr/>
          </p:nvSpPr>
          <p:spPr>
            <a:xfrm>
              <a:off x="313488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9" name="pg2819"/>
            <p:cNvSpPr/>
            <p:nvPr/>
          </p:nvSpPr>
          <p:spPr>
            <a:xfrm>
              <a:off x="314652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0" name="pg2820"/>
            <p:cNvSpPr/>
            <p:nvPr/>
          </p:nvSpPr>
          <p:spPr>
            <a:xfrm>
              <a:off x="315816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1" name="pg2821"/>
            <p:cNvSpPr/>
            <p:nvPr/>
          </p:nvSpPr>
          <p:spPr>
            <a:xfrm>
              <a:off x="316979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2" name="pg2822"/>
            <p:cNvSpPr/>
            <p:nvPr/>
          </p:nvSpPr>
          <p:spPr>
            <a:xfrm>
              <a:off x="318143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3" name="pg2823"/>
            <p:cNvSpPr/>
            <p:nvPr/>
          </p:nvSpPr>
          <p:spPr>
            <a:xfrm>
              <a:off x="319307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4" name="pg2824"/>
            <p:cNvSpPr/>
            <p:nvPr/>
          </p:nvSpPr>
          <p:spPr>
            <a:xfrm>
              <a:off x="320471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5" name="pg2825"/>
            <p:cNvSpPr/>
            <p:nvPr/>
          </p:nvSpPr>
          <p:spPr>
            <a:xfrm>
              <a:off x="321634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6" name="pg2826"/>
            <p:cNvSpPr/>
            <p:nvPr/>
          </p:nvSpPr>
          <p:spPr>
            <a:xfrm>
              <a:off x="322798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7" name="pg2827"/>
            <p:cNvSpPr/>
            <p:nvPr/>
          </p:nvSpPr>
          <p:spPr>
            <a:xfrm>
              <a:off x="323962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8" name="pg2828"/>
            <p:cNvSpPr/>
            <p:nvPr/>
          </p:nvSpPr>
          <p:spPr>
            <a:xfrm>
              <a:off x="325125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9" name="pg2829"/>
            <p:cNvSpPr/>
            <p:nvPr/>
          </p:nvSpPr>
          <p:spPr>
            <a:xfrm>
              <a:off x="326289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0" name="pg2830"/>
            <p:cNvSpPr/>
            <p:nvPr/>
          </p:nvSpPr>
          <p:spPr>
            <a:xfrm>
              <a:off x="327453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1" name="pg2831"/>
            <p:cNvSpPr/>
            <p:nvPr/>
          </p:nvSpPr>
          <p:spPr>
            <a:xfrm>
              <a:off x="328617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2" name="pg2832"/>
            <p:cNvSpPr/>
            <p:nvPr/>
          </p:nvSpPr>
          <p:spPr>
            <a:xfrm>
              <a:off x="329780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3" name="pg2833"/>
            <p:cNvSpPr/>
            <p:nvPr/>
          </p:nvSpPr>
          <p:spPr>
            <a:xfrm>
              <a:off x="330944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4" name="pg2834"/>
            <p:cNvSpPr/>
            <p:nvPr/>
          </p:nvSpPr>
          <p:spPr>
            <a:xfrm>
              <a:off x="332108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5" name="pg2835"/>
            <p:cNvSpPr/>
            <p:nvPr/>
          </p:nvSpPr>
          <p:spPr>
            <a:xfrm>
              <a:off x="333272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6" name="pg2836"/>
            <p:cNvSpPr/>
            <p:nvPr/>
          </p:nvSpPr>
          <p:spPr>
            <a:xfrm>
              <a:off x="334435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7" name="pg2837"/>
            <p:cNvSpPr/>
            <p:nvPr/>
          </p:nvSpPr>
          <p:spPr>
            <a:xfrm>
              <a:off x="335599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8" name="pg2838"/>
            <p:cNvSpPr/>
            <p:nvPr/>
          </p:nvSpPr>
          <p:spPr>
            <a:xfrm>
              <a:off x="336763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9" name="pg2839"/>
            <p:cNvSpPr/>
            <p:nvPr/>
          </p:nvSpPr>
          <p:spPr>
            <a:xfrm>
              <a:off x="337927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0" name="pg2840"/>
            <p:cNvSpPr/>
            <p:nvPr/>
          </p:nvSpPr>
          <p:spPr>
            <a:xfrm>
              <a:off x="339090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1" name="pg2841"/>
            <p:cNvSpPr/>
            <p:nvPr/>
          </p:nvSpPr>
          <p:spPr>
            <a:xfrm>
              <a:off x="340254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2" name="pg2842"/>
            <p:cNvSpPr/>
            <p:nvPr/>
          </p:nvSpPr>
          <p:spPr>
            <a:xfrm>
              <a:off x="341418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3" name="pg2843"/>
            <p:cNvSpPr/>
            <p:nvPr/>
          </p:nvSpPr>
          <p:spPr>
            <a:xfrm>
              <a:off x="342581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4" name="pg2844"/>
            <p:cNvSpPr/>
            <p:nvPr/>
          </p:nvSpPr>
          <p:spPr>
            <a:xfrm>
              <a:off x="343745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5" name="pg2845"/>
            <p:cNvSpPr/>
            <p:nvPr/>
          </p:nvSpPr>
          <p:spPr>
            <a:xfrm>
              <a:off x="344909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6" name="pg2846"/>
            <p:cNvSpPr/>
            <p:nvPr/>
          </p:nvSpPr>
          <p:spPr>
            <a:xfrm>
              <a:off x="346073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7" name="pg2847"/>
            <p:cNvSpPr/>
            <p:nvPr/>
          </p:nvSpPr>
          <p:spPr>
            <a:xfrm>
              <a:off x="347236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8" name="pg2848"/>
            <p:cNvSpPr/>
            <p:nvPr/>
          </p:nvSpPr>
          <p:spPr>
            <a:xfrm>
              <a:off x="348400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9" name="pg2849"/>
            <p:cNvSpPr/>
            <p:nvPr/>
          </p:nvSpPr>
          <p:spPr>
            <a:xfrm>
              <a:off x="349564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0" name="pg2850"/>
            <p:cNvSpPr/>
            <p:nvPr/>
          </p:nvSpPr>
          <p:spPr>
            <a:xfrm>
              <a:off x="350728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1" name="pg2851"/>
            <p:cNvSpPr/>
            <p:nvPr/>
          </p:nvSpPr>
          <p:spPr>
            <a:xfrm>
              <a:off x="351891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2" name="pg2852"/>
            <p:cNvSpPr/>
            <p:nvPr/>
          </p:nvSpPr>
          <p:spPr>
            <a:xfrm>
              <a:off x="353055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3" name="pg2853"/>
            <p:cNvSpPr/>
            <p:nvPr/>
          </p:nvSpPr>
          <p:spPr>
            <a:xfrm>
              <a:off x="354219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4" name="pg2854"/>
            <p:cNvSpPr/>
            <p:nvPr/>
          </p:nvSpPr>
          <p:spPr>
            <a:xfrm>
              <a:off x="355383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5" name="pg2855"/>
            <p:cNvSpPr/>
            <p:nvPr/>
          </p:nvSpPr>
          <p:spPr>
            <a:xfrm>
              <a:off x="361201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6" name="pg2856"/>
            <p:cNvSpPr/>
            <p:nvPr/>
          </p:nvSpPr>
          <p:spPr>
            <a:xfrm>
              <a:off x="362365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7" name="pg2857"/>
            <p:cNvSpPr/>
            <p:nvPr/>
          </p:nvSpPr>
          <p:spPr>
            <a:xfrm>
              <a:off x="363529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8" name="pg2858"/>
            <p:cNvSpPr/>
            <p:nvPr/>
          </p:nvSpPr>
          <p:spPr>
            <a:xfrm>
              <a:off x="364692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9" name="pg2859"/>
            <p:cNvSpPr/>
            <p:nvPr/>
          </p:nvSpPr>
          <p:spPr>
            <a:xfrm>
              <a:off x="365856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0" name="pg2860"/>
            <p:cNvSpPr/>
            <p:nvPr/>
          </p:nvSpPr>
          <p:spPr>
            <a:xfrm>
              <a:off x="367020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1" name="pg2861"/>
            <p:cNvSpPr/>
            <p:nvPr/>
          </p:nvSpPr>
          <p:spPr>
            <a:xfrm>
              <a:off x="368184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2" name="pg2862"/>
            <p:cNvSpPr/>
            <p:nvPr/>
          </p:nvSpPr>
          <p:spPr>
            <a:xfrm>
              <a:off x="369347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3" name="pg2863"/>
            <p:cNvSpPr/>
            <p:nvPr/>
          </p:nvSpPr>
          <p:spPr>
            <a:xfrm>
              <a:off x="370511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4" name="pg2864"/>
            <p:cNvSpPr/>
            <p:nvPr/>
          </p:nvSpPr>
          <p:spPr>
            <a:xfrm>
              <a:off x="371675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5" name="pg2865"/>
            <p:cNvSpPr/>
            <p:nvPr/>
          </p:nvSpPr>
          <p:spPr>
            <a:xfrm>
              <a:off x="372839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6" name="pg2866"/>
            <p:cNvSpPr/>
            <p:nvPr/>
          </p:nvSpPr>
          <p:spPr>
            <a:xfrm>
              <a:off x="374002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7" name="pg2867"/>
            <p:cNvSpPr/>
            <p:nvPr/>
          </p:nvSpPr>
          <p:spPr>
            <a:xfrm>
              <a:off x="375166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8" name="pg2868"/>
            <p:cNvSpPr/>
            <p:nvPr/>
          </p:nvSpPr>
          <p:spPr>
            <a:xfrm>
              <a:off x="376330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9" name="pg2869"/>
            <p:cNvSpPr/>
            <p:nvPr/>
          </p:nvSpPr>
          <p:spPr>
            <a:xfrm>
              <a:off x="413569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0" name="pg2870"/>
            <p:cNvSpPr/>
            <p:nvPr/>
          </p:nvSpPr>
          <p:spPr>
            <a:xfrm>
              <a:off x="414733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1" name="pg2871"/>
            <p:cNvSpPr/>
            <p:nvPr/>
          </p:nvSpPr>
          <p:spPr>
            <a:xfrm>
              <a:off x="415897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2" name="pg2872"/>
            <p:cNvSpPr/>
            <p:nvPr/>
          </p:nvSpPr>
          <p:spPr>
            <a:xfrm>
              <a:off x="417060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3" name="pg2873"/>
            <p:cNvSpPr/>
            <p:nvPr/>
          </p:nvSpPr>
          <p:spPr>
            <a:xfrm>
              <a:off x="418224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4" name="pg2874"/>
            <p:cNvSpPr/>
            <p:nvPr/>
          </p:nvSpPr>
          <p:spPr>
            <a:xfrm>
              <a:off x="419388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5" name="pg2875"/>
            <p:cNvSpPr/>
            <p:nvPr/>
          </p:nvSpPr>
          <p:spPr>
            <a:xfrm>
              <a:off x="420552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6" name="pg2876"/>
            <p:cNvSpPr/>
            <p:nvPr/>
          </p:nvSpPr>
          <p:spPr>
            <a:xfrm>
              <a:off x="421715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7" name="pg2877"/>
            <p:cNvSpPr/>
            <p:nvPr/>
          </p:nvSpPr>
          <p:spPr>
            <a:xfrm>
              <a:off x="433353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8" name="pg2878"/>
            <p:cNvSpPr/>
            <p:nvPr/>
          </p:nvSpPr>
          <p:spPr>
            <a:xfrm>
              <a:off x="434516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9" name="pg2879"/>
            <p:cNvSpPr/>
            <p:nvPr/>
          </p:nvSpPr>
          <p:spPr>
            <a:xfrm>
              <a:off x="435680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0" name="pg2880"/>
            <p:cNvSpPr/>
            <p:nvPr/>
          </p:nvSpPr>
          <p:spPr>
            <a:xfrm>
              <a:off x="436844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1" name="pg2881"/>
            <p:cNvSpPr/>
            <p:nvPr/>
          </p:nvSpPr>
          <p:spPr>
            <a:xfrm>
              <a:off x="438008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2" name="pg2882"/>
            <p:cNvSpPr/>
            <p:nvPr/>
          </p:nvSpPr>
          <p:spPr>
            <a:xfrm>
              <a:off x="439171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3" name="pg2883"/>
            <p:cNvSpPr/>
            <p:nvPr/>
          </p:nvSpPr>
          <p:spPr>
            <a:xfrm>
              <a:off x="440335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4" name="pg2884"/>
            <p:cNvSpPr/>
            <p:nvPr/>
          </p:nvSpPr>
          <p:spPr>
            <a:xfrm>
              <a:off x="457791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5" name="pg2885"/>
            <p:cNvSpPr/>
            <p:nvPr/>
          </p:nvSpPr>
          <p:spPr>
            <a:xfrm>
              <a:off x="458955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6" name="pg2886"/>
            <p:cNvSpPr/>
            <p:nvPr/>
          </p:nvSpPr>
          <p:spPr>
            <a:xfrm>
              <a:off x="460119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7" name="pg2887"/>
            <p:cNvSpPr/>
            <p:nvPr/>
          </p:nvSpPr>
          <p:spPr>
            <a:xfrm>
              <a:off x="461282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8" name="pg2888"/>
            <p:cNvSpPr/>
            <p:nvPr/>
          </p:nvSpPr>
          <p:spPr>
            <a:xfrm>
              <a:off x="462446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9" name="pg2889"/>
            <p:cNvSpPr/>
            <p:nvPr/>
          </p:nvSpPr>
          <p:spPr>
            <a:xfrm>
              <a:off x="311161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0" name="pg2890"/>
            <p:cNvSpPr/>
            <p:nvPr/>
          </p:nvSpPr>
          <p:spPr>
            <a:xfrm>
              <a:off x="312324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1" name="pg2891"/>
            <p:cNvSpPr/>
            <p:nvPr/>
          </p:nvSpPr>
          <p:spPr>
            <a:xfrm>
              <a:off x="313488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2" name="pg2892"/>
            <p:cNvSpPr/>
            <p:nvPr/>
          </p:nvSpPr>
          <p:spPr>
            <a:xfrm>
              <a:off x="314652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3" name="pg2893"/>
            <p:cNvSpPr/>
            <p:nvPr/>
          </p:nvSpPr>
          <p:spPr>
            <a:xfrm>
              <a:off x="315816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4" name="pg2894"/>
            <p:cNvSpPr/>
            <p:nvPr/>
          </p:nvSpPr>
          <p:spPr>
            <a:xfrm>
              <a:off x="316979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5" name="pg2895"/>
            <p:cNvSpPr/>
            <p:nvPr/>
          </p:nvSpPr>
          <p:spPr>
            <a:xfrm>
              <a:off x="318143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6" name="pg2896"/>
            <p:cNvSpPr/>
            <p:nvPr/>
          </p:nvSpPr>
          <p:spPr>
            <a:xfrm>
              <a:off x="319307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7" name="pg2897"/>
            <p:cNvSpPr/>
            <p:nvPr/>
          </p:nvSpPr>
          <p:spPr>
            <a:xfrm>
              <a:off x="320471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8" name="pg2898"/>
            <p:cNvSpPr/>
            <p:nvPr/>
          </p:nvSpPr>
          <p:spPr>
            <a:xfrm>
              <a:off x="321634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1">
                <a:alpha val="100000"/>
              </a:srgbClr>
            </a:solidFill>
            <a:ln w="5420" cap="flat">
              <a:solidFill>
                <a:srgbClr val="3B3E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9" name="pg2899"/>
            <p:cNvSpPr/>
            <p:nvPr/>
          </p:nvSpPr>
          <p:spPr>
            <a:xfrm>
              <a:off x="322798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0" name="pg2900"/>
            <p:cNvSpPr/>
            <p:nvPr/>
          </p:nvSpPr>
          <p:spPr>
            <a:xfrm>
              <a:off x="323962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1" name="pg2901"/>
            <p:cNvSpPr/>
            <p:nvPr/>
          </p:nvSpPr>
          <p:spPr>
            <a:xfrm>
              <a:off x="335599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2" name="pg2902"/>
            <p:cNvSpPr/>
            <p:nvPr/>
          </p:nvSpPr>
          <p:spPr>
            <a:xfrm>
              <a:off x="336763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3" name="pg2903"/>
            <p:cNvSpPr/>
            <p:nvPr/>
          </p:nvSpPr>
          <p:spPr>
            <a:xfrm>
              <a:off x="337927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4" name="pg2904"/>
            <p:cNvSpPr/>
            <p:nvPr/>
          </p:nvSpPr>
          <p:spPr>
            <a:xfrm>
              <a:off x="339090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5" name="pg2905"/>
            <p:cNvSpPr/>
            <p:nvPr/>
          </p:nvSpPr>
          <p:spPr>
            <a:xfrm>
              <a:off x="340254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6" name="pg2906"/>
            <p:cNvSpPr/>
            <p:nvPr/>
          </p:nvSpPr>
          <p:spPr>
            <a:xfrm>
              <a:off x="341418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7" name="pg2907"/>
            <p:cNvSpPr/>
            <p:nvPr/>
          </p:nvSpPr>
          <p:spPr>
            <a:xfrm>
              <a:off x="342581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8" name="pg2908"/>
            <p:cNvSpPr/>
            <p:nvPr/>
          </p:nvSpPr>
          <p:spPr>
            <a:xfrm>
              <a:off x="343745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9" name="pg2909"/>
            <p:cNvSpPr/>
            <p:nvPr/>
          </p:nvSpPr>
          <p:spPr>
            <a:xfrm>
              <a:off x="344909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0" name="pg2910"/>
            <p:cNvSpPr/>
            <p:nvPr/>
          </p:nvSpPr>
          <p:spPr>
            <a:xfrm>
              <a:off x="346073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1" name="pg2911"/>
            <p:cNvSpPr/>
            <p:nvPr/>
          </p:nvSpPr>
          <p:spPr>
            <a:xfrm>
              <a:off x="348400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2" name="pg2912"/>
            <p:cNvSpPr/>
            <p:nvPr/>
          </p:nvSpPr>
          <p:spPr>
            <a:xfrm>
              <a:off x="349564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3" name="pg2913"/>
            <p:cNvSpPr/>
            <p:nvPr/>
          </p:nvSpPr>
          <p:spPr>
            <a:xfrm>
              <a:off x="350728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4" name="pg2914"/>
            <p:cNvSpPr/>
            <p:nvPr/>
          </p:nvSpPr>
          <p:spPr>
            <a:xfrm>
              <a:off x="351891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5" name="pg2915"/>
            <p:cNvSpPr/>
            <p:nvPr/>
          </p:nvSpPr>
          <p:spPr>
            <a:xfrm>
              <a:off x="353055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6" name="pg2916"/>
            <p:cNvSpPr/>
            <p:nvPr/>
          </p:nvSpPr>
          <p:spPr>
            <a:xfrm>
              <a:off x="354219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7" name="pg2917"/>
            <p:cNvSpPr/>
            <p:nvPr/>
          </p:nvSpPr>
          <p:spPr>
            <a:xfrm>
              <a:off x="355383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8" name="pg2918"/>
            <p:cNvSpPr/>
            <p:nvPr/>
          </p:nvSpPr>
          <p:spPr>
            <a:xfrm>
              <a:off x="356546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9" name="pg2919"/>
            <p:cNvSpPr/>
            <p:nvPr/>
          </p:nvSpPr>
          <p:spPr>
            <a:xfrm>
              <a:off x="358874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0" name="pg2920"/>
            <p:cNvSpPr/>
            <p:nvPr/>
          </p:nvSpPr>
          <p:spPr>
            <a:xfrm>
              <a:off x="360037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1" name="pg2921"/>
            <p:cNvSpPr/>
            <p:nvPr/>
          </p:nvSpPr>
          <p:spPr>
            <a:xfrm>
              <a:off x="361201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2" name="pg2922"/>
            <p:cNvSpPr/>
            <p:nvPr/>
          </p:nvSpPr>
          <p:spPr>
            <a:xfrm>
              <a:off x="362365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3" name="pg2923"/>
            <p:cNvSpPr/>
            <p:nvPr/>
          </p:nvSpPr>
          <p:spPr>
            <a:xfrm>
              <a:off x="363529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4" name="pg2924"/>
            <p:cNvSpPr/>
            <p:nvPr/>
          </p:nvSpPr>
          <p:spPr>
            <a:xfrm>
              <a:off x="364692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5" name="pg2925"/>
            <p:cNvSpPr/>
            <p:nvPr/>
          </p:nvSpPr>
          <p:spPr>
            <a:xfrm>
              <a:off x="365856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6" name="pg2926"/>
            <p:cNvSpPr/>
            <p:nvPr/>
          </p:nvSpPr>
          <p:spPr>
            <a:xfrm>
              <a:off x="367020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7" name="pg2927"/>
            <p:cNvSpPr/>
            <p:nvPr/>
          </p:nvSpPr>
          <p:spPr>
            <a:xfrm>
              <a:off x="368184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8" name="pg2928"/>
            <p:cNvSpPr/>
            <p:nvPr/>
          </p:nvSpPr>
          <p:spPr>
            <a:xfrm>
              <a:off x="369347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9" name="pg2929"/>
            <p:cNvSpPr/>
            <p:nvPr/>
          </p:nvSpPr>
          <p:spPr>
            <a:xfrm>
              <a:off x="370511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0" name="pg2930"/>
            <p:cNvSpPr/>
            <p:nvPr/>
          </p:nvSpPr>
          <p:spPr>
            <a:xfrm>
              <a:off x="371675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1" name="pg2931"/>
            <p:cNvSpPr/>
            <p:nvPr/>
          </p:nvSpPr>
          <p:spPr>
            <a:xfrm>
              <a:off x="372839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2" name="pg2932"/>
            <p:cNvSpPr/>
            <p:nvPr/>
          </p:nvSpPr>
          <p:spPr>
            <a:xfrm>
              <a:off x="374002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3" name="pg2933"/>
            <p:cNvSpPr/>
            <p:nvPr/>
          </p:nvSpPr>
          <p:spPr>
            <a:xfrm>
              <a:off x="375166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4" name="pg2934"/>
            <p:cNvSpPr/>
            <p:nvPr/>
          </p:nvSpPr>
          <p:spPr>
            <a:xfrm>
              <a:off x="376330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5" name="pg2935"/>
            <p:cNvSpPr/>
            <p:nvPr/>
          </p:nvSpPr>
          <p:spPr>
            <a:xfrm>
              <a:off x="377493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6" name="pg2936"/>
            <p:cNvSpPr/>
            <p:nvPr/>
          </p:nvSpPr>
          <p:spPr>
            <a:xfrm>
              <a:off x="415897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7" name="pg2937"/>
            <p:cNvSpPr/>
            <p:nvPr/>
          </p:nvSpPr>
          <p:spPr>
            <a:xfrm>
              <a:off x="434516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8" name="pg2938"/>
            <p:cNvSpPr/>
            <p:nvPr/>
          </p:nvSpPr>
          <p:spPr>
            <a:xfrm>
              <a:off x="435680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9" name="pg2939"/>
            <p:cNvSpPr/>
            <p:nvPr/>
          </p:nvSpPr>
          <p:spPr>
            <a:xfrm>
              <a:off x="436844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0" name="pg2940"/>
            <p:cNvSpPr/>
            <p:nvPr/>
          </p:nvSpPr>
          <p:spPr>
            <a:xfrm>
              <a:off x="438008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1" name="pg2941"/>
            <p:cNvSpPr/>
            <p:nvPr/>
          </p:nvSpPr>
          <p:spPr>
            <a:xfrm>
              <a:off x="439171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2" name="pg2942"/>
            <p:cNvSpPr/>
            <p:nvPr/>
          </p:nvSpPr>
          <p:spPr>
            <a:xfrm>
              <a:off x="440335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3" name="pg2943"/>
            <p:cNvSpPr/>
            <p:nvPr/>
          </p:nvSpPr>
          <p:spPr>
            <a:xfrm>
              <a:off x="441499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4" name="pg2944"/>
            <p:cNvSpPr/>
            <p:nvPr/>
          </p:nvSpPr>
          <p:spPr>
            <a:xfrm>
              <a:off x="457791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5" name="pg2945"/>
            <p:cNvSpPr/>
            <p:nvPr/>
          </p:nvSpPr>
          <p:spPr>
            <a:xfrm>
              <a:off x="458955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6" name="pg2946"/>
            <p:cNvSpPr/>
            <p:nvPr/>
          </p:nvSpPr>
          <p:spPr>
            <a:xfrm>
              <a:off x="460119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7" name="pg2947"/>
            <p:cNvSpPr/>
            <p:nvPr/>
          </p:nvSpPr>
          <p:spPr>
            <a:xfrm>
              <a:off x="461282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8" name="pg2948"/>
            <p:cNvSpPr/>
            <p:nvPr/>
          </p:nvSpPr>
          <p:spPr>
            <a:xfrm>
              <a:off x="462446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9" name="pg2949"/>
            <p:cNvSpPr/>
            <p:nvPr/>
          </p:nvSpPr>
          <p:spPr>
            <a:xfrm>
              <a:off x="309997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0" name="pg2950"/>
            <p:cNvSpPr/>
            <p:nvPr/>
          </p:nvSpPr>
          <p:spPr>
            <a:xfrm>
              <a:off x="311161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1" name="pg2951"/>
            <p:cNvSpPr/>
            <p:nvPr/>
          </p:nvSpPr>
          <p:spPr>
            <a:xfrm>
              <a:off x="312324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2" name="pg2952"/>
            <p:cNvSpPr/>
            <p:nvPr/>
          </p:nvSpPr>
          <p:spPr>
            <a:xfrm>
              <a:off x="313488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3" name="pg2953"/>
            <p:cNvSpPr/>
            <p:nvPr/>
          </p:nvSpPr>
          <p:spPr>
            <a:xfrm>
              <a:off x="314652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4" name="pg2954"/>
            <p:cNvSpPr/>
            <p:nvPr/>
          </p:nvSpPr>
          <p:spPr>
            <a:xfrm>
              <a:off x="315816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5" name="pg2955"/>
            <p:cNvSpPr/>
            <p:nvPr/>
          </p:nvSpPr>
          <p:spPr>
            <a:xfrm>
              <a:off x="316979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6" name="pg2956"/>
            <p:cNvSpPr/>
            <p:nvPr/>
          </p:nvSpPr>
          <p:spPr>
            <a:xfrm>
              <a:off x="318143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7" name="pg2957"/>
            <p:cNvSpPr/>
            <p:nvPr/>
          </p:nvSpPr>
          <p:spPr>
            <a:xfrm>
              <a:off x="319307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8" name="pg2958"/>
            <p:cNvSpPr/>
            <p:nvPr/>
          </p:nvSpPr>
          <p:spPr>
            <a:xfrm>
              <a:off x="320471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9" name="pg2959"/>
            <p:cNvSpPr/>
            <p:nvPr/>
          </p:nvSpPr>
          <p:spPr>
            <a:xfrm>
              <a:off x="341418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0" name="pg2960"/>
            <p:cNvSpPr/>
            <p:nvPr/>
          </p:nvSpPr>
          <p:spPr>
            <a:xfrm>
              <a:off x="342581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1" name="pg2961"/>
            <p:cNvSpPr/>
            <p:nvPr/>
          </p:nvSpPr>
          <p:spPr>
            <a:xfrm>
              <a:off x="349564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2" name="pg2962"/>
            <p:cNvSpPr/>
            <p:nvPr/>
          </p:nvSpPr>
          <p:spPr>
            <a:xfrm>
              <a:off x="350728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3" name="pg2963"/>
            <p:cNvSpPr/>
            <p:nvPr/>
          </p:nvSpPr>
          <p:spPr>
            <a:xfrm>
              <a:off x="351891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4" name="pg2964"/>
            <p:cNvSpPr/>
            <p:nvPr/>
          </p:nvSpPr>
          <p:spPr>
            <a:xfrm>
              <a:off x="353055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5" name="pg2965"/>
            <p:cNvSpPr/>
            <p:nvPr/>
          </p:nvSpPr>
          <p:spPr>
            <a:xfrm>
              <a:off x="354219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6" name="pg2966"/>
            <p:cNvSpPr/>
            <p:nvPr/>
          </p:nvSpPr>
          <p:spPr>
            <a:xfrm>
              <a:off x="355383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7" name="pg2967"/>
            <p:cNvSpPr/>
            <p:nvPr/>
          </p:nvSpPr>
          <p:spPr>
            <a:xfrm>
              <a:off x="356546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8" name="pg2968"/>
            <p:cNvSpPr/>
            <p:nvPr/>
          </p:nvSpPr>
          <p:spPr>
            <a:xfrm>
              <a:off x="357710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9" name="pg2969"/>
            <p:cNvSpPr/>
            <p:nvPr/>
          </p:nvSpPr>
          <p:spPr>
            <a:xfrm>
              <a:off x="358874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0" name="pg2970"/>
            <p:cNvSpPr/>
            <p:nvPr/>
          </p:nvSpPr>
          <p:spPr>
            <a:xfrm>
              <a:off x="360037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1" name="pg2971"/>
            <p:cNvSpPr/>
            <p:nvPr/>
          </p:nvSpPr>
          <p:spPr>
            <a:xfrm>
              <a:off x="361201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2" name="pg2972"/>
            <p:cNvSpPr/>
            <p:nvPr/>
          </p:nvSpPr>
          <p:spPr>
            <a:xfrm>
              <a:off x="362365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3" name="pg2973"/>
            <p:cNvSpPr/>
            <p:nvPr/>
          </p:nvSpPr>
          <p:spPr>
            <a:xfrm>
              <a:off x="363529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4" name="pg2974"/>
            <p:cNvSpPr/>
            <p:nvPr/>
          </p:nvSpPr>
          <p:spPr>
            <a:xfrm>
              <a:off x="364692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5" name="pg2975"/>
            <p:cNvSpPr/>
            <p:nvPr/>
          </p:nvSpPr>
          <p:spPr>
            <a:xfrm>
              <a:off x="365856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6" name="pg2976"/>
            <p:cNvSpPr/>
            <p:nvPr/>
          </p:nvSpPr>
          <p:spPr>
            <a:xfrm>
              <a:off x="367020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7" name="pg2977"/>
            <p:cNvSpPr/>
            <p:nvPr/>
          </p:nvSpPr>
          <p:spPr>
            <a:xfrm>
              <a:off x="368184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8" name="pg2978"/>
            <p:cNvSpPr/>
            <p:nvPr/>
          </p:nvSpPr>
          <p:spPr>
            <a:xfrm>
              <a:off x="369347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9" name="pg2979"/>
            <p:cNvSpPr/>
            <p:nvPr/>
          </p:nvSpPr>
          <p:spPr>
            <a:xfrm>
              <a:off x="370511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0" name="pg2980"/>
            <p:cNvSpPr/>
            <p:nvPr/>
          </p:nvSpPr>
          <p:spPr>
            <a:xfrm>
              <a:off x="371675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1" name="pg2981"/>
            <p:cNvSpPr/>
            <p:nvPr/>
          </p:nvSpPr>
          <p:spPr>
            <a:xfrm>
              <a:off x="372839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2" name="pg2982"/>
            <p:cNvSpPr/>
            <p:nvPr/>
          </p:nvSpPr>
          <p:spPr>
            <a:xfrm>
              <a:off x="374002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3" name="pg2983"/>
            <p:cNvSpPr/>
            <p:nvPr/>
          </p:nvSpPr>
          <p:spPr>
            <a:xfrm>
              <a:off x="375166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4" name="pg2984"/>
            <p:cNvSpPr/>
            <p:nvPr/>
          </p:nvSpPr>
          <p:spPr>
            <a:xfrm>
              <a:off x="376330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5" name="pg2985"/>
            <p:cNvSpPr/>
            <p:nvPr/>
          </p:nvSpPr>
          <p:spPr>
            <a:xfrm>
              <a:off x="377493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6" name="pg2986"/>
            <p:cNvSpPr/>
            <p:nvPr/>
          </p:nvSpPr>
          <p:spPr>
            <a:xfrm>
              <a:off x="378657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7" name="pg2987"/>
            <p:cNvSpPr/>
            <p:nvPr/>
          </p:nvSpPr>
          <p:spPr>
            <a:xfrm>
              <a:off x="435680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8" name="pg2988"/>
            <p:cNvSpPr/>
            <p:nvPr/>
          </p:nvSpPr>
          <p:spPr>
            <a:xfrm>
              <a:off x="436844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9" name="pg2989"/>
            <p:cNvSpPr/>
            <p:nvPr/>
          </p:nvSpPr>
          <p:spPr>
            <a:xfrm>
              <a:off x="438008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0" name="pg2990"/>
            <p:cNvSpPr/>
            <p:nvPr/>
          </p:nvSpPr>
          <p:spPr>
            <a:xfrm>
              <a:off x="439171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1" name="pg2991"/>
            <p:cNvSpPr/>
            <p:nvPr/>
          </p:nvSpPr>
          <p:spPr>
            <a:xfrm>
              <a:off x="440335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2" name="pg2992"/>
            <p:cNvSpPr/>
            <p:nvPr/>
          </p:nvSpPr>
          <p:spPr>
            <a:xfrm>
              <a:off x="441499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3" name="pg2993"/>
            <p:cNvSpPr/>
            <p:nvPr/>
          </p:nvSpPr>
          <p:spPr>
            <a:xfrm>
              <a:off x="442663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4" name="pg2994"/>
            <p:cNvSpPr/>
            <p:nvPr/>
          </p:nvSpPr>
          <p:spPr>
            <a:xfrm>
              <a:off x="458955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5" name="pg2995"/>
            <p:cNvSpPr/>
            <p:nvPr/>
          </p:nvSpPr>
          <p:spPr>
            <a:xfrm>
              <a:off x="460119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6" name="pg2996"/>
            <p:cNvSpPr/>
            <p:nvPr/>
          </p:nvSpPr>
          <p:spPr>
            <a:xfrm>
              <a:off x="461282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7" name="pg2997"/>
            <p:cNvSpPr/>
            <p:nvPr/>
          </p:nvSpPr>
          <p:spPr>
            <a:xfrm>
              <a:off x="462446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8" name="pg2998"/>
            <p:cNvSpPr/>
            <p:nvPr/>
          </p:nvSpPr>
          <p:spPr>
            <a:xfrm>
              <a:off x="463610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9" name="pg2999"/>
            <p:cNvSpPr/>
            <p:nvPr/>
          </p:nvSpPr>
          <p:spPr>
            <a:xfrm>
              <a:off x="309997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0" name="pg3000"/>
            <p:cNvSpPr/>
            <p:nvPr/>
          </p:nvSpPr>
          <p:spPr>
            <a:xfrm>
              <a:off x="311161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1" name="pg3001"/>
            <p:cNvSpPr/>
            <p:nvPr/>
          </p:nvSpPr>
          <p:spPr>
            <a:xfrm>
              <a:off x="312324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2" name="pg3002"/>
            <p:cNvSpPr/>
            <p:nvPr/>
          </p:nvSpPr>
          <p:spPr>
            <a:xfrm>
              <a:off x="313488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3" name="pg3003"/>
            <p:cNvSpPr/>
            <p:nvPr/>
          </p:nvSpPr>
          <p:spPr>
            <a:xfrm>
              <a:off x="314652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4" name="pg3004"/>
            <p:cNvSpPr/>
            <p:nvPr/>
          </p:nvSpPr>
          <p:spPr>
            <a:xfrm>
              <a:off x="315816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5" name="pg3005"/>
            <p:cNvSpPr/>
            <p:nvPr/>
          </p:nvSpPr>
          <p:spPr>
            <a:xfrm>
              <a:off x="316979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6" name="pg3006"/>
            <p:cNvSpPr/>
            <p:nvPr/>
          </p:nvSpPr>
          <p:spPr>
            <a:xfrm>
              <a:off x="318143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7" name="pg3007"/>
            <p:cNvSpPr/>
            <p:nvPr/>
          </p:nvSpPr>
          <p:spPr>
            <a:xfrm>
              <a:off x="350728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8" name="pg3008"/>
            <p:cNvSpPr/>
            <p:nvPr/>
          </p:nvSpPr>
          <p:spPr>
            <a:xfrm>
              <a:off x="351891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9" name="pg3009"/>
            <p:cNvSpPr/>
            <p:nvPr/>
          </p:nvSpPr>
          <p:spPr>
            <a:xfrm>
              <a:off x="353055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0" name="pg3010"/>
            <p:cNvSpPr/>
            <p:nvPr/>
          </p:nvSpPr>
          <p:spPr>
            <a:xfrm>
              <a:off x="354219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1" name="pg3011"/>
            <p:cNvSpPr/>
            <p:nvPr/>
          </p:nvSpPr>
          <p:spPr>
            <a:xfrm>
              <a:off x="355383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2" name="pg3012"/>
            <p:cNvSpPr/>
            <p:nvPr/>
          </p:nvSpPr>
          <p:spPr>
            <a:xfrm>
              <a:off x="356546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3" name="pg3013"/>
            <p:cNvSpPr/>
            <p:nvPr/>
          </p:nvSpPr>
          <p:spPr>
            <a:xfrm>
              <a:off x="357710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4" name="pg3014"/>
            <p:cNvSpPr/>
            <p:nvPr/>
          </p:nvSpPr>
          <p:spPr>
            <a:xfrm>
              <a:off x="358874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5" name="pg3015"/>
            <p:cNvSpPr/>
            <p:nvPr/>
          </p:nvSpPr>
          <p:spPr>
            <a:xfrm>
              <a:off x="360037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6" name="pg3016"/>
            <p:cNvSpPr/>
            <p:nvPr/>
          </p:nvSpPr>
          <p:spPr>
            <a:xfrm>
              <a:off x="361201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7" name="pg3017"/>
            <p:cNvSpPr/>
            <p:nvPr/>
          </p:nvSpPr>
          <p:spPr>
            <a:xfrm>
              <a:off x="362365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8" name="pg3018"/>
            <p:cNvSpPr/>
            <p:nvPr/>
          </p:nvSpPr>
          <p:spPr>
            <a:xfrm>
              <a:off x="363529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9" name="pg3019"/>
            <p:cNvSpPr/>
            <p:nvPr/>
          </p:nvSpPr>
          <p:spPr>
            <a:xfrm>
              <a:off x="364692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0" name="pg3020"/>
            <p:cNvSpPr/>
            <p:nvPr/>
          </p:nvSpPr>
          <p:spPr>
            <a:xfrm>
              <a:off x="365856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1" name="pg3021"/>
            <p:cNvSpPr/>
            <p:nvPr/>
          </p:nvSpPr>
          <p:spPr>
            <a:xfrm>
              <a:off x="367020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2" name="pg3022"/>
            <p:cNvSpPr/>
            <p:nvPr/>
          </p:nvSpPr>
          <p:spPr>
            <a:xfrm>
              <a:off x="368184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3" name="pg3023"/>
            <p:cNvSpPr/>
            <p:nvPr/>
          </p:nvSpPr>
          <p:spPr>
            <a:xfrm>
              <a:off x="369347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4" name="pg3024"/>
            <p:cNvSpPr/>
            <p:nvPr/>
          </p:nvSpPr>
          <p:spPr>
            <a:xfrm>
              <a:off x="370511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5" name="pg3025"/>
            <p:cNvSpPr/>
            <p:nvPr/>
          </p:nvSpPr>
          <p:spPr>
            <a:xfrm>
              <a:off x="371675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6" name="pg3026"/>
            <p:cNvSpPr/>
            <p:nvPr/>
          </p:nvSpPr>
          <p:spPr>
            <a:xfrm>
              <a:off x="372839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7" name="pg3027"/>
            <p:cNvSpPr/>
            <p:nvPr/>
          </p:nvSpPr>
          <p:spPr>
            <a:xfrm>
              <a:off x="374002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8" name="pg3028"/>
            <p:cNvSpPr/>
            <p:nvPr/>
          </p:nvSpPr>
          <p:spPr>
            <a:xfrm>
              <a:off x="375166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9" name="pg3029"/>
            <p:cNvSpPr/>
            <p:nvPr/>
          </p:nvSpPr>
          <p:spPr>
            <a:xfrm>
              <a:off x="376330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0" name="pg3030"/>
            <p:cNvSpPr/>
            <p:nvPr/>
          </p:nvSpPr>
          <p:spPr>
            <a:xfrm>
              <a:off x="377493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1" name="pg3031"/>
            <p:cNvSpPr/>
            <p:nvPr/>
          </p:nvSpPr>
          <p:spPr>
            <a:xfrm>
              <a:off x="378657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2" name="pg3032"/>
            <p:cNvSpPr/>
            <p:nvPr/>
          </p:nvSpPr>
          <p:spPr>
            <a:xfrm>
              <a:off x="436844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3" name="pg3033"/>
            <p:cNvSpPr/>
            <p:nvPr/>
          </p:nvSpPr>
          <p:spPr>
            <a:xfrm>
              <a:off x="438008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4" name="pg3034"/>
            <p:cNvSpPr/>
            <p:nvPr/>
          </p:nvSpPr>
          <p:spPr>
            <a:xfrm>
              <a:off x="439171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5" name="pg3035"/>
            <p:cNvSpPr/>
            <p:nvPr/>
          </p:nvSpPr>
          <p:spPr>
            <a:xfrm>
              <a:off x="440335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6" name="pg3036"/>
            <p:cNvSpPr/>
            <p:nvPr/>
          </p:nvSpPr>
          <p:spPr>
            <a:xfrm>
              <a:off x="441499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7" name="pg3037"/>
            <p:cNvSpPr/>
            <p:nvPr/>
          </p:nvSpPr>
          <p:spPr>
            <a:xfrm>
              <a:off x="442663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8" name="pg3038"/>
            <p:cNvSpPr/>
            <p:nvPr/>
          </p:nvSpPr>
          <p:spPr>
            <a:xfrm>
              <a:off x="443826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9" name="pg3039"/>
            <p:cNvSpPr/>
            <p:nvPr/>
          </p:nvSpPr>
          <p:spPr>
            <a:xfrm>
              <a:off x="458955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0" name="pg3040"/>
            <p:cNvSpPr/>
            <p:nvPr/>
          </p:nvSpPr>
          <p:spPr>
            <a:xfrm>
              <a:off x="460119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1" name="pg3041"/>
            <p:cNvSpPr/>
            <p:nvPr/>
          </p:nvSpPr>
          <p:spPr>
            <a:xfrm>
              <a:off x="461282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2" name="pg3042"/>
            <p:cNvSpPr/>
            <p:nvPr/>
          </p:nvSpPr>
          <p:spPr>
            <a:xfrm>
              <a:off x="462446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3" name="pg3043"/>
            <p:cNvSpPr/>
            <p:nvPr/>
          </p:nvSpPr>
          <p:spPr>
            <a:xfrm>
              <a:off x="463610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4" name="pg3044"/>
            <p:cNvSpPr/>
            <p:nvPr/>
          </p:nvSpPr>
          <p:spPr>
            <a:xfrm>
              <a:off x="308833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5" name="pg3045"/>
            <p:cNvSpPr/>
            <p:nvPr/>
          </p:nvSpPr>
          <p:spPr>
            <a:xfrm>
              <a:off x="309997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6" name="pg3046"/>
            <p:cNvSpPr/>
            <p:nvPr/>
          </p:nvSpPr>
          <p:spPr>
            <a:xfrm>
              <a:off x="311161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7" name="pg3047"/>
            <p:cNvSpPr/>
            <p:nvPr/>
          </p:nvSpPr>
          <p:spPr>
            <a:xfrm>
              <a:off x="312324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8" name="pg3048"/>
            <p:cNvSpPr/>
            <p:nvPr/>
          </p:nvSpPr>
          <p:spPr>
            <a:xfrm>
              <a:off x="313488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9" name="pg3049"/>
            <p:cNvSpPr/>
            <p:nvPr/>
          </p:nvSpPr>
          <p:spPr>
            <a:xfrm>
              <a:off x="314652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0" name="pg3050"/>
            <p:cNvSpPr/>
            <p:nvPr/>
          </p:nvSpPr>
          <p:spPr>
            <a:xfrm>
              <a:off x="351891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1" name="pg3051"/>
            <p:cNvSpPr/>
            <p:nvPr/>
          </p:nvSpPr>
          <p:spPr>
            <a:xfrm>
              <a:off x="353055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2" name="pg3052"/>
            <p:cNvSpPr/>
            <p:nvPr/>
          </p:nvSpPr>
          <p:spPr>
            <a:xfrm>
              <a:off x="354219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3" name="pg3053"/>
            <p:cNvSpPr/>
            <p:nvPr/>
          </p:nvSpPr>
          <p:spPr>
            <a:xfrm>
              <a:off x="355383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4" name="pg3054"/>
            <p:cNvSpPr/>
            <p:nvPr/>
          </p:nvSpPr>
          <p:spPr>
            <a:xfrm>
              <a:off x="356546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5" name="pg3055"/>
            <p:cNvSpPr/>
            <p:nvPr/>
          </p:nvSpPr>
          <p:spPr>
            <a:xfrm>
              <a:off x="357710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6" name="pg3056"/>
            <p:cNvSpPr/>
            <p:nvPr/>
          </p:nvSpPr>
          <p:spPr>
            <a:xfrm>
              <a:off x="358874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7" name="pg3057"/>
            <p:cNvSpPr/>
            <p:nvPr/>
          </p:nvSpPr>
          <p:spPr>
            <a:xfrm>
              <a:off x="360037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8" name="pg3058"/>
            <p:cNvSpPr/>
            <p:nvPr/>
          </p:nvSpPr>
          <p:spPr>
            <a:xfrm>
              <a:off x="361201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9" name="pg3059"/>
            <p:cNvSpPr/>
            <p:nvPr/>
          </p:nvSpPr>
          <p:spPr>
            <a:xfrm>
              <a:off x="362365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0" name="pg3060"/>
            <p:cNvSpPr/>
            <p:nvPr/>
          </p:nvSpPr>
          <p:spPr>
            <a:xfrm>
              <a:off x="363529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1" name="pg3061"/>
            <p:cNvSpPr/>
            <p:nvPr/>
          </p:nvSpPr>
          <p:spPr>
            <a:xfrm>
              <a:off x="364692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2" name="pg3062"/>
            <p:cNvSpPr/>
            <p:nvPr/>
          </p:nvSpPr>
          <p:spPr>
            <a:xfrm>
              <a:off x="365856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3" name="pg3063"/>
            <p:cNvSpPr/>
            <p:nvPr/>
          </p:nvSpPr>
          <p:spPr>
            <a:xfrm>
              <a:off x="367020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4" name="pg3064"/>
            <p:cNvSpPr/>
            <p:nvPr/>
          </p:nvSpPr>
          <p:spPr>
            <a:xfrm>
              <a:off x="368184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5" name="pg3065"/>
            <p:cNvSpPr/>
            <p:nvPr/>
          </p:nvSpPr>
          <p:spPr>
            <a:xfrm>
              <a:off x="369347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6" name="pg3066"/>
            <p:cNvSpPr/>
            <p:nvPr/>
          </p:nvSpPr>
          <p:spPr>
            <a:xfrm>
              <a:off x="370511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7" name="pg3067"/>
            <p:cNvSpPr/>
            <p:nvPr/>
          </p:nvSpPr>
          <p:spPr>
            <a:xfrm>
              <a:off x="371675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8" name="pg3068"/>
            <p:cNvSpPr/>
            <p:nvPr/>
          </p:nvSpPr>
          <p:spPr>
            <a:xfrm>
              <a:off x="372839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3">
                <a:alpha val="100000"/>
              </a:srgbClr>
            </a:solidFill>
            <a:ln w="5420" cap="flat">
              <a:solidFill>
                <a:srgbClr val="3A34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9" name="pg3069"/>
            <p:cNvSpPr/>
            <p:nvPr/>
          </p:nvSpPr>
          <p:spPr>
            <a:xfrm>
              <a:off x="374002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0" name="pg3070"/>
            <p:cNvSpPr/>
            <p:nvPr/>
          </p:nvSpPr>
          <p:spPr>
            <a:xfrm>
              <a:off x="375166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1" name="pg3071"/>
            <p:cNvSpPr/>
            <p:nvPr/>
          </p:nvSpPr>
          <p:spPr>
            <a:xfrm>
              <a:off x="376330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2" name="pg3072"/>
            <p:cNvSpPr/>
            <p:nvPr/>
          </p:nvSpPr>
          <p:spPr>
            <a:xfrm>
              <a:off x="377493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3" name="pg3073"/>
            <p:cNvSpPr/>
            <p:nvPr/>
          </p:nvSpPr>
          <p:spPr>
            <a:xfrm>
              <a:off x="378657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4" name="pg3074"/>
            <p:cNvSpPr/>
            <p:nvPr/>
          </p:nvSpPr>
          <p:spPr>
            <a:xfrm>
              <a:off x="438008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5" name="pg3075"/>
            <p:cNvSpPr/>
            <p:nvPr/>
          </p:nvSpPr>
          <p:spPr>
            <a:xfrm>
              <a:off x="439171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6" name="pg3076"/>
            <p:cNvSpPr/>
            <p:nvPr/>
          </p:nvSpPr>
          <p:spPr>
            <a:xfrm>
              <a:off x="440335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7" name="pg3077"/>
            <p:cNvSpPr/>
            <p:nvPr/>
          </p:nvSpPr>
          <p:spPr>
            <a:xfrm>
              <a:off x="441499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8" name="pg3078"/>
            <p:cNvSpPr/>
            <p:nvPr/>
          </p:nvSpPr>
          <p:spPr>
            <a:xfrm>
              <a:off x="442663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9" name="pg3079"/>
            <p:cNvSpPr/>
            <p:nvPr/>
          </p:nvSpPr>
          <p:spPr>
            <a:xfrm>
              <a:off x="443826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0" name="pg3080"/>
            <p:cNvSpPr/>
            <p:nvPr/>
          </p:nvSpPr>
          <p:spPr>
            <a:xfrm>
              <a:off x="444990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1" name="pg3081"/>
            <p:cNvSpPr/>
            <p:nvPr/>
          </p:nvSpPr>
          <p:spPr>
            <a:xfrm>
              <a:off x="460119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2" name="pg3082"/>
            <p:cNvSpPr/>
            <p:nvPr/>
          </p:nvSpPr>
          <p:spPr>
            <a:xfrm>
              <a:off x="461282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3" name="pg3083"/>
            <p:cNvSpPr/>
            <p:nvPr/>
          </p:nvSpPr>
          <p:spPr>
            <a:xfrm>
              <a:off x="462446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4" name="pg3084"/>
            <p:cNvSpPr/>
            <p:nvPr/>
          </p:nvSpPr>
          <p:spPr>
            <a:xfrm>
              <a:off x="463610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5" name="pg3085"/>
            <p:cNvSpPr/>
            <p:nvPr/>
          </p:nvSpPr>
          <p:spPr>
            <a:xfrm>
              <a:off x="464773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6" name="pg3086"/>
            <p:cNvSpPr/>
            <p:nvPr/>
          </p:nvSpPr>
          <p:spPr>
            <a:xfrm>
              <a:off x="306506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7" name="pg3087"/>
            <p:cNvSpPr/>
            <p:nvPr/>
          </p:nvSpPr>
          <p:spPr>
            <a:xfrm>
              <a:off x="307669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8" name="pg3088"/>
            <p:cNvSpPr/>
            <p:nvPr/>
          </p:nvSpPr>
          <p:spPr>
            <a:xfrm>
              <a:off x="308833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9" name="pg3089"/>
            <p:cNvSpPr/>
            <p:nvPr/>
          </p:nvSpPr>
          <p:spPr>
            <a:xfrm>
              <a:off x="309997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0" name="pg3090"/>
            <p:cNvSpPr/>
            <p:nvPr/>
          </p:nvSpPr>
          <p:spPr>
            <a:xfrm>
              <a:off x="311161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1" name="pg3091"/>
            <p:cNvSpPr/>
            <p:nvPr/>
          </p:nvSpPr>
          <p:spPr>
            <a:xfrm>
              <a:off x="312324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2" name="pg3092"/>
            <p:cNvSpPr/>
            <p:nvPr/>
          </p:nvSpPr>
          <p:spPr>
            <a:xfrm>
              <a:off x="313488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3" name="pg3093"/>
            <p:cNvSpPr/>
            <p:nvPr/>
          </p:nvSpPr>
          <p:spPr>
            <a:xfrm>
              <a:off x="3542193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4" name="pg3094"/>
            <p:cNvSpPr/>
            <p:nvPr/>
          </p:nvSpPr>
          <p:spPr>
            <a:xfrm>
              <a:off x="355383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5" name="pg3095"/>
            <p:cNvSpPr/>
            <p:nvPr/>
          </p:nvSpPr>
          <p:spPr>
            <a:xfrm>
              <a:off x="356546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6" name="pg3096"/>
            <p:cNvSpPr/>
            <p:nvPr/>
          </p:nvSpPr>
          <p:spPr>
            <a:xfrm>
              <a:off x="357710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7" name="pg3097"/>
            <p:cNvSpPr/>
            <p:nvPr/>
          </p:nvSpPr>
          <p:spPr>
            <a:xfrm>
              <a:off x="358874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8" name="pg3098"/>
            <p:cNvSpPr/>
            <p:nvPr/>
          </p:nvSpPr>
          <p:spPr>
            <a:xfrm>
              <a:off x="360037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9" name="pg3099"/>
            <p:cNvSpPr/>
            <p:nvPr/>
          </p:nvSpPr>
          <p:spPr>
            <a:xfrm>
              <a:off x="361201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0" name="pg3100"/>
            <p:cNvSpPr/>
            <p:nvPr/>
          </p:nvSpPr>
          <p:spPr>
            <a:xfrm>
              <a:off x="362365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1" name="pg3101"/>
            <p:cNvSpPr/>
            <p:nvPr/>
          </p:nvSpPr>
          <p:spPr>
            <a:xfrm>
              <a:off x="363529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2" name="pg3102"/>
            <p:cNvSpPr/>
            <p:nvPr/>
          </p:nvSpPr>
          <p:spPr>
            <a:xfrm>
              <a:off x="3646928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3" name="pg3103"/>
            <p:cNvSpPr/>
            <p:nvPr/>
          </p:nvSpPr>
          <p:spPr>
            <a:xfrm>
              <a:off x="365856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4" name="pg3104"/>
            <p:cNvSpPr/>
            <p:nvPr/>
          </p:nvSpPr>
          <p:spPr>
            <a:xfrm>
              <a:off x="3670203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5" name="pg3105"/>
            <p:cNvSpPr/>
            <p:nvPr/>
          </p:nvSpPr>
          <p:spPr>
            <a:xfrm>
              <a:off x="370511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6" name="pg3106"/>
            <p:cNvSpPr/>
            <p:nvPr/>
          </p:nvSpPr>
          <p:spPr>
            <a:xfrm>
              <a:off x="371675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7" name="pg3107"/>
            <p:cNvSpPr/>
            <p:nvPr/>
          </p:nvSpPr>
          <p:spPr>
            <a:xfrm>
              <a:off x="372839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8" name="pg3108"/>
            <p:cNvSpPr/>
            <p:nvPr/>
          </p:nvSpPr>
          <p:spPr>
            <a:xfrm>
              <a:off x="374002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9" name="pg3109"/>
            <p:cNvSpPr/>
            <p:nvPr/>
          </p:nvSpPr>
          <p:spPr>
            <a:xfrm>
              <a:off x="375166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0" name="pg3110"/>
            <p:cNvSpPr/>
            <p:nvPr/>
          </p:nvSpPr>
          <p:spPr>
            <a:xfrm>
              <a:off x="376330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1" name="pg3111"/>
            <p:cNvSpPr/>
            <p:nvPr/>
          </p:nvSpPr>
          <p:spPr>
            <a:xfrm>
              <a:off x="377493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2" name="pg3112"/>
            <p:cNvSpPr/>
            <p:nvPr/>
          </p:nvSpPr>
          <p:spPr>
            <a:xfrm>
              <a:off x="378657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3" name="pg3113"/>
            <p:cNvSpPr/>
            <p:nvPr/>
          </p:nvSpPr>
          <p:spPr>
            <a:xfrm>
              <a:off x="440335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4" name="pg3114"/>
            <p:cNvSpPr/>
            <p:nvPr/>
          </p:nvSpPr>
          <p:spPr>
            <a:xfrm>
              <a:off x="441499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5" name="pg3115"/>
            <p:cNvSpPr/>
            <p:nvPr/>
          </p:nvSpPr>
          <p:spPr>
            <a:xfrm>
              <a:off x="442663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6" name="pg3116"/>
            <p:cNvSpPr/>
            <p:nvPr/>
          </p:nvSpPr>
          <p:spPr>
            <a:xfrm>
              <a:off x="443826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7" name="pg3117"/>
            <p:cNvSpPr/>
            <p:nvPr/>
          </p:nvSpPr>
          <p:spPr>
            <a:xfrm>
              <a:off x="444990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8" name="pg3118"/>
            <p:cNvSpPr/>
            <p:nvPr/>
          </p:nvSpPr>
          <p:spPr>
            <a:xfrm>
              <a:off x="446154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9" name="pg3119"/>
            <p:cNvSpPr/>
            <p:nvPr/>
          </p:nvSpPr>
          <p:spPr>
            <a:xfrm>
              <a:off x="460119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0" name="pg3120"/>
            <p:cNvSpPr/>
            <p:nvPr/>
          </p:nvSpPr>
          <p:spPr>
            <a:xfrm>
              <a:off x="461282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1" name="pg3121"/>
            <p:cNvSpPr/>
            <p:nvPr/>
          </p:nvSpPr>
          <p:spPr>
            <a:xfrm>
              <a:off x="462446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2" name="pg3122"/>
            <p:cNvSpPr/>
            <p:nvPr/>
          </p:nvSpPr>
          <p:spPr>
            <a:xfrm>
              <a:off x="463610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3" name="pg3123"/>
            <p:cNvSpPr/>
            <p:nvPr/>
          </p:nvSpPr>
          <p:spPr>
            <a:xfrm>
              <a:off x="464773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4" name="pg3124"/>
            <p:cNvSpPr/>
            <p:nvPr/>
          </p:nvSpPr>
          <p:spPr>
            <a:xfrm>
              <a:off x="465937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5" name="pg3125"/>
            <p:cNvSpPr/>
            <p:nvPr/>
          </p:nvSpPr>
          <p:spPr>
            <a:xfrm>
              <a:off x="294868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6" name="pg3126"/>
            <p:cNvSpPr/>
            <p:nvPr/>
          </p:nvSpPr>
          <p:spPr>
            <a:xfrm>
              <a:off x="2960326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7" name="pg3127"/>
            <p:cNvSpPr/>
            <p:nvPr/>
          </p:nvSpPr>
          <p:spPr>
            <a:xfrm>
              <a:off x="2971963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8" name="pg3128"/>
            <p:cNvSpPr/>
            <p:nvPr/>
          </p:nvSpPr>
          <p:spPr>
            <a:xfrm>
              <a:off x="298360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9" name="pg3129"/>
            <p:cNvSpPr/>
            <p:nvPr/>
          </p:nvSpPr>
          <p:spPr>
            <a:xfrm>
              <a:off x="2995238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0" name="pg3130"/>
            <p:cNvSpPr/>
            <p:nvPr/>
          </p:nvSpPr>
          <p:spPr>
            <a:xfrm>
              <a:off x="3006875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1" name="pg3131"/>
            <p:cNvSpPr/>
            <p:nvPr/>
          </p:nvSpPr>
          <p:spPr>
            <a:xfrm>
              <a:off x="304178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2" name="pg3132"/>
            <p:cNvSpPr/>
            <p:nvPr/>
          </p:nvSpPr>
          <p:spPr>
            <a:xfrm>
              <a:off x="3053425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3" name="pg3133"/>
            <p:cNvSpPr/>
            <p:nvPr/>
          </p:nvSpPr>
          <p:spPr>
            <a:xfrm>
              <a:off x="306506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4" name="pg3134"/>
            <p:cNvSpPr/>
            <p:nvPr/>
          </p:nvSpPr>
          <p:spPr>
            <a:xfrm>
              <a:off x="307669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5" name="pg3135"/>
            <p:cNvSpPr/>
            <p:nvPr/>
          </p:nvSpPr>
          <p:spPr>
            <a:xfrm>
              <a:off x="308833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6" name="pg3136"/>
            <p:cNvSpPr/>
            <p:nvPr/>
          </p:nvSpPr>
          <p:spPr>
            <a:xfrm>
              <a:off x="309997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7" name="pg3137"/>
            <p:cNvSpPr/>
            <p:nvPr/>
          </p:nvSpPr>
          <p:spPr>
            <a:xfrm>
              <a:off x="311161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8" name="pg3138"/>
            <p:cNvSpPr/>
            <p:nvPr/>
          </p:nvSpPr>
          <p:spPr>
            <a:xfrm>
              <a:off x="312324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9" name="pg3139"/>
            <p:cNvSpPr/>
            <p:nvPr/>
          </p:nvSpPr>
          <p:spPr>
            <a:xfrm>
              <a:off x="363529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0" name="pg3140"/>
            <p:cNvSpPr/>
            <p:nvPr/>
          </p:nvSpPr>
          <p:spPr>
            <a:xfrm>
              <a:off x="3646928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1" name="pg3141"/>
            <p:cNvSpPr/>
            <p:nvPr/>
          </p:nvSpPr>
          <p:spPr>
            <a:xfrm>
              <a:off x="371675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2" name="pg3142"/>
            <p:cNvSpPr/>
            <p:nvPr/>
          </p:nvSpPr>
          <p:spPr>
            <a:xfrm>
              <a:off x="3728390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3" name="pg3143"/>
            <p:cNvSpPr/>
            <p:nvPr/>
          </p:nvSpPr>
          <p:spPr>
            <a:xfrm>
              <a:off x="374002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4" name="pg3144"/>
            <p:cNvSpPr/>
            <p:nvPr/>
          </p:nvSpPr>
          <p:spPr>
            <a:xfrm>
              <a:off x="375166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5" name="pg3145"/>
            <p:cNvSpPr/>
            <p:nvPr/>
          </p:nvSpPr>
          <p:spPr>
            <a:xfrm>
              <a:off x="376330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6" name="pg3146"/>
            <p:cNvSpPr/>
            <p:nvPr/>
          </p:nvSpPr>
          <p:spPr>
            <a:xfrm>
              <a:off x="377493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7" name="pg3147"/>
            <p:cNvSpPr/>
            <p:nvPr/>
          </p:nvSpPr>
          <p:spPr>
            <a:xfrm>
              <a:off x="441499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8" name="pg3148"/>
            <p:cNvSpPr/>
            <p:nvPr/>
          </p:nvSpPr>
          <p:spPr>
            <a:xfrm>
              <a:off x="4426630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9" name="pg3149"/>
            <p:cNvSpPr/>
            <p:nvPr/>
          </p:nvSpPr>
          <p:spPr>
            <a:xfrm>
              <a:off x="443826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0" name="pg3150"/>
            <p:cNvSpPr/>
            <p:nvPr/>
          </p:nvSpPr>
          <p:spPr>
            <a:xfrm>
              <a:off x="444990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1" name="pg3151"/>
            <p:cNvSpPr/>
            <p:nvPr/>
          </p:nvSpPr>
          <p:spPr>
            <a:xfrm>
              <a:off x="446154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2" name="pg3152"/>
            <p:cNvSpPr/>
            <p:nvPr/>
          </p:nvSpPr>
          <p:spPr>
            <a:xfrm>
              <a:off x="461282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3" name="pg3153"/>
            <p:cNvSpPr/>
            <p:nvPr/>
          </p:nvSpPr>
          <p:spPr>
            <a:xfrm>
              <a:off x="462446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4" name="pg3154"/>
            <p:cNvSpPr/>
            <p:nvPr/>
          </p:nvSpPr>
          <p:spPr>
            <a:xfrm>
              <a:off x="463610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5" name="pg3155"/>
            <p:cNvSpPr/>
            <p:nvPr/>
          </p:nvSpPr>
          <p:spPr>
            <a:xfrm>
              <a:off x="464773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6" name="pg3156"/>
            <p:cNvSpPr/>
            <p:nvPr/>
          </p:nvSpPr>
          <p:spPr>
            <a:xfrm>
              <a:off x="4659376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7" name="pg3157"/>
            <p:cNvSpPr/>
            <p:nvPr/>
          </p:nvSpPr>
          <p:spPr>
            <a:xfrm>
              <a:off x="293705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8" name="pg3158"/>
            <p:cNvSpPr/>
            <p:nvPr/>
          </p:nvSpPr>
          <p:spPr>
            <a:xfrm>
              <a:off x="294868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9" name="pg3159"/>
            <p:cNvSpPr/>
            <p:nvPr/>
          </p:nvSpPr>
          <p:spPr>
            <a:xfrm>
              <a:off x="2960326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0" name="pg3160"/>
            <p:cNvSpPr/>
            <p:nvPr/>
          </p:nvSpPr>
          <p:spPr>
            <a:xfrm>
              <a:off x="297196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1" name="pg3161"/>
            <p:cNvSpPr/>
            <p:nvPr/>
          </p:nvSpPr>
          <p:spPr>
            <a:xfrm>
              <a:off x="298360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2" name="pg3162"/>
            <p:cNvSpPr/>
            <p:nvPr/>
          </p:nvSpPr>
          <p:spPr>
            <a:xfrm>
              <a:off x="2995238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3" name="pg3163"/>
            <p:cNvSpPr/>
            <p:nvPr/>
          </p:nvSpPr>
          <p:spPr>
            <a:xfrm>
              <a:off x="3006875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7">
                <a:alpha val="100000"/>
              </a:srgbClr>
            </a:solidFill>
            <a:ln w="5420" cap="flat">
              <a:solidFill>
                <a:srgbClr val="392D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4" name="pg3164"/>
            <p:cNvSpPr/>
            <p:nvPr/>
          </p:nvSpPr>
          <p:spPr>
            <a:xfrm>
              <a:off x="301851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5" name="pg3165"/>
            <p:cNvSpPr/>
            <p:nvPr/>
          </p:nvSpPr>
          <p:spPr>
            <a:xfrm>
              <a:off x="303015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6" name="pg3166"/>
            <p:cNvSpPr/>
            <p:nvPr/>
          </p:nvSpPr>
          <p:spPr>
            <a:xfrm>
              <a:off x="304178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7" name="pg3167"/>
            <p:cNvSpPr/>
            <p:nvPr/>
          </p:nvSpPr>
          <p:spPr>
            <a:xfrm>
              <a:off x="3053425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8" name="pg3168"/>
            <p:cNvSpPr/>
            <p:nvPr/>
          </p:nvSpPr>
          <p:spPr>
            <a:xfrm>
              <a:off x="306506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9" name="pg3169"/>
            <p:cNvSpPr/>
            <p:nvPr/>
          </p:nvSpPr>
          <p:spPr>
            <a:xfrm>
              <a:off x="307669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0" name="pg3170"/>
            <p:cNvSpPr/>
            <p:nvPr/>
          </p:nvSpPr>
          <p:spPr>
            <a:xfrm>
              <a:off x="308833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1" name="pg3171"/>
            <p:cNvSpPr/>
            <p:nvPr/>
          </p:nvSpPr>
          <p:spPr>
            <a:xfrm>
              <a:off x="309997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2" name="pg3172"/>
            <p:cNvSpPr/>
            <p:nvPr/>
          </p:nvSpPr>
          <p:spPr>
            <a:xfrm>
              <a:off x="311161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3" name="pg3173"/>
            <p:cNvSpPr/>
            <p:nvPr/>
          </p:nvSpPr>
          <p:spPr>
            <a:xfrm>
              <a:off x="371675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4" name="pg3174"/>
            <p:cNvSpPr/>
            <p:nvPr/>
          </p:nvSpPr>
          <p:spPr>
            <a:xfrm>
              <a:off x="372839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5" name="pg3175"/>
            <p:cNvSpPr/>
            <p:nvPr/>
          </p:nvSpPr>
          <p:spPr>
            <a:xfrm>
              <a:off x="374002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6" name="pg3176"/>
            <p:cNvSpPr/>
            <p:nvPr/>
          </p:nvSpPr>
          <p:spPr>
            <a:xfrm>
              <a:off x="375166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7" name="pg3177"/>
            <p:cNvSpPr/>
            <p:nvPr/>
          </p:nvSpPr>
          <p:spPr>
            <a:xfrm>
              <a:off x="441499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8" name="pg3178"/>
            <p:cNvSpPr/>
            <p:nvPr/>
          </p:nvSpPr>
          <p:spPr>
            <a:xfrm>
              <a:off x="442663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9" name="pg3179"/>
            <p:cNvSpPr/>
            <p:nvPr/>
          </p:nvSpPr>
          <p:spPr>
            <a:xfrm>
              <a:off x="443826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0" name="pg3180"/>
            <p:cNvSpPr/>
            <p:nvPr/>
          </p:nvSpPr>
          <p:spPr>
            <a:xfrm>
              <a:off x="444990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1" name="pg3181"/>
            <p:cNvSpPr/>
            <p:nvPr/>
          </p:nvSpPr>
          <p:spPr>
            <a:xfrm>
              <a:off x="446154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2" name="pg3182"/>
            <p:cNvSpPr/>
            <p:nvPr/>
          </p:nvSpPr>
          <p:spPr>
            <a:xfrm>
              <a:off x="461282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3" name="pg3183"/>
            <p:cNvSpPr/>
            <p:nvPr/>
          </p:nvSpPr>
          <p:spPr>
            <a:xfrm>
              <a:off x="462446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4" name="pg3184"/>
            <p:cNvSpPr/>
            <p:nvPr/>
          </p:nvSpPr>
          <p:spPr>
            <a:xfrm>
              <a:off x="463610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5" name="pg3185"/>
            <p:cNvSpPr/>
            <p:nvPr/>
          </p:nvSpPr>
          <p:spPr>
            <a:xfrm>
              <a:off x="464773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6" name="pg3186"/>
            <p:cNvSpPr/>
            <p:nvPr/>
          </p:nvSpPr>
          <p:spPr>
            <a:xfrm>
              <a:off x="4659376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7" name="pg3187"/>
            <p:cNvSpPr/>
            <p:nvPr/>
          </p:nvSpPr>
          <p:spPr>
            <a:xfrm>
              <a:off x="467101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8" name="pg3188"/>
            <p:cNvSpPr/>
            <p:nvPr/>
          </p:nvSpPr>
          <p:spPr>
            <a:xfrm>
              <a:off x="293705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9" name="pg3189"/>
            <p:cNvSpPr/>
            <p:nvPr/>
          </p:nvSpPr>
          <p:spPr>
            <a:xfrm>
              <a:off x="294868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0" name="pg3190"/>
            <p:cNvSpPr/>
            <p:nvPr/>
          </p:nvSpPr>
          <p:spPr>
            <a:xfrm>
              <a:off x="2960326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1" name="pg3191"/>
            <p:cNvSpPr/>
            <p:nvPr/>
          </p:nvSpPr>
          <p:spPr>
            <a:xfrm>
              <a:off x="297196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2" name="pg3192"/>
            <p:cNvSpPr/>
            <p:nvPr/>
          </p:nvSpPr>
          <p:spPr>
            <a:xfrm>
              <a:off x="298360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3" name="pg3193"/>
            <p:cNvSpPr/>
            <p:nvPr/>
          </p:nvSpPr>
          <p:spPr>
            <a:xfrm>
              <a:off x="2995238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4" name="pg3194"/>
            <p:cNvSpPr/>
            <p:nvPr/>
          </p:nvSpPr>
          <p:spPr>
            <a:xfrm>
              <a:off x="3006875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5" name="pg3195"/>
            <p:cNvSpPr/>
            <p:nvPr/>
          </p:nvSpPr>
          <p:spPr>
            <a:xfrm>
              <a:off x="301851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6" name="pg3196"/>
            <p:cNvSpPr/>
            <p:nvPr/>
          </p:nvSpPr>
          <p:spPr>
            <a:xfrm>
              <a:off x="3030150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7" name="pg3197"/>
            <p:cNvSpPr/>
            <p:nvPr/>
          </p:nvSpPr>
          <p:spPr>
            <a:xfrm>
              <a:off x="304178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8" name="pg3198"/>
            <p:cNvSpPr/>
            <p:nvPr/>
          </p:nvSpPr>
          <p:spPr>
            <a:xfrm>
              <a:off x="3053425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9" name="pg3199"/>
            <p:cNvSpPr/>
            <p:nvPr/>
          </p:nvSpPr>
          <p:spPr>
            <a:xfrm>
              <a:off x="306506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0" name="pg3200"/>
            <p:cNvSpPr/>
            <p:nvPr/>
          </p:nvSpPr>
          <p:spPr>
            <a:xfrm>
              <a:off x="307669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1" name="pg3201"/>
            <p:cNvSpPr/>
            <p:nvPr/>
          </p:nvSpPr>
          <p:spPr>
            <a:xfrm>
              <a:off x="308833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2" name="pg3202"/>
            <p:cNvSpPr/>
            <p:nvPr/>
          </p:nvSpPr>
          <p:spPr>
            <a:xfrm>
              <a:off x="309997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3" name="pg3203"/>
            <p:cNvSpPr/>
            <p:nvPr/>
          </p:nvSpPr>
          <p:spPr>
            <a:xfrm>
              <a:off x="441499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4" name="pg3204"/>
            <p:cNvSpPr/>
            <p:nvPr/>
          </p:nvSpPr>
          <p:spPr>
            <a:xfrm>
              <a:off x="4426630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5" name="pg3205"/>
            <p:cNvSpPr/>
            <p:nvPr/>
          </p:nvSpPr>
          <p:spPr>
            <a:xfrm>
              <a:off x="443826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6" name="pg3206"/>
            <p:cNvSpPr/>
            <p:nvPr/>
          </p:nvSpPr>
          <p:spPr>
            <a:xfrm>
              <a:off x="444990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7" name="pg3207"/>
            <p:cNvSpPr/>
            <p:nvPr/>
          </p:nvSpPr>
          <p:spPr>
            <a:xfrm>
              <a:off x="446154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8" name="pg3208"/>
            <p:cNvSpPr/>
            <p:nvPr/>
          </p:nvSpPr>
          <p:spPr>
            <a:xfrm>
              <a:off x="461282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9" name="pg3209"/>
            <p:cNvSpPr/>
            <p:nvPr/>
          </p:nvSpPr>
          <p:spPr>
            <a:xfrm>
              <a:off x="462446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0" name="pg3210"/>
            <p:cNvSpPr/>
            <p:nvPr/>
          </p:nvSpPr>
          <p:spPr>
            <a:xfrm>
              <a:off x="463610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1" name="pg3211"/>
            <p:cNvSpPr/>
            <p:nvPr/>
          </p:nvSpPr>
          <p:spPr>
            <a:xfrm>
              <a:off x="464773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2" name="pg3212"/>
            <p:cNvSpPr/>
            <p:nvPr/>
          </p:nvSpPr>
          <p:spPr>
            <a:xfrm>
              <a:off x="4659376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3" name="pg3213"/>
            <p:cNvSpPr/>
            <p:nvPr/>
          </p:nvSpPr>
          <p:spPr>
            <a:xfrm>
              <a:off x="467101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4" name="pg3214"/>
            <p:cNvSpPr/>
            <p:nvPr/>
          </p:nvSpPr>
          <p:spPr>
            <a:xfrm>
              <a:off x="468265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5" name="pg3215"/>
            <p:cNvSpPr/>
            <p:nvPr/>
          </p:nvSpPr>
          <p:spPr>
            <a:xfrm>
              <a:off x="292541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6" name="pg3216"/>
            <p:cNvSpPr/>
            <p:nvPr/>
          </p:nvSpPr>
          <p:spPr>
            <a:xfrm>
              <a:off x="293705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7" name="pg3217"/>
            <p:cNvSpPr/>
            <p:nvPr/>
          </p:nvSpPr>
          <p:spPr>
            <a:xfrm>
              <a:off x="294868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8" name="pg3218"/>
            <p:cNvSpPr/>
            <p:nvPr/>
          </p:nvSpPr>
          <p:spPr>
            <a:xfrm>
              <a:off x="2960326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9" name="pg3219"/>
            <p:cNvSpPr/>
            <p:nvPr/>
          </p:nvSpPr>
          <p:spPr>
            <a:xfrm>
              <a:off x="297196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0" name="pg3220"/>
            <p:cNvSpPr/>
            <p:nvPr/>
          </p:nvSpPr>
          <p:spPr>
            <a:xfrm>
              <a:off x="298360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1" name="pg3221"/>
            <p:cNvSpPr/>
            <p:nvPr/>
          </p:nvSpPr>
          <p:spPr>
            <a:xfrm>
              <a:off x="2995238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2" name="pg3222"/>
            <p:cNvSpPr/>
            <p:nvPr/>
          </p:nvSpPr>
          <p:spPr>
            <a:xfrm>
              <a:off x="3006875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3" name="pg3223"/>
            <p:cNvSpPr/>
            <p:nvPr/>
          </p:nvSpPr>
          <p:spPr>
            <a:xfrm>
              <a:off x="301851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4" name="pg3224"/>
            <p:cNvSpPr/>
            <p:nvPr/>
          </p:nvSpPr>
          <p:spPr>
            <a:xfrm>
              <a:off x="3030150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5" name="pg3225"/>
            <p:cNvSpPr/>
            <p:nvPr/>
          </p:nvSpPr>
          <p:spPr>
            <a:xfrm>
              <a:off x="304178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6" name="pg3226"/>
            <p:cNvSpPr/>
            <p:nvPr/>
          </p:nvSpPr>
          <p:spPr>
            <a:xfrm>
              <a:off x="3053425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7" name="pg3227"/>
            <p:cNvSpPr/>
            <p:nvPr/>
          </p:nvSpPr>
          <p:spPr>
            <a:xfrm>
              <a:off x="306506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8" name="pg3228"/>
            <p:cNvSpPr/>
            <p:nvPr/>
          </p:nvSpPr>
          <p:spPr>
            <a:xfrm>
              <a:off x="307669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9" name="pg3229"/>
            <p:cNvSpPr/>
            <p:nvPr/>
          </p:nvSpPr>
          <p:spPr>
            <a:xfrm>
              <a:off x="441499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0" name="pg3230"/>
            <p:cNvSpPr/>
            <p:nvPr/>
          </p:nvSpPr>
          <p:spPr>
            <a:xfrm>
              <a:off x="4426630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1" name="pg3231"/>
            <p:cNvSpPr/>
            <p:nvPr/>
          </p:nvSpPr>
          <p:spPr>
            <a:xfrm>
              <a:off x="443826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2" name="pg3232"/>
            <p:cNvSpPr/>
            <p:nvPr/>
          </p:nvSpPr>
          <p:spPr>
            <a:xfrm>
              <a:off x="444990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3" name="pg3233"/>
            <p:cNvSpPr/>
            <p:nvPr/>
          </p:nvSpPr>
          <p:spPr>
            <a:xfrm>
              <a:off x="446154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4" name="pg3234"/>
            <p:cNvSpPr/>
            <p:nvPr/>
          </p:nvSpPr>
          <p:spPr>
            <a:xfrm>
              <a:off x="461282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5" name="pg3235"/>
            <p:cNvSpPr/>
            <p:nvPr/>
          </p:nvSpPr>
          <p:spPr>
            <a:xfrm>
              <a:off x="462446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6" name="pg3236"/>
            <p:cNvSpPr/>
            <p:nvPr/>
          </p:nvSpPr>
          <p:spPr>
            <a:xfrm>
              <a:off x="463610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7" name="pg3237"/>
            <p:cNvSpPr/>
            <p:nvPr/>
          </p:nvSpPr>
          <p:spPr>
            <a:xfrm>
              <a:off x="464773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8" name="pg3238"/>
            <p:cNvSpPr/>
            <p:nvPr/>
          </p:nvSpPr>
          <p:spPr>
            <a:xfrm>
              <a:off x="4659376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9" name="pg3239"/>
            <p:cNvSpPr/>
            <p:nvPr/>
          </p:nvSpPr>
          <p:spPr>
            <a:xfrm>
              <a:off x="467101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0" name="pg3240"/>
            <p:cNvSpPr/>
            <p:nvPr/>
          </p:nvSpPr>
          <p:spPr>
            <a:xfrm>
              <a:off x="468265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1" name="pg3241"/>
            <p:cNvSpPr/>
            <p:nvPr/>
          </p:nvSpPr>
          <p:spPr>
            <a:xfrm>
              <a:off x="292541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2" name="pg3242"/>
            <p:cNvSpPr/>
            <p:nvPr/>
          </p:nvSpPr>
          <p:spPr>
            <a:xfrm>
              <a:off x="293705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3" name="pg3243"/>
            <p:cNvSpPr/>
            <p:nvPr/>
          </p:nvSpPr>
          <p:spPr>
            <a:xfrm>
              <a:off x="2948689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4" name="pg3244"/>
            <p:cNvSpPr/>
            <p:nvPr/>
          </p:nvSpPr>
          <p:spPr>
            <a:xfrm>
              <a:off x="2960326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5" name="pg3245"/>
            <p:cNvSpPr/>
            <p:nvPr/>
          </p:nvSpPr>
          <p:spPr>
            <a:xfrm>
              <a:off x="297196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6" name="pg3246"/>
            <p:cNvSpPr/>
            <p:nvPr/>
          </p:nvSpPr>
          <p:spPr>
            <a:xfrm>
              <a:off x="298360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7" name="pg3247"/>
            <p:cNvSpPr/>
            <p:nvPr/>
          </p:nvSpPr>
          <p:spPr>
            <a:xfrm>
              <a:off x="2995238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8" name="pg3248"/>
            <p:cNvSpPr/>
            <p:nvPr/>
          </p:nvSpPr>
          <p:spPr>
            <a:xfrm>
              <a:off x="3006875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9" name="pg3249"/>
            <p:cNvSpPr/>
            <p:nvPr/>
          </p:nvSpPr>
          <p:spPr>
            <a:xfrm>
              <a:off x="301851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0" name="pg3250"/>
            <p:cNvSpPr/>
            <p:nvPr/>
          </p:nvSpPr>
          <p:spPr>
            <a:xfrm>
              <a:off x="3030150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1" name="pg3251"/>
            <p:cNvSpPr/>
            <p:nvPr/>
          </p:nvSpPr>
          <p:spPr>
            <a:xfrm>
              <a:off x="3041787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2" name="pg3252"/>
            <p:cNvSpPr/>
            <p:nvPr/>
          </p:nvSpPr>
          <p:spPr>
            <a:xfrm>
              <a:off x="3053425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3" name="pg3253"/>
            <p:cNvSpPr/>
            <p:nvPr/>
          </p:nvSpPr>
          <p:spPr>
            <a:xfrm>
              <a:off x="4414992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4" name="pg3254"/>
            <p:cNvSpPr/>
            <p:nvPr/>
          </p:nvSpPr>
          <p:spPr>
            <a:xfrm>
              <a:off x="4426630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5" name="pg3255"/>
            <p:cNvSpPr/>
            <p:nvPr/>
          </p:nvSpPr>
          <p:spPr>
            <a:xfrm>
              <a:off x="4438267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6" name="pg3256"/>
            <p:cNvSpPr/>
            <p:nvPr/>
          </p:nvSpPr>
          <p:spPr>
            <a:xfrm>
              <a:off x="444990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7" name="pg3257"/>
            <p:cNvSpPr/>
            <p:nvPr/>
          </p:nvSpPr>
          <p:spPr>
            <a:xfrm>
              <a:off x="4461542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8" name="pg3258"/>
            <p:cNvSpPr/>
            <p:nvPr/>
          </p:nvSpPr>
          <p:spPr>
            <a:xfrm>
              <a:off x="462446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9" name="pg3259"/>
            <p:cNvSpPr/>
            <p:nvPr/>
          </p:nvSpPr>
          <p:spPr>
            <a:xfrm>
              <a:off x="463610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0" name="pg3260"/>
            <p:cNvSpPr/>
            <p:nvPr/>
          </p:nvSpPr>
          <p:spPr>
            <a:xfrm>
              <a:off x="4647739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1" name="pg3261"/>
            <p:cNvSpPr/>
            <p:nvPr/>
          </p:nvSpPr>
          <p:spPr>
            <a:xfrm>
              <a:off x="4659376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2" name="pg3262"/>
            <p:cNvSpPr/>
            <p:nvPr/>
          </p:nvSpPr>
          <p:spPr>
            <a:xfrm>
              <a:off x="467101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3" name="pg3263"/>
            <p:cNvSpPr/>
            <p:nvPr/>
          </p:nvSpPr>
          <p:spPr>
            <a:xfrm>
              <a:off x="468265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4" name="pg3264"/>
            <p:cNvSpPr/>
            <p:nvPr/>
          </p:nvSpPr>
          <p:spPr>
            <a:xfrm>
              <a:off x="289050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5" name="pg3265"/>
            <p:cNvSpPr/>
            <p:nvPr/>
          </p:nvSpPr>
          <p:spPr>
            <a:xfrm>
              <a:off x="290213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6" name="pg3266"/>
            <p:cNvSpPr/>
            <p:nvPr/>
          </p:nvSpPr>
          <p:spPr>
            <a:xfrm>
              <a:off x="2913777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7" name="pg3267"/>
            <p:cNvSpPr/>
            <p:nvPr/>
          </p:nvSpPr>
          <p:spPr>
            <a:xfrm>
              <a:off x="292541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8" name="pg3268"/>
            <p:cNvSpPr/>
            <p:nvPr/>
          </p:nvSpPr>
          <p:spPr>
            <a:xfrm>
              <a:off x="293705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9" name="pg3269"/>
            <p:cNvSpPr/>
            <p:nvPr/>
          </p:nvSpPr>
          <p:spPr>
            <a:xfrm>
              <a:off x="294868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0" name="pg3270"/>
            <p:cNvSpPr/>
            <p:nvPr/>
          </p:nvSpPr>
          <p:spPr>
            <a:xfrm>
              <a:off x="2960326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1" name="pg3271"/>
            <p:cNvSpPr/>
            <p:nvPr/>
          </p:nvSpPr>
          <p:spPr>
            <a:xfrm>
              <a:off x="297196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2" name="pg3272"/>
            <p:cNvSpPr/>
            <p:nvPr/>
          </p:nvSpPr>
          <p:spPr>
            <a:xfrm>
              <a:off x="298360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3" name="pg3273"/>
            <p:cNvSpPr/>
            <p:nvPr/>
          </p:nvSpPr>
          <p:spPr>
            <a:xfrm>
              <a:off x="2995238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4" name="pg3274"/>
            <p:cNvSpPr/>
            <p:nvPr/>
          </p:nvSpPr>
          <p:spPr>
            <a:xfrm>
              <a:off x="3006875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5" name="pg3275"/>
            <p:cNvSpPr/>
            <p:nvPr/>
          </p:nvSpPr>
          <p:spPr>
            <a:xfrm>
              <a:off x="301851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6" name="pg3276"/>
            <p:cNvSpPr/>
            <p:nvPr/>
          </p:nvSpPr>
          <p:spPr>
            <a:xfrm>
              <a:off x="3030150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7" name="pg3277"/>
            <p:cNvSpPr/>
            <p:nvPr/>
          </p:nvSpPr>
          <p:spPr>
            <a:xfrm>
              <a:off x="441499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8" name="pg3278"/>
            <p:cNvSpPr/>
            <p:nvPr/>
          </p:nvSpPr>
          <p:spPr>
            <a:xfrm>
              <a:off x="4426630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9" name="pg3279"/>
            <p:cNvSpPr/>
            <p:nvPr/>
          </p:nvSpPr>
          <p:spPr>
            <a:xfrm>
              <a:off x="4438267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0" name="pg3280"/>
            <p:cNvSpPr/>
            <p:nvPr/>
          </p:nvSpPr>
          <p:spPr>
            <a:xfrm>
              <a:off x="444990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1" name="pg3281"/>
            <p:cNvSpPr/>
            <p:nvPr/>
          </p:nvSpPr>
          <p:spPr>
            <a:xfrm>
              <a:off x="446154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2" name="pg3282"/>
            <p:cNvSpPr/>
            <p:nvPr/>
          </p:nvSpPr>
          <p:spPr>
            <a:xfrm>
              <a:off x="462446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3" name="pg3283"/>
            <p:cNvSpPr/>
            <p:nvPr/>
          </p:nvSpPr>
          <p:spPr>
            <a:xfrm>
              <a:off x="463610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4" name="pg3284"/>
            <p:cNvSpPr/>
            <p:nvPr/>
          </p:nvSpPr>
          <p:spPr>
            <a:xfrm>
              <a:off x="464773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5" name="pg3285"/>
            <p:cNvSpPr/>
            <p:nvPr/>
          </p:nvSpPr>
          <p:spPr>
            <a:xfrm>
              <a:off x="4659376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6" name="pg3286"/>
            <p:cNvSpPr/>
            <p:nvPr/>
          </p:nvSpPr>
          <p:spPr>
            <a:xfrm>
              <a:off x="467101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7" name="pg3287"/>
            <p:cNvSpPr/>
            <p:nvPr/>
          </p:nvSpPr>
          <p:spPr>
            <a:xfrm>
              <a:off x="468265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8" name="pg3288"/>
            <p:cNvSpPr/>
            <p:nvPr/>
          </p:nvSpPr>
          <p:spPr>
            <a:xfrm>
              <a:off x="2890502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9" name="pg3289"/>
            <p:cNvSpPr/>
            <p:nvPr/>
          </p:nvSpPr>
          <p:spPr>
            <a:xfrm>
              <a:off x="290213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0" name="pg3290"/>
            <p:cNvSpPr/>
            <p:nvPr/>
          </p:nvSpPr>
          <p:spPr>
            <a:xfrm>
              <a:off x="2913777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1" name="pg3291"/>
            <p:cNvSpPr/>
            <p:nvPr/>
          </p:nvSpPr>
          <p:spPr>
            <a:xfrm>
              <a:off x="292541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2" name="pg3292"/>
            <p:cNvSpPr/>
            <p:nvPr/>
          </p:nvSpPr>
          <p:spPr>
            <a:xfrm>
              <a:off x="293705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3" name="pg3293"/>
            <p:cNvSpPr/>
            <p:nvPr/>
          </p:nvSpPr>
          <p:spPr>
            <a:xfrm>
              <a:off x="294868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4" name="pg3294"/>
            <p:cNvSpPr/>
            <p:nvPr/>
          </p:nvSpPr>
          <p:spPr>
            <a:xfrm>
              <a:off x="2960326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5" name="pg3295"/>
            <p:cNvSpPr/>
            <p:nvPr/>
          </p:nvSpPr>
          <p:spPr>
            <a:xfrm>
              <a:off x="2971963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6" name="pg3296"/>
            <p:cNvSpPr/>
            <p:nvPr/>
          </p:nvSpPr>
          <p:spPr>
            <a:xfrm>
              <a:off x="298360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7" name="pg3297"/>
            <p:cNvSpPr/>
            <p:nvPr/>
          </p:nvSpPr>
          <p:spPr>
            <a:xfrm>
              <a:off x="4403355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8" name="pg3298"/>
            <p:cNvSpPr/>
            <p:nvPr/>
          </p:nvSpPr>
          <p:spPr>
            <a:xfrm>
              <a:off x="4414992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9" name="pg3299"/>
            <p:cNvSpPr/>
            <p:nvPr/>
          </p:nvSpPr>
          <p:spPr>
            <a:xfrm>
              <a:off x="4426630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0" name="pg3300"/>
            <p:cNvSpPr/>
            <p:nvPr/>
          </p:nvSpPr>
          <p:spPr>
            <a:xfrm>
              <a:off x="4438267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1" name="pg3301"/>
            <p:cNvSpPr/>
            <p:nvPr/>
          </p:nvSpPr>
          <p:spPr>
            <a:xfrm>
              <a:off x="444990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2" name="pg3302"/>
            <p:cNvSpPr/>
            <p:nvPr/>
          </p:nvSpPr>
          <p:spPr>
            <a:xfrm>
              <a:off x="462446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3" name="pg3303"/>
            <p:cNvSpPr/>
            <p:nvPr/>
          </p:nvSpPr>
          <p:spPr>
            <a:xfrm>
              <a:off x="463610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4" name="pg3304"/>
            <p:cNvSpPr/>
            <p:nvPr/>
          </p:nvSpPr>
          <p:spPr>
            <a:xfrm>
              <a:off x="464773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5" name="pg3305"/>
            <p:cNvSpPr/>
            <p:nvPr/>
          </p:nvSpPr>
          <p:spPr>
            <a:xfrm>
              <a:off x="4659376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6" name="pg3306"/>
            <p:cNvSpPr/>
            <p:nvPr/>
          </p:nvSpPr>
          <p:spPr>
            <a:xfrm>
              <a:off x="4671013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7" name="pg3307"/>
            <p:cNvSpPr/>
            <p:nvPr/>
          </p:nvSpPr>
          <p:spPr>
            <a:xfrm>
              <a:off x="468265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8" name="pg3308"/>
            <p:cNvSpPr/>
            <p:nvPr/>
          </p:nvSpPr>
          <p:spPr>
            <a:xfrm>
              <a:off x="2878865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9" name="pg3309"/>
            <p:cNvSpPr/>
            <p:nvPr/>
          </p:nvSpPr>
          <p:spPr>
            <a:xfrm>
              <a:off x="289050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0" name="pg3310"/>
            <p:cNvSpPr/>
            <p:nvPr/>
          </p:nvSpPr>
          <p:spPr>
            <a:xfrm>
              <a:off x="290213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1" name="pg3311"/>
            <p:cNvSpPr/>
            <p:nvPr/>
          </p:nvSpPr>
          <p:spPr>
            <a:xfrm>
              <a:off x="2913777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2" name="pg3312"/>
            <p:cNvSpPr/>
            <p:nvPr/>
          </p:nvSpPr>
          <p:spPr>
            <a:xfrm>
              <a:off x="2925414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3" name="pg3313"/>
            <p:cNvSpPr/>
            <p:nvPr/>
          </p:nvSpPr>
          <p:spPr>
            <a:xfrm>
              <a:off x="293705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4" name="pg3314"/>
            <p:cNvSpPr/>
            <p:nvPr/>
          </p:nvSpPr>
          <p:spPr>
            <a:xfrm>
              <a:off x="294868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5" name="pg3315"/>
            <p:cNvSpPr/>
            <p:nvPr/>
          </p:nvSpPr>
          <p:spPr>
            <a:xfrm>
              <a:off x="2960326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6" name="pg3316"/>
            <p:cNvSpPr/>
            <p:nvPr/>
          </p:nvSpPr>
          <p:spPr>
            <a:xfrm>
              <a:off x="4403355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7" name="pg3317"/>
            <p:cNvSpPr/>
            <p:nvPr/>
          </p:nvSpPr>
          <p:spPr>
            <a:xfrm>
              <a:off x="441499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8" name="pg3318"/>
            <p:cNvSpPr/>
            <p:nvPr/>
          </p:nvSpPr>
          <p:spPr>
            <a:xfrm>
              <a:off x="4426630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9" name="pg3319"/>
            <p:cNvSpPr/>
            <p:nvPr/>
          </p:nvSpPr>
          <p:spPr>
            <a:xfrm>
              <a:off x="4438267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0" name="pg3320"/>
            <p:cNvSpPr/>
            <p:nvPr/>
          </p:nvSpPr>
          <p:spPr>
            <a:xfrm>
              <a:off x="4449904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1" name="pg3321"/>
            <p:cNvSpPr/>
            <p:nvPr/>
          </p:nvSpPr>
          <p:spPr>
            <a:xfrm>
              <a:off x="446154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2" name="pg3322"/>
            <p:cNvSpPr/>
            <p:nvPr/>
          </p:nvSpPr>
          <p:spPr>
            <a:xfrm>
              <a:off x="447317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3" name="pg3323"/>
            <p:cNvSpPr/>
            <p:nvPr/>
          </p:nvSpPr>
          <p:spPr>
            <a:xfrm>
              <a:off x="463610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4" name="pg3324"/>
            <p:cNvSpPr/>
            <p:nvPr/>
          </p:nvSpPr>
          <p:spPr>
            <a:xfrm>
              <a:off x="464773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5" name="pg3325"/>
            <p:cNvSpPr/>
            <p:nvPr/>
          </p:nvSpPr>
          <p:spPr>
            <a:xfrm>
              <a:off x="4659376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6" name="pg3326"/>
            <p:cNvSpPr/>
            <p:nvPr/>
          </p:nvSpPr>
          <p:spPr>
            <a:xfrm>
              <a:off x="4671013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7" name="pg3327"/>
            <p:cNvSpPr/>
            <p:nvPr/>
          </p:nvSpPr>
          <p:spPr>
            <a:xfrm>
              <a:off x="468265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8" name="pg3328"/>
            <p:cNvSpPr/>
            <p:nvPr/>
          </p:nvSpPr>
          <p:spPr>
            <a:xfrm>
              <a:off x="286722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9" name="pg3329"/>
            <p:cNvSpPr/>
            <p:nvPr/>
          </p:nvSpPr>
          <p:spPr>
            <a:xfrm>
              <a:off x="2878865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0" name="pg3330"/>
            <p:cNvSpPr/>
            <p:nvPr/>
          </p:nvSpPr>
          <p:spPr>
            <a:xfrm>
              <a:off x="289050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1" name="pg3331"/>
            <p:cNvSpPr/>
            <p:nvPr/>
          </p:nvSpPr>
          <p:spPr>
            <a:xfrm>
              <a:off x="290213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2" name="pg3332"/>
            <p:cNvSpPr/>
            <p:nvPr/>
          </p:nvSpPr>
          <p:spPr>
            <a:xfrm>
              <a:off x="291377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3" name="pg3333"/>
            <p:cNvSpPr/>
            <p:nvPr/>
          </p:nvSpPr>
          <p:spPr>
            <a:xfrm>
              <a:off x="2925414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4" name="pg3334"/>
            <p:cNvSpPr/>
            <p:nvPr/>
          </p:nvSpPr>
          <p:spPr>
            <a:xfrm>
              <a:off x="293705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5" name="pg3335"/>
            <p:cNvSpPr/>
            <p:nvPr/>
          </p:nvSpPr>
          <p:spPr>
            <a:xfrm>
              <a:off x="294868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6" name="pg3336"/>
            <p:cNvSpPr/>
            <p:nvPr/>
          </p:nvSpPr>
          <p:spPr>
            <a:xfrm>
              <a:off x="4403355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7" name="pg3337"/>
            <p:cNvSpPr/>
            <p:nvPr/>
          </p:nvSpPr>
          <p:spPr>
            <a:xfrm>
              <a:off x="441499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8" name="pg3338"/>
            <p:cNvSpPr/>
            <p:nvPr/>
          </p:nvSpPr>
          <p:spPr>
            <a:xfrm>
              <a:off x="4426630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9" name="pg3339"/>
            <p:cNvSpPr/>
            <p:nvPr/>
          </p:nvSpPr>
          <p:spPr>
            <a:xfrm>
              <a:off x="443826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0" name="pg3340"/>
            <p:cNvSpPr/>
            <p:nvPr/>
          </p:nvSpPr>
          <p:spPr>
            <a:xfrm>
              <a:off x="4449904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1" name="pg3341"/>
            <p:cNvSpPr/>
            <p:nvPr/>
          </p:nvSpPr>
          <p:spPr>
            <a:xfrm>
              <a:off x="446154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2" name="pg3342"/>
            <p:cNvSpPr/>
            <p:nvPr/>
          </p:nvSpPr>
          <p:spPr>
            <a:xfrm>
              <a:off x="447317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3" name="pg3343"/>
            <p:cNvSpPr/>
            <p:nvPr/>
          </p:nvSpPr>
          <p:spPr>
            <a:xfrm>
              <a:off x="4484816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4" name="pg3344"/>
            <p:cNvSpPr/>
            <p:nvPr/>
          </p:nvSpPr>
          <p:spPr>
            <a:xfrm>
              <a:off x="463610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5" name="pg3345"/>
            <p:cNvSpPr/>
            <p:nvPr/>
          </p:nvSpPr>
          <p:spPr>
            <a:xfrm>
              <a:off x="464773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6" name="pg3346"/>
            <p:cNvSpPr/>
            <p:nvPr/>
          </p:nvSpPr>
          <p:spPr>
            <a:xfrm>
              <a:off x="4659376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7" name="pg3347"/>
            <p:cNvSpPr/>
            <p:nvPr/>
          </p:nvSpPr>
          <p:spPr>
            <a:xfrm>
              <a:off x="4671013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8" name="pg3348"/>
            <p:cNvSpPr/>
            <p:nvPr/>
          </p:nvSpPr>
          <p:spPr>
            <a:xfrm>
              <a:off x="468265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9" name="pg3349"/>
            <p:cNvSpPr/>
            <p:nvPr/>
          </p:nvSpPr>
          <p:spPr>
            <a:xfrm>
              <a:off x="4694288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0" name="pg3350"/>
            <p:cNvSpPr/>
            <p:nvPr/>
          </p:nvSpPr>
          <p:spPr>
            <a:xfrm>
              <a:off x="2855590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1" name="pg3351"/>
            <p:cNvSpPr/>
            <p:nvPr/>
          </p:nvSpPr>
          <p:spPr>
            <a:xfrm>
              <a:off x="286722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2" name="pg3352"/>
            <p:cNvSpPr/>
            <p:nvPr/>
          </p:nvSpPr>
          <p:spPr>
            <a:xfrm>
              <a:off x="2878865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3" name="pg3353"/>
            <p:cNvSpPr/>
            <p:nvPr/>
          </p:nvSpPr>
          <p:spPr>
            <a:xfrm>
              <a:off x="289050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4" name="pg3354"/>
            <p:cNvSpPr/>
            <p:nvPr/>
          </p:nvSpPr>
          <p:spPr>
            <a:xfrm>
              <a:off x="290213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5" name="pg3355"/>
            <p:cNvSpPr/>
            <p:nvPr/>
          </p:nvSpPr>
          <p:spPr>
            <a:xfrm>
              <a:off x="291377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6" name="pg3356"/>
            <p:cNvSpPr/>
            <p:nvPr/>
          </p:nvSpPr>
          <p:spPr>
            <a:xfrm>
              <a:off x="2925414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7" name="pg3357"/>
            <p:cNvSpPr/>
            <p:nvPr/>
          </p:nvSpPr>
          <p:spPr>
            <a:xfrm>
              <a:off x="2937051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8" name="pg3358"/>
            <p:cNvSpPr/>
            <p:nvPr/>
          </p:nvSpPr>
          <p:spPr>
            <a:xfrm>
              <a:off x="4403355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9" name="pg3359"/>
            <p:cNvSpPr/>
            <p:nvPr/>
          </p:nvSpPr>
          <p:spPr>
            <a:xfrm>
              <a:off x="441499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0" name="pg3360"/>
            <p:cNvSpPr/>
            <p:nvPr/>
          </p:nvSpPr>
          <p:spPr>
            <a:xfrm>
              <a:off x="4426630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1" name="pg3361"/>
            <p:cNvSpPr/>
            <p:nvPr/>
          </p:nvSpPr>
          <p:spPr>
            <a:xfrm>
              <a:off x="443826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2" name="pg3362"/>
            <p:cNvSpPr/>
            <p:nvPr/>
          </p:nvSpPr>
          <p:spPr>
            <a:xfrm>
              <a:off x="4449904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3" name="pg3363"/>
            <p:cNvSpPr/>
            <p:nvPr/>
          </p:nvSpPr>
          <p:spPr>
            <a:xfrm>
              <a:off x="446154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4" name="pg3364"/>
            <p:cNvSpPr/>
            <p:nvPr/>
          </p:nvSpPr>
          <p:spPr>
            <a:xfrm>
              <a:off x="447317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5" name="pg3365"/>
            <p:cNvSpPr/>
            <p:nvPr/>
          </p:nvSpPr>
          <p:spPr>
            <a:xfrm>
              <a:off x="4484816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6" name="pg3366"/>
            <p:cNvSpPr/>
            <p:nvPr/>
          </p:nvSpPr>
          <p:spPr>
            <a:xfrm>
              <a:off x="464773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7" name="pg3367"/>
            <p:cNvSpPr/>
            <p:nvPr/>
          </p:nvSpPr>
          <p:spPr>
            <a:xfrm>
              <a:off x="4659376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8" name="pg3368"/>
            <p:cNvSpPr/>
            <p:nvPr/>
          </p:nvSpPr>
          <p:spPr>
            <a:xfrm>
              <a:off x="4671013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9" name="pg3369"/>
            <p:cNvSpPr/>
            <p:nvPr/>
          </p:nvSpPr>
          <p:spPr>
            <a:xfrm>
              <a:off x="4682651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0" name="pg3370"/>
            <p:cNvSpPr/>
            <p:nvPr/>
          </p:nvSpPr>
          <p:spPr>
            <a:xfrm>
              <a:off x="4694288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1" name="pg3371"/>
            <p:cNvSpPr/>
            <p:nvPr/>
          </p:nvSpPr>
          <p:spPr>
            <a:xfrm>
              <a:off x="2855590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2" name="pg3372"/>
            <p:cNvSpPr/>
            <p:nvPr/>
          </p:nvSpPr>
          <p:spPr>
            <a:xfrm>
              <a:off x="286722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3" name="pg3373"/>
            <p:cNvSpPr/>
            <p:nvPr/>
          </p:nvSpPr>
          <p:spPr>
            <a:xfrm>
              <a:off x="2878865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4" name="pg3374"/>
            <p:cNvSpPr/>
            <p:nvPr/>
          </p:nvSpPr>
          <p:spPr>
            <a:xfrm>
              <a:off x="289050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5" name="pg3375"/>
            <p:cNvSpPr/>
            <p:nvPr/>
          </p:nvSpPr>
          <p:spPr>
            <a:xfrm>
              <a:off x="290213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6" name="pg3376"/>
            <p:cNvSpPr/>
            <p:nvPr/>
          </p:nvSpPr>
          <p:spPr>
            <a:xfrm>
              <a:off x="291377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7" name="pg3377"/>
            <p:cNvSpPr/>
            <p:nvPr/>
          </p:nvSpPr>
          <p:spPr>
            <a:xfrm>
              <a:off x="2925414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8" name="pg3378"/>
            <p:cNvSpPr/>
            <p:nvPr/>
          </p:nvSpPr>
          <p:spPr>
            <a:xfrm>
              <a:off x="4403355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9" name="pg3379"/>
            <p:cNvSpPr/>
            <p:nvPr/>
          </p:nvSpPr>
          <p:spPr>
            <a:xfrm>
              <a:off x="441499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0" name="pg3380"/>
            <p:cNvSpPr/>
            <p:nvPr/>
          </p:nvSpPr>
          <p:spPr>
            <a:xfrm>
              <a:off x="4426630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1" name="pg3381"/>
            <p:cNvSpPr/>
            <p:nvPr/>
          </p:nvSpPr>
          <p:spPr>
            <a:xfrm>
              <a:off x="443826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2" name="pg3382"/>
            <p:cNvSpPr/>
            <p:nvPr/>
          </p:nvSpPr>
          <p:spPr>
            <a:xfrm>
              <a:off x="4449904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3" name="pg3383"/>
            <p:cNvSpPr/>
            <p:nvPr/>
          </p:nvSpPr>
          <p:spPr>
            <a:xfrm>
              <a:off x="446154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4" name="pg3384"/>
            <p:cNvSpPr/>
            <p:nvPr/>
          </p:nvSpPr>
          <p:spPr>
            <a:xfrm>
              <a:off x="447317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5" name="pg3385"/>
            <p:cNvSpPr/>
            <p:nvPr/>
          </p:nvSpPr>
          <p:spPr>
            <a:xfrm>
              <a:off x="4484816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6" name="pg3386"/>
            <p:cNvSpPr/>
            <p:nvPr/>
          </p:nvSpPr>
          <p:spPr>
            <a:xfrm>
              <a:off x="464773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7" name="pg3387"/>
            <p:cNvSpPr/>
            <p:nvPr/>
          </p:nvSpPr>
          <p:spPr>
            <a:xfrm>
              <a:off x="4659376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8" name="pg3388"/>
            <p:cNvSpPr/>
            <p:nvPr/>
          </p:nvSpPr>
          <p:spPr>
            <a:xfrm>
              <a:off x="4671013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9" name="pg3389"/>
            <p:cNvSpPr/>
            <p:nvPr/>
          </p:nvSpPr>
          <p:spPr>
            <a:xfrm>
              <a:off x="4682651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0" name="pg3390"/>
            <p:cNvSpPr/>
            <p:nvPr/>
          </p:nvSpPr>
          <p:spPr>
            <a:xfrm>
              <a:off x="4694288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1" name="pg3391"/>
            <p:cNvSpPr/>
            <p:nvPr/>
          </p:nvSpPr>
          <p:spPr>
            <a:xfrm>
              <a:off x="283231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2" name="pg3392"/>
            <p:cNvSpPr/>
            <p:nvPr/>
          </p:nvSpPr>
          <p:spPr>
            <a:xfrm>
              <a:off x="2843953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3" name="pg3393"/>
            <p:cNvSpPr/>
            <p:nvPr/>
          </p:nvSpPr>
          <p:spPr>
            <a:xfrm>
              <a:off x="286722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4" name="pg3394"/>
            <p:cNvSpPr/>
            <p:nvPr/>
          </p:nvSpPr>
          <p:spPr>
            <a:xfrm>
              <a:off x="287886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5" name="pg3395"/>
            <p:cNvSpPr/>
            <p:nvPr/>
          </p:nvSpPr>
          <p:spPr>
            <a:xfrm>
              <a:off x="289050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6" name="pg3396"/>
            <p:cNvSpPr/>
            <p:nvPr/>
          </p:nvSpPr>
          <p:spPr>
            <a:xfrm>
              <a:off x="290213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7" name="pg3397"/>
            <p:cNvSpPr/>
            <p:nvPr/>
          </p:nvSpPr>
          <p:spPr>
            <a:xfrm>
              <a:off x="291377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8" name="pg3398"/>
            <p:cNvSpPr/>
            <p:nvPr/>
          </p:nvSpPr>
          <p:spPr>
            <a:xfrm>
              <a:off x="4403355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9" name="pg3399"/>
            <p:cNvSpPr/>
            <p:nvPr/>
          </p:nvSpPr>
          <p:spPr>
            <a:xfrm>
              <a:off x="441499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0" name="pg3400"/>
            <p:cNvSpPr/>
            <p:nvPr/>
          </p:nvSpPr>
          <p:spPr>
            <a:xfrm>
              <a:off x="4426630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1" name="pg3401"/>
            <p:cNvSpPr/>
            <p:nvPr/>
          </p:nvSpPr>
          <p:spPr>
            <a:xfrm>
              <a:off x="443826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2" name="pg3402"/>
            <p:cNvSpPr/>
            <p:nvPr/>
          </p:nvSpPr>
          <p:spPr>
            <a:xfrm>
              <a:off x="4449904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3" name="pg3403"/>
            <p:cNvSpPr/>
            <p:nvPr/>
          </p:nvSpPr>
          <p:spPr>
            <a:xfrm>
              <a:off x="446154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4" name="pg3404"/>
            <p:cNvSpPr/>
            <p:nvPr/>
          </p:nvSpPr>
          <p:spPr>
            <a:xfrm>
              <a:off x="447317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5" name="pg3405"/>
            <p:cNvSpPr/>
            <p:nvPr/>
          </p:nvSpPr>
          <p:spPr>
            <a:xfrm>
              <a:off x="4484816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6" name="pg3406"/>
            <p:cNvSpPr/>
            <p:nvPr/>
          </p:nvSpPr>
          <p:spPr>
            <a:xfrm>
              <a:off x="464773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7" name="pg3407"/>
            <p:cNvSpPr/>
            <p:nvPr/>
          </p:nvSpPr>
          <p:spPr>
            <a:xfrm>
              <a:off x="4659376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8" name="pg3408"/>
            <p:cNvSpPr/>
            <p:nvPr/>
          </p:nvSpPr>
          <p:spPr>
            <a:xfrm>
              <a:off x="4671013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9" name="pg3409"/>
            <p:cNvSpPr/>
            <p:nvPr/>
          </p:nvSpPr>
          <p:spPr>
            <a:xfrm>
              <a:off x="4682651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0" name="pg3410"/>
            <p:cNvSpPr/>
            <p:nvPr/>
          </p:nvSpPr>
          <p:spPr>
            <a:xfrm>
              <a:off x="4694288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1" name="pg3411"/>
            <p:cNvSpPr/>
            <p:nvPr/>
          </p:nvSpPr>
          <p:spPr>
            <a:xfrm>
              <a:off x="2820678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2" name="pg3412"/>
            <p:cNvSpPr/>
            <p:nvPr/>
          </p:nvSpPr>
          <p:spPr>
            <a:xfrm>
              <a:off x="283231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3" name="pg3413"/>
            <p:cNvSpPr/>
            <p:nvPr/>
          </p:nvSpPr>
          <p:spPr>
            <a:xfrm>
              <a:off x="2843953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4" name="pg3414"/>
            <p:cNvSpPr/>
            <p:nvPr/>
          </p:nvSpPr>
          <p:spPr>
            <a:xfrm>
              <a:off x="2855590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5" name="pg3415"/>
            <p:cNvSpPr/>
            <p:nvPr/>
          </p:nvSpPr>
          <p:spPr>
            <a:xfrm>
              <a:off x="286722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6" name="pg3416"/>
            <p:cNvSpPr/>
            <p:nvPr/>
          </p:nvSpPr>
          <p:spPr>
            <a:xfrm>
              <a:off x="287886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7" name="pg3417"/>
            <p:cNvSpPr/>
            <p:nvPr/>
          </p:nvSpPr>
          <p:spPr>
            <a:xfrm>
              <a:off x="289050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8" name="pg3418"/>
            <p:cNvSpPr/>
            <p:nvPr/>
          </p:nvSpPr>
          <p:spPr>
            <a:xfrm>
              <a:off x="2902139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9" name="pg3419"/>
            <p:cNvSpPr/>
            <p:nvPr/>
          </p:nvSpPr>
          <p:spPr>
            <a:xfrm>
              <a:off x="291377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0" name="pg3420"/>
            <p:cNvSpPr/>
            <p:nvPr/>
          </p:nvSpPr>
          <p:spPr>
            <a:xfrm>
              <a:off x="441499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1" name="pg3421"/>
            <p:cNvSpPr/>
            <p:nvPr/>
          </p:nvSpPr>
          <p:spPr>
            <a:xfrm>
              <a:off x="4426630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2" name="pg3422"/>
            <p:cNvSpPr/>
            <p:nvPr/>
          </p:nvSpPr>
          <p:spPr>
            <a:xfrm>
              <a:off x="443826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3" name="pg3423"/>
            <p:cNvSpPr/>
            <p:nvPr/>
          </p:nvSpPr>
          <p:spPr>
            <a:xfrm>
              <a:off x="4449904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4" name="pg3424"/>
            <p:cNvSpPr/>
            <p:nvPr/>
          </p:nvSpPr>
          <p:spPr>
            <a:xfrm>
              <a:off x="446154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5" name="pg3425"/>
            <p:cNvSpPr/>
            <p:nvPr/>
          </p:nvSpPr>
          <p:spPr>
            <a:xfrm>
              <a:off x="4473179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6" name="pg3426"/>
            <p:cNvSpPr/>
            <p:nvPr/>
          </p:nvSpPr>
          <p:spPr>
            <a:xfrm>
              <a:off x="4659376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7" name="pg3427"/>
            <p:cNvSpPr/>
            <p:nvPr/>
          </p:nvSpPr>
          <p:spPr>
            <a:xfrm>
              <a:off x="4671013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8" name="pg3428"/>
            <p:cNvSpPr/>
            <p:nvPr/>
          </p:nvSpPr>
          <p:spPr>
            <a:xfrm>
              <a:off x="4682651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9" name="pg3429"/>
            <p:cNvSpPr/>
            <p:nvPr/>
          </p:nvSpPr>
          <p:spPr>
            <a:xfrm>
              <a:off x="4694288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0" name="pg3430"/>
            <p:cNvSpPr/>
            <p:nvPr/>
          </p:nvSpPr>
          <p:spPr>
            <a:xfrm>
              <a:off x="470592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1" name="pg3431"/>
            <p:cNvSpPr/>
            <p:nvPr/>
          </p:nvSpPr>
          <p:spPr>
            <a:xfrm>
              <a:off x="2820678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2" name="pg3432"/>
            <p:cNvSpPr/>
            <p:nvPr/>
          </p:nvSpPr>
          <p:spPr>
            <a:xfrm>
              <a:off x="283231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3" name="pg3433"/>
            <p:cNvSpPr/>
            <p:nvPr/>
          </p:nvSpPr>
          <p:spPr>
            <a:xfrm>
              <a:off x="2843953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4" name="pg3434"/>
            <p:cNvSpPr/>
            <p:nvPr/>
          </p:nvSpPr>
          <p:spPr>
            <a:xfrm>
              <a:off x="2855590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5" name="pg3435"/>
            <p:cNvSpPr/>
            <p:nvPr/>
          </p:nvSpPr>
          <p:spPr>
            <a:xfrm>
              <a:off x="2867227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6" name="pg3436"/>
            <p:cNvSpPr/>
            <p:nvPr/>
          </p:nvSpPr>
          <p:spPr>
            <a:xfrm>
              <a:off x="287886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7" name="pg3437"/>
            <p:cNvSpPr/>
            <p:nvPr/>
          </p:nvSpPr>
          <p:spPr>
            <a:xfrm>
              <a:off x="289050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8" name="pg3438"/>
            <p:cNvSpPr/>
            <p:nvPr/>
          </p:nvSpPr>
          <p:spPr>
            <a:xfrm>
              <a:off x="2902139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9" name="pg3439"/>
            <p:cNvSpPr/>
            <p:nvPr/>
          </p:nvSpPr>
          <p:spPr>
            <a:xfrm>
              <a:off x="441499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0" name="pg3440"/>
            <p:cNvSpPr/>
            <p:nvPr/>
          </p:nvSpPr>
          <p:spPr>
            <a:xfrm>
              <a:off x="4426630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1" name="pg3441"/>
            <p:cNvSpPr/>
            <p:nvPr/>
          </p:nvSpPr>
          <p:spPr>
            <a:xfrm>
              <a:off x="4438267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2" name="pg3442"/>
            <p:cNvSpPr/>
            <p:nvPr/>
          </p:nvSpPr>
          <p:spPr>
            <a:xfrm>
              <a:off x="4449904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3" name="pg3443"/>
            <p:cNvSpPr/>
            <p:nvPr/>
          </p:nvSpPr>
          <p:spPr>
            <a:xfrm>
              <a:off x="446154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4" name="pg3444"/>
            <p:cNvSpPr/>
            <p:nvPr/>
          </p:nvSpPr>
          <p:spPr>
            <a:xfrm>
              <a:off x="4659376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5" name="pg3445"/>
            <p:cNvSpPr/>
            <p:nvPr/>
          </p:nvSpPr>
          <p:spPr>
            <a:xfrm>
              <a:off x="4671013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6" name="pg3446"/>
            <p:cNvSpPr/>
            <p:nvPr/>
          </p:nvSpPr>
          <p:spPr>
            <a:xfrm>
              <a:off x="4682651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7" name="pg3447"/>
            <p:cNvSpPr/>
            <p:nvPr/>
          </p:nvSpPr>
          <p:spPr>
            <a:xfrm>
              <a:off x="4694288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8" name="pg3448"/>
            <p:cNvSpPr/>
            <p:nvPr/>
          </p:nvSpPr>
          <p:spPr>
            <a:xfrm>
              <a:off x="470592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9" name="pg3449"/>
            <p:cNvSpPr/>
            <p:nvPr/>
          </p:nvSpPr>
          <p:spPr>
            <a:xfrm>
              <a:off x="2820678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0" name="pg3450"/>
            <p:cNvSpPr/>
            <p:nvPr/>
          </p:nvSpPr>
          <p:spPr>
            <a:xfrm>
              <a:off x="283231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1" name="pg3451"/>
            <p:cNvSpPr/>
            <p:nvPr/>
          </p:nvSpPr>
          <p:spPr>
            <a:xfrm>
              <a:off x="284395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2" name="pg3452"/>
            <p:cNvSpPr/>
            <p:nvPr/>
          </p:nvSpPr>
          <p:spPr>
            <a:xfrm>
              <a:off x="2855590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3" name="pg3453"/>
            <p:cNvSpPr/>
            <p:nvPr/>
          </p:nvSpPr>
          <p:spPr>
            <a:xfrm>
              <a:off x="2867227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4" name="pg3454"/>
            <p:cNvSpPr/>
            <p:nvPr/>
          </p:nvSpPr>
          <p:spPr>
            <a:xfrm>
              <a:off x="287886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5" name="pg3455"/>
            <p:cNvSpPr/>
            <p:nvPr/>
          </p:nvSpPr>
          <p:spPr>
            <a:xfrm>
              <a:off x="289050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6" name="pg3456"/>
            <p:cNvSpPr/>
            <p:nvPr/>
          </p:nvSpPr>
          <p:spPr>
            <a:xfrm>
              <a:off x="2902139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7" name="pg3457"/>
            <p:cNvSpPr/>
            <p:nvPr/>
          </p:nvSpPr>
          <p:spPr>
            <a:xfrm>
              <a:off x="441499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8" name="pg3458"/>
            <p:cNvSpPr/>
            <p:nvPr/>
          </p:nvSpPr>
          <p:spPr>
            <a:xfrm>
              <a:off x="4426630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9" name="pg3459"/>
            <p:cNvSpPr/>
            <p:nvPr/>
          </p:nvSpPr>
          <p:spPr>
            <a:xfrm>
              <a:off x="4438267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0" name="pg3460"/>
            <p:cNvSpPr/>
            <p:nvPr/>
          </p:nvSpPr>
          <p:spPr>
            <a:xfrm>
              <a:off x="4449904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1" name="pg3461"/>
            <p:cNvSpPr/>
            <p:nvPr/>
          </p:nvSpPr>
          <p:spPr>
            <a:xfrm>
              <a:off x="446154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2" name="pg3462"/>
            <p:cNvSpPr/>
            <p:nvPr/>
          </p:nvSpPr>
          <p:spPr>
            <a:xfrm>
              <a:off x="4473179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3" name="pg3463"/>
            <p:cNvSpPr/>
            <p:nvPr/>
          </p:nvSpPr>
          <p:spPr>
            <a:xfrm>
              <a:off x="467101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4" name="pg3464"/>
            <p:cNvSpPr/>
            <p:nvPr/>
          </p:nvSpPr>
          <p:spPr>
            <a:xfrm>
              <a:off x="4682651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5" name="pg3465"/>
            <p:cNvSpPr/>
            <p:nvPr/>
          </p:nvSpPr>
          <p:spPr>
            <a:xfrm>
              <a:off x="4694288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6" name="pg3466"/>
            <p:cNvSpPr/>
            <p:nvPr/>
          </p:nvSpPr>
          <p:spPr>
            <a:xfrm>
              <a:off x="470592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7" name="pg3467"/>
            <p:cNvSpPr/>
            <p:nvPr/>
          </p:nvSpPr>
          <p:spPr>
            <a:xfrm>
              <a:off x="471756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8" name="pg3468"/>
            <p:cNvSpPr/>
            <p:nvPr/>
          </p:nvSpPr>
          <p:spPr>
            <a:xfrm>
              <a:off x="283231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9" name="pg3469"/>
            <p:cNvSpPr/>
            <p:nvPr/>
          </p:nvSpPr>
          <p:spPr>
            <a:xfrm>
              <a:off x="284395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0" name="pg3470"/>
            <p:cNvSpPr/>
            <p:nvPr/>
          </p:nvSpPr>
          <p:spPr>
            <a:xfrm>
              <a:off x="285559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1" name="pg3471"/>
            <p:cNvSpPr/>
            <p:nvPr/>
          </p:nvSpPr>
          <p:spPr>
            <a:xfrm>
              <a:off x="2867227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2" name="pg3472"/>
            <p:cNvSpPr/>
            <p:nvPr/>
          </p:nvSpPr>
          <p:spPr>
            <a:xfrm>
              <a:off x="287886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3" name="pg3473"/>
            <p:cNvSpPr/>
            <p:nvPr/>
          </p:nvSpPr>
          <p:spPr>
            <a:xfrm>
              <a:off x="2890502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4" name="pg3474"/>
            <p:cNvSpPr/>
            <p:nvPr/>
          </p:nvSpPr>
          <p:spPr>
            <a:xfrm>
              <a:off x="442663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5" name="pg3475"/>
            <p:cNvSpPr/>
            <p:nvPr/>
          </p:nvSpPr>
          <p:spPr>
            <a:xfrm>
              <a:off x="4438267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6" name="pg3476"/>
            <p:cNvSpPr/>
            <p:nvPr/>
          </p:nvSpPr>
          <p:spPr>
            <a:xfrm>
              <a:off x="4449904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7" name="pg3477"/>
            <p:cNvSpPr/>
            <p:nvPr/>
          </p:nvSpPr>
          <p:spPr>
            <a:xfrm>
              <a:off x="4461542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8" name="pg3478"/>
            <p:cNvSpPr/>
            <p:nvPr/>
          </p:nvSpPr>
          <p:spPr>
            <a:xfrm>
              <a:off x="4473179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9" name="pg3479"/>
            <p:cNvSpPr/>
            <p:nvPr/>
          </p:nvSpPr>
          <p:spPr>
            <a:xfrm>
              <a:off x="467101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0" name="pg3480"/>
            <p:cNvSpPr/>
            <p:nvPr/>
          </p:nvSpPr>
          <p:spPr>
            <a:xfrm>
              <a:off x="4682651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1" name="pg3481"/>
            <p:cNvSpPr/>
            <p:nvPr/>
          </p:nvSpPr>
          <p:spPr>
            <a:xfrm>
              <a:off x="4694288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2" name="pg3482"/>
            <p:cNvSpPr/>
            <p:nvPr/>
          </p:nvSpPr>
          <p:spPr>
            <a:xfrm>
              <a:off x="470592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3" name="pg3483"/>
            <p:cNvSpPr/>
            <p:nvPr/>
          </p:nvSpPr>
          <p:spPr>
            <a:xfrm>
              <a:off x="471756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4" name="pg3484"/>
            <p:cNvSpPr/>
            <p:nvPr/>
          </p:nvSpPr>
          <p:spPr>
            <a:xfrm>
              <a:off x="472920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5" name="pg3485"/>
            <p:cNvSpPr/>
            <p:nvPr/>
          </p:nvSpPr>
          <p:spPr>
            <a:xfrm>
              <a:off x="283231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6" name="pg3486"/>
            <p:cNvSpPr/>
            <p:nvPr/>
          </p:nvSpPr>
          <p:spPr>
            <a:xfrm>
              <a:off x="2843953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7" name="pg3487"/>
            <p:cNvSpPr/>
            <p:nvPr/>
          </p:nvSpPr>
          <p:spPr>
            <a:xfrm>
              <a:off x="2855590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8" name="pg3488"/>
            <p:cNvSpPr/>
            <p:nvPr/>
          </p:nvSpPr>
          <p:spPr>
            <a:xfrm>
              <a:off x="2867227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9" name="pg3489"/>
            <p:cNvSpPr/>
            <p:nvPr/>
          </p:nvSpPr>
          <p:spPr>
            <a:xfrm>
              <a:off x="287886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0" name="pg3490"/>
            <p:cNvSpPr/>
            <p:nvPr/>
          </p:nvSpPr>
          <p:spPr>
            <a:xfrm>
              <a:off x="2890502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1" name="pg3491"/>
            <p:cNvSpPr/>
            <p:nvPr/>
          </p:nvSpPr>
          <p:spPr>
            <a:xfrm>
              <a:off x="4438267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2" name="pg3492"/>
            <p:cNvSpPr/>
            <p:nvPr/>
          </p:nvSpPr>
          <p:spPr>
            <a:xfrm>
              <a:off x="4449904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3" name="pg3493"/>
            <p:cNvSpPr/>
            <p:nvPr/>
          </p:nvSpPr>
          <p:spPr>
            <a:xfrm>
              <a:off x="4461542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4" name="pg3494"/>
            <p:cNvSpPr/>
            <p:nvPr/>
          </p:nvSpPr>
          <p:spPr>
            <a:xfrm>
              <a:off x="4473179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5" name="pg3495"/>
            <p:cNvSpPr/>
            <p:nvPr/>
          </p:nvSpPr>
          <p:spPr>
            <a:xfrm>
              <a:off x="4484816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6" name="pg3496"/>
            <p:cNvSpPr/>
            <p:nvPr/>
          </p:nvSpPr>
          <p:spPr>
            <a:xfrm>
              <a:off x="4496454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7" name="pg3497"/>
            <p:cNvSpPr/>
            <p:nvPr/>
          </p:nvSpPr>
          <p:spPr>
            <a:xfrm>
              <a:off x="4508091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8" name="pg3498"/>
            <p:cNvSpPr/>
            <p:nvPr/>
          </p:nvSpPr>
          <p:spPr>
            <a:xfrm>
              <a:off x="4519728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9" name="pg3499"/>
            <p:cNvSpPr/>
            <p:nvPr/>
          </p:nvSpPr>
          <p:spPr>
            <a:xfrm>
              <a:off x="4682651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0" name="pg3500"/>
            <p:cNvSpPr/>
            <p:nvPr/>
          </p:nvSpPr>
          <p:spPr>
            <a:xfrm>
              <a:off x="4694288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1" name="pg3501"/>
            <p:cNvSpPr/>
            <p:nvPr/>
          </p:nvSpPr>
          <p:spPr>
            <a:xfrm>
              <a:off x="470592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2" name="pg3502"/>
            <p:cNvSpPr/>
            <p:nvPr/>
          </p:nvSpPr>
          <p:spPr>
            <a:xfrm>
              <a:off x="4717563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3" name="pg3503"/>
            <p:cNvSpPr/>
            <p:nvPr/>
          </p:nvSpPr>
          <p:spPr>
            <a:xfrm>
              <a:off x="4729200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4" name="pg3504"/>
            <p:cNvSpPr/>
            <p:nvPr/>
          </p:nvSpPr>
          <p:spPr>
            <a:xfrm>
              <a:off x="2843953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5" name="pg3505"/>
            <p:cNvSpPr/>
            <p:nvPr/>
          </p:nvSpPr>
          <p:spPr>
            <a:xfrm>
              <a:off x="2855590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6" name="pg3506"/>
            <p:cNvSpPr/>
            <p:nvPr/>
          </p:nvSpPr>
          <p:spPr>
            <a:xfrm>
              <a:off x="2867227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7" name="pg3507"/>
            <p:cNvSpPr/>
            <p:nvPr/>
          </p:nvSpPr>
          <p:spPr>
            <a:xfrm>
              <a:off x="2878865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8" name="pg3508"/>
            <p:cNvSpPr/>
            <p:nvPr/>
          </p:nvSpPr>
          <p:spPr>
            <a:xfrm>
              <a:off x="2890502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9" name="pg3509"/>
            <p:cNvSpPr/>
            <p:nvPr/>
          </p:nvSpPr>
          <p:spPr>
            <a:xfrm>
              <a:off x="4438267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0" name="pg3510"/>
            <p:cNvSpPr/>
            <p:nvPr/>
          </p:nvSpPr>
          <p:spPr>
            <a:xfrm>
              <a:off x="4449904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1" name="pg3511"/>
            <p:cNvSpPr/>
            <p:nvPr/>
          </p:nvSpPr>
          <p:spPr>
            <a:xfrm>
              <a:off x="4461542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2" name="pg3512"/>
            <p:cNvSpPr/>
            <p:nvPr/>
          </p:nvSpPr>
          <p:spPr>
            <a:xfrm>
              <a:off x="4473179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3" name="pg3513"/>
            <p:cNvSpPr/>
            <p:nvPr/>
          </p:nvSpPr>
          <p:spPr>
            <a:xfrm>
              <a:off x="4484816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4" name="pg3514"/>
            <p:cNvSpPr/>
            <p:nvPr/>
          </p:nvSpPr>
          <p:spPr>
            <a:xfrm>
              <a:off x="4496454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5" name="pg3515"/>
            <p:cNvSpPr/>
            <p:nvPr/>
          </p:nvSpPr>
          <p:spPr>
            <a:xfrm>
              <a:off x="4508091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6" name="pg3516"/>
            <p:cNvSpPr/>
            <p:nvPr/>
          </p:nvSpPr>
          <p:spPr>
            <a:xfrm>
              <a:off x="4519728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7" name="pg3517"/>
            <p:cNvSpPr/>
            <p:nvPr/>
          </p:nvSpPr>
          <p:spPr>
            <a:xfrm>
              <a:off x="4531366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8" name="pg3518"/>
            <p:cNvSpPr/>
            <p:nvPr/>
          </p:nvSpPr>
          <p:spPr>
            <a:xfrm>
              <a:off x="4682651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9" name="pg3519"/>
            <p:cNvSpPr/>
            <p:nvPr/>
          </p:nvSpPr>
          <p:spPr>
            <a:xfrm>
              <a:off x="4694288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0" name="pg3520"/>
            <p:cNvSpPr/>
            <p:nvPr/>
          </p:nvSpPr>
          <p:spPr>
            <a:xfrm>
              <a:off x="4705925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1" name="pg3521"/>
            <p:cNvSpPr/>
            <p:nvPr/>
          </p:nvSpPr>
          <p:spPr>
            <a:xfrm>
              <a:off x="4717563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2" name="pg3522"/>
            <p:cNvSpPr/>
            <p:nvPr/>
          </p:nvSpPr>
          <p:spPr>
            <a:xfrm>
              <a:off x="4729200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3" name="pg3523"/>
            <p:cNvSpPr/>
            <p:nvPr/>
          </p:nvSpPr>
          <p:spPr>
            <a:xfrm>
              <a:off x="2843953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4" name="pg3524"/>
            <p:cNvSpPr/>
            <p:nvPr/>
          </p:nvSpPr>
          <p:spPr>
            <a:xfrm>
              <a:off x="2855590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5" name="pg3525"/>
            <p:cNvSpPr/>
            <p:nvPr/>
          </p:nvSpPr>
          <p:spPr>
            <a:xfrm>
              <a:off x="2867227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6" name="pg3526"/>
            <p:cNvSpPr/>
            <p:nvPr/>
          </p:nvSpPr>
          <p:spPr>
            <a:xfrm>
              <a:off x="2878865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7" name="pg3527"/>
            <p:cNvSpPr/>
            <p:nvPr/>
          </p:nvSpPr>
          <p:spPr>
            <a:xfrm>
              <a:off x="2890502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8" name="pg3528"/>
            <p:cNvSpPr/>
            <p:nvPr/>
          </p:nvSpPr>
          <p:spPr>
            <a:xfrm>
              <a:off x="4449904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9" name="pg3529"/>
            <p:cNvSpPr/>
            <p:nvPr/>
          </p:nvSpPr>
          <p:spPr>
            <a:xfrm>
              <a:off x="4461542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0" name="pg3530"/>
            <p:cNvSpPr/>
            <p:nvPr/>
          </p:nvSpPr>
          <p:spPr>
            <a:xfrm>
              <a:off x="4473179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1" name="pg3531"/>
            <p:cNvSpPr/>
            <p:nvPr/>
          </p:nvSpPr>
          <p:spPr>
            <a:xfrm>
              <a:off x="4484816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2" name="pg3532"/>
            <p:cNvSpPr/>
            <p:nvPr/>
          </p:nvSpPr>
          <p:spPr>
            <a:xfrm>
              <a:off x="4496454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3" name="pg3533"/>
            <p:cNvSpPr/>
            <p:nvPr/>
          </p:nvSpPr>
          <p:spPr>
            <a:xfrm>
              <a:off x="4508091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4" name="pg3534"/>
            <p:cNvSpPr/>
            <p:nvPr/>
          </p:nvSpPr>
          <p:spPr>
            <a:xfrm>
              <a:off x="4519728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5" name="pg3535"/>
            <p:cNvSpPr/>
            <p:nvPr/>
          </p:nvSpPr>
          <p:spPr>
            <a:xfrm>
              <a:off x="4531366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6" name="pg3536"/>
            <p:cNvSpPr/>
            <p:nvPr/>
          </p:nvSpPr>
          <p:spPr>
            <a:xfrm>
              <a:off x="4694288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7" name="pg3537"/>
            <p:cNvSpPr/>
            <p:nvPr/>
          </p:nvSpPr>
          <p:spPr>
            <a:xfrm>
              <a:off x="4705925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8" name="pg3538"/>
            <p:cNvSpPr/>
            <p:nvPr/>
          </p:nvSpPr>
          <p:spPr>
            <a:xfrm>
              <a:off x="4717563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9" name="pg3539"/>
            <p:cNvSpPr/>
            <p:nvPr/>
          </p:nvSpPr>
          <p:spPr>
            <a:xfrm>
              <a:off x="4729200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0" name="pg3540"/>
            <p:cNvSpPr/>
            <p:nvPr/>
          </p:nvSpPr>
          <p:spPr>
            <a:xfrm>
              <a:off x="4740837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1" name="pg3541"/>
            <p:cNvSpPr/>
            <p:nvPr/>
          </p:nvSpPr>
          <p:spPr>
            <a:xfrm>
              <a:off x="284395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2" name="pg3542"/>
            <p:cNvSpPr/>
            <p:nvPr/>
          </p:nvSpPr>
          <p:spPr>
            <a:xfrm>
              <a:off x="2855590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3" name="pg3543"/>
            <p:cNvSpPr/>
            <p:nvPr/>
          </p:nvSpPr>
          <p:spPr>
            <a:xfrm>
              <a:off x="2867227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4" name="pg3544"/>
            <p:cNvSpPr/>
            <p:nvPr/>
          </p:nvSpPr>
          <p:spPr>
            <a:xfrm>
              <a:off x="2878865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5" name="pg3545"/>
            <p:cNvSpPr/>
            <p:nvPr/>
          </p:nvSpPr>
          <p:spPr>
            <a:xfrm>
              <a:off x="2890502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6" name="pg3546"/>
            <p:cNvSpPr/>
            <p:nvPr/>
          </p:nvSpPr>
          <p:spPr>
            <a:xfrm>
              <a:off x="4461542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7" name="pg3547"/>
            <p:cNvSpPr/>
            <p:nvPr/>
          </p:nvSpPr>
          <p:spPr>
            <a:xfrm>
              <a:off x="4473179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8" name="pg3548"/>
            <p:cNvSpPr/>
            <p:nvPr/>
          </p:nvSpPr>
          <p:spPr>
            <a:xfrm>
              <a:off x="4484816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9" name="pg3549"/>
            <p:cNvSpPr/>
            <p:nvPr/>
          </p:nvSpPr>
          <p:spPr>
            <a:xfrm>
              <a:off x="4496454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0" name="pg3550"/>
            <p:cNvSpPr/>
            <p:nvPr/>
          </p:nvSpPr>
          <p:spPr>
            <a:xfrm>
              <a:off x="4508091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1" name="pg3551"/>
            <p:cNvSpPr/>
            <p:nvPr/>
          </p:nvSpPr>
          <p:spPr>
            <a:xfrm>
              <a:off x="4519728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2" name="pg3552"/>
            <p:cNvSpPr/>
            <p:nvPr/>
          </p:nvSpPr>
          <p:spPr>
            <a:xfrm>
              <a:off x="4531366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3" name="pg3553"/>
            <p:cNvSpPr/>
            <p:nvPr/>
          </p:nvSpPr>
          <p:spPr>
            <a:xfrm>
              <a:off x="454300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4" name="pg3554"/>
            <p:cNvSpPr/>
            <p:nvPr/>
          </p:nvSpPr>
          <p:spPr>
            <a:xfrm>
              <a:off x="4694288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5" name="pg3555"/>
            <p:cNvSpPr/>
            <p:nvPr/>
          </p:nvSpPr>
          <p:spPr>
            <a:xfrm>
              <a:off x="4705925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6" name="pg3556"/>
            <p:cNvSpPr/>
            <p:nvPr/>
          </p:nvSpPr>
          <p:spPr>
            <a:xfrm>
              <a:off x="471756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7" name="pg3557"/>
            <p:cNvSpPr/>
            <p:nvPr/>
          </p:nvSpPr>
          <p:spPr>
            <a:xfrm>
              <a:off x="4729200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8" name="pg3558"/>
            <p:cNvSpPr/>
            <p:nvPr/>
          </p:nvSpPr>
          <p:spPr>
            <a:xfrm>
              <a:off x="4740837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9" name="pg3559"/>
            <p:cNvSpPr/>
            <p:nvPr/>
          </p:nvSpPr>
          <p:spPr>
            <a:xfrm>
              <a:off x="285559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0" name="pg3560"/>
            <p:cNvSpPr/>
            <p:nvPr/>
          </p:nvSpPr>
          <p:spPr>
            <a:xfrm>
              <a:off x="2867227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1" name="pg3561"/>
            <p:cNvSpPr/>
            <p:nvPr/>
          </p:nvSpPr>
          <p:spPr>
            <a:xfrm>
              <a:off x="2878865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2" name="pg3562"/>
            <p:cNvSpPr/>
            <p:nvPr/>
          </p:nvSpPr>
          <p:spPr>
            <a:xfrm>
              <a:off x="2890502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765">
                <a:alpha val="100000"/>
              </a:srgbClr>
            </a:solidFill>
            <a:ln w="5420" cap="flat">
              <a:solidFill>
                <a:srgbClr val="3A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3" name="pg3563"/>
            <p:cNvSpPr/>
            <p:nvPr/>
          </p:nvSpPr>
          <p:spPr>
            <a:xfrm>
              <a:off x="4473179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4" name="pg3564"/>
            <p:cNvSpPr/>
            <p:nvPr/>
          </p:nvSpPr>
          <p:spPr>
            <a:xfrm>
              <a:off x="4484816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5" name="pg3565"/>
            <p:cNvSpPr/>
            <p:nvPr/>
          </p:nvSpPr>
          <p:spPr>
            <a:xfrm>
              <a:off x="4496454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6" name="pg3566"/>
            <p:cNvSpPr/>
            <p:nvPr/>
          </p:nvSpPr>
          <p:spPr>
            <a:xfrm>
              <a:off x="4508091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7" name="pg3567"/>
            <p:cNvSpPr/>
            <p:nvPr/>
          </p:nvSpPr>
          <p:spPr>
            <a:xfrm>
              <a:off x="4519728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8" name="pg3568"/>
            <p:cNvSpPr/>
            <p:nvPr/>
          </p:nvSpPr>
          <p:spPr>
            <a:xfrm>
              <a:off x="4531366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9" name="pg3569"/>
            <p:cNvSpPr/>
            <p:nvPr/>
          </p:nvSpPr>
          <p:spPr>
            <a:xfrm>
              <a:off x="4543003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0" name="pg3570"/>
            <p:cNvSpPr/>
            <p:nvPr/>
          </p:nvSpPr>
          <p:spPr>
            <a:xfrm>
              <a:off x="455464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1" name="pg3571"/>
            <p:cNvSpPr/>
            <p:nvPr/>
          </p:nvSpPr>
          <p:spPr>
            <a:xfrm>
              <a:off x="4694288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2" name="pg3572"/>
            <p:cNvSpPr/>
            <p:nvPr/>
          </p:nvSpPr>
          <p:spPr>
            <a:xfrm>
              <a:off x="4705925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3" name="pg3573"/>
            <p:cNvSpPr/>
            <p:nvPr/>
          </p:nvSpPr>
          <p:spPr>
            <a:xfrm>
              <a:off x="4717563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4" name="pg3574"/>
            <p:cNvSpPr/>
            <p:nvPr/>
          </p:nvSpPr>
          <p:spPr>
            <a:xfrm>
              <a:off x="472920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5" name="pg3575"/>
            <p:cNvSpPr/>
            <p:nvPr/>
          </p:nvSpPr>
          <p:spPr>
            <a:xfrm>
              <a:off x="4740837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6" name="pg3576"/>
            <p:cNvSpPr/>
            <p:nvPr/>
          </p:nvSpPr>
          <p:spPr>
            <a:xfrm>
              <a:off x="2855590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7" name="pg3577"/>
            <p:cNvSpPr/>
            <p:nvPr/>
          </p:nvSpPr>
          <p:spPr>
            <a:xfrm>
              <a:off x="2867227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8" name="pg3578"/>
            <p:cNvSpPr/>
            <p:nvPr/>
          </p:nvSpPr>
          <p:spPr>
            <a:xfrm>
              <a:off x="2878865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9" name="pg3579"/>
            <p:cNvSpPr/>
            <p:nvPr/>
          </p:nvSpPr>
          <p:spPr>
            <a:xfrm>
              <a:off x="2890502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0" name="pg3580"/>
            <p:cNvSpPr/>
            <p:nvPr/>
          </p:nvSpPr>
          <p:spPr>
            <a:xfrm>
              <a:off x="4484816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1" name="pg3581"/>
            <p:cNvSpPr/>
            <p:nvPr/>
          </p:nvSpPr>
          <p:spPr>
            <a:xfrm>
              <a:off x="4496454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2" name="pg3582"/>
            <p:cNvSpPr/>
            <p:nvPr/>
          </p:nvSpPr>
          <p:spPr>
            <a:xfrm>
              <a:off x="4508091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3" name="pg3583"/>
            <p:cNvSpPr/>
            <p:nvPr/>
          </p:nvSpPr>
          <p:spPr>
            <a:xfrm>
              <a:off x="4519728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4" name="pg3584"/>
            <p:cNvSpPr/>
            <p:nvPr/>
          </p:nvSpPr>
          <p:spPr>
            <a:xfrm>
              <a:off x="4531366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5" name="pg3585"/>
            <p:cNvSpPr/>
            <p:nvPr/>
          </p:nvSpPr>
          <p:spPr>
            <a:xfrm>
              <a:off x="4543003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6" name="pg3586"/>
            <p:cNvSpPr/>
            <p:nvPr/>
          </p:nvSpPr>
          <p:spPr>
            <a:xfrm>
              <a:off x="4694288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7" name="pg3587"/>
            <p:cNvSpPr/>
            <p:nvPr/>
          </p:nvSpPr>
          <p:spPr>
            <a:xfrm>
              <a:off x="4705925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8" name="pg3588"/>
            <p:cNvSpPr/>
            <p:nvPr/>
          </p:nvSpPr>
          <p:spPr>
            <a:xfrm>
              <a:off x="4717563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9" name="pg3589"/>
            <p:cNvSpPr/>
            <p:nvPr/>
          </p:nvSpPr>
          <p:spPr>
            <a:xfrm>
              <a:off x="4729200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0" name="pg3590"/>
            <p:cNvSpPr/>
            <p:nvPr/>
          </p:nvSpPr>
          <p:spPr>
            <a:xfrm>
              <a:off x="4740837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1" name="pg3591"/>
            <p:cNvSpPr/>
            <p:nvPr/>
          </p:nvSpPr>
          <p:spPr>
            <a:xfrm>
              <a:off x="2855590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2" name="pg3592"/>
            <p:cNvSpPr/>
            <p:nvPr/>
          </p:nvSpPr>
          <p:spPr>
            <a:xfrm>
              <a:off x="2867227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3" name="pg3593"/>
            <p:cNvSpPr/>
            <p:nvPr/>
          </p:nvSpPr>
          <p:spPr>
            <a:xfrm>
              <a:off x="2878865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4" name="pg3594"/>
            <p:cNvSpPr/>
            <p:nvPr/>
          </p:nvSpPr>
          <p:spPr>
            <a:xfrm>
              <a:off x="2890502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5" name="pg3595"/>
            <p:cNvSpPr/>
            <p:nvPr/>
          </p:nvSpPr>
          <p:spPr>
            <a:xfrm>
              <a:off x="2902139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6" name="pg3596"/>
            <p:cNvSpPr/>
            <p:nvPr/>
          </p:nvSpPr>
          <p:spPr>
            <a:xfrm>
              <a:off x="4484816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7" name="pg3597"/>
            <p:cNvSpPr/>
            <p:nvPr/>
          </p:nvSpPr>
          <p:spPr>
            <a:xfrm>
              <a:off x="4496454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8" name="pg3598"/>
            <p:cNvSpPr/>
            <p:nvPr/>
          </p:nvSpPr>
          <p:spPr>
            <a:xfrm>
              <a:off x="4508091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9" name="pg3599"/>
            <p:cNvSpPr/>
            <p:nvPr/>
          </p:nvSpPr>
          <p:spPr>
            <a:xfrm>
              <a:off x="4519728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0" name="pg3600"/>
            <p:cNvSpPr/>
            <p:nvPr/>
          </p:nvSpPr>
          <p:spPr>
            <a:xfrm>
              <a:off x="4531366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1" name="pg3601"/>
            <p:cNvSpPr/>
            <p:nvPr/>
          </p:nvSpPr>
          <p:spPr>
            <a:xfrm>
              <a:off x="4543003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2" name="pg3602"/>
            <p:cNvSpPr/>
            <p:nvPr/>
          </p:nvSpPr>
          <p:spPr>
            <a:xfrm>
              <a:off x="4694288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3" name="pg3603"/>
            <p:cNvSpPr/>
            <p:nvPr/>
          </p:nvSpPr>
          <p:spPr>
            <a:xfrm>
              <a:off x="4705925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4" name="pg3604"/>
            <p:cNvSpPr/>
            <p:nvPr/>
          </p:nvSpPr>
          <p:spPr>
            <a:xfrm>
              <a:off x="4717563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5" name="pg3605"/>
            <p:cNvSpPr/>
            <p:nvPr/>
          </p:nvSpPr>
          <p:spPr>
            <a:xfrm>
              <a:off x="4729200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6" name="pg3606"/>
            <p:cNvSpPr/>
            <p:nvPr/>
          </p:nvSpPr>
          <p:spPr>
            <a:xfrm>
              <a:off x="4740837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7" name="pg3607"/>
            <p:cNvSpPr/>
            <p:nvPr/>
          </p:nvSpPr>
          <p:spPr>
            <a:xfrm>
              <a:off x="2855590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8" name="pg3608"/>
            <p:cNvSpPr/>
            <p:nvPr/>
          </p:nvSpPr>
          <p:spPr>
            <a:xfrm>
              <a:off x="2867227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9" name="pg3609"/>
            <p:cNvSpPr/>
            <p:nvPr/>
          </p:nvSpPr>
          <p:spPr>
            <a:xfrm>
              <a:off x="2878865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0" name="pg3610"/>
            <p:cNvSpPr/>
            <p:nvPr/>
          </p:nvSpPr>
          <p:spPr>
            <a:xfrm>
              <a:off x="2890502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1" name="pg3611"/>
            <p:cNvSpPr/>
            <p:nvPr/>
          </p:nvSpPr>
          <p:spPr>
            <a:xfrm>
              <a:off x="2902139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2" name="pg3612"/>
            <p:cNvSpPr/>
            <p:nvPr/>
          </p:nvSpPr>
          <p:spPr>
            <a:xfrm>
              <a:off x="4496454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3" name="pg3613"/>
            <p:cNvSpPr/>
            <p:nvPr/>
          </p:nvSpPr>
          <p:spPr>
            <a:xfrm>
              <a:off x="4508091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4" name="pg3614"/>
            <p:cNvSpPr/>
            <p:nvPr/>
          </p:nvSpPr>
          <p:spPr>
            <a:xfrm>
              <a:off x="4519728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5" name="pg3615"/>
            <p:cNvSpPr/>
            <p:nvPr/>
          </p:nvSpPr>
          <p:spPr>
            <a:xfrm>
              <a:off x="4531366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6" name="pg3616"/>
            <p:cNvSpPr/>
            <p:nvPr/>
          </p:nvSpPr>
          <p:spPr>
            <a:xfrm>
              <a:off x="4543003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7" name="pg3617"/>
            <p:cNvSpPr/>
            <p:nvPr/>
          </p:nvSpPr>
          <p:spPr>
            <a:xfrm>
              <a:off x="4694288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8" name="pg3618"/>
            <p:cNvSpPr/>
            <p:nvPr/>
          </p:nvSpPr>
          <p:spPr>
            <a:xfrm>
              <a:off x="4705925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9" name="pg3619"/>
            <p:cNvSpPr/>
            <p:nvPr/>
          </p:nvSpPr>
          <p:spPr>
            <a:xfrm>
              <a:off x="4717563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0" name="pg3620"/>
            <p:cNvSpPr/>
            <p:nvPr/>
          </p:nvSpPr>
          <p:spPr>
            <a:xfrm>
              <a:off x="4729200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1" name="pg3621"/>
            <p:cNvSpPr/>
            <p:nvPr/>
          </p:nvSpPr>
          <p:spPr>
            <a:xfrm>
              <a:off x="2867227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2" name="pg3622"/>
            <p:cNvSpPr/>
            <p:nvPr/>
          </p:nvSpPr>
          <p:spPr>
            <a:xfrm>
              <a:off x="2878865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3" name="pg3623"/>
            <p:cNvSpPr/>
            <p:nvPr/>
          </p:nvSpPr>
          <p:spPr>
            <a:xfrm>
              <a:off x="2890502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4" name="pg3624"/>
            <p:cNvSpPr/>
            <p:nvPr/>
          </p:nvSpPr>
          <p:spPr>
            <a:xfrm>
              <a:off x="2902139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5" name="pg3625"/>
            <p:cNvSpPr/>
            <p:nvPr/>
          </p:nvSpPr>
          <p:spPr>
            <a:xfrm>
              <a:off x="2913777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6" name="pg3626"/>
            <p:cNvSpPr/>
            <p:nvPr/>
          </p:nvSpPr>
          <p:spPr>
            <a:xfrm>
              <a:off x="4508091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7" name="pg3627"/>
            <p:cNvSpPr/>
            <p:nvPr/>
          </p:nvSpPr>
          <p:spPr>
            <a:xfrm>
              <a:off x="4519728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8" name="pg3628"/>
            <p:cNvSpPr/>
            <p:nvPr/>
          </p:nvSpPr>
          <p:spPr>
            <a:xfrm>
              <a:off x="4531366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9" name="pg3629"/>
            <p:cNvSpPr/>
            <p:nvPr/>
          </p:nvSpPr>
          <p:spPr>
            <a:xfrm>
              <a:off x="4543003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0" name="pg3630"/>
            <p:cNvSpPr/>
            <p:nvPr/>
          </p:nvSpPr>
          <p:spPr>
            <a:xfrm>
              <a:off x="4554640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1" name="pg3631"/>
            <p:cNvSpPr/>
            <p:nvPr/>
          </p:nvSpPr>
          <p:spPr>
            <a:xfrm>
              <a:off x="4694288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2" name="pg3632"/>
            <p:cNvSpPr/>
            <p:nvPr/>
          </p:nvSpPr>
          <p:spPr>
            <a:xfrm>
              <a:off x="4705925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3" name="pg3633"/>
            <p:cNvSpPr/>
            <p:nvPr/>
          </p:nvSpPr>
          <p:spPr>
            <a:xfrm>
              <a:off x="4717563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4" name="pg3634"/>
            <p:cNvSpPr/>
            <p:nvPr/>
          </p:nvSpPr>
          <p:spPr>
            <a:xfrm>
              <a:off x="4729200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5" name="pg3635"/>
            <p:cNvSpPr/>
            <p:nvPr/>
          </p:nvSpPr>
          <p:spPr>
            <a:xfrm>
              <a:off x="2867227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6" name="pg3636"/>
            <p:cNvSpPr/>
            <p:nvPr/>
          </p:nvSpPr>
          <p:spPr>
            <a:xfrm>
              <a:off x="2878865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7" name="pg3637"/>
            <p:cNvSpPr/>
            <p:nvPr/>
          </p:nvSpPr>
          <p:spPr>
            <a:xfrm>
              <a:off x="2890502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8" name="pg3638"/>
            <p:cNvSpPr/>
            <p:nvPr/>
          </p:nvSpPr>
          <p:spPr>
            <a:xfrm>
              <a:off x="2902139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9" name="pg3639"/>
            <p:cNvSpPr/>
            <p:nvPr/>
          </p:nvSpPr>
          <p:spPr>
            <a:xfrm>
              <a:off x="2913777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0" name="pg3640"/>
            <p:cNvSpPr/>
            <p:nvPr/>
          </p:nvSpPr>
          <p:spPr>
            <a:xfrm>
              <a:off x="2925414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1" name="pg3641"/>
            <p:cNvSpPr/>
            <p:nvPr/>
          </p:nvSpPr>
          <p:spPr>
            <a:xfrm>
              <a:off x="4508091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2" name="pg3642"/>
            <p:cNvSpPr/>
            <p:nvPr/>
          </p:nvSpPr>
          <p:spPr>
            <a:xfrm>
              <a:off x="4519728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3" name="pg3643"/>
            <p:cNvSpPr/>
            <p:nvPr/>
          </p:nvSpPr>
          <p:spPr>
            <a:xfrm>
              <a:off x="4531366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4" name="pg3644"/>
            <p:cNvSpPr/>
            <p:nvPr/>
          </p:nvSpPr>
          <p:spPr>
            <a:xfrm>
              <a:off x="4543003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5" name="pg3645"/>
            <p:cNvSpPr/>
            <p:nvPr/>
          </p:nvSpPr>
          <p:spPr>
            <a:xfrm>
              <a:off x="4554640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6" name="pg3646"/>
            <p:cNvSpPr/>
            <p:nvPr/>
          </p:nvSpPr>
          <p:spPr>
            <a:xfrm>
              <a:off x="4694288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7" name="pg3647"/>
            <p:cNvSpPr/>
            <p:nvPr/>
          </p:nvSpPr>
          <p:spPr>
            <a:xfrm>
              <a:off x="4705925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8" name="pg3648"/>
            <p:cNvSpPr/>
            <p:nvPr/>
          </p:nvSpPr>
          <p:spPr>
            <a:xfrm>
              <a:off x="4717563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9" name="pg3649"/>
            <p:cNvSpPr/>
            <p:nvPr/>
          </p:nvSpPr>
          <p:spPr>
            <a:xfrm>
              <a:off x="4729200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0" name="pg3650"/>
            <p:cNvSpPr/>
            <p:nvPr/>
          </p:nvSpPr>
          <p:spPr>
            <a:xfrm>
              <a:off x="287886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1" name="pg3651"/>
            <p:cNvSpPr/>
            <p:nvPr/>
          </p:nvSpPr>
          <p:spPr>
            <a:xfrm>
              <a:off x="2890502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2" name="pg3652"/>
            <p:cNvSpPr/>
            <p:nvPr/>
          </p:nvSpPr>
          <p:spPr>
            <a:xfrm>
              <a:off x="2902139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3" name="pg3653"/>
            <p:cNvSpPr/>
            <p:nvPr/>
          </p:nvSpPr>
          <p:spPr>
            <a:xfrm>
              <a:off x="2913777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4" name="pg3654"/>
            <p:cNvSpPr/>
            <p:nvPr/>
          </p:nvSpPr>
          <p:spPr>
            <a:xfrm>
              <a:off x="2925414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5" name="pg3655"/>
            <p:cNvSpPr/>
            <p:nvPr/>
          </p:nvSpPr>
          <p:spPr>
            <a:xfrm>
              <a:off x="4508091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6" name="pg3656"/>
            <p:cNvSpPr/>
            <p:nvPr/>
          </p:nvSpPr>
          <p:spPr>
            <a:xfrm>
              <a:off x="451972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7" name="pg3657"/>
            <p:cNvSpPr/>
            <p:nvPr/>
          </p:nvSpPr>
          <p:spPr>
            <a:xfrm>
              <a:off x="4531366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8" name="pg3658"/>
            <p:cNvSpPr/>
            <p:nvPr/>
          </p:nvSpPr>
          <p:spPr>
            <a:xfrm>
              <a:off x="4543003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9" name="pg3659"/>
            <p:cNvSpPr/>
            <p:nvPr/>
          </p:nvSpPr>
          <p:spPr>
            <a:xfrm>
              <a:off x="4554640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0" name="pg3660"/>
            <p:cNvSpPr/>
            <p:nvPr/>
          </p:nvSpPr>
          <p:spPr>
            <a:xfrm>
              <a:off x="456627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1" name="pg3661"/>
            <p:cNvSpPr/>
            <p:nvPr/>
          </p:nvSpPr>
          <p:spPr>
            <a:xfrm>
              <a:off x="457791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2" name="pg3662"/>
            <p:cNvSpPr/>
            <p:nvPr/>
          </p:nvSpPr>
          <p:spPr>
            <a:xfrm>
              <a:off x="4589552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3" name="pg3663"/>
            <p:cNvSpPr/>
            <p:nvPr/>
          </p:nvSpPr>
          <p:spPr>
            <a:xfrm>
              <a:off x="469428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4" name="pg3664"/>
            <p:cNvSpPr/>
            <p:nvPr/>
          </p:nvSpPr>
          <p:spPr>
            <a:xfrm>
              <a:off x="470592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5" name="pg3665"/>
            <p:cNvSpPr/>
            <p:nvPr/>
          </p:nvSpPr>
          <p:spPr>
            <a:xfrm>
              <a:off x="4717563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6" name="pg3666"/>
            <p:cNvSpPr/>
            <p:nvPr/>
          </p:nvSpPr>
          <p:spPr>
            <a:xfrm>
              <a:off x="4729200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7" name="pg3667"/>
            <p:cNvSpPr/>
            <p:nvPr/>
          </p:nvSpPr>
          <p:spPr>
            <a:xfrm>
              <a:off x="2890502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8" name="pg3668"/>
            <p:cNvSpPr/>
            <p:nvPr/>
          </p:nvSpPr>
          <p:spPr>
            <a:xfrm>
              <a:off x="2902139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9" name="pg3669"/>
            <p:cNvSpPr/>
            <p:nvPr/>
          </p:nvSpPr>
          <p:spPr>
            <a:xfrm>
              <a:off x="2913777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0" name="pg3670"/>
            <p:cNvSpPr/>
            <p:nvPr/>
          </p:nvSpPr>
          <p:spPr>
            <a:xfrm>
              <a:off x="2925414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1" name="pg3671"/>
            <p:cNvSpPr/>
            <p:nvPr/>
          </p:nvSpPr>
          <p:spPr>
            <a:xfrm>
              <a:off x="451972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2" name="pg3672"/>
            <p:cNvSpPr/>
            <p:nvPr/>
          </p:nvSpPr>
          <p:spPr>
            <a:xfrm>
              <a:off x="4531366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3" name="pg3673"/>
            <p:cNvSpPr/>
            <p:nvPr/>
          </p:nvSpPr>
          <p:spPr>
            <a:xfrm>
              <a:off x="4543003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4" name="pg3674"/>
            <p:cNvSpPr/>
            <p:nvPr/>
          </p:nvSpPr>
          <p:spPr>
            <a:xfrm>
              <a:off x="455464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5" name="pg3675"/>
            <p:cNvSpPr/>
            <p:nvPr/>
          </p:nvSpPr>
          <p:spPr>
            <a:xfrm>
              <a:off x="456627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6" name="pg3676"/>
            <p:cNvSpPr/>
            <p:nvPr/>
          </p:nvSpPr>
          <p:spPr>
            <a:xfrm>
              <a:off x="4577915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7" name="pg3677"/>
            <p:cNvSpPr/>
            <p:nvPr/>
          </p:nvSpPr>
          <p:spPr>
            <a:xfrm>
              <a:off x="4589552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8" name="pg3678"/>
            <p:cNvSpPr/>
            <p:nvPr/>
          </p:nvSpPr>
          <p:spPr>
            <a:xfrm>
              <a:off x="460119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9" name="pg3679"/>
            <p:cNvSpPr/>
            <p:nvPr/>
          </p:nvSpPr>
          <p:spPr>
            <a:xfrm>
              <a:off x="4682651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0" name="pg3680"/>
            <p:cNvSpPr/>
            <p:nvPr/>
          </p:nvSpPr>
          <p:spPr>
            <a:xfrm>
              <a:off x="469428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1" name="pg3681"/>
            <p:cNvSpPr/>
            <p:nvPr/>
          </p:nvSpPr>
          <p:spPr>
            <a:xfrm>
              <a:off x="4705925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2" name="pg3682"/>
            <p:cNvSpPr/>
            <p:nvPr/>
          </p:nvSpPr>
          <p:spPr>
            <a:xfrm>
              <a:off x="4717563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3" name="pg3683"/>
            <p:cNvSpPr/>
            <p:nvPr/>
          </p:nvSpPr>
          <p:spPr>
            <a:xfrm>
              <a:off x="472920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4" name="pg3684"/>
            <p:cNvSpPr/>
            <p:nvPr/>
          </p:nvSpPr>
          <p:spPr>
            <a:xfrm>
              <a:off x="2890502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5" name="pg3685"/>
            <p:cNvSpPr/>
            <p:nvPr/>
          </p:nvSpPr>
          <p:spPr>
            <a:xfrm>
              <a:off x="2902139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6" name="pg3686"/>
            <p:cNvSpPr/>
            <p:nvPr/>
          </p:nvSpPr>
          <p:spPr>
            <a:xfrm>
              <a:off x="2913777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7" name="pg3687"/>
            <p:cNvSpPr/>
            <p:nvPr/>
          </p:nvSpPr>
          <p:spPr>
            <a:xfrm>
              <a:off x="2925414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8" name="pg3688"/>
            <p:cNvSpPr/>
            <p:nvPr/>
          </p:nvSpPr>
          <p:spPr>
            <a:xfrm>
              <a:off x="4531366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9" name="pg3689"/>
            <p:cNvSpPr/>
            <p:nvPr/>
          </p:nvSpPr>
          <p:spPr>
            <a:xfrm>
              <a:off x="4543003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0" name="pg3690"/>
            <p:cNvSpPr/>
            <p:nvPr/>
          </p:nvSpPr>
          <p:spPr>
            <a:xfrm>
              <a:off x="455464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1" name="pg3691"/>
            <p:cNvSpPr/>
            <p:nvPr/>
          </p:nvSpPr>
          <p:spPr>
            <a:xfrm>
              <a:off x="4566278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2" name="pg3692"/>
            <p:cNvSpPr/>
            <p:nvPr/>
          </p:nvSpPr>
          <p:spPr>
            <a:xfrm>
              <a:off x="4577915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3" name="pg3693"/>
            <p:cNvSpPr/>
            <p:nvPr/>
          </p:nvSpPr>
          <p:spPr>
            <a:xfrm>
              <a:off x="4589552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4" name="pg3694"/>
            <p:cNvSpPr/>
            <p:nvPr/>
          </p:nvSpPr>
          <p:spPr>
            <a:xfrm>
              <a:off x="460119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5" name="pg3695"/>
            <p:cNvSpPr/>
            <p:nvPr/>
          </p:nvSpPr>
          <p:spPr>
            <a:xfrm>
              <a:off x="4682651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6" name="pg3696"/>
            <p:cNvSpPr/>
            <p:nvPr/>
          </p:nvSpPr>
          <p:spPr>
            <a:xfrm>
              <a:off x="4694288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7" name="pg3697"/>
            <p:cNvSpPr/>
            <p:nvPr/>
          </p:nvSpPr>
          <p:spPr>
            <a:xfrm>
              <a:off x="4705925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2">
                <a:alpha val="100000"/>
              </a:srgbClr>
            </a:solidFill>
            <a:ln w="5420" cap="flat">
              <a:solidFill>
                <a:srgbClr val="3A74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8" name="pg3698"/>
            <p:cNvSpPr/>
            <p:nvPr/>
          </p:nvSpPr>
          <p:spPr>
            <a:xfrm>
              <a:off x="4717563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9" name="pg3699"/>
            <p:cNvSpPr/>
            <p:nvPr/>
          </p:nvSpPr>
          <p:spPr>
            <a:xfrm>
              <a:off x="472920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0" name="pg3700"/>
            <p:cNvSpPr/>
            <p:nvPr/>
          </p:nvSpPr>
          <p:spPr>
            <a:xfrm>
              <a:off x="287886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1" name="pg3701"/>
            <p:cNvSpPr/>
            <p:nvPr/>
          </p:nvSpPr>
          <p:spPr>
            <a:xfrm>
              <a:off x="2890502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2" name="pg3702"/>
            <p:cNvSpPr/>
            <p:nvPr/>
          </p:nvSpPr>
          <p:spPr>
            <a:xfrm>
              <a:off x="2902139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3" name="pg3703"/>
            <p:cNvSpPr/>
            <p:nvPr/>
          </p:nvSpPr>
          <p:spPr>
            <a:xfrm>
              <a:off x="2913777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4" name="pg3704"/>
            <p:cNvSpPr/>
            <p:nvPr/>
          </p:nvSpPr>
          <p:spPr>
            <a:xfrm>
              <a:off x="2925414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5" name="pg3705"/>
            <p:cNvSpPr/>
            <p:nvPr/>
          </p:nvSpPr>
          <p:spPr>
            <a:xfrm>
              <a:off x="454300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6" name="pg3706"/>
            <p:cNvSpPr/>
            <p:nvPr/>
          </p:nvSpPr>
          <p:spPr>
            <a:xfrm>
              <a:off x="455464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7" name="pg3707"/>
            <p:cNvSpPr/>
            <p:nvPr/>
          </p:nvSpPr>
          <p:spPr>
            <a:xfrm>
              <a:off x="4566278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8" name="pg3708"/>
            <p:cNvSpPr/>
            <p:nvPr/>
          </p:nvSpPr>
          <p:spPr>
            <a:xfrm>
              <a:off x="457791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9" name="pg3709"/>
            <p:cNvSpPr/>
            <p:nvPr/>
          </p:nvSpPr>
          <p:spPr>
            <a:xfrm>
              <a:off x="4589552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0" name="pg3710"/>
            <p:cNvSpPr/>
            <p:nvPr/>
          </p:nvSpPr>
          <p:spPr>
            <a:xfrm>
              <a:off x="460119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1" name="pg3711"/>
            <p:cNvSpPr/>
            <p:nvPr/>
          </p:nvSpPr>
          <p:spPr>
            <a:xfrm>
              <a:off x="4612827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2" name="pg3712"/>
            <p:cNvSpPr/>
            <p:nvPr/>
          </p:nvSpPr>
          <p:spPr>
            <a:xfrm>
              <a:off x="467101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3" name="pg3713"/>
            <p:cNvSpPr/>
            <p:nvPr/>
          </p:nvSpPr>
          <p:spPr>
            <a:xfrm>
              <a:off x="4682651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4" name="pg3714"/>
            <p:cNvSpPr/>
            <p:nvPr/>
          </p:nvSpPr>
          <p:spPr>
            <a:xfrm>
              <a:off x="4694288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5" name="pg3715"/>
            <p:cNvSpPr/>
            <p:nvPr/>
          </p:nvSpPr>
          <p:spPr>
            <a:xfrm>
              <a:off x="470592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6" name="pg3716"/>
            <p:cNvSpPr/>
            <p:nvPr/>
          </p:nvSpPr>
          <p:spPr>
            <a:xfrm>
              <a:off x="471756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7" name="pg3717"/>
            <p:cNvSpPr/>
            <p:nvPr/>
          </p:nvSpPr>
          <p:spPr>
            <a:xfrm>
              <a:off x="472920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8" name="pg3718"/>
            <p:cNvSpPr/>
            <p:nvPr/>
          </p:nvSpPr>
          <p:spPr>
            <a:xfrm>
              <a:off x="287886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9" name="pg3719"/>
            <p:cNvSpPr/>
            <p:nvPr/>
          </p:nvSpPr>
          <p:spPr>
            <a:xfrm>
              <a:off x="2890502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0" name="pg3720"/>
            <p:cNvSpPr/>
            <p:nvPr/>
          </p:nvSpPr>
          <p:spPr>
            <a:xfrm>
              <a:off x="2902139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1" name="pg3721"/>
            <p:cNvSpPr/>
            <p:nvPr/>
          </p:nvSpPr>
          <p:spPr>
            <a:xfrm>
              <a:off x="2913777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2" name="pg3722"/>
            <p:cNvSpPr/>
            <p:nvPr/>
          </p:nvSpPr>
          <p:spPr>
            <a:xfrm>
              <a:off x="2925414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3" name="pg3723"/>
            <p:cNvSpPr/>
            <p:nvPr/>
          </p:nvSpPr>
          <p:spPr>
            <a:xfrm>
              <a:off x="4566278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4" name="pg3724"/>
            <p:cNvSpPr/>
            <p:nvPr/>
          </p:nvSpPr>
          <p:spPr>
            <a:xfrm>
              <a:off x="457791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5" name="pg3725"/>
            <p:cNvSpPr/>
            <p:nvPr/>
          </p:nvSpPr>
          <p:spPr>
            <a:xfrm>
              <a:off x="4589552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6" name="pg3726"/>
            <p:cNvSpPr/>
            <p:nvPr/>
          </p:nvSpPr>
          <p:spPr>
            <a:xfrm>
              <a:off x="4601190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7" name="pg3727"/>
            <p:cNvSpPr/>
            <p:nvPr/>
          </p:nvSpPr>
          <p:spPr>
            <a:xfrm>
              <a:off x="4612827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8" name="pg3728"/>
            <p:cNvSpPr/>
            <p:nvPr/>
          </p:nvSpPr>
          <p:spPr>
            <a:xfrm>
              <a:off x="4671013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9" name="pg3729"/>
            <p:cNvSpPr/>
            <p:nvPr/>
          </p:nvSpPr>
          <p:spPr>
            <a:xfrm>
              <a:off x="4682651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0" name="pg3730"/>
            <p:cNvSpPr/>
            <p:nvPr/>
          </p:nvSpPr>
          <p:spPr>
            <a:xfrm>
              <a:off x="4694288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1" name="pg3731"/>
            <p:cNvSpPr/>
            <p:nvPr/>
          </p:nvSpPr>
          <p:spPr>
            <a:xfrm>
              <a:off x="4705925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2" name="pg3732"/>
            <p:cNvSpPr/>
            <p:nvPr/>
          </p:nvSpPr>
          <p:spPr>
            <a:xfrm>
              <a:off x="4717563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3" name="pg3733"/>
            <p:cNvSpPr/>
            <p:nvPr/>
          </p:nvSpPr>
          <p:spPr>
            <a:xfrm>
              <a:off x="286722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4" name="pg3734"/>
            <p:cNvSpPr/>
            <p:nvPr/>
          </p:nvSpPr>
          <p:spPr>
            <a:xfrm>
              <a:off x="287886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5" name="pg3735"/>
            <p:cNvSpPr/>
            <p:nvPr/>
          </p:nvSpPr>
          <p:spPr>
            <a:xfrm>
              <a:off x="2890502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6" name="pg3736"/>
            <p:cNvSpPr/>
            <p:nvPr/>
          </p:nvSpPr>
          <p:spPr>
            <a:xfrm>
              <a:off x="2902139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7" name="pg3737"/>
            <p:cNvSpPr/>
            <p:nvPr/>
          </p:nvSpPr>
          <p:spPr>
            <a:xfrm>
              <a:off x="291377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8" name="pg3738"/>
            <p:cNvSpPr/>
            <p:nvPr/>
          </p:nvSpPr>
          <p:spPr>
            <a:xfrm>
              <a:off x="457791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9" name="pg3739"/>
            <p:cNvSpPr/>
            <p:nvPr/>
          </p:nvSpPr>
          <p:spPr>
            <a:xfrm>
              <a:off x="4589552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0" name="pg3740"/>
            <p:cNvSpPr/>
            <p:nvPr/>
          </p:nvSpPr>
          <p:spPr>
            <a:xfrm>
              <a:off x="4601190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1" name="pg3741"/>
            <p:cNvSpPr/>
            <p:nvPr/>
          </p:nvSpPr>
          <p:spPr>
            <a:xfrm>
              <a:off x="461282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2" name="pg3742"/>
            <p:cNvSpPr/>
            <p:nvPr/>
          </p:nvSpPr>
          <p:spPr>
            <a:xfrm>
              <a:off x="4624464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3" name="pg3743"/>
            <p:cNvSpPr/>
            <p:nvPr/>
          </p:nvSpPr>
          <p:spPr>
            <a:xfrm>
              <a:off x="4636101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4" name="pg3744"/>
            <p:cNvSpPr/>
            <p:nvPr/>
          </p:nvSpPr>
          <p:spPr>
            <a:xfrm>
              <a:off x="4659376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5" name="pg3745"/>
            <p:cNvSpPr/>
            <p:nvPr/>
          </p:nvSpPr>
          <p:spPr>
            <a:xfrm>
              <a:off x="4671013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6" name="pg3746"/>
            <p:cNvSpPr/>
            <p:nvPr/>
          </p:nvSpPr>
          <p:spPr>
            <a:xfrm>
              <a:off x="4682651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7" name="pg3747"/>
            <p:cNvSpPr/>
            <p:nvPr/>
          </p:nvSpPr>
          <p:spPr>
            <a:xfrm>
              <a:off x="4694288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8" name="pg3748"/>
            <p:cNvSpPr/>
            <p:nvPr/>
          </p:nvSpPr>
          <p:spPr>
            <a:xfrm>
              <a:off x="4705925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9" name="pg3749"/>
            <p:cNvSpPr/>
            <p:nvPr/>
          </p:nvSpPr>
          <p:spPr>
            <a:xfrm>
              <a:off x="2855590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0" name="pg3750"/>
            <p:cNvSpPr/>
            <p:nvPr/>
          </p:nvSpPr>
          <p:spPr>
            <a:xfrm>
              <a:off x="286722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1" name="pg3751"/>
            <p:cNvSpPr/>
            <p:nvPr/>
          </p:nvSpPr>
          <p:spPr>
            <a:xfrm>
              <a:off x="287886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2" name="pg3752"/>
            <p:cNvSpPr/>
            <p:nvPr/>
          </p:nvSpPr>
          <p:spPr>
            <a:xfrm>
              <a:off x="2890502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3" name="pg3753"/>
            <p:cNvSpPr/>
            <p:nvPr/>
          </p:nvSpPr>
          <p:spPr>
            <a:xfrm>
              <a:off x="2902139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4" name="pg3754"/>
            <p:cNvSpPr/>
            <p:nvPr/>
          </p:nvSpPr>
          <p:spPr>
            <a:xfrm>
              <a:off x="291377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5" name="pg3755"/>
            <p:cNvSpPr/>
            <p:nvPr/>
          </p:nvSpPr>
          <p:spPr>
            <a:xfrm>
              <a:off x="457791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6" name="pg3756"/>
            <p:cNvSpPr/>
            <p:nvPr/>
          </p:nvSpPr>
          <p:spPr>
            <a:xfrm>
              <a:off x="4589552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7" name="pg3757"/>
            <p:cNvSpPr/>
            <p:nvPr/>
          </p:nvSpPr>
          <p:spPr>
            <a:xfrm>
              <a:off x="4601190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8" name="pg3758"/>
            <p:cNvSpPr/>
            <p:nvPr/>
          </p:nvSpPr>
          <p:spPr>
            <a:xfrm>
              <a:off x="461282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9" name="pg3759"/>
            <p:cNvSpPr/>
            <p:nvPr/>
          </p:nvSpPr>
          <p:spPr>
            <a:xfrm>
              <a:off x="4624464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0" name="pg3760"/>
            <p:cNvSpPr/>
            <p:nvPr/>
          </p:nvSpPr>
          <p:spPr>
            <a:xfrm>
              <a:off x="4636101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1" name="pg3761"/>
            <p:cNvSpPr/>
            <p:nvPr/>
          </p:nvSpPr>
          <p:spPr>
            <a:xfrm>
              <a:off x="4647739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2" name="pg3762"/>
            <p:cNvSpPr/>
            <p:nvPr/>
          </p:nvSpPr>
          <p:spPr>
            <a:xfrm>
              <a:off x="4659376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3" name="pg3763"/>
            <p:cNvSpPr/>
            <p:nvPr/>
          </p:nvSpPr>
          <p:spPr>
            <a:xfrm>
              <a:off x="4671013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4" name="pg3764"/>
            <p:cNvSpPr/>
            <p:nvPr/>
          </p:nvSpPr>
          <p:spPr>
            <a:xfrm>
              <a:off x="4682651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5" name="pg3765"/>
            <p:cNvSpPr/>
            <p:nvPr/>
          </p:nvSpPr>
          <p:spPr>
            <a:xfrm>
              <a:off x="4694288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6" name="pg3766"/>
            <p:cNvSpPr/>
            <p:nvPr/>
          </p:nvSpPr>
          <p:spPr>
            <a:xfrm>
              <a:off x="470592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7" name="pg3767"/>
            <p:cNvSpPr/>
            <p:nvPr/>
          </p:nvSpPr>
          <p:spPr>
            <a:xfrm>
              <a:off x="2855590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8" name="pg3768"/>
            <p:cNvSpPr/>
            <p:nvPr/>
          </p:nvSpPr>
          <p:spPr>
            <a:xfrm>
              <a:off x="2867227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9" name="pg3769"/>
            <p:cNvSpPr/>
            <p:nvPr/>
          </p:nvSpPr>
          <p:spPr>
            <a:xfrm>
              <a:off x="287886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0" name="pg3770"/>
            <p:cNvSpPr/>
            <p:nvPr/>
          </p:nvSpPr>
          <p:spPr>
            <a:xfrm>
              <a:off x="2890502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1" name="pg3771"/>
            <p:cNvSpPr/>
            <p:nvPr/>
          </p:nvSpPr>
          <p:spPr>
            <a:xfrm>
              <a:off x="2902139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2" name="pg3772"/>
            <p:cNvSpPr/>
            <p:nvPr/>
          </p:nvSpPr>
          <p:spPr>
            <a:xfrm>
              <a:off x="457791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3" name="pg3773"/>
            <p:cNvSpPr/>
            <p:nvPr/>
          </p:nvSpPr>
          <p:spPr>
            <a:xfrm>
              <a:off x="4589552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4" name="pg3774"/>
            <p:cNvSpPr/>
            <p:nvPr/>
          </p:nvSpPr>
          <p:spPr>
            <a:xfrm>
              <a:off x="4601190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5" name="pg3775"/>
            <p:cNvSpPr/>
            <p:nvPr/>
          </p:nvSpPr>
          <p:spPr>
            <a:xfrm>
              <a:off x="4612827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6" name="pg3776"/>
            <p:cNvSpPr/>
            <p:nvPr/>
          </p:nvSpPr>
          <p:spPr>
            <a:xfrm>
              <a:off x="4624464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7" name="pg3777"/>
            <p:cNvSpPr/>
            <p:nvPr/>
          </p:nvSpPr>
          <p:spPr>
            <a:xfrm>
              <a:off x="4636101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8" name="pg3778"/>
            <p:cNvSpPr/>
            <p:nvPr/>
          </p:nvSpPr>
          <p:spPr>
            <a:xfrm>
              <a:off x="4647739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9" name="pg3779"/>
            <p:cNvSpPr/>
            <p:nvPr/>
          </p:nvSpPr>
          <p:spPr>
            <a:xfrm>
              <a:off x="4659376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0" name="pg3780"/>
            <p:cNvSpPr/>
            <p:nvPr/>
          </p:nvSpPr>
          <p:spPr>
            <a:xfrm>
              <a:off x="4671013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1" name="pg3781"/>
            <p:cNvSpPr/>
            <p:nvPr/>
          </p:nvSpPr>
          <p:spPr>
            <a:xfrm>
              <a:off x="4682651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2" name="pg3782"/>
            <p:cNvSpPr/>
            <p:nvPr/>
          </p:nvSpPr>
          <p:spPr>
            <a:xfrm>
              <a:off x="4694288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3" name="pg3783"/>
            <p:cNvSpPr/>
            <p:nvPr/>
          </p:nvSpPr>
          <p:spPr>
            <a:xfrm>
              <a:off x="470592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4" name="pg3784"/>
            <p:cNvSpPr/>
            <p:nvPr/>
          </p:nvSpPr>
          <p:spPr>
            <a:xfrm>
              <a:off x="2855590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5" name="pg3785"/>
            <p:cNvSpPr/>
            <p:nvPr/>
          </p:nvSpPr>
          <p:spPr>
            <a:xfrm>
              <a:off x="2867227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6" name="pg3786"/>
            <p:cNvSpPr/>
            <p:nvPr/>
          </p:nvSpPr>
          <p:spPr>
            <a:xfrm>
              <a:off x="2878865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7" name="pg3787"/>
            <p:cNvSpPr/>
            <p:nvPr/>
          </p:nvSpPr>
          <p:spPr>
            <a:xfrm>
              <a:off x="2890502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8" name="pg3788"/>
            <p:cNvSpPr/>
            <p:nvPr/>
          </p:nvSpPr>
          <p:spPr>
            <a:xfrm>
              <a:off x="2902139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9" name="pg3789"/>
            <p:cNvSpPr/>
            <p:nvPr/>
          </p:nvSpPr>
          <p:spPr>
            <a:xfrm>
              <a:off x="4577915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0" name="pg3790"/>
            <p:cNvSpPr/>
            <p:nvPr/>
          </p:nvSpPr>
          <p:spPr>
            <a:xfrm>
              <a:off x="4589552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1" name="pg3791"/>
            <p:cNvSpPr/>
            <p:nvPr/>
          </p:nvSpPr>
          <p:spPr>
            <a:xfrm>
              <a:off x="4601190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2" name="pg3792"/>
            <p:cNvSpPr/>
            <p:nvPr/>
          </p:nvSpPr>
          <p:spPr>
            <a:xfrm>
              <a:off x="4612827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3" name="pg3793"/>
            <p:cNvSpPr/>
            <p:nvPr/>
          </p:nvSpPr>
          <p:spPr>
            <a:xfrm>
              <a:off x="4624464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4" name="pg3794"/>
            <p:cNvSpPr/>
            <p:nvPr/>
          </p:nvSpPr>
          <p:spPr>
            <a:xfrm>
              <a:off x="4636101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5" name="pg3795"/>
            <p:cNvSpPr/>
            <p:nvPr/>
          </p:nvSpPr>
          <p:spPr>
            <a:xfrm>
              <a:off x="4647739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6" name="pg3796"/>
            <p:cNvSpPr/>
            <p:nvPr/>
          </p:nvSpPr>
          <p:spPr>
            <a:xfrm>
              <a:off x="4659376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7" name="pg3797"/>
            <p:cNvSpPr/>
            <p:nvPr/>
          </p:nvSpPr>
          <p:spPr>
            <a:xfrm>
              <a:off x="4671013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8" name="pg3798"/>
            <p:cNvSpPr/>
            <p:nvPr/>
          </p:nvSpPr>
          <p:spPr>
            <a:xfrm>
              <a:off x="4682651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9" name="pg3799"/>
            <p:cNvSpPr/>
            <p:nvPr/>
          </p:nvSpPr>
          <p:spPr>
            <a:xfrm>
              <a:off x="4694288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0" name="pg3800"/>
            <p:cNvSpPr/>
            <p:nvPr/>
          </p:nvSpPr>
          <p:spPr>
            <a:xfrm>
              <a:off x="2843953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1" name="pg3801"/>
            <p:cNvSpPr/>
            <p:nvPr/>
          </p:nvSpPr>
          <p:spPr>
            <a:xfrm>
              <a:off x="2855590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2" name="pg3802"/>
            <p:cNvSpPr/>
            <p:nvPr/>
          </p:nvSpPr>
          <p:spPr>
            <a:xfrm>
              <a:off x="2867227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3" name="pg3803"/>
            <p:cNvSpPr/>
            <p:nvPr/>
          </p:nvSpPr>
          <p:spPr>
            <a:xfrm>
              <a:off x="2878865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4" name="pg3804"/>
            <p:cNvSpPr/>
            <p:nvPr/>
          </p:nvSpPr>
          <p:spPr>
            <a:xfrm>
              <a:off x="2890502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5" name="pg3805"/>
            <p:cNvSpPr/>
            <p:nvPr/>
          </p:nvSpPr>
          <p:spPr>
            <a:xfrm>
              <a:off x="4589552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6" name="pg3806"/>
            <p:cNvSpPr/>
            <p:nvPr/>
          </p:nvSpPr>
          <p:spPr>
            <a:xfrm>
              <a:off x="4601190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7" name="pg3807"/>
            <p:cNvSpPr/>
            <p:nvPr/>
          </p:nvSpPr>
          <p:spPr>
            <a:xfrm>
              <a:off x="4612827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8" name="pg3808"/>
            <p:cNvSpPr/>
            <p:nvPr/>
          </p:nvSpPr>
          <p:spPr>
            <a:xfrm>
              <a:off x="4624464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9" name="pg3809"/>
            <p:cNvSpPr/>
            <p:nvPr/>
          </p:nvSpPr>
          <p:spPr>
            <a:xfrm>
              <a:off x="4636101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0" name="pg3810"/>
            <p:cNvSpPr/>
            <p:nvPr/>
          </p:nvSpPr>
          <p:spPr>
            <a:xfrm>
              <a:off x="4647739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1" name="pg3811"/>
            <p:cNvSpPr/>
            <p:nvPr/>
          </p:nvSpPr>
          <p:spPr>
            <a:xfrm>
              <a:off x="4659376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2" name="pg3812"/>
            <p:cNvSpPr/>
            <p:nvPr/>
          </p:nvSpPr>
          <p:spPr>
            <a:xfrm>
              <a:off x="4671013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3" name="pg3813"/>
            <p:cNvSpPr/>
            <p:nvPr/>
          </p:nvSpPr>
          <p:spPr>
            <a:xfrm>
              <a:off x="4682651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4" name="pg3814"/>
            <p:cNvSpPr/>
            <p:nvPr/>
          </p:nvSpPr>
          <p:spPr>
            <a:xfrm>
              <a:off x="2843953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5" name="pg3815"/>
            <p:cNvSpPr/>
            <p:nvPr/>
          </p:nvSpPr>
          <p:spPr>
            <a:xfrm>
              <a:off x="2855590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6" name="pg3816"/>
            <p:cNvSpPr/>
            <p:nvPr/>
          </p:nvSpPr>
          <p:spPr>
            <a:xfrm>
              <a:off x="2867227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7" name="pg3817"/>
            <p:cNvSpPr/>
            <p:nvPr/>
          </p:nvSpPr>
          <p:spPr>
            <a:xfrm>
              <a:off x="2878865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8" name="pg3818"/>
            <p:cNvSpPr/>
            <p:nvPr/>
          </p:nvSpPr>
          <p:spPr>
            <a:xfrm>
              <a:off x="2890502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3">
                <a:alpha val="100000"/>
              </a:srgbClr>
            </a:solidFill>
            <a:ln w="5420" cap="flat">
              <a:solidFill>
                <a:srgbClr val="3B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9" name="pg3819"/>
            <p:cNvSpPr/>
            <p:nvPr/>
          </p:nvSpPr>
          <p:spPr>
            <a:xfrm>
              <a:off x="4601190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0" name="pg3820"/>
            <p:cNvSpPr/>
            <p:nvPr/>
          </p:nvSpPr>
          <p:spPr>
            <a:xfrm>
              <a:off x="4612827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1" name="pg3821"/>
            <p:cNvSpPr/>
            <p:nvPr/>
          </p:nvSpPr>
          <p:spPr>
            <a:xfrm>
              <a:off x="4624464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2" name="pg3822"/>
            <p:cNvSpPr/>
            <p:nvPr/>
          </p:nvSpPr>
          <p:spPr>
            <a:xfrm>
              <a:off x="4636101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3" name="pg3823"/>
            <p:cNvSpPr/>
            <p:nvPr/>
          </p:nvSpPr>
          <p:spPr>
            <a:xfrm>
              <a:off x="4647739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4" name="pg3824"/>
            <p:cNvSpPr/>
            <p:nvPr/>
          </p:nvSpPr>
          <p:spPr>
            <a:xfrm>
              <a:off x="2843953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5" name="pg3825"/>
            <p:cNvSpPr/>
            <p:nvPr/>
          </p:nvSpPr>
          <p:spPr>
            <a:xfrm>
              <a:off x="2855590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6" name="pg3826"/>
            <p:cNvSpPr/>
            <p:nvPr/>
          </p:nvSpPr>
          <p:spPr>
            <a:xfrm>
              <a:off x="2867227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7" name="pg3827"/>
            <p:cNvSpPr/>
            <p:nvPr/>
          </p:nvSpPr>
          <p:spPr>
            <a:xfrm>
              <a:off x="2878865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8" name="pg3828"/>
            <p:cNvSpPr/>
            <p:nvPr/>
          </p:nvSpPr>
          <p:spPr>
            <a:xfrm>
              <a:off x="2890502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9" name="pg3829"/>
            <p:cNvSpPr/>
            <p:nvPr/>
          </p:nvSpPr>
          <p:spPr>
            <a:xfrm>
              <a:off x="2843953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0" name="pg3830"/>
            <p:cNvSpPr/>
            <p:nvPr/>
          </p:nvSpPr>
          <p:spPr>
            <a:xfrm>
              <a:off x="2855590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1" name="pg3831"/>
            <p:cNvSpPr/>
            <p:nvPr/>
          </p:nvSpPr>
          <p:spPr>
            <a:xfrm>
              <a:off x="2867227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2" name="pg3832"/>
            <p:cNvSpPr/>
            <p:nvPr/>
          </p:nvSpPr>
          <p:spPr>
            <a:xfrm>
              <a:off x="2878865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3" name="pg3833"/>
            <p:cNvSpPr/>
            <p:nvPr/>
          </p:nvSpPr>
          <p:spPr>
            <a:xfrm>
              <a:off x="2832315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4" name="pg3834"/>
            <p:cNvSpPr/>
            <p:nvPr/>
          </p:nvSpPr>
          <p:spPr>
            <a:xfrm>
              <a:off x="2843953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5" name="pg3835"/>
            <p:cNvSpPr/>
            <p:nvPr/>
          </p:nvSpPr>
          <p:spPr>
            <a:xfrm>
              <a:off x="2855590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6" name="pg3836"/>
            <p:cNvSpPr/>
            <p:nvPr/>
          </p:nvSpPr>
          <p:spPr>
            <a:xfrm>
              <a:off x="2867227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7" name="pg3837"/>
            <p:cNvSpPr/>
            <p:nvPr/>
          </p:nvSpPr>
          <p:spPr>
            <a:xfrm>
              <a:off x="2878865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8" name="pg3838"/>
            <p:cNvSpPr/>
            <p:nvPr/>
          </p:nvSpPr>
          <p:spPr>
            <a:xfrm>
              <a:off x="2832315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9" name="pg3839"/>
            <p:cNvSpPr/>
            <p:nvPr/>
          </p:nvSpPr>
          <p:spPr>
            <a:xfrm>
              <a:off x="2843953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0" name="pg3840"/>
            <p:cNvSpPr/>
            <p:nvPr/>
          </p:nvSpPr>
          <p:spPr>
            <a:xfrm>
              <a:off x="2855590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1" name="pg3841"/>
            <p:cNvSpPr/>
            <p:nvPr/>
          </p:nvSpPr>
          <p:spPr>
            <a:xfrm>
              <a:off x="2867227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2" name="pg3842"/>
            <p:cNvSpPr/>
            <p:nvPr/>
          </p:nvSpPr>
          <p:spPr>
            <a:xfrm>
              <a:off x="2878865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3" name="pg3843"/>
            <p:cNvSpPr/>
            <p:nvPr/>
          </p:nvSpPr>
          <p:spPr>
            <a:xfrm>
              <a:off x="2832315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4" name="pg3844"/>
            <p:cNvSpPr/>
            <p:nvPr/>
          </p:nvSpPr>
          <p:spPr>
            <a:xfrm>
              <a:off x="2843953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5" name="pg3845"/>
            <p:cNvSpPr/>
            <p:nvPr/>
          </p:nvSpPr>
          <p:spPr>
            <a:xfrm>
              <a:off x="2855590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6" name="pg3846"/>
            <p:cNvSpPr/>
            <p:nvPr/>
          </p:nvSpPr>
          <p:spPr>
            <a:xfrm>
              <a:off x="2867227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7" name="pg3847"/>
            <p:cNvSpPr/>
            <p:nvPr/>
          </p:nvSpPr>
          <p:spPr>
            <a:xfrm>
              <a:off x="2878865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8" name="pg3848"/>
            <p:cNvSpPr/>
            <p:nvPr/>
          </p:nvSpPr>
          <p:spPr>
            <a:xfrm>
              <a:off x="2832315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9" name="pg3849"/>
            <p:cNvSpPr/>
            <p:nvPr/>
          </p:nvSpPr>
          <p:spPr>
            <a:xfrm>
              <a:off x="2843953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0" name="pg3850"/>
            <p:cNvSpPr/>
            <p:nvPr/>
          </p:nvSpPr>
          <p:spPr>
            <a:xfrm>
              <a:off x="2855590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1" name="pg3851"/>
            <p:cNvSpPr/>
            <p:nvPr/>
          </p:nvSpPr>
          <p:spPr>
            <a:xfrm>
              <a:off x="2867227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2" name="pg3852"/>
            <p:cNvSpPr/>
            <p:nvPr/>
          </p:nvSpPr>
          <p:spPr>
            <a:xfrm>
              <a:off x="2832315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3" name="pg3853"/>
            <p:cNvSpPr/>
            <p:nvPr/>
          </p:nvSpPr>
          <p:spPr>
            <a:xfrm>
              <a:off x="2843953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4" name="pg3854"/>
            <p:cNvSpPr/>
            <p:nvPr/>
          </p:nvSpPr>
          <p:spPr>
            <a:xfrm>
              <a:off x="2855590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5" name="pg3855"/>
            <p:cNvSpPr/>
            <p:nvPr/>
          </p:nvSpPr>
          <p:spPr>
            <a:xfrm>
              <a:off x="2867227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6" name="pg3856"/>
            <p:cNvSpPr/>
            <p:nvPr/>
          </p:nvSpPr>
          <p:spPr>
            <a:xfrm>
              <a:off x="2832315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7" name="pg3857"/>
            <p:cNvSpPr/>
            <p:nvPr/>
          </p:nvSpPr>
          <p:spPr>
            <a:xfrm>
              <a:off x="2843953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8" name="pg3858"/>
            <p:cNvSpPr/>
            <p:nvPr/>
          </p:nvSpPr>
          <p:spPr>
            <a:xfrm>
              <a:off x="2855590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9" name="pg3859"/>
            <p:cNvSpPr/>
            <p:nvPr/>
          </p:nvSpPr>
          <p:spPr>
            <a:xfrm>
              <a:off x="2867227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0" name="pg3860"/>
            <p:cNvSpPr/>
            <p:nvPr/>
          </p:nvSpPr>
          <p:spPr>
            <a:xfrm>
              <a:off x="2832315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1" name="pg3861"/>
            <p:cNvSpPr/>
            <p:nvPr/>
          </p:nvSpPr>
          <p:spPr>
            <a:xfrm>
              <a:off x="2843953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2" name="pg3862"/>
            <p:cNvSpPr/>
            <p:nvPr/>
          </p:nvSpPr>
          <p:spPr>
            <a:xfrm>
              <a:off x="2855590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3" name="pg3863"/>
            <p:cNvSpPr/>
            <p:nvPr/>
          </p:nvSpPr>
          <p:spPr>
            <a:xfrm>
              <a:off x="2867227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4" name="pg3864"/>
            <p:cNvSpPr/>
            <p:nvPr/>
          </p:nvSpPr>
          <p:spPr>
            <a:xfrm>
              <a:off x="2832315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5" name="pg3865"/>
            <p:cNvSpPr/>
            <p:nvPr/>
          </p:nvSpPr>
          <p:spPr>
            <a:xfrm>
              <a:off x="2843953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6" name="pg3866"/>
            <p:cNvSpPr/>
            <p:nvPr/>
          </p:nvSpPr>
          <p:spPr>
            <a:xfrm>
              <a:off x="2855590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7" name="pg3867"/>
            <p:cNvSpPr/>
            <p:nvPr/>
          </p:nvSpPr>
          <p:spPr>
            <a:xfrm>
              <a:off x="2399291" y="2540116"/>
              <a:ext cx="3705599" cy="2850404"/>
            </a:xfrm>
            <a:custGeom>
              <a:avLst/>
              <a:gdLst/>
              <a:ahLst/>
              <a:cxnLst/>
              <a:rect l="0" t="0" r="0" b="0"/>
              <a:pathLst>
                <a:path w="3705599" h="2850404">
                  <a:moveTo>
                    <a:pt x="2893187" y="266106"/>
                  </a:moveTo>
                  <a:lnTo>
                    <a:pt x="2917831" y="266068"/>
                  </a:lnTo>
                  <a:lnTo>
                    <a:pt x="2961871" y="266005"/>
                  </a:lnTo>
                  <a:lnTo>
                    <a:pt x="3005910" y="265941"/>
                  </a:lnTo>
                  <a:lnTo>
                    <a:pt x="3049950" y="265884"/>
                  </a:lnTo>
                  <a:lnTo>
                    <a:pt x="3093989" y="265820"/>
                  </a:lnTo>
                  <a:lnTo>
                    <a:pt x="3138033" y="265757"/>
                  </a:lnTo>
                  <a:lnTo>
                    <a:pt x="3182073" y="265693"/>
                  </a:lnTo>
                  <a:lnTo>
                    <a:pt x="3226112" y="265630"/>
                  </a:lnTo>
                  <a:lnTo>
                    <a:pt x="3236535" y="240559"/>
                  </a:lnTo>
                  <a:lnTo>
                    <a:pt x="3246246" y="228887"/>
                  </a:lnTo>
                  <a:lnTo>
                    <a:pt x="3259547" y="232754"/>
                  </a:lnTo>
                  <a:lnTo>
                    <a:pt x="3266632" y="232430"/>
                  </a:lnTo>
                  <a:lnTo>
                    <a:pt x="3274508" y="226410"/>
                  </a:lnTo>
                  <a:lnTo>
                    <a:pt x="3280895" y="222752"/>
                  </a:lnTo>
                  <a:lnTo>
                    <a:pt x="3285102" y="223292"/>
                  </a:lnTo>
                  <a:lnTo>
                    <a:pt x="3288693" y="228804"/>
                  </a:lnTo>
                  <a:lnTo>
                    <a:pt x="3291680" y="232481"/>
                  </a:lnTo>
                  <a:lnTo>
                    <a:pt x="3295168" y="231408"/>
                  </a:lnTo>
                  <a:lnTo>
                    <a:pt x="3298155" y="226207"/>
                  </a:lnTo>
                  <a:lnTo>
                    <a:pt x="3298052" y="218993"/>
                  </a:lnTo>
                  <a:lnTo>
                    <a:pt x="3302140" y="213970"/>
                  </a:lnTo>
                  <a:lnTo>
                    <a:pt x="3306992" y="213201"/>
                  </a:lnTo>
                  <a:lnTo>
                    <a:pt x="3311478" y="213360"/>
                  </a:lnTo>
                  <a:lnTo>
                    <a:pt x="3313715" y="210909"/>
                  </a:lnTo>
                  <a:lnTo>
                    <a:pt x="3313467" y="207391"/>
                  </a:lnTo>
                  <a:lnTo>
                    <a:pt x="3311850" y="201726"/>
                  </a:lnTo>
                  <a:lnTo>
                    <a:pt x="3312398" y="194906"/>
                  </a:lnTo>
                  <a:lnTo>
                    <a:pt x="3323601" y="182859"/>
                  </a:lnTo>
                  <a:lnTo>
                    <a:pt x="3337337" y="174686"/>
                  </a:lnTo>
                  <a:lnTo>
                    <a:pt x="3342153" y="170603"/>
                  </a:lnTo>
                  <a:lnTo>
                    <a:pt x="3343554" y="162322"/>
                  </a:lnTo>
                  <a:lnTo>
                    <a:pt x="3351429" y="153717"/>
                  </a:lnTo>
                  <a:lnTo>
                    <a:pt x="3355367" y="148770"/>
                  </a:lnTo>
                  <a:lnTo>
                    <a:pt x="3356328" y="144471"/>
                  </a:lnTo>
                  <a:lnTo>
                    <a:pt x="3354287" y="139181"/>
                  </a:lnTo>
                  <a:lnTo>
                    <a:pt x="3354494" y="129097"/>
                  </a:lnTo>
                  <a:lnTo>
                    <a:pt x="3357202" y="117050"/>
                  </a:lnTo>
                  <a:lnTo>
                    <a:pt x="3360442" y="103930"/>
                  </a:lnTo>
                  <a:lnTo>
                    <a:pt x="3367703" y="92099"/>
                  </a:lnTo>
                  <a:lnTo>
                    <a:pt x="3379609" y="79195"/>
                  </a:lnTo>
                  <a:lnTo>
                    <a:pt x="3382673" y="62240"/>
                  </a:lnTo>
                  <a:lnTo>
                    <a:pt x="3385903" y="44357"/>
                  </a:lnTo>
                  <a:lnTo>
                    <a:pt x="3400295" y="26932"/>
                  </a:lnTo>
                  <a:lnTo>
                    <a:pt x="3416615" y="7169"/>
                  </a:lnTo>
                  <a:lnTo>
                    <a:pt x="3422535" y="0"/>
                  </a:lnTo>
                  <a:lnTo>
                    <a:pt x="3618932" y="0"/>
                  </a:lnTo>
                  <a:lnTo>
                    <a:pt x="3619257" y="14859"/>
                  </a:lnTo>
                  <a:lnTo>
                    <a:pt x="3619521" y="35130"/>
                  </a:lnTo>
                  <a:lnTo>
                    <a:pt x="3619800" y="56493"/>
                  </a:lnTo>
                  <a:lnTo>
                    <a:pt x="3620001" y="71740"/>
                  </a:lnTo>
                  <a:lnTo>
                    <a:pt x="3620347" y="92677"/>
                  </a:lnTo>
                  <a:lnTo>
                    <a:pt x="3620621" y="109334"/>
                  </a:lnTo>
                  <a:lnTo>
                    <a:pt x="3620988" y="131078"/>
                  </a:lnTo>
                  <a:lnTo>
                    <a:pt x="3621179" y="142699"/>
                  </a:lnTo>
                  <a:lnTo>
                    <a:pt x="3623045" y="146052"/>
                  </a:lnTo>
                  <a:lnTo>
                    <a:pt x="3621924" y="150631"/>
                  </a:lnTo>
                  <a:lnTo>
                    <a:pt x="3621433" y="152923"/>
                  </a:lnTo>
                  <a:lnTo>
                    <a:pt x="3621552" y="154746"/>
                  </a:lnTo>
                  <a:lnTo>
                    <a:pt x="3622296" y="157038"/>
                  </a:lnTo>
                  <a:lnTo>
                    <a:pt x="3622172" y="160245"/>
                  </a:lnTo>
                  <a:lnTo>
                    <a:pt x="3620435" y="163147"/>
                  </a:lnTo>
                  <a:lnTo>
                    <a:pt x="3619567" y="166500"/>
                  </a:lnTo>
                  <a:lnTo>
                    <a:pt x="3619319" y="171993"/>
                  </a:lnTo>
                  <a:lnTo>
                    <a:pt x="3621179" y="175353"/>
                  </a:lnTo>
                  <a:lnTo>
                    <a:pt x="3624285" y="177334"/>
                  </a:lnTo>
                  <a:lnTo>
                    <a:pt x="3626895" y="177334"/>
                  </a:lnTo>
                  <a:lnTo>
                    <a:pt x="3630249" y="179322"/>
                  </a:lnTo>
                  <a:lnTo>
                    <a:pt x="3634595" y="182834"/>
                  </a:lnTo>
                  <a:lnTo>
                    <a:pt x="3641173" y="185882"/>
                  </a:lnTo>
                  <a:lnTo>
                    <a:pt x="3648005" y="186949"/>
                  </a:lnTo>
                  <a:lnTo>
                    <a:pt x="3652723" y="186187"/>
                  </a:lnTo>
                  <a:lnTo>
                    <a:pt x="3658434" y="188174"/>
                  </a:lnTo>
                  <a:lnTo>
                    <a:pt x="3660423" y="193058"/>
                  </a:lnTo>
                  <a:lnTo>
                    <a:pt x="3659307" y="197630"/>
                  </a:lnTo>
                  <a:lnTo>
                    <a:pt x="3656077" y="199770"/>
                  </a:lnTo>
                  <a:lnTo>
                    <a:pt x="3652599" y="201453"/>
                  </a:lnTo>
                  <a:lnTo>
                    <a:pt x="3651979" y="204958"/>
                  </a:lnTo>
                  <a:lnTo>
                    <a:pt x="3653715" y="208623"/>
                  </a:lnTo>
                  <a:lnTo>
                    <a:pt x="3656201" y="211829"/>
                  </a:lnTo>
                  <a:lnTo>
                    <a:pt x="3658935" y="217462"/>
                  </a:lnTo>
                  <a:lnTo>
                    <a:pt x="3657813" y="222346"/>
                  </a:lnTo>
                  <a:lnTo>
                    <a:pt x="3655333" y="226467"/>
                  </a:lnTo>
                  <a:lnTo>
                    <a:pt x="3654212" y="230735"/>
                  </a:lnTo>
                  <a:lnTo>
                    <a:pt x="3656325" y="234405"/>
                  </a:lnTo>
                  <a:lnTo>
                    <a:pt x="3661912" y="239282"/>
                  </a:lnTo>
                  <a:lnTo>
                    <a:pt x="3665389" y="244013"/>
                  </a:lnTo>
                  <a:lnTo>
                    <a:pt x="3670857" y="246611"/>
                  </a:lnTo>
                  <a:lnTo>
                    <a:pt x="3673461" y="244775"/>
                  </a:lnTo>
                  <a:lnTo>
                    <a:pt x="3675575" y="242330"/>
                  </a:lnTo>
                  <a:lnTo>
                    <a:pt x="3677807" y="240501"/>
                  </a:lnTo>
                  <a:lnTo>
                    <a:pt x="3681657" y="241575"/>
                  </a:lnTo>
                  <a:lnTo>
                    <a:pt x="3686127" y="242946"/>
                  </a:lnTo>
                  <a:lnTo>
                    <a:pt x="3691011" y="244578"/>
                  </a:lnTo>
                  <a:lnTo>
                    <a:pt x="3690427" y="248535"/>
                  </a:lnTo>
                  <a:lnTo>
                    <a:pt x="3693404" y="255203"/>
                  </a:lnTo>
                  <a:lnTo>
                    <a:pt x="3695708" y="268024"/>
                  </a:lnTo>
                  <a:lnTo>
                    <a:pt x="3692169" y="273847"/>
                  </a:lnTo>
                  <a:lnTo>
                    <a:pt x="3692928" y="281563"/>
                  </a:lnTo>
                  <a:lnTo>
                    <a:pt x="3702742" y="283811"/>
                  </a:lnTo>
                  <a:lnTo>
                    <a:pt x="3705129" y="286173"/>
                  </a:lnTo>
                  <a:lnTo>
                    <a:pt x="3705599" y="289025"/>
                  </a:lnTo>
                  <a:lnTo>
                    <a:pt x="3683983" y="308806"/>
                  </a:lnTo>
                  <a:lnTo>
                    <a:pt x="3665694" y="306037"/>
                  </a:lnTo>
                  <a:lnTo>
                    <a:pt x="3655772" y="311283"/>
                  </a:lnTo>
                  <a:lnTo>
                    <a:pt x="3645380" y="312813"/>
                  </a:lnTo>
                  <a:lnTo>
                    <a:pt x="3640822" y="321653"/>
                  </a:lnTo>
                  <a:lnTo>
                    <a:pt x="3635117" y="323526"/>
                  </a:lnTo>
                  <a:lnTo>
                    <a:pt x="3627303" y="322993"/>
                  </a:lnTo>
                  <a:lnTo>
                    <a:pt x="3620565" y="320497"/>
                  </a:lnTo>
                  <a:lnTo>
                    <a:pt x="3615423" y="321723"/>
                  </a:lnTo>
                  <a:lnTo>
                    <a:pt x="3608229" y="337675"/>
                  </a:lnTo>
                  <a:lnTo>
                    <a:pt x="3602338" y="336284"/>
                  </a:lnTo>
                  <a:lnTo>
                    <a:pt x="3599992" y="342025"/>
                  </a:lnTo>
                  <a:lnTo>
                    <a:pt x="3596912" y="344534"/>
                  </a:lnTo>
                  <a:lnTo>
                    <a:pt x="3592395" y="346686"/>
                  </a:lnTo>
                  <a:lnTo>
                    <a:pt x="3588473" y="339599"/>
                  </a:lnTo>
                  <a:lnTo>
                    <a:pt x="3585977" y="332862"/>
                  </a:lnTo>
                  <a:lnTo>
                    <a:pt x="3582298" y="331382"/>
                  </a:lnTo>
                  <a:lnTo>
                    <a:pt x="3577409" y="329661"/>
                  </a:lnTo>
                  <a:lnTo>
                    <a:pt x="3572381" y="329718"/>
                  </a:lnTo>
                  <a:lnTo>
                    <a:pt x="3569027" y="330683"/>
                  </a:lnTo>
                  <a:lnTo>
                    <a:pt x="3564867" y="335040"/>
                  </a:lnTo>
                  <a:lnTo>
                    <a:pt x="3558836" y="338780"/>
                  </a:lnTo>
                  <a:lnTo>
                    <a:pt x="3554273" y="335662"/>
                  </a:lnTo>
                  <a:lnTo>
                    <a:pt x="3550702" y="330652"/>
                  </a:lnTo>
                  <a:lnTo>
                    <a:pt x="3547648" y="338710"/>
                  </a:lnTo>
                  <a:lnTo>
                    <a:pt x="3543204" y="347220"/>
                  </a:lnTo>
                  <a:lnTo>
                    <a:pt x="3543943" y="357145"/>
                  </a:lnTo>
                  <a:lnTo>
                    <a:pt x="3542031" y="363032"/>
                  </a:lnTo>
                  <a:lnTo>
                    <a:pt x="3537814" y="361445"/>
                  </a:lnTo>
                  <a:lnTo>
                    <a:pt x="3533618" y="356282"/>
                  </a:lnTo>
                  <a:lnTo>
                    <a:pt x="3521840" y="352154"/>
                  </a:lnTo>
                  <a:lnTo>
                    <a:pt x="3512461" y="352535"/>
                  </a:lnTo>
                  <a:lnTo>
                    <a:pt x="3514368" y="347023"/>
                  </a:lnTo>
                  <a:lnTo>
                    <a:pt x="3523236" y="339110"/>
                  </a:lnTo>
                  <a:lnTo>
                    <a:pt x="3520507" y="337561"/>
                  </a:lnTo>
                  <a:lnTo>
                    <a:pt x="3516156" y="338659"/>
                  </a:lnTo>
                  <a:lnTo>
                    <a:pt x="3514259" y="337561"/>
                  </a:lnTo>
                  <a:lnTo>
                    <a:pt x="3517370" y="330372"/>
                  </a:lnTo>
                  <a:lnTo>
                    <a:pt x="3517670" y="322441"/>
                  </a:lnTo>
                  <a:lnTo>
                    <a:pt x="3513701" y="325216"/>
                  </a:lnTo>
                  <a:lnTo>
                    <a:pt x="3508709" y="333585"/>
                  </a:lnTo>
                  <a:lnTo>
                    <a:pt x="3496632" y="340247"/>
                  </a:lnTo>
                  <a:lnTo>
                    <a:pt x="3497195" y="351398"/>
                  </a:lnTo>
                  <a:lnTo>
                    <a:pt x="3485826" y="374253"/>
                  </a:lnTo>
                  <a:lnTo>
                    <a:pt x="3485320" y="383982"/>
                  </a:lnTo>
                  <a:lnTo>
                    <a:pt x="3478028" y="391749"/>
                  </a:lnTo>
                  <a:lnTo>
                    <a:pt x="3468628" y="398429"/>
                  </a:lnTo>
                  <a:lnTo>
                    <a:pt x="3456091" y="396550"/>
                  </a:lnTo>
                  <a:lnTo>
                    <a:pt x="3446521" y="402354"/>
                  </a:lnTo>
                  <a:lnTo>
                    <a:pt x="3441663" y="409015"/>
                  </a:lnTo>
                  <a:lnTo>
                    <a:pt x="3437441" y="410019"/>
                  </a:lnTo>
                  <a:lnTo>
                    <a:pt x="3435240" y="401535"/>
                  </a:lnTo>
                  <a:lnTo>
                    <a:pt x="3433638" y="398912"/>
                  </a:lnTo>
                  <a:lnTo>
                    <a:pt x="3430113" y="411422"/>
                  </a:lnTo>
                  <a:lnTo>
                    <a:pt x="3426522" y="412197"/>
                  </a:lnTo>
                  <a:lnTo>
                    <a:pt x="3425163" y="403325"/>
                  </a:lnTo>
                  <a:lnTo>
                    <a:pt x="3423457" y="397464"/>
                  </a:lnTo>
                  <a:lnTo>
                    <a:pt x="3418563" y="402519"/>
                  </a:lnTo>
                  <a:lnTo>
                    <a:pt x="3415313" y="415918"/>
                  </a:lnTo>
                  <a:lnTo>
                    <a:pt x="3411907" y="414788"/>
                  </a:lnTo>
                  <a:lnTo>
                    <a:pt x="3410822" y="409803"/>
                  </a:lnTo>
                  <a:lnTo>
                    <a:pt x="3408383" y="408291"/>
                  </a:lnTo>
                  <a:lnTo>
                    <a:pt x="3407546" y="413988"/>
                  </a:lnTo>
                  <a:lnTo>
                    <a:pt x="3408776" y="422002"/>
                  </a:lnTo>
                  <a:lnTo>
                    <a:pt x="3407003" y="426282"/>
                  </a:lnTo>
                  <a:lnTo>
                    <a:pt x="3403618" y="423996"/>
                  </a:lnTo>
                  <a:lnTo>
                    <a:pt x="3400213" y="420141"/>
                  </a:lnTo>
                  <a:lnTo>
                    <a:pt x="3394595" y="423069"/>
                  </a:lnTo>
                  <a:lnTo>
                    <a:pt x="3389438" y="424256"/>
                  </a:lnTo>
                  <a:lnTo>
                    <a:pt x="3389417" y="420332"/>
                  </a:lnTo>
                  <a:lnTo>
                    <a:pt x="3390399" y="415518"/>
                  </a:lnTo>
                  <a:lnTo>
                    <a:pt x="3380121" y="418179"/>
                  </a:lnTo>
                  <a:lnTo>
                    <a:pt x="3367796" y="427057"/>
                  </a:lnTo>
                  <a:lnTo>
                    <a:pt x="3358225" y="439339"/>
                  </a:lnTo>
                  <a:lnTo>
                    <a:pt x="3361543" y="441383"/>
                  </a:lnTo>
                  <a:lnTo>
                    <a:pt x="3365279" y="445295"/>
                  </a:lnTo>
                  <a:lnTo>
                    <a:pt x="3348654" y="464270"/>
                  </a:lnTo>
                  <a:lnTo>
                    <a:pt x="3331611" y="481359"/>
                  </a:lnTo>
                  <a:lnTo>
                    <a:pt x="3318738" y="509244"/>
                  </a:lnTo>
                  <a:lnTo>
                    <a:pt x="3313571" y="512508"/>
                  </a:lnTo>
                  <a:lnTo>
                    <a:pt x="3309132" y="517620"/>
                  </a:lnTo>
                  <a:lnTo>
                    <a:pt x="3304419" y="534455"/>
                  </a:lnTo>
                  <a:lnTo>
                    <a:pt x="3298977" y="549442"/>
                  </a:lnTo>
                  <a:lnTo>
                    <a:pt x="3302021" y="556116"/>
                  </a:lnTo>
                  <a:lnTo>
                    <a:pt x="3304026" y="562981"/>
                  </a:lnTo>
                  <a:lnTo>
                    <a:pt x="3308858" y="569737"/>
                  </a:lnTo>
                  <a:lnTo>
                    <a:pt x="3312966" y="570347"/>
                  </a:lnTo>
                  <a:lnTo>
                    <a:pt x="3317415" y="569128"/>
                  </a:lnTo>
                  <a:lnTo>
                    <a:pt x="3320681" y="569414"/>
                  </a:lnTo>
                  <a:lnTo>
                    <a:pt x="3322780" y="572284"/>
                  </a:lnTo>
                  <a:lnTo>
                    <a:pt x="3321849" y="575726"/>
                  </a:lnTo>
                  <a:lnTo>
                    <a:pt x="3316718" y="576583"/>
                  </a:lnTo>
                  <a:lnTo>
                    <a:pt x="3307147" y="582603"/>
                  </a:lnTo>
                  <a:lnTo>
                    <a:pt x="3298755" y="584915"/>
                  </a:lnTo>
                  <a:lnTo>
                    <a:pt x="3294548" y="592192"/>
                  </a:lnTo>
                  <a:lnTo>
                    <a:pt x="3288244" y="600600"/>
                  </a:lnTo>
                  <a:lnTo>
                    <a:pt x="3275996" y="613720"/>
                  </a:lnTo>
                  <a:lnTo>
                    <a:pt x="3281231" y="617765"/>
                  </a:lnTo>
                  <a:lnTo>
                    <a:pt x="3300150" y="622325"/>
                  </a:lnTo>
                  <a:lnTo>
                    <a:pt x="3308584" y="627018"/>
                  </a:lnTo>
                  <a:lnTo>
                    <a:pt x="3321348" y="651524"/>
                  </a:lnTo>
                  <a:lnTo>
                    <a:pt x="3318433" y="653975"/>
                  </a:lnTo>
                  <a:lnTo>
                    <a:pt x="3317276" y="658465"/>
                  </a:lnTo>
                  <a:lnTo>
                    <a:pt x="3328624" y="664765"/>
                  </a:lnTo>
                  <a:lnTo>
                    <a:pt x="3332247" y="682362"/>
                  </a:lnTo>
                  <a:lnTo>
                    <a:pt x="3341564" y="688350"/>
                  </a:lnTo>
                  <a:lnTo>
                    <a:pt x="3355450" y="692033"/>
                  </a:lnTo>
                  <a:lnTo>
                    <a:pt x="3372431" y="686712"/>
                  </a:lnTo>
                  <a:lnTo>
                    <a:pt x="3386570" y="679390"/>
                  </a:lnTo>
                  <a:lnTo>
                    <a:pt x="3386074" y="673388"/>
                  </a:lnTo>
                  <a:lnTo>
                    <a:pt x="3377191" y="659424"/>
                  </a:lnTo>
                  <a:lnTo>
                    <a:pt x="3375051" y="652864"/>
                  </a:lnTo>
                  <a:lnTo>
                    <a:pt x="3368457" y="648616"/>
                  </a:lnTo>
                  <a:lnTo>
                    <a:pt x="3365951" y="652216"/>
                  </a:lnTo>
                  <a:lnTo>
                    <a:pt x="3361687" y="647542"/>
                  </a:lnTo>
                  <a:lnTo>
                    <a:pt x="3361207" y="644920"/>
                  </a:lnTo>
                  <a:lnTo>
                    <a:pt x="3365181" y="643643"/>
                  </a:lnTo>
                  <a:lnTo>
                    <a:pt x="3369801" y="644151"/>
                  </a:lnTo>
                  <a:lnTo>
                    <a:pt x="3375191" y="646596"/>
                  </a:lnTo>
                  <a:lnTo>
                    <a:pt x="3389061" y="661818"/>
                  </a:lnTo>
                  <a:lnTo>
                    <a:pt x="3392900" y="681771"/>
                  </a:lnTo>
                  <a:lnTo>
                    <a:pt x="3393722" y="694440"/>
                  </a:lnTo>
                  <a:lnTo>
                    <a:pt x="3392156" y="698771"/>
                  </a:lnTo>
                  <a:lnTo>
                    <a:pt x="3388120" y="697882"/>
                  </a:lnTo>
                  <a:lnTo>
                    <a:pt x="3380420" y="698746"/>
                  </a:lnTo>
                  <a:lnTo>
                    <a:pt x="3343890" y="705306"/>
                  </a:lnTo>
                  <a:lnTo>
                    <a:pt x="3335776" y="711084"/>
                  </a:lnTo>
                  <a:lnTo>
                    <a:pt x="3317173" y="717359"/>
                  </a:lnTo>
                  <a:lnTo>
                    <a:pt x="3316015" y="714228"/>
                  </a:lnTo>
                  <a:lnTo>
                    <a:pt x="3317359" y="707750"/>
                  </a:lnTo>
                  <a:lnTo>
                    <a:pt x="3316186" y="694484"/>
                  </a:lnTo>
                  <a:lnTo>
                    <a:pt x="3312516" y="693868"/>
                  </a:lnTo>
                  <a:lnTo>
                    <a:pt x="3283613" y="715498"/>
                  </a:lnTo>
                  <a:lnTo>
                    <a:pt x="3272441" y="716857"/>
                  </a:lnTo>
                  <a:lnTo>
                    <a:pt x="3263046" y="723188"/>
                  </a:lnTo>
                  <a:lnTo>
                    <a:pt x="3260943" y="719676"/>
                  </a:lnTo>
                  <a:lnTo>
                    <a:pt x="3259263" y="703458"/>
                  </a:lnTo>
                  <a:lnTo>
                    <a:pt x="3265144" y="689855"/>
                  </a:lnTo>
                  <a:lnTo>
                    <a:pt x="3262012" y="690071"/>
                  </a:lnTo>
                  <a:lnTo>
                    <a:pt x="3252194" y="698238"/>
                  </a:lnTo>
                  <a:lnTo>
                    <a:pt x="3247997" y="693214"/>
                  </a:lnTo>
                  <a:lnTo>
                    <a:pt x="3245894" y="687702"/>
                  </a:lnTo>
                  <a:lnTo>
                    <a:pt x="3242871" y="684584"/>
                  </a:lnTo>
                  <a:lnTo>
                    <a:pt x="3239595" y="683403"/>
                  </a:lnTo>
                  <a:lnTo>
                    <a:pt x="3242396" y="695443"/>
                  </a:lnTo>
                  <a:lnTo>
                    <a:pt x="3235740" y="704474"/>
                  </a:lnTo>
                  <a:lnTo>
                    <a:pt x="3233915" y="727830"/>
                  </a:lnTo>
                  <a:lnTo>
                    <a:pt x="3225549" y="737553"/>
                  </a:lnTo>
                  <a:lnTo>
                    <a:pt x="3199467" y="743802"/>
                  </a:lnTo>
                  <a:lnTo>
                    <a:pt x="3182465" y="742481"/>
                  </a:lnTo>
                  <a:lnTo>
                    <a:pt x="3167231" y="744424"/>
                  </a:lnTo>
                  <a:lnTo>
                    <a:pt x="3146974" y="748907"/>
                  </a:lnTo>
                  <a:lnTo>
                    <a:pt x="3135780" y="746240"/>
                  </a:lnTo>
                  <a:lnTo>
                    <a:pt x="3124313" y="750971"/>
                  </a:lnTo>
                  <a:lnTo>
                    <a:pt x="3085390" y="752260"/>
                  </a:lnTo>
                  <a:lnTo>
                    <a:pt x="3077183" y="749752"/>
                  </a:lnTo>
                  <a:lnTo>
                    <a:pt x="3066703" y="758687"/>
                  </a:lnTo>
                  <a:lnTo>
                    <a:pt x="3049924" y="763970"/>
                  </a:lnTo>
                  <a:lnTo>
                    <a:pt x="3007512" y="783993"/>
                  </a:lnTo>
                  <a:lnTo>
                    <a:pt x="2998159" y="791277"/>
                  </a:lnTo>
                  <a:lnTo>
                    <a:pt x="2986769" y="802651"/>
                  </a:lnTo>
                  <a:lnTo>
                    <a:pt x="2979121" y="808766"/>
                  </a:lnTo>
                  <a:lnTo>
                    <a:pt x="2972832" y="810754"/>
                  </a:lnTo>
                  <a:lnTo>
                    <a:pt x="2968966" y="815847"/>
                  </a:lnTo>
                  <a:lnTo>
                    <a:pt x="2964744" y="819174"/>
                  </a:lnTo>
                  <a:lnTo>
                    <a:pt x="2968821" y="807807"/>
                  </a:lnTo>
                  <a:lnTo>
                    <a:pt x="2973250" y="798224"/>
                  </a:lnTo>
                  <a:lnTo>
                    <a:pt x="2976930" y="779662"/>
                  </a:lnTo>
                  <a:lnTo>
                    <a:pt x="2975844" y="764650"/>
                  </a:lnTo>
                  <a:lnTo>
                    <a:pt x="2971281" y="758477"/>
                  </a:lnTo>
                  <a:lnTo>
                    <a:pt x="2966563" y="754362"/>
                  </a:lnTo>
                  <a:lnTo>
                    <a:pt x="2972093" y="769178"/>
                  </a:lnTo>
                  <a:lnTo>
                    <a:pt x="2972987" y="787346"/>
                  </a:lnTo>
                  <a:lnTo>
                    <a:pt x="2971085" y="797989"/>
                  </a:lnTo>
                  <a:lnTo>
                    <a:pt x="2960682" y="818520"/>
                  </a:lnTo>
                  <a:lnTo>
                    <a:pt x="2956253" y="823302"/>
                  </a:lnTo>
                  <a:lnTo>
                    <a:pt x="2951075" y="827506"/>
                  </a:lnTo>
                  <a:lnTo>
                    <a:pt x="2947174" y="829335"/>
                  </a:lnTo>
                  <a:lnTo>
                    <a:pt x="2943572" y="832618"/>
                  </a:lnTo>
                  <a:lnTo>
                    <a:pt x="2939386" y="837819"/>
                  </a:lnTo>
                  <a:lnTo>
                    <a:pt x="2935417" y="848145"/>
                  </a:lnTo>
                  <a:lnTo>
                    <a:pt x="2937820" y="857556"/>
                  </a:lnTo>
                  <a:lnTo>
                    <a:pt x="2958104" y="860992"/>
                  </a:lnTo>
                  <a:lnTo>
                    <a:pt x="2963545" y="858090"/>
                  </a:lnTo>
                  <a:lnTo>
                    <a:pt x="2966315" y="864827"/>
                  </a:lnTo>
                  <a:lnTo>
                    <a:pt x="2967865" y="874188"/>
                  </a:lnTo>
                  <a:lnTo>
                    <a:pt x="2966346" y="884310"/>
                  </a:lnTo>
                  <a:lnTo>
                    <a:pt x="2962956" y="894611"/>
                  </a:lnTo>
                  <a:lnTo>
                    <a:pt x="2960382" y="907400"/>
                  </a:lnTo>
                  <a:lnTo>
                    <a:pt x="2958202" y="926902"/>
                  </a:lnTo>
                  <a:lnTo>
                    <a:pt x="2954920" y="944449"/>
                  </a:lnTo>
                  <a:lnTo>
                    <a:pt x="2954491" y="939121"/>
                  </a:lnTo>
                  <a:lnTo>
                    <a:pt x="2956543" y="917790"/>
                  </a:lnTo>
                  <a:lnTo>
                    <a:pt x="2953220" y="920019"/>
                  </a:lnTo>
                  <a:lnTo>
                    <a:pt x="2950931" y="924940"/>
                  </a:lnTo>
                  <a:lnTo>
                    <a:pt x="2944740" y="952450"/>
                  </a:lnTo>
                  <a:lnTo>
                    <a:pt x="2936229" y="967113"/>
                  </a:lnTo>
                  <a:lnTo>
                    <a:pt x="2928389" y="977255"/>
                  </a:lnTo>
                  <a:lnTo>
                    <a:pt x="2920302" y="975578"/>
                  </a:lnTo>
                  <a:lnTo>
                    <a:pt x="2922121" y="983637"/>
                  </a:lnTo>
                  <a:lnTo>
                    <a:pt x="2919899" y="987834"/>
                  </a:lnTo>
                  <a:lnTo>
                    <a:pt x="2917997" y="996592"/>
                  </a:lnTo>
                  <a:lnTo>
                    <a:pt x="2913175" y="1002396"/>
                  </a:lnTo>
                  <a:lnTo>
                    <a:pt x="2908643" y="1001837"/>
                  </a:lnTo>
                  <a:lnTo>
                    <a:pt x="2902132" y="1005838"/>
                  </a:lnTo>
                  <a:lnTo>
                    <a:pt x="2899564" y="1008899"/>
                  </a:lnTo>
                  <a:lnTo>
                    <a:pt x="2899372" y="1014760"/>
                  </a:lnTo>
                  <a:lnTo>
                    <a:pt x="2895016" y="1019917"/>
                  </a:lnTo>
                  <a:lnTo>
                    <a:pt x="2879296" y="1046703"/>
                  </a:lnTo>
                  <a:lnTo>
                    <a:pt x="2865648" y="1054609"/>
                  </a:lnTo>
                  <a:lnTo>
                    <a:pt x="2862382" y="1053459"/>
                  </a:lnTo>
                  <a:lnTo>
                    <a:pt x="2865978" y="1040816"/>
                  </a:lnTo>
                  <a:lnTo>
                    <a:pt x="2868443" y="1028032"/>
                  </a:lnTo>
                  <a:lnTo>
                    <a:pt x="2860160" y="1022469"/>
                  </a:lnTo>
                  <a:lnTo>
                    <a:pt x="2852232" y="1019529"/>
                  </a:lnTo>
                  <a:lnTo>
                    <a:pt x="2843137" y="1019917"/>
                  </a:lnTo>
                  <a:lnTo>
                    <a:pt x="2833091" y="1009978"/>
                  </a:lnTo>
                  <a:lnTo>
                    <a:pt x="2820141" y="1002751"/>
                  </a:lnTo>
                  <a:lnTo>
                    <a:pt x="2802064" y="983199"/>
                  </a:lnTo>
                  <a:lnTo>
                    <a:pt x="2802591" y="977775"/>
                  </a:lnTo>
                  <a:lnTo>
                    <a:pt x="2802136" y="968675"/>
                  </a:lnTo>
                  <a:lnTo>
                    <a:pt x="2807630" y="954298"/>
                  </a:lnTo>
                  <a:lnTo>
                    <a:pt x="2812896" y="944245"/>
                  </a:lnTo>
                  <a:lnTo>
                    <a:pt x="2820167" y="939038"/>
                  </a:lnTo>
                  <a:lnTo>
                    <a:pt x="2841266" y="933735"/>
                  </a:lnTo>
                  <a:lnTo>
                    <a:pt x="2846558" y="925759"/>
                  </a:lnTo>
                  <a:lnTo>
                    <a:pt x="2849695" y="919041"/>
                  </a:lnTo>
                  <a:lnTo>
                    <a:pt x="2839241" y="930579"/>
                  </a:lnTo>
                  <a:lnTo>
                    <a:pt x="2823582" y="934491"/>
                  </a:lnTo>
                  <a:lnTo>
                    <a:pt x="2815144" y="938797"/>
                  </a:lnTo>
                  <a:lnTo>
                    <a:pt x="2808395" y="945382"/>
                  </a:lnTo>
                  <a:lnTo>
                    <a:pt x="2804400" y="953650"/>
                  </a:lnTo>
                  <a:lnTo>
                    <a:pt x="2795356" y="963614"/>
                  </a:lnTo>
                  <a:lnTo>
                    <a:pt x="2795992" y="970288"/>
                  </a:lnTo>
                  <a:lnTo>
                    <a:pt x="2797506" y="975032"/>
                  </a:lnTo>
                  <a:lnTo>
                    <a:pt x="2796808" y="984920"/>
                  </a:lnTo>
                  <a:lnTo>
                    <a:pt x="2802529" y="994559"/>
                  </a:lnTo>
                  <a:lnTo>
                    <a:pt x="2813872" y="1010353"/>
                  </a:lnTo>
                  <a:lnTo>
                    <a:pt x="2816038" y="1034884"/>
                  </a:lnTo>
                  <a:lnTo>
                    <a:pt x="2824694" y="1051300"/>
                  </a:lnTo>
                  <a:lnTo>
                    <a:pt x="2837959" y="1070440"/>
                  </a:lnTo>
                  <a:lnTo>
                    <a:pt x="2848160" y="1075883"/>
                  </a:lnTo>
                  <a:lnTo>
                    <a:pt x="2848656" y="1083001"/>
                  </a:lnTo>
                  <a:lnTo>
                    <a:pt x="2843948" y="1094756"/>
                  </a:lnTo>
                  <a:lnTo>
                    <a:pt x="2837742" y="1100128"/>
                  </a:lnTo>
                  <a:lnTo>
                    <a:pt x="2845814" y="1099055"/>
                  </a:lnTo>
                  <a:lnTo>
                    <a:pt x="2849835" y="1101741"/>
                  </a:lnTo>
                  <a:lnTo>
                    <a:pt x="2853746" y="1111546"/>
                  </a:lnTo>
                  <a:lnTo>
                    <a:pt x="2853442" y="1121555"/>
                  </a:lnTo>
                  <a:lnTo>
                    <a:pt x="2852119" y="1127194"/>
                  </a:lnTo>
                  <a:lnTo>
                    <a:pt x="2849674" y="1129442"/>
                  </a:lnTo>
                  <a:lnTo>
                    <a:pt x="2849778" y="1123682"/>
                  </a:lnTo>
                  <a:lnTo>
                    <a:pt x="2848046" y="1121682"/>
                  </a:lnTo>
                  <a:lnTo>
                    <a:pt x="2845189" y="1124177"/>
                  </a:lnTo>
                  <a:lnTo>
                    <a:pt x="2843339" y="1127022"/>
                  </a:lnTo>
                  <a:lnTo>
                    <a:pt x="2842569" y="1138231"/>
                  </a:lnTo>
                  <a:lnTo>
                    <a:pt x="2840610" y="1143832"/>
                  </a:lnTo>
                  <a:lnTo>
                    <a:pt x="2833685" y="1145496"/>
                  </a:lnTo>
                  <a:lnTo>
                    <a:pt x="2826662" y="1160203"/>
                  </a:lnTo>
                  <a:lnTo>
                    <a:pt x="2820130" y="1168547"/>
                  </a:lnTo>
                  <a:lnTo>
                    <a:pt x="2794426" y="1224971"/>
                  </a:lnTo>
                  <a:lnTo>
                    <a:pt x="2795408" y="1234401"/>
                  </a:lnTo>
                  <a:lnTo>
                    <a:pt x="2790705" y="1237436"/>
                  </a:lnTo>
                  <a:lnTo>
                    <a:pt x="2783584" y="1239907"/>
                  </a:lnTo>
                  <a:lnTo>
                    <a:pt x="2776380" y="1245546"/>
                  </a:lnTo>
                  <a:lnTo>
                    <a:pt x="2771600" y="1251763"/>
                  </a:lnTo>
                  <a:lnTo>
                    <a:pt x="2767161" y="1268484"/>
                  </a:lnTo>
                  <a:lnTo>
                    <a:pt x="2758655" y="1287306"/>
                  </a:lnTo>
                  <a:lnTo>
                    <a:pt x="2753348" y="1279463"/>
                  </a:lnTo>
                  <a:lnTo>
                    <a:pt x="2751989" y="1272751"/>
                  </a:lnTo>
                  <a:lnTo>
                    <a:pt x="2754350" y="1255243"/>
                  </a:lnTo>
                  <a:lnTo>
                    <a:pt x="2763549" y="1226539"/>
                  </a:lnTo>
                  <a:lnTo>
                    <a:pt x="2773683" y="1208695"/>
                  </a:lnTo>
                  <a:lnTo>
                    <a:pt x="2781414" y="1200236"/>
                  </a:lnTo>
                  <a:lnTo>
                    <a:pt x="2787770" y="1182995"/>
                  </a:lnTo>
                  <a:lnTo>
                    <a:pt x="2779739" y="1180423"/>
                  </a:lnTo>
                  <a:lnTo>
                    <a:pt x="2767497" y="1180702"/>
                  </a:lnTo>
                  <a:lnTo>
                    <a:pt x="2769802" y="1172745"/>
                  </a:lnTo>
                  <a:lnTo>
                    <a:pt x="2773373" y="1165734"/>
                  </a:lnTo>
                  <a:lnTo>
                    <a:pt x="2766991" y="1158749"/>
                  </a:lnTo>
                  <a:lnTo>
                    <a:pt x="2763213" y="1157860"/>
                  </a:lnTo>
                  <a:lnTo>
                    <a:pt x="2759322" y="1154996"/>
                  </a:lnTo>
                  <a:lnTo>
                    <a:pt x="2763885" y="1149179"/>
                  </a:lnTo>
                  <a:lnTo>
                    <a:pt x="2766112" y="1143032"/>
                  </a:lnTo>
                  <a:lnTo>
                    <a:pt x="2764753" y="1135551"/>
                  </a:lnTo>
                  <a:lnTo>
                    <a:pt x="2766665" y="1129918"/>
                  </a:lnTo>
                  <a:lnTo>
                    <a:pt x="2763477" y="1130769"/>
                  </a:lnTo>
                  <a:lnTo>
                    <a:pt x="2758350" y="1136732"/>
                  </a:lnTo>
                  <a:lnTo>
                    <a:pt x="2755162" y="1139113"/>
                  </a:lnTo>
                  <a:lnTo>
                    <a:pt x="2753219" y="1133836"/>
                  </a:lnTo>
                  <a:lnTo>
                    <a:pt x="2751002" y="1135030"/>
                  </a:lnTo>
                  <a:lnTo>
                    <a:pt x="2749560" y="1138656"/>
                  </a:lnTo>
                  <a:lnTo>
                    <a:pt x="2746289" y="1140650"/>
                  </a:lnTo>
                  <a:lnTo>
                    <a:pt x="2739380" y="1135691"/>
                  </a:lnTo>
                  <a:lnTo>
                    <a:pt x="2729308" y="1130013"/>
                  </a:lnTo>
                  <a:lnTo>
                    <a:pt x="2723701" y="1120246"/>
                  </a:lnTo>
                  <a:lnTo>
                    <a:pt x="2720502" y="1112677"/>
                  </a:lnTo>
                  <a:lnTo>
                    <a:pt x="2723752" y="1098979"/>
                  </a:lnTo>
                  <a:lnTo>
                    <a:pt x="2730713" y="1096547"/>
                  </a:lnTo>
                  <a:lnTo>
                    <a:pt x="2739757" y="1098769"/>
                  </a:lnTo>
                  <a:lnTo>
                    <a:pt x="2751612" y="1098750"/>
                  </a:lnTo>
                  <a:lnTo>
                    <a:pt x="2749917" y="1095708"/>
                  </a:lnTo>
                  <a:lnTo>
                    <a:pt x="2745684" y="1096210"/>
                  </a:lnTo>
                  <a:lnTo>
                    <a:pt x="2733189" y="1085097"/>
                  </a:lnTo>
                  <a:lnTo>
                    <a:pt x="2729168" y="1078385"/>
                  </a:lnTo>
                  <a:lnTo>
                    <a:pt x="2722254" y="1076543"/>
                  </a:lnTo>
                  <a:lnTo>
                    <a:pt x="2719101" y="1082995"/>
                  </a:lnTo>
                  <a:lnTo>
                    <a:pt x="2715603" y="1084710"/>
                  </a:lnTo>
                  <a:lnTo>
                    <a:pt x="2719923" y="1070593"/>
                  </a:lnTo>
                  <a:lnTo>
                    <a:pt x="2725571" y="1070015"/>
                  </a:lnTo>
                  <a:lnTo>
                    <a:pt x="2733912" y="1066103"/>
                  </a:lnTo>
                  <a:lnTo>
                    <a:pt x="2731488" y="1057930"/>
                  </a:lnTo>
                  <a:lnTo>
                    <a:pt x="2726223" y="1054355"/>
                  </a:lnTo>
                  <a:lnTo>
                    <a:pt x="2716714" y="1058838"/>
                  </a:lnTo>
                  <a:lnTo>
                    <a:pt x="2716828" y="1053091"/>
                  </a:lnTo>
                  <a:lnTo>
                    <a:pt x="2718610" y="1045731"/>
                  </a:lnTo>
                  <a:lnTo>
                    <a:pt x="2725778" y="1045756"/>
                  </a:lnTo>
                  <a:lnTo>
                    <a:pt x="2732057" y="1048157"/>
                  </a:lnTo>
                  <a:lnTo>
                    <a:pt x="2737400" y="1036269"/>
                  </a:lnTo>
                  <a:lnTo>
                    <a:pt x="2737638" y="1030960"/>
                  </a:lnTo>
                  <a:lnTo>
                    <a:pt x="2728760" y="1038676"/>
                  </a:lnTo>
                  <a:lnTo>
                    <a:pt x="2726765" y="1022031"/>
                  </a:lnTo>
                  <a:lnTo>
                    <a:pt x="2735504" y="1005977"/>
                  </a:lnTo>
                  <a:lnTo>
                    <a:pt x="2743839" y="998979"/>
                  </a:lnTo>
                  <a:lnTo>
                    <a:pt x="2754252" y="999183"/>
                  </a:lnTo>
                  <a:lnTo>
                    <a:pt x="2764836" y="998052"/>
                  </a:lnTo>
                  <a:lnTo>
                    <a:pt x="2758195" y="995112"/>
                  </a:lnTo>
                  <a:lnTo>
                    <a:pt x="2751379" y="993518"/>
                  </a:lnTo>
                  <a:lnTo>
                    <a:pt x="2756500" y="987174"/>
                  </a:lnTo>
                  <a:lnTo>
                    <a:pt x="2760867" y="986037"/>
                  </a:lnTo>
                  <a:lnTo>
                    <a:pt x="2765156" y="980506"/>
                  </a:lnTo>
                  <a:lnTo>
                    <a:pt x="2754841" y="981325"/>
                  </a:lnTo>
                  <a:lnTo>
                    <a:pt x="2756056" y="970860"/>
                  </a:lnTo>
                  <a:lnTo>
                    <a:pt x="2751043" y="972987"/>
                  </a:lnTo>
                  <a:lnTo>
                    <a:pt x="2745043" y="973971"/>
                  </a:lnTo>
                  <a:lnTo>
                    <a:pt x="2742708" y="978410"/>
                  </a:lnTo>
                  <a:lnTo>
                    <a:pt x="2743168" y="985783"/>
                  </a:lnTo>
                  <a:lnTo>
                    <a:pt x="2741416" y="990622"/>
                  </a:lnTo>
                  <a:lnTo>
                    <a:pt x="2736749" y="994509"/>
                  </a:lnTo>
                  <a:lnTo>
                    <a:pt x="2728868" y="997538"/>
                  </a:lnTo>
                  <a:lnTo>
                    <a:pt x="2728104" y="992286"/>
                  </a:lnTo>
                  <a:lnTo>
                    <a:pt x="2725499" y="989905"/>
                  </a:lnTo>
                  <a:lnTo>
                    <a:pt x="2724528" y="1001151"/>
                  </a:lnTo>
                  <a:lnTo>
                    <a:pt x="2722460" y="1004974"/>
                  </a:lnTo>
                  <a:lnTo>
                    <a:pt x="2716698" y="994420"/>
                  </a:lnTo>
                  <a:lnTo>
                    <a:pt x="2714967" y="996547"/>
                  </a:lnTo>
                  <a:lnTo>
                    <a:pt x="2715189" y="999545"/>
                  </a:lnTo>
                  <a:lnTo>
                    <a:pt x="2713717" y="1004726"/>
                  </a:lnTo>
                  <a:lnTo>
                    <a:pt x="2708776" y="1007425"/>
                  </a:lnTo>
                  <a:lnTo>
                    <a:pt x="2709081" y="1014068"/>
                  </a:lnTo>
                  <a:lnTo>
                    <a:pt x="2707164" y="1017688"/>
                  </a:lnTo>
                  <a:lnTo>
                    <a:pt x="2691340" y="1011921"/>
                  </a:lnTo>
                  <a:lnTo>
                    <a:pt x="2690968" y="1013877"/>
                  </a:lnTo>
                  <a:lnTo>
                    <a:pt x="2699919" y="1026311"/>
                  </a:lnTo>
                  <a:lnTo>
                    <a:pt x="2706456" y="1030560"/>
                  </a:lnTo>
                  <a:lnTo>
                    <a:pt x="2707252" y="1037342"/>
                  </a:lnTo>
                  <a:lnTo>
                    <a:pt x="2701640" y="1042968"/>
                  </a:lnTo>
                  <a:lnTo>
                    <a:pt x="2693898" y="1038110"/>
                  </a:lnTo>
                  <a:lnTo>
                    <a:pt x="2692596" y="1038466"/>
                  </a:lnTo>
                  <a:lnTo>
                    <a:pt x="2696803" y="1046798"/>
                  </a:lnTo>
                  <a:lnTo>
                    <a:pt x="2699454" y="1054075"/>
                  </a:lnTo>
                  <a:lnTo>
                    <a:pt x="2696725" y="1060172"/>
                  </a:lnTo>
                  <a:lnTo>
                    <a:pt x="2697149" y="1067678"/>
                  </a:lnTo>
                  <a:lnTo>
                    <a:pt x="2696560" y="1074485"/>
                  </a:lnTo>
                  <a:lnTo>
                    <a:pt x="2694891" y="1080423"/>
                  </a:lnTo>
                  <a:lnTo>
                    <a:pt x="2698653" y="1107793"/>
                  </a:lnTo>
                  <a:lnTo>
                    <a:pt x="2703185" y="1115236"/>
                  </a:lnTo>
                  <a:lnTo>
                    <a:pt x="2707639" y="1122355"/>
                  </a:lnTo>
                  <a:lnTo>
                    <a:pt x="2710001" y="1129016"/>
                  </a:lnTo>
                  <a:lnTo>
                    <a:pt x="2705273" y="1129988"/>
                  </a:lnTo>
                  <a:lnTo>
                    <a:pt x="2697743" y="1124507"/>
                  </a:lnTo>
                  <a:lnTo>
                    <a:pt x="2691129" y="1120329"/>
                  </a:lnTo>
                  <a:lnTo>
                    <a:pt x="2683248" y="1106968"/>
                  </a:lnTo>
                  <a:lnTo>
                    <a:pt x="2681945" y="1101633"/>
                  </a:lnTo>
                  <a:lnTo>
                    <a:pt x="2680023" y="1097417"/>
                  </a:lnTo>
                  <a:lnTo>
                    <a:pt x="2680953" y="1107101"/>
                  </a:lnTo>
                  <a:lnTo>
                    <a:pt x="2683765" y="1117916"/>
                  </a:lnTo>
                  <a:lnTo>
                    <a:pt x="2708446" y="1142117"/>
                  </a:lnTo>
                  <a:lnTo>
                    <a:pt x="2713003" y="1151401"/>
                  </a:lnTo>
                  <a:lnTo>
                    <a:pt x="2716476" y="1158698"/>
                  </a:lnTo>
                  <a:lnTo>
                    <a:pt x="2715603" y="1165690"/>
                  </a:lnTo>
                  <a:lnTo>
                    <a:pt x="2709169" y="1160743"/>
                  </a:lnTo>
                  <a:lnTo>
                    <a:pt x="2703619" y="1154437"/>
                  </a:lnTo>
                  <a:lnTo>
                    <a:pt x="2688886" y="1147312"/>
                  </a:lnTo>
                  <a:lnTo>
                    <a:pt x="2670308" y="1142809"/>
                  </a:lnTo>
                  <a:lnTo>
                    <a:pt x="2659833" y="1126247"/>
                  </a:lnTo>
                  <a:lnTo>
                    <a:pt x="2659869" y="1133157"/>
                  </a:lnTo>
                  <a:lnTo>
                    <a:pt x="2657543" y="1139018"/>
                  </a:lnTo>
                  <a:lnTo>
                    <a:pt x="2651141" y="1131874"/>
                  </a:lnTo>
                  <a:lnTo>
                    <a:pt x="2647105" y="1125778"/>
                  </a:lnTo>
                  <a:lnTo>
                    <a:pt x="2645751" y="1119097"/>
                  </a:lnTo>
                  <a:lnTo>
                    <a:pt x="2637756" y="1119554"/>
                  </a:lnTo>
                  <a:lnTo>
                    <a:pt x="2629374" y="1125358"/>
                  </a:lnTo>
                  <a:lnTo>
                    <a:pt x="2621266" y="1123980"/>
                  </a:lnTo>
                  <a:lnTo>
                    <a:pt x="2620305" y="1112651"/>
                  </a:lnTo>
                  <a:lnTo>
                    <a:pt x="2622496" y="1106650"/>
                  </a:lnTo>
                  <a:lnTo>
                    <a:pt x="2631596" y="1092457"/>
                  </a:lnTo>
                  <a:lnTo>
                    <a:pt x="2640170" y="1085211"/>
                  </a:lnTo>
                  <a:lnTo>
                    <a:pt x="2643952" y="1075857"/>
                  </a:lnTo>
                  <a:lnTo>
                    <a:pt x="2642660" y="1061353"/>
                  </a:lnTo>
                  <a:lnTo>
                    <a:pt x="2641048" y="1076111"/>
                  </a:lnTo>
                  <a:lnTo>
                    <a:pt x="2636149" y="1083427"/>
                  </a:lnTo>
                  <a:lnTo>
                    <a:pt x="2628449" y="1089015"/>
                  </a:lnTo>
                  <a:lnTo>
                    <a:pt x="2618315" y="1098973"/>
                  </a:lnTo>
                  <a:lnTo>
                    <a:pt x="2615840" y="1108181"/>
                  </a:lnTo>
                  <a:lnTo>
                    <a:pt x="2612677" y="1125422"/>
                  </a:lnTo>
                  <a:lnTo>
                    <a:pt x="2616956" y="1131258"/>
                  </a:lnTo>
                  <a:lnTo>
                    <a:pt x="2621328" y="1132782"/>
                  </a:lnTo>
                  <a:lnTo>
                    <a:pt x="2634242" y="1128870"/>
                  </a:lnTo>
                  <a:lnTo>
                    <a:pt x="2640924" y="1130617"/>
                  </a:lnTo>
                  <a:lnTo>
                    <a:pt x="2655786" y="1151376"/>
                  </a:lnTo>
                  <a:lnTo>
                    <a:pt x="2683460" y="1159587"/>
                  </a:lnTo>
                  <a:lnTo>
                    <a:pt x="2693552" y="1164718"/>
                  </a:lnTo>
                  <a:lnTo>
                    <a:pt x="2701779" y="1175552"/>
                  </a:lnTo>
                  <a:lnTo>
                    <a:pt x="2714146" y="1181788"/>
                  </a:lnTo>
                  <a:lnTo>
                    <a:pt x="2723742" y="1190850"/>
                  </a:lnTo>
                  <a:lnTo>
                    <a:pt x="2724000" y="1196762"/>
                  </a:lnTo>
                  <a:lnTo>
                    <a:pt x="2720678" y="1203754"/>
                  </a:lnTo>
                  <a:lnTo>
                    <a:pt x="2719365" y="1213216"/>
                  </a:lnTo>
                  <a:lnTo>
                    <a:pt x="2715288" y="1219185"/>
                  </a:lnTo>
                  <a:lnTo>
                    <a:pt x="2705500" y="1219871"/>
                  </a:lnTo>
                  <a:lnTo>
                    <a:pt x="2699588" y="1218334"/>
                  </a:lnTo>
                  <a:lnTo>
                    <a:pt x="2667807" y="1185071"/>
                  </a:lnTo>
                  <a:lnTo>
                    <a:pt x="2664013" y="1182010"/>
                  </a:lnTo>
                  <a:lnTo>
                    <a:pt x="2652226" y="1164591"/>
                  </a:lnTo>
                  <a:lnTo>
                    <a:pt x="2638397" y="1155262"/>
                  </a:lnTo>
                  <a:lnTo>
                    <a:pt x="2634118" y="1155459"/>
                  </a:lnTo>
                  <a:lnTo>
                    <a:pt x="2653802" y="1172713"/>
                  </a:lnTo>
                  <a:lnTo>
                    <a:pt x="2661838" y="1184779"/>
                  </a:lnTo>
                  <a:lnTo>
                    <a:pt x="2675992" y="1201696"/>
                  </a:lnTo>
                  <a:lnTo>
                    <a:pt x="2686111" y="1208860"/>
                  </a:lnTo>
                  <a:lnTo>
                    <a:pt x="2693557" y="1220036"/>
                  </a:lnTo>
                  <a:lnTo>
                    <a:pt x="2700477" y="1225275"/>
                  </a:lnTo>
                  <a:lnTo>
                    <a:pt x="2719370" y="1232737"/>
                  </a:lnTo>
                  <a:lnTo>
                    <a:pt x="2712802" y="1238097"/>
                  </a:lnTo>
                  <a:lnTo>
                    <a:pt x="2723287" y="1242663"/>
                  </a:lnTo>
                  <a:lnTo>
                    <a:pt x="2724786" y="1251058"/>
                  </a:lnTo>
                  <a:lnTo>
                    <a:pt x="2723825" y="1260628"/>
                  </a:lnTo>
                  <a:lnTo>
                    <a:pt x="2709272" y="1256843"/>
                  </a:lnTo>
                  <a:lnTo>
                    <a:pt x="2708797" y="1263892"/>
                  </a:lnTo>
                  <a:lnTo>
                    <a:pt x="2710099" y="1268052"/>
                  </a:lnTo>
                  <a:lnTo>
                    <a:pt x="2703671" y="1271487"/>
                  </a:lnTo>
                  <a:lnTo>
                    <a:pt x="2694730" y="1266826"/>
                  </a:lnTo>
                  <a:lnTo>
                    <a:pt x="2671517" y="1241329"/>
                  </a:lnTo>
                  <a:lnTo>
                    <a:pt x="2671713" y="1244739"/>
                  </a:lnTo>
                  <a:lnTo>
                    <a:pt x="2673594" y="1248696"/>
                  </a:lnTo>
                  <a:lnTo>
                    <a:pt x="2687056" y="1265111"/>
                  </a:lnTo>
                  <a:lnTo>
                    <a:pt x="2699071" y="1274955"/>
                  </a:lnTo>
                  <a:lnTo>
                    <a:pt x="2709257" y="1279400"/>
                  </a:lnTo>
                  <a:lnTo>
                    <a:pt x="2717107" y="1287649"/>
                  </a:lnTo>
                  <a:lnTo>
                    <a:pt x="2719877" y="1292640"/>
                  </a:lnTo>
                  <a:lnTo>
                    <a:pt x="2721727" y="1300210"/>
                  </a:lnTo>
                  <a:lnTo>
                    <a:pt x="2715908" y="1305354"/>
                  </a:lnTo>
                  <a:lnTo>
                    <a:pt x="2709283" y="1308193"/>
                  </a:lnTo>
                  <a:lnTo>
                    <a:pt x="2702813" y="1303061"/>
                  </a:lnTo>
                  <a:lnTo>
                    <a:pt x="2698069" y="1297657"/>
                  </a:lnTo>
                  <a:lnTo>
                    <a:pt x="2687966" y="1288481"/>
                  </a:lnTo>
                  <a:lnTo>
                    <a:pt x="2684938" y="1278225"/>
                  </a:lnTo>
                  <a:lnTo>
                    <a:pt x="2677253" y="1278752"/>
                  </a:lnTo>
                  <a:lnTo>
                    <a:pt x="2645136" y="1265747"/>
                  </a:lnTo>
                  <a:lnTo>
                    <a:pt x="2619323" y="1264248"/>
                  </a:lnTo>
                  <a:lnTo>
                    <a:pt x="2621845" y="1266864"/>
                  </a:lnTo>
                  <a:lnTo>
                    <a:pt x="2625111" y="1268604"/>
                  </a:lnTo>
                  <a:lnTo>
                    <a:pt x="2645668" y="1271811"/>
                  </a:lnTo>
                  <a:lnTo>
                    <a:pt x="2653792" y="1277800"/>
                  </a:lnTo>
                  <a:lnTo>
                    <a:pt x="2670700" y="1283115"/>
                  </a:lnTo>
                  <a:lnTo>
                    <a:pt x="2680602" y="1284569"/>
                  </a:lnTo>
                  <a:lnTo>
                    <a:pt x="2684617" y="1300896"/>
                  </a:lnTo>
                  <a:lnTo>
                    <a:pt x="2698301" y="1312130"/>
                  </a:lnTo>
                  <a:lnTo>
                    <a:pt x="2700079" y="1320455"/>
                  </a:lnTo>
                  <a:lnTo>
                    <a:pt x="2709422" y="1321389"/>
                  </a:lnTo>
                  <a:lnTo>
                    <a:pt x="2725861" y="1313222"/>
                  </a:lnTo>
                  <a:lnTo>
                    <a:pt x="2736470" y="1316086"/>
                  </a:lnTo>
                  <a:lnTo>
                    <a:pt x="2751772" y="1318423"/>
                  </a:lnTo>
                  <a:lnTo>
                    <a:pt x="2755270" y="1325015"/>
                  </a:lnTo>
                  <a:lnTo>
                    <a:pt x="2757896" y="1337557"/>
                  </a:lnTo>
                  <a:lnTo>
                    <a:pt x="2763306" y="1351667"/>
                  </a:lnTo>
                  <a:lnTo>
                    <a:pt x="2777337" y="1407303"/>
                  </a:lnTo>
                  <a:lnTo>
                    <a:pt x="2798416" y="1452810"/>
                  </a:lnTo>
                  <a:lnTo>
                    <a:pt x="2801010" y="1460646"/>
                  </a:lnTo>
                  <a:lnTo>
                    <a:pt x="2796111" y="1453769"/>
                  </a:lnTo>
                  <a:lnTo>
                    <a:pt x="2780473" y="1423630"/>
                  </a:lnTo>
                  <a:lnTo>
                    <a:pt x="2771843" y="1401867"/>
                  </a:lnTo>
                  <a:lnTo>
                    <a:pt x="2762975" y="1363441"/>
                  </a:lnTo>
                  <a:lnTo>
                    <a:pt x="2760402" y="1354836"/>
                  </a:lnTo>
                  <a:lnTo>
                    <a:pt x="2757374" y="1351401"/>
                  </a:lnTo>
                  <a:lnTo>
                    <a:pt x="2755379" y="1354195"/>
                  </a:lnTo>
                  <a:lnTo>
                    <a:pt x="2754521" y="1359091"/>
                  </a:lnTo>
                  <a:lnTo>
                    <a:pt x="2755968" y="1362850"/>
                  </a:lnTo>
                  <a:lnTo>
                    <a:pt x="2752475" y="1375500"/>
                  </a:lnTo>
                  <a:lnTo>
                    <a:pt x="2753989" y="1381305"/>
                  </a:lnTo>
                  <a:lnTo>
                    <a:pt x="2759663" y="1387306"/>
                  </a:lnTo>
                  <a:lnTo>
                    <a:pt x="2765828" y="1402280"/>
                  </a:lnTo>
                  <a:lnTo>
                    <a:pt x="2770753" y="1422442"/>
                  </a:lnTo>
                  <a:lnTo>
                    <a:pt x="2764092" y="1414269"/>
                  </a:lnTo>
                  <a:lnTo>
                    <a:pt x="2756981" y="1409938"/>
                  </a:lnTo>
                  <a:lnTo>
                    <a:pt x="2745917" y="1406617"/>
                  </a:lnTo>
                  <a:lnTo>
                    <a:pt x="2736062" y="1400794"/>
                  </a:lnTo>
                  <a:lnTo>
                    <a:pt x="2736780" y="1409145"/>
                  </a:lnTo>
                  <a:lnTo>
                    <a:pt x="2735835" y="1418162"/>
                  </a:lnTo>
                  <a:lnTo>
                    <a:pt x="2728238" y="1415412"/>
                  </a:lnTo>
                  <a:lnTo>
                    <a:pt x="2723070" y="1412421"/>
                  </a:lnTo>
                  <a:lnTo>
                    <a:pt x="2727644" y="1422030"/>
                  </a:lnTo>
                  <a:lnTo>
                    <a:pt x="2717716" y="1419147"/>
                  </a:lnTo>
                  <a:lnTo>
                    <a:pt x="2711102" y="1419750"/>
                  </a:lnTo>
                  <a:lnTo>
                    <a:pt x="2706802" y="1428278"/>
                  </a:lnTo>
                  <a:lnTo>
                    <a:pt x="2701035" y="1433454"/>
                  </a:lnTo>
                  <a:lnTo>
                    <a:pt x="2692508" y="1435124"/>
                  </a:lnTo>
                  <a:lnTo>
                    <a:pt x="2679858" y="1427326"/>
                  </a:lnTo>
                  <a:lnTo>
                    <a:pt x="2675760" y="1417857"/>
                  </a:lnTo>
                  <a:lnTo>
                    <a:pt x="2674065" y="1407316"/>
                  </a:lnTo>
                  <a:lnTo>
                    <a:pt x="2673388" y="1419782"/>
                  </a:lnTo>
                  <a:lnTo>
                    <a:pt x="2675641" y="1432762"/>
                  </a:lnTo>
                  <a:lnTo>
                    <a:pt x="2674850" y="1442630"/>
                  </a:lnTo>
                  <a:lnTo>
                    <a:pt x="2687031" y="1444446"/>
                  </a:lnTo>
                  <a:lnTo>
                    <a:pt x="2698420" y="1442833"/>
                  </a:lnTo>
                  <a:lnTo>
                    <a:pt x="2713789" y="1443246"/>
                  </a:lnTo>
                  <a:lnTo>
                    <a:pt x="2723814" y="1441398"/>
                  </a:lnTo>
                  <a:lnTo>
                    <a:pt x="2729850" y="1438261"/>
                  </a:lnTo>
                  <a:lnTo>
                    <a:pt x="2744325" y="1440979"/>
                  </a:lnTo>
                  <a:lnTo>
                    <a:pt x="2745353" y="1452899"/>
                  </a:lnTo>
                  <a:lnTo>
                    <a:pt x="2743700" y="1464749"/>
                  </a:lnTo>
                  <a:lnTo>
                    <a:pt x="2742863" y="1477367"/>
                  </a:lnTo>
                  <a:lnTo>
                    <a:pt x="2746873" y="1477284"/>
                  </a:lnTo>
                  <a:lnTo>
                    <a:pt x="2751586" y="1473252"/>
                  </a:lnTo>
                  <a:lnTo>
                    <a:pt x="2753942" y="1450651"/>
                  </a:lnTo>
                  <a:lnTo>
                    <a:pt x="2767172" y="1442300"/>
                  </a:lnTo>
                  <a:lnTo>
                    <a:pt x="2771605" y="1442872"/>
                  </a:lnTo>
                  <a:lnTo>
                    <a:pt x="2775817" y="1450136"/>
                  </a:lnTo>
                  <a:lnTo>
                    <a:pt x="2777233" y="1457503"/>
                  </a:lnTo>
                  <a:lnTo>
                    <a:pt x="2778727" y="1467619"/>
                  </a:lnTo>
                  <a:lnTo>
                    <a:pt x="2775636" y="1483031"/>
                  </a:lnTo>
                  <a:lnTo>
                    <a:pt x="2755312" y="1501054"/>
                  </a:lnTo>
                  <a:lnTo>
                    <a:pt x="2740754" y="1517717"/>
                  </a:lnTo>
                  <a:lnTo>
                    <a:pt x="2733313" y="1521115"/>
                  </a:lnTo>
                  <a:lnTo>
                    <a:pt x="2722579" y="1519178"/>
                  </a:lnTo>
                  <a:lnTo>
                    <a:pt x="2710409" y="1514987"/>
                  </a:lnTo>
                  <a:lnTo>
                    <a:pt x="2704441" y="1514142"/>
                  </a:lnTo>
                  <a:lnTo>
                    <a:pt x="2699903" y="1515539"/>
                  </a:lnTo>
                  <a:lnTo>
                    <a:pt x="2697139" y="1510408"/>
                  </a:lnTo>
                  <a:lnTo>
                    <a:pt x="2695356" y="1501047"/>
                  </a:lnTo>
                  <a:lnTo>
                    <a:pt x="2690622" y="1497942"/>
                  </a:lnTo>
                  <a:lnTo>
                    <a:pt x="2687041" y="1498285"/>
                  </a:lnTo>
                  <a:lnTo>
                    <a:pt x="2684597" y="1508230"/>
                  </a:lnTo>
                  <a:lnTo>
                    <a:pt x="2673243" y="1511056"/>
                  </a:lnTo>
                  <a:lnTo>
                    <a:pt x="2657807" y="1506947"/>
                  </a:lnTo>
                  <a:lnTo>
                    <a:pt x="2641642" y="1498584"/>
                  </a:lnTo>
                  <a:lnTo>
                    <a:pt x="2648577" y="1507557"/>
                  </a:lnTo>
                  <a:lnTo>
                    <a:pt x="2688689" y="1524296"/>
                  </a:lnTo>
                  <a:lnTo>
                    <a:pt x="2693206" y="1527427"/>
                  </a:lnTo>
                  <a:lnTo>
                    <a:pt x="2697423" y="1532006"/>
                  </a:lnTo>
                  <a:lnTo>
                    <a:pt x="2691811" y="1539188"/>
                  </a:lnTo>
                  <a:lnTo>
                    <a:pt x="2687413" y="1547278"/>
                  </a:lnTo>
                  <a:lnTo>
                    <a:pt x="2686793" y="1553629"/>
                  </a:lnTo>
                  <a:lnTo>
                    <a:pt x="2685242" y="1557636"/>
                  </a:lnTo>
                  <a:lnTo>
                    <a:pt x="2669248" y="1568431"/>
                  </a:lnTo>
                  <a:lnTo>
                    <a:pt x="2660582" y="1566526"/>
                  </a:lnTo>
                  <a:lnTo>
                    <a:pt x="2638438" y="1547062"/>
                  </a:lnTo>
                  <a:lnTo>
                    <a:pt x="2648526" y="1563897"/>
                  </a:lnTo>
                  <a:lnTo>
                    <a:pt x="2656603" y="1571041"/>
                  </a:lnTo>
                  <a:lnTo>
                    <a:pt x="2672866" y="1574852"/>
                  </a:lnTo>
                  <a:lnTo>
                    <a:pt x="2703371" y="1568558"/>
                  </a:lnTo>
                  <a:lnTo>
                    <a:pt x="2713376" y="1575430"/>
                  </a:lnTo>
                  <a:lnTo>
                    <a:pt x="2705164" y="1587603"/>
                  </a:lnTo>
                  <a:lnTo>
                    <a:pt x="2697004" y="1596145"/>
                  </a:lnTo>
                  <a:lnTo>
                    <a:pt x="2686302" y="1597097"/>
                  </a:lnTo>
                  <a:lnTo>
                    <a:pt x="2676876" y="1599409"/>
                  </a:lnTo>
                  <a:lnTo>
                    <a:pt x="2674111" y="1605283"/>
                  </a:lnTo>
                  <a:lnTo>
                    <a:pt x="2667393" y="1605651"/>
                  </a:lnTo>
                  <a:lnTo>
                    <a:pt x="2656892" y="1606000"/>
                  </a:lnTo>
                  <a:lnTo>
                    <a:pt x="2640635" y="1606534"/>
                  </a:lnTo>
                  <a:lnTo>
                    <a:pt x="2631705" y="1605162"/>
                  </a:lnTo>
                  <a:lnTo>
                    <a:pt x="2619230" y="1617164"/>
                  </a:lnTo>
                  <a:lnTo>
                    <a:pt x="2614522" y="1618815"/>
                  </a:lnTo>
                  <a:lnTo>
                    <a:pt x="2607944" y="1616561"/>
                  </a:lnTo>
                  <a:lnTo>
                    <a:pt x="2605184" y="1606921"/>
                  </a:lnTo>
                  <a:lnTo>
                    <a:pt x="2602244" y="1602184"/>
                  </a:lnTo>
                  <a:lnTo>
                    <a:pt x="2602171" y="1620219"/>
                  </a:lnTo>
                  <a:lnTo>
                    <a:pt x="2603324" y="1625077"/>
                  </a:lnTo>
                  <a:lnTo>
                    <a:pt x="2605680" y="1628741"/>
                  </a:lnTo>
                  <a:lnTo>
                    <a:pt x="2591087" y="1638527"/>
                  </a:lnTo>
                  <a:lnTo>
                    <a:pt x="2577118" y="1650733"/>
                  </a:lnTo>
                  <a:lnTo>
                    <a:pt x="2572111" y="1654054"/>
                  </a:lnTo>
                  <a:lnTo>
                    <a:pt x="2566421" y="1660169"/>
                  </a:lnTo>
                  <a:lnTo>
                    <a:pt x="2554768" y="1677830"/>
                  </a:lnTo>
                  <a:lnTo>
                    <a:pt x="2551889" y="1690708"/>
                  </a:lnTo>
                  <a:lnTo>
                    <a:pt x="2547678" y="1705066"/>
                  </a:lnTo>
                  <a:lnTo>
                    <a:pt x="2547145" y="1698602"/>
                  </a:lnTo>
                  <a:lnTo>
                    <a:pt x="2547869" y="1687717"/>
                  </a:lnTo>
                  <a:lnTo>
                    <a:pt x="2544985" y="1675251"/>
                  </a:lnTo>
                  <a:lnTo>
                    <a:pt x="2543156" y="1698087"/>
                  </a:lnTo>
                  <a:lnTo>
                    <a:pt x="2538629" y="1708699"/>
                  </a:lnTo>
                  <a:lnTo>
                    <a:pt x="2497086" y="1707950"/>
                  </a:lnTo>
                  <a:lnTo>
                    <a:pt x="2478900" y="1713716"/>
                  </a:lnTo>
                  <a:lnTo>
                    <a:pt x="2450984" y="1733116"/>
                  </a:lnTo>
                  <a:lnTo>
                    <a:pt x="2442638" y="1741619"/>
                  </a:lnTo>
                  <a:lnTo>
                    <a:pt x="2419580" y="1774495"/>
                  </a:lnTo>
                  <a:lnTo>
                    <a:pt x="2413694" y="1795534"/>
                  </a:lnTo>
                  <a:lnTo>
                    <a:pt x="2408976" y="1786688"/>
                  </a:lnTo>
                  <a:lnTo>
                    <a:pt x="2410144" y="1780052"/>
                  </a:lnTo>
                  <a:lnTo>
                    <a:pt x="2410237" y="1774629"/>
                  </a:lnTo>
                  <a:lnTo>
                    <a:pt x="2404428" y="1786263"/>
                  </a:lnTo>
                  <a:lnTo>
                    <a:pt x="2409942" y="1803205"/>
                  </a:lnTo>
                  <a:lnTo>
                    <a:pt x="2404992" y="1809676"/>
                  </a:lnTo>
                  <a:lnTo>
                    <a:pt x="2389762" y="1821755"/>
                  </a:lnTo>
                  <a:lnTo>
                    <a:pt x="2381427" y="1823736"/>
                  </a:lnTo>
                  <a:lnTo>
                    <a:pt x="2372068" y="1827172"/>
                  </a:lnTo>
                  <a:lnTo>
                    <a:pt x="2369122" y="1839085"/>
                  </a:lnTo>
                  <a:lnTo>
                    <a:pt x="2356415" y="1850071"/>
                  </a:lnTo>
                  <a:lnTo>
                    <a:pt x="2349010" y="1854936"/>
                  </a:lnTo>
                  <a:lnTo>
                    <a:pt x="2335449" y="1851989"/>
                  </a:lnTo>
                  <a:lnTo>
                    <a:pt x="2339625" y="1862569"/>
                  </a:lnTo>
                  <a:lnTo>
                    <a:pt x="2334643" y="1870577"/>
                  </a:lnTo>
                  <a:lnTo>
                    <a:pt x="2326065" y="1876718"/>
                  </a:lnTo>
                  <a:lnTo>
                    <a:pt x="2315399" y="1880725"/>
                  </a:lnTo>
                  <a:lnTo>
                    <a:pt x="2309285" y="1880236"/>
                  </a:lnTo>
                  <a:lnTo>
                    <a:pt x="2304061" y="1882363"/>
                  </a:lnTo>
                  <a:lnTo>
                    <a:pt x="2299968" y="1887456"/>
                  </a:lnTo>
                  <a:lnTo>
                    <a:pt x="2289968" y="1892219"/>
                  </a:lnTo>
                  <a:lnTo>
                    <a:pt x="2279581" y="1889539"/>
                  </a:lnTo>
                  <a:lnTo>
                    <a:pt x="2267809" y="1887932"/>
                  </a:lnTo>
                  <a:lnTo>
                    <a:pt x="2261251" y="1890790"/>
                  </a:lnTo>
                  <a:lnTo>
                    <a:pt x="2272274" y="1895515"/>
                  </a:lnTo>
                  <a:lnTo>
                    <a:pt x="2278176" y="1902360"/>
                  </a:lnTo>
                  <a:lnTo>
                    <a:pt x="2276961" y="1911588"/>
                  </a:lnTo>
                  <a:lnTo>
                    <a:pt x="2274010" y="1915150"/>
                  </a:lnTo>
                  <a:lnTo>
                    <a:pt x="2267055" y="1919976"/>
                  </a:lnTo>
                  <a:lnTo>
                    <a:pt x="2264001" y="1919259"/>
                  </a:lnTo>
                  <a:lnTo>
                    <a:pt x="2262135" y="1914909"/>
                  </a:lnTo>
                  <a:lnTo>
                    <a:pt x="2259872" y="1905847"/>
                  </a:lnTo>
                  <a:lnTo>
                    <a:pt x="2256637" y="1907777"/>
                  </a:lnTo>
                  <a:lnTo>
                    <a:pt x="2256078" y="1912000"/>
                  </a:lnTo>
                  <a:lnTo>
                    <a:pt x="2253298" y="1913505"/>
                  </a:lnTo>
                  <a:lnTo>
                    <a:pt x="2243433" y="1899071"/>
                  </a:lnTo>
                  <a:lnTo>
                    <a:pt x="2243924" y="1910082"/>
                  </a:lnTo>
                  <a:lnTo>
                    <a:pt x="2247371" y="1918541"/>
                  </a:lnTo>
                  <a:lnTo>
                    <a:pt x="2250704" y="1922834"/>
                  </a:lnTo>
                  <a:lnTo>
                    <a:pt x="2254068" y="1925361"/>
                  </a:lnTo>
                  <a:lnTo>
                    <a:pt x="2254895" y="1929286"/>
                  </a:lnTo>
                  <a:lnTo>
                    <a:pt x="2248146" y="1938850"/>
                  </a:lnTo>
                  <a:lnTo>
                    <a:pt x="2244673" y="1940977"/>
                  </a:lnTo>
                  <a:lnTo>
                    <a:pt x="2238493" y="1942527"/>
                  </a:lnTo>
                  <a:lnTo>
                    <a:pt x="2235015" y="1948420"/>
                  </a:lnTo>
                  <a:lnTo>
                    <a:pt x="2236043" y="1953494"/>
                  </a:lnTo>
                  <a:lnTo>
                    <a:pt x="2230638" y="1964505"/>
                  </a:lnTo>
                  <a:lnTo>
                    <a:pt x="2217713" y="1971383"/>
                  </a:lnTo>
                  <a:lnTo>
                    <a:pt x="2213765" y="1971116"/>
                  </a:lnTo>
                  <a:lnTo>
                    <a:pt x="2210546" y="1973129"/>
                  </a:lnTo>
                  <a:lnTo>
                    <a:pt x="2212427" y="1978032"/>
                  </a:lnTo>
                  <a:lnTo>
                    <a:pt x="2215651" y="1981601"/>
                  </a:lnTo>
                  <a:lnTo>
                    <a:pt x="2215538" y="1984915"/>
                  </a:lnTo>
                  <a:lnTo>
                    <a:pt x="2212122" y="1989418"/>
                  </a:lnTo>
                  <a:lnTo>
                    <a:pt x="2205378" y="1990675"/>
                  </a:lnTo>
                  <a:lnTo>
                    <a:pt x="2201590" y="1995813"/>
                  </a:lnTo>
                  <a:lnTo>
                    <a:pt x="2202789" y="2000658"/>
                  </a:lnTo>
                  <a:lnTo>
                    <a:pt x="2205016" y="2003363"/>
                  </a:lnTo>
                  <a:lnTo>
                    <a:pt x="2204551" y="2008025"/>
                  </a:lnTo>
                  <a:lnTo>
                    <a:pt x="2196882" y="2012705"/>
                  </a:lnTo>
                  <a:lnTo>
                    <a:pt x="2195084" y="2017309"/>
                  </a:lnTo>
                  <a:lnTo>
                    <a:pt x="2198892" y="2018668"/>
                  </a:lnTo>
                  <a:lnTo>
                    <a:pt x="2201822" y="2017309"/>
                  </a:lnTo>
                  <a:lnTo>
                    <a:pt x="2203967" y="2018299"/>
                  </a:lnTo>
                  <a:lnTo>
                    <a:pt x="2199368" y="2025996"/>
                  </a:lnTo>
                  <a:lnTo>
                    <a:pt x="2195239" y="2030689"/>
                  </a:lnTo>
                  <a:lnTo>
                    <a:pt x="2191316" y="2039122"/>
                  </a:lnTo>
                  <a:lnTo>
                    <a:pt x="2182216" y="2041453"/>
                  </a:lnTo>
                  <a:lnTo>
                    <a:pt x="2182557" y="2044177"/>
                  </a:lnTo>
                  <a:lnTo>
                    <a:pt x="2187699" y="2046590"/>
                  </a:lnTo>
                  <a:lnTo>
                    <a:pt x="2192004" y="2053074"/>
                  </a:lnTo>
                  <a:lnTo>
                    <a:pt x="2183916" y="2065045"/>
                  </a:lnTo>
                  <a:lnTo>
                    <a:pt x="2178867" y="2064060"/>
                  </a:lnTo>
                  <a:lnTo>
                    <a:pt x="2175782" y="2061425"/>
                  </a:lnTo>
                  <a:lnTo>
                    <a:pt x="2173813" y="2070874"/>
                  </a:lnTo>
                  <a:lnTo>
                    <a:pt x="2174568" y="2075917"/>
                  </a:lnTo>
                  <a:lnTo>
                    <a:pt x="2172645" y="2086223"/>
                  </a:lnTo>
                  <a:lnTo>
                    <a:pt x="2169555" y="2098613"/>
                  </a:lnTo>
                  <a:lnTo>
                    <a:pt x="2167457" y="2103699"/>
                  </a:lnTo>
                  <a:lnTo>
                    <a:pt x="2167902" y="2113174"/>
                  </a:lnTo>
                  <a:lnTo>
                    <a:pt x="2169199" y="2122325"/>
                  </a:lnTo>
                  <a:lnTo>
                    <a:pt x="2174149" y="2134118"/>
                  </a:lnTo>
                  <a:lnTo>
                    <a:pt x="2181710" y="2182343"/>
                  </a:lnTo>
                  <a:lnTo>
                    <a:pt x="2186857" y="2199089"/>
                  </a:lnTo>
                  <a:lnTo>
                    <a:pt x="2196128" y="2244272"/>
                  </a:lnTo>
                  <a:lnTo>
                    <a:pt x="2211471" y="2288077"/>
                  </a:lnTo>
                  <a:lnTo>
                    <a:pt x="2233118" y="2341026"/>
                  </a:lnTo>
                  <a:lnTo>
                    <a:pt x="2268646" y="2405203"/>
                  </a:lnTo>
                  <a:lnTo>
                    <a:pt x="2272899" y="2414348"/>
                  </a:lnTo>
                  <a:lnTo>
                    <a:pt x="2268274" y="2422102"/>
                  </a:lnTo>
                  <a:lnTo>
                    <a:pt x="2266863" y="2430135"/>
                  </a:lnTo>
                  <a:lnTo>
                    <a:pt x="2266460" y="2442245"/>
                  </a:lnTo>
                  <a:lnTo>
                    <a:pt x="2267742" y="2454044"/>
                  </a:lnTo>
                  <a:lnTo>
                    <a:pt x="2271943" y="2468453"/>
                  </a:lnTo>
                  <a:lnTo>
                    <a:pt x="2280015" y="2490483"/>
                  </a:lnTo>
                  <a:lnTo>
                    <a:pt x="2275499" y="2486088"/>
                  </a:lnTo>
                  <a:lnTo>
                    <a:pt x="2263809" y="2454470"/>
                  </a:lnTo>
                  <a:lnTo>
                    <a:pt x="2262450" y="2435901"/>
                  </a:lnTo>
                  <a:lnTo>
                    <a:pt x="2264135" y="2409560"/>
                  </a:lnTo>
                  <a:lnTo>
                    <a:pt x="2261391" y="2410195"/>
                  </a:lnTo>
                  <a:lnTo>
                    <a:pt x="2259164" y="2418755"/>
                  </a:lnTo>
                  <a:lnTo>
                    <a:pt x="2257939" y="2428808"/>
                  </a:lnTo>
                  <a:lnTo>
                    <a:pt x="2254973" y="2432700"/>
                  </a:lnTo>
                  <a:lnTo>
                    <a:pt x="2250926" y="2417364"/>
                  </a:lnTo>
                  <a:lnTo>
                    <a:pt x="2251210" y="2410430"/>
                  </a:lnTo>
                  <a:lnTo>
                    <a:pt x="2255505" y="2402327"/>
                  </a:lnTo>
                  <a:lnTo>
                    <a:pt x="2254259" y="2399412"/>
                  </a:lnTo>
                  <a:lnTo>
                    <a:pt x="2247309" y="2395265"/>
                  </a:lnTo>
                  <a:lnTo>
                    <a:pt x="2245831" y="2388743"/>
                  </a:lnTo>
                  <a:lnTo>
                    <a:pt x="2246771" y="2382304"/>
                  </a:lnTo>
                  <a:lnTo>
                    <a:pt x="2242782" y="2378862"/>
                  </a:lnTo>
                  <a:lnTo>
                    <a:pt x="2239661" y="2379027"/>
                  </a:lnTo>
                  <a:lnTo>
                    <a:pt x="2241753" y="2394903"/>
                  </a:lnTo>
                  <a:lnTo>
                    <a:pt x="2245056" y="2404651"/>
                  </a:lnTo>
                  <a:lnTo>
                    <a:pt x="2249138" y="2428014"/>
                  </a:lnTo>
                  <a:lnTo>
                    <a:pt x="2255727" y="2442169"/>
                  </a:lnTo>
                  <a:lnTo>
                    <a:pt x="2259567" y="2454038"/>
                  </a:lnTo>
                  <a:lnTo>
                    <a:pt x="2304438" y="2580696"/>
                  </a:lnTo>
                  <a:lnTo>
                    <a:pt x="2315058" y="2596826"/>
                  </a:lnTo>
                  <a:lnTo>
                    <a:pt x="2318985" y="2608409"/>
                  </a:lnTo>
                  <a:lnTo>
                    <a:pt x="2323073" y="2632630"/>
                  </a:lnTo>
                  <a:lnTo>
                    <a:pt x="2323998" y="2663728"/>
                  </a:lnTo>
                  <a:lnTo>
                    <a:pt x="2316665" y="2720564"/>
                  </a:lnTo>
                  <a:lnTo>
                    <a:pt x="2314996" y="2759333"/>
                  </a:lnTo>
                  <a:lnTo>
                    <a:pt x="2313947" y="2758145"/>
                  </a:lnTo>
                  <a:lnTo>
                    <a:pt x="2313244" y="2754062"/>
                  </a:lnTo>
                  <a:lnTo>
                    <a:pt x="2311549" y="2753503"/>
                  </a:lnTo>
                  <a:lnTo>
                    <a:pt x="2305182" y="2771265"/>
                  </a:lnTo>
                  <a:lnTo>
                    <a:pt x="2296531" y="2787287"/>
                  </a:lnTo>
                  <a:lnTo>
                    <a:pt x="2293684" y="2812187"/>
                  </a:lnTo>
                  <a:lnTo>
                    <a:pt x="2289534" y="2824653"/>
                  </a:lnTo>
                  <a:lnTo>
                    <a:pt x="2277075" y="2837843"/>
                  </a:lnTo>
                  <a:lnTo>
                    <a:pt x="2269354" y="2837506"/>
                  </a:lnTo>
                  <a:lnTo>
                    <a:pt x="2250420" y="2847400"/>
                  </a:lnTo>
                  <a:lnTo>
                    <a:pt x="2237118" y="2844822"/>
                  </a:lnTo>
                  <a:lnTo>
                    <a:pt x="2221269" y="2850404"/>
                  </a:lnTo>
                  <a:lnTo>
                    <a:pt x="2210840" y="2849781"/>
                  </a:lnTo>
                  <a:lnTo>
                    <a:pt x="2204820" y="2838014"/>
                  </a:lnTo>
                  <a:lnTo>
                    <a:pt x="2205740" y="2832750"/>
                  </a:lnTo>
                  <a:lnTo>
                    <a:pt x="2208137" y="2827460"/>
                  </a:lnTo>
                  <a:lnTo>
                    <a:pt x="2212199" y="2826228"/>
                  </a:lnTo>
                  <a:lnTo>
                    <a:pt x="2226199" y="2838560"/>
                  </a:lnTo>
                  <a:lnTo>
                    <a:pt x="2228839" y="2833372"/>
                  </a:lnTo>
                  <a:lnTo>
                    <a:pt x="2224612" y="2827199"/>
                  </a:lnTo>
                  <a:lnTo>
                    <a:pt x="2216519" y="2823757"/>
                  </a:lnTo>
                  <a:lnTo>
                    <a:pt x="2210540" y="2819973"/>
                  </a:lnTo>
                  <a:lnTo>
                    <a:pt x="2198494" y="2791859"/>
                  </a:lnTo>
                  <a:lnTo>
                    <a:pt x="2186014" y="2772554"/>
                  </a:lnTo>
                  <a:lnTo>
                    <a:pt x="2183911" y="2759650"/>
                  </a:lnTo>
                  <a:lnTo>
                    <a:pt x="2162393" y="2751782"/>
                  </a:lnTo>
                  <a:lnTo>
                    <a:pt x="2146812" y="2739869"/>
                  </a:lnTo>
                  <a:lnTo>
                    <a:pt x="2136652" y="2718678"/>
                  </a:lnTo>
                  <a:lnTo>
                    <a:pt x="2130823" y="2681102"/>
                  </a:lnTo>
                  <a:lnTo>
                    <a:pt x="2123950" y="2676879"/>
                  </a:lnTo>
                  <a:lnTo>
                    <a:pt x="2121046" y="2673958"/>
                  </a:lnTo>
                  <a:lnTo>
                    <a:pt x="2127759" y="2660013"/>
                  </a:lnTo>
                  <a:lnTo>
                    <a:pt x="2134833" y="2648322"/>
                  </a:lnTo>
                  <a:lnTo>
                    <a:pt x="2129237" y="2651230"/>
                  </a:lnTo>
                  <a:lnTo>
                    <a:pt x="2125108" y="2655555"/>
                  </a:lnTo>
                  <a:lnTo>
                    <a:pt x="2119857" y="2665880"/>
                  </a:lnTo>
                  <a:lnTo>
                    <a:pt x="2116023" y="2667468"/>
                  </a:lnTo>
                  <a:lnTo>
                    <a:pt x="2112509" y="2665880"/>
                  </a:lnTo>
                  <a:lnTo>
                    <a:pt x="2108457" y="2646074"/>
                  </a:lnTo>
                  <a:lnTo>
                    <a:pt x="2109615" y="2621726"/>
                  </a:lnTo>
                  <a:lnTo>
                    <a:pt x="2115294" y="2612620"/>
                  </a:lnTo>
                  <a:lnTo>
                    <a:pt x="2106571" y="2612378"/>
                  </a:lnTo>
                  <a:lnTo>
                    <a:pt x="2097533" y="2615846"/>
                  </a:lnTo>
                  <a:lnTo>
                    <a:pt x="2098856" y="2623962"/>
                  </a:lnTo>
                  <a:lnTo>
                    <a:pt x="2097579" y="2628420"/>
                  </a:lnTo>
                  <a:lnTo>
                    <a:pt x="2090995" y="2627276"/>
                  </a:lnTo>
                  <a:lnTo>
                    <a:pt x="2086003" y="2624425"/>
                  </a:lnTo>
                  <a:lnTo>
                    <a:pt x="2079229" y="2615979"/>
                  </a:lnTo>
                  <a:lnTo>
                    <a:pt x="2069989" y="2599862"/>
                  </a:lnTo>
                  <a:lnTo>
                    <a:pt x="2051033" y="2555460"/>
                  </a:lnTo>
                  <a:lnTo>
                    <a:pt x="2047338" y="2549198"/>
                  </a:lnTo>
                  <a:lnTo>
                    <a:pt x="2041070" y="2542645"/>
                  </a:lnTo>
                  <a:lnTo>
                    <a:pt x="2044021" y="2540606"/>
                  </a:lnTo>
                  <a:lnTo>
                    <a:pt x="2049406" y="2539400"/>
                  </a:lnTo>
                  <a:lnTo>
                    <a:pt x="2061576" y="2519409"/>
                  </a:lnTo>
                  <a:lnTo>
                    <a:pt x="2071136" y="2507330"/>
                  </a:lnTo>
                  <a:lnTo>
                    <a:pt x="2074309" y="2498973"/>
                  </a:lnTo>
                  <a:lnTo>
                    <a:pt x="2073756" y="2495398"/>
                  </a:lnTo>
                  <a:lnTo>
                    <a:pt x="2069529" y="2490203"/>
                  </a:lnTo>
                  <a:lnTo>
                    <a:pt x="2063979" y="2494744"/>
                  </a:lnTo>
                  <a:lnTo>
                    <a:pt x="2061601" y="2493448"/>
                  </a:lnTo>
                  <a:lnTo>
                    <a:pt x="2055359" y="2482970"/>
                  </a:lnTo>
                  <a:lnTo>
                    <a:pt x="2049395" y="2480011"/>
                  </a:lnTo>
                  <a:lnTo>
                    <a:pt x="2045240" y="2482278"/>
                  </a:lnTo>
                  <a:lnTo>
                    <a:pt x="2049623" y="2490864"/>
                  </a:lnTo>
                  <a:lnTo>
                    <a:pt x="2053560" y="2494052"/>
                  </a:lnTo>
                  <a:lnTo>
                    <a:pt x="2052036" y="2506536"/>
                  </a:lnTo>
                  <a:lnTo>
                    <a:pt x="2050444" y="2510601"/>
                  </a:lnTo>
                  <a:lnTo>
                    <a:pt x="2046755" y="2514189"/>
                  </a:lnTo>
                  <a:lnTo>
                    <a:pt x="2040993" y="2512277"/>
                  </a:lnTo>
                  <a:lnTo>
                    <a:pt x="2038078" y="2515364"/>
                  </a:lnTo>
                  <a:lnTo>
                    <a:pt x="2034647" y="2512112"/>
                  </a:lnTo>
                  <a:lnTo>
                    <a:pt x="2031231" y="2506625"/>
                  </a:lnTo>
                  <a:lnTo>
                    <a:pt x="2027427" y="2497595"/>
                  </a:lnTo>
                  <a:lnTo>
                    <a:pt x="2037478" y="2446767"/>
                  </a:lnTo>
                  <a:lnTo>
                    <a:pt x="2046780" y="2414380"/>
                  </a:lnTo>
                  <a:lnTo>
                    <a:pt x="2047845" y="2377433"/>
                  </a:lnTo>
                  <a:lnTo>
                    <a:pt x="2048537" y="2371959"/>
                  </a:lnTo>
                  <a:lnTo>
                    <a:pt x="2047752" y="2362141"/>
                  </a:lnTo>
                  <a:lnTo>
                    <a:pt x="2035277" y="2340804"/>
                  </a:lnTo>
                  <a:lnTo>
                    <a:pt x="1980122" y="2288737"/>
                  </a:lnTo>
                  <a:lnTo>
                    <a:pt x="1937374" y="2227081"/>
                  </a:lnTo>
                  <a:lnTo>
                    <a:pt x="1900348" y="2203953"/>
                  </a:lnTo>
                  <a:lnTo>
                    <a:pt x="1872256" y="2209033"/>
                  </a:lnTo>
                  <a:lnTo>
                    <a:pt x="1867393" y="2213682"/>
                  </a:lnTo>
                  <a:lnTo>
                    <a:pt x="1865305" y="2219759"/>
                  </a:lnTo>
                  <a:lnTo>
                    <a:pt x="1867068" y="2226637"/>
                  </a:lnTo>
                  <a:lnTo>
                    <a:pt x="1864515" y="2229501"/>
                  </a:lnTo>
                  <a:lnTo>
                    <a:pt x="1856975" y="2229139"/>
                  </a:lnTo>
                  <a:lnTo>
                    <a:pt x="1846820" y="2230739"/>
                  </a:lnTo>
                  <a:lnTo>
                    <a:pt x="1820305" y="2246971"/>
                  </a:lnTo>
                  <a:lnTo>
                    <a:pt x="1810951" y="2246374"/>
                  </a:lnTo>
                  <a:lnTo>
                    <a:pt x="1802455" y="2250578"/>
                  </a:lnTo>
                  <a:lnTo>
                    <a:pt x="1796094" y="2253727"/>
                  </a:lnTo>
                  <a:lnTo>
                    <a:pt x="1779506" y="2255442"/>
                  </a:lnTo>
                  <a:lnTo>
                    <a:pt x="1765439" y="2259043"/>
                  </a:lnTo>
                  <a:lnTo>
                    <a:pt x="1759362" y="2257093"/>
                  </a:lnTo>
                  <a:lnTo>
                    <a:pt x="1755398" y="2247682"/>
                  </a:lnTo>
                  <a:lnTo>
                    <a:pt x="1755398" y="2237940"/>
                  </a:lnTo>
                  <a:lnTo>
                    <a:pt x="1758613" y="2245408"/>
                  </a:lnTo>
                  <a:lnTo>
                    <a:pt x="1763589" y="2251251"/>
                  </a:lnTo>
                  <a:lnTo>
                    <a:pt x="1765868" y="2248914"/>
                  </a:lnTo>
                  <a:lnTo>
                    <a:pt x="1766721" y="2243745"/>
                  </a:lnTo>
                  <a:lnTo>
                    <a:pt x="1761770" y="2233616"/>
                  </a:lnTo>
                  <a:lnTo>
                    <a:pt x="1745822" y="2220604"/>
                  </a:lnTo>
                  <a:lnTo>
                    <a:pt x="1727673" y="2201597"/>
                  </a:lnTo>
                  <a:lnTo>
                    <a:pt x="1733208" y="2202226"/>
                  </a:lnTo>
                  <a:lnTo>
                    <a:pt x="1734608" y="2198155"/>
                  </a:lnTo>
                  <a:lnTo>
                    <a:pt x="1728981" y="2192815"/>
                  </a:lnTo>
                  <a:lnTo>
                    <a:pt x="1731358" y="2186642"/>
                  </a:lnTo>
                  <a:lnTo>
                    <a:pt x="1735322" y="2180158"/>
                  </a:lnTo>
                  <a:lnTo>
                    <a:pt x="1727663" y="2181130"/>
                  </a:lnTo>
                  <a:lnTo>
                    <a:pt x="1720790" y="2185670"/>
                  </a:lnTo>
                  <a:lnTo>
                    <a:pt x="1720563" y="2191278"/>
                  </a:lnTo>
                  <a:lnTo>
                    <a:pt x="1719203" y="2195736"/>
                  </a:lnTo>
                  <a:lnTo>
                    <a:pt x="1715503" y="2195088"/>
                  </a:lnTo>
                  <a:lnTo>
                    <a:pt x="1708635" y="2189569"/>
                  </a:lnTo>
                  <a:lnTo>
                    <a:pt x="1674823" y="2174208"/>
                  </a:lnTo>
                  <a:lnTo>
                    <a:pt x="1645264" y="2165546"/>
                  </a:lnTo>
                  <a:lnTo>
                    <a:pt x="1667950" y="2161647"/>
                  </a:lnTo>
                  <a:lnTo>
                    <a:pt x="1680254" y="2164676"/>
                  </a:lnTo>
                  <a:lnTo>
                    <a:pt x="1678787" y="2160027"/>
                  </a:lnTo>
                  <a:lnTo>
                    <a:pt x="1675826" y="2157075"/>
                  </a:lnTo>
                  <a:lnTo>
                    <a:pt x="1666121" y="2153334"/>
                  </a:lnTo>
                  <a:lnTo>
                    <a:pt x="1653759" y="2154757"/>
                  </a:lnTo>
                  <a:lnTo>
                    <a:pt x="1645951" y="2152998"/>
                  </a:lnTo>
                  <a:lnTo>
                    <a:pt x="1637967" y="2156706"/>
                  </a:lnTo>
                  <a:lnTo>
                    <a:pt x="1629218" y="2162218"/>
                  </a:lnTo>
                  <a:lnTo>
                    <a:pt x="1621430" y="2165057"/>
                  </a:lnTo>
                  <a:lnTo>
                    <a:pt x="1590951" y="2169026"/>
                  </a:lnTo>
                  <a:lnTo>
                    <a:pt x="1566234" y="2173332"/>
                  </a:lnTo>
                  <a:lnTo>
                    <a:pt x="1570197" y="2168785"/>
                  </a:lnTo>
                  <a:lnTo>
                    <a:pt x="1574424" y="2165863"/>
                  </a:lnTo>
                  <a:lnTo>
                    <a:pt x="1589028" y="2161418"/>
                  </a:lnTo>
                  <a:lnTo>
                    <a:pt x="1591214" y="2152178"/>
                  </a:lnTo>
                  <a:lnTo>
                    <a:pt x="1587783" y="2143281"/>
                  </a:lnTo>
                  <a:lnTo>
                    <a:pt x="1583938" y="2145415"/>
                  </a:lnTo>
                  <a:lnTo>
                    <a:pt x="1579902" y="2152369"/>
                  </a:lnTo>
                  <a:lnTo>
                    <a:pt x="1574952" y="2147358"/>
                  </a:lnTo>
                  <a:lnTo>
                    <a:pt x="1569469" y="2147384"/>
                  </a:lnTo>
                  <a:lnTo>
                    <a:pt x="1567980" y="2158446"/>
                  </a:lnTo>
                  <a:lnTo>
                    <a:pt x="1560952" y="2165863"/>
                  </a:lnTo>
                  <a:lnTo>
                    <a:pt x="1557779" y="2173332"/>
                  </a:lnTo>
                  <a:lnTo>
                    <a:pt x="1537170" y="2179180"/>
                  </a:lnTo>
                  <a:lnTo>
                    <a:pt x="1534530" y="2177231"/>
                  </a:lnTo>
                  <a:lnTo>
                    <a:pt x="1540560" y="2170137"/>
                  </a:lnTo>
                  <a:lnTo>
                    <a:pt x="1540080" y="2166194"/>
                  </a:lnTo>
                  <a:lnTo>
                    <a:pt x="1533202" y="2169578"/>
                  </a:lnTo>
                  <a:lnTo>
                    <a:pt x="1521667" y="2183022"/>
                  </a:lnTo>
                  <a:lnTo>
                    <a:pt x="1481059" y="2187423"/>
                  </a:lnTo>
                  <a:lnTo>
                    <a:pt x="1483276" y="2184368"/>
                  </a:lnTo>
                  <a:lnTo>
                    <a:pt x="1491849" y="2183759"/>
                  </a:lnTo>
                  <a:lnTo>
                    <a:pt x="1503885" y="2179504"/>
                  </a:lnTo>
                  <a:lnTo>
                    <a:pt x="1501451" y="2172341"/>
                  </a:lnTo>
                  <a:lnTo>
                    <a:pt x="1496810" y="2164466"/>
                  </a:lnTo>
                  <a:lnTo>
                    <a:pt x="1492526" y="2163590"/>
                  </a:lnTo>
                  <a:lnTo>
                    <a:pt x="1489700" y="2158973"/>
                  </a:lnTo>
                  <a:lnTo>
                    <a:pt x="1489839" y="2144425"/>
                  </a:lnTo>
                  <a:lnTo>
                    <a:pt x="1487100" y="2135921"/>
                  </a:lnTo>
                  <a:lnTo>
                    <a:pt x="1480491" y="2127171"/>
                  </a:lnTo>
                  <a:lnTo>
                    <a:pt x="1478258" y="2128853"/>
                  </a:lnTo>
                  <a:lnTo>
                    <a:pt x="1473395" y="2143815"/>
                  </a:lnTo>
                  <a:lnTo>
                    <a:pt x="1469354" y="2163438"/>
                  </a:lnTo>
                  <a:lnTo>
                    <a:pt x="1467354" y="2169775"/>
                  </a:lnTo>
                  <a:lnTo>
                    <a:pt x="1455314" y="2170220"/>
                  </a:lnTo>
                  <a:lnTo>
                    <a:pt x="1444658" y="2168880"/>
                  </a:lnTo>
                  <a:lnTo>
                    <a:pt x="1408442" y="2171236"/>
                  </a:lnTo>
                  <a:lnTo>
                    <a:pt x="1394913" y="2164587"/>
                  </a:lnTo>
                  <a:lnTo>
                    <a:pt x="1389301" y="2163311"/>
                  </a:lnTo>
                  <a:lnTo>
                    <a:pt x="1385885" y="2163463"/>
                  </a:lnTo>
                  <a:lnTo>
                    <a:pt x="1370134" y="2169559"/>
                  </a:lnTo>
                  <a:lnTo>
                    <a:pt x="1352186" y="2174227"/>
                  </a:lnTo>
                  <a:lnTo>
                    <a:pt x="1347959" y="2172760"/>
                  </a:lnTo>
                  <a:lnTo>
                    <a:pt x="1341929" y="2172544"/>
                  </a:lnTo>
                  <a:lnTo>
                    <a:pt x="1328916" y="2188433"/>
                  </a:lnTo>
                  <a:lnTo>
                    <a:pt x="1313573" y="2195869"/>
                  </a:lnTo>
                  <a:lnTo>
                    <a:pt x="1274862" y="2182501"/>
                  </a:lnTo>
                  <a:lnTo>
                    <a:pt x="1265234" y="2171750"/>
                  </a:lnTo>
                  <a:lnTo>
                    <a:pt x="1256687" y="2169451"/>
                  </a:lnTo>
                  <a:lnTo>
                    <a:pt x="1246176" y="2168124"/>
                  </a:lnTo>
                  <a:lnTo>
                    <a:pt x="1234884" y="2181352"/>
                  </a:lnTo>
                  <a:lnTo>
                    <a:pt x="1226306" y="2199203"/>
                  </a:lnTo>
                  <a:lnTo>
                    <a:pt x="1239861" y="2208989"/>
                  </a:lnTo>
                  <a:lnTo>
                    <a:pt x="1251462" y="2213669"/>
                  </a:lnTo>
                  <a:lnTo>
                    <a:pt x="1270635" y="2209745"/>
                  </a:lnTo>
                  <a:lnTo>
                    <a:pt x="1281234" y="2201083"/>
                  </a:lnTo>
                  <a:lnTo>
                    <a:pt x="1289890" y="2201368"/>
                  </a:lnTo>
                  <a:lnTo>
                    <a:pt x="1294029" y="2199609"/>
                  </a:lnTo>
                  <a:lnTo>
                    <a:pt x="1297806" y="2195088"/>
                  </a:lnTo>
                  <a:lnTo>
                    <a:pt x="1305207" y="2198657"/>
                  </a:lnTo>
                  <a:lnTo>
                    <a:pt x="1305470" y="2202232"/>
                  </a:lnTo>
                  <a:lnTo>
                    <a:pt x="1300215" y="2207268"/>
                  </a:lnTo>
                  <a:lnTo>
                    <a:pt x="1293595" y="2211510"/>
                  </a:lnTo>
                  <a:lnTo>
                    <a:pt x="1289579" y="2216508"/>
                  </a:lnTo>
                  <a:lnTo>
                    <a:pt x="1297135" y="2226580"/>
                  </a:lnTo>
                  <a:lnTo>
                    <a:pt x="1309000" y="2229964"/>
                  </a:lnTo>
                  <a:lnTo>
                    <a:pt x="1313465" y="2228504"/>
                  </a:lnTo>
                  <a:lnTo>
                    <a:pt x="1316229" y="2217181"/>
                  </a:lnTo>
                  <a:lnTo>
                    <a:pt x="1323526" y="2209891"/>
                  </a:lnTo>
                  <a:lnTo>
                    <a:pt x="1333443" y="2211466"/>
                  </a:lnTo>
                  <a:lnTo>
                    <a:pt x="1332032" y="2216038"/>
                  </a:lnTo>
                  <a:lnTo>
                    <a:pt x="1333422" y="2220356"/>
                  </a:lnTo>
                  <a:lnTo>
                    <a:pt x="1337980" y="2227729"/>
                  </a:lnTo>
                  <a:lnTo>
                    <a:pt x="1337458" y="2238290"/>
                  </a:lnTo>
                  <a:lnTo>
                    <a:pt x="1338342" y="2240836"/>
                  </a:lnTo>
                  <a:lnTo>
                    <a:pt x="1327655" y="2245497"/>
                  </a:lnTo>
                  <a:lnTo>
                    <a:pt x="1319692" y="2247079"/>
                  </a:lnTo>
                  <a:lnTo>
                    <a:pt x="1313320" y="2253181"/>
                  </a:lnTo>
                  <a:lnTo>
                    <a:pt x="1316658" y="2256725"/>
                  </a:lnTo>
                  <a:lnTo>
                    <a:pt x="1310168" y="2259837"/>
                  </a:lnTo>
                  <a:lnTo>
                    <a:pt x="1305780" y="2258592"/>
                  </a:lnTo>
                  <a:lnTo>
                    <a:pt x="1303574" y="2259741"/>
                  </a:lnTo>
                  <a:lnTo>
                    <a:pt x="1302912" y="2263488"/>
                  </a:lnTo>
                  <a:lnTo>
                    <a:pt x="1299558" y="2266968"/>
                  </a:lnTo>
                  <a:lnTo>
                    <a:pt x="1304437" y="2277453"/>
                  </a:lnTo>
                  <a:lnTo>
                    <a:pt x="1314436" y="2284298"/>
                  </a:lnTo>
                  <a:lnTo>
                    <a:pt x="1321490" y="2292878"/>
                  </a:lnTo>
                  <a:lnTo>
                    <a:pt x="1349851" y="2304175"/>
                  </a:lnTo>
                  <a:lnTo>
                    <a:pt x="1356724" y="2303851"/>
                  </a:lnTo>
                  <a:lnTo>
                    <a:pt x="1363488" y="2315225"/>
                  </a:lnTo>
                  <a:lnTo>
                    <a:pt x="1368940" y="2319136"/>
                  </a:lnTo>
                  <a:lnTo>
                    <a:pt x="1374191" y="2321124"/>
                  </a:lnTo>
                  <a:lnTo>
                    <a:pt x="1373591" y="2328948"/>
                  </a:lnTo>
                  <a:lnTo>
                    <a:pt x="1364263" y="2334676"/>
                  </a:lnTo>
                  <a:lnTo>
                    <a:pt x="1361742" y="2341509"/>
                  </a:lnTo>
                  <a:lnTo>
                    <a:pt x="1359395" y="2345351"/>
                  </a:lnTo>
                  <a:lnTo>
                    <a:pt x="1355189" y="2340486"/>
                  </a:lnTo>
                  <a:lnTo>
                    <a:pt x="1350869" y="2336962"/>
                  </a:lnTo>
                  <a:lnTo>
                    <a:pt x="1340869" y="2347681"/>
                  </a:lnTo>
                  <a:lnTo>
                    <a:pt x="1336048" y="2349936"/>
                  </a:lnTo>
                  <a:lnTo>
                    <a:pt x="1338440" y="2338378"/>
                  </a:lnTo>
                  <a:lnTo>
                    <a:pt x="1334663" y="2333850"/>
                  </a:lnTo>
                  <a:lnTo>
                    <a:pt x="1328952" y="2322261"/>
                  </a:lnTo>
                  <a:lnTo>
                    <a:pt x="1320632" y="2315091"/>
                  </a:lnTo>
                  <a:lnTo>
                    <a:pt x="1314772" y="2312716"/>
                  </a:lnTo>
                  <a:lnTo>
                    <a:pt x="1310209" y="2308182"/>
                  </a:lnTo>
                  <a:lnTo>
                    <a:pt x="1304685" y="2306347"/>
                  </a:lnTo>
                  <a:lnTo>
                    <a:pt x="1299972" y="2306817"/>
                  </a:lnTo>
                  <a:lnTo>
                    <a:pt x="1291993" y="2304175"/>
                  </a:lnTo>
                  <a:lnTo>
                    <a:pt x="1291466" y="2298009"/>
                  </a:lnTo>
                  <a:lnTo>
                    <a:pt x="1289254" y="2293392"/>
                  </a:lnTo>
                  <a:lnTo>
                    <a:pt x="1283011" y="2287943"/>
                  </a:lnTo>
                  <a:lnTo>
                    <a:pt x="1253183" y="2277649"/>
                  </a:lnTo>
                  <a:lnTo>
                    <a:pt x="1253002" y="2281910"/>
                  </a:lnTo>
                  <a:lnTo>
                    <a:pt x="1255069" y="2285117"/>
                  </a:lnTo>
                  <a:lnTo>
                    <a:pt x="1259353" y="2287251"/>
                  </a:lnTo>
                  <a:lnTo>
                    <a:pt x="1264480" y="2291404"/>
                  </a:lnTo>
                  <a:lnTo>
                    <a:pt x="1264433" y="2303705"/>
                  </a:lnTo>
                  <a:lnTo>
                    <a:pt x="1262216" y="2308912"/>
                  </a:lnTo>
                  <a:lnTo>
                    <a:pt x="1261265" y="2316330"/>
                  </a:lnTo>
                  <a:lnTo>
                    <a:pt x="1259291" y="2323868"/>
                  </a:lnTo>
                  <a:lnTo>
                    <a:pt x="1255643" y="2329811"/>
                  </a:lnTo>
                  <a:lnTo>
                    <a:pt x="1247499" y="2333863"/>
                  </a:lnTo>
                  <a:lnTo>
                    <a:pt x="1243907" y="2330472"/>
                  </a:lnTo>
                  <a:lnTo>
                    <a:pt x="1238099" y="2314240"/>
                  </a:lnTo>
                  <a:lnTo>
                    <a:pt x="1229887" y="2309128"/>
                  </a:lnTo>
                  <a:lnTo>
                    <a:pt x="1216839" y="2308525"/>
                  </a:lnTo>
                  <a:lnTo>
                    <a:pt x="1207976" y="2312195"/>
                  </a:lnTo>
                  <a:lnTo>
                    <a:pt x="1198317" y="2327919"/>
                  </a:lnTo>
                  <a:lnTo>
                    <a:pt x="1190535" y="2330491"/>
                  </a:lnTo>
                  <a:lnTo>
                    <a:pt x="1163895" y="2322343"/>
                  </a:lnTo>
                  <a:lnTo>
                    <a:pt x="1133478" y="2309928"/>
                  </a:lnTo>
                  <a:lnTo>
                    <a:pt x="1134263" y="2305794"/>
                  </a:lnTo>
                  <a:lnTo>
                    <a:pt x="1139049" y="2304467"/>
                  </a:lnTo>
                  <a:lnTo>
                    <a:pt x="1148227" y="2306163"/>
                  </a:lnTo>
                  <a:lnTo>
                    <a:pt x="1147741" y="2301902"/>
                  </a:lnTo>
                  <a:lnTo>
                    <a:pt x="1138361" y="2288032"/>
                  </a:lnTo>
                  <a:lnTo>
                    <a:pt x="1136641" y="2281771"/>
                  </a:lnTo>
                  <a:lnTo>
                    <a:pt x="1137850" y="2274131"/>
                  </a:lnTo>
                  <a:lnTo>
                    <a:pt x="1134791" y="2274303"/>
                  </a:lnTo>
                  <a:lnTo>
                    <a:pt x="1129158" y="2280717"/>
                  </a:lnTo>
                  <a:lnTo>
                    <a:pt x="1109763" y="2275281"/>
                  </a:lnTo>
                  <a:lnTo>
                    <a:pt x="1104410" y="2268784"/>
                  </a:lnTo>
                  <a:lnTo>
                    <a:pt x="1093015" y="2250476"/>
                  </a:lnTo>
                  <a:lnTo>
                    <a:pt x="1076933" y="2249879"/>
                  </a:lnTo>
                  <a:lnTo>
                    <a:pt x="1069657" y="2238779"/>
                  </a:lnTo>
                  <a:lnTo>
                    <a:pt x="1056515" y="2243427"/>
                  </a:lnTo>
                  <a:lnTo>
                    <a:pt x="1049859" y="2248571"/>
                  </a:lnTo>
                  <a:lnTo>
                    <a:pt x="1044009" y="2256541"/>
                  </a:lnTo>
                  <a:lnTo>
                    <a:pt x="1046288" y="2260675"/>
                  </a:lnTo>
                  <a:lnTo>
                    <a:pt x="1052117" y="2267241"/>
                  </a:lnTo>
                  <a:lnTo>
                    <a:pt x="1049456" y="2270410"/>
                  </a:lnTo>
                  <a:lnTo>
                    <a:pt x="1030744" y="2275090"/>
                  </a:lnTo>
                  <a:lnTo>
                    <a:pt x="987304" y="2269857"/>
                  </a:lnTo>
                  <a:lnTo>
                    <a:pt x="974601" y="2264968"/>
                  </a:lnTo>
                  <a:lnTo>
                    <a:pt x="957553" y="2254629"/>
                  </a:lnTo>
                  <a:lnTo>
                    <a:pt x="933921" y="2246202"/>
                  </a:lnTo>
                  <a:lnTo>
                    <a:pt x="922542" y="2244843"/>
                  </a:lnTo>
                  <a:lnTo>
                    <a:pt x="911400" y="2246513"/>
                  </a:lnTo>
                  <a:lnTo>
                    <a:pt x="878978" y="2247377"/>
                  </a:lnTo>
                  <a:lnTo>
                    <a:pt x="871454" y="2249619"/>
                  </a:lnTo>
                  <a:lnTo>
                    <a:pt x="865046" y="2253200"/>
                  </a:lnTo>
                  <a:lnTo>
                    <a:pt x="860891" y="2249238"/>
                  </a:lnTo>
                  <a:lnTo>
                    <a:pt x="858968" y="2242163"/>
                  </a:lnTo>
                  <a:lnTo>
                    <a:pt x="862731" y="2241014"/>
                  </a:lnTo>
                  <a:lnTo>
                    <a:pt x="866916" y="2236854"/>
                  </a:lnTo>
                  <a:lnTo>
                    <a:pt x="870694" y="2228631"/>
                  </a:lnTo>
                  <a:lnTo>
                    <a:pt x="871123" y="2223658"/>
                  </a:lnTo>
                  <a:lnTo>
                    <a:pt x="868482" y="2220413"/>
                  </a:lnTo>
                  <a:lnTo>
                    <a:pt x="863459" y="2220089"/>
                  </a:lnTo>
                  <a:lnTo>
                    <a:pt x="852364" y="2241516"/>
                  </a:lnTo>
                  <a:lnTo>
                    <a:pt x="858705" y="2253524"/>
                  </a:lnTo>
                  <a:lnTo>
                    <a:pt x="858271" y="2257855"/>
                  </a:lnTo>
                  <a:lnTo>
                    <a:pt x="836132" y="2260319"/>
                  </a:lnTo>
                  <a:lnTo>
                    <a:pt x="785881" y="2284495"/>
                  </a:lnTo>
                  <a:lnTo>
                    <a:pt x="766285" y="2297532"/>
                  </a:lnTo>
                  <a:lnTo>
                    <a:pt x="767288" y="2293144"/>
                  </a:lnTo>
                  <a:lnTo>
                    <a:pt x="790982" y="2276246"/>
                  </a:lnTo>
                  <a:lnTo>
                    <a:pt x="782615" y="2273661"/>
                  </a:lnTo>
                  <a:lnTo>
                    <a:pt x="769143" y="2277884"/>
                  </a:lnTo>
                  <a:lnTo>
                    <a:pt x="764311" y="2276259"/>
                  </a:lnTo>
                  <a:lnTo>
                    <a:pt x="770016" y="2262288"/>
                  </a:lnTo>
                  <a:lnTo>
                    <a:pt x="768156" y="2249968"/>
                  </a:lnTo>
                  <a:lnTo>
                    <a:pt x="758591" y="2249631"/>
                  </a:lnTo>
                  <a:lnTo>
                    <a:pt x="752498" y="2259468"/>
                  </a:lnTo>
                  <a:lnTo>
                    <a:pt x="748265" y="2259049"/>
                  </a:lnTo>
                  <a:lnTo>
                    <a:pt x="742720" y="2254832"/>
                  </a:lnTo>
                  <a:lnTo>
                    <a:pt x="738426" y="2256166"/>
                  </a:lnTo>
                  <a:lnTo>
                    <a:pt x="741604" y="2278456"/>
                  </a:lnTo>
                  <a:lnTo>
                    <a:pt x="747630" y="2287626"/>
                  </a:lnTo>
                  <a:lnTo>
                    <a:pt x="752668" y="2299317"/>
                  </a:lnTo>
                  <a:lnTo>
                    <a:pt x="738907" y="2313764"/>
                  </a:lnTo>
                  <a:lnTo>
                    <a:pt x="726127" y="2325684"/>
                  </a:lnTo>
                  <a:lnTo>
                    <a:pt x="724742" y="2337203"/>
                  </a:lnTo>
                  <a:lnTo>
                    <a:pt x="711900" y="2352209"/>
                  </a:lnTo>
                  <a:lnTo>
                    <a:pt x="699818" y="2360719"/>
                  </a:lnTo>
                  <a:lnTo>
                    <a:pt x="671432" y="2380723"/>
                  </a:lnTo>
                  <a:lnTo>
                    <a:pt x="663334" y="2385003"/>
                  </a:lnTo>
                  <a:lnTo>
                    <a:pt x="650523" y="2394287"/>
                  </a:lnTo>
                  <a:lnTo>
                    <a:pt x="632849" y="2401247"/>
                  </a:lnTo>
                  <a:lnTo>
                    <a:pt x="615904" y="2412297"/>
                  </a:lnTo>
                  <a:lnTo>
                    <a:pt x="610189" y="2413973"/>
                  </a:lnTo>
                  <a:lnTo>
                    <a:pt x="621010" y="2404619"/>
                  </a:lnTo>
                  <a:lnTo>
                    <a:pt x="633842" y="2395379"/>
                  </a:lnTo>
                  <a:lnTo>
                    <a:pt x="622834" y="2396643"/>
                  </a:lnTo>
                  <a:lnTo>
                    <a:pt x="605869" y="2392363"/>
                  </a:lnTo>
                  <a:lnTo>
                    <a:pt x="595487" y="2392115"/>
                  </a:lnTo>
                  <a:lnTo>
                    <a:pt x="595414" y="2395487"/>
                  </a:lnTo>
                  <a:lnTo>
                    <a:pt x="587518" y="2400250"/>
                  </a:lnTo>
                  <a:lnTo>
                    <a:pt x="579338" y="2393252"/>
                  </a:lnTo>
                  <a:lnTo>
                    <a:pt x="575772" y="2388546"/>
                  </a:lnTo>
                  <a:lnTo>
                    <a:pt x="574082" y="2384482"/>
                  </a:lnTo>
                  <a:lnTo>
                    <a:pt x="570609" y="2383498"/>
                  </a:lnTo>
                  <a:lnTo>
                    <a:pt x="567271" y="2385384"/>
                  </a:lnTo>
                  <a:lnTo>
                    <a:pt x="579482" y="2414005"/>
                  </a:lnTo>
                  <a:lnTo>
                    <a:pt x="584686" y="2415243"/>
                  </a:lnTo>
                  <a:lnTo>
                    <a:pt x="590443" y="2418088"/>
                  </a:lnTo>
                  <a:lnTo>
                    <a:pt x="583275" y="2424756"/>
                  </a:lnTo>
                  <a:lnTo>
                    <a:pt x="575560" y="2429817"/>
                  </a:lnTo>
                  <a:lnTo>
                    <a:pt x="563426" y="2433177"/>
                  </a:lnTo>
                  <a:lnTo>
                    <a:pt x="553142" y="2422730"/>
                  </a:lnTo>
                  <a:lnTo>
                    <a:pt x="550915" y="2435838"/>
                  </a:lnTo>
                  <a:lnTo>
                    <a:pt x="549613" y="2448926"/>
                  </a:lnTo>
                  <a:lnTo>
                    <a:pt x="546161" y="2452285"/>
                  </a:lnTo>
                  <a:lnTo>
                    <a:pt x="540647" y="2457073"/>
                  </a:lnTo>
                  <a:lnTo>
                    <a:pt x="537655" y="2453460"/>
                  </a:lnTo>
                  <a:lnTo>
                    <a:pt x="536234" y="2448399"/>
                  </a:lnTo>
                  <a:lnTo>
                    <a:pt x="532704" y="2452914"/>
                  </a:lnTo>
                  <a:lnTo>
                    <a:pt x="527536" y="2456305"/>
                  </a:lnTo>
                  <a:lnTo>
                    <a:pt x="519010" y="2456984"/>
                  </a:lnTo>
                  <a:lnTo>
                    <a:pt x="512612" y="2458794"/>
                  </a:lnTo>
                  <a:lnTo>
                    <a:pt x="512762" y="2464217"/>
                  </a:lnTo>
                  <a:lnTo>
                    <a:pt x="514224" y="2469666"/>
                  </a:lnTo>
                  <a:lnTo>
                    <a:pt x="525542" y="2465361"/>
                  </a:lnTo>
                  <a:lnTo>
                    <a:pt x="521438" y="2479376"/>
                  </a:lnTo>
                  <a:lnTo>
                    <a:pt x="511031" y="2493226"/>
                  </a:lnTo>
                  <a:lnTo>
                    <a:pt x="502550" y="2496497"/>
                  </a:lnTo>
                  <a:lnTo>
                    <a:pt x="489579" y="2494471"/>
                  </a:lnTo>
                  <a:lnTo>
                    <a:pt x="486375" y="2495861"/>
                  </a:lnTo>
                  <a:lnTo>
                    <a:pt x="483507" y="2498738"/>
                  </a:lnTo>
                  <a:lnTo>
                    <a:pt x="498618" y="2520406"/>
                  </a:lnTo>
                  <a:lnTo>
                    <a:pt x="488908" y="2553085"/>
                  </a:lnTo>
                  <a:lnTo>
                    <a:pt x="482701" y="2564928"/>
                  </a:lnTo>
                  <a:lnTo>
                    <a:pt x="478396" y="2566446"/>
                  </a:lnTo>
                  <a:lnTo>
                    <a:pt x="473730" y="2566789"/>
                  </a:lnTo>
                  <a:lnTo>
                    <a:pt x="456981" y="2556260"/>
                  </a:lnTo>
                  <a:lnTo>
                    <a:pt x="447845" y="2548119"/>
                  </a:lnTo>
                  <a:lnTo>
                    <a:pt x="455896" y="2570275"/>
                  </a:lnTo>
                  <a:lnTo>
                    <a:pt x="477833" y="2576746"/>
                  </a:lnTo>
                  <a:lnTo>
                    <a:pt x="478955" y="2585129"/>
                  </a:lnTo>
                  <a:lnTo>
                    <a:pt x="478831" y="2592292"/>
                  </a:lnTo>
                  <a:lnTo>
                    <a:pt x="474510" y="2600700"/>
                  </a:lnTo>
                  <a:lnTo>
                    <a:pt x="470469" y="2611870"/>
                  </a:lnTo>
                  <a:lnTo>
                    <a:pt x="473451" y="2619650"/>
                  </a:lnTo>
                  <a:lnTo>
                    <a:pt x="476913" y="2638885"/>
                  </a:lnTo>
                  <a:lnTo>
                    <a:pt x="479874" y="2647712"/>
                  </a:lnTo>
                  <a:lnTo>
                    <a:pt x="483130" y="2674492"/>
                  </a:lnTo>
                  <a:lnTo>
                    <a:pt x="486592" y="2686106"/>
                  </a:lnTo>
                  <a:lnTo>
                    <a:pt x="506535" y="2728851"/>
                  </a:lnTo>
                  <a:lnTo>
                    <a:pt x="513258" y="2729181"/>
                  </a:lnTo>
                  <a:lnTo>
                    <a:pt x="514338" y="2733811"/>
                  </a:lnTo>
                  <a:lnTo>
                    <a:pt x="513697" y="2742688"/>
                  </a:lnTo>
                  <a:lnTo>
                    <a:pt x="499352" y="2745273"/>
                  </a:lnTo>
                  <a:lnTo>
                    <a:pt x="493331" y="2749229"/>
                  </a:lnTo>
                  <a:lnTo>
                    <a:pt x="492158" y="2752665"/>
                  </a:lnTo>
                  <a:lnTo>
                    <a:pt x="491269" y="2754519"/>
                  </a:lnTo>
                  <a:lnTo>
                    <a:pt x="489419" y="2754348"/>
                  </a:lnTo>
                  <a:lnTo>
                    <a:pt x="482577" y="2751877"/>
                  </a:lnTo>
                  <a:lnTo>
                    <a:pt x="467022" y="2739735"/>
                  </a:lnTo>
                  <a:lnTo>
                    <a:pt x="444357" y="2732210"/>
                  </a:lnTo>
                  <a:lnTo>
                    <a:pt x="414575" y="2729295"/>
                  </a:lnTo>
                  <a:lnTo>
                    <a:pt x="394230" y="2723218"/>
                  </a:lnTo>
                  <a:lnTo>
                    <a:pt x="383321" y="2713959"/>
                  </a:lnTo>
                  <a:lnTo>
                    <a:pt x="371916" y="2708473"/>
                  </a:lnTo>
                  <a:lnTo>
                    <a:pt x="360019" y="2706745"/>
                  </a:lnTo>
                  <a:lnTo>
                    <a:pt x="350165" y="2701722"/>
                  </a:lnTo>
                  <a:lnTo>
                    <a:pt x="342351" y="2693403"/>
                  </a:lnTo>
                  <a:lnTo>
                    <a:pt x="330925" y="2688094"/>
                  </a:lnTo>
                  <a:lnTo>
                    <a:pt x="315887" y="2685789"/>
                  </a:lnTo>
                  <a:lnTo>
                    <a:pt x="306099" y="2679553"/>
                  </a:lnTo>
                  <a:lnTo>
                    <a:pt x="299293" y="2664306"/>
                  </a:lnTo>
                  <a:lnTo>
                    <a:pt x="299262" y="2664077"/>
                  </a:lnTo>
                  <a:lnTo>
                    <a:pt x="293170" y="2638586"/>
                  </a:lnTo>
                  <a:lnTo>
                    <a:pt x="285496" y="2622615"/>
                  </a:lnTo>
                  <a:lnTo>
                    <a:pt x="270561" y="2602853"/>
                  </a:lnTo>
                  <a:lnTo>
                    <a:pt x="269186" y="2600249"/>
                  </a:lnTo>
                  <a:lnTo>
                    <a:pt x="269062" y="2596998"/>
                  </a:lnTo>
                  <a:lnTo>
                    <a:pt x="270912" y="2585497"/>
                  </a:lnTo>
                  <a:lnTo>
                    <a:pt x="269336" y="2577229"/>
                  </a:lnTo>
                  <a:lnTo>
                    <a:pt x="264608" y="2570491"/>
                  </a:lnTo>
                  <a:lnTo>
                    <a:pt x="263522" y="2563360"/>
                  </a:lnTo>
                  <a:lnTo>
                    <a:pt x="266086" y="2555854"/>
                  </a:lnTo>
                  <a:lnTo>
                    <a:pt x="266251" y="2546836"/>
                  </a:lnTo>
                  <a:lnTo>
                    <a:pt x="264024" y="2536307"/>
                  </a:lnTo>
                  <a:lnTo>
                    <a:pt x="254500" y="2524921"/>
                  </a:lnTo>
                  <a:lnTo>
                    <a:pt x="237679" y="2512690"/>
                  </a:lnTo>
                  <a:lnTo>
                    <a:pt x="223349" y="2494826"/>
                  </a:lnTo>
                  <a:lnTo>
                    <a:pt x="211520" y="2471343"/>
                  </a:lnTo>
                  <a:lnTo>
                    <a:pt x="199820" y="2455073"/>
                  </a:lnTo>
                  <a:lnTo>
                    <a:pt x="188249" y="2446011"/>
                  </a:lnTo>
                  <a:lnTo>
                    <a:pt x="180338" y="2434949"/>
                  </a:lnTo>
                  <a:lnTo>
                    <a:pt x="176079" y="2421886"/>
                  </a:lnTo>
                  <a:lnTo>
                    <a:pt x="174824" y="2414303"/>
                  </a:lnTo>
                  <a:lnTo>
                    <a:pt x="176560" y="2412208"/>
                  </a:lnTo>
                  <a:lnTo>
                    <a:pt x="169449" y="2397684"/>
                  </a:lnTo>
                  <a:lnTo>
                    <a:pt x="153491" y="2370746"/>
                  </a:lnTo>
                  <a:lnTo>
                    <a:pt x="144324" y="2351047"/>
                  </a:lnTo>
                  <a:lnTo>
                    <a:pt x="141962" y="2338594"/>
                  </a:lnTo>
                  <a:lnTo>
                    <a:pt x="131807" y="2323772"/>
                  </a:lnTo>
                  <a:lnTo>
                    <a:pt x="113865" y="2306582"/>
                  </a:lnTo>
                  <a:lnTo>
                    <a:pt x="104108" y="2295399"/>
                  </a:lnTo>
                  <a:lnTo>
                    <a:pt x="101711" y="2287632"/>
                  </a:lnTo>
                  <a:lnTo>
                    <a:pt x="73712" y="2265044"/>
                  </a:lnTo>
                  <a:lnTo>
                    <a:pt x="65578" y="2250933"/>
                  </a:lnTo>
                  <a:lnTo>
                    <a:pt x="59227" y="2246475"/>
                  </a:lnTo>
                  <a:lnTo>
                    <a:pt x="51935" y="2246958"/>
                  </a:lnTo>
                  <a:lnTo>
                    <a:pt x="48194" y="2245605"/>
                  </a:lnTo>
                  <a:lnTo>
                    <a:pt x="48008" y="2242417"/>
                  </a:lnTo>
                  <a:lnTo>
                    <a:pt x="45646" y="2242265"/>
                  </a:lnTo>
                  <a:lnTo>
                    <a:pt x="41104" y="2245161"/>
                  </a:lnTo>
                  <a:lnTo>
                    <a:pt x="26210" y="2245745"/>
                  </a:lnTo>
                  <a:lnTo>
                    <a:pt x="961" y="2244024"/>
                  </a:lnTo>
                  <a:lnTo>
                    <a:pt x="0" y="2243821"/>
                  </a:lnTo>
                  <a:lnTo>
                    <a:pt x="0" y="0"/>
                  </a:lnTo>
                  <a:lnTo>
                    <a:pt x="1773799" y="0"/>
                  </a:lnTo>
                  <a:lnTo>
                    <a:pt x="1791779" y="9112"/>
                  </a:lnTo>
                  <a:lnTo>
                    <a:pt x="1812321" y="19521"/>
                  </a:lnTo>
                  <a:lnTo>
                    <a:pt x="1817499" y="36825"/>
                  </a:lnTo>
                  <a:lnTo>
                    <a:pt x="1822542" y="53673"/>
                  </a:lnTo>
                  <a:lnTo>
                    <a:pt x="1834568" y="65904"/>
                  </a:lnTo>
                  <a:lnTo>
                    <a:pt x="1845575" y="77074"/>
                  </a:lnTo>
                  <a:lnTo>
                    <a:pt x="1851947" y="76490"/>
                  </a:lnTo>
                  <a:lnTo>
                    <a:pt x="1858412" y="71772"/>
                  </a:lnTo>
                  <a:lnTo>
                    <a:pt x="1862515" y="69498"/>
                  </a:lnTo>
                  <a:lnTo>
                    <a:pt x="1869393" y="69123"/>
                  </a:lnTo>
                  <a:lnTo>
                    <a:pt x="1884690" y="65085"/>
                  </a:lnTo>
                  <a:lnTo>
                    <a:pt x="1889211" y="65967"/>
                  </a:lnTo>
                  <a:lnTo>
                    <a:pt x="1891780" y="67987"/>
                  </a:lnTo>
                  <a:lnTo>
                    <a:pt x="1891992" y="71149"/>
                  </a:lnTo>
                  <a:lnTo>
                    <a:pt x="1891470" y="73664"/>
                  </a:lnTo>
                  <a:lnTo>
                    <a:pt x="1889103" y="78713"/>
                  </a:lnTo>
                  <a:lnTo>
                    <a:pt x="1892839" y="88333"/>
                  </a:lnTo>
                  <a:lnTo>
                    <a:pt x="1893625" y="99021"/>
                  </a:lnTo>
                  <a:lnTo>
                    <a:pt x="1895676" y="107099"/>
                  </a:lnTo>
                  <a:lnTo>
                    <a:pt x="1901939" y="117437"/>
                  </a:lnTo>
                  <a:lnTo>
                    <a:pt x="1907381" y="125515"/>
                  </a:lnTo>
                  <a:lnTo>
                    <a:pt x="1914233" y="127077"/>
                  </a:lnTo>
                  <a:lnTo>
                    <a:pt x="1930093" y="122372"/>
                  </a:lnTo>
                  <a:lnTo>
                    <a:pt x="1940031" y="120593"/>
                  </a:lnTo>
                  <a:lnTo>
                    <a:pt x="1945674" y="121362"/>
                  </a:lnTo>
                  <a:lnTo>
                    <a:pt x="1955327" y="128925"/>
                  </a:lnTo>
                  <a:lnTo>
                    <a:pt x="1960050" y="133472"/>
                  </a:lnTo>
                  <a:lnTo>
                    <a:pt x="1961177" y="137250"/>
                  </a:lnTo>
                  <a:lnTo>
                    <a:pt x="1948139" y="160340"/>
                  </a:lnTo>
                  <a:lnTo>
                    <a:pt x="1968815" y="171797"/>
                  </a:lnTo>
                  <a:lnTo>
                    <a:pt x="1991889" y="184320"/>
                  </a:lnTo>
                  <a:lnTo>
                    <a:pt x="2019402" y="199249"/>
                  </a:lnTo>
                  <a:lnTo>
                    <a:pt x="2036223" y="208388"/>
                  </a:lnTo>
                  <a:lnTo>
                    <a:pt x="2058377" y="221438"/>
                  </a:lnTo>
                  <a:lnTo>
                    <a:pt x="2062170" y="240032"/>
                  </a:lnTo>
                  <a:lnTo>
                    <a:pt x="2065364" y="255723"/>
                  </a:lnTo>
                  <a:lnTo>
                    <a:pt x="2069436" y="277600"/>
                  </a:lnTo>
                  <a:lnTo>
                    <a:pt x="2073585" y="299916"/>
                  </a:lnTo>
                  <a:lnTo>
                    <a:pt x="2077725" y="322148"/>
                  </a:lnTo>
                  <a:lnTo>
                    <a:pt x="2082112" y="345746"/>
                  </a:lnTo>
                  <a:lnTo>
                    <a:pt x="2086934" y="371669"/>
                  </a:lnTo>
                  <a:lnTo>
                    <a:pt x="2091218" y="394676"/>
                  </a:lnTo>
                  <a:lnTo>
                    <a:pt x="2095894" y="419792"/>
                  </a:lnTo>
                  <a:lnTo>
                    <a:pt x="2102111" y="452477"/>
                  </a:lnTo>
                  <a:lnTo>
                    <a:pt x="2096551" y="465070"/>
                  </a:lnTo>
                  <a:lnTo>
                    <a:pt x="2084443" y="492491"/>
                  </a:lnTo>
                  <a:lnTo>
                    <a:pt x="2073498" y="517277"/>
                  </a:lnTo>
                  <a:lnTo>
                    <a:pt x="2072541" y="524465"/>
                  </a:lnTo>
                  <a:lnTo>
                    <a:pt x="2065017" y="560606"/>
                  </a:lnTo>
                  <a:lnTo>
                    <a:pt x="2058987" y="575535"/>
                  </a:lnTo>
                  <a:lnTo>
                    <a:pt x="2048424" y="584204"/>
                  </a:lnTo>
                  <a:lnTo>
                    <a:pt x="2037938" y="592605"/>
                  </a:lnTo>
                  <a:lnTo>
                    <a:pt x="2024859" y="606684"/>
                  </a:lnTo>
                  <a:lnTo>
                    <a:pt x="2010472" y="613638"/>
                  </a:lnTo>
                  <a:lnTo>
                    <a:pt x="2003123" y="617727"/>
                  </a:lnTo>
                  <a:lnTo>
                    <a:pt x="1999273" y="624179"/>
                  </a:lnTo>
                  <a:lnTo>
                    <a:pt x="1995026" y="638322"/>
                  </a:lnTo>
                  <a:lnTo>
                    <a:pt x="1995842" y="659919"/>
                  </a:lnTo>
                  <a:lnTo>
                    <a:pt x="2007692" y="678507"/>
                  </a:lnTo>
                  <a:lnTo>
                    <a:pt x="2025024" y="688902"/>
                  </a:lnTo>
                  <a:lnTo>
                    <a:pt x="2043669" y="699025"/>
                  </a:lnTo>
                  <a:lnTo>
                    <a:pt x="2070232" y="699069"/>
                  </a:lnTo>
                  <a:lnTo>
                    <a:pt x="2094122" y="685562"/>
                  </a:lnTo>
                  <a:lnTo>
                    <a:pt x="2119433" y="671255"/>
                  </a:lnTo>
                  <a:lnTo>
                    <a:pt x="2142001" y="658497"/>
                  </a:lnTo>
                  <a:lnTo>
                    <a:pt x="2168842" y="643326"/>
                  </a:lnTo>
                  <a:lnTo>
                    <a:pt x="2193151" y="629577"/>
                  </a:lnTo>
                  <a:lnTo>
                    <a:pt x="2219548" y="624637"/>
                  </a:lnTo>
                  <a:lnTo>
                    <a:pt x="2256125" y="617797"/>
                  </a:lnTo>
                  <a:lnTo>
                    <a:pt x="2302169" y="609180"/>
                  </a:lnTo>
                  <a:lnTo>
                    <a:pt x="2324587" y="599368"/>
                  </a:lnTo>
                  <a:lnTo>
                    <a:pt x="2353557" y="586687"/>
                  </a:lnTo>
                  <a:lnTo>
                    <a:pt x="2386977" y="572055"/>
                  </a:lnTo>
                  <a:lnTo>
                    <a:pt x="2415818" y="559431"/>
                  </a:lnTo>
                  <a:lnTo>
                    <a:pt x="2430319" y="552433"/>
                  </a:lnTo>
                  <a:lnTo>
                    <a:pt x="2440633" y="544450"/>
                  </a:lnTo>
                  <a:lnTo>
                    <a:pt x="2443191" y="538544"/>
                  </a:lnTo>
                  <a:lnTo>
                    <a:pt x="2442582" y="535153"/>
                  </a:lnTo>
                  <a:lnTo>
                    <a:pt x="2439920" y="531756"/>
                  </a:lnTo>
                  <a:lnTo>
                    <a:pt x="2436241" y="529247"/>
                  </a:lnTo>
                  <a:lnTo>
                    <a:pt x="2432970" y="527114"/>
                  </a:lnTo>
                  <a:lnTo>
                    <a:pt x="2431435" y="524472"/>
                  </a:lnTo>
                  <a:lnTo>
                    <a:pt x="2431130" y="518693"/>
                  </a:lnTo>
                  <a:lnTo>
                    <a:pt x="2429125" y="515372"/>
                  </a:lnTo>
                  <a:lnTo>
                    <a:pt x="2427213" y="512927"/>
                  </a:lnTo>
                  <a:lnTo>
                    <a:pt x="2427936" y="490561"/>
                  </a:lnTo>
                  <a:lnTo>
                    <a:pt x="2425414" y="483626"/>
                  </a:lnTo>
                  <a:lnTo>
                    <a:pt x="2416014" y="466048"/>
                  </a:lnTo>
                  <a:lnTo>
                    <a:pt x="2433941" y="458167"/>
                  </a:lnTo>
                  <a:lnTo>
                    <a:pt x="2450550" y="450858"/>
                  </a:lnTo>
                  <a:lnTo>
                    <a:pt x="2463795" y="445448"/>
                  </a:lnTo>
                  <a:lnTo>
                    <a:pt x="2491541" y="444597"/>
                  </a:lnTo>
                  <a:lnTo>
                    <a:pt x="2517307" y="444705"/>
                  </a:lnTo>
                  <a:lnTo>
                    <a:pt x="2552820" y="444851"/>
                  </a:lnTo>
                  <a:lnTo>
                    <a:pt x="2582741" y="444971"/>
                  </a:lnTo>
                  <a:lnTo>
                    <a:pt x="2617649" y="445117"/>
                  </a:lnTo>
                  <a:lnTo>
                    <a:pt x="2638113" y="445200"/>
                  </a:lnTo>
                  <a:lnTo>
                    <a:pt x="2664928" y="444946"/>
                  </a:lnTo>
                  <a:lnTo>
                    <a:pt x="2677997" y="424656"/>
                  </a:lnTo>
                  <a:lnTo>
                    <a:pt x="2689676" y="406513"/>
                  </a:lnTo>
                  <a:lnTo>
                    <a:pt x="2702539" y="389177"/>
                  </a:lnTo>
                  <a:lnTo>
                    <a:pt x="2725406" y="368824"/>
                  </a:lnTo>
                  <a:lnTo>
                    <a:pt x="2732047" y="365166"/>
                  </a:lnTo>
                  <a:lnTo>
                    <a:pt x="2735710" y="357139"/>
                  </a:lnTo>
                  <a:lnTo>
                    <a:pt x="2749570" y="349512"/>
                  </a:lnTo>
                  <a:lnTo>
                    <a:pt x="2764841" y="342438"/>
                  </a:lnTo>
                  <a:lnTo>
                    <a:pt x="2770830" y="335802"/>
                  </a:lnTo>
                  <a:lnTo>
                    <a:pt x="2773729" y="332023"/>
                  </a:lnTo>
                  <a:lnTo>
                    <a:pt x="2815076" y="296232"/>
                  </a:lnTo>
                  <a:lnTo>
                    <a:pt x="2838559" y="279702"/>
                  </a:lnTo>
                  <a:lnTo>
                    <a:pt x="2857953" y="270501"/>
                  </a:lnTo>
                  <a:lnTo>
                    <a:pt x="2872717" y="266106"/>
                  </a:lnTo>
                  <a:lnTo>
                    <a:pt x="2882686" y="266735"/>
                  </a:lnTo>
                  <a:lnTo>
                    <a:pt x="2888355" y="2661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8" name="pg3868"/>
            <p:cNvSpPr/>
            <p:nvPr/>
          </p:nvSpPr>
          <p:spPr>
            <a:xfrm>
              <a:off x="5359282" y="3307053"/>
              <a:ext cx="225302" cy="75760"/>
            </a:xfrm>
            <a:custGeom>
              <a:avLst/>
              <a:gdLst/>
              <a:ahLst/>
              <a:cxnLst/>
              <a:rect l="0" t="0" r="0" b="0"/>
              <a:pathLst>
                <a:path w="225302" h="75760">
                  <a:moveTo>
                    <a:pt x="153584" y="30132"/>
                  </a:moveTo>
                  <a:lnTo>
                    <a:pt x="160385" y="30983"/>
                  </a:lnTo>
                  <a:lnTo>
                    <a:pt x="166235" y="28513"/>
                  </a:lnTo>
                  <a:lnTo>
                    <a:pt x="171775" y="23521"/>
                  </a:lnTo>
                  <a:lnTo>
                    <a:pt x="184637" y="16771"/>
                  </a:lnTo>
                  <a:lnTo>
                    <a:pt x="195598" y="13818"/>
                  </a:lnTo>
                  <a:lnTo>
                    <a:pt x="199050" y="13208"/>
                  </a:lnTo>
                  <a:lnTo>
                    <a:pt x="204275" y="17946"/>
                  </a:lnTo>
                  <a:lnTo>
                    <a:pt x="214641" y="14142"/>
                  </a:lnTo>
                  <a:lnTo>
                    <a:pt x="225302" y="12008"/>
                  </a:lnTo>
                  <a:lnTo>
                    <a:pt x="179185" y="33669"/>
                  </a:lnTo>
                  <a:lnTo>
                    <a:pt x="169754" y="36108"/>
                  </a:lnTo>
                  <a:lnTo>
                    <a:pt x="156261" y="42560"/>
                  </a:lnTo>
                  <a:lnTo>
                    <a:pt x="143507" y="47132"/>
                  </a:lnTo>
                  <a:lnTo>
                    <a:pt x="134324" y="48796"/>
                  </a:lnTo>
                  <a:lnTo>
                    <a:pt x="88662" y="64875"/>
                  </a:lnTo>
                  <a:lnTo>
                    <a:pt x="85040" y="65224"/>
                  </a:lnTo>
                  <a:lnTo>
                    <a:pt x="81122" y="63656"/>
                  </a:lnTo>
                  <a:lnTo>
                    <a:pt x="43512" y="71937"/>
                  </a:lnTo>
                  <a:lnTo>
                    <a:pt x="28076" y="72870"/>
                  </a:lnTo>
                  <a:lnTo>
                    <a:pt x="14020" y="75760"/>
                  </a:lnTo>
                  <a:lnTo>
                    <a:pt x="24417" y="69092"/>
                  </a:lnTo>
                  <a:lnTo>
                    <a:pt x="24644" y="66596"/>
                  </a:lnTo>
                  <a:lnTo>
                    <a:pt x="22159" y="64646"/>
                  </a:lnTo>
                  <a:lnTo>
                    <a:pt x="16598" y="65212"/>
                  </a:lnTo>
                  <a:lnTo>
                    <a:pt x="10903" y="72076"/>
                  </a:lnTo>
                  <a:lnTo>
                    <a:pt x="1813" y="74369"/>
                  </a:lnTo>
                  <a:lnTo>
                    <a:pt x="0" y="66895"/>
                  </a:lnTo>
                  <a:lnTo>
                    <a:pt x="3033" y="61109"/>
                  </a:lnTo>
                  <a:lnTo>
                    <a:pt x="7141" y="55623"/>
                  </a:lnTo>
                  <a:lnTo>
                    <a:pt x="16169" y="46999"/>
                  </a:lnTo>
                  <a:lnTo>
                    <a:pt x="29083" y="41531"/>
                  </a:lnTo>
                  <a:lnTo>
                    <a:pt x="35646" y="36806"/>
                  </a:lnTo>
                  <a:lnTo>
                    <a:pt x="40194" y="40966"/>
                  </a:lnTo>
                  <a:lnTo>
                    <a:pt x="41191" y="35346"/>
                  </a:lnTo>
                  <a:lnTo>
                    <a:pt x="44690" y="32101"/>
                  </a:lnTo>
                  <a:lnTo>
                    <a:pt x="48493" y="30354"/>
                  </a:lnTo>
                  <a:lnTo>
                    <a:pt x="57640" y="30310"/>
                  </a:lnTo>
                  <a:lnTo>
                    <a:pt x="62565" y="29427"/>
                  </a:lnTo>
                  <a:lnTo>
                    <a:pt x="66126" y="27560"/>
                  </a:lnTo>
                  <a:lnTo>
                    <a:pt x="69779" y="27211"/>
                  </a:lnTo>
                  <a:lnTo>
                    <a:pt x="79784" y="29757"/>
                  </a:lnTo>
                  <a:lnTo>
                    <a:pt x="89556" y="29027"/>
                  </a:lnTo>
                  <a:lnTo>
                    <a:pt x="97447" y="25509"/>
                  </a:lnTo>
                  <a:lnTo>
                    <a:pt x="105648" y="24328"/>
                  </a:lnTo>
                  <a:lnTo>
                    <a:pt x="127343" y="23534"/>
                  </a:lnTo>
                  <a:lnTo>
                    <a:pt x="148902" y="20962"/>
                  </a:lnTo>
                  <a:lnTo>
                    <a:pt x="157522" y="16390"/>
                  </a:lnTo>
                  <a:lnTo>
                    <a:pt x="175630" y="3575"/>
                  </a:lnTo>
                  <a:lnTo>
                    <a:pt x="186048" y="0"/>
                  </a:lnTo>
                  <a:lnTo>
                    <a:pt x="169826" y="14891"/>
                  </a:lnTo>
                  <a:lnTo>
                    <a:pt x="161108" y="217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9" name="pg3869"/>
            <p:cNvSpPr/>
            <p:nvPr/>
          </p:nvSpPr>
          <p:spPr>
            <a:xfrm>
              <a:off x="5954108" y="2877417"/>
              <a:ext cx="23756" cy="26893"/>
            </a:xfrm>
            <a:custGeom>
              <a:avLst/>
              <a:gdLst/>
              <a:ahLst/>
              <a:cxnLst/>
              <a:rect l="0" t="0" r="0" b="0"/>
              <a:pathLst>
                <a:path w="23756" h="26893">
                  <a:moveTo>
                    <a:pt x="17596" y="18663"/>
                  </a:moveTo>
                  <a:lnTo>
                    <a:pt x="10841" y="17558"/>
                  </a:lnTo>
                  <a:lnTo>
                    <a:pt x="10981" y="24423"/>
                  </a:lnTo>
                  <a:lnTo>
                    <a:pt x="10226" y="26893"/>
                  </a:lnTo>
                  <a:lnTo>
                    <a:pt x="2744" y="23363"/>
                  </a:lnTo>
                  <a:lnTo>
                    <a:pt x="0" y="21089"/>
                  </a:lnTo>
                  <a:lnTo>
                    <a:pt x="237" y="11995"/>
                  </a:lnTo>
                  <a:lnTo>
                    <a:pt x="6847" y="3397"/>
                  </a:lnTo>
                  <a:lnTo>
                    <a:pt x="11885" y="0"/>
                  </a:lnTo>
                  <a:lnTo>
                    <a:pt x="18381" y="2355"/>
                  </a:lnTo>
                  <a:lnTo>
                    <a:pt x="23368" y="11983"/>
                  </a:lnTo>
                  <a:lnTo>
                    <a:pt x="23756" y="1612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0" name="pg3870"/>
            <p:cNvSpPr/>
            <p:nvPr/>
          </p:nvSpPr>
          <p:spPr>
            <a:xfrm>
              <a:off x="5337706" y="3371376"/>
              <a:ext cx="17833" cy="18174"/>
            </a:xfrm>
            <a:custGeom>
              <a:avLst/>
              <a:gdLst/>
              <a:ahLst/>
              <a:cxnLst/>
              <a:rect l="0" t="0" r="0" b="0"/>
              <a:pathLst>
                <a:path w="17833" h="18174">
                  <a:moveTo>
                    <a:pt x="0" y="18174"/>
                  </a:moveTo>
                  <a:lnTo>
                    <a:pt x="5048" y="5702"/>
                  </a:lnTo>
                  <a:lnTo>
                    <a:pt x="14330" y="0"/>
                  </a:lnTo>
                  <a:lnTo>
                    <a:pt x="17689" y="1187"/>
                  </a:lnTo>
                  <a:lnTo>
                    <a:pt x="17833" y="5594"/>
                  </a:lnTo>
                  <a:lnTo>
                    <a:pt x="16531" y="9360"/>
                  </a:lnTo>
                  <a:lnTo>
                    <a:pt x="10304" y="15164"/>
                  </a:lnTo>
                  <a:lnTo>
                    <a:pt x="5054" y="176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1" name="pg3871"/>
            <p:cNvSpPr/>
            <p:nvPr/>
          </p:nvSpPr>
          <p:spPr>
            <a:xfrm>
              <a:off x="5698253" y="3267490"/>
              <a:ext cx="33791" cy="16879"/>
            </a:xfrm>
            <a:custGeom>
              <a:avLst/>
              <a:gdLst/>
              <a:ahLst/>
              <a:cxnLst/>
              <a:rect l="0" t="0" r="0" b="0"/>
              <a:pathLst>
                <a:path w="33791" h="16879">
                  <a:moveTo>
                    <a:pt x="4645" y="16879"/>
                  </a:moveTo>
                  <a:lnTo>
                    <a:pt x="0" y="12776"/>
                  </a:lnTo>
                  <a:lnTo>
                    <a:pt x="7270" y="10878"/>
                  </a:lnTo>
                  <a:lnTo>
                    <a:pt x="16454" y="1130"/>
                  </a:lnTo>
                  <a:lnTo>
                    <a:pt x="22562" y="0"/>
                  </a:lnTo>
                  <a:lnTo>
                    <a:pt x="32158" y="5518"/>
                  </a:lnTo>
                  <a:lnTo>
                    <a:pt x="33791" y="1052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2" name="pg3872"/>
            <p:cNvSpPr/>
            <p:nvPr/>
          </p:nvSpPr>
          <p:spPr>
            <a:xfrm>
              <a:off x="5643532" y="3241859"/>
              <a:ext cx="12087" cy="24671"/>
            </a:xfrm>
            <a:custGeom>
              <a:avLst/>
              <a:gdLst/>
              <a:ahLst/>
              <a:cxnLst/>
              <a:rect l="0" t="0" r="0" b="0"/>
              <a:pathLst>
                <a:path w="12087" h="24671">
                  <a:moveTo>
                    <a:pt x="5855" y="24671"/>
                  </a:moveTo>
                  <a:lnTo>
                    <a:pt x="0" y="24048"/>
                  </a:lnTo>
                  <a:lnTo>
                    <a:pt x="2971" y="19248"/>
                  </a:lnTo>
                  <a:lnTo>
                    <a:pt x="4103" y="12199"/>
                  </a:lnTo>
                  <a:lnTo>
                    <a:pt x="6991" y="4457"/>
                  </a:lnTo>
                  <a:lnTo>
                    <a:pt x="8655" y="2089"/>
                  </a:lnTo>
                  <a:lnTo>
                    <a:pt x="12087" y="0"/>
                  </a:lnTo>
                  <a:lnTo>
                    <a:pt x="11095" y="211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3" name="pg3873"/>
            <p:cNvSpPr/>
            <p:nvPr/>
          </p:nvSpPr>
          <p:spPr>
            <a:xfrm>
              <a:off x="5761346" y="3275262"/>
              <a:ext cx="27001" cy="19248"/>
            </a:xfrm>
            <a:custGeom>
              <a:avLst/>
              <a:gdLst/>
              <a:ahLst/>
              <a:cxnLst/>
              <a:rect l="0" t="0" r="0" b="0"/>
              <a:pathLst>
                <a:path w="27001" h="19248">
                  <a:moveTo>
                    <a:pt x="18836" y="19248"/>
                  </a:moveTo>
                  <a:lnTo>
                    <a:pt x="0" y="14453"/>
                  </a:lnTo>
                  <a:lnTo>
                    <a:pt x="15498" y="10389"/>
                  </a:lnTo>
                  <a:lnTo>
                    <a:pt x="18030" y="8973"/>
                  </a:lnTo>
                  <a:lnTo>
                    <a:pt x="20050" y="2997"/>
                  </a:lnTo>
                  <a:lnTo>
                    <a:pt x="20303" y="0"/>
                  </a:lnTo>
                  <a:lnTo>
                    <a:pt x="26190" y="12853"/>
                  </a:lnTo>
                  <a:lnTo>
                    <a:pt x="27001" y="1715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4" name="pg3874"/>
            <p:cNvSpPr/>
            <p:nvPr/>
          </p:nvSpPr>
          <p:spPr>
            <a:xfrm>
              <a:off x="5180933" y="3984239"/>
              <a:ext cx="8624" cy="14377"/>
            </a:xfrm>
            <a:custGeom>
              <a:avLst/>
              <a:gdLst/>
              <a:ahLst/>
              <a:cxnLst/>
              <a:rect l="0" t="0" r="0" b="0"/>
              <a:pathLst>
                <a:path w="8624" h="14377">
                  <a:moveTo>
                    <a:pt x="7028" y="14377"/>
                  </a:moveTo>
                  <a:lnTo>
                    <a:pt x="0" y="0"/>
                  </a:lnTo>
                  <a:lnTo>
                    <a:pt x="7229" y="4648"/>
                  </a:lnTo>
                  <a:lnTo>
                    <a:pt x="8521" y="8515"/>
                  </a:lnTo>
                  <a:lnTo>
                    <a:pt x="8624" y="117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5" name="pg3875"/>
            <p:cNvSpPr/>
            <p:nvPr/>
          </p:nvSpPr>
          <p:spPr>
            <a:xfrm>
              <a:off x="5183801" y="4007259"/>
              <a:ext cx="24727" cy="72349"/>
            </a:xfrm>
            <a:custGeom>
              <a:avLst/>
              <a:gdLst/>
              <a:ahLst/>
              <a:cxnLst/>
              <a:rect l="0" t="0" r="0" b="0"/>
              <a:pathLst>
                <a:path w="24727" h="72349">
                  <a:moveTo>
                    <a:pt x="1250" y="72349"/>
                  </a:moveTo>
                  <a:lnTo>
                    <a:pt x="0" y="71213"/>
                  </a:lnTo>
                  <a:lnTo>
                    <a:pt x="16267" y="63796"/>
                  </a:lnTo>
                  <a:lnTo>
                    <a:pt x="21399" y="37670"/>
                  </a:lnTo>
                  <a:lnTo>
                    <a:pt x="22102" y="25623"/>
                  </a:lnTo>
                  <a:lnTo>
                    <a:pt x="19663" y="4388"/>
                  </a:lnTo>
                  <a:lnTo>
                    <a:pt x="19745" y="0"/>
                  </a:lnTo>
                  <a:lnTo>
                    <a:pt x="22391" y="6845"/>
                  </a:lnTo>
                  <a:lnTo>
                    <a:pt x="24727" y="26658"/>
                  </a:lnTo>
                  <a:lnTo>
                    <a:pt x="23849" y="41683"/>
                  </a:lnTo>
                  <a:lnTo>
                    <a:pt x="19130" y="63573"/>
                  </a:lnTo>
                  <a:lnTo>
                    <a:pt x="15446" y="6880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6" name="pg3876"/>
            <p:cNvSpPr/>
            <p:nvPr/>
          </p:nvSpPr>
          <p:spPr>
            <a:xfrm>
              <a:off x="5152676" y="4082556"/>
              <a:ext cx="21404" cy="9277"/>
            </a:xfrm>
            <a:custGeom>
              <a:avLst/>
              <a:gdLst/>
              <a:ahLst/>
              <a:cxnLst/>
              <a:rect l="0" t="0" r="0" b="0"/>
              <a:pathLst>
                <a:path w="21404" h="9277">
                  <a:moveTo>
                    <a:pt x="2170" y="9277"/>
                  </a:moveTo>
                  <a:lnTo>
                    <a:pt x="0" y="8725"/>
                  </a:lnTo>
                  <a:lnTo>
                    <a:pt x="12619" y="2089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7" name="pg3877"/>
            <p:cNvSpPr/>
            <p:nvPr/>
          </p:nvSpPr>
          <p:spPr>
            <a:xfrm>
              <a:off x="5095061" y="4115235"/>
              <a:ext cx="33993" cy="39982"/>
            </a:xfrm>
            <a:custGeom>
              <a:avLst/>
              <a:gdLst/>
              <a:ahLst/>
              <a:cxnLst/>
              <a:rect l="0" t="0" r="0" b="0"/>
              <a:pathLst>
                <a:path w="33993" h="39982">
                  <a:moveTo>
                    <a:pt x="0" y="39982"/>
                  </a:moveTo>
                  <a:lnTo>
                    <a:pt x="9689" y="23744"/>
                  </a:lnTo>
                  <a:lnTo>
                    <a:pt x="28825" y="3149"/>
                  </a:lnTo>
                  <a:lnTo>
                    <a:pt x="33993" y="0"/>
                  </a:lnTo>
                  <a:lnTo>
                    <a:pt x="18081" y="17590"/>
                  </a:lnTo>
                  <a:lnTo>
                    <a:pt x="2635" y="3848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8" name="pg3878"/>
            <p:cNvSpPr/>
            <p:nvPr/>
          </p:nvSpPr>
          <p:spPr>
            <a:xfrm>
              <a:off x="4494680" y="5206518"/>
              <a:ext cx="17373" cy="15672"/>
            </a:xfrm>
            <a:custGeom>
              <a:avLst/>
              <a:gdLst/>
              <a:ahLst/>
              <a:cxnLst/>
              <a:rect l="0" t="0" r="0" b="0"/>
              <a:pathLst>
                <a:path w="17373" h="15672">
                  <a:moveTo>
                    <a:pt x="13601" y="15672"/>
                  </a:moveTo>
                  <a:lnTo>
                    <a:pt x="5968" y="13183"/>
                  </a:lnTo>
                  <a:lnTo>
                    <a:pt x="1798" y="8725"/>
                  </a:lnTo>
                  <a:lnTo>
                    <a:pt x="0" y="0"/>
                  </a:lnTo>
                  <a:lnTo>
                    <a:pt x="6645" y="9239"/>
                  </a:lnTo>
                  <a:lnTo>
                    <a:pt x="9028" y="11329"/>
                  </a:lnTo>
                  <a:lnTo>
                    <a:pt x="17373" y="122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9" name="pg3879"/>
            <p:cNvSpPr/>
            <p:nvPr/>
          </p:nvSpPr>
          <p:spPr>
            <a:xfrm>
              <a:off x="4498091" y="5186660"/>
              <a:ext cx="9033" cy="26938"/>
            </a:xfrm>
            <a:custGeom>
              <a:avLst/>
              <a:gdLst/>
              <a:ahLst/>
              <a:cxnLst/>
              <a:rect l="0" t="0" r="0" b="0"/>
              <a:pathLst>
                <a:path w="9033" h="26938">
                  <a:moveTo>
                    <a:pt x="8883" y="26938"/>
                  </a:moveTo>
                  <a:lnTo>
                    <a:pt x="3550" y="14142"/>
                  </a:lnTo>
                  <a:lnTo>
                    <a:pt x="0" y="0"/>
                  </a:lnTo>
                  <a:lnTo>
                    <a:pt x="5079" y="4578"/>
                  </a:lnTo>
                  <a:lnTo>
                    <a:pt x="9033" y="19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0" name="pg3880"/>
            <p:cNvSpPr/>
            <p:nvPr/>
          </p:nvSpPr>
          <p:spPr>
            <a:xfrm>
              <a:off x="4666217" y="5362642"/>
              <a:ext cx="34236" cy="51158"/>
            </a:xfrm>
            <a:custGeom>
              <a:avLst/>
              <a:gdLst/>
              <a:ahLst/>
              <a:cxnLst/>
              <a:rect l="0" t="0" r="0" b="0"/>
              <a:pathLst>
                <a:path w="34236" h="51158">
                  <a:moveTo>
                    <a:pt x="0" y="51158"/>
                  </a:moveTo>
                  <a:lnTo>
                    <a:pt x="2330" y="45036"/>
                  </a:lnTo>
                  <a:lnTo>
                    <a:pt x="10531" y="31948"/>
                  </a:lnTo>
                  <a:lnTo>
                    <a:pt x="13182" y="25788"/>
                  </a:lnTo>
                  <a:lnTo>
                    <a:pt x="18722" y="21883"/>
                  </a:lnTo>
                  <a:lnTo>
                    <a:pt x="23880" y="14821"/>
                  </a:lnTo>
                  <a:lnTo>
                    <a:pt x="24267" y="6585"/>
                  </a:lnTo>
                  <a:lnTo>
                    <a:pt x="31760" y="825"/>
                  </a:lnTo>
                  <a:lnTo>
                    <a:pt x="34236" y="0"/>
                  </a:lnTo>
                  <a:lnTo>
                    <a:pt x="21032" y="267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1" name="pg3881"/>
            <p:cNvSpPr/>
            <p:nvPr/>
          </p:nvSpPr>
          <p:spPr>
            <a:xfrm>
              <a:off x="3456939" y="4803878"/>
              <a:ext cx="26706" cy="20480"/>
            </a:xfrm>
            <a:custGeom>
              <a:avLst/>
              <a:gdLst/>
              <a:ahLst/>
              <a:cxnLst/>
              <a:rect l="0" t="0" r="0" b="0"/>
              <a:pathLst>
                <a:path w="26706" h="20480">
                  <a:moveTo>
                    <a:pt x="18603" y="20480"/>
                  </a:moveTo>
                  <a:lnTo>
                    <a:pt x="1100" y="9214"/>
                  </a:lnTo>
                  <a:lnTo>
                    <a:pt x="0" y="4375"/>
                  </a:lnTo>
                  <a:lnTo>
                    <a:pt x="8635" y="0"/>
                  </a:lnTo>
                  <a:lnTo>
                    <a:pt x="13906" y="387"/>
                  </a:lnTo>
                  <a:lnTo>
                    <a:pt x="22241" y="6109"/>
                  </a:lnTo>
                  <a:lnTo>
                    <a:pt x="25290" y="7703"/>
                  </a:lnTo>
                  <a:lnTo>
                    <a:pt x="26706" y="10020"/>
                  </a:lnTo>
                  <a:lnTo>
                    <a:pt x="25900" y="13646"/>
                  </a:lnTo>
                  <a:lnTo>
                    <a:pt x="22536" y="18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2" name="pg3882"/>
            <p:cNvSpPr/>
            <p:nvPr/>
          </p:nvSpPr>
          <p:spPr>
            <a:xfrm>
              <a:off x="2924653" y="5000397"/>
              <a:ext cx="20774" cy="30399"/>
            </a:xfrm>
            <a:custGeom>
              <a:avLst/>
              <a:gdLst/>
              <a:ahLst/>
              <a:cxnLst/>
              <a:rect l="0" t="0" r="0" b="0"/>
              <a:pathLst>
                <a:path w="20774" h="30399">
                  <a:moveTo>
                    <a:pt x="0" y="30399"/>
                  </a:moveTo>
                  <a:lnTo>
                    <a:pt x="5121" y="19749"/>
                  </a:lnTo>
                  <a:lnTo>
                    <a:pt x="6072" y="15482"/>
                  </a:lnTo>
                  <a:lnTo>
                    <a:pt x="14469" y="2006"/>
                  </a:lnTo>
                  <a:lnTo>
                    <a:pt x="18903" y="0"/>
                  </a:lnTo>
                  <a:lnTo>
                    <a:pt x="20774" y="5734"/>
                  </a:lnTo>
                  <a:lnTo>
                    <a:pt x="12138" y="15202"/>
                  </a:lnTo>
                  <a:lnTo>
                    <a:pt x="2294" y="300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3" name="pg3883"/>
            <p:cNvSpPr/>
            <p:nvPr/>
          </p:nvSpPr>
          <p:spPr>
            <a:xfrm>
              <a:off x="2949515" y="4968054"/>
              <a:ext cx="42075" cy="30323"/>
            </a:xfrm>
            <a:custGeom>
              <a:avLst/>
              <a:gdLst/>
              <a:ahLst/>
              <a:cxnLst/>
              <a:rect l="0" t="0" r="0" b="0"/>
              <a:pathLst>
                <a:path w="42075" h="30323">
                  <a:moveTo>
                    <a:pt x="0" y="30323"/>
                  </a:moveTo>
                  <a:lnTo>
                    <a:pt x="4816" y="23299"/>
                  </a:lnTo>
                  <a:lnTo>
                    <a:pt x="12645" y="19756"/>
                  </a:lnTo>
                  <a:lnTo>
                    <a:pt x="29822" y="6261"/>
                  </a:lnTo>
                  <a:lnTo>
                    <a:pt x="36830" y="5334"/>
                  </a:lnTo>
                  <a:lnTo>
                    <a:pt x="40478" y="685"/>
                  </a:lnTo>
                  <a:lnTo>
                    <a:pt x="42075" y="0"/>
                  </a:lnTo>
                  <a:lnTo>
                    <a:pt x="41042" y="5696"/>
                  </a:lnTo>
                  <a:lnTo>
                    <a:pt x="27223" y="13786"/>
                  </a:lnTo>
                  <a:lnTo>
                    <a:pt x="3886" y="297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4" name="pg3884"/>
            <p:cNvSpPr/>
            <p:nvPr/>
          </p:nvSpPr>
          <p:spPr>
            <a:xfrm>
              <a:off x="2887740" y="5040830"/>
              <a:ext cx="34318" cy="75366"/>
            </a:xfrm>
            <a:custGeom>
              <a:avLst/>
              <a:gdLst/>
              <a:ahLst/>
              <a:cxnLst/>
              <a:rect l="0" t="0" r="0" b="0"/>
              <a:pathLst>
                <a:path w="34318" h="75366">
                  <a:moveTo>
                    <a:pt x="0" y="75366"/>
                  </a:moveTo>
                  <a:lnTo>
                    <a:pt x="909" y="64215"/>
                  </a:lnTo>
                  <a:lnTo>
                    <a:pt x="9503" y="38877"/>
                  </a:lnTo>
                  <a:lnTo>
                    <a:pt x="26965" y="5575"/>
                  </a:lnTo>
                  <a:lnTo>
                    <a:pt x="34318" y="0"/>
                  </a:lnTo>
                  <a:lnTo>
                    <a:pt x="14175" y="36521"/>
                  </a:lnTo>
                  <a:lnTo>
                    <a:pt x="3302" y="6788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5" name="pg3885"/>
            <p:cNvSpPr/>
            <p:nvPr/>
          </p:nvSpPr>
          <p:spPr>
            <a:xfrm>
              <a:off x="3130649" y="4843237"/>
              <a:ext cx="34081" cy="26658"/>
            </a:xfrm>
            <a:custGeom>
              <a:avLst/>
              <a:gdLst/>
              <a:ahLst/>
              <a:cxnLst/>
              <a:rect l="0" t="0" r="0" b="0"/>
              <a:pathLst>
                <a:path w="34081" h="26658">
                  <a:moveTo>
                    <a:pt x="0" y="26658"/>
                  </a:moveTo>
                  <a:lnTo>
                    <a:pt x="23068" y="6655"/>
                  </a:lnTo>
                  <a:lnTo>
                    <a:pt x="27905" y="0"/>
                  </a:lnTo>
                  <a:lnTo>
                    <a:pt x="34081" y="292"/>
                  </a:lnTo>
                  <a:lnTo>
                    <a:pt x="23781" y="11500"/>
                  </a:lnTo>
                  <a:lnTo>
                    <a:pt x="5286" y="254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6" name="pg3886"/>
            <p:cNvSpPr/>
            <p:nvPr/>
          </p:nvSpPr>
          <p:spPr>
            <a:xfrm>
              <a:off x="2885373" y="5122184"/>
              <a:ext cx="25027" cy="140921"/>
            </a:xfrm>
            <a:custGeom>
              <a:avLst/>
              <a:gdLst/>
              <a:ahLst/>
              <a:cxnLst/>
              <a:rect l="0" t="0" r="0" b="0"/>
              <a:pathLst>
                <a:path w="25027" h="140921">
                  <a:moveTo>
                    <a:pt x="23564" y="140921"/>
                  </a:moveTo>
                  <a:lnTo>
                    <a:pt x="14800" y="112719"/>
                  </a:lnTo>
                  <a:lnTo>
                    <a:pt x="537" y="48898"/>
                  </a:lnTo>
                  <a:lnTo>
                    <a:pt x="0" y="12522"/>
                  </a:lnTo>
                  <a:lnTo>
                    <a:pt x="2242" y="0"/>
                  </a:lnTo>
                  <a:lnTo>
                    <a:pt x="5922" y="51374"/>
                  </a:lnTo>
                  <a:lnTo>
                    <a:pt x="21688" y="116618"/>
                  </a:lnTo>
                  <a:lnTo>
                    <a:pt x="25027" y="13488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7" name="pg3887"/>
            <p:cNvSpPr/>
            <p:nvPr/>
          </p:nvSpPr>
          <p:spPr>
            <a:xfrm>
              <a:off x="5637481" y="3252585"/>
              <a:ext cx="5178" cy="13666"/>
            </a:xfrm>
            <a:custGeom>
              <a:avLst/>
              <a:gdLst/>
              <a:ahLst/>
              <a:cxnLst/>
              <a:rect l="0" t="0" r="0" b="0"/>
              <a:pathLst>
                <a:path w="5178" h="13666">
                  <a:moveTo>
                    <a:pt x="1095" y="13666"/>
                  </a:moveTo>
                  <a:lnTo>
                    <a:pt x="0" y="7385"/>
                  </a:lnTo>
                  <a:lnTo>
                    <a:pt x="2056" y="165"/>
                  </a:lnTo>
                  <a:lnTo>
                    <a:pt x="4139" y="0"/>
                  </a:lnTo>
                  <a:lnTo>
                    <a:pt x="5178" y="3841"/>
                  </a:lnTo>
                  <a:lnTo>
                    <a:pt x="4030" y="112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8" name="pg3888"/>
            <p:cNvSpPr/>
            <p:nvPr/>
          </p:nvSpPr>
          <p:spPr>
            <a:xfrm>
              <a:off x="5335877" y="3489988"/>
              <a:ext cx="15498" cy="28227"/>
            </a:xfrm>
            <a:custGeom>
              <a:avLst/>
              <a:gdLst/>
              <a:ahLst/>
              <a:cxnLst/>
              <a:rect l="0" t="0" r="0" b="0"/>
              <a:pathLst>
                <a:path w="15498" h="28227">
                  <a:moveTo>
                    <a:pt x="284" y="28227"/>
                  </a:moveTo>
                  <a:lnTo>
                    <a:pt x="0" y="24442"/>
                  </a:lnTo>
                  <a:lnTo>
                    <a:pt x="15498" y="0"/>
                  </a:lnTo>
                  <a:lnTo>
                    <a:pt x="12697" y="854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9" name="pg3889"/>
            <p:cNvSpPr/>
            <p:nvPr/>
          </p:nvSpPr>
          <p:spPr>
            <a:xfrm>
              <a:off x="5216776" y="3678353"/>
              <a:ext cx="29698" cy="55407"/>
            </a:xfrm>
            <a:custGeom>
              <a:avLst/>
              <a:gdLst/>
              <a:ahLst/>
              <a:cxnLst/>
              <a:rect l="0" t="0" r="0" b="0"/>
              <a:pathLst>
                <a:path w="29698" h="55407">
                  <a:moveTo>
                    <a:pt x="0" y="55407"/>
                  </a:moveTo>
                  <a:lnTo>
                    <a:pt x="16143" y="29364"/>
                  </a:lnTo>
                  <a:lnTo>
                    <a:pt x="25518" y="7544"/>
                  </a:lnTo>
                  <a:lnTo>
                    <a:pt x="29698" y="0"/>
                  </a:lnTo>
                  <a:lnTo>
                    <a:pt x="25642" y="15291"/>
                  </a:lnTo>
                  <a:lnTo>
                    <a:pt x="18552" y="29351"/>
                  </a:lnTo>
                  <a:lnTo>
                    <a:pt x="4811" y="53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0" name="pg3890"/>
            <p:cNvSpPr/>
            <p:nvPr/>
          </p:nvSpPr>
          <p:spPr>
            <a:xfrm>
              <a:off x="5079677" y="4146288"/>
              <a:ext cx="13513" cy="6191"/>
            </a:xfrm>
            <a:custGeom>
              <a:avLst/>
              <a:gdLst/>
              <a:ahLst/>
              <a:cxnLst/>
              <a:rect l="0" t="0" r="0" b="0"/>
              <a:pathLst>
                <a:path w="13513" h="6191">
                  <a:moveTo>
                    <a:pt x="11157" y="6191"/>
                  </a:moveTo>
                  <a:lnTo>
                    <a:pt x="6997" y="4756"/>
                  </a:lnTo>
                  <a:lnTo>
                    <a:pt x="1266" y="2013"/>
                  </a:lnTo>
                  <a:lnTo>
                    <a:pt x="0" y="0"/>
                  </a:lnTo>
                  <a:lnTo>
                    <a:pt x="5467" y="730"/>
                  </a:lnTo>
                  <a:lnTo>
                    <a:pt x="13513" y="58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1" name="pg3891"/>
            <p:cNvSpPr/>
            <p:nvPr/>
          </p:nvSpPr>
          <p:spPr>
            <a:xfrm>
              <a:off x="4577198" y="5440364"/>
              <a:ext cx="10779" cy="15615"/>
            </a:xfrm>
            <a:custGeom>
              <a:avLst/>
              <a:gdLst/>
              <a:ahLst/>
              <a:cxnLst/>
              <a:rect l="0" t="0" r="0" b="0"/>
              <a:pathLst>
                <a:path w="10779" h="15615">
                  <a:moveTo>
                    <a:pt x="6020" y="15615"/>
                  </a:moveTo>
                  <a:lnTo>
                    <a:pt x="4511" y="14790"/>
                  </a:lnTo>
                  <a:lnTo>
                    <a:pt x="4511" y="10890"/>
                  </a:lnTo>
                  <a:lnTo>
                    <a:pt x="0" y="2260"/>
                  </a:lnTo>
                  <a:lnTo>
                    <a:pt x="170" y="0"/>
                  </a:lnTo>
                  <a:lnTo>
                    <a:pt x="10516" y="8446"/>
                  </a:lnTo>
                  <a:lnTo>
                    <a:pt x="10779" y="10713"/>
                  </a:lnTo>
                  <a:lnTo>
                    <a:pt x="9193" y="129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2" name="pg3892"/>
            <p:cNvSpPr/>
            <p:nvPr/>
          </p:nvSpPr>
          <p:spPr>
            <a:xfrm>
              <a:off x="4637878" y="5427841"/>
              <a:ext cx="6681" cy="5543"/>
            </a:xfrm>
            <a:custGeom>
              <a:avLst/>
              <a:gdLst/>
              <a:ahLst/>
              <a:cxnLst/>
              <a:rect l="0" t="0" r="0" b="0"/>
              <a:pathLst>
                <a:path w="6681" h="5543">
                  <a:moveTo>
                    <a:pt x="0" y="5543"/>
                  </a:moveTo>
                  <a:lnTo>
                    <a:pt x="1002" y="3695"/>
                  </a:lnTo>
                  <a:lnTo>
                    <a:pt x="5178" y="0"/>
                  </a:lnTo>
                  <a:lnTo>
                    <a:pt x="6681" y="1435"/>
                  </a:lnTo>
                  <a:lnTo>
                    <a:pt x="6516" y="3283"/>
                  </a:lnTo>
                  <a:lnTo>
                    <a:pt x="2005" y="55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3" name="pg3893"/>
            <p:cNvSpPr/>
            <p:nvPr/>
          </p:nvSpPr>
          <p:spPr>
            <a:xfrm>
              <a:off x="4657267" y="5415509"/>
              <a:ext cx="5348" cy="5550"/>
            </a:xfrm>
            <a:custGeom>
              <a:avLst/>
              <a:gdLst/>
              <a:ahLst/>
              <a:cxnLst/>
              <a:rect l="0" t="0" r="0" b="0"/>
              <a:pathLst>
                <a:path w="5348" h="5550">
                  <a:moveTo>
                    <a:pt x="0" y="5550"/>
                  </a:moveTo>
                  <a:lnTo>
                    <a:pt x="4175" y="0"/>
                  </a:lnTo>
                  <a:lnTo>
                    <a:pt x="5348" y="412"/>
                  </a:lnTo>
                  <a:lnTo>
                    <a:pt x="2842" y="493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4" name="pg3894"/>
            <p:cNvSpPr/>
            <p:nvPr/>
          </p:nvSpPr>
          <p:spPr>
            <a:xfrm>
              <a:off x="4607290" y="5439132"/>
              <a:ext cx="21895" cy="8630"/>
            </a:xfrm>
            <a:custGeom>
              <a:avLst/>
              <a:gdLst/>
              <a:ahLst/>
              <a:cxnLst/>
              <a:rect l="0" t="0" r="0" b="0"/>
              <a:pathLst>
                <a:path w="21895" h="8630">
                  <a:moveTo>
                    <a:pt x="5012" y="8630"/>
                  </a:moveTo>
                  <a:lnTo>
                    <a:pt x="0" y="6369"/>
                  </a:lnTo>
                  <a:lnTo>
                    <a:pt x="5513" y="3289"/>
                  </a:lnTo>
                  <a:lnTo>
                    <a:pt x="21895" y="0"/>
                  </a:lnTo>
                  <a:lnTo>
                    <a:pt x="15709" y="4108"/>
                  </a:lnTo>
                  <a:lnTo>
                    <a:pt x="9860" y="555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5" name="pg3895"/>
            <p:cNvSpPr/>
            <p:nvPr/>
          </p:nvSpPr>
          <p:spPr>
            <a:xfrm>
              <a:off x="4570537" y="4631229"/>
              <a:ext cx="6945" cy="31688"/>
            </a:xfrm>
            <a:custGeom>
              <a:avLst/>
              <a:gdLst/>
              <a:ahLst/>
              <a:cxnLst/>
              <a:rect l="0" t="0" r="0" b="0"/>
              <a:pathLst>
                <a:path w="6945" h="31688">
                  <a:moveTo>
                    <a:pt x="2237" y="31688"/>
                  </a:moveTo>
                  <a:lnTo>
                    <a:pt x="201" y="20467"/>
                  </a:lnTo>
                  <a:lnTo>
                    <a:pt x="0" y="9570"/>
                  </a:lnTo>
                  <a:lnTo>
                    <a:pt x="3565" y="3124"/>
                  </a:lnTo>
                  <a:lnTo>
                    <a:pt x="694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6" name="pg3896"/>
            <p:cNvSpPr/>
            <p:nvPr/>
          </p:nvSpPr>
          <p:spPr>
            <a:xfrm>
              <a:off x="4554992" y="5448277"/>
              <a:ext cx="10567" cy="12891"/>
            </a:xfrm>
            <a:custGeom>
              <a:avLst/>
              <a:gdLst/>
              <a:ahLst/>
              <a:cxnLst/>
              <a:rect l="0" t="0" r="0" b="0"/>
              <a:pathLst>
                <a:path w="10567" h="12891">
                  <a:moveTo>
                    <a:pt x="0" y="12891"/>
                  </a:moveTo>
                  <a:lnTo>
                    <a:pt x="5529" y="7772"/>
                  </a:lnTo>
                  <a:lnTo>
                    <a:pt x="7322" y="0"/>
                  </a:lnTo>
                  <a:lnTo>
                    <a:pt x="10567" y="6070"/>
                  </a:lnTo>
                  <a:lnTo>
                    <a:pt x="10505" y="9754"/>
                  </a:lnTo>
                  <a:lnTo>
                    <a:pt x="6857" y="116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7" name="pg3897"/>
            <p:cNvSpPr/>
            <p:nvPr/>
          </p:nvSpPr>
          <p:spPr>
            <a:xfrm>
              <a:off x="4681421" y="5037121"/>
              <a:ext cx="28195" cy="83983"/>
            </a:xfrm>
            <a:custGeom>
              <a:avLst/>
              <a:gdLst/>
              <a:ahLst/>
              <a:cxnLst/>
              <a:rect l="0" t="0" r="0" b="0"/>
              <a:pathLst>
                <a:path w="28195" h="83983">
                  <a:moveTo>
                    <a:pt x="28195" y="83983"/>
                  </a:moveTo>
                  <a:lnTo>
                    <a:pt x="18464" y="61770"/>
                  </a:lnTo>
                  <a:lnTo>
                    <a:pt x="6438" y="26938"/>
                  </a:lnTo>
                  <a:lnTo>
                    <a:pt x="0" y="0"/>
                  </a:lnTo>
                  <a:lnTo>
                    <a:pt x="4356" y="7283"/>
                  </a:lnTo>
                  <a:lnTo>
                    <a:pt x="8614" y="22359"/>
                  </a:lnTo>
                  <a:lnTo>
                    <a:pt x="26474" y="744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8" name="pg3898"/>
            <p:cNvSpPr/>
            <p:nvPr/>
          </p:nvSpPr>
          <p:spPr>
            <a:xfrm>
              <a:off x="4535949" y="5462902"/>
              <a:ext cx="7699" cy="4470"/>
            </a:xfrm>
            <a:custGeom>
              <a:avLst/>
              <a:gdLst/>
              <a:ahLst/>
              <a:cxnLst/>
              <a:rect l="0" t="0" r="0" b="0"/>
              <a:pathLst>
                <a:path w="7699" h="4470">
                  <a:moveTo>
                    <a:pt x="232" y="4470"/>
                  </a:moveTo>
                  <a:lnTo>
                    <a:pt x="0" y="2457"/>
                  </a:lnTo>
                  <a:lnTo>
                    <a:pt x="4630" y="0"/>
                  </a:lnTo>
                  <a:lnTo>
                    <a:pt x="7699" y="165"/>
                  </a:lnTo>
                  <a:lnTo>
                    <a:pt x="7586" y="2889"/>
                  </a:lnTo>
                  <a:lnTo>
                    <a:pt x="2919" y="41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9" name="pg3899"/>
            <p:cNvSpPr/>
            <p:nvPr/>
          </p:nvSpPr>
          <p:spPr>
            <a:xfrm>
              <a:off x="3781115" y="4789697"/>
              <a:ext cx="7508" cy="12059"/>
            </a:xfrm>
            <a:custGeom>
              <a:avLst/>
              <a:gdLst/>
              <a:ahLst/>
              <a:cxnLst/>
              <a:rect l="0" t="0" r="0" b="0"/>
              <a:pathLst>
                <a:path w="7508" h="12059">
                  <a:moveTo>
                    <a:pt x="0" y="12059"/>
                  </a:moveTo>
                  <a:lnTo>
                    <a:pt x="263" y="9462"/>
                  </a:lnTo>
                  <a:lnTo>
                    <a:pt x="4490" y="2648"/>
                  </a:lnTo>
                  <a:lnTo>
                    <a:pt x="7508" y="0"/>
                  </a:lnTo>
                  <a:lnTo>
                    <a:pt x="5746" y="52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0" name="pg3900"/>
            <p:cNvSpPr/>
            <p:nvPr/>
          </p:nvSpPr>
          <p:spPr>
            <a:xfrm>
              <a:off x="3804479" y="4723202"/>
              <a:ext cx="17435" cy="7734"/>
            </a:xfrm>
            <a:custGeom>
              <a:avLst/>
              <a:gdLst/>
              <a:ahLst/>
              <a:cxnLst/>
              <a:rect l="0" t="0" r="0" b="0"/>
              <a:pathLst>
                <a:path w="17435" h="7734">
                  <a:moveTo>
                    <a:pt x="16107" y="7734"/>
                  </a:moveTo>
                  <a:lnTo>
                    <a:pt x="6733" y="5029"/>
                  </a:lnTo>
                  <a:lnTo>
                    <a:pt x="1033" y="2514"/>
                  </a:lnTo>
                  <a:lnTo>
                    <a:pt x="0" y="0"/>
                  </a:lnTo>
                  <a:lnTo>
                    <a:pt x="15756" y="4565"/>
                  </a:lnTo>
                  <a:lnTo>
                    <a:pt x="17435" y="62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1" name="pg3901"/>
            <p:cNvSpPr/>
            <p:nvPr/>
          </p:nvSpPr>
          <p:spPr>
            <a:xfrm>
              <a:off x="3847510" y="4721970"/>
              <a:ext cx="25921" cy="5569"/>
            </a:xfrm>
            <a:custGeom>
              <a:avLst/>
              <a:gdLst/>
              <a:ahLst/>
              <a:cxnLst/>
              <a:rect l="0" t="0" r="0" b="0"/>
              <a:pathLst>
                <a:path w="25921" h="5569">
                  <a:moveTo>
                    <a:pt x="16609" y="5569"/>
                  </a:moveTo>
                  <a:lnTo>
                    <a:pt x="2806" y="5308"/>
                  </a:lnTo>
                  <a:lnTo>
                    <a:pt x="0" y="4330"/>
                  </a:lnTo>
                  <a:lnTo>
                    <a:pt x="5539" y="2470"/>
                  </a:lnTo>
                  <a:lnTo>
                    <a:pt x="21895" y="0"/>
                  </a:lnTo>
                  <a:lnTo>
                    <a:pt x="25921" y="27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2" name="pg3902"/>
            <p:cNvSpPr/>
            <p:nvPr/>
          </p:nvSpPr>
          <p:spPr>
            <a:xfrm>
              <a:off x="3738952" y="4735636"/>
              <a:ext cx="16650" cy="17044"/>
            </a:xfrm>
            <a:custGeom>
              <a:avLst/>
              <a:gdLst/>
              <a:ahLst/>
              <a:cxnLst/>
              <a:rect l="0" t="0" r="0" b="0"/>
              <a:pathLst>
                <a:path w="16650" h="17044">
                  <a:moveTo>
                    <a:pt x="12862" y="17044"/>
                  </a:moveTo>
                  <a:lnTo>
                    <a:pt x="7679" y="14034"/>
                  </a:lnTo>
                  <a:lnTo>
                    <a:pt x="0" y="13761"/>
                  </a:lnTo>
                  <a:lnTo>
                    <a:pt x="3379" y="11697"/>
                  </a:lnTo>
                  <a:lnTo>
                    <a:pt x="5751" y="9684"/>
                  </a:lnTo>
                  <a:lnTo>
                    <a:pt x="6935" y="7518"/>
                  </a:lnTo>
                  <a:lnTo>
                    <a:pt x="16650" y="0"/>
                  </a:lnTo>
                  <a:lnTo>
                    <a:pt x="13896" y="5518"/>
                  </a:lnTo>
                  <a:lnTo>
                    <a:pt x="12490" y="10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3" name="pg3903"/>
            <p:cNvSpPr/>
            <p:nvPr/>
          </p:nvSpPr>
          <p:spPr>
            <a:xfrm>
              <a:off x="3789234" y="4750191"/>
              <a:ext cx="5746" cy="36527"/>
            </a:xfrm>
            <a:custGeom>
              <a:avLst/>
              <a:gdLst/>
              <a:ahLst/>
              <a:cxnLst/>
              <a:rect l="0" t="0" r="0" b="0"/>
              <a:pathLst>
                <a:path w="5746" h="36527">
                  <a:moveTo>
                    <a:pt x="1188" y="36527"/>
                  </a:moveTo>
                  <a:lnTo>
                    <a:pt x="4118" y="16695"/>
                  </a:lnTo>
                  <a:lnTo>
                    <a:pt x="0" y="0"/>
                  </a:lnTo>
                  <a:lnTo>
                    <a:pt x="4340" y="7328"/>
                  </a:lnTo>
                  <a:lnTo>
                    <a:pt x="5746" y="16047"/>
                  </a:lnTo>
                  <a:lnTo>
                    <a:pt x="4175" y="323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4" name="pg3904"/>
            <p:cNvSpPr/>
            <p:nvPr/>
          </p:nvSpPr>
          <p:spPr>
            <a:xfrm>
              <a:off x="4186131" y="4792371"/>
              <a:ext cx="40173" cy="16358"/>
            </a:xfrm>
            <a:custGeom>
              <a:avLst/>
              <a:gdLst/>
              <a:ahLst/>
              <a:cxnLst/>
              <a:rect l="0" t="0" r="0" b="0"/>
              <a:pathLst>
                <a:path w="40173" h="16358">
                  <a:moveTo>
                    <a:pt x="11482" y="16358"/>
                  </a:moveTo>
                  <a:lnTo>
                    <a:pt x="0" y="12954"/>
                  </a:lnTo>
                  <a:lnTo>
                    <a:pt x="7136" y="12307"/>
                  </a:lnTo>
                  <a:lnTo>
                    <a:pt x="12299" y="13685"/>
                  </a:lnTo>
                  <a:lnTo>
                    <a:pt x="25373" y="6991"/>
                  </a:lnTo>
                  <a:lnTo>
                    <a:pt x="32231" y="1924"/>
                  </a:lnTo>
                  <a:lnTo>
                    <a:pt x="40173" y="0"/>
                  </a:lnTo>
                  <a:lnTo>
                    <a:pt x="22102" y="116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5" name="pg3905"/>
            <p:cNvSpPr/>
            <p:nvPr/>
          </p:nvSpPr>
          <p:spPr>
            <a:xfrm>
              <a:off x="5923277" y="2903466"/>
              <a:ext cx="8449" cy="10395"/>
            </a:xfrm>
            <a:custGeom>
              <a:avLst/>
              <a:gdLst/>
              <a:ahLst/>
              <a:cxnLst/>
              <a:rect l="0" t="0" r="0" b="0"/>
              <a:pathLst>
                <a:path w="8449" h="10395">
                  <a:moveTo>
                    <a:pt x="4428" y="10395"/>
                  </a:moveTo>
                  <a:lnTo>
                    <a:pt x="139" y="9563"/>
                  </a:lnTo>
                  <a:lnTo>
                    <a:pt x="0" y="3149"/>
                  </a:lnTo>
                  <a:lnTo>
                    <a:pt x="1297" y="971"/>
                  </a:lnTo>
                  <a:lnTo>
                    <a:pt x="2780" y="0"/>
                  </a:lnTo>
                  <a:lnTo>
                    <a:pt x="4981" y="1803"/>
                  </a:lnTo>
                  <a:lnTo>
                    <a:pt x="8449" y="7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6" name="pg3906"/>
            <p:cNvSpPr/>
            <p:nvPr/>
          </p:nvSpPr>
          <p:spPr>
            <a:xfrm>
              <a:off x="2399291" y="4782381"/>
              <a:ext cx="513697" cy="755524"/>
            </a:xfrm>
            <a:custGeom>
              <a:avLst/>
              <a:gdLst/>
              <a:ahLst/>
              <a:cxnLst/>
              <a:rect l="0" t="0" r="0" b="0"/>
              <a:pathLst>
                <a:path w="513697" h="755524">
                  <a:moveTo>
                    <a:pt x="961" y="1759"/>
                  </a:moveTo>
                  <a:lnTo>
                    <a:pt x="26210" y="3480"/>
                  </a:lnTo>
                  <a:lnTo>
                    <a:pt x="41104" y="2895"/>
                  </a:lnTo>
                  <a:lnTo>
                    <a:pt x="45646" y="0"/>
                  </a:lnTo>
                  <a:lnTo>
                    <a:pt x="48008" y="152"/>
                  </a:lnTo>
                  <a:lnTo>
                    <a:pt x="48194" y="3340"/>
                  </a:lnTo>
                  <a:lnTo>
                    <a:pt x="51935" y="4692"/>
                  </a:lnTo>
                  <a:lnTo>
                    <a:pt x="59227" y="4210"/>
                  </a:lnTo>
                  <a:lnTo>
                    <a:pt x="65578" y="8668"/>
                  </a:lnTo>
                  <a:lnTo>
                    <a:pt x="73712" y="22778"/>
                  </a:lnTo>
                  <a:lnTo>
                    <a:pt x="101747" y="45379"/>
                  </a:lnTo>
                  <a:lnTo>
                    <a:pt x="104108" y="53133"/>
                  </a:lnTo>
                  <a:lnTo>
                    <a:pt x="113865" y="64316"/>
                  </a:lnTo>
                  <a:lnTo>
                    <a:pt x="131807" y="81507"/>
                  </a:lnTo>
                  <a:lnTo>
                    <a:pt x="141962" y="96329"/>
                  </a:lnTo>
                  <a:lnTo>
                    <a:pt x="144324" y="108782"/>
                  </a:lnTo>
                  <a:lnTo>
                    <a:pt x="153491" y="128481"/>
                  </a:lnTo>
                  <a:lnTo>
                    <a:pt x="169449" y="155419"/>
                  </a:lnTo>
                  <a:lnTo>
                    <a:pt x="176560" y="169942"/>
                  </a:lnTo>
                  <a:lnTo>
                    <a:pt x="174824" y="172038"/>
                  </a:lnTo>
                  <a:lnTo>
                    <a:pt x="176079" y="179620"/>
                  </a:lnTo>
                  <a:lnTo>
                    <a:pt x="180338" y="192683"/>
                  </a:lnTo>
                  <a:lnTo>
                    <a:pt x="188249" y="203745"/>
                  </a:lnTo>
                  <a:lnTo>
                    <a:pt x="199820" y="212807"/>
                  </a:lnTo>
                  <a:lnTo>
                    <a:pt x="211520" y="229077"/>
                  </a:lnTo>
                  <a:lnTo>
                    <a:pt x="223349" y="252561"/>
                  </a:lnTo>
                  <a:lnTo>
                    <a:pt x="237679" y="270425"/>
                  </a:lnTo>
                  <a:lnTo>
                    <a:pt x="254500" y="282655"/>
                  </a:lnTo>
                  <a:lnTo>
                    <a:pt x="264024" y="294042"/>
                  </a:lnTo>
                  <a:lnTo>
                    <a:pt x="266251" y="304571"/>
                  </a:lnTo>
                  <a:lnTo>
                    <a:pt x="266086" y="313588"/>
                  </a:lnTo>
                  <a:lnTo>
                    <a:pt x="263522" y="321094"/>
                  </a:lnTo>
                  <a:lnTo>
                    <a:pt x="264608" y="328226"/>
                  </a:lnTo>
                  <a:lnTo>
                    <a:pt x="269336" y="334964"/>
                  </a:lnTo>
                  <a:lnTo>
                    <a:pt x="270912" y="343232"/>
                  </a:lnTo>
                  <a:lnTo>
                    <a:pt x="269062" y="354732"/>
                  </a:lnTo>
                  <a:lnTo>
                    <a:pt x="269191" y="357990"/>
                  </a:lnTo>
                  <a:lnTo>
                    <a:pt x="270561" y="360587"/>
                  </a:lnTo>
                  <a:lnTo>
                    <a:pt x="285496" y="380350"/>
                  </a:lnTo>
                  <a:lnTo>
                    <a:pt x="293170" y="396321"/>
                  </a:lnTo>
                  <a:lnTo>
                    <a:pt x="299262" y="421811"/>
                  </a:lnTo>
                  <a:lnTo>
                    <a:pt x="299293" y="422040"/>
                  </a:lnTo>
                  <a:lnTo>
                    <a:pt x="306099" y="437287"/>
                  </a:lnTo>
                  <a:lnTo>
                    <a:pt x="315887" y="443523"/>
                  </a:lnTo>
                  <a:lnTo>
                    <a:pt x="330925" y="445829"/>
                  </a:lnTo>
                  <a:lnTo>
                    <a:pt x="342351" y="451138"/>
                  </a:lnTo>
                  <a:lnTo>
                    <a:pt x="350165" y="459457"/>
                  </a:lnTo>
                  <a:lnTo>
                    <a:pt x="360019" y="464480"/>
                  </a:lnTo>
                  <a:lnTo>
                    <a:pt x="371916" y="466207"/>
                  </a:lnTo>
                  <a:lnTo>
                    <a:pt x="383321" y="471694"/>
                  </a:lnTo>
                  <a:lnTo>
                    <a:pt x="394230" y="480953"/>
                  </a:lnTo>
                  <a:lnTo>
                    <a:pt x="414575" y="487030"/>
                  </a:lnTo>
                  <a:lnTo>
                    <a:pt x="444357" y="489945"/>
                  </a:lnTo>
                  <a:lnTo>
                    <a:pt x="467022" y="497470"/>
                  </a:lnTo>
                  <a:lnTo>
                    <a:pt x="482577" y="509612"/>
                  </a:lnTo>
                  <a:lnTo>
                    <a:pt x="489419" y="512082"/>
                  </a:lnTo>
                  <a:lnTo>
                    <a:pt x="491269" y="512254"/>
                  </a:lnTo>
                  <a:lnTo>
                    <a:pt x="492158" y="510399"/>
                  </a:lnTo>
                  <a:lnTo>
                    <a:pt x="493331" y="506964"/>
                  </a:lnTo>
                  <a:lnTo>
                    <a:pt x="499352" y="503008"/>
                  </a:lnTo>
                  <a:lnTo>
                    <a:pt x="513697" y="500423"/>
                  </a:lnTo>
                  <a:lnTo>
                    <a:pt x="511770" y="527285"/>
                  </a:lnTo>
                  <a:lnTo>
                    <a:pt x="505372" y="549327"/>
                  </a:lnTo>
                  <a:lnTo>
                    <a:pt x="484293" y="595152"/>
                  </a:lnTo>
                  <a:lnTo>
                    <a:pt x="475508" y="623576"/>
                  </a:lnTo>
                  <a:lnTo>
                    <a:pt x="458511" y="704804"/>
                  </a:lnTo>
                  <a:lnTo>
                    <a:pt x="453534" y="755524"/>
                  </a:lnTo>
                  <a:lnTo>
                    <a:pt x="0" y="755524"/>
                  </a:lnTo>
                  <a:lnTo>
                    <a:pt x="0" y="15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7" name="pg3907"/>
            <p:cNvSpPr/>
            <p:nvPr/>
          </p:nvSpPr>
          <p:spPr>
            <a:xfrm>
              <a:off x="4173090" y="2540116"/>
              <a:ext cx="1519164" cy="699069"/>
            </a:xfrm>
            <a:custGeom>
              <a:avLst/>
              <a:gdLst/>
              <a:ahLst/>
              <a:cxnLst/>
              <a:rect l="0" t="0" r="0" b="0"/>
              <a:pathLst>
                <a:path w="1519164" h="699069">
                  <a:moveTo>
                    <a:pt x="1509975" y="5632"/>
                  </a:moveTo>
                  <a:lnTo>
                    <a:pt x="1494849" y="16263"/>
                  </a:lnTo>
                  <a:lnTo>
                    <a:pt x="1478746" y="33041"/>
                  </a:lnTo>
                  <a:lnTo>
                    <a:pt x="1440965" y="45729"/>
                  </a:lnTo>
                  <a:lnTo>
                    <a:pt x="1426940" y="48955"/>
                  </a:lnTo>
                  <a:lnTo>
                    <a:pt x="1413994" y="47234"/>
                  </a:lnTo>
                  <a:lnTo>
                    <a:pt x="1398238" y="57559"/>
                  </a:lnTo>
                  <a:lnTo>
                    <a:pt x="1379593" y="63872"/>
                  </a:lnTo>
                  <a:lnTo>
                    <a:pt x="1374089" y="73474"/>
                  </a:lnTo>
                  <a:lnTo>
                    <a:pt x="1329270" y="99193"/>
                  </a:lnTo>
                  <a:lnTo>
                    <a:pt x="1312066" y="102431"/>
                  </a:lnTo>
                  <a:lnTo>
                    <a:pt x="1297426" y="109283"/>
                  </a:lnTo>
                  <a:lnTo>
                    <a:pt x="1293095" y="120917"/>
                  </a:lnTo>
                  <a:lnTo>
                    <a:pt x="1280026" y="127934"/>
                  </a:lnTo>
                  <a:lnTo>
                    <a:pt x="1276399" y="133307"/>
                  </a:lnTo>
                  <a:lnTo>
                    <a:pt x="1265407" y="149583"/>
                  </a:lnTo>
                  <a:lnTo>
                    <a:pt x="1244974" y="170603"/>
                  </a:lnTo>
                  <a:lnTo>
                    <a:pt x="1220075" y="174121"/>
                  </a:lnTo>
                  <a:lnTo>
                    <a:pt x="1210975" y="181436"/>
                  </a:lnTo>
                  <a:lnTo>
                    <a:pt x="1200438" y="193242"/>
                  </a:lnTo>
                  <a:lnTo>
                    <a:pt x="1185576" y="201345"/>
                  </a:lnTo>
                  <a:lnTo>
                    <a:pt x="1156233" y="197547"/>
                  </a:lnTo>
                  <a:lnTo>
                    <a:pt x="1163370" y="202513"/>
                  </a:lnTo>
                  <a:lnTo>
                    <a:pt x="1189622" y="210255"/>
                  </a:lnTo>
                  <a:lnTo>
                    <a:pt x="1192351" y="221730"/>
                  </a:lnTo>
                  <a:lnTo>
                    <a:pt x="1179199" y="224473"/>
                  </a:lnTo>
                  <a:lnTo>
                    <a:pt x="1151660" y="239771"/>
                  </a:lnTo>
                  <a:lnTo>
                    <a:pt x="1114556" y="266113"/>
                  </a:lnTo>
                  <a:lnTo>
                    <a:pt x="1108887" y="266735"/>
                  </a:lnTo>
                  <a:lnTo>
                    <a:pt x="1098918" y="266106"/>
                  </a:lnTo>
                  <a:lnTo>
                    <a:pt x="1084154" y="270501"/>
                  </a:lnTo>
                  <a:lnTo>
                    <a:pt x="1064759" y="279702"/>
                  </a:lnTo>
                  <a:lnTo>
                    <a:pt x="1041277" y="296232"/>
                  </a:lnTo>
                  <a:lnTo>
                    <a:pt x="999930" y="332023"/>
                  </a:lnTo>
                  <a:lnTo>
                    <a:pt x="997031" y="335802"/>
                  </a:lnTo>
                  <a:lnTo>
                    <a:pt x="991042" y="342438"/>
                  </a:lnTo>
                  <a:lnTo>
                    <a:pt x="975771" y="349512"/>
                  </a:lnTo>
                  <a:lnTo>
                    <a:pt x="961911" y="357139"/>
                  </a:lnTo>
                  <a:lnTo>
                    <a:pt x="958248" y="365166"/>
                  </a:lnTo>
                  <a:lnTo>
                    <a:pt x="951607" y="368824"/>
                  </a:lnTo>
                  <a:lnTo>
                    <a:pt x="928740" y="389177"/>
                  </a:lnTo>
                  <a:lnTo>
                    <a:pt x="915877" y="406513"/>
                  </a:lnTo>
                  <a:lnTo>
                    <a:pt x="904198" y="424656"/>
                  </a:lnTo>
                  <a:lnTo>
                    <a:pt x="891129" y="444946"/>
                  </a:lnTo>
                  <a:lnTo>
                    <a:pt x="864314" y="445200"/>
                  </a:lnTo>
                  <a:lnTo>
                    <a:pt x="843850" y="445117"/>
                  </a:lnTo>
                  <a:lnTo>
                    <a:pt x="808942" y="444971"/>
                  </a:lnTo>
                  <a:lnTo>
                    <a:pt x="779020" y="444851"/>
                  </a:lnTo>
                  <a:lnTo>
                    <a:pt x="743508" y="444705"/>
                  </a:lnTo>
                  <a:lnTo>
                    <a:pt x="717742" y="444597"/>
                  </a:lnTo>
                  <a:lnTo>
                    <a:pt x="689996" y="445448"/>
                  </a:lnTo>
                  <a:lnTo>
                    <a:pt x="676751" y="450858"/>
                  </a:lnTo>
                  <a:lnTo>
                    <a:pt x="660142" y="458167"/>
                  </a:lnTo>
                  <a:lnTo>
                    <a:pt x="642215" y="466048"/>
                  </a:lnTo>
                  <a:lnTo>
                    <a:pt x="651615" y="483626"/>
                  </a:lnTo>
                  <a:lnTo>
                    <a:pt x="654137" y="490561"/>
                  </a:lnTo>
                  <a:lnTo>
                    <a:pt x="653414" y="512927"/>
                  </a:lnTo>
                  <a:lnTo>
                    <a:pt x="655326" y="515372"/>
                  </a:lnTo>
                  <a:lnTo>
                    <a:pt x="657331" y="518693"/>
                  </a:lnTo>
                  <a:lnTo>
                    <a:pt x="657636" y="524472"/>
                  </a:lnTo>
                  <a:lnTo>
                    <a:pt x="659171" y="527114"/>
                  </a:lnTo>
                  <a:lnTo>
                    <a:pt x="662442" y="529247"/>
                  </a:lnTo>
                  <a:lnTo>
                    <a:pt x="666121" y="531756"/>
                  </a:lnTo>
                  <a:lnTo>
                    <a:pt x="668783" y="535153"/>
                  </a:lnTo>
                  <a:lnTo>
                    <a:pt x="669392" y="538544"/>
                  </a:lnTo>
                  <a:lnTo>
                    <a:pt x="666834" y="544450"/>
                  </a:lnTo>
                  <a:lnTo>
                    <a:pt x="656520" y="552433"/>
                  </a:lnTo>
                  <a:lnTo>
                    <a:pt x="642019" y="559431"/>
                  </a:lnTo>
                  <a:lnTo>
                    <a:pt x="613178" y="572055"/>
                  </a:lnTo>
                  <a:lnTo>
                    <a:pt x="579758" y="586687"/>
                  </a:lnTo>
                  <a:lnTo>
                    <a:pt x="550788" y="599368"/>
                  </a:lnTo>
                  <a:lnTo>
                    <a:pt x="528370" y="609180"/>
                  </a:lnTo>
                  <a:lnTo>
                    <a:pt x="482326" y="617797"/>
                  </a:lnTo>
                  <a:lnTo>
                    <a:pt x="445749" y="624637"/>
                  </a:lnTo>
                  <a:lnTo>
                    <a:pt x="419352" y="629577"/>
                  </a:lnTo>
                  <a:lnTo>
                    <a:pt x="395043" y="643326"/>
                  </a:lnTo>
                  <a:lnTo>
                    <a:pt x="368202" y="658497"/>
                  </a:lnTo>
                  <a:lnTo>
                    <a:pt x="345634" y="671255"/>
                  </a:lnTo>
                  <a:lnTo>
                    <a:pt x="320323" y="685562"/>
                  </a:lnTo>
                  <a:lnTo>
                    <a:pt x="296432" y="699069"/>
                  </a:lnTo>
                  <a:lnTo>
                    <a:pt x="269870" y="699025"/>
                  </a:lnTo>
                  <a:lnTo>
                    <a:pt x="251225" y="688902"/>
                  </a:lnTo>
                  <a:lnTo>
                    <a:pt x="233893" y="678507"/>
                  </a:lnTo>
                  <a:lnTo>
                    <a:pt x="222043" y="659919"/>
                  </a:lnTo>
                  <a:lnTo>
                    <a:pt x="221227" y="638322"/>
                  </a:lnTo>
                  <a:lnTo>
                    <a:pt x="225474" y="624179"/>
                  </a:lnTo>
                  <a:lnTo>
                    <a:pt x="229324" y="617727"/>
                  </a:lnTo>
                  <a:lnTo>
                    <a:pt x="236673" y="613638"/>
                  </a:lnTo>
                  <a:lnTo>
                    <a:pt x="251060" y="606684"/>
                  </a:lnTo>
                  <a:lnTo>
                    <a:pt x="264139" y="592605"/>
                  </a:lnTo>
                  <a:lnTo>
                    <a:pt x="274625" y="584204"/>
                  </a:lnTo>
                  <a:lnTo>
                    <a:pt x="285187" y="575535"/>
                  </a:lnTo>
                  <a:lnTo>
                    <a:pt x="291218" y="560606"/>
                  </a:lnTo>
                  <a:lnTo>
                    <a:pt x="298742" y="524465"/>
                  </a:lnTo>
                  <a:lnTo>
                    <a:pt x="299698" y="517277"/>
                  </a:lnTo>
                  <a:lnTo>
                    <a:pt x="310644" y="492491"/>
                  </a:lnTo>
                  <a:lnTo>
                    <a:pt x="322752" y="465070"/>
                  </a:lnTo>
                  <a:lnTo>
                    <a:pt x="328312" y="452477"/>
                  </a:lnTo>
                  <a:lnTo>
                    <a:pt x="322095" y="419792"/>
                  </a:lnTo>
                  <a:lnTo>
                    <a:pt x="317419" y="394676"/>
                  </a:lnTo>
                  <a:lnTo>
                    <a:pt x="313135" y="371669"/>
                  </a:lnTo>
                  <a:lnTo>
                    <a:pt x="308313" y="345746"/>
                  </a:lnTo>
                  <a:lnTo>
                    <a:pt x="303926" y="322148"/>
                  </a:lnTo>
                  <a:lnTo>
                    <a:pt x="299786" y="299916"/>
                  </a:lnTo>
                  <a:lnTo>
                    <a:pt x="295637" y="277600"/>
                  </a:lnTo>
                  <a:lnTo>
                    <a:pt x="291564" y="255723"/>
                  </a:lnTo>
                  <a:lnTo>
                    <a:pt x="288371" y="240032"/>
                  </a:lnTo>
                  <a:lnTo>
                    <a:pt x="284578" y="221438"/>
                  </a:lnTo>
                  <a:lnTo>
                    <a:pt x="262424" y="208388"/>
                  </a:lnTo>
                  <a:lnTo>
                    <a:pt x="245603" y="199249"/>
                  </a:lnTo>
                  <a:lnTo>
                    <a:pt x="218090" y="184320"/>
                  </a:lnTo>
                  <a:lnTo>
                    <a:pt x="195016" y="171797"/>
                  </a:lnTo>
                  <a:lnTo>
                    <a:pt x="174340" y="160340"/>
                  </a:lnTo>
                  <a:lnTo>
                    <a:pt x="187378" y="137250"/>
                  </a:lnTo>
                  <a:lnTo>
                    <a:pt x="186251" y="133472"/>
                  </a:lnTo>
                  <a:lnTo>
                    <a:pt x="181528" y="128925"/>
                  </a:lnTo>
                  <a:lnTo>
                    <a:pt x="171875" y="121362"/>
                  </a:lnTo>
                  <a:lnTo>
                    <a:pt x="166232" y="120593"/>
                  </a:lnTo>
                  <a:lnTo>
                    <a:pt x="156294" y="122372"/>
                  </a:lnTo>
                  <a:lnTo>
                    <a:pt x="140434" y="127077"/>
                  </a:lnTo>
                  <a:lnTo>
                    <a:pt x="133582" y="125515"/>
                  </a:lnTo>
                  <a:lnTo>
                    <a:pt x="128140" y="117437"/>
                  </a:lnTo>
                  <a:lnTo>
                    <a:pt x="121877" y="107099"/>
                  </a:lnTo>
                  <a:lnTo>
                    <a:pt x="119825" y="99021"/>
                  </a:lnTo>
                  <a:lnTo>
                    <a:pt x="119040" y="88333"/>
                  </a:lnTo>
                  <a:lnTo>
                    <a:pt x="115304" y="78713"/>
                  </a:lnTo>
                  <a:lnTo>
                    <a:pt x="117671" y="73664"/>
                  </a:lnTo>
                  <a:lnTo>
                    <a:pt x="118192" y="71149"/>
                  </a:lnTo>
                  <a:lnTo>
                    <a:pt x="117981" y="67987"/>
                  </a:lnTo>
                  <a:lnTo>
                    <a:pt x="115412" y="65967"/>
                  </a:lnTo>
                  <a:lnTo>
                    <a:pt x="110890" y="65085"/>
                  </a:lnTo>
                  <a:lnTo>
                    <a:pt x="95594" y="69123"/>
                  </a:lnTo>
                  <a:lnTo>
                    <a:pt x="88716" y="69498"/>
                  </a:lnTo>
                  <a:lnTo>
                    <a:pt x="84613" y="71772"/>
                  </a:lnTo>
                  <a:lnTo>
                    <a:pt x="78148" y="76490"/>
                  </a:lnTo>
                  <a:lnTo>
                    <a:pt x="71776" y="77074"/>
                  </a:lnTo>
                  <a:lnTo>
                    <a:pt x="60769" y="65904"/>
                  </a:lnTo>
                  <a:lnTo>
                    <a:pt x="48743" y="53673"/>
                  </a:lnTo>
                  <a:lnTo>
                    <a:pt x="43700" y="36825"/>
                  </a:lnTo>
                  <a:lnTo>
                    <a:pt x="38522" y="19521"/>
                  </a:lnTo>
                  <a:lnTo>
                    <a:pt x="17980" y="9112"/>
                  </a:lnTo>
                  <a:lnTo>
                    <a:pt x="0" y="0"/>
                  </a:lnTo>
                  <a:lnTo>
                    <a:pt x="151916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8" name="pg3908"/>
            <p:cNvSpPr/>
            <p:nvPr/>
          </p:nvSpPr>
          <p:spPr>
            <a:xfrm>
              <a:off x="6018224" y="2540116"/>
              <a:ext cx="296962" cy="257863"/>
            </a:xfrm>
            <a:custGeom>
              <a:avLst/>
              <a:gdLst/>
              <a:ahLst/>
              <a:cxnLst/>
              <a:rect l="0" t="0" r="0" b="0"/>
              <a:pathLst>
                <a:path w="296962" h="257863">
                  <a:moveTo>
                    <a:pt x="67195" y="242946"/>
                  </a:moveTo>
                  <a:lnTo>
                    <a:pt x="62725" y="241575"/>
                  </a:lnTo>
                  <a:lnTo>
                    <a:pt x="58875" y="240501"/>
                  </a:lnTo>
                  <a:lnTo>
                    <a:pt x="56643" y="242330"/>
                  </a:lnTo>
                  <a:lnTo>
                    <a:pt x="54529" y="244775"/>
                  </a:lnTo>
                  <a:lnTo>
                    <a:pt x="51924" y="246611"/>
                  </a:lnTo>
                  <a:lnTo>
                    <a:pt x="46457" y="244013"/>
                  </a:lnTo>
                  <a:lnTo>
                    <a:pt x="42979" y="239282"/>
                  </a:lnTo>
                  <a:lnTo>
                    <a:pt x="37393" y="234405"/>
                  </a:lnTo>
                  <a:lnTo>
                    <a:pt x="35279" y="230735"/>
                  </a:lnTo>
                  <a:lnTo>
                    <a:pt x="36401" y="226467"/>
                  </a:lnTo>
                  <a:lnTo>
                    <a:pt x="38881" y="222346"/>
                  </a:lnTo>
                  <a:lnTo>
                    <a:pt x="40002" y="217462"/>
                  </a:lnTo>
                  <a:lnTo>
                    <a:pt x="37269" y="211829"/>
                  </a:lnTo>
                  <a:lnTo>
                    <a:pt x="34783" y="208623"/>
                  </a:lnTo>
                  <a:lnTo>
                    <a:pt x="33047" y="204958"/>
                  </a:lnTo>
                  <a:lnTo>
                    <a:pt x="33667" y="201453"/>
                  </a:lnTo>
                  <a:lnTo>
                    <a:pt x="37145" y="199770"/>
                  </a:lnTo>
                  <a:lnTo>
                    <a:pt x="40375" y="197630"/>
                  </a:lnTo>
                  <a:lnTo>
                    <a:pt x="41491" y="193058"/>
                  </a:lnTo>
                  <a:lnTo>
                    <a:pt x="39501" y="188174"/>
                  </a:lnTo>
                  <a:lnTo>
                    <a:pt x="33791" y="186187"/>
                  </a:lnTo>
                  <a:lnTo>
                    <a:pt x="29073" y="186949"/>
                  </a:lnTo>
                  <a:lnTo>
                    <a:pt x="22241" y="185882"/>
                  </a:lnTo>
                  <a:lnTo>
                    <a:pt x="15663" y="182834"/>
                  </a:lnTo>
                  <a:lnTo>
                    <a:pt x="11316" y="179322"/>
                  </a:lnTo>
                  <a:lnTo>
                    <a:pt x="7963" y="177334"/>
                  </a:lnTo>
                  <a:lnTo>
                    <a:pt x="5353" y="177334"/>
                  </a:lnTo>
                  <a:lnTo>
                    <a:pt x="2247" y="175353"/>
                  </a:lnTo>
                  <a:lnTo>
                    <a:pt x="387" y="171993"/>
                  </a:lnTo>
                  <a:lnTo>
                    <a:pt x="635" y="166500"/>
                  </a:lnTo>
                  <a:lnTo>
                    <a:pt x="1503" y="163147"/>
                  </a:lnTo>
                  <a:lnTo>
                    <a:pt x="3239" y="160245"/>
                  </a:lnTo>
                  <a:lnTo>
                    <a:pt x="3363" y="157038"/>
                  </a:lnTo>
                  <a:lnTo>
                    <a:pt x="2619" y="154746"/>
                  </a:lnTo>
                  <a:lnTo>
                    <a:pt x="2500" y="152923"/>
                  </a:lnTo>
                  <a:lnTo>
                    <a:pt x="2991" y="150631"/>
                  </a:lnTo>
                  <a:lnTo>
                    <a:pt x="4113" y="146052"/>
                  </a:lnTo>
                  <a:lnTo>
                    <a:pt x="2247" y="142699"/>
                  </a:lnTo>
                  <a:lnTo>
                    <a:pt x="2056" y="131078"/>
                  </a:lnTo>
                  <a:lnTo>
                    <a:pt x="1689" y="109334"/>
                  </a:lnTo>
                  <a:lnTo>
                    <a:pt x="1415" y="92677"/>
                  </a:lnTo>
                  <a:lnTo>
                    <a:pt x="1069" y="71740"/>
                  </a:lnTo>
                  <a:lnTo>
                    <a:pt x="867" y="56493"/>
                  </a:lnTo>
                  <a:lnTo>
                    <a:pt x="588" y="35130"/>
                  </a:lnTo>
                  <a:lnTo>
                    <a:pt x="325" y="14859"/>
                  </a:lnTo>
                  <a:lnTo>
                    <a:pt x="0" y="0"/>
                  </a:lnTo>
                  <a:lnTo>
                    <a:pt x="276472" y="0"/>
                  </a:lnTo>
                  <a:lnTo>
                    <a:pt x="276633" y="57"/>
                  </a:lnTo>
                  <a:lnTo>
                    <a:pt x="276810" y="0"/>
                  </a:lnTo>
                  <a:lnTo>
                    <a:pt x="296962" y="0"/>
                  </a:lnTo>
                  <a:lnTo>
                    <a:pt x="296962" y="192012"/>
                  </a:lnTo>
                  <a:lnTo>
                    <a:pt x="290901" y="195833"/>
                  </a:lnTo>
                  <a:lnTo>
                    <a:pt x="267083" y="205085"/>
                  </a:lnTo>
                  <a:lnTo>
                    <a:pt x="239280" y="222746"/>
                  </a:lnTo>
                  <a:lnTo>
                    <a:pt x="203354" y="237625"/>
                  </a:lnTo>
                  <a:lnTo>
                    <a:pt x="195825" y="237682"/>
                  </a:lnTo>
                  <a:lnTo>
                    <a:pt x="179510" y="225438"/>
                  </a:lnTo>
                  <a:lnTo>
                    <a:pt x="184073" y="219863"/>
                  </a:lnTo>
                  <a:lnTo>
                    <a:pt x="188316" y="212306"/>
                  </a:lnTo>
                  <a:lnTo>
                    <a:pt x="184260" y="214484"/>
                  </a:lnTo>
                  <a:lnTo>
                    <a:pt x="181629" y="217761"/>
                  </a:lnTo>
                  <a:lnTo>
                    <a:pt x="171790" y="223019"/>
                  </a:lnTo>
                  <a:lnTo>
                    <a:pt x="179769" y="233199"/>
                  </a:lnTo>
                  <a:lnTo>
                    <a:pt x="175914" y="237015"/>
                  </a:lnTo>
                  <a:lnTo>
                    <a:pt x="164503" y="242032"/>
                  </a:lnTo>
                  <a:lnTo>
                    <a:pt x="153878" y="249290"/>
                  </a:lnTo>
                  <a:lnTo>
                    <a:pt x="144577" y="254142"/>
                  </a:lnTo>
                  <a:lnTo>
                    <a:pt x="137052" y="247970"/>
                  </a:lnTo>
                  <a:lnTo>
                    <a:pt x="116283" y="255768"/>
                  </a:lnTo>
                  <a:lnTo>
                    <a:pt x="98791" y="257863"/>
                  </a:lnTo>
                  <a:lnTo>
                    <a:pt x="95008" y="253913"/>
                  </a:lnTo>
                  <a:lnTo>
                    <a:pt x="93897" y="247677"/>
                  </a:lnTo>
                  <a:lnTo>
                    <a:pt x="87773" y="246172"/>
                  </a:lnTo>
                  <a:lnTo>
                    <a:pt x="76394" y="247893"/>
                  </a:lnTo>
                  <a:lnTo>
                    <a:pt x="72079" y="2445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9" name="pg3909"/>
            <p:cNvSpPr/>
            <p:nvPr/>
          </p:nvSpPr>
          <p:spPr>
            <a:xfrm>
              <a:off x="5287647" y="2540116"/>
              <a:ext cx="534180" cy="266113"/>
            </a:xfrm>
            <a:custGeom>
              <a:avLst/>
              <a:gdLst/>
              <a:ahLst/>
              <a:cxnLst/>
              <a:rect l="0" t="0" r="0" b="0"/>
              <a:pathLst>
                <a:path w="534180" h="266113">
                  <a:moveTo>
                    <a:pt x="528260" y="7169"/>
                  </a:moveTo>
                  <a:lnTo>
                    <a:pt x="511940" y="26932"/>
                  </a:lnTo>
                  <a:lnTo>
                    <a:pt x="497548" y="44357"/>
                  </a:lnTo>
                  <a:lnTo>
                    <a:pt x="494318" y="62240"/>
                  </a:lnTo>
                  <a:lnTo>
                    <a:pt x="491254" y="79195"/>
                  </a:lnTo>
                  <a:lnTo>
                    <a:pt x="479347" y="92099"/>
                  </a:lnTo>
                  <a:lnTo>
                    <a:pt x="472087" y="103930"/>
                  </a:lnTo>
                  <a:lnTo>
                    <a:pt x="468847" y="117050"/>
                  </a:lnTo>
                  <a:lnTo>
                    <a:pt x="466139" y="129097"/>
                  </a:lnTo>
                  <a:lnTo>
                    <a:pt x="465932" y="139181"/>
                  </a:lnTo>
                  <a:lnTo>
                    <a:pt x="467973" y="144471"/>
                  </a:lnTo>
                  <a:lnTo>
                    <a:pt x="467012" y="148770"/>
                  </a:lnTo>
                  <a:lnTo>
                    <a:pt x="463074" y="153717"/>
                  </a:lnTo>
                  <a:lnTo>
                    <a:pt x="455199" y="162322"/>
                  </a:lnTo>
                  <a:lnTo>
                    <a:pt x="453798" y="170603"/>
                  </a:lnTo>
                  <a:lnTo>
                    <a:pt x="448982" y="174686"/>
                  </a:lnTo>
                  <a:lnTo>
                    <a:pt x="435246" y="182859"/>
                  </a:lnTo>
                  <a:lnTo>
                    <a:pt x="424042" y="194906"/>
                  </a:lnTo>
                  <a:lnTo>
                    <a:pt x="423495" y="201726"/>
                  </a:lnTo>
                  <a:lnTo>
                    <a:pt x="425112" y="207391"/>
                  </a:lnTo>
                  <a:lnTo>
                    <a:pt x="425360" y="210909"/>
                  </a:lnTo>
                  <a:lnTo>
                    <a:pt x="423122" y="213360"/>
                  </a:lnTo>
                  <a:lnTo>
                    <a:pt x="418637" y="213201"/>
                  </a:lnTo>
                  <a:lnTo>
                    <a:pt x="413784" y="213970"/>
                  </a:lnTo>
                  <a:lnTo>
                    <a:pt x="409697" y="218993"/>
                  </a:lnTo>
                  <a:lnTo>
                    <a:pt x="409800" y="226207"/>
                  </a:lnTo>
                  <a:lnTo>
                    <a:pt x="406813" y="231408"/>
                  </a:lnTo>
                  <a:lnTo>
                    <a:pt x="403325" y="232481"/>
                  </a:lnTo>
                  <a:lnTo>
                    <a:pt x="400338" y="228804"/>
                  </a:lnTo>
                  <a:lnTo>
                    <a:pt x="396746" y="223292"/>
                  </a:lnTo>
                  <a:lnTo>
                    <a:pt x="392540" y="222752"/>
                  </a:lnTo>
                  <a:lnTo>
                    <a:pt x="386153" y="226410"/>
                  </a:lnTo>
                  <a:lnTo>
                    <a:pt x="378277" y="232430"/>
                  </a:lnTo>
                  <a:lnTo>
                    <a:pt x="371192" y="232754"/>
                  </a:lnTo>
                  <a:lnTo>
                    <a:pt x="357890" y="228887"/>
                  </a:lnTo>
                  <a:lnTo>
                    <a:pt x="348180" y="240559"/>
                  </a:lnTo>
                  <a:lnTo>
                    <a:pt x="337757" y="265630"/>
                  </a:lnTo>
                  <a:lnTo>
                    <a:pt x="293717" y="265693"/>
                  </a:lnTo>
                  <a:lnTo>
                    <a:pt x="249678" y="265757"/>
                  </a:lnTo>
                  <a:lnTo>
                    <a:pt x="205634" y="265820"/>
                  </a:lnTo>
                  <a:lnTo>
                    <a:pt x="161594" y="265884"/>
                  </a:lnTo>
                  <a:lnTo>
                    <a:pt x="117555" y="265941"/>
                  </a:lnTo>
                  <a:lnTo>
                    <a:pt x="73516" y="266005"/>
                  </a:lnTo>
                  <a:lnTo>
                    <a:pt x="29476" y="266068"/>
                  </a:lnTo>
                  <a:lnTo>
                    <a:pt x="4831" y="266106"/>
                  </a:lnTo>
                  <a:lnTo>
                    <a:pt x="0" y="266113"/>
                  </a:lnTo>
                  <a:lnTo>
                    <a:pt x="15089" y="261204"/>
                  </a:lnTo>
                  <a:lnTo>
                    <a:pt x="46550" y="242127"/>
                  </a:lnTo>
                  <a:lnTo>
                    <a:pt x="69753" y="235218"/>
                  </a:lnTo>
                  <a:lnTo>
                    <a:pt x="99933" y="215182"/>
                  </a:lnTo>
                  <a:lnTo>
                    <a:pt x="121792" y="211328"/>
                  </a:lnTo>
                  <a:lnTo>
                    <a:pt x="125952" y="206921"/>
                  </a:lnTo>
                  <a:lnTo>
                    <a:pt x="129616" y="190302"/>
                  </a:lnTo>
                  <a:lnTo>
                    <a:pt x="131616" y="184377"/>
                  </a:lnTo>
                  <a:lnTo>
                    <a:pt x="141823" y="168056"/>
                  </a:lnTo>
                  <a:lnTo>
                    <a:pt x="154080" y="154289"/>
                  </a:lnTo>
                  <a:lnTo>
                    <a:pt x="163971" y="135250"/>
                  </a:lnTo>
                  <a:lnTo>
                    <a:pt x="181924" y="123083"/>
                  </a:lnTo>
                  <a:lnTo>
                    <a:pt x="209070" y="112909"/>
                  </a:lnTo>
                  <a:lnTo>
                    <a:pt x="234180" y="90689"/>
                  </a:lnTo>
                  <a:lnTo>
                    <a:pt x="247942" y="83914"/>
                  </a:lnTo>
                  <a:lnTo>
                    <a:pt x="261280" y="79062"/>
                  </a:lnTo>
                  <a:lnTo>
                    <a:pt x="266881" y="70032"/>
                  </a:lnTo>
                  <a:lnTo>
                    <a:pt x="275129" y="64869"/>
                  </a:lnTo>
                  <a:lnTo>
                    <a:pt x="297180" y="54372"/>
                  </a:lnTo>
                  <a:lnTo>
                    <a:pt x="321484" y="51533"/>
                  </a:lnTo>
                  <a:lnTo>
                    <a:pt x="346046" y="42820"/>
                  </a:lnTo>
                  <a:lnTo>
                    <a:pt x="364887" y="38203"/>
                  </a:lnTo>
                  <a:lnTo>
                    <a:pt x="376442" y="30030"/>
                  </a:lnTo>
                  <a:lnTo>
                    <a:pt x="393243" y="25725"/>
                  </a:lnTo>
                  <a:lnTo>
                    <a:pt x="443385" y="2273"/>
                  </a:lnTo>
                  <a:lnTo>
                    <a:pt x="446265" y="0"/>
                  </a:lnTo>
                  <a:lnTo>
                    <a:pt x="53418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0" name="pg3910"/>
            <p:cNvSpPr/>
            <p:nvPr/>
          </p:nvSpPr>
          <p:spPr>
            <a:xfrm>
              <a:off x="6188919" y="2797057"/>
              <a:ext cx="126268" cy="202407"/>
            </a:xfrm>
            <a:custGeom>
              <a:avLst/>
              <a:gdLst/>
              <a:ahLst/>
              <a:cxnLst/>
              <a:rect l="0" t="0" r="0" b="0"/>
              <a:pathLst>
                <a:path w="126268" h="202407">
                  <a:moveTo>
                    <a:pt x="117079" y="175208"/>
                  </a:moveTo>
                  <a:lnTo>
                    <a:pt x="108057" y="174662"/>
                  </a:lnTo>
                  <a:lnTo>
                    <a:pt x="101406" y="175266"/>
                  </a:lnTo>
                  <a:lnTo>
                    <a:pt x="91386" y="182892"/>
                  </a:lnTo>
                  <a:lnTo>
                    <a:pt x="89830" y="198305"/>
                  </a:lnTo>
                  <a:lnTo>
                    <a:pt x="85406" y="196266"/>
                  </a:lnTo>
                  <a:lnTo>
                    <a:pt x="80916" y="196768"/>
                  </a:lnTo>
                  <a:lnTo>
                    <a:pt x="78595" y="201607"/>
                  </a:lnTo>
                  <a:lnTo>
                    <a:pt x="75288" y="202407"/>
                  </a:lnTo>
                  <a:lnTo>
                    <a:pt x="66529" y="197829"/>
                  </a:lnTo>
                  <a:lnTo>
                    <a:pt x="56214" y="200331"/>
                  </a:lnTo>
                  <a:lnTo>
                    <a:pt x="48147" y="196857"/>
                  </a:lnTo>
                  <a:lnTo>
                    <a:pt x="37863" y="174275"/>
                  </a:lnTo>
                  <a:lnTo>
                    <a:pt x="32401" y="166362"/>
                  </a:lnTo>
                  <a:lnTo>
                    <a:pt x="22717" y="163810"/>
                  </a:lnTo>
                  <a:lnTo>
                    <a:pt x="20205" y="168585"/>
                  </a:lnTo>
                  <a:lnTo>
                    <a:pt x="16448" y="173259"/>
                  </a:lnTo>
                  <a:lnTo>
                    <a:pt x="7126" y="163943"/>
                  </a:lnTo>
                  <a:lnTo>
                    <a:pt x="56" y="129365"/>
                  </a:lnTo>
                  <a:lnTo>
                    <a:pt x="0" y="121021"/>
                  </a:lnTo>
                  <a:lnTo>
                    <a:pt x="9896" y="91936"/>
                  </a:lnTo>
                  <a:lnTo>
                    <a:pt x="34401" y="65753"/>
                  </a:lnTo>
                  <a:lnTo>
                    <a:pt x="26577" y="64877"/>
                  </a:lnTo>
                  <a:lnTo>
                    <a:pt x="4940" y="83033"/>
                  </a:lnTo>
                  <a:lnTo>
                    <a:pt x="7172" y="78638"/>
                  </a:lnTo>
                  <a:lnTo>
                    <a:pt x="10841" y="74059"/>
                  </a:lnTo>
                  <a:lnTo>
                    <a:pt x="18138" y="66674"/>
                  </a:lnTo>
                  <a:lnTo>
                    <a:pt x="29213" y="59733"/>
                  </a:lnTo>
                  <a:lnTo>
                    <a:pt x="43961" y="55688"/>
                  </a:lnTo>
                  <a:lnTo>
                    <a:pt x="54106" y="55072"/>
                  </a:lnTo>
                  <a:lnTo>
                    <a:pt x="61098" y="51236"/>
                  </a:lnTo>
                  <a:lnTo>
                    <a:pt x="71231" y="44441"/>
                  </a:lnTo>
                  <a:lnTo>
                    <a:pt x="73112" y="40834"/>
                  </a:lnTo>
                  <a:lnTo>
                    <a:pt x="64126" y="44981"/>
                  </a:lnTo>
                  <a:lnTo>
                    <a:pt x="49196" y="49064"/>
                  </a:lnTo>
                  <a:lnTo>
                    <a:pt x="53026" y="43711"/>
                  </a:lnTo>
                  <a:lnTo>
                    <a:pt x="56762" y="40847"/>
                  </a:lnTo>
                  <a:lnTo>
                    <a:pt x="126268" y="0"/>
                  </a:lnTo>
                  <a:lnTo>
                    <a:pt x="126268" y="1681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1" name="pg3911"/>
            <p:cNvSpPr/>
            <p:nvPr/>
          </p:nvSpPr>
          <p:spPr>
            <a:xfrm>
              <a:off x="6175048" y="2885799"/>
              <a:ext cx="12040" cy="17520"/>
            </a:xfrm>
            <a:custGeom>
              <a:avLst/>
              <a:gdLst/>
              <a:ahLst/>
              <a:cxnLst/>
              <a:rect l="0" t="0" r="0" b="0"/>
              <a:pathLst>
                <a:path w="12040" h="17520">
                  <a:moveTo>
                    <a:pt x="0" y="17520"/>
                  </a:moveTo>
                  <a:lnTo>
                    <a:pt x="1291" y="13062"/>
                  </a:lnTo>
                  <a:lnTo>
                    <a:pt x="7792" y="1695"/>
                  </a:lnTo>
                  <a:lnTo>
                    <a:pt x="12040" y="0"/>
                  </a:lnTo>
                  <a:lnTo>
                    <a:pt x="5327" y="129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2" name="pg3912"/>
            <p:cNvSpPr/>
            <p:nvPr/>
          </p:nvSpPr>
          <p:spPr>
            <a:xfrm>
              <a:off x="6114410" y="2832043"/>
              <a:ext cx="16050" cy="22950"/>
            </a:xfrm>
            <a:custGeom>
              <a:avLst/>
              <a:gdLst/>
              <a:ahLst/>
              <a:cxnLst/>
              <a:rect l="0" t="0" r="0" b="0"/>
              <a:pathLst>
                <a:path w="16050" h="22950">
                  <a:moveTo>
                    <a:pt x="0" y="22950"/>
                  </a:moveTo>
                  <a:lnTo>
                    <a:pt x="5539" y="5391"/>
                  </a:lnTo>
                  <a:lnTo>
                    <a:pt x="10046" y="0"/>
                  </a:lnTo>
                  <a:lnTo>
                    <a:pt x="16050" y="1816"/>
                  </a:lnTo>
                  <a:lnTo>
                    <a:pt x="15208" y="12427"/>
                  </a:lnTo>
                  <a:lnTo>
                    <a:pt x="14242" y="1607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3" name="pg3913"/>
            <p:cNvSpPr/>
            <p:nvPr/>
          </p:nvSpPr>
          <p:spPr>
            <a:xfrm>
              <a:off x="5366847" y="2715076"/>
              <a:ext cx="51274" cy="34247"/>
            </a:xfrm>
            <a:custGeom>
              <a:avLst/>
              <a:gdLst/>
              <a:ahLst/>
              <a:cxnLst/>
              <a:rect l="0" t="0" r="0" b="0"/>
              <a:pathLst>
                <a:path w="51274" h="34247">
                  <a:moveTo>
                    <a:pt x="33548" y="33244"/>
                  </a:moveTo>
                  <a:lnTo>
                    <a:pt x="19601" y="30837"/>
                  </a:lnTo>
                  <a:lnTo>
                    <a:pt x="4268" y="34177"/>
                  </a:lnTo>
                  <a:lnTo>
                    <a:pt x="0" y="34247"/>
                  </a:lnTo>
                  <a:lnTo>
                    <a:pt x="11389" y="24582"/>
                  </a:lnTo>
                  <a:lnTo>
                    <a:pt x="28903" y="18638"/>
                  </a:lnTo>
                  <a:lnTo>
                    <a:pt x="46364" y="463"/>
                  </a:lnTo>
                  <a:lnTo>
                    <a:pt x="51274" y="0"/>
                  </a:lnTo>
                  <a:lnTo>
                    <a:pt x="44628" y="20587"/>
                  </a:lnTo>
                  <a:lnTo>
                    <a:pt x="43274" y="27948"/>
                  </a:lnTo>
                  <a:lnTo>
                    <a:pt x="41703" y="306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4" name="pg3914"/>
            <p:cNvSpPr/>
            <p:nvPr/>
          </p:nvSpPr>
          <p:spPr>
            <a:xfrm>
              <a:off x="5377730" y="2716409"/>
              <a:ext cx="30200" cy="16853"/>
            </a:xfrm>
            <a:custGeom>
              <a:avLst/>
              <a:gdLst/>
              <a:ahLst/>
              <a:cxnLst/>
              <a:rect l="0" t="0" r="0" b="0"/>
              <a:pathLst>
                <a:path w="30200" h="16853">
                  <a:moveTo>
                    <a:pt x="4423" y="16853"/>
                  </a:moveTo>
                  <a:lnTo>
                    <a:pt x="0" y="15723"/>
                  </a:lnTo>
                  <a:lnTo>
                    <a:pt x="14082" y="2946"/>
                  </a:lnTo>
                  <a:lnTo>
                    <a:pt x="30200" y="0"/>
                  </a:lnTo>
                  <a:lnTo>
                    <a:pt x="17187" y="1417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5" name="pg3915"/>
            <p:cNvSpPr/>
            <p:nvPr/>
          </p:nvSpPr>
          <p:spPr>
            <a:xfrm>
              <a:off x="5667831" y="2547127"/>
              <a:ext cx="30784" cy="17069"/>
            </a:xfrm>
            <a:custGeom>
              <a:avLst/>
              <a:gdLst/>
              <a:ahLst/>
              <a:cxnLst/>
              <a:rect l="0" t="0" r="0" b="0"/>
              <a:pathLst>
                <a:path w="30784" h="17069">
                  <a:moveTo>
                    <a:pt x="0" y="17069"/>
                  </a:moveTo>
                  <a:lnTo>
                    <a:pt x="2294" y="12554"/>
                  </a:lnTo>
                  <a:lnTo>
                    <a:pt x="15430" y="4508"/>
                  </a:lnTo>
                  <a:lnTo>
                    <a:pt x="25084" y="0"/>
                  </a:lnTo>
                  <a:lnTo>
                    <a:pt x="30784" y="95"/>
                  </a:lnTo>
                  <a:lnTo>
                    <a:pt x="21502" y="9957"/>
                  </a:lnTo>
                  <a:lnTo>
                    <a:pt x="9622" y="160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6" name="pg3916"/>
            <p:cNvSpPr/>
            <p:nvPr/>
          </p:nvSpPr>
          <p:spPr>
            <a:xfrm>
              <a:off x="4939342" y="5500509"/>
              <a:ext cx="49258" cy="37397"/>
            </a:xfrm>
            <a:custGeom>
              <a:avLst/>
              <a:gdLst/>
              <a:ahLst/>
              <a:cxnLst/>
              <a:rect l="0" t="0" r="0" b="0"/>
              <a:pathLst>
                <a:path w="49258" h="37397">
                  <a:moveTo>
                    <a:pt x="36380" y="7931"/>
                  </a:moveTo>
                  <a:lnTo>
                    <a:pt x="25890" y="16136"/>
                  </a:lnTo>
                  <a:lnTo>
                    <a:pt x="33512" y="21991"/>
                  </a:lnTo>
                  <a:lnTo>
                    <a:pt x="40695" y="9258"/>
                  </a:lnTo>
                  <a:lnTo>
                    <a:pt x="46395" y="19603"/>
                  </a:lnTo>
                  <a:lnTo>
                    <a:pt x="49258" y="37397"/>
                  </a:lnTo>
                  <a:lnTo>
                    <a:pt x="16879" y="37397"/>
                  </a:lnTo>
                  <a:lnTo>
                    <a:pt x="15627" y="32145"/>
                  </a:lnTo>
                  <a:lnTo>
                    <a:pt x="9084" y="25573"/>
                  </a:lnTo>
                  <a:lnTo>
                    <a:pt x="0" y="8807"/>
                  </a:lnTo>
                  <a:lnTo>
                    <a:pt x="5276" y="4483"/>
                  </a:lnTo>
                  <a:lnTo>
                    <a:pt x="12309" y="5924"/>
                  </a:lnTo>
                  <a:lnTo>
                    <a:pt x="15911" y="3905"/>
                  </a:lnTo>
                  <a:lnTo>
                    <a:pt x="25662" y="2292"/>
                  </a:lnTo>
                  <a:lnTo>
                    <a:pt x="31585" y="0"/>
                  </a:lnTo>
                  <a:lnTo>
                    <a:pt x="36215" y="495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7" name="pg3917"/>
            <p:cNvSpPr/>
            <p:nvPr/>
          </p:nvSpPr>
          <p:spPr>
            <a:xfrm>
              <a:off x="4945285" y="5155530"/>
              <a:ext cx="95830" cy="135860"/>
            </a:xfrm>
            <a:custGeom>
              <a:avLst/>
              <a:gdLst/>
              <a:ahLst/>
              <a:cxnLst/>
              <a:rect l="0" t="0" r="0" b="0"/>
              <a:pathLst>
                <a:path w="95830" h="135860">
                  <a:moveTo>
                    <a:pt x="73800" y="135860"/>
                  </a:moveTo>
                  <a:lnTo>
                    <a:pt x="64612" y="122835"/>
                  </a:lnTo>
                  <a:lnTo>
                    <a:pt x="57211" y="119050"/>
                  </a:lnTo>
                  <a:lnTo>
                    <a:pt x="68772" y="109842"/>
                  </a:lnTo>
                  <a:lnTo>
                    <a:pt x="73764" y="101930"/>
                  </a:lnTo>
                  <a:lnTo>
                    <a:pt x="73660" y="84669"/>
                  </a:lnTo>
                  <a:lnTo>
                    <a:pt x="76482" y="75214"/>
                  </a:lnTo>
                  <a:lnTo>
                    <a:pt x="75526" y="67028"/>
                  </a:lnTo>
                  <a:lnTo>
                    <a:pt x="78073" y="58671"/>
                  </a:lnTo>
                  <a:lnTo>
                    <a:pt x="74627" y="49285"/>
                  </a:lnTo>
                  <a:lnTo>
                    <a:pt x="64963" y="41842"/>
                  </a:lnTo>
                  <a:lnTo>
                    <a:pt x="45842" y="12237"/>
                  </a:lnTo>
                  <a:lnTo>
                    <a:pt x="15637" y="5048"/>
                  </a:lnTo>
                  <a:lnTo>
                    <a:pt x="0" y="4750"/>
                  </a:lnTo>
                  <a:lnTo>
                    <a:pt x="8593" y="0"/>
                  </a:lnTo>
                  <a:lnTo>
                    <a:pt x="16531" y="577"/>
                  </a:lnTo>
                  <a:lnTo>
                    <a:pt x="28748" y="3403"/>
                  </a:lnTo>
                  <a:lnTo>
                    <a:pt x="43377" y="4769"/>
                  </a:lnTo>
                  <a:lnTo>
                    <a:pt x="52318" y="13481"/>
                  </a:lnTo>
                  <a:lnTo>
                    <a:pt x="60855" y="25033"/>
                  </a:lnTo>
                  <a:lnTo>
                    <a:pt x="68565" y="29707"/>
                  </a:lnTo>
                  <a:lnTo>
                    <a:pt x="71738" y="32679"/>
                  </a:lnTo>
                  <a:lnTo>
                    <a:pt x="71381" y="36032"/>
                  </a:lnTo>
                  <a:lnTo>
                    <a:pt x="72663" y="39181"/>
                  </a:lnTo>
                  <a:lnTo>
                    <a:pt x="82724" y="44586"/>
                  </a:lnTo>
                  <a:lnTo>
                    <a:pt x="92858" y="53311"/>
                  </a:lnTo>
                  <a:lnTo>
                    <a:pt x="95830" y="78897"/>
                  </a:lnTo>
                  <a:lnTo>
                    <a:pt x="82177" y="91007"/>
                  </a:lnTo>
                  <a:lnTo>
                    <a:pt x="79665" y="128055"/>
                  </a:lnTo>
                  <a:lnTo>
                    <a:pt x="76001" y="1347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8" name="pg3918"/>
            <p:cNvSpPr/>
            <p:nvPr/>
          </p:nvSpPr>
          <p:spPr>
            <a:xfrm>
              <a:off x="4893261" y="5381534"/>
              <a:ext cx="74105" cy="118987"/>
            </a:xfrm>
            <a:custGeom>
              <a:avLst/>
              <a:gdLst/>
              <a:ahLst/>
              <a:cxnLst/>
              <a:rect l="0" t="0" r="0" b="0"/>
              <a:pathLst>
                <a:path w="74105" h="118987">
                  <a:moveTo>
                    <a:pt x="72947" y="80116"/>
                  </a:moveTo>
                  <a:lnTo>
                    <a:pt x="74105" y="91896"/>
                  </a:lnTo>
                  <a:lnTo>
                    <a:pt x="73035" y="96094"/>
                  </a:lnTo>
                  <a:lnTo>
                    <a:pt x="61583" y="103968"/>
                  </a:lnTo>
                  <a:lnTo>
                    <a:pt x="58643" y="108369"/>
                  </a:lnTo>
                  <a:lnTo>
                    <a:pt x="47847" y="112808"/>
                  </a:lnTo>
                  <a:lnTo>
                    <a:pt x="41315" y="118987"/>
                  </a:lnTo>
                  <a:lnTo>
                    <a:pt x="38044" y="108947"/>
                  </a:lnTo>
                  <a:lnTo>
                    <a:pt x="31703" y="102742"/>
                  </a:lnTo>
                  <a:lnTo>
                    <a:pt x="30639" y="92194"/>
                  </a:lnTo>
                  <a:lnTo>
                    <a:pt x="25792" y="95757"/>
                  </a:lnTo>
                  <a:lnTo>
                    <a:pt x="18805" y="93585"/>
                  </a:lnTo>
                  <a:lnTo>
                    <a:pt x="7281" y="85596"/>
                  </a:lnTo>
                  <a:lnTo>
                    <a:pt x="0" y="74750"/>
                  </a:lnTo>
                  <a:lnTo>
                    <a:pt x="10201" y="72870"/>
                  </a:lnTo>
                  <a:lnTo>
                    <a:pt x="12309" y="79608"/>
                  </a:lnTo>
                  <a:lnTo>
                    <a:pt x="20381" y="71340"/>
                  </a:lnTo>
                  <a:lnTo>
                    <a:pt x="18546" y="66983"/>
                  </a:lnTo>
                  <a:lnTo>
                    <a:pt x="17089" y="66425"/>
                  </a:lnTo>
                  <a:lnTo>
                    <a:pt x="14443" y="58321"/>
                  </a:lnTo>
                  <a:lnTo>
                    <a:pt x="26587" y="37098"/>
                  </a:lnTo>
                  <a:lnTo>
                    <a:pt x="29207" y="23407"/>
                  </a:lnTo>
                  <a:lnTo>
                    <a:pt x="23699" y="1441"/>
                  </a:lnTo>
                  <a:lnTo>
                    <a:pt x="28841" y="0"/>
                  </a:lnTo>
                  <a:lnTo>
                    <a:pt x="42545" y="7703"/>
                  </a:lnTo>
                  <a:lnTo>
                    <a:pt x="48685" y="15285"/>
                  </a:lnTo>
                  <a:lnTo>
                    <a:pt x="48886" y="25693"/>
                  </a:lnTo>
                  <a:lnTo>
                    <a:pt x="54648" y="33752"/>
                  </a:lnTo>
                  <a:lnTo>
                    <a:pt x="62989" y="53057"/>
                  </a:lnTo>
                  <a:lnTo>
                    <a:pt x="73180" y="64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9" name="pg3919"/>
            <p:cNvSpPr/>
            <p:nvPr/>
          </p:nvSpPr>
          <p:spPr>
            <a:xfrm>
              <a:off x="4835016" y="5174016"/>
              <a:ext cx="112522" cy="38661"/>
            </a:xfrm>
            <a:custGeom>
              <a:avLst/>
              <a:gdLst/>
              <a:ahLst/>
              <a:cxnLst/>
              <a:rect l="0" t="0" r="0" b="0"/>
              <a:pathLst>
                <a:path w="112522" h="38661">
                  <a:moveTo>
                    <a:pt x="64973" y="13005"/>
                  </a:moveTo>
                  <a:lnTo>
                    <a:pt x="71841" y="12453"/>
                  </a:lnTo>
                  <a:lnTo>
                    <a:pt x="75960" y="9792"/>
                  </a:lnTo>
                  <a:lnTo>
                    <a:pt x="94931" y="10878"/>
                  </a:lnTo>
                  <a:lnTo>
                    <a:pt x="110248" y="6985"/>
                  </a:lnTo>
                  <a:lnTo>
                    <a:pt x="112522" y="13894"/>
                  </a:lnTo>
                  <a:lnTo>
                    <a:pt x="112134" y="17501"/>
                  </a:lnTo>
                  <a:lnTo>
                    <a:pt x="79562" y="20886"/>
                  </a:lnTo>
                  <a:lnTo>
                    <a:pt x="49682" y="31028"/>
                  </a:lnTo>
                  <a:lnTo>
                    <a:pt x="33305" y="37899"/>
                  </a:lnTo>
                  <a:lnTo>
                    <a:pt x="25611" y="38661"/>
                  </a:lnTo>
                  <a:lnTo>
                    <a:pt x="19730" y="35047"/>
                  </a:lnTo>
                  <a:lnTo>
                    <a:pt x="0" y="14104"/>
                  </a:lnTo>
                  <a:lnTo>
                    <a:pt x="5276" y="16193"/>
                  </a:lnTo>
                  <a:lnTo>
                    <a:pt x="19854" y="28030"/>
                  </a:lnTo>
                  <a:lnTo>
                    <a:pt x="28908" y="25871"/>
                  </a:lnTo>
                  <a:lnTo>
                    <a:pt x="37295" y="18047"/>
                  </a:lnTo>
                  <a:lnTo>
                    <a:pt x="38577" y="12135"/>
                  </a:lnTo>
                  <a:lnTo>
                    <a:pt x="37326" y="9335"/>
                  </a:lnTo>
                  <a:lnTo>
                    <a:pt x="41119" y="0"/>
                  </a:lnTo>
                  <a:lnTo>
                    <a:pt x="52152" y="896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0" name="pg3920"/>
            <p:cNvSpPr/>
            <p:nvPr/>
          </p:nvSpPr>
          <p:spPr>
            <a:xfrm>
              <a:off x="4985696" y="5397055"/>
              <a:ext cx="30985" cy="11691"/>
            </a:xfrm>
            <a:custGeom>
              <a:avLst/>
              <a:gdLst/>
              <a:ahLst/>
              <a:cxnLst/>
              <a:rect l="0" t="0" r="0" b="0"/>
              <a:pathLst>
                <a:path w="30985" h="11691">
                  <a:moveTo>
                    <a:pt x="10733" y="11691"/>
                  </a:moveTo>
                  <a:lnTo>
                    <a:pt x="2191" y="9030"/>
                  </a:lnTo>
                  <a:lnTo>
                    <a:pt x="0" y="6890"/>
                  </a:lnTo>
                  <a:lnTo>
                    <a:pt x="3658" y="3295"/>
                  </a:lnTo>
                  <a:lnTo>
                    <a:pt x="11710" y="298"/>
                  </a:lnTo>
                  <a:lnTo>
                    <a:pt x="24639" y="0"/>
                  </a:lnTo>
                  <a:lnTo>
                    <a:pt x="30303" y="3543"/>
                  </a:lnTo>
                  <a:lnTo>
                    <a:pt x="30985" y="5093"/>
                  </a:lnTo>
                  <a:lnTo>
                    <a:pt x="22686" y="899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1" name="pg3921"/>
            <p:cNvSpPr/>
            <p:nvPr/>
          </p:nvSpPr>
          <p:spPr>
            <a:xfrm>
              <a:off x="5304944" y="5521433"/>
              <a:ext cx="12277" cy="16472"/>
            </a:xfrm>
            <a:custGeom>
              <a:avLst/>
              <a:gdLst/>
              <a:ahLst/>
              <a:cxnLst/>
              <a:rect l="0" t="0" r="0" b="0"/>
              <a:pathLst>
                <a:path w="12277" h="16472">
                  <a:moveTo>
                    <a:pt x="7008" y="16472"/>
                  </a:moveTo>
                  <a:lnTo>
                    <a:pt x="0" y="16472"/>
                  </a:lnTo>
                  <a:lnTo>
                    <a:pt x="1962" y="2806"/>
                  </a:lnTo>
                  <a:lnTo>
                    <a:pt x="7771" y="0"/>
                  </a:lnTo>
                  <a:lnTo>
                    <a:pt x="10050" y="152"/>
                  </a:lnTo>
                  <a:lnTo>
                    <a:pt x="12277" y="762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2" name="pg3922"/>
            <p:cNvSpPr/>
            <p:nvPr/>
          </p:nvSpPr>
          <p:spPr>
            <a:xfrm>
              <a:off x="5068380" y="5334383"/>
              <a:ext cx="70456" cy="119063"/>
            </a:xfrm>
            <a:custGeom>
              <a:avLst/>
              <a:gdLst/>
              <a:ahLst/>
              <a:cxnLst/>
              <a:rect l="0" t="0" r="0" b="0"/>
              <a:pathLst>
                <a:path w="70456" h="119063">
                  <a:moveTo>
                    <a:pt x="31373" y="24747"/>
                  </a:moveTo>
                  <a:lnTo>
                    <a:pt x="46235" y="30285"/>
                  </a:lnTo>
                  <a:lnTo>
                    <a:pt x="62302" y="48650"/>
                  </a:lnTo>
                  <a:lnTo>
                    <a:pt x="69221" y="55191"/>
                  </a:lnTo>
                  <a:lnTo>
                    <a:pt x="70456" y="61147"/>
                  </a:lnTo>
                  <a:lnTo>
                    <a:pt x="67748" y="88340"/>
                  </a:lnTo>
                  <a:lnTo>
                    <a:pt x="64136" y="104711"/>
                  </a:lnTo>
                  <a:lnTo>
                    <a:pt x="64679" y="119063"/>
                  </a:lnTo>
                  <a:lnTo>
                    <a:pt x="60906" y="114815"/>
                  </a:lnTo>
                  <a:lnTo>
                    <a:pt x="57093" y="105416"/>
                  </a:lnTo>
                  <a:lnTo>
                    <a:pt x="50840" y="100012"/>
                  </a:lnTo>
                  <a:lnTo>
                    <a:pt x="48757" y="97180"/>
                  </a:lnTo>
                  <a:lnTo>
                    <a:pt x="59997" y="96557"/>
                  </a:lnTo>
                  <a:lnTo>
                    <a:pt x="60994" y="81761"/>
                  </a:lnTo>
                  <a:lnTo>
                    <a:pt x="66477" y="70089"/>
                  </a:lnTo>
                  <a:lnTo>
                    <a:pt x="65645" y="57947"/>
                  </a:lnTo>
                  <a:lnTo>
                    <a:pt x="52529" y="44579"/>
                  </a:lnTo>
                  <a:lnTo>
                    <a:pt x="43538" y="32812"/>
                  </a:lnTo>
                  <a:lnTo>
                    <a:pt x="29714" y="29046"/>
                  </a:lnTo>
                  <a:lnTo>
                    <a:pt x="16929" y="17330"/>
                  </a:lnTo>
                  <a:lnTo>
                    <a:pt x="9301" y="15888"/>
                  </a:lnTo>
                  <a:lnTo>
                    <a:pt x="0" y="17952"/>
                  </a:lnTo>
                  <a:lnTo>
                    <a:pt x="3359" y="10967"/>
                  </a:lnTo>
                  <a:lnTo>
                    <a:pt x="5684" y="1727"/>
                  </a:lnTo>
                  <a:lnTo>
                    <a:pt x="7389" y="0"/>
                  </a:lnTo>
                  <a:lnTo>
                    <a:pt x="13952" y="100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3" name="pg3923"/>
            <p:cNvSpPr/>
            <p:nvPr/>
          </p:nvSpPr>
          <p:spPr>
            <a:xfrm>
              <a:off x="5178096" y="5447191"/>
              <a:ext cx="46804" cy="72629"/>
            </a:xfrm>
            <a:custGeom>
              <a:avLst/>
              <a:gdLst/>
              <a:ahLst/>
              <a:cxnLst/>
              <a:rect l="0" t="0" r="0" b="0"/>
              <a:pathLst>
                <a:path w="46804" h="72629">
                  <a:moveTo>
                    <a:pt x="46804" y="71314"/>
                  </a:moveTo>
                  <a:lnTo>
                    <a:pt x="39713" y="69974"/>
                  </a:lnTo>
                  <a:lnTo>
                    <a:pt x="29249" y="72559"/>
                  </a:lnTo>
                  <a:lnTo>
                    <a:pt x="25482" y="72629"/>
                  </a:lnTo>
                  <a:lnTo>
                    <a:pt x="27828" y="68101"/>
                  </a:lnTo>
                  <a:lnTo>
                    <a:pt x="35094" y="61979"/>
                  </a:lnTo>
                  <a:lnTo>
                    <a:pt x="35460" y="56150"/>
                  </a:lnTo>
                  <a:lnTo>
                    <a:pt x="26469" y="47742"/>
                  </a:lnTo>
                  <a:lnTo>
                    <a:pt x="16004" y="26824"/>
                  </a:lnTo>
                  <a:lnTo>
                    <a:pt x="11105" y="21864"/>
                  </a:lnTo>
                  <a:lnTo>
                    <a:pt x="8779" y="14002"/>
                  </a:lnTo>
                  <a:lnTo>
                    <a:pt x="0" y="5569"/>
                  </a:lnTo>
                  <a:lnTo>
                    <a:pt x="1834" y="1060"/>
                  </a:lnTo>
                  <a:lnTo>
                    <a:pt x="3638" y="0"/>
                  </a:lnTo>
                  <a:lnTo>
                    <a:pt x="9575" y="2165"/>
                  </a:lnTo>
                  <a:lnTo>
                    <a:pt x="23022" y="32253"/>
                  </a:lnTo>
                  <a:lnTo>
                    <a:pt x="23900" y="35136"/>
                  </a:lnTo>
                  <a:lnTo>
                    <a:pt x="46101" y="647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4" name="pt3924"/>
            <p:cNvSpPr/>
            <p:nvPr/>
          </p:nvSpPr>
          <p:spPr>
            <a:xfrm>
              <a:off x="5411954" y="3276309"/>
              <a:ext cx="63202" cy="63202"/>
            </a:xfrm>
            <a:prstGeom prst="ellipse">
              <a:avLst/>
            </a:prstGeom>
            <a:solidFill>
              <a:srgbClr val="3A78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5" name="pt3925"/>
            <p:cNvSpPr/>
            <p:nvPr/>
          </p:nvSpPr>
          <p:spPr>
            <a:xfrm>
              <a:off x="3286560" y="4746129"/>
              <a:ext cx="63202" cy="63202"/>
            </a:xfrm>
            <a:prstGeom prst="ellipse">
              <a:avLst/>
            </a:prstGeom>
            <a:solidFill>
              <a:srgbClr val="39305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6" name="pt3926"/>
            <p:cNvSpPr/>
            <p:nvPr/>
          </p:nvSpPr>
          <p:spPr>
            <a:xfrm>
              <a:off x="2878450" y="4973596"/>
              <a:ext cx="63202" cy="63202"/>
            </a:xfrm>
            <a:prstGeom prst="ellipse">
              <a:avLst/>
            </a:prstGeom>
            <a:solidFill>
              <a:srgbClr val="392D5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7" name="pt3927"/>
            <p:cNvSpPr/>
            <p:nvPr/>
          </p:nvSpPr>
          <p:spPr>
            <a:xfrm>
              <a:off x="5154968" y="3735383"/>
              <a:ext cx="63202" cy="63202"/>
            </a:xfrm>
            <a:prstGeom prst="ellipse">
              <a:avLst/>
            </a:prstGeom>
            <a:solidFill>
              <a:srgbClr val="59C3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8" name="pt3928"/>
            <p:cNvSpPr/>
            <p:nvPr/>
          </p:nvSpPr>
          <p:spPr>
            <a:xfrm>
              <a:off x="3815690" y="4677487"/>
              <a:ext cx="63202" cy="63202"/>
            </a:xfrm>
            <a:prstGeom prst="ellipse">
              <a:avLst/>
            </a:prstGeom>
            <a:solidFill>
              <a:srgbClr val="3C48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9" name="pt3929"/>
            <p:cNvSpPr/>
            <p:nvPr/>
          </p:nvSpPr>
          <p:spPr>
            <a:xfrm>
              <a:off x="5234441" y="3545894"/>
              <a:ext cx="63202" cy="63202"/>
            </a:xfrm>
            <a:prstGeom prst="ellipse">
              <a:avLst/>
            </a:prstGeom>
            <a:solidFill>
              <a:srgbClr val="75D4B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0" name="pt3930"/>
            <p:cNvSpPr/>
            <p:nvPr/>
          </p:nvSpPr>
          <p:spPr>
            <a:xfrm>
              <a:off x="3635685" y="4800931"/>
              <a:ext cx="63202" cy="63202"/>
            </a:xfrm>
            <a:prstGeom prst="ellipse">
              <a:avLst/>
            </a:prstGeom>
            <a:solidFill>
              <a:srgbClr val="392D5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1" name="pt3931"/>
            <p:cNvSpPr/>
            <p:nvPr/>
          </p:nvSpPr>
          <p:spPr>
            <a:xfrm>
              <a:off x="5803938" y="2901996"/>
              <a:ext cx="63202" cy="63202"/>
            </a:xfrm>
            <a:prstGeom prst="ellipse">
              <a:avLst/>
            </a:prstGeom>
            <a:solidFill>
              <a:srgbClr val="3A7B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2" name="pt3932"/>
            <p:cNvSpPr/>
            <p:nvPr/>
          </p:nvSpPr>
          <p:spPr>
            <a:xfrm>
              <a:off x="5602232" y="3222656"/>
              <a:ext cx="63202" cy="63202"/>
            </a:xfrm>
            <a:prstGeom prst="ellipse">
              <a:avLst/>
            </a:prstGeom>
            <a:solidFill>
              <a:srgbClr val="388BA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3" name="pt3933"/>
            <p:cNvSpPr/>
            <p:nvPr/>
          </p:nvSpPr>
          <p:spPr>
            <a:xfrm>
              <a:off x="5052138" y="3796215"/>
              <a:ext cx="63202" cy="63202"/>
            </a:xfrm>
            <a:prstGeom prst="ellipse">
              <a:avLst/>
            </a:prstGeom>
            <a:solidFill>
              <a:srgbClr val="60CE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4" name="pt3934"/>
            <p:cNvSpPr/>
            <p:nvPr/>
          </p:nvSpPr>
          <p:spPr>
            <a:xfrm>
              <a:off x="4189184" y="4765547"/>
              <a:ext cx="63202" cy="63202"/>
            </a:xfrm>
            <a:prstGeom prst="ellipse">
              <a:avLst/>
            </a:prstGeom>
            <a:solidFill>
              <a:srgbClr val="3B386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5" name="pt3935"/>
            <p:cNvSpPr/>
            <p:nvPr/>
          </p:nvSpPr>
          <p:spPr>
            <a:xfrm>
              <a:off x="4913887" y="4211118"/>
              <a:ext cx="63202" cy="63202"/>
            </a:xfrm>
            <a:prstGeom prst="ellipse">
              <a:avLst/>
            </a:prstGeom>
            <a:solidFill>
              <a:srgbClr val="46AA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6" name="pt3936"/>
            <p:cNvSpPr/>
            <p:nvPr/>
          </p:nvSpPr>
          <p:spPr>
            <a:xfrm>
              <a:off x="4598477" y="4463619"/>
              <a:ext cx="63202" cy="63202"/>
            </a:xfrm>
            <a:prstGeom prst="ellipse">
              <a:avLst/>
            </a:prstGeom>
            <a:solidFill>
              <a:srgbClr val="3594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7" name="pt3937"/>
            <p:cNvSpPr/>
            <p:nvPr/>
          </p:nvSpPr>
          <p:spPr>
            <a:xfrm>
              <a:off x="3118737" y="4784820"/>
              <a:ext cx="63202" cy="63202"/>
            </a:xfrm>
            <a:prstGeom prst="ellipse">
              <a:avLst/>
            </a:prstGeom>
            <a:solidFill>
              <a:srgbClr val="395F9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8" name="pt3938"/>
            <p:cNvSpPr/>
            <p:nvPr/>
          </p:nvSpPr>
          <p:spPr>
            <a:xfrm>
              <a:off x="4706891" y="4368015"/>
              <a:ext cx="63202" cy="63202"/>
            </a:xfrm>
            <a:prstGeom prst="ellipse">
              <a:avLst/>
            </a:prstGeom>
            <a:solidFill>
              <a:srgbClr val="3A9C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9" name="pt3939"/>
            <p:cNvSpPr/>
            <p:nvPr/>
          </p:nvSpPr>
          <p:spPr>
            <a:xfrm>
              <a:off x="5170525" y="3498927"/>
              <a:ext cx="63202" cy="63202"/>
            </a:xfrm>
            <a:prstGeom prst="ellipse">
              <a:avLst/>
            </a:prstGeom>
            <a:solidFill>
              <a:srgbClr val="388C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0" name="pt3940"/>
            <p:cNvSpPr/>
            <p:nvPr/>
          </p:nvSpPr>
          <p:spPr>
            <a:xfrm>
              <a:off x="4143523" y="4766403"/>
              <a:ext cx="63202" cy="63202"/>
            </a:xfrm>
            <a:prstGeom prst="ellipse">
              <a:avLst/>
            </a:prstGeom>
            <a:solidFill>
              <a:srgbClr val="3B396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1" name="pt3941"/>
            <p:cNvSpPr/>
            <p:nvPr/>
          </p:nvSpPr>
          <p:spPr>
            <a:xfrm>
              <a:off x="4544041" y="4668741"/>
              <a:ext cx="63202" cy="63202"/>
            </a:xfrm>
            <a:prstGeom prst="ellipse">
              <a:avLst/>
            </a:prstGeom>
            <a:solidFill>
              <a:srgbClr val="3982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2" name="pt3942"/>
            <p:cNvSpPr/>
            <p:nvPr/>
          </p:nvSpPr>
          <p:spPr>
            <a:xfrm>
              <a:off x="3690881" y="4772296"/>
              <a:ext cx="63202" cy="63202"/>
            </a:xfrm>
            <a:prstGeom prst="ellipse">
              <a:avLst/>
            </a:prstGeom>
            <a:solidFill>
              <a:srgbClr val="3A346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3" name="pt3943"/>
            <p:cNvSpPr/>
            <p:nvPr/>
          </p:nvSpPr>
          <p:spPr>
            <a:xfrm>
              <a:off x="5016032" y="3641698"/>
              <a:ext cx="63202" cy="63202"/>
            </a:xfrm>
            <a:prstGeom prst="ellipse">
              <a:avLst/>
            </a:prstGeom>
            <a:solidFill>
              <a:srgbClr val="3593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4" name="pt3944"/>
            <p:cNvSpPr/>
            <p:nvPr/>
          </p:nvSpPr>
          <p:spPr>
            <a:xfrm>
              <a:off x="4551789" y="4536931"/>
              <a:ext cx="63202" cy="63202"/>
            </a:xfrm>
            <a:prstGeom prst="ellipse">
              <a:avLst/>
            </a:prstGeom>
            <a:solidFill>
              <a:srgbClr val="388BA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5" name="pt3945"/>
            <p:cNvSpPr/>
            <p:nvPr/>
          </p:nvSpPr>
          <p:spPr>
            <a:xfrm>
              <a:off x="3457033" y="4801454"/>
              <a:ext cx="63202" cy="63202"/>
            </a:xfrm>
            <a:prstGeom prst="ellipse">
              <a:avLst/>
            </a:prstGeom>
            <a:solidFill>
              <a:srgbClr val="3A366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6" name="pt3946"/>
            <p:cNvSpPr/>
            <p:nvPr/>
          </p:nvSpPr>
          <p:spPr>
            <a:xfrm>
              <a:off x="4795350" y="4267713"/>
              <a:ext cx="63202" cy="63202"/>
            </a:xfrm>
            <a:prstGeom prst="ellipse">
              <a:avLst/>
            </a:prstGeom>
            <a:solidFill>
              <a:srgbClr val="44A8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7" name="pt3947"/>
            <p:cNvSpPr/>
            <p:nvPr/>
          </p:nvSpPr>
          <p:spPr>
            <a:xfrm>
              <a:off x="5763373" y="2927118"/>
              <a:ext cx="63202" cy="63202"/>
            </a:xfrm>
            <a:prstGeom prst="ellipse">
              <a:avLst/>
            </a:prstGeom>
            <a:solidFill>
              <a:srgbClr val="379A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8" name="pt3948"/>
            <p:cNvSpPr/>
            <p:nvPr/>
          </p:nvSpPr>
          <p:spPr>
            <a:xfrm>
              <a:off x="3223042" y="4753931"/>
              <a:ext cx="63202" cy="63202"/>
            </a:xfrm>
            <a:prstGeom prst="ellipse">
              <a:avLst/>
            </a:prstGeom>
            <a:solidFill>
              <a:srgbClr val="392D5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9" name="pt3949"/>
            <p:cNvSpPr/>
            <p:nvPr/>
          </p:nvSpPr>
          <p:spPr>
            <a:xfrm>
              <a:off x="6187218" y="2929573"/>
              <a:ext cx="63202" cy="63202"/>
            </a:xfrm>
            <a:prstGeom prst="ellipse">
              <a:avLst/>
            </a:prstGeom>
            <a:solidFill>
              <a:srgbClr val="388C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0" name="pt3950"/>
            <p:cNvSpPr/>
            <p:nvPr/>
          </p:nvSpPr>
          <p:spPr>
            <a:xfrm>
              <a:off x="4558922" y="4541579"/>
              <a:ext cx="63202" cy="63202"/>
            </a:xfrm>
            <a:prstGeom prst="ellipse">
              <a:avLst/>
            </a:prstGeom>
            <a:solidFill>
              <a:srgbClr val="3497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1" name="pt3951"/>
            <p:cNvSpPr/>
            <p:nvPr/>
          </p:nvSpPr>
          <p:spPr>
            <a:xfrm>
              <a:off x="5665872" y="3067530"/>
              <a:ext cx="63202" cy="63202"/>
            </a:xfrm>
            <a:prstGeom prst="ellipse">
              <a:avLst/>
            </a:prstGeom>
            <a:solidFill>
              <a:srgbClr val="41A4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2" name="pt3952"/>
            <p:cNvSpPr/>
            <p:nvPr/>
          </p:nvSpPr>
          <p:spPr>
            <a:xfrm>
              <a:off x="3541256" y="4824822"/>
              <a:ext cx="63202" cy="63202"/>
            </a:xfrm>
            <a:prstGeom prst="ellipse">
              <a:avLst/>
            </a:prstGeom>
            <a:solidFill>
              <a:srgbClr val="392D5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3" name="pt3953"/>
            <p:cNvSpPr/>
            <p:nvPr/>
          </p:nvSpPr>
          <p:spPr>
            <a:xfrm>
              <a:off x="4587926" y="4467164"/>
              <a:ext cx="63202" cy="63202"/>
            </a:xfrm>
            <a:prstGeom prst="ellipse">
              <a:avLst/>
            </a:prstGeom>
            <a:solidFill>
              <a:srgbClr val="3593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4" name="pt3954"/>
            <p:cNvSpPr/>
            <p:nvPr/>
          </p:nvSpPr>
          <p:spPr>
            <a:xfrm>
              <a:off x="5657937" y="3028251"/>
              <a:ext cx="63202" cy="63202"/>
            </a:xfrm>
            <a:prstGeom prst="ellipse">
              <a:avLst/>
            </a:prstGeom>
            <a:solidFill>
              <a:srgbClr val="3983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5" name="pt3955"/>
            <p:cNvSpPr/>
            <p:nvPr/>
          </p:nvSpPr>
          <p:spPr>
            <a:xfrm>
              <a:off x="2979067" y="4895874"/>
              <a:ext cx="63202" cy="63202"/>
            </a:xfrm>
            <a:prstGeom prst="ellipse">
              <a:avLst/>
            </a:prstGeom>
            <a:solidFill>
              <a:srgbClr val="382C5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6" name="pt3956"/>
            <p:cNvSpPr/>
            <p:nvPr/>
          </p:nvSpPr>
          <p:spPr>
            <a:xfrm>
              <a:off x="4922163" y="4187507"/>
              <a:ext cx="63202" cy="63202"/>
            </a:xfrm>
            <a:prstGeom prst="ellipse">
              <a:avLst/>
            </a:prstGeom>
            <a:solidFill>
              <a:srgbClr val="3B9E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7" name="pt3957"/>
            <p:cNvSpPr/>
            <p:nvPr/>
          </p:nvSpPr>
          <p:spPr>
            <a:xfrm>
              <a:off x="2851349" y="4946495"/>
              <a:ext cx="117405" cy="117405"/>
            </a:xfrm>
            <a:prstGeom prst="ellipse">
              <a:avLst/>
            </a:prstGeom>
            <a:solidFill>
              <a:srgbClr val="392D5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8" name="pt3958"/>
            <p:cNvSpPr/>
            <p:nvPr/>
          </p:nvSpPr>
          <p:spPr>
            <a:xfrm>
              <a:off x="3514155" y="4797720"/>
              <a:ext cx="117405" cy="117405"/>
            </a:xfrm>
            <a:prstGeom prst="ellipse">
              <a:avLst/>
            </a:prstGeom>
            <a:solidFill>
              <a:srgbClr val="392D5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9" name="pt3959"/>
            <p:cNvSpPr/>
            <p:nvPr/>
          </p:nvSpPr>
          <p:spPr>
            <a:xfrm>
              <a:off x="4516940" y="4641639"/>
              <a:ext cx="117405" cy="117405"/>
            </a:xfrm>
            <a:prstGeom prst="ellipse">
              <a:avLst/>
            </a:prstGeom>
            <a:solidFill>
              <a:srgbClr val="3982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0" name="pt3960"/>
            <p:cNvSpPr/>
            <p:nvPr/>
          </p:nvSpPr>
          <p:spPr>
            <a:xfrm>
              <a:off x="5630836" y="3001150"/>
              <a:ext cx="117405" cy="117405"/>
            </a:xfrm>
            <a:prstGeom prst="ellipse">
              <a:avLst/>
            </a:prstGeom>
            <a:solidFill>
              <a:srgbClr val="3983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1" name="pt3961"/>
            <p:cNvSpPr/>
            <p:nvPr/>
          </p:nvSpPr>
          <p:spPr>
            <a:xfrm>
              <a:off x="5776837" y="2874895"/>
              <a:ext cx="117405" cy="117405"/>
            </a:xfrm>
            <a:prstGeom prst="ellipse">
              <a:avLst/>
            </a:prstGeom>
            <a:solidFill>
              <a:srgbClr val="3A7B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2" name="pl3962"/>
            <p:cNvSpPr/>
            <p:nvPr/>
          </p:nvSpPr>
          <p:spPr>
            <a:xfrm>
              <a:off x="2850414" y="4909068"/>
              <a:ext cx="52398" cy="84460"/>
            </a:xfrm>
            <a:custGeom>
              <a:avLst/>
              <a:gdLst/>
              <a:ahLst/>
              <a:cxnLst/>
              <a:rect l="0" t="0" r="0" b="0"/>
              <a:pathLst>
                <a:path w="52398" h="84460">
                  <a:moveTo>
                    <a:pt x="0" y="0"/>
                  </a:moveTo>
                  <a:lnTo>
                    <a:pt x="52398" y="8446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3" name="pl3963"/>
            <p:cNvSpPr/>
            <p:nvPr/>
          </p:nvSpPr>
          <p:spPr>
            <a:xfrm>
              <a:off x="3511781" y="4762624"/>
              <a:ext cx="53549" cy="82240"/>
            </a:xfrm>
            <a:custGeom>
              <a:avLst/>
              <a:gdLst/>
              <a:ahLst/>
              <a:cxnLst/>
              <a:rect l="0" t="0" r="0" b="0"/>
              <a:pathLst>
                <a:path w="53549" h="82240">
                  <a:moveTo>
                    <a:pt x="0" y="0"/>
                  </a:moveTo>
                  <a:lnTo>
                    <a:pt x="53549" y="8224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4" name="pl3964"/>
            <p:cNvSpPr/>
            <p:nvPr/>
          </p:nvSpPr>
          <p:spPr>
            <a:xfrm>
              <a:off x="4513488" y="4609337"/>
              <a:ext cx="54339" cy="79562"/>
            </a:xfrm>
            <a:custGeom>
              <a:avLst/>
              <a:gdLst/>
              <a:ahLst/>
              <a:cxnLst/>
              <a:rect l="0" t="0" r="0" b="0"/>
              <a:pathLst>
                <a:path w="54339" h="79562">
                  <a:moveTo>
                    <a:pt x="0" y="0"/>
                  </a:moveTo>
                  <a:lnTo>
                    <a:pt x="54339" y="7956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5" name="pl3965"/>
            <p:cNvSpPr/>
            <p:nvPr/>
          </p:nvSpPr>
          <p:spPr>
            <a:xfrm>
              <a:off x="5584819" y="3006210"/>
              <a:ext cx="90785" cy="46504"/>
            </a:xfrm>
            <a:custGeom>
              <a:avLst/>
              <a:gdLst/>
              <a:ahLst/>
              <a:cxnLst/>
              <a:rect l="0" t="0" r="0" b="0"/>
              <a:pathLst>
                <a:path w="90785" h="46504">
                  <a:moveTo>
                    <a:pt x="0" y="0"/>
                  </a:moveTo>
                  <a:lnTo>
                    <a:pt x="90785" y="4650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6" name="pl3966"/>
            <p:cNvSpPr/>
            <p:nvPr/>
          </p:nvSpPr>
          <p:spPr>
            <a:xfrm>
              <a:off x="5712842" y="2801489"/>
              <a:ext cx="112937" cy="121600"/>
            </a:xfrm>
            <a:custGeom>
              <a:avLst/>
              <a:gdLst/>
              <a:ahLst/>
              <a:cxnLst/>
              <a:rect l="0" t="0" r="0" b="0"/>
              <a:pathLst>
                <a:path w="112937" h="121600">
                  <a:moveTo>
                    <a:pt x="0" y="0"/>
                  </a:moveTo>
                  <a:lnTo>
                    <a:pt x="112937" y="12160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7" name="pg3967"/>
            <p:cNvSpPr/>
            <p:nvPr/>
          </p:nvSpPr>
          <p:spPr>
            <a:xfrm>
              <a:off x="2291898" y="4760384"/>
              <a:ext cx="558515" cy="191932"/>
            </a:xfrm>
            <a:custGeom>
              <a:avLst/>
              <a:gdLst/>
              <a:ahLst/>
              <a:cxnLst/>
              <a:rect l="0" t="0" r="0" b="0"/>
              <a:pathLst>
                <a:path w="558515" h="191932">
                  <a:moveTo>
                    <a:pt x="27431" y="191932"/>
                  </a:moveTo>
                  <a:lnTo>
                    <a:pt x="531083" y="191932"/>
                  </a:lnTo>
                  <a:lnTo>
                    <a:pt x="529978" y="191910"/>
                  </a:lnTo>
                  <a:lnTo>
                    <a:pt x="534390" y="191732"/>
                  </a:lnTo>
                  <a:lnTo>
                    <a:pt x="538715" y="190849"/>
                  </a:lnTo>
                  <a:lnTo>
                    <a:pt x="542843" y="189284"/>
                  </a:lnTo>
                  <a:lnTo>
                    <a:pt x="546666" y="187076"/>
                  </a:lnTo>
                  <a:lnTo>
                    <a:pt x="550086" y="184284"/>
                  </a:lnTo>
                  <a:lnTo>
                    <a:pt x="553013" y="180980"/>
                  </a:lnTo>
                  <a:lnTo>
                    <a:pt x="555373" y="177248"/>
                  </a:lnTo>
                  <a:lnTo>
                    <a:pt x="557103" y="173187"/>
                  </a:lnTo>
                  <a:lnTo>
                    <a:pt x="558160" y="168900"/>
                  </a:lnTo>
                  <a:lnTo>
                    <a:pt x="558515" y="164500"/>
                  </a:lnTo>
                  <a:lnTo>
                    <a:pt x="558515" y="27432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8" name="tx3968"/>
            <p:cNvSpPr/>
            <p:nvPr/>
          </p:nvSpPr>
          <p:spPr>
            <a:xfrm>
              <a:off x="2337618" y="4806104"/>
              <a:ext cx="467075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3969" name="pg3969"/>
            <p:cNvSpPr/>
            <p:nvPr/>
          </p:nvSpPr>
          <p:spPr>
            <a:xfrm>
              <a:off x="2960947" y="4613872"/>
              <a:ext cx="550834" cy="191932"/>
            </a:xfrm>
            <a:custGeom>
              <a:avLst/>
              <a:gdLst/>
              <a:ahLst/>
              <a:cxnLst/>
              <a:rect l="0" t="0" r="0" b="0"/>
              <a:pathLst>
                <a:path w="550834" h="191932">
                  <a:moveTo>
                    <a:pt x="27431" y="191932"/>
                  </a:moveTo>
                  <a:lnTo>
                    <a:pt x="523402" y="191932"/>
                  </a:lnTo>
                  <a:lnTo>
                    <a:pt x="522297" y="191910"/>
                  </a:lnTo>
                  <a:lnTo>
                    <a:pt x="526709" y="191732"/>
                  </a:lnTo>
                  <a:lnTo>
                    <a:pt x="531034" y="190849"/>
                  </a:lnTo>
                  <a:lnTo>
                    <a:pt x="535162" y="189284"/>
                  </a:lnTo>
                  <a:lnTo>
                    <a:pt x="538985" y="187076"/>
                  </a:lnTo>
                  <a:lnTo>
                    <a:pt x="542405" y="184284"/>
                  </a:lnTo>
                  <a:lnTo>
                    <a:pt x="545332" y="180980"/>
                  </a:lnTo>
                  <a:lnTo>
                    <a:pt x="547692" y="177248"/>
                  </a:lnTo>
                  <a:lnTo>
                    <a:pt x="549422" y="173187"/>
                  </a:lnTo>
                  <a:lnTo>
                    <a:pt x="550479" y="168900"/>
                  </a:lnTo>
                  <a:lnTo>
                    <a:pt x="550834" y="164500"/>
                  </a:lnTo>
                  <a:lnTo>
                    <a:pt x="550834" y="27432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0" name="tx3970"/>
            <p:cNvSpPr/>
            <p:nvPr/>
          </p:nvSpPr>
          <p:spPr>
            <a:xfrm>
              <a:off x="3006667" y="4659592"/>
              <a:ext cx="459394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3971" name="pg3971"/>
            <p:cNvSpPr/>
            <p:nvPr/>
          </p:nvSpPr>
          <p:spPr>
            <a:xfrm>
              <a:off x="3970517" y="4460399"/>
              <a:ext cx="542970" cy="191932"/>
            </a:xfrm>
            <a:custGeom>
              <a:avLst/>
              <a:gdLst/>
              <a:ahLst/>
              <a:cxnLst/>
              <a:rect l="0" t="0" r="0" b="0"/>
              <a:pathLst>
                <a:path w="542970" h="191932">
                  <a:moveTo>
                    <a:pt x="27431" y="191932"/>
                  </a:moveTo>
                  <a:lnTo>
                    <a:pt x="515538" y="191932"/>
                  </a:lnTo>
                  <a:lnTo>
                    <a:pt x="514434" y="191910"/>
                  </a:lnTo>
                  <a:lnTo>
                    <a:pt x="518845" y="191732"/>
                  </a:lnTo>
                  <a:lnTo>
                    <a:pt x="523170" y="190849"/>
                  </a:lnTo>
                  <a:lnTo>
                    <a:pt x="527298" y="189284"/>
                  </a:lnTo>
                  <a:lnTo>
                    <a:pt x="531121" y="187076"/>
                  </a:lnTo>
                  <a:lnTo>
                    <a:pt x="534541" y="184284"/>
                  </a:lnTo>
                  <a:lnTo>
                    <a:pt x="537469" y="180980"/>
                  </a:lnTo>
                  <a:lnTo>
                    <a:pt x="539828" y="177248"/>
                  </a:lnTo>
                  <a:lnTo>
                    <a:pt x="541558" y="173187"/>
                  </a:lnTo>
                  <a:lnTo>
                    <a:pt x="542615" y="168900"/>
                  </a:lnTo>
                  <a:lnTo>
                    <a:pt x="542970" y="164500"/>
                  </a:lnTo>
                  <a:lnTo>
                    <a:pt x="542970" y="27432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2" name="tx3972"/>
            <p:cNvSpPr/>
            <p:nvPr/>
          </p:nvSpPr>
          <p:spPr>
            <a:xfrm>
              <a:off x="4016237" y="4506119"/>
              <a:ext cx="451530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3973" name="pg3973"/>
            <p:cNvSpPr/>
            <p:nvPr/>
          </p:nvSpPr>
          <p:spPr>
            <a:xfrm>
              <a:off x="5003077" y="2892420"/>
              <a:ext cx="581741" cy="191932"/>
            </a:xfrm>
            <a:custGeom>
              <a:avLst/>
              <a:gdLst/>
              <a:ahLst/>
              <a:cxnLst/>
              <a:rect l="0" t="0" r="0" b="0"/>
              <a:pathLst>
                <a:path w="581741" h="191932">
                  <a:moveTo>
                    <a:pt x="27432" y="191932"/>
                  </a:moveTo>
                  <a:lnTo>
                    <a:pt x="554309" y="191932"/>
                  </a:lnTo>
                  <a:lnTo>
                    <a:pt x="553204" y="191910"/>
                  </a:lnTo>
                  <a:lnTo>
                    <a:pt x="557615" y="191732"/>
                  </a:lnTo>
                  <a:lnTo>
                    <a:pt x="561941" y="190849"/>
                  </a:lnTo>
                  <a:lnTo>
                    <a:pt x="566069" y="189284"/>
                  </a:lnTo>
                  <a:lnTo>
                    <a:pt x="569892" y="187076"/>
                  </a:lnTo>
                  <a:lnTo>
                    <a:pt x="573312" y="184284"/>
                  </a:lnTo>
                  <a:lnTo>
                    <a:pt x="576239" y="180980"/>
                  </a:lnTo>
                  <a:lnTo>
                    <a:pt x="578599" y="177248"/>
                  </a:lnTo>
                  <a:lnTo>
                    <a:pt x="580329" y="173187"/>
                  </a:lnTo>
                  <a:lnTo>
                    <a:pt x="581386" y="168900"/>
                  </a:lnTo>
                  <a:lnTo>
                    <a:pt x="581741" y="164500"/>
                  </a:lnTo>
                  <a:lnTo>
                    <a:pt x="581741" y="27432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4" name="tx3974"/>
            <p:cNvSpPr/>
            <p:nvPr/>
          </p:nvSpPr>
          <p:spPr>
            <a:xfrm>
              <a:off x="5048797" y="2938140"/>
              <a:ext cx="490301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3975" name="pg3975"/>
            <p:cNvSpPr/>
            <p:nvPr/>
          </p:nvSpPr>
          <p:spPr>
            <a:xfrm>
              <a:off x="5363927" y="2609556"/>
              <a:ext cx="589605" cy="191932"/>
            </a:xfrm>
            <a:custGeom>
              <a:avLst/>
              <a:gdLst/>
              <a:ahLst/>
              <a:cxnLst/>
              <a:rect l="0" t="0" r="0" b="0"/>
              <a:pathLst>
                <a:path w="589605" h="191932">
                  <a:moveTo>
                    <a:pt x="27431" y="191932"/>
                  </a:moveTo>
                  <a:lnTo>
                    <a:pt x="562173" y="191932"/>
                  </a:lnTo>
                  <a:lnTo>
                    <a:pt x="561068" y="191910"/>
                  </a:lnTo>
                  <a:lnTo>
                    <a:pt x="565479" y="191732"/>
                  </a:lnTo>
                  <a:lnTo>
                    <a:pt x="569805" y="190849"/>
                  </a:lnTo>
                  <a:lnTo>
                    <a:pt x="573933" y="189284"/>
                  </a:lnTo>
                  <a:lnTo>
                    <a:pt x="577756" y="187076"/>
                  </a:lnTo>
                  <a:lnTo>
                    <a:pt x="581175" y="184284"/>
                  </a:lnTo>
                  <a:lnTo>
                    <a:pt x="584103" y="180980"/>
                  </a:lnTo>
                  <a:lnTo>
                    <a:pt x="586462" y="177248"/>
                  </a:lnTo>
                  <a:lnTo>
                    <a:pt x="588193" y="173187"/>
                  </a:lnTo>
                  <a:lnTo>
                    <a:pt x="589249" y="168900"/>
                  </a:lnTo>
                  <a:lnTo>
                    <a:pt x="589605" y="164500"/>
                  </a:lnTo>
                  <a:lnTo>
                    <a:pt x="589605" y="27431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6" name="tx3976"/>
            <p:cNvSpPr/>
            <p:nvPr/>
          </p:nvSpPr>
          <p:spPr>
            <a:xfrm>
              <a:off x="5409647" y="2655276"/>
              <a:ext cx="498165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3977" name="rc3977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8" name="tx3978"/>
            <p:cNvSpPr/>
            <p:nvPr/>
          </p:nvSpPr>
          <p:spPr>
            <a:xfrm>
              <a:off x="1889564" y="5366840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979" name="tx3979"/>
            <p:cNvSpPr/>
            <p:nvPr/>
          </p:nvSpPr>
          <p:spPr>
            <a:xfrm>
              <a:off x="2013922" y="534846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0" name="tx3980"/>
            <p:cNvSpPr/>
            <p:nvPr/>
          </p:nvSpPr>
          <p:spPr>
            <a:xfrm>
              <a:off x="2058636" y="536684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1" name="tx3981"/>
            <p:cNvSpPr/>
            <p:nvPr/>
          </p:nvSpPr>
          <p:spPr>
            <a:xfrm>
              <a:off x="1889564" y="471646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982" name="tx3982"/>
            <p:cNvSpPr/>
            <p:nvPr/>
          </p:nvSpPr>
          <p:spPr>
            <a:xfrm>
              <a:off x="2013922" y="469808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3" name="tx3983"/>
            <p:cNvSpPr/>
            <p:nvPr/>
          </p:nvSpPr>
          <p:spPr>
            <a:xfrm>
              <a:off x="2058636" y="471646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4" name="tx3984"/>
            <p:cNvSpPr/>
            <p:nvPr/>
          </p:nvSpPr>
          <p:spPr>
            <a:xfrm>
              <a:off x="1889564" y="406618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985" name="tx3985"/>
            <p:cNvSpPr/>
            <p:nvPr/>
          </p:nvSpPr>
          <p:spPr>
            <a:xfrm>
              <a:off x="2013922" y="404780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6" name="tx3986"/>
            <p:cNvSpPr/>
            <p:nvPr/>
          </p:nvSpPr>
          <p:spPr>
            <a:xfrm>
              <a:off x="2058636" y="406618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7" name="tx3987"/>
            <p:cNvSpPr/>
            <p:nvPr/>
          </p:nvSpPr>
          <p:spPr>
            <a:xfrm>
              <a:off x="1889564" y="341590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988" name="tx3988"/>
            <p:cNvSpPr/>
            <p:nvPr/>
          </p:nvSpPr>
          <p:spPr>
            <a:xfrm>
              <a:off x="2013922" y="339752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9" name="tx3989"/>
            <p:cNvSpPr/>
            <p:nvPr/>
          </p:nvSpPr>
          <p:spPr>
            <a:xfrm>
              <a:off x="2058636" y="341590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0" name="tx3990"/>
            <p:cNvSpPr/>
            <p:nvPr/>
          </p:nvSpPr>
          <p:spPr>
            <a:xfrm>
              <a:off x="1889564" y="2765720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991" name="tx3991"/>
            <p:cNvSpPr/>
            <p:nvPr/>
          </p:nvSpPr>
          <p:spPr>
            <a:xfrm>
              <a:off x="2013922" y="274734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92" name="tx3992"/>
            <p:cNvSpPr/>
            <p:nvPr/>
          </p:nvSpPr>
          <p:spPr>
            <a:xfrm>
              <a:off x="2058636" y="276572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3" name="pl3993"/>
            <p:cNvSpPr/>
            <p:nvPr/>
          </p:nvSpPr>
          <p:spPr>
            <a:xfrm>
              <a:off x="2167122" y="540785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4" name="pl3994"/>
            <p:cNvSpPr/>
            <p:nvPr/>
          </p:nvSpPr>
          <p:spPr>
            <a:xfrm>
              <a:off x="2167122" y="475757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5" name="pl3995"/>
            <p:cNvSpPr/>
            <p:nvPr/>
          </p:nvSpPr>
          <p:spPr>
            <a:xfrm>
              <a:off x="2167122" y="410729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6" name="pl3996"/>
            <p:cNvSpPr/>
            <p:nvPr/>
          </p:nvSpPr>
          <p:spPr>
            <a:xfrm>
              <a:off x="2167122" y="345701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7" name="pl3997"/>
            <p:cNvSpPr/>
            <p:nvPr/>
          </p:nvSpPr>
          <p:spPr>
            <a:xfrm>
              <a:off x="2167122" y="280673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8" name="pl3998"/>
            <p:cNvSpPr/>
            <p:nvPr/>
          </p:nvSpPr>
          <p:spPr>
            <a:xfrm>
              <a:off x="2610961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9" name="pl3999"/>
            <p:cNvSpPr/>
            <p:nvPr/>
          </p:nvSpPr>
          <p:spPr>
            <a:xfrm>
              <a:off x="314013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0" name="pl4000"/>
            <p:cNvSpPr/>
            <p:nvPr/>
          </p:nvSpPr>
          <p:spPr>
            <a:xfrm>
              <a:off x="366931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1" name="pl4001"/>
            <p:cNvSpPr/>
            <p:nvPr/>
          </p:nvSpPr>
          <p:spPr>
            <a:xfrm>
              <a:off x="419848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2" name="pl4002"/>
            <p:cNvSpPr/>
            <p:nvPr/>
          </p:nvSpPr>
          <p:spPr>
            <a:xfrm>
              <a:off x="472766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3" name="pl4003"/>
            <p:cNvSpPr/>
            <p:nvPr/>
          </p:nvSpPr>
          <p:spPr>
            <a:xfrm>
              <a:off x="525683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4" name="pl4004"/>
            <p:cNvSpPr/>
            <p:nvPr/>
          </p:nvSpPr>
          <p:spPr>
            <a:xfrm>
              <a:off x="578601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5" name="pl4005"/>
            <p:cNvSpPr/>
            <p:nvPr/>
          </p:nvSpPr>
          <p:spPr>
            <a:xfrm>
              <a:off x="631518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6" name="tx4006"/>
            <p:cNvSpPr/>
            <p:nvPr/>
          </p:nvSpPr>
          <p:spPr>
            <a:xfrm>
              <a:off x="2442620" y="5783578"/>
              <a:ext cx="18653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07" name="tx4007"/>
            <p:cNvSpPr/>
            <p:nvPr/>
          </p:nvSpPr>
          <p:spPr>
            <a:xfrm>
              <a:off x="262915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8" name="tx4008"/>
            <p:cNvSpPr/>
            <p:nvPr/>
          </p:nvSpPr>
          <p:spPr>
            <a:xfrm>
              <a:off x="267387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9" name="tx4009"/>
            <p:cNvSpPr/>
            <p:nvPr/>
          </p:nvSpPr>
          <p:spPr>
            <a:xfrm>
              <a:off x="298738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4010" name="tx4010"/>
            <p:cNvSpPr/>
            <p:nvPr/>
          </p:nvSpPr>
          <p:spPr>
            <a:xfrm>
              <a:off x="314274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1" name="tx4011"/>
            <p:cNvSpPr/>
            <p:nvPr/>
          </p:nvSpPr>
          <p:spPr>
            <a:xfrm>
              <a:off x="318745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2" name="tx4012"/>
            <p:cNvSpPr/>
            <p:nvPr/>
          </p:nvSpPr>
          <p:spPr>
            <a:xfrm>
              <a:off x="351656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4013" name="tx4013"/>
            <p:cNvSpPr/>
            <p:nvPr/>
          </p:nvSpPr>
          <p:spPr>
            <a:xfrm>
              <a:off x="367191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4" name="tx4014"/>
            <p:cNvSpPr/>
            <p:nvPr/>
          </p:nvSpPr>
          <p:spPr>
            <a:xfrm>
              <a:off x="371663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5" name="tx4015"/>
            <p:cNvSpPr/>
            <p:nvPr/>
          </p:nvSpPr>
          <p:spPr>
            <a:xfrm>
              <a:off x="404573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4016" name="tx4016"/>
            <p:cNvSpPr/>
            <p:nvPr/>
          </p:nvSpPr>
          <p:spPr>
            <a:xfrm>
              <a:off x="420109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7" name="tx4017"/>
            <p:cNvSpPr/>
            <p:nvPr/>
          </p:nvSpPr>
          <p:spPr>
            <a:xfrm>
              <a:off x="424580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8" name="tx4018"/>
            <p:cNvSpPr/>
            <p:nvPr/>
          </p:nvSpPr>
          <p:spPr>
            <a:xfrm>
              <a:off x="457491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4019" name="tx4019"/>
            <p:cNvSpPr/>
            <p:nvPr/>
          </p:nvSpPr>
          <p:spPr>
            <a:xfrm>
              <a:off x="473026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0" name="tx4020"/>
            <p:cNvSpPr/>
            <p:nvPr/>
          </p:nvSpPr>
          <p:spPr>
            <a:xfrm>
              <a:off x="477498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1" name="tx4021"/>
            <p:cNvSpPr/>
            <p:nvPr/>
          </p:nvSpPr>
          <p:spPr>
            <a:xfrm>
              <a:off x="510408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4022" name="tx4022"/>
            <p:cNvSpPr/>
            <p:nvPr/>
          </p:nvSpPr>
          <p:spPr>
            <a:xfrm>
              <a:off x="525944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3" name="tx4023"/>
            <p:cNvSpPr/>
            <p:nvPr/>
          </p:nvSpPr>
          <p:spPr>
            <a:xfrm>
              <a:off x="530415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4" name="tx4024"/>
            <p:cNvSpPr/>
            <p:nvPr/>
          </p:nvSpPr>
          <p:spPr>
            <a:xfrm>
              <a:off x="563326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4025" name="tx4025"/>
            <p:cNvSpPr/>
            <p:nvPr/>
          </p:nvSpPr>
          <p:spPr>
            <a:xfrm>
              <a:off x="578861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6" name="tx4026"/>
            <p:cNvSpPr/>
            <p:nvPr/>
          </p:nvSpPr>
          <p:spPr>
            <a:xfrm>
              <a:off x="583333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7" name="tx4027"/>
            <p:cNvSpPr/>
            <p:nvPr/>
          </p:nvSpPr>
          <p:spPr>
            <a:xfrm>
              <a:off x="616243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4028" name="tx4028"/>
            <p:cNvSpPr/>
            <p:nvPr/>
          </p:nvSpPr>
          <p:spPr>
            <a:xfrm>
              <a:off x="631779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9" name="tx4029"/>
            <p:cNvSpPr/>
            <p:nvPr/>
          </p:nvSpPr>
          <p:spPr>
            <a:xfrm>
              <a:off x="636250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30" name="tx4030"/>
            <p:cNvSpPr/>
            <p:nvPr/>
          </p:nvSpPr>
          <p:spPr>
            <a:xfrm>
              <a:off x="4066122" y="5925448"/>
              <a:ext cx="61383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4031" name="tx4031"/>
            <p:cNvSpPr/>
            <p:nvPr/>
          </p:nvSpPr>
          <p:spPr>
            <a:xfrm rot="-5400000">
              <a:off x="1525174" y="3987658"/>
              <a:ext cx="49715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4032" name="rc4032"/>
            <p:cNvSpPr/>
            <p:nvPr/>
          </p:nvSpPr>
          <p:spPr>
            <a:xfrm>
              <a:off x="6683342" y="3243743"/>
              <a:ext cx="737012" cy="15880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033" name="tx4033"/>
            <p:cNvSpPr/>
            <p:nvPr/>
          </p:nvSpPr>
          <p:spPr>
            <a:xfrm>
              <a:off x="6752931" y="3328785"/>
              <a:ext cx="59783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</a:t>
              </a:r>
            </a:p>
          </p:txBody>
        </p:sp>
        <p:sp>
          <p:nvSpPr>
            <p:cNvPr id="4034" name="tx4034"/>
            <p:cNvSpPr/>
            <p:nvPr/>
          </p:nvSpPr>
          <p:spPr>
            <a:xfrm>
              <a:off x="6752931" y="3479661"/>
              <a:ext cx="37252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Offset</a:t>
              </a:r>
            </a:p>
          </p:txBody>
        </p:sp>
        <p:pic>
          <p:nvPicPr>
            <p:cNvPr id="4035" name="pic403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52931" y="3664922"/>
              <a:ext cx="219455" cy="1097280"/>
            </a:xfrm>
            <a:prstGeom prst="rect">
              <a:avLst/>
            </a:prstGeom>
          </p:spPr>
        </p:pic>
        <p:sp>
          <p:nvSpPr>
            <p:cNvPr id="4036" name="pl4036"/>
            <p:cNvSpPr/>
            <p:nvPr/>
          </p:nvSpPr>
          <p:spPr>
            <a:xfrm>
              <a:off x="6928496" y="476037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7" name="pl4037"/>
            <p:cNvSpPr/>
            <p:nvPr/>
          </p:nvSpPr>
          <p:spPr>
            <a:xfrm>
              <a:off x="6928496" y="448696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8" name="pl4038"/>
            <p:cNvSpPr/>
            <p:nvPr/>
          </p:nvSpPr>
          <p:spPr>
            <a:xfrm>
              <a:off x="6928496" y="421356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9" name="pl4039"/>
            <p:cNvSpPr/>
            <p:nvPr/>
          </p:nvSpPr>
          <p:spPr>
            <a:xfrm>
              <a:off x="6928496" y="394015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0" name="pl4040"/>
            <p:cNvSpPr/>
            <p:nvPr/>
          </p:nvSpPr>
          <p:spPr>
            <a:xfrm>
              <a:off x="6928496" y="366675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1" name="pl4041"/>
            <p:cNvSpPr/>
            <p:nvPr/>
          </p:nvSpPr>
          <p:spPr>
            <a:xfrm>
              <a:off x="6752931" y="476037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2" name="pl4042"/>
            <p:cNvSpPr/>
            <p:nvPr/>
          </p:nvSpPr>
          <p:spPr>
            <a:xfrm>
              <a:off x="6752931" y="448696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3" name="pl4043"/>
            <p:cNvSpPr/>
            <p:nvPr/>
          </p:nvSpPr>
          <p:spPr>
            <a:xfrm>
              <a:off x="6752931" y="421356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4" name="pl4044"/>
            <p:cNvSpPr/>
            <p:nvPr/>
          </p:nvSpPr>
          <p:spPr>
            <a:xfrm>
              <a:off x="6752931" y="394015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5" name="pl4045"/>
            <p:cNvSpPr/>
            <p:nvPr/>
          </p:nvSpPr>
          <p:spPr>
            <a:xfrm>
              <a:off x="6752931" y="366675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6" name="tx4046"/>
            <p:cNvSpPr/>
            <p:nvPr/>
          </p:nvSpPr>
          <p:spPr>
            <a:xfrm>
              <a:off x="7041976" y="472032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4047" name="tx4047"/>
            <p:cNvSpPr/>
            <p:nvPr/>
          </p:nvSpPr>
          <p:spPr>
            <a:xfrm>
              <a:off x="7041976" y="4446917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4048" name="tx4048"/>
            <p:cNvSpPr/>
            <p:nvPr/>
          </p:nvSpPr>
          <p:spPr>
            <a:xfrm>
              <a:off x="7041976" y="4173511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4049" name="tx4049"/>
            <p:cNvSpPr/>
            <p:nvPr/>
          </p:nvSpPr>
          <p:spPr>
            <a:xfrm>
              <a:off x="7041976" y="3900105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4050" name="tx4050"/>
            <p:cNvSpPr/>
            <p:nvPr/>
          </p:nvSpPr>
          <p:spPr>
            <a:xfrm>
              <a:off x="7041976" y="3626700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4051" name="tx4051"/>
            <p:cNvSpPr/>
            <p:nvPr/>
          </p:nvSpPr>
          <p:spPr>
            <a:xfrm>
              <a:off x="2201917" y="1669789"/>
              <a:ext cx="2541117" cy="218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Offset to </a:t>
              </a:r>
            </a:p>
          </p:txBody>
        </p:sp>
        <p:sp>
          <p:nvSpPr>
            <p:cNvPr id="4052" name="tx4052"/>
            <p:cNvSpPr/>
            <p:nvPr/>
          </p:nvSpPr>
          <p:spPr>
            <a:xfrm>
              <a:off x="2201917" y="1998973"/>
              <a:ext cx="2133660" cy="218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 (GF)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1754045" y="1600200"/>
              <a:ext cx="5635909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l6"/>
            <p:cNvSpPr/>
            <p:nvPr/>
          </p:nvSpPr>
          <p:spPr>
            <a:xfrm>
              <a:off x="2384234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l7"/>
            <p:cNvSpPr/>
            <p:nvPr/>
          </p:nvSpPr>
          <p:spPr>
            <a:xfrm>
              <a:off x="3124860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l8"/>
            <p:cNvSpPr/>
            <p:nvPr/>
          </p:nvSpPr>
          <p:spPr>
            <a:xfrm>
              <a:off x="3865485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l9"/>
            <p:cNvSpPr/>
            <p:nvPr/>
          </p:nvSpPr>
          <p:spPr>
            <a:xfrm>
              <a:off x="4606110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l10"/>
            <p:cNvSpPr/>
            <p:nvPr/>
          </p:nvSpPr>
          <p:spPr>
            <a:xfrm>
              <a:off x="5346735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l11"/>
            <p:cNvSpPr/>
            <p:nvPr/>
          </p:nvSpPr>
          <p:spPr>
            <a:xfrm>
              <a:off x="6087361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l12"/>
            <p:cNvSpPr/>
            <p:nvPr/>
          </p:nvSpPr>
          <p:spPr>
            <a:xfrm>
              <a:off x="2301906" y="5555180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l13"/>
            <p:cNvSpPr/>
            <p:nvPr/>
          </p:nvSpPr>
          <p:spPr>
            <a:xfrm>
              <a:off x="2301906" y="4615577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l14"/>
            <p:cNvSpPr/>
            <p:nvPr/>
          </p:nvSpPr>
          <p:spPr>
            <a:xfrm>
              <a:off x="2301906" y="3675975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5"/>
            <p:cNvSpPr/>
            <p:nvPr/>
          </p:nvSpPr>
          <p:spPr>
            <a:xfrm>
              <a:off x="2301906" y="2736372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l16"/>
            <p:cNvSpPr/>
            <p:nvPr/>
          </p:nvSpPr>
          <p:spPr>
            <a:xfrm>
              <a:off x="2301906" y="1796770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g17"/>
            <p:cNvSpPr/>
            <p:nvPr/>
          </p:nvSpPr>
          <p:spPr>
            <a:xfrm>
              <a:off x="4171236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g18"/>
            <p:cNvSpPr/>
            <p:nvPr/>
          </p:nvSpPr>
          <p:spPr>
            <a:xfrm>
              <a:off x="4252673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g19"/>
            <p:cNvSpPr/>
            <p:nvPr/>
          </p:nvSpPr>
          <p:spPr>
            <a:xfrm>
              <a:off x="4334110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g20"/>
            <p:cNvSpPr/>
            <p:nvPr/>
          </p:nvSpPr>
          <p:spPr>
            <a:xfrm>
              <a:off x="4415547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g21"/>
            <p:cNvSpPr/>
            <p:nvPr/>
          </p:nvSpPr>
          <p:spPr>
            <a:xfrm>
              <a:off x="4496984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g22"/>
            <p:cNvSpPr/>
            <p:nvPr/>
          </p:nvSpPr>
          <p:spPr>
            <a:xfrm>
              <a:off x="4578421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g23"/>
            <p:cNvSpPr/>
            <p:nvPr/>
          </p:nvSpPr>
          <p:spPr>
            <a:xfrm>
              <a:off x="4659858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g24"/>
            <p:cNvSpPr/>
            <p:nvPr/>
          </p:nvSpPr>
          <p:spPr>
            <a:xfrm>
              <a:off x="5067044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g25"/>
            <p:cNvSpPr/>
            <p:nvPr/>
          </p:nvSpPr>
          <p:spPr>
            <a:xfrm>
              <a:off x="5148481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g26"/>
            <p:cNvSpPr/>
            <p:nvPr/>
          </p:nvSpPr>
          <p:spPr>
            <a:xfrm>
              <a:off x="5229918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g27"/>
            <p:cNvSpPr/>
            <p:nvPr/>
          </p:nvSpPr>
          <p:spPr>
            <a:xfrm>
              <a:off x="5311355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g28"/>
            <p:cNvSpPr/>
            <p:nvPr/>
          </p:nvSpPr>
          <p:spPr>
            <a:xfrm>
              <a:off x="5392793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g29"/>
            <p:cNvSpPr/>
            <p:nvPr/>
          </p:nvSpPr>
          <p:spPr>
            <a:xfrm>
              <a:off x="408979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4171236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g31"/>
            <p:cNvSpPr/>
            <p:nvPr/>
          </p:nvSpPr>
          <p:spPr>
            <a:xfrm>
              <a:off x="4252673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g32"/>
            <p:cNvSpPr/>
            <p:nvPr/>
          </p:nvSpPr>
          <p:spPr>
            <a:xfrm>
              <a:off x="4334110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g33"/>
            <p:cNvSpPr/>
            <p:nvPr/>
          </p:nvSpPr>
          <p:spPr>
            <a:xfrm>
              <a:off x="4415547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g34"/>
            <p:cNvSpPr/>
            <p:nvPr/>
          </p:nvSpPr>
          <p:spPr>
            <a:xfrm>
              <a:off x="4496984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g35"/>
            <p:cNvSpPr/>
            <p:nvPr/>
          </p:nvSpPr>
          <p:spPr>
            <a:xfrm>
              <a:off x="4578421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g36"/>
            <p:cNvSpPr/>
            <p:nvPr/>
          </p:nvSpPr>
          <p:spPr>
            <a:xfrm>
              <a:off x="465985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g37"/>
            <p:cNvSpPr/>
            <p:nvPr/>
          </p:nvSpPr>
          <p:spPr>
            <a:xfrm>
              <a:off x="5067044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g38"/>
            <p:cNvSpPr/>
            <p:nvPr/>
          </p:nvSpPr>
          <p:spPr>
            <a:xfrm>
              <a:off x="5148481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g39"/>
            <p:cNvSpPr/>
            <p:nvPr/>
          </p:nvSpPr>
          <p:spPr>
            <a:xfrm>
              <a:off x="522991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g40"/>
            <p:cNvSpPr/>
            <p:nvPr/>
          </p:nvSpPr>
          <p:spPr>
            <a:xfrm>
              <a:off x="5311355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g41"/>
            <p:cNvSpPr/>
            <p:nvPr/>
          </p:nvSpPr>
          <p:spPr>
            <a:xfrm>
              <a:off x="5392793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g42"/>
            <p:cNvSpPr/>
            <p:nvPr/>
          </p:nvSpPr>
          <p:spPr>
            <a:xfrm>
              <a:off x="368261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g43"/>
            <p:cNvSpPr/>
            <p:nvPr/>
          </p:nvSpPr>
          <p:spPr>
            <a:xfrm>
              <a:off x="3764050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g44"/>
            <p:cNvSpPr/>
            <p:nvPr/>
          </p:nvSpPr>
          <p:spPr>
            <a:xfrm>
              <a:off x="384548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g45"/>
            <p:cNvSpPr/>
            <p:nvPr/>
          </p:nvSpPr>
          <p:spPr>
            <a:xfrm>
              <a:off x="392692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g46"/>
            <p:cNvSpPr/>
            <p:nvPr/>
          </p:nvSpPr>
          <p:spPr>
            <a:xfrm>
              <a:off x="400836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g47"/>
            <p:cNvSpPr/>
            <p:nvPr/>
          </p:nvSpPr>
          <p:spPr>
            <a:xfrm>
              <a:off x="4089798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g48"/>
            <p:cNvSpPr/>
            <p:nvPr/>
          </p:nvSpPr>
          <p:spPr>
            <a:xfrm>
              <a:off x="4171236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g49"/>
            <p:cNvSpPr/>
            <p:nvPr/>
          </p:nvSpPr>
          <p:spPr>
            <a:xfrm>
              <a:off x="425267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g50"/>
            <p:cNvSpPr/>
            <p:nvPr/>
          </p:nvSpPr>
          <p:spPr>
            <a:xfrm>
              <a:off x="4334110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g51"/>
            <p:cNvSpPr/>
            <p:nvPr/>
          </p:nvSpPr>
          <p:spPr>
            <a:xfrm>
              <a:off x="441554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g52"/>
            <p:cNvSpPr/>
            <p:nvPr/>
          </p:nvSpPr>
          <p:spPr>
            <a:xfrm>
              <a:off x="449698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g53"/>
            <p:cNvSpPr/>
            <p:nvPr/>
          </p:nvSpPr>
          <p:spPr>
            <a:xfrm>
              <a:off x="457842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g54"/>
            <p:cNvSpPr/>
            <p:nvPr/>
          </p:nvSpPr>
          <p:spPr>
            <a:xfrm>
              <a:off x="498560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g55"/>
            <p:cNvSpPr/>
            <p:nvPr/>
          </p:nvSpPr>
          <p:spPr>
            <a:xfrm>
              <a:off x="506704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/>
            <p:cNvSpPr/>
            <p:nvPr/>
          </p:nvSpPr>
          <p:spPr>
            <a:xfrm>
              <a:off x="514848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g57"/>
            <p:cNvSpPr/>
            <p:nvPr/>
          </p:nvSpPr>
          <p:spPr>
            <a:xfrm>
              <a:off x="5229918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/>
            <p:cNvSpPr/>
            <p:nvPr/>
          </p:nvSpPr>
          <p:spPr>
            <a:xfrm>
              <a:off x="5311355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g59"/>
            <p:cNvSpPr/>
            <p:nvPr/>
          </p:nvSpPr>
          <p:spPr>
            <a:xfrm>
              <a:off x="539279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g60"/>
            <p:cNvSpPr/>
            <p:nvPr/>
          </p:nvSpPr>
          <p:spPr>
            <a:xfrm>
              <a:off x="3601176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pg61"/>
            <p:cNvSpPr/>
            <p:nvPr/>
          </p:nvSpPr>
          <p:spPr>
            <a:xfrm>
              <a:off x="368261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g62"/>
            <p:cNvSpPr/>
            <p:nvPr/>
          </p:nvSpPr>
          <p:spPr>
            <a:xfrm>
              <a:off x="376405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g63"/>
            <p:cNvSpPr/>
            <p:nvPr/>
          </p:nvSpPr>
          <p:spPr>
            <a:xfrm>
              <a:off x="384548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g64"/>
            <p:cNvSpPr/>
            <p:nvPr/>
          </p:nvSpPr>
          <p:spPr>
            <a:xfrm>
              <a:off x="392692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g65"/>
            <p:cNvSpPr/>
            <p:nvPr/>
          </p:nvSpPr>
          <p:spPr>
            <a:xfrm>
              <a:off x="4008361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g66"/>
            <p:cNvSpPr/>
            <p:nvPr/>
          </p:nvSpPr>
          <p:spPr>
            <a:xfrm>
              <a:off x="4089798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g67"/>
            <p:cNvSpPr/>
            <p:nvPr/>
          </p:nvSpPr>
          <p:spPr>
            <a:xfrm>
              <a:off x="4171236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g68"/>
            <p:cNvSpPr/>
            <p:nvPr/>
          </p:nvSpPr>
          <p:spPr>
            <a:xfrm>
              <a:off x="425267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g69"/>
            <p:cNvSpPr/>
            <p:nvPr/>
          </p:nvSpPr>
          <p:spPr>
            <a:xfrm>
              <a:off x="433411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g70"/>
            <p:cNvSpPr/>
            <p:nvPr/>
          </p:nvSpPr>
          <p:spPr>
            <a:xfrm>
              <a:off x="441554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g71"/>
            <p:cNvSpPr/>
            <p:nvPr/>
          </p:nvSpPr>
          <p:spPr>
            <a:xfrm>
              <a:off x="449698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g72"/>
            <p:cNvSpPr/>
            <p:nvPr/>
          </p:nvSpPr>
          <p:spPr>
            <a:xfrm>
              <a:off x="490417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g73"/>
            <p:cNvSpPr/>
            <p:nvPr/>
          </p:nvSpPr>
          <p:spPr>
            <a:xfrm>
              <a:off x="498560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g74"/>
            <p:cNvSpPr/>
            <p:nvPr/>
          </p:nvSpPr>
          <p:spPr>
            <a:xfrm>
              <a:off x="506704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g75"/>
            <p:cNvSpPr/>
            <p:nvPr/>
          </p:nvSpPr>
          <p:spPr>
            <a:xfrm>
              <a:off x="5148481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g76"/>
            <p:cNvSpPr/>
            <p:nvPr/>
          </p:nvSpPr>
          <p:spPr>
            <a:xfrm>
              <a:off x="5229918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g77"/>
            <p:cNvSpPr/>
            <p:nvPr/>
          </p:nvSpPr>
          <p:spPr>
            <a:xfrm>
              <a:off x="5311355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g78"/>
            <p:cNvSpPr/>
            <p:nvPr/>
          </p:nvSpPr>
          <p:spPr>
            <a:xfrm>
              <a:off x="539279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g79"/>
            <p:cNvSpPr/>
            <p:nvPr/>
          </p:nvSpPr>
          <p:spPr>
            <a:xfrm>
              <a:off x="343830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g80"/>
            <p:cNvSpPr/>
            <p:nvPr/>
          </p:nvSpPr>
          <p:spPr>
            <a:xfrm>
              <a:off x="351973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g81"/>
            <p:cNvSpPr/>
            <p:nvPr/>
          </p:nvSpPr>
          <p:spPr>
            <a:xfrm>
              <a:off x="3601176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g82"/>
            <p:cNvSpPr/>
            <p:nvPr/>
          </p:nvSpPr>
          <p:spPr>
            <a:xfrm>
              <a:off x="368261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g83"/>
            <p:cNvSpPr/>
            <p:nvPr/>
          </p:nvSpPr>
          <p:spPr>
            <a:xfrm>
              <a:off x="376405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g84"/>
            <p:cNvSpPr/>
            <p:nvPr/>
          </p:nvSpPr>
          <p:spPr>
            <a:xfrm>
              <a:off x="3845487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g85"/>
            <p:cNvSpPr/>
            <p:nvPr/>
          </p:nvSpPr>
          <p:spPr>
            <a:xfrm>
              <a:off x="3926924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/>
            <p:cNvSpPr/>
            <p:nvPr/>
          </p:nvSpPr>
          <p:spPr>
            <a:xfrm>
              <a:off x="400836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pg87"/>
            <p:cNvSpPr/>
            <p:nvPr/>
          </p:nvSpPr>
          <p:spPr>
            <a:xfrm>
              <a:off x="408979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pg88"/>
            <p:cNvSpPr/>
            <p:nvPr/>
          </p:nvSpPr>
          <p:spPr>
            <a:xfrm>
              <a:off x="4171236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pg89"/>
            <p:cNvSpPr/>
            <p:nvPr/>
          </p:nvSpPr>
          <p:spPr>
            <a:xfrm>
              <a:off x="425267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g90"/>
            <p:cNvSpPr/>
            <p:nvPr/>
          </p:nvSpPr>
          <p:spPr>
            <a:xfrm>
              <a:off x="433411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g91"/>
            <p:cNvSpPr/>
            <p:nvPr/>
          </p:nvSpPr>
          <p:spPr>
            <a:xfrm>
              <a:off x="482273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g92"/>
            <p:cNvSpPr/>
            <p:nvPr/>
          </p:nvSpPr>
          <p:spPr>
            <a:xfrm>
              <a:off x="490417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g93"/>
            <p:cNvSpPr/>
            <p:nvPr/>
          </p:nvSpPr>
          <p:spPr>
            <a:xfrm>
              <a:off x="4985607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g94"/>
            <p:cNvSpPr/>
            <p:nvPr/>
          </p:nvSpPr>
          <p:spPr>
            <a:xfrm>
              <a:off x="5067044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g95"/>
            <p:cNvSpPr/>
            <p:nvPr/>
          </p:nvSpPr>
          <p:spPr>
            <a:xfrm>
              <a:off x="514848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g96"/>
            <p:cNvSpPr/>
            <p:nvPr/>
          </p:nvSpPr>
          <p:spPr>
            <a:xfrm>
              <a:off x="522991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g97"/>
            <p:cNvSpPr/>
            <p:nvPr/>
          </p:nvSpPr>
          <p:spPr>
            <a:xfrm>
              <a:off x="327542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g98"/>
            <p:cNvSpPr/>
            <p:nvPr/>
          </p:nvSpPr>
          <p:spPr>
            <a:xfrm>
              <a:off x="335686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g99"/>
            <p:cNvSpPr/>
            <p:nvPr/>
          </p:nvSpPr>
          <p:spPr>
            <a:xfrm>
              <a:off x="343830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g100"/>
            <p:cNvSpPr/>
            <p:nvPr/>
          </p:nvSpPr>
          <p:spPr>
            <a:xfrm>
              <a:off x="351973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g101"/>
            <p:cNvSpPr/>
            <p:nvPr/>
          </p:nvSpPr>
          <p:spPr>
            <a:xfrm>
              <a:off x="360117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g102"/>
            <p:cNvSpPr/>
            <p:nvPr/>
          </p:nvSpPr>
          <p:spPr>
            <a:xfrm>
              <a:off x="368261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g103"/>
            <p:cNvSpPr/>
            <p:nvPr/>
          </p:nvSpPr>
          <p:spPr>
            <a:xfrm>
              <a:off x="376405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g104"/>
            <p:cNvSpPr/>
            <p:nvPr/>
          </p:nvSpPr>
          <p:spPr>
            <a:xfrm>
              <a:off x="384548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g105"/>
            <p:cNvSpPr/>
            <p:nvPr/>
          </p:nvSpPr>
          <p:spPr>
            <a:xfrm>
              <a:off x="392692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g106"/>
            <p:cNvSpPr/>
            <p:nvPr/>
          </p:nvSpPr>
          <p:spPr>
            <a:xfrm>
              <a:off x="400836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g107"/>
            <p:cNvSpPr/>
            <p:nvPr/>
          </p:nvSpPr>
          <p:spPr>
            <a:xfrm>
              <a:off x="408979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g108"/>
            <p:cNvSpPr/>
            <p:nvPr/>
          </p:nvSpPr>
          <p:spPr>
            <a:xfrm>
              <a:off x="417123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g109"/>
            <p:cNvSpPr/>
            <p:nvPr/>
          </p:nvSpPr>
          <p:spPr>
            <a:xfrm>
              <a:off x="425267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g110"/>
            <p:cNvSpPr/>
            <p:nvPr/>
          </p:nvSpPr>
          <p:spPr>
            <a:xfrm>
              <a:off x="433411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g111"/>
            <p:cNvSpPr/>
            <p:nvPr/>
          </p:nvSpPr>
          <p:spPr>
            <a:xfrm>
              <a:off x="441554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g112"/>
            <p:cNvSpPr/>
            <p:nvPr/>
          </p:nvSpPr>
          <p:spPr>
            <a:xfrm>
              <a:off x="449698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g113"/>
            <p:cNvSpPr/>
            <p:nvPr/>
          </p:nvSpPr>
          <p:spPr>
            <a:xfrm>
              <a:off x="457842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g114"/>
            <p:cNvSpPr/>
            <p:nvPr/>
          </p:nvSpPr>
          <p:spPr>
            <a:xfrm>
              <a:off x="474129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pg115"/>
            <p:cNvSpPr/>
            <p:nvPr/>
          </p:nvSpPr>
          <p:spPr>
            <a:xfrm>
              <a:off x="482273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g116"/>
            <p:cNvSpPr/>
            <p:nvPr/>
          </p:nvSpPr>
          <p:spPr>
            <a:xfrm>
              <a:off x="490417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pg117"/>
            <p:cNvSpPr/>
            <p:nvPr/>
          </p:nvSpPr>
          <p:spPr>
            <a:xfrm>
              <a:off x="498560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g118"/>
            <p:cNvSpPr/>
            <p:nvPr/>
          </p:nvSpPr>
          <p:spPr>
            <a:xfrm>
              <a:off x="506704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pg119"/>
            <p:cNvSpPr/>
            <p:nvPr/>
          </p:nvSpPr>
          <p:spPr>
            <a:xfrm>
              <a:off x="514848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pg120"/>
            <p:cNvSpPr/>
            <p:nvPr/>
          </p:nvSpPr>
          <p:spPr>
            <a:xfrm>
              <a:off x="522991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pg121"/>
            <p:cNvSpPr/>
            <p:nvPr/>
          </p:nvSpPr>
          <p:spPr>
            <a:xfrm>
              <a:off x="327542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pg122"/>
            <p:cNvSpPr/>
            <p:nvPr/>
          </p:nvSpPr>
          <p:spPr>
            <a:xfrm>
              <a:off x="335686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g123"/>
            <p:cNvSpPr/>
            <p:nvPr/>
          </p:nvSpPr>
          <p:spPr>
            <a:xfrm>
              <a:off x="343830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g124"/>
            <p:cNvSpPr/>
            <p:nvPr/>
          </p:nvSpPr>
          <p:spPr>
            <a:xfrm>
              <a:off x="351973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g125"/>
            <p:cNvSpPr/>
            <p:nvPr/>
          </p:nvSpPr>
          <p:spPr>
            <a:xfrm>
              <a:off x="360117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g126"/>
            <p:cNvSpPr/>
            <p:nvPr/>
          </p:nvSpPr>
          <p:spPr>
            <a:xfrm>
              <a:off x="368261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g127"/>
            <p:cNvSpPr/>
            <p:nvPr/>
          </p:nvSpPr>
          <p:spPr>
            <a:xfrm>
              <a:off x="376405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g128"/>
            <p:cNvSpPr/>
            <p:nvPr/>
          </p:nvSpPr>
          <p:spPr>
            <a:xfrm>
              <a:off x="384548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g129"/>
            <p:cNvSpPr/>
            <p:nvPr/>
          </p:nvSpPr>
          <p:spPr>
            <a:xfrm>
              <a:off x="392692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g130"/>
            <p:cNvSpPr/>
            <p:nvPr/>
          </p:nvSpPr>
          <p:spPr>
            <a:xfrm>
              <a:off x="400836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g131"/>
            <p:cNvSpPr/>
            <p:nvPr/>
          </p:nvSpPr>
          <p:spPr>
            <a:xfrm>
              <a:off x="408979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g132"/>
            <p:cNvSpPr/>
            <p:nvPr/>
          </p:nvSpPr>
          <p:spPr>
            <a:xfrm>
              <a:off x="417123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g133"/>
            <p:cNvSpPr/>
            <p:nvPr/>
          </p:nvSpPr>
          <p:spPr>
            <a:xfrm>
              <a:off x="425267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pg134"/>
            <p:cNvSpPr/>
            <p:nvPr/>
          </p:nvSpPr>
          <p:spPr>
            <a:xfrm>
              <a:off x="433411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pg135"/>
            <p:cNvSpPr/>
            <p:nvPr/>
          </p:nvSpPr>
          <p:spPr>
            <a:xfrm>
              <a:off x="441554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pg136"/>
            <p:cNvSpPr/>
            <p:nvPr/>
          </p:nvSpPr>
          <p:spPr>
            <a:xfrm>
              <a:off x="449698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pg137"/>
            <p:cNvSpPr/>
            <p:nvPr/>
          </p:nvSpPr>
          <p:spPr>
            <a:xfrm>
              <a:off x="457842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pg138"/>
            <p:cNvSpPr/>
            <p:nvPr/>
          </p:nvSpPr>
          <p:spPr>
            <a:xfrm>
              <a:off x="465985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pg139"/>
            <p:cNvSpPr/>
            <p:nvPr/>
          </p:nvSpPr>
          <p:spPr>
            <a:xfrm>
              <a:off x="474129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pg140"/>
            <p:cNvSpPr/>
            <p:nvPr/>
          </p:nvSpPr>
          <p:spPr>
            <a:xfrm>
              <a:off x="482273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pg141"/>
            <p:cNvSpPr/>
            <p:nvPr/>
          </p:nvSpPr>
          <p:spPr>
            <a:xfrm>
              <a:off x="490417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pg142"/>
            <p:cNvSpPr/>
            <p:nvPr/>
          </p:nvSpPr>
          <p:spPr>
            <a:xfrm>
              <a:off x="498560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pg143"/>
            <p:cNvSpPr/>
            <p:nvPr/>
          </p:nvSpPr>
          <p:spPr>
            <a:xfrm>
              <a:off x="506704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pg144"/>
            <p:cNvSpPr/>
            <p:nvPr/>
          </p:nvSpPr>
          <p:spPr>
            <a:xfrm>
              <a:off x="514848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pg145"/>
            <p:cNvSpPr/>
            <p:nvPr/>
          </p:nvSpPr>
          <p:spPr>
            <a:xfrm>
              <a:off x="327542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pg146"/>
            <p:cNvSpPr/>
            <p:nvPr/>
          </p:nvSpPr>
          <p:spPr>
            <a:xfrm>
              <a:off x="335686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pg147"/>
            <p:cNvSpPr/>
            <p:nvPr/>
          </p:nvSpPr>
          <p:spPr>
            <a:xfrm>
              <a:off x="343830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pg148"/>
            <p:cNvSpPr/>
            <p:nvPr/>
          </p:nvSpPr>
          <p:spPr>
            <a:xfrm>
              <a:off x="351973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pg149"/>
            <p:cNvSpPr/>
            <p:nvPr/>
          </p:nvSpPr>
          <p:spPr>
            <a:xfrm>
              <a:off x="360117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pg150"/>
            <p:cNvSpPr/>
            <p:nvPr/>
          </p:nvSpPr>
          <p:spPr>
            <a:xfrm>
              <a:off x="368261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pg151"/>
            <p:cNvSpPr/>
            <p:nvPr/>
          </p:nvSpPr>
          <p:spPr>
            <a:xfrm>
              <a:off x="376405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pg152"/>
            <p:cNvSpPr/>
            <p:nvPr/>
          </p:nvSpPr>
          <p:spPr>
            <a:xfrm>
              <a:off x="384548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pg153"/>
            <p:cNvSpPr/>
            <p:nvPr/>
          </p:nvSpPr>
          <p:spPr>
            <a:xfrm>
              <a:off x="392692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pg154"/>
            <p:cNvSpPr/>
            <p:nvPr/>
          </p:nvSpPr>
          <p:spPr>
            <a:xfrm>
              <a:off x="400836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pg155"/>
            <p:cNvSpPr/>
            <p:nvPr/>
          </p:nvSpPr>
          <p:spPr>
            <a:xfrm>
              <a:off x="408979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pg156"/>
            <p:cNvSpPr/>
            <p:nvPr/>
          </p:nvSpPr>
          <p:spPr>
            <a:xfrm>
              <a:off x="417123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pg157"/>
            <p:cNvSpPr/>
            <p:nvPr/>
          </p:nvSpPr>
          <p:spPr>
            <a:xfrm>
              <a:off x="425267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pg158"/>
            <p:cNvSpPr/>
            <p:nvPr/>
          </p:nvSpPr>
          <p:spPr>
            <a:xfrm>
              <a:off x="433411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pg159"/>
            <p:cNvSpPr/>
            <p:nvPr/>
          </p:nvSpPr>
          <p:spPr>
            <a:xfrm>
              <a:off x="441554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pg160"/>
            <p:cNvSpPr/>
            <p:nvPr/>
          </p:nvSpPr>
          <p:spPr>
            <a:xfrm>
              <a:off x="449698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pg161"/>
            <p:cNvSpPr/>
            <p:nvPr/>
          </p:nvSpPr>
          <p:spPr>
            <a:xfrm>
              <a:off x="457842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pg162"/>
            <p:cNvSpPr/>
            <p:nvPr/>
          </p:nvSpPr>
          <p:spPr>
            <a:xfrm>
              <a:off x="465985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pg163"/>
            <p:cNvSpPr/>
            <p:nvPr/>
          </p:nvSpPr>
          <p:spPr>
            <a:xfrm>
              <a:off x="474129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pg164"/>
            <p:cNvSpPr/>
            <p:nvPr/>
          </p:nvSpPr>
          <p:spPr>
            <a:xfrm>
              <a:off x="482273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pg165"/>
            <p:cNvSpPr/>
            <p:nvPr/>
          </p:nvSpPr>
          <p:spPr>
            <a:xfrm>
              <a:off x="490417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pg166"/>
            <p:cNvSpPr/>
            <p:nvPr/>
          </p:nvSpPr>
          <p:spPr>
            <a:xfrm>
              <a:off x="498560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pg167"/>
            <p:cNvSpPr/>
            <p:nvPr/>
          </p:nvSpPr>
          <p:spPr>
            <a:xfrm>
              <a:off x="506704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pg168"/>
            <p:cNvSpPr/>
            <p:nvPr/>
          </p:nvSpPr>
          <p:spPr>
            <a:xfrm>
              <a:off x="303111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pg169"/>
            <p:cNvSpPr/>
            <p:nvPr/>
          </p:nvSpPr>
          <p:spPr>
            <a:xfrm>
              <a:off x="311255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pg170"/>
            <p:cNvSpPr/>
            <p:nvPr/>
          </p:nvSpPr>
          <p:spPr>
            <a:xfrm>
              <a:off x="327542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pg171"/>
            <p:cNvSpPr/>
            <p:nvPr/>
          </p:nvSpPr>
          <p:spPr>
            <a:xfrm>
              <a:off x="3356864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pg172"/>
            <p:cNvSpPr/>
            <p:nvPr/>
          </p:nvSpPr>
          <p:spPr>
            <a:xfrm>
              <a:off x="3438301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pg173"/>
            <p:cNvSpPr/>
            <p:nvPr/>
          </p:nvSpPr>
          <p:spPr>
            <a:xfrm>
              <a:off x="351973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pg174"/>
            <p:cNvSpPr/>
            <p:nvPr/>
          </p:nvSpPr>
          <p:spPr>
            <a:xfrm>
              <a:off x="360117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pg175"/>
            <p:cNvSpPr/>
            <p:nvPr/>
          </p:nvSpPr>
          <p:spPr>
            <a:xfrm>
              <a:off x="368261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pg176"/>
            <p:cNvSpPr/>
            <p:nvPr/>
          </p:nvSpPr>
          <p:spPr>
            <a:xfrm>
              <a:off x="376405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pg177"/>
            <p:cNvSpPr/>
            <p:nvPr/>
          </p:nvSpPr>
          <p:spPr>
            <a:xfrm>
              <a:off x="384548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pg178"/>
            <p:cNvSpPr/>
            <p:nvPr/>
          </p:nvSpPr>
          <p:spPr>
            <a:xfrm>
              <a:off x="408979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pg179"/>
            <p:cNvSpPr/>
            <p:nvPr/>
          </p:nvSpPr>
          <p:spPr>
            <a:xfrm>
              <a:off x="417123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pg180"/>
            <p:cNvSpPr/>
            <p:nvPr/>
          </p:nvSpPr>
          <p:spPr>
            <a:xfrm>
              <a:off x="425267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pg181"/>
            <p:cNvSpPr/>
            <p:nvPr/>
          </p:nvSpPr>
          <p:spPr>
            <a:xfrm>
              <a:off x="433411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pg182"/>
            <p:cNvSpPr/>
            <p:nvPr/>
          </p:nvSpPr>
          <p:spPr>
            <a:xfrm>
              <a:off x="441554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pg183"/>
            <p:cNvSpPr/>
            <p:nvPr/>
          </p:nvSpPr>
          <p:spPr>
            <a:xfrm>
              <a:off x="4496984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pg184"/>
            <p:cNvSpPr/>
            <p:nvPr/>
          </p:nvSpPr>
          <p:spPr>
            <a:xfrm>
              <a:off x="4578421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pg185"/>
            <p:cNvSpPr/>
            <p:nvPr/>
          </p:nvSpPr>
          <p:spPr>
            <a:xfrm>
              <a:off x="465985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pg186"/>
            <p:cNvSpPr/>
            <p:nvPr/>
          </p:nvSpPr>
          <p:spPr>
            <a:xfrm>
              <a:off x="474129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pg187"/>
            <p:cNvSpPr/>
            <p:nvPr/>
          </p:nvSpPr>
          <p:spPr>
            <a:xfrm>
              <a:off x="482273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pg188"/>
            <p:cNvSpPr/>
            <p:nvPr/>
          </p:nvSpPr>
          <p:spPr>
            <a:xfrm>
              <a:off x="490417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pg189"/>
            <p:cNvSpPr/>
            <p:nvPr/>
          </p:nvSpPr>
          <p:spPr>
            <a:xfrm>
              <a:off x="498560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pg190"/>
            <p:cNvSpPr/>
            <p:nvPr/>
          </p:nvSpPr>
          <p:spPr>
            <a:xfrm>
              <a:off x="294967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pg191"/>
            <p:cNvSpPr/>
            <p:nvPr/>
          </p:nvSpPr>
          <p:spPr>
            <a:xfrm>
              <a:off x="303111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pg192"/>
            <p:cNvSpPr/>
            <p:nvPr/>
          </p:nvSpPr>
          <p:spPr>
            <a:xfrm>
              <a:off x="311255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pg193"/>
            <p:cNvSpPr/>
            <p:nvPr/>
          </p:nvSpPr>
          <p:spPr>
            <a:xfrm>
              <a:off x="319399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pg194"/>
            <p:cNvSpPr/>
            <p:nvPr/>
          </p:nvSpPr>
          <p:spPr>
            <a:xfrm>
              <a:off x="327542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pg195"/>
            <p:cNvSpPr/>
            <p:nvPr/>
          </p:nvSpPr>
          <p:spPr>
            <a:xfrm>
              <a:off x="3356864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pg196"/>
            <p:cNvSpPr/>
            <p:nvPr/>
          </p:nvSpPr>
          <p:spPr>
            <a:xfrm>
              <a:off x="3438301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pg197"/>
            <p:cNvSpPr/>
            <p:nvPr/>
          </p:nvSpPr>
          <p:spPr>
            <a:xfrm>
              <a:off x="351973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pg198"/>
            <p:cNvSpPr/>
            <p:nvPr/>
          </p:nvSpPr>
          <p:spPr>
            <a:xfrm>
              <a:off x="360117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pg199"/>
            <p:cNvSpPr/>
            <p:nvPr/>
          </p:nvSpPr>
          <p:spPr>
            <a:xfrm>
              <a:off x="368261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pg200"/>
            <p:cNvSpPr/>
            <p:nvPr/>
          </p:nvSpPr>
          <p:spPr>
            <a:xfrm>
              <a:off x="376405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pg201"/>
            <p:cNvSpPr/>
            <p:nvPr/>
          </p:nvSpPr>
          <p:spPr>
            <a:xfrm>
              <a:off x="384548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pg202"/>
            <p:cNvSpPr/>
            <p:nvPr/>
          </p:nvSpPr>
          <p:spPr>
            <a:xfrm>
              <a:off x="417123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pg203"/>
            <p:cNvSpPr/>
            <p:nvPr/>
          </p:nvSpPr>
          <p:spPr>
            <a:xfrm>
              <a:off x="425267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pg204"/>
            <p:cNvSpPr/>
            <p:nvPr/>
          </p:nvSpPr>
          <p:spPr>
            <a:xfrm>
              <a:off x="433411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pg205"/>
            <p:cNvSpPr/>
            <p:nvPr/>
          </p:nvSpPr>
          <p:spPr>
            <a:xfrm>
              <a:off x="441554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pg206"/>
            <p:cNvSpPr/>
            <p:nvPr/>
          </p:nvSpPr>
          <p:spPr>
            <a:xfrm>
              <a:off x="4496984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pg207"/>
            <p:cNvSpPr/>
            <p:nvPr/>
          </p:nvSpPr>
          <p:spPr>
            <a:xfrm>
              <a:off x="4578421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pg208"/>
            <p:cNvSpPr/>
            <p:nvPr/>
          </p:nvSpPr>
          <p:spPr>
            <a:xfrm>
              <a:off x="465985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pg209"/>
            <p:cNvSpPr/>
            <p:nvPr/>
          </p:nvSpPr>
          <p:spPr>
            <a:xfrm>
              <a:off x="474129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pg210"/>
            <p:cNvSpPr/>
            <p:nvPr/>
          </p:nvSpPr>
          <p:spPr>
            <a:xfrm>
              <a:off x="482273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pg211"/>
            <p:cNvSpPr/>
            <p:nvPr/>
          </p:nvSpPr>
          <p:spPr>
            <a:xfrm>
              <a:off x="490417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pg212"/>
            <p:cNvSpPr/>
            <p:nvPr/>
          </p:nvSpPr>
          <p:spPr>
            <a:xfrm>
              <a:off x="286824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pg213"/>
            <p:cNvSpPr/>
            <p:nvPr/>
          </p:nvSpPr>
          <p:spPr>
            <a:xfrm>
              <a:off x="294967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pg214"/>
            <p:cNvSpPr/>
            <p:nvPr/>
          </p:nvSpPr>
          <p:spPr>
            <a:xfrm>
              <a:off x="303111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pg215"/>
            <p:cNvSpPr/>
            <p:nvPr/>
          </p:nvSpPr>
          <p:spPr>
            <a:xfrm>
              <a:off x="311255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pg216"/>
            <p:cNvSpPr/>
            <p:nvPr/>
          </p:nvSpPr>
          <p:spPr>
            <a:xfrm>
              <a:off x="319399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pg217"/>
            <p:cNvSpPr/>
            <p:nvPr/>
          </p:nvSpPr>
          <p:spPr>
            <a:xfrm>
              <a:off x="327542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pg218"/>
            <p:cNvSpPr/>
            <p:nvPr/>
          </p:nvSpPr>
          <p:spPr>
            <a:xfrm>
              <a:off x="3356864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pg219"/>
            <p:cNvSpPr/>
            <p:nvPr/>
          </p:nvSpPr>
          <p:spPr>
            <a:xfrm>
              <a:off x="343830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pg220"/>
            <p:cNvSpPr/>
            <p:nvPr/>
          </p:nvSpPr>
          <p:spPr>
            <a:xfrm>
              <a:off x="351973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pg221"/>
            <p:cNvSpPr/>
            <p:nvPr/>
          </p:nvSpPr>
          <p:spPr>
            <a:xfrm>
              <a:off x="360117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pg222"/>
            <p:cNvSpPr/>
            <p:nvPr/>
          </p:nvSpPr>
          <p:spPr>
            <a:xfrm>
              <a:off x="368261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pg223"/>
            <p:cNvSpPr/>
            <p:nvPr/>
          </p:nvSpPr>
          <p:spPr>
            <a:xfrm>
              <a:off x="376405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pg224"/>
            <p:cNvSpPr/>
            <p:nvPr/>
          </p:nvSpPr>
          <p:spPr>
            <a:xfrm>
              <a:off x="384548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pg225"/>
            <p:cNvSpPr/>
            <p:nvPr/>
          </p:nvSpPr>
          <p:spPr>
            <a:xfrm>
              <a:off x="417123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pg226"/>
            <p:cNvSpPr/>
            <p:nvPr/>
          </p:nvSpPr>
          <p:spPr>
            <a:xfrm>
              <a:off x="425267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pg227"/>
            <p:cNvSpPr/>
            <p:nvPr/>
          </p:nvSpPr>
          <p:spPr>
            <a:xfrm>
              <a:off x="433411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pg228"/>
            <p:cNvSpPr/>
            <p:nvPr/>
          </p:nvSpPr>
          <p:spPr>
            <a:xfrm>
              <a:off x="441554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pg229"/>
            <p:cNvSpPr/>
            <p:nvPr/>
          </p:nvSpPr>
          <p:spPr>
            <a:xfrm>
              <a:off x="4496984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pg230"/>
            <p:cNvSpPr/>
            <p:nvPr/>
          </p:nvSpPr>
          <p:spPr>
            <a:xfrm>
              <a:off x="457842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pg231"/>
            <p:cNvSpPr/>
            <p:nvPr/>
          </p:nvSpPr>
          <p:spPr>
            <a:xfrm>
              <a:off x="465985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pg232"/>
            <p:cNvSpPr/>
            <p:nvPr/>
          </p:nvSpPr>
          <p:spPr>
            <a:xfrm>
              <a:off x="474129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pg233"/>
            <p:cNvSpPr/>
            <p:nvPr/>
          </p:nvSpPr>
          <p:spPr>
            <a:xfrm>
              <a:off x="482273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pg234"/>
            <p:cNvSpPr/>
            <p:nvPr/>
          </p:nvSpPr>
          <p:spPr>
            <a:xfrm>
              <a:off x="278680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pg235"/>
            <p:cNvSpPr/>
            <p:nvPr/>
          </p:nvSpPr>
          <p:spPr>
            <a:xfrm>
              <a:off x="286824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pg236"/>
            <p:cNvSpPr/>
            <p:nvPr/>
          </p:nvSpPr>
          <p:spPr>
            <a:xfrm>
              <a:off x="294967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pg237"/>
            <p:cNvSpPr/>
            <p:nvPr/>
          </p:nvSpPr>
          <p:spPr>
            <a:xfrm>
              <a:off x="303111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pg238"/>
            <p:cNvSpPr/>
            <p:nvPr/>
          </p:nvSpPr>
          <p:spPr>
            <a:xfrm>
              <a:off x="311255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pg239"/>
            <p:cNvSpPr/>
            <p:nvPr/>
          </p:nvSpPr>
          <p:spPr>
            <a:xfrm>
              <a:off x="319399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pg240"/>
            <p:cNvSpPr/>
            <p:nvPr/>
          </p:nvSpPr>
          <p:spPr>
            <a:xfrm>
              <a:off x="327542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pg241"/>
            <p:cNvSpPr/>
            <p:nvPr/>
          </p:nvSpPr>
          <p:spPr>
            <a:xfrm>
              <a:off x="335686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pg242"/>
            <p:cNvSpPr/>
            <p:nvPr/>
          </p:nvSpPr>
          <p:spPr>
            <a:xfrm>
              <a:off x="343830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pg243"/>
            <p:cNvSpPr/>
            <p:nvPr/>
          </p:nvSpPr>
          <p:spPr>
            <a:xfrm>
              <a:off x="351973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pg244"/>
            <p:cNvSpPr/>
            <p:nvPr/>
          </p:nvSpPr>
          <p:spPr>
            <a:xfrm>
              <a:off x="360117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pg245"/>
            <p:cNvSpPr/>
            <p:nvPr/>
          </p:nvSpPr>
          <p:spPr>
            <a:xfrm>
              <a:off x="368261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pg246"/>
            <p:cNvSpPr/>
            <p:nvPr/>
          </p:nvSpPr>
          <p:spPr>
            <a:xfrm>
              <a:off x="376405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pg247"/>
            <p:cNvSpPr/>
            <p:nvPr/>
          </p:nvSpPr>
          <p:spPr>
            <a:xfrm>
              <a:off x="384548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pg248"/>
            <p:cNvSpPr/>
            <p:nvPr/>
          </p:nvSpPr>
          <p:spPr>
            <a:xfrm>
              <a:off x="392692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pg249"/>
            <p:cNvSpPr/>
            <p:nvPr/>
          </p:nvSpPr>
          <p:spPr>
            <a:xfrm>
              <a:off x="425267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pg250"/>
            <p:cNvSpPr/>
            <p:nvPr/>
          </p:nvSpPr>
          <p:spPr>
            <a:xfrm>
              <a:off x="433411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pg251"/>
            <p:cNvSpPr/>
            <p:nvPr/>
          </p:nvSpPr>
          <p:spPr>
            <a:xfrm>
              <a:off x="441554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pg252"/>
            <p:cNvSpPr/>
            <p:nvPr/>
          </p:nvSpPr>
          <p:spPr>
            <a:xfrm>
              <a:off x="449698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pg253"/>
            <p:cNvSpPr/>
            <p:nvPr/>
          </p:nvSpPr>
          <p:spPr>
            <a:xfrm>
              <a:off x="457842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pg254"/>
            <p:cNvSpPr/>
            <p:nvPr/>
          </p:nvSpPr>
          <p:spPr>
            <a:xfrm>
              <a:off x="465985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pg255"/>
            <p:cNvSpPr/>
            <p:nvPr/>
          </p:nvSpPr>
          <p:spPr>
            <a:xfrm>
              <a:off x="474129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pg256"/>
            <p:cNvSpPr/>
            <p:nvPr/>
          </p:nvSpPr>
          <p:spPr>
            <a:xfrm>
              <a:off x="278680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pg257"/>
            <p:cNvSpPr/>
            <p:nvPr/>
          </p:nvSpPr>
          <p:spPr>
            <a:xfrm>
              <a:off x="286824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pg258"/>
            <p:cNvSpPr/>
            <p:nvPr/>
          </p:nvSpPr>
          <p:spPr>
            <a:xfrm>
              <a:off x="294967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pg259"/>
            <p:cNvSpPr/>
            <p:nvPr/>
          </p:nvSpPr>
          <p:spPr>
            <a:xfrm>
              <a:off x="3031116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pg260"/>
            <p:cNvSpPr/>
            <p:nvPr/>
          </p:nvSpPr>
          <p:spPr>
            <a:xfrm>
              <a:off x="311255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pg261"/>
            <p:cNvSpPr/>
            <p:nvPr/>
          </p:nvSpPr>
          <p:spPr>
            <a:xfrm>
              <a:off x="319399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pg262"/>
            <p:cNvSpPr/>
            <p:nvPr/>
          </p:nvSpPr>
          <p:spPr>
            <a:xfrm>
              <a:off x="327542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pg263"/>
            <p:cNvSpPr/>
            <p:nvPr/>
          </p:nvSpPr>
          <p:spPr>
            <a:xfrm>
              <a:off x="335686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pg264"/>
            <p:cNvSpPr/>
            <p:nvPr/>
          </p:nvSpPr>
          <p:spPr>
            <a:xfrm>
              <a:off x="343830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pg265"/>
            <p:cNvSpPr/>
            <p:nvPr/>
          </p:nvSpPr>
          <p:spPr>
            <a:xfrm>
              <a:off x="351973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pg266"/>
            <p:cNvSpPr/>
            <p:nvPr/>
          </p:nvSpPr>
          <p:spPr>
            <a:xfrm>
              <a:off x="3601176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pg267"/>
            <p:cNvSpPr/>
            <p:nvPr/>
          </p:nvSpPr>
          <p:spPr>
            <a:xfrm>
              <a:off x="368261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pg268"/>
            <p:cNvSpPr/>
            <p:nvPr/>
          </p:nvSpPr>
          <p:spPr>
            <a:xfrm>
              <a:off x="376405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pg269"/>
            <p:cNvSpPr/>
            <p:nvPr/>
          </p:nvSpPr>
          <p:spPr>
            <a:xfrm>
              <a:off x="384548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pg270"/>
            <p:cNvSpPr/>
            <p:nvPr/>
          </p:nvSpPr>
          <p:spPr>
            <a:xfrm>
              <a:off x="392692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pg271"/>
            <p:cNvSpPr/>
            <p:nvPr/>
          </p:nvSpPr>
          <p:spPr>
            <a:xfrm>
              <a:off x="425267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pg272"/>
            <p:cNvSpPr/>
            <p:nvPr/>
          </p:nvSpPr>
          <p:spPr>
            <a:xfrm>
              <a:off x="433411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pg273"/>
            <p:cNvSpPr/>
            <p:nvPr/>
          </p:nvSpPr>
          <p:spPr>
            <a:xfrm>
              <a:off x="441554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pg274"/>
            <p:cNvSpPr/>
            <p:nvPr/>
          </p:nvSpPr>
          <p:spPr>
            <a:xfrm>
              <a:off x="449698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pg275"/>
            <p:cNvSpPr/>
            <p:nvPr/>
          </p:nvSpPr>
          <p:spPr>
            <a:xfrm>
              <a:off x="457842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pg276"/>
            <p:cNvSpPr/>
            <p:nvPr/>
          </p:nvSpPr>
          <p:spPr>
            <a:xfrm>
              <a:off x="465985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pg277"/>
            <p:cNvSpPr/>
            <p:nvPr/>
          </p:nvSpPr>
          <p:spPr>
            <a:xfrm>
              <a:off x="270536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pg278"/>
            <p:cNvSpPr/>
            <p:nvPr/>
          </p:nvSpPr>
          <p:spPr>
            <a:xfrm>
              <a:off x="278680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pg279"/>
            <p:cNvSpPr/>
            <p:nvPr/>
          </p:nvSpPr>
          <p:spPr>
            <a:xfrm>
              <a:off x="286824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pg280"/>
            <p:cNvSpPr/>
            <p:nvPr/>
          </p:nvSpPr>
          <p:spPr>
            <a:xfrm>
              <a:off x="294967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pg281"/>
            <p:cNvSpPr/>
            <p:nvPr/>
          </p:nvSpPr>
          <p:spPr>
            <a:xfrm>
              <a:off x="3031116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pg282"/>
            <p:cNvSpPr/>
            <p:nvPr/>
          </p:nvSpPr>
          <p:spPr>
            <a:xfrm>
              <a:off x="311255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pg283"/>
            <p:cNvSpPr/>
            <p:nvPr/>
          </p:nvSpPr>
          <p:spPr>
            <a:xfrm>
              <a:off x="319399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pg284"/>
            <p:cNvSpPr/>
            <p:nvPr/>
          </p:nvSpPr>
          <p:spPr>
            <a:xfrm>
              <a:off x="327542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pg285"/>
            <p:cNvSpPr/>
            <p:nvPr/>
          </p:nvSpPr>
          <p:spPr>
            <a:xfrm>
              <a:off x="335686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pg286"/>
            <p:cNvSpPr/>
            <p:nvPr/>
          </p:nvSpPr>
          <p:spPr>
            <a:xfrm>
              <a:off x="343830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pg287"/>
            <p:cNvSpPr/>
            <p:nvPr/>
          </p:nvSpPr>
          <p:spPr>
            <a:xfrm>
              <a:off x="351973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pg288"/>
            <p:cNvSpPr/>
            <p:nvPr/>
          </p:nvSpPr>
          <p:spPr>
            <a:xfrm>
              <a:off x="3601176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pg289"/>
            <p:cNvSpPr/>
            <p:nvPr/>
          </p:nvSpPr>
          <p:spPr>
            <a:xfrm>
              <a:off x="368261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pg290"/>
            <p:cNvSpPr/>
            <p:nvPr/>
          </p:nvSpPr>
          <p:spPr>
            <a:xfrm>
              <a:off x="376405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pg291"/>
            <p:cNvSpPr/>
            <p:nvPr/>
          </p:nvSpPr>
          <p:spPr>
            <a:xfrm>
              <a:off x="384548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pg292"/>
            <p:cNvSpPr/>
            <p:nvPr/>
          </p:nvSpPr>
          <p:spPr>
            <a:xfrm>
              <a:off x="392692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pg293"/>
            <p:cNvSpPr/>
            <p:nvPr/>
          </p:nvSpPr>
          <p:spPr>
            <a:xfrm>
              <a:off x="400836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pg294"/>
            <p:cNvSpPr/>
            <p:nvPr/>
          </p:nvSpPr>
          <p:spPr>
            <a:xfrm>
              <a:off x="425267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pg295"/>
            <p:cNvSpPr/>
            <p:nvPr/>
          </p:nvSpPr>
          <p:spPr>
            <a:xfrm>
              <a:off x="433411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pg296"/>
            <p:cNvSpPr/>
            <p:nvPr/>
          </p:nvSpPr>
          <p:spPr>
            <a:xfrm>
              <a:off x="441554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pg297"/>
            <p:cNvSpPr/>
            <p:nvPr/>
          </p:nvSpPr>
          <p:spPr>
            <a:xfrm>
              <a:off x="449698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pg298"/>
            <p:cNvSpPr/>
            <p:nvPr/>
          </p:nvSpPr>
          <p:spPr>
            <a:xfrm>
              <a:off x="457842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pg299"/>
            <p:cNvSpPr/>
            <p:nvPr/>
          </p:nvSpPr>
          <p:spPr>
            <a:xfrm>
              <a:off x="465985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pg300"/>
            <p:cNvSpPr/>
            <p:nvPr/>
          </p:nvSpPr>
          <p:spPr>
            <a:xfrm>
              <a:off x="270536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pg301"/>
            <p:cNvSpPr/>
            <p:nvPr/>
          </p:nvSpPr>
          <p:spPr>
            <a:xfrm>
              <a:off x="278680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pg302"/>
            <p:cNvSpPr/>
            <p:nvPr/>
          </p:nvSpPr>
          <p:spPr>
            <a:xfrm>
              <a:off x="286824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pg303"/>
            <p:cNvSpPr/>
            <p:nvPr/>
          </p:nvSpPr>
          <p:spPr>
            <a:xfrm>
              <a:off x="294967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pg304"/>
            <p:cNvSpPr/>
            <p:nvPr/>
          </p:nvSpPr>
          <p:spPr>
            <a:xfrm>
              <a:off x="3031116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pg305"/>
            <p:cNvSpPr/>
            <p:nvPr/>
          </p:nvSpPr>
          <p:spPr>
            <a:xfrm>
              <a:off x="3112553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pg306"/>
            <p:cNvSpPr/>
            <p:nvPr/>
          </p:nvSpPr>
          <p:spPr>
            <a:xfrm>
              <a:off x="319399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pg307"/>
            <p:cNvSpPr/>
            <p:nvPr/>
          </p:nvSpPr>
          <p:spPr>
            <a:xfrm>
              <a:off x="327542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pg308"/>
            <p:cNvSpPr/>
            <p:nvPr/>
          </p:nvSpPr>
          <p:spPr>
            <a:xfrm>
              <a:off x="335686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pg309"/>
            <p:cNvSpPr/>
            <p:nvPr/>
          </p:nvSpPr>
          <p:spPr>
            <a:xfrm>
              <a:off x="343830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pg310"/>
            <p:cNvSpPr/>
            <p:nvPr/>
          </p:nvSpPr>
          <p:spPr>
            <a:xfrm>
              <a:off x="351973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pg311"/>
            <p:cNvSpPr/>
            <p:nvPr/>
          </p:nvSpPr>
          <p:spPr>
            <a:xfrm>
              <a:off x="3601176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pg312"/>
            <p:cNvSpPr/>
            <p:nvPr/>
          </p:nvSpPr>
          <p:spPr>
            <a:xfrm>
              <a:off x="3682613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pg313"/>
            <p:cNvSpPr/>
            <p:nvPr/>
          </p:nvSpPr>
          <p:spPr>
            <a:xfrm>
              <a:off x="376405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pg314"/>
            <p:cNvSpPr/>
            <p:nvPr/>
          </p:nvSpPr>
          <p:spPr>
            <a:xfrm>
              <a:off x="384548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pg315"/>
            <p:cNvSpPr/>
            <p:nvPr/>
          </p:nvSpPr>
          <p:spPr>
            <a:xfrm>
              <a:off x="392692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pg316"/>
            <p:cNvSpPr/>
            <p:nvPr/>
          </p:nvSpPr>
          <p:spPr>
            <a:xfrm>
              <a:off x="400836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pg317"/>
            <p:cNvSpPr/>
            <p:nvPr/>
          </p:nvSpPr>
          <p:spPr>
            <a:xfrm>
              <a:off x="408979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pg318"/>
            <p:cNvSpPr/>
            <p:nvPr/>
          </p:nvSpPr>
          <p:spPr>
            <a:xfrm>
              <a:off x="433411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pg319"/>
            <p:cNvSpPr/>
            <p:nvPr/>
          </p:nvSpPr>
          <p:spPr>
            <a:xfrm>
              <a:off x="441554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pg320"/>
            <p:cNvSpPr/>
            <p:nvPr/>
          </p:nvSpPr>
          <p:spPr>
            <a:xfrm>
              <a:off x="449698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pg321"/>
            <p:cNvSpPr/>
            <p:nvPr/>
          </p:nvSpPr>
          <p:spPr>
            <a:xfrm>
              <a:off x="457842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pg322"/>
            <p:cNvSpPr/>
            <p:nvPr/>
          </p:nvSpPr>
          <p:spPr>
            <a:xfrm>
              <a:off x="465985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pg323"/>
            <p:cNvSpPr/>
            <p:nvPr/>
          </p:nvSpPr>
          <p:spPr>
            <a:xfrm>
              <a:off x="270536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pg324"/>
            <p:cNvSpPr/>
            <p:nvPr/>
          </p:nvSpPr>
          <p:spPr>
            <a:xfrm>
              <a:off x="278680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pg325"/>
            <p:cNvSpPr/>
            <p:nvPr/>
          </p:nvSpPr>
          <p:spPr>
            <a:xfrm>
              <a:off x="286824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pg326"/>
            <p:cNvSpPr/>
            <p:nvPr/>
          </p:nvSpPr>
          <p:spPr>
            <a:xfrm>
              <a:off x="294967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pg327"/>
            <p:cNvSpPr/>
            <p:nvPr/>
          </p:nvSpPr>
          <p:spPr>
            <a:xfrm>
              <a:off x="3031116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pg328"/>
            <p:cNvSpPr/>
            <p:nvPr/>
          </p:nvSpPr>
          <p:spPr>
            <a:xfrm>
              <a:off x="311255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pg329"/>
            <p:cNvSpPr/>
            <p:nvPr/>
          </p:nvSpPr>
          <p:spPr>
            <a:xfrm>
              <a:off x="319399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pg330"/>
            <p:cNvSpPr/>
            <p:nvPr/>
          </p:nvSpPr>
          <p:spPr>
            <a:xfrm>
              <a:off x="327542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pg331"/>
            <p:cNvSpPr/>
            <p:nvPr/>
          </p:nvSpPr>
          <p:spPr>
            <a:xfrm>
              <a:off x="335686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pg332"/>
            <p:cNvSpPr/>
            <p:nvPr/>
          </p:nvSpPr>
          <p:spPr>
            <a:xfrm>
              <a:off x="343830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pg333"/>
            <p:cNvSpPr/>
            <p:nvPr/>
          </p:nvSpPr>
          <p:spPr>
            <a:xfrm>
              <a:off x="351973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pg334"/>
            <p:cNvSpPr/>
            <p:nvPr/>
          </p:nvSpPr>
          <p:spPr>
            <a:xfrm>
              <a:off x="3601176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pg335"/>
            <p:cNvSpPr/>
            <p:nvPr/>
          </p:nvSpPr>
          <p:spPr>
            <a:xfrm>
              <a:off x="368261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pg336"/>
            <p:cNvSpPr/>
            <p:nvPr/>
          </p:nvSpPr>
          <p:spPr>
            <a:xfrm>
              <a:off x="376405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pg337"/>
            <p:cNvSpPr/>
            <p:nvPr/>
          </p:nvSpPr>
          <p:spPr>
            <a:xfrm>
              <a:off x="384548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pg338"/>
            <p:cNvSpPr/>
            <p:nvPr/>
          </p:nvSpPr>
          <p:spPr>
            <a:xfrm>
              <a:off x="392692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pg339"/>
            <p:cNvSpPr/>
            <p:nvPr/>
          </p:nvSpPr>
          <p:spPr>
            <a:xfrm>
              <a:off x="400836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pg340"/>
            <p:cNvSpPr/>
            <p:nvPr/>
          </p:nvSpPr>
          <p:spPr>
            <a:xfrm>
              <a:off x="408979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pg341"/>
            <p:cNvSpPr/>
            <p:nvPr/>
          </p:nvSpPr>
          <p:spPr>
            <a:xfrm>
              <a:off x="425267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pg342"/>
            <p:cNvSpPr/>
            <p:nvPr/>
          </p:nvSpPr>
          <p:spPr>
            <a:xfrm>
              <a:off x="433411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pg343"/>
            <p:cNvSpPr/>
            <p:nvPr/>
          </p:nvSpPr>
          <p:spPr>
            <a:xfrm>
              <a:off x="441554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pg344"/>
            <p:cNvSpPr/>
            <p:nvPr/>
          </p:nvSpPr>
          <p:spPr>
            <a:xfrm>
              <a:off x="449698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pg345"/>
            <p:cNvSpPr/>
            <p:nvPr/>
          </p:nvSpPr>
          <p:spPr>
            <a:xfrm>
              <a:off x="457842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pg346"/>
            <p:cNvSpPr/>
            <p:nvPr/>
          </p:nvSpPr>
          <p:spPr>
            <a:xfrm>
              <a:off x="465985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pg347"/>
            <p:cNvSpPr/>
            <p:nvPr/>
          </p:nvSpPr>
          <p:spPr>
            <a:xfrm>
              <a:off x="278680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pg348"/>
            <p:cNvSpPr/>
            <p:nvPr/>
          </p:nvSpPr>
          <p:spPr>
            <a:xfrm>
              <a:off x="286824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pg349"/>
            <p:cNvSpPr/>
            <p:nvPr/>
          </p:nvSpPr>
          <p:spPr>
            <a:xfrm>
              <a:off x="294967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pg350"/>
            <p:cNvSpPr/>
            <p:nvPr/>
          </p:nvSpPr>
          <p:spPr>
            <a:xfrm>
              <a:off x="303111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pg351"/>
            <p:cNvSpPr/>
            <p:nvPr/>
          </p:nvSpPr>
          <p:spPr>
            <a:xfrm>
              <a:off x="311255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pg352"/>
            <p:cNvSpPr/>
            <p:nvPr/>
          </p:nvSpPr>
          <p:spPr>
            <a:xfrm>
              <a:off x="319399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pg353"/>
            <p:cNvSpPr/>
            <p:nvPr/>
          </p:nvSpPr>
          <p:spPr>
            <a:xfrm>
              <a:off x="327542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pg354"/>
            <p:cNvSpPr/>
            <p:nvPr/>
          </p:nvSpPr>
          <p:spPr>
            <a:xfrm>
              <a:off x="335686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pg355"/>
            <p:cNvSpPr/>
            <p:nvPr/>
          </p:nvSpPr>
          <p:spPr>
            <a:xfrm>
              <a:off x="343830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pg356"/>
            <p:cNvSpPr/>
            <p:nvPr/>
          </p:nvSpPr>
          <p:spPr>
            <a:xfrm>
              <a:off x="351973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pg357"/>
            <p:cNvSpPr/>
            <p:nvPr/>
          </p:nvSpPr>
          <p:spPr>
            <a:xfrm>
              <a:off x="360117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pg358"/>
            <p:cNvSpPr/>
            <p:nvPr/>
          </p:nvSpPr>
          <p:spPr>
            <a:xfrm>
              <a:off x="368261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pg359"/>
            <p:cNvSpPr/>
            <p:nvPr/>
          </p:nvSpPr>
          <p:spPr>
            <a:xfrm>
              <a:off x="376405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pg360"/>
            <p:cNvSpPr/>
            <p:nvPr/>
          </p:nvSpPr>
          <p:spPr>
            <a:xfrm>
              <a:off x="384548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pg361"/>
            <p:cNvSpPr/>
            <p:nvPr/>
          </p:nvSpPr>
          <p:spPr>
            <a:xfrm>
              <a:off x="392692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pg362"/>
            <p:cNvSpPr/>
            <p:nvPr/>
          </p:nvSpPr>
          <p:spPr>
            <a:xfrm>
              <a:off x="400836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pg363"/>
            <p:cNvSpPr/>
            <p:nvPr/>
          </p:nvSpPr>
          <p:spPr>
            <a:xfrm>
              <a:off x="408979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pg364"/>
            <p:cNvSpPr/>
            <p:nvPr/>
          </p:nvSpPr>
          <p:spPr>
            <a:xfrm>
              <a:off x="417123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pg365"/>
            <p:cNvSpPr/>
            <p:nvPr/>
          </p:nvSpPr>
          <p:spPr>
            <a:xfrm>
              <a:off x="425267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pg366"/>
            <p:cNvSpPr/>
            <p:nvPr/>
          </p:nvSpPr>
          <p:spPr>
            <a:xfrm>
              <a:off x="433411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pg367"/>
            <p:cNvSpPr/>
            <p:nvPr/>
          </p:nvSpPr>
          <p:spPr>
            <a:xfrm>
              <a:off x="441554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pg368"/>
            <p:cNvSpPr/>
            <p:nvPr/>
          </p:nvSpPr>
          <p:spPr>
            <a:xfrm>
              <a:off x="449698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pg369"/>
            <p:cNvSpPr/>
            <p:nvPr/>
          </p:nvSpPr>
          <p:spPr>
            <a:xfrm>
              <a:off x="457842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pg370"/>
            <p:cNvSpPr/>
            <p:nvPr/>
          </p:nvSpPr>
          <p:spPr>
            <a:xfrm>
              <a:off x="465985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pg371"/>
            <p:cNvSpPr/>
            <p:nvPr/>
          </p:nvSpPr>
          <p:spPr>
            <a:xfrm>
              <a:off x="286824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pg372"/>
            <p:cNvSpPr/>
            <p:nvPr/>
          </p:nvSpPr>
          <p:spPr>
            <a:xfrm>
              <a:off x="294967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pg373"/>
            <p:cNvSpPr/>
            <p:nvPr/>
          </p:nvSpPr>
          <p:spPr>
            <a:xfrm>
              <a:off x="303111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pg374"/>
            <p:cNvSpPr/>
            <p:nvPr/>
          </p:nvSpPr>
          <p:spPr>
            <a:xfrm>
              <a:off x="311255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pg375"/>
            <p:cNvSpPr/>
            <p:nvPr/>
          </p:nvSpPr>
          <p:spPr>
            <a:xfrm>
              <a:off x="319399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pg376"/>
            <p:cNvSpPr/>
            <p:nvPr/>
          </p:nvSpPr>
          <p:spPr>
            <a:xfrm>
              <a:off x="327542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pg377"/>
            <p:cNvSpPr/>
            <p:nvPr/>
          </p:nvSpPr>
          <p:spPr>
            <a:xfrm>
              <a:off x="335686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pg378"/>
            <p:cNvSpPr/>
            <p:nvPr/>
          </p:nvSpPr>
          <p:spPr>
            <a:xfrm>
              <a:off x="343830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pg379"/>
            <p:cNvSpPr/>
            <p:nvPr/>
          </p:nvSpPr>
          <p:spPr>
            <a:xfrm>
              <a:off x="351973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pg380"/>
            <p:cNvSpPr/>
            <p:nvPr/>
          </p:nvSpPr>
          <p:spPr>
            <a:xfrm>
              <a:off x="360117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pg381"/>
            <p:cNvSpPr/>
            <p:nvPr/>
          </p:nvSpPr>
          <p:spPr>
            <a:xfrm>
              <a:off x="368261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pg382"/>
            <p:cNvSpPr/>
            <p:nvPr/>
          </p:nvSpPr>
          <p:spPr>
            <a:xfrm>
              <a:off x="376405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pg383"/>
            <p:cNvSpPr/>
            <p:nvPr/>
          </p:nvSpPr>
          <p:spPr>
            <a:xfrm>
              <a:off x="384548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pg384"/>
            <p:cNvSpPr/>
            <p:nvPr/>
          </p:nvSpPr>
          <p:spPr>
            <a:xfrm>
              <a:off x="392692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pg385"/>
            <p:cNvSpPr/>
            <p:nvPr/>
          </p:nvSpPr>
          <p:spPr>
            <a:xfrm>
              <a:off x="400836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pg386"/>
            <p:cNvSpPr/>
            <p:nvPr/>
          </p:nvSpPr>
          <p:spPr>
            <a:xfrm>
              <a:off x="408979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pg387"/>
            <p:cNvSpPr/>
            <p:nvPr/>
          </p:nvSpPr>
          <p:spPr>
            <a:xfrm>
              <a:off x="417123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pg388"/>
            <p:cNvSpPr/>
            <p:nvPr/>
          </p:nvSpPr>
          <p:spPr>
            <a:xfrm>
              <a:off x="425267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pg389"/>
            <p:cNvSpPr/>
            <p:nvPr/>
          </p:nvSpPr>
          <p:spPr>
            <a:xfrm>
              <a:off x="433411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pg390"/>
            <p:cNvSpPr/>
            <p:nvPr/>
          </p:nvSpPr>
          <p:spPr>
            <a:xfrm>
              <a:off x="441554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pg391"/>
            <p:cNvSpPr/>
            <p:nvPr/>
          </p:nvSpPr>
          <p:spPr>
            <a:xfrm>
              <a:off x="449698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pg392"/>
            <p:cNvSpPr/>
            <p:nvPr/>
          </p:nvSpPr>
          <p:spPr>
            <a:xfrm>
              <a:off x="457842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pg393"/>
            <p:cNvSpPr/>
            <p:nvPr/>
          </p:nvSpPr>
          <p:spPr>
            <a:xfrm>
              <a:off x="286824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pg394"/>
            <p:cNvSpPr/>
            <p:nvPr/>
          </p:nvSpPr>
          <p:spPr>
            <a:xfrm>
              <a:off x="294967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pg395"/>
            <p:cNvSpPr/>
            <p:nvPr/>
          </p:nvSpPr>
          <p:spPr>
            <a:xfrm>
              <a:off x="303111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pg396"/>
            <p:cNvSpPr/>
            <p:nvPr/>
          </p:nvSpPr>
          <p:spPr>
            <a:xfrm>
              <a:off x="311255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pg397"/>
            <p:cNvSpPr/>
            <p:nvPr/>
          </p:nvSpPr>
          <p:spPr>
            <a:xfrm>
              <a:off x="319399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pg398"/>
            <p:cNvSpPr/>
            <p:nvPr/>
          </p:nvSpPr>
          <p:spPr>
            <a:xfrm>
              <a:off x="327542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pg399"/>
            <p:cNvSpPr/>
            <p:nvPr/>
          </p:nvSpPr>
          <p:spPr>
            <a:xfrm>
              <a:off x="335686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pg400"/>
            <p:cNvSpPr/>
            <p:nvPr/>
          </p:nvSpPr>
          <p:spPr>
            <a:xfrm>
              <a:off x="343830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pg401"/>
            <p:cNvSpPr/>
            <p:nvPr/>
          </p:nvSpPr>
          <p:spPr>
            <a:xfrm>
              <a:off x="351973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pg402"/>
            <p:cNvSpPr/>
            <p:nvPr/>
          </p:nvSpPr>
          <p:spPr>
            <a:xfrm>
              <a:off x="360117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pg403"/>
            <p:cNvSpPr/>
            <p:nvPr/>
          </p:nvSpPr>
          <p:spPr>
            <a:xfrm>
              <a:off x="368261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pg404"/>
            <p:cNvSpPr/>
            <p:nvPr/>
          </p:nvSpPr>
          <p:spPr>
            <a:xfrm>
              <a:off x="376405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pg405"/>
            <p:cNvSpPr/>
            <p:nvPr/>
          </p:nvSpPr>
          <p:spPr>
            <a:xfrm>
              <a:off x="384548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pg406"/>
            <p:cNvSpPr/>
            <p:nvPr/>
          </p:nvSpPr>
          <p:spPr>
            <a:xfrm>
              <a:off x="392692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pg407"/>
            <p:cNvSpPr/>
            <p:nvPr/>
          </p:nvSpPr>
          <p:spPr>
            <a:xfrm>
              <a:off x="400836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pg408"/>
            <p:cNvSpPr/>
            <p:nvPr/>
          </p:nvSpPr>
          <p:spPr>
            <a:xfrm>
              <a:off x="408979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pg409"/>
            <p:cNvSpPr/>
            <p:nvPr/>
          </p:nvSpPr>
          <p:spPr>
            <a:xfrm>
              <a:off x="417123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pg410"/>
            <p:cNvSpPr/>
            <p:nvPr/>
          </p:nvSpPr>
          <p:spPr>
            <a:xfrm>
              <a:off x="425267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pg411"/>
            <p:cNvSpPr/>
            <p:nvPr/>
          </p:nvSpPr>
          <p:spPr>
            <a:xfrm>
              <a:off x="433411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pg412"/>
            <p:cNvSpPr/>
            <p:nvPr/>
          </p:nvSpPr>
          <p:spPr>
            <a:xfrm>
              <a:off x="441554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pg413"/>
            <p:cNvSpPr/>
            <p:nvPr/>
          </p:nvSpPr>
          <p:spPr>
            <a:xfrm>
              <a:off x="449698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pg414"/>
            <p:cNvSpPr/>
            <p:nvPr/>
          </p:nvSpPr>
          <p:spPr>
            <a:xfrm>
              <a:off x="303111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pg415"/>
            <p:cNvSpPr/>
            <p:nvPr/>
          </p:nvSpPr>
          <p:spPr>
            <a:xfrm>
              <a:off x="311255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pg416"/>
            <p:cNvSpPr/>
            <p:nvPr/>
          </p:nvSpPr>
          <p:spPr>
            <a:xfrm>
              <a:off x="319399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pg417"/>
            <p:cNvSpPr/>
            <p:nvPr/>
          </p:nvSpPr>
          <p:spPr>
            <a:xfrm>
              <a:off x="327542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pg418"/>
            <p:cNvSpPr/>
            <p:nvPr/>
          </p:nvSpPr>
          <p:spPr>
            <a:xfrm>
              <a:off x="3356864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pg419"/>
            <p:cNvSpPr/>
            <p:nvPr/>
          </p:nvSpPr>
          <p:spPr>
            <a:xfrm>
              <a:off x="3438301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pg420"/>
            <p:cNvSpPr/>
            <p:nvPr/>
          </p:nvSpPr>
          <p:spPr>
            <a:xfrm>
              <a:off x="3519738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pg421"/>
            <p:cNvSpPr/>
            <p:nvPr/>
          </p:nvSpPr>
          <p:spPr>
            <a:xfrm>
              <a:off x="360117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pg422"/>
            <p:cNvSpPr/>
            <p:nvPr/>
          </p:nvSpPr>
          <p:spPr>
            <a:xfrm>
              <a:off x="368261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pg423"/>
            <p:cNvSpPr/>
            <p:nvPr/>
          </p:nvSpPr>
          <p:spPr>
            <a:xfrm>
              <a:off x="376405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pg424"/>
            <p:cNvSpPr/>
            <p:nvPr/>
          </p:nvSpPr>
          <p:spPr>
            <a:xfrm>
              <a:off x="384548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pg425"/>
            <p:cNvSpPr/>
            <p:nvPr/>
          </p:nvSpPr>
          <p:spPr>
            <a:xfrm>
              <a:off x="3926924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pg426"/>
            <p:cNvSpPr/>
            <p:nvPr/>
          </p:nvSpPr>
          <p:spPr>
            <a:xfrm>
              <a:off x="4008361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pg427"/>
            <p:cNvSpPr/>
            <p:nvPr/>
          </p:nvSpPr>
          <p:spPr>
            <a:xfrm>
              <a:off x="4089798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pg428"/>
            <p:cNvSpPr/>
            <p:nvPr/>
          </p:nvSpPr>
          <p:spPr>
            <a:xfrm>
              <a:off x="417123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pg429"/>
            <p:cNvSpPr/>
            <p:nvPr/>
          </p:nvSpPr>
          <p:spPr>
            <a:xfrm>
              <a:off x="425267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pg430"/>
            <p:cNvSpPr/>
            <p:nvPr/>
          </p:nvSpPr>
          <p:spPr>
            <a:xfrm>
              <a:off x="433411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pg431"/>
            <p:cNvSpPr/>
            <p:nvPr/>
          </p:nvSpPr>
          <p:spPr>
            <a:xfrm>
              <a:off x="441554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pg432"/>
            <p:cNvSpPr/>
            <p:nvPr/>
          </p:nvSpPr>
          <p:spPr>
            <a:xfrm>
              <a:off x="311255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pg433"/>
            <p:cNvSpPr/>
            <p:nvPr/>
          </p:nvSpPr>
          <p:spPr>
            <a:xfrm>
              <a:off x="319399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pg434"/>
            <p:cNvSpPr/>
            <p:nvPr/>
          </p:nvSpPr>
          <p:spPr>
            <a:xfrm>
              <a:off x="3275427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pg435"/>
            <p:cNvSpPr/>
            <p:nvPr/>
          </p:nvSpPr>
          <p:spPr>
            <a:xfrm>
              <a:off x="3356864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pg436"/>
            <p:cNvSpPr/>
            <p:nvPr/>
          </p:nvSpPr>
          <p:spPr>
            <a:xfrm>
              <a:off x="3438301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pg437"/>
            <p:cNvSpPr/>
            <p:nvPr/>
          </p:nvSpPr>
          <p:spPr>
            <a:xfrm>
              <a:off x="3519738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pg438"/>
            <p:cNvSpPr/>
            <p:nvPr/>
          </p:nvSpPr>
          <p:spPr>
            <a:xfrm>
              <a:off x="3601176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pg439"/>
            <p:cNvSpPr/>
            <p:nvPr/>
          </p:nvSpPr>
          <p:spPr>
            <a:xfrm>
              <a:off x="368261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pg440"/>
            <p:cNvSpPr/>
            <p:nvPr/>
          </p:nvSpPr>
          <p:spPr>
            <a:xfrm>
              <a:off x="376405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pg441"/>
            <p:cNvSpPr/>
            <p:nvPr/>
          </p:nvSpPr>
          <p:spPr>
            <a:xfrm>
              <a:off x="3845487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pg442"/>
            <p:cNvSpPr/>
            <p:nvPr/>
          </p:nvSpPr>
          <p:spPr>
            <a:xfrm>
              <a:off x="3926924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pg443"/>
            <p:cNvSpPr/>
            <p:nvPr/>
          </p:nvSpPr>
          <p:spPr>
            <a:xfrm>
              <a:off x="4008361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pg444"/>
            <p:cNvSpPr/>
            <p:nvPr/>
          </p:nvSpPr>
          <p:spPr>
            <a:xfrm>
              <a:off x="4089798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pg445"/>
            <p:cNvSpPr/>
            <p:nvPr/>
          </p:nvSpPr>
          <p:spPr>
            <a:xfrm>
              <a:off x="4171236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pg446"/>
            <p:cNvSpPr/>
            <p:nvPr/>
          </p:nvSpPr>
          <p:spPr>
            <a:xfrm>
              <a:off x="425267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pg447"/>
            <p:cNvSpPr/>
            <p:nvPr/>
          </p:nvSpPr>
          <p:spPr>
            <a:xfrm>
              <a:off x="433411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pg448"/>
            <p:cNvSpPr/>
            <p:nvPr/>
          </p:nvSpPr>
          <p:spPr>
            <a:xfrm>
              <a:off x="319399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pg449"/>
            <p:cNvSpPr/>
            <p:nvPr/>
          </p:nvSpPr>
          <p:spPr>
            <a:xfrm>
              <a:off x="3275427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pg450"/>
            <p:cNvSpPr/>
            <p:nvPr/>
          </p:nvSpPr>
          <p:spPr>
            <a:xfrm>
              <a:off x="3356864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pg451"/>
            <p:cNvSpPr/>
            <p:nvPr/>
          </p:nvSpPr>
          <p:spPr>
            <a:xfrm>
              <a:off x="3438301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pg452"/>
            <p:cNvSpPr/>
            <p:nvPr/>
          </p:nvSpPr>
          <p:spPr>
            <a:xfrm>
              <a:off x="3519738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pg453"/>
            <p:cNvSpPr/>
            <p:nvPr/>
          </p:nvSpPr>
          <p:spPr>
            <a:xfrm>
              <a:off x="3601176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pg454"/>
            <p:cNvSpPr/>
            <p:nvPr/>
          </p:nvSpPr>
          <p:spPr>
            <a:xfrm>
              <a:off x="3682613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pg455"/>
            <p:cNvSpPr/>
            <p:nvPr/>
          </p:nvSpPr>
          <p:spPr>
            <a:xfrm>
              <a:off x="376405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pg456"/>
            <p:cNvSpPr/>
            <p:nvPr/>
          </p:nvSpPr>
          <p:spPr>
            <a:xfrm>
              <a:off x="3845487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pg457"/>
            <p:cNvSpPr/>
            <p:nvPr/>
          </p:nvSpPr>
          <p:spPr>
            <a:xfrm>
              <a:off x="3926924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pg458"/>
            <p:cNvSpPr/>
            <p:nvPr/>
          </p:nvSpPr>
          <p:spPr>
            <a:xfrm>
              <a:off x="4008361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pg459"/>
            <p:cNvSpPr/>
            <p:nvPr/>
          </p:nvSpPr>
          <p:spPr>
            <a:xfrm>
              <a:off x="4089798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pg460"/>
            <p:cNvSpPr/>
            <p:nvPr/>
          </p:nvSpPr>
          <p:spPr>
            <a:xfrm>
              <a:off x="4171236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pg461"/>
            <p:cNvSpPr/>
            <p:nvPr/>
          </p:nvSpPr>
          <p:spPr>
            <a:xfrm>
              <a:off x="4252673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pg462"/>
            <p:cNvSpPr/>
            <p:nvPr/>
          </p:nvSpPr>
          <p:spPr>
            <a:xfrm>
              <a:off x="433411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pg463"/>
            <p:cNvSpPr/>
            <p:nvPr/>
          </p:nvSpPr>
          <p:spPr>
            <a:xfrm>
              <a:off x="286824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pg464"/>
            <p:cNvSpPr/>
            <p:nvPr/>
          </p:nvSpPr>
          <p:spPr>
            <a:xfrm>
              <a:off x="294967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pg465"/>
            <p:cNvSpPr/>
            <p:nvPr/>
          </p:nvSpPr>
          <p:spPr>
            <a:xfrm>
              <a:off x="303111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pg466"/>
            <p:cNvSpPr/>
            <p:nvPr/>
          </p:nvSpPr>
          <p:spPr>
            <a:xfrm>
              <a:off x="311255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pg467"/>
            <p:cNvSpPr/>
            <p:nvPr/>
          </p:nvSpPr>
          <p:spPr>
            <a:xfrm>
              <a:off x="3193990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pg468"/>
            <p:cNvSpPr/>
            <p:nvPr/>
          </p:nvSpPr>
          <p:spPr>
            <a:xfrm>
              <a:off x="3275427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pg469"/>
            <p:cNvSpPr/>
            <p:nvPr/>
          </p:nvSpPr>
          <p:spPr>
            <a:xfrm>
              <a:off x="3356864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pg470"/>
            <p:cNvSpPr/>
            <p:nvPr/>
          </p:nvSpPr>
          <p:spPr>
            <a:xfrm>
              <a:off x="343830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pg471"/>
            <p:cNvSpPr/>
            <p:nvPr/>
          </p:nvSpPr>
          <p:spPr>
            <a:xfrm>
              <a:off x="351973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pg472"/>
            <p:cNvSpPr/>
            <p:nvPr/>
          </p:nvSpPr>
          <p:spPr>
            <a:xfrm>
              <a:off x="360117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pg473"/>
            <p:cNvSpPr/>
            <p:nvPr/>
          </p:nvSpPr>
          <p:spPr>
            <a:xfrm>
              <a:off x="368261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pg474"/>
            <p:cNvSpPr/>
            <p:nvPr/>
          </p:nvSpPr>
          <p:spPr>
            <a:xfrm>
              <a:off x="3764050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pg475"/>
            <p:cNvSpPr/>
            <p:nvPr/>
          </p:nvSpPr>
          <p:spPr>
            <a:xfrm>
              <a:off x="3845487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pg476"/>
            <p:cNvSpPr/>
            <p:nvPr/>
          </p:nvSpPr>
          <p:spPr>
            <a:xfrm>
              <a:off x="3926924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pg477"/>
            <p:cNvSpPr/>
            <p:nvPr/>
          </p:nvSpPr>
          <p:spPr>
            <a:xfrm>
              <a:off x="400836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pg478"/>
            <p:cNvSpPr/>
            <p:nvPr/>
          </p:nvSpPr>
          <p:spPr>
            <a:xfrm>
              <a:off x="408979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pg479"/>
            <p:cNvSpPr/>
            <p:nvPr/>
          </p:nvSpPr>
          <p:spPr>
            <a:xfrm>
              <a:off x="417123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pg480"/>
            <p:cNvSpPr/>
            <p:nvPr/>
          </p:nvSpPr>
          <p:spPr>
            <a:xfrm>
              <a:off x="425267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pg481"/>
            <p:cNvSpPr/>
            <p:nvPr/>
          </p:nvSpPr>
          <p:spPr>
            <a:xfrm>
              <a:off x="278680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pg482"/>
            <p:cNvSpPr/>
            <p:nvPr/>
          </p:nvSpPr>
          <p:spPr>
            <a:xfrm>
              <a:off x="286824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pg483"/>
            <p:cNvSpPr/>
            <p:nvPr/>
          </p:nvSpPr>
          <p:spPr>
            <a:xfrm>
              <a:off x="294967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pg484"/>
            <p:cNvSpPr/>
            <p:nvPr/>
          </p:nvSpPr>
          <p:spPr>
            <a:xfrm>
              <a:off x="303111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pg485"/>
            <p:cNvSpPr/>
            <p:nvPr/>
          </p:nvSpPr>
          <p:spPr>
            <a:xfrm>
              <a:off x="311255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pg486"/>
            <p:cNvSpPr/>
            <p:nvPr/>
          </p:nvSpPr>
          <p:spPr>
            <a:xfrm>
              <a:off x="3193990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pg487"/>
            <p:cNvSpPr/>
            <p:nvPr/>
          </p:nvSpPr>
          <p:spPr>
            <a:xfrm>
              <a:off x="3275427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pg488"/>
            <p:cNvSpPr/>
            <p:nvPr/>
          </p:nvSpPr>
          <p:spPr>
            <a:xfrm>
              <a:off x="335686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pg489"/>
            <p:cNvSpPr/>
            <p:nvPr/>
          </p:nvSpPr>
          <p:spPr>
            <a:xfrm>
              <a:off x="343830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pg490"/>
            <p:cNvSpPr/>
            <p:nvPr/>
          </p:nvSpPr>
          <p:spPr>
            <a:xfrm>
              <a:off x="351973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pg491"/>
            <p:cNvSpPr/>
            <p:nvPr/>
          </p:nvSpPr>
          <p:spPr>
            <a:xfrm>
              <a:off x="360117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pg492"/>
            <p:cNvSpPr/>
            <p:nvPr/>
          </p:nvSpPr>
          <p:spPr>
            <a:xfrm>
              <a:off x="368261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pg493"/>
            <p:cNvSpPr/>
            <p:nvPr/>
          </p:nvSpPr>
          <p:spPr>
            <a:xfrm>
              <a:off x="3764050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pg494"/>
            <p:cNvSpPr/>
            <p:nvPr/>
          </p:nvSpPr>
          <p:spPr>
            <a:xfrm>
              <a:off x="3845487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pg495"/>
            <p:cNvSpPr/>
            <p:nvPr/>
          </p:nvSpPr>
          <p:spPr>
            <a:xfrm>
              <a:off x="392692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pg496"/>
            <p:cNvSpPr/>
            <p:nvPr/>
          </p:nvSpPr>
          <p:spPr>
            <a:xfrm>
              <a:off x="400836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pg497"/>
            <p:cNvSpPr/>
            <p:nvPr/>
          </p:nvSpPr>
          <p:spPr>
            <a:xfrm>
              <a:off x="408979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pg498"/>
            <p:cNvSpPr/>
            <p:nvPr/>
          </p:nvSpPr>
          <p:spPr>
            <a:xfrm>
              <a:off x="417123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pg499"/>
            <p:cNvSpPr/>
            <p:nvPr/>
          </p:nvSpPr>
          <p:spPr>
            <a:xfrm>
              <a:off x="425267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pg500"/>
            <p:cNvSpPr/>
            <p:nvPr/>
          </p:nvSpPr>
          <p:spPr>
            <a:xfrm>
              <a:off x="278680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pg501"/>
            <p:cNvSpPr/>
            <p:nvPr/>
          </p:nvSpPr>
          <p:spPr>
            <a:xfrm>
              <a:off x="286824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pg502"/>
            <p:cNvSpPr/>
            <p:nvPr/>
          </p:nvSpPr>
          <p:spPr>
            <a:xfrm>
              <a:off x="294967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pg503"/>
            <p:cNvSpPr/>
            <p:nvPr/>
          </p:nvSpPr>
          <p:spPr>
            <a:xfrm>
              <a:off x="303111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pg504"/>
            <p:cNvSpPr/>
            <p:nvPr/>
          </p:nvSpPr>
          <p:spPr>
            <a:xfrm>
              <a:off x="3112553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pg505"/>
            <p:cNvSpPr/>
            <p:nvPr/>
          </p:nvSpPr>
          <p:spPr>
            <a:xfrm>
              <a:off x="3193990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pg506"/>
            <p:cNvSpPr/>
            <p:nvPr/>
          </p:nvSpPr>
          <p:spPr>
            <a:xfrm>
              <a:off x="3275427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pg507"/>
            <p:cNvSpPr/>
            <p:nvPr/>
          </p:nvSpPr>
          <p:spPr>
            <a:xfrm>
              <a:off x="335686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pg508"/>
            <p:cNvSpPr/>
            <p:nvPr/>
          </p:nvSpPr>
          <p:spPr>
            <a:xfrm>
              <a:off x="343830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pg509"/>
            <p:cNvSpPr/>
            <p:nvPr/>
          </p:nvSpPr>
          <p:spPr>
            <a:xfrm>
              <a:off x="351973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pg510"/>
            <p:cNvSpPr/>
            <p:nvPr/>
          </p:nvSpPr>
          <p:spPr>
            <a:xfrm>
              <a:off x="360117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pg511"/>
            <p:cNvSpPr/>
            <p:nvPr/>
          </p:nvSpPr>
          <p:spPr>
            <a:xfrm>
              <a:off x="3682613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pg512"/>
            <p:cNvSpPr/>
            <p:nvPr/>
          </p:nvSpPr>
          <p:spPr>
            <a:xfrm>
              <a:off x="3764050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pg513"/>
            <p:cNvSpPr/>
            <p:nvPr/>
          </p:nvSpPr>
          <p:spPr>
            <a:xfrm>
              <a:off x="3845487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pg514"/>
            <p:cNvSpPr/>
            <p:nvPr/>
          </p:nvSpPr>
          <p:spPr>
            <a:xfrm>
              <a:off x="392692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pg515"/>
            <p:cNvSpPr/>
            <p:nvPr/>
          </p:nvSpPr>
          <p:spPr>
            <a:xfrm>
              <a:off x="400836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pg516"/>
            <p:cNvSpPr/>
            <p:nvPr/>
          </p:nvSpPr>
          <p:spPr>
            <a:xfrm>
              <a:off x="408979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pg517"/>
            <p:cNvSpPr/>
            <p:nvPr/>
          </p:nvSpPr>
          <p:spPr>
            <a:xfrm>
              <a:off x="417123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pg518"/>
            <p:cNvSpPr/>
            <p:nvPr/>
          </p:nvSpPr>
          <p:spPr>
            <a:xfrm>
              <a:off x="278680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pg519"/>
            <p:cNvSpPr/>
            <p:nvPr/>
          </p:nvSpPr>
          <p:spPr>
            <a:xfrm>
              <a:off x="286824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pg520"/>
            <p:cNvSpPr/>
            <p:nvPr/>
          </p:nvSpPr>
          <p:spPr>
            <a:xfrm>
              <a:off x="294967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pg521"/>
            <p:cNvSpPr/>
            <p:nvPr/>
          </p:nvSpPr>
          <p:spPr>
            <a:xfrm>
              <a:off x="3031116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pg522"/>
            <p:cNvSpPr/>
            <p:nvPr/>
          </p:nvSpPr>
          <p:spPr>
            <a:xfrm>
              <a:off x="3112553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pg523"/>
            <p:cNvSpPr/>
            <p:nvPr/>
          </p:nvSpPr>
          <p:spPr>
            <a:xfrm>
              <a:off x="3193990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pg524"/>
            <p:cNvSpPr/>
            <p:nvPr/>
          </p:nvSpPr>
          <p:spPr>
            <a:xfrm>
              <a:off x="3275427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pg525"/>
            <p:cNvSpPr/>
            <p:nvPr/>
          </p:nvSpPr>
          <p:spPr>
            <a:xfrm>
              <a:off x="335686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pg526"/>
            <p:cNvSpPr/>
            <p:nvPr/>
          </p:nvSpPr>
          <p:spPr>
            <a:xfrm>
              <a:off x="343830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pg527"/>
            <p:cNvSpPr/>
            <p:nvPr/>
          </p:nvSpPr>
          <p:spPr>
            <a:xfrm>
              <a:off x="351973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pg528"/>
            <p:cNvSpPr/>
            <p:nvPr/>
          </p:nvSpPr>
          <p:spPr>
            <a:xfrm>
              <a:off x="3601176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pg529"/>
            <p:cNvSpPr/>
            <p:nvPr/>
          </p:nvSpPr>
          <p:spPr>
            <a:xfrm>
              <a:off x="3682613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pg530"/>
            <p:cNvSpPr/>
            <p:nvPr/>
          </p:nvSpPr>
          <p:spPr>
            <a:xfrm>
              <a:off x="3764050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pg531"/>
            <p:cNvSpPr/>
            <p:nvPr/>
          </p:nvSpPr>
          <p:spPr>
            <a:xfrm>
              <a:off x="3845487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pg532"/>
            <p:cNvSpPr/>
            <p:nvPr/>
          </p:nvSpPr>
          <p:spPr>
            <a:xfrm>
              <a:off x="392692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pg533"/>
            <p:cNvSpPr/>
            <p:nvPr/>
          </p:nvSpPr>
          <p:spPr>
            <a:xfrm>
              <a:off x="400836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pg534"/>
            <p:cNvSpPr/>
            <p:nvPr/>
          </p:nvSpPr>
          <p:spPr>
            <a:xfrm>
              <a:off x="408979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pg535"/>
            <p:cNvSpPr/>
            <p:nvPr/>
          </p:nvSpPr>
          <p:spPr>
            <a:xfrm>
              <a:off x="286824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pg536"/>
            <p:cNvSpPr/>
            <p:nvPr/>
          </p:nvSpPr>
          <p:spPr>
            <a:xfrm>
              <a:off x="2949678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pg537"/>
            <p:cNvSpPr/>
            <p:nvPr/>
          </p:nvSpPr>
          <p:spPr>
            <a:xfrm>
              <a:off x="3031116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pg538"/>
            <p:cNvSpPr/>
            <p:nvPr/>
          </p:nvSpPr>
          <p:spPr>
            <a:xfrm>
              <a:off x="3112553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pg539"/>
            <p:cNvSpPr/>
            <p:nvPr/>
          </p:nvSpPr>
          <p:spPr>
            <a:xfrm>
              <a:off x="3193990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pg540"/>
            <p:cNvSpPr/>
            <p:nvPr/>
          </p:nvSpPr>
          <p:spPr>
            <a:xfrm>
              <a:off x="3275427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pg541"/>
            <p:cNvSpPr/>
            <p:nvPr/>
          </p:nvSpPr>
          <p:spPr>
            <a:xfrm>
              <a:off x="3356864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pg542"/>
            <p:cNvSpPr/>
            <p:nvPr/>
          </p:nvSpPr>
          <p:spPr>
            <a:xfrm>
              <a:off x="343830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pg543"/>
            <p:cNvSpPr/>
            <p:nvPr/>
          </p:nvSpPr>
          <p:spPr>
            <a:xfrm>
              <a:off x="3519738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pg544"/>
            <p:cNvSpPr/>
            <p:nvPr/>
          </p:nvSpPr>
          <p:spPr>
            <a:xfrm>
              <a:off x="3601176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pg545"/>
            <p:cNvSpPr/>
            <p:nvPr/>
          </p:nvSpPr>
          <p:spPr>
            <a:xfrm>
              <a:off x="3682613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pg546"/>
            <p:cNvSpPr/>
            <p:nvPr/>
          </p:nvSpPr>
          <p:spPr>
            <a:xfrm>
              <a:off x="3764050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pg547"/>
            <p:cNvSpPr/>
            <p:nvPr/>
          </p:nvSpPr>
          <p:spPr>
            <a:xfrm>
              <a:off x="3845487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pg548"/>
            <p:cNvSpPr/>
            <p:nvPr/>
          </p:nvSpPr>
          <p:spPr>
            <a:xfrm>
              <a:off x="3926924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pg549"/>
            <p:cNvSpPr/>
            <p:nvPr/>
          </p:nvSpPr>
          <p:spPr>
            <a:xfrm>
              <a:off x="400836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pg550"/>
            <p:cNvSpPr/>
            <p:nvPr/>
          </p:nvSpPr>
          <p:spPr>
            <a:xfrm>
              <a:off x="3112553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pg551"/>
            <p:cNvSpPr/>
            <p:nvPr/>
          </p:nvSpPr>
          <p:spPr>
            <a:xfrm>
              <a:off x="3193990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pg552"/>
            <p:cNvSpPr/>
            <p:nvPr/>
          </p:nvSpPr>
          <p:spPr>
            <a:xfrm>
              <a:off x="3275427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pg553"/>
            <p:cNvSpPr/>
            <p:nvPr/>
          </p:nvSpPr>
          <p:spPr>
            <a:xfrm>
              <a:off x="3356864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pg554"/>
            <p:cNvSpPr/>
            <p:nvPr/>
          </p:nvSpPr>
          <p:spPr>
            <a:xfrm>
              <a:off x="3438301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pg555"/>
            <p:cNvSpPr/>
            <p:nvPr/>
          </p:nvSpPr>
          <p:spPr>
            <a:xfrm>
              <a:off x="3519738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pg556"/>
            <p:cNvSpPr/>
            <p:nvPr/>
          </p:nvSpPr>
          <p:spPr>
            <a:xfrm>
              <a:off x="3601176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pg557"/>
            <p:cNvSpPr/>
            <p:nvPr/>
          </p:nvSpPr>
          <p:spPr>
            <a:xfrm>
              <a:off x="3682613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pg558"/>
            <p:cNvSpPr/>
            <p:nvPr/>
          </p:nvSpPr>
          <p:spPr>
            <a:xfrm>
              <a:off x="3764050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pg559"/>
            <p:cNvSpPr/>
            <p:nvPr/>
          </p:nvSpPr>
          <p:spPr>
            <a:xfrm>
              <a:off x="3845487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pg560"/>
            <p:cNvSpPr/>
            <p:nvPr/>
          </p:nvSpPr>
          <p:spPr>
            <a:xfrm>
              <a:off x="3926924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pg561"/>
            <p:cNvSpPr/>
            <p:nvPr/>
          </p:nvSpPr>
          <p:spPr>
            <a:xfrm>
              <a:off x="4008361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pg562"/>
            <p:cNvSpPr/>
            <p:nvPr/>
          </p:nvSpPr>
          <p:spPr>
            <a:xfrm>
              <a:off x="3275427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pg563"/>
            <p:cNvSpPr/>
            <p:nvPr/>
          </p:nvSpPr>
          <p:spPr>
            <a:xfrm>
              <a:off x="3356864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pg564"/>
            <p:cNvSpPr/>
            <p:nvPr/>
          </p:nvSpPr>
          <p:spPr>
            <a:xfrm>
              <a:off x="3438301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pg565"/>
            <p:cNvSpPr/>
            <p:nvPr/>
          </p:nvSpPr>
          <p:spPr>
            <a:xfrm>
              <a:off x="3519738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pg566"/>
            <p:cNvSpPr/>
            <p:nvPr/>
          </p:nvSpPr>
          <p:spPr>
            <a:xfrm>
              <a:off x="3601176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pg567"/>
            <p:cNvSpPr/>
            <p:nvPr/>
          </p:nvSpPr>
          <p:spPr>
            <a:xfrm>
              <a:off x="3682613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pg568"/>
            <p:cNvSpPr/>
            <p:nvPr/>
          </p:nvSpPr>
          <p:spPr>
            <a:xfrm>
              <a:off x="3764050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pg569"/>
            <p:cNvSpPr/>
            <p:nvPr/>
          </p:nvSpPr>
          <p:spPr>
            <a:xfrm>
              <a:off x="3845487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pg570"/>
            <p:cNvSpPr/>
            <p:nvPr/>
          </p:nvSpPr>
          <p:spPr>
            <a:xfrm>
              <a:off x="3926924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pg571"/>
            <p:cNvSpPr/>
            <p:nvPr/>
          </p:nvSpPr>
          <p:spPr>
            <a:xfrm>
              <a:off x="4008361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pg572"/>
            <p:cNvSpPr/>
            <p:nvPr/>
          </p:nvSpPr>
          <p:spPr>
            <a:xfrm>
              <a:off x="3356864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pg573"/>
            <p:cNvSpPr/>
            <p:nvPr/>
          </p:nvSpPr>
          <p:spPr>
            <a:xfrm>
              <a:off x="3438301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pg574"/>
            <p:cNvSpPr/>
            <p:nvPr/>
          </p:nvSpPr>
          <p:spPr>
            <a:xfrm>
              <a:off x="3519738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pg575"/>
            <p:cNvSpPr/>
            <p:nvPr/>
          </p:nvSpPr>
          <p:spPr>
            <a:xfrm>
              <a:off x="3601176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pg576"/>
            <p:cNvSpPr/>
            <p:nvPr/>
          </p:nvSpPr>
          <p:spPr>
            <a:xfrm>
              <a:off x="3682613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pg577"/>
            <p:cNvSpPr/>
            <p:nvPr/>
          </p:nvSpPr>
          <p:spPr>
            <a:xfrm>
              <a:off x="3764050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pg578"/>
            <p:cNvSpPr/>
            <p:nvPr/>
          </p:nvSpPr>
          <p:spPr>
            <a:xfrm>
              <a:off x="3845487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pg579"/>
            <p:cNvSpPr/>
            <p:nvPr/>
          </p:nvSpPr>
          <p:spPr>
            <a:xfrm>
              <a:off x="3926924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pg580"/>
            <p:cNvSpPr/>
            <p:nvPr/>
          </p:nvSpPr>
          <p:spPr>
            <a:xfrm>
              <a:off x="4008361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pg581"/>
            <p:cNvSpPr/>
            <p:nvPr/>
          </p:nvSpPr>
          <p:spPr>
            <a:xfrm>
              <a:off x="3438301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pg582"/>
            <p:cNvSpPr/>
            <p:nvPr/>
          </p:nvSpPr>
          <p:spPr>
            <a:xfrm>
              <a:off x="3519738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pg583"/>
            <p:cNvSpPr/>
            <p:nvPr/>
          </p:nvSpPr>
          <p:spPr>
            <a:xfrm>
              <a:off x="3601176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pg584"/>
            <p:cNvSpPr/>
            <p:nvPr/>
          </p:nvSpPr>
          <p:spPr>
            <a:xfrm>
              <a:off x="3682613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pg585"/>
            <p:cNvSpPr/>
            <p:nvPr/>
          </p:nvSpPr>
          <p:spPr>
            <a:xfrm>
              <a:off x="3764050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pg586"/>
            <p:cNvSpPr/>
            <p:nvPr/>
          </p:nvSpPr>
          <p:spPr>
            <a:xfrm>
              <a:off x="3845487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pg587"/>
            <p:cNvSpPr/>
            <p:nvPr/>
          </p:nvSpPr>
          <p:spPr>
            <a:xfrm>
              <a:off x="3926924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pg588"/>
            <p:cNvSpPr/>
            <p:nvPr/>
          </p:nvSpPr>
          <p:spPr>
            <a:xfrm>
              <a:off x="4008361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pg589"/>
            <p:cNvSpPr/>
            <p:nvPr/>
          </p:nvSpPr>
          <p:spPr>
            <a:xfrm>
              <a:off x="4089798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pg590"/>
            <p:cNvSpPr/>
            <p:nvPr/>
          </p:nvSpPr>
          <p:spPr>
            <a:xfrm>
              <a:off x="3682613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pg591"/>
            <p:cNvSpPr/>
            <p:nvPr/>
          </p:nvSpPr>
          <p:spPr>
            <a:xfrm>
              <a:off x="3764050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pg592"/>
            <p:cNvSpPr/>
            <p:nvPr/>
          </p:nvSpPr>
          <p:spPr>
            <a:xfrm>
              <a:off x="3845487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pg593"/>
            <p:cNvSpPr/>
            <p:nvPr/>
          </p:nvSpPr>
          <p:spPr>
            <a:xfrm>
              <a:off x="3926924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pg594"/>
            <p:cNvSpPr/>
            <p:nvPr/>
          </p:nvSpPr>
          <p:spPr>
            <a:xfrm>
              <a:off x="4008361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pg595"/>
            <p:cNvSpPr/>
            <p:nvPr/>
          </p:nvSpPr>
          <p:spPr>
            <a:xfrm>
              <a:off x="4089798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pg596"/>
            <p:cNvSpPr/>
            <p:nvPr/>
          </p:nvSpPr>
          <p:spPr>
            <a:xfrm>
              <a:off x="3275427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pg597"/>
            <p:cNvSpPr/>
            <p:nvPr/>
          </p:nvSpPr>
          <p:spPr>
            <a:xfrm>
              <a:off x="3601176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pg598"/>
            <p:cNvSpPr/>
            <p:nvPr/>
          </p:nvSpPr>
          <p:spPr>
            <a:xfrm>
              <a:off x="3682613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pg599"/>
            <p:cNvSpPr/>
            <p:nvPr/>
          </p:nvSpPr>
          <p:spPr>
            <a:xfrm>
              <a:off x="3764050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pg600"/>
            <p:cNvSpPr/>
            <p:nvPr/>
          </p:nvSpPr>
          <p:spPr>
            <a:xfrm>
              <a:off x="3845487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pg601"/>
            <p:cNvSpPr/>
            <p:nvPr/>
          </p:nvSpPr>
          <p:spPr>
            <a:xfrm>
              <a:off x="3926924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pg602"/>
            <p:cNvSpPr/>
            <p:nvPr/>
          </p:nvSpPr>
          <p:spPr>
            <a:xfrm>
              <a:off x="4008361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pg603"/>
            <p:cNvSpPr/>
            <p:nvPr/>
          </p:nvSpPr>
          <p:spPr>
            <a:xfrm>
              <a:off x="4089798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pg604"/>
            <p:cNvSpPr/>
            <p:nvPr/>
          </p:nvSpPr>
          <p:spPr>
            <a:xfrm>
              <a:off x="3193990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pg605"/>
            <p:cNvSpPr/>
            <p:nvPr/>
          </p:nvSpPr>
          <p:spPr>
            <a:xfrm>
              <a:off x="3275427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pg606"/>
            <p:cNvSpPr/>
            <p:nvPr/>
          </p:nvSpPr>
          <p:spPr>
            <a:xfrm>
              <a:off x="3356864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pg607"/>
            <p:cNvSpPr/>
            <p:nvPr/>
          </p:nvSpPr>
          <p:spPr>
            <a:xfrm>
              <a:off x="3438301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pg608"/>
            <p:cNvSpPr/>
            <p:nvPr/>
          </p:nvSpPr>
          <p:spPr>
            <a:xfrm>
              <a:off x="3519738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pg609"/>
            <p:cNvSpPr/>
            <p:nvPr/>
          </p:nvSpPr>
          <p:spPr>
            <a:xfrm>
              <a:off x="3601176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pg610"/>
            <p:cNvSpPr/>
            <p:nvPr/>
          </p:nvSpPr>
          <p:spPr>
            <a:xfrm>
              <a:off x="3682613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pg611"/>
            <p:cNvSpPr/>
            <p:nvPr/>
          </p:nvSpPr>
          <p:spPr>
            <a:xfrm>
              <a:off x="3764050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pg612"/>
            <p:cNvSpPr/>
            <p:nvPr/>
          </p:nvSpPr>
          <p:spPr>
            <a:xfrm>
              <a:off x="3845487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pg613"/>
            <p:cNvSpPr/>
            <p:nvPr/>
          </p:nvSpPr>
          <p:spPr>
            <a:xfrm>
              <a:off x="3926924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pg614"/>
            <p:cNvSpPr/>
            <p:nvPr/>
          </p:nvSpPr>
          <p:spPr>
            <a:xfrm>
              <a:off x="4008361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pg615"/>
            <p:cNvSpPr/>
            <p:nvPr/>
          </p:nvSpPr>
          <p:spPr>
            <a:xfrm>
              <a:off x="4089798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pg616"/>
            <p:cNvSpPr/>
            <p:nvPr/>
          </p:nvSpPr>
          <p:spPr>
            <a:xfrm>
              <a:off x="3112553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pg617"/>
            <p:cNvSpPr/>
            <p:nvPr/>
          </p:nvSpPr>
          <p:spPr>
            <a:xfrm>
              <a:off x="3193990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pg618"/>
            <p:cNvSpPr/>
            <p:nvPr/>
          </p:nvSpPr>
          <p:spPr>
            <a:xfrm>
              <a:off x="3275427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pg619"/>
            <p:cNvSpPr/>
            <p:nvPr/>
          </p:nvSpPr>
          <p:spPr>
            <a:xfrm>
              <a:off x="3356864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pg620"/>
            <p:cNvSpPr/>
            <p:nvPr/>
          </p:nvSpPr>
          <p:spPr>
            <a:xfrm>
              <a:off x="3438301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pg621"/>
            <p:cNvSpPr/>
            <p:nvPr/>
          </p:nvSpPr>
          <p:spPr>
            <a:xfrm>
              <a:off x="3519738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pg622"/>
            <p:cNvSpPr/>
            <p:nvPr/>
          </p:nvSpPr>
          <p:spPr>
            <a:xfrm>
              <a:off x="3601176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pg623"/>
            <p:cNvSpPr/>
            <p:nvPr/>
          </p:nvSpPr>
          <p:spPr>
            <a:xfrm>
              <a:off x="3682613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pg624"/>
            <p:cNvSpPr/>
            <p:nvPr/>
          </p:nvSpPr>
          <p:spPr>
            <a:xfrm>
              <a:off x="3764050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pg625"/>
            <p:cNvSpPr/>
            <p:nvPr/>
          </p:nvSpPr>
          <p:spPr>
            <a:xfrm>
              <a:off x="3845487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pg626"/>
            <p:cNvSpPr/>
            <p:nvPr/>
          </p:nvSpPr>
          <p:spPr>
            <a:xfrm>
              <a:off x="3926924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pg627"/>
            <p:cNvSpPr/>
            <p:nvPr/>
          </p:nvSpPr>
          <p:spPr>
            <a:xfrm>
              <a:off x="4008361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pg628"/>
            <p:cNvSpPr/>
            <p:nvPr/>
          </p:nvSpPr>
          <p:spPr>
            <a:xfrm>
              <a:off x="4089798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pg629"/>
            <p:cNvSpPr/>
            <p:nvPr/>
          </p:nvSpPr>
          <p:spPr>
            <a:xfrm>
              <a:off x="4171236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pg630"/>
            <p:cNvSpPr/>
            <p:nvPr/>
          </p:nvSpPr>
          <p:spPr>
            <a:xfrm>
              <a:off x="311255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pg631"/>
            <p:cNvSpPr/>
            <p:nvPr/>
          </p:nvSpPr>
          <p:spPr>
            <a:xfrm>
              <a:off x="3193990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pg632"/>
            <p:cNvSpPr/>
            <p:nvPr/>
          </p:nvSpPr>
          <p:spPr>
            <a:xfrm>
              <a:off x="3275427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pg633"/>
            <p:cNvSpPr/>
            <p:nvPr/>
          </p:nvSpPr>
          <p:spPr>
            <a:xfrm>
              <a:off x="3356864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pg634"/>
            <p:cNvSpPr/>
            <p:nvPr/>
          </p:nvSpPr>
          <p:spPr>
            <a:xfrm>
              <a:off x="3438301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pg635"/>
            <p:cNvSpPr/>
            <p:nvPr/>
          </p:nvSpPr>
          <p:spPr>
            <a:xfrm>
              <a:off x="3519738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pg636"/>
            <p:cNvSpPr/>
            <p:nvPr/>
          </p:nvSpPr>
          <p:spPr>
            <a:xfrm>
              <a:off x="3601176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pg637"/>
            <p:cNvSpPr/>
            <p:nvPr/>
          </p:nvSpPr>
          <p:spPr>
            <a:xfrm>
              <a:off x="368261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pg638"/>
            <p:cNvSpPr/>
            <p:nvPr/>
          </p:nvSpPr>
          <p:spPr>
            <a:xfrm>
              <a:off x="3764050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pg639"/>
            <p:cNvSpPr/>
            <p:nvPr/>
          </p:nvSpPr>
          <p:spPr>
            <a:xfrm>
              <a:off x="3845487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pg640"/>
            <p:cNvSpPr/>
            <p:nvPr/>
          </p:nvSpPr>
          <p:spPr>
            <a:xfrm>
              <a:off x="3926924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pg641"/>
            <p:cNvSpPr/>
            <p:nvPr/>
          </p:nvSpPr>
          <p:spPr>
            <a:xfrm>
              <a:off x="4008361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pg642"/>
            <p:cNvSpPr/>
            <p:nvPr/>
          </p:nvSpPr>
          <p:spPr>
            <a:xfrm>
              <a:off x="4089798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pg643"/>
            <p:cNvSpPr/>
            <p:nvPr/>
          </p:nvSpPr>
          <p:spPr>
            <a:xfrm>
              <a:off x="4171236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pg644"/>
            <p:cNvSpPr/>
            <p:nvPr/>
          </p:nvSpPr>
          <p:spPr>
            <a:xfrm>
              <a:off x="425267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pg645"/>
            <p:cNvSpPr/>
            <p:nvPr/>
          </p:nvSpPr>
          <p:spPr>
            <a:xfrm>
              <a:off x="3112553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pg646"/>
            <p:cNvSpPr/>
            <p:nvPr/>
          </p:nvSpPr>
          <p:spPr>
            <a:xfrm>
              <a:off x="3193990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pg647"/>
            <p:cNvSpPr/>
            <p:nvPr/>
          </p:nvSpPr>
          <p:spPr>
            <a:xfrm>
              <a:off x="3275427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pg648"/>
            <p:cNvSpPr/>
            <p:nvPr/>
          </p:nvSpPr>
          <p:spPr>
            <a:xfrm>
              <a:off x="3356864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pg649"/>
            <p:cNvSpPr/>
            <p:nvPr/>
          </p:nvSpPr>
          <p:spPr>
            <a:xfrm>
              <a:off x="3438301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pg650"/>
            <p:cNvSpPr/>
            <p:nvPr/>
          </p:nvSpPr>
          <p:spPr>
            <a:xfrm>
              <a:off x="3519738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pg651"/>
            <p:cNvSpPr/>
            <p:nvPr/>
          </p:nvSpPr>
          <p:spPr>
            <a:xfrm>
              <a:off x="3601176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pg652"/>
            <p:cNvSpPr/>
            <p:nvPr/>
          </p:nvSpPr>
          <p:spPr>
            <a:xfrm>
              <a:off x="3682613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pg653"/>
            <p:cNvSpPr/>
            <p:nvPr/>
          </p:nvSpPr>
          <p:spPr>
            <a:xfrm>
              <a:off x="3764050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pg654"/>
            <p:cNvSpPr/>
            <p:nvPr/>
          </p:nvSpPr>
          <p:spPr>
            <a:xfrm>
              <a:off x="3845487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pg655"/>
            <p:cNvSpPr/>
            <p:nvPr/>
          </p:nvSpPr>
          <p:spPr>
            <a:xfrm>
              <a:off x="3926924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pg656"/>
            <p:cNvSpPr/>
            <p:nvPr/>
          </p:nvSpPr>
          <p:spPr>
            <a:xfrm>
              <a:off x="4008361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pg657"/>
            <p:cNvSpPr/>
            <p:nvPr/>
          </p:nvSpPr>
          <p:spPr>
            <a:xfrm>
              <a:off x="4089798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pg658"/>
            <p:cNvSpPr/>
            <p:nvPr/>
          </p:nvSpPr>
          <p:spPr>
            <a:xfrm>
              <a:off x="4171236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pg659"/>
            <p:cNvSpPr/>
            <p:nvPr/>
          </p:nvSpPr>
          <p:spPr>
            <a:xfrm>
              <a:off x="4252673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pg660"/>
            <p:cNvSpPr/>
            <p:nvPr/>
          </p:nvSpPr>
          <p:spPr>
            <a:xfrm>
              <a:off x="5284534" y="1853932"/>
              <a:ext cx="27605" cy="141906"/>
            </a:xfrm>
            <a:custGeom>
              <a:avLst/>
              <a:gdLst/>
              <a:ahLst/>
              <a:cxnLst/>
              <a:rect l="0" t="0" r="0" b="0"/>
              <a:pathLst>
                <a:path w="27605" h="141906">
                  <a:moveTo>
                    <a:pt x="25965" y="15142"/>
                  </a:moveTo>
                  <a:lnTo>
                    <a:pt x="3001" y="141906"/>
                  </a:lnTo>
                  <a:lnTo>
                    <a:pt x="0" y="103414"/>
                  </a:lnTo>
                  <a:lnTo>
                    <a:pt x="9634" y="0"/>
                  </a:lnTo>
                  <a:lnTo>
                    <a:pt x="2760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pg661"/>
            <p:cNvSpPr/>
            <p:nvPr/>
          </p:nvSpPr>
          <p:spPr>
            <a:xfrm>
              <a:off x="4217860" y="1853932"/>
              <a:ext cx="1042192" cy="937770"/>
            </a:xfrm>
            <a:custGeom>
              <a:avLst/>
              <a:gdLst/>
              <a:ahLst/>
              <a:cxnLst/>
              <a:rect l="0" t="0" r="0" b="0"/>
              <a:pathLst>
                <a:path w="1042192" h="937770">
                  <a:moveTo>
                    <a:pt x="1041757" y="966"/>
                  </a:moveTo>
                  <a:lnTo>
                    <a:pt x="998433" y="199714"/>
                  </a:lnTo>
                  <a:lnTo>
                    <a:pt x="938872" y="305648"/>
                  </a:lnTo>
                  <a:lnTo>
                    <a:pt x="884012" y="378917"/>
                  </a:lnTo>
                  <a:lnTo>
                    <a:pt x="827417" y="366805"/>
                  </a:lnTo>
                  <a:lnTo>
                    <a:pt x="840146" y="425026"/>
                  </a:lnTo>
                  <a:lnTo>
                    <a:pt x="824596" y="455352"/>
                  </a:lnTo>
                  <a:lnTo>
                    <a:pt x="811288" y="518619"/>
                  </a:lnTo>
                  <a:lnTo>
                    <a:pt x="777548" y="560552"/>
                  </a:lnTo>
                  <a:lnTo>
                    <a:pt x="745832" y="556515"/>
                  </a:lnTo>
                  <a:lnTo>
                    <a:pt x="700266" y="585419"/>
                  </a:lnTo>
                  <a:lnTo>
                    <a:pt x="682293" y="607532"/>
                  </a:lnTo>
                  <a:lnTo>
                    <a:pt x="680955" y="649879"/>
                  </a:lnTo>
                  <a:lnTo>
                    <a:pt x="650470" y="687132"/>
                  </a:lnTo>
                  <a:lnTo>
                    <a:pt x="540461" y="880650"/>
                  </a:lnTo>
                  <a:lnTo>
                    <a:pt x="444953" y="937770"/>
                  </a:lnTo>
                  <a:lnTo>
                    <a:pt x="422098" y="929465"/>
                  </a:lnTo>
                  <a:lnTo>
                    <a:pt x="447268" y="838120"/>
                  </a:lnTo>
                  <a:lnTo>
                    <a:pt x="464518" y="745766"/>
                  </a:lnTo>
                  <a:lnTo>
                    <a:pt x="406548" y="705576"/>
                  </a:lnTo>
                  <a:lnTo>
                    <a:pt x="351073" y="684334"/>
                  </a:lnTo>
                  <a:lnTo>
                    <a:pt x="287426" y="687132"/>
                  </a:lnTo>
                  <a:lnTo>
                    <a:pt x="217124" y="615332"/>
                  </a:lnTo>
                  <a:lnTo>
                    <a:pt x="126499" y="563121"/>
                  </a:lnTo>
                  <a:lnTo>
                    <a:pt x="0" y="421860"/>
                  </a:lnTo>
                  <a:lnTo>
                    <a:pt x="3688" y="382679"/>
                  </a:lnTo>
                  <a:lnTo>
                    <a:pt x="506" y="316935"/>
                  </a:lnTo>
                  <a:lnTo>
                    <a:pt x="38947" y="213064"/>
                  </a:lnTo>
                  <a:lnTo>
                    <a:pt x="75798" y="140438"/>
                  </a:lnTo>
                  <a:lnTo>
                    <a:pt x="126680" y="102817"/>
                  </a:lnTo>
                  <a:lnTo>
                    <a:pt x="274335" y="64508"/>
                  </a:lnTo>
                  <a:lnTo>
                    <a:pt x="311366" y="6884"/>
                  </a:lnTo>
                  <a:lnTo>
                    <a:pt x="314479" y="0"/>
                  </a:lnTo>
                  <a:lnTo>
                    <a:pt x="1042192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pg662"/>
            <p:cNvSpPr/>
            <p:nvPr/>
          </p:nvSpPr>
          <p:spPr>
            <a:xfrm>
              <a:off x="2490532" y="1853932"/>
              <a:ext cx="2088998" cy="3682871"/>
            </a:xfrm>
            <a:custGeom>
              <a:avLst/>
              <a:gdLst/>
              <a:ahLst/>
              <a:cxnLst/>
              <a:rect l="0" t="0" r="0" b="0"/>
              <a:pathLst>
                <a:path w="2088998" h="3682871">
                  <a:moveTo>
                    <a:pt x="1987487" y="41706"/>
                  </a:moveTo>
                  <a:lnTo>
                    <a:pt x="1877912" y="69968"/>
                  </a:lnTo>
                  <a:lnTo>
                    <a:pt x="1818858" y="101074"/>
                  </a:lnTo>
                  <a:lnTo>
                    <a:pt x="1771628" y="148650"/>
                  </a:lnTo>
                  <a:lnTo>
                    <a:pt x="1743674" y="208385"/>
                  </a:lnTo>
                  <a:lnTo>
                    <a:pt x="1680388" y="280369"/>
                  </a:lnTo>
                  <a:lnTo>
                    <a:pt x="1684836" y="328588"/>
                  </a:lnTo>
                  <a:lnTo>
                    <a:pt x="1695432" y="362859"/>
                  </a:lnTo>
                  <a:lnTo>
                    <a:pt x="1690550" y="434293"/>
                  </a:lnTo>
                  <a:lnTo>
                    <a:pt x="1730583" y="503937"/>
                  </a:lnTo>
                  <a:lnTo>
                    <a:pt x="1809961" y="618039"/>
                  </a:lnTo>
                  <a:lnTo>
                    <a:pt x="1825114" y="795269"/>
                  </a:lnTo>
                  <a:lnTo>
                    <a:pt x="1885687" y="913867"/>
                  </a:lnTo>
                  <a:lnTo>
                    <a:pt x="1978519" y="1052146"/>
                  </a:lnTo>
                  <a:lnTo>
                    <a:pt x="2049905" y="1091464"/>
                  </a:lnTo>
                  <a:lnTo>
                    <a:pt x="2053377" y="1142895"/>
                  </a:lnTo>
                  <a:lnTo>
                    <a:pt x="2020432" y="1227817"/>
                  </a:lnTo>
                  <a:lnTo>
                    <a:pt x="1977000" y="1266630"/>
                  </a:lnTo>
                  <a:lnTo>
                    <a:pt x="2033487" y="1258877"/>
                  </a:lnTo>
                  <a:lnTo>
                    <a:pt x="2061622" y="1278284"/>
                  </a:lnTo>
                  <a:lnTo>
                    <a:pt x="2088998" y="1349121"/>
                  </a:lnTo>
                  <a:lnTo>
                    <a:pt x="2086864" y="1421426"/>
                  </a:lnTo>
                  <a:lnTo>
                    <a:pt x="2077606" y="1462167"/>
                  </a:lnTo>
                  <a:lnTo>
                    <a:pt x="2060501" y="1478408"/>
                  </a:lnTo>
                  <a:lnTo>
                    <a:pt x="2061224" y="1436796"/>
                  </a:lnTo>
                  <a:lnTo>
                    <a:pt x="2049110" y="1422344"/>
                  </a:lnTo>
                  <a:lnTo>
                    <a:pt x="2029111" y="1440374"/>
                  </a:lnTo>
                  <a:lnTo>
                    <a:pt x="2016165" y="1460928"/>
                  </a:lnTo>
                  <a:lnTo>
                    <a:pt x="2010776" y="1541905"/>
                  </a:lnTo>
                  <a:lnTo>
                    <a:pt x="1997071" y="1582370"/>
                  </a:lnTo>
                  <a:lnTo>
                    <a:pt x="1948612" y="1594390"/>
                  </a:lnTo>
                  <a:lnTo>
                    <a:pt x="1899466" y="1700646"/>
                  </a:lnTo>
                  <a:lnTo>
                    <a:pt x="1853755" y="1760931"/>
                  </a:lnTo>
                  <a:lnTo>
                    <a:pt x="1673879" y="2168566"/>
                  </a:lnTo>
                  <a:lnTo>
                    <a:pt x="1680750" y="2236697"/>
                  </a:lnTo>
                  <a:lnTo>
                    <a:pt x="1647841" y="2258627"/>
                  </a:lnTo>
                  <a:lnTo>
                    <a:pt x="1598008" y="2276474"/>
                  </a:lnTo>
                  <a:lnTo>
                    <a:pt x="1547596" y="2317214"/>
                  </a:lnTo>
                  <a:lnTo>
                    <a:pt x="1514145" y="2362130"/>
                  </a:lnTo>
                  <a:lnTo>
                    <a:pt x="1483081" y="2482929"/>
                  </a:lnTo>
                  <a:lnTo>
                    <a:pt x="1423556" y="2618915"/>
                  </a:lnTo>
                  <a:lnTo>
                    <a:pt x="1386416" y="2562254"/>
                  </a:lnTo>
                  <a:lnTo>
                    <a:pt x="1376905" y="2513760"/>
                  </a:lnTo>
                  <a:lnTo>
                    <a:pt x="1393432" y="2387272"/>
                  </a:lnTo>
                  <a:lnTo>
                    <a:pt x="1457803" y="2179898"/>
                  </a:lnTo>
                  <a:lnTo>
                    <a:pt x="1528719" y="2050978"/>
                  </a:lnTo>
                  <a:lnTo>
                    <a:pt x="1582819" y="1989868"/>
                  </a:lnTo>
                  <a:lnTo>
                    <a:pt x="1627300" y="1865306"/>
                  </a:lnTo>
                  <a:lnTo>
                    <a:pt x="1571103" y="1846725"/>
                  </a:lnTo>
                  <a:lnTo>
                    <a:pt x="1485432" y="1848744"/>
                  </a:lnTo>
                  <a:lnTo>
                    <a:pt x="1501560" y="1791257"/>
                  </a:lnTo>
                  <a:lnTo>
                    <a:pt x="1526549" y="1740607"/>
                  </a:lnTo>
                  <a:lnTo>
                    <a:pt x="1481888" y="1690140"/>
                  </a:lnTo>
                  <a:lnTo>
                    <a:pt x="1455452" y="1683717"/>
                  </a:lnTo>
                  <a:lnTo>
                    <a:pt x="1428221" y="1663025"/>
                  </a:lnTo>
                  <a:lnTo>
                    <a:pt x="1460153" y="1621000"/>
                  </a:lnTo>
                  <a:lnTo>
                    <a:pt x="1475740" y="1576589"/>
                  </a:lnTo>
                  <a:lnTo>
                    <a:pt x="1466229" y="1522544"/>
                  </a:lnTo>
                  <a:lnTo>
                    <a:pt x="1479609" y="1481849"/>
                  </a:lnTo>
                  <a:lnTo>
                    <a:pt x="1457296" y="1487997"/>
                  </a:lnTo>
                  <a:lnTo>
                    <a:pt x="1421422" y="1531077"/>
                  </a:lnTo>
                  <a:lnTo>
                    <a:pt x="1399110" y="1548282"/>
                  </a:lnTo>
                  <a:lnTo>
                    <a:pt x="1385512" y="1510156"/>
                  </a:lnTo>
                  <a:lnTo>
                    <a:pt x="1369998" y="1518782"/>
                  </a:lnTo>
                  <a:lnTo>
                    <a:pt x="1359909" y="1544979"/>
                  </a:lnTo>
                  <a:lnTo>
                    <a:pt x="1337017" y="1559385"/>
                  </a:lnTo>
                  <a:lnTo>
                    <a:pt x="1288667" y="1523553"/>
                  </a:lnTo>
                  <a:lnTo>
                    <a:pt x="1218184" y="1482537"/>
                  </a:lnTo>
                  <a:lnTo>
                    <a:pt x="1178947" y="1411975"/>
                  </a:lnTo>
                  <a:lnTo>
                    <a:pt x="1156562" y="1357287"/>
                  </a:lnTo>
                  <a:lnTo>
                    <a:pt x="1179309" y="1258326"/>
                  </a:lnTo>
                  <a:lnTo>
                    <a:pt x="1228021" y="1240755"/>
                  </a:lnTo>
                  <a:lnTo>
                    <a:pt x="1291307" y="1256812"/>
                  </a:lnTo>
                  <a:lnTo>
                    <a:pt x="1374265" y="1256675"/>
                  </a:lnTo>
                  <a:lnTo>
                    <a:pt x="1362404" y="1234699"/>
                  </a:lnTo>
                  <a:lnTo>
                    <a:pt x="1332786" y="1238323"/>
                  </a:lnTo>
                  <a:lnTo>
                    <a:pt x="1245343" y="1158035"/>
                  </a:lnTo>
                  <a:lnTo>
                    <a:pt x="1217208" y="1109541"/>
                  </a:lnTo>
                  <a:lnTo>
                    <a:pt x="1168821" y="1096236"/>
                  </a:lnTo>
                  <a:lnTo>
                    <a:pt x="1146762" y="1142849"/>
                  </a:lnTo>
                  <a:lnTo>
                    <a:pt x="1122279" y="1155236"/>
                  </a:lnTo>
                  <a:lnTo>
                    <a:pt x="1152512" y="1053247"/>
                  </a:lnTo>
                  <a:lnTo>
                    <a:pt x="1192038" y="1049072"/>
                  </a:lnTo>
                  <a:lnTo>
                    <a:pt x="1250406" y="1020811"/>
                  </a:lnTo>
                  <a:lnTo>
                    <a:pt x="1233445" y="961764"/>
                  </a:lnTo>
                  <a:lnTo>
                    <a:pt x="1196595" y="935934"/>
                  </a:lnTo>
                  <a:lnTo>
                    <a:pt x="1130054" y="968325"/>
                  </a:lnTo>
                  <a:lnTo>
                    <a:pt x="1130850" y="926804"/>
                  </a:lnTo>
                  <a:lnTo>
                    <a:pt x="1143326" y="873631"/>
                  </a:lnTo>
                  <a:lnTo>
                    <a:pt x="1193485" y="873814"/>
                  </a:lnTo>
                  <a:lnTo>
                    <a:pt x="1237423" y="891156"/>
                  </a:lnTo>
                  <a:lnTo>
                    <a:pt x="1274816" y="805271"/>
                  </a:lnTo>
                  <a:lnTo>
                    <a:pt x="1276480" y="766916"/>
                  </a:lnTo>
                  <a:lnTo>
                    <a:pt x="1214351" y="822659"/>
                  </a:lnTo>
                  <a:lnTo>
                    <a:pt x="1200392" y="702410"/>
                  </a:lnTo>
                  <a:lnTo>
                    <a:pt x="1261544" y="586428"/>
                  </a:lnTo>
                  <a:lnTo>
                    <a:pt x="1319876" y="535869"/>
                  </a:lnTo>
                  <a:lnTo>
                    <a:pt x="1392745" y="537337"/>
                  </a:lnTo>
                  <a:lnTo>
                    <a:pt x="1466807" y="529171"/>
                  </a:lnTo>
                  <a:lnTo>
                    <a:pt x="1420338" y="507929"/>
                  </a:lnTo>
                  <a:lnTo>
                    <a:pt x="1372638" y="496413"/>
                  </a:lnTo>
                  <a:lnTo>
                    <a:pt x="1408476" y="450580"/>
                  </a:lnTo>
                  <a:lnTo>
                    <a:pt x="1439034" y="442368"/>
                  </a:lnTo>
                  <a:lnTo>
                    <a:pt x="1469050" y="402407"/>
                  </a:lnTo>
                  <a:lnTo>
                    <a:pt x="1396868" y="408326"/>
                  </a:lnTo>
                  <a:lnTo>
                    <a:pt x="1405366" y="332717"/>
                  </a:lnTo>
                  <a:lnTo>
                    <a:pt x="1370287" y="348086"/>
                  </a:lnTo>
                  <a:lnTo>
                    <a:pt x="1328302" y="355198"/>
                  </a:lnTo>
                  <a:lnTo>
                    <a:pt x="1311956" y="387267"/>
                  </a:lnTo>
                  <a:lnTo>
                    <a:pt x="1315175" y="440533"/>
                  </a:lnTo>
                  <a:lnTo>
                    <a:pt x="1302915" y="475492"/>
                  </a:lnTo>
                  <a:lnTo>
                    <a:pt x="1270260" y="503570"/>
                  </a:lnTo>
                  <a:lnTo>
                    <a:pt x="1215111" y="525455"/>
                  </a:lnTo>
                  <a:lnTo>
                    <a:pt x="1209758" y="487513"/>
                  </a:lnTo>
                  <a:lnTo>
                    <a:pt x="1191532" y="470308"/>
                  </a:lnTo>
                  <a:lnTo>
                    <a:pt x="1184733" y="551560"/>
                  </a:lnTo>
                  <a:lnTo>
                    <a:pt x="1170268" y="579179"/>
                  </a:lnTo>
                  <a:lnTo>
                    <a:pt x="1129946" y="502928"/>
                  </a:lnTo>
                  <a:lnTo>
                    <a:pt x="1117831" y="518298"/>
                  </a:lnTo>
                  <a:lnTo>
                    <a:pt x="1119386" y="539952"/>
                  </a:lnTo>
                  <a:lnTo>
                    <a:pt x="1109080" y="577390"/>
                  </a:lnTo>
                  <a:lnTo>
                    <a:pt x="1074507" y="596888"/>
                  </a:lnTo>
                  <a:lnTo>
                    <a:pt x="1076641" y="644878"/>
                  </a:lnTo>
                  <a:lnTo>
                    <a:pt x="1063225" y="671029"/>
                  </a:lnTo>
                  <a:lnTo>
                    <a:pt x="952492" y="629371"/>
                  </a:lnTo>
                  <a:lnTo>
                    <a:pt x="949889" y="643501"/>
                  </a:lnTo>
                  <a:lnTo>
                    <a:pt x="1012524" y="733333"/>
                  </a:lnTo>
                  <a:lnTo>
                    <a:pt x="1058270" y="764026"/>
                  </a:lnTo>
                  <a:lnTo>
                    <a:pt x="1063839" y="813024"/>
                  </a:lnTo>
                  <a:lnTo>
                    <a:pt x="1024566" y="853673"/>
                  </a:lnTo>
                  <a:lnTo>
                    <a:pt x="970393" y="818576"/>
                  </a:lnTo>
                  <a:lnTo>
                    <a:pt x="961280" y="821145"/>
                  </a:lnTo>
                  <a:lnTo>
                    <a:pt x="990717" y="881338"/>
                  </a:lnTo>
                  <a:lnTo>
                    <a:pt x="1009269" y="933916"/>
                  </a:lnTo>
                  <a:lnTo>
                    <a:pt x="990175" y="977960"/>
                  </a:lnTo>
                  <a:lnTo>
                    <a:pt x="993140" y="1032189"/>
                  </a:lnTo>
                  <a:lnTo>
                    <a:pt x="989017" y="1081371"/>
                  </a:lnTo>
                  <a:lnTo>
                    <a:pt x="977337" y="1124268"/>
                  </a:lnTo>
                  <a:lnTo>
                    <a:pt x="1003663" y="1322006"/>
                  </a:lnTo>
                  <a:lnTo>
                    <a:pt x="1035379" y="1375777"/>
                  </a:lnTo>
                  <a:lnTo>
                    <a:pt x="1066552" y="1427207"/>
                  </a:lnTo>
                  <a:lnTo>
                    <a:pt x="1083078" y="1475334"/>
                  </a:lnTo>
                  <a:lnTo>
                    <a:pt x="1049989" y="1482354"/>
                  </a:lnTo>
                  <a:lnTo>
                    <a:pt x="997299" y="1442760"/>
                  </a:lnTo>
                  <a:lnTo>
                    <a:pt x="951010" y="1412572"/>
                  </a:lnTo>
                  <a:lnTo>
                    <a:pt x="895861" y="1316042"/>
                  </a:lnTo>
                  <a:lnTo>
                    <a:pt x="886747" y="1277504"/>
                  </a:lnTo>
                  <a:lnTo>
                    <a:pt x="873295" y="1247040"/>
                  </a:lnTo>
                  <a:lnTo>
                    <a:pt x="879804" y="1317006"/>
                  </a:lnTo>
                  <a:lnTo>
                    <a:pt x="899477" y="1395138"/>
                  </a:lnTo>
                  <a:lnTo>
                    <a:pt x="1072193" y="1569983"/>
                  </a:lnTo>
                  <a:lnTo>
                    <a:pt x="1104089" y="1637058"/>
                  </a:lnTo>
                  <a:lnTo>
                    <a:pt x="1128391" y="1689773"/>
                  </a:lnTo>
                  <a:lnTo>
                    <a:pt x="1122279" y="1740286"/>
                  </a:lnTo>
                  <a:lnTo>
                    <a:pt x="1077256" y="1704546"/>
                  </a:lnTo>
                  <a:lnTo>
                    <a:pt x="1038416" y="1658988"/>
                  </a:lnTo>
                  <a:lnTo>
                    <a:pt x="935315" y="1607512"/>
                  </a:lnTo>
                  <a:lnTo>
                    <a:pt x="805308" y="1574983"/>
                  </a:lnTo>
                  <a:lnTo>
                    <a:pt x="732004" y="1455331"/>
                  </a:lnTo>
                  <a:lnTo>
                    <a:pt x="732258" y="1505247"/>
                  </a:lnTo>
                  <a:lnTo>
                    <a:pt x="715984" y="1547594"/>
                  </a:lnTo>
                  <a:lnTo>
                    <a:pt x="671178" y="1495980"/>
                  </a:lnTo>
                  <a:lnTo>
                    <a:pt x="642934" y="1451936"/>
                  </a:lnTo>
                  <a:lnTo>
                    <a:pt x="633459" y="1403671"/>
                  </a:lnTo>
                  <a:lnTo>
                    <a:pt x="577515" y="1406974"/>
                  </a:lnTo>
                  <a:lnTo>
                    <a:pt x="518858" y="1448908"/>
                  </a:lnTo>
                  <a:lnTo>
                    <a:pt x="462117" y="1438952"/>
                  </a:lnTo>
                  <a:lnTo>
                    <a:pt x="455391" y="1357104"/>
                  </a:lnTo>
                  <a:lnTo>
                    <a:pt x="470724" y="1313748"/>
                  </a:lnTo>
                  <a:lnTo>
                    <a:pt x="534408" y="1211209"/>
                  </a:lnTo>
                  <a:lnTo>
                    <a:pt x="594403" y="1158861"/>
                  </a:lnTo>
                  <a:lnTo>
                    <a:pt x="620875" y="1091281"/>
                  </a:lnTo>
                  <a:lnTo>
                    <a:pt x="611834" y="986493"/>
                  </a:lnTo>
                  <a:lnTo>
                    <a:pt x="600551" y="1093116"/>
                  </a:lnTo>
                  <a:lnTo>
                    <a:pt x="566268" y="1145969"/>
                  </a:lnTo>
                  <a:lnTo>
                    <a:pt x="512384" y="1186342"/>
                  </a:lnTo>
                  <a:lnTo>
                    <a:pt x="441468" y="1258280"/>
                  </a:lnTo>
                  <a:lnTo>
                    <a:pt x="424146" y="1324805"/>
                  </a:lnTo>
                  <a:lnTo>
                    <a:pt x="402014" y="1449367"/>
                  </a:lnTo>
                  <a:lnTo>
                    <a:pt x="431957" y="1491529"/>
                  </a:lnTo>
                  <a:lnTo>
                    <a:pt x="462551" y="1502540"/>
                  </a:lnTo>
                  <a:lnTo>
                    <a:pt x="552924" y="1474279"/>
                  </a:lnTo>
                  <a:lnTo>
                    <a:pt x="599683" y="1486896"/>
                  </a:lnTo>
                  <a:lnTo>
                    <a:pt x="703689" y="1636874"/>
                  </a:lnTo>
                  <a:lnTo>
                    <a:pt x="897343" y="1696196"/>
                  </a:lnTo>
                  <a:lnTo>
                    <a:pt x="967970" y="1733266"/>
                  </a:lnTo>
                  <a:lnTo>
                    <a:pt x="1025542" y="1811536"/>
                  </a:lnTo>
                  <a:lnTo>
                    <a:pt x="1112081" y="1856589"/>
                  </a:lnTo>
                  <a:lnTo>
                    <a:pt x="1179237" y="1922058"/>
                  </a:lnTo>
                  <a:lnTo>
                    <a:pt x="1181045" y="1964772"/>
                  </a:lnTo>
                  <a:lnTo>
                    <a:pt x="1157792" y="2015285"/>
                  </a:lnTo>
                  <a:lnTo>
                    <a:pt x="1148606" y="2083644"/>
                  </a:lnTo>
                  <a:lnTo>
                    <a:pt x="1120073" y="2126771"/>
                  </a:lnTo>
                  <a:lnTo>
                    <a:pt x="1051580" y="2131726"/>
                  </a:lnTo>
                  <a:lnTo>
                    <a:pt x="1010209" y="2120623"/>
                  </a:lnTo>
                  <a:lnTo>
                    <a:pt x="787804" y="1880308"/>
                  </a:lnTo>
                  <a:lnTo>
                    <a:pt x="761261" y="1858195"/>
                  </a:lnTo>
                  <a:lnTo>
                    <a:pt x="678772" y="1732349"/>
                  </a:lnTo>
                  <a:lnTo>
                    <a:pt x="581999" y="1664952"/>
                  </a:lnTo>
                  <a:lnTo>
                    <a:pt x="552056" y="1666374"/>
                  </a:lnTo>
                  <a:lnTo>
                    <a:pt x="689802" y="1791028"/>
                  </a:lnTo>
                  <a:lnTo>
                    <a:pt x="746036" y="1878198"/>
                  </a:lnTo>
                  <a:lnTo>
                    <a:pt x="845087" y="2000420"/>
                  </a:lnTo>
                  <a:lnTo>
                    <a:pt x="915895" y="2052171"/>
                  </a:lnTo>
                  <a:lnTo>
                    <a:pt x="968006" y="2132918"/>
                  </a:lnTo>
                  <a:lnTo>
                    <a:pt x="1016429" y="2170769"/>
                  </a:lnTo>
                  <a:lnTo>
                    <a:pt x="1148642" y="2224676"/>
                  </a:lnTo>
                  <a:lnTo>
                    <a:pt x="1102679" y="2263398"/>
                  </a:lnTo>
                  <a:lnTo>
                    <a:pt x="1176054" y="2296385"/>
                  </a:lnTo>
                  <a:lnTo>
                    <a:pt x="1186542" y="2357037"/>
                  </a:lnTo>
                  <a:lnTo>
                    <a:pt x="1179815" y="2426177"/>
                  </a:lnTo>
                  <a:lnTo>
                    <a:pt x="1077979" y="2398833"/>
                  </a:lnTo>
                  <a:lnTo>
                    <a:pt x="1074652" y="2449759"/>
                  </a:lnTo>
                  <a:lnTo>
                    <a:pt x="1083765" y="2479810"/>
                  </a:lnTo>
                  <a:lnTo>
                    <a:pt x="1038778" y="2504630"/>
                  </a:lnTo>
                  <a:lnTo>
                    <a:pt x="976216" y="2470955"/>
                  </a:lnTo>
                  <a:lnTo>
                    <a:pt x="813770" y="2286751"/>
                  </a:lnTo>
                  <a:lnTo>
                    <a:pt x="815144" y="2311388"/>
                  </a:lnTo>
                  <a:lnTo>
                    <a:pt x="828307" y="2339970"/>
                  </a:lnTo>
                  <a:lnTo>
                    <a:pt x="922513" y="2458568"/>
                  </a:lnTo>
                  <a:lnTo>
                    <a:pt x="1006593" y="2529680"/>
                  </a:lnTo>
                  <a:lnTo>
                    <a:pt x="1077871" y="2561796"/>
                  </a:lnTo>
                  <a:lnTo>
                    <a:pt x="1132803" y="2621392"/>
                  </a:lnTo>
                  <a:lnTo>
                    <a:pt x="1152186" y="2657453"/>
                  </a:lnTo>
                  <a:lnTo>
                    <a:pt x="1165133" y="2712141"/>
                  </a:lnTo>
                  <a:lnTo>
                    <a:pt x="1124413" y="2749303"/>
                  </a:lnTo>
                  <a:lnTo>
                    <a:pt x="1078051" y="2769811"/>
                  </a:lnTo>
                  <a:lnTo>
                    <a:pt x="1032775" y="2732741"/>
                  </a:lnTo>
                  <a:lnTo>
                    <a:pt x="999577" y="2693698"/>
                  </a:lnTo>
                  <a:lnTo>
                    <a:pt x="928878" y="2627403"/>
                  </a:lnTo>
                  <a:lnTo>
                    <a:pt x="907686" y="2553308"/>
                  </a:lnTo>
                  <a:lnTo>
                    <a:pt x="853911" y="2557116"/>
                  </a:lnTo>
                  <a:lnTo>
                    <a:pt x="629156" y="2463156"/>
                  </a:lnTo>
                  <a:lnTo>
                    <a:pt x="448520" y="2452328"/>
                  </a:lnTo>
                  <a:lnTo>
                    <a:pt x="466168" y="2471230"/>
                  </a:lnTo>
                  <a:lnTo>
                    <a:pt x="489023" y="2483801"/>
                  </a:lnTo>
                  <a:lnTo>
                    <a:pt x="632881" y="2506970"/>
                  </a:lnTo>
                  <a:lnTo>
                    <a:pt x="689730" y="2550234"/>
                  </a:lnTo>
                  <a:lnTo>
                    <a:pt x="808056" y="2588635"/>
                  </a:lnTo>
                  <a:lnTo>
                    <a:pt x="877345" y="2599141"/>
                  </a:lnTo>
                  <a:lnTo>
                    <a:pt x="905444" y="2717096"/>
                  </a:lnTo>
                  <a:lnTo>
                    <a:pt x="1001204" y="2798256"/>
                  </a:lnTo>
                  <a:lnTo>
                    <a:pt x="1013645" y="2858403"/>
                  </a:lnTo>
                  <a:lnTo>
                    <a:pt x="1079028" y="2865148"/>
                  </a:lnTo>
                  <a:lnTo>
                    <a:pt x="1194063" y="2806147"/>
                  </a:lnTo>
                  <a:lnTo>
                    <a:pt x="1268307" y="2826839"/>
                  </a:lnTo>
                  <a:lnTo>
                    <a:pt x="1375386" y="2843722"/>
                  </a:lnTo>
                  <a:lnTo>
                    <a:pt x="1399869" y="2891345"/>
                  </a:lnTo>
                  <a:lnTo>
                    <a:pt x="1418240" y="2981956"/>
                  </a:lnTo>
                  <a:lnTo>
                    <a:pt x="1456103" y="3083899"/>
                  </a:lnTo>
                  <a:lnTo>
                    <a:pt x="1554287" y="3485845"/>
                  </a:lnTo>
                  <a:lnTo>
                    <a:pt x="1642687" y="3682871"/>
                  </a:lnTo>
                  <a:lnTo>
                    <a:pt x="1615976" y="3682871"/>
                  </a:lnTo>
                  <a:lnTo>
                    <a:pt x="1576238" y="3603800"/>
                  </a:lnTo>
                  <a:lnTo>
                    <a:pt x="1515845" y="3446573"/>
                  </a:lnTo>
                  <a:lnTo>
                    <a:pt x="1453789" y="3168959"/>
                  </a:lnTo>
                  <a:lnTo>
                    <a:pt x="1435779" y="3106793"/>
                  </a:lnTo>
                  <a:lnTo>
                    <a:pt x="1414588" y="3081972"/>
                  </a:lnTo>
                  <a:lnTo>
                    <a:pt x="1400629" y="3102159"/>
                  </a:lnTo>
                  <a:lnTo>
                    <a:pt x="1394625" y="3137532"/>
                  </a:lnTo>
                  <a:lnTo>
                    <a:pt x="1404751" y="3164692"/>
                  </a:lnTo>
                  <a:lnTo>
                    <a:pt x="1380305" y="3256083"/>
                  </a:lnTo>
                  <a:lnTo>
                    <a:pt x="1390901" y="3298016"/>
                  </a:lnTo>
                  <a:lnTo>
                    <a:pt x="1430608" y="3341372"/>
                  </a:lnTo>
                  <a:lnTo>
                    <a:pt x="1473751" y="3449555"/>
                  </a:lnTo>
                  <a:lnTo>
                    <a:pt x="1508214" y="3595221"/>
                  </a:lnTo>
                  <a:lnTo>
                    <a:pt x="1461600" y="3536174"/>
                  </a:lnTo>
                  <a:lnTo>
                    <a:pt x="1411839" y="3504885"/>
                  </a:lnTo>
                  <a:lnTo>
                    <a:pt x="1334413" y="3480890"/>
                  </a:lnTo>
                  <a:lnTo>
                    <a:pt x="1265450" y="3438819"/>
                  </a:lnTo>
                  <a:lnTo>
                    <a:pt x="1270477" y="3499150"/>
                  </a:lnTo>
                  <a:lnTo>
                    <a:pt x="1263859" y="3564298"/>
                  </a:lnTo>
                  <a:lnTo>
                    <a:pt x="1210699" y="3544433"/>
                  </a:lnTo>
                  <a:lnTo>
                    <a:pt x="1174535" y="3522824"/>
                  </a:lnTo>
                  <a:lnTo>
                    <a:pt x="1206540" y="3592239"/>
                  </a:lnTo>
                  <a:lnTo>
                    <a:pt x="1137070" y="3571410"/>
                  </a:lnTo>
                  <a:lnTo>
                    <a:pt x="1090781" y="3575768"/>
                  </a:lnTo>
                  <a:lnTo>
                    <a:pt x="1060693" y="3637384"/>
                  </a:lnTo>
                  <a:lnTo>
                    <a:pt x="1020335" y="3674775"/>
                  </a:lnTo>
                  <a:lnTo>
                    <a:pt x="980297" y="3682871"/>
                  </a:lnTo>
                  <a:lnTo>
                    <a:pt x="954427" y="3682871"/>
                  </a:lnTo>
                  <a:lnTo>
                    <a:pt x="872137" y="3630502"/>
                  </a:lnTo>
                  <a:lnTo>
                    <a:pt x="843460" y="3562096"/>
                  </a:lnTo>
                  <a:lnTo>
                    <a:pt x="831598" y="3485937"/>
                  </a:lnTo>
                  <a:lnTo>
                    <a:pt x="826861" y="3575997"/>
                  </a:lnTo>
                  <a:lnTo>
                    <a:pt x="842628" y="3669774"/>
                  </a:lnTo>
                  <a:lnTo>
                    <a:pt x="841612" y="3682871"/>
                  </a:lnTo>
                  <a:lnTo>
                    <a:pt x="0" y="3682871"/>
                  </a:lnTo>
                  <a:lnTo>
                    <a:pt x="0" y="0"/>
                  </a:lnTo>
                  <a:lnTo>
                    <a:pt x="2024089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pg663"/>
            <p:cNvSpPr/>
            <p:nvPr/>
          </p:nvSpPr>
          <p:spPr>
            <a:xfrm>
              <a:off x="5159228" y="2035019"/>
              <a:ext cx="108453" cy="203932"/>
            </a:xfrm>
            <a:custGeom>
              <a:avLst/>
              <a:gdLst/>
              <a:ahLst/>
              <a:cxnLst/>
              <a:rect l="0" t="0" r="0" b="0"/>
              <a:pathLst>
                <a:path w="108453" h="203932">
                  <a:moveTo>
                    <a:pt x="1988" y="203932"/>
                  </a:moveTo>
                  <a:lnTo>
                    <a:pt x="0" y="176588"/>
                  </a:lnTo>
                  <a:lnTo>
                    <a:pt x="108453" y="0"/>
                  </a:lnTo>
                  <a:lnTo>
                    <a:pt x="88853" y="617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pg664"/>
            <p:cNvSpPr/>
            <p:nvPr/>
          </p:nvSpPr>
          <p:spPr>
            <a:xfrm>
              <a:off x="4325772" y="3395883"/>
              <a:ext cx="207830" cy="400294"/>
            </a:xfrm>
            <a:custGeom>
              <a:avLst/>
              <a:gdLst/>
              <a:ahLst/>
              <a:cxnLst/>
              <a:rect l="0" t="0" r="0" b="0"/>
              <a:pathLst>
                <a:path w="207830" h="400294">
                  <a:moveTo>
                    <a:pt x="0" y="400294"/>
                  </a:moveTo>
                  <a:lnTo>
                    <a:pt x="112974" y="212144"/>
                  </a:lnTo>
                  <a:lnTo>
                    <a:pt x="178574" y="54504"/>
                  </a:lnTo>
                  <a:lnTo>
                    <a:pt x="207830" y="0"/>
                  </a:lnTo>
                  <a:lnTo>
                    <a:pt x="179442" y="110476"/>
                  </a:lnTo>
                  <a:lnTo>
                    <a:pt x="129826" y="212052"/>
                  </a:lnTo>
                  <a:lnTo>
                    <a:pt x="33668" y="38506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pt665"/>
            <p:cNvSpPr/>
            <p:nvPr/>
          </p:nvSpPr>
          <p:spPr>
            <a:xfrm>
              <a:off x="4042131" y="3963949"/>
              <a:ext cx="144506" cy="144506"/>
            </a:xfrm>
            <a:prstGeom prst="ellipse">
              <a:avLst/>
            </a:prstGeom>
            <a:solidFill>
              <a:srgbClr val="59C3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pt666"/>
            <p:cNvSpPr/>
            <p:nvPr/>
          </p:nvSpPr>
          <p:spPr>
            <a:xfrm>
              <a:off x="4598279" y="2594972"/>
              <a:ext cx="144506" cy="144506"/>
            </a:xfrm>
            <a:prstGeom prst="ellipse">
              <a:avLst/>
            </a:prstGeom>
            <a:solidFill>
              <a:srgbClr val="75D4B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pt667"/>
            <p:cNvSpPr/>
            <p:nvPr/>
          </p:nvSpPr>
          <p:spPr>
            <a:xfrm>
              <a:off x="3322535" y="4403436"/>
              <a:ext cx="144506" cy="144506"/>
            </a:xfrm>
            <a:prstGeom prst="ellipse">
              <a:avLst/>
            </a:prstGeom>
            <a:solidFill>
              <a:srgbClr val="60CE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pt668"/>
            <p:cNvSpPr/>
            <p:nvPr/>
          </p:nvSpPr>
          <p:spPr>
            <a:xfrm>
              <a:off x="4150995" y="2255653"/>
              <a:ext cx="144506" cy="144506"/>
            </a:xfrm>
            <a:prstGeom prst="ellipse">
              <a:avLst/>
            </a:prstGeom>
            <a:solidFill>
              <a:srgbClr val="388C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pt669"/>
            <p:cNvSpPr/>
            <p:nvPr/>
          </p:nvSpPr>
          <p:spPr>
            <a:xfrm>
              <a:off x="3069870" y="3287113"/>
              <a:ext cx="144506" cy="144506"/>
            </a:xfrm>
            <a:prstGeom prst="ellipse">
              <a:avLst/>
            </a:prstGeom>
            <a:solidFill>
              <a:srgbClr val="3593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pt670"/>
            <p:cNvSpPr/>
            <p:nvPr/>
          </p:nvSpPr>
          <p:spPr>
            <a:xfrm>
              <a:off x="3424036" y="3595130"/>
              <a:ext cx="198708" cy="198708"/>
            </a:xfrm>
            <a:prstGeom prst="ellipse">
              <a:avLst/>
            </a:prstGeom>
            <a:solidFill>
              <a:srgbClr val="3496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pt671"/>
            <p:cNvSpPr/>
            <p:nvPr/>
          </p:nvSpPr>
          <p:spPr>
            <a:xfrm>
              <a:off x="3396284" y="4283878"/>
              <a:ext cx="198708" cy="198708"/>
            </a:xfrm>
            <a:prstGeom prst="ellipse">
              <a:avLst/>
            </a:prstGeom>
            <a:solidFill>
              <a:srgbClr val="B6E8D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pt672"/>
            <p:cNvSpPr/>
            <p:nvPr/>
          </p:nvSpPr>
          <p:spPr>
            <a:xfrm>
              <a:off x="3295434" y="4376335"/>
              <a:ext cx="198708" cy="198708"/>
            </a:xfrm>
            <a:prstGeom prst="ellipse">
              <a:avLst/>
            </a:prstGeom>
            <a:solidFill>
              <a:srgbClr val="60CE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pg673"/>
            <p:cNvSpPr/>
            <p:nvPr/>
          </p:nvSpPr>
          <p:spPr>
            <a:xfrm>
              <a:off x="3287769" y="4134760"/>
              <a:ext cx="267615" cy="231762"/>
            </a:xfrm>
            <a:custGeom>
              <a:avLst/>
              <a:gdLst/>
              <a:ahLst/>
              <a:cxnLst/>
              <a:rect l="0" t="0" r="0" b="0"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pl674"/>
            <p:cNvSpPr/>
            <p:nvPr/>
          </p:nvSpPr>
          <p:spPr>
            <a:xfrm>
              <a:off x="3536967" y="3324745"/>
              <a:ext cx="1087492" cy="365180"/>
            </a:xfrm>
            <a:custGeom>
              <a:avLst/>
              <a:gdLst/>
              <a:ahLst/>
              <a:cxnLst/>
              <a:rect l="0" t="0" r="0" b="0"/>
              <a:pathLst>
                <a:path w="1087492" h="365180">
                  <a:moveTo>
                    <a:pt x="1087492" y="0"/>
                  </a:moveTo>
                  <a:lnTo>
                    <a:pt x="0" y="36518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pl675"/>
            <p:cNvSpPr/>
            <p:nvPr/>
          </p:nvSpPr>
          <p:spPr>
            <a:xfrm>
              <a:off x="3508712" y="3824616"/>
              <a:ext cx="1247173" cy="552821"/>
            </a:xfrm>
            <a:custGeom>
              <a:avLst/>
              <a:gdLst/>
              <a:ahLst/>
              <a:cxnLst/>
              <a:rect l="0" t="0" r="0" b="0"/>
              <a:pathLst>
                <a:path w="1247173" h="552821">
                  <a:moveTo>
                    <a:pt x="1247173" y="0"/>
                  </a:moveTo>
                  <a:lnTo>
                    <a:pt x="0" y="55282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pl676"/>
            <p:cNvSpPr/>
            <p:nvPr/>
          </p:nvSpPr>
          <p:spPr>
            <a:xfrm>
              <a:off x="3408812" y="4236532"/>
              <a:ext cx="1102022" cy="236151"/>
            </a:xfrm>
            <a:custGeom>
              <a:avLst/>
              <a:gdLst/>
              <a:ahLst/>
              <a:cxnLst/>
              <a:rect l="0" t="0" r="0" b="0"/>
              <a:pathLst>
                <a:path w="1102022" h="236151">
                  <a:moveTo>
                    <a:pt x="1102022" y="0"/>
                  </a:moveTo>
                  <a:lnTo>
                    <a:pt x="0" y="23615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pg677"/>
            <p:cNvSpPr/>
            <p:nvPr/>
          </p:nvSpPr>
          <p:spPr>
            <a:xfrm>
              <a:off x="4624459" y="3156338"/>
              <a:ext cx="1500987" cy="324612"/>
            </a:xfrm>
            <a:custGeom>
              <a:avLst/>
              <a:gdLst/>
              <a:ahLst/>
              <a:cxnLst/>
              <a:rect l="0" t="0" r="0" b="0"/>
              <a:pathLst>
                <a:path w="1500987" h="324612">
                  <a:moveTo>
                    <a:pt x="27432" y="324612"/>
                  </a:moveTo>
                  <a:lnTo>
                    <a:pt x="1473555" y="324612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tx678"/>
            <p:cNvSpPr/>
            <p:nvPr/>
          </p:nvSpPr>
          <p:spPr>
            <a:xfrm>
              <a:off x="4670179" y="3202058"/>
              <a:ext cx="1409547" cy="23317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679" name="pg679"/>
            <p:cNvSpPr/>
            <p:nvPr/>
          </p:nvSpPr>
          <p:spPr>
            <a:xfrm>
              <a:off x="4755886" y="3655193"/>
              <a:ext cx="1554937" cy="324612"/>
            </a:xfrm>
            <a:custGeom>
              <a:avLst/>
              <a:gdLst/>
              <a:ahLst/>
              <a:cxnLst/>
              <a:rect l="0" t="0" r="0" b="0"/>
              <a:pathLst>
                <a:path w="1554937" h="324612">
                  <a:moveTo>
                    <a:pt x="27431" y="324612"/>
                  </a:moveTo>
                  <a:lnTo>
                    <a:pt x="1527505" y="324612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79"/>
                  </a:lnTo>
                  <a:lnTo>
                    <a:pt x="1554937" y="27431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tx680"/>
            <p:cNvSpPr/>
            <p:nvPr/>
          </p:nvSpPr>
          <p:spPr>
            <a:xfrm>
              <a:off x="4801606" y="3700913"/>
              <a:ext cx="1463497" cy="23317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681" name="pg681"/>
            <p:cNvSpPr/>
            <p:nvPr/>
          </p:nvSpPr>
          <p:spPr>
            <a:xfrm>
              <a:off x="4510834" y="4070776"/>
              <a:ext cx="1193383" cy="324611"/>
            </a:xfrm>
            <a:custGeom>
              <a:avLst/>
              <a:gdLst/>
              <a:ahLst/>
              <a:cxnLst/>
              <a:rect l="0" t="0" r="0" b="0"/>
              <a:pathLst>
                <a:path w="1193383" h="324611">
                  <a:moveTo>
                    <a:pt x="27432" y="324611"/>
                  </a:moveTo>
                  <a:lnTo>
                    <a:pt x="1165951" y="324611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79"/>
                  </a:lnTo>
                  <a:lnTo>
                    <a:pt x="1193383" y="27431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tx682"/>
            <p:cNvSpPr/>
            <p:nvPr/>
          </p:nvSpPr>
          <p:spPr>
            <a:xfrm>
              <a:off x="4556554" y="4116496"/>
              <a:ext cx="1101943" cy="23317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683" name="rc683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tx684"/>
            <p:cNvSpPr/>
            <p:nvPr/>
          </p:nvSpPr>
          <p:spPr>
            <a:xfrm>
              <a:off x="1989553" y="551407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36</a:t>
              </a:r>
            </a:p>
          </p:txBody>
        </p:sp>
        <p:sp>
          <p:nvSpPr>
            <p:cNvPr id="685" name="tx685"/>
            <p:cNvSpPr/>
            <p:nvPr/>
          </p:nvSpPr>
          <p:spPr>
            <a:xfrm>
              <a:off x="2113912" y="54956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6" name="tx686"/>
            <p:cNvSpPr/>
            <p:nvPr/>
          </p:nvSpPr>
          <p:spPr>
            <a:xfrm>
              <a:off x="2158626" y="551407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87" name="tx687"/>
            <p:cNvSpPr/>
            <p:nvPr/>
          </p:nvSpPr>
          <p:spPr>
            <a:xfrm>
              <a:off x="1989553" y="4574475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37</a:t>
              </a:r>
            </a:p>
          </p:txBody>
        </p:sp>
        <p:sp>
          <p:nvSpPr>
            <p:cNvPr id="688" name="tx688"/>
            <p:cNvSpPr/>
            <p:nvPr/>
          </p:nvSpPr>
          <p:spPr>
            <a:xfrm>
              <a:off x="2113912" y="4556096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9" name="tx689"/>
            <p:cNvSpPr/>
            <p:nvPr/>
          </p:nvSpPr>
          <p:spPr>
            <a:xfrm>
              <a:off x="2158626" y="4574475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0" name="tx690"/>
            <p:cNvSpPr/>
            <p:nvPr/>
          </p:nvSpPr>
          <p:spPr>
            <a:xfrm>
              <a:off x="1989553" y="3634827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38</a:t>
              </a:r>
            </a:p>
          </p:txBody>
        </p:sp>
        <p:sp>
          <p:nvSpPr>
            <p:cNvPr id="691" name="tx691"/>
            <p:cNvSpPr/>
            <p:nvPr/>
          </p:nvSpPr>
          <p:spPr>
            <a:xfrm>
              <a:off x="2113912" y="3616447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2" name="tx692"/>
            <p:cNvSpPr/>
            <p:nvPr/>
          </p:nvSpPr>
          <p:spPr>
            <a:xfrm>
              <a:off x="2158626" y="3634827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3" name="tx693"/>
            <p:cNvSpPr/>
            <p:nvPr/>
          </p:nvSpPr>
          <p:spPr>
            <a:xfrm>
              <a:off x="1989553" y="2695270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39</a:t>
              </a:r>
            </a:p>
          </p:txBody>
        </p:sp>
        <p:sp>
          <p:nvSpPr>
            <p:cNvPr id="694" name="tx694"/>
            <p:cNvSpPr/>
            <p:nvPr/>
          </p:nvSpPr>
          <p:spPr>
            <a:xfrm>
              <a:off x="2113912" y="267689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5" name="tx695"/>
            <p:cNvSpPr/>
            <p:nvPr/>
          </p:nvSpPr>
          <p:spPr>
            <a:xfrm>
              <a:off x="2158626" y="269527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6" name="tx696"/>
            <p:cNvSpPr/>
            <p:nvPr/>
          </p:nvSpPr>
          <p:spPr>
            <a:xfrm>
              <a:off x="1989553" y="1755667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697" name="tx697"/>
            <p:cNvSpPr/>
            <p:nvPr/>
          </p:nvSpPr>
          <p:spPr>
            <a:xfrm>
              <a:off x="2113912" y="173728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8" name="tx698"/>
            <p:cNvSpPr/>
            <p:nvPr/>
          </p:nvSpPr>
          <p:spPr>
            <a:xfrm>
              <a:off x="2158626" y="1755667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9" name="pl699"/>
            <p:cNvSpPr/>
            <p:nvPr/>
          </p:nvSpPr>
          <p:spPr>
            <a:xfrm>
              <a:off x="2267112" y="555518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pl700"/>
            <p:cNvSpPr/>
            <p:nvPr/>
          </p:nvSpPr>
          <p:spPr>
            <a:xfrm>
              <a:off x="2267112" y="461557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pl701"/>
            <p:cNvSpPr/>
            <p:nvPr/>
          </p:nvSpPr>
          <p:spPr>
            <a:xfrm>
              <a:off x="2267112" y="367597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pl702"/>
            <p:cNvSpPr/>
            <p:nvPr/>
          </p:nvSpPr>
          <p:spPr>
            <a:xfrm>
              <a:off x="2267112" y="273637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pl703"/>
            <p:cNvSpPr/>
            <p:nvPr/>
          </p:nvSpPr>
          <p:spPr>
            <a:xfrm>
              <a:off x="2267112" y="179677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pl704"/>
            <p:cNvSpPr/>
            <p:nvPr/>
          </p:nvSpPr>
          <p:spPr>
            <a:xfrm>
              <a:off x="2384234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pl705"/>
            <p:cNvSpPr/>
            <p:nvPr/>
          </p:nvSpPr>
          <p:spPr>
            <a:xfrm>
              <a:off x="3124860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pl706"/>
            <p:cNvSpPr/>
            <p:nvPr/>
          </p:nvSpPr>
          <p:spPr>
            <a:xfrm>
              <a:off x="3865485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pl707"/>
            <p:cNvSpPr/>
            <p:nvPr/>
          </p:nvSpPr>
          <p:spPr>
            <a:xfrm>
              <a:off x="4606110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pl708"/>
            <p:cNvSpPr/>
            <p:nvPr/>
          </p:nvSpPr>
          <p:spPr>
            <a:xfrm>
              <a:off x="5346735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pl709"/>
            <p:cNvSpPr/>
            <p:nvPr/>
          </p:nvSpPr>
          <p:spPr>
            <a:xfrm>
              <a:off x="6087361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tx710"/>
            <p:cNvSpPr/>
            <p:nvPr/>
          </p:nvSpPr>
          <p:spPr>
            <a:xfrm>
              <a:off x="2246983" y="578357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78</a:t>
              </a:r>
            </a:p>
          </p:txBody>
        </p:sp>
        <p:sp>
          <p:nvSpPr>
            <p:cNvPr id="711" name="tx711"/>
            <p:cNvSpPr/>
            <p:nvPr/>
          </p:nvSpPr>
          <p:spPr>
            <a:xfrm>
              <a:off x="2371341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2" name="tx712"/>
            <p:cNvSpPr/>
            <p:nvPr/>
          </p:nvSpPr>
          <p:spPr>
            <a:xfrm>
              <a:off x="2416055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3" name="tx713"/>
            <p:cNvSpPr/>
            <p:nvPr/>
          </p:nvSpPr>
          <p:spPr>
            <a:xfrm>
              <a:off x="2987608" y="578357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77</a:t>
              </a:r>
            </a:p>
          </p:txBody>
        </p:sp>
        <p:sp>
          <p:nvSpPr>
            <p:cNvPr id="714" name="tx714"/>
            <p:cNvSpPr/>
            <p:nvPr/>
          </p:nvSpPr>
          <p:spPr>
            <a:xfrm>
              <a:off x="3111967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5" name="tx715"/>
            <p:cNvSpPr/>
            <p:nvPr/>
          </p:nvSpPr>
          <p:spPr>
            <a:xfrm>
              <a:off x="3156681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6" name="tx716"/>
            <p:cNvSpPr/>
            <p:nvPr/>
          </p:nvSpPr>
          <p:spPr>
            <a:xfrm>
              <a:off x="3728233" y="578357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76</a:t>
              </a:r>
            </a:p>
          </p:txBody>
        </p:sp>
        <p:sp>
          <p:nvSpPr>
            <p:cNvPr id="717" name="tx717"/>
            <p:cNvSpPr/>
            <p:nvPr/>
          </p:nvSpPr>
          <p:spPr>
            <a:xfrm>
              <a:off x="3852592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8" name="tx718"/>
            <p:cNvSpPr/>
            <p:nvPr/>
          </p:nvSpPr>
          <p:spPr>
            <a:xfrm>
              <a:off x="3897306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9" name="tx719"/>
            <p:cNvSpPr/>
            <p:nvPr/>
          </p:nvSpPr>
          <p:spPr>
            <a:xfrm>
              <a:off x="4468859" y="578357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720" name="tx720"/>
            <p:cNvSpPr/>
            <p:nvPr/>
          </p:nvSpPr>
          <p:spPr>
            <a:xfrm>
              <a:off x="4593217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1" name="tx721"/>
            <p:cNvSpPr/>
            <p:nvPr/>
          </p:nvSpPr>
          <p:spPr>
            <a:xfrm>
              <a:off x="4637931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2" name="tx722"/>
            <p:cNvSpPr/>
            <p:nvPr/>
          </p:nvSpPr>
          <p:spPr>
            <a:xfrm>
              <a:off x="5209484" y="578357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74</a:t>
              </a:r>
            </a:p>
          </p:txBody>
        </p:sp>
        <p:sp>
          <p:nvSpPr>
            <p:cNvPr id="723" name="tx723"/>
            <p:cNvSpPr/>
            <p:nvPr/>
          </p:nvSpPr>
          <p:spPr>
            <a:xfrm>
              <a:off x="5333842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4" name="tx724"/>
            <p:cNvSpPr/>
            <p:nvPr/>
          </p:nvSpPr>
          <p:spPr>
            <a:xfrm>
              <a:off x="537855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5" name="tx725"/>
            <p:cNvSpPr/>
            <p:nvPr/>
          </p:nvSpPr>
          <p:spPr>
            <a:xfrm>
              <a:off x="5950109" y="578357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73</a:t>
              </a:r>
            </a:p>
          </p:txBody>
        </p:sp>
        <p:sp>
          <p:nvSpPr>
            <p:cNvPr id="726" name="tx726"/>
            <p:cNvSpPr/>
            <p:nvPr/>
          </p:nvSpPr>
          <p:spPr>
            <a:xfrm>
              <a:off x="607446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7" name="tx727"/>
            <p:cNvSpPr/>
            <p:nvPr/>
          </p:nvSpPr>
          <p:spPr>
            <a:xfrm>
              <a:off x="611918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8" name="tx728"/>
            <p:cNvSpPr/>
            <p:nvPr/>
          </p:nvSpPr>
          <p:spPr>
            <a:xfrm>
              <a:off x="4283566" y="5925448"/>
              <a:ext cx="18644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</a:t>
              </a:r>
            </a:p>
          </p:txBody>
        </p:sp>
        <p:sp>
          <p:nvSpPr>
            <p:cNvPr id="729" name="tx729"/>
            <p:cNvSpPr/>
            <p:nvPr/>
          </p:nvSpPr>
          <p:spPr>
            <a:xfrm rot="-5400000">
              <a:off x="1799997" y="3645259"/>
              <a:ext cx="14749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</a:t>
              </a:r>
            </a:p>
          </p:txBody>
        </p:sp>
        <p:sp>
          <p:nvSpPr>
            <p:cNvPr id="730" name="rc730"/>
            <p:cNvSpPr/>
            <p:nvPr/>
          </p:nvSpPr>
          <p:spPr>
            <a:xfrm>
              <a:off x="6590850" y="2976782"/>
              <a:ext cx="729514" cy="14371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31" name="tx731"/>
            <p:cNvSpPr/>
            <p:nvPr/>
          </p:nvSpPr>
          <p:spPr>
            <a:xfrm>
              <a:off x="6660439" y="3061824"/>
              <a:ext cx="59033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var1.pred</a:t>
              </a:r>
            </a:p>
          </p:txBody>
        </p:sp>
        <p:pic>
          <p:nvPicPr>
            <p:cNvPr id="732" name="pic73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60439" y="3247085"/>
              <a:ext cx="219455" cy="1097280"/>
            </a:xfrm>
            <a:prstGeom prst="rect">
              <a:avLst/>
            </a:prstGeom>
          </p:spPr>
        </p:pic>
        <p:sp>
          <p:nvSpPr>
            <p:cNvPr id="733" name="pl733"/>
            <p:cNvSpPr/>
            <p:nvPr/>
          </p:nvSpPr>
          <p:spPr>
            <a:xfrm>
              <a:off x="6836004" y="434253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pl734"/>
            <p:cNvSpPr/>
            <p:nvPr/>
          </p:nvSpPr>
          <p:spPr>
            <a:xfrm>
              <a:off x="6836004" y="406913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pl735"/>
            <p:cNvSpPr/>
            <p:nvPr/>
          </p:nvSpPr>
          <p:spPr>
            <a:xfrm>
              <a:off x="6836004" y="379572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pl736"/>
            <p:cNvSpPr/>
            <p:nvPr/>
          </p:nvSpPr>
          <p:spPr>
            <a:xfrm>
              <a:off x="6836004" y="3522319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pl737"/>
            <p:cNvSpPr/>
            <p:nvPr/>
          </p:nvSpPr>
          <p:spPr>
            <a:xfrm>
              <a:off x="6836004" y="324891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pl738"/>
            <p:cNvSpPr/>
            <p:nvPr/>
          </p:nvSpPr>
          <p:spPr>
            <a:xfrm>
              <a:off x="6660439" y="434253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pl739"/>
            <p:cNvSpPr/>
            <p:nvPr/>
          </p:nvSpPr>
          <p:spPr>
            <a:xfrm>
              <a:off x="6660439" y="406913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pl740"/>
            <p:cNvSpPr/>
            <p:nvPr/>
          </p:nvSpPr>
          <p:spPr>
            <a:xfrm>
              <a:off x="6660439" y="379572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pl741"/>
            <p:cNvSpPr/>
            <p:nvPr/>
          </p:nvSpPr>
          <p:spPr>
            <a:xfrm>
              <a:off x="6660439" y="3522319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pl742"/>
            <p:cNvSpPr/>
            <p:nvPr/>
          </p:nvSpPr>
          <p:spPr>
            <a:xfrm>
              <a:off x="6660439" y="324891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tx743"/>
            <p:cNvSpPr/>
            <p:nvPr/>
          </p:nvSpPr>
          <p:spPr>
            <a:xfrm>
              <a:off x="6949485" y="4302486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744" name="tx744"/>
            <p:cNvSpPr/>
            <p:nvPr/>
          </p:nvSpPr>
          <p:spPr>
            <a:xfrm>
              <a:off x="6949485" y="4029080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745" name="tx745"/>
            <p:cNvSpPr/>
            <p:nvPr/>
          </p:nvSpPr>
          <p:spPr>
            <a:xfrm>
              <a:off x="6949485" y="3755674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746" name="tx746"/>
            <p:cNvSpPr/>
            <p:nvPr/>
          </p:nvSpPr>
          <p:spPr>
            <a:xfrm>
              <a:off x="6949485" y="348226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747" name="tx747"/>
            <p:cNvSpPr/>
            <p:nvPr/>
          </p:nvSpPr>
          <p:spPr>
            <a:xfrm>
              <a:off x="6949485" y="3208863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1487040" y="1600200"/>
              <a:ext cx="6169918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2034901" y="2354586"/>
              <a:ext cx="4342247" cy="3366361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l6"/>
            <p:cNvSpPr/>
            <p:nvPr/>
          </p:nvSpPr>
          <p:spPr>
            <a:xfrm>
              <a:off x="2443946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l7"/>
            <p:cNvSpPr/>
            <p:nvPr/>
          </p:nvSpPr>
          <p:spPr>
            <a:xfrm>
              <a:off x="2973121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l8"/>
            <p:cNvSpPr/>
            <p:nvPr/>
          </p:nvSpPr>
          <p:spPr>
            <a:xfrm>
              <a:off x="3502296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l9"/>
            <p:cNvSpPr/>
            <p:nvPr/>
          </p:nvSpPr>
          <p:spPr>
            <a:xfrm>
              <a:off x="4031471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l10"/>
            <p:cNvSpPr/>
            <p:nvPr/>
          </p:nvSpPr>
          <p:spPr>
            <a:xfrm>
              <a:off x="4560646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l11"/>
            <p:cNvSpPr/>
            <p:nvPr/>
          </p:nvSpPr>
          <p:spPr>
            <a:xfrm>
              <a:off x="508982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l12"/>
            <p:cNvSpPr/>
            <p:nvPr/>
          </p:nvSpPr>
          <p:spPr>
            <a:xfrm>
              <a:off x="561899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l13"/>
            <p:cNvSpPr/>
            <p:nvPr/>
          </p:nvSpPr>
          <p:spPr>
            <a:xfrm>
              <a:off x="614817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l14"/>
            <p:cNvSpPr/>
            <p:nvPr/>
          </p:nvSpPr>
          <p:spPr>
            <a:xfrm>
              <a:off x="2034901" y="5407850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5"/>
            <p:cNvSpPr/>
            <p:nvPr/>
          </p:nvSpPr>
          <p:spPr>
            <a:xfrm>
              <a:off x="2034901" y="4757570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l16"/>
            <p:cNvSpPr/>
            <p:nvPr/>
          </p:nvSpPr>
          <p:spPr>
            <a:xfrm>
              <a:off x="2034901" y="410729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l17"/>
            <p:cNvSpPr/>
            <p:nvPr/>
          </p:nvSpPr>
          <p:spPr>
            <a:xfrm>
              <a:off x="2034901" y="345701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l18"/>
            <p:cNvSpPr/>
            <p:nvPr/>
          </p:nvSpPr>
          <p:spPr>
            <a:xfrm>
              <a:off x="2034901" y="280673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g19"/>
            <p:cNvSpPr/>
            <p:nvPr/>
          </p:nvSpPr>
          <p:spPr>
            <a:xfrm>
              <a:off x="5504809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g20"/>
            <p:cNvSpPr/>
            <p:nvPr/>
          </p:nvSpPr>
          <p:spPr>
            <a:xfrm>
              <a:off x="5516446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g21"/>
            <p:cNvSpPr/>
            <p:nvPr/>
          </p:nvSpPr>
          <p:spPr>
            <a:xfrm>
              <a:off x="5528083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g22"/>
            <p:cNvSpPr/>
            <p:nvPr/>
          </p:nvSpPr>
          <p:spPr>
            <a:xfrm>
              <a:off x="5551358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g23"/>
            <p:cNvSpPr/>
            <p:nvPr/>
          </p:nvSpPr>
          <p:spPr>
            <a:xfrm>
              <a:off x="5562995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g24"/>
            <p:cNvSpPr/>
            <p:nvPr/>
          </p:nvSpPr>
          <p:spPr>
            <a:xfrm>
              <a:off x="5574633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g25"/>
            <p:cNvSpPr/>
            <p:nvPr/>
          </p:nvSpPr>
          <p:spPr>
            <a:xfrm>
              <a:off x="6109950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g26"/>
            <p:cNvSpPr/>
            <p:nvPr/>
          </p:nvSpPr>
          <p:spPr>
            <a:xfrm>
              <a:off x="6121587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g27"/>
            <p:cNvSpPr/>
            <p:nvPr/>
          </p:nvSpPr>
          <p:spPr>
            <a:xfrm>
              <a:off x="6133224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g28"/>
            <p:cNvSpPr/>
            <p:nvPr/>
          </p:nvSpPr>
          <p:spPr>
            <a:xfrm>
              <a:off x="5481534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g29"/>
            <p:cNvSpPr/>
            <p:nvPr/>
          </p:nvSpPr>
          <p:spPr>
            <a:xfrm>
              <a:off x="5493171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5504809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g31"/>
            <p:cNvSpPr/>
            <p:nvPr/>
          </p:nvSpPr>
          <p:spPr>
            <a:xfrm>
              <a:off x="5516446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g32"/>
            <p:cNvSpPr/>
            <p:nvPr/>
          </p:nvSpPr>
          <p:spPr>
            <a:xfrm>
              <a:off x="5528083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g33"/>
            <p:cNvSpPr/>
            <p:nvPr/>
          </p:nvSpPr>
          <p:spPr>
            <a:xfrm>
              <a:off x="5539721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g34"/>
            <p:cNvSpPr/>
            <p:nvPr/>
          </p:nvSpPr>
          <p:spPr>
            <a:xfrm>
              <a:off x="555135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g35"/>
            <p:cNvSpPr/>
            <p:nvPr/>
          </p:nvSpPr>
          <p:spPr>
            <a:xfrm>
              <a:off x="5562995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g36"/>
            <p:cNvSpPr/>
            <p:nvPr/>
          </p:nvSpPr>
          <p:spPr>
            <a:xfrm>
              <a:off x="5574633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g37"/>
            <p:cNvSpPr/>
            <p:nvPr/>
          </p:nvSpPr>
          <p:spPr>
            <a:xfrm>
              <a:off x="6098312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g38"/>
            <p:cNvSpPr/>
            <p:nvPr/>
          </p:nvSpPr>
          <p:spPr>
            <a:xfrm>
              <a:off x="6109950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g39"/>
            <p:cNvSpPr/>
            <p:nvPr/>
          </p:nvSpPr>
          <p:spPr>
            <a:xfrm>
              <a:off x="6121587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g40"/>
            <p:cNvSpPr/>
            <p:nvPr/>
          </p:nvSpPr>
          <p:spPr>
            <a:xfrm>
              <a:off x="6133224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g41"/>
            <p:cNvSpPr/>
            <p:nvPr/>
          </p:nvSpPr>
          <p:spPr>
            <a:xfrm>
              <a:off x="6144862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g42"/>
            <p:cNvSpPr/>
            <p:nvPr/>
          </p:nvSpPr>
          <p:spPr>
            <a:xfrm>
              <a:off x="5469897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g43"/>
            <p:cNvSpPr/>
            <p:nvPr/>
          </p:nvSpPr>
          <p:spPr>
            <a:xfrm>
              <a:off x="5481534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g44"/>
            <p:cNvSpPr/>
            <p:nvPr/>
          </p:nvSpPr>
          <p:spPr>
            <a:xfrm>
              <a:off x="5493171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g45"/>
            <p:cNvSpPr/>
            <p:nvPr/>
          </p:nvSpPr>
          <p:spPr>
            <a:xfrm>
              <a:off x="5504809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g46"/>
            <p:cNvSpPr/>
            <p:nvPr/>
          </p:nvSpPr>
          <p:spPr>
            <a:xfrm>
              <a:off x="5516446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g47"/>
            <p:cNvSpPr/>
            <p:nvPr/>
          </p:nvSpPr>
          <p:spPr>
            <a:xfrm>
              <a:off x="5528083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g48"/>
            <p:cNvSpPr/>
            <p:nvPr/>
          </p:nvSpPr>
          <p:spPr>
            <a:xfrm>
              <a:off x="5539721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g49"/>
            <p:cNvSpPr/>
            <p:nvPr/>
          </p:nvSpPr>
          <p:spPr>
            <a:xfrm>
              <a:off x="555135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g50"/>
            <p:cNvSpPr/>
            <p:nvPr/>
          </p:nvSpPr>
          <p:spPr>
            <a:xfrm>
              <a:off x="5562995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g51"/>
            <p:cNvSpPr/>
            <p:nvPr/>
          </p:nvSpPr>
          <p:spPr>
            <a:xfrm>
              <a:off x="5574633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g52"/>
            <p:cNvSpPr/>
            <p:nvPr/>
          </p:nvSpPr>
          <p:spPr>
            <a:xfrm>
              <a:off x="5586270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g53"/>
            <p:cNvSpPr/>
            <p:nvPr/>
          </p:nvSpPr>
          <p:spPr>
            <a:xfrm>
              <a:off x="6098312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g54"/>
            <p:cNvSpPr/>
            <p:nvPr/>
          </p:nvSpPr>
          <p:spPr>
            <a:xfrm>
              <a:off x="6109950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g55"/>
            <p:cNvSpPr/>
            <p:nvPr/>
          </p:nvSpPr>
          <p:spPr>
            <a:xfrm>
              <a:off x="6121587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/>
            <p:cNvSpPr/>
            <p:nvPr/>
          </p:nvSpPr>
          <p:spPr>
            <a:xfrm>
              <a:off x="6133224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g57"/>
            <p:cNvSpPr/>
            <p:nvPr/>
          </p:nvSpPr>
          <p:spPr>
            <a:xfrm>
              <a:off x="6144862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/>
            <p:cNvSpPr/>
            <p:nvPr/>
          </p:nvSpPr>
          <p:spPr>
            <a:xfrm>
              <a:off x="541171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g59"/>
            <p:cNvSpPr/>
            <p:nvPr/>
          </p:nvSpPr>
          <p:spPr>
            <a:xfrm>
              <a:off x="5423347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g60"/>
            <p:cNvSpPr/>
            <p:nvPr/>
          </p:nvSpPr>
          <p:spPr>
            <a:xfrm>
              <a:off x="543498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pg61"/>
            <p:cNvSpPr/>
            <p:nvPr/>
          </p:nvSpPr>
          <p:spPr>
            <a:xfrm>
              <a:off x="5446622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g62"/>
            <p:cNvSpPr/>
            <p:nvPr/>
          </p:nvSpPr>
          <p:spPr>
            <a:xfrm>
              <a:off x="5458259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g63"/>
            <p:cNvSpPr/>
            <p:nvPr/>
          </p:nvSpPr>
          <p:spPr>
            <a:xfrm>
              <a:off x="5469897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g64"/>
            <p:cNvSpPr/>
            <p:nvPr/>
          </p:nvSpPr>
          <p:spPr>
            <a:xfrm>
              <a:off x="5481534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g65"/>
            <p:cNvSpPr/>
            <p:nvPr/>
          </p:nvSpPr>
          <p:spPr>
            <a:xfrm>
              <a:off x="5493171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g66"/>
            <p:cNvSpPr/>
            <p:nvPr/>
          </p:nvSpPr>
          <p:spPr>
            <a:xfrm>
              <a:off x="5504809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g67"/>
            <p:cNvSpPr/>
            <p:nvPr/>
          </p:nvSpPr>
          <p:spPr>
            <a:xfrm>
              <a:off x="5516446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g68"/>
            <p:cNvSpPr/>
            <p:nvPr/>
          </p:nvSpPr>
          <p:spPr>
            <a:xfrm>
              <a:off x="5528083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g69"/>
            <p:cNvSpPr/>
            <p:nvPr/>
          </p:nvSpPr>
          <p:spPr>
            <a:xfrm>
              <a:off x="5539721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g70"/>
            <p:cNvSpPr/>
            <p:nvPr/>
          </p:nvSpPr>
          <p:spPr>
            <a:xfrm>
              <a:off x="5551358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g71"/>
            <p:cNvSpPr/>
            <p:nvPr/>
          </p:nvSpPr>
          <p:spPr>
            <a:xfrm>
              <a:off x="556299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g72"/>
            <p:cNvSpPr/>
            <p:nvPr/>
          </p:nvSpPr>
          <p:spPr>
            <a:xfrm>
              <a:off x="5574633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g73"/>
            <p:cNvSpPr/>
            <p:nvPr/>
          </p:nvSpPr>
          <p:spPr>
            <a:xfrm>
              <a:off x="610995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g74"/>
            <p:cNvSpPr/>
            <p:nvPr/>
          </p:nvSpPr>
          <p:spPr>
            <a:xfrm>
              <a:off x="6121587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g75"/>
            <p:cNvSpPr/>
            <p:nvPr/>
          </p:nvSpPr>
          <p:spPr>
            <a:xfrm>
              <a:off x="6133224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g76"/>
            <p:cNvSpPr/>
            <p:nvPr/>
          </p:nvSpPr>
          <p:spPr>
            <a:xfrm>
              <a:off x="5376798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g77"/>
            <p:cNvSpPr/>
            <p:nvPr/>
          </p:nvSpPr>
          <p:spPr>
            <a:xfrm>
              <a:off x="5388435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g78"/>
            <p:cNvSpPr/>
            <p:nvPr/>
          </p:nvSpPr>
          <p:spPr>
            <a:xfrm>
              <a:off x="540007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g79"/>
            <p:cNvSpPr/>
            <p:nvPr/>
          </p:nvSpPr>
          <p:spPr>
            <a:xfrm>
              <a:off x="5411710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g80"/>
            <p:cNvSpPr/>
            <p:nvPr/>
          </p:nvSpPr>
          <p:spPr>
            <a:xfrm>
              <a:off x="5423347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g81"/>
            <p:cNvSpPr/>
            <p:nvPr/>
          </p:nvSpPr>
          <p:spPr>
            <a:xfrm>
              <a:off x="5434985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g82"/>
            <p:cNvSpPr/>
            <p:nvPr/>
          </p:nvSpPr>
          <p:spPr>
            <a:xfrm>
              <a:off x="5446622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g83"/>
            <p:cNvSpPr/>
            <p:nvPr/>
          </p:nvSpPr>
          <p:spPr>
            <a:xfrm>
              <a:off x="5458259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g84"/>
            <p:cNvSpPr/>
            <p:nvPr/>
          </p:nvSpPr>
          <p:spPr>
            <a:xfrm>
              <a:off x="5469897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g85"/>
            <p:cNvSpPr/>
            <p:nvPr/>
          </p:nvSpPr>
          <p:spPr>
            <a:xfrm>
              <a:off x="5481534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/>
            <p:cNvSpPr/>
            <p:nvPr/>
          </p:nvSpPr>
          <p:spPr>
            <a:xfrm>
              <a:off x="5493171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pg87"/>
            <p:cNvSpPr/>
            <p:nvPr/>
          </p:nvSpPr>
          <p:spPr>
            <a:xfrm>
              <a:off x="5504809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pg88"/>
            <p:cNvSpPr/>
            <p:nvPr/>
          </p:nvSpPr>
          <p:spPr>
            <a:xfrm>
              <a:off x="5516446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pg89"/>
            <p:cNvSpPr/>
            <p:nvPr/>
          </p:nvSpPr>
          <p:spPr>
            <a:xfrm>
              <a:off x="552808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g90"/>
            <p:cNvSpPr/>
            <p:nvPr/>
          </p:nvSpPr>
          <p:spPr>
            <a:xfrm>
              <a:off x="5539721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g91"/>
            <p:cNvSpPr/>
            <p:nvPr/>
          </p:nvSpPr>
          <p:spPr>
            <a:xfrm>
              <a:off x="5551358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g92"/>
            <p:cNvSpPr/>
            <p:nvPr/>
          </p:nvSpPr>
          <p:spPr>
            <a:xfrm>
              <a:off x="5562995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g93"/>
            <p:cNvSpPr/>
            <p:nvPr/>
          </p:nvSpPr>
          <p:spPr>
            <a:xfrm>
              <a:off x="6121587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g94"/>
            <p:cNvSpPr/>
            <p:nvPr/>
          </p:nvSpPr>
          <p:spPr>
            <a:xfrm>
              <a:off x="5365161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g95"/>
            <p:cNvSpPr/>
            <p:nvPr/>
          </p:nvSpPr>
          <p:spPr>
            <a:xfrm>
              <a:off x="5376798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g96"/>
            <p:cNvSpPr/>
            <p:nvPr/>
          </p:nvSpPr>
          <p:spPr>
            <a:xfrm>
              <a:off x="5388435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g97"/>
            <p:cNvSpPr/>
            <p:nvPr/>
          </p:nvSpPr>
          <p:spPr>
            <a:xfrm>
              <a:off x="5400073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g98"/>
            <p:cNvSpPr/>
            <p:nvPr/>
          </p:nvSpPr>
          <p:spPr>
            <a:xfrm>
              <a:off x="5411710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g99"/>
            <p:cNvSpPr/>
            <p:nvPr/>
          </p:nvSpPr>
          <p:spPr>
            <a:xfrm>
              <a:off x="5423347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g100"/>
            <p:cNvSpPr/>
            <p:nvPr/>
          </p:nvSpPr>
          <p:spPr>
            <a:xfrm>
              <a:off x="5434985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g101"/>
            <p:cNvSpPr/>
            <p:nvPr/>
          </p:nvSpPr>
          <p:spPr>
            <a:xfrm>
              <a:off x="5446622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g102"/>
            <p:cNvSpPr/>
            <p:nvPr/>
          </p:nvSpPr>
          <p:spPr>
            <a:xfrm>
              <a:off x="5458259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g103"/>
            <p:cNvSpPr/>
            <p:nvPr/>
          </p:nvSpPr>
          <p:spPr>
            <a:xfrm>
              <a:off x="5469897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g104"/>
            <p:cNvSpPr/>
            <p:nvPr/>
          </p:nvSpPr>
          <p:spPr>
            <a:xfrm>
              <a:off x="5481534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g105"/>
            <p:cNvSpPr/>
            <p:nvPr/>
          </p:nvSpPr>
          <p:spPr>
            <a:xfrm>
              <a:off x="5493171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g106"/>
            <p:cNvSpPr/>
            <p:nvPr/>
          </p:nvSpPr>
          <p:spPr>
            <a:xfrm>
              <a:off x="5504809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g107"/>
            <p:cNvSpPr/>
            <p:nvPr/>
          </p:nvSpPr>
          <p:spPr>
            <a:xfrm>
              <a:off x="5516446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g108"/>
            <p:cNvSpPr/>
            <p:nvPr/>
          </p:nvSpPr>
          <p:spPr>
            <a:xfrm>
              <a:off x="5528083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g109"/>
            <p:cNvSpPr/>
            <p:nvPr/>
          </p:nvSpPr>
          <p:spPr>
            <a:xfrm>
              <a:off x="5341886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g110"/>
            <p:cNvSpPr/>
            <p:nvPr/>
          </p:nvSpPr>
          <p:spPr>
            <a:xfrm>
              <a:off x="5353523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g111"/>
            <p:cNvSpPr/>
            <p:nvPr/>
          </p:nvSpPr>
          <p:spPr>
            <a:xfrm>
              <a:off x="5365161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g112"/>
            <p:cNvSpPr/>
            <p:nvPr/>
          </p:nvSpPr>
          <p:spPr>
            <a:xfrm>
              <a:off x="5376798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g113"/>
            <p:cNvSpPr/>
            <p:nvPr/>
          </p:nvSpPr>
          <p:spPr>
            <a:xfrm>
              <a:off x="5388435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g114"/>
            <p:cNvSpPr/>
            <p:nvPr/>
          </p:nvSpPr>
          <p:spPr>
            <a:xfrm>
              <a:off x="5400073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pg115"/>
            <p:cNvSpPr/>
            <p:nvPr/>
          </p:nvSpPr>
          <p:spPr>
            <a:xfrm>
              <a:off x="5411710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g116"/>
            <p:cNvSpPr/>
            <p:nvPr/>
          </p:nvSpPr>
          <p:spPr>
            <a:xfrm>
              <a:off x="5423347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pg117"/>
            <p:cNvSpPr/>
            <p:nvPr/>
          </p:nvSpPr>
          <p:spPr>
            <a:xfrm>
              <a:off x="5434985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g118"/>
            <p:cNvSpPr/>
            <p:nvPr/>
          </p:nvSpPr>
          <p:spPr>
            <a:xfrm>
              <a:off x="5446622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pg119"/>
            <p:cNvSpPr/>
            <p:nvPr/>
          </p:nvSpPr>
          <p:spPr>
            <a:xfrm>
              <a:off x="5458259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pg120"/>
            <p:cNvSpPr/>
            <p:nvPr/>
          </p:nvSpPr>
          <p:spPr>
            <a:xfrm>
              <a:off x="5469897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pg121"/>
            <p:cNvSpPr/>
            <p:nvPr/>
          </p:nvSpPr>
          <p:spPr>
            <a:xfrm>
              <a:off x="5481534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pg122"/>
            <p:cNvSpPr/>
            <p:nvPr/>
          </p:nvSpPr>
          <p:spPr>
            <a:xfrm>
              <a:off x="5493171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g123"/>
            <p:cNvSpPr/>
            <p:nvPr/>
          </p:nvSpPr>
          <p:spPr>
            <a:xfrm>
              <a:off x="5306974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g124"/>
            <p:cNvSpPr/>
            <p:nvPr/>
          </p:nvSpPr>
          <p:spPr>
            <a:xfrm>
              <a:off x="5318611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g125"/>
            <p:cNvSpPr/>
            <p:nvPr/>
          </p:nvSpPr>
          <p:spPr>
            <a:xfrm>
              <a:off x="5330249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g126"/>
            <p:cNvSpPr/>
            <p:nvPr/>
          </p:nvSpPr>
          <p:spPr>
            <a:xfrm>
              <a:off x="5341886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g127"/>
            <p:cNvSpPr/>
            <p:nvPr/>
          </p:nvSpPr>
          <p:spPr>
            <a:xfrm>
              <a:off x="5353523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g128"/>
            <p:cNvSpPr/>
            <p:nvPr/>
          </p:nvSpPr>
          <p:spPr>
            <a:xfrm>
              <a:off x="5365161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g129"/>
            <p:cNvSpPr/>
            <p:nvPr/>
          </p:nvSpPr>
          <p:spPr>
            <a:xfrm>
              <a:off x="5376798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g130"/>
            <p:cNvSpPr/>
            <p:nvPr/>
          </p:nvSpPr>
          <p:spPr>
            <a:xfrm>
              <a:off x="5388435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g131"/>
            <p:cNvSpPr/>
            <p:nvPr/>
          </p:nvSpPr>
          <p:spPr>
            <a:xfrm>
              <a:off x="5400073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g132"/>
            <p:cNvSpPr/>
            <p:nvPr/>
          </p:nvSpPr>
          <p:spPr>
            <a:xfrm>
              <a:off x="5411710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g133"/>
            <p:cNvSpPr/>
            <p:nvPr/>
          </p:nvSpPr>
          <p:spPr>
            <a:xfrm>
              <a:off x="5423347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pg134"/>
            <p:cNvSpPr/>
            <p:nvPr/>
          </p:nvSpPr>
          <p:spPr>
            <a:xfrm>
              <a:off x="5434985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pg135"/>
            <p:cNvSpPr/>
            <p:nvPr/>
          </p:nvSpPr>
          <p:spPr>
            <a:xfrm>
              <a:off x="5446622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pg136"/>
            <p:cNvSpPr/>
            <p:nvPr/>
          </p:nvSpPr>
          <p:spPr>
            <a:xfrm>
              <a:off x="5458259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pg137"/>
            <p:cNvSpPr/>
            <p:nvPr/>
          </p:nvSpPr>
          <p:spPr>
            <a:xfrm>
              <a:off x="5283699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pg138"/>
            <p:cNvSpPr/>
            <p:nvPr/>
          </p:nvSpPr>
          <p:spPr>
            <a:xfrm>
              <a:off x="5295337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pg139"/>
            <p:cNvSpPr/>
            <p:nvPr/>
          </p:nvSpPr>
          <p:spPr>
            <a:xfrm>
              <a:off x="5306974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pg140"/>
            <p:cNvSpPr/>
            <p:nvPr/>
          </p:nvSpPr>
          <p:spPr>
            <a:xfrm>
              <a:off x="5318611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pg141"/>
            <p:cNvSpPr/>
            <p:nvPr/>
          </p:nvSpPr>
          <p:spPr>
            <a:xfrm>
              <a:off x="5330249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pg142"/>
            <p:cNvSpPr/>
            <p:nvPr/>
          </p:nvSpPr>
          <p:spPr>
            <a:xfrm>
              <a:off x="5341886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pg143"/>
            <p:cNvSpPr/>
            <p:nvPr/>
          </p:nvSpPr>
          <p:spPr>
            <a:xfrm>
              <a:off x="5353523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pg144"/>
            <p:cNvSpPr/>
            <p:nvPr/>
          </p:nvSpPr>
          <p:spPr>
            <a:xfrm>
              <a:off x="5365161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pg145"/>
            <p:cNvSpPr/>
            <p:nvPr/>
          </p:nvSpPr>
          <p:spPr>
            <a:xfrm>
              <a:off x="5376798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pg146"/>
            <p:cNvSpPr/>
            <p:nvPr/>
          </p:nvSpPr>
          <p:spPr>
            <a:xfrm>
              <a:off x="5388435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pg147"/>
            <p:cNvSpPr/>
            <p:nvPr/>
          </p:nvSpPr>
          <p:spPr>
            <a:xfrm>
              <a:off x="5400073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pg148"/>
            <p:cNvSpPr/>
            <p:nvPr/>
          </p:nvSpPr>
          <p:spPr>
            <a:xfrm>
              <a:off x="5411710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pg149"/>
            <p:cNvSpPr/>
            <p:nvPr/>
          </p:nvSpPr>
          <p:spPr>
            <a:xfrm>
              <a:off x="5272062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pg150"/>
            <p:cNvSpPr/>
            <p:nvPr/>
          </p:nvSpPr>
          <p:spPr>
            <a:xfrm>
              <a:off x="5283699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pg151"/>
            <p:cNvSpPr/>
            <p:nvPr/>
          </p:nvSpPr>
          <p:spPr>
            <a:xfrm>
              <a:off x="5295337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pg152"/>
            <p:cNvSpPr/>
            <p:nvPr/>
          </p:nvSpPr>
          <p:spPr>
            <a:xfrm>
              <a:off x="5306974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pg153"/>
            <p:cNvSpPr/>
            <p:nvPr/>
          </p:nvSpPr>
          <p:spPr>
            <a:xfrm>
              <a:off x="5318611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pg154"/>
            <p:cNvSpPr/>
            <p:nvPr/>
          </p:nvSpPr>
          <p:spPr>
            <a:xfrm>
              <a:off x="5330249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pg155"/>
            <p:cNvSpPr/>
            <p:nvPr/>
          </p:nvSpPr>
          <p:spPr>
            <a:xfrm>
              <a:off x="5341886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pg156"/>
            <p:cNvSpPr/>
            <p:nvPr/>
          </p:nvSpPr>
          <p:spPr>
            <a:xfrm>
              <a:off x="5353523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pg157"/>
            <p:cNvSpPr/>
            <p:nvPr/>
          </p:nvSpPr>
          <p:spPr>
            <a:xfrm>
              <a:off x="5365161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pg158"/>
            <p:cNvSpPr/>
            <p:nvPr/>
          </p:nvSpPr>
          <p:spPr>
            <a:xfrm>
              <a:off x="5376798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pg159"/>
            <p:cNvSpPr/>
            <p:nvPr/>
          </p:nvSpPr>
          <p:spPr>
            <a:xfrm>
              <a:off x="5388435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pg160"/>
            <p:cNvSpPr/>
            <p:nvPr/>
          </p:nvSpPr>
          <p:spPr>
            <a:xfrm>
              <a:off x="5260425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pg161"/>
            <p:cNvSpPr/>
            <p:nvPr/>
          </p:nvSpPr>
          <p:spPr>
            <a:xfrm>
              <a:off x="5272062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pg162"/>
            <p:cNvSpPr/>
            <p:nvPr/>
          </p:nvSpPr>
          <p:spPr>
            <a:xfrm>
              <a:off x="5283699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pg163"/>
            <p:cNvSpPr/>
            <p:nvPr/>
          </p:nvSpPr>
          <p:spPr>
            <a:xfrm>
              <a:off x="5295337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pg164"/>
            <p:cNvSpPr/>
            <p:nvPr/>
          </p:nvSpPr>
          <p:spPr>
            <a:xfrm>
              <a:off x="5306974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pg165"/>
            <p:cNvSpPr/>
            <p:nvPr/>
          </p:nvSpPr>
          <p:spPr>
            <a:xfrm>
              <a:off x="5318611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pg166"/>
            <p:cNvSpPr/>
            <p:nvPr/>
          </p:nvSpPr>
          <p:spPr>
            <a:xfrm>
              <a:off x="5330249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pg167"/>
            <p:cNvSpPr/>
            <p:nvPr/>
          </p:nvSpPr>
          <p:spPr>
            <a:xfrm>
              <a:off x="5341886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pg168"/>
            <p:cNvSpPr/>
            <p:nvPr/>
          </p:nvSpPr>
          <p:spPr>
            <a:xfrm>
              <a:off x="5353523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pg169"/>
            <p:cNvSpPr/>
            <p:nvPr/>
          </p:nvSpPr>
          <p:spPr>
            <a:xfrm>
              <a:off x="5365161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pg170"/>
            <p:cNvSpPr/>
            <p:nvPr/>
          </p:nvSpPr>
          <p:spPr>
            <a:xfrm>
              <a:off x="5248787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pg171"/>
            <p:cNvSpPr/>
            <p:nvPr/>
          </p:nvSpPr>
          <p:spPr>
            <a:xfrm>
              <a:off x="5260425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pg172"/>
            <p:cNvSpPr/>
            <p:nvPr/>
          </p:nvSpPr>
          <p:spPr>
            <a:xfrm>
              <a:off x="5272062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pg173"/>
            <p:cNvSpPr/>
            <p:nvPr/>
          </p:nvSpPr>
          <p:spPr>
            <a:xfrm>
              <a:off x="5283699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pg174"/>
            <p:cNvSpPr/>
            <p:nvPr/>
          </p:nvSpPr>
          <p:spPr>
            <a:xfrm>
              <a:off x="5295337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pg175"/>
            <p:cNvSpPr/>
            <p:nvPr/>
          </p:nvSpPr>
          <p:spPr>
            <a:xfrm>
              <a:off x="5306974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pg176"/>
            <p:cNvSpPr/>
            <p:nvPr/>
          </p:nvSpPr>
          <p:spPr>
            <a:xfrm>
              <a:off x="5318611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pg177"/>
            <p:cNvSpPr/>
            <p:nvPr/>
          </p:nvSpPr>
          <p:spPr>
            <a:xfrm>
              <a:off x="5330249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pg178"/>
            <p:cNvSpPr/>
            <p:nvPr/>
          </p:nvSpPr>
          <p:spPr>
            <a:xfrm>
              <a:off x="5341886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pg179"/>
            <p:cNvSpPr/>
            <p:nvPr/>
          </p:nvSpPr>
          <p:spPr>
            <a:xfrm>
              <a:off x="5213875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pg180"/>
            <p:cNvSpPr/>
            <p:nvPr/>
          </p:nvSpPr>
          <p:spPr>
            <a:xfrm>
              <a:off x="5225513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pg181"/>
            <p:cNvSpPr/>
            <p:nvPr/>
          </p:nvSpPr>
          <p:spPr>
            <a:xfrm>
              <a:off x="5237150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pg182"/>
            <p:cNvSpPr/>
            <p:nvPr/>
          </p:nvSpPr>
          <p:spPr>
            <a:xfrm>
              <a:off x="5248787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pg183"/>
            <p:cNvSpPr/>
            <p:nvPr/>
          </p:nvSpPr>
          <p:spPr>
            <a:xfrm>
              <a:off x="5260425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pg184"/>
            <p:cNvSpPr/>
            <p:nvPr/>
          </p:nvSpPr>
          <p:spPr>
            <a:xfrm>
              <a:off x="5272062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pg185"/>
            <p:cNvSpPr/>
            <p:nvPr/>
          </p:nvSpPr>
          <p:spPr>
            <a:xfrm>
              <a:off x="5283699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pg186"/>
            <p:cNvSpPr/>
            <p:nvPr/>
          </p:nvSpPr>
          <p:spPr>
            <a:xfrm>
              <a:off x="5295337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pg187"/>
            <p:cNvSpPr/>
            <p:nvPr/>
          </p:nvSpPr>
          <p:spPr>
            <a:xfrm>
              <a:off x="5306974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pg188"/>
            <p:cNvSpPr/>
            <p:nvPr/>
          </p:nvSpPr>
          <p:spPr>
            <a:xfrm>
              <a:off x="5318611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pg189"/>
            <p:cNvSpPr/>
            <p:nvPr/>
          </p:nvSpPr>
          <p:spPr>
            <a:xfrm>
              <a:off x="5202238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pg190"/>
            <p:cNvSpPr/>
            <p:nvPr/>
          </p:nvSpPr>
          <p:spPr>
            <a:xfrm>
              <a:off x="5213875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pg191"/>
            <p:cNvSpPr/>
            <p:nvPr/>
          </p:nvSpPr>
          <p:spPr>
            <a:xfrm>
              <a:off x="5225513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pg192"/>
            <p:cNvSpPr/>
            <p:nvPr/>
          </p:nvSpPr>
          <p:spPr>
            <a:xfrm>
              <a:off x="5237150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pg193"/>
            <p:cNvSpPr/>
            <p:nvPr/>
          </p:nvSpPr>
          <p:spPr>
            <a:xfrm>
              <a:off x="5248787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pg194"/>
            <p:cNvSpPr/>
            <p:nvPr/>
          </p:nvSpPr>
          <p:spPr>
            <a:xfrm>
              <a:off x="5260425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pg195"/>
            <p:cNvSpPr/>
            <p:nvPr/>
          </p:nvSpPr>
          <p:spPr>
            <a:xfrm>
              <a:off x="5272062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pg196"/>
            <p:cNvSpPr/>
            <p:nvPr/>
          </p:nvSpPr>
          <p:spPr>
            <a:xfrm>
              <a:off x="5283699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pg197"/>
            <p:cNvSpPr/>
            <p:nvPr/>
          </p:nvSpPr>
          <p:spPr>
            <a:xfrm>
              <a:off x="5295337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pg198"/>
            <p:cNvSpPr/>
            <p:nvPr/>
          </p:nvSpPr>
          <p:spPr>
            <a:xfrm>
              <a:off x="6144862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pg199"/>
            <p:cNvSpPr/>
            <p:nvPr/>
          </p:nvSpPr>
          <p:spPr>
            <a:xfrm>
              <a:off x="5144051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pg200"/>
            <p:cNvSpPr/>
            <p:nvPr/>
          </p:nvSpPr>
          <p:spPr>
            <a:xfrm>
              <a:off x="5155689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pg201"/>
            <p:cNvSpPr/>
            <p:nvPr/>
          </p:nvSpPr>
          <p:spPr>
            <a:xfrm>
              <a:off x="5167326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pg202"/>
            <p:cNvSpPr/>
            <p:nvPr/>
          </p:nvSpPr>
          <p:spPr>
            <a:xfrm>
              <a:off x="5178963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pg203"/>
            <p:cNvSpPr/>
            <p:nvPr/>
          </p:nvSpPr>
          <p:spPr>
            <a:xfrm>
              <a:off x="5190601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pg204"/>
            <p:cNvSpPr/>
            <p:nvPr/>
          </p:nvSpPr>
          <p:spPr>
            <a:xfrm>
              <a:off x="5202238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pg205"/>
            <p:cNvSpPr/>
            <p:nvPr/>
          </p:nvSpPr>
          <p:spPr>
            <a:xfrm>
              <a:off x="521387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pg206"/>
            <p:cNvSpPr/>
            <p:nvPr/>
          </p:nvSpPr>
          <p:spPr>
            <a:xfrm>
              <a:off x="5225513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pg207"/>
            <p:cNvSpPr/>
            <p:nvPr/>
          </p:nvSpPr>
          <p:spPr>
            <a:xfrm>
              <a:off x="5237150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pg208"/>
            <p:cNvSpPr/>
            <p:nvPr/>
          </p:nvSpPr>
          <p:spPr>
            <a:xfrm>
              <a:off x="524878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pg209"/>
            <p:cNvSpPr/>
            <p:nvPr/>
          </p:nvSpPr>
          <p:spPr>
            <a:xfrm>
              <a:off x="526042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pg210"/>
            <p:cNvSpPr/>
            <p:nvPr/>
          </p:nvSpPr>
          <p:spPr>
            <a:xfrm>
              <a:off x="5272062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pg211"/>
            <p:cNvSpPr/>
            <p:nvPr/>
          </p:nvSpPr>
          <p:spPr>
            <a:xfrm>
              <a:off x="5283699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pg212"/>
            <p:cNvSpPr/>
            <p:nvPr/>
          </p:nvSpPr>
          <p:spPr>
            <a:xfrm>
              <a:off x="6109950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pg213"/>
            <p:cNvSpPr/>
            <p:nvPr/>
          </p:nvSpPr>
          <p:spPr>
            <a:xfrm>
              <a:off x="612158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pg214"/>
            <p:cNvSpPr/>
            <p:nvPr/>
          </p:nvSpPr>
          <p:spPr>
            <a:xfrm>
              <a:off x="6133224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pg215"/>
            <p:cNvSpPr/>
            <p:nvPr/>
          </p:nvSpPr>
          <p:spPr>
            <a:xfrm>
              <a:off x="6144862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pg216"/>
            <p:cNvSpPr/>
            <p:nvPr/>
          </p:nvSpPr>
          <p:spPr>
            <a:xfrm>
              <a:off x="6156499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pg217"/>
            <p:cNvSpPr/>
            <p:nvPr/>
          </p:nvSpPr>
          <p:spPr>
            <a:xfrm>
              <a:off x="513241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pg218"/>
            <p:cNvSpPr/>
            <p:nvPr/>
          </p:nvSpPr>
          <p:spPr>
            <a:xfrm>
              <a:off x="514405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pg219"/>
            <p:cNvSpPr/>
            <p:nvPr/>
          </p:nvSpPr>
          <p:spPr>
            <a:xfrm>
              <a:off x="5155689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pg220"/>
            <p:cNvSpPr/>
            <p:nvPr/>
          </p:nvSpPr>
          <p:spPr>
            <a:xfrm>
              <a:off x="5167326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pg221"/>
            <p:cNvSpPr/>
            <p:nvPr/>
          </p:nvSpPr>
          <p:spPr>
            <a:xfrm>
              <a:off x="5178963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pg222"/>
            <p:cNvSpPr/>
            <p:nvPr/>
          </p:nvSpPr>
          <p:spPr>
            <a:xfrm>
              <a:off x="519060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pg223"/>
            <p:cNvSpPr/>
            <p:nvPr/>
          </p:nvSpPr>
          <p:spPr>
            <a:xfrm>
              <a:off x="520223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pg224"/>
            <p:cNvSpPr/>
            <p:nvPr/>
          </p:nvSpPr>
          <p:spPr>
            <a:xfrm>
              <a:off x="5213875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pg225"/>
            <p:cNvSpPr/>
            <p:nvPr/>
          </p:nvSpPr>
          <p:spPr>
            <a:xfrm>
              <a:off x="5225513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pg226"/>
            <p:cNvSpPr/>
            <p:nvPr/>
          </p:nvSpPr>
          <p:spPr>
            <a:xfrm>
              <a:off x="523715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pg227"/>
            <p:cNvSpPr/>
            <p:nvPr/>
          </p:nvSpPr>
          <p:spPr>
            <a:xfrm>
              <a:off x="524878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pg228"/>
            <p:cNvSpPr/>
            <p:nvPr/>
          </p:nvSpPr>
          <p:spPr>
            <a:xfrm>
              <a:off x="5260425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pg229"/>
            <p:cNvSpPr/>
            <p:nvPr/>
          </p:nvSpPr>
          <p:spPr>
            <a:xfrm>
              <a:off x="5272062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pg230"/>
            <p:cNvSpPr/>
            <p:nvPr/>
          </p:nvSpPr>
          <p:spPr>
            <a:xfrm>
              <a:off x="601685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pg231"/>
            <p:cNvSpPr/>
            <p:nvPr/>
          </p:nvSpPr>
          <p:spPr>
            <a:xfrm>
              <a:off x="602848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pg232"/>
            <p:cNvSpPr/>
            <p:nvPr/>
          </p:nvSpPr>
          <p:spPr>
            <a:xfrm>
              <a:off x="6040126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pg233"/>
            <p:cNvSpPr/>
            <p:nvPr/>
          </p:nvSpPr>
          <p:spPr>
            <a:xfrm>
              <a:off x="6051763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pg234"/>
            <p:cNvSpPr/>
            <p:nvPr/>
          </p:nvSpPr>
          <p:spPr>
            <a:xfrm>
              <a:off x="6086675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pg235"/>
            <p:cNvSpPr/>
            <p:nvPr/>
          </p:nvSpPr>
          <p:spPr>
            <a:xfrm>
              <a:off x="6098312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pg236"/>
            <p:cNvSpPr/>
            <p:nvPr/>
          </p:nvSpPr>
          <p:spPr>
            <a:xfrm>
              <a:off x="610995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pg237"/>
            <p:cNvSpPr/>
            <p:nvPr/>
          </p:nvSpPr>
          <p:spPr>
            <a:xfrm>
              <a:off x="612158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pg238"/>
            <p:cNvSpPr/>
            <p:nvPr/>
          </p:nvSpPr>
          <p:spPr>
            <a:xfrm>
              <a:off x="613322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pg239"/>
            <p:cNvSpPr/>
            <p:nvPr/>
          </p:nvSpPr>
          <p:spPr>
            <a:xfrm>
              <a:off x="6144862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pg240"/>
            <p:cNvSpPr/>
            <p:nvPr/>
          </p:nvSpPr>
          <p:spPr>
            <a:xfrm>
              <a:off x="6156499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pg241"/>
            <p:cNvSpPr/>
            <p:nvPr/>
          </p:nvSpPr>
          <p:spPr>
            <a:xfrm>
              <a:off x="6168136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pg242"/>
            <p:cNvSpPr/>
            <p:nvPr/>
          </p:nvSpPr>
          <p:spPr>
            <a:xfrm>
              <a:off x="513241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pg243"/>
            <p:cNvSpPr/>
            <p:nvPr/>
          </p:nvSpPr>
          <p:spPr>
            <a:xfrm>
              <a:off x="514405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pg244"/>
            <p:cNvSpPr/>
            <p:nvPr/>
          </p:nvSpPr>
          <p:spPr>
            <a:xfrm>
              <a:off x="515568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pg245"/>
            <p:cNvSpPr/>
            <p:nvPr/>
          </p:nvSpPr>
          <p:spPr>
            <a:xfrm>
              <a:off x="516732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pg246"/>
            <p:cNvSpPr/>
            <p:nvPr/>
          </p:nvSpPr>
          <p:spPr>
            <a:xfrm>
              <a:off x="517896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pg247"/>
            <p:cNvSpPr/>
            <p:nvPr/>
          </p:nvSpPr>
          <p:spPr>
            <a:xfrm>
              <a:off x="519060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pg248"/>
            <p:cNvSpPr/>
            <p:nvPr/>
          </p:nvSpPr>
          <p:spPr>
            <a:xfrm>
              <a:off x="520223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pg249"/>
            <p:cNvSpPr/>
            <p:nvPr/>
          </p:nvSpPr>
          <p:spPr>
            <a:xfrm>
              <a:off x="5213875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pg250"/>
            <p:cNvSpPr/>
            <p:nvPr/>
          </p:nvSpPr>
          <p:spPr>
            <a:xfrm>
              <a:off x="522551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pg251"/>
            <p:cNvSpPr/>
            <p:nvPr/>
          </p:nvSpPr>
          <p:spPr>
            <a:xfrm>
              <a:off x="523715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pg252"/>
            <p:cNvSpPr/>
            <p:nvPr/>
          </p:nvSpPr>
          <p:spPr>
            <a:xfrm>
              <a:off x="5248787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pg253"/>
            <p:cNvSpPr/>
            <p:nvPr/>
          </p:nvSpPr>
          <p:spPr>
            <a:xfrm>
              <a:off x="5260425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pg254"/>
            <p:cNvSpPr/>
            <p:nvPr/>
          </p:nvSpPr>
          <p:spPr>
            <a:xfrm>
              <a:off x="600521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pg255"/>
            <p:cNvSpPr/>
            <p:nvPr/>
          </p:nvSpPr>
          <p:spPr>
            <a:xfrm>
              <a:off x="601685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pg256"/>
            <p:cNvSpPr/>
            <p:nvPr/>
          </p:nvSpPr>
          <p:spPr>
            <a:xfrm>
              <a:off x="602848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pg257"/>
            <p:cNvSpPr/>
            <p:nvPr/>
          </p:nvSpPr>
          <p:spPr>
            <a:xfrm>
              <a:off x="604012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pg258"/>
            <p:cNvSpPr/>
            <p:nvPr/>
          </p:nvSpPr>
          <p:spPr>
            <a:xfrm>
              <a:off x="605176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pg259"/>
            <p:cNvSpPr/>
            <p:nvPr/>
          </p:nvSpPr>
          <p:spPr>
            <a:xfrm>
              <a:off x="606340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pg260"/>
            <p:cNvSpPr/>
            <p:nvPr/>
          </p:nvSpPr>
          <p:spPr>
            <a:xfrm>
              <a:off x="607503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pg261"/>
            <p:cNvSpPr/>
            <p:nvPr/>
          </p:nvSpPr>
          <p:spPr>
            <a:xfrm>
              <a:off x="6086675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pg262"/>
            <p:cNvSpPr/>
            <p:nvPr/>
          </p:nvSpPr>
          <p:spPr>
            <a:xfrm>
              <a:off x="6098312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pg263"/>
            <p:cNvSpPr/>
            <p:nvPr/>
          </p:nvSpPr>
          <p:spPr>
            <a:xfrm>
              <a:off x="610995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pg264"/>
            <p:cNvSpPr/>
            <p:nvPr/>
          </p:nvSpPr>
          <p:spPr>
            <a:xfrm>
              <a:off x="6121587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pg265"/>
            <p:cNvSpPr/>
            <p:nvPr/>
          </p:nvSpPr>
          <p:spPr>
            <a:xfrm>
              <a:off x="613322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pg266"/>
            <p:cNvSpPr/>
            <p:nvPr/>
          </p:nvSpPr>
          <p:spPr>
            <a:xfrm>
              <a:off x="6144862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pg267"/>
            <p:cNvSpPr/>
            <p:nvPr/>
          </p:nvSpPr>
          <p:spPr>
            <a:xfrm>
              <a:off x="615649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pg268"/>
            <p:cNvSpPr/>
            <p:nvPr/>
          </p:nvSpPr>
          <p:spPr>
            <a:xfrm>
              <a:off x="513241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pg269"/>
            <p:cNvSpPr/>
            <p:nvPr/>
          </p:nvSpPr>
          <p:spPr>
            <a:xfrm>
              <a:off x="514405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pg270"/>
            <p:cNvSpPr/>
            <p:nvPr/>
          </p:nvSpPr>
          <p:spPr>
            <a:xfrm>
              <a:off x="515568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pg271"/>
            <p:cNvSpPr/>
            <p:nvPr/>
          </p:nvSpPr>
          <p:spPr>
            <a:xfrm>
              <a:off x="516732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pg272"/>
            <p:cNvSpPr/>
            <p:nvPr/>
          </p:nvSpPr>
          <p:spPr>
            <a:xfrm>
              <a:off x="517896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pg273"/>
            <p:cNvSpPr/>
            <p:nvPr/>
          </p:nvSpPr>
          <p:spPr>
            <a:xfrm>
              <a:off x="519060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pg274"/>
            <p:cNvSpPr/>
            <p:nvPr/>
          </p:nvSpPr>
          <p:spPr>
            <a:xfrm>
              <a:off x="520223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pg275"/>
            <p:cNvSpPr/>
            <p:nvPr/>
          </p:nvSpPr>
          <p:spPr>
            <a:xfrm>
              <a:off x="521387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pg276"/>
            <p:cNvSpPr/>
            <p:nvPr/>
          </p:nvSpPr>
          <p:spPr>
            <a:xfrm>
              <a:off x="522551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pg277"/>
            <p:cNvSpPr/>
            <p:nvPr/>
          </p:nvSpPr>
          <p:spPr>
            <a:xfrm>
              <a:off x="523715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pg278"/>
            <p:cNvSpPr/>
            <p:nvPr/>
          </p:nvSpPr>
          <p:spPr>
            <a:xfrm>
              <a:off x="5248787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pg279"/>
            <p:cNvSpPr/>
            <p:nvPr/>
          </p:nvSpPr>
          <p:spPr>
            <a:xfrm>
              <a:off x="526042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pg280"/>
            <p:cNvSpPr/>
            <p:nvPr/>
          </p:nvSpPr>
          <p:spPr>
            <a:xfrm>
              <a:off x="591211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pg281"/>
            <p:cNvSpPr/>
            <p:nvPr/>
          </p:nvSpPr>
          <p:spPr>
            <a:xfrm>
              <a:off x="592375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pg282"/>
            <p:cNvSpPr/>
            <p:nvPr/>
          </p:nvSpPr>
          <p:spPr>
            <a:xfrm>
              <a:off x="593539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pg283"/>
            <p:cNvSpPr/>
            <p:nvPr/>
          </p:nvSpPr>
          <p:spPr>
            <a:xfrm>
              <a:off x="5947027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pg284"/>
            <p:cNvSpPr/>
            <p:nvPr/>
          </p:nvSpPr>
          <p:spPr>
            <a:xfrm>
              <a:off x="598193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pg285"/>
            <p:cNvSpPr/>
            <p:nvPr/>
          </p:nvSpPr>
          <p:spPr>
            <a:xfrm>
              <a:off x="5993577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pg286"/>
            <p:cNvSpPr/>
            <p:nvPr/>
          </p:nvSpPr>
          <p:spPr>
            <a:xfrm>
              <a:off x="600521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pg287"/>
            <p:cNvSpPr/>
            <p:nvPr/>
          </p:nvSpPr>
          <p:spPr>
            <a:xfrm>
              <a:off x="601685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pg288"/>
            <p:cNvSpPr/>
            <p:nvPr/>
          </p:nvSpPr>
          <p:spPr>
            <a:xfrm>
              <a:off x="602848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pg289"/>
            <p:cNvSpPr/>
            <p:nvPr/>
          </p:nvSpPr>
          <p:spPr>
            <a:xfrm>
              <a:off x="604012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pg290"/>
            <p:cNvSpPr/>
            <p:nvPr/>
          </p:nvSpPr>
          <p:spPr>
            <a:xfrm>
              <a:off x="605176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pg291"/>
            <p:cNvSpPr/>
            <p:nvPr/>
          </p:nvSpPr>
          <p:spPr>
            <a:xfrm>
              <a:off x="606340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pg292"/>
            <p:cNvSpPr/>
            <p:nvPr/>
          </p:nvSpPr>
          <p:spPr>
            <a:xfrm>
              <a:off x="607503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pg293"/>
            <p:cNvSpPr/>
            <p:nvPr/>
          </p:nvSpPr>
          <p:spPr>
            <a:xfrm>
              <a:off x="608667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pg294"/>
            <p:cNvSpPr/>
            <p:nvPr/>
          </p:nvSpPr>
          <p:spPr>
            <a:xfrm>
              <a:off x="609831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pg295"/>
            <p:cNvSpPr/>
            <p:nvPr/>
          </p:nvSpPr>
          <p:spPr>
            <a:xfrm>
              <a:off x="610995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pg296"/>
            <p:cNvSpPr/>
            <p:nvPr/>
          </p:nvSpPr>
          <p:spPr>
            <a:xfrm>
              <a:off x="6121587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pg297"/>
            <p:cNvSpPr/>
            <p:nvPr/>
          </p:nvSpPr>
          <p:spPr>
            <a:xfrm>
              <a:off x="613322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pg298"/>
            <p:cNvSpPr/>
            <p:nvPr/>
          </p:nvSpPr>
          <p:spPr>
            <a:xfrm>
              <a:off x="614486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pg299"/>
            <p:cNvSpPr/>
            <p:nvPr/>
          </p:nvSpPr>
          <p:spPr>
            <a:xfrm>
              <a:off x="615649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pg300"/>
            <p:cNvSpPr/>
            <p:nvPr/>
          </p:nvSpPr>
          <p:spPr>
            <a:xfrm>
              <a:off x="512077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pg301"/>
            <p:cNvSpPr/>
            <p:nvPr/>
          </p:nvSpPr>
          <p:spPr>
            <a:xfrm>
              <a:off x="513241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pg302"/>
            <p:cNvSpPr/>
            <p:nvPr/>
          </p:nvSpPr>
          <p:spPr>
            <a:xfrm>
              <a:off x="514405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pg303"/>
            <p:cNvSpPr/>
            <p:nvPr/>
          </p:nvSpPr>
          <p:spPr>
            <a:xfrm>
              <a:off x="515568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pg304"/>
            <p:cNvSpPr/>
            <p:nvPr/>
          </p:nvSpPr>
          <p:spPr>
            <a:xfrm>
              <a:off x="516732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pg305"/>
            <p:cNvSpPr/>
            <p:nvPr/>
          </p:nvSpPr>
          <p:spPr>
            <a:xfrm>
              <a:off x="517896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pg306"/>
            <p:cNvSpPr/>
            <p:nvPr/>
          </p:nvSpPr>
          <p:spPr>
            <a:xfrm>
              <a:off x="519060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pg307"/>
            <p:cNvSpPr/>
            <p:nvPr/>
          </p:nvSpPr>
          <p:spPr>
            <a:xfrm>
              <a:off x="520223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pg308"/>
            <p:cNvSpPr/>
            <p:nvPr/>
          </p:nvSpPr>
          <p:spPr>
            <a:xfrm>
              <a:off x="521387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pg309"/>
            <p:cNvSpPr/>
            <p:nvPr/>
          </p:nvSpPr>
          <p:spPr>
            <a:xfrm>
              <a:off x="522551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pg310"/>
            <p:cNvSpPr/>
            <p:nvPr/>
          </p:nvSpPr>
          <p:spPr>
            <a:xfrm>
              <a:off x="523715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pg311"/>
            <p:cNvSpPr/>
            <p:nvPr/>
          </p:nvSpPr>
          <p:spPr>
            <a:xfrm>
              <a:off x="524878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pg312"/>
            <p:cNvSpPr/>
            <p:nvPr/>
          </p:nvSpPr>
          <p:spPr>
            <a:xfrm>
              <a:off x="590047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pg313"/>
            <p:cNvSpPr/>
            <p:nvPr/>
          </p:nvSpPr>
          <p:spPr>
            <a:xfrm>
              <a:off x="591211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pg314"/>
            <p:cNvSpPr/>
            <p:nvPr/>
          </p:nvSpPr>
          <p:spPr>
            <a:xfrm>
              <a:off x="592375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pg315"/>
            <p:cNvSpPr/>
            <p:nvPr/>
          </p:nvSpPr>
          <p:spPr>
            <a:xfrm>
              <a:off x="593539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pg316"/>
            <p:cNvSpPr/>
            <p:nvPr/>
          </p:nvSpPr>
          <p:spPr>
            <a:xfrm>
              <a:off x="594702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pg317"/>
            <p:cNvSpPr/>
            <p:nvPr/>
          </p:nvSpPr>
          <p:spPr>
            <a:xfrm>
              <a:off x="595866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pg318"/>
            <p:cNvSpPr/>
            <p:nvPr/>
          </p:nvSpPr>
          <p:spPr>
            <a:xfrm>
              <a:off x="597030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pg319"/>
            <p:cNvSpPr/>
            <p:nvPr/>
          </p:nvSpPr>
          <p:spPr>
            <a:xfrm>
              <a:off x="598193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pg320"/>
            <p:cNvSpPr/>
            <p:nvPr/>
          </p:nvSpPr>
          <p:spPr>
            <a:xfrm>
              <a:off x="599357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pg321"/>
            <p:cNvSpPr/>
            <p:nvPr/>
          </p:nvSpPr>
          <p:spPr>
            <a:xfrm>
              <a:off x="600521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pg322"/>
            <p:cNvSpPr/>
            <p:nvPr/>
          </p:nvSpPr>
          <p:spPr>
            <a:xfrm>
              <a:off x="601685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pg323"/>
            <p:cNvSpPr/>
            <p:nvPr/>
          </p:nvSpPr>
          <p:spPr>
            <a:xfrm>
              <a:off x="602848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pg324"/>
            <p:cNvSpPr/>
            <p:nvPr/>
          </p:nvSpPr>
          <p:spPr>
            <a:xfrm>
              <a:off x="604012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pg325"/>
            <p:cNvSpPr/>
            <p:nvPr/>
          </p:nvSpPr>
          <p:spPr>
            <a:xfrm>
              <a:off x="605176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pg326"/>
            <p:cNvSpPr/>
            <p:nvPr/>
          </p:nvSpPr>
          <p:spPr>
            <a:xfrm>
              <a:off x="606340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pg327"/>
            <p:cNvSpPr/>
            <p:nvPr/>
          </p:nvSpPr>
          <p:spPr>
            <a:xfrm>
              <a:off x="607503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pg328"/>
            <p:cNvSpPr/>
            <p:nvPr/>
          </p:nvSpPr>
          <p:spPr>
            <a:xfrm>
              <a:off x="608667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pg329"/>
            <p:cNvSpPr/>
            <p:nvPr/>
          </p:nvSpPr>
          <p:spPr>
            <a:xfrm>
              <a:off x="609831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pg330"/>
            <p:cNvSpPr/>
            <p:nvPr/>
          </p:nvSpPr>
          <p:spPr>
            <a:xfrm>
              <a:off x="610995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pg331"/>
            <p:cNvSpPr/>
            <p:nvPr/>
          </p:nvSpPr>
          <p:spPr>
            <a:xfrm>
              <a:off x="612158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pg332"/>
            <p:cNvSpPr/>
            <p:nvPr/>
          </p:nvSpPr>
          <p:spPr>
            <a:xfrm>
              <a:off x="613322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pg333"/>
            <p:cNvSpPr/>
            <p:nvPr/>
          </p:nvSpPr>
          <p:spPr>
            <a:xfrm>
              <a:off x="614486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pg334"/>
            <p:cNvSpPr/>
            <p:nvPr/>
          </p:nvSpPr>
          <p:spPr>
            <a:xfrm>
              <a:off x="615649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pg335"/>
            <p:cNvSpPr/>
            <p:nvPr/>
          </p:nvSpPr>
          <p:spPr>
            <a:xfrm>
              <a:off x="509750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pg336"/>
            <p:cNvSpPr/>
            <p:nvPr/>
          </p:nvSpPr>
          <p:spPr>
            <a:xfrm>
              <a:off x="510913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pg337"/>
            <p:cNvSpPr/>
            <p:nvPr/>
          </p:nvSpPr>
          <p:spPr>
            <a:xfrm>
              <a:off x="512077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pg338"/>
            <p:cNvSpPr/>
            <p:nvPr/>
          </p:nvSpPr>
          <p:spPr>
            <a:xfrm>
              <a:off x="513241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pg339"/>
            <p:cNvSpPr/>
            <p:nvPr/>
          </p:nvSpPr>
          <p:spPr>
            <a:xfrm>
              <a:off x="514405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pg340"/>
            <p:cNvSpPr/>
            <p:nvPr/>
          </p:nvSpPr>
          <p:spPr>
            <a:xfrm>
              <a:off x="515568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pg341"/>
            <p:cNvSpPr/>
            <p:nvPr/>
          </p:nvSpPr>
          <p:spPr>
            <a:xfrm>
              <a:off x="516732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pg342"/>
            <p:cNvSpPr/>
            <p:nvPr/>
          </p:nvSpPr>
          <p:spPr>
            <a:xfrm>
              <a:off x="517896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pg343"/>
            <p:cNvSpPr/>
            <p:nvPr/>
          </p:nvSpPr>
          <p:spPr>
            <a:xfrm>
              <a:off x="519060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pg344"/>
            <p:cNvSpPr/>
            <p:nvPr/>
          </p:nvSpPr>
          <p:spPr>
            <a:xfrm>
              <a:off x="520223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pg345"/>
            <p:cNvSpPr/>
            <p:nvPr/>
          </p:nvSpPr>
          <p:spPr>
            <a:xfrm>
              <a:off x="521387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pg346"/>
            <p:cNvSpPr/>
            <p:nvPr/>
          </p:nvSpPr>
          <p:spPr>
            <a:xfrm>
              <a:off x="590047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pg347"/>
            <p:cNvSpPr/>
            <p:nvPr/>
          </p:nvSpPr>
          <p:spPr>
            <a:xfrm>
              <a:off x="591211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pg348"/>
            <p:cNvSpPr/>
            <p:nvPr/>
          </p:nvSpPr>
          <p:spPr>
            <a:xfrm>
              <a:off x="592375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pg349"/>
            <p:cNvSpPr/>
            <p:nvPr/>
          </p:nvSpPr>
          <p:spPr>
            <a:xfrm>
              <a:off x="593539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pg350"/>
            <p:cNvSpPr/>
            <p:nvPr/>
          </p:nvSpPr>
          <p:spPr>
            <a:xfrm>
              <a:off x="594702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pg351"/>
            <p:cNvSpPr/>
            <p:nvPr/>
          </p:nvSpPr>
          <p:spPr>
            <a:xfrm>
              <a:off x="595866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pg352"/>
            <p:cNvSpPr/>
            <p:nvPr/>
          </p:nvSpPr>
          <p:spPr>
            <a:xfrm>
              <a:off x="597030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pg353"/>
            <p:cNvSpPr/>
            <p:nvPr/>
          </p:nvSpPr>
          <p:spPr>
            <a:xfrm>
              <a:off x="598193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pg354"/>
            <p:cNvSpPr/>
            <p:nvPr/>
          </p:nvSpPr>
          <p:spPr>
            <a:xfrm>
              <a:off x="599357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pg355"/>
            <p:cNvSpPr/>
            <p:nvPr/>
          </p:nvSpPr>
          <p:spPr>
            <a:xfrm>
              <a:off x="600521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pg356"/>
            <p:cNvSpPr/>
            <p:nvPr/>
          </p:nvSpPr>
          <p:spPr>
            <a:xfrm>
              <a:off x="601685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pg357"/>
            <p:cNvSpPr/>
            <p:nvPr/>
          </p:nvSpPr>
          <p:spPr>
            <a:xfrm>
              <a:off x="602848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pg358"/>
            <p:cNvSpPr/>
            <p:nvPr/>
          </p:nvSpPr>
          <p:spPr>
            <a:xfrm>
              <a:off x="604012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pg359"/>
            <p:cNvSpPr/>
            <p:nvPr/>
          </p:nvSpPr>
          <p:spPr>
            <a:xfrm>
              <a:off x="605176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pg360"/>
            <p:cNvSpPr/>
            <p:nvPr/>
          </p:nvSpPr>
          <p:spPr>
            <a:xfrm>
              <a:off x="606340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pg361"/>
            <p:cNvSpPr/>
            <p:nvPr/>
          </p:nvSpPr>
          <p:spPr>
            <a:xfrm>
              <a:off x="607503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pg362"/>
            <p:cNvSpPr/>
            <p:nvPr/>
          </p:nvSpPr>
          <p:spPr>
            <a:xfrm>
              <a:off x="608667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pg363"/>
            <p:cNvSpPr/>
            <p:nvPr/>
          </p:nvSpPr>
          <p:spPr>
            <a:xfrm>
              <a:off x="609831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pg364"/>
            <p:cNvSpPr/>
            <p:nvPr/>
          </p:nvSpPr>
          <p:spPr>
            <a:xfrm>
              <a:off x="610995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pg365"/>
            <p:cNvSpPr/>
            <p:nvPr/>
          </p:nvSpPr>
          <p:spPr>
            <a:xfrm>
              <a:off x="612158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pg366"/>
            <p:cNvSpPr/>
            <p:nvPr/>
          </p:nvSpPr>
          <p:spPr>
            <a:xfrm>
              <a:off x="613322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pg367"/>
            <p:cNvSpPr/>
            <p:nvPr/>
          </p:nvSpPr>
          <p:spPr>
            <a:xfrm>
              <a:off x="614486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pg368"/>
            <p:cNvSpPr/>
            <p:nvPr/>
          </p:nvSpPr>
          <p:spPr>
            <a:xfrm>
              <a:off x="615649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pg369"/>
            <p:cNvSpPr/>
            <p:nvPr/>
          </p:nvSpPr>
          <p:spPr>
            <a:xfrm>
              <a:off x="509750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pg370"/>
            <p:cNvSpPr/>
            <p:nvPr/>
          </p:nvSpPr>
          <p:spPr>
            <a:xfrm>
              <a:off x="510913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pg371"/>
            <p:cNvSpPr/>
            <p:nvPr/>
          </p:nvSpPr>
          <p:spPr>
            <a:xfrm>
              <a:off x="512077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pg372"/>
            <p:cNvSpPr/>
            <p:nvPr/>
          </p:nvSpPr>
          <p:spPr>
            <a:xfrm>
              <a:off x="513241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pg373"/>
            <p:cNvSpPr/>
            <p:nvPr/>
          </p:nvSpPr>
          <p:spPr>
            <a:xfrm>
              <a:off x="5144051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pg374"/>
            <p:cNvSpPr/>
            <p:nvPr/>
          </p:nvSpPr>
          <p:spPr>
            <a:xfrm>
              <a:off x="515568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pg375"/>
            <p:cNvSpPr/>
            <p:nvPr/>
          </p:nvSpPr>
          <p:spPr>
            <a:xfrm>
              <a:off x="516732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pg376"/>
            <p:cNvSpPr/>
            <p:nvPr/>
          </p:nvSpPr>
          <p:spPr>
            <a:xfrm>
              <a:off x="5178963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pg377"/>
            <p:cNvSpPr/>
            <p:nvPr/>
          </p:nvSpPr>
          <p:spPr>
            <a:xfrm>
              <a:off x="5190601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pg378"/>
            <p:cNvSpPr/>
            <p:nvPr/>
          </p:nvSpPr>
          <p:spPr>
            <a:xfrm>
              <a:off x="590047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pg379"/>
            <p:cNvSpPr/>
            <p:nvPr/>
          </p:nvSpPr>
          <p:spPr>
            <a:xfrm>
              <a:off x="591211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pg380"/>
            <p:cNvSpPr/>
            <p:nvPr/>
          </p:nvSpPr>
          <p:spPr>
            <a:xfrm>
              <a:off x="5923753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pg381"/>
            <p:cNvSpPr/>
            <p:nvPr/>
          </p:nvSpPr>
          <p:spPr>
            <a:xfrm>
              <a:off x="593539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pg382"/>
            <p:cNvSpPr/>
            <p:nvPr/>
          </p:nvSpPr>
          <p:spPr>
            <a:xfrm>
              <a:off x="594702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pg383"/>
            <p:cNvSpPr/>
            <p:nvPr/>
          </p:nvSpPr>
          <p:spPr>
            <a:xfrm>
              <a:off x="595866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pg384"/>
            <p:cNvSpPr/>
            <p:nvPr/>
          </p:nvSpPr>
          <p:spPr>
            <a:xfrm>
              <a:off x="597030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pg385"/>
            <p:cNvSpPr/>
            <p:nvPr/>
          </p:nvSpPr>
          <p:spPr>
            <a:xfrm>
              <a:off x="598193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pg386"/>
            <p:cNvSpPr/>
            <p:nvPr/>
          </p:nvSpPr>
          <p:spPr>
            <a:xfrm>
              <a:off x="599357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pg387"/>
            <p:cNvSpPr/>
            <p:nvPr/>
          </p:nvSpPr>
          <p:spPr>
            <a:xfrm>
              <a:off x="600521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pg388"/>
            <p:cNvSpPr/>
            <p:nvPr/>
          </p:nvSpPr>
          <p:spPr>
            <a:xfrm>
              <a:off x="6016851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pg389"/>
            <p:cNvSpPr/>
            <p:nvPr/>
          </p:nvSpPr>
          <p:spPr>
            <a:xfrm>
              <a:off x="602848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pg390"/>
            <p:cNvSpPr/>
            <p:nvPr/>
          </p:nvSpPr>
          <p:spPr>
            <a:xfrm>
              <a:off x="604012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pg391"/>
            <p:cNvSpPr/>
            <p:nvPr/>
          </p:nvSpPr>
          <p:spPr>
            <a:xfrm>
              <a:off x="6051763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pg392"/>
            <p:cNvSpPr/>
            <p:nvPr/>
          </p:nvSpPr>
          <p:spPr>
            <a:xfrm>
              <a:off x="606340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pg393"/>
            <p:cNvSpPr/>
            <p:nvPr/>
          </p:nvSpPr>
          <p:spPr>
            <a:xfrm>
              <a:off x="607503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pg394"/>
            <p:cNvSpPr/>
            <p:nvPr/>
          </p:nvSpPr>
          <p:spPr>
            <a:xfrm>
              <a:off x="608667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pg395"/>
            <p:cNvSpPr/>
            <p:nvPr/>
          </p:nvSpPr>
          <p:spPr>
            <a:xfrm>
              <a:off x="609831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pg396"/>
            <p:cNvSpPr/>
            <p:nvPr/>
          </p:nvSpPr>
          <p:spPr>
            <a:xfrm>
              <a:off x="610995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pg397"/>
            <p:cNvSpPr/>
            <p:nvPr/>
          </p:nvSpPr>
          <p:spPr>
            <a:xfrm>
              <a:off x="612158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pg398"/>
            <p:cNvSpPr/>
            <p:nvPr/>
          </p:nvSpPr>
          <p:spPr>
            <a:xfrm>
              <a:off x="613322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pg399"/>
            <p:cNvSpPr/>
            <p:nvPr/>
          </p:nvSpPr>
          <p:spPr>
            <a:xfrm>
              <a:off x="614486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pg400"/>
            <p:cNvSpPr/>
            <p:nvPr/>
          </p:nvSpPr>
          <p:spPr>
            <a:xfrm>
              <a:off x="615649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pg401"/>
            <p:cNvSpPr/>
            <p:nvPr/>
          </p:nvSpPr>
          <p:spPr>
            <a:xfrm>
              <a:off x="616813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pg402"/>
            <p:cNvSpPr/>
            <p:nvPr/>
          </p:nvSpPr>
          <p:spPr>
            <a:xfrm>
              <a:off x="509750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pg403"/>
            <p:cNvSpPr/>
            <p:nvPr/>
          </p:nvSpPr>
          <p:spPr>
            <a:xfrm>
              <a:off x="5109139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pg404"/>
            <p:cNvSpPr/>
            <p:nvPr/>
          </p:nvSpPr>
          <p:spPr>
            <a:xfrm>
              <a:off x="512077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pg405"/>
            <p:cNvSpPr/>
            <p:nvPr/>
          </p:nvSpPr>
          <p:spPr>
            <a:xfrm>
              <a:off x="513241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pg406"/>
            <p:cNvSpPr/>
            <p:nvPr/>
          </p:nvSpPr>
          <p:spPr>
            <a:xfrm>
              <a:off x="5144051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pg407"/>
            <p:cNvSpPr/>
            <p:nvPr/>
          </p:nvSpPr>
          <p:spPr>
            <a:xfrm>
              <a:off x="5155689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pg408"/>
            <p:cNvSpPr/>
            <p:nvPr/>
          </p:nvSpPr>
          <p:spPr>
            <a:xfrm>
              <a:off x="5888841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pg409"/>
            <p:cNvSpPr/>
            <p:nvPr/>
          </p:nvSpPr>
          <p:spPr>
            <a:xfrm>
              <a:off x="5900478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pg410"/>
            <p:cNvSpPr/>
            <p:nvPr/>
          </p:nvSpPr>
          <p:spPr>
            <a:xfrm>
              <a:off x="591211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pg411"/>
            <p:cNvSpPr/>
            <p:nvPr/>
          </p:nvSpPr>
          <p:spPr>
            <a:xfrm>
              <a:off x="5923753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pg412"/>
            <p:cNvSpPr/>
            <p:nvPr/>
          </p:nvSpPr>
          <p:spPr>
            <a:xfrm>
              <a:off x="593539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pg413"/>
            <p:cNvSpPr/>
            <p:nvPr/>
          </p:nvSpPr>
          <p:spPr>
            <a:xfrm>
              <a:off x="594702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pg414"/>
            <p:cNvSpPr/>
            <p:nvPr/>
          </p:nvSpPr>
          <p:spPr>
            <a:xfrm>
              <a:off x="595866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pg415"/>
            <p:cNvSpPr/>
            <p:nvPr/>
          </p:nvSpPr>
          <p:spPr>
            <a:xfrm>
              <a:off x="597030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pg416"/>
            <p:cNvSpPr/>
            <p:nvPr/>
          </p:nvSpPr>
          <p:spPr>
            <a:xfrm>
              <a:off x="5981939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pg417"/>
            <p:cNvSpPr/>
            <p:nvPr/>
          </p:nvSpPr>
          <p:spPr>
            <a:xfrm>
              <a:off x="599357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pg418"/>
            <p:cNvSpPr/>
            <p:nvPr/>
          </p:nvSpPr>
          <p:spPr>
            <a:xfrm>
              <a:off x="600521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765">
                <a:alpha val="100000"/>
              </a:srgbClr>
            </a:solidFill>
            <a:ln w="5420" cap="flat">
              <a:solidFill>
                <a:srgbClr val="3A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pg419"/>
            <p:cNvSpPr/>
            <p:nvPr/>
          </p:nvSpPr>
          <p:spPr>
            <a:xfrm>
              <a:off x="606340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pg420"/>
            <p:cNvSpPr/>
            <p:nvPr/>
          </p:nvSpPr>
          <p:spPr>
            <a:xfrm>
              <a:off x="6075038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pg421"/>
            <p:cNvSpPr/>
            <p:nvPr/>
          </p:nvSpPr>
          <p:spPr>
            <a:xfrm>
              <a:off x="608667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pg422"/>
            <p:cNvSpPr/>
            <p:nvPr/>
          </p:nvSpPr>
          <p:spPr>
            <a:xfrm>
              <a:off x="609831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pg423"/>
            <p:cNvSpPr/>
            <p:nvPr/>
          </p:nvSpPr>
          <p:spPr>
            <a:xfrm>
              <a:off x="610995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pg424"/>
            <p:cNvSpPr/>
            <p:nvPr/>
          </p:nvSpPr>
          <p:spPr>
            <a:xfrm>
              <a:off x="612158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pg425"/>
            <p:cNvSpPr/>
            <p:nvPr/>
          </p:nvSpPr>
          <p:spPr>
            <a:xfrm>
              <a:off x="613322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pg426"/>
            <p:cNvSpPr/>
            <p:nvPr/>
          </p:nvSpPr>
          <p:spPr>
            <a:xfrm>
              <a:off x="614486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pg427"/>
            <p:cNvSpPr/>
            <p:nvPr/>
          </p:nvSpPr>
          <p:spPr>
            <a:xfrm>
              <a:off x="6156499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pg428"/>
            <p:cNvSpPr/>
            <p:nvPr/>
          </p:nvSpPr>
          <p:spPr>
            <a:xfrm>
              <a:off x="509750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pg429"/>
            <p:cNvSpPr/>
            <p:nvPr/>
          </p:nvSpPr>
          <p:spPr>
            <a:xfrm>
              <a:off x="5109139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pg430"/>
            <p:cNvSpPr/>
            <p:nvPr/>
          </p:nvSpPr>
          <p:spPr>
            <a:xfrm>
              <a:off x="5120777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1">
                <a:alpha val="100000"/>
              </a:srgbClr>
            </a:solidFill>
            <a:ln w="5420" cap="flat">
              <a:solidFill>
                <a:srgbClr val="3B3E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pg431"/>
            <p:cNvSpPr/>
            <p:nvPr/>
          </p:nvSpPr>
          <p:spPr>
            <a:xfrm>
              <a:off x="5132414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pg432"/>
            <p:cNvSpPr/>
            <p:nvPr/>
          </p:nvSpPr>
          <p:spPr>
            <a:xfrm>
              <a:off x="5842291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pg433"/>
            <p:cNvSpPr/>
            <p:nvPr/>
          </p:nvSpPr>
          <p:spPr>
            <a:xfrm>
              <a:off x="5853929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pg434"/>
            <p:cNvSpPr/>
            <p:nvPr/>
          </p:nvSpPr>
          <p:spPr>
            <a:xfrm>
              <a:off x="586556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pg435"/>
            <p:cNvSpPr/>
            <p:nvPr/>
          </p:nvSpPr>
          <p:spPr>
            <a:xfrm>
              <a:off x="5877203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pg436"/>
            <p:cNvSpPr/>
            <p:nvPr/>
          </p:nvSpPr>
          <p:spPr>
            <a:xfrm>
              <a:off x="5888841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pg437"/>
            <p:cNvSpPr/>
            <p:nvPr/>
          </p:nvSpPr>
          <p:spPr>
            <a:xfrm>
              <a:off x="590047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pg438"/>
            <p:cNvSpPr/>
            <p:nvPr/>
          </p:nvSpPr>
          <p:spPr>
            <a:xfrm>
              <a:off x="591211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pg439"/>
            <p:cNvSpPr/>
            <p:nvPr/>
          </p:nvSpPr>
          <p:spPr>
            <a:xfrm>
              <a:off x="5923753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pg440"/>
            <p:cNvSpPr/>
            <p:nvPr/>
          </p:nvSpPr>
          <p:spPr>
            <a:xfrm>
              <a:off x="593539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pg441"/>
            <p:cNvSpPr/>
            <p:nvPr/>
          </p:nvSpPr>
          <p:spPr>
            <a:xfrm>
              <a:off x="5947027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pg442"/>
            <p:cNvSpPr/>
            <p:nvPr/>
          </p:nvSpPr>
          <p:spPr>
            <a:xfrm>
              <a:off x="604012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pg443"/>
            <p:cNvSpPr/>
            <p:nvPr/>
          </p:nvSpPr>
          <p:spPr>
            <a:xfrm>
              <a:off x="6051763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pg444"/>
            <p:cNvSpPr/>
            <p:nvPr/>
          </p:nvSpPr>
          <p:spPr>
            <a:xfrm>
              <a:off x="606340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pg445"/>
            <p:cNvSpPr/>
            <p:nvPr/>
          </p:nvSpPr>
          <p:spPr>
            <a:xfrm>
              <a:off x="607503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pg446"/>
            <p:cNvSpPr/>
            <p:nvPr/>
          </p:nvSpPr>
          <p:spPr>
            <a:xfrm>
              <a:off x="608667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pg447"/>
            <p:cNvSpPr/>
            <p:nvPr/>
          </p:nvSpPr>
          <p:spPr>
            <a:xfrm>
              <a:off x="609831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A">
                <a:alpha val="100000"/>
              </a:srgbClr>
            </a:solidFill>
            <a:ln w="5420" cap="flat">
              <a:solidFill>
                <a:srgbClr val="3B39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pg448"/>
            <p:cNvSpPr/>
            <p:nvPr/>
          </p:nvSpPr>
          <p:spPr>
            <a:xfrm>
              <a:off x="610995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pg449"/>
            <p:cNvSpPr/>
            <p:nvPr/>
          </p:nvSpPr>
          <p:spPr>
            <a:xfrm>
              <a:off x="6121587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pg450"/>
            <p:cNvSpPr/>
            <p:nvPr/>
          </p:nvSpPr>
          <p:spPr>
            <a:xfrm>
              <a:off x="6133224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pg451"/>
            <p:cNvSpPr/>
            <p:nvPr/>
          </p:nvSpPr>
          <p:spPr>
            <a:xfrm>
              <a:off x="614486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A">
                <a:alpha val="100000"/>
              </a:srgbClr>
            </a:solidFill>
            <a:ln w="5420" cap="flat">
              <a:solidFill>
                <a:srgbClr val="3B39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pg452"/>
            <p:cNvSpPr/>
            <p:nvPr/>
          </p:nvSpPr>
          <p:spPr>
            <a:xfrm>
              <a:off x="572591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pg453"/>
            <p:cNvSpPr/>
            <p:nvPr/>
          </p:nvSpPr>
          <p:spPr>
            <a:xfrm>
              <a:off x="573755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pg454"/>
            <p:cNvSpPr/>
            <p:nvPr/>
          </p:nvSpPr>
          <p:spPr>
            <a:xfrm>
              <a:off x="574919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2">
                <a:alpha val="100000"/>
              </a:srgbClr>
            </a:solidFill>
            <a:ln w="5420" cap="flat">
              <a:solidFill>
                <a:srgbClr val="2F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pg455"/>
            <p:cNvSpPr/>
            <p:nvPr/>
          </p:nvSpPr>
          <p:spPr>
            <a:xfrm>
              <a:off x="576083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pg456"/>
            <p:cNvSpPr/>
            <p:nvPr/>
          </p:nvSpPr>
          <p:spPr>
            <a:xfrm>
              <a:off x="5772467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pg457"/>
            <p:cNvSpPr/>
            <p:nvPr/>
          </p:nvSpPr>
          <p:spPr>
            <a:xfrm>
              <a:off x="578410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pg458"/>
            <p:cNvSpPr/>
            <p:nvPr/>
          </p:nvSpPr>
          <p:spPr>
            <a:xfrm>
              <a:off x="579574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pg459"/>
            <p:cNvSpPr/>
            <p:nvPr/>
          </p:nvSpPr>
          <p:spPr>
            <a:xfrm>
              <a:off x="5807379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pg460"/>
            <p:cNvSpPr/>
            <p:nvPr/>
          </p:nvSpPr>
          <p:spPr>
            <a:xfrm>
              <a:off x="5819017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pg461"/>
            <p:cNvSpPr/>
            <p:nvPr/>
          </p:nvSpPr>
          <p:spPr>
            <a:xfrm>
              <a:off x="583065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pg462"/>
            <p:cNvSpPr/>
            <p:nvPr/>
          </p:nvSpPr>
          <p:spPr>
            <a:xfrm>
              <a:off x="5842291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pg463"/>
            <p:cNvSpPr/>
            <p:nvPr/>
          </p:nvSpPr>
          <p:spPr>
            <a:xfrm>
              <a:off x="5853929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pg464"/>
            <p:cNvSpPr/>
            <p:nvPr/>
          </p:nvSpPr>
          <p:spPr>
            <a:xfrm>
              <a:off x="586556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pg465"/>
            <p:cNvSpPr/>
            <p:nvPr/>
          </p:nvSpPr>
          <p:spPr>
            <a:xfrm>
              <a:off x="587720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pg466"/>
            <p:cNvSpPr/>
            <p:nvPr/>
          </p:nvSpPr>
          <p:spPr>
            <a:xfrm>
              <a:off x="5888841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pg467"/>
            <p:cNvSpPr/>
            <p:nvPr/>
          </p:nvSpPr>
          <p:spPr>
            <a:xfrm>
              <a:off x="590047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pg468"/>
            <p:cNvSpPr/>
            <p:nvPr/>
          </p:nvSpPr>
          <p:spPr>
            <a:xfrm>
              <a:off x="591211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pg469"/>
            <p:cNvSpPr/>
            <p:nvPr/>
          </p:nvSpPr>
          <p:spPr>
            <a:xfrm>
              <a:off x="592375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pg470"/>
            <p:cNvSpPr/>
            <p:nvPr/>
          </p:nvSpPr>
          <p:spPr>
            <a:xfrm>
              <a:off x="593539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pg471"/>
            <p:cNvSpPr/>
            <p:nvPr/>
          </p:nvSpPr>
          <p:spPr>
            <a:xfrm>
              <a:off x="5947027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pg472"/>
            <p:cNvSpPr/>
            <p:nvPr/>
          </p:nvSpPr>
          <p:spPr>
            <a:xfrm>
              <a:off x="6016851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pg473"/>
            <p:cNvSpPr/>
            <p:nvPr/>
          </p:nvSpPr>
          <p:spPr>
            <a:xfrm>
              <a:off x="602848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pg474"/>
            <p:cNvSpPr/>
            <p:nvPr/>
          </p:nvSpPr>
          <p:spPr>
            <a:xfrm>
              <a:off x="604012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pg475"/>
            <p:cNvSpPr/>
            <p:nvPr/>
          </p:nvSpPr>
          <p:spPr>
            <a:xfrm>
              <a:off x="605176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pg476"/>
            <p:cNvSpPr/>
            <p:nvPr/>
          </p:nvSpPr>
          <p:spPr>
            <a:xfrm>
              <a:off x="606340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pg477"/>
            <p:cNvSpPr/>
            <p:nvPr/>
          </p:nvSpPr>
          <p:spPr>
            <a:xfrm>
              <a:off x="607503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pg478"/>
            <p:cNvSpPr/>
            <p:nvPr/>
          </p:nvSpPr>
          <p:spPr>
            <a:xfrm>
              <a:off x="608667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pg479"/>
            <p:cNvSpPr/>
            <p:nvPr/>
          </p:nvSpPr>
          <p:spPr>
            <a:xfrm>
              <a:off x="609831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pg480"/>
            <p:cNvSpPr/>
            <p:nvPr/>
          </p:nvSpPr>
          <p:spPr>
            <a:xfrm>
              <a:off x="610995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pg481"/>
            <p:cNvSpPr/>
            <p:nvPr/>
          </p:nvSpPr>
          <p:spPr>
            <a:xfrm>
              <a:off x="6121587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pg482"/>
            <p:cNvSpPr/>
            <p:nvPr/>
          </p:nvSpPr>
          <p:spPr>
            <a:xfrm>
              <a:off x="5714281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A">
                <a:alpha val="100000"/>
              </a:srgbClr>
            </a:solidFill>
            <a:ln w="5420" cap="flat">
              <a:solidFill>
                <a:srgbClr val="2A1F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pg483"/>
            <p:cNvSpPr/>
            <p:nvPr/>
          </p:nvSpPr>
          <p:spPr>
            <a:xfrm>
              <a:off x="572591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B">
                <a:alpha val="100000"/>
              </a:srgbClr>
            </a:solidFill>
            <a:ln w="5420" cap="flat">
              <a:solidFill>
                <a:srgbClr val="2B20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pg484"/>
            <p:cNvSpPr/>
            <p:nvPr/>
          </p:nvSpPr>
          <p:spPr>
            <a:xfrm>
              <a:off x="573755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D">
                <a:alpha val="100000"/>
              </a:srgbClr>
            </a:solidFill>
            <a:ln w="5420" cap="flat">
              <a:solidFill>
                <a:srgbClr val="2B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pg485"/>
            <p:cNvSpPr/>
            <p:nvPr/>
          </p:nvSpPr>
          <p:spPr>
            <a:xfrm>
              <a:off x="574919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pg486"/>
            <p:cNvSpPr/>
            <p:nvPr/>
          </p:nvSpPr>
          <p:spPr>
            <a:xfrm>
              <a:off x="576083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342">
                <a:alpha val="100000"/>
              </a:srgbClr>
            </a:solidFill>
            <a:ln w="5420" cap="flat">
              <a:solidFill>
                <a:srgbClr val="2E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pg487"/>
            <p:cNvSpPr/>
            <p:nvPr/>
          </p:nvSpPr>
          <p:spPr>
            <a:xfrm>
              <a:off x="5772467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344">
                <a:alpha val="100000"/>
              </a:srgbClr>
            </a:solidFill>
            <a:ln w="5420" cap="flat">
              <a:solidFill>
                <a:srgbClr val="30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pg488"/>
            <p:cNvSpPr/>
            <p:nvPr/>
          </p:nvSpPr>
          <p:spPr>
            <a:xfrm>
              <a:off x="578410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pg489"/>
            <p:cNvSpPr/>
            <p:nvPr/>
          </p:nvSpPr>
          <p:spPr>
            <a:xfrm>
              <a:off x="5795742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pg490"/>
            <p:cNvSpPr/>
            <p:nvPr/>
          </p:nvSpPr>
          <p:spPr>
            <a:xfrm>
              <a:off x="5807379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pg491"/>
            <p:cNvSpPr/>
            <p:nvPr/>
          </p:nvSpPr>
          <p:spPr>
            <a:xfrm>
              <a:off x="5819017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pg492"/>
            <p:cNvSpPr/>
            <p:nvPr/>
          </p:nvSpPr>
          <p:spPr>
            <a:xfrm>
              <a:off x="583065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pg493"/>
            <p:cNvSpPr/>
            <p:nvPr/>
          </p:nvSpPr>
          <p:spPr>
            <a:xfrm>
              <a:off x="5842291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pg494"/>
            <p:cNvSpPr/>
            <p:nvPr/>
          </p:nvSpPr>
          <p:spPr>
            <a:xfrm>
              <a:off x="5853929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pg495"/>
            <p:cNvSpPr/>
            <p:nvPr/>
          </p:nvSpPr>
          <p:spPr>
            <a:xfrm>
              <a:off x="586556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pg496"/>
            <p:cNvSpPr/>
            <p:nvPr/>
          </p:nvSpPr>
          <p:spPr>
            <a:xfrm>
              <a:off x="587720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pg497"/>
            <p:cNvSpPr/>
            <p:nvPr/>
          </p:nvSpPr>
          <p:spPr>
            <a:xfrm>
              <a:off x="5888841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pg498"/>
            <p:cNvSpPr/>
            <p:nvPr/>
          </p:nvSpPr>
          <p:spPr>
            <a:xfrm>
              <a:off x="590047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pg499"/>
            <p:cNvSpPr/>
            <p:nvPr/>
          </p:nvSpPr>
          <p:spPr>
            <a:xfrm>
              <a:off x="591211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pg500"/>
            <p:cNvSpPr/>
            <p:nvPr/>
          </p:nvSpPr>
          <p:spPr>
            <a:xfrm>
              <a:off x="592375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pg501"/>
            <p:cNvSpPr/>
            <p:nvPr/>
          </p:nvSpPr>
          <p:spPr>
            <a:xfrm>
              <a:off x="593539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pg502"/>
            <p:cNvSpPr/>
            <p:nvPr/>
          </p:nvSpPr>
          <p:spPr>
            <a:xfrm>
              <a:off x="600521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pg503"/>
            <p:cNvSpPr/>
            <p:nvPr/>
          </p:nvSpPr>
          <p:spPr>
            <a:xfrm>
              <a:off x="6016851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pg504"/>
            <p:cNvSpPr/>
            <p:nvPr/>
          </p:nvSpPr>
          <p:spPr>
            <a:xfrm>
              <a:off x="602848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pg505"/>
            <p:cNvSpPr/>
            <p:nvPr/>
          </p:nvSpPr>
          <p:spPr>
            <a:xfrm>
              <a:off x="604012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pg506"/>
            <p:cNvSpPr/>
            <p:nvPr/>
          </p:nvSpPr>
          <p:spPr>
            <a:xfrm>
              <a:off x="605176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pg507"/>
            <p:cNvSpPr/>
            <p:nvPr/>
          </p:nvSpPr>
          <p:spPr>
            <a:xfrm>
              <a:off x="606340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pg508"/>
            <p:cNvSpPr/>
            <p:nvPr/>
          </p:nvSpPr>
          <p:spPr>
            <a:xfrm>
              <a:off x="607503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pg509"/>
            <p:cNvSpPr/>
            <p:nvPr/>
          </p:nvSpPr>
          <p:spPr>
            <a:xfrm>
              <a:off x="608667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pg510"/>
            <p:cNvSpPr/>
            <p:nvPr/>
          </p:nvSpPr>
          <p:spPr>
            <a:xfrm>
              <a:off x="6098312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pg511"/>
            <p:cNvSpPr/>
            <p:nvPr/>
          </p:nvSpPr>
          <p:spPr>
            <a:xfrm>
              <a:off x="610995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pg512"/>
            <p:cNvSpPr/>
            <p:nvPr/>
          </p:nvSpPr>
          <p:spPr>
            <a:xfrm>
              <a:off x="570264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pg513"/>
            <p:cNvSpPr/>
            <p:nvPr/>
          </p:nvSpPr>
          <p:spPr>
            <a:xfrm>
              <a:off x="5714281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E37">
                <a:alpha val="100000"/>
              </a:srgbClr>
            </a:solidFill>
            <a:ln w="5420" cap="flat">
              <a:solidFill>
                <a:srgbClr val="281E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pg514"/>
            <p:cNvSpPr/>
            <p:nvPr/>
          </p:nvSpPr>
          <p:spPr>
            <a:xfrm>
              <a:off x="572591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pg515"/>
            <p:cNvSpPr/>
            <p:nvPr/>
          </p:nvSpPr>
          <p:spPr>
            <a:xfrm>
              <a:off x="5737555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A">
                <a:alpha val="100000"/>
              </a:srgbClr>
            </a:solidFill>
            <a:ln w="5420" cap="flat">
              <a:solidFill>
                <a:srgbClr val="2A1F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pg516"/>
            <p:cNvSpPr/>
            <p:nvPr/>
          </p:nvSpPr>
          <p:spPr>
            <a:xfrm>
              <a:off x="574919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pg517"/>
            <p:cNvSpPr/>
            <p:nvPr/>
          </p:nvSpPr>
          <p:spPr>
            <a:xfrm>
              <a:off x="576083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pg518"/>
            <p:cNvSpPr/>
            <p:nvPr/>
          </p:nvSpPr>
          <p:spPr>
            <a:xfrm>
              <a:off x="5772467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pg519"/>
            <p:cNvSpPr/>
            <p:nvPr/>
          </p:nvSpPr>
          <p:spPr>
            <a:xfrm>
              <a:off x="5784105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pg520"/>
            <p:cNvSpPr/>
            <p:nvPr/>
          </p:nvSpPr>
          <p:spPr>
            <a:xfrm>
              <a:off x="5795742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pg521"/>
            <p:cNvSpPr/>
            <p:nvPr/>
          </p:nvSpPr>
          <p:spPr>
            <a:xfrm>
              <a:off x="5807379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pg522"/>
            <p:cNvSpPr/>
            <p:nvPr/>
          </p:nvSpPr>
          <p:spPr>
            <a:xfrm>
              <a:off x="5819017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pg523"/>
            <p:cNvSpPr/>
            <p:nvPr/>
          </p:nvSpPr>
          <p:spPr>
            <a:xfrm>
              <a:off x="583065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pg524"/>
            <p:cNvSpPr/>
            <p:nvPr/>
          </p:nvSpPr>
          <p:spPr>
            <a:xfrm>
              <a:off x="5842291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pg525"/>
            <p:cNvSpPr/>
            <p:nvPr/>
          </p:nvSpPr>
          <p:spPr>
            <a:xfrm>
              <a:off x="5853929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pg526"/>
            <p:cNvSpPr/>
            <p:nvPr/>
          </p:nvSpPr>
          <p:spPr>
            <a:xfrm>
              <a:off x="586556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pg527"/>
            <p:cNvSpPr/>
            <p:nvPr/>
          </p:nvSpPr>
          <p:spPr>
            <a:xfrm>
              <a:off x="587720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pg528"/>
            <p:cNvSpPr/>
            <p:nvPr/>
          </p:nvSpPr>
          <p:spPr>
            <a:xfrm>
              <a:off x="5888841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pg529"/>
            <p:cNvSpPr/>
            <p:nvPr/>
          </p:nvSpPr>
          <p:spPr>
            <a:xfrm>
              <a:off x="590047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pg530"/>
            <p:cNvSpPr/>
            <p:nvPr/>
          </p:nvSpPr>
          <p:spPr>
            <a:xfrm>
              <a:off x="5912115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pg531"/>
            <p:cNvSpPr/>
            <p:nvPr/>
          </p:nvSpPr>
          <p:spPr>
            <a:xfrm>
              <a:off x="592375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pg532"/>
            <p:cNvSpPr/>
            <p:nvPr/>
          </p:nvSpPr>
          <p:spPr>
            <a:xfrm>
              <a:off x="600521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pg533"/>
            <p:cNvSpPr/>
            <p:nvPr/>
          </p:nvSpPr>
          <p:spPr>
            <a:xfrm>
              <a:off x="6016851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pg534"/>
            <p:cNvSpPr/>
            <p:nvPr/>
          </p:nvSpPr>
          <p:spPr>
            <a:xfrm>
              <a:off x="602848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pg535"/>
            <p:cNvSpPr/>
            <p:nvPr/>
          </p:nvSpPr>
          <p:spPr>
            <a:xfrm>
              <a:off x="604012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pg536"/>
            <p:cNvSpPr/>
            <p:nvPr/>
          </p:nvSpPr>
          <p:spPr>
            <a:xfrm>
              <a:off x="605176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pg537"/>
            <p:cNvSpPr/>
            <p:nvPr/>
          </p:nvSpPr>
          <p:spPr>
            <a:xfrm>
              <a:off x="606340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pg538"/>
            <p:cNvSpPr/>
            <p:nvPr/>
          </p:nvSpPr>
          <p:spPr>
            <a:xfrm>
              <a:off x="607503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pg539"/>
            <p:cNvSpPr/>
            <p:nvPr/>
          </p:nvSpPr>
          <p:spPr>
            <a:xfrm>
              <a:off x="6086675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pg540"/>
            <p:cNvSpPr/>
            <p:nvPr/>
          </p:nvSpPr>
          <p:spPr>
            <a:xfrm>
              <a:off x="5702643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pg541"/>
            <p:cNvSpPr/>
            <p:nvPr/>
          </p:nvSpPr>
          <p:spPr>
            <a:xfrm>
              <a:off x="5714281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pg542"/>
            <p:cNvSpPr/>
            <p:nvPr/>
          </p:nvSpPr>
          <p:spPr>
            <a:xfrm>
              <a:off x="572591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pg543"/>
            <p:cNvSpPr/>
            <p:nvPr/>
          </p:nvSpPr>
          <p:spPr>
            <a:xfrm>
              <a:off x="5737555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pg544"/>
            <p:cNvSpPr/>
            <p:nvPr/>
          </p:nvSpPr>
          <p:spPr>
            <a:xfrm>
              <a:off x="5749193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D">
                <a:alpha val="100000"/>
              </a:srgbClr>
            </a:solidFill>
            <a:ln w="5420" cap="flat">
              <a:solidFill>
                <a:srgbClr val="2B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pg545"/>
            <p:cNvSpPr/>
            <p:nvPr/>
          </p:nvSpPr>
          <p:spPr>
            <a:xfrm>
              <a:off x="5760830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pg546"/>
            <p:cNvSpPr/>
            <p:nvPr/>
          </p:nvSpPr>
          <p:spPr>
            <a:xfrm>
              <a:off x="5772467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pg547"/>
            <p:cNvSpPr/>
            <p:nvPr/>
          </p:nvSpPr>
          <p:spPr>
            <a:xfrm>
              <a:off x="5784105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pg548"/>
            <p:cNvSpPr/>
            <p:nvPr/>
          </p:nvSpPr>
          <p:spPr>
            <a:xfrm>
              <a:off x="5795742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pg549"/>
            <p:cNvSpPr/>
            <p:nvPr/>
          </p:nvSpPr>
          <p:spPr>
            <a:xfrm>
              <a:off x="5807379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pg550"/>
            <p:cNvSpPr/>
            <p:nvPr/>
          </p:nvSpPr>
          <p:spPr>
            <a:xfrm>
              <a:off x="5819017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pg551"/>
            <p:cNvSpPr/>
            <p:nvPr/>
          </p:nvSpPr>
          <p:spPr>
            <a:xfrm>
              <a:off x="583065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pg552"/>
            <p:cNvSpPr/>
            <p:nvPr/>
          </p:nvSpPr>
          <p:spPr>
            <a:xfrm>
              <a:off x="5842291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pg553"/>
            <p:cNvSpPr/>
            <p:nvPr/>
          </p:nvSpPr>
          <p:spPr>
            <a:xfrm>
              <a:off x="5853929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pg554"/>
            <p:cNvSpPr/>
            <p:nvPr/>
          </p:nvSpPr>
          <p:spPr>
            <a:xfrm>
              <a:off x="586556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pg555"/>
            <p:cNvSpPr/>
            <p:nvPr/>
          </p:nvSpPr>
          <p:spPr>
            <a:xfrm>
              <a:off x="5877203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pg556"/>
            <p:cNvSpPr/>
            <p:nvPr/>
          </p:nvSpPr>
          <p:spPr>
            <a:xfrm>
              <a:off x="600521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pg557"/>
            <p:cNvSpPr/>
            <p:nvPr/>
          </p:nvSpPr>
          <p:spPr>
            <a:xfrm>
              <a:off x="6016851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pg558"/>
            <p:cNvSpPr/>
            <p:nvPr/>
          </p:nvSpPr>
          <p:spPr>
            <a:xfrm>
              <a:off x="602848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pg559"/>
            <p:cNvSpPr/>
            <p:nvPr/>
          </p:nvSpPr>
          <p:spPr>
            <a:xfrm>
              <a:off x="604012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pg560"/>
            <p:cNvSpPr/>
            <p:nvPr/>
          </p:nvSpPr>
          <p:spPr>
            <a:xfrm>
              <a:off x="6051763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pg561"/>
            <p:cNvSpPr/>
            <p:nvPr/>
          </p:nvSpPr>
          <p:spPr>
            <a:xfrm>
              <a:off x="6063400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pg562"/>
            <p:cNvSpPr/>
            <p:nvPr/>
          </p:nvSpPr>
          <p:spPr>
            <a:xfrm>
              <a:off x="569100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B">
                <a:alpha val="100000"/>
              </a:srgbClr>
            </a:solidFill>
            <a:ln w="5420" cap="flat">
              <a:solidFill>
                <a:srgbClr val="221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pg563"/>
            <p:cNvSpPr/>
            <p:nvPr/>
          </p:nvSpPr>
          <p:spPr>
            <a:xfrm>
              <a:off x="5702643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E">
                <a:alpha val="100000"/>
              </a:srgbClr>
            </a:solidFill>
            <a:ln w="5420" cap="flat">
              <a:solidFill>
                <a:srgbClr val="231A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pg564"/>
            <p:cNvSpPr/>
            <p:nvPr/>
          </p:nvSpPr>
          <p:spPr>
            <a:xfrm>
              <a:off x="5714281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30">
                <a:alpha val="100000"/>
              </a:srgbClr>
            </a:solidFill>
            <a:ln w="5420" cap="flat">
              <a:solidFill>
                <a:srgbClr val="241B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pg565"/>
            <p:cNvSpPr/>
            <p:nvPr/>
          </p:nvSpPr>
          <p:spPr>
            <a:xfrm>
              <a:off x="572591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pg566"/>
            <p:cNvSpPr/>
            <p:nvPr/>
          </p:nvSpPr>
          <p:spPr>
            <a:xfrm>
              <a:off x="5737555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6">
                <a:alpha val="100000"/>
              </a:srgbClr>
            </a:solidFill>
            <a:ln w="5420" cap="flat">
              <a:solidFill>
                <a:srgbClr val="271D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pg567"/>
            <p:cNvSpPr/>
            <p:nvPr/>
          </p:nvSpPr>
          <p:spPr>
            <a:xfrm>
              <a:off x="5749193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B">
                <a:alpha val="100000"/>
              </a:srgbClr>
            </a:solidFill>
            <a:ln w="5420" cap="flat">
              <a:solidFill>
                <a:srgbClr val="2B20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pg568"/>
            <p:cNvSpPr/>
            <p:nvPr/>
          </p:nvSpPr>
          <p:spPr>
            <a:xfrm>
              <a:off x="5760830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pg569"/>
            <p:cNvSpPr/>
            <p:nvPr/>
          </p:nvSpPr>
          <p:spPr>
            <a:xfrm>
              <a:off x="5772467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pg570"/>
            <p:cNvSpPr/>
            <p:nvPr/>
          </p:nvSpPr>
          <p:spPr>
            <a:xfrm>
              <a:off x="5784105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pg571"/>
            <p:cNvSpPr/>
            <p:nvPr/>
          </p:nvSpPr>
          <p:spPr>
            <a:xfrm>
              <a:off x="579574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pg572"/>
            <p:cNvSpPr/>
            <p:nvPr/>
          </p:nvSpPr>
          <p:spPr>
            <a:xfrm>
              <a:off x="5807379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pg573"/>
            <p:cNvSpPr/>
            <p:nvPr/>
          </p:nvSpPr>
          <p:spPr>
            <a:xfrm>
              <a:off x="5819017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pg574"/>
            <p:cNvSpPr/>
            <p:nvPr/>
          </p:nvSpPr>
          <p:spPr>
            <a:xfrm>
              <a:off x="5830654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pg575"/>
            <p:cNvSpPr/>
            <p:nvPr/>
          </p:nvSpPr>
          <p:spPr>
            <a:xfrm>
              <a:off x="5842291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pg576"/>
            <p:cNvSpPr/>
            <p:nvPr/>
          </p:nvSpPr>
          <p:spPr>
            <a:xfrm>
              <a:off x="5993577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pg577"/>
            <p:cNvSpPr/>
            <p:nvPr/>
          </p:nvSpPr>
          <p:spPr>
            <a:xfrm>
              <a:off x="6005214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pg578"/>
            <p:cNvSpPr/>
            <p:nvPr/>
          </p:nvSpPr>
          <p:spPr>
            <a:xfrm>
              <a:off x="6016851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pg579"/>
            <p:cNvSpPr/>
            <p:nvPr/>
          </p:nvSpPr>
          <p:spPr>
            <a:xfrm>
              <a:off x="602848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pg580"/>
            <p:cNvSpPr/>
            <p:nvPr/>
          </p:nvSpPr>
          <p:spPr>
            <a:xfrm>
              <a:off x="604012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pg581"/>
            <p:cNvSpPr/>
            <p:nvPr/>
          </p:nvSpPr>
          <p:spPr>
            <a:xfrm>
              <a:off x="6051763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pg582"/>
            <p:cNvSpPr/>
            <p:nvPr/>
          </p:nvSpPr>
          <p:spPr>
            <a:xfrm>
              <a:off x="563281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D">
                <a:alpha val="100000"/>
              </a:srgbClr>
            </a:solidFill>
            <a:ln w="5420" cap="flat">
              <a:solidFill>
                <a:srgbClr val="2219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pg583"/>
            <p:cNvSpPr/>
            <p:nvPr/>
          </p:nvSpPr>
          <p:spPr>
            <a:xfrm>
              <a:off x="5644457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F1727">
                <a:alpha val="100000"/>
              </a:srgbClr>
            </a:solidFill>
            <a:ln w="5420" cap="flat">
              <a:solidFill>
                <a:srgbClr val="1F17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pg584"/>
            <p:cNvSpPr/>
            <p:nvPr/>
          </p:nvSpPr>
          <p:spPr>
            <a:xfrm>
              <a:off x="565609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523">
                <a:alpha val="100000"/>
              </a:srgbClr>
            </a:solidFill>
            <a:ln w="5420" cap="flat">
              <a:solidFill>
                <a:srgbClr val="1D152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pg585"/>
            <p:cNvSpPr/>
            <p:nvPr/>
          </p:nvSpPr>
          <p:spPr>
            <a:xfrm>
              <a:off x="5667731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522">
                <a:alpha val="100000"/>
              </a:srgbClr>
            </a:solidFill>
            <a:ln w="5420" cap="flat">
              <a:solidFill>
                <a:srgbClr val="1C15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pg586"/>
            <p:cNvSpPr/>
            <p:nvPr/>
          </p:nvSpPr>
          <p:spPr>
            <a:xfrm>
              <a:off x="567936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4">
                <a:alpha val="100000"/>
              </a:srgbClr>
            </a:solidFill>
            <a:ln w="5420" cap="flat">
              <a:solidFill>
                <a:srgbClr val="1E162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pg587"/>
            <p:cNvSpPr/>
            <p:nvPr/>
          </p:nvSpPr>
          <p:spPr>
            <a:xfrm>
              <a:off x="569100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F1727">
                <a:alpha val="100000"/>
              </a:srgbClr>
            </a:solidFill>
            <a:ln w="5420" cap="flat">
              <a:solidFill>
                <a:srgbClr val="1F17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pg588"/>
            <p:cNvSpPr/>
            <p:nvPr/>
          </p:nvSpPr>
          <p:spPr>
            <a:xfrm>
              <a:off x="5702643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82A">
                <a:alpha val="100000"/>
              </a:srgbClr>
            </a:solidFill>
            <a:ln w="5420" cap="flat">
              <a:solidFill>
                <a:srgbClr val="211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pg589"/>
            <p:cNvSpPr/>
            <p:nvPr/>
          </p:nvSpPr>
          <p:spPr>
            <a:xfrm>
              <a:off x="5714281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D">
                <a:alpha val="100000"/>
              </a:srgbClr>
            </a:solidFill>
            <a:ln w="5420" cap="flat">
              <a:solidFill>
                <a:srgbClr val="231A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pg590"/>
            <p:cNvSpPr/>
            <p:nvPr/>
          </p:nvSpPr>
          <p:spPr>
            <a:xfrm>
              <a:off x="5725918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pg591"/>
            <p:cNvSpPr/>
            <p:nvPr/>
          </p:nvSpPr>
          <p:spPr>
            <a:xfrm>
              <a:off x="5737555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4">
                <a:alpha val="100000"/>
              </a:srgbClr>
            </a:solidFill>
            <a:ln w="5420" cap="flat">
              <a:solidFill>
                <a:srgbClr val="271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pg592"/>
            <p:cNvSpPr/>
            <p:nvPr/>
          </p:nvSpPr>
          <p:spPr>
            <a:xfrm>
              <a:off x="5749193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A">
                <a:alpha val="100000"/>
              </a:srgbClr>
            </a:solidFill>
            <a:ln w="5420" cap="flat">
              <a:solidFill>
                <a:srgbClr val="2A1F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pg593"/>
            <p:cNvSpPr/>
            <p:nvPr/>
          </p:nvSpPr>
          <p:spPr>
            <a:xfrm>
              <a:off x="5760830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pg594"/>
            <p:cNvSpPr/>
            <p:nvPr/>
          </p:nvSpPr>
          <p:spPr>
            <a:xfrm>
              <a:off x="5772467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pg595"/>
            <p:cNvSpPr/>
            <p:nvPr/>
          </p:nvSpPr>
          <p:spPr>
            <a:xfrm>
              <a:off x="5784105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pg596"/>
            <p:cNvSpPr/>
            <p:nvPr/>
          </p:nvSpPr>
          <p:spPr>
            <a:xfrm>
              <a:off x="580737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pg597"/>
            <p:cNvSpPr/>
            <p:nvPr/>
          </p:nvSpPr>
          <p:spPr>
            <a:xfrm>
              <a:off x="5819017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pg598"/>
            <p:cNvSpPr/>
            <p:nvPr/>
          </p:nvSpPr>
          <p:spPr>
            <a:xfrm>
              <a:off x="583065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pg599"/>
            <p:cNvSpPr/>
            <p:nvPr/>
          </p:nvSpPr>
          <p:spPr>
            <a:xfrm>
              <a:off x="5993577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pg600"/>
            <p:cNvSpPr/>
            <p:nvPr/>
          </p:nvSpPr>
          <p:spPr>
            <a:xfrm>
              <a:off x="600521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pg601"/>
            <p:cNvSpPr/>
            <p:nvPr/>
          </p:nvSpPr>
          <p:spPr>
            <a:xfrm>
              <a:off x="6016851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pg602"/>
            <p:cNvSpPr/>
            <p:nvPr/>
          </p:nvSpPr>
          <p:spPr>
            <a:xfrm>
              <a:off x="6028488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pg603"/>
            <p:cNvSpPr/>
            <p:nvPr/>
          </p:nvSpPr>
          <p:spPr>
            <a:xfrm>
              <a:off x="604012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pg604"/>
            <p:cNvSpPr/>
            <p:nvPr/>
          </p:nvSpPr>
          <p:spPr>
            <a:xfrm>
              <a:off x="5597907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pg605"/>
            <p:cNvSpPr/>
            <p:nvPr/>
          </p:nvSpPr>
          <p:spPr>
            <a:xfrm>
              <a:off x="5609545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pg606"/>
            <p:cNvSpPr/>
            <p:nvPr/>
          </p:nvSpPr>
          <p:spPr>
            <a:xfrm>
              <a:off x="562118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pg607"/>
            <p:cNvSpPr/>
            <p:nvPr/>
          </p:nvSpPr>
          <p:spPr>
            <a:xfrm>
              <a:off x="5632819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D">
                <a:alpha val="100000"/>
              </a:srgbClr>
            </a:solidFill>
            <a:ln w="5420" cap="flat">
              <a:solidFill>
                <a:srgbClr val="2219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pg608"/>
            <p:cNvSpPr/>
            <p:nvPr/>
          </p:nvSpPr>
          <p:spPr>
            <a:xfrm>
              <a:off x="5644457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523">
                <a:alpha val="100000"/>
              </a:srgbClr>
            </a:solidFill>
            <a:ln w="5420" cap="flat">
              <a:solidFill>
                <a:srgbClr val="1D152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pg609"/>
            <p:cNvSpPr/>
            <p:nvPr/>
          </p:nvSpPr>
          <p:spPr>
            <a:xfrm>
              <a:off x="565609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21D">
                <a:alpha val="100000"/>
              </a:srgbClr>
            </a:solidFill>
            <a:ln w="5420" cap="flat">
              <a:solidFill>
                <a:srgbClr val="1A121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pg610"/>
            <p:cNvSpPr/>
            <p:nvPr/>
          </p:nvSpPr>
          <p:spPr>
            <a:xfrm>
              <a:off x="5667731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21D">
                <a:alpha val="100000"/>
              </a:srgbClr>
            </a:solidFill>
            <a:ln w="5420" cap="flat">
              <a:solidFill>
                <a:srgbClr val="1A121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pg611"/>
            <p:cNvSpPr/>
            <p:nvPr/>
          </p:nvSpPr>
          <p:spPr>
            <a:xfrm>
              <a:off x="5679369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B1420">
                <a:alpha val="100000"/>
              </a:srgbClr>
            </a:solidFill>
            <a:ln w="5420" cap="flat">
              <a:solidFill>
                <a:srgbClr val="1B14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pg612"/>
            <p:cNvSpPr/>
            <p:nvPr/>
          </p:nvSpPr>
          <p:spPr>
            <a:xfrm>
              <a:off x="569100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624">
                <a:alpha val="100000"/>
              </a:srgbClr>
            </a:solidFill>
            <a:ln w="5420" cap="flat">
              <a:solidFill>
                <a:srgbClr val="1D162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pg613"/>
            <p:cNvSpPr/>
            <p:nvPr/>
          </p:nvSpPr>
          <p:spPr>
            <a:xfrm>
              <a:off x="5702643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728">
                <a:alpha val="100000"/>
              </a:srgbClr>
            </a:solidFill>
            <a:ln w="5420" cap="flat">
              <a:solidFill>
                <a:srgbClr val="2017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pg614"/>
            <p:cNvSpPr/>
            <p:nvPr/>
          </p:nvSpPr>
          <p:spPr>
            <a:xfrm>
              <a:off x="5714281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C">
                <a:alpha val="100000"/>
              </a:srgbClr>
            </a:solidFill>
            <a:ln w="5420" cap="flat">
              <a:solidFill>
                <a:srgbClr val="2219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pg615"/>
            <p:cNvSpPr/>
            <p:nvPr/>
          </p:nvSpPr>
          <p:spPr>
            <a:xfrm>
              <a:off x="5725918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30">
                <a:alpha val="100000"/>
              </a:srgbClr>
            </a:solidFill>
            <a:ln w="5420" cap="flat">
              <a:solidFill>
                <a:srgbClr val="241B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pg616"/>
            <p:cNvSpPr/>
            <p:nvPr/>
          </p:nvSpPr>
          <p:spPr>
            <a:xfrm>
              <a:off x="5737555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pg617"/>
            <p:cNvSpPr/>
            <p:nvPr/>
          </p:nvSpPr>
          <p:spPr>
            <a:xfrm>
              <a:off x="5760830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pg618"/>
            <p:cNvSpPr/>
            <p:nvPr/>
          </p:nvSpPr>
          <p:spPr>
            <a:xfrm>
              <a:off x="5772467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pg619"/>
            <p:cNvSpPr/>
            <p:nvPr/>
          </p:nvSpPr>
          <p:spPr>
            <a:xfrm>
              <a:off x="5993577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pg620"/>
            <p:cNvSpPr/>
            <p:nvPr/>
          </p:nvSpPr>
          <p:spPr>
            <a:xfrm>
              <a:off x="600521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pg621"/>
            <p:cNvSpPr/>
            <p:nvPr/>
          </p:nvSpPr>
          <p:spPr>
            <a:xfrm>
              <a:off x="6016851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pg622"/>
            <p:cNvSpPr/>
            <p:nvPr/>
          </p:nvSpPr>
          <p:spPr>
            <a:xfrm>
              <a:off x="6028488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pg623"/>
            <p:cNvSpPr/>
            <p:nvPr/>
          </p:nvSpPr>
          <p:spPr>
            <a:xfrm>
              <a:off x="604012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pg624"/>
            <p:cNvSpPr/>
            <p:nvPr/>
          </p:nvSpPr>
          <p:spPr>
            <a:xfrm>
              <a:off x="5586270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pg625"/>
            <p:cNvSpPr/>
            <p:nvPr/>
          </p:nvSpPr>
          <p:spPr>
            <a:xfrm>
              <a:off x="5597907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pg626"/>
            <p:cNvSpPr/>
            <p:nvPr/>
          </p:nvSpPr>
          <p:spPr>
            <a:xfrm>
              <a:off x="5609545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pg627"/>
            <p:cNvSpPr/>
            <p:nvPr/>
          </p:nvSpPr>
          <p:spPr>
            <a:xfrm>
              <a:off x="562118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pg628"/>
            <p:cNvSpPr/>
            <p:nvPr/>
          </p:nvSpPr>
          <p:spPr>
            <a:xfrm>
              <a:off x="5632819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pg629"/>
            <p:cNvSpPr/>
            <p:nvPr/>
          </p:nvSpPr>
          <p:spPr>
            <a:xfrm>
              <a:off x="5644457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2">
                <a:alpha val="100000"/>
              </a:srgbClr>
            </a:solidFill>
            <a:ln w="5420" cap="flat">
              <a:solidFill>
                <a:srgbClr val="26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pg630"/>
            <p:cNvSpPr/>
            <p:nvPr/>
          </p:nvSpPr>
          <p:spPr>
            <a:xfrm>
              <a:off x="565609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F1727">
                <a:alpha val="100000"/>
              </a:srgbClr>
            </a:solidFill>
            <a:ln w="5420" cap="flat">
              <a:solidFill>
                <a:srgbClr val="1F17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pg631"/>
            <p:cNvSpPr/>
            <p:nvPr/>
          </p:nvSpPr>
          <p:spPr>
            <a:xfrm>
              <a:off x="5667731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524">
                <a:alpha val="100000"/>
              </a:srgbClr>
            </a:solidFill>
            <a:ln w="5420" cap="flat">
              <a:solidFill>
                <a:srgbClr val="1D152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pg632"/>
            <p:cNvSpPr/>
            <p:nvPr/>
          </p:nvSpPr>
          <p:spPr>
            <a:xfrm>
              <a:off x="5679369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5">
                <a:alpha val="100000"/>
              </a:srgbClr>
            </a:solidFill>
            <a:ln w="5420" cap="flat">
              <a:solidFill>
                <a:srgbClr val="1E16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pg633"/>
            <p:cNvSpPr/>
            <p:nvPr/>
          </p:nvSpPr>
          <p:spPr>
            <a:xfrm>
              <a:off x="569100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728">
                <a:alpha val="100000"/>
              </a:srgbClr>
            </a:solidFill>
            <a:ln w="5420" cap="flat">
              <a:solidFill>
                <a:srgbClr val="2017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pg634"/>
            <p:cNvSpPr/>
            <p:nvPr/>
          </p:nvSpPr>
          <p:spPr>
            <a:xfrm>
              <a:off x="5702643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C">
                <a:alpha val="100000"/>
              </a:srgbClr>
            </a:solidFill>
            <a:ln w="5420" cap="flat">
              <a:solidFill>
                <a:srgbClr val="2219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pg635"/>
            <p:cNvSpPr/>
            <p:nvPr/>
          </p:nvSpPr>
          <p:spPr>
            <a:xfrm>
              <a:off x="5714281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A2F">
                <a:alpha val="100000"/>
              </a:srgbClr>
            </a:solidFill>
            <a:ln w="5420" cap="flat">
              <a:solidFill>
                <a:srgbClr val="241A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pg636"/>
            <p:cNvSpPr/>
            <p:nvPr/>
          </p:nvSpPr>
          <p:spPr>
            <a:xfrm>
              <a:off x="5725918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C32">
                <a:alpha val="100000"/>
              </a:srgbClr>
            </a:solidFill>
            <a:ln w="5420" cap="flat">
              <a:solidFill>
                <a:srgbClr val="25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pg637"/>
            <p:cNvSpPr/>
            <p:nvPr/>
          </p:nvSpPr>
          <p:spPr>
            <a:xfrm>
              <a:off x="5993577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pg638"/>
            <p:cNvSpPr/>
            <p:nvPr/>
          </p:nvSpPr>
          <p:spPr>
            <a:xfrm>
              <a:off x="600521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pg639"/>
            <p:cNvSpPr/>
            <p:nvPr/>
          </p:nvSpPr>
          <p:spPr>
            <a:xfrm>
              <a:off x="6016851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pg640"/>
            <p:cNvSpPr/>
            <p:nvPr/>
          </p:nvSpPr>
          <p:spPr>
            <a:xfrm>
              <a:off x="6028488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pg641"/>
            <p:cNvSpPr/>
            <p:nvPr/>
          </p:nvSpPr>
          <p:spPr>
            <a:xfrm>
              <a:off x="604012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pg642"/>
            <p:cNvSpPr/>
            <p:nvPr/>
          </p:nvSpPr>
          <p:spPr>
            <a:xfrm>
              <a:off x="6051763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pg643"/>
            <p:cNvSpPr/>
            <p:nvPr/>
          </p:nvSpPr>
          <p:spPr>
            <a:xfrm>
              <a:off x="6063400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pg644"/>
            <p:cNvSpPr/>
            <p:nvPr/>
          </p:nvSpPr>
          <p:spPr>
            <a:xfrm>
              <a:off x="6109950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pg645"/>
            <p:cNvSpPr/>
            <p:nvPr/>
          </p:nvSpPr>
          <p:spPr>
            <a:xfrm>
              <a:off x="6121587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pg646"/>
            <p:cNvSpPr/>
            <p:nvPr/>
          </p:nvSpPr>
          <p:spPr>
            <a:xfrm>
              <a:off x="613322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pg647"/>
            <p:cNvSpPr/>
            <p:nvPr/>
          </p:nvSpPr>
          <p:spPr>
            <a:xfrm>
              <a:off x="614486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pg648"/>
            <p:cNvSpPr/>
            <p:nvPr/>
          </p:nvSpPr>
          <p:spPr>
            <a:xfrm>
              <a:off x="6156499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pg649"/>
            <p:cNvSpPr/>
            <p:nvPr/>
          </p:nvSpPr>
          <p:spPr>
            <a:xfrm>
              <a:off x="5574633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pg650"/>
            <p:cNvSpPr/>
            <p:nvPr/>
          </p:nvSpPr>
          <p:spPr>
            <a:xfrm>
              <a:off x="5586270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pg651"/>
            <p:cNvSpPr/>
            <p:nvPr/>
          </p:nvSpPr>
          <p:spPr>
            <a:xfrm>
              <a:off x="5597907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pg652"/>
            <p:cNvSpPr/>
            <p:nvPr/>
          </p:nvSpPr>
          <p:spPr>
            <a:xfrm>
              <a:off x="5609545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pg653"/>
            <p:cNvSpPr/>
            <p:nvPr/>
          </p:nvSpPr>
          <p:spPr>
            <a:xfrm>
              <a:off x="562118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pg654"/>
            <p:cNvSpPr/>
            <p:nvPr/>
          </p:nvSpPr>
          <p:spPr>
            <a:xfrm>
              <a:off x="5632819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pg655"/>
            <p:cNvSpPr/>
            <p:nvPr/>
          </p:nvSpPr>
          <p:spPr>
            <a:xfrm>
              <a:off x="5644457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pg656"/>
            <p:cNvSpPr/>
            <p:nvPr/>
          </p:nvSpPr>
          <p:spPr>
            <a:xfrm>
              <a:off x="565609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pg657"/>
            <p:cNvSpPr/>
            <p:nvPr/>
          </p:nvSpPr>
          <p:spPr>
            <a:xfrm>
              <a:off x="5667731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30">
                <a:alpha val="100000"/>
              </a:srgbClr>
            </a:solidFill>
            <a:ln w="5420" cap="flat">
              <a:solidFill>
                <a:srgbClr val="241B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pg658"/>
            <p:cNvSpPr/>
            <p:nvPr/>
          </p:nvSpPr>
          <p:spPr>
            <a:xfrm>
              <a:off x="5679369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E">
                <a:alpha val="100000"/>
              </a:srgbClr>
            </a:solidFill>
            <a:ln w="5420" cap="flat">
              <a:solidFill>
                <a:srgbClr val="231A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pg659"/>
            <p:cNvSpPr/>
            <p:nvPr/>
          </p:nvSpPr>
          <p:spPr>
            <a:xfrm>
              <a:off x="569100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A2F">
                <a:alpha val="100000"/>
              </a:srgbClr>
            </a:solidFill>
            <a:ln w="5420" cap="flat">
              <a:solidFill>
                <a:srgbClr val="241A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pg660"/>
            <p:cNvSpPr/>
            <p:nvPr/>
          </p:nvSpPr>
          <p:spPr>
            <a:xfrm>
              <a:off x="5702643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pg661"/>
            <p:cNvSpPr/>
            <p:nvPr/>
          </p:nvSpPr>
          <p:spPr>
            <a:xfrm>
              <a:off x="5714281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C32">
                <a:alpha val="100000"/>
              </a:srgbClr>
            </a:solidFill>
            <a:ln w="5420" cap="flat">
              <a:solidFill>
                <a:srgbClr val="25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pg662"/>
            <p:cNvSpPr/>
            <p:nvPr/>
          </p:nvSpPr>
          <p:spPr>
            <a:xfrm>
              <a:off x="600521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pg663"/>
            <p:cNvSpPr/>
            <p:nvPr/>
          </p:nvSpPr>
          <p:spPr>
            <a:xfrm>
              <a:off x="6016851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pg664"/>
            <p:cNvSpPr/>
            <p:nvPr/>
          </p:nvSpPr>
          <p:spPr>
            <a:xfrm>
              <a:off x="602848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pg665"/>
            <p:cNvSpPr/>
            <p:nvPr/>
          </p:nvSpPr>
          <p:spPr>
            <a:xfrm>
              <a:off x="604012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pg666"/>
            <p:cNvSpPr/>
            <p:nvPr/>
          </p:nvSpPr>
          <p:spPr>
            <a:xfrm>
              <a:off x="6051763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pg667"/>
            <p:cNvSpPr/>
            <p:nvPr/>
          </p:nvSpPr>
          <p:spPr>
            <a:xfrm>
              <a:off x="6063400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pg668"/>
            <p:cNvSpPr/>
            <p:nvPr/>
          </p:nvSpPr>
          <p:spPr>
            <a:xfrm>
              <a:off x="607503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pg669"/>
            <p:cNvSpPr/>
            <p:nvPr/>
          </p:nvSpPr>
          <p:spPr>
            <a:xfrm>
              <a:off x="609831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pg670"/>
            <p:cNvSpPr/>
            <p:nvPr/>
          </p:nvSpPr>
          <p:spPr>
            <a:xfrm>
              <a:off x="6109950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pg671"/>
            <p:cNvSpPr/>
            <p:nvPr/>
          </p:nvSpPr>
          <p:spPr>
            <a:xfrm>
              <a:off x="6121587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pg672"/>
            <p:cNvSpPr/>
            <p:nvPr/>
          </p:nvSpPr>
          <p:spPr>
            <a:xfrm>
              <a:off x="613322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pg673"/>
            <p:cNvSpPr/>
            <p:nvPr/>
          </p:nvSpPr>
          <p:spPr>
            <a:xfrm>
              <a:off x="614486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pg674"/>
            <p:cNvSpPr/>
            <p:nvPr/>
          </p:nvSpPr>
          <p:spPr>
            <a:xfrm>
              <a:off x="6156499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pg675"/>
            <p:cNvSpPr/>
            <p:nvPr/>
          </p:nvSpPr>
          <p:spPr>
            <a:xfrm>
              <a:off x="616813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pg676"/>
            <p:cNvSpPr/>
            <p:nvPr/>
          </p:nvSpPr>
          <p:spPr>
            <a:xfrm>
              <a:off x="5562995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pg677"/>
            <p:cNvSpPr/>
            <p:nvPr/>
          </p:nvSpPr>
          <p:spPr>
            <a:xfrm>
              <a:off x="5574633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pg678"/>
            <p:cNvSpPr/>
            <p:nvPr/>
          </p:nvSpPr>
          <p:spPr>
            <a:xfrm>
              <a:off x="558627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pg679"/>
            <p:cNvSpPr/>
            <p:nvPr/>
          </p:nvSpPr>
          <p:spPr>
            <a:xfrm>
              <a:off x="5597907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pg680"/>
            <p:cNvSpPr/>
            <p:nvPr/>
          </p:nvSpPr>
          <p:spPr>
            <a:xfrm>
              <a:off x="5609545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pg681"/>
            <p:cNvSpPr/>
            <p:nvPr/>
          </p:nvSpPr>
          <p:spPr>
            <a:xfrm>
              <a:off x="562118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pg682"/>
            <p:cNvSpPr/>
            <p:nvPr/>
          </p:nvSpPr>
          <p:spPr>
            <a:xfrm>
              <a:off x="5632819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pg683"/>
            <p:cNvSpPr/>
            <p:nvPr/>
          </p:nvSpPr>
          <p:spPr>
            <a:xfrm>
              <a:off x="5644457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344">
                <a:alpha val="100000"/>
              </a:srgbClr>
            </a:solidFill>
            <a:ln w="5420" cap="flat">
              <a:solidFill>
                <a:srgbClr val="30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pg684"/>
            <p:cNvSpPr/>
            <p:nvPr/>
          </p:nvSpPr>
          <p:spPr>
            <a:xfrm>
              <a:off x="565609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pg685"/>
            <p:cNvSpPr/>
            <p:nvPr/>
          </p:nvSpPr>
          <p:spPr>
            <a:xfrm>
              <a:off x="5667731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9">
                <a:alpha val="100000"/>
              </a:srgbClr>
            </a:solidFill>
            <a:ln w="5420" cap="flat">
              <a:solidFill>
                <a:srgbClr val="291E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pg686"/>
            <p:cNvSpPr/>
            <p:nvPr/>
          </p:nvSpPr>
          <p:spPr>
            <a:xfrm>
              <a:off x="5679369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pg687"/>
            <p:cNvSpPr/>
            <p:nvPr/>
          </p:nvSpPr>
          <p:spPr>
            <a:xfrm>
              <a:off x="600521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pg688"/>
            <p:cNvSpPr/>
            <p:nvPr/>
          </p:nvSpPr>
          <p:spPr>
            <a:xfrm>
              <a:off x="6016851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pg689"/>
            <p:cNvSpPr/>
            <p:nvPr/>
          </p:nvSpPr>
          <p:spPr>
            <a:xfrm>
              <a:off x="602848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pg690"/>
            <p:cNvSpPr/>
            <p:nvPr/>
          </p:nvSpPr>
          <p:spPr>
            <a:xfrm>
              <a:off x="604012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pg691"/>
            <p:cNvSpPr/>
            <p:nvPr/>
          </p:nvSpPr>
          <p:spPr>
            <a:xfrm>
              <a:off x="6051763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pg692"/>
            <p:cNvSpPr/>
            <p:nvPr/>
          </p:nvSpPr>
          <p:spPr>
            <a:xfrm>
              <a:off x="606340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pg693"/>
            <p:cNvSpPr/>
            <p:nvPr/>
          </p:nvSpPr>
          <p:spPr>
            <a:xfrm>
              <a:off x="607503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pg694"/>
            <p:cNvSpPr/>
            <p:nvPr/>
          </p:nvSpPr>
          <p:spPr>
            <a:xfrm>
              <a:off x="6086675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pg695"/>
            <p:cNvSpPr/>
            <p:nvPr/>
          </p:nvSpPr>
          <p:spPr>
            <a:xfrm>
              <a:off x="609831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pg696"/>
            <p:cNvSpPr/>
            <p:nvPr/>
          </p:nvSpPr>
          <p:spPr>
            <a:xfrm>
              <a:off x="610995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pg697"/>
            <p:cNvSpPr/>
            <p:nvPr/>
          </p:nvSpPr>
          <p:spPr>
            <a:xfrm>
              <a:off x="6121587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pg698"/>
            <p:cNvSpPr/>
            <p:nvPr/>
          </p:nvSpPr>
          <p:spPr>
            <a:xfrm>
              <a:off x="613322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pg699"/>
            <p:cNvSpPr/>
            <p:nvPr/>
          </p:nvSpPr>
          <p:spPr>
            <a:xfrm>
              <a:off x="614486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pg700"/>
            <p:cNvSpPr/>
            <p:nvPr/>
          </p:nvSpPr>
          <p:spPr>
            <a:xfrm>
              <a:off x="6156499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pg701"/>
            <p:cNvSpPr/>
            <p:nvPr/>
          </p:nvSpPr>
          <p:spPr>
            <a:xfrm>
              <a:off x="616813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pg702"/>
            <p:cNvSpPr/>
            <p:nvPr/>
          </p:nvSpPr>
          <p:spPr>
            <a:xfrm>
              <a:off x="555135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pg703"/>
            <p:cNvSpPr/>
            <p:nvPr/>
          </p:nvSpPr>
          <p:spPr>
            <a:xfrm>
              <a:off x="5562995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pg704"/>
            <p:cNvSpPr/>
            <p:nvPr/>
          </p:nvSpPr>
          <p:spPr>
            <a:xfrm>
              <a:off x="5574633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pg705"/>
            <p:cNvSpPr/>
            <p:nvPr/>
          </p:nvSpPr>
          <p:spPr>
            <a:xfrm>
              <a:off x="558627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pg706"/>
            <p:cNvSpPr/>
            <p:nvPr/>
          </p:nvSpPr>
          <p:spPr>
            <a:xfrm>
              <a:off x="5597907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pg707"/>
            <p:cNvSpPr/>
            <p:nvPr/>
          </p:nvSpPr>
          <p:spPr>
            <a:xfrm>
              <a:off x="5609545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pg708"/>
            <p:cNvSpPr/>
            <p:nvPr/>
          </p:nvSpPr>
          <p:spPr>
            <a:xfrm>
              <a:off x="562118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pg709"/>
            <p:cNvSpPr/>
            <p:nvPr/>
          </p:nvSpPr>
          <p:spPr>
            <a:xfrm>
              <a:off x="5632819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pg710"/>
            <p:cNvSpPr/>
            <p:nvPr/>
          </p:nvSpPr>
          <p:spPr>
            <a:xfrm>
              <a:off x="5644457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pg711"/>
            <p:cNvSpPr/>
            <p:nvPr/>
          </p:nvSpPr>
          <p:spPr>
            <a:xfrm>
              <a:off x="6016851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pg712"/>
            <p:cNvSpPr/>
            <p:nvPr/>
          </p:nvSpPr>
          <p:spPr>
            <a:xfrm>
              <a:off x="602848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pg713"/>
            <p:cNvSpPr/>
            <p:nvPr/>
          </p:nvSpPr>
          <p:spPr>
            <a:xfrm>
              <a:off x="6040126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pg714"/>
            <p:cNvSpPr/>
            <p:nvPr/>
          </p:nvSpPr>
          <p:spPr>
            <a:xfrm>
              <a:off x="6051763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pg715"/>
            <p:cNvSpPr/>
            <p:nvPr/>
          </p:nvSpPr>
          <p:spPr>
            <a:xfrm>
              <a:off x="606340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pg716"/>
            <p:cNvSpPr/>
            <p:nvPr/>
          </p:nvSpPr>
          <p:spPr>
            <a:xfrm>
              <a:off x="607503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pg717"/>
            <p:cNvSpPr/>
            <p:nvPr/>
          </p:nvSpPr>
          <p:spPr>
            <a:xfrm>
              <a:off x="6086675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pg718"/>
            <p:cNvSpPr/>
            <p:nvPr/>
          </p:nvSpPr>
          <p:spPr>
            <a:xfrm>
              <a:off x="609831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pg719"/>
            <p:cNvSpPr/>
            <p:nvPr/>
          </p:nvSpPr>
          <p:spPr>
            <a:xfrm>
              <a:off x="610995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pg720"/>
            <p:cNvSpPr/>
            <p:nvPr/>
          </p:nvSpPr>
          <p:spPr>
            <a:xfrm>
              <a:off x="6121587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pg721"/>
            <p:cNvSpPr/>
            <p:nvPr/>
          </p:nvSpPr>
          <p:spPr>
            <a:xfrm>
              <a:off x="613322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pg722"/>
            <p:cNvSpPr/>
            <p:nvPr/>
          </p:nvSpPr>
          <p:spPr>
            <a:xfrm>
              <a:off x="614486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pg723"/>
            <p:cNvSpPr/>
            <p:nvPr/>
          </p:nvSpPr>
          <p:spPr>
            <a:xfrm>
              <a:off x="6156499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pg724"/>
            <p:cNvSpPr/>
            <p:nvPr/>
          </p:nvSpPr>
          <p:spPr>
            <a:xfrm>
              <a:off x="5539721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pg725"/>
            <p:cNvSpPr/>
            <p:nvPr/>
          </p:nvSpPr>
          <p:spPr>
            <a:xfrm>
              <a:off x="555135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pg726"/>
            <p:cNvSpPr/>
            <p:nvPr/>
          </p:nvSpPr>
          <p:spPr>
            <a:xfrm>
              <a:off x="5562995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pg727"/>
            <p:cNvSpPr/>
            <p:nvPr/>
          </p:nvSpPr>
          <p:spPr>
            <a:xfrm>
              <a:off x="5574633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pg728"/>
            <p:cNvSpPr/>
            <p:nvPr/>
          </p:nvSpPr>
          <p:spPr>
            <a:xfrm>
              <a:off x="558627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pg729"/>
            <p:cNvSpPr/>
            <p:nvPr/>
          </p:nvSpPr>
          <p:spPr>
            <a:xfrm>
              <a:off x="5597907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pg730"/>
            <p:cNvSpPr/>
            <p:nvPr/>
          </p:nvSpPr>
          <p:spPr>
            <a:xfrm>
              <a:off x="5609545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pg731"/>
            <p:cNvSpPr/>
            <p:nvPr/>
          </p:nvSpPr>
          <p:spPr>
            <a:xfrm>
              <a:off x="602848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pg732"/>
            <p:cNvSpPr/>
            <p:nvPr/>
          </p:nvSpPr>
          <p:spPr>
            <a:xfrm>
              <a:off x="6040126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pg733"/>
            <p:cNvSpPr/>
            <p:nvPr/>
          </p:nvSpPr>
          <p:spPr>
            <a:xfrm>
              <a:off x="6051763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pg734"/>
            <p:cNvSpPr/>
            <p:nvPr/>
          </p:nvSpPr>
          <p:spPr>
            <a:xfrm>
              <a:off x="606340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pg735"/>
            <p:cNvSpPr/>
            <p:nvPr/>
          </p:nvSpPr>
          <p:spPr>
            <a:xfrm>
              <a:off x="607503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pg736"/>
            <p:cNvSpPr/>
            <p:nvPr/>
          </p:nvSpPr>
          <p:spPr>
            <a:xfrm>
              <a:off x="6086675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pg737"/>
            <p:cNvSpPr/>
            <p:nvPr/>
          </p:nvSpPr>
          <p:spPr>
            <a:xfrm>
              <a:off x="6098312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pg738"/>
            <p:cNvSpPr/>
            <p:nvPr/>
          </p:nvSpPr>
          <p:spPr>
            <a:xfrm>
              <a:off x="610995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pg739"/>
            <p:cNvSpPr/>
            <p:nvPr/>
          </p:nvSpPr>
          <p:spPr>
            <a:xfrm>
              <a:off x="6121587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pg740"/>
            <p:cNvSpPr/>
            <p:nvPr/>
          </p:nvSpPr>
          <p:spPr>
            <a:xfrm>
              <a:off x="6133224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pg741"/>
            <p:cNvSpPr/>
            <p:nvPr/>
          </p:nvSpPr>
          <p:spPr>
            <a:xfrm>
              <a:off x="6144862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pg742"/>
            <p:cNvSpPr/>
            <p:nvPr/>
          </p:nvSpPr>
          <p:spPr>
            <a:xfrm>
              <a:off x="5539721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pg743"/>
            <p:cNvSpPr/>
            <p:nvPr/>
          </p:nvSpPr>
          <p:spPr>
            <a:xfrm>
              <a:off x="555135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pg744"/>
            <p:cNvSpPr/>
            <p:nvPr/>
          </p:nvSpPr>
          <p:spPr>
            <a:xfrm>
              <a:off x="5562995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pg745"/>
            <p:cNvSpPr/>
            <p:nvPr/>
          </p:nvSpPr>
          <p:spPr>
            <a:xfrm>
              <a:off x="5574633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pg746"/>
            <p:cNvSpPr/>
            <p:nvPr/>
          </p:nvSpPr>
          <p:spPr>
            <a:xfrm>
              <a:off x="5586270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pg747"/>
            <p:cNvSpPr/>
            <p:nvPr/>
          </p:nvSpPr>
          <p:spPr>
            <a:xfrm>
              <a:off x="5597907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pg748"/>
            <p:cNvSpPr/>
            <p:nvPr/>
          </p:nvSpPr>
          <p:spPr>
            <a:xfrm>
              <a:off x="6051763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pg749"/>
            <p:cNvSpPr/>
            <p:nvPr/>
          </p:nvSpPr>
          <p:spPr>
            <a:xfrm>
              <a:off x="6063400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pg750"/>
            <p:cNvSpPr/>
            <p:nvPr/>
          </p:nvSpPr>
          <p:spPr>
            <a:xfrm>
              <a:off x="607503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pg751"/>
            <p:cNvSpPr/>
            <p:nvPr/>
          </p:nvSpPr>
          <p:spPr>
            <a:xfrm>
              <a:off x="6086675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pg752"/>
            <p:cNvSpPr/>
            <p:nvPr/>
          </p:nvSpPr>
          <p:spPr>
            <a:xfrm>
              <a:off x="6098312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pg753"/>
            <p:cNvSpPr/>
            <p:nvPr/>
          </p:nvSpPr>
          <p:spPr>
            <a:xfrm>
              <a:off x="6109950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pg754"/>
            <p:cNvSpPr/>
            <p:nvPr/>
          </p:nvSpPr>
          <p:spPr>
            <a:xfrm>
              <a:off x="6121587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pg755"/>
            <p:cNvSpPr/>
            <p:nvPr/>
          </p:nvSpPr>
          <p:spPr>
            <a:xfrm>
              <a:off x="5528083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pg756"/>
            <p:cNvSpPr/>
            <p:nvPr/>
          </p:nvSpPr>
          <p:spPr>
            <a:xfrm>
              <a:off x="5539721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pg757"/>
            <p:cNvSpPr/>
            <p:nvPr/>
          </p:nvSpPr>
          <p:spPr>
            <a:xfrm>
              <a:off x="555135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pg758"/>
            <p:cNvSpPr/>
            <p:nvPr/>
          </p:nvSpPr>
          <p:spPr>
            <a:xfrm>
              <a:off x="5562995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pg759"/>
            <p:cNvSpPr/>
            <p:nvPr/>
          </p:nvSpPr>
          <p:spPr>
            <a:xfrm>
              <a:off x="5574633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pg760"/>
            <p:cNvSpPr/>
            <p:nvPr/>
          </p:nvSpPr>
          <p:spPr>
            <a:xfrm>
              <a:off x="5586270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pg761"/>
            <p:cNvSpPr/>
            <p:nvPr/>
          </p:nvSpPr>
          <p:spPr>
            <a:xfrm>
              <a:off x="607503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pg762"/>
            <p:cNvSpPr/>
            <p:nvPr/>
          </p:nvSpPr>
          <p:spPr>
            <a:xfrm>
              <a:off x="6086675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pg763"/>
            <p:cNvSpPr/>
            <p:nvPr/>
          </p:nvSpPr>
          <p:spPr>
            <a:xfrm>
              <a:off x="6098312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pg764"/>
            <p:cNvSpPr/>
            <p:nvPr/>
          </p:nvSpPr>
          <p:spPr>
            <a:xfrm>
              <a:off x="5516446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pg765"/>
            <p:cNvSpPr/>
            <p:nvPr/>
          </p:nvSpPr>
          <p:spPr>
            <a:xfrm>
              <a:off x="5528083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pg766"/>
            <p:cNvSpPr/>
            <p:nvPr/>
          </p:nvSpPr>
          <p:spPr>
            <a:xfrm>
              <a:off x="5539721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pg767"/>
            <p:cNvSpPr/>
            <p:nvPr/>
          </p:nvSpPr>
          <p:spPr>
            <a:xfrm>
              <a:off x="5551358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pg768"/>
            <p:cNvSpPr/>
            <p:nvPr/>
          </p:nvSpPr>
          <p:spPr>
            <a:xfrm>
              <a:off x="5562995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pg769"/>
            <p:cNvSpPr/>
            <p:nvPr/>
          </p:nvSpPr>
          <p:spPr>
            <a:xfrm>
              <a:off x="5574633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pg770"/>
            <p:cNvSpPr/>
            <p:nvPr/>
          </p:nvSpPr>
          <p:spPr>
            <a:xfrm>
              <a:off x="5516446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pg771"/>
            <p:cNvSpPr/>
            <p:nvPr/>
          </p:nvSpPr>
          <p:spPr>
            <a:xfrm>
              <a:off x="5528083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pg772"/>
            <p:cNvSpPr/>
            <p:nvPr/>
          </p:nvSpPr>
          <p:spPr>
            <a:xfrm>
              <a:off x="5539721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pg773"/>
            <p:cNvSpPr/>
            <p:nvPr/>
          </p:nvSpPr>
          <p:spPr>
            <a:xfrm>
              <a:off x="5551358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pg774"/>
            <p:cNvSpPr/>
            <p:nvPr/>
          </p:nvSpPr>
          <p:spPr>
            <a:xfrm>
              <a:off x="5562995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pg775"/>
            <p:cNvSpPr/>
            <p:nvPr/>
          </p:nvSpPr>
          <p:spPr>
            <a:xfrm>
              <a:off x="5504809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pg776"/>
            <p:cNvSpPr/>
            <p:nvPr/>
          </p:nvSpPr>
          <p:spPr>
            <a:xfrm>
              <a:off x="5516446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pg777"/>
            <p:cNvSpPr/>
            <p:nvPr/>
          </p:nvSpPr>
          <p:spPr>
            <a:xfrm>
              <a:off x="5528083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pg778"/>
            <p:cNvSpPr/>
            <p:nvPr/>
          </p:nvSpPr>
          <p:spPr>
            <a:xfrm>
              <a:off x="5539721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pg779"/>
            <p:cNvSpPr/>
            <p:nvPr/>
          </p:nvSpPr>
          <p:spPr>
            <a:xfrm>
              <a:off x="5551358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pg780"/>
            <p:cNvSpPr/>
            <p:nvPr/>
          </p:nvSpPr>
          <p:spPr>
            <a:xfrm>
              <a:off x="5562995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pg781"/>
            <p:cNvSpPr/>
            <p:nvPr/>
          </p:nvSpPr>
          <p:spPr>
            <a:xfrm>
              <a:off x="5504809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pg782"/>
            <p:cNvSpPr/>
            <p:nvPr/>
          </p:nvSpPr>
          <p:spPr>
            <a:xfrm>
              <a:off x="5516446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pg783"/>
            <p:cNvSpPr/>
            <p:nvPr/>
          </p:nvSpPr>
          <p:spPr>
            <a:xfrm>
              <a:off x="5528083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pg784"/>
            <p:cNvSpPr/>
            <p:nvPr/>
          </p:nvSpPr>
          <p:spPr>
            <a:xfrm>
              <a:off x="5539721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pg785"/>
            <p:cNvSpPr/>
            <p:nvPr/>
          </p:nvSpPr>
          <p:spPr>
            <a:xfrm>
              <a:off x="5551358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pg786"/>
            <p:cNvSpPr/>
            <p:nvPr/>
          </p:nvSpPr>
          <p:spPr>
            <a:xfrm>
              <a:off x="5562995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pg787"/>
            <p:cNvSpPr/>
            <p:nvPr/>
          </p:nvSpPr>
          <p:spPr>
            <a:xfrm>
              <a:off x="5504809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pg788"/>
            <p:cNvSpPr/>
            <p:nvPr/>
          </p:nvSpPr>
          <p:spPr>
            <a:xfrm>
              <a:off x="5516446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pg789"/>
            <p:cNvSpPr/>
            <p:nvPr/>
          </p:nvSpPr>
          <p:spPr>
            <a:xfrm>
              <a:off x="5528083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pg790"/>
            <p:cNvSpPr/>
            <p:nvPr/>
          </p:nvSpPr>
          <p:spPr>
            <a:xfrm>
              <a:off x="5539721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pg791"/>
            <p:cNvSpPr/>
            <p:nvPr/>
          </p:nvSpPr>
          <p:spPr>
            <a:xfrm>
              <a:off x="5551358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pg792"/>
            <p:cNvSpPr/>
            <p:nvPr/>
          </p:nvSpPr>
          <p:spPr>
            <a:xfrm>
              <a:off x="5562995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pg793"/>
            <p:cNvSpPr/>
            <p:nvPr/>
          </p:nvSpPr>
          <p:spPr>
            <a:xfrm>
              <a:off x="5504809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pg794"/>
            <p:cNvSpPr/>
            <p:nvPr/>
          </p:nvSpPr>
          <p:spPr>
            <a:xfrm>
              <a:off x="5516446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pg795"/>
            <p:cNvSpPr/>
            <p:nvPr/>
          </p:nvSpPr>
          <p:spPr>
            <a:xfrm>
              <a:off x="5528083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pg796"/>
            <p:cNvSpPr/>
            <p:nvPr/>
          </p:nvSpPr>
          <p:spPr>
            <a:xfrm>
              <a:off x="5539721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pg797"/>
            <p:cNvSpPr/>
            <p:nvPr/>
          </p:nvSpPr>
          <p:spPr>
            <a:xfrm>
              <a:off x="5551358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pg798"/>
            <p:cNvSpPr/>
            <p:nvPr/>
          </p:nvSpPr>
          <p:spPr>
            <a:xfrm>
              <a:off x="5562995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pg799"/>
            <p:cNvSpPr/>
            <p:nvPr/>
          </p:nvSpPr>
          <p:spPr>
            <a:xfrm>
              <a:off x="5574633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pg800"/>
            <p:cNvSpPr/>
            <p:nvPr/>
          </p:nvSpPr>
          <p:spPr>
            <a:xfrm>
              <a:off x="5493171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pg801"/>
            <p:cNvSpPr/>
            <p:nvPr/>
          </p:nvSpPr>
          <p:spPr>
            <a:xfrm>
              <a:off x="5504809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pg802"/>
            <p:cNvSpPr/>
            <p:nvPr/>
          </p:nvSpPr>
          <p:spPr>
            <a:xfrm>
              <a:off x="5516446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pg803"/>
            <p:cNvSpPr/>
            <p:nvPr/>
          </p:nvSpPr>
          <p:spPr>
            <a:xfrm>
              <a:off x="5528083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pg804"/>
            <p:cNvSpPr/>
            <p:nvPr/>
          </p:nvSpPr>
          <p:spPr>
            <a:xfrm>
              <a:off x="5539721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pg805"/>
            <p:cNvSpPr/>
            <p:nvPr/>
          </p:nvSpPr>
          <p:spPr>
            <a:xfrm>
              <a:off x="5551358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pg806"/>
            <p:cNvSpPr/>
            <p:nvPr/>
          </p:nvSpPr>
          <p:spPr>
            <a:xfrm>
              <a:off x="5562995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pg807"/>
            <p:cNvSpPr/>
            <p:nvPr/>
          </p:nvSpPr>
          <p:spPr>
            <a:xfrm>
              <a:off x="5481534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pg808"/>
            <p:cNvSpPr/>
            <p:nvPr/>
          </p:nvSpPr>
          <p:spPr>
            <a:xfrm>
              <a:off x="5493171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pg809"/>
            <p:cNvSpPr/>
            <p:nvPr/>
          </p:nvSpPr>
          <p:spPr>
            <a:xfrm>
              <a:off x="5504809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pg810"/>
            <p:cNvSpPr/>
            <p:nvPr/>
          </p:nvSpPr>
          <p:spPr>
            <a:xfrm>
              <a:off x="5516446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pg811"/>
            <p:cNvSpPr/>
            <p:nvPr/>
          </p:nvSpPr>
          <p:spPr>
            <a:xfrm>
              <a:off x="5528083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pg812"/>
            <p:cNvSpPr/>
            <p:nvPr/>
          </p:nvSpPr>
          <p:spPr>
            <a:xfrm>
              <a:off x="5539721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pg813"/>
            <p:cNvSpPr/>
            <p:nvPr/>
          </p:nvSpPr>
          <p:spPr>
            <a:xfrm>
              <a:off x="5551358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pg814"/>
            <p:cNvSpPr/>
            <p:nvPr/>
          </p:nvSpPr>
          <p:spPr>
            <a:xfrm>
              <a:off x="5481534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pg815"/>
            <p:cNvSpPr/>
            <p:nvPr/>
          </p:nvSpPr>
          <p:spPr>
            <a:xfrm>
              <a:off x="5493171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pg816"/>
            <p:cNvSpPr/>
            <p:nvPr/>
          </p:nvSpPr>
          <p:spPr>
            <a:xfrm>
              <a:off x="5504809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pg817"/>
            <p:cNvSpPr/>
            <p:nvPr/>
          </p:nvSpPr>
          <p:spPr>
            <a:xfrm>
              <a:off x="5516446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pg818"/>
            <p:cNvSpPr/>
            <p:nvPr/>
          </p:nvSpPr>
          <p:spPr>
            <a:xfrm>
              <a:off x="5528083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pg819"/>
            <p:cNvSpPr/>
            <p:nvPr/>
          </p:nvSpPr>
          <p:spPr>
            <a:xfrm>
              <a:off x="5539721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pg820"/>
            <p:cNvSpPr/>
            <p:nvPr/>
          </p:nvSpPr>
          <p:spPr>
            <a:xfrm>
              <a:off x="5551358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pg821"/>
            <p:cNvSpPr/>
            <p:nvPr/>
          </p:nvSpPr>
          <p:spPr>
            <a:xfrm>
              <a:off x="5574633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pg822"/>
            <p:cNvSpPr/>
            <p:nvPr/>
          </p:nvSpPr>
          <p:spPr>
            <a:xfrm>
              <a:off x="5586270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pg823"/>
            <p:cNvSpPr/>
            <p:nvPr/>
          </p:nvSpPr>
          <p:spPr>
            <a:xfrm>
              <a:off x="5597907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pg824"/>
            <p:cNvSpPr/>
            <p:nvPr/>
          </p:nvSpPr>
          <p:spPr>
            <a:xfrm>
              <a:off x="5609545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pg825"/>
            <p:cNvSpPr/>
            <p:nvPr/>
          </p:nvSpPr>
          <p:spPr>
            <a:xfrm>
              <a:off x="5481534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pg826"/>
            <p:cNvSpPr/>
            <p:nvPr/>
          </p:nvSpPr>
          <p:spPr>
            <a:xfrm>
              <a:off x="5493171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pg827"/>
            <p:cNvSpPr/>
            <p:nvPr/>
          </p:nvSpPr>
          <p:spPr>
            <a:xfrm>
              <a:off x="5504809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pg828"/>
            <p:cNvSpPr/>
            <p:nvPr/>
          </p:nvSpPr>
          <p:spPr>
            <a:xfrm>
              <a:off x="5516446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pg829"/>
            <p:cNvSpPr/>
            <p:nvPr/>
          </p:nvSpPr>
          <p:spPr>
            <a:xfrm>
              <a:off x="5528083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pg830"/>
            <p:cNvSpPr/>
            <p:nvPr/>
          </p:nvSpPr>
          <p:spPr>
            <a:xfrm>
              <a:off x="5539721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pg831"/>
            <p:cNvSpPr/>
            <p:nvPr/>
          </p:nvSpPr>
          <p:spPr>
            <a:xfrm>
              <a:off x="5551358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pg832"/>
            <p:cNvSpPr/>
            <p:nvPr/>
          </p:nvSpPr>
          <p:spPr>
            <a:xfrm>
              <a:off x="5562995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pg833"/>
            <p:cNvSpPr/>
            <p:nvPr/>
          </p:nvSpPr>
          <p:spPr>
            <a:xfrm>
              <a:off x="5574633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pg834"/>
            <p:cNvSpPr/>
            <p:nvPr/>
          </p:nvSpPr>
          <p:spPr>
            <a:xfrm>
              <a:off x="5586270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pg835"/>
            <p:cNvSpPr/>
            <p:nvPr/>
          </p:nvSpPr>
          <p:spPr>
            <a:xfrm>
              <a:off x="5597907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pg836"/>
            <p:cNvSpPr/>
            <p:nvPr/>
          </p:nvSpPr>
          <p:spPr>
            <a:xfrm>
              <a:off x="5609545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pg837"/>
            <p:cNvSpPr/>
            <p:nvPr/>
          </p:nvSpPr>
          <p:spPr>
            <a:xfrm>
              <a:off x="5621182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pg838"/>
            <p:cNvSpPr/>
            <p:nvPr/>
          </p:nvSpPr>
          <p:spPr>
            <a:xfrm>
              <a:off x="5504809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pg839"/>
            <p:cNvSpPr/>
            <p:nvPr/>
          </p:nvSpPr>
          <p:spPr>
            <a:xfrm>
              <a:off x="5516446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pg840"/>
            <p:cNvSpPr/>
            <p:nvPr/>
          </p:nvSpPr>
          <p:spPr>
            <a:xfrm>
              <a:off x="5528083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pg841"/>
            <p:cNvSpPr/>
            <p:nvPr/>
          </p:nvSpPr>
          <p:spPr>
            <a:xfrm>
              <a:off x="5539721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pg842"/>
            <p:cNvSpPr/>
            <p:nvPr/>
          </p:nvSpPr>
          <p:spPr>
            <a:xfrm>
              <a:off x="5551358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pg843"/>
            <p:cNvSpPr/>
            <p:nvPr/>
          </p:nvSpPr>
          <p:spPr>
            <a:xfrm>
              <a:off x="5562995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7">
                <a:alpha val="100000"/>
              </a:srgbClr>
            </a:solidFill>
            <a:ln w="5420" cap="flat">
              <a:solidFill>
                <a:srgbClr val="392D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pg844"/>
            <p:cNvSpPr/>
            <p:nvPr/>
          </p:nvSpPr>
          <p:spPr>
            <a:xfrm>
              <a:off x="5574633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pg845"/>
            <p:cNvSpPr/>
            <p:nvPr/>
          </p:nvSpPr>
          <p:spPr>
            <a:xfrm>
              <a:off x="5586270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pg846"/>
            <p:cNvSpPr/>
            <p:nvPr/>
          </p:nvSpPr>
          <p:spPr>
            <a:xfrm>
              <a:off x="5597907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pg847"/>
            <p:cNvSpPr/>
            <p:nvPr/>
          </p:nvSpPr>
          <p:spPr>
            <a:xfrm>
              <a:off x="5609545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pg848"/>
            <p:cNvSpPr/>
            <p:nvPr/>
          </p:nvSpPr>
          <p:spPr>
            <a:xfrm>
              <a:off x="5621182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pg849"/>
            <p:cNvSpPr/>
            <p:nvPr/>
          </p:nvSpPr>
          <p:spPr>
            <a:xfrm>
              <a:off x="5632819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pg850"/>
            <p:cNvSpPr/>
            <p:nvPr/>
          </p:nvSpPr>
          <p:spPr>
            <a:xfrm>
              <a:off x="5458259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pg851"/>
            <p:cNvSpPr/>
            <p:nvPr/>
          </p:nvSpPr>
          <p:spPr>
            <a:xfrm>
              <a:off x="5469897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pg852"/>
            <p:cNvSpPr/>
            <p:nvPr/>
          </p:nvSpPr>
          <p:spPr>
            <a:xfrm>
              <a:off x="5481534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pg853"/>
            <p:cNvSpPr/>
            <p:nvPr/>
          </p:nvSpPr>
          <p:spPr>
            <a:xfrm>
              <a:off x="5493171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pg854"/>
            <p:cNvSpPr/>
            <p:nvPr/>
          </p:nvSpPr>
          <p:spPr>
            <a:xfrm>
              <a:off x="5528083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pg855"/>
            <p:cNvSpPr/>
            <p:nvPr/>
          </p:nvSpPr>
          <p:spPr>
            <a:xfrm>
              <a:off x="5539721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pg856"/>
            <p:cNvSpPr/>
            <p:nvPr/>
          </p:nvSpPr>
          <p:spPr>
            <a:xfrm>
              <a:off x="5551358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pg857"/>
            <p:cNvSpPr/>
            <p:nvPr/>
          </p:nvSpPr>
          <p:spPr>
            <a:xfrm>
              <a:off x="5562995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pg858"/>
            <p:cNvSpPr/>
            <p:nvPr/>
          </p:nvSpPr>
          <p:spPr>
            <a:xfrm>
              <a:off x="5574633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pg859"/>
            <p:cNvSpPr/>
            <p:nvPr/>
          </p:nvSpPr>
          <p:spPr>
            <a:xfrm>
              <a:off x="5586270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pg860"/>
            <p:cNvSpPr/>
            <p:nvPr/>
          </p:nvSpPr>
          <p:spPr>
            <a:xfrm>
              <a:off x="5597907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pg861"/>
            <p:cNvSpPr/>
            <p:nvPr/>
          </p:nvSpPr>
          <p:spPr>
            <a:xfrm>
              <a:off x="5609545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pg862"/>
            <p:cNvSpPr/>
            <p:nvPr/>
          </p:nvSpPr>
          <p:spPr>
            <a:xfrm>
              <a:off x="5621182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pg863"/>
            <p:cNvSpPr/>
            <p:nvPr/>
          </p:nvSpPr>
          <p:spPr>
            <a:xfrm>
              <a:off x="5632819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pg864"/>
            <p:cNvSpPr/>
            <p:nvPr/>
          </p:nvSpPr>
          <p:spPr>
            <a:xfrm>
              <a:off x="544662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pg865"/>
            <p:cNvSpPr/>
            <p:nvPr/>
          </p:nvSpPr>
          <p:spPr>
            <a:xfrm>
              <a:off x="5458259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pg866"/>
            <p:cNvSpPr/>
            <p:nvPr/>
          </p:nvSpPr>
          <p:spPr>
            <a:xfrm>
              <a:off x="5469897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40">
                <a:alpha val="100000"/>
              </a:srgbClr>
            </a:solidFill>
            <a:ln w="5420" cap="flat">
              <a:solidFill>
                <a:srgbClr val="2D21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pg867"/>
            <p:cNvSpPr/>
            <p:nvPr/>
          </p:nvSpPr>
          <p:spPr>
            <a:xfrm>
              <a:off x="5481534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pg868"/>
            <p:cNvSpPr/>
            <p:nvPr/>
          </p:nvSpPr>
          <p:spPr>
            <a:xfrm>
              <a:off x="5493171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pg869"/>
            <p:cNvSpPr/>
            <p:nvPr/>
          </p:nvSpPr>
          <p:spPr>
            <a:xfrm>
              <a:off x="5504809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pg870"/>
            <p:cNvSpPr/>
            <p:nvPr/>
          </p:nvSpPr>
          <p:spPr>
            <a:xfrm>
              <a:off x="5516446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pg871"/>
            <p:cNvSpPr/>
            <p:nvPr/>
          </p:nvSpPr>
          <p:spPr>
            <a:xfrm>
              <a:off x="5528083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pg872"/>
            <p:cNvSpPr/>
            <p:nvPr/>
          </p:nvSpPr>
          <p:spPr>
            <a:xfrm>
              <a:off x="5539721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pg873"/>
            <p:cNvSpPr/>
            <p:nvPr/>
          </p:nvSpPr>
          <p:spPr>
            <a:xfrm>
              <a:off x="5551358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pg874"/>
            <p:cNvSpPr/>
            <p:nvPr/>
          </p:nvSpPr>
          <p:spPr>
            <a:xfrm>
              <a:off x="5562995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pg875"/>
            <p:cNvSpPr/>
            <p:nvPr/>
          </p:nvSpPr>
          <p:spPr>
            <a:xfrm>
              <a:off x="5574633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pg876"/>
            <p:cNvSpPr/>
            <p:nvPr/>
          </p:nvSpPr>
          <p:spPr>
            <a:xfrm>
              <a:off x="5586270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pg877"/>
            <p:cNvSpPr/>
            <p:nvPr/>
          </p:nvSpPr>
          <p:spPr>
            <a:xfrm>
              <a:off x="5597907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pg878"/>
            <p:cNvSpPr/>
            <p:nvPr/>
          </p:nvSpPr>
          <p:spPr>
            <a:xfrm>
              <a:off x="5609545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pg879"/>
            <p:cNvSpPr/>
            <p:nvPr/>
          </p:nvSpPr>
          <p:spPr>
            <a:xfrm>
              <a:off x="562118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pg880"/>
            <p:cNvSpPr/>
            <p:nvPr/>
          </p:nvSpPr>
          <p:spPr>
            <a:xfrm>
              <a:off x="5632819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pg881"/>
            <p:cNvSpPr/>
            <p:nvPr/>
          </p:nvSpPr>
          <p:spPr>
            <a:xfrm>
              <a:off x="5644457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pg882"/>
            <p:cNvSpPr/>
            <p:nvPr/>
          </p:nvSpPr>
          <p:spPr>
            <a:xfrm>
              <a:off x="544662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pg883"/>
            <p:cNvSpPr/>
            <p:nvPr/>
          </p:nvSpPr>
          <p:spPr>
            <a:xfrm>
              <a:off x="5458259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4">
                <a:alpha val="100000"/>
              </a:srgbClr>
            </a:solidFill>
            <a:ln w="5420" cap="flat">
              <a:solidFill>
                <a:srgbClr val="271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pg884"/>
            <p:cNvSpPr/>
            <p:nvPr/>
          </p:nvSpPr>
          <p:spPr>
            <a:xfrm>
              <a:off x="5469897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4">
                <a:alpha val="100000"/>
              </a:srgbClr>
            </a:solidFill>
            <a:ln w="5420" cap="flat">
              <a:solidFill>
                <a:srgbClr val="271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pg885"/>
            <p:cNvSpPr/>
            <p:nvPr/>
          </p:nvSpPr>
          <p:spPr>
            <a:xfrm>
              <a:off x="5481534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D36">
                <a:alpha val="100000"/>
              </a:srgbClr>
            </a:solidFill>
            <a:ln w="5420" cap="flat">
              <a:solidFill>
                <a:srgbClr val="281D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pg886"/>
            <p:cNvSpPr/>
            <p:nvPr/>
          </p:nvSpPr>
          <p:spPr>
            <a:xfrm>
              <a:off x="5493171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F39">
                <a:alpha val="100000"/>
              </a:srgbClr>
            </a:solidFill>
            <a:ln w="5420" cap="flat">
              <a:solidFill>
                <a:srgbClr val="29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pg887"/>
            <p:cNvSpPr/>
            <p:nvPr/>
          </p:nvSpPr>
          <p:spPr>
            <a:xfrm>
              <a:off x="5504809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pg888"/>
            <p:cNvSpPr/>
            <p:nvPr/>
          </p:nvSpPr>
          <p:spPr>
            <a:xfrm>
              <a:off x="5516446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pg889"/>
            <p:cNvSpPr/>
            <p:nvPr/>
          </p:nvSpPr>
          <p:spPr>
            <a:xfrm>
              <a:off x="5528083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pg890"/>
            <p:cNvSpPr/>
            <p:nvPr/>
          </p:nvSpPr>
          <p:spPr>
            <a:xfrm>
              <a:off x="5539721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pg891"/>
            <p:cNvSpPr/>
            <p:nvPr/>
          </p:nvSpPr>
          <p:spPr>
            <a:xfrm>
              <a:off x="5551358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pg892"/>
            <p:cNvSpPr/>
            <p:nvPr/>
          </p:nvSpPr>
          <p:spPr>
            <a:xfrm>
              <a:off x="5562995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pg893"/>
            <p:cNvSpPr/>
            <p:nvPr/>
          </p:nvSpPr>
          <p:spPr>
            <a:xfrm>
              <a:off x="5574633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pg894"/>
            <p:cNvSpPr/>
            <p:nvPr/>
          </p:nvSpPr>
          <p:spPr>
            <a:xfrm>
              <a:off x="5586270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pg895"/>
            <p:cNvSpPr/>
            <p:nvPr/>
          </p:nvSpPr>
          <p:spPr>
            <a:xfrm>
              <a:off x="5597907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pg896"/>
            <p:cNvSpPr/>
            <p:nvPr/>
          </p:nvSpPr>
          <p:spPr>
            <a:xfrm>
              <a:off x="5609545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pg897"/>
            <p:cNvSpPr/>
            <p:nvPr/>
          </p:nvSpPr>
          <p:spPr>
            <a:xfrm>
              <a:off x="562118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pg898"/>
            <p:cNvSpPr/>
            <p:nvPr/>
          </p:nvSpPr>
          <p:spPr>
            <a:xfrm>
              <a:off x="5632819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pg899"/>
            <p:cNvSpPr/>
            <p:nvPr/>
          </p:nvSpPr>
          <p:spPr>
            <a:xfrm>
              <a:off x="5644457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pg900"/>
            <p:cNvSpPr/>
            <p:nvPr/>
          </p:nvSpPr>
          <p:spPr>
            <a:xfrm>
              <a:off x="544662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pg901"/>
            <p:cNvSpPr/>
            <p:nvPr/>
          </p:nvSpPr>
          <p:spPr>
            <a:xfrm>
              <a:off x="5458259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2">
                <a:alpha val="100000"/>
              </a:srgbClr>
            </a:solidFill>
            <a:ln w="5420" cap="flat">
              <a:solidFill>
                <a:srgbClr val="251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pg902"/>
            <p:cNvSpPr/>
            <p:nvPr/>
          </p:nvSpPr>
          <p:spPr>
            <a:xfrm>
              <a:off x="5469897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C32">
                <a:alpha val="100000"/>
              </a:srgbClr>
            </a:solidFill>
            <a:ln w="5420" cap="flat">
              <a:solidFill>
                <a:srgbClr val="25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pg903"/>
            <p:cNvSpPr/>
            <p:nvPr/>
          </p:nvSpPr>
          <p:spPr>
            <a:xfrm>
              <a:off x="5481534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4">
                <a:alpha val="100000"/>
              </a:srgbClr>
            </a:solidFill>
            <a:ln w="5420" cap="flat">
              <a:solidFill>
                <a:srgbClr val="261C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pg904"/>
            <p:cNvSpPr/>
            <p:nvPr/>
          </p:nvSpPr>
          <p:spPr>
            <a:xfrm>
              <a:off x="5493171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E36">
                <a:alpha val="100000"/>
              </a:srgbClr>
            </a:solidFill>
            <a:ln w="5420" cap="flat">
              <a:solidFill>
                <a:srgbClr val="281E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pg905"/>
            <p:cNvSpPr/>
            <p:nvPr/>
          </p:nvSpPr>
          <p:spPr>
            <a:xfrm>
              <a:off x="5504809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A">
                <a:alpha val="100000"/>
              </a:srgbClr>
            </a:solidFill>
            <a:ln w="5420" cap="flat">
              <a:solidFill>
                <a:srgbClr val="2A1F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pg906"/>
            <p:cNvSpPr/>
            <p:nvPr/>
          </p:nvSpPr>
          <p:spPr>
            <a:xfrm>
              <a:off x="5516446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342">
                <a:alpha val="100000"/>
              </a:srgbClr>
            </a:solidFill>
            <a:ln w="5420" cap="flat">
              <a:solidFill>
                <a:srgbClr val="2E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pg907"/>
            <p:cNvSpPr/>
            <p:nvPr/>
          </p:nvSpPr>
          <p:spPr>
            <a:xfrm>
              <a:off x="5528083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pg908"/>
            <p:cNvSpPr/>
            <p:nvPr/>
          </p:nvSpPr>
          <p:spPr>
            <a:xfrm>
              <a:off x="5539721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pg909"/>
            <p:cNvSpPr/>
            <p:nvPr/>
          </p:nvSpPr>
          <p:spPr>
            <a:xfrm>
              <a:off x="5551358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pg910"/>
            <p:cNvSpPr/>
            <p:nvPr/>
          </p:nvSpPr>
          <p:spPr>
            <a:xfrm>
              <a:off x="5562995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pg911"/>
            <p:cNvSpPr/>
            <p:nvPr/>
          </p:nvSpPr>
          <p:spPr>
            <a:xfrm>
              <a:off x="5574633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pg912"/>
            <p:cNvSpPr/>
            <p:nvPr/>
          </p:nvSpPr>
          <p:spPr>
            <a:xfrm>
              <a:off x="5586270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pg913"/>
            <p:cNvSpPr/>
            <p:nvPr/>
          </p:nvSpPr>
          <p:spPr>
            <a:xfrm>
              <a:off x="5597907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pg914"/>
            <p:cNvSpPr/>
            <p:nvPr/>
          </p:nvSpPr>
          <p:spPr>
            <a:xfrm>
              <a:off x="5609545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pg915"/>
            <p:cNvSpPr/>
            <p:nvPr/>
          </p:nvSpPr>
          <p:spPr>
            <a:xfrm>
              <a:off x="562118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pg916"/>
            <p:cNvSpPr/>
            <p:nvPr/>
          </p:nvSpPr>
          <p:spPr>
            <a:xfrm>
              <a:off x="5632819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pg917"/>
            <p:cNvSpPr/>
            <p:nvPr/>
          </p:nvSpPr>
          <p:spPr>
            <a:xfrm>
              <a:off x="5644457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pg918"/>
            <p:cNvSpPr/>
            <p:nvPr/>
          </p:nvSpPr>
          <p:spPr>
            <a:xfrm>
              <a:off x="5306974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pg919"/>
            <p:cNvSpPr/>
            <p:nvPr/>
          </p:nvSpPr>
          <p:spPr>
            <a:xfrm>
              <a:off x="535352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pg920"/>
            <p:cNvSpPr/>
            <p:nvPr/>
          </p:nvSpPr>
          <p:spPr>
            <a:xfrm>
              <a:off x="5365161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pg921"/>
            <p:cNvSpPr/>
            <p:nvPr/>
          </p:nvSpPr>
          <p:spPr>
            <a:xfrm>
              <a:off x="537679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pg922"/>
            <p:cNvSpPr/>
            <p:nvPr/>
          </p:nvSpPr>
          <p:spPr>
            <a:xfrm>
              <a:off x="538843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pg923"/>
            <p:cNvSpPr/>
            <p:nvPr/>
          </p:nvSpPr>
          <p:spPr>
            <a:xfrm>
              <a:off x="540007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pg924"/>
            <p:cNvSpPr/>
            <p:nvPr/>
          </p:nvSpPr>
          <p:spPr>
            <a:xfrm>
              <a:off x="541171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pg925"/>
            <p:cNvSpPr/>
            <p:nvPr/>
          </p:nvSpPr>
          <p:spPr>
            <a:xfrm>
              <a:off x="5423347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A">
                <a:alpha val="100000"/>
              </a:srgbClr>
            </a:solidFill>
            <a:ln w="5420" cap="flat">
              <a:solidFill>
                <a:srgbClr val="2A1F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pg926"/>
            <p:cNvSpPr/>
            <p:nvPr/>
          </p:nvSpPr>
          <p:spPr>
            <a:xfrm>
              <a:off x="543498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6">
                <a:alpha val="100000"/>
              </a:srgbClr>
            </a:solidFill>
            <a:ln w="5420" cap="flat">
              <a:solidFill>
                <a:srgbClr val="271D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pg927"/>
            <p:cNvSpPr/>
            <p:nvPr/>
          </p:nvSpPr>
          <p:spPr>
            <a:xfrm>
              <a:off x="5446622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pg928"/>
            <p:cNvSpPr/>
            <p:nvPr/>
          </p:nvSpPr>
          <p:spPr>
            <a:xfrm>
              <a:off x="545825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C32">
                <a:alpha val="100000"/>
              </a:srgbClr>
            </a:solidFill>
            <a:ln w="5420" cap="flat">
              <a:solidFill>
                <a:srgbClr val="25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pg929"/>
            <p:cNvSpPr/>
            <p:nvPr/>
          </p:nvSpPr>
          <p:spPr>
            <a:xfrm>
              <a:off x="5469897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C32">
                <a:alpha val="100000"/>
              </a:srgbClr>
            </a:solidFill>
            <a:ln w="5420" cap="flat">
              <a:solidFill>
                <a:srgbClr val="25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pg930"/>
            <p:cNvSpPr/>
            <p:nvPr/>
          </p:nvSpPr>
          <p:spPr>
            <a:xfrm>
              <a:off x="5481534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4">
                <a:alpha val="100000"/>
              </a:srgbClr>
            </a:solidFill>
            <a:ln w="5420" cap="flat">
              <a:solidFill>
                <a:srgbClr val="261C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pg931"/>
            <p:cNvSpPr/>
            <p:nvPr/>
          </p:nvSpPr>
          <p:spPr>
            <a:xfrm>
              <a:off x="5493171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E36">
                <a:alpha val="100000"/>
              </a:srgbClr>
            </a:solidFill>
            <a:ln w="5420" cap="flat">
              <a:solidFill>
                <a:srgbClr val="281E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pg932"/>
            <p:cNvSpPr/>
            <p:nvPr/>
          </p:nvSpPr>
          <p:spPr>
            <a:xfrm>
              <a:off x="550480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A">
                <a:alpha val="100000"/>
              </a:srgbClr>
            </a:solidFill>
            <a:ln w="5420" cap="flat">
              <a:solidFill>
                <a:srgbClr val="2A1F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pg933"/>
            <p:cNvSpPr/>
            <p:nvPr/>
          </p:nvSpPr>
          <p:spPr>
            <a:xfrm>
              <a:off x="551644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pg934"/>
            <p:cNvSpPr/>
            <p:nvPr/>
          </p:nvSpPr>
          <p:spPr>
            <a:xfrm>
              <a:off x="552808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pg935"/>
            <p:cNvSpPr/>
            <p:nvPr/>
          </p:nvSpPr>
          <p:spPr>
            <a:xfrm>
              <a:off x="5539721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pg936"/>
            <p:cNvSpPr/>
            <p:nvPr/>
          </p:nvSpPr>
          <p:spPr>
            <a:xfrm>
              <a:off x="555135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pg937"/>
            <p:cNvSpPr/>
            <p:nvPr/>
          </p:nvSpPr>
          <p:spPr>
            <a:xfrm>
              <a:off x="556299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pg938"/>
            <p:cNvSpPr/>
            <p:nvPr/>
          </p:nvSpPr>
          <p:spPr>
            <a:xfrm>
              <a:off x="557463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pg939"/>
            <p:cNvSpPr/>
            <p:nvPr/>
          </p:nvSpPr>
          <p:spPr>
            <a:xfrm>
              <a:off x="558627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pg940"/>
            <p:cNvSpPr/>
            <p:nvPr/>
          </p:nvSpPr>
          <p:spPr>
            <a:xfrm>
              <a:off x="5597907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pg941"/>
            <p:cNvSpPr/>
            <p:nvPr/>
          </p:nvSpPr>
          <p:spPr>
            <a:xfrm>
              <a:off x="560954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pg942"/>
            <p:cNvSpPr/>
            <p:nvPr/>
          </p:nvSpPr>
          <p:spPr>
            <a:xfrm>
              <a:off x="5621182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pg943"/>
            <p:cNvSpPr/>
            <p:nvPr/>
          </p:nvSpPr>
          <p:spPr>
            <a:xfrm>
              <a:off x="563281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pg944"/>
            <p:cNvSpPr/>
            <p:nvPr/>
          </p:nvSpPr>
          <p:spPr>
            <a:xfrm>
              <a:off x="517896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pg945"/>
            <p:cNvSpPr/>
            <p:nvPr/>
          </p:nvSpPr>
          <p:spPr>
            <a:xfrm>
              <a:off x="519060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pg946"/>
            <p:cNvSpPr/>
            <p:nvPr/>
          </p:nvSpPr>
          <p:spPr>
            <a:xfrm>
              <a:off x="520223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pg947"/>
            <p:cNvSpPr/>
            <p:nvPr/>
          </p:nvSpPr>
          <p:spPr>
            <a:xfrm>
              <a:off x="527206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pg948"/>
            <p:cNvSpPr/>
            <p:nvPr/>
          </p:nvSpPr>
          <p:spPr>
            <a:xfrm>
              <a:off x="528369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pg949"/>
            <p:cNvSpPr/>
            <p:nvPr/>
          </p:nvSpPr>
          <p:spPr>
            <a:xfrm>
              <a:off x="529533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pg950"/>
            <p:cNvSpPr/>
            <p:nvPr/>
          </p:nvSpPr>
          <p:spPr>
            <a:xfrm>
              <a:off x="5306974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pg951"/>
            <p:cNvSpPr/>
            <p:nvPr/>
          </p:nvSpPr>
          <p:spPr>
            <a:xfrm>
              <a:off x="531861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pg952"/>
            <p:cNvSpPr/>
            <p:nvPr/>
          </p:nvSpPr>
          <p:spPr>
            <a:xfrm>
              <a:off x="533024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pg953"/>
            <p:cNvSpPr/>
            <p:nvPr/>
          </p:nvSpPr>
          <p:spPr>
            <a:xfrm>
              <a:off x="534188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pg954"/>
            <p:cNvSpPr/>
            <p:nvPr/>
          </p:nvSpPr>
          <p:spPr>
            <a:xfrm>
              <a:off x="535352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pg955"/>
            <p:cNvSpPr/>
            <p:nvPr/>
          </p:nvSpPr>
          <p:spPr>
            <a:xfrm>
              <a:off x="536516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pg956"/>
            <p:cNvSpPr/>
            <p:nvPr/>
          </p:nvSpPr>
          <p:spPr>
            <a:xfrm>
              <a:off x="537679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pg957"/>
            <p:cNvSpPr/>
            <p:nvPr/>
          </p:nvSpPr>
          <p:spPr>
            <a:xfrm>
              <a:off x="538843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pg958"/>
            <p:cNvSpPr/>
            <p:nvPr/>
          </p:nvSpPr>
          <p:spPr>
            <a:xfrm>
              <a:off x="540007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9" name="pg959"/>
            <p:cNvSpPr/>
            <p:nvPr/>
          </p:nvSpPr>
          <p:spPr>
            <a:xfrm>
              <a:off x="5411710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0" name="pg960"/>
            <p:cNvSpPr/>
            <p:nvPr/>
          </p:nvSpPr>
          <p:spPr>
            <a:xfrm>
              <a:off x="542334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1" name="pg961"/>
            <p:cNvSpPr/>
            <p:nvPr/>
          </p:nvSpPr>
          <p:spPr>
            <a:xfrm>
              <a:off x="543498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2" name="pg962"/>
            <p:cNvSpPr/>
            <p:nvPr/>
          </p:nvSpPr>
          <p:spPr>
            <a:xfrm>
              <a:off x="544662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6">
                <a:alpha val="100000"/>
              </a:srgbClr>
            </a:solidFill>
            <a:ln w="5420" cap="flat">
              <a:solidFill>
                <a:srgbClr val="271D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3" name="pg963"/>
            <p:cNvSpPr/>
            <p:nvPr/>
          </p:nvSpPr>
          <p:spPr>
            <a:xfrm>
              <a:off x="545825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4" name="pg964"/>
            <p:cNvSpPr/>
            <p:nvPr/>
          </p:nvSpPr>
          <p:spPr>
            <a:xfrm>
              <a:off x="546989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5" name="pg965"/>
            <p:cNvSpPr/>
            <p:nvPr/>
          </p:nvSpPr>
          <p:spPr>
            <a:xfrm>
              <a:off x="5481534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D36">
                <a:alpha val="100000"/>
              </a:srgbClr>
            </a:solidFill>
            <a:ln w="5420" cap="flat">
              <a:solidFill>
                <a:srgbClr val="281D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6" name="pg966"/>
            <p:cNvSpPr/>
            <p:nvPr/>
          </p:nvSpPr>
          <p:spPr>
            <a:xfrm>
              <a:off x="549317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9">
                <a:alpha val="100000"/>
              </a:srgbClr>
            </a:solidFill>
            <a:ln w="5420" cap="flat">
              <a:solidFill>
                <a:srgbClr val="291E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7" name="pg967"/>
            <p:cNvSpPr/>
            <p:nvPr/>
          </p:nvSpPr>
          <p:spPr>
            <a:xfrm>
              <a:off x="550480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8" name="pg968"/>
            <p:cNvSpPr/>
            <p:nvPr/>
          </p:nvSpPr>
          <p:spPr>
            <a:xfrm>
              <a:off x="551644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pg969"/>
            <p:cNvSpPr/>
            <p:nvPr/>
          </p:nvSpPr>
          <p:spPr>
            <a:xfrm>
              <a:off x="552808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pg970"/>
            <p:cNvSpPr/>
            <p:nvPr/>
          </p:nvSpPr>
          <p:spPr>
            <a:xfrm>
              <a:off x="553972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pg971"/>
            <p:cNvSpPr/>
            <p:nvPr/>
          </p:nvSpPr>
          <p:spPr>
            <a:xfrm>
              <a:off x="555135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pg972"/>
            <p:cNvSpPr/>
            <p:nvPr/>
          </p:nvSpPr>
          <p:spPr>
            <a:xfrm>
              <a:off x="556299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pg973"/>
            <p:cNvSpPr/>
            <p:nvPr/>
          </p:nvSpPr>
          <p:spPr>
            <a:xfrm>
              <a:off x="557463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4" name="pg974"/>
            <p:cNvSpPr/>
            <p:nvPr/>
          </p:nvSpPr>
          <p:spPr>
            <a:xfrm>
              <a:off x="5586270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pg975"/>
            <p:cNvSpPr/>
            <p:nvPr/>
          </p:nvSpPr>
          <p:spPr>
            <a:xfrm>
              <a:off x="559790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pg976"/>
            <p:cNvSpPr/>
            <p:nvPr/>
          </p:nvSpPr>
          <p:spPr>
            <a:xfrm>
              <a:off x="516732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pg977"/>
            <p:cNvSpPr/>
            <p:nvPr/>
          </p:nvSpPr>
          <p:spPr>
            <a:xfrm>
              <a:off x="517896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pg978"/>
            <p:cNvSpPr/>
            <p:nvPr/>
          </p:nvSpPr>
          <p:spPr>
            <a:xfrm>
              <a:off x="519060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pg979"/>
            <p:cNvSpPr/>
            <p:nvPr/>
          </p:nvSpPr>
          <p:spPr>
            <a:xfrm>
              <a:off x="5202238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pg980"/>
            <p:cNvSpPr/>
            <p:nvPr/>
          </p:nvSpPr>
          <p:spPr>
            <a:xfrm>
              <a:off x="521387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1" name="pg981"/>
            <p:cNvSpPr/>
            <p:nvPr/>
          </p:nvSpPr>
          <p:spPr>
            <a:xfrm>
              <a:off x="524878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pg982"/>
            <p:cNvSpPr/>
            <p:nvPr/>
          </p:nvSpPr>
          <p:spPr>
            <a:xfrm>
              <a:off x="526042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pg983"/>
            <p:cNvSpPr/>
            <p:nvPr/>
          </p:nvSpPr>
          <p:spPr>
            <a:xfrm>
              <a:off x="5272062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pg984"/>
            <p:cNvSpPr/>
            <p:nvPr/>
          </p:nvSpPr>
          <p:spPr>
            <a:xfrm>
              <a:off x="528369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pg985"/>
            <p:cNvSpPr/>
            <p:nvPr/>
          </p:nvSpPr>
          <p:spPr>
            <a:xfrm>
              <a:off x="529533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pg986"/>
            <p:cNvSpPr/>
            <p:nvPr/>
          </p:nvSpPr>
          <p:spPr>
            <a:xfrm>
              <a:off x="5306974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pg987"/>
            <p:cNvSpPr/>
            <p:nvPr/>
          </p:nvSpPr>
          <p:spPr>
            <a:xfrm>
              <a:off x="531861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8" name="pg988"/>
            <p:cNvSpPr/>
            <p:nvPr/>
          </p:nvSpPr>
          <p:spPr>
            <a:xfrm>
              <a:off x="533024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9" name="pg989"/>
            <p:cNvSpPr/>
            <p:nvPr/>
          </p:nvSpPr>
          <p:spPr>
            <a:xfrm>
              <a:off x="534188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0" name="pg990"/>
            <p:cNvSpPr/>
            <p:nvPr/>
          </p:nvSpPr>
          <p:spPr>
            <a:xfrm>
              <a:off x="535352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1" name="pg991"/>
            <p:cNvSpPr/>
            <p:nvPr/>
          </p:nvSpPr>
          <p:spPr>
            <a:xfrm>
              <a:off x="536516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2" name="pg992"/>
            <p:cNvSpPr/>
            <p:nvPr/>
          </p:nvSpPr>
          <p:spPr>
            <a:xfrm>
              <a:off x="5376798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3" name="pg993"/>
            <p:cNvSpPr/>
            <p:nvPr/>
          </p:nvSpPr>
          <p:spPr>
            <a:xfrm>
              <a:off x="538843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4" name="pg994"/>
            <p:cNvSpPr/>
            <p:nvPr/>
          </p:nvSpPr>
          <p:spPr>
            <a:xfrm>
              <a:off x="540007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5" name="pg995"/>
            <p:cNvSpPr/>
            <p:nvPr/>
          </p:nvSpPr>
          <p:spPr>
            <a:xfrm>
              <a:off x="5411710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6" name="pg996"/>
            <p:cNvSpPr/>
            <p:nvPr/>
          </p:nvSpPr>
          <p:spPr>
            <a:xfrm>
              <a:off x="542334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7" name="pg997"/>
            <p:cNvSpPr/>
            <p:nvPr/>
          </p:nvSpPr>
          <p:spPr>
            <a:xfrm>
              <a:off x="543498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8" name="pg998"/>
            <p:cNvSpPr/>
            <p:nvPr/>
          </p:nvSpPr>
          <p:spPr>
            <a:xfrm>
              <a:off x="5446622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A">
                <a:alpha val="100000"/>
              </a:srgbClr>
            </a:solidFill>
            <a:ln w="5420" cap="flat">
              <a:solidFill>
                <a:srgbClr val="2A1F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9" name="pg999"/>
            <p:cNvSpPr/>
            <p:nvPr/>
          </p:nvSpPr>
          <p:spPr>
            <a:xfrm>
              <a:off x="545825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F39">
                <a:alpha val="100000"/>
              </a:srgbClr>
            </a:solidFill>
            <a:ln w="5420" cap="flat">
              <a:solidFill>
                <a:srgbClr val="29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0" name="pg1000"/>
            <p:cNvSpPr/>
            <p:nvPr/>
          </p:nvSpPr>
          <p:spPr>
            <a:xfrm>
              <a:off x="546989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F39">
                <a:alpha val="100000"/>
              </a:srgbClr>
            </a:solidFill>
            <a:ln w="5420" cap="flat">
              <a:solidFill>
                <a:srgbClr val="29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1" name="pg1001"/>
            <p:cNvSpPr/>
            <p:nvPr/>
          </p:nvSpPr>
          <p:spPr>
            <a:xfrm>
              <a:off x="5481534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A">
                <a:alpha val="100000"/>
              </a:srgbClr>
            </a:solidFill>
            <a:ln w="5420" cap="flat">
              <a:solidFill>
                <a:srgbClr val="2A1F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2" name="pg1002"/>
            <p:cNvSpPr/>
            <p:nvPr/>
          </p:nvSpPr>
          <p:spPr>
            <a:xfrm>
              <a:off x="549317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3" name="pg1003"/>
            <p:cNvSpPr/>
            <p:nvPr/>
          </p:nvSpPr>
          <p:spPr>
            <a:xfrm>
              <a:off x="550480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F">
                <a:alpha val="100000"/>
              </a:srgbClr>
            </a:solidFill>
            <a:ln w="5420" cap="flat">
              <a:solidFill>
                <a:srgbClr val="2C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4" name="pg1004"/>
            <p:cNvSpPr/>
            <p:nvPr/>
          </p:nvSpPr>
          <p:spPr>
            <a:xfrm>
              <a:off x="551644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5" name="pg1005"/>
            <p:cNvSpPr/>
            <p:nvPr/>
          </p:nvSpPr>
          <p:spPr>
            <a:xfrm>
              <a:off x="553972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6" name="pg1006"/>
            <p:cNvSpPr/>
            <p:nvPr/>
          </p:nvSpPr>
          <p:spPr>
            <a:xfrm>
              <a:off x="5551358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7" name="pg1007"/>
            <p:cNvSpPr/>
            <p:nvPr/>
          </p:nvSpPr>
          <p:spPr>
            <a:xfrm>
              <a:off x="5167326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8" name="pg1008"/>
            <p:cNvSpPr/>
            <p:nvPr/>
          </p:nvSpPr>
          <p:spPr>
            <a:xfrm>
              <a:off x="517896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9" name="pg1009"/>
            <p:cNvSpPr/>
            <p:nvPr/>
          </p:nvSpPr>
          <p:spPr>
            <a:xfrm>
              <a:off x="519060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0" name="pg1010"/>
            <p:cNvSpPr/>
            <p:nvPr/>
          </p:nvSpPr>
          <p:spPr>
            <a:xfrm>
              <a:off x="5202238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1" name="pg1011"/>
            <p:cNvSpPr/>
            <p:nvPr/>
          </p:nvSpPr>
          <p:spPr>
            <a:xfrm>
              <a:off x="521387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2" name="pg1012"/>
            <p:cNvSpPr/>
            <p:nvPr/>
          </p:nvSpPr>
          <p:spPr>
            <a:xfrm>
              <a:off x="522551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3" name="pg1013"/>
            <p:cNvSpPr/>
            <p:nvPr/>
          </p:nvSpPr>
          <p:spPr>
            <a:xfrm>
              <a:off x="5237150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4" name="pg1014"/>
            <p:cNvSpPr/>
            <p:nvPr/>
          </p:nvSpPr>
          <p:spPr>
            <a:xfrm>
              <a:off x="524878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5" name="pg1015"/>
            <p:cNvSpPr/>
            <p:nvPr/>
          </p:nvSpPr>
          <p:spPr>
            <a:xfrm>
              <a:off x="526042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6" name="pg1016"/>
            <p:cNvSpPr/>
            <p:nvPr/>
          </p:nvSpPr>
          <p:spPr>
            <a:xfrm>
              <a:off x="5272062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7" name="pg1017"/>
            <p:cNvSpPr/>
            <p:nvPr/>
          </p:nvSpPr>
          <p:spPr>
            <a:xfrm>
              <a:off x="528369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8" name="pg1018"/>
            <p:cNvSpPr/>
            <p:nvPr/>
          </p:nvSpPr>
          <p:spPr>
            <a:xfrm>
              <a:off x="529533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9" name="pg1019"/>
            <p:cNvSpPr/>
            <p:nvPr/>
          </p:nvSpPr>
          <p:spPr>
            <a:xfrm>
              <a:off x="5306974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0" name="pg1020"/>
            <p:cNvSpPr/>
            <p:nvPr/>
          </p:nvSpPr>
          <p:spPr>
            <a:xfrm>
              <a:off x="531861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1" name="pg1021"/>
            <p:cNvSpPr/>
            <p:nvPr/>
          </p:nvSpPr>
          <p:spPr>
            <a:xfrm>
              <a:off x="533024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2" name="pg1022"/>
            <p:cNvSpPr/>
            <p:nvPr/>
          </p:nvSpPr>
          <p:spPr>
            <a:xfrm>
              <a:off x="5341886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3" name="pg1023"/>
            <p:cNvSpPr/>
            <p:nvPr/>
          </p:nvSpPr>
          <p:spPr>
            <a:xfrm>
              <a:off x="535352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4" name="pg1024"/>
            <p:cNvSpPr/>
            <p:nvPr/>
          </p:nvSpPr>
          <p:spPr>
            <a:xfrm>
              <a:off x="536516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5" name="pg1025"/>
            <p:cNvSpPr/>
            <p:nvPr/>
          </p:nvSpPr>
          <p:spPr>
            <a:xfrm>
              <a:off x="5376798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6" name="pg1026"/>
            <p:cNvSpPr/>
            <p:nvPr/>
          </p:nvSpPr>
          <p:spPr>
            <a:xfrm>
              <a:off x="538843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7" name="pg1027"/>
            <p:cNvSpPr/>
            <p:nvPr/>
          </p:nvSpPr>
          <p:spPr>
            <a:xfrm>
              <a:off x="540007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8" name="pg1028"/>
            <p:cNvSpPr/>
            <p:nvPr/>
          </p:nvSpPr>
          <p:spPr>
            <a:xfrm>
              <a:off x="5411710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9" name="pg1029"/>
            <p:cNvSpPr/>
            <p:nvPr/>
          </p:nvSpPr>
          <p:spPr>
            <a:xfrm>
              <a:off x="542334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0" name="pg1030"/>
            <p:cNvSpPr/>
            <p:nvPr/>
          </p:nvSpPr>
          <p:spPr>
            <a:xfrm>
              <a:off x="543498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1" name="pg1031"/>
            <p:cNvSpPr/>
            <p:nvPr/>
          </p:nvSpPr>
          <p:spPr>
            <a:xfrm>
              <a:off x="5446622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2" name="pg1032"/>
            <p:cNvSpPr/>
            <p:nvPr/>
          </p:nvSpPr>
          <p:spPr>
            <a:xfrm>
              <a:off x="545825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F">
                <a:alpha val="100000"/>
              </a:srgbClr>
            </a:solidFill>
            <a:ln w="5420" cap="flat">
              <a:solidFill>
                <a:srgbClr val="2C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3" name="pg1033"/>
            <p:cNvSpPr/>
            <p:nvPr/>
          </p:nvSpPr>
          <p:spPr>
            <a:xfrm>
              <a:off x="546989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4" name="pg1034"/>
            <p:cNvSpPr/>
            <p:nvPr/>
          </p:nvSpPr>
          <p:spPr>
            <a:xfrm>
              <a:off x="517896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5" name="pg1035"/>
            <p:cNvSpPr/>
            <p:nvPr/>
          </p:nvSpPr>
          <p:spPr>
            <a:xfrm>
              <a:off x="519060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6" name="pg1036"/>
            <p:cNvSpPr/>
            <p:nvPr/>
          </p:nvSpPr>
          <p:spPr>
            <a:xfrm>
              <a:off x="5202238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7" name="pg1037"/>
            <p:cNvSpPr/>
            <p:nvPr/>
          </p:nvSpPr>
          <p:spPr>
            <a:xfrm>
              <a:off x="5213875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8" name="pg1038"/>
            <p:cNvSpPr/>
            <p:nvPr/>
          </p:nvSpPr>
          <p:spPr>
            <a:xfrm>
              <a:off x="522551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9" name="pg1039"/>
            <p:cNvSpPr/>
            <p:nvPr/>
          </p:nvSpPr>
          <p:spPr>
            <a:xfrm>
              <a:off x="5237150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0" name="pg1040"/>
            <p:cNvSpPr/>
            <p:nvPr/>
          </p:nvSpPr>
          <p:spPr>
            <a:xfrm>
              <a:off x="5248787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1" name="pg1041"/>
            <p:cNvSpPr/>
            <p:nvPr/>
          </p:nvSpPr>
          <p:spPr>
            <a:xfrm>
              <a:off x="5260425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2" name="pg1042"/>
            <p:cNvSpPr/>
            <p:nvPr/>
          </p:nvSpPr>
          <p:spPr>
            <a:xfrm>
              <a:off x="5272062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3" name="pg1043"/>
            <p:cNvSpPr/>
            <p:nvPr/>
          </p:nvSpPr>
          <p:spPr>
            <a:xfrm>
              <a:off x="528369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4" name="pg1044"/>
            <p:cNvSpPr/>
            <p:nvPr/>
          </p:nvSpPr>
          <p:spPr>
            <a:xfrm>
              <a:off x="5295337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5" name="pg1045"/>
            <p:cNvSpPr/>
            <p:nvPr/>
          </p:nvSpPr>
          <p:spPr>
            <a:xfrm>
              <a:off x="5306974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6" name="pg1046"/>
            <p:cNvSpPr/>
            <p:nvPr/>
          </p:nvSpPr>
          <p:spPr>
            <a:xfrm>
              <a:off x="531861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7" name="pg1047"/>
            <p:cNvSpPr/>
            <p:nvPr/>
          </p:nvSpPr>
          <p:spPr>
            <a:xfrm>
              <a:off x="533024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8" name="pg1048"/>
            <p:cNvSpPr/>
            <p:nvPr/>
          </p:nvSpPr>
          <p:spPr>
            <a:xfrm>
              <a:off x="5341886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9" name="pg1049"/>
            <p:cNvSpPr/>
            <p:nvPr/>
          </p:nvSpPr>
          <p:spPr>
            <a:xfrm>
              <a:off x="535352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0" name="pg1050"/>
            <p:cNvSpPr/>
            <p:nvPr/>
          </p:nvSpPr>
          <p:spPr>
            <a:xfrm>
              <a:off x="536516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1" name="pg1051"/>
            <p:cNvSpPr/>
            <p:nvPr/>
          </p:nvSpPr>
          <p:spPr>
            <a:xfrm>
              <a:off x="5376798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2" name="pg1052"/>
            <p:cNvSpPr/>
            <p:nvPr/>
          </p:nvSpPr>
          <p:spPr>
            <a:xfrm>
              <a:off x="5388435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3" name="pg1053"/>
            <p:cNvSpPr/>
            <p:nvPr/>
          </p:nvSpPr>
          <p:spPr>
            <a:xfrm>
              <a:off x="540007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4" name="pg1054"/>
            <p:cNvSpPr/>
            <p:nvPr/>
          </p:nvSpPr>
          <p:spPr>
            <a:xfrm>
              <a:off x="5423347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5" name="pg1055"/>
            <p:cNvSpPr/>
            <p:nvPr/>
          </p:nvSpPr>
          <p:spPr>
            <a:xfrm>
              <a:off x="5178963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6" name="pg1056"/>
            <p:cNvSpPr/>
            <p:nvPr/>
          </p:nvSpPr>
          <p:spPr>
            <a:xfrm>
              <a:off x="5190601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7" name="pg1057"/>
            <p:cNvSpPr/>
            <p:nvPr/>
          </p:nvSpPr>
          <p:spPr>
            <a:xfrm>
              <a:off x="5202238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8" name="pg1058"/>
            <p:cNvSpPr/>
            <p:nvPr/>
          </p:nvSpPr>
          <p:spPr>
            <a:xfrm>
              <a:off x="5213875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9" name="pg1059"/>
            <p:cNvSpPr/>
            <p:nvPr/>
          </p:nvSpPr>
          <p:spPr>
            <a:xfrm>
              <a:off x="5225513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0" name="pg1060"/>
            <p:cNvSpPr/>
            <p:nvPr/>
          </p:nvSpPr>
          <p:spPr>
            <a:xfrm>
              <a:off x="5237150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1" name="pg1061"/>
            <p:cNvSpPr/>
            <p:nvPr/>
          </p:nvSpPr>
          <p:spPr>
            <a:xfrm>
              <a:off x="5248787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2" name="pg1062"/>
            <p:cNvSpPr/>
            <p:nvPr/>
          </p:nvSpPr>
          <p:spPr>
            <a:xfrm>
              <a:off x="5260425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3" name="pg1063"/>
            <p:cNvSpPr/>
            <p:nvPr/>
          </p:nvSpPr>
          <p:spPr>
            <a:xfrm>
              <a:off x="5272062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4" name="pg1064"/>
            <p:cNvSpPr/>
            <p:nvPr/>
          </p:nvSpPr>
          <p:spPr>
            <a:xfrm>
              <a:off x="5283699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5" name="pg1065"/>
            <p:cNvSpPr/>
            <p:nvPr/>
          </p:nvSpPr>
          <p:spPr>
            <a:xfrm>
              <a:off x="5295337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6" name="pg1066"/>
            <p:cNvSpPr/>
            <p:nvPr/>
          </p:nvSpPr>
          <p:spPr>
            <a:xfrm>
              <a:off x="5167326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7" name="pg1067"/>
            <p:cNvSpPr/>
            <p:nvPr/>
          </p:nvSpPr>
          <p:spPr>
            <a:xfrm>
              <a:off x="5178963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8" name="pg1068"/>
            <p:cNvSpPr/>
            <p:nvPr/>
          </p:nvSpPr>
          <p:spPr>
            <a:xfrm>
              <a:off x="5190601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9" name="pg1069"/>
            <p:cNvSpPr/>
            <p:nvPr/>
          </p:nvSpPr>
          <p:spPr>
            <a:xfrm>
              <a:off x="5202238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0" name="pg1070"/>
            <p:cNvSpPr/>
            <p:nvPr/>
          </p:nvSpPr>
          <p:spPr>
            <a:xfrm>
              <a:off x="5213875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1" name="pg1071"/>
            <p:cNvSpPr/>
            <p:nvPr/>
          </p:nvSpPr>
          <p:spPr>
            <a:xfrm>
              <a:off x="5225513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2" name="pg1072"/>
            <p:cNvSpPr/>
            <p:nvPr/>
          </p:nvSpPr>
          <p:spPr>
            <a:xfrm>
              <a:off x="5237150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3" name="pg1073"/>
            <p:cNvSpPr/>
            <p:nvPr/>
          </p:nvSpPr>
          <p:spPr>
            <a:xfrm>
              <a:off x="5248787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4" name="pg1074"/>
            <p:cNvSpPr/>
            <p:nvPr/>
          </p:nvSpPr>
          <p:spPr>
            <a:xfrm>
              <a:off x="5260425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5" name="pg1075"/>
            <p:cNvSpPr/>
            <p:nvPr/>
          </p:nvSpPr>
          <p:spPr>
            <a:xfrm>
              <a:off x="5155689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6" name="pg1076"/>
            <p:cNvSpPr/>
            <p:nvPr/>
          </p:nvSpPr>
          <p:spPr>
            <a:xfrm>
              <a:off x="5167326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7" name="pg1077"/>
            <p:cNvSpPr/>
            <p:nvPr/>
          </p:nvSpPr>
          <p:spPr>
            <a:xfrm>
              <a:off x="5178963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8" name="pg1078"/>
            <p:cNvSpPr/>
            <p:nvPr/>
          </p:nvSpPr>
          <p:spPr>
            <a:xfrm>
              <a:off x="5190601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9" name="pg1079"/>
            <p:cNvSpPr/>
            <p:nvPr/>
          </p:nvSpPr>
          <p:spPr>
            <a:xfrm>
              <a:off x="5202238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0" name="pg1080"/>
            <p:cNvSpPr/>
            <p:nvPr/>
          </p:nvSpPr>
          <p:spPr>
            <a:xfrm>
              <a:off x="5213875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1" name="pg1081"/>
            <p:cNvSpPr/>
            <p:nvPr/>
          </p:nvSpPr>
          <p:spPr>
            <a:xfrm>
              <a:off x="5225513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2" name="pg1082"/>
            <p:cNvSpPr/>
            <p:nvPr/>
          </p:nvSpPr>
          <p:spPr>
            <a:xfrm>
              <a:off x="5237150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3" name="pg1083"/>
            <p:cNvSpPr/>
            <p:nvPr/>
          </p:nvSpPr>
          <p:spPr>
            <a:xfrm>
              <a:off x="5144051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4" name="pg1084"/>
            <p:cNvSpPr/>
            <p:nvPr/>
          </p:nvSpPr>
          <p:spPr>
            <a:xfrm>
              <a:off x="5155689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5" name="pg1085"/>
            <p:cNvSpPr/>
            <p:nvPr/>
          </p:nvSpPr>
          <p:spPr>
            <a:xfrm>
              <a:off x="5167326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6" name="pg1086"/>
            <p:cNvSpPr/>
            <p:nvPr/>
          </p:nvSpPr>
          <p:spPr>
            <a:xfrm>
              <a:off x="5178963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7" name="pg1087"/>
            <p:cNvSpPr/>
            <p:nvPr/>
          </p:nvSpPr>
          <p:spPr>
            <a:xfrm>
              <a:off x="5190601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8" name="pg1088"/>
            <p:cNvSpPr/>
            <p:nvPr/>
          </p:nvSpPr>
          <p:spPr>
            <a:xfrm>
              <a:off x="5202238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9" name="pg1089"/>
            <p:cNvSpPr/>
            <p:nvPr/>
          </p:nvSpPr>
          <p:spPr>
            <a:xfrm>
              <a:off x="5213875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0" name="pg1090"/>
            <p:cNvSpPr/>
            <p:nvPr/>
          </p:nvSpPr>
          <p:spPr>
            <a:xfrm>
              <a:off x="5144051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1" name="pg1091"/>
            <p:cNvSpPr/>
            <p:nvPr/>
          </p:nvSpPr>
          <p:spPr>
            <a:xfrm>
              <a:off x="5155689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2" name="pg1092"/>
            <p:cNvSpPr/>
            <p:nvPr/>
          </p:nvSpPr>
          <p:spPr>
            <a:xfrm>
              <a:off x="5167326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3" name="pg1093"/>
            <p:cNvSpPr/>
            <p:nvPr/>
          </p:nvSpPr>
          <p:spPr>
            <a:xfrm>
              <a:off x="5178963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4" name="pg1094"/>
            <p:cNvSpPr/>
            <p:nvPr/>
          </p:nvSpPr>
          <p:spPr>
            <a:xfrm>
              <a:off x="5190601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5" name="pg1095"/>
            <p:cNvSpPr/>
            <p:nvPr/>
          </p:nvSpPr>
          <p:spPr>
            <a:xfrm>
              <a:off x="5202238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6" name="pg1096"/>
            <p:cNvSpPr/>
            <p:nvPr/>
          </p:nvSpPr>
          <p:spPr>
            <a:xfrm>
              <a:off x="5213875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7" name="pg1097"/>
            <p:cNvSpPr/>
            <p:nvPr/>
          </p:nvSpPr>
          <p:spPr>
            <a:xfrm>
              <a:off x="5144051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8" name="pg1098"/>
            <p:cNvSpPr/>
            <p:nvPr/>
          </p:nvSpPr>
          <p:spPr>
            <a:xfrm>
              <a:off x="5155689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9" name="pg1099"/>
            <p:cNvSpPr/>
            <p:nvPr/>
          </p:nvSpPr>
          <p:spPr>
            <a:xfrm>
              <a:off x="5167326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0" name="pg1100"/>
            <p:cNvSpPr/>
            <p:nvPr/>
          </p:nvSpPr>
          <p:spPr>
            <a:xfrm>
              <a:off x="5178963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1" name="pg1101"/>
            <p:cNvSpPr/>
            <p:nvPr/>
          </p:nvSpPr>
          <p:spPr>
            <a:xfrm>
              <a:off x="5190601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2" name="pg1102"/>
            <p:cNvSpPr/>
            <p:nvPr/>
          </p:nvSpPr>
          <p:spPr>
            <a:xfrm>
              <a:off x="5202238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3" name="pg1103"/>
            <p:cNvSpPr/>
            <p:nvPr/>
          </p:nvSpPr>
          <p:spPr>
            <a:xfrm>
              <a:off x="5213875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4" name="pg1104"/>
            <p:cNvSpPr/>
            <p:nvPr/>
          </p:nvSpPr>
          <p:spPr>
            <a:xfrm>
              <a:off x="5144051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5" name="pg1105"/>
            <p:cNvSpPr/>
            <p:nvPr/>
          </p:nvSpPr>
          <p:spPr>
            <a:xfrm>
              <a:off x="5155689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6" name="pg1106"/>
            <p:cNvSpPr/>
            <p:nvPr/>
          </p:nvSpPr>
          <p:spPr>
            <a:xfrm>
              <a:off x="5167326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7" name="pg1107"/>
            <p:cNvSpPr/>
            <p:nvPr/>
          </p:nvSpPr>
          <p:spPr>
            <a:xfrm>
              <a:off x="5178963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8" name="pg1108"/>
            <p:cNvSpPr/>
            <p:nvPr/>
          </p:nvSpPr>
          <p:spPr>
            <a:xfrm>
              <a:off x="5190601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9" name="pg1109"/>
            <p:cNvSpPr/>
            <p:nvPr/>
          </p:nvSpPr>
          <p:spPr>
            <a:xfrm>
              <a:off x="5202238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0" name="pg1110"/>
            <p:cNvSpPr/>
            <p:nvPr/>
          </p:nvSpPr>
          <p:spPr>
            <a:xfrm>
              <a:off x="5213875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1" name="pg1111"/>
            <p:cNvSpPr/>
            <p:nvPr/>
          </p:nvSpPr>
          <p:spPr>
            <a:xfrm>
              <a:off x="5074227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2" name="pg1112"/>
            <p:cNvSpPr/>
            <p:nvPr/>
          </p:nvSpPr>
          <p:spPr>
            <a:xfrm>
              <a:off x="5085865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3" name="pg1113"/>
            <p:cNvSpPr/>
            <p:nvPr/>
          </p:nvSpPr>
          <p:spPr>
            <a:xfrm>
              <a:off x="5167326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4" name="pg1114"/>
            <p:cNvSpPr/>
            <p:nvPr/>
          </p:nvSpPr>
          <p:spPr>
            <a:xfrm>
              <a:off x="5178963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5" name="pg1115"/>
            <p:cNvSpPr/>
            <p:nvPr/>
          </p:nvSpPr>
          <p:spPr>
            <a:xfrm>
              <a:off x="5190601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6" name="pg1116"/>
            <p:cNvSpPr/>
            <p:nvPr/>
          </p:nvSpPr>
          <p:spPr>
            <a:xfrm>
              <a:off x="5202238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7" name="pg1117"/>
            <p:cNvSpPr/>
            <p:nvPr/>
          </p:nvSpPr>
          <p:spPr>
            <a:xfrm>
              <a:off x="5213875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8" name="pg1118"/>
            <p:cNvSpPr/>
            <p:nvPr/>
          </p:nvSpPr>
          <p:spPr>
            <a:xfrm>
              <a:off x="5050953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9" name="pg1119"/>
            <p:cNvSpPr/>
            <p:nvPr/>
          </p:nvSpPr>
          <p:spPr>
            <a:xfrm>
              <a:off x="5062590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0" name="pg1120"/>
            <p:cNvSpPr/>
            <p:nvPr/>
          </p:nvSpPr>
          <p:spPr>
            <a:xfrm>
              <a:off x="5074227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1" name="pg1121"/>
            <p:cNvSpPr/>
            <p:nvPr/>
          </p:nvSpPr>
          <p:spPr>
            <a:xfrm>
              <a:off x="5085865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2" name="pg1122"/>
            <p:cNvSpPr/>
            <p:nvPr/>
          </p:nvSpPr>
          <p:spPr>
            <a:xfrm>
              <a:off x="5097502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3" name="pg1123"/>
            <p:cNvSpPr/>
            <p:nvPr/>
          </p:nvSpPr>
          <p:spPr>
            <a:xfrm>
              <a:off x="5167326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4" name="pg1124"/>
            <p:cNvSpPr/>
            <p:nvPr/>
          </p:nvSpPr>
          <p:spPr>
            <a:xfrm>
              <a:off x="5178963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5" name="pg1125"/>
            <p:cNvSpPr/>
            <p:nvPr/>
          </p:nvSpPr>
          <p:spPr>
            <a:xfrm>
              <a:off x="5190601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6" name="pg1126"/>
            <p:cNvSpPr/>
            <p:nvPr/>
          </p:nvSpPr>
          <p:spPr>
            <a:xfrm>
              <a:off x="5202238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7" name="pg1127"/>
            <p:cNvSpPr/>
            <p:nvPr/>
          </p:nvSpPr>
          <p:spPr>
            <a:xfrm>
              <a:off x="5213875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8" name="pg1128"/>
            <p:cNvSpPr/>
            <p:nvPr/>
          </p:nvSpPr>
          <p:spPr>
            <a:xfrm>
              <a:off x="5027678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9" name="pg1129"/>
            <p:cNvSpPr/>
            <p:nvPr/>
          </p:nvSpPr>
          <p:spPr>
            <a:xfrm>
              <a:off x="5039315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0" name="pg1130"/>
            <p:cNvSpPr/>
            <p:nvPr/>
          </p:nvSpPr>
          <p:spPr>
            <a:xfrm>
              <a:off x="505095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1" name="pg1131"/>
            <p:cNvSpPr/>
            <p:nvPr/>
          </p:nvSpPr>
          <p:spPr>
            <a:xfrm>
              <a:off x="5062590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2" name="pg1132"/>
            <p:cNvSpPr/>
            <p:nvPr/>
          </p:nvSpPr>
          <p:spPr>
            <a:xfrm>
              <a:off x="5074227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3" name="pg1133"/>
            <p:cNvSpPr/>
            <p:nvPr/>
          </p:nvSpPr>
          <p:spPr>
            <a:xfrm>
              <a:off x="5085865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4" name="pg1134"/>
            <p:cNvSpPr/>
            <p:nvPr/>
          </p:nvSpPr>
          <p:spPr>
            <a:xfrm>
              <a:off x="5097502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5" name="pg1135"/>
            <p:cNvSpPr/>
            <p:nvPr/>
          </p:nvSpPr>
          <p:spPr>
            <a:xfrm>
              <a:off x="5155689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6" name="pg1136"/>
            <p:cNvSpPr/>
            <p:nvPr/>
          </p:nvSpPr>
          <p:spPr>
            <a:xfrm>
              <a:off x="5167326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7" name="pg1137"/>
            <p:cNvSpPr/>
            <p:nvPr/>
          </p:nvSpPr>
          <p:spPr>
            <a:xfrm>
              <a:off x="517896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8" name="pg1138"/>
            <p:cNvSpPr/>
            <p:nvPr/>
          </p:nvSpPr>
          <p:spPr>
            <a:xfrm>
              <a:off x="5190601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9" name="pg1139"/>
            <p:cNvSpPr/>
            <p:nvPr/>
          </p:nvSpPr>
          <p:spPr>
            <a:xfrm>
              <a:off x="5202238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0" name="pg1140"/>
            <p:cNvSpPr/>
            <p:nvPr/>
          </p:nvSpPr>
          <p:spPr>
            <a:xfrm>
              <a:off x="5016041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1" name="pg1141"/>
            <p:cNvSpPr/>
            <p:nvPr/>
          </p:nvSpPr>
          <p:spPr>
            <a:xfrm>
              <a:off x="5027678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2" name="pg1142"/>
            <p:cNvSpPr/>
            <p:nvPr/>
          </p:nvSpPr>
          <p:spPr>
            <a:xfrm>
              <a:off x="5039315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3" name="pg1143"/>
            <p:cNvSpPr/>
            <p:nvPr/>
          </p:nvSpPr>
          <p:spPr>
            <a:xfrm>
              <a:off x="505095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4" name="pg1144"/>
            <p:cNvSpPr/>
            <p:nvPr/>
          </p:nvSpPr>
          <p:spPr>
            <a:xfrm>
              <a:off x="5062590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5" name="pg1145"/>
            <p:cNvSpPr/>
            <p:nvPr/>
          </p:nvSpPr>
          <p:spPr>
            <a:xfrm>
              <a:off x="5074227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6" name="pg1146"/>
            <p:cNvSpPr/>
            <p:nvPr/>
          </p:nvSpPr>
          <p:spPr>
            <a:xfrm>
              <a:off x="5085865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7" name="pg1147"/>
            <p:cNvSpPr/>
            <p:nvPr/>
          </p:nvSpPr>
          <p:spPr>
            <a:xfrm>
              <a:off x="5097502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8" name="pg1148"/>
            <p:cNvSpPr/>
            <p:nvPr/>
          </p:nvSpPr>
          <p:spPr>
            <a:xfrm>
              <a:off x="5155689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9" name="pg1149"/>
            <p:cNvSpPr/>
            <p:nvPr/>
          </p:nvSpPr>
          <p:spPr>
            <a:xfrm>
              <a:off x="5167326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0" name="pg1150"/>
            <p:cNvSpPr/>
            <p:nvPr/>
          </p:nvSpPr>
          <p:spPr>
            <a:xfrm>
              <a:off x="517896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1" name="pg1151"/>
            <p:cNvSpPr/>
            <p:nvPr/>
          </p:nvSpPr>
          <p:spPr>
            <a:xfrm>
              <a:off x="5190601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2" name="pg1152"/>
            <p:cNvSpPr/>
            <p:nvPr/>
          </p:nvSpPr>
          <p:spPr>
            <a:xfrm>
              <a:off x="5202238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3" name="pg1153"/>
            <p:cNvSpPr/>
            <p:nvPr/>
          </p:nvSpPr>
          <p:spPr>
            <a:xfrm>
              <a:off x="4957854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4" name="pg1154"/>
            <p:cNvSpPr/>
            <p:nvPr/>
          </p:nvSpPr>
          <p:spPr>
            <a:xfrm>
              <a:off x="4969492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5" name="pg1155"/>
            <p:cNvSpPr/>
            <p:nvPr/>
          </p:nvSpPr>
          <p:spPr>
            <a:xfrm>
              <a:off x="498112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6" name="pg1156"/>
            <p:cNvSpPr/>
            <p:nvPr/>
          </p:nvSpPr>
          <p:spPr>
            <a:xfrm>
              <a:off x="4992766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7" name="pg1157"/>
            <p:cNvSpPr/>
            <p:nvPr/>
          </p:nvSpPr>
          <p:spPr>
            <a:xfrm>
              <a:off x="500440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8" name="pg1158"/>
            <p:cNvSpPr/>
            <p:nvPr/>
          </p:nvSpPr>
          <p:spPr>
            <a:xfrm>
              <a:off x="501604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9" name="pg1159"/>
            <p:cNvSpPr/>
            <p:nvPr/>
          </p:nvSpPr>
          <p:spPr>
            <a:xfrm>
              <a:off x="5027678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0" name="pg1160"/>
            <p:cNvSpPr/>
            <p:nvPr/>
          </p:nvSpPr>
          <p:spPr>
            <a:xfrm>
              <a:off x="5039315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1" name="pg1161"/>
            <p:cNvSpPr/>
            <p:nvPr/>
          </p:nvSpPr>
          <p:spPr>
            <a:xfrm>
              <a:off x="505095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2" name="pg1162"/>
            <p:cNvSpPr/>
            <p:nvPr/>
          </p:nvSpPr>
          <p:spPr>
            <a:xfrm>
              <a:off x="5062590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3" name="pg1163"/>
            <p:cNvSpPr/>
            <p:nvPr/>
          </p:nvSpPr>
          <p:spPr>
            <a:xfrm>
              <a:off x="5074227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4" name="pg1164"/>
            <p:cNvSpPr/>
            <p:nvPr/>
          </p:nvSpPr>
          <p:spPr>
            <a:xfrm>
              <a:off x="5085865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5" name="pg1165"/>
            <p:cNvSpPr/>
            <p:nvPr/>
          </p:nvSpPr>
          <p:spPr>
            <a:xfrm>
              <a:off x="514405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6" name="pg1166"/>
            <p:cNvSpPr/>
            <p:nvPr/>
          </p:nvSpPr>
          <p:spPr>
            <a:xfrm>
              <a:off x="515568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7" name="pg1167"/>
            <p:cNvSpPr/>
            <p:nvPr/>
          </p:nvSpPr>
          <p:spPr>
            <a:xfrm>
              <a:off x="5167326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8" name="pg1168"/>
            <p:cNvSpPr/>
            <p:nvPr/>
          </p:nvSpPr>
          <p:spPr>
            <a:xfrm>
              <a:off x="517896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9" name="pg1169"/>
            <p:cNvSpPr/>
            <p:nvPr/>
          </p:nvSpPr>
          <p:spPr>
            <a:xfrm>
              <a:off x="519060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0" name="pg1170"/>
            <p:cNvSpPr/>
            <p:nvPr/>
          </p:nvSpPr>
          <p:spPr>
            <a:xfrm>
              <a:off x="5202238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1" name="pg1171"/>
            <p:cNvSpPr/>
            <p:nvPr/>
          </p:nvSpPr>
          <p:spPr>
            <a:xfrm>
              <a:off x="4946217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2" name="pg1172"/>
            <p:cNvSpPr/>
            <p:nvPr/>
          </p:nvSpPr>
          <p:spPr>
            <a:xfrm>
              <a:off x="4957854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3" name="pg1173"/>
            <p:cNvSpPr/>
            <p:nvPr/>
          </p:nvSpPr>
          <p:spPr>
            <a:xfrm>
              <a:off x="4969492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4" name="pg1174"/>
            <p:cNvSpPr/>
            <p:nvPr/>
          </p:nvSpPr>
          <p:spPr>
            <a:xfrm>
              <a:off x="498112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5" name="pg1175"/>
            <p:cNvSpPr/>
            <p:nvPr/>
          </p:nvSpPr>
          <p:spPr>
            <a:xfrm>
              <a:off x="4992766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6" name="pg1176"/>
            <p:cNvSpPr/>
            <p:nvPr/>
          </p:nvSpPr>
          <p:spPr>
            <a:xfrm>
              <a:off x="500440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7" name="pg1177"/>
            <p:cNvSpPr/>
            <p:nvPr/>
          </p:nvSpPr>
          <p:spPr>
            <a:xfrm>
              <a:off x="501604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8" name="pg1178"/>
            <p:cNvSpPr/>
            <p:nvPr/>
          </p:nvSpPr>
          <p:spPr>
            <a:xfrm>
              <a:off x="5027678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9" name="pg1179"/>
            <p:cNvSpPr/>
            <p:nvPr/>
          </p:nvSpPr>
          <p:spPr>
            <a:xfrm>
              <a:off x="5039315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0" name="pg1180"/>
            <p:cNvSpPr/>
            <p:nvPr/>
          </p:nvSpPr>
          <p:spPr>
            <a:xfrm>
              <a:off x="505095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1" name="pg1181"/>
            <p:cNvSpPr/>
            <p:nvPr/>
          </p:nvSpPr>
          <p:spPr>
            <a:xfrm>
              <a:off x="5062590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2" name="pg1182"/>
            <p:cNvSpPr/>
            <p:nvPr/>
          </p:nvSpPr>
          <p:spPr>
            <a:xfrm>
              <a:off x="5074227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3" name="pg1183"/>
            <p:cNvSpPr/>
            <p:nvPr/>
          </p:nvSpPr>
          <p:spPr>
            <a:xfrm>
              <a:off x="5132414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4" name="pg1184"/>
            <p:cNvSpPr/>
            <p:nvPr/>
          </p:nvSpPr>
          <p:spPr>
            <a:xfrm>
              <a:off x="514405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5" name="pg1185"/>
            <p:cNvSpPr/>
            <p:nvPr/>
          </p:nvSpPr>
          <p:spPr>
            <a:xfrm>
              <a:off x="515568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6" name="pg1186"/>
            <p:cNvSpPr/>
            <p:nvPr/>
          </p:nvSpPr>
          <p:spPr>
            <a:xfrm>
              <a:off x="5167326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7" name="pg1187"/>
            <p:cNvSpPr/>
            <p:nvPr/>
          </p:nvSpPr>
          <p:spPr>
            <a:xfrm>
              <a:off x="517896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8" name="pg1188"/>
            <p:cNvSpPr/>
            <p:nvPr/>
          </p:nvSpPr>
          <p:spPr>
            <a:xfrm>
              <a:off x="519060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9" name="pg1189"/>
            <p:cNvSpPr/>
            <p:nvPr/>
          </p:nvSpPr>
          <p:spPr>
            <a:xfrm>
              <a:off x="5202238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0" name="pg1190"/>
            <p:cNvSpPr/>
            <p:nvPr/>
          </p:nvSpPr>
          <p:spPr>
            <a:xfrm>
              <a:off x="4922942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1" name="pg1191"/>
            <p:cNvSpPr/>
            <p:nvPr/>
          </p:nvSpPr>
          <p:spPr>
            <a:xfrm>
              <a:off x="4934580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2" name="pg1192"/>
            <p:cNvSpPr/>
            <p:nvPr/>
          </p:nvSpPr>
          <p:spPr>
            <a:xfrm>
              <a:off x="494621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3" name="pg1193"/>
            <p:cNvSpPr/>
            <p:nvPr/>
          </p:nvSpPr>
          <p:spPr>
            <a:xfrm>
              <a:off x="4957854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4" name="pg1194"/>
            <p:cNvSpPr/>
            <p:nvPr/>
          </p:nvSpPr>
          <p:spPr>
            <a:xfrm>
              <a:off x="4969492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5" name="pg1195"/>
            <p:cNvSpPr/>
            <p:nvPr/>
          </p:nvSpPr>
          <p:spPr>
            <a:xfrm>
              <a:off x="498112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6" name="pg1196"/>
            <p:cNvSpPr/>
            <p:nvPr/>
          </p:nvSpPr>
          <p:spPr>
            <a:xfrm>
              <a:off x="4992766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7" name="pg1197"/>
            <p:cNvSpPr/>
            <p:nvPr/>
          </p:nvSpPr>
          <p:spPr>
            <a:xfrm>
              <a:off x="5004403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8" name="pg1198"/>
            <p:cNvSpPr/>
            <p:nvPr/>
          </p:nvSpPr>
          <p:spPr>
            <a:xfrm>
              <a:off x="501604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9" name="pg1199"/>
            <p:cNvSpPr/>
            <p:nvPr/>
          </p:nvSpPr>
          <p:spPr>
            <a:xfrm>
              <a:off x="5027678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0" name="pg1200"/>
            <p:cNvSpPr/>
            <p:nvPr/>
          </p:nvSpPr>
          <p:spPr>
            <a:xfrm>
              <a:off x="5039315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1" name="pg1201"/>
            <p:cNvSpPr/>
            <p:nvPr/>
          </p:nvSpPr>
          <p:spPr>
            <a:xfrm>
              <a:off x="5050953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2" name="pg1202"/>
            <p:cNvSpPr/>
            <p:nvPr/>
          </p:nvSpPr>
          <p:spPr>
            <a:xfrm>
              <a:off x="512077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3" name="pg1203"/>
            <p:cNvSpPr/>
            <p:nvPr/>
          </p:nvSpPr>
          <p:spPr>
            <a:xfrm>
              <a:off x="5132414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4" name="pg1204"/>
            <p:cNvSpPr/>
            <p:nvPr/>
          </p:nvSpPr>
          <p:spPr>
            <a:xfrm>
              <a:off x="514405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5" name="pg1205"/>
            <p:cNvSpPr/>
            <p:nvPr/>
          </p:nvSpPr>
          <p:spPr>
            <a:xfrm>
              <a:off x="515568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6" name="pg1206"/>
            <p:cNvSpPr/>
            <p:nvPr/>
          </p:nvSpPr>
          <p:spPr>
            <a:xfrm>
              <a:off x="5167326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7" name="pg1207"/>
            <p:cNvSpPr/>
            <p:nvPr/>
          </p:nvSpPr>
          <p:spPr>
            <a:xfrm>
              <a:off x="5178963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8" name="pg1208"/>
            <p:cNvSpPr/>
            <p:nvPr/>
          </p:nvSpPr>
          <p:spPr>
            <a:xfrm>
              <a:off x="4899668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9" name="pg1209"/>
            <p:cNvSpPr/>
            <p:nvPr/>
          </p:nvSpPr>
          <p:spPr>
            <a:xfrm>
              <a:off x="491130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0" name="pg1210"/>
            <p:cNvSpPr/>
            <p:nvPr/>
          </p:nvSpPr>
          <p:spPr>
            <a:xfrm>
              <a:off x="4922942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1" name="pg1211"/>
            <p:cNvSpPr/>
            <p:nvPr/>
          </p:nvSpPr>
          <p:spPr>
            <a:xfrm>
              <a:off x="4934580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2" name="pg1212"/>
            <p:cNvSpPr/>
            <p:nvPr/>
          </p:nvSpPr>
          <p:spPr>
            <a:xfrm>
              <a:off x="494621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3" name="pg1213"/>
            <p:cNvSpPr/>
            <p:nvPr/>
          </p:nvSpPr>
          <p:spPr>
            <a:xfrm>
              <a:off x="4957854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4" name="pg1214"/>
            <p:cNvSpPr/>
            <p:nvPr/>
          </p:nvSpPr>
          <p:spPr>
            <a:xfrm>
              <a:off x="4969492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5" name="pg1215"/>
            <p:cNvSpPr/>
            <p:nvPr/>
          </p:nvSpPr>
          <p:spPr>
            <a:xfrm>
              <a:off x="498112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6" name="pg1216"/>
            <p:cNvSpPr/>
            <p:nvPr/>
          </p:nvSpPr>
          <p:spPr>
            <a:xfrm>
              <a:off x="4992766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7" name="pg1217"/>
            <p:cNvSpPr/>
            <p:nvPr/>
          </p:nvSpPr>
          <p:spPr>
            <a:xfrm>
              <a:off x="500440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8" name="pg1218"/>
            <p:cNvSpPr/>
            <p:nvPr/>
          </p:nvSpPr>
          <p:spPr>
            <a:xfrm>
              <a:off x="501604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9" name="pg1219"/>
            <p:cNvSpPr/>
            <p:nvPr/>
          </p:nvSpPr>
          <p:spPr>
            <a:xfrm>
              <a:off x="5027678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0" name="pg1220"/>
            <p:cNvSpPr/>
            <p:nvPr/>
          </p:nvSpPr>
          <p:spPr>
            <a:xfrm>
              <a:off x="503931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1" name="pg1221"/>
            <p:cNvSpPr/>
            <p:nvPr/>
          </p:nvSpPr>
          <p:spPr>
            <a:xfrm>
              <a:off x="505095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2" name="pg1222"/>
            <p:cNvSpPr/>
            <p:nvPr/>
          </p:nvSpPr>
          <p:spPr>
            <a:xfrm>
              <a:off x="5062590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3" name="pg1223"/>
            <p:cNvSpPr/>
            <p:nvPr/>
          </p:nvSpPr>
          <p:spPr>
            <a:xfrm>
              <a:off x="507422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4" name="pg1224"/>
            <p:cNvSpPr/>
            <p:nvPr/>
          </p:nvSpPr>
          <p:spPr>
            <a:xfrm>
              <a:off x="508586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5" name="pg1225"/>
            <p:cNvSpPr/>
            <p:nvPr/>
          </p:nvSpPr>
          <p:spPr>
            <a:xfrm>
              <a:off x="510913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6" name="pg1226"/>
            <p:cNvSpPr/>
            <p:nvPr/>
          </p:nvSpPr>
          <p:spPr>
            <a:xfrm>
              <a:off x="512077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7" name="pg1227"/>
            <p:cNvSpPr/>
            <p:nvPr/>
          </p:nvSpPr>
          <p:spPr>
            <a:xfrm>
              <a:off x="5132414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8" name="pg1228"/>
            <p:cNvSpPr/>
            <p:nvPr/>
          </p:nvSpPr>
          <p:spPr>
            <a:xfrm>
              <a:off x="514405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9" name="pg1229"/>
            <p:cNvSpPr/>
            <p:nvPr/>
          </p:nvSpPr>
          <p:spPr>
            <a:xfrm>
              <a:off x="515568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0" name="pg1230"/>
            <p:cNvSpPr/>
            <p:nvPr/>
          </p:nvSpPr>
          <p:spPr>
            <a:xfrm>
              <a:off x="5167326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1" name="pg1231"/>
            <p:cNvSpPr/>
            <p:nvPr/>
          </p:nvSpPr>
          <p:spPr>
            <a:xfrm>
              <a:off x="517896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2" name="pg1232"/>
            <p:cNvSpPr/>
            <p:nvPr/>
          </p:nvSpPr>
          <p:spPr>
            <a:xfrm>
              <a:off x="4899668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3" name="pg1233"/>
            <p:cNvSpPr/>
            <p:nvPr/>
          </p:nvSpPr>
          <p:spPr>
            <a:xfrm>
              <a:off x="491130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4" name="pg1234"/>
            <p:cNvSpPr/>
            <p:nvPr/>
          </p:nvSpPr>
          <p:spPr>
            <a:xfrm>
              <a:off x="4922942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5" name="pg1235"/>
            <p:cNvSpPr/>
            <p:nvPr/>
          </p:nvSpPr>
          <p:spPr>
            <a:xfrm>
              <a:off x="4934580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6" name="pg1236"/>
            <p:cNvSpPr/>
            <p:nvPr/>
          </p:nvSpPr>
          <p:spPr>
            <a:xfrm>
              <a:off x="494621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7" name="pg1237"/>
            <p:cNvSpPr/>
            <p:nvPr/>
          </p:nvSpPr>
          <p:spPr>
            <a:xfrm>
              <a:off x="4957854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8" name="pg1238"/>
            <p:cNvSpPr/>
            <p:nvPr/>
          </p:nvSpPr>
          <p:spPr>
            <a:xfrm>
              <a:off x="4969492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9" name="pg1239"/>
            <p:cNvSpPr/>
            <p:nvPr/>
          </p:nvSpPr>
          <p:spPr>
            <a:xfrm>
              <a:off x="498112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0" name="pg1240"/>
            <p:cNvSpPr/>
            <p:nvPr/>
          </p:nvSpPr>
          <p:spPr>
            <a:xfrm>
              <a:off x="4992766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1" name="pg1241"/>
            <p:cNvSpPr/>
            <p:nvPr/>
          </p:nvSpPr>
          <p:spPr>
            <a:xfrm>
              <a:off x="500440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2" name="pg1242"/>
            <p:cNvSpPr/>
            <p:nvPr/>
          </p:nvSpPr>
          <p:spPr>
            <a:xfrm>
              <a:off x="501604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3" name="pg1243"/>
            <p:cNvSpPr/>
            <p:nvPr/>
          </p:nvSpPr>
          <p:spPr>
            <a:xfrm>
              <a:off x="5027678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4" name="pg1244"/>
            <p:cNvSpPr/>
            <p:nvPr/>
          </p:nvSpPr>
          <p:spPr>
            <a:xfrm>
              <a:off x="503931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5" name="pg1245"/>
            <p:cNvSpPr/>
            <p:nvPr/>
          </p:nvSpPr>
          <p:spPr>
            <a:xfrm>
              <a:off x="505095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6" name="pg1246"/>
            <p:cNvSpPr/>
            <p:nvPr/>
          </p:nvSpPr>
          <p:spPr>
            <a:xfrm>
              <a:off x="5062590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7" name="pg1247"/>
            <p:cNvSpPr/>
            <p:nvPr/>
          </p:nvSpPr>
          <p:spPr>
            <a:xfrm>
              <a:off x="507422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8" name="pg1248"/>
            <p:cNvSpPr/>
            <p:nvPr/>
          </p:nvSpPr>
          <p:spPr>
            <a:xfrm>
              <a:off x="508586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9" name="pg1249"/>
            <p:cNvSpPr/>
            <p:nvPr/>
          </p:nvSpPr>
          <p:spPr>
            <a:xfrm>
              <a:off x="5097502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0" name="pg1250"/>
            <p:cNvSpPr/>
            <p:nvPr/>
          </p:nvSpPr>
          <p:spPr>
            <a:xfrm>
              <a:off x="510913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1" name="pg1251"/>
            <p:cNvSpPr/>
            <p:nvPr/>
          </p:nvSpPr>
          <p:spPr>
            <a:xfrm>
              <a:off x="512077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2" name="pg1252"/>
            <p:cNvSpPr/>
            <p:nvPr/>
          </p:nvSpPr>
          <p:spPr>
            <a:xfrm>
              <a:off x="5132414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3" name="pg1253"/>
            <p:cNvSpPr/>
            <p:nvPr/>
          </p:nvSpPr>
          <p:spPr>
            <a:xfrm>
              <a:off x="514405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4" name="pg1254"/>
            <p:cNvSpPr/>
            <p:nvPr/>
          </p:nvSpPr>
          <p:spPr>
            <a:xfrm>
              <a:off x="515568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5" name="pg1255"/>
            <p:cNvSpPr/>
            <p:nvPr/>
          </p:nvSpPr>
          <p:spPr>
            <a:xfrm>
              <a:off x="5167326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6" name="pg1256"/>
            <p:cNvSpPr/>
            <p:nvPr/>
          </p:nvSpPr>
          <p:spPr>
            <a:xfrm>
              <a:off x="4899668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7" name="pg1257"/>
            <p:cNvSpPr/>
            <p:nvPr/>
          </p:nvSpPr>
          <p:spPr>
            <a:xfrm>
              <a:off x="491130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8" name="pg1258"/>
            <p:cNvSpPr/>
            <p:nvPr/>
          </p:nvSpPr>
          <p:spPr>
            <a:xfrm>
              <a:off x="4922942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9" name="pg1259"/>
            <p:cNvSpPr/>
            <p:nvPr/>
          </p:nvSpPr>
          <p:spPr>
            <a:xfrm>
              <a:off x="4934580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0" name="pg1260"/>
            <p:cNvSpPr/>
            <p:nvPr/>
          </p:nvSpPr>
          <p:spPr>
            <a:xfrm>
              <a:off x="494621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1" name="pg1261"/>
            <p:cNvSpPr/>
            <p:nvPr/>
          </p:nvSpPr>
          <p:spPr>
            <a:xfrm>
              <a:off x="4957854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2" name="pg1262"/>
            <p:cNvSpPr/>
            <p:nvPr/>
          </p:nvSpPr>
          <p:spPr>
            <a:xfrm>
              <a:off x="4969492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3" name="pg1263"/>
            <p:cNvSpPr/>
            <p:nvPr/>
          </p:nvSpPr>
          <p:spPr>
            <a:xfrm>
              <a:off x="498112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4" name="pg1264"/>
            <p:cNvSpPr/>
            <p:nvPr/>
          </p:nvSpPr>
          <p:spPr>
            <a:xfrm>
              <a:off x="4992766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5" name="pg1265"/>
            <p:cNvSpPr/>
            <p:nvPr/>
          </p:nvSpPr>
          <p:spPr>
            <a:xfrm>
              <a:off x="500440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6" name="pg1266"/>
            <p:cNvSpPr/>
            <p:nvPr/>
          </p:nvSpPr>
          <p:spPr>
            <a:xfrm>
              <a:off x="5016041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7" name="pg1267"/>
            <p:cNvSpPr/>
            <p:nvPr/>
          </p:nvSpPr>
          <p:spPr>
            <a:xfrm>
              <a:off x="5027678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8" name="pg1268"/>
            <p:cNvSpPr/>
            <p:nvPr/>
          </p:nvSpPr>
          <p:spPr>
            <a:xfrm>
              <a:off x="503931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9" name="pg1269"/>
            <p:cNvSpPr/>
            <p:nvPr/>
          </p:nvSpPr>
          <p:spPr>
            <a:xfrm>
              <a:off x="505095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0" name="pg1270"/>
            <p:cNvSpPr/>
            <p:nvPr/>
          </p:nvSpPr>
          <p:spPr>
            <a:xfrm>
              <a:off x="5062590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1" name="pg1271"/>
            <p:cNvSpPr/>
            <p:nvPr/>
          </p:nvSpPr>
          <p:spPr>
            <a:xfrm>
              <a:off x="507422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2" name="pg1272"/>
            <p:cNvSpPr/>
            <p:nvPr/>
          </p:nvSpPr>
          <p:spPr>
            <a:xfrm>
              <a:off x="508586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3" name="pg1273"/>
            <p:cNvSpPr/>
            <p:nvPr/>
          </p:nvSpPr>
          <p:spPr>
            <a:xfrm>
              <a:off x="5097502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4" name="pg1274"/>
            <p:cNvSpPr/>
            <p:nvPr/>
          </p:nvSpPr>
          <p:spPr>
            <a:xfrm>
              <a:off x="510913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5" name="pg1275"/>
            <p:cNvSpPr/>
            <p:nvPr/>
          </p:nvSpPr>
          <p:spPr>
            <a:xfrm>
              <a:off x="512077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6" name="pg1276"/>
            <p:cNvSpPr/>
            <p:nvPr/>
          </p:nvSpPr>
          <p:spPr>
            <a:xfrm>
              <a:off x="5132414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7" name="pg1277"/>
            <p:cNvSpPr/>
            <p:nvPr/>
          </p:nvSpPr>
          <p:spPr>
            <a:xfrm>
              <a:off x="5144051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8" name="pg1278"/>
            <p:cNvSpPr/>
            <p:nvPr/>
          </p:nvSpPr>
          <p:spPr>
            <a:xfrm>
              <a:off x="515568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9" name="pg1279"/>
            <p:cNvSpPr/>
            <p:nvPr/>
          </p:nvSpPr>
          <p:spPr>
            <a:xfrm>
              <a:off x="4864756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0" name="pg1280"/>
            <p:cNvSpPr/>
            <p:nvPr/>
          </p:nvSpPr>
          <p:spPr>
            <a:xfrm>
              <a:off x="487639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1" name="pg1281"/>
            <p:cNvSpPr/>
            <p:nvPr/>
          </p:nvSpPr>
          <p:spPr>
            <a:xfrm>
              <a:off x="4899668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2" name="pg1282"/>
            <p:cNvSpPr/>
            <p:nvPr/>
          </p:nvSpPr>
          <p:spPr>
            <a:xfrm>
              <a:off x="491130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3" name="pg1283"/>
            <p:cNvSpPr/>
            <p:nvPr/>
          </p:nvSpPr>
          <p:spPr>
            <a:xfrm>
              <a:off x="4922942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4" name="pg1284"/>
            <p:cNvSpPr/>
            <p:nvPr/>
          </p:nvSpPr>
          <p:spPr>
            <a:xfrm>
              <a:off x="4934580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5" name="pg1285"/>
            <p:cNvSpPr/>
            <p:nvPr/>
          </p:nvSpPr>
          <p:spPr>
            <a:xfrm>
              <a:off x="494621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6" name="pg1286"/>
            <p:cNvSpPr/>
            <p:nvPr/>
          </p:nvSpPr>
          <p:spPr>
            <a:xfrm>
              <a:off x="4957854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7" name="pg1287"/>
            <p:cNvSpPr/>
            <p:nvPr/>
          </p:nvSpPr>
          <p:spPr>
            <a:xfrm>
              <a:off x="4969492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8" name="pg1288"/>
            <p:cNvSpPr/>
            <p:nvPr/>
          </p:nvSpPr>
          <p:spPr>
            <a:xfrm>
              <a:off x="4981129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9" name="pg1289"/>
            <p:cNvSpPr/>
            <p:nvPr/>
          </p:nvSpPr>
          <p:spPr>
            <a:xfrm>
              <a:off x="5016041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0" name="pg1290"/>
            <p:cNvSpPr/>
            <p:nvPr/>
          </p:nvSpPr>
          <p:spPr>
            <a:xfrm>
              <a:off x="5027678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1" name="pg1291"/>
            <p:cNvSpPr/>
            <p:nvPr/>
          </p:nvSpPr>
          <p:spPr>
            <a:xfrm>
              <a:off x="503931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2" name="pg1292"/>
            <p:cNvSpPr/>
            <p:nvPr/>
          </p:nvSpPr>
          <p:spPr>
            <a:xfrm>
              <a:off x="505095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3" name="pg1293"/>
            <p:cNvSpPr/>
            <p:nvPr/>
          </p:nvSpPr>
          <p:spPr>
            <a:xfrm>
              <a:off x="5062590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4" name="pg1294"/>
            <p:cNvSpPr/>
            <p:nvPr/>
          </p:nvSpPr>
          <p:spPr>
            <a:xfrm>
              <a:off x="507422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5" name="pg1295"/>
            <p:cNvSpPr/>
            <p:nvPr/>
          </p:nvSpPr>
          <p:spPr>
            <a:xfrm>
              <a:off x="508586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6" name="pg1296"/>
            <p:cNvSpPr/>
            <p:nvPr/>
          </p:nvSpPr>
          <p:spPr>
            <a:xfrm>
              <a:off x="5097502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7" name="pg1297"/>
            <p:cNvSpPr/>
            <p:nvPr/>
          </p:nvSpPr>
          <p:spPr>
            <a:xfrm>
              <a:off x="5109139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8" name="pg1298"/>
            <p:cNvSpPr/>
            <p:nvPr/>
          </p:nvSpPr>
          <p:spPr>
            <a:xfrm>
              <a:off x="512077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9" name="pg1299"/>
            <p:cNvSpPr/>
            <p:nvPr/>
          </p:nvSpPr>
          <p:spPr>
            <a:xfrm>
              <a:off x="5132414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0" name="pg1300"/>
            <p:cNvSpPr/>
            <p:nvPr/>
          </p:nvSpPr>
          <p:spPr>
            <a:xfrm>
              <a:off x="5144051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1" name="pg1301"/>
            <p:cNvSpPr/>
            <p:nvPr/>
          </p:nvSpPr>
          <p:spPr>
            <a:xfrm>
              <a:off x="4853118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2" name="pg1302"/>
            <p:cNvSpPr/>
            <p:nvPr/>
          </p:nvSpPr>
          <p:spPr>
            <a:xfrm>
              <a:off x="4864756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3" name="pg1303"/>
            <p:cNvSpPr/>
            <p:nvPr/>
          </p:nvSpPr>
          <p:spPr>
            <a:xfrm>
              <a:off x="487639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4" name="pg1304"/>
            <p:cNvSpPr/>
            <p:nvPr/>
          </p:nvSpPr>
          <p:spPr>
            <a:xfrm>
              <a:off x="4888030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5" name="pg1305"/>
            <p:cNvSpPr/>
            <p:nvPr/>
          </p:nvSpPr>
          <p:spPr>
            <a:xfrm>
              <a:off x="4899668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6" name="pg1306"/>
            <p:cNvSpPr/>
            <p:nvPr/>
          </p:nvSpPr>
          <p:spPr>
            <a:xfrm>
              <a:off x="491130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7" name="pg1307"/>
            <p:cNvSpPr/>
            <p:nvPr/>
          </p:nvSpPr>
          <p:spPr>
            <a:xfrm>
              <a:off x="4922942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8" name="pg1308"/>
            <p:cNvSpPr/>
            <p:nvPr/>
          </p:nvSpPr>
          <p:spPr>
            <a:xfrm>
              <a:off x="4934580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9" name="pg1309"/>
            <p:cNvSpPr/>
            <p:nvPr/>
          </p:nvSpPr>
          <p:spPr>
            <a:xfrm>
              <a:off x="494621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0" name="pg1310"/>
            <p:cNvSpPr/>
            <p:nvPr/>
          </p:nvSpPr>
          <p:spPr>
            <a:xfrm>
              <a:off x="4957854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1" name="pg1311"/>
            <p:cNvSpPr/>
            <p:nvPr/>
          </p:nvSpPr>
          <p:spPr>
            <a:xfrm>
              <a:off x="4969492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2" name="pg1312"/>
            <p:cNvSpPr/>
            <p:nvPr/>
          </p:nvSpPr>
          <p:spPr>
            <a:xfrm>
              <a:off x="4981129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3" name="pg1313"/>
            <p:cNvSpPr/>
            <p:nvPr/>
          </p:nvSpPr>
          <p:spPr>
            <a:xfrm>
              <a:off x="5027678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4" name="pg1314"/>
            <p:cNvSpPr/>
            <p:nvPr/>
          </p:nvSpPr>
          <p:spPr>
            <a:xfrm>
              <a:off x="503931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5" name="pg1315"/>
            <p:cNvSpPr/>
            <p:nvPr/>
          </p:nvSpPr>
          <p:spPr>
            <a:xfrm>
              <a:off x="505095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6" name="pg1316"/>
            <p:cNvSpPr/>
            <p:nvPr/>
          </p:nvSpPr>
          <p:spPr>
            <a:xfrm>
              <a:off x="5062590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7" name="pg1317"/>
            <p:cNvSpPr/>
            <p:nvPr/>
          </p:nvSpPr>
          <p:spPr>
            <a:xfrm>
              <a:off x="507422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8" name="pg1318"/>
            <p:cNvSpPr/>
            <p:nvPr/>
          </p:nvSpPr>
          <p:spPr>
            <a:xfrm>
              <a:off x="508586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9" name="pg1319"/>
            <p:cNvSpPr/>
            <p:nvPr/>
          </p:nvSpPr>
          <p:spPr>
            <a:xfrm>
              <a:off x="5097502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0" name="pg1320"/>
            <p:cNvSpPr/>
            <p:nvPr/>
          </p:nvSpPr>
          <p:spPr>
            <a:xfrm>
              <a:off x="5109139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1" name="pg1321"/>
            <p:cNvSpPr/>
            <p:nvPr/>
          </p:nvSpPr>
          <p:spPr>
            <a:xfrm>
              <a:off x="512077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2" name="pg1322"/>
            <p:cNvSpPr/>
            <p:nvPr/>
          </p:nvSpPr>
          <p:spPr>
            <a:xfrm>
              <a:off x="5132414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3" name="pg1323"/>
            <p:cNvSpPr/>
            <p:nvPr/>
          </p:nvSpPr>
          <p:spPr>
            <a:xfrm>
              <a:off x="4841481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4" name="pg1324"/>
            <p:cNvSpPr/>
            <p:nvPr/>
          </p:nvSpPr>
          <p:spPr>
            <a:xfrm>
              <a:off x="4853118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5" name="pg1325"/>
            <p:cNvSpPr/>
            <p:nvPr/>
          </p:nvSpPr>
          <p:spPr>
            <a:xfrm>
              <a:off x="4864756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6" name="pg1326"/>
            <p:cNvSpPr/>
            <p:nvPr/>
          </p:nvSpPr>
          <p:spPr>
            <a:xfrm>
              <a:off x="487639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7" name="pg1327"/>
            <p:cNvSpPr/>
            <p:nvPr/>
          </p:nvSpPr>
          <p:spPr>
            <a:xfrm>
              <a:off x="4888030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8" name="pg1328"/>
            <p:cNvSpPr/>
            <p:nvPr/>
          </p:nvSpPr>
          <p:spPr>
            <a:xfrm>
              <a:off x="4899668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9" name="pg1329"/>
            <p:cNvSpPr/>
            <p:nvPr/>
          </p:nvSpPr>
          <p:spPr>
            <a:xfrm>
              <a:off x="491130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0" name="pg1330"/>
            <p:cNvSpPr/>
            <p:nvPr/>
          </p:nvSpPr>
          <p:spPr>
            <a:xfrm>
              <a:off x="4922942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1" name="pg1331"/>
            <p:cNvSpPr/>
            <p:nvPr/>
          </p:nvSpPr>
          <p:spPr>
            <a:xfrm>
              <a:off x="4934580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2" name="pg1332"/>
            <p:cNvSpPr/>
            <p:nvPr/>
          </p:nvSpPr>
          <p:spPr>
            <a:xfrm>
              <a:off x="494621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3" name="pg1333"/>
            <p:cNvSpPr/>
            <p:nvPr/>
          </p:nvSpPr>
          <p:spPr>
            <a:xfrm>
              <a:off x="4957854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4" name="pg1334"/>
            <p:cNvSpPr/>
            <p:nvPr/>
          </p:nvSpPr>
          <p:spPr>
            <a:xfrm>
              <a:off x="4969492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5" name="pg1335"/>
            <p:cNvSpPr/>
            <p:nvPr/>
          </p:nvSpPr>
          <p:spPr>
            <a:xfrm>
              <a:off x="4981129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6" name="pg1336"/>
            <p:cNvSpPr/>
            <p:nvPr/>
          </p:nvSpPr>
          <p:spPr>
            <a:xfrm>
              <a:off x="5027678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7" name="pg1337"/>
            <p:cNvSpPr/>
            <p:nvPr/>
          </p:nvSpPr>
          <p:spPr>
            <a:xfrm>
              <a:off x="503931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8" name="pg1338"/>
            <p:cNvSpPr/>
            <p:nvPr/>
          </p:nvSpPr>
          <p:spPr>
            <a:xfrm>
              <a:off x="505095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9" name="pg1339"/>
            <p:cNvSpPr/>
            <p:nvPr/>
          </p:nvSpPr>
          <p:spPr>
            <a:xfrm>
              <a:off x="5062590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0" name="pg1340"/>
            <p:cNvSpPr/>
            <p:nvPr/>
          </p:nvSpPr>
          <p:spPr>
            <a:xfrm>
              <a:off x="507422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1" name="pg1341"/>
            <p:cNvSpPr/>
            <p:nvPr/>
          </p:nvSpPr>
          <p:spPr>
            <a:xfrm>
              <a:off x="508586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2" name="pg1342"/>
            <p:cNvSpPr/>
            <p:nvPr/>
          </p:nvSpPr>
          <p:spPr>
            <a:xfrm>
              <a:off x="5097502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3" name="pg1343"/>
            <p:cNvSpPr/>
            <p:nvPr/>
          </p:nvSpPr>
          <p:spPr>
            <a:xfrm>
              <a:off x="5109139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4" name="pg1344"/>
            <p:cNvSpPr/>
            <p:nvPr/>
          </p:nvSpPr>
          <p:spPr>
            <a:xfrm>
              <a:off x="512077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5" name="pg1345"/>
            <p:cNvSpPr/>
            <p:nvPr/>
          </p:nvSpPr>
          <p:spPr>
            <a:xfrm>
              <a:off x="4829844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6" name="pg1346"/>
            <p:cNvSpPr/>
            <p:nvPr/>
          </p:nvSpPr>
          <p:spPr>
            <a:xfrm>
              <a:off x="484148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7" name="pg1347"/>
            <p:cNvSpPr/>
            <p:nvPr/>
          </p:nvSpPr>
          <p:spPr>
            <a:xfrm>
              <a:off x="4853118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8" name="pg1348"/>
            <p:cNvSpPr/>
            <p:nvPr/>
          </p:nvSpPr>
          <p:spPr>
            <a:xfrm>
              <a:off x="4864756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9" name="pg1349"/>
            <p:cNvSpPr/>
            <p:nvPr/>
          </p:nvSpPr>
          <p:spPr>
            <a:xfrm>
              <a:off x="487639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0" name="pg1350"/>
            <p:cNvSpPr/>
            <p:nvPr/>
          </p:nvSpPr>
          <p:spPr>
            <a:xfrm>
              <a:off x="4888030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1" name="pg1351"/>
            <p:cNvSpPr/>
            <p:nvPr/>
          </p:nvSpPr>
          <p:spPr>
            <a:xfrm>
              <a:off x="4899668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2" name="pg1352"/>
            <p:cNvSpPr/>
            <p:nvPr/>
          </p:nvSpPr>
          <p:spPr>
            <a:xfrm>
              <a:off x="491130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3" name="pg1353"/>
            <p:cNvSpPr/>
            <p:nvPr/>
          </p:nvSpPr>
          <p:spPr>
            <a:xfrm>
              <a:off x="4922942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4" name="pg1354"/>
            <p:cNvSpPr/>
            <p:nvPr/>
          </p:nvSpPr>
          <p:spPr>
            <a:xfrm>
              <a:off x="4934580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5" name="pg1355"/>
            <p:cNvSpPr/>
            <p:nvPr/>
          </p:nvSpPr>
          <p:spPr>
            <a:xfrm>
              <a:off x="494621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6" name="pg1356"/>
            <p:cNvSpPr/>
            <p:nvPr/>
          </p:nvSpPr>
          <p:spPr>
            <a:xfrm>
              <a:off x="4957854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7" name="pg1357"/>
            <p:cNvSpPr/>
            <p:nvPr/>
          </p:nvSpPr>
          <p:spPr>
            <a:xfrm>
              <a:off x="4969492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8" name="pg1358"/>
            <p:cNvSpPr/>
            <p:nvPr/>
          </p:nvSpPr>
          <p:spPr>
            <a:xfrm>
              <a:off x="4981129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9" name="pg1359"/>
            <p:cNvSpPr/>
            <p:nvPr/>
          </p:nvSpPr>
          <p:spPr>
            <a:xfrm>
              <a:off x="4992766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0" name="pg1360"/>
            <p:cNvSpPr/>
            <p:nvPr/>
          </p:nvSpPr>
          <p:spPr>
            <a:xfrm>
              <a:off x="503931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1" name="pg1361"/>
            <p:cNvSpPr/>
            <p:nvPr/>
          </p:nvSpPr>
          <p:spPr>
            <a:xfrm>
              <a:off x="505095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2" name="pg1362"/>
            <p:cNvSpPr/>
            <p:nvPr/>
          </p:nvSpPr>
          <p:spPr>
            <a:xfrm>
              <a:off x="5062590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3" name="pg1363"/>
            <p:cNvSpPr/>
            <p:nvPr/>
          </p:nvSpPr>
          <p:spPr>
            <a:xfrm>
              <a:off x="507422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4" name="pg1364"/>
            <p:cNvSpPr/>
            <p:nvPr/>
          </p:nvSpPr>
          <p:spPr>
            <a:xfrm>
              <a:off x="508586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5" name="pg1365"/>
            <p:cNvSpPr/>
            <p:nvPr/>
          </p:nvSpPr>
          <p:spPr>
            <a:xfrm>
              <a:off x="5097502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6" name="pg1366"/>
            <p:cNvSpPr/>
            <p:nvPr/>
          </p:nvSpPr>
          <p:spPr>
            <a:xfrm>
              <a:off x="5109139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7" name="pg1367"/>
            <p:cNvSpPr/>
            <p:nvPr/>
          </p:nvSpPr>
          <p:spPr>
            <a:xfrm>
              <a:off x="4829844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8" name="pg1368"/>
            <p:cNvSpPr/>
            <p:nvPr/>
          </p:nvSpPr>
          <p:spPr>
            <a:xfrm>
              <a:off x="484148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9" name="pg1369"/>
            <p:cNvSpPr/>
            <p:nvPr/>
          </p:nvSpPr>
          <p:spPr>
            <a:xfrm>
              <a:off x="4853118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0" name="pg1370"/>
            <p:cNvSpPr/>
            <p:nvPr/>
          </p:nvSpPr>
          <p:spPr>
            <a:xfrm>
              <a:off x="4864756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1" name="pg1371"/>
            <p:cNvSpPr/>
            <p:nvPr/>
          </p:nvSpPr>
          <p:spPr>
            <a:xfrm>
              <a:off x="487639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2" name="pg1372"/>
            <p:cNvSpPr/>
            <p:nvPr/>
          </p:nvSpPr>
          <p:spPr>
            <a:xfrm>
              <a:off x="4888030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3" name="pg1373"/>
            <p:cNvSpPr/>
            <p:nvPr/>
          </p:nvSpPr>
          <p:spPr>
            <a:xfrm>
              <a:off x="4899668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4" name="pg1374"/>
            <p:cNvSpPr/>
            <p:nvPr/>
          </p:nvSpPr>
          <p:spPr>
            <a:xfrm>
              <a:off x="491130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5" name="pg1375"/>
            <p:cNvSpPr/>
            <p:nvPr/>
          </p:nvSpPr>
          <p:spPr>
            <a:xfrm>
              <a:off x="4922942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6" name="pg1376"/>
            <p:cNvSpPr/>
            <p:nvPr/>
          </p:nvSpPr>
          <p:spPr>
            <a:xfrm>
              <a:off x="4934580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7" name="pg1377"/>
            <p:cNvSpPr/>
            <p:nvPr/>
          </p:nvSpPr>
          <p:spPr>
            <a:xfrm>
              <a:off x="494621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8" name="pg1378"/>
            <p:cNvSpPr/>
            <p:nvPr/>
          </p:nvSpPr>
          <p:spPr>
            <a:xfrm>
              <a:off x="4957854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9" name="pg1379"/>
            <p:cNvSpPr/>
            <p:nvPr/>
          </p:nvSpPr>
          <p:spPr>
            <a:xfrm>
              <a:off x="4969492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0" name="pg1380"/>
            <p:cNvSpPr/>
            <p:nvPr/>
          </p:nvSpPr>
          <p:spPr>
            <a:xfrm>
              <a:off x="4981129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1" name="pg1381"/>
            <p:cNvSpPr/>
            <p:nvPr/>
          </p:nvSpPr>
          <p:spPr>
            <a:xfrm>
              <a:off x="4992766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2" name="pg1382"/>
            <p:cNvSpPr/>
            <p:nvPr/>
          </p:nvSpPr>
          <p:spPr>
            <a:xfrm>
              <a:off x="503931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3" name="pg1383"/>
            <p:cNvSpPr/>
            <p:nvPr/>
          </p:nvSpPr>
          <p:spPr>
            <a:xfrm>
              <a:off x="505095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4" name="pg1384"/>
            <p:cNvSpPr/>
            <p:nvPr/>
          </p:nvSpPr>
          <p:spPr>
            <a:xfrm>
              <a:off x="5062590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5" name="pg1385"/>
            <p:cNvSpPr/>
            <p:nvPr/>
          </p:nvSpPr>
          <p:spPr>
            <a:xfrm>
              <a:off x="507422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6" name="pg1386"/>
            <p:cNvSpPr/>
            <p:nvPr/>
          </p:nvSpPr>
          <p:spPr>
            <a:xfrm>
              <a:off x="508586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7" name="pg1387"/>
            <p:cNvSpPr/>
            <p:nvPr/>
          </p:nvSpPr>
          <p:spPr>
            <a:xfrm>
              <a:off x="5097502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8" name="pg1388"/>
            <p:cNvSpPr/>
            <p:nvPr/>
          </p:nvSpPr>
          <p:spPr>
            <a:xfrm>
              <a:off x="4818206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9" name="pg1389"/>
            <p:cNvSpPr/>
            <p:nvPr/>
          </p:nvSpPr>
          <p:spPr>
            <a:xfrm>
              <a:off x="4829844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0" name="pg1390"/>
            <p:cNvSpPr/>
            <p:nvPr/>
          </p:nvSpPr>
          <p:spPr>
            <a:xfrm>
              <a:off x="484148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1" name="pg1391"/>
            <p:cNvSpPr/>
            <p:nvPr/>
          </p:nvSpPr>
          <p:spPr>
            <a:xfrm>
              <a:off x="4853118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2" name="pg1392"/>
            <p:cNvSpPr/>
            <p:nvPr/>
          </p:nvSpPr>
          <p:spPr>
            <a:xfrm>
              <a:off x="4864756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3" name="pg1393"/>
            <p:cNvSpPr/>
            <p:nvPr/>
          </p:nvSpPr>
          <p:spPr>
            <a:xfrm>
              <a:off x="487639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4" name="pg1394"/>
            <p:cNvSpPr/>
            <p:nvPr/>
          </p:nvSpPr>
          <p:spPr>
            <a:xfrm>
              <a:off x="4888030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5" name="pg1395"/>
            <p:cNvSpPr/>
            <p:nvPr/>
          </p:nvSpPr>
          <p:spPr>
            <a:xfrm>
              <a:off x="4899668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6" name="pg1396"/>
            <p:cNvSpPr/>
            <p:nvPr/>
          </p:nvSpPr>
          <p:spPr>
            <a:xfrm>
              <a:off x="491130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7" name="pg1397"/>
            <p:cNvSpPr/>
            <p:nvPr/>
          </p:nvSpPr>
          <p:spPr>
            <a:xfrm>
              <a:off x="4922942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8" name="pg1398"/>
            <p:cNvSpPr/>
            <p:nvPr/>
          </p:nvSpPr>
          <p:spPr>
            <a:xfrm>
              <a:off x="4934580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9" name="pg1399"/>
            <p:cNvSpPr/>
            <p:nvPr/>
          </p:nvSpPr>
          <p:spPr>
            <a:xfrm>
              <a:off x="494621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0" name="pg1400"/>
            <p:cNvSpPr/>
            <p:nvPr/>
          </p:nvSpPr>
          <p:spPr>
            <a:xfrm>
              <a:off x="4957854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1" name="pg1401"/>
            <p:cNvSpPr/>
            <p:nvPr/>
          </p:nvSpPr>
          <p:spPr>
            <a:xfrm>
              <a:off x="4969492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2" name="pg1402"/>
            <p:cNvSpPr/>
            <p:nvPr/>
          </p:nvSpPr>
          <p:spPr>
            <a:xfrm>
              <a:off x="498112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3" name="pg1403"/>
            <p:cNvSpPr/>
            <p:nvPr/>
          </p:nvSpPr>
          <p:spPr>
            <a:xfrm>
              <a:off x="4992766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4" name="pg1404"/>
            <p:cNvSpPr/>
            <p:nvPr/>
          </p:nvSpPr>
          <p:spPr>
            <a:xfrm>
              <a:off x="500440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5" name="pg1405"/>
            <p:cNvSpPr/>
            <p:nvPr/>
          </p:nvSpPr>
          <p:spPr>
            <a:xfrm>
              <a:off x="503931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6" name="pg1406"/>
            <p:cNvSpPr/>
            <p:nvPr/>
          </p:nvSpPr>
          <p:spPr>
            <a:xfrm>
              <a:off x="505095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7" name="pg1407"/>
            <p:cNvSpPr/>
            <p:nvPr/>
          </p:nvSpPr>
          <p:spPr>
            <a:xfrm>
              <a:off x="5062590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8" name="pg1408"/>
            <p:cNvSpPr/>
            <p:nvPr/>
          </p:nvSpPr>
          <p:spPr>
            <a:xfrm>
              <a:off x="507422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9" name="pg1409"/>
            <p:cNvSpPr/>
            <p:nvPr/>
          </p:nvSpPr>
          <p:spPr>
            <a:xfrm>
              <a:off x="508586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0" name="pg1410"/>
            <p:cNvSpPr/>
            <p:nvPr/>
          </p:nvSpPr>
          <p:spPr>
            <a:xfrm>
              <a:off x="5097502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1" name="pg1411"/>
            <p:cNvSpPr/>
            <p:nvPr/>
          </p:nvSpPr>
          <p:spPr>
            <a:xfrm>
              <a:off x="4818206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2" name="pg1412"/>
            <p:cNvSpPr/>
            <p:nvPr/>
          </p:nvSpPr>
          <p:spPr>
            <a:xfrm>
              <a:off x="4829844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3" name="pg1413"/>
            <p:cNvSpPr/>
            <p:nvPr/>
          </p:nvSpPr>
          <p:spPr>
            <a:xfrm>
              <a:off x="484148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4" name="pg1414"/>
            <p:cNvSpPr/>
            <p:nvPr/>
          </p:nvSpPr>
          <p:spPr>
            <a:xfrm>
              <a:off x="4853118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5" name="pg1415"/>
            <p:cNvSpPr/>
            <p:nvPr/>
          </p:nvSpPr>
          <p:spPr>
            <a:xfrm>
              <a:off x="4864756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6" name="pg1416"/>
            <p:cNvSpPr/>
            <p:nvPr/>
          </p:nvSpPr>
          <p:spPr>
            <a:xfrm>
              <a:off x="487639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7" name="pg1417"/>
            <p:cNvSpPr/>
            <p:nvPr/>
          </p:nvSpPr>
          <p:spPr>
            <a:xfrm>
              <a:off x="4888030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8" name="pg1418"/>
            <p:cNvSpPr/>
            <p:nvPr/>
          </p:nvSpPr>
          <p:spPr>
            <a:xfrm>
              <a:off x="4899668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9" name="pg1419"/>
            <p:cNvSpPr/>
            <p:nvPr/>
          </p:nvSpPr>
          <p:spPr>
            <a:xfrm>
              <a:off x="491130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0" name="pg1420"/>
            <p:cNvSpPr/>
            <p:nvPr/>
          </p:nvSpPr>
          <p:spPr>
            <a:xfrm>
              <a:off x="4922942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1" name="pg1421"/>
            <p:cNvSpPr/>
            <p:nvPr/>
          </p:nvSpPr>
          <p:spPr>
            <a:xfrm>
              <a:off x="4934580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2" name="pg1422"/>
            <p:cNvSpPr/>
            <p:nvPr/>
          </p:nvSpPr>
          <p:spPr>
            <a:xfrm>
              <a:off x="494621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3" name="pg1423"/>
            <p:cNvSpPr/>
            <p:nvPr/>
          </p:nvSpPr>
          <p:spPr>
            <a:xfrm>
              <a:off x="4957854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4" name="pg1424"/>
            <p:cNvSpPr/>
            <p:nvPr/>
          </p:nvSpPr>
          <p:spPr>
            <a:xfrm>
              <a:off x="4969492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5" name="pg1425"/>
            <p:cNvSpPr/>
            <p:nvPr/>
          </p:nvSpPr>
          <p:spPr>
            <a:xfrm>
              <a:off x="498112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6" name="pg1426"/>
            <p:cNvSpPr/>
            <p:nvPr/>
          </p:nvSpPr>
          <p:spPr>
            <a:xfrm>
              <a:off x="4992766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7" name="pg1427"/>
            <p:cNvSpPr/>
            <p:nvPr/>
          </p:nvSpPr>
          <p:spPr>
            <a:xfrm>
              <a:off x="500440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8" name="pg1428"/>
            <p:cNvSpPr/>
            <p:nvPr/>
          </p:nvSpPr>
          <p:spPr>
            <a:xfrm>
              <a:off x="501604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9" name="pg1429"/>
            <p:cNvSpPr/>
            <p:nvPr/>
          </p:nvSpPr>
          <p:spPr>
            <a:xfrm>
              <a:off x="505095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0" name="pg1430"/>
            <p:cNvSpPr/>
            <p:nvPr/>
          </p:nvSpPr>
          <p:spPr>
            <a:xfrm>
              <a:off x="5062590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1" name="pg1431"/>
            <p:cNvSpPr/>
            <p:nvPr/>
          </p:nvSpPr>
          <p:spPr>
            <a:xfrm>
              <a:off x="507422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2" name="pg1432"/>
            <p:cNvSpPr/>
            <p:nvPr/>
          </p:nvSpPr>
          <p:spPr>
            <a:xfrm>
              <a:off x="508586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3" name="pg1433"/>
            <p:cNvSpPr/>
            <p:nvPr/>
          </p:nvSpPr>
          <p:spPr>
            <a:xfrm>
              <a:off x="5097502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4" name="pg1434"/>
            <p:cNvSpPr/>
            <p:nvPr/>
          </p:nvSpPr>
          <p:spPr>
            <a:xfrm>
              <a:off x="4818206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5" name="pg1435"/>
            <p:cNvSpPr/>
            <p:nvPr/>
          </p:nvSpPr>
          <p:spPr>
            <a:xfrm>
              <a:off x="4829844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6" name="pg1436"/>
            <p:cNvSpPr/>
            <p:nvPr/>
          </p:nvSpPr>
          <p:spPr>
            <a:xfrm>
              <a:off x="484148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7" name="pg1437"/>
            <p:cNvSpPr/>
            <p:nvPr/>
          </p:nvSpPr>
          <p:spPr>
            <a:xfrm>
              <a:off x="4853118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8" name="pg1438"/>
            <p:cNvSpPr/>
            <p:nvPr/>
          </p:nvSpPr>
          <p:spPr>
            <a:xfrm>
              <a:off x="4864756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9" name="pg1439"/>
            <p:cNvSpPr/>
            <p:nvPr/>
          </p:nvSpPr>
          <p:spPr>
            <a:xfrm>
              <a:off x="487639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0" name="pg1440"/>
            <p:cNvSpPr/>
            <p:nvPr/>
          </p:nvSpPr>
          <p:spPr>
            <a:xfrm>
              <a:off x="4888030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1" name="pg1441"/>
            <p:cNvSpPr/>
            <p:nvPr/>
          </p:nvSpPr>
          <p:spPr>
            <a:xfrm>
              <a:off x="4899668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2" name="pg1442"/>
            <p:cNvSpPr/>
            <p:nvPr/>
          </p:nvSpPr>
          <p:spPr>
            <a:xfrm>
              <a:off x="491130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3" name="pg1443"/>
            <p:cNvSpPr/>
            <p:nvPr/>
          </p:nvSpPr>
          <p:spPr>
            <a:xfrm>
              <a:off x="4922942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4" name="pg1444"/>
            <p:cNvSpPr/>
            <p:nvPr/>
          </p:nvSpPr>
          <p:spPr>
            <a:xfrm>
              <a:off x="4934580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5" name="pg1445"/>
            <p:cNvSpPr/>
            <p:nvPr/>
          </p:nvSpPr>
          <p:spPr>
            <a:xfrm>
              <a:off x="494621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6" name="pg1446"/>
            <p:cNvSpPr/>
            <p:nvPr/>
          </p:nvSpPr>
          <p:spPr>
            <a:xfrm>
              <a:off x="4957854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7" name="pg1447"/>
            <p:cNvSpPr/>
            <p:nvPr/>
          </p:nvSpPr>
          <p:spPr>
            <a:xfrm>
              <a:off x="4969492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8" name="pg1448"/>
            <p:cNvSpPr/>
            <p:nvPr/>
          </p:nvSpPr>
          <p:spPr>
            <a:xfrm>
              <a:off x="498112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9" name="pg1449"/>
            <p:cNvSpPr/>
            <p:nvPr/>
          </p:nvSpPr>
          <p:spPr>
            <a:xfrm>
              <a:off x="4992766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0" name="pg1450"/>
            <p:cNvSpPr/>
            <p:nvPr/>
          </p:nvSpPr>
          <p:spPr>
            <a:xfrm>
              <a:off x="500440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1" name="pg1451"/>
            <p:cNvSpPr/>
            <p:nvPr/>
          </p:nvSpPr>
          <p:spPr>
            <a:xfrm>
              <a:off x="501604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2" name="pg1452"/>
            <p:cNvSpPr/>
            <p:nvPr/>
          </p:nvSpPr>
          <p:spPr>
            <a:xfrm>
              <a:off x="503931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3" name="pg1453"/>
            <p:cNvSpPr/>
            <p:nvPr/>
          </p:nvSpPr>
          <p:spPr>
            <a:xfrm>
              <a:off x="505095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4" name="pg1454"/>
            <p:cNvSpPr/>
            <p:nvPr/>
          </p:nvSpPr>
          <p:spPr>
            <a:xfrm>
              <a:off x="5062590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5" name="pg1455"/>
            <p:cNvSpPr/>
            <p:nvPr/>
          </p:nvSpPr>
          <p:spPr>
            <a:xfrm>
              <a:off x="507422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6" name="pg1456"/>
            <p:cNvSpPr/>
            <p:nvPr/>
          </p:nvSpPr>
          <p:spPr>
            <a:xfrm>
              <a:off x="508586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7" name="pg1457"/>
            <p:cNvSpPr/>
            <p:nvPr/>
          </p:nvSpPr>
          <p:spPr>
            <a:xfrm>
              <a:off x="5097502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8" name="pg1458"/>
            <p:cNvSpPr/>
            <p:nvPr/>
          </p:nvSpPr>
          <p:spPr>
            <a:xfrm>
              <a:off x="4829844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9" name="pg1459"/>
            <p:cNvSpPr/>
            <p:nvPr/>
          </p:nvSpPr>
          <p:spPr>
            <a:xfrm>
              <a:off x="484148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0" name="pg1460"/>
            <p:cNvSpPr/>
            <p:nvPr/>
          </p:nvSpPr>
          <p:spPr>
            <a:xfrm>
              <a:off x="4853118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1" name="pg1461"/>
            <p:cNvSpPr/>
            <p:nvPr/>
          </p:nvSpPr>
          <p:spPr>
            <a:xfrm>
              <a:off x="4864756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2" name="pg1462"/>
            <p:cNvSpPr/>
            <p:nvPr/>
          </p:nvSpPr>
          <p:spPr>
            <a:xfrm>
              <a:off x="487639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3" name="pg1463"/>
            <p:cNvSpPr/>
            <p:nvPr/>
          </p:nvSpPr>
          <p:spPr>
            <a:xfrm>
              <a:off x="4888030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4" name="pg1464"/>
            <p:cNvSpPr/>
            <p:nvPr/>
          </p:nvSpPr>
          <p:spPr>
            <a:xfrm>
              <a:off x="4899668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5" name="pg1465"/>
            <p:cNvSpPr/>
            <p:nvPr/>
          </p:nvSpPr>
          <p:spPr>
            <a:xfrm>
              <a:off x="491130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6" name="pg1466"/>
            <p:cNvSpPr/>
            <p:nvPr/>
          </p:nvSpPr>
          <p:spPr>
            <a:xfrm>
              <a:off x="4922942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7" name="pg1467"/>
            <p:cNvSpPr/>
            <p:nvPr/>
          </p:nvSpPr>
          <p:spPr>
            <a:xfrm>
              <a:off x="4934580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8" name="pg1468"/>
            <p:cNvSpPr/>
            <p:nvPr/>
          </p:nvSpPr>
          <p:spPr>
            <a:xfrm>
              <a:off x="494621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9" name="pg1469"/>
            <p:cNvSpPr/>
            <p:nvPr/>
          </p:nvSpPr>
          <p:spPr>
            <a:xfrm>
              <a:off x="4957854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0" name="pg1470"/>
            <p:cNvSpPr/>
            <p:nvPr/>
          </p:nvSpPr>
          <p:spPr>
            <a:xfrm>
              <a:off x="4969492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1" name="pg1471"/>
            <p:cNvSpPr/>
            <p:nvPr/>
          </p:nvSpPr>
          <p:spPr>
            <a:xfrm>
              <a:off x="498112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2" name="pg1472"/>
            <p:cNvSpPr/>
            <p:nvPr/>
          </p:nvSpPr>
          <p:spPr>
            <a:xfrm>
              <a:off x="4992766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3" name="pg1473"/>
            <p:cNvSpPr/>
            <p:nvPr/>
          </p:nvSpPr>
          <p:spPr>
            <a:xfrm>
              <a:off x="500440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4" name="pg1474"/>
            <p:cNvSpPr/>
            <p:nvPr/>
          </p:nvSpPr>
          <p:spPr>
            <a:xfrm>
              <a:off x="501604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5" name="pg1475"/>
            <p:cNvSpPr/>
            <p:nvPr/>
          </p:nvSpPr>
          <p:spPr>
            <a:xfrm>
              <a:off x="5027678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6" name="pg1476"/>
            <p:cNvSpPr/>
            <p:nvPr/>
          </p:nvSpPr>
          <p:spPr>
            <a:xfrm>
              <a:off x="503931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7" name="pg1477"/>
            <p:cNvSpPr/>
            <p:nvPr/>
          </p:nvSpPr>
          <p:spPr>
            <a:xfrm>
              <a:off x="505095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8" name="pg1478"/>
            <p:cNvSpPr/>
            <p:nvPr/>
          </p:nvSpPr>
          <p:spPr>
            <a:xfrm>
              <a:off x="5062590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9" name="pg1479"/>
            <p:cNvSpPr/>
            <p:nvPr/>
          </p:nvSpPr>
          <p:spPr>
            <a:xfrm>
              <a:off x="507422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0" name="pg1480"/>
            <p:cNvSpPr/>
            <p:nvPr/>
          </p:nvSpPr>
          <p:spPr>
            <a:xfrm>
              <a:off x="508586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1" name="pg1481"/>
            <p:cNvSpPr/>
            <p:nvPr/>
          </p:nvSpPr>
          <p:spPr>
            <a:xfrm>
              <a:off x="5097502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2" name="pg1482"/>
            <p:cNvSpPr/>
            <p:nvPr/>
          </p:nvSpPr>
          <p:spPr>
            <a:xfrm>
              <a:off x="484148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3" name="pg1483"/>
            <p:cNvSpPr/>
            <p:nvPr/>
          </p:nvSpPr>
          <p:spPr>
            <a:xfrm>
              <a:off x="4853118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4" name="pg1484"/>
            <p:cNvSpPr/>
            <p:nvPr/>
          </p:nvSpPr>
          <p:spPr>
            <a:xfrm>
              <a:off x="4864756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5" name="pg1485"/>
            <p:cNvSpPr/>
            <p:nvPr/>
          </p:nvSpPr>
          <p:spPr>
            <a:xfrm>
              <a:off x="487639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6" name="pg1486"/>
            <p:cNvSpPr/>
            <p:nvPr/>
          </p:nvSpPr>
          <p:spPr>
            <a:xfrm>
              <a:off x="4888030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7" name="pg1487"/>
            <p:cNvSpPr/>
            <p:nvPr/>
          </p:nvSpPr>
          <p:spPr>
            <a:xfrm>
              <a:off x="4899668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8" name="pg1488"/>
            <p:cNvSpPr/>
            <p:nvPr/>
          </p:nvSpPr>
          <p:spPr>
            <a:xfrm>
              <a:off x="491130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9" name="pg1489"/>
            <p:cNvSpPr/>
            <p:nvPr/>
          </p:nvSpPr>
          <p:spPr>
            <a:xfrm>
              <a:off x="4922942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0" name="pg1490"/>
            <p:cNvSpPr/>
            <p:nvPr/>
          </p:nvSpPr>
          <p:spPr>
            <a:xfrm>
              <a:off x="4934580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1" name="pg1491"/>
            <p:cNvSpPr/>
            <p:nvPr/>
          </p:nvSpPr>
          <p:spPr>
            <a:xfrm>
              <a:off x="4946217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2" name="pg1492"/>
            <p:cNvSpPr/>
            <p:nvPr/>
          </p:nvSpPr>
          <p:spPr>
            <a:xfrm>
              <a:off x="4957854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3" name="pg1493"/>
            <p:cNvSpPr/>
            <p:nvPr/>
          </p:nvSpPr>
          <p:spPr>
            <a:xfrm>
              <a:off x="4969492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4" name="pg1494"/>
            <p:cNvSpPr/>
            <p:nvPr/>
          </p:nvSpPr>
          <p:spPr>
            <a:xfrm>
              <a:off x="4981129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5" name="pg1495"/>
            <p:cNvSpPr/>
            <p:nvPr/>
          </p:nvSpPr>
          <p:spPr>
            <a:xfrm>
              <a:off x="4992766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6" name="pg1496"/>
            <p:cNvSpPr/>
            <p:nvPr/>
          </p:nvSpPr>
          <p:spPr>
            <a:xfrm>
              <a:off x="500440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7" name="pg1497"/>
            <p:cNvSpPr/>
            <p:nvPr/>
          </p:nvSpPr>
          <p:spPr>
            <a:xfrm>
              <a:off x="501604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8" name="pg1498"/>
            <p:cNvSpPr/>
            <p:nvPr/>
          </p:nvSpPr>
          <p:spPr>
            <a:xfrm>
              <a:off x="5027678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9" name="pg1499"/>
            <p:cNvSpPr/>
            <p:nvPr/>
          </p:nvSpPr>
          <p:spPr>
            <a:xfrm>
              <a:off x="503931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0" name="pg1500"/>
            <p:cNvSpPr/>
            <p:nvPr/>
          </p:nvSpPr>
          <p:spPr>
            <a:xfrm>
              <a:off x="505095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1" name="pg1501"/>
            <p:cNvSpPr/>
            <p:nvPr/>
          </p:nvSpPr>
          <p:spPr>
            <a:xfrm>
              <a:off x="5062590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2" name="pg1502"/>
            <p:cNvSpPr/>
            <p:nvPr/>
          </p:nvSpPr>
          <p:spPr>
            <a:xfrm>
              <a:off x="5074227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3" name="pg1503"/>
            <p:cNvSpPr/>
            <p:nvPr/>
          </p:nvSpPr>
          <p:spPr>
            <a:xfrm>
              <a:off x="508586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4" name="pg1504"/>
            <p:cNvSpPr/>
            <p:nvPr/>
          </p:nvSpPr>
          <p:spPr>
            <a:xfrm>
              <a:off x="484148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5" name="pg1505"/>
            <p:cNvSpPr/>
            <p:nvPr/>
          </p:nvSpPr>
          <p:spPr>
            <a:xfrm>
              <a:off x="4853118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6" name="pg1506"/>
            <p:cNvSpPr/>
            <p:nvPr/>
          </p:nvSpPr>
          <p:spPr>
            <a:xfrm>
              <a:off x="4864756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7" name="pg1507"/>
            <p:cNvSpPr/>
            <p:nvPr/>
          </p:nvSpPr>
          <p:spPr>
            <a:xfrm>
              <a:off x="487639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8" name="pg1508"/>
            <p:cNvSpPr/>
            <p:nvPr/>
          </p:nvSpPr>
          <p:spPr>
            <a:xfrm>
              <a:off x="4888030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9" name="pg1509"/>
            <p:cNvSpPr/>
            <p:nvPr/>
          </p:nvSpPr>
          <p:spPr>
            <a:xfrm>
              <a:off x="4899668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0" name="pg1510"/>
            <p:cNvSpPr/>
            <p:nvPr/>
          </p:nvSpPr>
          <p:spPr>
            <a:xfrm>
              <a:off x="491130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1" name="pg1511"/>
            <p:cNvSpPr/>
            <p:nvPr/>
          </p:nvSpPr>
          <p:spPr>
            <a:xfrm>
              <a:off x="4922942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2" name="pg1512"/>
            <p:cNvSpPr/>
            <p:nvPr/>
          </p:nvSpPr>
          <p:spPr>
            <a:xfrm>
              <a:off x="4934580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3" name="pg1513"/>
            <p:cNvSpPr/>
            <p:nvPr/>
          </p:nvSpPr>
          <p:spPr>
            <a:xfrm>
              <a:off x="4946217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4" name="pg1514"/>
            <p:cNvSpPr/>
            <p:nvPr/>
          </p:nvSpPr>
          <p:spPr>
            <a:xfrm>
              <a:off x="4957854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5" name="pg1515"/>
            <p:cNvSpPr/>
            <p:nvPr/>
          </p:nvSpPr>
          <p:spPr>
            <a:xfrm>
              <a:off x="4969492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6" name="pg1516"/>
            <p:cNvSpPr/>
            <p:nvPr/>
          </p:nvSpPr>
          <p:spPr>
            <a:xfrm>
              <a:off x="4981129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7" name="pg1517"/>
            <p:cNvSpPr/>
            <p:nvPr/>
          </p:nvSpPr>
          <p:spPr>
            <a:xfrm>
              <a:off x="4992766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8" name="pg1518"/>
            <p:cNvSpPr/>
            <p:nvPr/>
          </p:nvSpPr>
          <p:spPr>
            <a:xfrm>
              <a:off x="500440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9" name="pg1519"/>
            <p:cNvSpPr/>
            <p:nvPr/>
          </p:nvSpPr>
          <p:spPr>
            <a:xfrm>
              <a:off x="501604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0" name="pg1520"/>
            <p:cNvSpPr/>
            <p:nvPr/>
          </p:nvSpPr>
          <p:spPr>
            <a:xfrm>
              <a:off x="5027678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1" name="pg1521"/>
            <p:cNvSpPr/>
            <p:nvPr/>
          </p:nvSpPr>
          <p:spPr>
            <a:xfrm>
              <a:off x="503931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2" name="pg1522"/>
            <p:cNvSpPr/>
            <p:nvPr/>
          </p:nvSpPr>
          <p:spPr>
            <a:xfrm>
              <a:off x="505095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3" name="pg1523"/>
            <p:cNvSpPr/>
            <p:nvPr/>
          </p:nvSpPr>
          <p:spPr>
            <a:xfrm>
              <a:off x="5062590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4" name="pg1524"/>
            <p:cNvSpPr/>
            <p:nvPr/>
          </p:nvSpPr>
          <p:spPr>
            <a:xfrm>
              <a:off x="5074227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5" name="pg1525"/>
            <p:cNvSpPr/>
            <p:nvPr/>
          </p:nvSpPr>
          <p:spPr>
            <a:xfrm>
              <a:off x="4864756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6" name="pg1526"/>
            <p:cNvSpPr/>
            <p:nvPr/>
          </p:nvSpPr>
          <p:spPr>
            <a:xfrm>
              <a:off x="4876393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7" name="pg1527"/>
            <p:cNvSpPr/>
            <p:nvPr/>
          </p:nvSpPr>
          <p:spPr>
            <a:xfrm>
              <a:off x="4888030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8" name="pg1528"/>
            <p:cNvSpPr/>
            <p:nvPr/>
          </p:nvSpPr>
          <p:spPr>
            <a:xfrm>
              <a:off x="4899668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9" name="pg1529"/>
            <p:cNvSpPr/>
            <p:nvPr/>
          </p:nvSpPr>
          <p:spPr>
            <a:xfrm>
              <a:off x="491130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0" name="pg1530"/>
            <p:cNvSpPr/>
            <p:nvPr/>
          </p:nvSpPr>
          <p:spPr>
            <a:xfrm>
              <a:off x="4922942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1" name="pg1531"/>
            <p:cNvSpPr/>
            <p:nvPr/>
          </p:nvSpPr>
          <p:spPr>
            <a:xfrm>
              <a:off x="4934580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2" name="pg1532"/>
            <p:cNvSpPr/>
            <p:nvPr/>
          </p:nvSpPr>
          <p:spPr>
            <a:xfrm>
              <a:off x="4946217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3" name="pg1533"/>
            <p:cNvSpPr/>
            <p:nvPr/>
          </p:nvSpPr>
          <p:spPr>
            <a:xfrm>
              <a:off x="4957854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4" name="pg1534"/>
            <p:cNvSpPr/>
            <p:nvPr/>
          </p:nvSpPr>
          <p:spPr>
            <a:xfrm>
              <a:off x="4969492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5" name="pg1535"/>
            <p:cNvSpPr/>
            <p:nvPr/>
          </p:nvSpPr>
          <p:spPr>
            <a:xfrm>
              <a:off x="4981129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6" name="pg1536"/>
            <p:cNvSpPr/>
            <p:nvPr/>
          </p:nvSpPr>
          <p:spPr>
            <a:xfrm>
              <a:off x="4992766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7" name="pg1537"/>
            <p:cNvSpPr/>
            <p:nvPr/>
          </p:nvSpPr>
          <p:spPr>
            <a:xfrm>
              <a:off x="5004403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8" name="pg1538"/>
            <p:cNvSpPr/>
            <p:nvPr/>
          </p:nvSpPr>
          <p:spPr>
            <a:xfrm>
              <a:off x="501604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9" name="pg1539"/>
            <p:cNvSpPr/>
            <p:nvPr/>
          </p:nvSpPr>
          <p:spPr>
            <a:xfrm>
              <a:off x="5027678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0" name="pg1540"/>
            <p:cNvSpPr/>
            <p:nvPr/>
          </p:nvSpPr>
          <p:spPr>
            <a:xfrm>
              <a:off x="503931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1" name="pg1541"/>
            <p:cNvSpPr/>
            <p:nvPr/>
          </p:nvSpPr>
          <p:spPr>
            <a:xfrm>
              <a:off x="5050953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2" name="pg1542"/>
            <p:cNvSpPr/>
            <p:nvPr/>
          </p:nvSpPr>
          <p:spPr>
            <a:xfrm>
              <a:off x="5062590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3" name="pg1543"/>
            <p:cNvSpPr/>
            <p:nvPr/>
          </p:nvSpPr>
          <p:spPr>
            <a:xfrm>
              <a:off x="4876393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4" name="pg1544"/>
            <p:cNvSpPr/>
            <p:nvPr/>
          </p:nvSpPr>
          <p:spPr>
            <a:xfrm>
              <a:off x="4888030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5" name="pg1545"/>
            <p:cNvSpPr/>
            <p:nvPr/>
          </p:nvSpPr>
          <p:spPr>
            <a:xfrm>
              <a:off x="4899668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6" name="pg1546"/>
            <p:cNvSpPr/>
            <p:nvPr/>
          </p:nvSpPr>
          <p:spPr>
            <a:xfrm>
              <a:off x="4911305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7" name="pg1547"/>
            <p:cNvSpPr/>
            <p:nvPr/>
          </p:nvSpPr>
          <p:spPr>
            <a:xfrm>
              <a:off x="4922942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8" name="pg1548"/>
            <p:cNvSpPr/>
            <p:nvPr/>
          </p:nvSpPr>
          <p:spPr>
            <a:xfrm>
              <a:off x="4934580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9" name="pg1549"/>
            <p:cNvSpPr/>
            <p:nvPr/>
          </p:nvSpPr>
          <p:spPr>
            <a:xfrm>
              <a:off x="4946217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0" name="pg1550"/>
            <p:cNvSpPr/>
            <p:nvPr/>
          </p:nvSpPr>
          <p:spPr>
            <a:xfrm>
              <a:off x="4957854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1" name="pg1551"/>
            <p:cNvSpPr/>
            <p:nvPr/>
          </p:nvSpPr>
          <p:spPr>
            <a:xfrm>
              <a:off x="4969492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2" name="pg1552"/>
            <p:cNvSpPr/>
            <p:nvPr/>
          </p:nvSpPr>
          <p:spPr>
            <a:xfrm>
              <a:off x="4981129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3" name="pg1553"/>
            <p:cNvSpPr/>
            <p:nvPr/>
          </p:nvSpPr>
          <p:spPr>
            <a:xfrm>
              <a:off x="4992766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4" name="pg1554"/>
            <p:cNvSpPr/>
            <p:nvPr/>
          </p:nvSpPr>
          <p:spPr>
            <a:xfrm>
              <a:off x="5004403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5" name="pg1555"/>
            <p:cNvSpPr/>
            <p:nvPr/>
          </p:nvSpPr>
          <p:spPr>
            <a:xfrm>
              <a:off x="5016041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6" name="pg1556"/>
            <p:cNvSpPr/>
            <p:nvPr/>
          </p:nvSpPr>
          <p:spPr>
            <a:xfrm>
              <a:off x="5027678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7" name="pg1557"/>
            <p:cNvSpPr/>
            <p:nvPr/>
          </p:nvSpPr>
          <p:spPr>
            <a:xfrm>
              <a:off x="5039315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8" name="pg1558"/>
            <p:cNvSpPr/>
            <p:nvPr/>
          </p:nvSpPr>
          <p:spPr>
            <a:xfrm>
              <a:off x="5050953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9" name="pg1559"/>
            <p:cNvSpPr/>
            <p:nvPr/>
          </p:nvSpPr>
          <p:spPr>
            <a:xfrm>
              <a:off x="4888030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0" name="pg1560"/>
            <p:cNvSpPr/>
            <p:nvPr/>
          </p:nvSpPr>
          <p:spPr>
            <a:xfrm>
              <a:off x="4899668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1" name="pg1561"/>
            <p:cNvSpPr/>
            <p:nvPr/>
          </p:nvSpPr>
          <p:spPr>
            <a:xfrm>
              <a:off x="4911305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2" name="pg1562"/>
            <p:cNvSpPr/>
            <p:nvPr/>
          </p:nvSpPr>
          <p:spPr>
            <a:xfrm>
              <a:off x="4922942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3" name="pg1563"/>
            <p:cNvSpPr/>
            <p:nvPr/>
          </p:nvSpPr>
          <p:spPr>
            <a:xfrm>
              <a:off x="4934580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4" name="pg1564"/>
            <p:cNvSpPr/>
            <p:nvPr/>
          </p:nvSpPr>
          <p:spPr>
            <a:xfrm>
              <a:off x="4946217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5" name="pg1565"/>
            <p:cNvSpPr/>
            <p:nvPr/>
          </p:nvSpPr>
          <p:spPr>
            <a:xfrm>
              <a:off x="4957854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6" name="pg1566"/>
            <p:cNvSpPr/>
            <p:nvPr/>
          </p:nvSpPr>
          <p:spPr>
            <a:xfrm>
              <a:off x="4969492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7" name="pg1567"/>
            <p:cNvSpPr/>
            <p:nvPr/>
          </p:nvSpPr>
          <p:spPr>
            <a:xfrm>
              <a:off x="4981129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8" name="pg1568"/>
            <p:cNvSpPr/>
            <p:nvPr/>
          </p:nvSpPr>
          <p:spPr>
            <a:xfrm>
              <a:off x="4992766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9" name="pg1569"/>
            <p:cNvSpPr/>
            <p:nvPr/>
          </p:nvSpPr>
          <p:spPr>
            <a:xfrm>
              <a:off x="5004403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0" name="pg1570"/>
            <p:cNvSpPr/>
            <p:nvPr/>
          </p:nvSpPr>
          <p:spPr>
            <a:xfrm>
              <a:off x="5016041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1" name="pg1571"/>
            <p:cNvSpPr/>
            <p:nvPr/>
          </p:nvSpPr>
          <p:spPr>
            <a:xfrm>
              <a:off x="5027678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2" name="pg1572"/>
            <p:cNvSpPr/>
            <p:nvPr/>
          </p:nvSpPr>
          <p:spPr>
            <a:xfrm>
              <a:off x="5039315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3" name="pg1573"/>
            <p:cNvSpPr/>
            <p:nvPr/>
          </p:nvSpPr>
          <p:spPr>
            <a:xfrm>
              <a:off x="5050953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4" name="pg1574"/>
            <p:cNvSpPr/>
            <p:nvPr/>
          </p:nvSpPr>
          <p:spPr>
            <a:xfrm>
              <a:off x="484148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5" name="pg1575"/>
            <p:cNvSpPr/>
            <p:nvPr/>
          </p:nvSpPr>
          <p:spPr>
            <a:xfrm>
              <a:off x="4853118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6" name="pg1576"/>
            <p:cNvSpPr/>
            <p:nvPr/>
          </p:nvSpPr>
          <p:spPr>
            <a:xfrm>
              <a:off x="4864756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7" name="pg1577"/>
            <p:cNvSpPr/>
            <p:nvPr/>
          </p:nvSpPr>
          <p:spPr>
            <a:xfrm>
              <a:off x="487639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8" name="pg1578"/>
            <p:cNvSpPr/>
            <p:nvPr/>
          </p:nvSpPr>
          <p:spPr>
            <a:xfrm>
              <a:off x="4888030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9" name="pg1579"/>
            <p:cNvSpPr/>
            <p:nvPr/>
          </p:nvSpPr>
          <p:spPr>
            <a:xfrm>
              <a:off x="4899668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0" name="pg1580"/>
            <p:cNvSpPr/>
            <p:nvPr/>
          </p:nvSpPr>
          <p:spPr>
            <a:xfrm>
              <a:off x="4911305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1" name="pg1581"/>
            <p:cNvSpPr/>
            <p:nvPr/>
          </p:nvSpPr>
          <p:spPr>
            <a:xfrm>
              <a:off x="4922942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2" name="pg1582"/>
            <p:cNvSpPr/>
            <p:nvPr/>
          </p:nvSpPr>
          <p:spPr>
            <a:xfrm>
              <a:off x="4934580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3" name="pg1583"/>
            <p:cNvSpPr/>
            <p:nvPr/>
          </p:nvSpPr>
          <p:spPr>
            <a:xfrm>
              <a:off x="4946217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4" name="pg1584"/>
            <p:cNvSpPr/>
            <p:nvPr/>
          </p:nvSpPr>
          <p:spPr>
            <a:xfrm>
              <a:off x="4957854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5" name="pg1585"/>
            <p:cNvSpPr/>
            <p:nvPr/>
          </p:nvSpPr>
          <p:spPr>
            <a:xfrm>
              <a:off x="4969492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6" name="pg1586"/>
            <p:cNvSpPr/>
            <p:nvPr/>
          </p:nvSpPr>
          <p:spPr>
            <a:xfrm>
              <a:off x="4981129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7" name="pg1587"/>
            <p:cNvSpPr/>
            <p:nvPr/>
          </p:nvSpPr>
          <p:spPr>
            <a:xfrm>
              <a:off x="4992766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8" name="pg1588"/>
            <p:cNvSpPr/>
            <p:nvPr/>
          </p:nvSpPr>
          <p:spPr>
            <a:xfrm>
              <a:off x="500440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9" name="pg1589"/>
            <p:cNvSpPr/>
            <p:nvPr/>
          </p:nvSpPr>
          <p:spPr>
            <a:xfrm>
              <a:off x="501604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0" name="pg1590"/>
            <p:cNvSpPr/>
            <p:nvPr/>
          </p:nvSpPr>
          <p:spPr>
            <a:xfrm>
              <a:off x="5027678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1" name="pg1591"/>
            <p:cNvSpPr/>
            <p:nvPr/>
          </p:nvSpPr>
          <p:spPr>
            <a:xfrm>
              <a:off x="5039315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2" name="pg1592"/>
            <p:cNvSpPr/>
            <p:nvPr/>
          </p:nvSpPr>
          <p:spPr>
            <a:xfrm>
              <a:off x="4829844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3" name="pg1593"/>
            <p:cNvSpPr/>
            <p:nvPr/>
          </p:nvSpPr>
          <p:spPr>
            <a:xfrm>
              <a:off x="484148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4" name="pg1594"/>
            <p:cNvSpPr/>
            <p:nvPr/>
          </p:nvSpPr>
          <p:spPr>
            <a:xfrm>
              <a:off x="4853118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5" name="pg1595"/>
            <p:cNvSpPr/>
            <p:nvPr/>
          </p:nvSpPr>
          <p:spPr>
            <a:xfrm>
              <a:off x="4864756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6" name="pg1596"/>
            <p:cNvSpPr/>
            <p:nvPr/>
          </p:nvSpPr>
          <p:spPr>
            <a:xfrm>
              <a:off x="487639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7" name="pg1597"/>
            <p:cNvSpPr/>
            <p:nvPr/>
          </p:nvSpPr>
          <p:spPr>
            <a:xfrm>
              <a:off x="4888030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8" name="pg1598"/>
            <p:cNvSpPr/>
            <p:nvPr/>
          </p:nvSpPr>
          <p:spPr>
            <a:xfrm>
              <a:off x="4899668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9" name="pg1599"/>
            <p:cNvSpPr/>
            <p:nvPr/>
          </p:nvSpPr>
          <p:spPr>
            <a:xfrm>
              <a:off x="4911305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0" name="pg1600"/>
            <p:cNvSpPr/>
            <p:nvPr/>
          </p:nvSpPr>
          <p:spPr>
            <a:xfrm>
              <a:off x="4922942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1" name="pg1601"/>
            <p:cNvSpPr/>
            <p:nvPr/>
          </p:nvSpPr>
          <p:spPr>
            <a:xfrm>
              <a:off x="4934580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2" name="pg1602"/>
            <p:cNvSpPr/>
            <p:nvPr/>
          </p:nvSpPr>
          <p:spPr>
            <a:xfrm>
              <a:off x="4946217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3" name="pg1603"/>
            <p:cNvSpPr/>
            <p:nvPr/>
          </p:nvSpPr>
          <p:spPr>
            <a:xfrm>
              <a:off x="4957854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4" name="pg1604"/>
            <p:cNvSpPr/>
            <p:nvPr/>
          </p:nvSpPr>
          <p:spPr>
            <a:xfrm>
              <a:off x="4969492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5" name="pg1605"/>
            <p:cNvSpPr/>
            <p:nvPr/>
          </p:nvSpPr>
          <p:spPr>
            <a:xfrm>
              <a:off x="498112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6" name="pg1606"/>
            <p:cNvSpPr/>
            <p:nvPr/>
          </p:nvSpPr>
          <p:spPr>
            <a:xfrm>
              <a:off x="4992766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7" name="pg1607"/>
            <p:cNvSpPr/>
            <p:nvPr/>
          </p:nvSpPr>
          <p:spPr>
            <a:xfrm>
              <a:off x="500440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8" name="pg1608"/>
            <p:cNvSpPr/>
            <p:nvPr/>
          </p:nvSpPr>
          <p:spPr>
            <a:xfrm>
              <a:off x="501604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9" name="pg1609"/>
            <p:cNvSpPr/>
            <p:nvPr/>
          </p:nvSpPr>
          <p:spPr>
            <a:xfrm>
              <a:off x="5027678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0" name="pg1610"/>
            <p:cNvSpPr/>
            <p:nvPr/>
          </p:nvSpPr>
          <p:spPr>
            <a:xfrm>
              <a:off x="5039315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1" name="pg1611"/>
            <p:cNvSpPr/>
            <p:nvPr/>
          </p:nvSpPr>
          <p:spPr>
            <a:xfrm>
              <a:off x="4829844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2" name="pg1612"/>
            <p:cNvSpPr/>
            <p:nvPr/>
          </p:nvSpPr>
          <p:spPr>
            <a:xfrm>
              <a:off x="4841481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3" name="pg1613"/>
            <p:cNvSpPr/>
            <p:nvPr/>
          </p:nvSpPr>
          <p:spPr>
            <a:xfrm>
              <a:off x="4853118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4" name="pg1614"/>
            <p:cNvSpPr/>
            <p:nvPr/>
          </p:nvSpPr>
          <p:spPr>
            <a:xfrm>
              <a:off x="4864756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5" name="pg1615"/>
            <p:cNvSpPr/>
            <p:nvPr/>
          </p:nvSpPr>
          <p:spPr>
            <a:xfrm>
              <a:off x="487639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6" name="pg1616"/>
            <p:cNvSpPr/>
            <p:nvPr/>
          </p:nvSpPr>
          <p:spPr>
            <a:xfrm>
              <a:off x="4888030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7" name="pg1617"/>
            <p:cNvSpPr/>
            <p:nvPr/>
          </p:nvSpPr>
          <p:spPr>
            <a:xfrm>
              <a:off x="4899668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8" name="pg1618"/>
            <p:cNvSpPr/>
            <p:nvPr/>
          </p:nvSpPr>
          <p:spPr>
            <a:xfrm>
              <a:off x="4911305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9" name="pg1619"/>
            <p:cNvSpPr/>
            <p:nvPr/>
          </p:nvSpPr>
          <p:spPr>
            <a:xfrm>
              <a:off x="4922942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0" name="pg1620"/>
            <p:cNvSpPr/>
            <p:nvPr/>
          </p:nvSpPr>
          <p:spPr>
            <a:xfrm>
              <a:off x="4934580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1" name="pg1621"/>
            <p:cNvSpPr/>
            <p:nvPr/>
          </p:nvSpPr>
          <p:spPr>
            <a:xfrm>
              <a:off x="4946217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2" name="pg1622"/>
            <p:cNvSpPr/>
            <p:nvPr/>
          </p:nvSpPr>
          <p:spPr>
            <a:xfrm>
              <a:off x="4957854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3" name="pg1623"/>
            <p:cNvSpPr/>
            <p:nvPr/>
          </p:nvSpPr>
          <p:spPr>
            <a:xfrm>
              <a:off x="4969492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4" name="pg1624"/>
            <p:cNvSpPr/>
            <p:nvPr/>
          </p:nvSpPr>
          <p:spPr>
            <a:xfrm>
              <a:off x="498112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5" name="pg1625"/>
            <p:cNvSpPr/>
            <p:nvPr/>
          </p:nvSpPr>
          <p:spPr>
            <a:xfrm>
              <a:off x="4992766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6" name="pg1626"/>
            <p:cNvSpPr/>
            <p:nvPr/>
          </p:nvSpPr>
          <p:spPr>
            <a:xfrm>
              <a:off x="500440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7" name="pg1627"/>
            <p:cNvSpPr/>
            <p:nvPr/>
          </p:nvSpPr>
          <p:spPr>
            <a:xfrm>
              <a:off x="5016041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8" name="pg1628"/>
            <p:cNvSpPr/>
            <p:nvPr/>
          </p:nvSpPr>
          <p:spPr>
            <a:xfrm>
              <a:off x="5027678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9" name="pg1629"/>
            <p:cNvSpPr/>
            <p:nvPr/>
          </p:nvSpPr>
          <p:spPr>
            <a:xfrm>
              <a:off x="4829844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0" name="pg1630"/>
            <p:cNvSpPr/>
            <p:nvPr/>
          </p:nvSpPr>
          <p:spPr>
            <a:xfrm>
              <a:off x="4841481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1" name="pg1631"/>
            <p:cNvSpPr/>
            <p:nvPr/>
          </p:nvSpPr>
          <p:spPr>
            <a:xfrm>
              <a:off x="4853118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2" name="pg1632"/>
            <p:cNvSpPr/>
            <p:nvPr/>
          </p:nvSpPr>
          <p:spPr>
            <a:xfrm>
              <a:off x="4864756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3" name="pg1633"/>
            <p:cNvSpPr/>
            <p:nvPr/>
          </p:nvSpPr>
          <p:spPr>
            <a:xfrm>
              <a:off x="4876393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4" name="pg1634"/>
            <p:cNvSpPr/>
            <p:nvPr/>
          </p:nvSpPr>
          <p:spPr>
            <a:xfrm>
              <a:off x="4888030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5" name="pg1635"/>
            <p:cNvSpPr/>
            <p:nvPr/>
          </p:nvSpPr>
          <p:spPr>
            <a:xfrm>
              <a:off x="4899668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6" name="pg1636"/>
            <p:cNvSpPr/>
            <p:nvPr/>
          </p:nvSpPr>
          <p:spPr>
            <a:xfrm>
              <a:off x="4911305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7" name="pg1637"/>
            <p:cNvSpPr/>
            <p:nvPr/>
          </p:nvSpPr>
          <p:spPr>
            <a:xfrm>
              <a:off x="4922942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8" name="pg1638"/>
            <p:cNvSpPr/>
            <p:nvPr/>
          </p:nvSpPr>
          <p:spPr>
            <a:xfrm>
              <a:off x="4934580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9" name="pg1639"/>
            <p:cNvSpPr/>
            <p:nvPr/>
          </p:nvSpPr>
          <p:spPr>
            <a:xfrm>
              <a:off x="4946217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1">
                <a:alpha val="100000"/>
              </a:srgbClr>
            </a:solidFill>
            <a:ln w="5420" cap="flat">
              <a:solidFill>
                <a:srgbClr val="3B3E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0" name="pg1640"/>
            <p:cNvSpPr/>
            <p:nvPr/>
          </p:nvSpPr>
          <p:spPr>
            <a:xfrm>
              <a:off x="4957854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1" name="pg1641"/>
            <p:cNvSpPr/>
            <p:nvPr/>
          </p:nvSpPr>
          <p:spPr>
            <a:xfrm>
              <a:off x="4969492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2" name="pg1642"/>
            <p:cNvSpPr/>
            <p:nvPr/>
          </p:nvSpPr>
          <p:spPr>
            <a:xfrm>
              <a:off x="498112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3" name="pg1643"/>
            <p:cNvSpPr/>
            <p:nvPr/>
          </p:nvSpPr>
          <p:spPr>
            <a:xfrm>
              <a:off x="4992766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4" name="pg1644"/>
            <p:cNvSpPr/>
            <p:nvPr/>
          </p:nvSpPr>
          <p:spPr>
            <a:xfrm>
              <a:off x="5004403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5" name="pg1645"/>
            <p:cNvSpPr/>
            <p:nvPr/>
          </p:nvSpPr>
          <p:spPr>
            <a:xfrm>
              <a:off x="5016041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6" name="pg1646"/>
            <p:cNvSpPr/>
            <p:nvPr/>
          </p:nvSpPr>
          <p:spPr>
            <a:xfrm>
              <a:off x="4841481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7" name="pg1647"/>
            <p:cNvSpPr/>
            <p:nvPr/>
          </p:nvSpPr>
          <p:spPr>
            <a:xfrm>
              <a:off x="4853118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8" name="pg1648"/>
            <p:cNvSpPr/>
            <p:nvPr/>
          </p:nvSpPr>
          <p:spPr>
            <a:xfrm>
              <a:off x="4864756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9" name="pg1649"/>
            <p:cNvSpPr/>
            <p:nvPr/>
          </p:nvSpPr>
          <p:spPr>
            <a:xfrm>
              <a:off x="4876393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0" name="pg1650"/>
            <p:cNvSpPr/>
            <p:nvPr/>
          </p:nvSpPr>
          <p:spPr>
            <a:xfrm>
              <a:off x="4888030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1" name="pg1651"/>
            <p:cNvSpPr/>
            <p:nvPr/>
          </p:nvSpPr>
          <p:spPr>
            <a:xfrm>
              <a:off x="4899668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2" name="pg1652"/>
            <p:cNvSpPr/>
            <p:nvPr/>
          </p:nvSpPr>
          <p:spPr>
            <a:xfrm>
              <a:off x="4911305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2">
                <a:alpha val="100000"/>
              </a:srgbClr>
            </a:solidFill>
            <a:ln w="5420" cap="flat">
              <a:solidFill>
                <a:srgbClr val="26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3" name="pg1653"/>
            <p:cNvSpPr/>
            <p:nvPr/>
          </p:nvSpPr>
          <p:spPr>
            <a:xfrm>
              <a:off x="4922942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B131F">
                <a:alpha val="100000"/>
              </a:srgbClr>
            </a:solidFill>
            <a:ln w="5420" cap="flat">
              <a:solidFill>
                <a:srgbClr val="1B13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4" name="pg1654"/>
            <p:cNvSpPr/>
            <p:nvPr/>
          </p:nvSpPr>
          <p:spPr>
            <a:xfrm>
              <a:off x="4934580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5" name="pg1655"/>
            <p:cNvSpPr/>
            <p:nvPr/>
          </p:nvSpPr>
          <p:spPr>
            <a:xfrm>
              <a:off x="4946217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6" name="pg1656"/>
            <p:cNvSpPr/>
            <p:nvPr/>
          </p:nvSpPr>
          <p:spPr>
            <a:xfrm>
              <a:off x="4957854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7" name="pg1657"/>
            <p:cNvSpPr/>
            <p:nvPr/>
          </p:nvSpPr>
          <p:spPr>
            <a:xfrm>
              <a:off x="4969492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8" name="pg1658"/>
            <p:cNvSpPr/>
            <p:nvPr/>
          </p:nvSpPr>
          <p:spPr>
            <a:xfrm>
              <a:off x="4981129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9" name="pg1659"/>
            <p:cNvSpPr/>
            <p:nvPr/>
          </p:nvSpPr>
          <p:spPr>
            <a:xfrm>
              <a:off x="4992766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0" name="pg1660"/>
            <p:cNvSpPr/>
            <p:nvPr/>
          </p:nvSpPr>
          <p:spPr>
            <a:xfrm>
              <a:off x="5004403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1" name="pg1661"/>
            <p:cNvSpPr/>
            <p:nvPr/>
          </p:nvSpPr>
          <p:spPr>
            <a:xfrm>
              <a:off x="4876393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2" name="pg1662"/>
            <p:cNvSpPr/>
            <p:nvPr/>
          </p:nvSpPr>
          <p:spPr>
            <a:xfrm>
              <a:off x="4888030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3" name="pg1663"/>
            <p:cNvSpPr/>
            <p:nvPr/>
          </p:nvSpPr>
          <p:spPr>
            <a:xfrm>
              <a:off x="4899668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2">
                <a:alpha val="100000"/>
              </a:srgbClr>
            </a:solidFill>
            <a:ln w="5420" cap="flat">
              <a:solidFill>
                <a:srgbClr val="2F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4" name="pg1664"/>
            <p:cNvSpPr/>
            <p:nvPr/>
          </p:nvSpPr>
          <p:spPr>
            <a:xfrm>
              <a:off x="4911305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82A">
                <a:alpha val="100000"/>
              </a:srgbClr>
            </a:solidFill>
            <a:ln w="5420" cap="flat">
              <a:solidFill>
                <a:srgbClr val="211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5" name="pg1665"/>
            <p:cNvSpPr/>
            <p:nvPr/>
          </p:nvSpPr>
          <p:spPr>
            <a:xfrm>
              <a:off x="4922942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9111B">
                <a:alpha val="100000"/>
              </a:srgbClr>
            </a:solidFill>
            <a:ln w="5420" cap="flat">
              <a:solidFill>
                <a:srgbClr val="19111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6" name="pg1666"/>
            <p:cNvSpPr/>
            <p:nvPr/>
          </p:nvSpPr>
          <p:spPr>
            <a:xfrm>
              <a:off x="4934580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7" name="pg1667"/>
            <p:cNvSpPr/>
            <p:nvPr/>
          </p:nvSpPr>
          <p:spPr>
            <a:xfrm>
              <a:off x="4946217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8" name="pg1668"/>
            <p:cNvSpPr/>
            <p:nvPr/>
          </p:nvSpPr>
          <p:spPr>
            <a:xfrm>
              <a:off x="4957854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9" name="pg1669"/>
            <p:cNvSpPr/>
            <p:nvPr/>
          </p:nvSpPr>
          <p:spPr>
            <a:xfrm>
              <a:off x="4969492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0" name="pg1670"/>
            <p:cNvSpPr/>
            <p:nvPr/>
          </p:nvSpPr>
          <p:spPr>
            <a:xfrm>
              <a:off x="4981129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1" name="pg1671"/>
            <p:cNvSpPr/>
            <p:nvPr/>
          </p:nvSpPr>
          <p:spPr>
            <a:xfrm>
              <a:off x="4992766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2" name="pg1672"/>
            <p:cNvSpPr/>
            <p:nvPr/>
          </p:nvSpPr>
          <p:spPr>
            <a:xfrm>
              <a:off x="5004403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3" name="pg1673"/>
            <p:cNvSpPr/>
            <p:nvPr/>
          </p:nvSpPr>
          <p:spPr>
            <a:xfrm>
              <a:off x="4899668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4" name="pg1674"/>
            <p:cNvSpPr/>
            <p:nvPr/>
          </p:nvSpPr>
          <p:spPr>
            <a:xfrm>
              <a:off x="4911305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5" name="pg1675"/>
            <p:cNvSpPr/>
            <p:nvPr/>
          </p:nvSpPr>
          <p:spPr>
            <a:xfrm>
              <a:off x="4922942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6" name="pg1676"/>
            <p:cNvSpPr/>
            <p:nvPr/>
          </p:nvSpPr>
          <p:spPr>
            <a:xfrm>
              <a:off x="4934580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7" name="pg1677"/>
            <p:cNvSpPr/>
            <p:nvPr/>
          </p:nvSpPr>
          <p:spPr>
            <a:xfrm>
              <a:off x="4946217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8" name="pg1678"/>
            <p:cNvSpPr/>
            <p:nvPr/>
          </p:nvSpPr>
          <p:spPr>
            <a:xfrm>
              <a:off x="4957854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9" name="pg1679"/>
            <p:cNvSpPr/>
            <p:nvPr/>
          </p:nvSpPr>
          <p:spPr>
            <a:xfrm>
              <a:off x="4969492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0" name="pg1680"/>
            <p:cNvSpPr/>
            <p:nvPr/>
          </p:nvSpPr>
          <p:spPr>
            <a:xfrm>
              <a:off x="4981129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1" name="pg1681"/>
            <p:cNvSpPr/>
            <p:nvPr/>
          </p:nvSpPr>
          <p:spPr>
            <a:xfrm>
              <a:off x="4992766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2" name="pg1682"/>
            <p:cNvSpPr/>
            <p:nvPr/>
          </p:nvSpPr>
          <p:spPr>
            <a:xfrm>
              <a:off x="5004403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3" name="pg1683"/>
            <p:cNvSpPr/>
            <p:nvPr/>
          </p:nvSpPr>
          <p:spPr>
            <a:xfrm>
              <a:off x="4911305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4" name="pg1684"/>
            <p:cNvSpPr/>
            <p:nvPr/>
          </p:nvSpPr>
          <p:spPr>
            <a:xfrm>
              <a:off x="4922942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5" name="pg1685"/>
            <p:cNvSpPr/>
            <p:nvPr/>
          </p:nvSpPr>
          <p:spPr>
            <a:xfrm>
              <a:off x="4934580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6" name="pg1686"/>
            <p:cNvSpPr/>
            <p:nvPr/>
          </p:nvSpPr>
          <p:spPr>
            <a:xfrm>
              <a:off x="4946217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7" name="pg1687"/>
            <p:cNvSpPr/>
            <p:nvPr/>
          </p:nvSpPr>
          <p:spPr>
            <a:xfrm>
              <a:off x="4957854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8" name="pg1688"/>
            <p:cNvSpPr/>
            <p:nvPr/>
          </p:nvSpPr>
          <p:spPr>
            <a:xfrm>
              <a:off x="4969492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9" name="pg1689"/>
            <p:cNvSpPr/>
            <p:nvPr/>
          </p:nvSpPr>
          <p:spPr>
            <a:xfrm>
              <a:off x="4981129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0" name="pg1690"/>
            <p:cNvSpPr/>
            <p:nvPr/>
          </p:nvSpPr>
          <p:spPr>
            <a:xfrm>
              <a:off x="4992766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1" name="pg1691"/>
            <p:cNvSpPr/>
            <p:nvPr/>
          </p:nvSpPr>
          <p:spPr>
            <a:xfrm>
              <a:off x="5004403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2" name="pg1692"/>
            <p:cNvSpPr/>
            <p:nvPr/>
          </p:nvSpPr>
          <p:spPr>
            <a:xfrm>
              <a:off x="4922942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3" name="pg1693"/>
            <p:cNvSpPr/>
            <p:nvPr/>
          </p:nvSpPr>
          <p:spPr>
            <a:xfrm>
              <a:off x="4934580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4" name="pg1694"/>
            <p:cNvSpPr/>
            <p:nvPr/>
          </p:nvSpPr>
          <p:spPr>
            <a:xfrm>
              <a:off x="4946217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5" name="pg1695"/>
            <p:cNvSpPr/>
            <p:nvPr/>
          </p:nvSpPr>
          <p:spPr>
            <a:xfrm>
              <a:off x="4957854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6" name="pg1696"/>
            <p:cNvSpPr/>
            <p:nvPr/>
          </p:nvSpPr>
          <p:spPr>
            <a:xfrm>
              <a:off x="4969492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7" name="pg1697"/>
            <p:cNvSpPr/>
            <p:nvPr/>
          </p:nvSpPr>
          <p:spPr>
            <a:xfrm>
              <a:off x="4981129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8" name="pg1698"/>
            <p:cNvSpPr/>
            <p:nvPr/>
          </p:nvSpPr>
          <p:spPr>
            <a:xfrm>
              <a:off x="4992766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9" name="pg1699"/>
            <p:cNvSpPr/>
            <p:nvPr/>
          </p:nvSpPr>
          <p:spPr>
            <a:xfrm>
              <a:off x="5004403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0" name="pg1700"/>
            <p:cNvSpPr/>
            <p:nvPr/>
          </p:nvSpPr>
          <p:spPr>
            <a:xfrm>
              <a:off x="5016041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1" name="pg1701"/>
            <p:cNvSpPr/>
            <p:nvPr/>
          </p:nvSpPr>
          <p:spPr>
            <a:xfrm>
              <a:off x="4957854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2" name="pg1702"/>
            <p:cNvSpPr/>
            <p:nvPr/>
          </p:nvSpPr>
          <p:spPr>
            <a:xfrm>
              <a:off x="4969492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3" name="pg1703"/>
            <p:cNvSpPr/>
            <p:nvPr/>
          </p:nvSpPr>
          <p:spPr>
            <a:xfrm>
              <a:off x="4981129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4" name="pg1704"/>
            <p:cNvSpPr/>
            <p:nvPr/>
          </p:nvSpPr>
          <p:spPr>
            <a:xfrm>
              <a:off x="4992766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5" name="pg1705"/>
            <p:cNvSpPr/>
            <p:nvPr/>
          </p:nvSpPr>
          <p:spPr>
            <a:xfrm>
              <a:off x="5004403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6" name="pg1706"/>
            <p:cNvSpPr/>
            <p:nvPr/>
          </p:nvSpPr>
          <p:spPr>
            <a:xfrm>
              <a:off x="5016041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7" name="pg1707"/>
            <p:cNvSpPr/>
            <p:nvPr/>
          </p:nvSpPr>
          <p:spPr>
            <a:xfrm>
              <a:off x="4899668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8" name="pg1708"/>
            <p:cNvSpPr/>
            <p:nvPr/>
          </p:nvSpPr>
          <p:spPr>
            <a:xfrm>
              <a:off x="4946217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9" name="pg1709"/>
            <p:cNvSpPr/>
            <p:nvPr/>
          </p:nvSpPr>
          <p:spPr>
            <a:xfrm>
              <a:off x="4957854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0" name="pg1710"/>
            <p:cNvSpPr/>
            <p:nvPr/>
          </p:nvSpPr>
          <p:spPr>
            <a:xfrm>
              <a:off x="4969492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1" name="pg1711"/>
            <p:cNvSpPr/>
            <p:nvPr/>
          </p:nvSpPr>
          <p:spPr>
            <a:xfrm>
              <a:off x="4981129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2" name="pg1712"/>
            <p:cNvSpPr/>
            <p:nvPr/>
          </p:nvSpPr>
          <p:spPr>
            <a:xfrm>
              <a:off x="4992766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3" name="pg1713"/>
            <p:cNvSpPr/>
            <p:nvPr/>
          </p:nvSpPr>
          <p:spPr>
            <a:xfrm>
              <a:off x="5004403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4" name="pg1714"/>
            <p:cNvSpPr/>
            <p:nvPr/>
          </p:nvSpPr>
          <p:spPr>
            <a:xfrm>
              <a:off x="5016041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5" name="pg1715"/>
            <p:cNvSpPr/>
            <p:nvPr/>
          </p:nvSpPr>
          <p:spPr>
            <a:xfrm>
              <a:off x="4888030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6" name="pg1716"/>
            <p:cNvSpPr/>
            <p:nvPr/>
          </p:nvSpPr>
          <p:spPr>
            <a:xfrm>
              <a:off x="4899668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7" name="pg1717"/>
            <p:cNvSpPr/>
            <p:nvPr/>
          </p:nvSpPr>
          <p:spPr>
            <a:xfrm>
              <a:off x="4911305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8" name="pg1718"/>
            <p:cNvSpPr/>
            <p:nvPr/>
          </p:nvSpPr>
          <p:spPr>
            <a:xfrm>
              <a:off x="4922942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9" name="pg1719"/>
            <p:cNvSpPr/>
            <p:nvPr/>
          </p:nvSpPr>
          <p:spPr>
            <a:xfrm>
              <a:off x="4934580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0" name="pg1720"/>
            <p:cNvSpPr/>
            <p:nvPr/>
          </p:nvSpPr>
          <p:spPr>
            <a:xfrm>
              <a:off x="4946217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1" name="pg1721"/>
            <p:cNvSpPr/>
            <p:nvPr/>
          </p:nvSpPr>
          <p:spPr>
            <a:xfrm>
              <a:off x="4957854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2" name="pg1722"/>
            <p:cNvSpPr/>
            <p:nvPr/>
          </p:nvSpPr>
          <p:spPr>
            <a:xfrm>
              <a:off x="4969492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3" name="pg1723"/>
            <p:cNvSpPr/>
            <p:nvPr/>
          </p:nvSpPr>
          <p:spPr>
            <a:xfrm>
              <a:off x="4981129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4" name="pg1724"/>
            <p:cNvSpPr/>
            <p:nvPr/>
          </p:nvSpPr>
          <p:spPr>
            <a:xfrm>
              <a:off x="4992766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5" name="pg1725"/>
            <p:cNvSpPr/>
            <p:nvPr/>
          </p:nvSpPr>
          <p:spPr>
            <a:xfrm>
              <a:off x="5004403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6" name="pg1726"/>
            <p:cNvSpPr/>
            <p:nvPr/>
          </p:nvSpPr>
          <p:spPr>
            <a:xfrm>
              <a:off x="5016041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7" name="pg1727"/>
            <p:cNvSpPr/>
            <p:nvPr/>
          </p:nvSpPr>
          <p:spPr>
            <a:xfrm>
              <a:off x="4876393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8" name="pg1728"/>
            <p:cNvSpPr/>
            <p:nvPr/>
          </p:nvSpPr>
          <p:spPr>
            <a:xfrm>
              <a:off x="4888030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9" name="pg1729"/>
            <p:cNvSpPr/>
            <p:nvPr/>
          </p:nvSpPr>
          <p:spPr>
            <a:xfrm>
              <a:off x="4899668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0" name="pg1730"/>
            <p:cNvSpPr/>
            <p:nvPr/>
          </p:nvSpPr>
          <p:spPr>
            <a:xfrm>
              <a:off x="4911305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1" name="pg1731"/>
            <p:cNvSpPr/>
            <p:nvPr/>
          </p:nvSpPr>
          <p:spPr>
            <a:xfrm>
              <a:off x="4922942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2" name="pg1732"/>
            <p:cNvSpPr/>
            <p:nvPr/>
          </p:nvSpPr>
          <p:spPr>
            <a:xfrm>
              <a:off x="4934580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3" name="pg1733"/>
            <p:cNvSpPr/>
            <p:nvPr/>
          </p:nvSpPr>
          <p:spPr>
            <a:xfrm>
              <a:off x="4946217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4" name="pg1734"/>
            <p:cNvSpPr/>
            <p:nvPr/>
          </p:nvSpPr>
          <p:spPr>
            <a:xfrm>
              <a:off x="4957854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5" name="pg1735"/>
            <p:cNvSpPr/>
            <p:nvPr/>
          </p:nvSpPr>
          <p:spPr>
            <a:xfrm>
              <a:off x="4969492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6" name="pg1736"/>
            <p:cNvSpPr/>
            <p:nvPr/>
          </p:nvSpPr>
          <p:spPr>
            <a:xfrm>
              <a:off x="4981129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7" name="pg1737"/>
            <p:cNvSpPr/>
            <p:nvPr/>
          </p:nvSpPr>
          <p:spPr>
            <a:xfrm>
              <a:off x="4992766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8" name="pg1738"/>
            <p:cNvSpPr/>
            <p:nvPr/>
          </p:nvSpPr>
          <p:spPr>
            <a:xfrm>
              <a:off x="5004403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9" name="pg1739"/>
            <p:cNvSpPr/>
            <p:nvPr/>
          </p:nvSpPr>
          <p:spPr>
            <a:xfrm>
              <a:off x="5016041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0" name="pg1740"/>
            <p:cNvSpPr/>
            <p:nvPr/>
          </p:nvSpPr>
          <p:spPr>
            <a:xfrm>
              <a:off x="5027678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1" name="pg1741"/>
            <p:cNvSpPr/>
            <p:nvPr/>
          </p:nvSpPr>
          <p:spPr>
            <a:xfrm>
              <a:off x="4876393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2" name="pg1742"/>
            <p:cNvSpPr/>
            <p:nvPr/>
          </p:nvSpPr>
          <p:spPr>
            <a:xfrm>
              <a:off x="4888030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3" name="pg1743"/>
            <p:cNvSpPr/>
            <p:nvPr/>
          </p:nvSpPr>
          <p:spPr>
            <a:xfrm>
              <a:off x="4899668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4" name="pg1744"/>
            <p:cNvSpPr/>
            <p:nvPr/>
          </p:nvSpPr>
          <p:spPr>
            <a:xfrm>
              <a:off x="4911305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5" name="pg1745"/>
            <p:cNvSpPr/>
            <p:nvPr/>
          </p:nvSpPr>
          <p:spPr>
            <a:xfrm>
              <a:off x="4922942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6" name="pg1746"/>
            <p:cNvSpPr/>
            <p:nvPr/>
          </p:nvSpPr>
          <p:spPr>
            <a:xfrm>
              <a:off x="4934580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7" name="pg1747"/>
            <p:cNvSpPr/>
            <p:nvPr/>
          </p:nvSpPr>
          <p:spPr>
            <a:xfrm>
              <a:off x="4946217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8" name="pg1748"/>
            <p:cNvSpPr/>
            <p:nvPr/>
          </p:nvSpPr>
          <p:spPr>
            <a:xfrm>
              <a:off x="4957854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9" name="pg1749"/>
            <p:cNvSpPr/>
            <p:nvPr/>
          </p:nvSpPr>
          <p:spPr>
            <a:xfrm>
              <a:off x="4969492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0" name="pg1750"/>
            <p:cNvSpPr/>
            <p:nvPr/>
          </p:nvSpPr>
          <p:spPr>
            <a:xfrm>
              <a:off x="4981129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1" name="pg1751"/>
            <p:cNvSpPr/>
            <p:nvPr/>
          </p:nvSpPr>
          <p:spPr>
            <a:xfrm>
              <a:off x="4992766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2" name="pg1752"/>
            <p:cNvSpPr/>
            <p:nvPr/>
          </p:nvSpPr>
          <p:spPr>
            <a:xfrm>
              <a:off x="5004403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3" name="pg1753"/>
            <p:cNvSpPr/>
            <p:nvPr/>
          </p:nvSpPr>
          <p:spPr>
            <a:xfrm>
              <a:off x="5016041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4" name="pg1754"/>
            <p:cNvSpPr/>
            <p:nvPr/>
          </p:nvSpPr>
          <p:spPr>
            <a:xfrm>
              <a:off x="5027678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5" name="pg1755"/>
            <p:cNvSpPr/>
            <p:nvPr/>
          </p:nvSpPr>
          <p:spPr>
            <a:xfrm>
              <a:off x="5039315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6" name="pg1756"/>
            <p:cNvSpPr/>
            <p:nvPr/>
          </p:nvSpPr>
          <p:spPr>
            <a:xfrm>
              <a:off x="4876393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7" name="pg1757"/>
            <p:cNvSpPr/>
            <p:nvPr/>
          </p:nvSpPr>
          <p:spPr>
            <a:xfrm>
              <a:off x="4888030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8" name="pg1758"/>
            <p:cNvSpPr/>
            <p:nvPr/>
          </p:nvSpPr>
          <p:spPr>
            <a:xfrm>
              <a:off x="4899668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9" name="pg1759"/>
            <p:cNvSpPr/>
            <p:nvPr/>
          </p:nvSpPr>
          <p:spPr>
            <a:xfrm>
              <a:off x="4911305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0" name="pg1760"/>
            <p:cNvSpPr/>
            <p:nvPr/>
          </p:nvSpPr>
          <p:spPr>
            <a:xfrm>
              <a:off x="4922942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1" name="pg1761"/>
            <p:cNvSpPr/>
            <p:nvPr/>
          </p:nvSpPr>
          <p:spPr>
            <a:xfrm>
              <a:off x="4934580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2" name="pg1762"/>
            <p:cNvSpPr/>
            <p:nvPr/>
          </p:nvSpPr>
          <p:spPr>
            <a:xfrm>
              <a:off x="4946217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3" name="pg1763"/>
            <p:cNvSpPr/>
            <p:nvPr/>
          </p:nvSpPr>
          <p:spPr>
            <a:xfrm>
              <a:off x="4957854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4" name="pg1764"/>
            <p:cNvSpPr/>
            <p:nvPr/>
          </p:nvSpPr>
          <p:spPr>
            <a:xfrm>
              <a:off x="4969492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5" name="pg1765"/>
            <p:cNvSpPr/>
            <p:nvPr/>
          </p:nvSpPr>
          <p:spPr>
            <a:xfrm>
              <a:off x="4981129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6" name="pg1766"/>
            <p:cNvSpPr/>
            <p:nvPr/>
          </p:nvSpPr>
          <p:spPr>
            <a:xfrm>
              <a:off x="4992766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7" name="pg1767"/>
            <p:cNvSpPr/>
            <p:nvPr/>
          </p:nvSpPr>
          <p:spPr>
            <a:xfrm>
              <a:off x="5004403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8" name="pg1768"/>
            <p:cNvSpPr/>
            <p:nvPr/>
          </p:nvSpPr>
          <p:spPr>
            <a:xfrm>
              <a:off x="5016041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9" name="pg1769"/>
            <p:cNvSpPr/>
            <p:nvPr/>
          </p:nvSpPr>
          <p:spPr>
            <a:xfrm>
              <a:off x="5027678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0" name="pg1770"/>
            <p:cNvSpPr/>
            <p:nvPr/>
          </p:nvSpPr>
          <p:spPr>
            <a:xfrm>
              <a:off x="5039315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1" name="pg1771"/>
            <p:cNvSpPr/>
            <p:nvPr/>
          </p:nvSpPr>
          <p:spPr>
            <a:xfrm>
              <a:off x="4876393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2" name="pg1772"/>
            <p:cNvSpPr/>
            <p:nvPr/>
          </p:nvSpPr>
          <p:spPr>
            <a:xfrm>
              <a:off x="4888030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3" name="pg1773"/>
            <p:cNvSpPr/>
            <p:nvPr/>
          </p:nvSpPr>
          <p:spPr>
            <a:xfrm>
              <a:off x="4899668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4" name="pg1774"/>
            <p:cNvSpPr/>
            <p:nvPr/>
          </p:nvSpPr>
          <p:spPr>
            <a:xfrm>
              <a:off x="4911305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5" name="pg1775"/>
            <p:cNvSpPr/>
            <p:nvPr/>
          </p:nvSpPr>
          <p:spPr>
            <a:xfrm>
              <a:off x="4922942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6" name="pg1776"/>
            <p:cNvSpPr/>
            <p:nvPr/>
          </p:nvSpPr>
          <p:spPr>
            <a:xfrm>
              <a:off x="4934580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7" name="pg1777"/>
            <p:cNvSpPr/>
            <p:nvPr/>
          </p:nvSpPr>
          <p:spPr>
            <a:xfrm>
              <a:off x="4946217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8" name="pg1778"/>
            <p:cNvSpPr/>
            <p:nvPr/>
          </p:nvSpPr>
          <p:spPr>
            <a:xfrm>
              <a:off x="4957854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9" name="pg1779"/>
            <p:cNvSpPr/>
            <p:nvPr/>
          </p:nvSpPr>
          <p:spPr>
            <a:xfrm>
              <a:off x="4969492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0" name="pg1780"/>
            <p:cNvSpPr/>
            <p:nvPr/>
          </p:nvSpPr>
          <p:spPr>
            <a:xfrm>
              <a:off x="4981129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1" name="pg1781"/>
            <p:cNvSpPr/>
            <p:nvPr/>
          </p:nvSpPr>
          <p:spPr>
            <a:xfrm>
              <a:off x="4992766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2" name="pg1782"/>
            <p:cNvSpPr/>
            <p:nvPr/>
          </p:nvSpPr>
          <p:spPr>
            <a:xfrm>
              <a:off x="5004403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3" name="pg1783"/>
            <p:cNvSpPr/>
            <p:nvPr/>
          </p:nvSpPr>
          <p:spPr>
            <a:xfrm>
              <a:off x="5016041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4" name="pg1784"/>
            <p:cNvSpPr/>
            <p:nvPr/>
          </p:nvSpPr>
          <p:spPr>
            <a:xfrm>
              <a:off x="5027678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5" name="pg1785"/>
            <p:cNvSpPr/>
            <p:nvPr/>
          </p:nvSpPr>
          <p:spPr>
            <a:xfrm>
              <a:off x="5039315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6" name="pg1786"/>
            <p:cNvSpPr/>
            <p:nvPr/>
          </p:nvSpPr>
          <p:spPr>
            <a:xfrm>
              <a:off x="5050953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7" name="pg1787"/>
            <p:cNvSpPr/>
            <p:nvPr/>
          </p:nvSpPr>
          <p:spPr>
            <a:xfrm>
              <a:off x="4888030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8" name="pg1788"/>
            <p:cNvSpPr/>
            <p:nvPr/>
          </p:nvSpPr>
          <p:spPr>
            <a:xfrm>
              <a:off x="4899668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9" name="pg1789"/>
            <p:cNvSpPr/>
            <p:nvPr/>
          </p:nvSpPr>
          <p:spPr>
            <a:xfrm>
              <a:off x="4911305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0" name="pg1790"/>
            <p:cNvSpPr/>
            <p:nvPr/>
          </p:nvSpPr>
          <p:spPr>
            <a:xfrm>
              <a:off x="4922942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1" name="pg1791"/>
            <p:cNvSpPr/>
            <p:nvPr/>
          </p:nvSpPr>
          <p:spPr>
            <a:xfrm>
              <a:off x="4934580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2" name="pg1792"/>
            <p:cNvSpPr/>
            <p:nvPr/>
          </p:nvSpPr>
          <p:spPr>
            <a:xfrm>
              <a:off x="4946217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3" name="pg1793"/>
            <p:cNvSpPr/>
            <p:nvPr/>
          </p:nvSpPr>
          <p:spPr>
            <a:xfrm>
              <a:off x="4957854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4" name="pg1794"/>
            <p:cNvSpPr/>
            <p:nvPr/>
          </p:nvSpPr>
          <p:spPr>
            <a:xfrm>
              <a:off x="4969492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5" name="pg1795"/>
            <p:cNvSpPr/>
            <p:nvPr/>
          </p:nvSpPr>
          <p:spPr>
            <a:xfrm>
              <a:off x="4981129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6" name="pg1796"/>
            <p:cNvSpPr/>
            <p:nvPr/>
          </p:nvSpPr>
          <p:spPr>
            <a:xfrm>
              <a:off x="4992766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7" name="pg1797"/>
            <p:cNvSpPr/>
            <p:nvPr/>
          </p:nvSpPr>
          <p:spPr>
            <a:xfrm>
              <a:off x="5004403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8" name="pg1798"/>
            <p:cNvSpPr/>
            <p:nvPr/>
          </p:nvSpPr>
          <p:spPr>
            <a:xfrm>
              <a:off x="5016041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9" name="pg1799"/>
            <p:cNvSpPr/>
            <p:nvPr/>
          </p:nvSpPr>
          <p:spPr>
            <a:xfrm>
              <a:off x="5027678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0" name="pg1800"/>
            <p:cNvSpPr/>
            <p:nvPr/>
          </p:nvSpPr>
          <p:spPr>
            <a:xfrm>
              <a:off x="5039315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1" name="pg1801"/>
            <p:cNvSpPr/>
            <p:nvPr/>
          </p:nvSpPr>
          <p:spPr>
            <a:xfrm>
              <a:off x="5050953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2" name="pg1802"/>
            <p:cNvSpPr/>
            <p:nvPr/>
          </p:nvSpPr>
          <p:spPr>
            <a:xfrm>
              <a:off x="4853118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3" name="pg1803"/>
            <p:cNvSpPr/>
            <p:nvPr/>
          </p:nvSpPr>
          <p:spPr>
            <a:xfrm>
              <a:off x="4864756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4" name="pg1804"/>
            <p:cNvSpPr/>
            <p:nvPr/>
          </p:nvSpPr>
          <p:spPr>
            <a:xfrm>
              <a:off x="487639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5" name="pg1805"/>
            <p:cNvSpPr/>
            <p:nvPr/>
          </p:nvSpPr>
          <p:spPr>
            <a:xfrm>
              <a:off x="4888030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6" name="pg1806"/>
            <p:cNvSpPr/>
            <p:nvPr/>
          </p:nvSpPr>
          <p:spPr>
            <a:xfrm>
              <a:off x="4899668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7" name="pg1807"/>
            <p:cNvSpPr/>
            <p:nvPr/>
          </p:nvSpPr>
          <p:spPr>
            <a:xfrm>
              <a:off x="4911305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8" name="pg1808"/>
            <p:cNvSpPr/>
            <p:nvPr/>
          </p:nvSpPr>
          <p:spPr>
            <a:xfrm>
              <a:off x="4922942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9" name="pg1809"/>
            <p:cNvSpPr/>
            <p:nvPr/>
          </p:nvSpPr>
          <p:spPr>
            <a:xfrm>
              <a:off x="4934580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0" name="pg1810"/>
            <p:cNvSpPr/>
            <p:nvPr/>
          </p:nvSpPr>
          <p:spPr>
            <a:xfrm>
              <a:off x="4946217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1" name="pg1811"/>
            <p:cNvSpPr/>
            <p:nvPr/>
          </p:nvSpPr>
          <p:spPr>
            <a:xfrm>
              <a:off x="4957854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2" name="pg1812"/>
            <p:cNvSpPr/>
            <p:nvPr/>
          </p:nvSpPr>
          <p:spPr>
            <a:xfrm>
              <a:off x="4969492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3" name="pg1813"/>
            <p:cNvSpPr/>
            <p:nvPr/>
          </p:nvSpPr>
          <p:spPr>
            <a:xfrm>
              <a:off x="4981129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4" name="pg1814"/>
            <p:cNvSpPr/>
            <p:nvPr/>
          </p:nvSpPr>
          <p:spPr>
            <a:xfrm>
              <a:off x="4992766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5" name="pg1815"/>
            <p:cNvSpPr/>
            <p:nvPr/>
          </p:nvSpPr>
          <p:spPr>
            <a:xfrm>
              <a:off x="500440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6" name="pg1816"/>
            <p:cNvSpPr/>
            <p:nvPr/>
          </p:nvSpPr>
          <p:spPr>
            <a:xfrm>
              <a:off x="501604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7" name="pg1817"/>
            <p:cNvSpPr/>
            <p:nvPr/>
          </p:nvSpPr>
          <p:spPr>
            <a:xfrm>
              <a:off x="5027678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8" name="pg1818"/>
            <p:cNvSpPr/>
            <p:nvPr/>
          </p:nvSpPr>
          <p:spPr>
            <a:xfrm>
              <a:off x="5039315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9" name="pg1819"/>
            <p:cNvSpPr/>
            <p:nvPr/>
          </p:nvSpPr>
          <p:spPr>
            <a:xfrm>
              <a:off x="4853118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0" name="pg1820"/>
            <p:cNvSpPr/>
            <p:nvPr/>
          </p:nvSpPr>
          <p:spPr>
            <a:xfrm>
              <a:off x="4864756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1" name="pg1821"/>
            <p:cNvSpPr/>
            <p:nvPr/>
          </p:nvSpPr>
          <p:spPr>
            <a:xfrm>
              <a:off x="487639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2" name="pg1822"/>
            <p:cNvSpPr/>
            <p:nvPr/>
          </p:nvSpPr>
          <p:spPr>
            <a:xfrm>
              <a:off x="4888030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3" name="pg1823"/>
            <p:cNvSpPr/>
            <p:nvPr/>
          </p:nvSpPr>
          <p:spPr>
            <a:xfrm>
              <a:off x="4899668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4" name="pg1824"/>
            <p:cNvSpPr/>
            <p:nvPr/>
          </p:nvSpPr>
          <p:spPr>
            <a:xfrm>
              <a:off x="4911305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5" name="pg1825"/>
            <p:cNvSpPr/>
            <p:nvPr/>
          </p:nvSpPr>
          <p:spPr>
            <a:xfrm>
              <a:off x="4922942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6" name="pg1826"/>
            <p:cNvSpPr/>
            <p:nvPr/>
          </p:nvSpPr>
          <p:spPr>
            <a:xfrm>
              <a:off x="4934580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7" name="pg1827"/>
            <p:cNvSpPr/>
            <p:nvPr/>
          </p:nvSpPr>
          <p:spPr>
            <a:xfrm>
              <a:off x="4946217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8" name="pg1828"/>
            <p:cNvSpPr/>
            <p:nvPr/>
          </p:nvSpPr>
          <p:spPr>
            <a:xfrm>
              <a:off x="4957854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9" name="pg1829"/>
            <p:cNvSpPr/>
            <p:nvPr/>
          </p:nvSpPr>
          <p:spPr>
            <a:xfrm>
              <a:off x="4969492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0" name="pg1830"/>
            <p:cNvSpPr/>
            <p:nvPr/>
          </p:nvSpPr>
          <p:spPr>
            <a:xfrm>
              <a:off x="4981129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1" name="pg1831"/>
            <p:cNvSpPr/>
            <p:nvPr/>
          </p:nvSpPr>
          <p:spPr>
            <a:xfrm>
              <a:off x="4992766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2" name="pg1832"/>
            <p:cNvSpPr/>
            <p:nvPr/>
          </p:nvSpPr>
          <p:spPr>
            <a:xfrm>
              <a:off x="500440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3" name="pg1833"/>
            <p:cNvSpPr/>
            <p:nvPr/>
          </p:nvSpPr>
          <p:spPr>
            <a:xfrm>
              <a:off x="5016041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4" name="pg1834"/>
            <p:cNvSpPr/>
            <p:nvPr/>
          </p:nvSpPr>
          <p:spPr>
            <a:xfrm>
              <a:off x="5027678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5" name="pg1835"/>
            <p:cNvSpPr/>
            <p:nvPr/>
          </p:nvSpPr>
          <p:spPr>
            <a:xfrm>
              <a:off x="4853118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6" name="pg1836"/>
            <p:cNvSpPr/>
            <p:nvPr/>
          </p:nvSpPr>
          <p:spPr>
            <a:xfrm>
              <a:off x="4864756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C">
                <a:alpha val="100000"/>
              </a:srgbClr>
            </a:solidFill>
            <a:ln w="5420" cap="flat">
              <a:solidFill>
                <a:srgbClr val="3B3C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7" name="pg1837"/>
            <p:cNvSpPr/>
            <p:nvPr/>
          </p:nvSpPr>
          <p:spPr>
            <a:xfrm>
              <a:off x="4876393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8" name="pg1838"/>
            <p:cNvSpPr/>
            <p:nvPr/>
          </p:nvSpPr>
          <p:spPr>
            <a:xfrm>
              <a:off x="4888030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9" name="pg1839"/>
            <p:cNvSpPr/>
            <p:nvPr/>
          </p:nvSpPr>
          <p:spPr>
            <a:xfrm>
              <a:off x="4899668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0" name="pg1840"/>
            <p:cNvSpPr/>
            <p:nvPr/>
          </p:nvSpPr>
          <p:spPr>
            <a:xfrm>
              <a:off x="4911305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1" name="pg1841"/>
            <p:cNvSpPr/>
            <p:nvPr/>
          </p:nvSpPr>
          <p:spPr>
            <a:xfrm>
              <a:off x="4922942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2" name="pg1842"/>
            <p:cNvSpPr/>
            <p:nvPr/>
          </p:nvSpPr>
          <p:spPr>
            <a:xfrm>
              <a:off x="4934580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3" name="pg1843"/>
            <p:cNvSpPr/>
            <p:nvPr/>
          </p:nvSpPr>
          <p:spPr>
            <a:xfrm>
              <a:off x="4946217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4" name="pg1844"/>
            <p:cNvSpPr/>
            <p:nvPr/>
          </p:nvSpPr>
          <p:spPr>
            <a:xfrm>
              <a:off x="4957854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5" name="pg1845"/>
            <p:cNvSpPr/>
            <p:nvPr/>
          </p:nvSpPr>
          <p:spPr>
            <a:xfrm>
              <a:off x="4969492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6" name="pg1846"/>
            <p:cNvSpPr/>
            <p:nvPr/>
          </p:nvSpPr>
          <p:spPr>
            <a:xfrm>
              <a:off x="4981129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7" name="pg1847"/>
            <p:cNvSpPr/>
            <p:nvPr/>
          </p:nvSpPr>
          <p:spPr>
            <a:xfrm>
              <a:off x="4992766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8" name="pg1848"/>
            <p:cNvSpPr/>
            <p:nvPr/>
          </p:nvSpPr>
          <p:spPr>
            <a:xfrm>
              <a:off x="5004403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9" name="pg1849"/>
            <p:cNvSpPr/>
            <p:nvPr/>
          </p:nvSpPr>
          <p:spPr>
            <a:xfrm>
              <a:off x="5016041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0" name="pg1850"/>
            <p:cNvSpPr/>
            <p:nvPr/>
          </p:nvSpPr>
          <p:spPr>
            <a:xfrm>
              <a:off x="4853118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1" name="pg1851"/>
            <p:cNvSpPr/>
            <p:nvPr/>
          </p:nvSpPr>
          <p:spPr>
            <a:xfrm>
              <a:off x="4864756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2" name="pg1852"/>
            <p:cNvSpPr/>
            <p:nvPr/>
          </p:nvSpPr>
          <p:spPr>
            <a:xfrm>
              <a:off x="4876393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3" name="pg1853"/>
            <p:cNvSpPr/>
            <p:nvPr/>
          </p:nvSpPr>
          <p:spPr>
            <a:xfrm>
              <a:off x="4888030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4" name="pg1854"/>
            <p:cNvSpPr/>
            <p:nvPr/>
          </p:nvSpPr>
          <p:spPr>
            <a:xfrm>
              <a:off x="4899668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5" name="pg1855"/>
            <p:cNvSpPr/>
            <p:nvPr/>
          </p:nvSpPr>
          <p:spPr>
            <a:xfrm>
              <a:off x="4911305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6" name="pg1856"/>
            <p:cNvSpPr/>
            <p:nvPr/>
          </p:nvSpPr>
          <p:spPr>
            <a:xfrm>
              <a:off x="4922942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7" name="pg1857"/>
            <p:cNvSpPr/>
            <p:nvPr/>
          </p:nvSpPr>
          <p:spPr>
            <a:xfrm>
              <a:off x="4934580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8" name="pg1858"/>
            <p:cNvSpPr/>
            <p:nvPr/>
          </p:nvSpPr>
          <p:spPr>
            <a:xfrm>
              <a:off x="4946217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9" name="pg1859"/>
            <p:cNvSpPr/>
            <p:nvPr/>
          </p:nvSpPr>
          <p:spPr>
            <a:xfrm>
              <a:off x="4957854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0" name="pg1860"/>
            <p:cNvSpPr/>
            <p:nvPr/>
          </p:nvSpPr>
          <p:spPr>
            <a:xfrm>
              <a:off x="4969492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1" name="pg1861"/>
            <p:cNvSpPr/>
            <p:nvPr/>
          </p:nvSpPr>
          <p:spPr>
            <a:xfrm>
              <a:off x="4981129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2" name="pg1862"/>
            <p:cNvSpPr/>
            <p:nvPr/>
          </p:nvSpPr>
          <p:spPr>
            <a:xfrm>
              <a:off x="4992766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3" name="pg1863"/>
            <p:cNvSpPr/>
            <p:nvPr/>
          </p:nvSpPr>
          <p:spPr>
            <a:xfrm>
              <a:off x="5004403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4" name="pg1864"/>
            <p:cNvSpPr/>
            <p:nvPr/>
          </p:nvSpPr>
          <p:spPr>
            <a:xfrm>
              <a:off x="4841481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5" name="pg1865"/>
            <p:cNvSpPr/>
            <p:nvPr/>
          </p:nvSpPr>
          <p:spPr>
            <a:xfrm>
              <a:off x="4853118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6" name="pg1866"/>
            <p:cNvSpPr/>
            <p:nvPr/>
          </p:nvSpPr>
          <p:spPr>
            <a:xfrm>
              <a:off x="4864756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7" name="pg1867"/>
            <p:cNvSpPr/>
            <p:nvPr/>
          </p:nvSpPr>
          <p:spPr>
            <a:xfrm>
              <a:off x="4876393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8" name="pg1868"/>
            <p:cNvSpPr/>
            <p:nvPr/>
          </p:nvSpPr>
          <p:spPr>
            <a:xfrm>
              <a:off x="4888030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9" name="pg1869"/>
            <p:cNvSpPr/>
            <p:nvPr/>
          </p:nvSpPr>
          <p:spPr>
            <a:xfrm>
              <a:off x="4899668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0" name="pg1870"/>
            <p:cNvSpPr/>
            <p:nvPr/>
          </p:nvSpPr>
          <p:spPr>
            <a:xfrm>
              <a:off x="4911305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1" name="pg1871"/>
            <p:cNvSpPr/>
            <p:nvPr/>
          </p:nvSpPr>
          <p:spPr>
            <a:xfrm>
              <a:off x="4922942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2" name="pg1872"/>
            <p:cNvSpPr/>
            <p:nvPr/>
          </p:nvSpPr>
          <p:spPr>
            <a:xfrm>
              <a:off x="4934580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3" name="pg1873"/>
            <p:cNvSpPr/>
            <p:nvPr/>
          </p:nvSpPr>
          <p:spPr>
            <a:xfrm>
              <a:off x="4946217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4" name="pg1874"/>
            <p:cNvSpPr/>
            <p:nvPr/>
          </p:nvSpPr>
          <p:spPr>
            <a:xfrm>
              <a:off x="4957854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5" name="pg1875"/>
            <p:cNvSpPr/>
            <p:nvPr/>
          </p:nvSpPr>
          <p:spPr>
            <a:xfrm>
              <a:off x="4969492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6" name="pg1876"/>
            <p:cNvSpPr/>
            <p:nvPr/>
          </p:nvSpPr>
          <p:spPr>
            <a:xfrm>
              <a:off x="4981129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7" name="pg1877"/>
            <p:cNvSpPr/>
            <p:nvPr/>
          </p:nvSpPr>
          <p:spPr>
            <a:xfrm>
              <a:off x="4841481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8" name="pg1878"/>
            <p:cNvSpPr/>
            <p:nvPr/>
          </p:nvSpPr>
          <p:spPr>
            <a:xfrm>
              <a:off x="4853118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9" name="pg1879"/>
            <p:cNvSpPr/>
            <p:nvPr/>
          </p:nvSpPr>
          <p:spPr>
            <a:xfrm>
              <a:off x="4864756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0" name="pg1880"/>
            <p:cNvSpPr/>
            <p:nvPr/>
          </p:nvSpPr>
          <p:spPr>
            <a:xfrm>
              <a:off x="4876393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1" name="pg1881"/>
            <p:cNvSpPr/>
            <p:nvPr/>
          </p:nvSpPr>
          <p:spPr>
            <a:xfrm>
              <a:off x="4888030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2" name="pg1882"/>
            <p:cNvSpPr/>
            <p:nvPr/>
          </p:nvSpPr>
          <p:spPr>
            <a:xfrm>
              <a:off x="4899668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3" name="pg1883"/>
            <p:cNvSpPr/>
            <p:nvPr/>
          </p:nvSpPr>
          <p:spPr>
            <a:xfrm>
              <a:off x="4911305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4" name="pg1884"/>
            <p:cNvSpPr/>
            <p:nvPr/>
          </p:nvSpPr>
          <p:spPr>
            <a:xfrm>
              <a:off x="4922942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5" name="pg1885"/>
            <p:cNvSpPr/>
            <p:nvPr/>
          </p:nvSpPr>
          <p:spPr>
            <a:xfrm>
              <a:off x="4934580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6" name="pg1886"/>
            <p:cNvSpPr/>
            <p:nvPr/>
          </p:nvSpPr>
          <p:spPr>
            <a:xfrm>
              <a:off x="4946217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7" name="pg1887"/>
            <p:cNvSpPr/>
            <p:nvPr/>
          </p:nvSpPr>
          <p:spPr>
            <a:xfrm>
              <a:off x="4957854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8" name="pg1888"/>
            <p:cNvSpPr/>
            <p:nvPr/>
          </p:nvSpPr>
          <p:spPr>
            <a:xfrm>
              <a:off x="4969492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9" name="pg1889"/>
            <p:cNvSpPr/>
            <p:nvPr/>
          </p:nvSpPr>
          <p:spPr>
            <a:xfrm>
              <a:off x="4841481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0" name="pg1890"/>
            <p:cNvSpPr/>
            <p:nvPr/>
          </p:nvSpPr>
          <p:spPr>
            <a:xfrm>
              <a:off x="4853118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1" name="pg1891"/>
            <p:cNvSpPr/>
            <p:nvPr/>
          </p:nvSpPr>
          <p:spPr>
            <a:xfrm>
              <a:off x="4864756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2" name="pg1892"/>
            <p:cNvSpPr/>
            <p:nvPr/>
          </p:nvSpPr>
          <p:spPr>
            <a:xfrm>
              <a:off x="4876393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3" name="pg1893"/>
            <p:cNvSpPr/>
            <p:nvPr/>
          </p:nvSpPr>
          <p:spPr>
            <a:xfrm>
              <a:off x="4888030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4" name="pg1894"/>
            <p:cNvSpPr/>
            <p:nvPr/>
          </p:nvSpPr>
          <p:spPr>
            <a:xfrm>
              <a:off x="4899668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5" name="pg1895"/>
            <p:cNvSpPr/>
            <p:nvPr/>
          </p:nvSpPr>
          <p:spPr>
            <a:xfrm>
              <a:off x="4911305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6" name="pg1896"/>
            <p:cNvSpPr/>
            <p:nvPr/>
          </p:nvSpPr>
          <p:spPr>
            <a:xfrm>
              <a:off x="4922942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7" name="pg1897"/>
            <p:cNvSpPr/>
            <p:nvPr/>
          </p:nvSpPr>
          <p:spPr>
            <a:xfrm>
              <a:off x="4934580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8" name="pg1898"/>
            <p:cNvSpPr/>
            <p:nvPr/>
          </p:nvSpPr>
          <p:spPr>
            <a:xfrm>
              <a:off x="4946217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9" name="pg1899"/>
            <p:cNvSpPr/>
            <p:nvPr/>
          </p:nvSpPr>
          <p:spPr>
            <a:xfrm>
              <a:off x="4957854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0" name="pg1900"/>
            <p:cNvSpPr/>
            <p:nvPr/>
          </p:nvSpPr>
          <p:spPr>
            <a:xfrm>
              <a:off x="4818206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1" name="pg1901"/>
            <p:cNvSpPr/>
            <p:nvPr/>
          </p:nvSpPr>
          <p:spPr>
            <a:xfrm>
              <a:off x="4829844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2" name="pg1902"/>
            <p:cNvSpPr/>
            <p:nvPr/>
          </p:nvSpPr>
          <p:spPr>
            <a:xfrm>
              <a:off x="4841481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3" name="pg1903"/>
            <p:cNvSpPr/>
            <p:nvPr/>
          </p:nvSpPr>
          <p:spPr>
            <a:xfrm>
              <a:off x="4853118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4" name="pg1904"/>
            <p:cNvSpPr/>
            <p:nvPr/>
          </p:nvSpPr>
          <p:spPr>
            <a:xfrm>
              <a:off x="4864756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5" name="pg1905"/>
            <p:cNvSpPr/>
            <p:nvPr/>
          </p:nvSpPr>
          <p:spPr>
            <a:xfrm>
              <a:off x="4876393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6" name="pg1906"/>
            <p:cNvSpPr/>
            <p:nvPr/>
          </p:nvSpPr>
          <p:spPr>
            <a:xfrm>
              <a:off x="4888030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7" name="pg1907"/>
            <p:cNvSpPr/>
            <p:nvPr/>
          </p:nvSpPr>
          <p:spPr>
            <a:xfrm>
              <a:off x="4899668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8" name="pg1908"/>
            <p:cNvSpPr/>
            <p:nvPr/>
          </p:nvSpPr>
          <p:spPr>
            <a:xfrm>
              <a:off x="4911305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9" name="pg1909"/>
            <p:cNvSpPr/>
            <p:nvPr/>
          </p:nvSpPr>
          <p:spPr>
            <a:xfrm>
              <a:off x="4922942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0" name="pg1910"/>
            <p:cNvSpPr/>
            <p:nvPr/>
          </p:nvSpPr>
          <p:spPr>
            <a:xfrm>
              <a:off x="4934580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1" name="pg1911"/>
            <p:cNvSpPr/>
            <p:nvPr/>
          </p:nvSpPr>
          <p:spPr>
            <a:xfrm>
              <a:off x="4946217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2" name="pg1912"/>
            <p:cNvSpPr/>
            <p:nvPr/>
          </p:nvSpPr>
          <p:spPr>
            <a:xfrm>
              <a:off x="4957854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3" name="pg1913"/>
            <p:cNvSpPr/>
            <p:nvPr/>
          </p:nvSpPr>
          <p:spPr>
            <a:xfrm>
              <a:off x="4806569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B">
                <a:alpha val="100000"/>
              </a:srgbClr>
            </a:solidFill>
            <a:ln w="5420" cap="flat">
              <a:solidFill>
                <a:srgbClr val="2A1F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4" name="pg1914"/>
            <p:cNvSpPr/>
            <p:nvPr/>
          </p:nvSpPr>
          <p:spPr>
            <a:xfrm>
              <a:off x="4818206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5" name="pg1915"/>
            <p:cNvSpPr/>
            <p:nvPr/>
          </p:nvSpPr>
          <p:spPr>
            <a:xfrm>
              <a:off x="4829844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6" name="pg1916"/>
            <p:cNvSpPr/>
            <p:nvPr/>
          </p:nvSpPr>
          <p:spPr>
            <a:xfrm>
              <a:off x="4841481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7" name="pg1917"/>
            <p:cNvSpPr/>
            <p:nvPr/>
          </p:nvSpPr>
          <p:spPr>
            <a:xfrm>
              <a:off x="4853118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8" name="pg1918"/>
            <p:cNvSpPr/>
            <p:nvPr/>
          </p:nvSpPr>
          <p:spPr>
            <a:xfrm>
              <a:off x="4864756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9" name="pg1919"/>
            <p:cNvSpPr/>
            <p:nvPr/>
          </p:nvSpPr>
          <p:spPr>
            <a:xfrm>
              <a:off x="4876393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0" name="pg1920"/>
            <p:cNvSpPr/>
            <p:nvPr/>
          </p:nvSpPr>
          <p:spPr>
            <a:xfrm>
              <a:off x="4888030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1" name="pg1921"/>
            <p:cNvSpPr/>
            <p:nvPr/>
          </p:nvSpPr>
          <p:spPr>
            <a:xfrm>
              <a:off x="4899668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2" name="pg1922"/>
            <p:cNvSpPr/>
            <p:nvPr/>
          </p:nvSpPr>
          <p:spPr>
            <a:xfrm>
              <a:off x="4911305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3" name="pg1923"/>
            <p:cNvSpPr/>
            <p:nvPr/>
          </p:nvSpPr>
          <p:spPr>
            <a:xfrm>
              <a:off x="4922942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4" name="pg1924"/>
            <p:cNvSpPr/>
            <p:nvPr/>
          </p:nvSpPr>
          <p:spPr>
            <a:xfrm>
              <a:off x="4934580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5" name="pg1925"/>
            <p:cNvSpPr/>
            <p:nvPr/>
          </p:nvSpPr>
          <p:spPr>
            <a:xfrm>
              <a:off x="4946217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6" name="pg1926"/>
            <p:cNvSpPr/>
            <p:nvPr/>
          </p:nvSpPr>
          <p:spPr>
            <a:xfrm>
              <a:off x="4957854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7" name="pg1927"/>
            <p:cNvSpPr/>
            <p:nvPr/>
          </p:nvSpPr>
          <p:spPr>
            <a:xfrm>
              <a:off x="4806569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4">
                <a:alpha val="100000"/>
              </a:srgbClr>
            </a:solidFill>
            <a:ln w="5420" cap="flat">
              <a:solidFill>
                <a:srgbClr val="271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8" name="pg1928"/>
            <p:cNvSpPr/>
            <p:nvPr/>
          </p:nvSpPr>
          <p:spPr>
            <a:xfrm>
              <a:off x="4818206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9" name="pg1929"/>
            <p:cNvSpPr/>
            <p:nvPr/>
          </p:nvSpPr>
          <p:spPr>
            <a:xfrm>
              <a:off x="4829844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B">
                <a:alpha val="100000"/>
              </a:srgbClr>
            </a:solidFill>
            <a:ln w="5420" cap="flat">
              <a:solidFill>
                <a:srgbClr val="2A1F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0" name="pg1930"/>
            <p:cNvSpPr/>
            <p:nvPr/>
          </p:nvSpPr>
          <p:spPr>
            <a:xfrm>
              <a:off x="4841481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1" name="pg1931"/>
            <p:cNvSpPr/>
            <p:nvPr/>
          </p:nvSpPr>
          <p:spPr>
            <a:xfrm>
              <a:off x="4853118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2" name="pg1932"/>
            <p:cNvSpPr/>
            <p:nvPr/>
          </p:nvSpPr>
          <p:spPr>
            <a:xfrm>
              <a:off x="4864756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3" name="pg1933"/>
            <p:cNvSpPr/>
            <p:nvPr/>
          </p:nvSpPr>
          <p:spPr>
            <a:xfrm>
              <a:off x="4876393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4" name="pg1934"/>
            <p:cNvSpPr/>
            <p:nvPr/>
          </p:nvSpPr>
          <p:spPr>
            <a:xfrm>
              <a:off x="4888030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5" name="pg1935"/>
            <p:cNvSpPr/>
            <p:nvPr/>
          </p:nvSpPr>
          <p:spPr>
            <a:xfrm>
              <a:off x="4899668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6" name="pg1936"/>
            <p:cNvSpPr/>
            <p:nvPr/>
          </p:nvSpPr>
          <p:spPr>
            <a:xfrm>
              <a:off x="4911305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7" name="pg1937"/>
            <p:cNvSpPr/>
            <p:nvPr/>
          </p:nvSpPr>
          <p:spPr>
            <a:xfrm>
              <a:off x="4922942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8" name="pg1938"/>
            <p:cNvSpPr/>
            <p:nvPr/>
          </p:nvSpPr>
          <p:spPr>
            <a:xfrm>
              <a:off x="4934580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9" name="pg1939"/>
            <p:cNvSpPr/>
            <p:nvPr/>
          </p:nvSpPr>
          <p:spPr>
            <a:xfrm>
              <a:off x="4946217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0" name="pg1940"/>
            <p:cNvSpPr/>
            <p:nvPr/>
          </p:nvSpPr>
          <p:spPr>
            <a:xfrm>
              <a:off x="4794932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82A">
                <a:alpha val="100000"/>
              </a:srgbClr>
            </a:solidFill>
            <a:ln w="5420" cap="flat">
              <a:solidFill>
                <a:srgbClr val="211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1" name="pg1941"/>
            <p:cNvSpPr/>
            <p:nvPr/>
          </p:nvSpPr>
          <p:spPr>
            <a:xfrm>
              <a:off x="4806569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D">
                <a:alpha val="100000"/>
              </a:srgbClr>
            </a:solidFill>
            <a:ln w="5420" cap="flat">
              <a:solidFill>
                <a:srgbClr val="231A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2" name="pg1942"/>
            <p:cNvSpPr/>
            <p:nvPr/>
          </p:nvSpPr>
          <p:spPr>
            <a:xfrm>
              <a:off x="4818206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C32">
                <a:alpha val="100000"/>
              </a:srgbClr>
            </a:solidFill>
            <a:ln w="5420" cap="flat">
              <a:solidFill>
                <a:srgbClr val="25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3" name="pg1943"/>
            <p:cNvSpPr/>
            <p:nvPr/>
          </p:nvSpPr>
          <p:spPr>
            <a:xfrm>
              <a:off x="4829844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4" name="pg1944"/>
            <p:cNvSpPr/>
            <p:nvPr/>
          </p:nvSpPr>
          <p:spPr>
            <a:xfrm>
              <a:off x="4841481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F39">
                <a:alpha val="100000"/>
              </a:srgbClr>
            </a:solidFill>
            <a:ln w="5420" cap="flat">
              <a:solidFill>
                <a:srgbClr val="29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5" name="pg1945"/>
            <p:cNvSpPr/>
            <p:nvPr/>
          </p:nvSpPr>
          <p:spPr>
            <a:xfrm>
              <a:off x="4853118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6" name="pg1946"/>
            <p:cNvSpPr/>
            <p:nvPr/>
          </p:nvSpPr>
          <p:spPr>
            <a:xfrm>
              <a:off x="4864756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7" name="pg1947"/>
            <p:cNvSpPr/>
            <p:nvPr/>
          </p:nvSpPr>
          <p:spPr>
            <a:xfrm>
              <a:off x="4876393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344">
                <a:alpha val="100000"/>
              </a:srgbClr>
            </a:solidFill>
            <a:ln w="5420" cap="flat">
              <a:solidFill>
                <a:srgbClr val="30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8" name="pg1948"/>
            <p:cNvSpPr/>
            <p:nvPr/>
          </p:nvSpPr>
          <p:spPr>
            <a:xfrm>
              <a:off x="4888030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9" name="pg1949"/>
            <p:cNvSpPr/>
            <p:nvPr/>
          </p:nvSpPr>
          <p:spPr>
            <a:xfrm>
              <a:off x="4899668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0" name="pg1950"/>
            <p:cNvSpPr/>
            <p:nvPr/>
          </p:nvSpPr>
          <p:spPr>
            <a:xfrm>
              <a:off x="4911305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1" name="pg1951"/>
            <p:cNvSpPr/>
            <p:nvPr/>
          </p:nvSpPr>
          <p:spPr>
            <a:xfrm>
              <a:off x="4922942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2" name="pg1952"/>
            <p:cNvSpPr/>
            <p:nvPr/>
          </p:nvSpPr>
          <p:spPr>
            <a:xfrm>
              <a:off x="4934580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3" name="pg1953"/>
            <p:cNvSpPr/>
            <p:nvPr/>
          </p:nvSpPr>
          <p:spPr>
            <a:xfrm>
              <a:off x="4783294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4">
                <a:alpha val="100000"/>
              </a:srgbClr>
            </a:solidFill>
            <a:ln w="5420" cap="flat">
              <a:solidFill>
                <a:srgbClr val="1E162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4" name="pg1954"/>
            <p:cNvSpPr/>
            <p:nvPr/>
          </p:nvSpPr>
          <p:spPr>
            <a:xfrm>
              <a:off x="4794932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6">
                <a:alpha val="100000"/>
              </a:srgbClr>
            </a:solidFill>
            <a:ln w="5420" cap="flat">
              <a:solidFill>
                <a:srgbClr val="1E1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5" name="pg1955"/>
            <p:cNvSpPr/>
            <p:nvPr/>
          </p:nvSpPr>
          <p:spPr>
            <a:xfrm>
              <a:off x="4806569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F1727">
                <a:alpha val="100000"/>
              </a:srgbClr>
            </a:solidFill>
            <a:ln w="5420" cap="flat">
              <a:solidFill>
                <a:srgbClr val="1F17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6" name="pg1956"/>
            <p:cNvSpPr/>
            <p:nvPr/>
          </p:nvSpPr>
          <p:spPr>
            <a:xfrm>
              <a:off x="4818206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D">
                <a:alpha val="100000"/>
              </a:srgbClr>
            </a:solidFill>
            <a:ln w="5420" cap="flat">
              <a:solidFill>
                <a:srgbClr val="2219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7" name="pg1957"/>
            <p:cNvSpPr/>
            <p:nvPr/>
          </p:nvSpPr>
          <p:spPr>
            <a:xfrm>
              <a:off x="4829844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30">
                <a:alpha val="100000"/>
              </a:srgbClr>
            </a:solidFill>
            <a:ln w="5420" cap="flat">
              <a:solidFill>
                <a:srgbClr val="241B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8" name="pg1958"/>
            <p:cNvSpPr/>
            <p:nvPr/>
          </p:nvSpPr>
          <p:spPr>
            <a:xfrm>
              <a:off x="4841481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4">
                <a:alpha val="100000"/>
              </a:srgbClr>
            </a:solidFill>
            <a:ln w="5420" cap="flat">
              <a:solidFill>
                <a:srgbClr val="271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9" name="pg1959"/>
            <p:cNvSpPr/>
            <p:nvPr/>
          </p:nvSpPr>
          <p:spPr>
            <a:xfrm>
              <a:off x="4853118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0" name="pg1960"/>
            <p:cNvSpPr/>
            <p:nvPr/>
          </p:nvSpPr>
          <p:spPr>
            <a:xfrm>
              <a:off x="4864756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1" name="pg1961"/>
            <p:cNvSpPr/>
            <p:nvPr/>
          </p:nvSpPr>
          <p:spPr>
            <a:xfrm>
              <a:off x="4876393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2" name="pg1962"/>
            <p:cNvSpPr/>
            <p:nvPr/>
          </p:nvSpPr>
          <p:spPr>
            <a:xfrm>
              <a:off x="4888030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344">
                <a:alpha val="100000"/>
              </a:srgbClr>
            </a:solidFill>
            <a:ln w="5420" cap="flat">
              <a:solidFill>
                <a:srgbClr val="30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3" name="pg1963"/>
            <p:cNvSpPr/>
            <p:nvPr/>
          </p:nvSpPr>
          <p:spPr>
            <a:xfrm>
              <a:off x="4899668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4" name="pg1964"/>
            <p:cNvSpPr/>
            <p:nvPr/>
          </p:nvSpPr>
          <p:spPr>
            <a:xfrm>
              <a:off x="4911305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5" name="pg1965"/>
            <p:cNvSpPr/>
            <p:nvPr/>
          </p:nvSpPr>
          <p:spPr>
            <a:xfrm>
              <a:off x="4760020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421">
                <a:alpha val="100000"/>
              </a:srgbClr>
            </a:solidFill>
            <a:ln w="5420" cap="flat">
              <a:solidFill>
                <a:srgbClr val="1C142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6" name="pg1966"/>
            <p:cNvSpPr/>
            <p:nvPr/>
          </p:nvSpPr>
          <p:spPr>
            <a:xfrm>
              <a:off x="4771657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B1420">
                <a:alpha val="100000"/>
              </a:srgbClr>
            </a:solidFill>
            <a:ln w="5420" cap="flat">
              <a:solidFill>
                <a:srgbClr val="1B14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7" name="pg1967"/>
            <p:cNvSpPr/>
            <p:nvPr/>
          </p:nvSpPr>
          <p:spPr>
            <a:xfrm>
              <a:off x="4783294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B141F">
                <a:alpha val="100000"/>
              </a:srgbClr>
            </a:solidFill>
            <a:ln w="5420" cap="flat">
              <a:solidFill>
                <a:srgbClr val="1B14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8" name="pg1968"/>
            <p:cNvSpPr/>
            <p:nvPr/>
          </p:nvSpPr>
          <p:spPr>
            <a:xfrm>
              <a:off x="4794932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B1420">
                <a:alpha val="100000"/>
              </a:srgbClr>
            </a:solidFill>
            <a:ln w="5420" cap="flat">
              <a:solidFill>
                <a:srgbClr val="1B14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9" name="pg1969"/>
            <p:cNvSpPr/>
            <p:nvPr/>
          </p:nvSpPr>
          <p:spPr>
            <a:xfrm>
              <a:off x="4806569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522">
                <a:alpha val="100000"/>
              </a:srgbClr>
            </a:solidFill>
            <a:ln w="5420" cap="flat">
              <a:solidFill>
                <a:srgbClr val="1C15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0" name="pg1970"/>
            <p:cNvSpPr/>
            <p:nvPr/>
          </p:nvSpPr>
          <p:spPr>
            <a:xfrm>
              <a:off x="4818206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828">
                <a:alpha val="100000"/>
              </a:srgbClr>
            </a:solidFill>
            <a:ln w="5420" cap="flat">
              <a:solidFill>
                <a:srgbClr val="2018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1" name="pg1971"/>
            <p:cNvSpPr/>
            <p:nvPr/>
          </p:nvSpPr>
          <p:spPr>
            <a:xfrm>
              <a:off x="4829844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C">
                <a:alpha val="100000"/>
              </a:srgbClr>
            </a:solidFill>
            <a:ln w="5420" cap="flat">
              <a:solidFill>
                <a:srgbClr val="2219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2" name="pg1972"/>
            <p:cNvSpPr/>
            <p:nvPr/>
          </p:nvSpPr>
          <p:spPr>
            <a:xfrm>
              <a:off x="4841481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30">
                <a:alpha val="100000"/>
              </a:srgbClr>
            </a:solidFill>
            <a:ln w="5420" cap="flat">
              <a:solidFill>
                <a:srgbClr val="241B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3" name="pg1973"/>
            <p:cNvSpPr/>
            <p:nvPr/>
          </p:nvSpPr>
          <p:spPr>
            <a:xfrm>
              <a:off x="4853118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4" name="pg1974"/>
            <p:cNvSpPr/>
            <p:nvPr/>
          </p:nvSpPr>
          <p:spPr>
            <a:xfrm>
              <a:off x="4748382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522">
                <a:alpha val="100000"/>
              </a:srgbClr>
            </a:solidFill>
            <a:ln w="5420" cap="flat">
              <a:solidFill>
                <a:srgbClr val="1C15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5" name="pg1975"/>
            <p:cNvSpPr/>
            <p:nvPr/>
          </p:nvSpPr>
          <p:spPr>
            <a:xfrm>
              <a:off x="4760020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31F">
                <a:alpha val="100000"/>
              </a:srgbClr>
            </a:solidFill>
            <a:ln w="5420" cap="flat">
              <a:solidFill>
                <a:srgbClr val="1A13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6" name="pg1976"/>
            <p:cNvSpPr/>
            <p:nvPr/>
          </p:nvSpPr>
          <p:spPr>
            <a:xfrm>
              <a:off x="4771657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9111C">
                <a:alpha val="100000"/>
              </a:srgbClr>
            </a:solidFill>
            <a:ln w="5420" cap="flat">
              <a:solidFill>
                <a:srgbClr val="1911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7" name="pg1977"/>
            <p:cNvSpPr/>
            <p:nvPr/>
          </p:nvSpPr>
          <p:spPr>
            <a:xfrm>
              <a:off x="4783294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8101A">
                <a:alpha val="100000"/>
              </a:srgbClr>
            </a:solidFill>
            <a:ln w="5420" cap="flat">
              <a:solidFill>
                <a:srgbClr val="1810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8" name="pg1978"/>
            <p:cNvSpPr/>
            <p:nvPr/>
          </p:nvSpPr>
          <p:spPr>
            <a:xfrm>
              <a:off x="4794932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8111B">
                <a:alpha val="100000"/>
              </a:srgbClr>
            </a:solidFill>
            <a:ln w="5420" cap="flat">
              <a:solidFill>
                <a:srgbClr val="18111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9" name="pg1979"/>
            <p:cNvSpPr/>
            <p:nvPr/>
          </p:nvSpPr>
          <p:spPr>
            <a:xfrm>
              <a:off x="4806569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21D">
                <a:alpha val="100000"/>
              </a:srgbClr>
            </a:solidFill>
            <a:ln w="5420" cap="flat">
              <a:solidFill>
                <a:srgbClr val="1A121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0" name="pg1980"/>
            <p:cNvSpPr/>
            <p:nvPr/>
          </p:nvSpPr>
          <p:spPr>
            <a:xfrm>
              <a:off x="4818206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5">
                <a:alpha val="100000"/>
              </a:srgbClr>
            </a:solidFill>
            <a:ln w="5420" cap="flat">
              <a:solidFill>
                <a:srgbClr val="1E16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1" name="pg1981"/>
            <p:cNvSpPr/>
            <p:nvPr/>
          </p:nvSpPr>
          <p:spPr>
            <a:xfrm>
              <a:off x="4829844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829">
                <a:alpha val="100000"/>
              </a:srgbClr>
            </a:solidFill>
            <a:ln w="5420" cap="flat">
              <a:solidFill>
                <a:srgbClr val="201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2" name="pg1982"/>
            <p:cNvSpPr/>
            <p:nvPr/>
          </p:nvSpPr>
          <p:spPr>
            <a:xfrm>
              <a:off x="4725108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82A">
                <a:alpha val="100000"/>
              </a:srgbClr>
            </a:solidFill>
            <a:ln w="5420" cap="flat">
              <a:solidFill>
                <a:srgbClr val="211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3" name="pg1983"/>
            <p:cNvSpPr/>
            <p:nvPr/>
          </p:nvSpPr>
          <p:spPr>
            <a:xfrm>
              <a:off x="4736745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F1726">
                <a:alpha val="100000"/>
              </a:srgbClr>
            </a:solidFill>
            <a:ln w="5420" cap="flat">
              <a:solidFill>
                <a:srgbClr val="1F17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4" name="pg1984"/>
            <p:cNvSpPr/>
            <p:nvPr/>
          </p:nvSpPr>
          <p:spPr>
            <a:xfrm>
              <a:off x="4748382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522">
                <a:alpha val="100000"/>
              </a:srgbClr>
            </a:solidFill>
            <a:ln w="5420" cap="flat">
              <a:solidFill>
                <a:srgbClr val="1C15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5" name="pg1985"/>
            <p:cNvSpPr/>
            <p:nvPr/>
          </p:nvSpPr>
          <p:spPr>
            <a:xfrm>
              <a:off x="4760020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31E">
                <a:alpha val="100000"/>
              </a:srgbClr>
            </a:solidFill>
            <a:ln w="5420" cap="flat">
              <a:solidFill>
                <a:srgbClr val="1A13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6" name="pg1986"/>
            <p:cNvSpPr/>
            <p:nvPr/>
          </p:nvSpPr>
          <p:spPr>
            <a:xfrm>
              <a:off x="4771657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60F18">
                <a:alpha val="100000"/>
              </a:srgbClr>
            </a:solidFill>
            <a:ln w="5420" cap="flat">
              <a:solidFill>
                <a:srgbClr val="160F1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7" name="pg1987"/>
            <p:cNvSpPr/>
            <p:nvPr/>
          </p:nvSpPr>
          <p:spPr>
            <a:xfrm>
              <a:off x="4783294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40D14">
                <a:alpha val="100000"/>
              </a:srgbClr>
            </a:solidFill>
            <a:ln w="5420" cap="flat">
              <a:solidFill>
                <a:srgbClr val="140D1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8" name="pg1988"/>
            <p:cNvSpPr/>
            <p:nvPr/>
          </p:nvSpPr>
          <p:spPr>
            <a:xfrm>
              <a:off x="4794932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50E17">
                <a:alpha val="100000"/>
              </a:srgbClr>
            </a:solidFill>
            <a:ln w="5420" cap="flat">
              <a:solidFill>
                <a:srgbClr val="150E1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9" name="pg1989"/>
            <p:cNvSpPr/>
            <p:nvPr/>
          </p:nvSpPr>
          <p:spPr>
            <a:xfrm>
              <a:off x="4806569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8111B">
                <a:alpha val="100000"/>
              </a:srgbClr>
            </a:solidFill>
            <a:ln w="5420" cap="flat">
              <a:solidFill>
                <a:srgbClr val="18111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0" name="pg1990"/>
            <p:cNvSpPr/>
            <p:nvPr/>
          </p:nvSpPr>
          <p:spPr>
            <a:xfrm>
              <a:off x="4818206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523">
                <a:alpha val="100000"/>
              </a:srgbClr>
            </a:solidFill>
            <a:ln w="5420" cap="flat">
              <a:solidFill>
                <a:srgbClr val="1D152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1" name="pg1991"/>
            <p:cNvSpPr/>
            <p:nvPr/>
          </p:nvSpPr>
          <p:spPr>
            <a:xfrm>
              <a:off x="4690196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E37">
                <a:alpha val="100000"/>
              </a:srgbClr>
            </a:solidFill>
            <a:ln w="5420" cap="flat">
              <a:solidFill>
                <a:srgbClr val="281E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2" name="pg1992"/>
            <p:cNvSpPr/>
            <p:nvPr/>
          </p:nvSpPr>
          <p:spPr>
            <a:xfrm>
              <a:off x="4701833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3" name="pg1993"/>
            <p:cNvSpPr/>
            <p:nvPr/>
          </p:nvSpPr>
          <p:spPr>
            <a:xfrm>
              <a:off x="4713470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E">
                <a:alpha val="100000"/>
              </a:srgbClr>
            </a:solidFill>
            <a:ln w="5420" cap="flat">
              <a:solidFill>
                <a:srgbClr val="231A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4" name="pg1994"/>
            <p:cNvSpPr/>
            <p:nvPr/>
          </p:nvSpPr>
          <p:spPr>
            <a:xfrm>
              <a:off x="4725108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82A">
                <a:alpha val="100000"/>
              </a:srgbClr>
            </a:solidFill>
            <a:ln w="5420" cap="flat">
              <a:solidFill>
                <a:srgbClr val="211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5" name="pg1995"/>
            <p:cNvSpPr/>
            <p:nvPr/>
          </p:nvSpPr>
          <p:spPr>
            <a:xfrm>
              <a:off x="4736745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F1727">
                <a:alpha val="100000"/>
              </a:srgbClr>
            </a:solidFill>
            <a:ln w="5420" cap="flat">
              <a:solidFill>
                <a:srgbClr val="1F17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6" name="pg1996"/>
            <p:cNvSpPr/>
            <p:nvPr/>
          </p:nvSpPr>
          <p:spPr>
            <a:xfrm>
              <a:off x="4748382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624">
                <a:alpha val="100000"/>
              </a:srgbClr>
            </a:solidFill>
            <a:ln w="5420" cap="flat">
              <a:solidFill>
                <a:srgbClr val="1D162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7" name="pg1997"/>
            <p:cNvSpPr/>
            <p:nvPr/>
          </p:nvSpPr>
          <p:spPr>
            <a:xfrm>
              <a:off x="4760020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421">
                <a:alpha val="100000"/>
              </a:srgbClr>
            </a:solidFill>
            <a:ln w="5420" cap="flat">
              <a:solidFill>
                <a:srgbClr val="1C142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8" name="pg1998"/>
            <p:cNvSpPr/>
            <p:nvPr/>
          </p:nvSpPr>
          <p:spPr>
            <a:xfrm>
              <a:off x="4771657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9121C">
                <a:alpha val="100000"/>
              </a:srgbClr>
            </a:solidFill>
            <a:ln w="5420" cap="flat">
              <a:solidFill>
                <a:srgbClr val="1912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9" name="pg1999"/>
            <p:cNvSpPr/>
            <p:nvPr/>
          </p:nvSpPr>
          <p:spPr>
            <a:xfrm>
              <a:off x="4783294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50E16">
                <a:alpha val="100000"/>
              </a:srgbClr>
            </a:solidFill>
            <a:ln w="5420" cap="flat">
              <a:solidFill>
                <a:srgbClr val="150E1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0" name="pg2000"/>
            <p:cNvSpPr/>
            <p:nvPr/>
          </p:nvSpPr>
          <p:spPr>
            <a:xfrm>
              <a:off x="4794932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60F18">
                <a:alpha val="100000"/>
              </a:srgbClr>
            </a:solidFill>
            <a:ln w="5420" cap="flat">
              <a:solidFill>
                <a:srgbClr val="160F1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1" name="pg2001"/>
            <p:cNvSpPr/>
            <p:nvPr/>
          </p:nvSpPr>
          <p:spPr>
            <a:xfrm>
              <a:off x="4806569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9121C">
                <a:alpha val="100000"/>
              </a:srgbClr>
            </a:solidFill>
            <a:ln w="5420" cap="flat">
              <a:solidFill>
                <a:srgbClr val="1912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2" name="pg2002"/>
            <p:cNvSpPr/>
            <p:nvPr/>
          </p:nvSpPr>
          <p:spPr>
            <a:xfrm>
              <a:off x="4666921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D">
                <a:alpha val="100000"/>
              </a:srgbClr>
            </a:solidFill>
            <a:ln w="5420" cap="flat">
              <a:solidFill>
                <a:srgbClr val="2C21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3" name="pg2003"/>
            <p:cNvSpPr/>
            <p:nvPr/>
          </p:nvSpPr>
          <p:spPr>
            <a:xfrm>
              <a:off x="4678558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4" name="pg2004"/>
            <p:cNvSpPr/>
            <p:nvPr/>
          </p:nvSpPr>
          <p:spPr>
            <a:xfrm>
              <a:off x="4690196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A">
                <a:alpha val="100000"/>
              </a:srgbClr>
            </a:solidFill>
            <a:ln w="5420" cap="flat">
              <a:solidFill>
                <a:srgbClr val="2A1F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5" name="pg2005"/>
            <p:cNvSpPr/>
            <p:nvPr/>
          </p:nvSpPr>
          <p:spPr>
            <a:xfrm>
              <a:off x="4701833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4">
                <a:alpha val="100000"/>
              </a:srgbClr>
            </a:solidFill>
            <a:ln w="5420" cap="flat">
              <a:solidFill>
                <a:srgbClr val="261C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6" name="pg2006"/>
            <p:cNvSpPr/>
            <p:nvPr/>
          </p:nvSpPr>
          <p:spPr>
            <a:xfrm>
              <a:off x="4713470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30">
                <a:alpha val="100000"/>
              </a:srgbClr>
            </a:solidFill>
            <a:ln w="5420" cap="flat">
              <a:solidFill>
                <a:srgbClr val="241B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7" name="pg2007"/>
            <p:cNvSpPr/>
            <p:nvPr/>
          </p:nvSpPr>
          <p:spPr>
            <a:xfrm>
              <a:off x="4725108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D">
                <a:alpha val="100000"/>
              </a:srgbClr>
            </a:solidFill>
            <a:ln w="5420" cap="flat">
              <a:solidFill>
                <a:srgbClr val="231A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8" name="pg2008"/>
            <p:cNvSpPr/>
            <p:nvPr/>
          </p:nvSpPr>
          <p:spPr>
            <a:xfrm>
              <a:off x="4736745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82B">
                <a:alpha val="100000"/>
              </a:srgbClr>
            </a:solidFill>
            <a:ln w="5420" cap="flat">
              <a:solidFill>
                <a:srgbClr val="2118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9" name="pg2009"/>
            <p:cNvSpPr/>
            <p:nvPr/>
          </p:nvSpPr>
          <p:spPr>
            <a:xfrm>
              <a:off x="4748382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829">
                <a:alpha val="100000"/>
              </a:srgbClr>
            </a:solidFill>
            <a:ln w="5420" cap="flat">
              <a:solidFill>
                <a:srgbClr val="201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0" name="pg2010"/>
            <p:cNvSpPr/>
            <p:nvPr/>
          </p:nvSpPr>
          <p:spPr>
            <a:xfrm>
              <a:off x="4760020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82A">
                <a:alpha val="100000"/>
              </a:srgbClr>
            </a:solidFill>
            <a:ln w="5420" cap="flat">
              <a:solidFill>
                <a:srgbClr val="211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1" name="pg2011"/>
            <p:cNvSpPr/>
            <p:nvPr/>
          </p:nvSpPr>
          <p:spPr>
            <a:xfrm>
              <a:off x="4771657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92B">
                <a:alpha val="100000"/>
              </a:srgbClr>
            </a:solidFill>
            <a:ln w="5420" cap="flat">
              <a:solidFill>
                <a:srgbClr val="211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2" name="pg2012"/>
            <p:cNvSpPr/>
            <p:nvPr/>
          </p:nvSpPr>
          <p:spPr>
            <a:xfrm>
              <a:off x="4783294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82A">
                <a:alpha val="100000"/>
              </a:srgbClr>
            </a:solidFill>
            <a:ln w="5420" cap="flat">
              <a:solidFill>
                <a:srgbClr val="211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3" name="pg2013"/>
            <p:cNvSpPr/>
            <p:nvPr/>
          </p:nvSpPr>
          <p:spPr>
            <a:xfrm>
              <a:off x="4794932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F1727">
                <a:alpha val="100000"/>
              </a:srgbClr>
            </a:solidFill>
            <a:ln w="5420" cap="flat">
              <a:solidFill>
                <a:srgbClr val="1F17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4" name="pg2014"/>
            <p:cNvSpPr/>
            <p:nvPr/>
          </p:nvSpPr>
          <p:spPr>
            <a:xfrm>
              <a:off x="4655284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F">
                <a:alpha val="100000"/>
              </a:srgbClr>
            </a:solidFill>
            <a:ln w="5420" cap="flat">
              <a:solidFill>
                <a:srgbClr val="2C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5" name="pg2015"/>
            <p:cNvSpPr/>
            <p:nvPr/>
          </p:nvSpPr>
          <p:spPr>
            <a:xfrm>
              <a:off x="4666921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6" name="pg2016"/>
            <p:cNvSpPr/>
            <p:nvPr/>
          </p:nvSpPr>
          <p:spPr>
            <a:xfrm>
              <a:off x="4678558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D">
                <a:alpha val="100000"/>
              </a:srgbClr>
            </a:solidFill>
            <a:ln w="5420" cap="flat">
              <a:solidFill>
                <a:srgbClr val="2B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7" name="pg2017"/>
            <p:cNvSpPr/>
            <p:nvPr/>
          </p:nvSpPr>
          <p:spPr>
            <a:xfrm>
              <a:off x="4690196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B">
                <a:alpha val="100000"/>
              </a:srgbClr>
            </a:solidFill>
            <a:ln w="5420" cap="flat">
              <a:solidFill>
                <a:srgbClr val="2B20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8" name="pg2018"/>
            <p:cNvSpPr/>
            <p:nvPr/>
          </p:nvSpPr>
          <p:spPr>
            <a:xfrm>
              <a:off x="4701833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6">
                <a:alpha val="100000"/>
              </a:srgbClr>
            </a:solidFill>
            <a:ln w="5420" cap="flat">
              <a:solidFill>
                <a:srgbClr val="271D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9" name="pg2019"/>
            <p:cNvSpPr/>
            <p:nvPr/>
          </p:nvSpPr>
          <p:spPr>
            <a:xfrm>
              <a:off x="4713470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2">
                <a:alpha val="100000"/>
              </a:srgbClr>
            </a:solidFill>
            <a:ln w="5420" cap="flat">
              <a:solidFill>
                <a:srgbClr val="26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0" name="pg2020"/>
            <p:cNvSpPr/>
            <p:nvPr/>
          </p:nvSpPr>
          <p:spPr>
            <a:xfrm>
              <a:off x="4725108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A2F">
                <a:alpha val="100000"/>
              </a:srgbClr>
            </a:solidFill>
            <a:ln w="5420" cap="flat">
              <a:solidFill>
                <a:srgbClr val="241A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1" name="pg2021"/>
            <p:cNvSpPr/>
            <p:nvPr/>
          </p:nvSpPr>
          <p:spPr>
            <a:xfrm>
              <a:off x="4736745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D">
                <a:alpha val="100000"/>
              </a:srgbClr>
            </a:solidFill>
            <a:ln w="5420" cap="flat">
              <a:solidFill>
                <a:srgbClr val="2219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2" name="pg2022"/>
            <p:cNvSpPr/>
            <p:nvPr/>
          </p:nvSpPr>
          <p:spPr>
            <a:xfrm>
              <a:off x="4748382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92B">
                <a:alpha val="100000"/>
              </a:srgbClr>
            </a:solidFill>
            <a:ln w="5420" cap="flat">
              <a:solidFill>
                <a:srgbClr val="211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3" name="pg2023"/>
            <p:cNvSpPr/>
            <p:nvPr/>
          </p:nvSpPr>
          <p:spPr>
            <a:xfrm>
              <a:off x="4760020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82A">
                <a:alpha val="100000"/>
              </a:srgbClr>
            </a:solidFill>
            <a:ln w="5420" cap="flat">
              <a:solidFill>
                <a:srgbClr val="211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4" name="pg2024"/>
            <p:cNvSpPr/>
            <p:nvPr/>
          </p:nvSpPr>
          <p:spPr>
            <a:xfrm>
              <a:off x="4771657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82A">
                <a:alpha val="100000"/>
              </a:srgbClr>
            </a:solidFill>
            <a:ln w="5420" cap="flat">
              <a:solidFill>
                <a:srgbClr val="211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5" name="pg2025"/>
            <p:cNvSpPr/>
            <p:nvPr/>
          </p:nvSpPr>
          <p:spPr>
            <a:xfrm>
              <a:off x="4783294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829">
                <a:alpha val="100000"/>
              </a:srgbClr>
            </a:solidFill>
            <a:ln w="5420" cap="flat">
              <a:solidFill>
                <a:srgbClr val="201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6" name="pg2026"/>
            <p:cNvSpPr/>
            <p:nvPr/>
          </p:nvSpPr>
          <p:spPr>
            <a:xfrm>
              <a:off x="4794932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828">
                <a:alpha val="100000"/>
              </a:srgbClr>
            </a:solidFill>
            <a:ln w="5420" cap="flat">
              <a:solidFill>
                <a:srgbClr val="2018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7" name="pg2027"/>
            <p:cNvSpPr/>
            <p:nvPr/>
          </p:nvSpPr>
          <p:spPr>
            <a:xfrm>
              <a:off x="4643646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8" name="pg2028"/>
            <p:cNvSpPr/>
            <p:nvPr/>
          </p:nvSpPr>
          <p:spPr>
            <a:xfrm>
              <a:off x="4655284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9" name="pg2029"/>
            <p:cNvSpPr/>
            <p:nvPr/>
          </p:nvSpPr>
          <p:spPr>
            <a:xfrm>
              <a:off x="4666921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0" name="pg2030"/>
            <p:cNvSpPr/>
            <p:nvPr/>
          </p:nvSpPr>
          <p:spPr>
            <a:xfrm>
              <a:off x="4678558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1" name="pg2031"/>
            <p:cNvSpPr/>
            <p:nvPr/>
          </p:nvSpPr>
          <p:spPr>
            <a:xfrm>
              <a:off x="4690196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2" name="pg2032"/>
            <p:cNvSpPr/>
            <p:nvPr/>
          </p:nvSpPr>
          <p:spPr>
            <a:xfrm>
              <a:off x="4701833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3" name="pg2033"/>
            <p:cNvSpPr/>
            <p:nvPr/>
          </p:nvSpPr>
          <p:spPr>
            <a:xfrm>
              <a:off x="4713470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4" name="pg2034"/>
            <p:cNvSpPr/>
            <p:nvPr/>
          </p:nvSpPr>
          <p:spPr>
            <a:xfrm>
              <a:off x="4725108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5" name="pg2035"/>
            <p:cNvSpPr/>
            <p:nvPr/>
          </p:nvSpPr>
          <p:spPr>
            <a:xfrm>
              <a:off x="4736745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A2F">
                <a:alpha val="100000"/>
              </a:srgbClr>
            </a:solidFill>
            <a:ln w="5420" cap="flat">
              <a:solidFill>
                <a:srgbClr val="241A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6" name="pg2036"/>
            <p:cNvSpPr/>
            <p:nvPr/>
          </p:nvSpPr>
          <p:spPr>
            <a:xfrm>
              <a:off x="4748382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D">
                <a:alpha val="100000"/>
              </a:srgbClr>
            </a:solidFill>
            <a:ln w="5420" cap="flat">
              <a:solidFill>
                <a:srgbClr val="2219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7" name="pg2037"/>
            <p:cNvSpPr/>
            <p:nvPr/>
          </p:nvSpPr>
          <p:spPr>
            <a:xfrm>
              <a:off x="4760020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C">
                <a:alpha val="100000"/>
              </a:srgbClr>
            </a:solidFill>
            <a:ln w="5420" cap="flat">
              <a:solidFill>
                <a:srgbClr val="2219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8" name="pg2038"/>
            <p:cNvSpPr/>
            <p:nvPr/>
          </p:nvSpPr>
          <p:spPr>
            <a:xfrm>
              <a:off x="4771657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92B">
                <a:alpha val="100000"/>
              </a:srgbClr>
            </a:solidFill>
            <a:ln w="5420" cap="flat">
              <a:solidFill>
                <a:srgbClr val="211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9" name="pg2039"/>
            <p:cNvSpPr/>
            <p:nvPr/>
          </p:nvSpPr>
          <p:spPr>
            <a:xfrm>
              <a:off x="4783294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82A">
                <a:alpha val="100000"/>
              </a:srgbClr>
            </a:solidFill>
            <a:ln w="5420" cap="flat">
              <a:solidFill>
                <a:srgbClr val="211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0" name="pg2040"/>
            <p:cNvSpPr/>
            <p:nvPr/>
          </p:nvSpPr>
          <p:spPr>
            <a:xfrm>
              <a:off x="4632009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1" name="pg2041"/>
            <p:cNvSpPr/>
            <p:nvPr/>
          </p:nvSpPr>
          <p:spPr>
            <a:xfrm>
              <a:off x="4643646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2" name="pg2042"/>
            <p:cNvSpPr/>
            <p:nvPr/>
          </p:nvSpPr>
          <p:spPr>
            <a:xfrm>
              <a:off x="4655284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3" name="pg2043"/>
            <p:cNvSpPr/>
            <p:nvPr/>
          </p:nvSpPr>
          <p:spPr>
            <a:xfrm>
              <a:off x="4666921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4" name="pg2044"/>
            <p:cNvSpPr/>
            <p:nvPr/>
          </p:nvSpPr>
          <p:spPr>
            <a:xfrm>
              <a:off x="4678558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5" name="pg2045"/>
            <p:cNvSpPr/>
            <p:nvPr/>
          </p:nvSpPr>
          <p:spPr>
            <a:xfrm>
              <a:off x="4690196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6" name="pg2046"/>
            <p:cNvSpPr/>
            <p:nvPr/>
          </p:nvSpPr>
          <p:spPr>
            <a:xfrm>
              <a:off x="4701833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9">
                <a:alpha val="100000"/>
              </a:srgbClr>
            </a:solidFill>
            <a:ln w="5420" cap="flat">
              <a:solidFill>
                <a:srgbClr val="2A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7" name="pg2047"/>
            <p:cNvSpPr/>
            <p:nvPr/>
          </p:nvSpPr>
          <p:spPr>
            <a:xfrm>
              <a:off x="4620372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8" name="pg2048"/>
            <p:cNvSpPr/>
            <p:nvPr/>
          </p:nvSpPr>
          <p:spPr>
            <a:xfrm>
              <a:off x="4632009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9" name="pg2049"/>
            <p:cNvSpPr/>
            <p:nvPr/>
          </p:nvSpPr>
          <p:spPr>
            <a:xfrm>
              <a:off x="4643646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0" name="pg2050"/>
            <p:cNvSpPr/>
            <p:nvPr/>
          </p:nvSpPr>
          <p:spPr>
            <a:xfrm>
              <a:off x="4655284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1" name="pg2051"/>
            <p:cNvSpPr/>
            <p:nvPr/>
          </p:nvSpPr>
          <p:spPr>
            <a:xfrm>
              <a:off x="4666921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2" name="pg2052"/>
            <p:cNvSpPr/>
            <p:nvPr/>
          </p:nvSpPr>
          <p:spPr>
            <a:xfrm>
              <a:off x="4678558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3" name="pg2053"/>
            <p:cNvSpPr/>
            <p:nvPr/>
          </p:nvSpPr>
          <p:spPr>
            <a:xfrm>
              <a:off x="4690196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4" name="pg2054"/>
            <p:cNvSpPr/>
            <p:nvPr/>
          </p:nvSpPr>
          <p:spPr>
            <a:xfrm>
              <a:off x="4608734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5" name="pg2055"/>
            <p:cNvSpPr/>
            <p:nvPr/>
          </p:nvSpPr>
          <p:spPr>
            <a:xfrm>
              <a:off x="4620372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2">
                <a:alpha val="100000"/>
              </a:srgbClr>
            </a:solidFill>
            <a:ln w="5420" cap="flat">
              <a:solidFill>
                <a:srgbClr val="2F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6" name="pg2056"/>
            <p:cNvSpPr/>
            <p:nvPr/>
          </p:nvSpPr>
          <p:spPr>
            <a:xfrm>
              <a:off x="4632009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7" name="pg2057"/>
            <p:cNvSpPr/>
            <p:nvPr/>
          </p:nvSpPr>
          <p:spPr>
            <a:xfrm>
              <a:off x="4643646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8" name="pg2058"/>
            <p:cNvSpPr/>
            <p:nvPr/>
          </p:nvSpPr>
          <p:spPr>
            <a:xfrm>
              <a:off x="4655284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F">
                <a:alpha val="100000"/>
              </a:srgbClr>
            </a:solidFill>
            <a:ln w="5420" cap="flat">
              <a:solidFill>
                <a:srgbClr val="2C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9" name="pg2059"/>
            <p:cNvSpPr/>
            <p:nvPr/>
          </p:nvSpPr>
          <p:spPr>
            <a:xfrm>
              <a:off x="4666921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F">
                <a:alpha val="100000"/>
              </a:srgbClr>
            </a:solidFill>
            <a:ln w="5420" cap="flat">
              <a:solidFill>
                <a:srgbClr val="2C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0" name="pg2060"/>
            <p:cNvSpPr/>
            <p:nvPr/>
          </p:nvSpPr>
          <p:spPr>
            <a:xfrm>
              <a:off x="4678558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F">
                <a:alpha val="100000"/>
              </a:srgbClr>
            </a:solidFill>
            <a:ln w="5420" cap="flat">
              <a:solidFill>
                <a:srgbClr val="2C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1" name="pg2061"/>
            <p:cNvSpPr/>
            <p:nvPr/>
          </p:nvSpPr>
          <p:spPr>
            <a:xfrm>
              <a:off x="4608734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2" name="pg2062"/>
            <p:cNvSpPr/>
            <p:nvPr/>
          </p:nvSpPr>
          <p:spPr>
            <a:xfrm>
              <a:off x="4620372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3" name="pg2063"/>
            <p:cNvSpPr/>
            <p:nvPr/>
          </p:nvSpPr>
          <p:spPr>
            <a:xfrm>
              <a:off x="4632009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2">
                <a:alpha val="100000"/>
              </a:srgbClr>
            </a:solidFill>
            <a:ln w="5420" cap="flat">
              <a:solidFill>
                <a:srgbClr val="2F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4" name="pg2064"/>
            <p:cNvSpPr/>
            <p:nvPr/>
          </p:nvSpPr>
          <p:spPr>
            <a:xfrm>
              <a:off x="4643646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5" name="pg2065"/>
            <p:cNvSpPr/>
            <p:nvPr/>
          </p:nvSpPr>
          <p:spPr>
            <a:xfrm>
              <a:off x="4655284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6" name="pg2066"/>
            <p:cNvSpPr/>
            <p:nvPr/>
          </p:nvSpPr>
          <p:spPr>
            <a:xfrm>
              <a:off x="4666921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7" name="pg2067"/>
            <p:cNvSpPr/>
            <p:nvPr/>
          </p:nvSpPr>
          <p:spPr>
            <a:xfrm>
              <a:off x="4585460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8" name="pg2068"/>
            <p:cNvSpPr/>
            <p:nvPr/>
          </p:nvSpPr>
          <p:spPr>
            <a:xfrm>
              <a:off x="4597097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9" name="pg2069"/>
            <p:cNvSpPr/>
            <p:nvPr/>
          </p:nvSpPr>
          <p:spPr>
            <a:xfrm>
              <a:off x="4608734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0" name="pg2070"/>
            <p:cNvSpPr/>
            <p:nvPr/>
          </p:nvSpPr>
          <p:spPr>
            <a:xfrm>
              <a:off x="4620372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1" name="pg2071"/>
            <p:cNvSpPr/>
            <p:nvPr/>
          </p:nvSpPr>
          <p:spPr>
            <a:xfrm>
              <a:off x="4632009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2" name="pg2072"/>
            <p:cNvSpPr/>
            <p:nvPr/>
          </p:nvSpPr>
          <p:spPr>
            <a:xfrm>
              <a:off x="4643646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3" name="pg2073"/>
            <p:cNvSpPr/>
            <p:nvPr/>
          </p:nvSpPr>
          <p:spPr>
            <a:xfrm>
              <a:off x="4655284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342">
                <a:alpha val="100000"/>
              </a:srgbClr>
            </a:solidFill>
            <a:ln w="5420" cap="flat">
              <a:solidFill>
                <a:srgbClr val="2E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4" name="pg2074"/>
            <p:cNvSpPr/>
            <p:nvPr/>
          </p:nvSpPr>
          <p:spPr>
            <a:xfrm>
              <a:off x="4573822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5" name="pg2075"/>
            <p:cNvSpPr/>
            <p:nvPr/>
          </p:nvSpPr>
          <p:spPr>
            <a:xfrm>
              <a:off x="4585460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6" name="pg2076"/>
            <p:cNvSpPr/>
            <p:nvPr/>
          </p:nvSpPr>
          <p:spPr>
            <a:xfrm>
              <a:off x="4597097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7" name="pg2077"/>
            <p:cNvSpPr/>
            <p:nvPr/>
          </p:nvSpPr>
          <p:spPr>
            <a:xfrm>
              <a:off x="4608734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8" name="pg2078"/>
            <p:cNvSpPr/>
            <p:nvPr/>
          </p:nvSpPr>
          <p:spPr>
            <a:xfrm>
              <a:off x="4620372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9" name="pg2079"/>
            <p:cNvSpPr/>
            <p:nvPr/>
          </p:nvSpPr>
          <p:spPr>
            <a:xfrm>
              <a:off x="4632009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0" name="pg2080"/>
            <p:cNvSpPr/>
            <p:nvPr/>
          </p:nvSpPr>
          <p:spPr>
            <a:xfrm>
              <a:off x="4643646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1" name="pg2081"/>
            <p:cNvSpPr/>
            <p:nvPr/>
          </p:nvSpPr>
          <p:spPr>
            <a:xfrm>
              <a:off x="4655284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2" name="pg2082"/>
            <p:cNvSpPr/>
            <p:nvPr/>
          </p:nvSpPr>
          <p:spPr>
            <a:xfrm>
              <a:off x="4550548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3" name="pg2083"/>
            <p:cNvSpPr/>
            <p:nvPr/>
          </p:nvSpPr>
          <p:spPr>
            <a:xfrm>
              <a:off x="4562185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4" name="pg2084"/>
            <p:cNvSpPr/>
            <p:nvPr/>
          </p:nvSpPr>
          <p:spPr>
            <a:xfrm>
              <a:off x="4573822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5" name="pg2085"/>
            <p:cNvSpPr/>
            <p:nvPr/>
          </p:nvSpPr>
          <p:spPr>
            <a:xfrm>
              <a:off x="4585460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6" name="pg2086"/>
            <p:cNvSpPr/>
            <p:nvPr/>
          </p:nvSpPr>
          <p:spPr>
            <a:xfrm>
              <a:off x="4597097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7" name="pg2087"/>
            <p:cNvSpPr/>
            <p:nvPr/>
          </p:nvSpPr>
          <p:spPr>
            <a:xfrm>
              <a:off x="4608734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8" name="pg2088"/>
            <p:cNvSpPr/>
            <p:nvPr/>
          </p:nvSpPr>
          <p:spPr>
            <a:xfrm>
              <a:off x="4620372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9" name="pg2089"/>
            <p:cNvSpPr/>
            <p:nvPr/>
          </p:nvSpPr>
          <p:spPr>
            <a:xfrm>
              <a:off x="4632009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0" name="pg2090"/>
            <p:cNvSpPr/>
            <p:nvPr/>
          </p:nvSpPr>
          <p:spPr>
            <a:xfrm>
              <a:off x="4643646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1" name="pg2091"/>
            <p:cNvSpPr/>
            <p:nvPr/>
          </p:nvSpPr>
          <p:spPr>
            <a:xfrm>
              <a:off x="4538910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2" name="pg2092"/>
            <p:cNvSpPr/>
            <p:nvPr/>
          </p:nvSpPr>
          <p:spPr>
            <a:xfrm>
              <a:off x="4550548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3" name="pg2093"/>
            <p:cNvSpPr/>
            <p:nvPr/>
          </p:nvSpPr>
          <p:spPr>
            <a:xfrm>
              <a:off x="4562185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4" name="pg2094"/>
            <p:cNvSpPr/>
            <p:nvPr/>
          </p:nvSpPr>
          <p:spPr>
            <a:xfrm>
              <a:off x="4573822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5" name="pg2095"/>
            <p:cNvSpPr/>
            <p:nvPr/>
          </p:nvSpPr>
          <p:spPr>
            <a:xfrm>
              <a:off x="4585460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6" name="pg2096"/>
            <p:cNvSpPr/>
            <p:nvPr/>
          </p:nvSpPr>
          <p:spPr>
            <a:xfrm>
              <a:off x="4597097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7" name="pg2097"/>
            <p:cNvSpPr/>
            <p:nvPr/>
          </p:nvSpPr>
          <p:spPr>
            <a:xfrm>
              <a:off x="4608734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8" name="pg2098"/>
            <p:cNvSpPr/>
            <p:nvPr/>
          </p:nvSpPr>
          <p:spPr>
            <a:xfrm>
              <a:off x="4620372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9" name="pg2099"/>
            <p:cNvSpPr/>
            <p:nvPr/>
          </p:nvSpPr>
          <p:spPr>
            <a:xfrm>
              <a:off x="4480724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0" name="pg2100"/>
            <p:cNvSpPr/>
            <p:nvPr/>
          </p:nvSpPr>
          <p:spPr>
            <a:xfrm>
              <a:off x="4492361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1" name="pg2101"/>
            <p:cNvSpPr/>
            <p:nvPr/>
          </p:nvSpPr>
          <p:spPr>
            <a:xfrm>
              <a:off x="4503998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2" name="pg2102"/>
            <p:cNvSpPr/>
            <p:nvPr/>
          </p:nvSpPr>
          <p:spPr>
            <a:xfrm>
              <a:off x="4515636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3" name="pg2103"/>
            <p:cNvSpPr/>
            <p:nvPr/>
          </p:nvSpPr>
          <p:spPr>
            <a:xfrm>
              <a:off x="4527273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4" name="pg2104"/>
            <p:cNvSpPr/>
            <p:nvPr/>
          </p:nvSpPr>
          <p:spPr>
            <a:xfrm>
              <a:off x="4538910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5" name="pg2105"/>
            <p:cNvSpPr/>
            <p:nvPr/>
          </p:nvSpPr>
          <p:spPr>
            <a:xfrm>
              <a:off x="4550548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6" name="pg2106"/>
            <p:cNvSpPr/>
            <p:nvPr/>
          </p:nvSpPr>
          <p:spPr>
            <a:xfrm>
              <a:off x="4562185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7" name="pg2107"/>
            <p:cNvSpPr/>
            <p:nvPr/>
          </p:nvSpPr>
          <p:spPr>
            <a:xfrm>
              <a:off x="4573822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8" name="pg2108"/>
            <p:cNvSpPr/>
            <p:nvPr/>
          </p:nvSpPr>
          <p:spPr>
            <a:xfrm>
              <a:off x="4585460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9" name="pg2109"/>
            <p:cNvSpPr/>
            <p:nvPr/>
          </p:nvSpPr>
          <p:spPr>
            <a:xfrm>
              <a:off x="4597097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0" name="pg2110"/>
            <p:cNvSpPr/>
            <p:nvPr/>
          </p:nvSpPr>
          <p:spPr>
            <a:xfrm>
              <a:off x="4608734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1" name="pg2111"/>
            <p:cNvSpPr/>
            <p:nvPr/>
          </p:nvSpPr>
          <p:spPr>
            <a:xfrm>
              <a:off x="4457449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30">
                <a:alpha val="100000"/>
              </a:srgbClr>
            </a:solidFill>
            <a:ln w="5420" cap="flat">
              <a:solidFill>
                <a:srgbClr val="241B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2" name="pg2112"/>
            <p:cNvSpPr/>
            <p:nvPr/>
          </p:nvSpPr>
          <p:spPr>
            <a:xfrm>
              <a:off x="4469086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3" name="pg2113"/>
            <p:cNvSpPr/>
            <p:nvPr/>
          </p:nvSpPr>
          <p:spPr>
            <a:xfrm>
              <a:off x="4480724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F39">
                <a:alpha val="100000"/>
              </a:srgbClr>
            </a:solidFill>
            <a:ln w="5420" cap="flat">
              <a:solidFill>
                <a:srgbClr val="29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4" name="pg2114"/>
            <p:cNvSpPr/>
            <p:nvPr/>
          </p:nvSpPr>
          <p:spPr>
            <a:xfrm>
              <a:off x="4492361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5" name="pg2115"/>
            <p:cNvSpPr/>
            <p:nvPr/>
          </p:nvSpPr>
          <p:spPr>
            <a:xfrm>
              <a:off x="4503998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6" name="pg2116"/>
            <p:cNvSpPr/>
            <p:nvPr/>
          </p:nvSpPr>
          <p:spPr>
            <a:xfrm>
              <a:off x="4515636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7" name="pg2117"/>
            <p:cNvSpPr/>
            <p:nvPr/>
          </p:nvSpPr>
          <p:spPr>
            <a:xfrm>
              <a:off x="4527273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8" name="pg2118"/>
            <p:cNvSpPr/>
            <p:nvPr/>
          </p:nvSpPr>
          <p:spPr>
            <a:xfrm>
              <a:off x="4538910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9" name="pg2119"/>
            <p:cNvSpPr/>
            <p:nvPr/>
          </p:nvSpPr>
          <p:spPr>
            <a:xfrm>
              <a:off x="4550548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0" name="pg2120"/>
            <p:cNvSpPr/>
            <p:nvPr/>
          </p:nvSpPr>
          <p:spPr>
            <a:xfrm>
              <a:off x="4562185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1" name="pg2121"/>
            <p:cNvSpPr/>
            <p:nvPr/>
          </p:nvSpPr>
          <p:spPr>
            <a:xfrm>
              <a:off x="4573822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2" name="pg2122"/>
            <p:cNvSpPr/>
            <p:nvPr/>
          </p:nvSpPr>
          <p:spPr>
            <a:xfrm>
              <a:off x="4585460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3" name="pg2123"/>
            <p:cNvSpPr/>
            <p:nvPr/>
          </p:nvSpPr>
          <p:spPr>
            <a:xfrm>
              <a:off x="4597097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4" name="pg2124"/>
            <p:cNvSpPr/>
            <p:nvPr/>
          </p:nvSpPr>
          <p:spPr>
            <a:xfrm>
              <a:off x="4445812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B">
                <a:alpha val="100000"/>
              </a:srgbClr>
            </a:solidFill>
            <a:ln w="5420" cap="flat">
              <a:solidFill>
                <a:srgbClr val="221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5" name="pg2125"/>
            <p:cNvSpPr/>
            <p:nvPr/>
          </p:nvSpPr>
          <p:spPr>
            <a:xfrm>
              <a:off x="4457449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C">
                <a:alpha val="100000"/>
              </a:srgbClr>
            </a:solidFill>
            <a:ln w="5420" cap="flat">
              <a:solidFill>
                <a:srgbClr val="2219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6" name="pg2126"/>
            <p:cNvSpPr/>
            <p:nvPr/>
          </p:nvSpPr>
          <p:spPr>
            <a:xfrm>
              <a:off x="4469086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7" name="pg2127"/>
            <p:cNvSpPr/>
            <p:nvPr/>
          </p:nvSpPr>
          <p:spPr>
            <a:xfrm>
              <a:off x="4480724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4">
                <a:alpha val="100000"/>
              </a:srgbClr>
            </a:solidFill>
            <a:ln w="5420" cap="flat">
              <a:solidFill>
                <a:srgbClr val="271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8" name="pg2128"/>
            <p:cNvSpPr/>
            <p:nvPr/>
          </p:nvSpPr>
          <p:spPr>
            <a:xfrm>
              <a:off x="4492361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F39">
                <a:alpha val="100000"/>
              </a:srgbClr>
            </a:solidFill>
            <a:ln w="5420" cap="flat">
              <a:solidFill>
                <a:srgbClr val="29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9" name="pg2129"/>
            <p:cNvSpPr/>
            <p:nvPr/>
          </p:nvSpPr>
          <p:spPr>
            <a:xfrm>
              <a:off x="4503998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0" name="pg2130"/>
            <p:cNvSpPr/>
            <p:nvPr/>
          </p:nvSpPr>
          <p:spPr>
            <a:xfrm>
              <a:off x="4515636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1" name="pg2131"/>
            <p:cNvSpPr/>
            <p:nvPr/>
          </p:nvSpPr>
          <p:spPr>
            <a:xfrm>
              <a:off x="4527273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2" name="pg2132"/>
            <p:cNvSpPr/>
            <p:nvPr/>
          </p:nvSpPr>
          <p:spPr>
            <a:xfrm>
              <a:off x="4538910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3" name="pg2133"/>
            <p:cNvSpPr/>
            <p:nvPr/>
          </p:nvSpPr>
          <p:spPr>
            <a:xfrm>
              <a:off x="4550548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4" name="pg2134"/>
            <p:cNvSpPr/>
            <p:nvPr/>
          </p:nvSpPr>
          <p:spPr>
            <a:xfrm>
              <a:off x="4562185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5" name="pg2135"/>
            <p:cNvSpPr/>
            <p:nvPr/>
          </p:nvSpPr>
          <p:spPr>
            <a:xfrm>
              <a:off x="4573822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6" name="pg2136"/>
            <p:cNvSpPr/>
            <p:nvPr/>
          </p:nvSpPr>
          <p:spPr>
            <a:xfrm>
              <a:off x="4445812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728">
                <a:alpha val="100000"/>
              </a:srgbClr>
            </a:solidFill>
            <a:ln w="5420" cap="flat">
              <a:solidFill>
                <a:srgbClr val="2017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7" name="pg2137"/>
            <p:cNvSpPr/>
            <p:nvPr/>
          </p:nvSpPr>
          <p:spPr>
            <a:xfrm>
              <a:off x="4457449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829">
                <a:alpha val="100000"/>
              </a:srgbClr>
            </a:solidFill>
            <a:ln w="5420" cap="flat">
              <a:solidFill>
                <a:srgbClr val="201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8" name="pg2138"/>
            <p:cNvSpPr/>
            <p:nvPr/>
          </p:nvSpPr>
          <p:spPr>
            <a:xfrm>
              <a:off x="4469086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C">
                <a:alpha val="100000"/>
              </a:srgbClr>
            </a:solidFill>
            <a:ln w="5420" cap="flat">
              <a:solidFill>
                <a:srgbClr val="2219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9" name="pg2139"/>
            <p:cNvSpPr/>
            <p:nvPr/>
          </p:nvSpPr>
          <p:spPr>
            <a:xfrm>
              <a:off x="4480724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2F">
                <a:alpha val="100000"/>
              </a:srgbClr>
            </a:solidFill>
            <a:ln w="5420" cap="flat">
              <a:solidFill>
                <a:srgbClr val="241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0" name="pg2140"/>
            <p:cNvSpPr/>
            <p:nvPr/>
          </p:nvSpPr>
          <p:spPr>
            <a:xfrm>
              <a:off x="4492361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4">
                <a:alpha val="100000"/>
              </a:srgbClr>
            </a:solidFill>
            <a:ln w="5420" cap="flat">
              <a:solidFill>
                <a:srgbClr val="261C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1" name="pg2141"/>
            <p:cNvSpPr/>
            <p:nvPr/>
          </p:nvSpPr>
          <p:spPr>
            <a:xfrm>
              <a:off x="4503998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F39">
                <a:alpha val="100000"/>
              </a:srgbClr>
            </a:solidFill>
            <a:ln w="5420" cap="flat">
              <a:solidFill>
                <a:srgbClr val="29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2" name="pg2142"/>
            <p:cNvSpPr/>
            <p:nvPr/>
          </p:nvSpPr>
          <p:spPr>
            <a:xfrm>
              <a:off x="4515636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3" name="pg2143"/>
            <p:cNvSpPr/>
            <p:nvPr/>
          </p:nvSpPr>
          <p:spPr>
            <a:xfrm>
              <a:off x="4527273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4" name="pg2144"/>
            <p:cNvSpPr/>
            <p:nvPr/>
          </p:nvSpPr>
          <p:spPr>
            <a:xfrm>
              <a:off x="4538910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5" name="pg2145"/>
            <p:cNvSpPr/>
            <p:nvPr/>
          </p:nvSpPr>
          <p:spPr>
            <a:xfrm>
              <a:off x="4550548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6" name="pg2146"/>
            <p:cNvSpPr/>
            <p:nvPr/>
          </p:nvSpPr>
          <p:spPr>
            <a:xfrm>
              <a:off x="4562185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7" name="pg2147"/>
            <p:cNvSpPr/>
            <p:nvPr/>
          </p:nvSpPr>
          <p:spPr>
            <a:xfrm>
              <a:off x="4445812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5">
                <a:alpha val="100000"/>
              </a:srgbClr>
            </a:solidFill>
            <a:ln w="5420" cap="flat">
              <a:solidFill>
                <a:srgbClr val="1E16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8" name="pg2148"/>
            <p:cNvSpPr/>
            <p:nvPr/>
          </p:nvSpPr>
          <p:spPr>
            <a:xfrm>
              <a:off x="4457449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6">
                <a:alpha val="100000"/>
              </a:srgbClr>
            </a:solidFill>
            <a:ln w="5420" cap="flat">
              <a:solidFill>
                <a:srgbClr val="1E1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9" name="pg2149"/>
            <p:cNvSpPr/>
            <p:nvPr/>
          </p:nvSpPr>
          <p:spPr>
            <a:xfrm>
              <a:off x="4469086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829">
                <a:alpha val="100000"/>
              </a:srgbClr>
            </a:solidFill>
            <a:ln w="5420" cap="flat">
              <a:solidFill>
                <a:srgbClr val="201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0" name="pg2150"/>
            <p:cNvSpPr/>
            <p:nvPr/>
          </p:nvSpPr>
          <p:spPr>
            <a:xfrm>
              <a:off x="4480724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C">
                <a:alpha val="100000"/>
              </a:srgbClr>
            </a:solidFill>
            <a:ln w="5420" cap="flat">
              <a:solidFill>
                <a:srgbClr val="2219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1" name="pg2151"/>
            <p:cNvSpPr/>
            <p:nvPr/>
          </p:nvSpPr>
          <p:spPr>
            <a:xfrm>
              <a:off x="4492361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A2F">
                <a:alpha val="100000"/>
              </a:srgbClr>
            </a:solidFill>
            <a:ln w="5420" cap="flat">
              <a:solidFill>
                <a:srgbClr val="241A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2" name="pg2152"/>
            <p:cNvSpPr/>
            <p:nvPr/>
          </p:nvSpPr>
          <p:spPr>
            <a:xfrm>
              <a:off x="4503998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4">
                <a:alpha val="100000"/>
              </a:srgbClr>
            </a:solidFill>
            <a:ln w="5420" cap="flat">
              <a:solidFill>
                <a:srgbClr val="261C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3" name="pg2153"/>
            <p:cNvSpPr/>
            <p:nvPr/>
          </p:nvSpPr>
          <p:spPr>
            <a:xfrm>
              <a:off x="4515636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F39">
                <a:alpha val="100000"/>
              </a:srgbClr>
            </a:solidFill>
            <a:ln w="5420" cap="flat">
              <a:solidFill>
                <a:srgbClr val="29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4" name="pg2154"/>
            <p:cNvSpPr/>
            <p:nvPr/>
          </p:nvSpPr>
          <p:spPr>
            <a:xfrm>
              <a:off x="4527273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5" name="pg2155"/>
            <p:cNvSpPr/>
            <p:nvPr/>
          </p:nvSpPr>
          <p:spPr>
            <a:xfrm>
              <a:off x="4445812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522">
                <a:alpha val="100000"/>
              </a:srgbClr>
            </a:solidFill>
            <a:ln w="5420" cap="flat">
              <a:solidFill>
                <a:srgbClr val="1C15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6" name="pg2156"/>
            <p:cNvSpPr/>
            <p:nvPr/>
          </p:nvSpPr>
          <p:spPr>
            <a:xfrm>
              <a:off x="4457449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624">
                <a:alpha val="100000"/>
              </a:srgbClr>
            </a:solidFill>
            <a:ln w="5420" cap="flat">
              <a:solidFill>
                <a:srgbClr val="1D162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7" name="pg2157"/>
            <p:cNvSpPr/>
            <p:nvPr/>
          </p:nvSpPr>
          <p:spPr>
            <a:xfrm>
              <a:off x="4469086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F1727">
                <a:alpha val="100000"/>
              </a:srgbClr>
            </a:solidFill>
            <a:ln w="5420" cap="flat">
              <a:solidFill>
                <a:srgbClr val="1F17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8" name="pg2158"/>
            <p:cNvSpPr/>
            <p:nvPr/>
          </p:nvSpPr>
          <p:spPr>
            <a:xfrm>
              <a:off x="4480724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829">
                <a:alpha val="100000"/>
              </a:srgbClr>
            </a:solidFill>
            <a:ln w="5420" cap="flat">
              <a:solidFill>
                <a:srgbClr val="201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9" name="pg2159"/>
            <p:cNvSpPr/>
            <p:nvPr/>
          </p:nvSpPr>
          <p:spPr>
            <a:xfrm>
              <a:off x="4492361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C">
                <a:alpha val="100000"/>
              </a:srgbClr>
            </a:solidFill>
            <a:ln w="5420" cap="flat">
              <a:solidFill>
                <a:srgbClr val="2219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0" name="pg2160"/>
            <p:cNvSpPr/>
            <p:nvPr/>
          </p:nvSpPr>
          <p:spPr>
            <a:xfrm>
              <a:off x="4503998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30">
                <a:alpha val="100000"/>
              </a:srgbClr>
            </a:solidFill>
            <a:ln w="5420" cap="flat">
              <a:solidFill>
                <a:srgbClr val="241B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1" name="pg2161"/>
            <p:cNvSpPr/>
            <p:nvPr/>
          </p:nvSpPr>
          <p:spPr>
            <a:xfrm>
              <a:off x="4515636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4">
                <a:alpha val="100000"/>
              </a:srgbClr>
            </a:solidFill>
            <a:ln w="5420" cap="flat">
              <a:solidFill>
                <a:srgbClr val="261C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2" name="pg2162"/>
            <p:cNvSpPr/>
            <p:nvPr/>
          </p:nvSpPr>
          <p:spPr>
            <a:xfrm>
              <a:off x="4422537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31F">
                <a:alpha val="100000"/>
              </a:srgbClr>
            </a:solidFill>
            <a:ln w="5420" cap="flat">
              <a:solidFill>
                <a:srgbClr val="1A13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3" name="pg2163"/>
            <p:cNvSpPr/>
            <p:nvPr/>
          </p:nvSpPr>
          <p:spPr>
            <a:xfrm>
              <a:off x="4434174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31E">
                <a:alpha val="100000"/>
              </a:srgbClr>
            </a:solidFill>
            <a:ln w="5420" cap="flat">
              <a:solidFill>
                <a:srgbClr val="1A13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4" name="pg2164"/>
            <p:cNvSpPr/>
            <p:nvPr/>
          </p:nvSpPr>
          <p:spPr>
            <a:xfrm>
              <a:off x="4445812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31E">
                <a:alpha val="100000"/>
              </a:srgbClr>
            </a:solidFill>
            <a:ln w="5420" cap="flat">
              <a:solidFill>
                <a:srgbClr val="1A13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5" name="pg2165"/>
            <p:cNvSpPr/>
            <p:nvPr/>
          </p:nvSpPr>
          <p:spPr>
            <a:xfrm>
              <a:off x="4457449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624">
                <a:alpha val="100000"/>
              </a:srgbClr>
            </a:solidFill>
            <a:ln w="5420" cap="flat">
              <a:solidFill>
                <a:srgbClr val="1D162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6" name="pg2166"/>
            <p:cNvSpPr/>
            <p:nvPr/>
          </p:nvSpPr>
          <p:spPr>
            <a:xfrm>
              <a:off x="4469086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F1727">
                <a:alpha val="100000"/>
              </a:srgbClr>
            </a:solidFill>
            <a:ln w="5420" cap="flat">
              <a:solidFill>
                <a:srgbClr val="1F17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7" name="pg2167"/>
            <p:cNvSpPr/>
            <p:nvPr/>
          </p:nvSpPr>
          <p:spPr>
            <a:xfrm>
              <a:off x="4480724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728">
                <a:alpha val="100000"/>
              </a:srgbClr>
            </a:solidFill>
            <a:ln w="5420" cap="flat">
              <a:solidFill>
                <a:srgbClr val="2017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8" name="pg2168"/>
            <p:cNvSpPr/>
            <p:nvPr/>
          </p:nvSpPr>
          <p:spPr>
            <a:xfrm>
              <a:off x="4492361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82A">
                <a:alpha val="100000"/>
              </a:srgbClr>
            </a:solidFill>
            <a:ln w="5420" cap="flat">
              <a:solidFill>
                <a:srgbClr val="211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9" name="pg2169"/>
            <p:cNvSpPr/>
            <p:nvPr/>
          </p:nvSpPr>
          <p:spPr>
            <a:xfrm>
              <a:off x="4503998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D">
                <a:alpha val="100000"/>
              </a:srgbClr>
            </a:solidFill>
            <a:ln w="5420" cap="flat">
              <a:solidFill>
                <a:srgbClr val="2219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0" name="pg2170"/>
            <p:cNvSpPr/>
            <p:nvPr/>
          </p:nvSpPr>
          <p:spPr>
            <a:xfrm>
              <a:off x="4422537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31F">
                <a:alpha val="100000"/>
              </a:srgbClr>
            </a:solidFill>
            <a:ln w="5420" cap="flat">
              <a:solidFill>
                <a:srgbClr val="1A13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1" name="pg2171"/>
            <p:cNvSpPr/>
            <p:nvPr/>
          </p:nvSpPr>
          <p:spPr>
            <a:xfrm>
              <a:off x="4434174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8111B">
                <a:alpha val="100000"/>
              </a:srgbClr>
            </a:solidFill>
            <a:ln w="5420" cap="flat">
              <a:solidFill>
                <a:srgbClr val="18111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2" name="pg2172"/>
            <p:cNvSpPr/>
            <p:nvPr/>
          </p:nvSpPr>
          <p:spPr>
            <a:xfrm>
              <a:off x="4445812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60E17">
                <a:alpha val="100000"/>
              </a:srgbClr>
            </a:solidFill>
            <a:ln w="5420" cap="flat">
              <a:solidFill>
                <a:srgbClr val="160E1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3" name="pg2173"/>
            <p:cNvSpPr/>
            <p:nvPr/>
          </p:nvSpPr>
          <p:spPr>
            <a:xfrm>
              <a:off x="4457449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B1420">
                <a:alpha val="100000"/>
              </a:srgbClr>
            </a:solidFill>
            <a:ln w="5420" cap="flat">
              <a:solidFill>
                <a:srgbClr val="1B14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4" name="pg2174"/>
            <p:cNvSpPr/>
            <p:nvPr/>
          </p:nvSpPr>
          <p:spPr>
            <a:xfrm>
              <a:off x="4469086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F1727">
                <a:alpha val="100000"/>
              </a:srgbClr>
            </a:solidFill>
            <a:ln w="5420" cap="flat">
              <a:solidFill>
                <a:srgbClr val="1F17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5" name="pg2175"/>
            <p:cNvSpPr/>
            <p:nvPr/>
          </p:nvSpPr>
          <p:spPr>
            <a:xfrm>
              <a:off x="4480724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F1727">
                <a:alpha val="100000"/>
              </a:srgbClr>
            </a:solidFill>
            <a:ln w="5420" cap="flat">
              <a:solidFill>
                <a:srgbClr val="1F17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6" name="pg2176"/>
            <p:cNvSpPr/>
            <p:nvPr/>
          </p:nvSpPr>
          <p:spPr>
            <a:xfrm>
              <a:off x="4492361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828">
                <a:alpha val="100000"/>
              </a:srgbClr>
            </a:solidFill>
            <a:ln w="5420" cap="flat">
              <a:solidFill>
                <a:srgbClr val="2018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7" name="pg2177"/>
            <p:cNvSpPr/>
            <p:nvPr/>
          </p:nvSpPr>
          <p:spPr>
            <a:xfrm>
              <a:off x="4410900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B1421">
                <a:alpha val="100000"/>
              </a:srgbClr>
            </a:solidFill>
            <a:ln w="5420" cap="flat">
              <a:solidFill>
                <a:srgbClr val="1B142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8" name="pg2178"/>
            <p:cNvSpPr/>
            <p:nvPr/>
          </p:nvSpPr>
          <p:spPr>
            <a:xfrm>
              <a:off x="4422537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B131F">
                <a:alpha val="100000"/>
              </a:srgbClr>
            </a:solidFill>
            <a:ln w="5420" cap="flat">
              <a:solidFill>
                <a:srgbClr val="1B13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9" name="pg2179"/>
            <p:cNvSpPr/>
            <p:nvPr/>
          </p:nvSpPr>
          <p:spPr>
            <a:xfrm>
              <a:off x="4434174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9121D">
                <a:alpha val="100000"/>
              </a:srgbClr>
            </a:solidFill>
            <a:ln w="5420" cap="flat">
              <a:solidFill>
                <a:srgbClr val="19121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0" name="pg2180"/>
            <p:cNvSpPr/>
            <p:nvPr/>
          </p:nvSpPr>
          <p:spPr>
            <a:xfrm>
              <a:off x="4445812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8111B">
                <a:alpha val="100000"/>
              </a:srgbClr>
            </a:solidFill>
            <a:ln w="5420" cap="flat">
              <a:solidFill>
                <a:srgbClr val="18111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1" name="pg2181"/>
            <p:cNvSpPr/>
            <p:nvPr/>
          </p:nvSpPr>
          <p:spPr>
            <a:xfrm>
              <a:off x="4457449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31E">
                <a:alpha val="100000"/>
              </a:srgbClr>
            </a:solidFill>
            <a:ln w="5420" cap="flat">
              <a:solidFill>
                <a:srgbClr val="1A13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2" name="pg2182"/>
            <p:cNvSpPr/>
            <p:nvPr/>
          </p:nvSpPr>
          <p:spPr>
            <a:xfrm>
              <a:off x="4469086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5">
                <a:alpha val="100000"/>
              </a:srgbClr>
            </a:solidFill>
            <a:ln w="5420" cap="flat">
              <a:solidFill>
                <a:srgbClr val="1E16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3" name="pg2183"/>
            <p:cNvSpPr/>
            <p:nvPr/>
          </p:nvSpPr>
          <p:spPr>
            <a:xfrm>
              <a:off x="4480724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F1726">
                <a:alpha val="100000"/>
              </a:srgbClr>
            </a:solidFill>
            <a:ln w="5420" cap="flat">
              <a:solidFill>
                <a:srgbClr val="1F17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4" name="pg2184"/>
            <p:cNvSpPr/>
            <p:nvPr/>
          </p:nvSpPr>
          <p:spPr>
            <a:xfrm>
              <a:off x="4410900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421">
                <a:alpha val="100000"/>
              </a:srgbClr>
            </a:solidFill>
            <a:ln w="5420" cap="flat">
              <a:solidFill>
                <a:srgbClr val="1C142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5" name="pg2185"/>
            <p:cNvSpPr/>
            <p:nvPr/>
          </p:nvSpPr>
          <p:spPr>
            <a:xfrm>
              <a:off x="4422537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522">
                <a:alpha val="100000"/>
              </a:srgbClr>
            </a:solidFill>
            <a:ln w="5420" cap="flat">
              <a:solidFill>
                <a:srgbClr val="1C15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6" name="pg2186"/>
            <p:cNvSpPr/>
            <p:nvPr/>
          </p:nvSpPr>
          <p:spPr>
            <a:xfrm>
              <a:off x="4434174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522">
                <a:alpha val="100000"/>
              </a:srgbClr>
            </a:solidFill>
            <a:ln w="5420" cap="flat">
              <a:solidFill>
                <a:srgbClr val="1C15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7" name="pg2187"/>
            <p:cNvSpPr/>
            <p:nvPr/>
          </p:nvSpPr>
          <p:spPr>
            <a:xfrm>
              <a:off x="4445812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522">
                <a:alpha val="100000"/>
              </a:srgbClr>
            </a:solidFill>
            <a:ln w="5420" cap="flat">
              <a:solidFill>
                <a:srgbClr val="1C15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8" name="pg2188"/>
            <p:cNvSpPr/>
            <p:nvPr/>
          </p:nvSpPr>
          <p:spPr>
            <a:xfrm>
              <a:off x="4457449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522">
                <a:alpha val="100000"/>
              </a:srgbClr>
            </a:solidFill>
            <a:ln w="5420" cap="flat">
              <a:solidFill>
                <a:srgbClr val="1C15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9" name="pg2189"/>
            <p:cNvSpPr/>
            <p:nvPr/>
          </p:nvSpPr>
          <p:spPr>
            <a:xfrm>
              <a:off x="4469086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624">
                <a:alpha val="100000"/>
              </a:srgbClr>
            </a:solidFill>
            <a:ln w="5420" cap="flat">
              <a:solidFill>
                <a:srgbClr val="1D162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0" name="pg2190"/>
            <p:cNvSpPr/>
            <p:nvPr/>
          </p:nvSpPr>
          <p:spPr>
            <a:xfrm>
              <a:off x="4399262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B1420">
                <a:alpha val="100000"/>
              </a:srgbClr>
            </a:solidFill>
            <a:ln w="5420" cap="flat">
              <a:solidFill>
                <a:srgbClr val="1B14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1" name="pg2191"/>
            <p:cNvSpPr/>
            <p:nvPr/>
          </p:nvSpPr>
          <p:spPr>
            <a:xfrm>
              <a:off x="4410900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B1420">
                <a:alpha val="100000"/>
              </a:srgbClr>
            </a:solidFill>
            <a:ln w="5420" cap="flat">
              <a:solidFill>
                <a:srgbClr val="1B14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2" name="pg2192"/>
            <p:cNvSpPr/>
            <p:nvPr/>
          </p:nvSpPr>
          <p:spPr>
            <a:xfrm>
              <a:off x="4422537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522">
                <a:alpha val="100000"/>
              </a:srgbClr>
            </a:solidFill>
            <a:ln w="5420" cap="flat">
              <a:solidFill>
                <a:srgbClr val="1C15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3" name="pg2193"/>
            <p:cNvSpPr/>
            <p:nvPr/>
          </p:nvSpPr>
          <p:spPr>
            <a:xfrm>
              <a:off x="4434174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523">
                <a:alpha val="100000"/>
              </a:srgbClr>
            </a:solidFill>
            <a:ln w="5420" cap="flat">
              <a:solidFill>
                <a:srgbClr val="1D152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4" name="pg2194"/>
            <p:cNvSpPr/>
            <p:nvPr/>
          </p:nvSpPr>
          <p:spPr>
            <a:xfrm>
              <a:off x="4445812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523">
                <a:alpha val="100000"/>
              </a:srgbClr>
            </a:solidFill>
            <a:ln w="5420" cap="flat">
              <a:solidFill>
                <a:srgbClr val="1D152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5" name="pg2195"/>
            <p:cNvSpPr/>
            <p:nvPr/>
          </p:nvSpPr>
          <p:spPr>
            <a:xfrm>
              <a:off x="4457449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524">
                <a:alpha val="100000"/>
              </a:srgbClr>
            </a:solidFill>
            <a:ln w="5420" cap="flat">
              <a:solidFill>
                <a:srgbClr val="1D152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6" name="pg2196"/>
            <p:cNvSpPr/>
            <p:nvPr/>
          </p:nvSpPr>
          <p:spPr>
            <a:xfrm>
              <a:off x="4399262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31E">
                <a:alpha val="100000"/>
              </a:srgbClr>
            </a:solidFill>
            <a:ln w="5420" cap="flat">
              <a:solidFill>
                <a:srgbClr val="1A13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7" name="pg2197"/>
            <p:cNvSpPr/>
            <p:nvPr/>
          </p:nvSpPr>
          <p:spPr>
            <a:xfrm>
              <a:off x="4410900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9121C">
                <a:alpha val="100000"/>
              </a:srgbClr>
            </a:solidFill>
            <a:ln w="5420" cap="flat">
              <a:solidFill>
                <a:srgbClr val="1912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8" name="pg2198"/>
            <p:cNvSpPr/>
            <p:nvPr/>
          </p:nvSpPr>
          <p:spPr>
            <a:xfrm>
              <a:off x="4422537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523">
                <a:alpha val="100000"/>
              </a:srgbClr>
            </a:solidFill>
            <a:ln w="5420" cap="flat">
              <a:solidFill>
                <a:srgbClr val="1D152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9" name="pg2199"/>
            <p:cNvSpPr/>
            <p:nvPr/>
          </p:nvSpPr>
          <p:spPr>
            <a:xfrm>
              <a:off x="4434174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5">
                <a:alpha val="100000"/>
              </a:srgbClr>
            </a:solidFill>
            <a:ln w="5420" cap="flat">
              <a:solidFill>
                <a:srgbClr val="1E16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0" name="pg2200"/>
            <p:cNvSpPr/>
            <p:nvPr/>
          </p:nvSpPr>
          <p:spPr>
            <a:xfrm>
              <a:off x="4445812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5">
                <a:alpha val="100000"/>
              </a:srgbClr>
            </a:solidFill>
            <a:ln w="5420" cap="flat">
              <a:solidFill>
                <a:srgbClr val="1E16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1" name="pg2201"/>
            <p:cNvSpPr/>
            <p:nvPr/>
          </p:nvSpPr>
          <p:spPr>
            <a:xfrm>
              <a:off x="4387625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B1420">
                <a:alpha val="100000"/>
              </a:srgbClr>
            </a:solidFill>
            <a:ln w="5420" cap="flat">
              <a:solidFill>
                <a:srgbClr val="1B14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2" name="pg2202"/>
            <p:cNvSpPr/>
            <p:nvPr/>
          </p:nvSpPr>
          <p:spPr>
            <a:xfrm>
              <a:off x="4399262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31F">
                <a:alpha val="100000"/>
              </a:srgbClr>
            </a:solidFill>
            <a:ln w="5420" cap="flat">
              <a:solidFill>
                <a:srgbClr val="1A13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3" name="pg2203"/>
            <p:cNvSpPr/>
            <p:nvPr/>
          </p:nvSpPr>
          <p:spPr>
            <a:xfrm>
              <a:off x="4410900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B1421">
                <a:alpha val="100000"/>
              </a:srgbClr>
            </a:solidFill>
            <a:ln w="5420" cap="flat">
              <a:solidFill>
                <a:srgbClr val="1B142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4" name="pg2204"/>
            <p:cNvSpPr/>
            <p:nvPr/>
          </p:nvSpPr>
          <p:spPr>
            <a:xfrm>
              <a:off x="4422537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82A">
                <a:alpha val="100000"/>
              </a:srgbClr>
            </a:solidFill>
            <a:ln w="5420" cap="flat">
              <a:solidFill>
                <a:srgbClr val="211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5" name="pg2205"/>
            <p:cNvSpPr/>
            <p:nvPr/>
          </p:nvSpPr>
          <p:spPr>
            <a:xfrm>
              <a:off x="4434174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F1727">
                <a:alpha val="100000"/>
              </a:srgbClr>
            </a:solidFill>
            <a:ln w="5420" cap="flat">
              <a:solidFill>
                <a:srgbClr val="1F17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6" name="pg2206"/>
            <p:cNvSpPr/>
            <p:nvPr/>
          </p:nvSpPr>
          <p:spPr>
            <a:xfrm>
              <a:off x="4445812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5">
                <a:alpha val="100000"/>
              </a:srgbClr>
            </a:solidFill>
            <a:ln w="5420" cap="flat">
              <a:solidFill>
                <a:srgbClr val="1E16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7" name="pg2207"/>
            <p:cNvSpPr/>
            <p:nvPr/>
          </p:nvSpPr>
          <p:spPr>
            <a:xfrm>
              <a:off x="4387625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522">
                <a:alpha val="100000"/>
              </a:srgbClr>
            </a:solidFill>
            <a:ln w="5420" cap="flat">
              <a:solidFill>
                <a:srgbClr val="1C15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8" name="pg2208"/>
            <p:cNvSpPr/>
            <p:nvPr/>
          </p:nvSpPr>
          <p:spPr>
            <a:xfrm>
              <a:off x="4399262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522">
                <a:alpha val="100000"/>
              </a:srgbClr>
            </a:solidFill>
            <a:ln w="5420" cap="flat">
              <a:solidFill>
                <a:srgbClr val="1C15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9" name="pg2209"/>
            <p:cNvSpPr/>
            <p:nvPr/>
          </p:nvSpPr>
          <p:spPr>
            <a:xfrm>
              <a:off x="4410900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624">
                <a:alpha val="100000"/>
              </a:srgbClr>
            </a:solidFill>
            <a:ln w="5420" cap="flat">
              <a:solidFill>
                <a:srgbClr val="1D162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0" name="pg2210"/>
            <p:cNvSpPr/>
            <p:nvPr/>
          </p:nvSpPr>
          <p:spPr>
            <a:xfrm>
              <a:off x="4422537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F1726">
                <a:alpha val="100000"/>
              </a:srgbClr>
            </a:solidFill>
            <a:ln w="5420" cap="flat">
              <a:solidFill>
                <a:srgbClr val="1F17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1" name="pg2211"/>
            <p:cNvSpPr/>
            <p:nvPr/>
          </p:nvSpPr>
          <p:spPr>
            <a:xfrm>
              <a:off x="4434174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6">
                <a:alpha val="100000"/>
              </a:srgbClr>
            </a:solidFill>
            <a:ln w="5420" cap="flat">
              <a:solidFill>
                <a:srgbClr val="1E1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2" name="pg2212"/>
            <p:cNvSpPr/>
            <p:nvPr/>
          </p:nvSpPr>
          <p:spPr>
            <a:xfrm>
              <a:off x="4375988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522">
                <a:alpha val="100000"/>
              </a:srgbClr>
            </a:solidFill>
            <a:ln w="5420" cap="flat">
              <a:solidFill>
                <a:srgbClr val="1C15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3" name="pg2213"/>
            <p:cNvSpPr/>
            <p:nvPr/>
          </p:nvSpPr>
          <p:spPr>
            <a:xfrm>
              <a:off x="4387625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522">
                <a:alpha val="100000"/>
              </a:srgbClr>
            </a:solidFill>
            <a:ln w="5420" cap="flat">
              <a:solidFill>
                <a:srgbClr val="1C15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4" name="pg2214"/>
            <p:cNvSpPr/>
            <p:nvPr/>
          </p:nvSpPr>
          <p:spPr>
            <a:xfrm>
              <a:off x="4399262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523">
                <a:alpha val="100000"/>
              </a:srgbClr>
            </a:solidFill>
            <a:ln w="5420" cap="flat">
              <a:solidFill>
                <a:srgbClr val="1D152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5" name="pg2215"/>
            <p:cNvSpPr/>
            <p:nvPr/>
          </p:nvSpPr>
          <p:spPr>
            <a:xfrm>
              <a:off x="4410900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524">
                <a:alpha val="100000"/>
              </a:srgbClr>
            </a:solidFill>
            <a:ln w="5420" cap="flat">
              <a:solidFill>
                <a:srgbClr val="1D152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6" name="pg2216"/>
            <p:cNvSpPr/>
            <p:nvPr/>
          </p:nvSpPr>
          <p:spPr>
            <a:xfrm>
              <a:off x="4422537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4">
                <a:alpha val="100000"/>
              </a:srgbClr>
            </a:solidFill>
            <a:ln w="5420" cap="flat">
              <a:solidFill>
                <a:srgbClr val="1E162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7" name="pg2217"/>
            <p:cNvSpPr/>
            <p:nvPr/>
          </p:nvSpPr>
          <p:spPr>
            <a:xfrm>
              <a:off x="4434174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5">
                <a:alpha val="100000"/>
              </a:srgbClr>
            </a:solidFill>
            <a:ln w="5420" cap="flat">
              <a:solidFill>
                <a:srgbClr val="1E16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8" name="pg2218"/>
            <p:cNvSpPr/>
            <p:nvPr/>
          </p:nvSpPr>
          <p:spPr>
            <a:xfrm>
              <a:off x="4375988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522">
                <a:alpha val="100000"/>
              </a:srgbClr>
            </a:solidFill>
            <a:ln w="5420" cap="flat">
              <a:solidFill>
                <a:srgbClr val="1C15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9" name="pg2219"/>
            <p:cNvSpPr/>
            <p:nvPr/>
          </p:nvSpPr>
          <p:spPr>
            <a:xfrm>
              <a:off x="4387625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522">
                <a:alpha val="100000"/>
              </a:srgbClr>
            </a:solidFill>
            <a:ln w="5420" cap="flat">
              <a:solidFill>
                <a:srgbClr val="1C15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0" name="pg2220"/>
            <p:cNvSpPr/>
            <p:nvPr/>
          </p:nvSpPr>
          <p:spPr>
            <a:xfrm>
              <a:off x="4399262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522">
                <a:alpha val="100000"/>
              </a:srgbClr>
            </a:solidFill>
            <a:ln w="5420" cap="flat">
              <a:solidFill>
                <a:srgbClr val="1C15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1" name="pg2221"/>
            <p:cNvSpPr/>
            <p:nvPr/>
          </p:nvSpPr>
          <p:spPr>
            <a:xfrm>
              <a:off x="4410900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523">
                <a:alpha val="100000"/>
              </a:srgbClr>
            </a:solidFill>
            <a:ln w="5420" cap="flat">
              <a:solidFill>
                <a:srgbClr val="1D152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2" name="pg2222"/>
            <p:cNvSpPr/>
            <p:nvPr/>
          </p:nvSpPr>
          <p:spPr>
            <a:xfrm>
              <a:off x="4422537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523">
                <a:alpha val="100000"/>
              </a:srgbClr>
            </a:solidFill>
            <a:ln w="5420" cap="flat">
              <a:solidFill>
                <a:srgbClr val="1D152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3" name="pg2223"/>
            <p:cNvSpPr/>
            <p:nvPr/>
          </p:nvSpPr>
          <p:spPr>
            <a:xfrm>
              <a:off x="4434174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524">
                <a:alpha val="100000"/>
              </a:srgbClr>
            </a:solidFill>
            <a:ln w="5420" cap="flat">
              <a:solidFill>
                <a:srgbClr val="1D152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4" name="pg2224"/>
            <p:cNvSpPr/>
            <p:nvPr/>
          </p:nvSpPr>
          <p:spPr>
            <a:xfrm>
              <a:off x="4375988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B1421">
                <a:alpha val="100000"/>
              </a:srgbClr>
            </a:solidFill>
            <a:ln w="5420" cap="flat">
              <a:solidFill>
                <a:srgbClr val="1B142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5" name="pg2225"/>
            <p:cNvSpPr/>
            <p:nvPr/>
          </p:nvSpPr>
          <p:spPr>
            <a:xfrm>
              <a:off x="4387625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B1421">
                <a:alpha val="100000"/>
              </a:srgbClr>
            </a:solidFill>
            <a:ln w="5420" cap="flat">
              <a:solidFill>
                <a:srgbClr val="1B142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6" name="pg2226"/>
            <p:cNvSpPr/>
            <p:nvPr/>
          </p:nvSpPr>
          <p:spPr>
            <a:xfrm>
              <a:off x="4399262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B1421">
                <a:alpha val="100000"/>
              </a:srgbClr>
            </a:solidFill>
            <a:ln w="5420" cap="flat">
              <a:solidFill>
                <a:srgbClr val="1B142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7" name="pg2227"/>
            <p:cNvSpPr/>
            <p:nvPr/>
          </p:nvSpPr>
          <p:spPr>
            <a:xfrm>
              <a:off x="4410900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421">
                <a:alpha val="100000"/>
              </a:srgbClr>
            </a:solidFill>
            <a:ln w="5420" cap="flat">
              <a:solidFill>
                <a:srgbClr val="1C142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8" name="pg2228"/>
            <p:cNvSpPr/>
            <p:nvPr/>
          </p:nvSpPr>
          <p:spPr>
            <a:xfrm>
              <a:off x="4422537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522">
                <a:alpha val="100000"/>
              </a:srgbClr>
            </a:solidFill>
            <a:ln w="5420" cap="flat">
              <a:solidFill>
                <a:srgbClr val="1C15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9" name="pg2229"/>
            <p:cNvSpPr/>
            <p:nvPr/>
          </p:nvSpPr>
          <p:spPr>
            <a:xfrm>
              <a:off x="3689385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0" name="pg2230"/>
            <p:cNvSpPr/>
            <p:nvPr/>
          </p:nvSpPr>
          <p:spPr>
            <a:xfrm>
              <a:off x="3701023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1" name="pg2231"/>
            <p:cNvSpPr/>
            <p:nvPr/>
          </p:nvSpPr>
          <p:spPr>
            <a:xfrm>
              <a:off x="3712660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2" name="pg2232"/>
            <p:cNvSpPr/>
            <p:nvPr/>
          </p:nvSpPr>
          <p:spPr>
            <a:xfrm>
              <a:off x="3724297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3" name="pg2233"/>
            <p:cNvSpPr/>
            <p:nvPr/>
          </p:nvSpPr>
          <p:spPr>
            <a:xfrm>
              <a:off x="4375988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31E">
                <a:alpha val="100000"/>
              </a:srgbClr>
            </a:solidFill>
            <a:ln w="5420" cap="flat">
              <a:solidFill>
                <a:srgbClr val="1A13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4" name="pg2234"/>
            <p:cNvSpPr/>
            <p:nvPr/>
          </p:nvSpPr>
          <p:spPr>
            <a:xfrm>
              <a:off x="4387625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31E">
                <a:alpha val="100000"/>
              </a:srgbClr>
            </a:solidFill>
            <a:ln w="5420" cap="flat">
              <a:solidFill>
                <a:srgbClr val="1A13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5" name="pg2235"/>
            <p:cNvSpPr/>
            <p:nvPr/>
          </p:nvSpPr>
          <p:spPr>
            <a:xfrm>
              <a:off x="4399262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21D">
                <a:alpha val="100000"/>
              </a:srgbClr>
            </a:solidFill>
            <a:ln w="5420" cap="flat">
              <a:solidFill>
                <a:srgbClr val="1A121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6" name="pg2236"/>
            <p:cNvSpPr/>
            <p:nvPr/>
          </p:nvSpPr>
          <p:spPr>
            <a:xfrm>
              <a:off x="4410900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31E">
                <a:alpha val="100000"/>
              </a:srgbClr>
            </a:solidFill>
            <a:ln w="5420" cap="flat">
              <a:solidFill>
                <a:srgbClr val="1A13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7" name="pg2237"/>
            <p:cNvSpPr/>
            <p:nvPr/>
          </p:nvSpPr>
          <p:spPr>
            <a:xfrm>
              <a:off x="3689385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8" name="pg2238"/>
            <p:cNvSpPr/>
            <p:nvPr/>
          </p:nvSpPr>
          <p:spPr>
            <a:xfrm>
              <a:off x="3701023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9" name="pg2239"/>
            <p:cNvSpPr/>
            <p:nvPr/>
          </p:nvSpPr>
          <p:spPr>
            <a:xfrm>
              <a:off x="371266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0" name="pg2240"/>
            <p:cNvSpPr/>
            <p:nvPr/>
          </p:nvSpPr>
          <p:spPr>
            <a:xfrm>
              <a:off x="3724297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1" name="pg2241"/>
            <p:cNvSpPr/>
            <p:nvPr/>
          </p:nvSpPr>
          <p:spPr>
            <a:xfrm>
              <a:off x="3735935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2" name="pg2242"/>
            <p:cNvSpPr/>
            <p:nvPr/>
          </p:nvSpPr>
          <p:spPr>
            <a:xfrm>
              <a:off x="3782484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3" name="pg2243"/>
            <p:cNvSpPr/>
            <p:nvPr/>
          </p:nvSpPr>
          <p:spPr>
            <a:xfrm>
              <a:off x="3794121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4" name="pg2244"/>
            <p:cNvSpPr/>
            <p:nvPr/>
          </p:nvSpPr>
          <p:spPr>
            <a:xfrm>
              <a:off x="3805759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5" name="pg2245"/>
            <p:cNvSpPr/>
            <p:nvPr/>
          </p:nvSpPr>
          <p:spPr>
            <a:xfrm>
              <a:off x="3817396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6" name="pg2246"/>
            <p:cNvSpPr/>
            <p:nvPr/>
          </p:nvSpPr>
          <p:spPr>
            <a:xfrm>
              <a:off x="3829033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7" name="pg2247"/>
            <p:cNvSpPr/>
            <p:nvPr/>
          </p:nvSpPr>
          <p:spPr>
            <a:xfrm>
              <a:off x="437598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8101A">
                <a:alpha val="100000"/>
              </a:srgbClr>
            </a:solidFill>
            <a:ln w="5420" cap="flat">
              <a:solidFill>
                <a:srgbClr val="1810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8" name="pg2248"/>
            <p:cNvSpPr/>
            <p:nvPr/>
          </p:nvSpPr>
          <p:spPr>
            <a:xfrm>
              <a:off x="4387625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71019">
                <a:alpha val="100000"/>
              </a:srgbClr>
            </a:solidFill>
            <a:ln w="5420" cap="flat">
              <a:solidFill>
                <a:srgbClr val="17101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9" name="pg2249"/>
            <p:cNvSpPr/>
            <p:nvPr/>
          </p:nvSpPr>
          <p:spPr>
            <a:xfrm>
              <a:off x="4399262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70F18">
                <a:alpha val="100000"/>
              </a:srgbClr>
            </a:solidFill>
            <a:ln w="5420" cap="flat">
              <a:solidFill>
                <a:srgbClr val="170F1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0" name="pg2250"/>
            <p:cNvSpPr/>
            <p:nvPr/>
          </p:nvSpPr>
          <p:spPr>
            <a:xfrm>
              <a:off x="441090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71019">
                <a:alpha val="100000"/>
              </a:srgbClr>
            </a:solidFill>
            <a:ln w="5420" cap="flat">
              <a:solidFill>
                <a:srgbClr val="17101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1" name="pg2251"/>
            <p:cNvSpPr/>
            <p:nvPr/>
          </p:nvSpPr>
          <p:spPr>
            <a:xfrm>
              <a:off x="4422537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7101A">
                <a:alpha val="100000"/>
              </a:srgbClr>
            </a:solidFill>
            <a:ln w="5420" cap="flat">
              <a:solidFill>
                <a:srgbClr val="1710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2" name="pg2252"/>
            <p:cNvSpPr/>
            <p:nvPr/>
          </p:nvSpPr>
          <p:spPr>
            <a:xfrm>
              <a:off x="3607924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3" name="pg2253"/>
            <p:cNvSpPr/>
            <p:nvPr/>
          </p:nvSpPr>
          <p:spPr>
            <a:xfrm>
              <a:off x="3619561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4" name="pg2254"/>
            <p:cNvSpPr/>
            <p:nvPr/>
          </p:nvSpPr>
          <p:spPr>
            <a:xfrm>
              <a:off x="367774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5" name="pg2255"/>
            <p:cNvSpPr/>
            <p:nvPr/>
          </p:nvSpPr>
          <p:spPr>
            <a:xfrm>
              <a:off x="368938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6" name="pg2256"/>
            <p:cNvSpPr/>
            <p:nvPr/>
          </p:nvSpPr>
          <p:spPr>
            <a:xfrm>
              <a:off x="370102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7" name="pg2257"/>
            <p:cNvSpPr/>
            <p:nvPr/>
          </p:nvSpPr>
          <p:spPr>
            <a:xfrm>
              <a:off x="371266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8" name="pg2258"/>
            <p:cNvSpPr/>
            <p:nvPr/>
          </p:nvSpPr>
          <p:spPr>
            <a:xfrm>
              <a:off x="3724297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9" name="pg2259"/>
            <p:cNvSpPr/>
            <p:nvPr/>
          </p:nvSpPr>
          <p:spPr>
            <a:xfrm>
              <a:off x="373593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0" name="pg2260"/>
            <p:cNvSpPr/>
            <p:nvPr/>
          </p:nvSpPr>
          <p:spPr>
            <a:xfrm>
              <a:off x="3782484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1" name="pg2261"/>
            <p:cNvSpPr/>
            <p:nvPr/>
          </p:nvSpPr>
          <p:spPr>
            <a:xfrm>
              <a:off x="3794121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2" name="pg2262"/>
            <p:cNvSpPr/>
            <p:nvPr/>
          </p:nvSpPr>
          <p:spPr>
            <a:xfrm>
              <a:off x="3805759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3" name="pg2263"/>
            <p:cNvSpPr/>
            <p:nvPr/>
          </p:nvSpPr>
          <p:spPr>
            <a:xfrm>
              <a:off x="381739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4" name="pg2264"/>
            <p:cNvSpPr/>
            <p:nvPr/>
          </p:nvSpPr>
          <p:spPr>
            <a:xfrm>
              <a:off x="382903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5" name="pg2265"/>
            <p:cNvSpPr/>
            <p:nvPr/>
          </p:nvSpPr>
          <p:spPr>
            <a:xfrm>
              <a:off x="3840671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6" name="pg2266"/>
            <p:cNvSpPr/>
            <p:nvPr/>
          </p:nvSpPr>
          <p:spPr>
            <a:xfrm>
              <a:off x="385230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7" name="pg2267"/>
            <p:cNvSpPr/>
            <p:nvPr/>
          </p:nvSpPr>
          <p:spPr>
            <a:xfrm>
              <a:off x="386394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8" name="pg2268"/>
            <p:cNvSpPr/>
            <p:nvPr/>
          </p:nvSpPr>
          <p:spPr>
            <a:xfrm>
              <a:off x="387558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9" name="pg2269"/>
            <p:cNvSpPr/>
            <p:nvPr/>
          </p:nvSpPr>
          <p:spPr>
            <a:xfrm>
              <a:off x="388722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0" name="pg2270"/>
            <p:cNvSpPr/>
            <p:nvPr/>
          </p:nvSpPr>
          <p:spPr>
            <a:xfrm>
              <a:off x="3898857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1" name="pg2271"/>
            <p:cNvSpPr/>
            <p:nvPr/>
          </p:nvSpPr>
          <p:spPr>
            <a:xfrm>
              <a:off x="391049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2" name="pg2272"/>
            <p:cNvSpPr/>
            <p:nvPr/>
          </p:nvSpPr>
          <p:spPr>
            <a:xfrm>
              <a:off x="437598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10A10">
                <a:alpha val="100000"/>
              </a:srgbClr>
            </a:solidFill>
            <a:ln w="5420" cap="flat">
              <a:solidFill>
                <a:srgbClr val="110A1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3" name="pg2273"/>
            <p:cNvSpPr/>
            <p:nvPr/>
          </p:nvSpPr>
          <p:spPr>
            <a:xfrm>
              <a:off x="438762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0F070C">
                <a:alpha val="100000"/>
              </a:srgbClr>
            </a:solidFill>
            <a:ln w="5420" cap="flat">
              <a:solidFill>
                <a:srgbClr val="0F070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4" name="pg2274"/>
            <p:cNvSpPr/>
            <p:nvPr/>
          </p:nvSpPr>
          <p:spPr>
            <a:xfrm>
              <a:off x="439926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0D0609">
                <a:alpha val="100000"/>
              </a:srgbClr>
            </a:solidFill>
            <a:ln w="5420" cap="flat">
              <a:solidFill>
                <a:srgbClr val="0D060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5" name="pg2275"/>
            <p:cNvSpPr/>
            <p:nvPr/>
          </p:nvSpPr>
          <p:spPr>
            <a:xfrm>
              <a:off x="441090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0E060A">
                <a:alpha val="100000"/>
              </a:srgbClr>
            </a:solidFill>
            <a:ln w="5420" cap="flat">
              <a:solidFill>
                <a:srgbClr val="0E060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6" name="pg2276"/>
            <p:cNvSpPr/>
            <p:nvPr/>
          </p:nvSpPr>
          <p:spPr>
            <a:xfrm>
              <a:off x="4422537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0080D">
                <a:alpha val="100000"/>
              </a:srgbClr>
            </a:solidFill>
            <a:ln w="5420" cap="flat">
              <a:solidFill>
                <a:srgbClr val="10080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7" name="pg2277"/>
            <p:cNvSpPr/>
            <p:nvPr/>
          </p:nvSpPr>
          <p:spPr>
            <a:xfrm>
              <a:off x="345663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8" name="pg2278"/>
            <p:cNvSpPr/>
            <p:nvPr/>
          </p:nvSpPr>
          <p:spPr>
            <a:xfrm>
              <a:off x="346827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9" name="pg2279"/>
            <p:cNvSpPr/>
            <p:nvPr/>
          </p:nvSpPr>
          <p:spPr>
            <a:xfrm>
              <a:off x="347991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0" name="pg2280"/>
            <p:cNvSpPr/>
            <p:nvPr/>
          </p:nvSpPr>
          <p:spPr>
            <a:xfrm>
              <a:off x="349155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1" name="pg2281"/>
            <p:cNvSpPr/>
            <p:nvPr/>
          </p:nvSpPr>
          <p:spPr>
            <a:xfrm>
              <a:off x="350318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2" name="pg2282"/>
            <p:cNvSpPr/>
            <p:nvPr/>
          </p:nvSpPr>
          <p:spPr>
            <a:xfrm>
              <a:off x="356137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3" name="pg2283"/>
            <p:cNvSpPr/>
            <p:nvPr/>
          </p:nvSpPr>
          <p:spPr>
            <a:xfrm>
              <a:off x="357301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4" name="pg2284"/>
            <p:cNvSpPr/>
            <p:nvPr/>
          </p:nvSpPr>
          <p:spPr>
            <a:xfrm>
              <a:off x="358464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5" name="pg2285"/>
            <p:cNvSpPr/>
            <p:nvPr/>
          </p:nvSpPr>
          <p:spPr>
            <a:xfrm>
              <a:off x="359628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6" name="pg2286"/>
            <p:cNvSpPr/>
            <p:nvPr/>
          </p:nvSpPr>
          <p:spPr>
            <a:xfrm>
              <a:off x="360792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7" name="pg2287"/>
            <p:cNvSpPr/>
            <p:nvPr/>
          </p:nvSpPr>
          <p:spPr>
            <a:xfrm>
              <a:off x="361956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8" name="pg2288"/>
            <p:cNvSpPr/>
            <p:nvPr/>
          </p:nvSpPr>
          <p:spPr>
            <a:xfrm>
              <a:off x="363119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9" name="pg2289"/>
            <p:cNvSpPr/>
            <p:nvPr/>
          </p:nvSpPr>
          <p:spPr>
            <a:xfrm>
              <a:off x="364283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0" name="pg2290"/>
            <p:cNvSpPr/>
            <p:nvPr/>
          </p:nvSpPr>
          <p:spPr>
            <a:xfrm>
              <a:off x="365447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1" name="pg2291"/>
            <p:cNvSpPr/>
            <p:nvPr/>
          </p:nvSpPr>
          <p:spPr>
            <a:xfrm>
              <a:off x="366611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2" name="pg2292"/>
            <p:cNvSpPr/>
            <p:nvPr/>
          </p:nvSpPr>
          <p:spPr>
            <a:xfrm>
              <a:off x="367774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3" name="pg2293"/>
            <p:cNvSpPr/>
            <p:nvPr/>
          </p:nvSpPr>
          <p:spPr>
            <a:xfrm>
              <a:off x="368938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4" name="pg2294"/>
            <p:cNvSpPr/>
            <p:nvPr/>
          </p:nvSpPr>
          <p:spPr>
            <a:xfrm>
              <a:off x="370102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5" name="pg2295"/>
            <p:cNvSpPr/>
            <p:nvPr/>
          </p:nvSpPr>
          <p:spPr>
            <a:xfrm>
              <a:off x="371266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6" name="pg2296"/>
            <p:cNvSpPr/>
            <p:nvPr/>
          </p:nvSpPr>
          <p:spPr>
            <a:xfrm>
              <a:off x="372429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7" name="pg2297"/>
            <p:cNvSpPr/>
            <p:nvPr/>
          </p:nvSpPr>
          <p:spPr>
            <a:xfrm>
              <a:off x="373593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8" name="pg2298"/>
            <p:cNvSpPr/>
            <p:nvPr/>
          </p:nvSpPr>
          <p:spPr>
            <a:xfrm>
              <a:off x="374757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9" name="pg2299"/>
            <p:cNvSpPr/>
            <p:nvPr/>
          </p:nvSpPr>
          <p:spPr>
            <a:xfrm>
              <a:off x="375920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0" name="pg2300"/>
            <p:cNvSpPr/>
            <p:nvPr/>
          </p:nvSpPr>
          <p:spPr>
            <a:xfrm>
              <a:off x="377084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1" name="pg2301"/>
            <p:cNvSpPr/>
            <p:nvPr/>
          </p:nvSpPr>
          <p:spPr>
            <a:xfrm>
              <a:off x="378248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2" name="pg2302"/>
            <p:cNvSpPr/>
            <p:nvPr/>
          </p:nvSpPr>
          <p:spPr>
            <a:xfrm>
              <a:off x="379412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3" name="pg2303"/>
            <p:cNvSpPr/>
            <p:nvPr/>
          </p:nvSpPr>
          <p:spPr>
            <a:xfrm>
              <a:off x="380575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4" name="pg2304"/>
            <p:cNvSpPr/>
            <p:nvPr/>
          </p:nvSpPr>
          <p:spPr>
            <a:xfrm>
              <a:off x="381739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5" name="pg2305"/>
            <p:cNvSpPr/>
            <p:nvPr/>
          </p:nvSpPr>
          <p:spPr>
            <a:xfrm>
              <a:off x="382903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6" name="pg2306"/>
            <p:cNvSpPr/>
            <p:nvPr/>
          </p:nvSpPr>
          <p:spPr>
            <a:xfrm>
              <a:off x="384067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7" name="pg2307"/>
            <p:cNvSpPr/>
            <p:nvPr/>
          </p:nvSpPr>
          <p:spPr>
            <a:xfrm>
              <a:off x="385230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8" name="pg2308"/>
            <p:cNvSpPr/>
            <p:nvPr/>
          </p:nvSpPr>
          <p:spPr>
            <a:xfrm>
              <a:off x="386394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9" name="pg2309"/>
            <p:cNvSpPr/>
            <p:nvPr/>
          </p:nvSpPr>
          <p:spPr>
            <a:xfrm>
              <a:off x="387558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0" name="pg2310"/>
            <p:cNvSpPr/>
            <p:nvPr/>
          </p:nvSpPr>
          <p:spPr>
            <a:xfrm>
              <a:off x="388722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1" name="pg2311"/>
            <p:cNvSpPr/>
            <p:nvPr/>
          </p:nvSpPr>
          <p:spPr>
            <a:xfrm>
              <a:off x="389885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2" name="pg2312"/>
            <p:cNvSpPr/>
            <p:nvPr/>
          </p:nvSpPr>
          <p:spPr>
            <a:xfrm>
              <a:off x="391049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3" name="pg2313"/>
            <p:cNvSpPr/>
            <p:nvPr/>
          </p:nvSpPr>
          <p:spPr>
            <a:xfrm>
              <a:off x="392213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4" name="pg2314"/>
            <p:cNvSpPr/>
            <p:nvPr/>
          </p:nvSpPr>
          <p:spPr>
            <a:xfrm>
              <a:off x="395704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5" name="pg2315"/>
            <p:cNvSpPr/>
            <p:nvPr/>
          </p:nvSpPr>
          <p:spPr>
            <a:xfrm>
              <a:off x="437598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0E070B">
                <a:alpha val="100000"/>
              </a:srgbClr>
            </a:solidFill>
            <a:ln w="5420" cap="flat">
              <a:solidFill>
                <a:srgbClr val="0E070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6" name="pg2316"/>
            <p:cNvSpPr/>
            <p:nvPr/>
          </p:nvSpPr>
          <p:spPr>
            <a:xfrm>
              <a:off x="438762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0C0406">
                <a:alpha val="100000"/>
              </a:srgbClr>
            </a:solidFill>
            <a:ln w="5420" cap="flat">
              <a:solidFill>
                <a:srgbClr val="0C040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7" name="pg2317"/>
            <p:cNvSpPr/>
            <p:nvPr/>
          </p:nvSpPr>
          <p:spPr>
            <a:xfrm>
              <a:off x="439926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7F7F">
                <a:alpha val="100000"/>
              </a:srgbClr>
            </a:solidFill>
            <a:ln w="5420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8" name="pg2318"/>
            <p:cNvSpPr/>
            <p:nvPr/>
          </p:nvSpPr>
          <p:spPr>
            <a:xfrm>
              <a:off x="441090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7F7F">
                <a:alpha val="100000"/>
              </a:srgbClr>
            </a:solidFill>
            <a:ln w="5420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9" name="pg2319"/>
            <p:cNvSpPr/>
            <p:nvPr/>
          </p:nvSpPr>
          <p:spPr>
            <a:xfrm>
              <a:off x="442253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0D0508">
                <a:alpha val="100000"/>
              </a:srgbClr>
            </a:solidFill>
            <a:ln w="5420" cap="flat">
              <a:solidFill>
                <a:srgbClr val="0D050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0" name="pg2320"/>
            <p:cNvSpPr/>
            <p:nvPr/>
          </p:nvSpPr>
          <p:spPr>
            <a:xfrm>
              <a:off x="344500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1" name="pg2321"/>
            <p:cNvSpPr/>
            <p:nvPr/>
          </p:nvSpPr>
          <p:spPr>
            <a:xfrm>
              <a:off x="345663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2" name="pg2322"/>
            <p:cNvSpPr/>
            <p:nvPr/>
          </p:nvSpPr>
          <p:spPr>
            <a:xfrm>
              <a:off x="346827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3" name="pg2323"/>
            <p:cNvSpPr/>
            <p:nvPr/>
          </p:nvSpPr>
          <p:spPr>
            <a:xfrm>
              <a:off x="347991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4" name="pg2324"/>
            <p:cNvSpPr/>
            <p:nvPr/>
          </p:nvSpPr>
          <p:spPr>
            <a:xfrm>
              <a:off x="349155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5" name="pg2325"/>
            <p:cNvSpPr/>
            <p:nvPr/>
          </p:nvSpPr>
          <p:spPr>
            <a:xfrm>
              <a:off x="350318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6" name="pg2326"/>
            <p:cNvSpPr/>
            <p:nvPr/>
          </p:nvSpPr>
          <p:spPr>
            <a:xfrm>
              <a:off x="351482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7" name="pg2327"/>
            <p:cNvSpPr/>
            <p:nvPr/>
          </p:nvSpPr>
          <p:spPr>
            <a:xfrm>
              <a:off x="352646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8" name="pg2328"/>
            <p:cNvSpPr/>
            <p:nvPr/>
          </p:nvSpPr>
          <p:spPr>
            <a:xfrm>
              <a:off x="353810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9" name="pg2329"/>
            <p:cNvSpPr/>
            <p:nvPr/>
          </p:nvSpPr>
          <p:spPr>
            <a:xfrm>
              <a:off x="354973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0" name="pg2330"/>
            <p:cNvSpPr/>
            <p:nvPr/>
          </p:nvSpPr>
          <p:spPr>
            <a:xfrm>
              <a:off x="356137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1" name="pg2331"/>
            <p:cNvSpPr/>
            <p:nvPr/>
          </p:nvSpPr>
          <p:spPr>
            <a:xfrm>
              <a:off x="357301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2" name="pg2332"/>
            <p:cNvSpPr/>
            <p:nvPr/>
          </p:nvSpPr>
          <p:spPr>
            <a:xfrm>
              <a:off x="358464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3" name="pg2333"/>
            <p:cNvSpPr/>
            <p:nvPr/>
          </p:nvSpPr>
          <p:spPr>
            <a:xfrm>
              <a:off x="359628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4" name="pg2334"/>
            <p:cNvSpPr/>
            <p:nvPr/>
          </p:nvSpPr>
          <p:spPr>
            <a:xfrm>
              <a:off x="360792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5" name="pg2335"/>
            <p:cNvSpPr/>
            <p:nvPr/>
          </p:nvSpPr>
          <p:spPr>
            <a:xfrm>
              <a:off x="361956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6" name="pg2336"/>
            <p:cNvSpPr/>
            <p:nvPr/>
          </p:nvSpPr>
          <p:spPr>
            <a:xfrm>
              <a:off x="363119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7" name="pg2337"/>
            <p:cNvSpPr/>
            <p:nvPr/>
          </p:nvSpPr>
          <p:spPr>
            <a:xfrm>
              <a:off x="364283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8" name="pg2338"/>
            <p:cNvSpPr/>
            <p:nvPr/>
          </p:nvSpPr>
          <p:spPr>
            <a:xfrm>
              <a:off x="365447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9" name="pg2339"/>
            <p:cNvSpPr/>
            <p:nvPr/>
          </p:nvSpPr>
          <p:spPr>
            <a:xfrm>
              <a:off x="366611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0" name="pg2340"/>
            <p:cNvSpPr/>
            <p:nvPr/>
          </p:nvSpPr>
          <p:spPr>
            <a:xfrm>
              <a:off x="367774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1" name="pg2341"/>
            <p:cNvSpPr/>
            <p:nvPr/>
          </p:nvSpPr>
          <p:spPr>
            <a:xfrm>
              <a:off x="368938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2" name="pg2342"/>
            <p:cNvSpPr/>
            <p:nvPr/>
          </p:nvSpPr>
          <p:spPr>
            <a:xfrm>
              <a:off x="370102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3" name="pg2343"/>
            <p:cNvSpPr/>
            <p:nvPr/>
          </p:nvSpPr>
          <p:spPr>
            <a:xfrm>
              <a:off x="371266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4" name="pg2344"/>
            <p:cNvSpPr/>
            <p:nvPr/>
          </p:nvSpPr>
          <p:spPr>
            <a:xfrm>
              <a:off x="372429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5" name="pg2345"/>
            <p:cNvSpPr/>
            <p:nvPr/>
          </p:nvSpPr>
          <p:spPr>
            <a:xfrm>
              <a:off x="373593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6" name="pg2346"/>
            <p:cNvSpPr/>
            <p:nvPr/>
          </p:nvSpPr>
          <p:spPr>
            <a:xfrm>
              <a:off x="374757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7" name="pg2347"/>
            <p:cNvSpPr/>
            <p:nvPr/>
          </p:nvSpPr>
          <p:spPr>
            <a:xfrm>
              <a:off x="375920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8" name="pg2348"/>
            <p:cNvSpPr/>
            <p:nvPr/>
          </p:nvSpPr>
          <p:spPr>
            <a:xfrm>
              <a:off x="377084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9" name="pg2349"/>
            <p:cNvSpPr/>
            <p:nvPr/>
          </p:nvSpPr>
          <p:spPr>
            <a:xfrm>
              <a:off x="378248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0" name="pg2350"/>
            <p:cNvSpPr/>
            <p:nvPr/>
          </p:nvSpPr>
          <p:spPr>
            <a:xfrm>
              <a:off x="379412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1" name="pg2351"/>
            <p:cNvSpPr/>
            <p:nvPr/>
          </p:nvSpPr>
          <p:spPr>
            <a:xfrm>
              <a:off x="380575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2" name="pg2352"/>
            <p:cNvSpPr/>
            <p:nvPr/>
          </p:nvSpPr>
          <p:spPr>
            <a:xfrm>
              <a:off x="381739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3" name="pg2353"/>
            <p:cNvSpPr/>
            <p:nvPr/>
          </p:nvSpPr>
          <p:spPr>
            <a:xfrm>
              <a:off x="382903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4" name="pg2354"/>
            <p:cNvSpPr/>
            <p:nvPr/>
          </p:nvSpPr>
          <p:spPr>
            <a:xfrm>
              <a:off x="384067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5" name="pg2355"/>
            <p:cNvSpPr/>
            <p:nvPr/>
          </p:nvSpPr>
          <p:spPr>
            <a:xfrm>
              <a:off x="385230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6" name="pg2356"/>
            <p:cNvSpPr/>
            <p:nvPr/>
          </p:nvSpPr>
          <p:spPr>
            <a:xfrm>
              <a:off x="386394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7" name="pg2357"/>
            <p:cNvSpPr/>
            <p:nvPr/>
          </p:nvSpPr>
          <p:spPr>
            <a:xfrm>
              <a:off x="387558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8" name="pg2358"/>
            <p:cNvSpPr/>
            <p:nvPr/>
          </p:nvSpPr>
          <p:spPr>
            <a:xfrm>
              <a:off x="388722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9" name="pg2359"/>
            <p:cNvSpPr/>
            <p:nvPr/>
          </p:nvSpPr>
          <p:spPr>
            <a:xfrm>
              <a:off x="389885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0" name="pg2360"/>
            <p:cNvSpPr/>
            <p:nvPr/>
          </p:nvSpPr>
          <p:spPr>
            <a:xfrm>
              <a:off x="391049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1" name="pg2361"/>
            <p:cNvSpPr/>
            <p:nvPr/>
          </p:nvSpPr>
          <p:spPr>
            <a:xfrm>
              <a:off x="392213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2" name="pg2362"/>
            <p:cNvSpPr/>
            <p:nvPr/>
          </p:nvSpPr>
          <p:spPr>
            <a:xfrm>
              <a:off x="393376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3" name="pg2363"/>
            <p:cNvSpPr/>
            <p:nvPr/>
          </p:nvSpPr>
          <p:spPr>
            <a:xfrm>
              <a:off x="394540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4" name="pg2364"/>
            <p:cNvSpPr/>
            <p:nvPr/>
          </p:nvSpPr>
          <p:spPr>
            <a:xfrm>
              <a:off x="395704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5" name="pg2365"/>
            <p:cNvSpPr/>
            <p:nvPr/>
          </p:nvSpPr>
          <p:spPr>
            <a:xfrm>
              <a:off x="396868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6" name="pg2366"/>
            <p:cNvSpPr/>
            <p:nvPr/>
          </p:nvSpPr>
          <p:spPr>
            <a:xfrm>
              <a:off x="398031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7" name="pg2367"/>
            <p:cNvSpPr/>
            <p:nvPr/>
          </p:nvSpPr>
          <p:spPr>
            <a:xfrm>
              <a:off x="438762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0B0405">
                <a:alpha val="100000"/>
              </a:srgbClr>
            </a:solidFill>
            <a:ln w="5420" cap="flat">
              <a:solidFill>
                <a:srgbClr val="0B040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8" name="pg2368"/>
            <p:cNvSpPr/>
            <p:nvPr/>
          </p:nvSpPr>
          <p:spPr>
            <a:xfrm>
              <a:off x="439926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7F7F">
                <a:alpha val="100000"/>
              </a:srgbClr>
            </a:solidFill>
            <a:ln w="5420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9" name="pg2369"/>
            <p:cNvSpPr/>
            <p:nvPr/>
          </p:nvSpPr>
          <p:spPr>
            <a:xfrm>
              <a:off x="441090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7F7F">
                <a:alpha val="100000"/>
              </a:srgbClr>
            </a:solidFill>
            <a:ln w="5420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0" name="pg2370"/>
            <p:cNvSpPr/>
            <p:nvPr/>
          </p:nvSpPr>
          <p:spPr>
            <a:xfrm>
              <a:off x="442253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0C0507">
                <a:alpha val="100000"/>
              </a:srgbClr>
            </a:solidFill>
            <a:ln w="5420" cap="flat">
              <a:solidFill>
                <a:srgbClr val="0C050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1" name="pg2371"/>
            <p:cNvSpPr/>
            <p:nvPr/>
          </p:nvSpPr>
          <p:spPr>
            <a:xfrm>
              <a:off x="343336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2" name="pg2372"/>
            <p:cNvSpPr/>
            <p:nvPr/>
          </p:nvSpPr>
          <p:spPr>
            <a:xfrm>
              <a:off x="344500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3" name="pg2373"/>
            <p:cNvSpPr/>
            <p:nvPr/>
          </p:nvSpPr>
          <p:spPr>
            <a:xfrm>
              <a:off x="345663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4" name="pg2374"/>
            <p:cNvSpPr/>
            <p:nvPr/>
          </p:nvSpPr>
          <p:spPr>
            <a:xfrm>
              <a:off x="346827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5" name="pg2375"/>
            <p:cNvSpPr/>
            <p:nvPr/>
          </p:nvSpPr>
          <p:spPr>
            <a:xfrm>
              <a:off x="347991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6" name="pg2376"/>
            <p:cNvSpPr/>
            <p:nvPr/>
          </p:nvSpPr>
          <p:spPr>
            <a:xfrm>
              <a:off x="349155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7" name="pg2377"/>
            <p:cNvSpPr/>
            <p:nvPr/>
          </p:nvSpPr>
          <p:spPr>
            <a:xfrm>
              <a:off x="350318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8" name="pg2378"/>
            <p:cNvSpPr/>
            <p:nvPr/>
          </p:nvSpPr>
          <p:spPr>
            <a:xfrm>
              <a:off x="351482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9" name="pg2379"/>
            <p:cNvSpPr/>
            <p:nvPr/>
          </p:nvSpPr>
          <p:spPr>
            <a:xfrm>
              <a:off x="352646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0" name="pg2380"/>
            <p:cNvSpPr/>
            <p:nvPr/>
          </p:nvSpPr>
          <p:spPr>
            <a:xfrm>
              <a:off x="353810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1" name="pg2381"/>
            <p:cNvSpPr/>
            <p:nvPr/>
          </p:nvSpPr>
          <p:spPr>
            <a:xfrm>
              <a:off x="354973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2" name="pg2382"/>
            <p:cNvSpPr/>
            <p:nvPr/>
          </p:nvSpPr>
          <p:spPr>
            <a:xfrm>
              <a:off x="356137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3" name="pg2383"/>
            <p:cNvSpPr/>
            <p:nvPr/>
          </p:nvSpPr>
          <p:spPr>
            <a:xfrm>
              <a:off x="357301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4" name="pg2384"/>
            <p:cNvSpPr/>
            <p:nvPr/>
          </p:nvSpPr>
          <p:spPr>
            <a:xfrm>
              <a:off x="358464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5" name="pg2385"/>
            <p:cNvSpPr/>
            <p:nvPr/>
          </p:nvSpPr>
          <p:spPr>
            <a:xfrm>
              <a:off x="359628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6" name="pg2386"/>
            <p:cNvSpPr/>
            <p:nvPr/>
          </p:nvSpPr>
          <p:spPr>
            <a:xfrm>
              <a:off x="360792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7" name="pg2387"/>
            <p:cNvSpPr/>
            <p:nvPr/>
          </p:nvSpPr>
          <p:spPr>
            <a:xfrm>
              <a:off x="361956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8" name="pg2388"/>
            <p:cNvSpPr/>
            <p:nvPr/>
          </p:nvSpPr>
          <p:spPr>
            <a:xfrm>
              <a:off x="363119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9" name="pg2389"/>
            <p:cNvSpPr/>
            <p:nvPr/>
          </p:nvSpPr>
          <p:spPr>
            <a:xfrm>
              <a:off x="364283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0" name="pg2390"/>
            <p:cNvSpPr/>
            <p:nvPr/>
          </p:nvSpPr>
          <p:spPr>
            <a:xfrm>
              <a:off x="365447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1" name="pg2391"/>
            <p:cNvSpPr/>
            <p:nvPr/>
          </p:nvSpPr>
          <p:spPr>
            <a:xfrm>
              <a:off x="366611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2" name="pg2392"/>
            <p:cNvSpPr/>
            <p:nvPr/>
          </p:nvSpPr>
          <p:spPr>
            <a:xfrm>
              <a:off x="367774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3" name="pg2393"/>
            <p:cNvSpPr/>
            <p:nvPr/>
          </p:nvSpPr>
          <p:spPr>
            <a:xfrm>
              <a:off x="368938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4" name="pg2394"/>
            <p:cNvSpPr/>
            <p:nvPr/>
          </p:nvSpPr>
          <p:spPr>
            <a:xfrm>
              <a:off x="370102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5" name="pg2395"/>
            <p:cNvSpPr/>
            <p:nvPr/>
          </p:nvSpPr>
          <p:spPr>
            <a:xfrm>
              <a:off x="371266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6" name="pg2396"/>
            <p:cNvSpPr/>
            <p:nvPr/>
          </p:nvSpPr>
          <p:spPr>
            <a:xfrm>
              <a:off x="372429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7" name="pg2397"/>
            <p:cNvSpPr/>
            <p:nvPr/>
          </p:nvSpPr>
          <p:spPr>
            <a:xfrm>
              <a:off x="373593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8" name="pg2398"/>
            <p:cNvSpPr/>
            <p:nvPr/>
          </p:nvSpPr>
          <p:spPr>
            <a:xfrm>
              <a:off x="374757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9" name="pg2399"/>
            <p:cNvSpPr/>
            <p:nvPr/>
          </p:nvSpPr>
          <p:spPr>
            <a:xfrm>
              <a:off x="375920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0" name="pg2400"/>
            <p:cNvSpPr/>
            <p:nvPr/>
          </p:nvSpPr>
          <p:spPr>
            <a:xfrm>
              <a:off x="377084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1" name="pg2401"/>
            <p:cNvSpPr/>
            <p:nvPr/>
          </p:nvSpPr>
          <p:spPr>
            <a:xfrm>
              <a:off x="378248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2" name="pg2402"/>
            <p:cNvSpPr/>
            <p:nvPr/>
          </p:nvSpPr>
          <p:spPr>
            <a:xfrm>
              <a:off x="379412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3" name="pg2403"/>
            <p:cNvSpPr/>
            <p:nvPr/>
          </p:nvSpPr>
          <p:spPr>
            <a:xfrm>
              <a:off x="380575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4" name="pg2404"/>
            <p:cNvSpPr/>
            <p:nvPr/>
          </p:nvSpPr>
          <p:spPr>
            <a:xfrm>
              <a:off x="381739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5" name="pg2405"/>
            <p:cNvSpPr/>
            <p:nvPr/>
          </p:nvSpPr>
          <p:spPr>
            <a:xfrm>
              <a:off x="382903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6" name="pg2406"/>
            <p:cNvSpPr/>
            <p:nvPr/>
          </p:nvSpPr>
          <p:spPr>
            <a:xfrm>
              <a:off x="384067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7" name="pg2407"/>
            <p:cNvSpPr/>
            <p:nvPr/>
          </p:nvSpPr>
          <p:spPr>
            <a:xfrm>
              <a:off x="385230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8" name="pg2408"/>
            <p:cNvSpPr/>
            <p:nvPr/>
          </p:nvSpPr>
          <p:spPr>
            <a:xfrm>
              <a:off x="386394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9" name="pg2409"/>
            <p:cNvSpPr/>
            <p:nvPr/>
          </p:nvSpPr>
          <p:spPr>
            <a:xfrm>
              <a:off x="387558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0" name="pg2410"/>
            <p:cNvSpPr/>
            <p:nvPr/>
          </p:nvSpPr>
          <p:spPr>
            <a:xfrm>
              <a:off x="388722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1" name="pg2411"/>
            <p:cNvSpPr/>
            <p:nvPr/>
          </p:nvSpPr>
          <p:spPr>
            <a:xfrm>
              <a:off x="389885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2" name="pg2412"/>
            <p:cNvSpPr/>
            <p:nvPr/>
          </p:nvSpPr>
          <p:spPr>
            <a:xfrm>
              <a:off x="391049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3" name="pg2413"/>
            <p:cNvSpPr/>
            <p:nvPr/>
          </p:nvSpPr>
          <p:spPr>
            <a:xfrm>
              <a:off x="392213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4" name="pg2414"/>
            <p:cNvSpPr/>
            <p:nvPr/>
          </p:nvSpPr>
          <p:spPr>
            <a:xfrm>
              <a:off x="393376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5" name="pg2415"/>
            <p:cNvSpPr/>
            <p:nvPr/>
          </p:nvSpPr>
          <p:spPr>
            <a:xfrm>
              <a:off x="394540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6" name="pg2416"/>
            <p:cNvSpPr/>
            <p:nvPr/>
          </p:nvSpPr>
          <p:spPr>
            <a:xfrm>
              <a:off x="395704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7" name="pg2417"/>
            <p:cNvSpPr/>
            <p:nvPr/>
          </p:nvSpPr>
          <p:spPr>
            <a:xfrm>
              <a:off x="396868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8" name="pg2418"/>
            <p:cNvSpPr/>
            <p:nvPr/>
          </p:nvSpPr>
          <p:spPr>
            <a:xfrm>
              <a:off x="398031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9" name="pg2419"/>
            <p:cNvSpPr/>
            <p:nvPr/>
          </p:nvSpPr>
          <p:spPr>
            <a:xfrm>
              <a:off x="409669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0" name="pg2420"/>
            <p:cNvSpPr/>
            <p:nvPr/>
          </p:nvSpPr>
          <p:spPr>
            <a:xfrm>
              <a:off x="410832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1" name="pg2421"/>
            <p:cNvSpPr/>
            <p:nvPr/>
          </p:nvSpPr>
          <p:spPr>
            <a:xfrm>
              <a:off x="411996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2" name="pg2422"/>
            <p:cNvSpPr/>
            <p:nvPr/>
          </p:nvSpPr>
          <p:spPr>
            <a:xfrm>
              <a:off x="413160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3" name="pg2423"/>
            <p:cNvSpPr/>
            <p:nvPr/>
          </p:nvSpPr>
          <p:spPr>
            <a:xfrm>
              <a:off x="438762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0D0609">
                <a:alpha val="100000"/>
              </a:srgbClr>
            </a:solidFill>
            <a:ln w="5420" cap="flat">
              <a:solidFill>
                <a:srgbClr val="0D060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4" name="pg2424"/>
            <p:cNvSpPr/>
            <p:nvPr/>
          </p:nvSpPr>
          <p:spPr>
            <a:xfrm>
              <a:off x="439926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0C0506">
                <a:alpha val="100000"/>
              </a:srgbClr>
            </a:solidFill>
            <a:ln w="5420" cap="flat">
              <a:solidFill>
                <a:srgbClr val="0C050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5" name="pg2425"/>
            <p:cNvSpPr/>
            <p:nvPr/>
          </p:nvSpPr>
          <p:spPr>
            <a:xfrm>
              <a:off x="441090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0C0507">
                <a:alpha val="100000"/>
              </a:srgbClr>
            </a:solidFill>
            <a:ln w="5420" cap="flat">
              <a:solidFill>
                <a:srgbClr val="0C050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6" name="pg2426"/>
            <p:cNvSpPr/>
            <p:nvPr/>
          </p:nvSpPr>
          <p:spPr>
            <a:xfrm>
              <a:off x="442253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0E060A">
                <a:alpha val="100000"/>
              </a:srgbClr>
            </a:solidFill>
            <a:ln w="5420" cap="flat">
              <a:solidFill>
                <a:srgbClr val="0E060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7" name="pg2427"/>
            <p:cNvSpPr/>
            <p:nvPr/>
          </p:nvSpPr>
          <p:spPr>
            <a:xfrm>
              <a:off x="443417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1090F">
                <a:alpha val="100000"/>
              </a:srgbClr>
            </a:solidFill>
            <a:ln w="5420" cap="flat">
              <a:solidFill>
                <a:srgbClr val="11090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8" name="pg2428"/>
            <p:cNvSpPr/>
            <p:nvPr/>
          </p:nvSpPr>
          <p:spPr>
            <a:xfrm>
              <a:off x="308424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9" name="pg2429"/>
            <p:cNvSpPr/>
            <p:nvPr/>
          </p:nvSpPr>
          <p:spPr>
            <a:xfrm>
              <a:off x="309588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0" name="pg2430"/>
            <p:cNvSpPr/>
            <p:nvPr/>
          </p:nvSpPr>
          <p:spPr>
            <a:xfrm>
              <a:off x="343336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1" name="pg2431"/>
            <p:cNvSpPr/>
            <p:nvPr/>
          </p:nvSpPr>
          <p:spPr>
            <a:xfrm>
              <a:off x="344500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2" name="pg2432"/>
            <p:cNvSpPr/>
            <p:nvPr/>
          </p:nvSpPr>
          <p:spPr>
            <a:xfrm>
              <a:off x="345663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3" name="pg2433"/>
            <p:cNvSpPr/>
            <p:nvPr/>
          </p:nvSpPr>
          <p:spPr>
            <a:xfrm>
              <a:off x="346827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4" name="pg2434"/>
            <p:cNvSpPr/>
            <p:nvPr/>
          </p:nvSpPr>
          <p:spPr>
            <a:xfrm>
              <a:off x="347991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5" name="pg2435"/>
            <p:cNvSpPr/>
            <p:nvPr/>
          </p:nvSpPr>
          <p:spPr>
            <a:xfrm>
              <a:off x="349155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6" name="pg2436"/>
            <p:cNvSpPr/>
            <p:nvPr/>
          </p:nvSpPr>
          <p:spPr>
            <a:xfrm>
              <a:off x="350318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7" name="pg2437"/>
            <p:cNvSpPr/>
            <p:nvPr/>
          </p:nvSpPr>
          <p:spPr>
            <a:xfrm>
              <a:off x="351482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8" name="pg2438"/>
            <p:cNvSpPr/>
            <p:nvPr/>
          </p:nvSpPr>
          <p:spPr>
            <a:xfrm>
              <a:off x="352646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9" name="pg2439"/>
            <p:cNvSpPr/>
            <p:nvPr/>
          </p:nvSpPr>
          <p:spPr>
            <a:xfrm>
              <a:off x="353810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0" name="pg2440"/>
            <p:cNvSpPr/>
            <p:nvPr/>
          </p:nvSpPr>
          <p:spPr>
            <a:xfrm>
              <a:off x="354973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1" name="pg2441"/>
            <p:cNvSpPr/>
            <p:nvPr/>
          </p:nvSpPr>
          <p:spPr>
            <a:xfrm>
              <a:off x="356137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2" name="pg2442"/>
            <p:cNvSpPr/>
            <p:nvPr/>
          </p:nvSpPr>
          <p:spPr>
            <a:xfrm>
              <a:off x="357301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3" name="pg2443"/>
            <p:cNvSpPr/>
            <p:nvPr/>
          </p:nvSpPr>
          <p:spPr>
            <a:xfrm>
              <a:off x="358464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4" name="pg2444"/>
            <p:cNvSpPr/>
            <p:nvPr/>
          </p:nvSpPr>
          <p:spPr>
            <a:xfrm>
              <a:off x="359628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5" name="pg2445"/>
            <p:cNvSpPr/>
            <p:nvPr/>
          </p:nvSpPr>
          <p:spPr>
            <a:xfrm>
              <a:off x="360792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6" name="pg2446"/>
            <p:cNvSpPr/>
            <p:nvPr/>
          </p:nvSpPr>
          <p:spPr>
            <a:xfrm>
              <a:off x="361956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7" name="pg2447"/>
            <p:cNvSpPr/>
            <p:nvPr/>
          </p:nvSpPr>
          <p:spPr>
            <a:xfrm>
              <a:off x="363119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8" name="pg2448"/>
            <p:cNvSpPr/>
            <p:nvPr/>
          </p:nvSpPr>
          <p:spPr>
            <a:xfrm>
              <a:off x="364283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9" name="pg2449"/>
            <p:cNvSpPr/>
            <p:nvPr/>
          </p:nvSpPr>
          <p:spPr>
            <a:xfrm>
              <a:off x="365447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0" name="pg2450"/>
            <p:cNvSpPr/>
            <p:nvPr/>
          </p:nvSpPr>
          <p:spPr>
            <a:xfrm>
              <a:off x="366611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1" name="pg2451"/>
            <p:cNvSpPr/>
            <p:nvPr/>
          </p:nvSpPr>
          <p:spPr>
            <a:xfrm>
              <a:off x="367774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2" name="pg2452"/>
            <p:cNvSpPr/>
            <p:nvPr/>
          </p:nvSpPr>
          <p:spPr>
            <a:xfrm>
              <a:off x="368938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3" name="pg2453"/>
            <p:cNvSpPr/>
            <p:nvPr/>
          </p:nvSpPr>
          <p:spPr>
            <a:xfrm>
              <a:off x="370102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4" name="pg2454"/>
            <p:cNvSpPr/>
            <p:nvPr/>
          </p:nvSpPr>
          <p:spPr>
            <a:xfrm>
              <a:off x="371266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5" name="pg2455"/>
            <p:cNvSpPr/>
            <p:nvPr/>
          </p:nvSpPr>
          <p:spPr>
            <a:xfrm>
              <a:off x="372429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6" name="pg2456"/>
            <p:cNvSpPr/>
            <p:nvPr/>
          </p:nvSpPr>
          <p:spPr>
            <a:xfrm>
              <a:off x="373593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7" name="pg2457"/>
            <p:cNvSpPr/>
            <p:nvPr/>
          </p:nvSpPr>
          <p:spPr>
            <a:xfrm>
              <a:off x="374757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8" name="pg2458"/>
            <p:cNvSpPr/>
            <p:nvPr/>
          </p:nvSpPr>
          <p:spPr>
            <a:xfrm>
              <a:off x="375920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9" name="pg2459"/>
            <p:cNvSpPr/>
            <p:nvPr/>
          </p:nvSpPr>
          <p:spPr>
            <a:xfrm>
              <a:off x="377084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0" name="pg2460"/>
            <p:cNvSpPr/>
            <p:nvPr/>
          </p:nvSpPr>
          <p:spPr>
            <a:xfrm>
              <a:off x="378248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1" name="pg2461"/>
            <p:cNvSpPr/>
            <p:nvPr/>
          </p:nvSpPr>
          <p:spPr>
            <a:xfrm>
              <a:off x="379412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2" name="pg2462"/>
            <p:cNvSpPr/>
            <p:nvPr/>
          </p:nvSpPr>
          <p:spPr>
            <a:xfrm>
              <a:off x="380575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3" name="pg2463"/>
            <p:cNvSpPr/>
            <p:nvPr/>
          </p:nvSpPr>
          <p:spPr>
            <a:xfrm>
              <a:off x="381739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4" name="pg2464"/>
            <p:cNvSpPr/>
            <p:nvPr/>
          </p:nvSpPr>
          <p:spPr>
            <a:xfrm>
              <a:off x="382903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5" name="pg2465"/>
            <p:cNvSpPr/>
            <p:nvPr/>
          </p:nvSpPr>
          <p:spPr>
            <a:xfrm>
              <a:off x="384067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6" name="pg2466"/>
            <p:cNvSpPr/>
            <p:nvPr/>
          </p:nvSpPr>
          <p:spPr>
            <a:xfrm>
              <a:off x="385230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7" name="pg2467"/>
            <p:cNvSpPr/>
            <p:nvPr/>
          </p:nvSpPr>
          <p:spPr>
            <a:xfrm>
              <a:off x="386394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8" name="pg2468"/>
            <p:cNvSpPr/>
            <p:nvPr/>
          </p:nvSpPr>
          <p:spPr>
            <a:xfrm>
              <a:off x="387558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9" name="pg2469"/>
            <p:cNvSpPr/>
            <p:nvPr/>
          </p:nvSpPr>
          <p:spPr>
            <a:xfrm>
              <a:off x="388722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0" name="pg2470"/>
            <p:cNvSpPr/>
            <p:nvPr/>
          </p:nvSpPr>
          <p:spPr>
            <a:xfrm>
              <a:off x="389885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1" name="pg2471"/>
            <p:cNvSpPr/>
            <p:nvPr/>
          </p:nvSpPr>
          <p:spPr>
            <a:xfrm>
              <a:off x="391049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2" name="pg2472"/>
            <p:cNvSpPr/>
            <p:nvPr/>
          </p:nvSpPr>
          <p:spPr>
            <a:xfrm>
              <a:off x="392213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3" name="pg2473"/>
            <p:cNvSpPr/>
            <p:nvPr/>
          </p:nvSpPr>
          <p:spPr>
            <a:xfrm>
              <a:off x="393376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4" name="pg2474"/>
            <p:cNvSpPr/>
            <p:nvPr/>
          </p:nvSpPr>
          <p:spPr>
            <a:xfrm>
              <a:off x="394540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5" name="pg2475"/>
            <p:cNvSpPr/>
            <p:nvPr/>
          </p:nvSpPr>
          <p:spPr>
            <a:xfrm>
              <a:off x="395704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6" name="pg2476"/>
            <p:cNvSpPr/>
            <p:nvPr/>
          </p:nvSpPr>
          <p:spPr>
            <a:xfrm>
              <a:off x="396868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7">
                <a:alpha val="100000"/>
              </a:srgbClr>
            </a:solidFill>
            <a:ln w="5420" cap="flat">
              <a:solidFill>
                <a:srgbClr val="392D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7" name="pg2477"/>
            <p:cNvSpPr/>
            <p:nvPr/>
          </p:nvSpPr>
          <p:spPr>
            <a:xfrm>
              <a:off x="398031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8" name="pg2478"/>
            <p:cNvSpPr/>
            <p:nvPr/>
          </p:nvSpPr>
          <p:spPr>
            <a:xfrm>
              <a:off x="408505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9" name="pg2479"/>
            <p:cNvSpPr/>
            <p:nvPr/>
          </p:nvSpPr>
          <p:spPr>
            <a:xfrm>
              <a:off x="409669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0" name="pg2480"/>
            <p:cNvSpPr/>
            <p:nvPr/>
          </p:nvSpPr>
          <p:spPr>
            <a:xfrm>
              <a:off x="410832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1" name="pg2481"/>
            <p:cNvSpPr/>
            <p:nvPr/>
          </p:nvSpPr>
          <p:spPr>
            <a:xfrm>
              <a:off x="411996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2" name="pg2482"/>
            <p:cNvSpPr/>
            <p:nvPr/>
          </p:nvSpPr>
          <p:spPr>
            <a:xfrm>
              <a:off x="413160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3" name="pg2483"/>
            <p:cNvSpPr/>
            <p:nvPr/>
          </p:nvSpPr>
          <p:spPr>
            <a:xfrm>
              <a:off x="414324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4" name="pg2484"/>
            <p:cNvSpPr/>
            <p:nvPr/>
          </p:nvSpPr>
          <p:spPr>
            <a:xfrm>
              <a:off x="415487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5" name="pg2485"/>
            <p:cNvSpPr/>
            <p:nvPr/>
          </p:nvSpPr>
          <p:spPr>
            <a:xfrm>
              <a:off x="438762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0080E">
                <a:alpha val="100000"/>
              </a:srgbClr>
            </a:solidFill>
            <a:ln w="5420" cap="flat">
              <a:solidFill>
                <a:srgbClr val="10080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6" name="pg2486"/>
            <p:cNvSpPr/>
            <p:nvPr/>
          </p:nvSpPr>
          <p:spPr>
            <a:xfrm>
              <a:off x="439926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0F080D">
                <a:alpha val="100000"/>
              </a:srgbClr>
            </a:solidFill>
            <a:ln w="5420" cap="flat">
              <a:solidFill>
                <a:srgbClr val="0F080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7" name="pg2487"/>
            <p:cNvSpPr/>
            <p:nvPr/>
          </p:nvSpPr>
          <p:spPr>
            <a:xfrm>
              <a:off x="441090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0F080D">
                <a:alpha val="100000"/>
              </a:srgbClr>
            </a:solidFill>
            <a:ln w="5420" cap="flat">
              <a:solidFill>
                <a:srgbClr val="0F080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8" name="pg2488"/>
            <p:cNvSpPr/>
            <p:nvPr/>
          </p:nvSpPr>
          <p:spPr>
            <a:xfrm>
              <a:off x="442253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1090F">
                <a:alpha val="100000"/>
              </a:srgbClr>
            </a:solidFill>
            <a:ln w="5420" cap="flat">
              <a:solidFill>
                <a:srgbClr val="11090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9" name="pg2489"/>
            <p:cNvSpPr/>
            <p:nvPr/>
          </p:nvSpPr>
          <p:spPr>
            <a:xfrm>
              <a:off x="443417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30B12">
                <a:alpha val="100000"/>
              </a:srgbClr>
            </a:solidFill>
            <a:ln w="5420" cap="flat">
              <a:solidFill>
                <a:srgbClr val="130B1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0" name="pg2490"/>
            <p:cNvSpPr/>
            <p:nvPr/>
          </p:nvSpPr>
          <p:spPr>
            <a:xfrm>
              <a:off x="307260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1" name="pg2491"/>
            <p:cNvSpPr/>
            <p:nvPr/>
          </p:nvSpPr>
          <p:spPr>
            <a:xfrm>
              <a:off x="308424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2" name="pg2492"/>
            <p:cNvSpPr/>
            <p:nvPr/>
          </p:nvSpPr>
          <p:spPr>
            <a:xfrm>
              <a:off x="309588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3" name="pg2493"/>
            <p:cNvSpPr/>
            <p:nvPr/>
          </p:nvSpPr>
          <p:spPr>
            <a:xfrm>
              <a:off x="310751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4" name="pg2494"/>
            <p:cNvSpPr/>
            <p:nvPr/>
          </p:nvSpPr>
          <p:spPr>
            <a:xfrm>
              <a:off x="311915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5" name="pg2495"/>
            <p:cNvSpPr/>
            <p:nvPr/>
          </p:nvSpPr>
          <p:spPr>
            <a:xfrm>
              <a:off x="343336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6" name="pg2496"/>
            <p:cNvSpPr/>
            <p:nvPr/>
          </p:nvSpPr>
          <p:spPr>
            <a:xfrm>
              <a:off x="344500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7" name="pg2497"/>
            <p:cNvSpPr/>
            <p:nvPr/>
          </p:nvSpPr>
          <p:spPr>
            <a:xfrm>
              <a:off x="345663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8" name="pg2498"/>
            <p:cNvSpPr/>
            <p:nvPr/>
          </p:nvSpPr>
          <p:spPr>
            <a:xfrm>
              <a:off x="346827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9" name="pg2499"/>
            <p:cNvSpPr/>
            <p:nvPr/>
          </p:nvSpPr>
          <p:spPr>
            <a:xfrm>
              <a:off x="3479913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0" name="pg2500"/>
            <p:cNvSpPr/>
            <p:nvPr/>
          </p:nvSpPr>
          <p:spPr>
            <a:xfrm>
              <a:off x="349155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1" name="pg2501"/>
            <p:cNvSpPr/>
            <p:nvPr/>
          </p:nvSpPr>
          <p:spPr>
            <a:xfrm>
              <a:off x="350318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2" name="pg2502"/>
            <p:cNvSpPr/>
            <p:nvPr/>
          </p:nvSpPr>
          <p:spPr>
            <a:xfrm>
              <a:off x="351482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3" name="pg2503"/>
            <p:cNvSpPr/>
            <p:nvPr/>
          </p:nvSpPr>
          <p:spPr>
            <a:xfrm>
              <a:off x="3526463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4" name="pg2504"/>
            <p:cNvSpPr/>
            <p:nvPr/>
          </p:nvSpPr>
          <p:spPr>
            <a:xfrm>
              <a:off x="353810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5" name="pg2505"/>
            <p:cNvSpPr/>
            <p:nvPr/>
          </p:nvSpPr>
          <p:spPr>
            <a:xfrm>
              <a:off x="354973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6" name="pg2506"/>
            <p:cNvSpPr/>
            <p:nvPr/>
          </p:nvSpPr>
          <p:spPr>
            <a:xfrm>
              <a:off x="356137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7" name="pg2507"/>
            <p:cNvSpPr/>
            <p:nvPr/>
          </p:nvSpPr>
          <p:spPr>
            <a:xfrm>
              <a:off x="357301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8" name="pg2508"/>
            <p:cNvSpPr/>
            <p:nvPr/>
          </p:nvSpPr>
          <p:spPr>
            <a:xfrm>
              <a:off x="358464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9" name="pg2509"/>
            <p:cNvSpPr/>
            <p:nvPr/>
          </p:nvSpPr>
          <p:spPr>
            <a:xfrm>
              <a:off x="368938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0" name="pg2510"/>
            <p:cNvSpPr/>
            <p:nvPr/>
          </p:nvSpPr>
          <p:spPr>
            <a:xfrm>
              <a:off x="3701023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1" name="pg2511"/>
            <p:cNvSpPr/>
            <p:nvPr/>
          </p:nvSpPr>
          <p:spPr>
            <a:xfrm>
              <a:off x="371266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2" name="pg2512"/>
            <p:cNvSpPr/>
            <p:nvPr/>
          </p:nvSpPr>
          <p:spPr>
            <a:xfrm>
              <a:off x="372429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3" name="pg2513"/>
            <p:cNvSpPr/>
            <p:nvPr/>
          </p:nvSpPr>
          <p:spPr>
            <a:xfrm>
              <a:off x="373593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4" name="pg2514"/>
            <p:cNvSpPr/>
            <p:nvPr/>
          </p:nvSpPr>
          <p:spPr>
            <a:xfrm>
              <a:off x="374757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5" name="pg2515"/>
            <p:cNvSpPr/>
            <p:nvPr/>
          </p:nvSpPr>
          <p:spPr>
            <a:xfrm>
              <a:off x="375920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6" name="pg2516"/>
            <p:cNvSpPr/>
            <p:nvPr/>
          </p:nvSpPr>
          <p:spPr>
            <a:xfrm>
              <a:off x="377084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7" name="pg2517"/>
            <p:cNvSpPr/>
            <p:nvPr/>
          </p:nvSpPr>
          <p:spPr>
            <a:xfrm>
              <a:off x="378248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8" name="pg2518"/>
            <p:cNvSpPr/>
            <p:nvPr/>
          </p:nvSpPr>
          <p:spPr>
            <a:xfrm>
              <a:off x="379412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9" name="pg2519"/>
            <p:cNvSpPr/>
            <p:nvPr/>
          </p:nvSpPr>
          <p:spPr>
            <a:xfrm>
              <a:off x="389885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0" name="pg2520"/>
            <p:cNvSpPr/>
            <p:nvPr/>
          </p:nvSpPr>
          <p:spPr>
            <a:xfrm>
              <a:off x="391049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1" name="pg2521"/>
            <p:cNvSpPr/>
            <p:nvPr/>
          </p:nvSpPr>
          <p:spPr>
            <a:xfrm>
              <a:off x="392213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2" name="pg2522"/>
            <p:cNvSpPr/>
            <p:nvPr/>
          </p:nvSpPr>
          <p:spPr>
            <a:xfrm>
              <a:off x="393376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3" name="pg2523"/>
            <p:cNvSpPr/>
            <p:nvPr/>
          </p:nvSpPr>
          <p:spPr>
            <a:xfrm>
              <a:off x="394540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4" name="pg2524"/>
            <p:cNvSpPr/>
            <p:nvPr/>
          </p:nvSpPr>
          <p:spPr>
            <a:xfrm>
              <a:off x="395704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5" name="pg2525"/>
            <p:cNvSpPr/>
            <p:nvPr/>
          </p:nvSpPr>
          <p:spPr>
            <a:xfrm>
              <a:off x="396868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6" name="pg2526"/>
            <p:cNvSpPr/>
            <p:nvPr/>
          </p:nvSpPr>
          <p:spPr>
            <a:xfrm>
              <a:off x="398031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7" name="pg2527"/>
            <p:cNvSpPr/>
            <p:nvPr/>
          </p:nvSpPr>
          <p:spPr>
            <a:xfrm>
              <a:off x="399195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8" name="pg2528"/>
            <p:cNvSpPr/>
            <p:nvPr/>
          </p:nvSpPr>
          <p:spPr>
            <a:xfrm>
              <a:off x="406178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9" name="pg2529"/>
            <p:cNvSpPr/>
            <p:nvPr/>
          </p:nvSpPr>
          <p:spPr>
            <a:xfrm>
              <a:off x="407341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0" name="pg2530"/>
            <p:cNvSpPr/>
            <p:nvPr/>
          </p:nvSpPr>
          <p:spPr>
            <a:xfrm>
              <a:off x="408505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1" name="pg2531"/>
            <p:cNvSpPr/>
            <p:nvPr/>
          </p:nvSpPr>
          <p:spPr>
            <a:xfrm>
              <a:off x="409669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2" name="pg2532"/>
            <p:cNvSpPr/>
            <p:nvPr/>
          </p:nvSpPr>
          <p:spPr>
            <a:xfrm>
              <a:off x="410832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3" name="pg2533"/>
            <p:cNvSpPr/>
            <p:nvPr/>
          </p:nvSpPr>
          <p:spPr>
            <a:xfrm>
              <a:off x="411996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4" name="pg2534"/>
            <p:cNvSpPr/>
            <p:nvPr/>
          </p:nvSpPr>
          <p:spPr>
            <a:xfrm>
              <a:off x="413160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5" name="pg2535"/>
            <p:cNvSpPr/>
            <p:nvPr/>
          </p:nvSpPr>
          <p:spPr>
            <a:xfrm>
              <a:off x="414324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6" name="pg2536"/>
            <p:cNvSpPr/>
            <p:nvPr/>
          </p:nvSpPr>
          <p:spPr>
            <a:xfrm>
              <a:off x="415487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7" name="pg2537"/>
            <p:cNvSpPr/>
            <p:nvPr/>
          </p:nvSpPr>
          <p:spPr>
            <a:xfrm>
              <a:off x="416651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8" name="pg2538"/>
            <p:cNvSpPr/>
            <p:nvPr/>
          </p:nvSpPr>
          <p:spPr>
            <a:xfrm>
              <a:off x="4178153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9" name="pg2539"/>
            <p:cNvSpPr/>
            <p:nvPr/>
          </p:nvSpPr>
          <p:spPr>
            <a:xfrm>
              <a:off x="438762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30C13">
                <a:alpha val="100000"/>
              </a:srgbClr>
            </a:solidFill>
            <a:ln w="5420" cap="flat">
              <a:solidFill>
                <a:srgbClr val="130C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0" name="pg2540"/>
            <p:cNvSpPr/>
            <p:nvPr/>
          </p:nvSpPr>
          <p:spPr>
            <a:xfrm>
              <a:off x="439926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30B12">
                <a:alpha val="100000"/>
              </a:srgbClr>
            </a:solidFill>
            <a:ln w="5420" cap="flat">
              <a:solidFill>
                <a:srgbClr val="130B1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1" name="pg2541"/>
            <p:cNvSpPr/>
            <p:nvPr/>
          </p:nvSpPr>
          <p:spPr>
            <a:xfrm>
              <a:off x="441090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30B13">
                <a:alpha val="100000"/>
              </a:srgbClr>
            </a:solidFill>
            <a:ln w="5420" cap="flat">
              <a:solidFill>
                <a:srgbClr val="130B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2" name="pg2542"/>
            <p:cNvSpPr/>
            <p:nvPr/>
          </p:nvSpPr>
          <p:spPr>
            <a:xfrm>
              <a:off x="442253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40C14">
                <a:alpha val="100000"/>
              </a:srgbClr>
            </a:solidFill>
            <a:ln w="5420" cap="flat">
              <a:solidFill>
                <a:srgbClr val="140C1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3" name="pg2543"/>
            <p:cNvSpPr/>
            <p:nvPr/>
          </p:nvSpPr>
          <p:spPr>
            <a:xfrm>
              <a:off x="443417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50E16">
                <a:alpha val="100000"/>
              </a:srgbClr>
            </a:solidFill>
            <a:ln w="5420" cap="flat">
              <a:solidFill>
                <a:srgbClr val="150E1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4" name="pg2544"/>
            <p:cNvSpPr/>
            <p:nvPr/>
          </p:nvSpPr>
          <p:spPr>
            <a:xfrm>
              <a:off x="297950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5" name="pg2545"/>
            <p:cNvSpPr/>
            <p:nvPr/>
          </p:nvSpPr>
          <p:spPr>
            <a:xfrm>
              <a:off x="299114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6" name="pg2546"/>
            <p:cNvSpPr/>
            <p:nvPr/>
          </p:nvSpPr>
          <p:spPr>
            <a:xfrm>
              <a:off x="300278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7" name="pg2547"/>
            <p:cNvSpPr/>
            <p:nvPr/>
          </p:nvSpPr>
          <p:spPr>
            <a:xfrm>
              <a:off x="306096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8" name="pg2548"/>
            <p:cNvSpPr/>
            <p:nvPr/>
          </p:nvSpPr>
          <p:spPr>
            <a:xfrm>
              <a:off x="307260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9" name="pg2549"/>
            <p:cNvSpPr/>
            <p:nvPr/>
          </p:nvSpPr>
          <p:spPr>
            <a:xfrm>
              <a:off x="308424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0" name="pg2550"/>
            <p:cNvSpPr/>
            <p:nvPr/>
          </p:nvSpPr>
          <p:spPr>
            <a:xfrm>
              <a:off x="309588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1" name="pg2551"/>
            <p:cNvSpPr/>
            <p:nvPr/>
          </p:nvSpPr>
          <p:spPr>
            <a:xfrm>
              <a:off x="310751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2" name="pg2552"/>
            <p:cNvSpPr/>
            <p:nvPr/>
          </p:nvSpPr>
          <p:spPr>
            <a:xfrm>
              <a:off x="311915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3" name="pg2553"/>
            <p:cNvSpPr/>
            <p:nvPr/>
          </p:nvSpPr>
          <p:spPr>
            <a:xfrm>
              <a:off x="313079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4" name="pg2554"/>
            <p:cNvSpPr/>
            <p:nvPr/>
          </p:nvSpPr>
          <p:spPr>
            <a:xfrm>
              <a:off x="314243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5" name="pg2555"/>
            <p:cNvSpPr/>
            <p:nvPr/>
          </p:nvSpPr>
          <p:spPr>
            <a:xfrm>
              <a:off x="315406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6" name="pg2556"/>
            <p:cNvSpPr/>
            <p:nvPr/>
          </p:nvSpPr>
          <p:spPr>
            <a:xfrm>
              <a:off x="316570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7" name="pg2557"/>
            <p:cNvSpPr/>
            <p:nvPr/>
          </p:nvSpPr>
          <p:spPr>
            <a:xfrm>
              <a:off x="317734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8" name="pg2558"/>
            <p:cNvSpPr/>
            <p:nvPr/>
          </p:nvSpPr>
          <p:spPr>
            <a:xfrm>
              <a:off x="327044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9" name="pg2559"/>
            <p:cNvSpPr/>
            <p:nvPr/>
          </p:nvSpPr>
          <p:spPr>
            <a:xfrm>
              <a:off x="328207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0" name="pg2560"/>
            <p:cNvSpPr/>
            <p:nvPr/>
          </p:nvSpPr>
          <p:spPr>
            <a:xfrm>
              <a:off x="329371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1" name="pg2561"/>
            <p:cNvSpPr/>
            <p:nvPr/>
          </p:nvSpPr>
          <p:spPr>
            <a:xfrm>
              <a:off x="330535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2" name="pg2562"/>
            <p:cNvSpPr/>
            <p:nvPr/>
          </p:nvSpPr>
          <p:spPr>
            <a:xfrm>
              <a:off x="331699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3" name="pg2563"/>
            <p:cNvSpPr/>
            <p:nvPr/>
          </p:nvSpPr>
          <p:spPr>
            <a:xfrm>
              <a:off x="343336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4" name="pg2564"/>
            <p:cNvSpPr/>
            <p:nvPr/>
          </p:nvSpPr>
          <p:spPr>
            <a:xfrm>
              <a:off x="344500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5" name="pg2565"/>
            <p:cNvSpPr/>
            <p:nvPr/>
          </p:nvSpPr>
          <p:spPr>
            <a:xfrm>
              <a:off x="345663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6" name="pg2566"/>
            <p:cNvSpPr/>
            <p:nvPr/>
          </p:nvSpPr>
          <p:spPr>
            <a:xfrm>
              <a:off x="346827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7" name="pg2567"/>
            <p:cNvSpPr/>
            <p:nvPr/>
          </p:nvSpPr>
          <p:spPr>
            <a:xfrm>
              <a:off x="347991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8" name="pg2568"/>
            <p:cNvSpPr/>
            <p:nvPr/>
          </p:nvSpPr>
          <p:spPr>
            <a:xfrm>
              <a:off x="349155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9" name="pg2569"/>
            <p:cNvSpPr/>
            <p:nvPr/>
          </p:nvSpPr>
          <p:spPr>
            <a:xfrm>
              <a:off x="350318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0" name="pg2570"/>
            <p:cNvSpPr/>
            <p:nvPr/>
          </p:nvSpPr>
          <p:spPr>
            <a:xfrm>
              <a:off x="351482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1" name="pg2571"/>
            <p:cNvSpPr/>
            <p:nvPr/>
          </p:nvSpPr>
          <p:spPr>
            <a:xfrm>
              <a:off x="352646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2" name="pg2572"/>
            <p:cNvSpPr/>
            <p:nvPr/>
          </p:nvSpPr>
          <p:spPr>
            <a:xfrm>
              <a:off x="353810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3" name="pg2573"/>
            <p:cNvSpPr/>
            <p:nvPr/>
          </p:nvSpPr>
          <p:spPr>
            <a:xfrm>
              <a:off x="354973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4" name="pg2574"/>
            <p:cNvSpPr/>
            <p:nvPr/>
          </p:nvSpPr>
          <p:spPr>
            <a:xfrm>
              <a:off x="356137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5" name="pg2575"/>
            <p:cNvSpPr/>
            <p:nvPr/>
          </p:nvSpPr>
          <p:spPr>
            <a:xfrm>
              <a:off x="357301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6" name="pg2576"/>
            <p:cNvSpPr/>
            <p:nvPr/>
          </p:nvSpPr>
          <p:spPr>
            <a:xfrm>
              <a:off x="358464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7" name="pg2577"/>
            <p:cNvSpPr/>
            <p:nvPr/>
          </p:nvSpPr>
          <p:spPr>
            <a:xfrm>
              <a:off x="393376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8" name="pg2578"/>
            <p:cNvSpPr/>
            <p:nvPr/>
          </p:nvSpPr>
          <p:spPr>
            <a:xfrm>
              <a:off x="394540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9" name="pg2579"/>
            <p:cNvSpPr/>
            <p:nvPr/>
          </p:nvSpPr>
          <p:spPr>
            <a:xfrm>
              <a:off x="395704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0" name="pg2580"/>
            <p:cNvSpPr/>
            <p:nvPr/>
          </p:nvSpPr>
          <p:spPr>
            <a:xfrm>
              <a:off x="396868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1" name="pg2581"/>
            <p:cNvSpPr/>
            <p:nvPr/>
          </p:nvSpPr>
          <p:spPr>
            <a:xfrm>
              <a:off x="398031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2" name="pg2582"/>
            <p:cNvSpPr/>
            <p:nvPr/>
          </p:nvSpPr>
          <p:spPr>
            <a:xfrm>
              <a:off x="399195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3" name="pg2583"/>
            <p:cNvSpPr/>
            <p:nvPr/>
          </p:nvSpPr>
          <p:spPr>
            <a:xfrm>
              <a:off x="400359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4" name="pg2584"/>
            <p:cNvSpPr/>
            <p:nvPr/>
          </p:nvSpPr>
          <p:spPr>
            <a:xfrm>
              <a:off x="402686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5" name="pg2585"/>
            <p:cNvSpPr/>
            <p:nvPr/>
          </p:nvSpPr>
          <p:spPr>
            <a:xfrm>
              <a:off x="403850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6" name="pg2586"/>
            <p:cNvSpPr/>
            <p:nvPr/>
          </p:nvSpPr>
          <p:spPr>
            <a:xfrm>
              <a:off x="405014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7" name="pg2587"/>
            <p:cNvSpPr/>
            <p:nvPr/>
          </p:nvSpPr>
          <p:spPr>
            <a:xfrm>
              <a:off x="406178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8" name="pg2588"/>
            <p:cNvSpPr/>
            <p:nvPr/>
          </p:nvSpPr>
          <p:spPr>
            <a:xfrm>
              <a:off x="407341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9" name="pg2589"/>
            <p:cNvSpPr/>
            <p:nvPr/>
          </p:nvSpPr>
          <p:spPr>
            <a:xfrm>
              <a:off x="408505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0" name="pg2590"/>
            <p:cNvSpPr/>
            <p:nvPr/>
          </p:nvSpPr>
          <p:spPr>
            <a:xfrm>
              <a:off x="409669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1" name="pg2591"/>
            <p:cNvSpPr/>
            <p:nvPr/>
          </p:nvSpPr>
          <p:spPr>
            <a:xfrm>
              <a:off x="410832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2" name="pg2592"/>
            <p:cNvSpPr/>
            <p:nvPr/>
          </p:nvSpPr>
          <p:spPr>
            <a:xfrm>
              <a:off x="411996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3" name="pg2593"/>
            <p:cNvSpPr/>
            <p:nvPr/>
          </p:nvSpPr>
          <p:spPr>
            <a:xfrm>
              <a:off x="413160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4" name="pg2594"/>
            <p:cNvSpPr/>
            <p:nvPr/>
          </p:nvSpPr>
          <p:spPr>
            <a:xfrm>
              <a:off x="414324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5" name="pg2595"/>
            <p:cNvSpPr/>
            <p:nvPr/>
          </p:nvSpPr>
          <p:spPr>
            <a:xfrm>
              <a:off x="415487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6" name="pg2596"/>
            <p:cNvSpPr/>
            <p:nvPr/>
          </p:nvSpPr>
          <p:spPr>
            <a:xfrm>
              <a:off x="416651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7" name="pg2597"/>
            <p:cNvSpPr/>
            <p:nvPr/>
          </p:nvSpPr>
          <p:spPr>
            <a:xfrm>
              <a:off x="417815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8" name="pg2598"/>
            <p:cNvSpPr/>
            <p:nvPr/>
          </p:nvSpPr>
          <p:spPr>
            <a:xfrm>
              <a:off x="418979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9" name="pg2599"/>
            <p:cNvSpPr/>
            <p:nvPr/>
          </p:nvSpPr>
          <p:spPr>
            <a:xfrm>
              <a:off x="439926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60E17">
                <a:alpha val="100000"/>
              </a:srgbClr>
            </a:solidFill>
            <a:ln w="5420" cap="flat">
              <a:solidFill>
                <a:srgbClr val="160E1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0" name="pg2600"/>
            <p:cNvSpPr/>
            <p:nvPr/>
          </p:nvSpPr>
          <p:spPr>
            <a:xfrm>
              <a:off x="441090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60E17">
                <a:alpha val="100000"/>
              </a:srgbClr>
            </a:solidFill>
            <a:ln w="5420" cap="flat">
              <a:solidFill>
                <a:srgbClr val="160E1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1" name="pg2601"/>
            <p:cNvSpPr/>
            <p:nvPr/>
          </p:nvSpPr>
          <p:spPr>
            <a:xfrm>
              <a:off x="442253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60F18">
                <a:alpha val="100000"/>
              </a:srgbClr>
            </a:solidFill>
            <a:ln w="5420" cap="flat">
              <a:solidFill>
                <a:srgbClr val="160F1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2" name="pg2602"/>
            <p:cNvSpPr/>
            <p:nvPr/>
          </p:nvSpPr>
          <p:spPr>
            <a:xfrm>
              <a:off x="443417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71019">
                <a:alpha val="100000"/>
              </a:srgbClr>
            </a:solidFill>
            <a:ln w="5420" cap="flat">
              <a:solidFill>
                <a:srgbClr val="17101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3" name="pg2603"/>
            <p:cNvSpPr/>
            <p:nvPr/>
          </p:nvSpPr>
          <p:spPr>
            <a:xfrm>
              <a:off x="295623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4" name="pg2604"/>
            <p:cNvSpPr/>
            <p:nvPr/>
          </p:nvSpPr>
          <p:spPr>
            <a:xfrm>
              <a:off x="296787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5" name="pg2605"/>
            <p:cNvSpPr/>
            <p:nvPr/>
          </p:nvSpPr>
          <p:spPr>
            <a:xfrm>
              <a:off x="297950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6" name="pg2606"/>
            <p:cNvSpPr/>
            <p:nvPr/>
          </p:nvSpPr>
          <p:spPr>
            <a:xfrm>
              <a:off x="299114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7" name="pg2607"/>
            <p:cNvSpPr/>
            <p:nvPr/>
          </p:nvSpPr>
          <p:spPr>
            <a:xfrm>
              <a:off x="300278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8" name="pg2608"/>
            <p:cNvSpPr/>
            <p:nvPr/>
          </p:nvSpPr>
          <p:spPr>
            <a:xfrm>
              <a:off x="301442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9" name="pg2609"/>
            <p:cNvSpPr/>
            <p:nvPr/>
          </p:nvSpPr>
          <p:spPr>
            <a:xfrm>
              <a:off x="304933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0" name="pg2610"/>
            <p:cNvSpPr/>
            <p:nvPr/>
          </p:nvSpPr>
          <p:spPr>
            <a:xfrm>
              <a:off x="306096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1" name="pg2611"/>
            <p:cNvSpPr/>
            <p:nvPr/>
          </p:nvSpPr>
          <p:spPr>
            <a:xfrm>
              <a:off x="307260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2" name="pg2612"/>
            <p:cNvSpPr/>
            <p:nvPr/>
          </p:nvSpPr>
          <p:spPr>
            <a:xfrm>
              <a:off x="308424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3" name="pg2613"/>
            <p:cNvSpPr/>
            <p:nvPr/>
          </p:nvSpPr>
          <p:spPr>
            <a:xfrm>
              <a:off x="309588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4" name="pg2614"/>
            <p:cNvSpPr/>
            <p:nvPr/>
          </p:nvSpPr>
          <p:spPr>
            <a:xfrm>
              <a:off x="310751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5" name="pg2615"/>
            <p:cNvSpPr/>
            <p:nvPr/>
          </p:nvSpPr>
          <p:spPr>
            <a:xfrm>
              <a:off x="311915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6" name="pg2616"/>
            <p:cNvSpPr/>
            <p:nvPr/>
          </p:nvSpPr>
          <p:spPr>
            <a:xfrm>
              <a:off x="313079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7" name="pg2617"/>
            <p:cNvSpPr/>
            <p:nvPr/>
          </p:nvSpPr>
          <p:spPr>
            <a:xfrm>
              <a:off x="314243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8" name="pg2618"/>
            <p:cNvSpPr/>
            <p:nvPr/>
          </p:nvSpPr>
          <p:spPr>
            <a:xfrm>
              <a:off x="315406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9" name="pg2619"/>
            <p:cNvSpPr/>
            <p:nvPr/>
          </p:nvSpPr>
          <p:spPr>
            <a:xfrm>
              <a:off x="316570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0" name="pg2620"/>
            <p:cNvSpPr/>
            <p:nvPr/>
          </p:nvSpPr>
          <p:spPr>
            <a:xfrm>
              <a:off x="317734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1" name="pg2621"/>
            <p:cNvSpPr/>
            <p:nvPr/>
          </p:nvSpPr>
          <p:spPr>
            <a:xfrm>
              <a:off x="318898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2" name="pg2622"/>
            <p:cNvSpPr/>
            <p:nvPr/>
          </p:nvSpPr>
          <p:spPr>
            <a:xfrm>
              <a:off x="320061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3" name="pg2623"/>
            <p:cNvSpPr/>
            <p:nvPr/>
          </p:nvSpPr>
          <p:spPr>
            <a:xfrm>
              <a:off x="325880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4" name="pg2624"/>
            <p:cNvSpPr/>
            <p:nvPr/>
          </p:nvSpPr>
          <p:spPr>
            <a:xfrm>
              <a:off x="327044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5" name="pg2625"/>
            <p:cNvSpPr/>
            <p:nvPr/>
          </p:nvSpPr>
          <p:spPr>
            <a:xfrm>
              <a:off x="328207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6" name="pg2626"/>
            <p:cNvSpPr/>
            <p:nvPr/>
          </p:nvSpPr>
          <p:spPr>
            <a:xfrm>
              <a:off x="329371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7" name="pg2627"/>
            <p:cNvSpPr/>
            <p:nvPr/>
          </p:nvSpPr>
          <p:spPr>
            <a:xfrm>
              <a:off x="330535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8" name="pg2628"/>
            <p:cNvSpPr/>
            <p:nvPr/>
          </p:nvSpPr>
          <p:spPr>
            <a:xfrm>
              <a:off x="331699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9" name="pg2629"/>
            <p:cNvSpPr/>
            <p:nvPr/>
          </p:nvSpPr>
          <p:spPr>
            <a:xfrm>
              <a:off x="332862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0" name="pg2630"/>
            <p:cNvSpPr/>
            <p:nvPr/>
          </p:nvSpPr>
          <p:spPr>
            <a:xfrm>
              <a:off x="334026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1" name="pg2631"/>
            <p:cNvSpPr/>
            <p:nvPr/>
          </p:nvSpPr>
          <p:spPr>
            <a:xfrm>
              <a:off x="345663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2" name="pg2632"/>
            <p:cNvSpPr/>
            <p:nvPr/>
          </p:nvSpPr>
          <p:spPr>
            <a:xfrm>
              <a:off x="346827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3" name="pg2633"/>
            <p:cNvSpPr/>
            <p:nvPr/>
          </p:nvSpPr>
          <p:spPr>
            <a:xfrm>
              <a:off x="347991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4" name="pg2634"/>
            <p:cNvSpPr/>
            <p:nvPr/>
          </p:nvSpPr>
          <p:spPr>
            <a:xfrm>
              <a:off x="349155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5" name="pg2635"/>
            <p:cNvSpPr/>
            <p:nvPr/>
          </p:nvSpPr>
          <p:spPr>
            <a:xfrm>
              <a:off x="350318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6" name="pg2636"/>
            <p:cNvSpPr/>
            <p:nvPr/>
          </p:nvSpPr>
          <p:spPr>
            <a:xfrm>
              <a:off x="351482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7" name="pg2637"/>
            <p:cNvSpPr/>
            <p:nvPr/>
          </p:nvSpPr>
          <p:spPr>
            <a:xfrm>
              <a:off x="352646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8" name="pg2638"/>
            <p:cNvSpPr/>
            <p:nvPr/>
          </p:nvSpPr>
          <p:spPr>
            <a:xfrm>
              <a:off x="353810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9" name="pg2639"/>
            <p:cNvSpPr/>
            <p:nvPr/>
          </p:nvSpPr>
          <p:spPr>
            <a:xfrm>
              <a:off x="354973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0" name="pg2640"/>
            <p:cNvSpPr/>
            <p:nvPr/>
          </p:nvSpPr>
          <p:spPr>
            <a:xfrm>
              <a:off x="356137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1" name="pg2641"/>
            <p:cNvSpPr/>
            <p:nvPr/>
          </p:nvSpPr>
          <p:spPr>
            <a:xfrm>
              <a:off x="357301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2" name="pg2642"/>
            <p:cNvSpPr/>
            <p:nvPr/>
          </p:nvSpPr>
          <p:spPr>
            <a:xfrm>
              <a:off x="358464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3" name="pg2643"/>
            <p:cNvSpPr/>
            <p:nvPr/>
          </p:nvSpPr>
          <p:spPr>
            <a:xfrm>
              <a:off x="394540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4" name="pg2644"/>
            <p:cNvSpPr/>
            <p:nvPr/>
          </p:nvSpPr>
          <p:spPr>
            <a:xfrm>
              <a:off x="395704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5" name="pg2645"/>
            <p:cNvSpPr/>
            <p:nvPr/>
          </p:nvSpPr>
          <p:spPr>
            <a:xfrm>
              <a:off x="396868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6" name="pg2646"/>
            <p:cNvSpPr/>
            <p:nvPr/>
          </p:nvSpPr>
          <p:spPr>
            <a:xfrm>
              <a:off x="398031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7" name="pg2647"/>
            <p:cNvSpPr/>
            <p:nvPr/>
          </p:nvSpPr>
          <p:spPr>
            <a:xfrm>
              <a:off x="399195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8" name="pg2648"/>
            <p:cNvSpPr/>
            <p:nvPr/>
          </p:nvSpPr>
          <p:spPr>
            <a:xfrm>
              <a:off x="400359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9" name="pg2649"/>
            <p:cNvSpPr/>
            <p:nvPr/>
          </p:nvSpPr>
          <p:spPr>
            <a:xfrm>
              <a:off x="401523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0" name="pg2650"/>
            <p:cNvSpPr/>
            <p:nvPr/>
          </p:nvSpPr>
          <p:spPr>
            <a:xfrm>
              <a:off x="402686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1" name="pg2651"/>
            <p:cNvSpPr/>
            <p:nvPr/>
          </p:nvSpPr>
          <p:spPr>
            <a:xfrm>
              <a:off x="403850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2" name="pg2652"/>
            <p:cNvSpPr/>
            <p:nvPr/>
          </p:nvSpPr>
          <p:spPr>
            <a:xfrm>
              <a:off x="405014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3" name="pg2653"/>
            <p:cNvSpPr/>
            <p:nvPr/>
          </p:nvSpPr>
          <p:spPr>
            <a:xfrm>
              <a:off x="406178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4" name="pg2654"/>
            <p:cNvSpPr/>
            <p:nvPr/>
          </p:nvSpPr>
          <p:spPr>
            <a:xfrm>
              <a:off x="407341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5" name="pg2655"/>
            <p:cNvSpPr/>
            <p:nvPr/>
          </p:nvSpPr>
          <p:spPr>
            <a:xfrm>
              <a:off x="408505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6" name="pg2656"/>
            <p:cNvSpPr/>
            <p:nvPr/>
          </p:nvSpPr>
          <p:spPr>
            <a:xfrm>
              <a:off x="409669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7" name="pg2657"/>
            <p:cNvSpPr/>
            <p:nvPr/>
          </p:nvSpPr>
          <p:spPr>
            <a:xfrm>
              <a:off x="410832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8" name="pg2658"/>
            <p:cNvSpPr/>
            <p:nvPr/>
          </p:nvSpPr>
          <p:spPr>
            <a:xfrm>
              <a:off x="411996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9" name="pg2659"/>
            <p:cNvSpPr/>
            <p:nvPr/>
          </p:nvSpPr>
          <p:spPr>
            <a:xfrm>
              <a:off x="413160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0" name="pg2660"/>
            <p:cNvSpPr/>
            <p:nvPr/>
          </p:nvSpPr>
          <p:spPr>
            <a:xfrm>
              <a:off x="414324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1" name="pg2661"/>
            <p:cNvSpPr/>
            <p:nvPr/>
          </p:nvSpPr>
          <p:spPr>
            <a:xfrm>
              <a:off x="415487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2" name="pg2662"/>
            <p:cNvSpPr/>
            <p:nvPr/>
          </p:nvSpPr>
          <p:spPr>
            <a:xfrm>
              <a:off x="416651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3" name="pg2663"/>
            <p:cNvSpPr/>
            <p:nvPr/>
          </p:nvSpPr>
          <p:spPr>
            <a:xfrm>
              <a:off x="417815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4" name="pg2664"/>
            <p:cNvSpPr/>
            <p:nvPr/>
          </p:nvSpPr>
          <p:spPr>
            <a:xfrm>
              <a:off x="418979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5" name="pg2665"/>
            <p:cNvSpPr/>
            <p:nvPr/>
          </p:nvSpPr>
          <p:spPr>
            <a:xfrm>
              <a:off x="420142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6" name="pg2666"/>
            <p:cNvSpPr/>
            <p:nvPr/>
          </p:nvSpPr>
          <p:spPr>
            <a:xfrm>
              <a:off x="439926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8111B">
                <a:alpha val="100000"/>
              </a:srgbClr>
            </a:solidFill>
            <a:ln w="5420" cap="flat">
              <a:solidFill>
                <a:srgbClr val="18111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7" name="pg2667"/>
            <p:cNvSpPr/>
            <p:nvPr/>
          </p:nvSpPr>
          <p:spPr>
            <a:xfrm>
              <a:off x="441090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8111B">
                <a:alpha val="100000"/>
              </a:srgbClr>
            </a:solidFill>
            <a:ln w="5420" cap="flat">
              <a:solidFill>
                <a:srgbClr val="18111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8" name="pg2668"/>
            <p:cNvSpPr/>
            <p:nvPr/>
          </p:nvSpPr>
          <p:spPr>
            <a:xfrm>
              <a:off x="442253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9111C">
                <a:alpha val="100000"/>
              </a:srgbClr>
            </a:solidFill>
            <a:ln w="5420" cap="flat">
              <a:solidFill>
                <a:srgbClr val="1911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9" name="pg2669"/>
            <p:cNvSpPr/>
            <p:nvPr/>
          </p:nvSpPr>
          <p:spPr>
            <a:xfrm>
              <a:off x="443417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9121D">
                <a:alpha val="100000"/>
              </a:srgbClr>
            </a:solidFill>
            <a:ln w="5420" cap="flat">
              <a:solidFill>
                <a:srgbClr val="19121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0" name="pg2670"/>
            <p:cNvSpPr/>
            <p:nvPr/>
          </p:nvSpPr>
          <p:spPr>
            <a:xfrm>
              <a:off x="444581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31E">
                <a:alpha val="100000"/>
              </a:srgbClr>
            </a:solidFill>
            <a:ln w="5420" cap="flat">
              <a:solidFill>
                <a:srgbClr val="1A13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1" name="pg2671"/>
            <p:cNvSpPr/>
            <p:nvPr/>
          </p:nvSpPr>
          <p:spPr>
            <a:xfrm>
              <a:off x="294459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2" name="pg2672"/>
            <p:cNvSpPr/>
            <p:nvPr/>
          </p:nvSpPr>
          <p:spPr>
            <a:xfrm>
              <a:off x="295623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3" name="pg2673"/>
            <p:cNvSpPr/>
            <p:nvPr/>
          </p:nvSpPr>
          <p:spPr>
            <a:xfrm>
              <a:off x="296787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4" name="pg2674"/>
            <p:cNvSpPr/>
            <p:nvPr/>
          </p:nvSpPr>
          <p:spPr>
            <a:xfrm>
              <a:off x="297950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5" name="pg2675"/>
            <p:cNvSpPr/>
            <p:nvPr/>
          </p:nvSpPr>
          <p:spPr>
            <a:xfrm>
              <a:off x="299114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6" name="pg2676"/>
            <p:cNvSpPr/>
            <p:nvPr/>
          </p:nvSpPr>
          <p:spPr>
            <a:xfrm>
              <a:off x="300278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7" name="pg2677"/>
            <p:cNvSpPr/>
            <p:nvPr/>
          </p:nvSpPr>
          <p:spPr>
            <a:xfrm>
              <a:off x="301442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8" name="pg2678"/>
            <p:cNvSpPr/>
            <p:nvPr/>
          </p:nvSpPr>
          <p:spPr>
            <a:xfrm>
              <a:off x="302605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9" name="pg2679"/>
            <p:cNvSpPr/>
            <p:nvPr/>
          </p:nvSpPr>
          <p:spPr>
            <a:xfrm>
              <a:off x="303769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0" name="pg2680"/>
            <p:cNvSpPr/>
            <p:nvPr/>
          </p:nvSpPr>
          <p:spPr>
            <a:xfrm>
              <a:off x="304933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1" name="pg2681"/>
            <p:cNvSpPr/>
            <p:nvPr/>
          </p:nvSpPr>
          <p:spPr>
            <a:xfrm>
              <a:off x="306096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2" name="pg2682"/>
            <p:cNvSpPr/>
            <p:nvPr/>
          </p:nvSpPr>
          <p:spPr>
            <a:xfrm>
              <a:off x="307260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3" name="pg2683"/>
            <p:cNvSpPr/>
            <p:nvPr/>
          </p:nvSpPr>
          <p:spPr>
            <a:xfrm>
              <a:off x="308424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4" name="pg2684"/>
            <p:cNvSpPr/>
            <p:nvPr/>
          </p:nvSpPr>
          <p:spPr>
            <a:xfrm>
              <a:off x="309588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5" name="pg2685"/>
            <p:cNvSpPr/>
            <p:nvPr/>
          </p:nvSpPr>
          <p:spPr>
            <a:xfrm>
              <a:off x="310751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6" name="pg2686"/>
            <p:cNvSpPr/>
            <p:nvPr/>
          </p:nvSpPr>
          <p:spPr>
            <a:xfrm>
              <a:off x="311915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7" name="pg2687"/>
            <p:cNvSpPr/>
            <p:nvPr/>
          </p:nvSpPr>
          <p:spPr>
            <a:xfrm>
              <a:off x="313079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8" name="pg2688"/>
            <p:cNvSpPr/>
            <p:nvPr/>
          </p:nvSpPr>
          <p:spPr>
            <a:xfrm>
              <a:off x="314243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9" name="pg2689"/>
            <p:cNvSpPr/>
            <p:nvPr/>
          </p:nvSpPr>
          <p:spPr>
            <a:xfrm>
              <a:off x="315406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0" name="pg2690"/>
            <p:cNvSpPr/>
            <p:nvPr/>
          </p:nvSpPr>
          <p:spPr>
            <a:xfrm>
              <a:off x="316570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1" name="pg2691"/>
            <p:cNvSpPr/>
            <p:nvPr/>
          </p:nvSpPr>
          <p:spPr>
            <a:xfrm>
              <a:off x="317734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2" name="pg2692"/>
            <p:cNvSpPr/>
            <p:nvPr/>
          </p:nvSpPr>
          <p:spPr>
            <a:xfrm>
              <a:off x="318898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3" name="pg2693"/>
            <p:cNvSpPr/>
            <p:nvPr/>
          </p:nvSpPr>
          <p:spPr>
            <a:xfrm>
              <a:off x="320061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4" name="pg2694"/>
            <p:cNvSpPr/>
            <p:nvPr/>
          </p:nvSpPr>
          <p:spPr>
            <a:xfrm>
              <a:off x="321225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5" name="pg2695"/>
            <p:cNvSpPr/>
            <p:nvPr/>
          </p:nvSpPr>
          <p:spPr>
            <a:xfrm>
              <a:off x="322389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6" name="pg2696"/>
            <p:cNvSpPr/>
            <p:nvPr/>
          </p:nvSpPr>
          <p:spPr>
            <a:xfrm>
              <a:off x="323552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7" name="pg2697"/>
            <p:cNvSpPr/>
            <p:nvPr/>
          </p:nvSpPr>
          <p:spPr>
            <a:xfrm>
              <a:off x="324716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8" name="pg2698"/>
            <p:cNvSpPr/>
            <p:nvPr/>
          </p:nvSpPr>
          <p:spPr>
            <a:xfrm>
              <a:off x="325880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9" name="pg2699"/>
            <p:cNvSpPr/>
            <p:nvPr/>
          </p:nvSpPr>
          <p:spPr>
            <a:xfrm>
              <a:off x="327044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0" name="pg2700"/>
            <p:cNvSpPr/>
            <p:nvPr/>
          </p:nvSpPr>
          <p:spPr>
            <a:xfrm>
              <a:off x="328207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1" name="pg2701"/>
            <p:cNvSpPr/>
            <p:nvPr/>
          </p:nvSpPr>
          <p:spPr>
            <a:xfrm>
              <a:off x="329371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2" name="pg2702"/>
            <p:cNvSpPr/>
            <p:nvPr/>
          </p:nvSpPr>
          <p:spPr>
            <a:xfrm>
              <a:off x="330535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3" name="pg2703"/>
            <p:cNvSpPr/>
            <p:nvPr/>
          </p:nvSpPr>
          <p:spPr>
            <a:xfrm>
              <a:off x="331699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4" name="pg2704"/>
            <p:cNvSpPr/>
            <p:nvPr/>
          </p:nvSpPr>
          <p:spPr>
            <a:xfrm>
              <a:off x="332862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5" name="pg2705"/>
            <p:cNvSpPr/>
            <p:nvPr/>
          </p:nvSpPr>
          <p:spPr>
            <a:xfrm>
              <a:off x="334026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6" name="pg2706"/>
            <p:cNvSpPr/>
            <p:nvPr/>
          </p:nvSpPr>
          <p:spPr>
            <a:xfrm>
              <a:off x="335190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7" name="pg2707"/>
            <p:cNvSpPr/>
            <p:nvPr/>
          </p:nvSpPr>
          <p:spPr>
            <a:xfrm>
              <a:off x="336354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8" name="pg2708"/>
            <p:cNvSpPr/>
            <p:nvPr/>
          </p:nvSpPr>
          <p:spPr>
            <a:xfrm>
              <a:off x="337517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9" name="pg2709"/>
            <p:cNvSpPr/>
            <p:nvPr/>
          </p:nvSpPr>
          <p:spPr>
            <a:xfrm>
              <a:off x="346827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0" name="pg2710"/>
            <p:cNvSpPr/>
            <p:nvPr/>
          </p:nvSpPr>
          <p:spPr>
            <a:xfrm>
              <a:off x="347991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1" name="pg2711"/>
            <p:cNvSpPr/>
            <p:nvPr/>
          </p:nvSpPr>
          <p:spPr>
            <a:xfrm>
              <a:off x="349155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2" name="pg2712"/>
            <p:cNvSpPr/>
            <p:nvPr/>
          </p:nvSpPr>
          <p:spPr>
            <a:xfrm>
              <a:off x="351482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3" name="pg2713"/>
            <p:cNvSpPr/>
            <p:nvPr/>
          </p:nvSpPr>
          <p:spPr>
            <a:xfrm>
              <a:off x="352646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4" name="pg2714"/>
            <p:cNvSpPr/>
            <p:nvPr/>
          </p:nvSpPr>
          <p:spPr>
            <a:xfrm>
              <a:off x="353810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5" name="pg2715"/>
            <p:cNvSpPr/>
            <p:nvPr/>
          </p:nvSpPr>
          <p:spPr>
            <a:xfrm>
              <a:off x="354973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6" name="pg2716"/>
            <p:cNvSpPr/>
            <p:nvPr/>
          </p:nvSpPr>
          <p:spPr>
            <a:xfrm>
              <a:off x="356137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7" name="pg2717"/>
            <p:cNvSpPr/>
            <p:nvPr/>
          </p:nvSpPr>
          <p:spPr>
            <a:xfrm>
              <a:off x="357301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8" name="pg2718"/>
            <p:cNvSpPr/>
            <p:nvPr/>
          </p:nvSpPr>
          <p:spPr>
            <a:xfrm>
              <a:off x="358464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9" name="pg2719"/>
            <p:cNvSpPr/>
            <p:nvPr/>
          </p:nvSpPr>
          <p:spPr>
            <a:xfrm>
              <a:off x="395704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0" name="pg2720"/>
            <p:cNvSpPr/>
            <p:nvPr/>
          </p:nvSpPr>
          <p:spPr>
            <a:xfrm>
              <a:off x="396868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1" name="pg2721"/>
            <p:cNvSpPr/>
            <p:nvPr/>
          </p:nvSpPr>
          <p:spPr>
            <a:xfrm>
              <a:off x="398031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2" name="pg2722"/>
            <p:cNvSpPr/>
            <p:nvPr/>
          </p:nvSpPr>
          <p:spPr>
            <a:xfrm>
              <a:off x="399195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3" name="pg2723"/>
            <p:cNvSpPr/>
            <p:nvPr/>
          </p:nvSpPr>
          <p:spPr>
            <a:xfrm>
              <a:off x="400359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4" name="pg2724"/>
            <p:cNvSpPr/>
            <p:nvPr/>
          </p:nvSpPr>
          <p:spPr>
            <a:xfrm>
              <a:off x="401523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5" name="pg2725"/>
            <p:cNvSpPr/>
            <p:nvPr/>
          </p:nvSpPr>
          <p:spPr>
            <a:xfrm>
              <a:off x="402686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6" name="pg2726"/>
            <p:cNvSpPr/>
            <p:nvPr/>
          </p:nvSpPr>
          <p:spPr>
            <a:xfrm>
              <a:off x="403850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7" name="pg2727"/>
            <p:cNvSpPr/>
            <p:nvPr/>
          </p:nvSpPr>
          <p:spPr>
            <a:xfrm>
              <a:off x="405014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8" name="pg2728"/>
            <p:cNvSpPr/>
            <p:nvPr/>
          </p:nvSpPr>
          <p:spPr>
            <a:xfrm>
              <a:off x="406178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9" name="pg2729"/>
            <p:cNvSpPr/>
            <p:nvPr/>
          </p:nvSpPr>
          <p:spPr>
            <a:xfrm>
              <a:off x="407341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0" name="pg2730"/>
            <p:cNvSpPr/>
            <p:nvPr/>
          </p:nvSpPr>
          <p:spPr>
            <a:xfrm>
              <a:off x="408505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1" name="pg2731"/>
            <p:cNvSpPr/>
            <p:nvPr/>
          </p:nvSpPr>
          <p:spPr>
            <a:xfrm>
              <a:off x="409669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2" name="pg2732"/>
            <p:cNvSpPr/>
            <p:nvPr/>
          </p:nvSpPr>
          <p:spPr>
            <a:xfrm>
              <a:off x="410832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3" name="pg2733"/>
            <p:cNvSpPr/>
            <p:nvPr/>
          </p:nvSpPr>
          <p:spPr>
            <a:xfrm>
              <a:off x="414324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4" name="pg2734"/>
            <p:cNvSpPr/>
            <p:nvPr/>
          </p:nvSpPr>
          <p:spPr>
            <a:xfrm>
              <a:off x="415487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5" name="pg2735"/>
            <p:cNvSpPr/>
            <p:nvPr/>
          </p:nvSpPr>
          <p:spPr>
            <a:xfrm>
              <a:off x="416651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6" name="pg2736"/>
            <p:cNvSpPr/>
            <p:nvPr/>
          </p:nvSpPr>
          <p:spPr>
            <a:xfrm>
              <a:off x="417815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7" name="pg2737"/>
            <p:cNvSpPr/>
            <p:nvPr/>
          </p:nvSpPr>
          <p:spPr>
            <a:xfrm>
              <a:off x="418979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8" name="pg2738"/>
            <p:cNvSpPr/>
            <p:nvPr/>
          </p:nvSpPr>
          <p:spPr>
            <a:xfrm>
              <a:off x="420142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9" name="pg2739"/>
            <p:cNvSpPr/>
            <p:nvPr/>
          </p:nvSpPr>
          <p:spPr>
            <a:xfrm>
              <a:off x="421306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0" name="pg2740"/>
            <p:cNvSpPr/>
            <p:nvPr/>
          </p:nvSpPr>
          <p:spPr>
            <a:xfrm>
              <a:off x="439926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31F">
                <a:alpha val="100000"/>
              </a:srgbClr>
            </a:solidFill>
            <a:ln w="5420" cap="flat">
              <a:solidFill>
                <a:srgbClr val="1A13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1" name="pg2741"/>
            <p:cNvSpPr/>
            <p:nvPr/>
          </p:nvSpPr>
          <p:spPr>
            <a:xfrm>
              <a:off x="441090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31F">
                <a:alpha val="100000"/>
              </a:srgbClr>
            </a:solidFill>
            <a:ln w="5420" cap="flat">
              <a:solidFill>
                <a:srgbClr val="1A13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2" name="pg2742"/>
            <p:cNvSpPr/>
            <p:nvPr/>
          </p:nvSpPr>
          <p:spPr>
            <a:xfrm>
              <a:off x="442253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B141F">
                <a:alpha val="100000"/>
              </a:srgbClr>
            </a:solidFill>
            <a:ln w="5420" cap="flat">
              <a:solidFill>
                <a:srgbClr val="1B14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3" name="pg2743"/>
            <p:cNvSpPr/>
            <p:nvPr/>
          </p:nvSpPr>
          <p:spPr>
            <a:xfrm>
              <a:off x="443417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B1420">
                <a:alpha val="100000"/>
              </a:srgbClr>
            </a:solidFill>
            <a:ln w="5420" cap="flat">
              <a:solidFill>
                <a:srgbClr val="1B14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4" name="pg2744"/>
            <p:cNvSpPr/>
            <p:nvPr/>
          </p:nvSpPr>
          <p:spPr>
            <a:xfrm>
              <a:off x="444581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421">
                <a:alpha val="100000"/>
              </a:srgbClr>
            </a:solidFill>
            <a:ln w="5420" cap="flat">
              <a:solidFill>
                <a:srgbClr val="1C142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5" name="pg2745"/>
            <p:cNvSpPr/>
            <p:nvPr/>
          </p:nvSpPr>
          <p:spPr>
            <a:xfrm>
              <a:off x="294459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6" name="pg2746"/>
            <p:cNvSpPr/>
            <p:nvPr/>
          </p:nvSpPr>
          <p:spPr>
            <a:xfrm>
              <a:off x="295623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7" name="pg2747"/>
            <p:cNvSpPr/>
            <p:nvPr/>
          </p:nvSpPr>
          <p:spPr>
            <a:xfrm>
              <a:off x="296787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8" name="pg2748"/>
            <p:cNvSpPr/>
            <p:nvPr/>
          </p:nvSpPr>
          <p:spPr>
            <a:xfrm>
              <a:off x="297950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9" name="pg2749"/>
            <p:cNvSpPr/>
            <p:nvPr/>
          </p:nvSpPr>
          <p:spPr>
            <a:xfrm>
              <a:off x="299114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0" name="pg2750"/>
            <p:cNvSpPr/>
            <p:nvPr/>
          </p:nvSpPr>
          <p:spPr>
            <a:xfrm>
              <a:off x="300278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1" name="pg2751"/>
            <p:cNvSpPr/>
            <p:nvPr/>
          </p:nvSpPr>
          <p:spPr>
            <a:xfrm>
              <a:off x="301442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2" name="pg2752"/>
            <p:cNvSpPr/>
            <p:nvPr/>
          </p:nvSpPr>
          <p:spPr>
            <a:xfrm>
              <a:off x="302605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3" name="pg2753"/>
            <p:cNvSpPr/>
            <p:nvPr/>
          </p:nvSpPr>
          <p:spPr>
            <a:xfrm>
              <a:off x="303769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4" name="pg2754"/>
            <p:cNvSpPr/>
            <p:nvPr/>
          </p:nvSpPr>
          <p:spPr>
            <a:xfrm>
              <a:off x="304933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5" name="pg2755"/>
            <p:cNvSpPr/>
            <p:nvPr/>
          </p:nvSpPr>
          <p:spPr>
            <a:xfrm>
              <a:off x="306096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6" name="pg2756"/>
            <p:cNvSpPr/>
            <p:nvPr/>
          </p:nvSpPr>
          <p:spPr>
            <a:xfrm>
              <a:off x="307260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7" name="pg2757"/>
            <p:cNvSpPr/>
            <p:nvPr/>
          </p:nvSpPr>
          <p:spPr>
            <a:xfrm>
              <a:off x="308424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8" name="pg2758"/>
            <p:cNvSpPr/>
            <p:nvPr/>
          </p:nvSpPr>
          <p:spPr>
            <a:xfrm>
              <a:off x="309588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9" name="pg2759"/>
            <p:cNvSpPr/>
            <p:nvPr/>
          </p:nvSpPr>
          <p:spPr>
            <a:xfrm>
              <a:off x="310751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0" name="pg2760"/>
            <p:cNvSpPr/>
            <p:nvPr/>
          </p:nvSpPr>
          <p:spPr>
            <a:xfrm>
              <a:off x="311915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1" name="pg2761"/>
            <p:cNvSpPr/>
            <p:nvPr/>
          </p:nvSpPr>
          <p:spPr>
            <a:xfrm>
              <a:off x="313079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2" name="pg2762"/>
            <p:cNvSpPr/>
            <p:nvPr/>
          </p:nvSpPr>
          <p:spPr>
            <a:xfrm>
              <a:off x="314243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3" name="pg2763"/>
            <p:cNvSpPr/>
            <p:nvPr/>
          </p:nvSpPr>
          <p:spPr>
            <a:xfrm>
              <a:off x="315406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4" name="pg2764"/>
            <p:cNvSpPr/>
            <p:nvPr/>
          </p:nvSpPr>
          <p:spPr>
            <a:xfrm>
              <a:off x="316570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5" name="pg2765"/>
            <p:cNvSpPr/>
            <p:nvPr/>
          </p:nvSpPr>
          <p:spPr>
            <a:xfrm>
              <a:off x="317734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6" name="pg2766"/>
            <p:cNvSpPr/>
            <p:nvPr/>
          </p:nvSpPr>
          <p:spPr>
            <a:xfrm>
              <a:off x="318898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7" name="pg2767"/>
            <p:cNvSpPr/>
            <p:nvPr/>
          </p:nvSpPr>
          <p:spPr>
            <a:xfrm>
              <a:off x="320061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8" name="pg2768"/>
            <p:cNvSpPr/>
            <p:nvPr/>
          </p:nvSpPr>
          <p:spPr>
            <a:xfrm>
              <a:off x="321225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9" name="pg2769"/>
            <p:cNvSpPr/>
            <p:nvPr/>
          </p:nvSpPr>
          <p:spPr>
            <a:xfrm>
              <a:off x="322389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0" name="pg2770"/>
            <p:cNvSpPr/>
            <p:nvPr/>
          </p:nvSpPr>
          <p:spPr>
            <a:xfrm>
              <a:off x="323552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1" name="pg2771"/>
            <p:cNvSpPr/>
            <p:nvPr/>
          </p:nvSpPr>
          <p:spPr>
            <a:xfrm>
              <a:off x="324716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2" name="pg2772"/>
            <p:cNvSpPr/>
            <p:nvPr/>
          </p:nvSpPr>
          <p:spPr>
            <a:xfrm>
              <a:off x="325880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3" name="pg2773"/>
            <p:cNvSpPr/>
            <p:nvPr/>
          </p:nvSpPr>
          <p:spPr>
            <a:xfrm>
              <a:off x="327044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4" name="pg2774"/>
            <p:cNvSpPr/>
            <p:nvPr/>
          </p:nvSpPr>
          <p:spPr>
            <a:xfrm>
              <a:off x="328207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5" name="pg2775"/>
            <p:cNvSpPr/>
            <p:nvPr/>
          </p:nvSpPr>
          <p:spPr>
            <a:xfrm>
              <a:off x="329371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6" name="pg2776"/>
            <p:cNvSpPr/>
            <p:nvPr/>
          </p:nvSpPr>
          <p:spPr>
            <a:xfrm>
              <a:off x="330535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7" name="pg2777"/>
            <p:cNvSpPr/>
            <p:nvPr/>
          </p:nvSpPr>
          <p:spPr>
            <a:xfrm>
              <a:off x="331699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8" name="pg2778"/>
            <p:cNvSpPr/>
            <p:nvPr/>
          </p:nvSpPr>
          <p:spPr>
            <a:xfrm>
              <a:off x="332862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9" name="pg2779"/>
            <p:cNvSpPr/>
            <p:nvPr/>
          </p:nvSpPr>
          <p:spPr>
            <a:xfrm>
              <a:off x="334026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0" name="pg2780"/>
            <p:cNvSpPr/>
            <p:nvPr/>
          </p:nvSpPr>
          <p:spPr>
            <a:xfrm>
              <a:off x="335190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1" name="pg2781"/>
            <p:cNvSpPr/>
            <p:nvPr/>
          </p:nvSpPr>
          <p:spPr>
            <a:xfrm>
              <a:off x="336354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2" name="pg2782"/>
            <p:cNvSpPr/>
            <p:nvPr/>
          </p:nvSpPr>
          <p:spPr>
            <a:xfrm>
              <a:off x="337517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3" name="pg2783"/>
            <p:cNvSpPr/>
            <p:nvPr/>
          </p:nvSpPr>
          <p:spPr>
            <a:xfrm>
              <a:off x="338681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4" name="pg2784"/>
            <p:cNvSpPr/>
            <p:nvPr/>
          </p:nvSpPr>
          <p:spPr>
            <a:xfrm>
              <a:off x="345663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5" name="pg2785"/>
            <p:cNvSpPr/>
            <p:nvPr/>
          </p:nvSpPr>
          <p:spPr>
            <a:xfrm>
              <a:off x="346827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6" name="pg2786"/>
            <p:cNvSpPr/>
            <p:nvPr/>
          </p:nvSpPr>
          <p:spPr>
            <a:xfrm>
              <a:off x="347991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7" name="pg2787"/>
            <p:cNvSpPr/>
            <p:nvPr/>
          </p:nvSpPr>
          <p:spPr>
            <a:xfrm>
              <a:off x="349155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8" name="pg2788"/>
            <p:cNvSpPr/>
            <p:nvPr/>
          </p:nvSpPr>
          <p:spPr>
            <a:xfrm>
              <a:off x="350318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9" name="pg2789"/>
            <p:cNvSpPr/>
            <p:nvPr/>
          </p:nvSpPr>
          <p:spPr>
            <a:xfrm>
              <a:off x="351482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0" name="pg2790"/>
            <p:cNvSpPr/>
            <p:nvPr/>
          </p:nvSpPr>
          <p:spPr>
            <a:xfrm>
              <a:off x="352646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1" name="pg2791"/>
            <p:cNvSpPr/>
            <p:nvPr/>
          </p:nvSpPr>
          <p:spPr>
            <a:xfrm>
              <a:off x="353810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2" name="pg2792"/>
            <p:cNvSpPr/>
            <p:nvPr/>
          </p:nvSpPr>
          <p:spPr>
            <a:xfrm>
              <a:off x="354973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3" name="pg2793"/>
            <p:cNvSpPr/>
            <p:nvPr/>
          </p:nvSpPr>
          <p:spPr>
            <a:xfrm>
              <a:off x="356137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4" name="pg2794"/>
            <p:cNvSpPr/>
            <p:nvPr/>
          </p:nvSpPr>
          <p:spPr>
            <a:xfrm>
              <a:off x="357301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5" name="pg2795"/>
            <p:cNvSpPr/>
            <p:nvPr/>
          </p:nvSpPr>
          <p:spPr>
            <a:xfrm>
              <a:off x="396868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6" name="pg2796"/>
            <p:cNvSpPr/>
            <p:nvPr/>
          </p:nvSpPr>
          <p:spPr>
            <a:xfrm>
              <a:off x="398031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7" name="pg2797"/>
            <p:cNvSpPr/>
            <p:nvPr/>
          </p:nvSpPr>
          <p:spPr>
            <a:xfrm>
              <a:off x="399195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8" name="pg2798"/>
            <p:cNvSpPr/>
            <p:nvPr/>
          </p:nvSpPr>
          <p:spPr>
            <a:xfrm>
              <a:off x="400359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9" name="pg2799"/>
            <p:cNvSpPr/>
            <p:nvPr/>
          </p:nvSpPr>
          <p:spPr>
            <a:xfrm>
              <a:off x="401523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0" name="pg2800"/>
            <p:cNvSpPr/>
            <p:nvPr/>
          </p:nvSpPr>
          <p:spPr>
            <a:xfrm>
              <a:off x="402686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1" name="pg2801"/>
            <p:cNvSpPr/>
            <p:nvPr/>
          </p:nvSpPr>
          <p:spPr>
            <a:xfrm>
              <a:off x="403850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2" name="pg2802"/>
            <p:cNvSpPr/>
            <p:nvPr/>
          </p:nvSpPr>
          <p:spPr>
            <a:xfrm>
              <a:off x="405014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3" name="pg2803"/>
            <p:cNvSpPr/>
            <p:nvPr/>
          </p:nvSpPr>
          <p:spPr>
            <a:xfrm>
              <a:off x="406178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4" name="pg2804"/>
            <p:cNvSpPr/>
            <p:nvPr/>
          </p:nvSpPr>
          <p:spPr>
            <a:xfrm>
              <a:off x="407341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5" name="pg2805"/>
            <p:cNvSpPr/>
            <p:nvPr/>
          </p:nvSpPr>
          <p:spPr>
            <a:xfrm>
              <a:off x="415487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6" name="pg2806"/>
            <p:cNvSpPr/>
            <p:nvPr/>
          </p:nvSpPr>
          <p:spPr>
            <a:xfrm>
              <a:off x="416651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7" name="pg2807"/>
            <p:cNvSpPr/>
            <p:nvPr/>
          </p:nvSpPr>
          <p:spPr>
            <a:xfrm>
              <a:off x="417815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8" name="pg2808"/>
            <p:cNvSpPr/>
            <p:nvPr/>
          </p:nvSpPr>
          <p:spPr>
            <a:xfrm>
              <a:off x="418979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9" name="pg2809"/>
            <p:cNvSpPr/>
            <p:nvPr/>
          </p:nvSpPr>
          <p:spPr>
            <a:xfrm>
              <a:off x="420142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0" name="pg2810"/>
            <p:cNvSpPr/>
            <p:nvPr/>
          </p:nvSpPr>
          <p:spPr>
            <a:xfrm>
              <a:off x="421306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1" name="pg2811"/>
            <p:cNvSpPr/>
            <p:nvPr/>
          </p:nvSpPr>
          <p:spPr>
            <a:xfrm>
              <a:off x="441090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523">
                <a:alpha val="100000"/>
              </a:srgbClr>
            </a:solidFill>
            <a:ln w="5420" cap="flat">
              <a:solidFill>
                <a:srgbClr val="1D152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2" name="pg2812"/>
            <p:cNvSpPr/>
            <p:nvPr/>
          </p:nvSpPr>
          <p:spPr>
            <a:xfrm>
              <a:off x="442253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523">
                <a:alpha val="100000"/>
              </a:srgbClr>
            </a:solidFill>
            <a:ln w="5420" cap="flat">
              <a:solidFill>
                <a:srgbClr val="1D152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3" name="pg2813"/>
            <p:cNvSpPr/>
            <p:nvPr/>
          </p:nvSpPr>
          <p:spPr>
            <a:xfrm>
              <a:off x="443417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524">
                <a:alpha val="100000"/>
              </a:srgbClr>
            </a:solidFill>
            <a:ln w="5420" cap="flat">
              <a:solidFill>
                <a:srgbClr val="1D152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4" name="pg2814"/>
            <p:cNvSpPr/>
            <p:nvPr/>
          </p:nvSpPr>
          <p:spPr>
            <a:xfrm>
              <a:off x="444581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4">
                <a:alpha val="100000"/>
              </a:srgbClr>
            </a:solidFill>
            <a:ln w="5420" cap="flat">
              <a:solidFill>
                <a:srgbClr val="1E162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5" name="pg2815"/>
            <p:cNvSpPr/>
            <p:nvPr/>
          </p:nvSpPr>
          <p:spPr>
            <a:xfrm>
              <a:off x="445744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6">
                <a:alpha val="100000"/>
              </a:srgbClr>
            </a:solidFill>
            <a:ln w="5420" cap="flat">
              <a:solidFill>
                <a:srgbClr val="1E1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6" name="pg2816"/>
            <p:cNvSpPr/>
            <p:nvPr/>
          </p:nvSpPr>
          <p:spPr>
            <a:xfrm>
              <a:off x="294459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7" name="pg2817"/>
            <p:cNvSpPr/>
            <p:nvPr/>
          </p:nvSpPr>
          <p:spPr>
            <a:xfrm>
              <a:off x="295623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8" name="pg2818"/>
            <p:cNvSpPr/>
            <p:nvPr/>
          </p:nvSpPr>
          <p:spPr>
            <a:xfrm>
              <a:off x="296787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9" name="pg2819"/>
            <p:cNvSpPr/>
            <p:nvPr/>
          </p:nvSpPr>
          <p:spPr>
            <a:xfrm>
              <a:off x="297950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0" name="pg2820"/>
            <p:cNvSpPr/>
            <p:nvPr/>
          </p:nvSpPr>
          <p:spPr>
            <a:xfrm>
              <a:off x="299114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1" name="pg2821"/>
            <p:cNvSpPr/>
            <p:nvPr/>
          </p:nvSpPr>
          <p:spPr>
            <a:xfrm>
              <a:off x="300278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2" name="pg2822"/>
            <p:cNvSpPr/>
            <p:nvPr/>
          </p:nvSpPr>
          <p:spPr>
            <a:xfrm>
              <a:off x="301442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3" name="pg2823"/>
            <p:cNvSpPr/>
            <p:nvPr/>
          </p:nvSpPr>
          <p:spPr>
            <a:xfrm>
              <a:off x="302605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4" name="pg2824"/>
            <p:cNvSpPr/>
            <p:nvPr/>
          </p:nvSpPr>
          <p:spPr>
            <a:xfrm>
              <a:off x="303769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5" name="pg2825"/>
            <p:cNvSpPr/>
            <p:nvPr/>
          </p:nvSpPr>
          <p:spPr>
            <a:xfrm>
              <a:off x="304933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6" name="pg2826"/>
            <p:cNvSpPr/>
            <p:nvPr/>
          </p:nvSpPr>
          <p:spPr>
            <a:xfrm>
              <a:off x="306096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7" name="pg2827"/>
            <p:cNvSpPr/>
            <p:nvPr/>
          </p:nvSpPr>
          <p:spPr>
            <a:xfrm>
              <a:off x="307260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8" name="pg2828"/>
            <p:cNvSpPr/>
            <p:nvPr/>
          </p:nvSpPr>
          <p:spPr>
            <a:xfrm>
              <a:off x="308424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9" name="pg2829"/>
            <p:cNvSpPr/>
            <p:nvPr/>
          </p:nvSpPr>
          <p:spPr>
            <a:xfrm>
              <a:off x="309588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0" name="pg2830"/>
            <p:cNvSpPr/>
            <p:nvPr/>
          </p:nvSpPr>
          <p:spPr>
            <a:xfrm>
              <a:off x="310751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1" name="pg2831"/>
            <p:cNvSpPr/>
            <p:nvPr/>
          </p:nvSpPr>
          <p:spPr>
            <a:xfrm>
              <a:off x="311915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2" name="pg2832"/>
            <p:cNvSpPr/>
            <p:nvPr/>
          </p:nvSpPr>
          <p:spPr>
            <a:xfrm>
              <a:off x="313079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3" name="pg2833"/>
            <p:cNvSpPr/>
            <p:nvPr/>
          </p:nvSpPr>
          <p:spPr>
            <a:xfrm>
              <a:off x="314243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4" name="pg2834"/>
            <p:cNvSpPr/>
            <p:nvPr/>
          </p:nvSpPr>
          <p:spPr>
            <a:xfrm>
              <a:off x="315406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5" name="pg2835"/>
            <p:cNvSpPr/>
            <p:nvPr/>
          </p:nvSpPr>
          <p:spPr>
            <a:xfrm>
              <a:off x="316570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6" name="pg2836"/>
            <p:cNvSpPr/>
            <p:nvPr/>
          </p:nvSpPr>
          <p:spPr>
            <a:xfrm>
              <a:off x="317734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7" name="pg2837"/>
            <p:cNvSpPr/>
            <p:nvPr/>
          </p:nvSpPr>
          <p:spPr>
            <a:xfrm>
              <a:off x="318898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8" name="pg2838"/>
            <p:cNvSpPr/>
            <p:nvPr/>
          </p:nvSpPr>
          <p:spPr>
            <a:xfrm>
              <a:off x="320061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9" name="pg2839"/>
            <p:cNvSpPr/>
            <p:nvPr/>
          </p:nvSpPr>
          <p:spPr>
            <a:xfrm>
              <a:off x="321225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0" name="pg2840"/>
            <p:cNvSpPr/>
            <p:nvPr/>
          </p:nvSpPr>
          <p:spPr>
            <a:xfrm>
              <a:off x="322389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1" name="pg2841"/>
            <p:cNvSpPr/>
            <p:nvPr/>
          </p:nvSpPr>
          <p:spPr>
            <a:xfrm>
              <a:off x="323552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2" name="pg2842"/>
            <p:cNvSpPr/>
            <p:nvPr/>
          </p:nvSpPr>
          <p:spPr>
            <a:xfrm>
              <a:off x="324716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3" name="pg2843"/>
            <p:cNvSpPr/>
            <p:nvPr/>
          </p:nvSpPr>
          <p:spPr>
            <a:xfrm>
              <a:off x="325880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4" name="pg2844"/>
            <p:cNvSpPr/>
            <p:nvPr/>
          </p:nvSpPr>
          <p:spPr>
            <a:xfrm>
              <a:off x="327044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5" name="pg2845"/>
            <p:cNvSpPr/>
            <p:nvPr/>
          </p:nvSpPr>
          <p:spPr>
            <a:xfrm>
              <a:off x="328207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6" name="pg2846"/>
            <p:cNvSpPr/>
            <p:nvPr/>
          </p:nvSpPr>
          <p:spPr>
            <a:xfrm>
              <a:off x="329371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7" name="pg2847"/>
            <p:cNvSpPr/>
            <p:nvPr/>
          </p:nvSpPr>
          <p:spPr>
            <a:xfrm>
              <a:off x="330535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8" name="pg2848"/>
            <p:cNvSpPr/>
            <p:nvPr/>
          </p:nvSpPr>
          <p:spPr>
            <a:xfrm>
              <a:off x="331699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9" name="pg2849"/>
            <p:cNvSpPr/>
            <p:nvPr/>
          </p:nvSpPr>
          <p:spPr>
            <a:xfrm>
              <a:off x="332862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0" name="pg2850"/>
            <p:cNvSpPr/>
            <p:nvPr/>
          </p:nvSpPr>
          <p:spPr>
            <a:xfrm>
              <a:off x="334026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1" name="pg2851"/>
            <p:cNvSpPr/>
            <p:nvPr/>
          </p:nvSpPr>
          <p:spPr>
            <a:xfrm>
              <a:off x="335190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2" name="pg2852"/>
            <p:cNvSpPr/>
            <p:nvPr/>
          </p:nvSpPr>
          <p:spPr>
            <a:xfrm>
              <a:off x="336354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3" name="pg2853"/>
            <p:cNvSpPr/>
            <p:nvPr/>
          </p:nvSpPr>
          <p:spPr>
            <a:xfrm>
              <a:off x="337517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4" name="pg2854"/>
            <p:cNvSpPr/>
            <p:nvPr/>
          </p:nvSpPr>
          <p:spPr>
            <a:xfrm>
              <a:off x="338681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5" name="pg2855"/>
            <p:cNvSpPr/>
            <p:nvPr/>
          </p:nvSpPr>
          <p:spPr>
            <a:xfrm>
              <a:off x="344500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6" name="pg2856"/>
            <p:cNvSpPr/>
            <p:nvPr/>
          </p:nvSpPr>
          <p:spPr>
            <a:xfrm>
              <a:off x="345663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7" name="pg2857"/>
            <p:cNvSpPr/>
            <p:nvPr/>
          </p:nvSpPr>
          <p:spPr>
            <a:xfrm>
              <a:off x="346827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8" name="pg2858"/>
            <p:cNvSpPr/>
            <p:nvPr/>
          </p:nvSpPr>
          <p:spPr>
            <a:xfrm>
              <a:off x="347991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9" name="pg2859"/>
            <p:cNvSpPr/>
            <p:nvPr/>
          </p:nvSpPr>
          <p:spPr>
            <a:xfrm>
              <a:off x="349155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0" name="pg2860"/>
            <p:cNvSpPr/>
            <p:nvPr/>
          </p:nvSpPr>
          <p:spPr>
            <a:xfrm>
              <a:off x="350318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1" name="pg2861"/>
            <p:cNvSpPr/>
            <p:nvPr/>
          </p:nvSpPr>
          <p:spPr>
            <a:xfrm>
              <a:off x="351482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2" name="pg2862"/>
            <p:cNvSpPr/>
            <p:nvPr/>
          </p:nvSpPr>
          <p:spPr>
            <a:xfrm>
              <a:off x="352646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3" name="pg2863"/>
            <p:cNvSpPr/>
            <p:nvPr/>
          </p:nvSpPr>
          <p:spPr>
            <a:xfrm>
              <a:off x="353810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4" name="pg2864"/>
            <p:cNvSpPr/>
            <p:nvPr/>
          </p:nvSpPr>
          <p:spPr>
            <a:xfrm>
              <a:off x="354973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5" name="pg2865"/>
            <p:cNvSpPr/>
            <p:nvPr/>
          </p:nvSpPr>
          <p:spPr>
            <a:xfrm>
              <a:off x="356137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6" name="pg2866"/>
            <p:cNvSpPr/>
            <p:nvPr/>
          </p:nvSpPr>
          <p:spPr>
            <a:xfrm>
              <a:off x="357301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7" name="pg2867"/>
            <p:cNvSpPr/>
            <p:nvPr/>
          </p:nvSpPr>
          <p:spPr>
            <a:xfrm>
              <a:off x="358464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8" name="pg2868"/>
            <p:cNvSpPr/>
            <p:nvPr/>
          </p:nvSpPr>
          <p:spPr>
            <a:xfrm>
              <a:off x="359628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9" name="pg2869"/>
            <p:cNvSpPr/>
            <p:nvPr/>
          </p:nvSpPr>
          <p:spPr>
            <a:xfrm>
              <a:off x="396868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0" name="pg2870"/>
            <p:cNvSpPr/>
            <p:nvPr/>
          </p:nvSpPr>
          <p:spPr>
            <a:xfrm>
              <a:off x="398031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1" name="pg2871"/>
            <p:cNvSpPr/>
            <p:nvPr/>
          </p:nvSpPr>
          <p:spPr>
            <a:xfrm>
              <a:off x="399195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2" name="pg2872"/>
            <p:cNvSpPr/>
            <p:nvPr/>
          </p:nvSpPr>
          <p:spPr>
            <a:xfrm>
              <a:off x="400359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3" name="pg2873"/>
            <p:cNvSpPr/>
            <p:nvPr/>
          </p:nvSpPr>
          <p:spPr>
            <a:xfrm>
              <a:off x="401523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4" name="pg2874"/>
            <p:cNvSpPr/>
            <p:nvPr/>
          </p:nvSpPr>
          <p:spPr>
            <a:xfrm>
              <a:off x="402686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5" name="pg2875"/>
            <p:cNvSpPr/>
            <p:nvPr/>
          </p:nvSpPr>
          <p:spPr>
            <a:xfrm>
              <a:off x="403850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6" name="pg2876"/>
            <p:cNvSpPr/>
            <p:nvPr/>
          </p:nvSpPr>
          <p:spPr>
            <a:xfrm>
              <a:off x="405014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7" name="pg2877"/>
            <p:cNvSpPr/>
            <p:nvPr/>
          </p:nvSpPr>
          <p:spPr>
            <a:xfrm>
              <a:off x="416651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8" name="pg2878"/>
            <p:cNvSpPr/>
            <p:nvPr/>
          </p:nvSpPr>
          <p:spPr>
            <a:xfrm>
              <a:off x="417815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9" name="pg2879"/>
            <p:cNvSpPr/>
            <p:nvPr/>
          </p:nvSpPr>
          <p:spPr>
            <a:xfrm>
              <a:off x="418979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0" name="pg2880"/>
            <p:cNvSpPr/>
            <p:nvPr/>
          </p:nvSpPr>
          <p:spPr>
            <a:xfrm>
              <a:off x="420142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1" name="pg2881"/>
            <p:cNvSpPr/>
            <p:nvPr/>
          </p:nvSpPr>
          <p:spPr>
            <a:xfrm>
              <a:off x="421306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2" name="pg2882"/>
            <p:cNvSpPr/>
            <p:nvPr/>
          </p:nvSpPr>
          <p:spPr>
            <a:xfrm>
              <a:off x="422470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3" name="pg2883"/>
            <p:cNvSpPr/>
            <p:nvPr/>
          </p:nvSpPr>
          <p:spPr>
            <a:xfrm>
              <a:off x="423634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4" name="pg2884"/>
            <p:cNvSpPr/>
            <p:nvPr/>
          </p:nvSpPr>
          <p:spPr>
            <a:xfrm>
              <a:off x="441090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829">
                <a:alpha val="100000"/>
              </a:srgbClr>
            </a:solidFill>
            <a:ln w="5420" cap="flat">
              <a:solidFill>
                <a:srgbClr val="201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5" name="pg2885"/>
            <p:cNvSpPr/>
            <p:nvPr/>
          </p:nvSpPr>
          <p:spPr>
            <a:xfrm>
              <a:off x="442253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829">
                <a:alpha val="100000"/>
              </a:srgbClr>
            </a:solidFill>
            <a:ln w="5420" cap="flat">
              <a:solidFill>
                <a:srgbClr val="201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6" name="pg2886"/>
            <p:cNvSpPr/>
            <p:nvPr/>
          </p:nvSpPr>
          <p:spPr>
            <a:xfrm>
              <a:off x="443417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82A">
                <a:alpha val="100000"/>
              </a:srgbClr>
            </a:solidFill>
            <a:ln w="5420" cap="flat">
              <a:solidFill>
                <a:srgbClr val="211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7" name="pg2887"/>
            <p:cNvSpPr/>
            <p:nvPr/>
          </p:nvSpPr>
          <p:spPr>
            <a:xfrm>
              <a:off x="444581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82A">
                <a:alpha val="100000"/>
              </a:srgbClr>
            </a:solidFill>
            <a:ln w="5420" cap="flat">
              <a:solidFill>
                <a:srgbClr val="211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8" name="pg2888"/>
            <p:cNvSpPr/>
            <p:nvPr/>
          </p:nvSpPr>
          <p:spPr>
            <a:xfrm>
              <a:off x="445744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92B">
                <a:alpha val="100000"/>
              </a:srgbClr>
            </a:solidFill>
            <a:ln w="5420" cap="flat">
              <a:solidFill>
                <a:srgbClr val="211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9" name="pg2889"/>
            <p:cNvSpPr/>
            <p:nvPr/>
          </p:nvSpPr>
          <p:spPr>
            <a:xfrm>
              <a:off x="294459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0" name="pg2890"/>
            <p:cNvSpPr/>
            <p:nvPr/>
          </p:nvSpPr>
          <p:spPr>
            <a:xfrm>
              <a:off x="295623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1" name="pg2891"/>
            <p:cNvSpPr/>
            <p:nvPr/>
          </p:nvSpPr>
          <p:spPr>
            <a:xfrm>
              <a:off x="296787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2" name="pg2892"/>
            <p:cNvSpPr/>
            <p:nvPr/>
          </p:nvSpPr>
          <p:spPr>
            <a:xfrm>
              <a:off x="297950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3" name="pg2893"/>
            <p:cNvSpPr/>
            <p:nvPr/>
          </p:nvSpPr>
          <p:spPr>
            <a:xfrm>
              <a:off x="299114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4" name="pg2894"/>
            <p:cNvSpPr/>
            <p:nvPr/>
          </p:nvSpPr>
          <p:spPr>
            <a:xfrm>
              <a:off x="300278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5" name="pg2895"/>
            <p:cNvSpPr/>
            <p:nvPr/>
          </p:nvSpPr>
          <p:spPr>
            <a:xfrm>
              <a:off x="301442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6" name="pg2896"/>
            <p:cNvSpPr/>
            <p:nvPr/>
          </p:nvSpPr>
          <p:spPr>
            <a:xfrm>
              <a:off x="302605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7" name="pg2897"/>
            <p:cNvSpPr/>
            <p:nvPr/>
          </p:nvSpPr>
          <p:spPr>
            <a:xfrm>
              <a:off x="303769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8" name="pg2898"/>
            <p:cNvSpPr/>
            <p:nvPr/>
          </p:nvSpPr>
          <p:spPr>
            <a:xfrm>
              <a:off x="304933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9" name="pg2899"/>
            <p:cNvSpPr/>
            <p:nvPr/>
          </p:nvSpPr>
          <p:spPr>
            <a:xfrm>
              <a:off x="306096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0" name="pg2900"/>
            <p:cNvSpPr/>
            <p:nvPr/>
          </p:nvSpPr>
          <p:spPr>
            <a:xfrm>
              <a:off x="307260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1" name="pg2901"/>
            <p:cNvSpPr/>
            <p:nvPr/>
          </p:nvSpPr>
          <p:spPr>
            <a:xfrm>
              <a:off x="318898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2" name="pg2902"/>
            <p:cNvSpPr/>
            <p:nvPr/>
          </p:nvSpPr>
          <p:spPr>
            <a:xfrm>
              <a:off x="320061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3" name="pg2903"/>
            <p:cNvSpPr/>
            <p:nvPr/>
          </p:nvSpPr>
          <p:spPr>
            <a:xfrm>
              <a:off x="321225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4" name="pg2904"/>
            <p:cNvSpPr/>
            <p:nvPr/>
          </p:nvSpPr>
          <p:spPr>
            <a:xfrm>
              <a:off x="322389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5" name="pg2905"/>
            <p:cNvSpPr/>
            <p:nvPr/>
          </p:nvSpPr>
          <p:spPr>
            <a:xfrm>
              <a:off x="323552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6" name="pg2906"/>
            <p:cNvSpPr/>
            <p:nvPr/>
          </p:nvSpPr>
          <p:spPr>
            <a:xfrm>
              <a:off x="324716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7" name="pg2907"/>
            <p:cNvSpPr/>
            <p:nvPr/>
          </p:nvSpPr>
          <p:spPr>
            <a:xfrm>
              <a:off x="325880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8" name="pg2908"/>
            <p:cNvSpPr/>
            <p:nvPr/>
          </p:nvSpPr>
          <p:spPr>
            <a:xfrm>
              <a:off x="327044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9" name="pg2909"/>
            <p:cNvSpPr/>
            <p:nvPr/>
          </p:nvSpPr>
          <p:spPr>
            <a:xfrm>
              <a:off x="328207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0" name="pg2910"/>
            <p:cNvSpPr/>
            <p:nvPr/>
          </p:nvSpPr>
          <p:spPr>
            <a:xfrm>
              <a:off x="329371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1" name="pg2911"/>
            <p:cNvSpPr/>
            <p:nvPr/>
          </p:nvSpPr>
          <p:spPr>
            <a:xfrm>
              <a:off x="331699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2" name="pg2912"/>
            <p:cNvSpPr/>
            <p:nvPr/>
          </p:nvSpPr>
          <p:spPr>
            <a:xfrm>
              <a:off x="332862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3" name="pg2913"/>
            <p:cNvSpPr/>
            <p:nvPr/>
          </p:nvSpPr>
          <p:spPr>
            <a:xfrm>
              <a:off x="334026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4" name="pg2914"/>
            <p:cNvSpPr/>
            <p:nvPr/>
          </p:nvSpPr>
          <p:spPr>
            <a:xfrm>
              <a:off x="335190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5" name="pg2915"/>
            <p:cNvSpPr/>
            <p:nvPr/>
          </p:nvSpPr>
          <p:spPr>
            <a:xfrm>
              <a:off x="336354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6" name="pg2916"/>
            <p:cNvSpPr/>
            <p:nvPr/>
          </p:nvSpPr>
          <p:spPr>
            <a:xfrm>
              <a:off x="337517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7" name="pg2917"/>
            <p:cNvSpPr/>
            <p:nvPr/>
          </p:nvSpPr>
          <p:spPr>
            <a:xfrm>
              <a:off x="338681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8" name="pg2918"/>
            <p:cNvSpPr/>
            <p:nvPr/>
          </p:nvSpPr>
          <p:spPr>
            <a:xfrm>
              <a:off x="339845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9" name="pg2919"/>
            <p:cNvSpPr/>
            <p:nvPr/>
          </p:nvSpPr>
          <p:spPr>
            <a:xfrm>
              <a:off x="342172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0" name="pg2920"/>
            <p:cNvSpPr/>
            <p:nvPr/>
          </p:nvSpPr>
          <p:spPr>
            <a:xfrm>
              <a:off x="343336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1" name="pg2921"/>
            <p:cNvSpPr/>
            <p:nvPr/>
          </p:nvSpPr>
          <p:spPr>
            <a:xfrm>
              <a:off x="344500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2" name="pg2922"/>
            <p:cNvSpPr/>
            <p:nvPr/>
          </p:nvSpPr>
          <p:spPr>
            <a:xfrm>
              <a:off x="345663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3" name="pg2923"/>
            <p:cNvSpPr/>
            <p:nvPr/>
          </p:nvSpPr>
          <p:spPr>
            <a:xfrm>
              <a:off x="346827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4" name="pg2924"/>
            <p:cNvSpPr/>
            <p:nvPr/>
          </p:nvSpPr>
          <p:spPr>
            <a:xfrm>
              <a:off x="347991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5" name="pg2925"/>
            <p:cNvSpPr/>
            <p:nvPr/>
          </p:nvSpPr>
          <p:spPr>
            <a:xfrm>
              <a:off x="349155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6" name="pg2926"/>
            <p:cNvSpPr/>
            <p:nvPr/>
          </p:nvSpPr>
          <p:spPr>
            <a:xfrm>
              <a:off x="350318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7" name="pg2927"/>
            <p:cNvSpPr/>
            <p:nvPr/>
          </p:nvSpPr>
          <p:spPr>
            <a:xfrm>
              <a:off x="351482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8" name="pg2928"/>
            <p:cNvSpPr/>
            <p:nvPr/>
          </p:nvSpPr>
          <p:spPr>
            <a:xfrm>
              <a:off x="352646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9" name="pg2929"/>
            <p:cNvSpPr/>
            <p:nvPr/>
          </p:nvSpPr>
          <p:spPr>
            <a:xfrm>
              <a:off x="353810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0" name="pg2930"/>
            <p:cNvSpPr/>
            <p:nvPr/>
          </p:nvSpPr>
          <p:spPr>
            <a:xfrm>
              <a:off x="354973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1" name="pg2931"/>
            <p:cNvSpPr/>
            <p:nvPr/>
          </p:nvSpPr>
          <p:spPr>
            <a:xfrm>
              <a:off x="356137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2" name="pg2932"/>
            <p:cNvSpPr/>
            <p:nvPr/>
          </p:nvSpPr>
          <p:spPr>
            <a:xfrm>
              <a:off x="357301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3" name="pg2933"/>
            <p:cNvSpPr/>
            <p:nvPr/>
          </p:nvSpPr>
          <p:spPr>
            <a:xfrm>
              <a:off x="358464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4" name="pg2934"/>
            <p:cNvSpPr/>
            <p:nvPr/>
          </p:nvSpPr>
          <p:spPr>
            <a:xfrm>
              <a:off x="359628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5" name="pg2935"/>
            <p:cNvSpPr/>
            <p:nvPr/>
          </p:nvSpPr>
          <p:spPr>
            <a:xfrm>
              <a:off x="360792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6" name="pg2936"/>
            <p:cNvSpPr/>
            <p:nvPr/>
          </p:nvSpPr>
          <p:spPr>
            <a:xfrm>
              <a:off x="399195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7" name="pg2937"/>
            <p:cNvSpPr/>
            <p:nvPr/>
          </p:nvSpPr>
          <p:spPr>
            <a:xfrm>
              <a:off x="417815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8" name="pg2938"/>
            <p:cNvSpPr/>
            <p:nvPr/>
          </p:nvSpPr>
          <p:spPr>
            <a:xfrm>
              <a:off x="418979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9" name="pg2939"/>
            <p:cNvSpPr/>
            <p:nvPr/>
          </p:nvSpPr>
          <p:spPr>
            <a:xfrm>
              <a:off x="420142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0" name="pg2940"/>
            <p:cNvSpPr/>
            <p:nvPr/>
          </p:nvSpPr>
          <p:spPr>
            <a:xfrm>
              <a:off x="421306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1" name="pg2941"/>
            <p:cNvSpPr/>
            <p:nvPr/>
          </p:nvSpPr>
          <p:spPr>
            <a:xfrm>
              <a:off x="422470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2" name="pg2942"/>
            <p:cNvSpPr/>
            <p:nvPr/>
          </p:nvSpPr>
          <p:spPr>
            <a:xfrm>
              <a:off x="423634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3" name="pg2943"/>
            <p:cNvSpPr/>
            <p:nvPr/>
          </p:nvSpPr>
          <p:spPr>
            <a:xfrm>
              <a:off x="424797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4" name="pg2944"/>
            <p:cNvSpPr/>
            <p:nvPr/>
          </p:nvSpPr>
          <p:spPr>
            <a:xfrm>
              <a:off x="441090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C">
                <a:alpha val="100000"/>
              </a:srgbClr>
            </a:solidFill>
            <a:ln w="5420" cap="flat">
              <a:solidFill>
                <a:srgbClr val="2219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5" name="pg2945"/>
            <p:cNvSpPr/>
            <p:nvPr/>
          </p:nvSpPr>
          <p:spPr>
            <a:xfrm>
              <a:off x="442253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C">
                <a:alpha val="100000"/>
              </a:srgbClr>
            </a:solidFill>
            <a:ln w="5420" cap="flat">
              <a:solidFill>
                <a:srgbClr val="2219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6" name="pg2946"/>
            <p:cNvSpPr/>
            <p:nvPr/>
          </p:nvSpPr>
          <p:spPr>
            <a:xfrm>
              <a:off x="443417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C">
                <a:alpha val="100000"/>
              </a:srgbClr>
            </a:solidFill>
            <a:ln w="5420" cap="flat">
              <a:solidFill>
                <a:srgbClr val="2219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7" name="pg2947"/>
            <p:cNvSpPr/>
            <p:nvPr/>
          </p:nvSpPr>
          <p:spPr>
            <a:xfrm>
              <a:off x="444581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D">
                <a:alpha val="100000"/>
              </a:srgbClr>
            </a:solidFill>
            <a:ln w="5420" cap="flat">
              <a:solidFill>
                <a:srgbClr val="2219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8" name="pg2948"/>
            <p:cNvSpPr/>
            <p:nvPr/>
          </p:nvSpPr>
          <p:spPr>
            <a:xfrm>
              <a:off x="445744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D">
                <a:alpha val="100000"/>
              </a:srgbClr>
            </a:solidFill>
            <a:ln w="5420" cap="flat">
              <a:solidFill>
                <a:srgbClr val="231A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9" name="pg2949"/>
            <p:cNvSpPr/>
            <p:nvPr/>
          </p:nvSpPr>
          <p:spPr>
            <a:xfrm>
              <a:off x="293295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0" name="pg2950"/>
            <p:cNvSpPr/>
            <p:nvPr/>
          </p:nvSpPr>
          <p:spPr>
            <a:xfrm>
              <a:off x="294459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1" name="pg2951"/>
            <p:cNvSpPr/>
            <p:nvPr/>
          </p:nvSpPr>
          <p:spPr>
            <a:xfrm>
              <a:off x="295623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2" name="pg2952"/>
            <p:cNvSpPr/>
            <p:nvPr/>
          </p:nvSpPr>
          <p:spPr>
            <a:xfrm>
              <a:off x="296787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3" name="pg2953"/>
            <p:cNvSpPr/>
            <p:nvPr/>
          </p:nvSpPr>
          <p:spPr>
            <a:xfrm>
              <a:off x="297950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4" name="pg2954"/>
            <p:cNvSpPr/>
            <p:nvPr/>
          </p:nvSpPr>
          <p:spPr>
            <a:xfrm>
              <a:off x="299114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5" name="pg2955"/>
            <p:cNvSpPr/>
            <p:nvPr/>
          </p:nvSpPr>
          <p:spPr>
            <a:xfrm>
              <a:off x="300278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6" name="pg2956"/>
            <p:cNvSpPr/>
            <p:nvPr/>
          </p:nvSpPr>
          <p:spPr>
            <a:xfrm>
              <a:off x="301442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7" name="pg2957"/>
            <p:cNvSpPr/>
            <p:nvPr/>
          </p:nvSpPr>
          <p:spPr>
            <a:xfrm>
              <a:off x="302605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8" name="pg2958"/>
            <p:cNvSpPr/>
            <p:nvPr/>
          </p:nvSpPr>
          <p:spPr>
            <a:xfrm>
              <a:off x="303769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9" name="pg2959"/>
            <p:cNvSpPr/>
            <p:nvPr/>
          </p:nvSpPr>
          <p:spPr>
            <a:xfrm>
              <a:off x="324716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0" name="pg2960"/>
            <p:cNvSpPr/>
            <p:nvPr/>
          </p:nvSpPr>
          <p:spPr>
            <a:xfrm>
              <a:off x="325880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1" name="pg2961"/>
            <p:cNvSpPr/>
            <p:nvPr/>
          </p:nvSpPr>
          <p:spPr>
            <a:xfrm>
              <a:off x="332862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2" name="pg2962"/>
            <p:cNvSpPr/>
            <p:nvPr/>
          </p:nvSpPr>
          <p:spPr>
            <a:xfrm>
              <a:off x="334026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3" name="pg2963"/>
            <p:cNvSpPr/>
            <p:nvPr/>
          </p:nvSpPr>
          <p:spPr>
            <a:xfrm>
              <a:off x="335190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4" name="pg2964"/>
            <p:cNvSpPr/>
            <p:nvPr/>
          </p:nvSpPr>
          <p:spPr>
            <a:xfrm>
              <a:off x="336354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5" name="pg2965"/>
            <p:cNvSpPr/>
            <p:nvPr/>
          </p:nvSpPr>
          <p:spPr>
            <a:xfrm>
              <a:off x="337517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6" name="pg2966"/>
            <p:cNvSpPr/>
            <p:nvPr/>
          </p:nvSpPr>
          <p:spPr>
            <a:xfrm>
              <a:off x="338681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7" name="pg2967"/>
            <p:cNvSpPr/>
            <p:nvPr/>
          </p:nvSpPr>
          <p:spPr>
            <a:xfrm>
              <a:off x="339845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8" name="pg2968"/>
            <p:cNvSpPr/>
            <p:nvPr/>
          </p:nvSpPr>
          <p:spPr>
            <a:xfrm>
              <a:off x="341008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9" name="pg2969"/>
            <p:cNvSpPr/>
            <p:nvPr/>
          </p:nvSpPr>
          <p:spPr>
            <a:xfrm>
              <a:off x="342172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0" name="pg2970"/>
            <p:cNvSpPr/>
            <p:nvPr/>
          </p:nvSpPr>
          <p:spPr>
            <a:xfrm>
              <a:off x="343336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1" name="pg2971"/>
            <p:cNvSpPr/>
            <p:nvPr/>
          </p:nvSpPr>
          <p:spPr>
            <a:xfrm>
              <a:off x="344500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2" name="pg2972"/>
            <p:cNvSpPr/>
            <p:nvPr/>
          </p:nvSpPr>
          <p:spPr>
            <a:xfrm>
              <a:off x="345663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3" name="pg2973"/>
            <p:cNvSpPr/>
            <p:nvPr/>
          </p:nvSpPr>
          <p:spPr>
            <a:xfrm>
              <a:off x="346827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4" name="pg2974"/>
            <p:cNvSpPr/>
            <p:nvPr/>
          </p:nvSpPr>
          <p:spPr>
            <a:xfrm>
              <a:off x="347991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5" name="pg2975"/>
            <p:cNvSpPr/>
            <p:nvPr/>
          </p:nvSpPr>
          <p:spPr>
            <a:xfrm>
              <a:off x="349155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6" name="pg2976"/>
            <p:cNvSpPr/>
            <p:nvPr/>
          </p:nvSpPr>
          <p:spPr>
            <a:xfrm>
              <a:off x="350318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7" name="pg2977"/>
            <p:cNvSpPr/>
            <p:nvPr/>
          </p:nvSpPr>
          <p:spPr>
            <a:xfrm>
              <a:off x="351482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8" name="pg2978"/>
            <p:cNvSpPr/>
            <p:nvPr/>
          </p:nvSpPr>
          <p:spPr>
            <a:xfrm>
              <a:off x="352646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9" name="pg2979"/>
            <p:cNvSpPr/>
            <p:nvPr/>
          </p:nvSpPr>
          <p:spPr>
            <a:xfrm>
              <a:off x="353810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0" name="pg2980"/>
            <p:cNvSpPr/>
            <p:nvPr/>
          </p:nvSpPr>
          <p:spPr>
            <a:xfrm>
              <a:off x="354973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1" name="pg2981"/>
            <p:cNvSpPr/>
            <p:nvPr/>
          </p:nvSpPr>
          <p:spPr>
            <a:xfrm>
              <a:off x="356137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2" name="pg2982"/>
            <p:cNvSpPr/>
            <p:nvPr/>
          </p:nvSpPr>
          <p:spPr>
            <a:xfrm>
              <a:off x="357301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3" name="pg2983"/>
            <p:cNvSpPr/>
            <p:nvPr/>
          </p:nvSpPr>
          <p:spPr>
            <a:xfrm>
              <a:off x="358464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4" name="pg2984"/>
            <p:cNvSpPr/>
            <p:nvPr/>
          </p:nvSpPr>
          <p:spPr>
            <a:xfrm>
              <a:off x="359628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5" name="pg2985"/>
            <p:cNvSpPr/>
            <p:nvPr/>
          </p:nvSpPr>
          <p:spPr>
            <a:xfrm>
              <a:off x="360792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6" name="pg2986"/>
            <p:cNvSpPr/>
            <p:nvPr/>
          </p:nvSpPr>
          <p:spPr>
            <a:xfrm>
              <a:off x="361956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7" name="pg2987"/>
            <p:cNvSpPr/>
            <p:nvPr/>
          </p:nvSpPr>
          <p:spPr>
            <a:xfrm>
              <a:off x="418979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8" name="pg2988"/>
            <p:cNvSpPr/>
            <p:nvPr/>
          </p:nvSpPr>
          <p:spPr>
            <a:xfrm>
              <a:off x="420142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9" name="pg2989"/>
            <p:cNvSpPr/>
            <p:nvPr/>
          </p:nvSpPr>
          <p:spPr>
            <a:xfrm>
              <a:off x="421306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0" name="pg2990"/>
            <p:cNvSpPr/>
            <p:nvPr/>
          </p:nvSpPr>
          <p:spPr>
            <a:xfrm>
              <a:off x="422470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1" name="pg2991"/>
            <p:cNvSpPr/>
            <p:nvPr/>
          </p:nvSpPr>
          <p:spPr>
            <a:xfrm>
              <a:off x="423634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2" name="pg2992"/>
            <p:cNvSpPr/>
            <p:nvPr/>
          </p:nvSpPr>
          <p:spPr>
            <a:xfrm>
              <a:off x="424797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3" name="pg2993"/>
            <p:cNvSpPr/>
            <p:nvPr/>
          </p:nvSpPr>
          <p:spPr>
            <a:xfrm>
              <a:off x="425961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4" name="pg2994"/>
            <p:cNvSpPr/>
            <p:nvPr/>
          </p:nvSpPr>
          <p:spPr>
            <a:xfrm>
              <a:off x="442253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A2F">
                <a:alpha val="100000"/>
              </a:srgbClr>
            </a:solidFill>
            <a:ln w="5420" cap="flat">
              <a:solidFill>
                <a:srgbClr val="241A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5" name="pg2995"/>
            <p:cNvSpPr/>
            <p:nvPr/>
          </p:nvSpPr>
          <p:spPr>
            <a:xfrm>
              <a:off x="443417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A2F">
                <a:alpha val="100000"/>
              </a:srgbClr>
            </a:solidFill>
            <a:ln w="5420" cap="flat">
              <a:solidFill>
                <a:srgbClr val="241A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6" name="pg2996"/>
            <p:cNvSpPr/>
            <p:nvPr/>
          </p:nvSpPr>
          <p:spPr>
            <a:xfrm>
              <a:off x="444581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2F">
                <a:alpha val="100000"/>
              </a:srgbClr>
            </a:solidFill>
            <a:ln w="5420" cap="flat">
              <a:solidFill>
                <a:srgbClr val="241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7" name="pg2997"/>
            <p:cNvSpPr/>
            <p:nvPr/>
          </p:nvSpPr>
          <p:spPr>
            <a:xfrm>
              <a:off x="445744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30">
                <a:alpha val="100000"/>
              </a:srgbClr>
            </a:solidFill>
            <a:ln w="5420" cap="flat">
              <a:solidFill>
                <a:srgbClr val="241B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8" name="pg2998"/>
            <p:cNvSpPr/>
            <p:nvPr/>
          </p:nvSpPr>
          <p:spPr>
            <a:xfrm>
              <a:off x="446908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9" name="pg2999"/>
            <p:cNvSpPr/>
            <p:nvPr/>
          </p:nvSpPr>
          <p:spPr>
            <a:xfrm>
              <a:off x="293295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0" name="pg3000"/>
            <p:cNvSpPr/>
            <p:nvPr/>
          </p:nvSpPr>
          <p:spPr>
            <a:xfrm>
              <a:off x="294459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1" name="pg3001"/>
            <p:cNvSpPr/>
            <p:nvPr/>
          </p:nvSpPr>
          <p:spPr>
            <a:xfrm>
              <a:off x="295623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2" name="pg3002"/>
            <p:cNvSpPr/>
            <p:nvPr/>
          </p:nvSpPr>
          <p:spPr>
            <a:xfrm>
              <a:off x="296787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3" name="pg3003"/>
            <p:cNvSpPr/>
            <p:nvPr/>
          </p:nvSpPr>
          <p:spPr>
            <a:xfrm>
              <a:off x="297950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4" name="pg3004"/>
            <p:cNvSpPr/>
            <p:nvPr/>
          </p:nvSpPr>
          <p:spPr>
            <a:xfrm>
              <a:off x="299114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5" name="pg3005"/>
            <p:cNvSpPr/>
            <p:nvPr/>
          </p:nvSpPr>
          <p:spPr>
            <a:xfrm>
              <a:off x="300278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6" name="pg3006"/>
            <p:cNvSpPr/>
            <p:nvPr/>
          </p:nvSpPr>
          <p:spPr>
            <a:xfrm>
              <a:off x="301442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7" name="pg3007"/>
            <p:cNvSpPr/>
            <p:nvPr/>
          </p:nvSpPr>
          <p:spPr>
            <a:xfrm>
              <a:off x="334026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8" name="pg3008"/>
            <p:cNvSpPr/>
            <p:nvPr/>
          </p:nvSpPr>
          <p:spPr>
            <a:xfrm>
              <a:off x="335190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9" name="pg3009"/>
            <p:cNvSpPr/>
            <p:nvPr/>
          </p:nvSpPr>
          <p:spPr>
            <a:xfrm>
              <a:off x="336354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0" name="pg3010"/>
            <p:cNvSpPr/>
            <p:nvPr/>
          </p:nvSpPr>
          <p:spPr>
            <a:xfrm>
              <a:off x="337517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1" name="pg3011"/>
            <p:cNvSpPr/>
            <p:nvPr/>
          </p:nvSpPr>
          <p:spPr>
            <a:xfrm>
              <a:off x="338681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2" name="pg3012"/>
            <p:cNvSpPr/>
            <p:nvPr/>
          </p:nvSpPr>
          <p:spPr>
            <a:xfrm>
              <a:off x="339845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3" name="pg3013"/>
            <p:cNvSpPr/>
            <p:nvPr/>
          </p:nvSpPr>
          <p:spPr>
            <a:xfrm>
              <a:off x="341008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4" name="pg3014"/>
            <p:cNvSpPr/>
            <p:nvPr/>
          </p:nvSpPr>
          <p:spPr>
            <a:xfrm>
              <a:off x="342172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5" name="pg3015"/>
            <p:cNvSpPr/>
            <p:nvPr/>
          </p:nvSpPr>
          <p:spPr>
            <a:xfrm>
              <a:off x="343336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6" name="pg3016"/>
            <p:cNvSpPr/>
            <p:nvPr/>
          </p:nvSpPr>
          <p:spPr>
            <a:xfrm>
              <a:off x="344500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7" name="pg3017"/>
            <p:cNvSpPr/>
            <p:nvPr/>
          </p:nvSpPr>
          <p:spPr>
            <a:xfrm>
              <a:off x="345663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8" name="pg3018"/>
            <p:cNvSpPr/>
            <p:nvPr/>
          </p:nvSpPr>
          <p:spPr>
            <a:xfrm>
              <a:off x="346827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9" name="pg3019"/>
            <p:cNvSpPr/>
            <p:nvPr/>
          </p:nvSpPr>
          <p:spPr>
            <a:xfrm>
              <a:off x="347991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0" name="pg3020"/>
            <p:cNvSpPr/>
            <p:nvPr/>
          </p:nvSpPr>
          <p:spPr>
            <a:xfrm>
              <a:off x="349155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1" name="pg3021"/>
            <p:cNvSpPr/>
            <p:nvPr/>
          </p:nvSpPr>
          <p:spPr>
            <a:xfrm>
              <a:off x="350318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2" name="pg3022"/>
            <p:cNvSpPr/>
            <p:nvPr/>
          </p:nvSpPr>
          <p:spPr>
            <a:xfrm>
              <a:off x="351482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3" name="pg3023"/>
            <p:cNvSpPr/>
            <p:nvPr/>
          </p:nvSpPr>
          <p:spPr>
            <a:xfrm>
              <a:off x="352646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4" name="pg3024"/>
            <p:cNvSpPr/>
            <p:nvPr/>
          </p:nvSpPr>
          <p:spPr>
            <a:xfrm>
              <a:off x="353810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5" name="pg3025"/>
            <p:cNvSpPr/>
            <p:nvPr/>
          </p:nvSpPr>
          <p:spPr>
            <a:xfrm>
              <a:off x="354973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6" name="pg3026"/>
            <p:cNvSpPr/>
            <p:nvPr/>
          </p:nvSpPr>
          <p:spPr>
            <a:xfrm>
              <a:off x="356137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7" name="pg3027"/>
            <p:cNvSpPr/>
            <p:nvPr/>
          </p:nvSpPr>
          <p:spPr>
            <a:xfrm>
              <a:off x="357301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8" name="pg3028"/>
            <p:cNvSpPr/>
            <p:nvPr/>
          </p:nvSpPr>
          <p:spPr>
            <a:xfrm>
              <a:off x="358464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9" name="pg3029"/>
            <p:cNvSpPr/>
            <p:nvPr/>
          </p:nvSpPr>
          <p:spPr>
            <a:xfrm>
              <a:off x="359628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0" name="pg3030"/>
            <p:cNvSpPr/>
            <p:nvPr/>
          </p:nvSpPr>
          <p:spPr>
            <a:xfrm>
              <a:off x="360792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1" name="pg3031"/>
            <p:cNvSpPr/>
            <p:nvPr/>
          </p:nvSpPr>
          <p:spPr>
            <a:xfrm>
              <a:off x="361956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2" name="pg3032"/>
            <p:cNvSpPr/>
            <p:nvPr/>
          </p:nvSpPr>
          <p:spPr>
            <a:xfrm>
              <a:off x="420142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3" name="pg3033"/>
            <p:cNvSpPr/>
            <p:nvPr/>
          </p:nvSpPr>
          <p:spPr>
            <a:xfrm>
              <a:off x="421306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4" name="pg3034"/>
            <p:cNvSpPr/>
            <p:nvPr/>
          </p:nvSpPr>
          <p:spPr>
            <a:xfrm>
              <a:off x="422470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5" name="pg3035"/>
            <p:cNvSpPr/>
            <p:nvPr/>
          </p:nvSpPr>
          <p:spPr>
            <a:xfrm>
              <a:off x="423634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6" name="pg3036"/>
            <p:cNvSpPr/>
            <p:nvPr/>
          </p:nvSpPr>
          <p:spPr>
            <a:xfrm>
              <a:off x="424797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344">
                <a:alpha val="100000"/>
              </a:srgbClr>
            </a:solidFill>
            <a:ln w="5420" cap="flat">
              <a:solidFill>
                <a:srgbClr val="30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7" name="pg3037"/>
            <p:cNvSpPr/>
            <p:nvPr/>
          </p:nvSpPr>
          <p:spPr>
            <a:xfrm>
              <a:off x="425961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2">
                <a:alpha val="100000"/>
              </a:srgbClr>
            </a:solidFill>
            <a:ln w="5420" cap="flat">
              <a:solidFill>
                <a:srgbClr val="2F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8" name="pg3038"/>
            <p:cNvSpPr/>
            <p:nvPr/>
          </p:nvSpPr>
          <p:spPr>
            <a:xfrm>
              <a:off x="427125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9" name="pg3039"/>
            <p:cNvSpPr/>
            <p:nvPr/>
          </p:nvSpPr>
          <p:spPr>
            <a:xfrm>
              <a:off x="442253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0" name="pg3040"/>
            <p:cNvSpPr/>
            <p:nvPr/>
          </p:nvSpPr>
          <p:spPr>
            <a:xfrm>
              <a:off x="443417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2">
                <a:alpha val="100000"/>
              </a:srgbClr>
            </a:solidFill>
            <a:ln w="5420" cap="flat">
              <a:solidFill>
                <a:srgbClr val="251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1" name="pg3041"/>
            <p:cNvSpPr/>
            <p:nvPr/>
          </p:nvSpPr>
          <p:spPr>
            <a:xfrm>
              <a:off x="444581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C32">
                <a:alpha val="100000"/>
              </a:srgbClr>
            </a:solidFill>
            <a:ln w="5420" cap="flat">
              <a:solidFill>
                <a:srgbClr val="25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2" name="pg3042"/>
            <p:cNvSpPr/>
            <p:nvPr/>
          </p:nvSpPr>
          <p:spPr>
            <a:xfrm>
              <a:off x="445744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C32">
                <a:alpha val="100000"/>
              </a:srgbClr>
            </a:solidFill>
            <a:ln w="5420" cap="flat">
              <a:solidFill>
                <a:srgbClr val="25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3" name="pg3043"/>
            <p:cNvSpPr/>
            <p:nvPr/>
          </p:nvSpPr>
          <p:spPr>
            <a:xfrm>
              <a:off x="446908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4" name="pg3044"/>
            <p:cNvSpPr/>
            <p:nvPr/>
          </p:nvSpPr>
          <p:spPr>
            <a:xfrm>
              <a:off x="292132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5" name="pg3045"/>
            <p:cNvSpPr/>
            <p:nvPr/>
          </p:nvSpPr>
          <p:spPr>
            <a:xfrm>
              <a:off x="293295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6" name="pg3046"/>
            <p:cNvSpPr/>
            <p:nvPr/>
          </p:nvSpPr>
          <p:spPr>
            <a:xfrm>
              <a:off x="294459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7" name="pg3047"/>
            <p:cNvSpPr/>
            <p:nvPr/>
          </p:nvSpPr>
          <p:spPr>
            <a:xfrm>
              <a:off x="295623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8" name="pg3048"/>
            <p:cNvSpPr/>
            <p:nvPr/>
          </p:nvSpPr>
          <p:spPr>
            <a:xfrm>
              <a:off x="296787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9" name="pg3049"/>
            <p:cNvSpPr/>
            <p:nvPr/>
          </p:nvSpPr>
          <p:spPr>
            <a:xfrm>
              <a:off x="297950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0" name="pg3050"/>
            <p:cNvSpPr/>
            <p:nvPr/>
          </p:nvSpPr>
          <p:spPr>
            <a:xfrm>
              <a:off x="335190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1" name="pg3051"/>
            <p:cNvSpPr/>
            <p:nvPr/>
          </p:nvSpPr>
          <p:spPr>
            <a:xfrm>
              <a:off x="336354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2" name="pg3052"/>
            <p:cNvSpPr/>
            <p:nvPr/>
          </p:nvSpPr>
          <p:spPr>
            <a:xfrm>
              <a:off x="337517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3" name="pg3053"/>
            <p:cNvSpPr/>
            <p:nvPr/>
          </p:nvSpPr>
          <p:spPr>
            <a:xfrm>
              <a:off x="338681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4" name="pg3054"/>
            <p:cNvSpPr/>
            <p:nvPr/>
          </p:nvSpPr>
          <p:spPr>
            <a:xfrm>
              <a:off x="339845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5" name="pg3055"/>
            <p:cNvSpPr/>
            <p:nvPr/>
          </p:nvSpPr>
          <p:spPr>
            <a:xfrm>
              <a:off x="341008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6" name="pg3056"/>
            <p:cNvSpPr/>
            <p:nvPr/>
          </p:nvSpPr>
          <p:spPr>
            <a:xfrm>
              <a:off x="342172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7" name="pg3057"/>
            <p:cNvSpPr/>
            <p:nvPr/>
          </p:nvSpPr>
          <p:spPr>
            <a:xfrm>
              <a:off x="343336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8" name="pg3058"/>
            <p:cNvSpPr/>
            <p:nvPr/>
          </p:nvSpPr>
          <p:spPr>
            <a:xfrm>
              <a:off x="344500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9" name="pg3059"/>
            <p:cNvSpPr/>
            <p:nvPr/>
          </p:nvSpPr>
          <p:spPr>
            <a:xfrm>
              <a:off x="345663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0" name="pg3060"/>
            <p:cNvSpPr/>
            <p:nvPr/>
          </p:nvSpPr>
          <p:spPr>
            <a:xfrm>
              <a:off x="346827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1" name="pg3061"/>
            <p:cNvSpPr/>
            <p:nvPr/>
          </p:nvSpPr>
          <p:spPr>
            <a:xfrm>
              <a:off x="347991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2" name="pg3062"/>
            <p:cNvSpPr/>
            <p:nvPr/>
          </p:nvSpPr>
          <p:spPr>
            <a:xfrm>
              <a:off x="349155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3" name="pg3063"/>
            <p:cNvSpPr/>
            <p:nvPr/>
          </p:nvSpPr>
          <p:spPr>
            <a:xfrm>
              <a:off x="350318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4" name="pg3064"/>
            <p:cNvSpPr/>
            <p:nvPr/>
          </p:nvSpPr>
          <p:spPr>
            <a:xfrm>
              <a:off x="351482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5" name="pg3065"/>
            <p:cNvSpPr/>
            <p:nvPr/>
          </p:nvSpPr>
          <p:spPr>
            <a:xfrm>
              <a:off x="352646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6" name="pg3066"/>
            <p:cNvSpPr/>
            <p:nvPr/>
          </p:nvSpPr>
          <p:spPr>
            <a:xfrm>
              <a:off x="353810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7" name="pg3067"/>
            <p:cNvSpPr/>
            <p:nvPr/>
          </p:nvSpPr>
          <p:spPr>
            <a:xfrm>
              <a:off x="354973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8" name="pg3068"/>
            <p:cNvSpPr/>
            <p:nvPr/>
          </p:nvSpPr>
          <p:spPr>
            <a:xfrm>
              <a:off x="356137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9" name="pg3069"/>
            <p:cNvSpPr/>
            <p:nvPr/>
          </p:nvSpPr>
          <p:spPr>
            <a:xfrm>
              <a:off x="357301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0" name="pg3070"/>
            <p:cNvSpPr/>
            <p:nvPr/>
          </p:nvSpPr>
          <p:spPr>
            <a:xfrm>
              <a:off x="358464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1" name="pg3071"/>
            <p:cNvSpPr/>
            <p:nvPr/>
          </p:nvSpPr>
          <p:spPr>
            <a:xfrm>
              <a:off x="359628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2" name="pg3072"/>
            <p:cNvSpPr/>
            <p:nvPr/>
          </p:nvSpPr>
          <p:spPr>
            <a:xfrm>
              <a:off x="360792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3" name="pg3073"/>
            <p:cNvSpPr/>
            <p:nvPr/>
          </p:nvSpPr>
          <p:spPr>
            <a:xfrm>
              <a:off x="361956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4" name="pg3074"/>
            <p:cNvSpPr/>
            <p:nvPr/>
          </p:nvSpPr>
          <p:spPr>
            <a:xfrm>
              <a:off x="421306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5" name="pg3075"/>
            <p:cNvSpPr/>
            <p:nvPr/>
          </p:nvSpPr>
          <p:spPr>
            <a:xfrm>
              <a:off x="422470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6" name="pg3076"/>
            <p:cNvSpPr/>
            <p:nvPr/>
          </p:nvSpPr>
          <p:spPr>
            <a:xfrm>
              <a:off x="423634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7" name="pg3077"/>
            <p:cNvSpPr/>
            <p:nvPr/>
          </p:nvSpPr>
          <p:spPr>
            <a:xfrm>
              <a:off x="424797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8" name="pg3078"/>
            <p:cNvSpPr/>
            <p:nvPr/>
          </p:nvSpPr>
          <p:spPr>
            <a:xfrm>
              <a:off x="425961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9" name="pg3079"/>
            <p:cNvSpPr/>
            <p:nvPr/>
          </p:nvSpPr>
          <p:spPr>
            <a:xfrm>
              <a:off x="427125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342">
                <a:alpha val="100000"/>
              </a:srgbClr>
            </a:solidFill>
            <a:ln w="5420" cap="flat">
              <a:solidFill>
                <a:srgbClr val="2E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0" name="pg3080"/>
            <p:cNvSpPr/>
            <p:nvPr/>
          </p:nvSpPr>
          <p:spPr>
            <a:xfrm>
              <a:off x="428288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1">
                <a:alpha val="100000"/>
              </a:srgbClr>
            </a:solidFill>
            <a:ln w="5420" cap="flat">
              <a:solidFill>
                <a:srgbClr val="2D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1" name="pg3081"/>
            <p:cNvSpPr/>
            <p:nvPr/>
          </p:nvSpPr>
          <p:spPr>
            <a:xfrm>
              <a:off x="443417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4">
                <a:alpha val="100000"/>
              </a:srgbClr>
            </a:solidFill>
            <a:ln w="5420" cap="flat">
              <a:solidFill>
                <a:srgbClr val="261C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2" name="pg3082"/>
            <p:cNvSpPr/>
            <p:nvPr/>
          </p:nvSpPr>
          <p:spPr>
            <a:xfrm>
              <a:off x="444581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4">
                <a:alpha val="100000"/>
              </a:srgbClr>
            </a:solidFill>
            <a:ln w="5420" cap="flat">
              <a:solidFill>
                <a:srgbClr val="271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3" name="pg3083"/>
            <p:cNvSpPr/>
            <p:nvPr/>
          </p:nvSpPr>
          <p:spPr>
            <a:xfrm>
              <a:off x="445744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4">
                <a:alpha val="100000"/>
              </a:srgbClr>
            </a:solidFill>
            <a:ln w="5420" cap="flat">
              <a:solidFill>
                <a:srgbClr val="271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4" name="pg3084"/>
            <p:cNvSpPr/>
            <p:nvPr/>
          </p:nvSpPr>
          <p:spPr>
            <a:xfrm>
              <a:off x="446908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5" name="pg3085"/>
            <p:cNvSpPr/>
            <p:nvPr/>
          </p:nvSpPr>
          <p:spPr>
            <a:xfrm>
              <a:off x="448072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D36">
                <a:alpha val="100000"/>
              </a:srgbClr>
            </a:solidFill>
            <a:ln w="5420" cap="flat">
              <a:solidFill>
                <a:srgbClr val="281D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6" name="pg3086"/>
            <p:cNvSpPr/>
            <p:nvPr/>
          </p:nvSpPr>
          <p:spPr>
            <a:xfrm>
              <a:off x="289804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7" name="pg3087"/>
            <p:cNvSpPr/>
            <p:nvPr/>
          </p:nvSpPr>
          <p:spPr>
            <a:xfrm>
              <a:off x="290968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8" name="pg3088"/>
            <p:cNvSpPr/>
            <p:nvPr/>
          </p:nvSpPr>
          <p:spPr>
            <a:xfrm>
              <a:off x="292132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9" name="pg3089"/>
            <p:cNvSpPr/>
            <p:nvPr/>
          </p:nvSpPr>
          <p:spPr>
            <a:xfrm>
              <a:off x="293295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0" name="pg3090"/>
            <p:cNvSpPr/>
            <p:nvPr/>
          </p:nvSpPr>
          <p:spPr>
            <a:xfrm>
              <a:off x="294459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1" name="pg3091"/>
            <p:cNvSpPr/>
            <p:nvPr/>
          </p:nvSpPr>
          <p:spPr>
            <a:xfrm>
              <a:off x="2956233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2" name="pg3092"/>
            <p:cNvSpPr/>
            <p:nvPr/>
          </p:nvSpPr>
          <p:spPr>
            <a:xfrm>
              <a:off x="296787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3" name="pg3093"/>
            <p:cNvSpPr/>
            <p:nvPr/>
          </p:nvSpPr>
          <p:spPr>
            <a:xfrm>
              <a:off x="337517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4" name="pg3094"/>
            <p:cNvSpPr/>
            <p:nvPr/>
          </p:nvSpPr>
          <p:spPr>
            <a:xfrm>
              <a:off x="338681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5" name="pg3095"/>
            <p:cNvSpPr/>
            <p:nvPr/>
          </p:nvSpPr>
          <p:spPr>
            <a:xfrm>
              <a:off x="339845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6" name="pg3096"/>
            <p:cNvSpPr/>
            <p:nvPr/>
          </p:nvSpPr>
          <p:spPr>
            <a:xfrm>
              <a:off x="341008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7" name="pg3097"/>
            <p:cNvSpPr/>
            <p:nvPr/>
          </p:nvSpPr>
          <p:spPr>
            <a:xfrm>
              <a:off x="342172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8" name="pg3098"/>
            <p:cNvSpPr/>
            <p:nvPr/>
          </p:nvSpPr>
          <p:spPr>
            <a:xfrm>
              <a:off x="343336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9" name="pg3099"/>
            <p:cNvSpPr/>
            <p:nvPr/>
          </p:nvSpPr>
          <p:spPr>
            <a:xfrm>
              <a:off x="344500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0" name="pg3100"/>
            <p:cNvSpPr/>
            <p:nvPr/>
          </p:nvSpPr>
          <p:spPr>
            <a:xfrm>
              <a:off x="345663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1" name="pg3101"/>
            <p:cNvSpPr/>
            <p:nvPr/>
          </p:nvSpPr>
          <p:spPr>
            <a:xfrm>
              <a:off x="346827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2" name="pg3102"/>
            <p:cNvSpPr/>
            <p:nvPr/>
          </p:nvSpPr>
          <p:spPr>
            <a:xfrm>
              <a:off x="3479913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3" name="pg3103"/>
            <p:cNvSpPr/>
            <p:nvPr/>
          </p:nvSpPr>
          <p:spPr>
            <a:xfrm>
              <a:off x="349155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4" name="pg3104"/>
            <p:cNvSpPr/>
            <p:nvPr/>
          </p:nvSpPr>
          <p:spPr>
            <a:xfrm>
              <a:off x="3503188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5" name="pg3105"/>
            <p:cNvSpPr/>
            <p:nvPr/>
          </p:nvSpPr>
          <p:spPr>
            <a:xfrm>
              <a:off x="353810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6" name="pg3106"/>
            <p:cNvSpPr/>
            <p:nvPr/>
          </p:nvSpPr>
          <p:spPr>
            <a:xfrm>
              <a:off x="354973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7" name="pg3107"/>
            <p:cNvSpPr/>
            <p:nvPr/>
          </p:nvSpPr>
          <p:spPr>
            <a:xfrm>
              <a:off x="356137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8" name="pg3108"/>
            <p:cNvSpPr/>
            <p:nvPr/>
          </p:nvSpPr>
          <p:spPr>
            <a:xfrm>
              <a:off x="357301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9" name="pg3109"/>
            <p:cNvSpPr/>
            <p:nvPr/>
          </p:nvSpPr>
          <p:spPr>
            <a:xfrm>
              <a:off x="358464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0" name="pg3110"/>
            <p:cNvSpPr/>
            <p:nvPr/>
          </p:nvSpPr>
          <p:spPr>
            <a:xfrm>
              <a:off x="359628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1" name="pg3111"/>
            <p:cNvSpPr/>
            <p:nvPr/>
          </p:nvSpPr>
          <p:spPr>
            <a:xfrm>
              <a:off x="360792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2" name="pg3112"/>
            <p:cNvSpPr/>
            <p:nvPr/>
          </p:nvSpPr>
          <p:spPr>
            <a:xfrm>
              <a:off x="361956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3" name="pg3113"/>
            <p:cNvSpPr/>
            <p:nvPr/>
          </p:nvSpPr>
          <p:spPr>
            <a:xfrm>
              <a:off x="423634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4" name="pg3114"/>
            <p:cNvSpPr/>
            <p:nvPr/>
          </p:nvSpPr>
          <p:spPr>
            <a:xfrm>
              <a:off x="424797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5" name="pg3115"/>
            <p:cNvSpPr/>
            <p:nvPr/>
          </p:nvSpPr>
          <p:spPr>
            <a:xfrm>
              <a:off x="425961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6" name="pg3116"/>
            <p:cNvSpPr/>
            <p:nvPr/>
          </p:nvSpPr>
          <p:spPr>
            <a:xfrm>
              <a:off x="427125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7" name="pg3117"/>
            <p:cNvSpPr/>
            <p:nvPr/>
          </p:nvSpPr>
          <p:spPr>
            <a:xfrm>
              <a:off x="428288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342">
                <a:alpha val="100000"/>
              </a:srgbClr>
            </a:solidFill>
            <a:ln w="5420" cap="flat">
              <a:solidFill>
                <a:srgbClr val="2E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8" name="pg3118"/>
            <p:cNvSpPr/>
            <p:nvPr/>
          </p:nvSpPr>
          <p:spPr>
            <a:xfrm>
              <a:off x="429452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9" name="pg3119"/>
            <p:cNvSpPr/>
            <p:nvPr/>
          </p:nvSpPr>
          <p:spPr>
            <a:xfrm>
              <a:off x="443417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D36">
                <a:alpha val="100000"/>
              </a:srgbClr>
            </a:solidFill>
            <a:ln w="5420" cap="flat">
              <a:solidFill>
                <a:srgbClr val="281D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0" name="pg3120"/>
            <p:cNvSpPr/>
            <p:nvPr/>
          </p:nvSpPr>
          <p:spPr>
            <a:xfrm>
              <a:off x="444581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D36">
                <a:alpha val="100000"/>
              </a:srgbClr>
            </a:solidFill>
            <a:ln w="5420" cap="flat">
              <a:solidFill>
                <a:srgbClr val="281D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1" name="pg3121"/>
            <p:cNvSpPr/>
            <p:nvPr/>
          </p:nvSpPr>
          <p:spPr>
            <a:xfrm>
              <a:off x="445744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E36">
                <a:alpha val="100000"/>
              </a:srgbClr>
            </a:solidFill>
            <a:ln w="5420" cap="flat">
              <a:solidFill>
                <a:srgbClr val="281E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2" name="pg3122"/>
            <p:cNvSpPr/>
            <p:nvPr/>
          </p:nvSpPr>
          <p:spPr>
            <a:xfrm>
              <a:off x="446908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E37">
                <a:alpha val="100000"/>
              </a:srgbClr>
            </a:solidFill>
            <a:ln w="5420" cap="flat">
              <a:solidFill>
                <a:srgbClr val="281E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3" name="pg3123"/>
            <p:cNvSpPr/>
            <p:nvPr/>
          </p:nvSpPr>
          <p:spPr>
            <a:xfrm>
              <a:off x="448072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4" name="pg3124"/>
            <p:cNvSpPr/>
            <p:nvPr/>
          </p:nvSpPr>
          <p:spPr>
            <a:xfrm>
              <a:off x="449236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5" name="pg3125"/>
            <p:cNvSpPr/>
            <p:nvPr/>
          </p:nvSpPr>
          <p:spPr>
            <a:xfrm>
              <a:off x="278167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6" name="pg3126"/>
            <p:cNvSpPr/>
            <p:nvPr/>
          </p:nvSpPr>
          <p:spPr>
            <a:xfrm>
              <a:off x="279331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7" name="pg3127"/>
            <p:cNvSpPr/>
            <p:nvPr/>
          </p:nvSpPr>
          <p:spPr>
            <a:xfrm>
              <a:off x="2804948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8" name="pg3128"/>
            <p:cNvSpPr/>
            <p:nvPr/>
          </p:nvSpPr>
          <p:spPr>
            <a:xfrm>
              <a:off x="2816586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9" name="pg3129"/>
            <p:cNvSpPr/>
            <p:nvPr/>
          </p:nvSpPr>
          <p:spPr>
            <a:xfrm>
              <a:off x="2828223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0" name="pg3130"/>
            <p:cNvSpPr/>
            <p:nvPr/>
          </p:nvSpPr>
          <p:spPr>
            <a:xfrm>
              <a:off x="2839860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1" name="pg3131"/>
            <p:cNvSpPr/>
            <p:nvPr/>
          </p:nvSpPr>
          <p:spPr>
            <a:xfrm>
              <a:off x="287477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2" name="pg3132"/>
            <p:cNvSpPr/>
            <p:nvPr/>
          </p:nvSpPr>
          <p:spPr>
            <a:xfrm>
              <a:off x="2886410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3" name="pg3133"/>
            <p:cNvSpPr/>
            <p:nvPr/>
          </p:nvSpPr>
          <p:spPr>
            <a:xfrm>
              <a:off x="289804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4" name="pg3134"/>
            <p:cNvSpPr/>
            <p:nvPr/>
          </p:nvSpPr>
          <p:spPr>
            <a:xfrm>
              <a:off x="290968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5" name="pg3135"/>
            <p:cNvSpPr/>
            <p:nvPr/>
          </p:nvSpPr>
          <p:spPr>
            <a:xfrm>
              <a:off x="292132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6" name="pg3136"/>
            <p:cNvSpPr/>
            <p:nvPr/>
          </p:nvSpPr>
          <p:spPr>
            <a:xfrm>
              <a:off x="293295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7" name="pg3137"/>
            <p:cNvSpPr/>
            <p:nvPr/>
          </p:nvSpPr>
          <p:spPr>
            <a:xfrm>
              <a:off x="2944596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8" name="pg3138"/>
            <p:cNvSpPr/>
            <p:nvPr/>
          </p:nvSpPr>
          <p:spPr>
            <a:xfrm>
              <a:off x="2956233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9" name="pg3139"/>
            <p:cNvSpPr/>
            <p:nvPr/>
          </p:nvSpPr>
          <p:spPr>
            <a:xfrm>
              <a:off x="3468276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0" name="pg3140"/>
            <p:cNvSpPr/>
            <p:nvPr/>
          </p:nvSpPr>
          <p:spPr>
            <a:xfrm>
              <a:off x="3479913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1" name="pg3141"/>
            <p:cNvSpPr/>
            <p:nvPr/>
          </p:nvSpPr>
          <p:spPr>
            <a:xfrm>
              <a:off x="354973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2" name="pg3142"/>
            <p:cNvSpPr/>
            <p:nvPr/>
          </p:nvSpPr>
          <p:spPr>
            <a:xfrm>
              <a:off x="3561375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3" name="pg3143"/>
            <p:cNvSpPr/>
            <p:nvPr/>
          </p:nvSpPr>
          <p:spPr>
            <a:xfrm>
              <a:off x="357301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4" name="pg3144"/>
            <p:cNvSpPr/>
            <p:nvPr/>
          </p:nvSpPr>
          <p:spPr>
            <a:xfrm>
              <a:off x="358464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5" name="pg3145"/>
            <p:cNvSpPr/>
            <p:nvPr/>
          </p:nvSpPr>
          <p:spPr>
            <a:xfrm>
              <a:off x="359628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6" name="pg3146"/>
            <p:cNvSpPr/>
            <p:nvPr/>
          </p:nvSpPr>
          <p:spPr>
            <a:xfrm>
              <a:off x="360792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7" name="pg3147"/>
            <p:cNvSpPr/>
            <p:nvPr/>
          </p:nvSpPr>
          <p:spPr>
            <a:xfrm>
              <a:off x="424797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8" name="pg3148"/>
            <p:cNvSpPr/>
            <p:nvPr/>
          </p:nvSpPr>
          <p:spPr>
            <a:xfrm>
              <a:off x="425961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9" name="pg3149"/>
            <p:cNvSpPr/>
            <p:nvPr/>
          </p:nvSpPr>
          <p:spPr>
            <a:xfrm>
              <a:off x="427125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0" name="pg3150"/>
            <p:cNvSpPr/>
            <p:nvPr/>
          </p:nvSpPr>
          <p:spPr>
            <a:xfrm>
              <a:off x="428288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1" name="pg3151"/>
            <p:cNvSpPr/>
            <p:nvPr/>
          </p:nvSpPr>
          <p:spPr>
            <a:xfrm>
              <a:off x="4294526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342">
                <a:alpha val="100000"/>
              </a:srgbClr>
            </a:solidFill>
            <a:ln w="5420" cap="flat">
              <a:solidFill>
                <a:srgbClr val="2E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2" name="pg3152"/>
            <p:cNvSpPr/>
            <p:nvPr/>
          </p:nvSpPr>
          <p:spPr>
            <a:xfrm>
              <a:off x="444581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3" name="pg3153"/>
            <p:cNvSpPr/>
            <p:nvPr/>
          </p:nvSpPr>
          <p:spPr>
            <a:xfrm>
              <a:off x="445744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9">
                <a:alpha val="100000"/>
              </a:srgbClr>
            </a:solidFill>
            <a:ln w="5420" cap="flat">
              <a:solidFill>
                <a:srgbClr val="291E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4" name="pg3154"/>
            <p:cNvSpPr/>
            <p:nvPr/>
          </p:nvSpPr>
          <p:spPr>
            <a:xfrm>
              <a:off x="4469086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F39">
                <a:alpha val="100000"/>
              </a:srgbClr>
            </a:solidFill>
            <a:ln w="5420" cap="flat">
              <a:solidFill>
                <a:srgbClr val="29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5" name="pg3155"/>
            <p:cNvSpPr/>
            <p:nvPr/>
          </p:nvSpPr>
          <p:spPr>
            <a:xfrm>
              <a:off x="448072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9">
                <a:alpha val="100000"/>
              </a:srgbClr>
            </a:solidFill>
            <a:ln w="5420" cap="flat">
              <a:solidFill>
                <a:srgbClr val="2A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6" name="pg3156"/>
            <p:cNvSpPr/>
            <p:nvPr/>
          </p:nvSpPr>
          <p:spPr>
            <a:xfrm>
              <a:off x="449236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A">
                <a:alpha val="100000"/>
              </a:srgbClr>
            </a:solidFill>
            <a:ln w="5420" cap="flat">
              <a:solidFill>
                <a:srgbClr val="2A1F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7" name="pg3157"/>
            <p:cNvSpPr/>
            <p:nvPr/>
          </p:nvSpPr>
          <p:spPr>
            <a:xfrm>
              <a:off x="2770036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8" name="pg3158"/>
            <p:cNvSpPr/>
            <p:nvPr/>
          </p:nvSpPr>
          <p:spPr>
            <a:xfrm>
              <a:off x="278167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9" name="pg3159"/>
            <p:cNvSpPr/>
            <p:nvPr/>
          </p:nvSpPr>
          <p:spPr>
            <a:xfrm>
              <a:off x="279331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0" name="pg3160"/>
            <p:cNvSpPr/>
            <p:nvPr/>
          </p:nvSpPr>
          <p:spPr>
            <a:xfrm>
              <a:off x="2804948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1" name="pg3161"/>
            <p:cNvSpPr/>
            <p:nvPr/>
          </p:nvSpPr>
          <p:spPr>
            <a:xfrm>
              <a:off x="2816586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2" name="pg3162"/>
            <p:cNvSpPr/>
            <p:nvPr/>
          </p:nvSpPr>
          <p:spPr>
            <a:xfrm>
              <a:off x="282822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3" name="pg3163"/>
            <p:cNvSpPr/>
            <p:nvPr/>
          </p:nvSpPr>
          <p:spPr>
            <a:xfrm>
              <a:off x="283986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4" name="pg3164"/>
            <p:cNvSpPr/>
            <p:nvPr/>
          </p:nvSpPr>
          <p:spPr>
            <a:xfrm>
              <a:off x="2851498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5" name="pg3165"/>
            <p:cNvSpPr/>
            <p:nvPr/>
          </p:nvSpPr>
          <p:spPr>
            <a:xfrm>
              <a:off x="2863135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6" name="pg3166"/>
            <p:cNvSpPr/>
            <p:nvPr/>
          </p:nvSpPr>
          <p:spPr>
            <a:xfrm>
              <a:off x="287477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7" name="pg3167"/>
            <p:cNvSpPr/>
            <p:nvPr/>
          </p:nvSpPr>
          <p:spPr>
            <a:xfrm>
              <a:off x="288641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8" name="pg3168"/>
            <p:cNvSpPr/>
            <p:nvPr/>
          </p:nvSpPr>
          <p:spPr>
            <a:xfrm>
              <a:off x="289804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9" name="pg3169"/>
            <p:cNvSpPr/>
            <p:nvPr/>
          </p:nvSpPr>
          <p:spPr>
            <a:xfrm>
              <a:off x="290968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0" name="pg3170"/>
            <p:cNvSpPr/>
            <p:nvPr/>
          </p:nvSpPr>
          <p:spPr>
            <a:xfrm>
              <a:off x="292132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1" name="pg3171"/>
            <p:cNvSpPr/>
            <p:nvPr/>
          </p:nvSpPr>
          <p:spPr>
            <a:xfrm>
              <a:off x="293295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2" name="pg3172"/>
            <p:cNvSpPr/>
            <p:nvPr/>
          </p:nvSpPr>
          <p:spPr>
            <a:xfrm>
              <a:off x="2944596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3" name="pg3173"/>
            <p:cNvSpPr/>
            <p:nvPr/>
          </p:nvSpPr>
          <p:spPr>
            <a:xfrm>
              <a:off x="354973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4" name="pg3174"/>
            <p:cNvSpPr/>
            <p:nvPr/>
          </p:nvSpPr>
          <p:spPr>
            <a:xfrm>
              <a:off x="3561375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5" name="pg3175"/>
            <p:cNvSpPr/>
            <p:nvPr/>
          </p:nvSpPr>
          <p:spPr>
            <a:xfrm>
              <a:off x="357301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6" name="pg3176"/>
            <p:cNvSpPr/>
            <p:nvPr/>
          </p:nvSpPr>
          <p:spPr>
            <a:xfrm>
              <a:off x="358464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7" name="pg3177"/>
            <p:cNvSpPr/>
            <p:nvPr/>
          </p:nvSpPr>
          <p:spPr>
            <a:xfrm>
              <a:off x="424797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8" name="pg3178"/>
            <p:cNvSpPr/>
            <p:nvPr/>
          </p:nvSpPr>
          <p:spPr>
            <a:xfrm>
              <a:off x="425961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9" name="pg3179"/>
            <p:cNvSpPr/>
            <p:nvPr/>
          </p:nvSpPr>
          <p:spPr>
            <a:xfrm>
              <a:off x="427125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0" name="pg3180"/>
            <p:cNvSpPr/>
            <p:nvPr/>
          </p:nvSpPr>
          <p:spPr>
            <a:xfrm>
              <a:off x="428288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1" name="pg3181"/>
            <p:cNvSpPr/>
            <p:nvPr/>
          </p:nvSpPr>
          <p:spPr>
            <a:xfrm>
              <a:off x="4294526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2" name="pg3182"/>
            <p:cNvSpPr/>
            <p:nvPr/>
          </p:nvSpPr>
          <p:spPr>
            <a:xfrm>
              <a:off x="444581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A">
                <a:alpha val="100000"/>
              </a:srgbClr>
            </a:solidFill>
            <a:ln w="5420" cap="flat">
              <a:solidFill>
                <a:srgbClr val="2A1F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3" name="pg3183"/>
            <p:cNvSpPr/>
            <p:nvPr/>
          </p:nvSpPr>
          <p:spPr>
            <a:xfrm>
              <a:off x="445744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A">
                <a:alpha val="100000"/>
              </a:srgbClr>
            </a:solidFill>
            <a:ln w="5420" cap="flat">
              <a:solidFill>
                <a:srgbClr val="2A1F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4" name="pg3184"/>
            <p:cNvSpPr/>
            <p:nvPr/>
          </p:nvSpPr>
          <p:spPr>
            <a:xfrm>
              <a:off x="4469086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B">
                <a:alpha val="100000"/>
              </a:srgbClr>
            </a:solidFill>
            <a:ln w="5420" cap="flat">
              <a:solidFill>
                <a:srgbClr val="2A1F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5" name="pg3185"/>
            <p:cNvSpPr/>
            <p:nvPr/>
          </p:nvSpPr>
          <p:spPr>
            <a:xfrm>
              <a:off x="448072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B">
                <a:alpha val="100000"/>
              </a:srgbClr>
            </a:solidFill>
            <a:ln w="5420" cap="flat">
              <a:solidFill>
                <a:srgbClr val="2B20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6" name="pg3186"/>
            <p:cNvSpPr/>
            <p:nvPr/>
          </p:nvSpPr>
          <p:spPr>
            <a:xfrm>
              <a:off x="449236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7" name="pg3187"/>
            <p:cNvSpPr/>
            <p:nvPr/>
          </p:nvSpPr>
          <p:spPr>
            <a:xfrm>
              <a:off x="4503998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8" name="pg3188"/>
            <p:cNvSpPr/>
            <p:nvPr/>
          </p:nvSpPr>
          <p:spPr>
            <a:xfrm>
              <a:off x="2770036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9" name="pg3189"/>
            <p:cNvSpPr/>
            <p:nvPr/>
          </p:nvSpPr>
          <p:spPr>
            <a:xfrm>
              <a:off x="278167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0" name="pg3190"/>
            <p:cNvSpPr/>
            <p:nvPr/>
          </p:nvSpPr>
          <p:spPr>
            <a:xfrm>
              <a:off x="279331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1" name="pg3191"/>
            <p:cNvSpPr/>
            <p:nvPr/>
          </p:nvSpPr>
          <p:spPr>
            <a:xfrm>
              <a:off x="2804948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2" name="pg3192"/>
            <p:cNvSpPr/>
            <p:nvPr/>
          </p:nvSpPr>
          <p:spPr>
            <a:xfrm>
              <a:off x="2816586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3" name="pg3193"/>
            <p:cNvSpPr/>
            <p:nvPr/>
          </p:nvSpPr>
          <p:spPr>
            <a:xfrm>
              <a:off x="282822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4" name="pg3194"/>
            <p:cNvSpPr/>
            <p:nvPr/>
          </p:nvSpPr>
          <p:spPr>
            <a:xfrm>
              <a:off x="2839860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5" name="pg3195"/>
            <p:cNvSpPr/>
            <p:nvPr/>
          </p:nvSpPr>
          <p:spPr>
            <a:xfrm>
              <a:off x="2851498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6" name="pg3196"/>
            <p:cNvSpPr/>
            <p:nvPr/>
          </p:nvSpPr>
          <p:spPr>
            <a:xfrm>
              <a:off x="2863135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4">
                <a:alpha val="100000"/>
              </a:srgbClr>
            </a:solidFill>
            <a:ln w="5420" cap="flat">
              <a:solidFill>
                <a:srgbClr val="3C4D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7" name="pg3197"/>
            <p:cNvSpPr/>
            <p:nvPr/>
          </p:nvSpPr>
          <p:spPr>
            <a:xfrm>
              <a:off x="287477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8" name="pg3198"/>
            <p:cNvSpPr/>
            <p:nvPr/>
          </p:nvSpPr>
          <p:spPr>
            <a:xfrm>
              <a:off x="2886410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9" name="pg3199"/>
            <p:cNvSpPr/>
            <p:nvPr/>
          </p:nvSpPr>
          <p:spPr>
            <a:xfrm>
              <a:off x="289804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0" name="pg3200"/>
            <p:cNvSpPr/>
            <p:nvPr/>
          </p:nvSpPr>
          <p:spPr>
            <a:xfrm>
              <a:off x="290968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1" name="pg3201"/>
            <p:cNvSpPr/>
            <p:nvPr/>
          </p:nvSpPr>
          <p:spPr>
            <a:xfrm>
              <a:off x="292132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2" name="pg3202"/>
            <p:cNvSpPr/>
            <p:nvPr/>
          </p:nvSpPr>
          <p:spPr>
            <a:xfrm>
              <a:off x="293295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3" name="pg3203"/>
            <p:cNvSpPr/>
            <p:nvPr/>
          </p:nvSpPr>
          <p:spPr>
            <a:xfrm>
              <a:off x="424797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4" name="pg3204"/>
            <p:cNvSpPr/>
            <p:nvPr/>
          </p:nvSpPr>
          <p:spPr>
            <a:xfrm>
              <a:off x="425961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5" name="pg3205"/>
            <p:cNvSpPr/>
            <p:nvPr/>
          </p:nvSpPr>
          <p:spPr>
            <a:xfrm>
              <a:off x="427125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6" name="pg3206"/>
            <p:cNvSpPr/>
            <p:nvPr/>
          </p:nvSpPr>
          <p:spPr>
            <a:xfrm>
              <a:off x="428288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7" name="pg3207"/>
            <p:cNvSpPr/>
            <p:nvPr/>
          </p:nvSpPr>
          <p:spPr>
            <a:xfrm>
              <a:off x="4294526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8" name="pg3208"/>
            <p:cNvSpPr/>
            <p:nvPr/>
          </p:nvSpPr>
          <p:spPr>
            <a:xfrm>
              <a:off x="444581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9" name="pg3209"/>
            <p:cNvSpPr/>
            <p:nvPr/>
          </p:nvSpPr>
          <p:spPr>
            <a:xfrm>
              <a:off x="445744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0" name="pg3210"/>
            <p:cNvSpPr/>
            <p:nvPr/>
          </p:nvSpPr>
          <p:spPr>
            <a:xfrm>
              <a:off x="4469086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D">
                <a:alpha val="100000"/>
              </a:srgbClr>
            </a:solidFill>
            <a:ln w="5420" cap="flat">
              <a:solidFill>
                <a:srgbClr val="2B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1" name="pg3211"/>
            <p:cNvSpPr/>
            <p:nvPr/>
          </p:nvSpPr>
          <p:spPr>
            <a:xfrm>
              <a:off x="448072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D">
                <a:alpha val="100000"/>
              </a:srgbClr>
            </a:solidFill>
            <a:ln w="5420" cap="flat">
              <a:solidFill>
                <a:srgbClr val="2B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2" name="pg3212"/>
            <p:cNvSpPr/>
            <p:nvPr/>
          </p:nvSpPr>
          <p:spPr>
            <a:xfrm>
              <a:off x="449236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3" name="pg3213"/>
            <p:cNvSpPr/>
            <p:nvPr/>
          </p:nvSpPr>
          <p:spPr>
            <a:xfrm>
              <a:off x="4503998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4" name="pg3214"/>
            <p:cNvSpPr/>
            <p:nvPr/>
          </p:nvSpPr>
          <p:spPr>
            <a:xfrm>
              <a:off x="4515636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5" name="pg3215"/>
            <p:cNvSpPr/>
            <p:nvPr/>
          </p:nvSpPr>
          <p:spPr>
            <a:xfrm>
              <a:off x="275839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6" name="pg3216"/>
            <p:cNvSpPr/>
            <p:nvPr/>
          </p:nvSpPr>
          <p:spPr>
            <a:xfrm>
              <a:off x="2770036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7" name="pg3217"/>
            <p:cNvSpPr/>
            <p:nvPr/>
          </p:nvSpPr>
          <p:spPr>
            <a:xfrm>
              <a:off x="278167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8" name="pg3218"/>
            <p:cNvSpPr/>
            <p:nvPr/>
          </p:nvSpPr>
          <p:spPr>
            <a:xfrm>
              <a:off x="279331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9" name="pg3219"/>
            <p:cNvSpPr/>
            <p:nvPr/>
          </p:nvSpPr>
          <p:spPr>
            <a:xfrm>
              <a:off x="2804948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0" name="pg3220"/>
            <p:cNvSpPr/>
            <p:nvPr/>
          </p:nvSpPr>
          <p:spPr>
            <a:xfrm>
              <a:off x="2816586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1" name="pg3221"/>
            <p:cNvSpPr/>
            <p:nvPr/>
          </p:nvSpPr>
          <p:spPr>
            <a:xfrm>
              <a:off x="282822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2" name="pg3222"/>
            <p:cNvSpPr/>
            <p:nvPr/>
          </p:nvSpPr>
          <p:spPr>
            <a:xfrm>
              <a:off x="2839860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3" name="pg3223"/>
            <p:cNvSpPr/>
            <p:nvPr/>
          </p:nvSpPr>
          <p:spPr>
            <a:xfrm>
              <a:off x="2851498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4" name="pg3224"/>
            <p:cNvSpPr/>
            <p:nvPr/>
          </p:nvSpPr>
          <p:spPr>
            <a:xfrm>
              <a:off x="2863135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5" name="pg3225"/>
            <p:cNvSpPr/>
            <p:nvPr/>
          </p:nvSpPr>
          <p:spPr>
            <a:xfrm>
              <a:off x="287477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6" name="pg3226"/>
            <p:cNvSpPr/>
            <p:nvPr/>
          </p:nvSpPr>
          <p:spPr>
            <a:xfrm>
              <a:off x="2886410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7" name="pg3227"/>
            <p:cNvSpPr/>
            <p:nvPr/>
          </p:nvSpPr>
          <p:spPr>
            <a:xfrm>
              <a:off x="289804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8" name="pg3228"/>
            <p:cNvSpPr/>
            <p:nvPr/>
          </p:nvSpPr>
          <p:spPr>
            <a:xfrm>
              <a:off x="290968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9" name="pg3229"/>
            <p:cNvSpPr/>
            <p:nvPr/>
          </p:nvSpPr>
          <p:spPr>
            <a:xfrm>
              <a:off x="424797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0" name="pg3230"/>
            <p:cNvSpPr/>
            <p:nvPr/>
          </p:nvSpPr>
          <p:spPr>
            <a:xfrm>
              <a:off x="425961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1" name="pg3231"/>
            <p:cNvSpPr/>
            <p:nvPr/>
          </p:nvSpPr>
          <p:spPr>
            <a:xfrm>
              <a:off x="427125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2" name="pg3232"/>
            <p:cNvSpPr/>
            <p:nvPr/>
          </p:nvSpPr>
          <p:spPr>
            <a:xfrm>
              <a:off x="428288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3" name="pg3233"/>
            <p:cNvSpPr/>
            <p:nvPr/>
          </p:nvSpPr>
          <p:spPr>
            <a:xfrm>
              <a:off x="4294526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4" name="pg3234"/>
            <p:cNvSpPr/>
            <p:nvPr/>
          </p:nvSpPr>
          <p:spPr>
            <a:xfrm>
              <a:off x="444581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5" name="pg3235"/>
            <p:cNvSpPr/>
            <p:nvPr/>
          </p:nvSpPr>
          <p:spPr>
            <a:xfrm>
              <a:off x="445744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6" name="pg3236"/>
            <p:cNvSpPr/>
            <p:nvPr/>
          </p:nvSpPr>
          <p:spPr>
            <a:xfrm>
              <a:off x="4469086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7" name="pg3237"/>
            <p:cNvSpPr/>
            <p:nvPr/>
          </p:nvSpPr>
          <p:spPr>
            <a:xfrm>
              <a:off x="448072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F">
                <a:alpha val="100000"/>
              </a:srgbClr>
            </a:solidFill>
            <a:ln w="5420" cap="flat">
              <a:solidFill>
                <a:srgbClr val="2C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8" name="pg3238"/>
            <p:cNvSpPr/>
            <p:nvPr/>
          </p:nvSpPr>
          <p:spPr>
            <a:xfrm>
              <a:off x="449236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9" name="pg3239"/>
            <p:cNvSpPr/>
            <p:nvPr/>
          </p:nvSpPr>
          <p:spPr>
            <a:xfrm>
              <a:off x="4503998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0" name="pg3240"/>
            <p:cNvSpPr/>
            <p:nvPr/>
          </p:nvSpPr>
          <p:spPr>
            <a:xfrm>
              <a:off x="4515636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40">
                <a:alpha val="100000"/>
              </a:srgbClr>
            </a:solidFill>
            <a:ln w="5420" cap="flat">
              <a:solidFill>
                <a:srgbClr val="2D21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1" name="pg3241"/>
            <p:cNvSpPr/>
            <p:nvPr/>
          </p:nvSpPr>
          <p:spPr>
            <a:xfrm>
              <a:off x="2758399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2" name="pg3242"/>
            <p:cNvSpPr/>
            <p:nvPr/>
          </p:nvSpPr>
          <p:spPr>
            <a:xfrm>
              <a:off x="2770036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3" name="pg3243"/>
            <p:cNvSpPr/>
            <p:nvPr/>
          </p:nvSpPr>
          <p:spPr>
            <a:xfrm>
              <a:off x="278167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4" name="pg3244"/>
            <p:cNvSpPr/>
            <p:nvPr/>
          </p:nvSpPr>
          <p:spPr>
            <a:xfrm>
              <a:off x="279331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5" name="pg3245"/>
            <p:cNvSpPr/>
            <p:nvPr/>
          </p:nvSpPr>
          <p:spPr>
            <a:xfrm>
              <a:off x="2804948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6" name="pg3246"/>
            <p:cNvSpPr/>
            <p:nvPr/>
          </p:nvSpPr>
          <p:spPr>
            <a:xfrm>
              <a:off x="2816586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7" name="pg3247"/>
            <p:cNvSpPr/>
            <p:nvPr/>
          </p:nvSpPr>
          <p:spPr>
            <a:xfrm>
              <a:off x="282822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8" name="pg3248"/>
            <p:cNvSpPr/>
            <p:nvPr/>
          </p:nvSpPr>
          <p:spPr>
            <a:xfrm>
              <a:off x="2839860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9" name="pg3249"/>
            <p:cNvSpPr/>
            <p:nvPr/>
          </p:nvSpPr>
          <p:spPr>
            <a:xfrm>
              <a:off x="2851498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0" name="pg3250"/>
            <p:cNvSpPr/>
            <p:nvPr/>
          </p:nvSpPr>
          <p:spPr>
            <a:xfrm>
              <a:off x="2863135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1" name="pg3251"/>
            <p:cNvSpPr/>
            <p:nvPr/>
          </p:nvSpPr>
          <p:spPr>
            <a:xfrm>
              <a:off x="2874772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2" name="pg3252"/>
            <p:cNvSpPr/>
            <p:nvPr/>
          </p:nvSpPr>
          <p:spPr>
            <a:xfrm>
              <a:off x="2886410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3" name="pg3253"/>
            <p:cNvSpPr/>
            <p:nvPr/>
          </p:nvSpPr>
          <p:spPr>
            <a:xfrm>
              <a:off x="4247977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4" name="pg3254"/>
            <p:cNvSpPr/>
            <p:nvPr/>
          </p:nvSpPr>
          <p:spPr>
            <a:xfrm>
              <a:off x="425961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5" name="pg3255"/>
            <p:cNvSpPr/>
            <p:nvPr/>
          </p:nvSpPr>
          <p:spPr>
            <a:xfrm>
              <a:off x="4271252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6" name="pg3256"/>
            <p:cNvSpPr/>
            <p:nvPr/>
          </p:nvSpPr>
          <p:spPr>
            <a:xfrm>
              <a:off x="4282889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7" name="pg3257"/>
            <p:cNvSpPr/>
            <p:nvPr/>
          </p:nvSpPr>
          <p:spPr>
            <a:xfrm>
              <a:off x="4294526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8" name="pg3258"/>
            <p:cNvSpPr/>
            <p:nvPr/>
          </p:nvSpPr>
          <p:spPr>
            <a:xfrm>
              <a:off x="4457449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9" name="pg3259"/>
            <p:cNvSpPr/>
            <p:nvPr/>
          </p:nvSpPr>
          <p:spPr>
            <a:xfrm>
              <a:off x="4469086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0" name="pg3260"/>
            <p:cNvSpPr/>
            <p:nvPr/>
          </p:nvSpPr>
          <p:spPr>
            <a:xfrm>
              <a:off x="448072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1" name="pg3261"/>
            <p:cNvSpPr/>
            <p:nvPr/>
          </p:nvSpPr>
          <p:spPr>
            <a:xfrm>
              <a:off x="449236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2" name="pg3262"/>
            <p:cNvSpPr/>
            <p:nvPr/>
          </p:nvSpPr>
          <p:spPr>
            <a:xfrm>
              <a:off x="4503998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3" name="pg3263"/>
            <p:cNvSpPr/>
            <p:nvPr/>
          </p:nvSpPr>
          <p:spPr>
            <a:xfrm>
              <a:off x="4515636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342">
                <a:alpha val="100000"/>
              </a:srgbClr>
            </a:solidFill>
            <a:ln w="5420" cap="flat">
              <a:solidFill>
                <a:srgbClr val="2E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4" name="pg3264"/>
            <p:cNvSpPr/>
            <p:nvPr/>
          </p:nvSpPr>
          <p:spPr>
            <a:xfrm>
              <a:off x="2723487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5" name="pg3265"/>
            <p:cNvSpPr/>
            <p:nvPr/>
          </p:nvSpPr>
          <p:spPr>
            <a:xfrm>
              <a:off x="273512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6" name="pg3266"/>
            <p:cNvSpPr/>
            <p:nvPr/>
          </p:nvSpPr>
          <p:spPr>
            <a:xfrm>
              <a:off x="274676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7" name="pg3267"/>
            <p:cNvSpPr/>
            <p:nvPr/>
          </p:nvSpPr>
          <p:spPr>
            <a:xfrm>
              <a:off x="275839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8" name="pg3268"/>
            <p:cNvSpPr/>
            <p:nvPr/>
          </p:nvSpPr>
          <p:spPr>
            <a:xfrm>
              <a:off x="2770036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9" name="pg3269"/>
            <p:cNvSpPr/>
            <p:nvPr/>
          </p:nvSpPr>
          <p:spPr>
            <a:xfrm>
              <a:off x="278167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0" name="pg3270"/>
            <p:cNvSpPr/>
            <p:nvPr/>
          </p:nvSpPr>
          <p:spPr>
            <a:xfrm>
              <a:off x="279331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1" name="pg3271"/>
            <p:cNvSpPr/>
            <p:nvPr/>
          </p:nvSpPr>
          <p:spPr>
            <a:xfrm>
              <a:off x="2804948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2" name="pg3272"/>
            <p:cNvSpPr/>
            <p:nvPr/>
          </p:nvSpPr>
          <p:spPr>
            <a:xfrm>
              <a:off x="2816586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3" name="pg3273"/>
            <p:cNvSpPr/>
            <p:nvPr/>
          </p:nvSpPr>
          <p:spPr>
            <a:xfrm>
              <a:off x="282822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4" name="pg3274"/>
            <p:cNvSpPr/>
            <p:nvPr/>
          </p:nvSpPr>
          <p:spPr>
            <a:xfrm>
              <a:off x="2839860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5" name="pg3275"/>
            <p:cNvSpPr/>
            <p:nvPr/>
          </p:nvSpPr>
          <p:spPr>
            <a:xfrm>
              <a:off x="2851498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6" name="pg3276"/>
            <p:cNvSpPr/>
            <p:nvPr/>
          </p:nvSpPr>
          <p:spPr>
            <a:xfrm>
              <a:off x="2863135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7" name="pg3277"/>
            <p:cNvSpPr/>
            <p:nvPr/>
          </p:nvSpPr>
          <p:spPr>
            <a:xfrm>
              <a:off x="4247977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8" name="pg3278"/>
            <p:cNvSpPr/>
            <p:nvPr/>
          </p:nvSpPr>
          <p:spPr>
            <a:xfrm>
              <a:off x="425961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D">
                <a:alpha val="100000"/>
              </a:srgbClr>
            </a:solidFill>
            <a:ln w="5420" cap="flat">
              <a:solidFill>
                <a:srgbClr val="35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9" name="pg3279"/>
            <p:cNvSpPr/>
            <p:nvPr/>
          </p:nvSpPr>
          <p:spPr>
            <a:xfrm>
              <a:off x="427125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0" name="pg3280"/>
            <p:cNvSpPr/>
            <p:nvPr/>
          </p:nvSpPr>
          <p:spPr>
            <a:xfrm>
              <a:off x="428288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C">
                <a:alpha val="100000"/>
              </a:srgbClr>
            </a:solidFill>
            <a:ln w="5420" cap="flat">
              <a:solidFill>
                <a:srgbClr val="3326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1" name="pg3281"/>
            <p:cNvSpPr/>
            <p:nvPr/>
          </p:nvSpPr>
          <p:spPr>
            <a:xfrm>
              <a:off x="4294526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2" name="pg3282"/>
            <p:cNvSpPr/>
            <p:nvPr/>
          </p:nvSpPr>
          <p:spPr>
            <a:xfrm>
              <a:off x="445744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3" name="pg3283"/>
            <p:cNvSpPr/>
            <p:nvPr/>
          </p:nvSpPr>
          <p:spPr>
            <a:xfrm>
              <a:off x="4469086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4" name="pg3284"/>
            <p:cNvSpPr/>
            <p:nvPr/>
          </p:nvSpPr>
          <p:spPr>
            <a:xfrm>
              <a:off x="448072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5" name="pg3285"/>
            <p:cNvSpPr/>
            <p:nvPr/>
          </p:nvSpPr>
          <p:spPr>
            <a:xfrm>
              <a:off x="449236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6" name="pg3286"/>
            <p:cNvSpPr/>
            <p:nvPr/>
          </p:nvSpPr>
          <p:spPr>
            <a:xfrm>
              <a:off x="4503998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7" name="pg3287"/>
            <p:cNvSpPr/>
            <p:nvPr/>
          </p:nvSpPr>
          <p:spPr>
            <a:xfrm>
              <a:off x="4515636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8" name="pg3288"/>
            <p:cNvSpPr/>
            <p:nvPr/>
          </p:nvSpPr>
          <p:spPr>
            <a:xfrm>
              <a:off x="2723487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9" name="pg3289"/>
            <p:cNvSpPr/>
            <p:nvPr/>
          </p:nvSpPr>
          <p:spPr>
            <a:xfrm>
              <a:off x="273512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0" name="pg3290"/>
            <p:cNvSpPr/>
            <p:nvPr/>
          </p:nvSpPr>
          <p:spPr>
            <a:xfrm>
              <a:off x="2746762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1" name="pg3291"/>
            <p:cNvSpPr/>
            <p:nvPr/>
          </p:nvSpPr>
          <p:spPr>
            <a:xfrm>
              <a:off x="275839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2" name="pg3292"/>
            <p:cNvSpPr/>
            <p:nvPr/>
          </p:nvSpPr>
          <p:spPr>
            <a:xfrm>
              <a:off x="2770036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3" name="pg3293"/>
            <p:cNvSpPr/>
            <p:nvPr/>
          </p:nvSpPr>
          <p:spPr>
            <a:xfrm>
              <a:off x="278167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4" name="pg3294"/>
            <p:cNvSpPr/>
            <p:nvPr/>
          </p:nvSpPr>
          <p:spPr>
            <a:xfrm>
              <a:off x="279331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5" name="pg3295"/>
            <p:cNvSpPr/>
            <p:nvPr/>
          </p:nvSpPr>
          <p:spPr>
            <a:xfrm>
              <a:off x="2804948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6" name="pg3296"/>
            <p:cNvSpPr/>
            <p:nvPr/>
          </p:nvSpPr>
          <p:spPr>
            <a:xfrm>
              <a:off x="2816586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7" name="pg3297"/>
            <p:cNvSpPr/>
            <p:nvPr/>
          </p:nvSpPr>
          <p:spPr>
            <a:xfrm>
              <a:off x="4236340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0">
                <a:alpha val="100000"/>
              </a:srgbClr>
            </a:solidFill>
            <a:ln w="5420" cap="flat">
              <a:solidFill>
                <a:srgbClr val="3629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8" name="pg3298"/>
            <p:cNvSpPr/>
            <p:nvPr/>
          </p:nvSpPr>
          <p:spPr>
            <a:xfrm>
              <a:off x="4247977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9" name="pg3299"/>
            <p:cNvSpPr/>
            <p:nvPr/>
          </p:nvSpPr>
          <p:spPr>
            <a:xfrm>
              <a:off x="425961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0" name="pg3300"/>
            <p:cNvSpPr/>
            <p:nvPr/>
          </p:nvSpPr>
          <p:spPr>
            <a:xfrm>
              <a:off x="4271252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1" name="pg3301"/>
            <p:cNvSpPr/>
            <p:nvPr/>
          </p:nvSpPr>
          <p:spPr>
            <a:xfrm>
              <a:off x="428288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2" name="pg3302"/>
            <p:cNvSpPr/>
            <p:nvPr/>
          </p:nvSpPr>
          <p:spPr>
            <a:xfrm>
              <a:off x="445744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3" name="pg3303"/>
            <p:cNvSpPr/>
            <p:nvPr/>
          </p:nvSpPr>
          <p:spPr>
            <a:xfrm>
              <a:off x="4469086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344">
                <a:alpha val="100000"/>
              </a:srgbClr>
            </a:solidFill>
            <a:ln w="5420" cap="flat">
              <a:solidFill>
                <a:srgbClr val="30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4" name="pg3304"/>
            <p:cNvSpPr/>
            <p:nvPr/>
          </p:nvSpPr>
          <p:spPr>
            <a:xfrm>
              <a:off x="448072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4">
                <a:alpha val="100000"/>
              </a:srgbClr>
            </a:solidFill>
            <a:ln w="5420" cap="flat">
              <a:solidFill>
                <a:srgbClr val="3024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5" name="pg3305"/>
            <p:cNvSpPr/>
            <p:nvPr/>
          </p:nvSpPr>
          <p:spPr>
            <a:xfrm>
              <a:off x="449236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6" name="pg3306"/>
            <p:cNvSpPr/>
            <p:nvPr/>
          </p:nvSpPr>
          <p:spPr>
            <a:xfrm>
              <a:off x="4503998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7" name="pg3307"/>
            <p:cNvSpPr/>
            <p:nvPr/>
          </p:nvSpPr>
          <p:spPr>
            <a:xfrm>
              <a:off x="4515636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8" name="pg3308"/>
            <p:cNvSpPr/>
            <p:nvPr/>
          </p:nvSpPr>
          <p:spPr>
            <a:xfrm>
              <a:off x="2711850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9" name="pg3309"/>
            <p:cNvSpPr/>
            <p:nvPr/>
          </p:nvSpPr>
          <p:spPr>
            <a:xfrm>
              <a:off x="2723487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0" name="pg3310"/>
            <p:cNvSpPr/>
            <p:nvPr/>
          </p:nvSpPr>
          <p:spPr>
            <a:xfrm>
              <a:off x="2735124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1" name="pg3311"/>
            <p:cNvSpPr/>
            <p:nvPr/>
          </p:nvSpPr>
          <p:spPr>
            <a:xfrm>
              <a:off x="274676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2" name="pg3312"/>
            <p:cNvSpPr/>
            <p:nvPr/>
          </p:nvSpPr>
          <p:spPr>
            <a:xfrm>
              <a:off x="275839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3" name="pg3313"/>
            <p:cNvSpPr/>
            <p:nvPr/>
          </p:nvSpPr>
          <p:spPr>
            <a:xfrm>
              <a:off x="2770036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4" name="pg3314"/>
            <p:cNvSpPr/>
            <p:nvPr/>
          </p:nvSpPr>
          <p:spPr>
            <a:xfrm>
              <a:off x="2781674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5" name="pg3315"/>
            <p:cNvSpPr/>
            <p:nvPr/>
          </p:nvSpPr>
          <p:spPr>
            <a:xfrm>
              <a:off x="279331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6" name="pg3316"/>
            <p:cNvSpPr/>
            <p:nvPr/>
          </p:nvSpPr>
          <p:spPr>
            <a:xfrm>
              <a:off x="4236340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7" name="pg3317"/>
            <p:cNvSpPr/>
            <p:nvPr/>
          </p:nvSpPr>
          <p:spPr>
            <a:xfrm>
              <a:off x="4247977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8" name="pg3318"/>
            <p:cNvSpPr/>
            <p:nvPr/>
          </p:nvSpPr>
          <p:spPr>
            <a:xfrm>
              <a:off x="4259614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9" name="pg3319"/>
            <p:cNvSpPr/>
            <p:nvPr/>
          </p:nvSpPr>
          <p:spPr>
            <a:xfrm>
              <a:off x="427125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0" name="pg3320"/>
            <p:cNvSpPr/>
            <p:nvPr/>
          </p:nvSpPr>
          <p:spPr>
            <a:xfrm>
              <a:off x="428288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1" name="pg3321"/>
            <p:cNvSpPr/>
            <p:nvPr/>
          </p:nvSpPr>
          <p:spPr>
            <a:xfrm>
              <a:off x="4294526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2" name="pg3322"/>
            <p:cNvSpPr/>
            <p:nvPr/>
          </p:nvSpPr>
          <p:spPr>
            <a:xfrm>
              <a:off x="4306164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3" name="pg3323"/>
            <p:cNvSpPr/>
            <p:nvPr/>
          </p:nvSpPr>
          <p:spPr>
            <a:xfrm>
              <a:off x="4469086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4" name="pg3324"/>
            <p:cNvSpPr/>
            <p:nvPr/>
          </p:nvSpPr>
          <p:spPr>
            <a:xfrm>
              <a:off x="4480724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5" name="pg3325"/>
            <p:cNvSpPr/>
            <p:nvPr/>
          </p:nvSpPr>
          <p:spPr>
            <a:xfrm>
              <a:off x="449236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6" name="pg3326"/>
            <p:cNvSpPr/>
            <p:nvPr/>
          </p:nvSpPr>
          <p:spPr>
            <a:xfrm>
              <a:off x="4503998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7" name="pg3327"/>
            <p:cNvSpPr/>
            <p:nvPr/>
          </p:nvSpPr>
          <p:spPr>
            <a:xfrm>
              <a:off x="4515636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8" name="pg3328"/>
            <p:cNvSpPr/>
            <p:nvPr/>
          </p:nvSpPr>
          <p:spPr>
            <a:xfrm>
              <a:off x="270021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9" name="pg3329"/>
            <p:cNvSpPr/>
            <p:nvPr/>
          </p:nvSpPr>
          <p:spPr>
            <a:xfrm>
              <a:off x="2711850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0" name="pg3330"/>
            <p:cNvSpPr/>
            <p:nvPr/>
          </p:nvSpPr>
          <p:spPr>
            <a:xfrm>
              <a:off x="272348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1" name="pg3331"/>
            <p:cNvSpPr/>
            <p:nvPr/>
          </p:nvSpPr>
          <p:spPr>
            <a:xfrm>
              <a:off x="2735124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2" name="pg3332"/>
            <p:cNvSpPr/>
            <p:nvPr/>
          </p:nvSpPr>
          <p:spPr>
            <a:xfrm>
              <a:off x="274676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3" name="pg3333"/>
            <p:cNvSpPr/>
            <p:nvPr/>
          </p:nvSpPr>
          <p:spPr>
            <a:xfrm>
              <a:off x="275839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4" name="pg3334"/>
            <p:cNvSpPr/>
            <p:nvPr/>
          </p:nvSpPr>
          <p:spPr>
            <a:xfrm>
              <a:off x="2770036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5" name="pg3335"/>
            <p:cNvSpPr/>
            <p:nvPr/>
          </p:nvSpPr>
          <p:spPr>
            <a:xfrm>
              <a:off x="2781674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6" name="pg3336"/>
            <p:cNvSpPr/>
            <p:nvPr/>
          </p:nvSpPr>
          <p:spPr>
            <a:xfrm>
              <a:off x="4236340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7" name="pg3337"/>
            <p:cNvSpPr/>
            <p:nvPr/>
          </p:nvSpPr>
          <p:spPr>
            <a:xfrm>
              <a:off x="424797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8" name="pg3338"/>
            <p:cNvSpPr/>
            <p:nvPr/>
          </p:nvSpPr>
          <p:spPr>
            <a:xfrm>
              <a:off x="4259614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9" name="pg3339"/>
            <p:cNvSpPr/>
            <p:nvPr/>
          </p:nvSpPr>
          <p:spPr>
            <a:xfrm>
              <a:off x="427125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0" name="pg3340"/>
            <p:cNvSpPr/>
            <p:nvPr/>
          </p:nvSpPr>
          <p:spPr>
            <a:xfrm>
              <a:off x="428288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1" name="pg3341"/>
            <p:cNvSpPr/>
            <p:nvPr/>
          </p:nvSpPr>
          <p:spPr>
            <a:xfrm>
              <a:off x="4294526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2" name="pg3342"/>
            <p:cNvSpPr/>
            <p:nvPr/>
          </p:nvSpPr>
          <p:spPr>
            <a:xfrm>
              <a:off x="4306164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3" name="pg3343"/>
            <p:cNvSpPr/>
            <p:nvPr/>
          </p:nvSpPr>
          <p:spPr>
            <a:xfrm>
              <a:off x="431780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4" name="pg3344"/>
            <p:cNvSpPr/>
            <p:nvPr/>
          </p:nvSpPr>
          <p:spPr>
            <a:xfrm>
              <a:off x="4469086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5" name="pg3345"/>
            <p:cNvSpPr/>
            <p:nvPr/>
          </p:nvSpPr>
          <p:spPr>
            <a:xfrm>
              <a:off x="4480724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6" name="pg3346"/>
            <p:cNvSpPr/>
            <p:nvPr/>
          </p:nvSpPr>
          <p:spPr>
            <a:xfrm>
              <a:off x="449236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7" name="pg3347"/>
            <p:cNvSpPr/>
            <p:nvPr/>
          </p:nvSpPr>
          <p:spPr>
            <a:xfrm>
              <a:off x="4503998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8" name="pg3348"/>
            <p:cNvSpPr/>
            <p:nvPr/>
          </p:nvSpPr>
          <p:spPr>
            <a:xfrm>
              <a:off x="4515636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9" name="pg3349"/>
            <p:cNvSpPr/>
            <p:nvPr/>
          </p:nvSpPr>
          <p:spPr>
            <a:xfrm>
              <a:off x="4527273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0" name="pg3350"/>
            <p:cNvSpPr/>
            <p:nvPr/>
          </p:nvSpPr>
          <p:spPr>
            <a:xfrm>
              <a:off x="2688575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1" name="pg3351"/>
            <p:cNvSpPr/>
            <p:nvPr/>
          </p:nvSpPr>
          <p:spPr>
            <a:xfrm>
              <a:off x="270021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2" name="pg3352"/>
            <p:cNvSpPr/>
            <p:nvPr/>
          </p:nvSpPr>
          <p:spPr>
            <a:xfrm>
              <a:off x="2711850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3" name="pg3353"/>
            <p:cNvSpPr/>
            <p:nvPr/>
          </p:nvSpPr>
          <p:spPr>
            <a:xfrm>
              <a:off x="272348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4" name="pg3354"/>
            <p:cNvSpPr/>
            <p:nvPr/>
          </p:nvSpPr>
          <p:spPr>
            <a:xfrm>
              <a:off x="2735124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5" name="pg3355"/>
            <p:cNvSpPr/>
            <p:nvPr/>
          </p:nvSpPr>
          <p:spPr>
            <a:xfrm>
              <a:off x="274676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6" name="pg3356"/>
            <p:cNvSpPr/>
            <p:nvPr/>
          </p:nvSpPr>
          <p:spPr>
            <a:xfrm>
              <a:off x="275839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7" name="pg3357"/>
            <p:cNvSpPr/>
            <p:nvPr/>
          </p:nvSpPr>
          <p:spPr>
            <a:xfrm>
              <a:off x="2770036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8" name="pg3358"/>
            <p:cNvSpPr/>
            <p:nvPr/>
          </p:nvSpPr>
          <p:spPr>
            <a:xfrm>
              <a:off x="4236340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9" name="pg3359"/>
            <p:cNvSpPr/>
            <p:nvPr/>
          </p:nvSpPr>
          <p:spPr>
            <a:xfrm>
              <a:off x="424797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0" name="pg3360"/>
            <p:cNvSpPr/>
            <p:nvPr/>
          </p:nvSpPr>
          <p:spPr>
            <a:xfrm>
              <a:off x="4259614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1" name="pg3361"/>
            <p:cNvSpPr/>
            <p:nvPr/>
          </p:nvSpPr>
          <p:spPr>
            <a:xfrm>
              <a:off x="427125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2" name="pg3362"/>
            <p:cNvSpPr/>
            <p:nvPr/>
          </p:nvSpPr>
          <p:spPr>
            <a:xfrm>
              <a:off x="428288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3" name="pg3363"/>
            <p:cNvSpPr/>
            <p:nvPr/>
          </p:nvSpPr>
          <p:spPr>
            <a:xfrm>
              <a:off x="4294526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4" name="pg3364"/>
            <p:cNvSpPr/>
            <p:nvPr/>
          </p:nvSpPr>
          <p:spPr>
            <a:xfrm>
              <a:off x="4306164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5" name="pg3365"/>
            <p:cNvSpPr/>
            <p:nvPr/>
          </p:nvSpPr>
          <p:spPr>
            <a:xfrm>
              <a:off x="4317801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6" name="pg3366"/>
            <p:cNvSpPr/>
            <p:nvPr/>
          </p:nvSpPr>
          <p:spPr>
            <a:xfrm>
              <a:off x="4480724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7" name="pg3367"/>
            <p:cNvSpPr/>
            <p:nvPr/>
          </p:nvSpPr>
          <p:spPr>
            <a:xfrm>
              <a:off x="4492361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8" name="pg3368"/>
            <p:cNvSpPr/>
            <p:nvPr/>
          </p:nvSpPr>
          <p:spPr>
            <a:xfrm>
              <a:off x="4503998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9" name="pg3369"/>
            <p:cNvSpPr/>
            <p:nvPr/>
          </p:nvSpPr>
          <p:spPr>
            <a:xfrm>
              <a:off x="4515636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0" name="pg3370"/>
            <p:cNvSpPr/>
            <p:nvPr/>
          </p:nvSpPr>
          <p:spPr>
            <a:xfrm>
              <a:off x="4527273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1" name="pg3371"/>
            <p:cNvSpPr/>
            <p:nvPr/>
          </p:nvSpPr>
          <p:spPr>
            <a:xfrm>
              <a:off x="2688575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2" name="pg3372"/>
            <p:cNvSpPr/>
            <p:nvPr/>
          </p:nvSpPr>
          <p:spPr>
            <a:xfrm>
              <a:off x="270021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3" name="pg3373"/>
            <p:cNvSpPr/>
            <p:nvPr/>
          </p:nvSpPr>
          <p:spPr>
            <a:xfrm>
              <a:off x="2711850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4" name="pg3374"/>
            <p:cNvSpPr/>
            <p:nvPr/>
          </p:nvSpPr>
          <p:spPr>
            <a:xfrm>
              <a:off x="272348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5" name="pg3375"/>
            <p:cNvSpPr/>
            <p:nvPr/>
          </p:nvSpPr>
          <p:spPr>
            <a:xfrm>
              <a:off x="2735124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6" name="pg3376"/>
            <p:cNvSpPr/>
            <p:nvPr/>
          </p:nvSpPr>
          <p:spPr>
            <a:xfrm>
              <a:off x="274676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7" name="pg3377"/>
            <p:cNvSpPr/>
            <p:nvPr/>
          </p:nvSpPr>
          <p:spPr>
            <a:xfrm>
              <a:off x="275839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8" name="pg3378"/>
            <p:cNvSpPr/>
            <p:nvPr/>
          </p:nvSpPr>
          <p:spPr>
            <a:xfrm>
              <a:off x="4236340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9" name="pg3379"/>
            <p:cNvSpPr/>
            <p:nvPr/>
          </p:nvSpPr>
          <p:spPr>
            <a:xfrm>
              <a:off x="424797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0" name="pg3380"/>
            <p:cNvSpPr/>
            <p:nvPr/>
          </p:nvSpPr>
          <p:spPr>
            <a:xfrm>
              <a:off x="4259614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1" name="pg3381"/>
            <p:cNvSpPr/>
            <p:nvPr/>
          </p:nvSpPr>
          <p:spPr>
            <a:xfrm>
              <a:off x="427125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2" name="pg3382"/>
            <p:cNvSpPr/>
            <p:nvPr/>
          </p:nvSpPr>
          <p:spPr>
            <a:xfrm>
              <a:off x="428288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3" name="pg3383"/>
            <p:cNvSpPr/>
            <p:nvPr/>
          </p:nvSpPr>
          <p:spPr>
            <a:xfrm>
              <a:off x="4294526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0">
                <a:alpha val="100000"/>
              </a:srgbClr>
            </a:solidFill>
            <a:ln w="5420" cap="flat">
              <a:solidFill>
                <a:srgbClr val="3629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4" name="pg3384"/>
            <p:cNvSpPr/>
            <p:nvPr/>
          </p:nvSpPr>
          <p:spPr>
            <a:xfrm>
              <a:off x="4306164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5" name="pg3385"/>
            <p:cNvSpPr/>
            <p:nvPr/>
          </p:nvSpPr>
          <p:spPr>
            <a:xfrm>
              <a:off x="4317801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6" name="pg3386"/>
            <p:cNvSpPr/>
            <p:nvPr/>
          </p:nvSpPr>
          <p:spPr>
            <a:xfrm>
              <a:off x="4480724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7" name="pg3387"/>
            <p:cNvSpPr/>
            <p:nvPr/>
          </p:nvSpPr>
          <p:spPr>
            <a:xfrm>
              <a:off x="4492361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8" name="pg3388"/>
            <p:cNvSpPr/>
            <p:nvPr/>
          </p:nvSpPr>
          <p:spPr>
            <a:xfrm>
              <a:off x="4503998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9" name="pg3389"/>
            <p:cNvSpPr/>
            <p:nvPr/>
          </p:nvSpPr>
          <p:spPr>
            <a:xfrm>
              <a:off x="4515636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0" name="pg3390"/>
            <p:cNvSpPr/>
            <p:nvPr/>
          </p:nvSpPr>
          <p:spPr>
            <a:xfrm>
              <a:off x="4527273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1" name="pg3391"/>
            <p:cNvSpPr/>
            <p:nvPr/>
          </p:nvSpPr>
          <p:spPr>
            <a:xfrm>
              <a:off x="2665300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2" name="pg3392"/>
            <p:cNvSpPr/>
            <p:nvPr/>
          </p:nvSpPr>
          <p:spPr>
            <a:xfrm>
              <a:off x="2676938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3" name="pg3393"/>
            <p:cNvSpPr/>
            <p:nvPr/>
          </p:nvSpPr>
          <p:spPr>
            <a:xfrm>
              <a:off x="270021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4" name="pg3394"/>
            <p:cNvSpPr/>
            <p:nvPr/>
          </p:nvSpPr>
          <p:spPr>
            <a:xfrm>
              <a:off x="2711850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5" name="pg3395"/>
            <p:cNvSpPr/>
            <p:nvPr/>
          </p:nvSpPr>
          <p:spPr>
            <a:xfrm>
              <a:off x="272348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6" name="pg3396"/>
            <p:cNvSpPr/>
            <p:nvPr/>
          </p:nvSpPr>
          <p:spPr>
            <a:xfrm>
              <a:off x="2735124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7" name="pg3397"/>
            <p:cNvSpPr/>
            <p:nvPr/>
          </p:nvSpPr>
          <p:spPr>
            <a:xfrm>
              <a:off x="274676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8" name="pg3398"/>
            <p:cNvSpPr/>
            <p:nvPr/>
          </p:nvSpPr>
          <p:spPr>
            <a:xfrm>
              <a:off x="4236340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9" name="pg3399"/>
            <p:cNvSpPr/>
            <p:nvPr/>
          </p:nvSpPr>
          <p:spPr>
            <a:xfrm>
              <a:off x="424797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0" name="pg3400"/>
            <p:cNvSpPr/>
            <p:nvPr/>
          </p:nvSpPr>
          <p:spPr>
            <a:xfrm>
              <a:off x="4259614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1" name="pg3401"/>
            <p:cNvSpPr/>
            <p:nvPr/>
          </p:nvSpPr>
          <p:spPr>
            <a:xfrm>
              <a:off x="427125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2" name="pg3402"/>
            <p:cNvSpPr/>
            <p:nvPr/>
          </p:nvSpPr>
          <p:spPr>
            <a:xfrm>
              <a:off x="428288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3" name="pg3403"/>
            <p:cNvSpPr/>
            <p:nvPr/>
          </p:nvSpPr>
          <p:spPr>
            <a:xfrm>
              <a:off x="4294526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4" name="pg3404"/>
            <p:cNvSpPr/>
            <p:nvPr/>
          </p:nvSpPr>
          <p:spPr>
            <a:xfrm>
              <a:off x="4306164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5" name="pg3405"/>
            <p:cNvSpPr/>
            <p:nvPr/>
          </p:nvSpPr>
          <p:spPr>
            <a:xfrm>
              <a:off x="4317801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6" name="pg3406"/>
            <p:cNvSpPr/>
            <p:nvPr/>
          </p:nvSpPr>
          <p:spPr>
            <a:xfrm>
              <a:off x="4480724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7" name="pg3407"/>
            <p:cNvSpPr/>
            <p:nvPr/>
          </p:nvSpPr>
          <p:spPr>
            <a:xfrm>
              <a:off x="4492361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8" name="pg3408"/>
            <p:cNvSpPr/>
            <p:nvPr/>
          </p:nvSpPr>
          <p:spPr>
            <a:xfrm>
              <a:off x="4503998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9" name="pg3409"/>
            <p:cNvSpPr/>
            <p:nvPr/>
          </p:nvSpPr>
          <p:spPr>
            <a:xfrm>
              <a:off x="4515636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0" name="pg3410"/>
            <p:cNvSpPr/>
            <p:nvPr/>
          </p:nvSpPr>
          <p:spPr>
            <a:xfrm>
              <a:off x="4527273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1" name="pg3411"/>
            <p:cNvSpPr/>
            <p:nvPr/>
          </p:nvSpPr>
          <p:spPr>
            <a:xfrm>
              <a:off x="2653663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2" name="pg3412"/>
            <p:cNvSpPr/>
            <p:nvPr/>
          </p:nvSpPr>
          <p:spPr>
            <a:xfrm>
              <a:off x="2665300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3" name="pg3413"/>
            <p:cNvSpPr/>
            <p:nvPr/>
          </p:nvSpPr>
          <p:spPr>
            <a:xfrm>
              <a:off x="2676938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4" name="pg3414"/>
            <p:cNvSpPr/>
            <p:nvPr/>
          </p:nvSpPr>
          <p:spPr>
            <a:xfrm>
              <a:off x="268857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5" name="pg3415"/>
            <p:cNvSpPr/>
            <p:nvPr/>
          </p:nvSpPr>
          <p:spPr>
            <a:xfrm>
              <a:off x="270021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6" name="pg3416"/>
            <p:cNvSpPr/>
            <p:nvPr/>
          </p:nvSpPr>
          <p:spPr>
            <a:xfrm>
              <a:off x="2711850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7" name="pg3417"/>
            <p:cNvSpPr/>
            <p:nvPr/>
          </p:nvSpPr>
          <p:spPr>
            <a:xfrm>
              <a:off x="272348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8" name="pg3418"/>
            <p:cNvSpPr/>
            <p:nvPr/>
          </p:nvSpPr>
          <p:spPr>
            <a:xfrm>
              <a:off x="2735124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9" name="pg3419"/>
            <p:cNvSpPr/>
            <p:nvPr/>
          </p:nvSpPr>
          <p:spPr>
            <a:xfrm>
              <a:off x="274676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A">
                <a:alpha val="100000"/>
              </a:srgbClr>
            </a:solidFill>
            <a:ln w="5420" cap="flat">
              <a:solidFill>
                <a:srgbClr val="3B39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0" name="pg3420"/>
            <p:cNvSpPr/>
            <p:nvPr/>
          </p:nvSpPr>
          <p:spPr>
            <a:xfrm>
              <a:off x="424797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1" name="pg3421"/>
            <p:cNvSpPr/>
            <p:nvPr/>
          </p:nvSpPr>
          <p:spPr>
            <a:xfrm>
              <a:off x="4259614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2" name="pg3422"/>
            <p:cNvSpPr/>
            <p:nvPr/>
          </p:nvSpPr>
          <p:spPr>
            <a:xfrm>
              <a:off x="427125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3" name="pg3423"/>
            <p:cNvSpPr/>
            <p:nvPr/>
          </p:nvSpPr>
          <p:spPr>
            <a:xfrm>
              <a:off x="4282889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4" name="pg3424"/>
            <p:cNvSpPr/>
            <p:nvPr/>
          </p:nvSpPr>
          <p:spPr>
            <a:xfrm>
              <a:off x="4294526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5" name="pg3425"/>
            <p:cNvSpPr/>
            <p:nvPr/>
          </p:nvSpPr>
          <p:spPr>
            <a:xfrm>
              <a:off x="4306164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6" name="pg3426"/>
            <p:cNvSpPr/>
            <p:nvPr/>
          </p:nvSpPr>
          <p:spPr>
            <a:xfrm>
              <a:off x="4492361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7" name="pg3427"/>
            <p:cNvSpPr/>
            <p:nvPr/>
          </p:nvSpPr>
          <p:spPr>
            <a:xfrm>
              <a:off x="4503998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8" name="pg3428"/>
            <p:cNvSpPr/>
            <p:nvPr/>
          </p:nvSpPr>
          <p:spPr>
            <a:xfrm>
              <a:off x="4515636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9" name="pg3429"/>
            <p:cNvSpPr/>
            <p:nvPr/>
          </p:nvSpPr>
          <p:spPr>
            <a:xfrm>
              <a:off x="4527273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0" name="pg3430"/>
            <p:cNvSpPr/>
            <p:nvPr/>
          </p:nvSpPr>
          <p:spPr>
            <a:xfrm>
              <a:off x="4538910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1" name="pg3431"/>
            <p:cNvSpPr/>
            <p:nvPr/>
          </p:nvSpPr>
          <p:spPr>
            <a:xfrm>
              <a:off x="2653663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2" name="pg3432"/>
            <p:cNvSpPr/>
            <p:nvPr/>
          </p:nvSpPr>
          <p:spPr>
            <a:xfrm>
              <a:off x="2665300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3" name="pg3433"/>
            <p:cNvSpPr/>
            <p:nvPr/>
          </p:nvSpPr>
          <p:spPr>
            <a:xfrm>
              <a:off x="2676938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4" name="pg3434"/>
            <p:cNvSpPr/>
            <p:nvPr/>
          </p:nvSpPr>
          <p:spPr>
            <a:xfrm>
              <a:off x="268857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5" name="pg3435"/>
            <p:cNvSpPr/>
            <p:nvPr/>
          </p:nvSpPr>
          <p:spPr>
            <a:xfrm>
              <a:off x="270021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6" name="pg3436"/>
            <p:cNvSpPr/>
            <p:nvPr/>
          </p:nvSpPr>
          <p:spPr>
            <a:xfrm>
              <a:off x="2711850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7" name="pg3437"/>
            <p:cNvSpPr/>
            <p:nvPr/>
          </p:nvSpPr>
          <p:spPr>
            <a:xfrm>
              <a:off x="2723487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8" name="pg3438"/>
            <p:cNvSpPr/>
            <p:nvPr/>
          </p:nvSpPr>
          <p:spPr>
            <a:xfrm>
              <a:off x="2735124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9" name="pg3439"/>
            <p:cNvSpPr/>
            <p:nvPr/>
          </p:nvSpPr>
          <p:spPr>
            <a:xfrm>
              <a:off x="4247977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0" name="pg3440"/>
            <p:cNvSpPr/>
            <p:nvPr/>
          </p:nvSpPr>
          <p:spPr>
            <a:xfrm>
              <a:off x="4259614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1" name="pg3441"/>
            <p:cNvSpPr/>
            <p:nvPr/>
          </p:nvSpPr>
          <p:spPr>
            <a:xfrm>
              <a:off x="427125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2" name="pg3442"/>
            <p:cNvSpPr/>
            <p:nvPr/>
          </p:nvSpPr>
          <p:spPr>
            <a:xfrm>
              <a:off x="4282889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3" name="pg3443"/>
            <p:cNvSpPr/>
            <p:nvPr/>
          </p:nvSpPr>
          <p:spPr>
            <a:xfrm>
              <a:off x="4294526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4" name="pg3444"/>
            <p:cNvSpPr/>
            <p:nvPr/>
          </p:nvSpPr>
          <p:spPr>
            <a:xfrm>
              <a:off x="4492361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5" name="pg3445"/>
            <p:cNvSpPr/>
            <p:nvPr/>
          </p:nvSpPr>
          <p:spPr>
            <a:xfrm>
              <a:off x="4503998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6" name="pg3446"/>
            <p:cNvSpPr/>
            <p:nvPr/>
          </p:nvSpPr>
          <p:spPr>
            <a:xfrm>
              <a:off x="4515636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7" name="pg3447"/>
            <p:cNvSpPr/>
            <p:nvPr/>
          </p:nvSpPr>
          <p:spPr>
            <a:xfrm>
              <a:off x="4527273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8" name="pg3448"/>
            <p:cNvSpPr/>
            <p:nvPr/>
          </p:nvSpPr>
          <p:spPr>
            <a:xfrm>
              <a:off x="4538910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9" name="pg3449"/>
            <p:cNvSpPr/>
            <p:nvPr/>
          </p:nvSpPr>
          <p:spPr>
            <a:xfrm>
              <a:off x="265366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0" name="pg3450"/>
            <p:cNvSpPr/>
            <p:nvPr/>
          </p:nvSpPr>
          <p:spPr>
            <a:xfrm>
              <a:off x="2665300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1" name="pg3451"/>
            <p:cNvSpPr/>
            <p:nvPr/>
          </p:nvSpPr>
          <p:spPr>
            <a:xfrm>
              <a:off x="2676938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2" name="pg3452"/>
            <p:cNvSpPr/>
            <p:nvPr/>
          </p:nvSpPr>
          <p:spPr>
            <a:xfrm>
              <a:off x="268857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3" name="pg3453"/>
            <p:cNvSpPr/>
            <p:nvPr/>
          </p:nvSpPr>
          <p:spPr>
            <a:xfrm>
              <a:off x="270021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4" name="pg3454"/>
            <p:cNvSpPr/>
            <p:nvPr/>
          </p:nvSpPr>
          <p:spPr>
            <a:xfrm>
              <a:off x="2711850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5" name="pg3455"/>
            <p:cNvSpPr/>
            <p:nvPr/>
          </p:nvSpPr>
          <p:spPr>
            <a:xfrm>
              <a:off x="2723487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6" name="pg3456"/>
            <p:cNvSpPr/>
            <p:nvPr/>
          </p:nvSpPr>
          <p:spPr>
            <a:xfrm>
              <a:off x="2735124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7" name="pg3457"/>
            <p:cNvSpPr/>
            <p:nvPr/>
          </p:nvSpPr>
          <p:spPr>
            <a:xfrm>
              <a:off x="4247977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8" name="pg3458"/>
            <p:cNvSpPr/>
            <p:nvPr/>
          </p:nvSpPr>
          <p:spPr>
            <a:xfrm>
              <a:off x="4259614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9" name="pg3459"/>
            <p:cNvSpPr/>
            <p:nvPr/>
          </p:nvSpPr>
          <p:spPr>
            <a:xfrm>
              <a:off x="427125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0" name="pg3460"/>
            <p:cNvSpPr/>
            <p:nvPr/>
          </p:nvSpPr>
          <p:spPr>
            <a:xfrm>
              <a:off x="4282889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1" name="pg3461"/>
            <p:cNvSpPr/>
            <p:nvPr/>
          </p:nvSpPr>
          <p:spPr>
            <a:xfrm>
              <a:off x="4294526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2" name="pg3462"/>
            <p:cNvSpPr/>
            <p:nvPr/>
          </p:nvSpPr>
          <p:spPr>
            <a:xfrm>
              <a:off x="4306164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3" name="pg3463"/>
            <p:cNvSpPr/>
            <p:nvPr/>
          </p:nvSpPr>
          <p:spPr>
            <a:xfrm>
              <a:off x="4503998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4" name="pg3464"/>
            <p:cNvSpPr/>
            <p:nvPr/>
          </p:nvSpPr>
          <p:spPr>
            <a:xfrm>
              <a:off x="4515636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5" name="pg3465"/>
            <p:cNvSpPr/>
            <p:nvPr/>
          </p:nvSpPr>
          <p:spPr>
            <a:xfrm>
              <a:off x="452727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6" name="pg3466"/>
            <p:cNvSpPr/>
            <p:nvPr/>
          </p:nvSpPr>
          <p:spPr>
            <a:xfrm>
              <a:off x="4538910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7" name="pg3467"/>
            <p:cNvSpPr/>
            <p:nvPr/>
          </p:nvSpPr>
          <p:spPr>
            <a:xfrm>
              <a:off x="4550548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8" name="pg3468"/>
            <p:cNvSpPr/>
            <p:nvPr/>
          </p:nvSpPr>
          <p:spPr>
            <a:xfrm>
              <a:off x="266530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9" name="pg3469"/>
            <p:cNvSpPr/>
            <p:nvPr/>
          </p:nvSpPr>
          <p:spPr>
            <a:xfrm>
              <a:off x="2676938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0" name="pg3470"/>
            <p:cNvSpPr/>
            <p:nvPr/>
          </p:nvSpPr>
          <p:spPr>
            <a:xfrm>
              <a:off x="268857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1" name="pg3471"/>
            <p:cNvSpPr/>
            <p:nvPr/>
          </p:nvSpPr>
          <p:spPr>
            <a:xfrm>
              <a:off x="2700212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2" name="pg3472"/>
            <p:cNvSpPr/>
            <p:nvPr/>
          </p:nvSpPr>
          <p:spPr>
            <a:xfrm>
              <a:off x="271185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3" name="pg3473"/>
            <p:cNvSpPr/>
            <p:nvPr/>
          </p:nvSpPr>
          <p:spPr>
            <a:xfrm>
              <a:off x="2723487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4" name="pg3474"/>
            <p:cNvSpPr/>
            <p:nvPr/>
          </p:nvSpPr>
          <p:spPr>
            <a:xfrm>
              <a:off x="4259614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7">
                <a:alpha val="100000"/>
              </a:srgbClr>
            </a:solidFill>
            <a:ln w="5420" cap="flat">
              <a:solidFill>
                <a:srgbClr val="392D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5" name="pg3475"/>
            <p:cNvSpPr/>
            <p:nvPr/>
          </p:nvSpPr>
          <p:spPr>
            <a:xfrm>
              <a:off x="4271252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6" name="pg3476"/>
            <p:cNvSpPr/>
            <p:nvPr/>
          </p:nvSpPr>
          <p:spPr>
            <a:xfrm>
              <a:off x="4282889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7" name="pg3477"/>
            <p:cNvSpPr/>
            <p:nvPr/>
          </p:nvSpPr>
          <p:spPr>
            <a:xfrm>
              <a:off x="4294526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8" name="pg3478"/>
            <p:cNvSpPr/>
            <p:nvPr/>
          </p:nvSpPr>
          <p:spPr>
            <a:xfrm>
              <a:off x="4306164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9" name="pg3479"/>
            <p:cNvSpPr/>
            <p:nvPr/>
          </p:nvSpPr>
          <p:spPr>
            <a:xfrm>
              <a:off x="4503998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0" name="pg3480"/>
            <p:cNvSpPr/>
            <p:nvPr/>
          </p:nvSpPr>
          <p:spPr>
            <a:xfrm>
              <a:off x="4515636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1" name="pg3481"/>
            <p:cNvSpPr/>
            <p:nvPr/>
          </p:nvSpPr>
          <p:spPr>
            <a:xfrm>
              <a:off x="452727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2" name="pg3482"/>
            <p:cNvSpPr/>
            <p:nvPr/>
          </p:nvSpPr>
          <p:spPr>
            <a:xfrm>
              <a:off x="453891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0">
                <a:alpha val="100000"/>
              </a:srgbClr>
            </a:solidFill>
            <a:ln w="5420" cap="flat">
              <a:solidFill>
                <a:srgbClr val="3629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3" name="pg3483"/>
            <p:cNvSpPr/>
            <p:nvPr/>
          </p:nvSpPr>
          <p:spPr>
            <a:xfrm>
              <a:off x="4550548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0">
                <a:alpha val="100000"/>
              </a:srgbClr>
            </a:solidFill>
            <a:ln w="5420" cap="flat">
              <a:solidFill>
                <a:srgbClr val="3629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4" name="pg3484"/>
            <p:cNvSpPr/>
            <p:nvPr/>
          </p:nvSpPr>
          <p:spPr>
            <a:xfrm>
              <a:off x="456218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5" name="pg3485"/>
            <p:cNvSpPr/>
            <p:nvPr/>
          </p:nvSpPr>
          <p:spPr>
            <a:xfrm>
              <a:off x="2665300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6" name="pg3486"/>
            <p:cNvSpPr/>
            <p:nvPr/>
          </p:nvSpPr>
          <p:spPr>
            <a:xfrm>
              <a:off x="2676938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7" name="pg3487"/>
            <p:cNvSpPr/>
            <p:nvPr/>
          </p:nvSpPr>
          <p:spPr>
            <a:xfrm>
              <a:off x="268857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8" name="pg3488"/>
            <p:cNvSpPr/>
            <p:nvPr/>
          </p:nvSpPr>
          <p:spPr>
            <a:xfrm>
              <a:off x="2700212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9" name="pg3489"/>
            <p:cNvSpPr/>
            <p:nvPr/>
          </p:nvSpPr>
          <p:spPr>
            <a:xfrm>
              <a:off x="2711850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0" name="pg3490"/>
            <p:cNvSpPr/>
            <p:nvPr/>
          </p:nvSpPr>
          <p:spPr>
            <a:xfrm>
              <a:off x="2723487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1" name="pg3491"/>
            <p:cNvSpPr/>
            <p:nvPr/>
          </p:nvSpPr>
          <p:spPr>
            <a:xfrm>
              <a:off x="4271252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2" name="pg3492"/>
            <p:cNvSpPr/>
            <p:nvPr/>
          </p:nvSpPr>
          <p:spPr>
            <a:xfrm>
              <a:off x="4282889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3" name="pg3493"/>
            <p:cNvSpPr/>
            <p:nvPr/>
          </p:nvSpPr>
          <p:spPr>
            <a:xfrm>
              <a:off x="4294526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4" name="pg3494"/>
            <p:cNvSpPr/>
            <p:nvPr/>
          </p:nvSpPr>
          <p:spPr>
            <a:xfrm>
              <a:off x="4306164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5" name="pg3495"/>
            <p:cNvSpPr/>
            <p:nvPr/>
          </p:nvSpPr>
          <p:spPr>
            <a:xfrm>
              <a:off x="4317801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6" name="pg3496"/>
            <p:cNvSpPr/>
            <p:nvPr/>
          </p:nvSpPr>
          <p:spPr>
            <a:xfrm>
              <a:off x="4329438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7" name="pg3497"/>
            <p:cNvSpPr/>
            <p:nvPr/>
          </p:nvSpPr>
          <p:spPr>
            <a:xfrm>
              <a:off x="4341076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8" name="pg3498"/>
            <p:cNvSpPr/>
            <p:nvPr/>
          </p:nvSpPr>
          <p:spPr>
            <a:xfrm>
              <a:off x="4352713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9" name="pg3499"/>
            <p:cNvSpPr/>
            <p:nvPr/>
          </p:nvSpPr>
          <p:spPr>
            <a:xfrm>
              <a:off x="4515636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0" name="pg3500"/>
            <p:cNvSpPr/>
            <p:nvPr/>
          </p:nvSpPr>
          <p:spPr>
            <a:xfrm>
              <a:off x="4527273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1" name="pg3501"/>
            <p:cNvSpPr/>
            <p:nvPr/>
          </p:nvSpPr>
          <p:spPr>
            <a:xfrm>
              <a:off x="4538910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2" name="pg3502"/>
            <p:cNvSpPr/>
            <p:nvPr/>
          </p:nvSpPr>
          <p:spPr>
            <a:xfrm>
              <a:off x="4550548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3" name="pg3503"/>
            <p:cNvSpPr/>
            <p:nvPr/>
          </p:nvSpPr>
          <p:spPr>
            <a:xfrm>
              <a:off x="456218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4" name="pg3504"/>
            <p:cNvSpPr/>
            <p:nvPr/>
          </p:nvSpPr>
          <p:spPr>
            <a:xfrm>
              <a:off x="2676938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5" name="pg3505"/>
            <p:cNvSpPr/>
            <p:nvPr/>
          </p:nvSpPr>
          <p:spPr>
            <a:xfrm>
              <a:off x="2688575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6" name="pg3506"/>
            <p:cNvSpPr/>
            <p:nvPr/>
          </p:nvSpPr>
          <p:spPr>
            <a:xfrm>
              <a:off x="2700212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7" name="pg3507"/>
            <p:cNvSpPr/>
            <p:nvPr/>
          </p:nvSpPr>
          <p:spPr>
            <a:xfrm>
              <a:off x="2711850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8" name="pg3508"/>
            <p:cNvSpPr/>
            <p:nvPr/>
          </p:nvSpPr>
          <p:spPr>
            <a:xfrm>
              <a:off x="2723487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9" name="pg3509"/>
            <p:cNvSpPr/>
            <p:nvPr/>
          </p:nvSpPr>
          <p:spPr>
            <a:xfrm>
              <a:off x="4271252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0" name="pg3510"/>
            <p:cNvSpPr/>
            <p:nvPr/>
          </p:nvSpPr>
          <p:spPr>
            <a:xfrm>
              <a:off x="4282889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1" name="pg3511"/>
            <p:cNvSpPr/>
            <p:nvPr/>
          </p:nvSpPr>
          <p:spPr>
            <a:xfrm>
              <a:off x="4294526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2" name="pg3512"/>
            <p:cNvSpPr/>
            <p:nvPr/>
          </p:nvSpPr>
          <p:spPr>
            <a:xfrm>
              <a:off x="4306164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3" name="pg3513"/>
            <p:cNvSpPr/>
            <p:nvPr/>
          </p:nvSpPr>
          <p:spPr>
            <a:xfrm>
              <a:off x="4317801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4" name="pg3514"/>
            <p:cNvSpPr/>
            <p:nvPr/>
          </p:nvSpPr>
          <p:spPr>
            <a:xfrm>
              <a:off x="4329438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5" name="pg3515"/>
            <p:cNvSpPr/>
            <p:nvPr/>
          </p:nvSpPr>
          <p:spPr>
            <a:xfrm>
              <a:off x="4341076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6" name="pg3516"/>
            <p:cNvSpPr/>
            <p:nvPr/>
          </p:nvSpPr>
          <p:spPr>
            <a:xfrm>
              <a:off x="4352713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7" name="pg3517"/>
            <p:cNvSpPr/>
            <p:nvPr/>
          </p:nvSpPr>
          <p:spPr>
            <a:xfrm>
              <a:off x="4364350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8" name="pg3518"/>
            <p:cNvSpPr/>
            <p:nvPr/>
          </p:nvSpPr>
          <p:spPr>
            <a:xfrm>
              <a:off x="4515636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9" name="pg3519"/>
            <p:cNvSpPr/>
            <p:nvPr/>
          </p:nvSpPr>
          <p:spPr>
            <a:xfrm>
              <a:off x="4527273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0" name="pg3520"/>
            <p:cNvSpPr/>
            <p:nvPr/>
          </p:nvSpPr>
          <p:spPr>
            <a:xfrm>
              <a:off x="4538910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1" name="pg3521"/>
            <p:cNvSpPr/>
            <p:nvPr/>
          </p:nvSpPr>
          <p:spPr>
            <a:xfrm>
              <a:off x="4550548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2" name="pg3522"/>
            <p:cNvSpPr/>
            <p:nvPr/>
          </p:nvSpPr>
          <p:spPr>
            <a:xfrm>
              <a:off x="4562185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3" name="pg3523"/>
            <p:cNvSpPr/>
            <p:nvPr/>
          </p:nvSpPr>
          <p:spPr>
            <a:xfrm>
              <a:off x="2676938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4" name="pg3524"/>
            <p:cNvSpPr/>
            <p:nvPr/>
          </p:nvSpPr>
          <p:spPr>
            <a:xfrm>
              <a:off x="2688575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5" name="pg3525"/>
            <p:cNvSpPr/>
            <p:nvPr/>
          </p:nvSpPr>
          <p:spPr>
            <a:xfrm>
              <a:off x="2700212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6" name="pg3526"/>
            <p:cNvSpPr/>
            <p:nvPr/>
          </p:nvSpPr>
          <p:spPr>
            <a:xfrm>
              <a:off x="2711850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7" name="pg3527"/>
            <p:cNvSpPr/>
            <p:nvPr/>
          </p:nvSpPr>
          <p:spPr>
            <a:xfrm>
              <a:off x="2723487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8" name="pg3528"/>
            <p:cNvSpPr/>
            <p:nvPr/>
          </p:nvSpPr>
          <p:spPr>
            <a:xfrm>
              <a:off x="4282889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9" name="pg3529"/>
            <p:cNvSpPr/>
            <p:nvPr/>
          </p:nvSpPr>
          <p:spPr>
            <a:xfrm>
              <a:off x="4294526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0" name="pg3530"/>
            <p:cNvSpPr/>
            <p:nvPr/>
          </p:nvSpPr>
          <p:spPr>
            <a:xfrm>
              <a:off x="4306164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1" name="pg3531"/>
            <p:cNvSpPr/>
            <p:nvPr/>
          </p:nvSpPr>
          <p:spPr>
            <a:xfrm>
              <a:off x="4317801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2" name="pg3532"/>
            <p:cNvSpPr/>
            <p:nvPr/>
          </p:nvSpPr>
          <p:spPr>
            <a:xfrm>
              <a:off x="4329438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3" name="pg3533"/>
            <p:cNvSpPr/>
            <p:nvPr/>
          </p:nvSpPr>
          <p:spPr>
            <a:xfrm>
              <a:off x="4341076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4" name="pg3534"/>
            <p:cNvSpPr/>
            <p:nvPr/>
          </p:nvSpPr>
          <p:spPr>
            <a:xfrm>
              <a:off x="4352713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5" name="pg3535"/>
            <p:cNvSpPr/>
            <p:nvPr/>
          </p:nvSpPr>
          <p:spPr>
            <a:xfrm>
              <a:off x="4364350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6" name="pg3536"/>
            <p:cNvSpPr/>
            <p:nvPr/>
          </p:nvSpPr>
          <p:spPr>
            <a:xfrm>
              <a:off x="4527273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7" name="pg3537"/>
            <p:cNvSpPr/>
            <p:nvPr/>
          </p:nvSpPr>
          <p:spPr>
            <a:xfrm>
              <a:off x="4538910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8" name="pg3538"/>
            <p:cNvSpPr/>
            <p:nvPr/>
          </p:nvSpPr>
          <p:spPr>
            <a:xfrm>
              <a:off x="4550548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9" name="pg3539"/>
            <p:cNvSpPr/>
            <p:nvPr/>
          </p:nvSpPr>
          <p:spPr>
            <a:xfrm>
              <a:off x="4562185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0" name="pg3540"/>
            <p:cNvSpPr/>
            <p:nvPr/>
          </p:nvSpPr>
          <p:spPr>
            <a:xfrm>
              <a:off x="4573822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1" name="pg3541"/>
            <p:cNvSpPr/>
            <p:nvPr/>
          </p:nvSpPr>
          <p:spPr>
            <a:xfrm>
              <a:off x="2676938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2" name="pg3542"/>
            <p:cNvSpPr/>
            <p:nvPr/>
          </p:nvSpPr>
          <p:spPr>
            <a:xfrm>
              <a:off x="2688575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3" name="pg3543"/>
            <p:cNvSpPr/>
            <p:nvPr/>
          </p:nvSpPr>
          <p:spPr>
            <a:xfrm>
              <a:off x="2700212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4" name="pg3544"/>
            <p:cNvSpPr/>
            <p:nvPr/>
          </p:nvSpPr>
          <p:spPr>
            <a:xfrm>
              <a:off x="2711850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5" name="pg3545"/>
            <p:cNvSpPr/>
            <p:nvPr/>
          </p:nvSpPr>
          <p:spPr>
            <a:xfrm>
              <a:off x="2723487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6" name="pg3546"/>
            <p:cNvSpPr/>
            <p:nvPr/>
          </p:nvSpPr>
          <p:spPr>
            <a:xfrm>
              <a:off x="4294526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7" name="pg3547"/>
            <p:cNvSpPr/>
            <p:nvPr/>
          </p:nvSpPr>
          <p:spPr>
            <a:xfrm>
              <a:off x="4306164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8" name="pg3548"/>
            <p:cNvSpPr/>
            <p:nvPr/>
          </p:nvSpPr>
          <p:spPr>
            <a:xfrm>
              <a:off x="4317801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9" name="pg3549"/>
            <p:cNvSpPr/>
            <p:nvPr/>
          </p:nvSpPr>
          <p:spPr>
            <a:xfrm>
              <a:off x="4329438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0" name="pg3550"/>
            <p:cNvSpPr/>
            <p:nvPr/>
          </p:nvSpPr>
          <p:spPr>
            <a:xfrm>
              <a:off x="4341076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1" name="pg3551"/>
            <p:cNvSpPr/>
            <p:nvPr/>
          </p:nvSpPr>
          <p:spPr>
            <a:xfrm>
              <a:off x="435271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2" name="pg3552"/>
            <p:cNvSpPr/>
            <p:nvPr/>
          </p:nvSpPr>
          <p:spPr>
            <a:xfrm>
              <a:off x="4364350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3" name="pg3553"/>
            <p:cNvSpPr/>
            <p:nvPr/>
          </p:nvSpPr>
          <p:spPr>
            <a:xfrm>
              <a:off x="4375988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4" name="pg3554"/>
            <p:cNvSpPr/>
            <p:nvPr/>
          </p:nvSpPr>
          <p:spPr>
            <a:xfrm>
              <a:off x="452727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5" name="pg3555"/>
            <p:cNvSpPr/>
            <p:nvPr/>
          </p:nvSpPr>
          <p:spPr>
            <a:xfrm>
              <a:off x="4538910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6" name="pg3556"/>
            <p:cNvSpPr/>
            <p:nvPr/>
          </p:nvSpPr>
          <p:spPr>
            <a:xfrm>
              <a:off x="4550548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7" name="pg3557"/>
            <p:cNvSpPr/>
            <p:nvPr/>
          </p:nvSpPr>
          <p:spPr>
            <a:xfrm>
              <a:off x="4562185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8" name="pg3558"/>
            <p:cNvSpPr/>
            <p:nvPr/>
          </p:nvSpPr>
          <p:spPr>
            <a:xfrm>
              <a:off x="4573822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9" name="pg3559"/>
            <p:cNvSpPr/>
            <p:nvPr/>
          </p:nvSpPr>
          <p:spPr>
            <a:xfrm>
              <a:off x="2688575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0" name="pg3560"/>
            <p:cNvSpPr/>
            <p:nvPr/>
          </p:nvSpPr>
          <p:spPr>
            <a:xfrm>
              <a:off x="2700212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1" name="pg3561"/>
            <p:cNvSpPr/>
            <p:nvPr/>
          </p:nvSpPr>
          <p:spPr>
            <a:xfrm>
              <a:off x="271185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2" name="pg3562"/>
            <p:cNvSpPr/>
            <p:nvPr/>
          </p:nvSpPr>
          <p:spPr>
            <a:xfrm>
              <a:off x="2723487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3" name="pg3563"/>
            <p:cNvSpPr/>
            <p:nvPr/>
          </p:nvSpPr>
          <p:spPr>
            <a:xfrm>
              <a:off x="4306164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4" name="pg3564"/>
            <p:cNvSpPr/>
            <p:nvPr/>
          </p:nvSpPr>
          <p:spPr>
            <a:xfrm>
              <a:off x="4317801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5" name="pg3565"/>
            <p:cNvSpPr/>
            <p:nvPr/>
          </p:nvSpPr>
          <p:spPr>
            <a:xfrm>
              <a:off x="4329438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6" name="pg3566"/>
            <p:cNvSpPr/>
            <p:nvPr/>
          </p:nvSpPr>
          <p:spPr>
            <a:xfrm>
              <a:off x="4341076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7" name="pg3567"/>
            <p:cNvSpPr/>
            <p:nvPr/>
          </p:nvSpPr>
          <p:spPr>
            <a:xfrm>
              <a:off x="4352713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8" name="pg3568"/>
            <p:cNvSpPr/>
            <p:nvPr/>
          </p:nvSpPr>
          <p:spPr>
            <a:xfrm>
              <a:off x="436435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9" name="pg3569"/>
            <p:cNvSpPr/>
            <p:nvPr/>
          </p:nvSpPr>
          <p:spPr>
            <a:xfrm>
              <a:off x="4375988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0" name="pg3570"/>
            <p:cNvSpPr/>
            <p:nvPr/>
          </p:nvSpPr>
          <p:spPr>
            <a:xfrm>
              <a:off x="4387625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1" name="pg3571"/>
            <p:cNvSpPr/>
            <p:nvPr/>
          </p:nvSpPr>
          <p:spPr>
            <a:xfrm>
              <a:off x="4527273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2" name="pg3572"/>
            <p:cNvSpPr/>
            <p:nvPr/>
          </p:nvSpPr>
          <p:spPr>
            <a:xfrm>
              <a:off x="453891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3" name="pg3573"/>
            <p:cNvSpPr/>
            <p:nvPr/>
          </p:nvSpPr>
          <p:spPr>
            <a:xfrm>
              <a:off x="4550548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4" name="pg3574"/>
            <p:cNvSpPr/>
            <p:nvPr/>
          </p:nvSpPr>
          <p:spPr>
            <a:xfrm>
              <a:off x="4562185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5" name="pg3575"/>
            <p:cNvSpPr/>
            <p:nvPr/>
          </p:nvSpPr>
          <p:spPr>
            <a:xfrm>
              <a:off x="4573822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6" name="pg3576"/>
            <p:cNvSpPr/>
            <p:nvPr/>
          </p:nvSpPr>
          <p:spPr>
            <a:xfrm>
              <a:off x="2688575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7" name="pg3577"/>
            <p:cNvSpPr/>
            <p:nvPr/>
          </p:nvSpPr>
          <p:spPr>
            <a:xfrm>
              <a:off x="2700212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8" name="pg3578"/>
            <p:cNvSpPr/>
            <p:nvPr/>
          </p:nvSpPr>
          <p:spPr>
            <a:xfrm>
              <a:off x="2711850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9" name="pg3579"/>
            <p:cNvSpPr/>
            <p:nvPr/>
          </p:nvSpPr>
          <p:spPr>
            <a:xfrm>
              <a:off x="2723487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0" name="pg3580"/>
            <p:cNvSpPr/>
            <p:nvPr/>
          </p:nvSpPr>
          <p:spPr>
            <a:xfrm>
              <a:off x="4317801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1" name="pg3581"/>
            <p:cNvSpPr/>
            <p:nvPr/>
          </p:nvSpPr>
          <p:spPr>
            <a:xfrm>
              <a:off x="4329438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2" name="pg3582"/>
            <p:cNvSpPr/>
            <p:nvPr/>
          </p:nvSpPr>
          <p:spPr>
            <a:xfrm>
              <a:off x="4341076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3" name="pg3583"/>
            <p:cNvSpPr/>
            <p:nvPr/>
          </p:nvSpPr>
          <p:spPr>
            <a:xfrm>
              <a:off x="4352713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4" name="pg3584"/>
            <p:cNvSpPr/>
            <p:nvPr/>
          </p:nvSpPr>
          <p:spPr>
            <a:xfrm>
              <a:off x="4364350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5" name="pg3585"/>
            <p:cNvSpPr/>
            <p:nvPr/>
          </p:nvSpPr>
          <p:spPr>
            <a:xfrm>
              <a:off x="4375988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7">
                <a:alpha val="100000"/>
              </a:srgbClr>
            </a:solidFill>
            <a:ln w="5420" cap="flat">
              <a:solidFill>
                <a:srgbClr val="392D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6" name="pg3586"/>
            <p:cNvSpPr/>
            <p:nvPr/>
          </p:nvSpPr>
          <p:spPr>
            <a:xfrm>
              <a:off x="4527273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7" name="pg3587"/>
            <p:cNvSpPr/>
            <p:nvPr/>
          </p:nvSpPr>
          <p:spPr>
            <a:xfrm>
              <a:off x="4538910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8" name="pg3588"/>
            <p:cNvSpPr/>
            <p:nvPr/>
          </p:nvSpPr>
          <p:spPr>
            <a:xfrm>
              <a:off x="4550548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9" name="pg3589"/>
            <p:cNvSpPr/>
            <p:nvPr/>
          </p:nvSpPr>
          <p:spPr>
            <a:xfrm>
              <a:off x="4562185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0" name="pg3590"/>
            <p:cNvSpPr/>
            <p:nvPr/>
          </p:nvSpPr>
          <p:spPr>
            <a:xfrm>
              <a:off x="4573822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1" name="pg3591"/>
            <p:cNvSpPr/>
            <p:nvPr/>
          </p:nvSpPr>
          <p:spPr>
            <a:xfrm>
              <a:off x="2688575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2" name="pg3592"/>
            <p:cNvSpPr/>
            <p:nvPr/>
          </p:nvSpPr>
          <p:spPr>
            <a:xfrm>
              <a:off x="2700212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3" name="pg3593"/>
            <p:cNvSpPr/>
            <p:nvPr/>
          </p:nvSpPr>
          <p:spPr>
            <a:xfrm>
              <a:off x="2711850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4" name="pg3594"/>
            <p:cNvSpPr/>
            <p:nvPr/>
          </p:nvSpPr>
          <p:spPr>
            <a:xfrm>
              <a:off x="2723487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5" name="pg3595"/>
            <p:cNvSpPr/>
            <p:nvPr/>
          </p:nvSpPr>
          <p:spPr>
            <a:xfrm>
              <a:off x="2735124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6" name="pg3596"/>
            <p:cNvSpPr/>
            <p:nvPr/>
          </p:nvSpPr>
          <p:spPr>
            <a:xfrm>
              <a:off x="4317801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7" name="pg3597"/>
            <p:cNvSpPr/>
            <p:nvPr/>
          </p:nvSpPr>
          <p:spPr>
            <a:xfrm>
              <a:off x="4329438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8" name="pg3598"/>
            <p:cNvSpPr/>
            <p:nvPr/>
          </p:nvSpPr>
          <p:spPr>
            <a:xfrm>
              <a:off x="4341076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9" name="pg3599"/>
            <p:cNvSpPr/>
            <p:nvPr/>
          </p:nvSpPr>
          <p:spPr>
            <a:xfrm>
              <a:off x="4352713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0" name="pg3600"/>
            <p:cNvSpPr/>
            <p:nvPr/>
          </p:nvSpPr>
          <p:spPr>
            <a:xfrm>
              <a:off x="4364350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1" name="pg3601"/>
            <p:cNvSpPr/>
            <p:nvPr/>
          </p:nvSpPr>
          <p:spPr>
            <a:xfrm>
              <a:off x="4375988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2" name="pg3602"/>
            <p:cNvSpPr/>
            <p:nvPr/>
          </p:nvSpPr>
          <p:spPr>
            <a:xfrm>
              <a:off x="4527273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3" name="pg3603"/>
            <p:cNvSpPr/>
            <p:nvPr/>
          </p:nvSpPr>
          <p:spPr>
            <a:xfrm>
              <a:off x="4538910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4" name="pg3604"/>
            <p:cNvSpPr/>
            <p:nvPr/>
          </p:nvSpPr>
          <p:spPr>
            <a:xfrm>
              <a:off x="4550548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5" name="pg3605"/>
            <p:cNvSpPr/>
            <p:nvPr/>
          </p:nvSpPr>
          <p:spPr>
            <a:xfrm>
              <a:off x="4562185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6" name="pg3606"/>
            <p:cNvSpPr/>
            <p:nvPr/>
          </p:nvSpPr>
          <p:spPr>
            <a:xfrm>
              <a:off x="4573822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7" name="pg3607"/>
            <p:cNvSpPr/>
            <p:nvPr/>
          </p:nvSpPr>
          <p:spPr>
            <a:xfrm>
              <a:off x="2688575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8" name="pg3608"/>
            <p:cNvSpPr/>
            <p:nvPr/>
          </p:nvSpPr>
          <p:spPr>
            <a:xfrm>
              <a:off x="2700212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9" name="pg3609"/>
            <p:cNvSpPr/>
            <p:nvPr/>
          </p:nvSpPr>
          <p:spPr>
            <a:xfrm>
              <a:off x="2711850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0" name="pg3610"/>
            <p:cNvSpPr/>
            <p:nvPr/>
          </p:nvSpPr>
          <p:spPr>
            <a:xfrm>
              <a:off x="2723487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1" name="pg3611"/>
            <p:cNvSpPr/>
            <p:nvPr/>
          </p:nvSpPr>
          <p:spPr>
            <a:xfrm>
              <a:off x="2735124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2" name="pg3612"/>
            <p:cNvSpPr/>
            <p:nvPr/>
          </p:nvSpPr>
          <p:spPr>
            <a:xfrm>
              <a:off x="4329438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3" name="pg3613"/>
            <p:cNvSpPr/>
            <p:nvPr/>
          </p:nvSpPr>
          <p:spPr>
            <a:xfrm>
              <a:off x="4341076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4" name="pg3614"/>
            <p:cNvSpPr/>
            <p:nvPr/>
          </p:nvSpPr>
          <p:spPr>
            <a:xfrm>
              <a:off x="4352713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5" name="pg3615"/>
            <p:cNvSpPr/>
            <p:nvPr/>
          </p:nvSpPr>
          <p:spPr>
            <a:xfrm>
              <a:off x="4364350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6" name="pg3616"/>
            <p:cNvSpPr/>
            <p:nvPr/>
          </p:nvSpPr>
          <p:spPr>
            <a:xfrm>
              <a:off x="4375988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7" name="pg3617"/>
            <p:cNvSpPr/>
            <p:nvPr/>
          </p:nvSpPr>
          <p:spPr>
            <a:xfrm>
              <a:off x="4527273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8" name="pg3618"/>
            <p:cNvSpPr/>
            <p:nvPr/>
          </p:nvSpPr>
          <p:spPr>
            <a:xfrm>
              <a:off x="4538910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9" name="pg3619"/>
            <p:cNvSpPr/>
            <p:nvPr/>
          </p:nvSpPr>
          <p:spPr>
            <a:xfrm>
              <a:off x="4550548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0" name="pg3620"/>
            <p:cNvSpPr/>
            <p:nvPr/>
          </p:nvSpPr>
          <p:spPr>
            <a:xfrm>
              <a:off x="4562185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1" name="pg3621"/>
            <p:cNvSpPr/>
            <p:nvPr/>
          </p:nvSpPr>
          <p:spPr>
            <a:xfrm>
              <a:off x="2700212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2" name="pg3622"/>
            <p:cNvSpPr/>
            <p:nvPr/>
          </p:nvSpPr>
          <p:spPr>
            <a:xfrm>
              <a:off x="2711850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3" name="pg3623"/>
            <p:cNvSpPr/>
            <p:nvPr/>
          </p:nvSpPr>
          <p:spPr>
            <a:xfrm>
              <a:off x="2723487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4" name="pg3624"/>
            <p:cNvSpPr/>
            <p:nvPr/>
          </p:nvSpPr>
          <p:spPr>
            <a:xfrm>
              <a:off x="2735124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5" name="pg3625"/>
            <p:cNvSpPr/>
            <p:nvPr/>
          </p:nvSpPr>
          <p:spPr>
            <a:xfrm>
              <a:off x="2746762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6" name="pg3626"/>
            <p:cNvSpPr/>
            <p:nvPr/>
          </p:nvSpPr>
          <p:spPr>
            <a:xfrm>
              <a:off x="4341076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7" name="pg3627"/>
            <p:cNvSpPr/>
            <p:nvPr/>
          </p:nvSpPr>
          <p:spPr>
            <a:xfrm>
              <a:off x="4352713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8" name="pg3628"/>
            <p:cNvSpPr/>
            <p:nvPr/>
          </p:nvSpPr>
          <p:spPr>
            <a:xfrm>
              <a:off x="4364350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9" name="pg3629"/>
            <p:cNvSpPr/>
            <p:nvPr/>
          </p:nvSpPr>
          <p:spPr>
            <a:xfrm>
              <a:off x="4375988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0" name="pg3630"/>
            <p:cNvSpPr/>
            <p:nvPr/>
          </p:nvSpPr>
          <p:spPr>
            <a:xfrm>
              <a:off x="4387625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1" name="pg3631"/>
            <p:cNvSpPr/>
            <p:nvPr/>
          </p:nvSpPr>
          <p:spPr>
            <a:xfrm>
              <a:off x="4527273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2" name="pg3632"/>
            <p:cNvSpPr/>
            <p:nvPr/>
          </p:nvSpPr>
          <p:spPr>
            <a:xfrm>
              <a:off x="4538910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3" name="pg3633"/>
            <p:cNvSpPr/>
            <p:nvPr/>
          </p:nvSpPr>
          <p:spPr>
            <a:xfrm>
              <a:off x="4550548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4" name="pg3634"/>
            <p:cNvSpPr/>
            <p:nvPr/>
          </p:nvSpPr>
          <p:spPr>
            <a:xfrm>
              <a:off x="4562185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5" name="pg3635"/>
            <p:cNvSpPr/>
            <p:nvPr/>
          </p:nvSpPr>
          <p:spPr>
            <a:xfrm>
              <a:off x="2700212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6" name="pg3636"/>
            <p:cNvSpPr/>
            <p:nvPr/>
          </p:nvSpPr>
          <p:spPr>
            <a:xfrm>
              <a:off x="2711850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7" name="pg3637"/>
            <p:cNvSpPr/>
            <p:nvPr/>
          </p:nvSpPr>
          <p:spPr>
            <a:xfrm>
              <a:off x="2723487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8" name="pg3638"/>
            <p:cNvSpPr/>
            <p:nvPr/>
          </p:nvSpPr>
          <p:spPr>
            <a:xfrm>
              <a:off x="2735124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9" name="pg3639"/>
            <p:cNvSpPr/>
            <p:nvPr/>
          </p:nvSpPr>
          <p:spPr>
            <a:xfrm>
              <a:off x="2746762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0" name="pg3640"/>
            <p:cNvSpPr/>
            <p:nvPr/>
          </p:nvSpPr>
          <p:spPr>
            <a:xfrm>
              <a:off x="2758399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1" name="pg3641"/>
            <p:cNvSpPr/>
            <p:nvPr/>
          </p:nvSpPr>
          <p:spPr>
            <a:xfrm>
              <a:off x="4341076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2" name="pg3642"/>
            <p:cNvSpPr/>
            <p:nvPr/>
          </p:nvSpPr>
          <p:spPr>
            <a:xfrm>
              <a:off x="4352713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3" name="pg3643"/>
            <p:cNvSpPr/>
            <p:nvPr/>
          </p:nvSpPr>
          <p:spPr>
            <a:xfrm>
              <a:off x="4364350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4" name="pg3644"/>
            <p:cNvSpPr/>
            <p:nvPr/>
          </p:nvSpPr>
          <p:spPr>
            <a:xfrm>
              <a:off x="4375988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5" name="pg3645"/>
            <p:cNvSpPr/>
            <p:nvPr/>
          </p:nvSpPr>
          <p:spPr>
            <a:xfrm>
              <a:off x="4387625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6" name="pg3646"/>
            <p:cNvSpPr/>
            <p:nvPr/>
          </p:nvSpPr>
          <p:spPr>
            <a:xfrm>
              <a:off x="4527273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7" name="pg3647"/>
            <p:cNvSpPr/>
            <p:nvPr/>
          </p:nvSpPr>
          <p:spPr>
            <a:xfrm>
              <a:off x="4538910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8" name="pg3648"/>
            <p:cNvSpPr/>
            <p:nvPr/>
          </p:nvSpPr>
          <p:spPr>
            <a:xfrm>
              <a:off x="4550548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9" name="pg3649"/>
            <p:cNvSpPr/>
            <p:nvPr/>
          </p:nvSpPr>
          <p:spPr>
            <a:xfrm>
              <a:off x="4562185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0" name="pg3650"/>
            <p:cNvSpPr/>
            <p:nvPr/>
          </p:nvSpPr>
          <p:spPr>
            <a:xfrm>
              <a:off x="2711850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1" name="pg3651"/>
            <p:cNvSpPr/>
            <p:nvPr/>
          </p:nvSpPr>
          <p:spPr>
            <a:xfrm>
              <a:off x="2723487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2" name="pg3652"/>
            <p:cNvSpPr/>
            <p:nvPr/>
          </p:nvSpPr>
          <p:spPr>
            <a:xfrm>
              <a:off x="2735124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3" name="pg3653"/>
            <p:cNvSpPr/>
            <p:nvPr/>
          </p:nvSpPr>
          <p:spPr>
            <a:xfrm>
              <a:off x="2746762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4" name="pg3654"/>
            <p:cNvSpPr/>
            <p:nvPr/>
          </p:nvSpPr>
          <p:spPr>
            <a:xfrm>
              <a:off x="2758399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5" name="pg3655"/>
            <p:cNvSpPr/>
            <p:nvPr/>
          </p:nvSpPr>
          <p:spPr>
            <a:xfrm>
              <a:off x="4341076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6" name="pg3656"/>
            <p:cNvSpPr/>
            <p:nvPr/>
          </p:nvSpPr>
          <p:spPr>
            <a:xfrm>
              <a:off x="4352713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7" name="pg3657"/>
            <p:cNvSpPr/>
            <p:nvPr/>
          </p:nvSpPr>
          <p:spPr>
            <a:xfrm>
              <a:off x="4364350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8" name="pg3658"/>
            <p:cNvSpPr/>
            <p:nvPr/>
          </p:nvSpPr>
          <p:spPr>
            <a:xfrm>
              <a:off x="437598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9" name="pg3659"/>
            <p:cNvSpPr/>
            <p:nvPr/>
          </p:nvSpPr>
          <p:spPr>
            <a:xfrm>
              <a:off x="438762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0" name="pg3660"/>
            <p:cNvSpPr/>
            <p:nvPr/>
          </p:nvSpPr>
          <p:spPr>
            <a:xfrm>
              <a:off x="4399262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1" name="pg3661"/>
            <p:cNvSpPr/>
            <p:nvPr/>
          </p:nvSpPr>
          <p:spPr>
            <a:xfrm>
              <a:off x="4410900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2" name="pg3662"/>
            <p:cNvSpPr/>
            <p:nvPr/>
          </p:nvSpPr>
          <p:spPr>
            <a:xfrm>
              <a:off x="4422537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3" name="pg3663"/>
            <p:cNvSpPr/>
            <p:nvPr/>
          </p:nvSpPr>
          <p:spPr>
            <a:xfrm>
              <a:off x="4527273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4" name="pg3664"/>
            <p:cNvSpPr/>
            <p:nvPr/>
          </p:nvSpPr>
          <p:spPr>
            <a:xfrm>
              <a:off x="4538910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5" name="pg3665"/>
            <p:cNvSpPr/>
            <p:nvPr/>
          </p:nvSpPr>
          <p:spPr>
            <a:xfrm>
              <a:off x="455054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6" name="pg3666"/>
            <p:cNvSpPr/>
            <p:nvPr/>
          </p:nvSpPr>
          <p:spPr>
            <a:xfrm>
              <a:off x="456218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7" name="pg3667"/>
            <p:cNvSpPr/>
            <p:nvPr/>
          </p:nvSpPr>
          <p:spPr>
            <a:xfrm>
              <a:off x="2723487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8" name="pg3668"/>
            <p:cNvSpPr/>
            <p:nvPr/>
          </p:nvSpPr>
          <p:spPr>
            <a:xfrm>
              <a:off x="2735124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9" name="pg3669"/>
            <p:cNvSpPr/>
            <p:nvPr/>
          </p:nvSpPr>
          <p:spPr>
            <a:xfrm>
              <a:off x="2746762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0" name="pg3670"/>
            <p:cNvSpPr/>
            <p:nvPr/>
          </p:nvSpPr>
          <p:spPr>
            <a:xfrm>
              <a:off x="2758399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1" name="pg3671"/>
            <p:cNvSpPr/>
            <p:nvPr/>
          </p:nvSpPr>
          <p:spPr>
            <a:xfrm>
              <a:off x="4352713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2" name="pg3672"/>
            <p:cNvSpPr/>
            <p:nvPr/>
          </p:nvSpPr>
          <p:spPr>
            <a:xfrm>
              <a:off x="436435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3" name="pg3673"/>
            <p:cNvSpPr/>
            <p:nvPr/>
          </p:nvSpPr>
          <p:spPr>
            <a:xfrm>
              <a:off x="437598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4" name="pg3674"/>
            <p:cNvSpPr/>
            <p:nvPr/>
          </p:nvSpPr>
          <p:spPr>
            <a:xfrm>
              <a:off x="4387625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5" name="pg3675"/>
            <p:cNvSpPr/>
            <p:nvPr/>
          </p:nvSpPr>
          <p:spPr>
            <a:xfrm>
              <a:off x="4399262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6" name="pg3676"/>
            <p:cNvSpPr/>
            <p:nvPr/>
          </p:nvSpPr>
          <p:spPr>
            <a:xfrm>
              <a:off x="441090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7" name="pg3677"/>
            <p:cNvSpPr/>
            <p:nvPr/>
          </p:nvSpPr>
          <p:spPr>
            <a:xfrm>
              <a:off x="4422537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8" name="pg3678"/>
            <p:cNvSpPr/>
            <p:nvPr/>
          </p:nvSpPr>
          <p:spPr>
            <a:xfrm>
              <a:off x="4434174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9" name="pg3679"/>
            <p:cNvSpPr/>
            <p:nvPr/>
          </p:nvSpPr>
          <p:spPr>
            <a:xfrm>
              <a:off x="4515636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0" name="pg3680"/>
            <p:cNvSpPr/>
            <p:nvPr/>
          </p:nvSpPr>
          <p:spPr>
            <a:xfrm>
              <a:off x="4527273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1" name="pg3681"/>
            <p:cNvSpPr/>
            <p:nvPr/>
          </p:nvSpPr>
          <p:spPr>
            <a:xfrm>
              <a:off x="453891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2" name="pg3682"/>
            <p:cNvSpPr/>
            <p:nvPr/>
          </p:nvSpPr>
          <p:spPr>
            <a:xfrm>
              <a:off x="455054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3" name="pg3683"/>
            <p:cNvSpPr/>
            <p:nvPr/>
          </p:nvSpPr>
          <p:spPr>
            <a:xfrm>
              <a:off x="4562185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4" name="pg3684"/>
            <p:cNvSpPr/>
            <p:nvPr/>
          </p:nvSpPr>
          <p:spPr>
            <a:xfrm>
              <a:off x="2723487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5" name="pg3685"/>
            <p:cNvSpPr/>
            <p:nvPr/>
          </p:nvSpPr>
          <p:spPr>
            <a:xfrm>
              <a:off x="2735124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6" name="pg3686"/>
            <p:cNvSpPr/>
            <p:nvPr/>
          </p:nvSpPr>
          <p:spPr>
            <a:xfrm>
              <a:off x="2746762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7" name="pg3687"/>
            <p:cNvSpPr/>
            <p:nvPr/>
          </p:nvSpPr>
          <p:spPr>
            <a:xfrm>
              <a:off x="2758399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8" name="pg3688"/>
            <p:cNvSpPr/>
            <p:nvPr/>
          </p:nvSpPr>
          <p:spPr>
            <a:xfrm>
              <a:off x="436435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9" name="pg3689"/>
            <p:cNvSpPr/>
            <p:nvPr/>
          </p:nvSpPr>
          <p:spPr>
            <a:xfrm>
              <a:off x="4375988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0" name="pg3690"/>
            <p:cNvSpPr/>
            <p:nvPr/>
          </p:nvSpPr>
          <p:spPr>
            <a:xfrm>
              <a:off x="4387625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1" name="pg3691"/>
            <p:cNvSpPr/>
            <p:nvPr/>
          </p:nvSpPr>
          <p:spPr>
            <a:xfrm>
              <a:off x="4399262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2" name="pg3692"/>
            <p:cNvSpPr/>
            <p:nvPr/>
          </p:nvSpPr>
          <p:spPr>
            <a:xfrm>
              <a:off x="441090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3" name="pg3693"/>
            <p:cNvSpPr/>
            <p:nvPr/>
          </p:nvSpPr>
          <p:spPr>
            <a:xfrm>
              <a:off x="4422537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4" name="pg3694"/>
            <p:cNvSpPr/>
            <p:nvPr/>
          </p:nvSpPr>
          <p:spPr>
            <a:xfrm>
              <a:off x="4434174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5" name="pg3695"/>
            <p:cNvSpPr/>
            <p:nvPr/>
          </p:nvSpPr>
          <p:spPr>
            <a:xfrm>
              <a:off x="4515636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6" name="pg3696"/>
            <p:cNvSpPr/>
            <p:nvPr/>
          </p:nvSpPr>
          <p:spPr>
            <a:xfrm>
              <a:off x="4527273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7" name="pg3697"/>
            <p:cNvSpPr/>
            <p:nvPr/>
          </p:nvSpPr>
          <p:spPr>
            <a:xfrm>
              <a:off x="453891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8" name="pg3698"/>
            <p:cNvSpPr/>
            <p:nvPr/>
          </p:nvSpPr>
          <p:spPr>
            <a:xfrm>
              <a:off x="4550548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9" name="pg3699"/>
            <p:cNvSpPr/>
            <p:nvPr/>
          </p:nvSpPr>
          <p:spPr>
            <a:xfrm>
              <a:off x="4562185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0" name="pg3700"/>
            <p:cNvSpPr/>
            <p:nvPr/>
          </p:nvSpPr>
          <p:spPr>
            <a:xfrm>
              <a:off x="271185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1" name="pg3701"/>
            <p:cNvSpPr/>
            <p:nvPr/>
          </p:nvSpPr>
          <p:spPr>
            <a:xfrm>
              <a:off x="2723487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2" name="pg3702"/>
            <p:cNvSpPr/>
            <p:nvPr/>
          </p:nvSpPr>
          <p:spPr>
            <a:xfrm>
              <a:off x="2735124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3" name="pg3703"/>
            <p:cNvSpPr/>
            <p:nvPr/>
          </p:nvSpPr>
          <p:spPr>
            <a:xfrm>
              <a:off x="2746762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4" name="pg3704"/>
            <p:cNvSpPr/>
            <p:nvPr/>
          </p:nvSpPr>
          <p:spPr>
            <a:xfrm>
              <a:off x="2758399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5" name="pg3705"/>
            <p:cNvSpPr/>
            <p:nvPr/>
          </p:nvSpPr>
          <p:spPr>
            <a:xfrm>
              <a:off x="4375988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6" name="pg3706"/>
            <p:cNvSpPr/>
            <p:nvPr/>
          </p:nvSpPr>
          <p:spPr>
            <a:xfrm>
              <a:off x="438762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7" name="pg3707"/>
            <p:cNvSpPr/>
            <p:nvPr/>
          </p:nvSpPr>
          <p:spPr>
            <a:xfrm>
              <a:off x="4399262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8" name="pg3708"/>
            <p:cNvSpPr/>
            <p:nvPr/>
          </p:nvSpPr>
          <p:spPr>
            <a:xfrm>
              <a:off x="441090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9" name="pg3709"/>
            <p:cNvSpPr/>
            <p:nvPr/>
          </p:nvSpPr>
          <p:spPr>
            <a:xfrm>
              <a:off x="4422537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0" name="pg3710"/>
            <p:cNvSpPr/>
            <p:nvPr/>
          </p:nvSpPr>
          <p:spPr>
            <a:xfrm>
              <a:off x="4434174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1" name="pg3711"/>
            <p:cNvSpPr/>
            <p:nvPr/>
          </p:nvSpPr>
          <p:spPr>
            <a:xfrm>
              <a:off x="4445812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2" name="pg3712"/>
            <p:cNvSpPr/>
            <p:nvPr/>
          </p:nvSpPr>
          <p:spPr>
            <a:xfrm>
              <a:off x="4503998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3" name="pg3713"/>
            <p:cNvSpPr/>
            <p:nvPr/>
          </p:nvSpPr>
          <p:spPr>
            <a:xfrm>
              <a:off x="4515636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4" name="pg3714"/>
            <p:cNvSpPr/>
            <p:nvPr/>
          </p:nvSpPr>
          <p:spPr>
            <a:xfrm>
              <a:off x="452727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5" name="pg3715"/>
            <p:cNvSpPr/>
            <p:nvPr/>
          </p:nvSpPr>
          <p:spPr>
            <a:xfrm>
              <a:off x="453891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6" name="pg3716"/>
            <p:cNvSpPr/>
            <p:nvPr/>
          </p:nvSpPr>
          <p:spPr>
            <a:xfrm>
              <a:off x="4550548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7" name="pg3717"/>
            <p:cNvSpPr/>
            <p:nvPr/>
          </p:nvSpPr>
          <p:spPr>
            <a:xfrm>
              <a:off x="456218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8" name="pg3718"/>
            <p:cNvSpPr/>
            <p:nvPr/>
          </p:nvSpPr>
          <p:spPr>
            <a:xfrm>
              <a:off x="2711850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9" name="pg3719"/>
            <p:cNvSpPr/>
            <p:nvPr/>
          </p:nvSpPr>
          <p:spPr>
            <a:xfrm>
              <a:off x="2723487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0" name="pg3720"/>
            <p:cNvSpPr/>
            <p:nvPr/>
          </p:nvSpPr>
          <p:spPr>
            <a:xfrm>
              <a:off x="2735124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1" name="pg3721"/>
            <p:cNvSpPr/>
            <p:nvPr/>
          </p:nvSpPr>
          <p:spPr>
            <a:xfrm>
              <a:off x="2746762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2" name="pg3722"/>
            <p:cNvSpPr/>
            <p:nvPr/>
          </p:nvSpPr>
          <p:spPr>
            <a:xfrm>
              <a:off x="2758399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3" name="pg3723"/>
            <p:cNvSpPr/>
            <p:nvPr/>
          </p:nvSpPr>
          <p:spPr>
            <a:xfrm>
              <a:off x="4399262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4" name="pg3724"/>
            <p:cNvSpPr/>
            <p:nvPr/>
          </p:nvSpPr>
          <p:spPr>
            <a:xfrm>
              <a:off x="4410900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5" name="pg3725"/>
            <p:cNvSpPr/>
            <p:nvPr/>
          </p:nvSpPr>
          <p:spPr>
            <a:xfrm>
              <a:off x="4422537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6" name="pg3726"/>
            <p:cNvSpPr/>
            <p:nvPr/>
          </p:nvSpPr>
          <p:spPr>
            <a:xfrm>
              <a:off x="4434174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7" name="pg3727"/>
            <p:cNvSpPr/>
            <p:nvPr/>
          </p:nvSpPr>
          <p:spPr>
            <a:xfrm>
              <a:off x="4445812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8" name="pg3728"/>
            <p:cNvSpPr/>
            <p:nvPr/>
          </p:nvSpPr>
          <p:spPr>
            <a:xfrm>
              <a:off x="4503998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9" name="pg3729"/>
            <p:cNvSpPr/>
            <p:nvPr/>
          </p:nvSpPr>
          <p:spPr>
            <a:xfrm>
              <a:off x="4515636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0" name="pg3730"/>
            <p:cNvSpPr/>
            <p:nvPr/>
          </p:nvSpPr>
          <p:spPr>
            <a:xfrm>
              <a:off x="4527273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1" name="pg3731"/>
            <p:cNvSpPr/>
            <p:nvPr/>
          </p:nvSpPr>
          <p:spPr>
            <a:xfrm>
              <a:off x="4538910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2" name="pg3732"/>
            <p:cNvSpPr/>
            <p:nvPr/>
          </p:nvSpPr>
          <p:spPr>
            <a:xfrm>
              <a:off x="4550548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3" name="pg3733"/>
            <p:cNvSpPr/>
            <p:nvPr/>
          </p:nvSpPr>
          <p:spPr>
            <a:xfrm>
              <a:off x="2700212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4" name="pg3734"/>
            <p:cNvSpPr/>
            <p:nvPr/>
          </p:nvSpPr>
          <p:spPr>
            <a:xfrm>
              <a:off x="2711850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5" name="pg3735"/>
            <p:cNvSpPr/>
            <p:nvPr/>
          </p:nvSpPr>
          <p:spPr>
            <a:xfrm>
              <a:off x="272348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6" name="pg3736"/>
            <p:cNvSpPr/>
            <p:nvPr/>
          </p:nvSpPr>
          <p:spPr>
            <a:xfrm>
              <a:off x="2735124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7" name="pg3737"/>
            <p:cNvSpPr/>
            <p:nvPr/>
          </p:nvSpPr>
          <p:spPr>
            <a:xfrm>
              <a:off x="2746762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8" name="pg3738"/>
            <p:cNvSpPr/>
            <p:nvPr/>
          </p:nvSpPr>
          <p:spPr>
            <a:xfrm>
              <a:off x="4410900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9" name="pg3739"/>
            <p:cNvSpPr/>
            <p:nvPr/>
          </p:nvSpPr>
          <p:spPr>
            <a:xfrm>
              <a:off x="442253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0" name="pg3740"/>
            <p:cNvSpPr/>
            <p:nvPr/>
          </p:nvSpPr>
          <p:spPr>
            <a:xfrm>
              <a:off x="4434174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1" name="pg3741"/>
            <p:cNvSpPr/>
            <p:nvPr/>
          </p:nvSpPr>
          <p:spPr>
            <a:xfrm>
              <a:off x="4445812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2" name="pg3742"/>
            <p:cNvSpPr/>
            <p:nvPr/>
          </p:nvSpPr>
          <p:spPr>
            <a:xfrm>
              <a:off x="4457449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3" name="pg3743"/>
            <p:cNvSpPr/>
            <p:nvPr/>
          </p:nvSpPr>
          <p:spPr>
            <a:xfrm>
              <a:off x="4469086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4" name="pg3744"/>
            <p:cNvSpPr/>
            <p:nvPr/>
          </p:nvSpPr>
          <p:spPr>
            <a:xfrm>
              <a:off x="4492361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5" name="pg3745"/>
            <p:cNvSpPr/>
            <p:nvPr/>
          </p:nvSpPr>
          <p:spPr>
            <a:xfrm>
              <a:off x="4503998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6" name="pg3746"/>
            <p:cNvSpPr/>
            <p:nvPr/>
          </p:nvSpPr>
          <p:spPr>
            <a:xfrm>
              <a:off x="4515636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7" name="pg3747"/>
            <p:cNvSpPr/>
            <p:nvPr/>
          </p:nvSpPr>
          <p:spPr>
            <a:xfrm>
              <a:off x="4527273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8" name="pg3748"/>
            <p:cNvSpPr/>
            <p:nvPr/>
          </p:nvSpPr>
          <p:spPr>
            <a:xfrm>
              <a:off x="4538910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9" name="pg3749"/>
            <p:cNvSpPr/>
            <p:nvPr/>
          </p:nvSpPr>
          <p:spPr>
            <a:xfrm>
              <a:off x="268857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0" name="pg3750"/>
            <p:cNvSpPr/>
            <p:nvPr/>
          </p:nvSpPr>
          <p:spPr>
            <a:xfrm>
              <a:off x="2700212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1" name="pg3751"/>
            <p:cNvSpPr/>
            <p:nvPr/>
          </p:nvSpPr>
          <p:spPr>
            <a:xfrm>
              <a:off x="2711850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2" name="pg3752"/>
            <p:cNvSpPr/>
            <p:nvPr/>
          </p:nvSpPr>
          <p:spPr>
            <a:xfrm>
              <a:off x="272348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3" name="pg3753"/>
            <p:cNvSpPr/>
            <p:nvPr/>
          </p:nvSpPr>
          <p:spPr>
            <a:xfrm>
              <a:off x="2735124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4" name="pg3754"/>
            <p:cNvSpPr/>
            <p:nvPr/>
          </p:nvSpPr>
          <p:spPr>
            <a:xfrm>
              <a:off x="2746762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5" name="pg3755"/>
            <p:cNvSpPr/>
            <p:nvPr/>
          </p:nvSpPr>
          <p:spPr>
            <a:xfrm>
              <a:off x="4410900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6" name="pg3756"/>
            <p:cNvSpPr/>
            <p:nvPr/>
          </p:nvSpPr>
          <p:spPr>
            <a:xfrm>
              <a:off x="442253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7" name="pg3757"/>
            <p:cNvSpPr/>
            <p:nvPr/>
          </p:nvSpPr>
          <p:spPr>
            <a:xfrm>
              <a:off x="4434174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8" name="pg3758"/>
            <p:cNvSpPr/>
            <p:nvPr/>
          </p:nvSpPr>
          <p:spPr>
            <a:xfrm>
              <a:off x="4445812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9" name="pg3759"/>
            <p:cNvSpPr/>
            <p:nvPr/>
          </p:nvSpPr>
          <p:spPr>
            <a:xfrm>
              <a:off x="4457449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0" name="pg3760"/>
            <p:cNvSpPr/>
            <p:nvPr/>
          </p:nvSpPr>
          <p:spPr>
            <a:xfrm>
              <a:off x="4469086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1" name="pg3761"/>
            <p:cNvSpPr/>
            <p:nvPr/>
          </p:nvSpPr>
          <p:spPr>
            <a:xfrm>
              <a:off x="4480724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2" name="pg3762"/>
            <p:cNvSpPr/>
            <p:nvPr/>
          </p:nvSpPr>
          <p:spPr>
            <a:xfrm>
              <a:off x="4492361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3" name="pg3763"/>
            <p:cNvSpPr/>
            <p:nvPr/>
          </p:nvSpPr>
          <p:spPr>
            <a:xfrm>
              <a:off x="4503998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4" name="pg3764"/>
            <p:cNvSpPr/>
            <p:nvPr/>
          </p:nvSpPr>
          <p:spPr>
            <a:xfrm>
              <a:off x="4515636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5" name="pg3765"/>
            <p:cNvSpPr/>
            <p:nvPr/>
          </p:nvSpPr>
          <p:spPr>
            <a:xfrm>
              <a:off x="4527273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6" name="pg3766"/>
            <p:cNvSpPr/>
            <p:nvPr/>
          </p:nvSpPr>
          <p:spPr>
            <a:xfrm>
              <a:off x="4538910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7" name="pg3767"/>
            <p:cNvSpPr/>
            <p:nvPr/>
          </p:nvSpPr>
          <p:spPr>
            <a:xfrm>
              <a:off x="268857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8" name="pg3768"/>
            <p:cNvSpPr/>
            <p:nvPr/>
          </p:nvSpPr>
          <p:spPr>
            <a:xfrm>
              <a:off x="2700212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9" name="pg3769"/>
            <p:cNvSpPr/>
            <p:nvPr/>
          </p:nvSpPr>
          <p:spPr>
            <a:xfrm>
              <a:off x="2711850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0" name="pg3770"/>
            <p:cNvSpPr/>
            <p:nvPr/>
          </p:nvSpPr>
          <p:spPr>
            <a:xfrm>
              <a:off x="2723487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1" name="pg3771"/>
            <p:cNvSpPr/>
            <p:nvPr/>
          </p:nvSpPr>
          <p:spPr>
            <a:xfrm>
              <a:off x="2735124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4">
                <a:alpha val="100000"/>
              </a:srgbClr>
            </a:solidFill>
            <a:ln w="5420" cap="flat">
              <a:solidFill>
                <a:srgbClr val="3C4D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2" name="pg3772"/>
            <p:cNvSpPr/>
            <p:nvPr/>
          </p:nvSpPr>
          <p:spPr>
            <a:xfrm>
              <a:off x="4410900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3" name="pg3773"/>
            <p:cNvSpPr/>
            <p:nvPr/>
          </p:nvSpPr>
          <p:spPr>
            <a:xfrm>
              <a:off x="4422537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4" name="pg3774"/>
            <p:cNvSpPr/>
            <p:nvPr/>
          </p:nvSpPr>
          <p:spPr>
            <a:xfrm>
              <a:off x="4434174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5" name="pg3775"/>
            <p:cNvSpPr/>
            <p:nvPr/>
          </p:nvSpPr>
          <p:spPr>
            <a:xfrm>
              <a:off x="4445812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6" name="pg3776"/>
            <p:cNvSpPr/>
            <p:nvPr/>
          </p:nvSpPr>
          <p:spPr>
            <a:xfrm>
              <a:off x="4457449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7" name="pg3777"/>
            <p:cNvSpPr/>
            <p:nvPr/>
          </p:nvSpPr>
          <p:spPr>
            <a:xfrm>
              <a:off x="4469086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8" name="pg3778"/>
            <p:cNvSpPr/>
            <p:nvPr/>
          </p:nvSpPr>
          <p:spPr>
            <a:xfrm>
              <a:off x="4480724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9" name="pg3779"/>
            <p:cNvSpPr/>
            <p:nvPr/>
          </p:nvSpPr>
          <p:spPr>
            <a:xfrm>
              <a:off x="4492361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0" name="pg3780"/>
            <p:cNvSpPr/>
            <p:nvPr/>
          </p:nvSpPr>
          <p:spPr>
            <a:xfrm>
              <a:off x="4503998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1" name="pg3781"/>
            <p:cNvSpPr/>
            <p:nvPr/>
          </p:nvSpPr>
          <p:spPr>
            <a:xfrm>
              <a:off x="4515636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2" name="pg3782"/>
            <p:cNvSpPr/>
            <p:nvPr/>
          </p:nvSpPr>
          <p:spPr>
            <a:xfrm>
              <a:off x="4527273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3" name="pg3783"/>
            <p:cNvSpPr/>
            <p:nvPr/>
          </p:nvSpPr>
          <p:spPr>
            <a:xfrm>
              <a:off x="4538910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4" name="pg3784"/>
            <p:cNvSpPr/>
            <p:nvPr/>
          </p:nvSpPr>
          <p:spPr>
            <a:xfrm>
              <a:off x="2688575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5" name="pg3785"/>
            <p:cNvSpPr/>
            <p:nvPr/>
          </p:nvSpPr>
          <p:spPr>
            <a:xfrm>
              <a:off x="2700212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6" name="pg3786"/>
            <p:cNvSpPr/>
            <p:nvPr/>
          </p:nvSpPr>
          <p:spPr>
            <a:xfrm>
              <a:off x="2711850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7" name="pg3787"/>
            <p:cNvSpPr/>
            <p:nvPr/>
          </p:nvSpPr>
          <p:spPr>
            <a:xfrm>
              <a:off x="2723487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8" name="pg3788"/>
            <p:cNvSpPr/>
            <p:nvPr/>
          </p:nvSpPr>
          <p:spPr>
            <a:xfrm>
              <a:off x="2735124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9" name="pg3789"/>
            <p:cNvSpPr/>
            <p:nvPr/>
          </p:nvSpPr>
          <p:spPr>
            <a:xfrm>
              <a:off x="4410900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0" name="pg3790"/>
            <p:cNvSpPr/>
            <p:nvPr/>
          </p:nvSpPr>
          <p:spPr>
            <a:xfrm>
              <a:off x="4422537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1" name="pg3791"/>
            <p:cNvSpPr/>
            <p:nvPr/>
          </p:nvSpPr>
          <p:spPr>
            <a:xfrm>
              <a:off x="4434174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2" name="pg3792"/>
            <p:cNvSpPr/>
            <p:nvPr/>
          </p:nvSpPr>
          <p:spPr>
            <a:xfrm>
              <a:off x="4445812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3" name="pg3793"/>
            <p:cNvSpPr/>
            <p:nvPr/>
          </p:nvSpPr>
          <p:spPr>
            <a:xfrm>
              <a:off x="4457449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4" name="pg3794"/>
            <p:cNvSpPr/>
            <p:nvPr/>
          </p:nvSpPr>
          <p:spPr>
            <a:xfrm>
              <a:off x="4469086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5" name="pg3795"/>
            <p:cNvSpPr/>
            <p:nvPr/>
          </p:nvSpPr>
          <p:spPr>
            <a:xfrm>
              <a:off x="4480724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6" name="pg3796"/>
            <p:cNvSpPr/>
            <p:nvPr/>
          </p:nvSpPr>
          <p:spPr>
            <a:xfrm>
              <a:off x="4492361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7" name="pg3797"/>
            <p:cNvSpPr/>
            <p:nvPr/>
          </p:nvSpPr>
          <p:spPr>
            <a:xfrm>
              <a:off x="4503998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8" name="pg3798"/>
            <p:cNvSpPr/>
            <p:nvPr/>
          </p:nvSpPr>
          <p:spPr>
            <a:xfrm>
              <a:off x="4515636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9" name="pg3799"/>
            <p:cNvSpPr/>
            <p:nvPr/>
          </p:nvSpPr>
          <p:spPr>
            <a:xfrm>
              <a:off x="4527273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0" name="pg3800"/>
            <p:cNvSpPr/>
            <p:nvPr/>
          </p:nvSpPr>
          <p:spPr>
            <a:xfrm>
              <a:off x="2676938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1" name="pg3801"/>
            <p:cNvSpPr/>
            <p:nvPr/>
          </p:nvSpPr>
          <p:spPr>
            <a:xfrm>
              <a:off x="2688575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4">
                <a:alpha val="100000"/>
              </a:srgbClr>
            </a:solidFill>
            <a:ln w="5420" cap="flat">
              <a:solidFill>
                <a:srgbClr val="3C4D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2" name="pg3802"/>
            <p:cNvSpPr/>
            <p:nvPr/>
          </p:nvSpPr>
          <p:spPr>
            <a:xfrm>
              <a:off x="2700212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3" name="pg3803"/>
            <p:cNvSpPr/>
            <p:nvPr/>
          </p:nvSpPr>
          <p:spPr>
            <a:xfrm>
              <a:off x="2711850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4" name="pg3804"/>
            <p:cNvSpPr/>
            <p:nvPr/>
          </p:nvSpPr>
          <p:spPr>
            <a:xfrm>
              <a:off x="2723487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5" name="pg3805"/>
            <p:cNvSpPr/>
            <p:nvPr/>
          </p:nvSpPr>
          <p:spPr>
            <a:xfrm>
              <a:off x="4422537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6" name="pg3806"/>
            <p:cNvSpPr/>
            <p:nvPr/>
          </p:nvSpPr>
          <p:spPr>
            <a:xfrm>
              <a:off x="4434174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7" name="pg3807"/>
            <p:cNvSpPr/>
            <p:nvPr/>
          </p:nvSpPr>
          <p:spPr>
            <a:xfrm>
              <a:off x="4445812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8" name="pg3808"/>
            <p:cNvSpPr/>
            <p:nvPr/>
          </p:nvSpPr>
          <p:spPr>
            <a:xfrm>
              <a:off x="4457449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9" name="pg3809"/>
            <p:cNvSpPr/>
            <p:nvPr/>
          </p:nvSpPr>
          <p:spPr>
            <a:xfrm>
              <a:off x="4469086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0" name="pg3810"/>
            <p:cNvSpPr/>
            <p:nvPr/>
          </p:nvSpPr>
          <p:spPr>
            <a:xfrm>
              <a:off x="4480724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1" name="pg3811"/>
            <p:cNvSpPr/>
            <p:nvPr/>
          </p:nvSpPr>
          <p:spPr>
            <a:xfrm>
              <a:off x="4492361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2" name="pg3812"/>
            <p:cNvSpPr/>
            <p:nvPr/>
          </p:nvSpPr>
          <p:spPr>
            <a:xfrm>
              <a:off x="4503998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3" name="pg3813"/>
            <p:cNvSpPr/>
            <p:nvPr/>
          </p:nvSpPr>
          <p:spPr>
            <a:xfrm>
              <a:off x="4515636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4" name="pg3814"/>
            <p:cNvSpPr/>
            <p:nvPr/>
          </p:nvSpPr>
          <p:spPr>
            <a:xfrm>
              <a:off x="2676938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5" name="pg3815"/>
            <p:cNvSpPr/>
            <p:nvPr/>
          </p:nvSpPr>
          <p:spPr>
            <a:xfrm>
              <a:off x="2688575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6" name="pg3816"/>
            <p:cNvSpPr/>
            <p:nvPr/>
          </p:nvSpPr>
          <p:spPr>
            <a:xfrm>
              <a:off x="2700212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7" name="pg3817"/>
            <p:cNvSpPr/>
            <p:nvPr/>
          </p:nvSpPr>
          <p:spPr>
            <a:xfrm>
              <a:off x="2711850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8" name="pg3818"/>
            <p:cNvSpPr/>
            <p:nvPr/>
          </p:nvSpPr>
          <p:spPr>
            <a:xfrm>
              <a:off x="2723487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9" name="pg3819"/>
            <p:cNvSpPr/>
            <p:nvPr/>
          </p:nvSpPr>
          <p:spPr>
            <a:xfrm>
              <a:off x="4434174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0" name="pg3820"/>
            <p:cNvSpPr/>
            <p:nvPr/>
          </p:nvSpPr>
          <p:spPr>
            <a:xfrm>
              <a:off x="4445812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1" name="pg3821"/>
            <p:cNvSpPr/>
            <p:nvPr/>
          </p:nvSpPr>
          <p:spPr>
            <a:xfrm>
              <a:off x="4457449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2" name="pg3822"/>
            <p:cNvSpPr/>
            <p:nvPr/>
          </p:nvSpPr>
          <p:spPr>
            <a:xfrm>
              <a:off x="4469086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3" name="pg3823"/>
            <p:cNvSpPr/>
            <p:nvPr/>
          </p:nvSpPr>
          <p:spPr>
            <a:xfrm>
              <a:off x="4480724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4" name="pg3824"/>
            <p:cNvSpPr/>
            <p:nvPr/>
          </p:nvSpPr>
          <p:spPr>
            <a:xfrm>
              <a:off x="2676938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5" name="pg3825"/>
            <p:cNvSpPr/>
            <p:nvPr/>
          </p:nvSpPr>
          <p:spPr>
            <a:xfrm>
              <a:off x="2688575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6" name="pg3826"/>
            <p:cNvSpPr/>
            <p:nvPr/>
          </p:nvSpPr>
          <p:spPr>
            <a:xfrm>
              <a:off x="2700212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7" name="pg3827"/>
            <p:cNvSpPr/>
            <p:nvPr/>
          </p:nvSpPr>
          <p:spPr>
            <a:xfrm>
              <a:off x="2711850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8" name="pg3828"/>
            <p:cNvSpPr/>
            <p:nvPr/>
          </p:nvSpPr>
          <p:spPr>
            <a:xfrm>
              <a:off x="2723487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9" name="pg3829"/>
            <p:cNvSpPr/>
            <p:nvPr/>
          </p:nvSpPr>
          <p:spPr>
            <a:xfrm>
              <a:off x="2676938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0" name="pg3830"/>
            <p:cNvSpPr/>
            <p:nvPr/>
          </p:nvSpPr>
          <p:spPr>
            <a:xfrm>
              <a:off x="2688575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1" name="pg3831"/>
            <p:cNvSpPr/>
            <p:nvPr/>
          </p:nvSpPr>
          <p:spPr>
            <a:xfrm>
              <a:off x="2700212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2" name="pg3832"/>
            <p:cNvSpPr/>
            <p:nvPr/>
          </p:nvSpPr>
          <p:spPr>
            <a:xfrm>
              <a:off x="2711850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3" name="pg3833"/>
            <p:cNvSpPr/>
            <p:nvPr/>
          </p:nvSpPr>
          <p:spPr>
            <a:xfrm>
              <a:off x="2665300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4" name="pg3834"/>
            <p:cNvSpPr/>
            <p:nvPr/>
          </p:nvSpPr>
          <p:spPr>
            <a:xfrm>
              <a:off x="2676938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5" name="pg3835"/>
            <p:cNvSpPr/>
            <p:nvPr/>
          </p:nvSpPr>
          <p:spPr>
            <a:xfrm>
              <a:off x="2688575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6" name="pg3836"/>
            <p:cNvSpPr/>
            <p:nvPr/>
          </p:nvSpPr>
          <p:spPr>
            <a:xfrm>
              <a:off x="2700212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7" name="pg3837"/>
            <p:cNvSpPr/>
            <p:nvPr/>
          </p:nvSpPr>
          <p:spPr>
            <a:xfrm>
              <a:off x="2711850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8" name="pg3838"/>
            <p:cNvSpPr/>
            <p:nvPr/>
          </p:nvSpPr>
          <p:spPr>
            <a:xfrm>
              <a:off x="2665300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9" name="pg3839"/>
            <p:cNvSpPr/>
            <p:nvPr/>
          </p:nvSpPr>
          <p:spPr>
            <a:xfrm>
              <a:off x="2676938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0" name="pg3840"/>
            <p:cNvSpPr/>
            <p:nvPr/>
          </p:nvSpPr>
          <p:spPr>
            <a:xfrm>
              <a:off x="2688575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1" name="pg3841"/>
            <p:cNvSpPr/>
            <p:nvPr/>
          </p:nvSpPr>
          <p:spPr>
            <a:xfrm>
              <a:off x="2700212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2" name="pg3842"/>
            <p:cNvSpPr/>
            <p:nvPr/>
          </p:nvSpPr>
          <p:spPr>
            <a:xfrm>
              <a:off x="2711850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3" name="pg3843"/>
            <p:cNvSpPr/>
            <p:nvPr/>
          </p:nvSpPr>
          <p:spPr>
            <a:xfrm>
              <a:off x="2665300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4" name="pg3844"/>
            <p:cNvSpPr/>
            <p:nvPr/>
          </p:nvSpPr>
          <p:spPr>
            <a:xfrm>
              <a:off x="2676938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5" name="pg3845"/>
            <p:cNvSpPr/>
            <p:nvPr/>
          </p:nvSpPr>
          <p:spPr>
            <a:xfrm>
              <a:off x="2688575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6" name="pg3846"/>
            <p:cNvSpPr/>
            <p:nvPr/>
          </p:nvSpPr>
          <p:spPr>
            <a:xfrm>
              <a:off x="2700212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7" name="pg3847"/>
            <p:cNvSpPr/>
            <p:nvPr/>
          </p:nvSpPr>
          <p:spPr>
            <a:xfrm>
              <a:off x="2711850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8" name="pg3848"/>
            <p:cNvSpPr/>
            <p:nvPr/>
          </p:nvSpPr>
          <p:spPr>
            <a:xfrm>
              <a:off x="2665300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9" name="pg3849"/>
            <p:cNvSpPr/>
            <p:nvPr/>
          </p:nvSpPr>
          <p:spPr>
            <a:xfrm>
              <a:off x="2676938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0" name="pg3850"/>
            <p:cNvSpPr/>
            <p:nvPr/>
          </p:nvSpPr>
          <p:spPr>
            <a:xfrm>
              <a:off x="2688575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1" name="pg3851"/>
            <p:cNvSpPr/>
            <p:nvPr/>
          </p:nvSpPr>
          <p:spPr>
            <a:xfrm>
              <a:off x="2700212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2" name="pg3852"/>
            <p:cNvSpPr/>
            <p:nvPr/>
          </p:nvSpPr>
          <p:spPr>
            <a:xfrm>
              <a:off x="2665300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3" name="pg3853"/>
            <p:cNvSpPr/>
            <p:nvPr/>
          </p:nvSpPr>
          <p:spPr>
            <a:xfrm>
              <a:off x="2676938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4" name="pg3854"/>
            <p:cNvSpPr/>
            <p:nvPr/>
          </p:nvSpPr>
          <p:spPr>
            <a:xfrm>
              <a:off x="2688575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5" name="pg3855"/>
            <p:cNvSpPr/>
            <p:nvPr/>
          </p:nvSpPr>
          <p:spPr>
            <a:xfrm>
              <a:off x="2700212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6" name="pg3856"/>
            <p:cNvSpPr/>
            <p:nvPr/>
          </p:nvSpPr>
          <p:spPr>
            <a:xfrm>
              <a:off x="2665300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7" name="pg3857"/>
            <p:cNvSpPr/>
            <p:nvPr/>
          </p:nvSpPr>
          <p:spPr>
            <a:xfrm>
              <a:off x="2676938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8" name="pg3858"/>
            <p:cNvSpPr/>
            <p:nvPr/>
          </p:nvSpPr>
          <p:spPr>
            <a:xfrm>
              <a:off x="2688575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9" name="pg3859"/>
            <p:cNvSpPr/>
            <p:nvPr/>
          </p:nvSpPr>
          <p:spPr>
            <a:xfrm>
              <a:off x="2700212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0" name="pg3860"/>
            <p:cNvSpPr/>
            <p:nvPr/>
          </p:nvSpPr>
          <p:spPr>
            <a:xfrm>
              <a:off x="2665300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1" name="pg3861"/>
            <p:cNvSpPr/>
            <p:nvPr/>
          </p:nvSpPr>
          <p:spPr>
            <a:xfrm>
              <a:off x="2676938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2" name="pg3862"/>
            <p:cNvSpPr/>
            <p:nvPr/>
          </p:nvSpPr>
          <p:spPr>
            <a:xfrm>
              <a:off x="2688575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3" name="pg3863"/>
            <p:cNvSpPr/>
            <p:nvPr/>
          </p:nvSpPr>
          <p:spPr>
            <a:xfrm>
              <a:off x="2700212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4" name="pg3864"/>
            <p:cNvSpPr/>
            <p:nvPr/>
          </p:nvSpPr>
          <p:spPr>
            <a:xfrm>
              <a:off x="2665300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5" name="pg3865"/>
            <p:cNvSpPr/>
            <p:nvPr/>
          </p:nvSpPr>
          <p:spPr>
            <a:xfrm>
              <a:off x="2676938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6" name="pg3866"/>
            <p:cNvSpPr/>
            <p:nvPr/>
          </p:nvSpPr>
          <p:spPr>
            <a:xfrm>
              <a:off x="2688575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7" name="pg3867"/>
            <p:cNvSpPr/>
            <p:nvPr/>
          </p:nvSpPr>
          <p:spPr>
            <a:xfrm>
              <a:off x="2232276" y="2540116"/>
              <a:ext cx="3705599" cy="2850404"/>
            </a:xfrm>
            <a:custGeom>
              <a:avLst/>
              <a:gdLst/>
              <a:ahLst/>
              <a:cxnLst/>
              <a:rect l="0" t="0" r="0" b="0"/>
              <a:pathLst>
                <a:path w="3705599" h="2850404">
                  <a:moveTo>
                    <a:pt x="2893187" y="266106"/>
                  </a:moveTo>
                  <a:lnTo>
                    <a:pt x="2917831" y="266068"/>
                  </a:lnTo>
                  <a:lnTo>
                    <a:pt x="2961871" y="266005"/>
                  </a:lnTo>
                  <a:lnTo>
                    <a:pt x="3005910" y="265941"/>
                  </a:lnTo>
                  <a:lnTo>
                    <a:pt x="3049950" y="265884"/>
                  </a:lnTo>
                  <a:lnTo>
                    <a:pt x="3093989" y="265820"/>
                  </a:lnTo>
                  <a:lnTo>
                    <a:pt x="3138033" y="265757"/>
                  </a:lnTo>
                  <a:lnTo>
                    <a:pt x="3182073" y="265693"/>
                  </a:lnTo>
                  <a:lnTo>
                    <a:pt x="3226112" y="265630"/>
                  </a:lnTo>
                  <a:lnTo>
                    <a:pt x="3236535" y="240559"/>
                  </a:lnTo>
                  <a:lnTo>
                    <a:pt x="3246246" y="228887"/>
                  </a:lnTo>
                  <a:lnTo>
                    <a:pt x="3259547" y="232754"/>
                  </a:lnTo>
                  <a:lnTo>
                    <a:pt x="3266632" y="232430"/>
                  </a:lnTo>
                  <a:lnTo>
                    <a:pt x="3274508" y="226410"/>
                  </a:lnTo>
                  <a:lnTo>
                    <a:pt x="3280895" y="222752"/>
                  </a:lnTo>
                  <a:lnTo>
                    <a:pt x="3285102" y="223292"/>
                  </a:lnTo>
                  <a:lnTo>
                    <a:pt x="3288693" y="228804"/>
                  </a:lnTo>
                  <a:lnTo>
                    <a:pt x="3291680" y="232481"/>
                  </a:lnTo>
                  <a:lnTo>
                    <a:pt x="3295168" y="231408"/>
                  </a:lnTo>
                  <a:lnTo>
                    <a:pt x="3298155" y="226207"/>
                  </a:lnTo>
                  <a:lnTo>
                    <a:pt x="3298052" y="218993"/>
                  </a:lnTo>
                  <a:lnTo>
                    <a:pt x="3302140" y="213970"/>
                  </a:lnTo>
                  <a:lnTo>
                    <a:pt x="3306992" y="213201"/>
                  </a:lnTo>
                  <a:lnTo>
                    <a:pt x="3311478" y="213360"/>
                  </a:lnTo>
                  <a:lnTo>
                    <a:pt x="3313715" y="210909"/>
                  </a:lnTo>
                  <a:lnTo>
                    <a:pt x="3313467" y="207391"/>
                  </a:lnTo>
                  <a:lnTo>
                    <a:pt x="3311850" y="201726"/>
                  </a:lnTo>
                  <a:lnTo>
                    <a:pt x="3312398" y="194906"/>
                  </a:lnTo>
                  <a:lnTo>
                    <a:pt x="3323601" y="182859"/>
                  </a:lnTo>
                  <a:lnTo>
                    <a:pt x="3337337" y="174686"/>
                  </a:lnTo>
                  <a:lnTo>
                    <a:pt x="3342153" y="170603"/>
                  </a:lnTo>
                  <a:lnTo>
                    <a:pt x="3343554" y="162322"/>
                  </a:lnTo>
                  <a:lnTo>
                    <a:pt x="3351429" y="153717"/>
                  </a:lnTo>
                  <a:lnTo>
                    <a:pt x="3355367" y="148770"/>
                  </a:lnTo>
                  <a:lnTo>
                    <a:pt x="3356328" y="144471"/>
                  </a:lnTo>
                  <a:lnTo>
                    <a:pt x="3354287" y="139181"/>
                  </a:lnTo>
                  <a:lnTo>
                    <a:pt x="3354494" y="129097"/>
                  </a:lnTo>
                  <a:lnTo>
                    <a:pt x="3357202" y="117050"/>
                  </a:lnTo>
                  <a:lnTo>
                    <a:pt x="3360442" y="103930"/>
                  </a:lnTo>
                  <a:lnTo>
                    <a:pt x="3367703" y="92099"/>
                  </a:lnTo>
                  <a:lnTo>
                    <a:pt x="3379609" y="79195"/>
                  </a:lnTo>
                  <a:lnTo>
                    <a:pt x="3382673" y="62240"/>
                  </a:lnTo>
                  <a:lnTo>
                    <a:pt x="3385903" y="44357"/>
                  </a:lnTo>
                  <a:lnTo>
                    <a:pt x="3400295" y="26932"/>
                  </a:lnTo>
                  <a:lnTo>
                    <a:pt x="3416615" y="7169"/>
                  </a:lnTo>
                  <a:lnTo>
                    <a:pt x="3422535" y="0"/>
                  </a:lnTo>
                  <a:lnTo>
                    <a:pt x="3618932" y="0"/>
                  </a:lnTo>
                  <a:lnTo>
                    <a:pt x="3619257" y="14859"/>
                  </a:lnTo>
                  <a:lnTo>
                    <a:pt x="3619521" y="35130"/>
                  </a:lnTo>
                  <a:lnTo>
                    <a:pt x="3619800" y="56493"/>
                  </a:lnTo>
                  <a:lnTo>
                    <a:pt x="3620001" y="71740"/>
                  </a:lnTo>
                  <a:lnTo>
                    <a:pt x="3620347" y="92677"/>
                  </a:lnTo>
                  <a:lnTo>
                    <a:pt x="3620621" y="109334"/>
                  </a:lnTo>
                  <a:lnTo>
                    <a:pt x="3620988" y="131078"/>
                  </a:lnTo>
                  <a:lnTo>
                    <a:pt x="3621179" y="142699"/>
                  </a:lnTo>
                  <a:lnTo>
                    <a:pt x="3623045" y="146052"/>
                  </a:lnTo>
                  <a:lnTo>
                    <a:pt x="3621924" y="150631"/>
                  </a:lnTo>
                  <a:lnTo>
                    <a:pt x="3621433" y="152923"/>
                  </a:lnTo>
                  <a:lnTo>
                    <a:pt x="3621552" y="154746"/>
                  </a:lnTo>
                  <a:lnTo>
                    <a:pt x="3622296" y="157038"/>
                  </a:lnTo>
                  <a:lnTo>
                    <a:pt x="3622172" y="160245"/>
                  </a:lnTo>
                  <a:lnTo>
                    <a:pt x="3620435" y="163147"/>
                  </a:lnTo>
                  <a:lnTo>
                    <a:pt x="3619567" y="166500"/>
                  </a:lnTo>
                  <a:lnTo>
                    <a:pt x="3619319" y="171993"/>
                  </a:lnTo>
                  <a:lnTo>
                    <a:pt x="3621179" y="175353"/>
                  </a:lnTo>
                  <a:lnTo>
                    <a:pt x="3624285" y="177334"/>
                  </a:lnTo>
                  <a:lnTo>
                    <a:pt x="3626895" y="177334"/>
                  </a:lnTo>
                  <a:lnTo>
                    <a:pt x="3630249" y="179322"/>
                  </a:lnTo>
                  <a:lnTo>
                    <a:pt x="3634595" y="182834"/>
                  </a:lnTo>
                  <a:lnTo>
                    <a:pt x="3641173" y="185882"/>
                  </a:lnTo>
                  <a:lnTo>
                    <a:pt x="3648005" y="186949"/>
                  </a:lnTo>
                  <a:lnTo>
                    <a:pt x="3652723" y="186187"/>
                  </a:lnTo>
                  <a:lnTo>
                    <a:pt x="3658434" y="188174"/>
                  </a:lnTo>
                  <a:lnTo>
                    <a:pt x="3660423" y="193058"/>
                  </a:lnTo>
                  <a:lnTo>
                    <a:pt x="3659307" y="197630"/>
                  </a:lnTo>
                  <a:lnTo>
                    <a:pt x="3656077" y="199770"/>
                  </a:lnTo>
                  <a:lnTo>
                    <a:pt x="3652599" y="201453"/>
                  </a:lnTo>
                  <a:lnTo>
                    <a:pt x="3651979" y="204958"/>
                  </a:lnTo>
                  <a:lnTo>
                    <a:pt x="3653715" y="208623"/>
                  </a:lnTo>
                  <a:lnTo>
                    <a:pt x="3656201" y="211829"/>
                  </a:lnTo>
                  <a:lnTo>
                    <a:pt x="3658935" y="217462"/>
                  </a:lnTo>
                  <a:lnTo>
                    <a:pt x="3657813" y="222346"/>
                  </a:lnTo>
                  <a:lnTo>
                    <a:pt x="3655333" y="226467"/>
                  </a:lnTo>
                  <a:lnTo>
                    <a:pt x="3654212" y="230735"/>
                  </a:lnTo>
                  <a:lnTo>
                    <a:pt x="3656325" y="234405"/>
                  </a:lnTo>
                  <a:lnTo>
                    <a:pt x="3661912" y="239282"/>
                  </a:lnTo>
                  <a:lnTo>
                    <a:pt x="3665389" y="244013"/>
                  </a:lnTo>
                  <a:lnTo>
                    <a:pt x="3670857" y="246611"/>
                  </a:lnTo>
                  <a:lnTo>
                    <a:pt x="3673461" y="244775"/>
                  </a:lnTo>
                  <a:lnTo>
                    <a:pt x="3675575" y="242330"/>
                  </a:lnTo>
                  <a:lnTo>
                    <a:pt x="3677807" y="240501"/>
                  </a:lnTo>
                  <a:lnTo>
                    <a:pt x="3681657" y="241575"/>
                  </a:lnTo>
                  <a:lnTo>
                    <a:pt x="3686127" y="242946"/>
                  </a:lnTo>
                  <a:lnTo>
                    <a:pt x="3691011" y="244578"/>
                  </a:lnTo>
                  <a:lnTo>
                    <a:pt x="3690427" y="248535"/>
                  </a:lnTo>
                  <a:lnTo>
                    <a:pt x="3693404" y="255203"/>
                  </a:lnTo>
                  <a:lnTo>
                    <a:pt x="3695708" y="268024"/>
                  </a:lnTo>
                  <a:lnTo>
                    <a:pt x="3692169" y="273847"/>
                  </a:lnTo>
                  <a:lnTo>
                    <a:pt x="3692928" y="281563"/>
                  </a:lnTo>
                  <a:lnTo>
                    <a:pt x="3702742" y="283811"/>
                  </a:lnTo>
                  <a:lnTo>
                    <a:pt x="3705129" y="286173"/>
                  </a:lnTo>
                  <a:lnTo>
                    <a:pt x="3705599" y="289025"/>
                  </a:lnTo>
                  <a:lnTo>
                    <a:pt x="3683983" y="308806"/>
                  </a:lnTo>
                  <a:lnTo>
                    <a:pt x="3665694" y="306037"/>
                  </a:lnTo>
                  <a:lnTo>
                    <a:pt x="3655772" y="311283"/>
                  </a:lnTo>
                  <a:lnTo>
                    <a:pt x="3645380" y="312813"/>
                  </a:lnTo>
                  <a:lnTo>
                    <a:pt x="3640822" y="321653"/>
                  </a:lnTo>
                  <a:lnTo>
                    <a:pt x="3635117" y="323526"/>
                  </a:lnTo>
                  <a:lnTo>
                    <a:pt x="3627303" y="322993"/>
                  </a:lnTo>
                  <a:lnTo>
                    <a:pt x="3620565" y="320497"/>
                  </a:lnTo>
                  <a:lnTo>
                    <a:pt x="3615423" y="321723"/>
                  </a:lnTo>
                  <a:lnTo>
                    <a:pt x="3608229" y="337675"/>
                  </a:lnTo>
                  <a:lnTo>
                    <a:pt x="3602338" y="336284"/>
                  </a:lnTo>
                  <a:lnTo>
                    <a:pt x="3599992" y="342025"/>
                  </a:lnTo>
                  <a:lnTo>
                    <a:pt x="3596912" y="344534"/>
                  </a:lnTo>
                  <a:lnTo>
                    <a:pt x="3592395" y="346686"/>
                  </a:lnTo>
                  <a:lnTo>
                    <a:pt x="3588473" y="339599"/>
                  </a:lnTo>
                  <a:lnTo>
                    <a:pt x="3585977" y="332862"/>
                  </a:lnTo>
                  <a:lnTo>
                    <a:pt x="3582298" y="331382"/>
                  </a:lnTo>
                  <a:lnTo>
                    <a:pt x="3577409" y="329661"/>
                  </a:lnTo>
                  <a:lnTo>
                    <a:pt x="3572381" y="329718"/>
                  </a:lnTo>
                  <a:lnTo>
                    <a:pt x="3569027" y="330683"/>
                  </a:lnTo>
                  <a:lnTo>
                    <a:pt x="3564867" y="335040"/>
                  </a:lnTo>
                  <a:lnTo>
                    <a:pt x="3558836" y="338780"/>
                  </a:lnTo>
                  <a:lnTo>
                    <a:pt x="3554273" y="335662"/>
                  </a:lnTo>
                  <a:lnTo>
                    <a:pt x="3550702" y="330652"/>
                  </a:lnTo>
                  <a:lnTo>
                    <a:pt x="3547648" y="338710"/>
                  </a:lnTo>
                  <a:lnTo>
                    <a:pt x="3543204" y="347220"/>
                  </a:lnTo>
                  <a:lnTo>
                    <a:pt x="3543943" y="357145"/>
                  </a:lnTo>
                  <a:lnTo>
                    <a:pt x="3542031" y="363032"/>
                  </a:lnTo>
                  <a:lnTo>
                    <a:pt x="3537814" y="361445"/>
                  </a:lnTo>
                  <a:lnTo>
                    <a:pt x="3533618" y="356282"/>
                  </a:lnTo>
                  <a:lnTo>
                    <a:pt x="3521840" y="352154"/>
                  </a:lnTo>
                  <a:lnTo>
                    <a:pt x="3512461" y="352535"/>
                  </a:lnTo>
                  <a:lnTo>
                    <a:pt x="3514368" y="347023"/>
                  </a:lnTo>
                  <a:lnTo>
                    <a:pt x="3523236" y="339110"/>
                  </a:lnTo>
                  <a:lnTo>
                    <a:pt x="3520507" y="337561"/>
                  </a:lnTo>
                  <a:lnTo>
                    <a:pt x="3516156" y="338659"/>
                  </a:lnTo>
                  <a:lnTo>
                    <a:pt x="3514259" y="337561"/>
                  </a:lnTo>
                  <a:lnTo>
                    <a:pt x="3517370" y="330372"/>
                  </a:lnTo>
                  <a:lnTo>
                    <a:pt x="3517670" y="322441"/>
                  </a:lnTo>
                  <a:lnTo>
                    <a:pt x="3513701" y="325216"/>
                  </a:lnTo>
                  <a:lnTo>
                    <a:pt x="3508709" y="333585"/>
                  </a:lnTo>
                  <a:lnTo>
                    <a:pt x="3496632" y="340247"/>
                  </a:lnTo>
                  <a:lnTo>
                    <a:pt x="3497195" y="351398"/>
                  </a:lnTo>
                  <a:lnTo>
                    <a:pt x="3485826" y="374253"/>
                  </a:lnTo>
                  <a:lnTo>
                    <a:pt x="3485320" y="383982"/>
                  </a:lnTo>
                  <a:lnTo>
                    <a:pt x="3478028" y="391749"/>
                  </a:lnTo>
                  <a:lnTo>
                    <a:pt x="3468628" y="398429"/>
                  </a:lnTo>
                  <a:lnTo>
                    <a:pt x="3456091" y="396550"/>
                  </a:lnTo>
                  <a:lnTo>
                    <a:pt x="3446521" y="402354"/>
                  </a:lnTo>
                  <a:lnTo>
                    <a:pt x="3441663" y="409015"/>
                  </a:lnTo>
                  <a:lnTo>
                    <a:pt x="3437441" y="410019"/>
                  </a:lnTo>
                  <a:lnTo>
                    <a:pt x="3435240" y="401535"/>
                  </a:lnTo>
                  <a:lnTo>
                    <a:pt x="3433638" y="398912"/>
                  </a:lnTo>
                  <a:lnTo>
                    <a:pt x="3430113" y="411422"/>
                  </a:lnTo>
                  <a:lnTo>
                    <a:pt x="3426522" y="412197"/>
                  </a:lnTo>
                  <a:lnTo>
                    <a:pt x="3425163" y="403325"/>
                  </a:lnTo>
                  <a:lnTo>
                    <a:pt x="3423457" y="397464"/>
                  </a:lnTo>
                  <a:lnTo>
                    <a:pt x="3418563" y="402519"/>
                  </a:lnTo>
                  <a:lnTo>
                    <a:pt x="3415313" y="415918"/>
                  </a:lnTo>
                  <a:lnTo>
                    <a:pt x="3411907" y="414788"/>
                  </a:lnTo>
                  <a:lnTo>
                    <a:pt x="3410822" y="409803"/>
                  </a:lnTo>
                  <a:lnTo>
                    <a:pt x="3408383" y="408291"/>
                  </a:lnTo>
                  <a:lnTo>
                    <a:pt x="3407546" y="413988"/>
                  </a:lnTo>
                  <a:lnTo>
                    <a:pt x="3408776" y="422002"/>
                  </a:lnTo>
                  <a:lnTo>
                    <a:pt x="3407003" y="426282"/>
                  </a:lnTo>
                  <a:lnTo>
                    <a:pt x="3403618" y="423996"/>
                  </a:lnTo>
                  <a:lnTo>
                    <a:pt x="3400213" y="420141"/>
                  </a:lnTo>
                  <a:lnTo>
                    <a:pt x="3394595" y="423069"/>
                  </a:lnTo>
                  <a:lnTo>
                    <a:pt x="3389438" y="424256"/>
                  </a:lnTo>
                  <a:lnTo>
                    <a:pt x="3389417" y="420332"/>
                  </a:lnTo>
                  <a:lnTo>
                    <a:pt x="3390399" y="415518"/>
                  </a:lnTo>
                  <a:lnTo>
                    <a:pt x="3380121" y="418179"/>
                  </a:lnTo>
                  <a:lnTo>
                    <a:pt x="3367796" y="427057"/>
                  </a:lnTo>
                  <a:lnTo>
                    <a:pt x="3358225" y="439339"/>
                  </a:lnTo>
                  <a:lnTo>
                    <a:pt x="3361543" y="441383"/>
                  </a:lnTo>
                  <a:lnTo>
                    <a:pt x="3365279" y="445295"/>
                  </a:lnTo>
                  <a:lnTo>
                    <a:pt x="3348654" y="464270"/>
                  </a:lnTo>
                  <a:lnTo>
                    <a:pt x="3331611" y="481359"/>
                  </a:lnTo>
                  <a:lnTo>
                    <a:pt x="3318738" y="509244"/>
                  </a:lnTo>
                  <a:lnTo>
                    <a:pt x="3313571" y="512508"/>
                  </a:lnTo>
                  <a:lnTo>
                    <a:pt x="3309132" y="517620"/>
                  </a:lnTo>
                  <a:lnTo>
                    <a:pt x="3304419" y="534455"/>
                  </a:lnTo>
                  <a:lnTo>
                    <a:pt x="3298977" y="549442"/>
                  </a:lnTo>
                  <a:lnTo>
                    <a:pt x="3302021" y="556116"/>
                  </a:lnTo>
                  <a:lnTo>
                    <a:pt x="3304026" y="562981"/>
                  </a:lnTo>
                  <a:lnTo>
                    <a:pt x="3308858" y="569737"/>
                  </a:lnTo>
                  <a:lnTo>
                    <a:pt x="3312966" y="570347"/>
                  </a:lnTo>
                  <a:lnTo>
                    <a:pt x="3317415" y="569128"/>
                  </a:lnTo>
                  <a:lnTo>
                    <a:pt x="3320681" y="569414"/>
                  </a:lnTo>
                  <a:lnTo>
                    <a:pt x="3322780" y="572284"/>
                  </a:lnTo>
                  <a:lnTo>
                    <a:pt x="3321849" y="575726"/>
                  </a:lnTo>
                  <a:lnTo>
                    <a:pt x="3316718" y="576583"/>
                  </a:lnTo>
                  <a:lnTo>
                    <a:pt x="3307147" y="582603"/>
                  </a:lnTo>
                  <a:lnTo>
                    <a:pt x="3298755" y="584915"/>
                  </a:lnTo>
                  <a:lnTo>
                    <a:pt x="3294548" y="592192"/>
                  </a:lnTo>
                  <a:lnTo>
                    <a:pt x="3288244" y="600600"/>
                  </a:lnTo>
                  <a:lnTo>
                    <a:pt x="3275996" y="613720"/>
                  </a:lnTo>
                  <a:lnTo>
                    <a:pt x="3281231" y="617765"/>
                  </a:lnTo>
                  <a:lnTo>
                    <a:pt x="3300150" y="622325"/>
                  </a:lnTo>
                  <a:lnTo>
                    <a:pt x="3308584" y="627018"/>
                  </a:lnTo>
                  <a:lnTo>
                    <a:pt x="3321348" y="651524"/>
                  </a:lnTo>
                  <a:lnTo>
                    <a:pt x="3318433" y="653975"/>
                  </a:lnTo>
                  <a:lnTo>
                    <a:pt x="3317276" y="658465"/>
                  </a:lnTo>
                  <a:lnTo>
                    <a:pt x="3328624" y="664765"/>
                  </a:lnTo>
                  <a:lnTo>
                    <a:pt x="3332247" y="682362"/>
                  </a:lnTo>
                  <a:lnTo>
                    <a:pt x="3341564" y="688350"/>
                  </a:lnTo>
                  <a:lnTo>
                    <a:pt x="3355450" y="692033"/>
                  </a:lnTo>
                  <a:lnTo>
                    <a:pt x="3372431" y="686712"/>
                  </a:lnTo>
                  <a:lnTo>
                    <a:pt x="3386570" y="679390"/>
                  </a:lnTo>
                  <a:lnTo>
                    <a:pt x="3386074" y="673388"/>
                  </a:lnTo>
                  <a:lnTo>
                    <a:pt x="3377191" y="659424"/>
                  </a:lnTo>
                  <a:lnTo>
                    <a:pt x="3375051" y="652864"/>
                  </a:lnTo>
                  <a:lnTo>
                    <a:pt x="3368457" y="648616"/>
                  </a:lnTo>
                  <a:lnTo>
                    <a:pt x="3365951" y="652216"/>
                  </a:lnTo>
                  <a:lnTo>
                    <a:pt x="3361687" y="647542"/>
                  </a:lnTo>
                  <a:lnTo>
                    <a:pt x="3361207" y="644920"/>
                  </a:lnTo>
                  <a:lnTo>
                    <a:pt x="3365181" y="643643"/>
                  </a:lnTo>
                  <a:lnTo>
                    <a:pt x="3369801" y="644151"/>
                  </a:lnTo>
                  <a:lnTo>
                    <a:pt x="3375191" y="646596"/>
                  </a:lnTo>
                  <a:lnTo>
                    <a:pt x="3389061" y="661818"/>
                  </a:lnTo>
                  <a:lnTo>
                    <a:pt x="3392900" y="681771"/>
                  </a:lnTo>
                  <a:lnTo>
                    <a:pt x="3393722" y="694440"/>
                  </a:lnTo>
                  <a:lnTo>
                    <a:pt x="3392156" y="698771"/>
                  </a:lnTo>
                  <a:lnTo>
                    <a:pt x="3388120" y="697882"/>
                  </a:lnTo>
                  <a:lnTo>
                    <a:pt x="3380420" y="698746"/>
                  </a:lnTo>
                  <a:lnTo>
                    <a:pt x="3343890" y="705306"/>
                  </a:lnTo>
                  <a:lnTo>
                    <a:pt x="3335776" y="711084"/>
                  </a:lnTo>
                  <a:lnTo>
                    <a:pt x="3317173" y="717359"/>
                  </a:lnTo>
                  <a:lnTo>
                    <a:pt x="3316015" y="714228"/>
                  </a:lnTo>
                  <a:lnTo>
                    <a:pt x="3317359" y="707750"/>
                  </a:lnTo>
                  <a:lnTo>
                    <a:pt x="3316186" y="694484"/>
                  </a:lnTo>
                  <a:lnTo>
                    <a:pt x="3312516" y="693868"/>
                  </a:lnTo>
                  <a:lnTo>
                    <a:pt x="3283613" y="715498"/>
                  </a:lnTo>
                  <a:lnTo>
                    <a:pt x="3272441" y="716857"/>
                  </a:lnTo>
                  <a:lnTo>
                    <a:pt x="3263046" y="723188"/>
                  </a:lnTo>
                  <a:lnTo>
                    <a:pt x="3260943" y="719676"/>
                  </a:lnTo>
                  <a:lnTo>
                    <a:pt x="3259263" y="703458"/>
                  </a:lnTo>
                  <a:lnTo>
                    <a:pt x="3265144" y="689855"/>
                  </a:lnTo>
                  <a:lnTo>
                    <a:pt x="3262012" y="690071"/>
                  </a:lnTo>
                  <a:lnTo>
                    <a:pt x="3252194" y="698238"/>
                  </a:lnTo>
                  <a:lnTo>
                    <a:pt x="3247997" y="693214"/>
                  </a:lnTo>
                  <a:lnTo>
                    <a:pt x="3245894" y="687702"/>
                  </a:lnTo>
                  <a:lnTo>
                    <a:pt x="3242871" y="684584"/>
                  </a:lnTo>
                  <a:lnTo>
                    <a:pt x="3239595" y="683403"/>
                  </a:lnTo>
                  <a:lnTo>
                    <a:pt x="3242396" y="695443"/>
                  </a:lnTo>
                  <a:lnTo>
                    <a:pt x="3235740" y="704474"/>
                  </a:lnTo>
                  <a:lnTo>
                    <a:pt x="3233915" y="727830"/>
                  </a:lnTo>
                  <a:lnTo>
                    <a:pt x="3225549" y="737553"/>
                  </a:lnTo>
                  <a:lnTo>
                    <a:pt x="3199467" y="743802"/>
                  </a:lnTo>
                  <a:lnTo>
                    <a:pt x="3182465" y="742481"/>
                  </a:lnTo>
                  <a:lnTo>
                    <a:pt x="3167231" y="744424"/>
                  </a:lnTo>
                  <a:lnTo>
                    <a:pt x="3146974" y="748907"/>
                  </a:lnTo>
                  <a:lnTo>
                    <a:pt x="3135780" y="746240"/>
                  </a:lnTo>
                  <a:lnTo>
                    <a:pt x="3124313" y="750971"/>
                  </a:lnTo>
                  <a:lnTo>
                    <a:pt x="3085390" y="752260"/>
                  </a:lnTo>
                  <a:lnTo>
                    <a:pt x="3077183" y="749752"/>
                  </a:lnTo>
                  <a:lnTo>
                    <a:pt x="3066703" y="758687"/>
                  </a:lnTo>
                  <a:lnTo>
                    <a:pt x="3049924" y="763970"/>
                  </a:lnTo>
                  <a:lnTo>
                    <a:pt x="3007512" y="783993"/>
                  </a:lnTo>
                  <a:lnTo>
                    <a:pt x="2998159" y="791277"/>
                  </a:lnTo>
                  <a:lnTo>
                    <a:pt x="2986769" y="802651"/>
                  </a:lnTo>
                  <a:lnTo>
                    <a:pt x="2979121" y="808766"/>
                  </a:lnTo>
                  <a:lnTo>
                    <a:pt x="2972832" y="810754"/>
                  </a:lnTo>
                  <a:lnTo>
                    <a:pt x="2968966" y="815847"/>
                  </a:lnTo>
                  <a:lnTo>
                    <a:pt x="2964744" y="819174"/>
                  </a:lnTo>
                  <a:lnTo>
                    <a:pt x="2968821" y="807807"/>
                  </a:lnTo>
                  <a:lnTo>
                    <a:pt x="2973250" y="798224"/>
                  </a:lnTo>
                  <a:lnTo>
                    <a:pt x="2976930" y="779662"/>
                  </a:lnTo>
                  <a:lnTo>
                    <a:pt x="2975844" y="764650"/>
                  </a:lnTo>
                  <a:lnTo>
                    <a:pt x="2971281" y="758477"/>
                  </a:lnTo>
                  <a:lnTo>
                    <a:pt x="2966563" y="754362"/>
                  </a:lnTo>
                  <a:lnTo>
                    <a:pt x="2972093" y="769178"/>
                  </a:lnTo>
                  <a:lnTo>
                    <a:pt x="2972987" y="787346"/>
                  </a:lnTo>
                  <a:lnTo>
                    <a:pt x="2971085" y="797989"/>
                  </a:lnTo>
                  <a:lnTo>
                    <a:pt x="2960682" y="818520"/>
                  </a:lnTo>
                  <a:lnTo>
                    <a:pt x="2956253" y="823302"/>
                  </a:lnTo>
                  <a:lnTo>
                    <a:pt x="2951075" y="827506"/>
                  </a:lnTo>
                  <a:lnTo>
                    <a:pt x="2947174" y="829335"/>
                  </a:lnTo>
                  <a:lnTo>
                    <a:pt x="2943572" y="832618"/>
                  </a:lnTo>
                  <a:lnTo>
                    <a:pt x="2939386" y="837819"/>
                  </a:lnTo>
                  <a:lnTo>
                    <a:pt x="2935417" y="848145"/>
                  </a:lnTo>
                  <a:lnTo>
                    <a:pt x="2937820" y="857556"/>
                  </a:lnTo>
                  <a:lnTo>
                    <a:pt x="2958104" y="860992"/>
                  </a:lnTo>
                  <a:lnTo>
                    <a:pt x="2963545" y="858090"/>
                  </a:lnTo>
                  <a:lnTo>
                    <a:pt x="2966315" y="864827"/>
                  </a:lnTo>
                  <a:lnTo>
                    <a:pt x="2967865" y="874188"/>
                  </a:lnTo>
                  <a:lnTo>
                    <a:pt x="2966346" y="884310"/>
                  </a:lnTo>
                  <a:lnTo>
                    <a:pt x="2962956" y="894611"/>
                  </a:lnTo>
                  <a:lnTo>
                    <a:pt x="2960382" y="907400"/>
                  </a:lnTo>
                  <a:lnTo>
                    <a:pt x="2958202" y="926902"/>
                  </a:lnTo>
                  <a:lnTo>
                    <a:pt x="2954920" y="944449"/>
                  </a:lnTo>
                  <a:lnTo>
                    <a:pt x="2954491" y="939121"/>
                  </a:lnTo>
                  <a:lnTo>
                    <a:pt x="2956543" y="917790"/>
                  </a:lnTo>
                  <a:lnTo>
                    <a:pt x="2953220" y="920019"/>
                  </a:lnTo>
                  <a:lnTo>
                    <a:pt x="2950931" y="924940"/>
                  </a:lnTo>
                  <a:lnTo>
                    <a:pt x="2944740" y="952450"/>
                  </a:lnTo>
                  <a:lnTo>
                    <a:pt x="2936229" y="967113"/>
                  </a:lnTo>
                  <a:lnTo>
                    <a:pt x="2928389" y="977255"/>
                  </a:lnTo>
                  <a:lnTo>
                    <a:pt x="2920302" y="975578"/>
                  </a:lnTo>
                  <a:lnTo>
                    <a:pt x="2922121" y="983637"/>
                  </a:lnTo>
                  <a:lnTo>
                    <a:pt x="2919899" y="987834"/>
                  </a:lnTo>
                  <a:lnTo>
                    <a:pt x="2917997" y="996592"/>
                  </a:lnTo>
                  <a:lnTo>
                    <a:pt x="2913175" y="1002396"/>
                  </a:lnTo>
                  <a:lnTo>
                    <a:pt x="2908643" y="1001837"/>
                  </a:lnTo>
                  <a:lnTo>
                    <a:pt x="2902132" y="1005838"/>
                  </a:lnTo>
                  <a:lnTo>
                    <a:pt x="2899564" y="1008899"/>
                  </a:lnTo>
                  <a:lnTo>
                    <a:pt x="2899372" y="1014760"/>
                  </a:lnTo>
                  <a:lnTo>
                    <a:pt x="2895016" y="1019917"/>
                  </a:lnTo>
                  <a:lnTo>
                    <a:pt x="2879296" y="1046703"/>
                  </a:lnTo>
                  <a:lnTo>
                    <a:pt x="2865648" y="1054609"/>
                  </a:lnTo>
                  <a:lnTo>
                    <a:pt x="2862382" y="1053459"/>
                  </a:lnTo>
                  <a:lnTo>
                    <a:pt x="2865978" y="1040816"/>
                  </a:lnTo>
                  <a:lnTo>
                    <a:pt x="2868443" y="1028032"/>
                  </a:lnTo>
                  <a:lnTo>
                    <a:pt x="2860160" y="1022469"/>
                  </a:lnTo>
                  <a:lnTo>
                    <a:pt x="2852232" y="1019529"/>
                  </a:lnTo>
                  <a:lnTo>
                    <a:pt x="2843137" y="1019917"/>
                  </a:lnTo>
                  <a:lnTo>
                    <a:pt x="2833091" y="1009978"/>
                  </a:lnTo>
                  <a:lnTo>
                    <a:pt x="2820141" y="1002751"/>
                  </a:lnTo>
                  <a:lnTo>
                    <a:pt x="2802064" y="983199"/>
                  </a:lnTo>
                  <a:lnTo>
                    <a:pt x="2802591" y="977775"/>
                  </a:lnTo>
                  <a:lnTo>
                    <a:pt x="2802136" y="968675"/>
                  </a:lnTo>
                  <a:lnTo>
                    <a:pt x="2807630" y="954298"/>
                  </a:lnTo>
                  <a:lnTo>
                    <a:pt x="2812896" y="944245"/>
                  </a:lnTo>
                  <a:lnTo>
                    <a:pt x="2820167" y="939038"/>
                  </a:lnTo>
                  <a:lnTo>
                    <a:pt x="2841266" y="933735"/>
                  </a:lnTo>
                  <a:lnTo>
                    <a:pt x="2846558" y="925759"/>
                  </a:lnTo>
                  <a:lnTo>
                    <a:pt x="2849695" y="919041"/>
                  </a:lnTo>
                  <a:lnTo>
                    <a:pt x="2839241" y="930579"/>
                  </a:lnTo>
                  <a:lnTo>
                    <a:pt x="2823582" y="934491"/>
                  </a:lnTo>
                  <a:lnTo>
                    <a:pt x="2815144" y="938797"/>
                  </a:lnTo>
                  <a:lnTo>
                    <a:pt x="2808395" y="945382"/>
                  </a:lnTo>
                  <a:lnTo>
                    <a:pt x="2804400" y="953650"/>
                  </a:lnTo>
                  <a:lnTo>
                    <a:pt x="2795356" y="963614"/>
                  </a:lnTo>
                  <a:lnTo>
                    <a:pt x="2795992" y="970288"/>
                  </a:lnTo>
                  <a:lnTo>
                    <a:pt x="2797506" y="975032"/>
                  </a:lnTo>
                  <a:lnTo>
                    <a:pt x="2796808" y="984920"/>
                  </a:lnTo>
                  <a:lnTo>
                    <a:pt x="2802529" y="994559"/>
                  </a:lnTo>
                  <a:lnTo>
                    <a:pt x="2813872" y="1010353"/>
                  </a:lnTo>
                  <a:lnTo>
                    <a:pt x="2816038" y="1034884"/>
                  </a:lnTo>
                  <a:lnTo>
                    <a:pt x="2824694" y="1051300"/>
                  </a:lnTo>
                  <a:lnTo>
                    <a:pt x="2837959" y="1070440"/>
                  </a:lnTo>
                  <a:lnTo>
                    <a:pt x="2848160" y="1075883"/>
                  </a:lnTo>
                  <a:lnTo>
                    <a:pt x="2848656" y="1083001"/>
                  </a:lnTo>
                  <a:lnTo>
                    <a:pt x="2843948" y="1094756"/>
                  </a:lnTo>
                  <a:lnTo>
                    <a:pt x="2837742" y="1100128"/>
                  </a:lnTo>
                  <a:lnTo>
                    <a:pt x="2845814" y="1099055"/>
                  </a:lnTo>
                  <a:lnTo>
                    <a:pt x="2849835" y="1101741"/>
                  </a:lnTo>
                  <a:lnTo>
                    <a:pt x="2853746" y="1111546"/>
                  </a:lnTo>
                  <a:lnTo>
                    <a:pt x="2853442" y="1121555"/>
                  </a:lnTo>
                  <a:lnTo>
                    <a:pt x="2852119" y="1127194"/>
                  </a:lnTo>
                  <a:lnTo>
                    <a:pt x="2849674" y="1129442"/>
                  </a:lnTo>
                  <a:lnTo>
                    <a:pt x="2849778" y="1123682"/>
                  </a:lnTo>
                  <a:lnTo>
                    <a:pt x="2848046" y="1121682"/>
                  </a:lnTo>
                  <a:lnTo>
                    <a:pt x="2845189" y="1124177"/>
                  </a:lnTo>
                  <a:lnTo>
                    <a:pt x="2843339" y="1127022"/>
                  </a:lnTo>
                  <a:lnTo>
                    <a:pt x="2842569" y="1138231"/>
                  </a:lnTo>
                  <a:lnTo>
                    <a:pt x="2840610" y="1143832"/>
                  </a:lnTo>
                  <a:lnTo>
                    <a:pt x="2833685" y="1145496"/>
                  </a:lnTo>
                  <a:lnTo>
                    <a:pt x="2826662" y="1160203"/>
                  </a:lnTo>
                  <a:lnTo>
                    <a:pt x="2820130" y="1168547"/>
                  </a:lnTo>
                  <a:lnTo>
                    <a:pt x="2794426" y="1224971"/>
                  </a:lnTo>
                  <a:lnTo>
                    <a:pt x="2795408" y="1234401"/>
                  </a:lnTo>
                  <a:lnTo>
                    <a:pt x="2790705" y="1237436"/>
                  </a:lnTo>
                  <a:lnTo>
                    <a:pt x="2783584" y="1239907"/>
                  </a:lnTo>
                  <a:lnTo>
                    <a:pt x="2776380" y="1245546"/>
                  </a:lnTo>
                  <a:lnTo>
                    <a:pt x="2771600" y="1251763"/>
                  </a:lnTo>
                  <a:lnTo>
                    <a:pt x="2767161" y="1268484"/>
                  </a:lnTo>
                  <a:lnTo>
                    <a:pt x="2758655" y="1287306"/>
                  </a:lnTo>
                  <a:lnTo>
                    <a:pt x="2753348" y="1279463"/>
                  </a:lnTo>
                  <a:lnTo>
                    <a:pt x="2751989" y="1272751"/>
                  </a:lnTo>
                  <a:lnTo>
                    <a:pt x="2754350" y="1255243"/>
                  </a:lnTo>
                  <a:lnTo>
                    <a:pt x="2763549" y="1226539"/>
                  </a:lnTo>
                  <a:lnTo>
                    <a:pt x="2773683" y="1208695"/>
                  </a:lnTo>
                  <a:lnTo>
                    <a:pt x="2781414" y="1200236"/>
                  </a:lnTo>
                  <a:lnTo>
                    <a:pt x="2787770" y="1182995"/>
                  </a:lnTo>
                  <a:lnTo>
                    <a:pt x="2779739" y="1180423"/>
                  </a:lnTo>
                  <a:lnTo>
                    <a:pt x="2767497" y="1180702"/>
                  </a:lnTo>
                  <a:lnTo>
                    <a:pt x="2769802" y="1172745"/>
                  </a:lnTo>
                  <a:lnTo>
                    <a:pt x="2773373" y="1165734"/>
                  </a:lnTo>
                  <a:lnTo>
                    <a:pt x="2766991" y="1158749"/>
                  </a:lnTo>
                  <a:lnTo>
                    <a:pt x="2763213" y="1157860"/>
                  </a:lnTo>
                  <a:lnTo>
                    <a:pt x="2759322" y="1154996"/>
                  </a:lnTo>
                  <a:lnTo>
                    <a:pt x="2763885" y="1149179"/>
                  </a:lnTo>
                  <a:lnTo>
                    <a:pt x="2766112" y="1143032"/>
                  </a:lnTo>
                  <a:lnTo>
                    <a:pt x="2764753" y="1135551"/>
                  </a:lnTo>
                  <a:lnTo>
                    <a:pt x="2766665" y="1129918"/>
                  </a:lnTo>
                  <a:lnTo>
                    <a:pt x="2763477" y="1130769"/>
                  </a:lnTo>
                  <a:lnTo>
                    <a:pt x="2758350" y="1136732"/>
                  </a:lnTo>
                  <a:lnTo>
                    <a:pt x="2755162" y="1139113"/>
                  </a:lnTo>
                  <a:lnTo>
                    <a:pt x="2753219" y="1133836"/>
                  </a:lnTo>
                  <a:lnTo>
                    <a:pt x="2751002" y="1135030"/>
                  </a:lnTo>
                  <a:lnTo>
                    <a:pt x="2749560" y="1138656"/>
                  </a:lnTo>
                  <a:lnTo>
                    <a:pt x="2746289" y="1140650"/>
                  </a:lnTo>
                  <a:lnTo>
                    <a:pt x="2739380" y="1135691"/>
                  </a:lnTo>
                  <a:lnTo>
                    <a:pt x="2729308" y="1130013"/>
                  </a:lnTo>
                  <a:lnTo>
                    <a:pt x="2723701" y="1120246"/>
                  </a:lnTo>
                  <a:lnTo>
                    <a:pt x="2720502" y="1112677"/>
                  </a:lnTo>
                  <a:lnTo>
                    <a:pt x="2723752" y="1098979"/>
                  </a:lnTo>
                  <a:lnTo>
                    <a:pt x="2730713" y="1096547"/>
                  </a:lnTo>
                  <a:lnTo>
                    <a:pt x="2739757" y="1098769"/>
                  </a:lnTo>
                  <a:lnTo>
                    <a:pt x="2751612" y="1098750"/>
                  </a:lnTo>
                  <a:lnTo>
                    <a:pt x="2749917" y="1095708"/>
                  </a:lnTo>
                  <a:lnTo>
                    <a:pt x="2745684" y="1096210"/>
                  </a:lnTo>
                  <a:lnTo>
                    <a:pt x="2733189" y="1085097"/>
                  </a:lnTo>
                  <a:lnTo>
                    <a:pt x="2729168" y="1078385"/>
                  </a:lnTo>
                  <a:lnTo>
                    <a:pt x="2722254" y="1076543"/>
                  </a:lnTo>
                  <a:lnTo>
                    <a:pt x="2719101" y="1082995"/>
                  </a:lnTo>
                  <a:lnTo>
                    <a:pt x="2715603" y="1084710"/>
                  </a:lnTo>
                  <a:lnTo>
                    <a:pt x="2719923" y="1070593"/>
                  </a:lnTo>
                  <a:lnTo>
                    <a:pt x="2725571" y="1070015"/>
                  </a:lnTo>
                  <a:lnTo>
                    <a:pt x="2733912" y="1066103"/>
                  </a:lnTo>
                  <a:lnTo>
                    <a:pt x="2731488" y="1057930"/>
                  </a:lnTo>
                  <a:lnTo>
                    <a:pt x="2726223" y="1054355"/>
                  </a:lnTo>
                  <a:lnTo>
                    <a:pt x="2716714" y="1058838"/>
                  </a:lnTo>
                  <a:lnTo>
                    <a:pt x="2716828" y="1053091"/>
                  </a:lnTo>
                  <a:lnTo>
                    <a:pt x="2718610" y="1045731"/>
                  </a:lnTo>
                  <a:lnTo>
                    <a:pt x="2725778" y="1045756"/>
                  </a:lnTo>
                  <a:lnTo>
                    <a:pt x="2732057" y="1048157"/>
                  </a:lnTo>
                  <a:lnTo>
                    <a:pt x="2737400" y="1036269"/>
                  </a:lnTo>
                  <a:lnTo>
                    <a:pt x="2737638" y="1030960"/>
                  </a:lnTo>
                  <a:lnTo>
                    <a:pt x="2728760" y="1038676"/>
                  </a:lnTo>
                  <a:lnTo>
                    <a:pt x="2726765" y="1022031"/>
                  </a:lnTo>
                  <a:lnTo>
                    <a:pt x="2735504" y="1005977"/>
                  </a:lnTo>
                  <a:lnTo>
                    <a:pt x="2743839" y="998979"/>
                  </a:lnTo>
                  <a:lnTo>
                    <a:pt x="2754252" y="999183"/>
                  </a:lnTo>
                  <a:lnTo>
                    <a:pt x="2764836" y="998052"/>
                  </a:lnTo>
                  <a:lnTo>
                    <a:pt x="2758195" y="995112"/>
                  </a:lnTo>
                  <a:lnTo>
                    <a:pt x="2751379" y="993518"/>
                  </a:lnTo>
                  <a:lnTo>
                    <a:pt x="2756500" y="987174"/>
                  </a:lnTo>
                  <a:lnTo>
                    <a:pt x="2760867" y="986037"/>
                  </a:lnTo>
                  <a:lnTo>
                    <a:pt x="2765156" y="980506"/>
                  </a:lnTo>
                  <a:lnTo>
                    <a:pt x="2754841" y="981325"/>
                  </a:lnTo>
                  <a:lnTo>
                    <a:pt x="2756056" y="970860"/>
                  </a:lnTo>
                  <a:lnTo>
                    <a:pt x="2751043" y="972987"/>
                  </a:lnTo>
                  <a:lnTo>
                    <a:pt x="2745043" y="973971"/>
                  </a:lnTo>
                  <a:lnTo>
                    <a:pt x="2742708" y="978410"/>
                  </a:lnTo>
                  <a:lnTo>
                    <a:pt x="2743168" y="985783"/>
                  </a:lnTo>
                  <a:lnTo>
                    <a:pt x="2741416" y="990622"/>
                  </a:lnTo>
                  <a:lnTo>
                    <a:pt x="2736749" y="994509"/>
                  </a:lnTo>
                  <a:lnTo>
                    <a:pt x="2728868" y="997538"/>
                  </a:lnTo>
                  <a:lnTo>
                    <a:pt x="2728104" y="992286"/>
                  </a:lnTo>
                  <a:lnTo>
                    <a:pt x="2725499" y="989905"/>
                  </a:lnTo>
                  <a:lnTo>
                    <a:pt x="2724528" y="1001151"/>
                  </a:lnTo>
                  <a:lnTo>
                    <a:pt x="2722460" y="1004974"/>
                  </a:lnTo>
                  <a:lnTo>
                    <a:pt x="2716698" y="994420"/>
                  </a:lnTo>
                  <a:lnTo>
                    <a:pt x="2714967" y="996547"/>
                  </a:lnTo>
                  <a:lnTo>
                    <a:pt x="2715189" y="999545"/>
                  </a:lnTo>
                  <a:lnTo>
                    <a:pt x="2713717" y="1004726"/>
                  </a:lnTo>
                  <a:lnTo>
                    <a:pt x="2708776" y="1007425"/>
                  </a:lnTo>
                  <a:lnTo>
                    <a:pt x="2709081" y="1014068"/>
                  </a:lnTo>
                  <a:lnTo>
                    <a:pt x="2707164" y="1017688"/>
                  </a:lnTo>
                  <a:lnTo>
                    <a:pt x="2691340" y="1011921"/>
                  </a:lnTo>
                  <a:lnTo>
                    <a:pt x="2690968" y="1013877"/>
                  </a:lnTo>
                  <a:lnTo>
                    <a:pt x="2699919" y="1026311"/>
                  </a:lnTo>
                  <a:lnTo>
                    <a:pt x="2706456" y="1030560"/>
                  </a:lnTo>
                  <a:lnTo>
                    <a:pt x="2707252" y="1037342"/>
                  </a:lnTo>
                  <a:lnTo>
                    <a:pt x="2701640" y="1042968"/>
                  </a:lnTo>
                  <a:lnTo>
                    <a:pt x="2693898" y="1038110"/>
                  </a:lnTo>
                  <a:lnTo>
                    <a:pt x="2692596" y="1038466"/>
                  </a:lnTo>
                  <a:lnTo>
                    <a:pt x="2696803" y="1046798"/>
                  </a:lnTo>
                  <a:lnTo>
                    <a:pt x="2699454" y="1054075"/>
                  </a:lnTo>
                  <a:lnTo>
                    <a:pt x="2696725" y="1060172"/>
                  </a:lnTo>
                  <a:lnTo>
                    <a:pt x="2697149" y="1067678"/>
                  </a:lnTo>
                  <a:lnTo>
                    <a:pt x="2696560" y="1074485"/>
                  </a:lnTo>
                  <a:lnTo>
                    <a:pt x="2694891" y="1080423"/>
                  </a:lnTo>
                  <a:lnTo>
                    <a:pt x="2698653" y="1107793"/>
                  </a:lnTo>
                  <a:lnTo>
                    <a:pt x="2703185" y="1115236"/>
                  </a:lnTo>
                  <a:lnTo>
                    <a:pt x="2707639" y="1122355"/>
                  </a:lnTo>
                  <a:lnTo>
                    <a:pt x="2710001" y="1129016"/>
                  </a:lnTo>
                  <a:lnTo>
                    <a:pt x="2705273" y="1129988"/>
                  </a:lnTo>
                  <a:lnTo>
                    <a:pt x="2697743" y="1124507"/>
                  </a:lnTo>
                  <a:lnTo>
                    <a:pt x="2691129" y="1120329"/>
                  </a:lnTo>
                  <a:lnTo>
                    <a:pt x="2683248" y="1106968"/>
                  </a:lnTo>
                  <a:lnTo>
                    <a:pt x="2681945" y="1101633"/>
                  </a:lnTo>
                  <a:lnTo>
                    <a:pt x="2680023" y="1097417"/>
                  </a:lnTo>
                  <a:lnTo>
                    <a:pt x="2680953" y="1107101"/>
                  </a:lnTo>
                  <a:lnTo>
                    <a:pt x="2683765" y="1117916"/>
                  </a:lnTo>
                  <a:lnTo>
                    <a:pt x="2708446" y="1142117"/>
                  </a:lnTo>
                  <a:lnTo>
                    <a:pt x="2713003" y="1151401"/>
                  </a:lnTo>
                  <a:lnTo>
                    <a:pt x="2716476" y="1158698"/>
                  </a:lnTo>
                  <a:lnTo>
                    <a:pt x="2715603" y="1165690"/>
                  </a:lnTo>
                  <a:lnTo>
                    <a:pt x="2709169" y="1160743"/>
                  </a:lnTo>
                  <a:lnTo>
                    <a:pt x="2703619" y="1154437"/>
                  </a:lnTo>
                  <a:lnTo>
                    <a:pt x="2688886" y="1147312"/>
                  </a:lnTo>
                  <a:lnTo>
                    <a:pt x="2670308" y="1142809"/>
                  </a:lnTo>
                  <a:lnTo>
                    <a:pt x="2659833" y="1126247"/>
                  </a:lnTo>
                  <a:lnTo>
                    <a:pt x="2659869" y="1133157"/>
                  </a:lnTo>
                  <a:lnTo>
                    <a:pt x="2657543" y="1139018"/>
                  </a:lnTo>
                  <a:lnTo>
                    <a:pt x="2651141" y="1131874"/>
                  </a:lnTo>
                  <a:lnTo>
                    <a:pt x="2647105" y="1125778"/>
                  </a:lnTo>
                  <a:lnTo>
                    <a:pt x="2645751" y="1119097"/>
                  </a:lnTo>
                  <a:lnTo>
                    <a:pt x="2637756" y="1119554"/>
                  </a:lnTo>
                  <a:lnTo>
                    <a:pt x="2629374" y="1125358"/>
                  </a:lnTo>
                  <a:lnTo>
                    <a:pt x="2621266" y="1123980"/>
                  </a:lnTo>
                  <a:lnTo>
                    <a:pt x="2620305" y="1112651"/>
                  </a:lnTo>
                  <a:lnTo>
                    <a:pt x="2622496" y="1106650"/>
                  </a:lnTo>
                  <a:lnTo>
                    <a:pt x="2631596" y="1092457"/>
                  </a:lnTo>
                  <a:lnTo>
                    <a:pt x="2640170" y="1085211"/>
                  </a:lnTo>
                  <a:lnTo>
                    <a:pt x="2643952" y="1075857"/>
                  </a:lnTo>
                  <a:lnTo>
                    <a:pt x="2642660" y="1061353"/>
                  </a:lnTo>
                  <a:lnTo>
                    <a:pt x="2641048" y="1076111"/>
                  </a:lnTo>
                  <a:lnTo>
                    <a:pt x="2636149" y="1083427"/>
                  </a:lnTo>
                  <a:lnTo>
                    <a:pt x="2628449" y="1089015"/>
                  </a:lnTo>
                  <a:lnTo>
                    <a:pt x="2618315" y="1098973"/>
                  </a:lnTo>
                  <a:lnTo>
                    <a:pt x="2615840" y="1108181"/>
                  </a:lnTo>
                  <a:lnTo>
                    <a:pt x="2612677" y="1125422"/>
                  </a:lnTo>
                  <a:lnTo>
                    <a:pt x="2616956" y="1131258"/>
                  </a:lnTo>
                  <a:lnTo>
                    <a:pt x="2621328" y="1132782"/>
                  </a:lnTo>
                  <a:lnTo>
                    <a:pt x="2634242" y="1128870"/>
                  </a:lnTo>
                  <a:lnTo>
                    <a:pt x="2640924" y="1130617"/>
                  </a:lnTo>
                  <a:lnTo>
                    <a:pt x="2655786" y="1151376"/>
                  </a:lnTo>
                  <a:lnTo>
                    <a:pt x="2683460" y="1159587"/>
                  </a:lnTo>
                  <a:lnTo>
                    <a:pt x="2693552" y="1164718"/>
                  </a:lnTo>
                  <a:lnTo>
                    <a:pt x="2701779" y="1175552"/>
                  </a:lnTo>
                  <a:lnTo>
                    <a:pt x="2714146" y="1181788"/>
                  </a:lnTo>
                  <a:lnTo>
                    <a:pt x="2723742" y="1190850"/>
                  </a:lnTo>
                  <a:lnTo>
                    <a:pt x="2724000" y="1196762"/>
                  </a:lnTo>
                  <a:lnTo>
                    <a:pt x="2720678" y="1203754"/>
                  </a:lnTo>
                  <a:lnTo>
                    <a:pt x="2719365" y="1213216"/>
                  </a:lnTo>
                  <a:lnTo>
                    <a:pt x="2715288" y="1219185"/>
                  </a:lnTo>
                  <a:lnTo>
                    <a:pt x="2705500" y="1219871"/>
                  </a:lnTo>
                  <a:lnTo>
                    <a:pt x="2699588" y="1218334"/>
                  </a:lnTo>
                  <a:lnTo>
                    <a:pt x="2667807" y="1185071"/>
                  </a:lnTo>
                  <a:lnTo>
                    <a:pt x="2664013" y="1182010"/>
                  </a:lnTo>
                  <a:lnTo>
                    <a:pt x="2652226" y="1164591"/>
                  </a:lnTo>
                  <a:lnTo>
                    <a:pt x="2638397" y="1155262"/>
                  </a:lnTo>
                  <a:lnTo>
                    <a:pt x="2634118" y="1155459"/>
                  </a:lnTo>
                  <a:lnTo>
                    <a:pt x="2653802" y="1172713"/>
                  </a:lnTo>
                  <a:lnTo>
                    <a:pt x="2661838" y="1184779"/>
                  </a:lnTo>
                  <a:lnTo>
                    <a:pt x="2675992" y="1201696"/>
                  </a:lnTo>
                  <a:lnTo>
                    <a:pt x="2686111" y="1208860"/>
                  </a:lnTo>
                  <a:lnTo>
                    <a:pt x="2693557" y="1220036"/>
                  </a:lnTo>
                  <a:lnTo>
                    <a:pt x="2700477" y="1225275"/>
                  </a:lnTo>
                  <a:lnTo>
                    <a:pt x="2719370" y="1232737"/>
                  </a:lnTo>
                  <a:lnTo>
                    <a:pt x="2712802" y="1238097"/>
                  </a:lnTo>
                  <a:lnTo>
                    <a:pt x="2723287" y="1242663"/>
                  </a:lnTo>
                  <a:lnTo>
                    <a:pt x="2724786" y="1251058"/>
                  </a:lnTo>
                  <a:lnTo>
                    <a:pt x="2723825" y="1260628"/>
                  </a:lnTo>
                  <a:lnTo>
                    <a:pt x="2709272" y="1256843"/>
                  </a:lnTo>
                  <a:lnTo>
                    <a:pt x="2708797" y="1263892"/>
                  </a:lnTo>
                  <a:lnTo>
                    <a:pt x="2710099" y="1268052"/>
                  </a:lnTo>
                  <a:lnTo>
                    <a:pt x="2703671" y="1271487"/>
                  </a:lnTo>
                  <a:lnTo>
                    <a:pt x="2694730" y="1266826"/>
                  </a:lnTo>
                  <a:lnTo>
                    <a:pt x="2671517" y="1241329"/>
                  </a:lnTo>
                  <a:lnTo>
                    <a:pt x="2671713" y="1244739"/>
                  </a:lnTo>
                  <a:lnTo>
                    <a:pt x="2673594" y="1248696"/>
                  </a:lnTo>
                  <a:lnTo>
                    <a:pt x="2687056" y="1265111"/>
                  </a:lnTo>
                  <a:lnTo>
                    <a:pt x="2699071" y="1274955"/>
                  </a:lnTo>
                  <a:lnTo>
                    <a:pt x="2709257" y="1279400"/>
                  </a:lnTo>
                  <a:lnTo>
                    <a:pt x="2717107" y="1287649"/>
                  </a:lnTo>
                  <a:lnTo>
                    <a:pt x="2719877" y="1292640"/>
                  </a:lnTo>
                  <a:lnTo>
                    <a:pt x="2721727" y="1300210"/>
                  </a:lnTo>
                  <a:lnTo>
                    <a:pt x="2715908" y="1305354"/>
                  </a:lnTo>
                  <a:lnTo>
                    <a:pt x="2709283" y="1308193"/>
                  </a:lnTo>
                  <a:lnTo>
                    <a:pt x="2702813" y="1303061"/>
                  </a:lnTo>
                  <a:lnTo>
                    <a:pt x="2698069" y="1297657"/>
                  </a:lnTo>
                  <a:lnTo>
                    <a:pt x="2687966" y="1288481"/>
                  </a:lnTo>
                  <a:lnTo>
                    <a:pt x="2684938" y="1278225"/>
                  </a:lnTo>
                  <a:lnTo>
                    <a:pt x="2677253" y="1278752"/>
                  </a:lnTo>
                  <a:lnTo>
                    <a:pt x="2645136" y="1265747"/>
                  </a:lnTo>
                  <a:lnTo>
                    <a:pt x="2619323" y="1264248"/>
                  </a:lnTo>
                  <a:lnTo>
                    <a:pt x="2621845" y="1266864"/>
                  </a:lnTo>
                  <a:lnTo>
                    <a:pt x="2625111" y="1268604"/>
                  </a:lnTo>
                  <a:lnTo>
                    <a:pt x="2645668" y="1271811"/>
                  </a:lnTo>
                  <a:lnTo>
                    <a:pt x="2653792" y="1277800"/>
                  </a:lnTo>
                  <a:lnTo>
                    <a:pt x="2670700" y="1283115"/>
                  </a:lnTo>
                  <a:lnTo>
                    <a:pt x="2680602" y="1284569"/>
                  </a:lnTo>
                  <a:lnTo>
                    <a:pt x="2684617" y="1300896"/>
                  </a:lnTo>
                  <a:lnTo>
                    <a:pt x="2698301" y="1312130"/>
                  </a:lnTo>
                  <a:lnTo>
                    <a:pt x="2700079" y="1320455"/>
                  </a:lnTo>
                  <a:lnTo>
                    <a:pt x="2709422" y="1321389"/>
                  </a:lnTo>
                  <a:lnTo>
                    <a:pt x="2725861" y="1313222"/>
                  </a:lnTo>
                  <a:lnTo>
                    <a:pt x="2736470" y="1316086"/>
                  </a:lnTo>
                  <a:lnTo>
                    <a:pt x="2751772" y="1318423"/>
                  </a:lnTo>
                  <a:lnTo>
                    <a:pt x="2755270" y="1325015"/>
                  </a:lnTo>
                  <a:lnTo>
                    <a:pt x="2757896" y="1337557"/>
                  </a:lnTo>
                  <a:lnTo>
                    <a:pt x="2763306" y="1351667"/>
                  </a:lnTo>
                  <a:lnTo>
                    <a:pt x="2777337" y="1407303"/>
                  </a:lnTo>
                  <a:lnTo>
                    <a:pt x="2798416" y="1452810"/>
                  </a:lnTo>
                  <a:lnTo>
                    <a:pt x="2801010" y="1460646"/>
                  </a:lnTo>
                  <a:lnTo>
                    <a:pt x="2796111" y="1453769"/>
                  </a:lnTo>
                  <a:lnTo>
                    <a:pt x="2780473" y="1423630"/>
                  </a:lnTo>
                  <a:lnTo>
                    <a:pt x="2771843" y="1401867"/>
                  </a:lnTo>
                  <a:lnTo>
                    <a:pt x="2762975" y="1363441"/>
                  </a:lnTo>
                  <a:lnTo>
                    <a:pt x="2760402" y="1354836"/>
                  </a:lnTo>
                  <a:lnTo>
                    <a:pt x="2757374" y="1351401"/>
                  </a:lnTo>
                  <a:lnTo>
                    <a:pt x="2755379" y="1354195"/>
                  </a:lnTo>
                  <a:lnTo>
                    <a:pt x="2754521" y="1359091"/>
                  </a:lnTo>
                  <a:lnTo>
                    <a:pt x="2755968" y="1362850"/>
                  </a:lnTo>
                  <a:lnTo>
                    <a:pt x="2752475" y="1375500"/>
                  </a:lnTo>
                  <a:lnTo>
                    <a:pt x="2753989" y="1381305"/>
                  </a:lnTo>
                  <a:lnTo>
                    <a:pt x="2759663" y="1387306"/>
                  </a:lnTo>
                  <a:lnTo>
                    <a:pt x="2765828" y="1402280"/>
                  </a:lnTo>
                  <a:lnTo>
                    <a:pt x="2770753" y="1422442"/>
                  </a:lnTo>
                  <a:lnTo>
                    <a:pt x="2764092" y="1414269"/>
                  </a:lnTo>
                  <a:lnTo>
                    <a:pt x="2756981" y="1409938"/>
                  </a:lnTo>
                  <a:lnTo>
                    <a:pt x="2745917" y="1406617"/>
                  </a:lnTo>
                  <a:lnTo>
                    <a:pt x="2736062" y="1400794"/>
                  </a:lnTo>
                  <a:lnTo>
                    <a:pt x="2736780" y="1409145"/>
                  </a:lnTo>
                  <a:lnTo>
                    <a:pt x="2735835" y="1418162"/>
                  </a:lnTo>
                  <a:lnTo>
                    <a:pt x="2728238" y="1415412"/>
                  </a:lnTo>
                  <a:lnTo>
                    <a:pt x="2723070" y="1412421"/>
                  </a:lnTo>
                  <a:lnTo>
                    <a:pt x="2727644" y="1422030"/>
                  </a:lnTo>
                  <a:lnTo>
                    <a:pt x="2717716" y="1419147"/>
                  </a:lnTo>
                  <a:lnTo>
                    <a:pt x="2711102" y="1419750"/>
                  </a:lnTo>
                  <a:lnTo>
                    <a:pt x="2706802" y="1428278"/>
                  </a:lnTo>
                  <a:lnTo>
                    <a:pt x="2701035" y="1433454"/>
                  </a:lnTo>
                  <a:lnTo>
                    <a:pt x="2692508" y="1435124"/>
                  </a:lnTo>
                  <a:lnTo>
                    <a:pt x="2679858" y="1427326"/>
                  </a:lnTo>
                  <a:lnTo>
                    <a:pt x="2675760" y="1417857"/>
                  </a:lnTo>
                  <a:lnTo>
                    <a:pt x="2674065" y="1407316"/>
                  </a:lnTo>
                  <a:lnTo>
                    <a:pt x="2673388" y="1419782"/>
                  </a:lnTo>
                  <a:lnTo>
                    <a:pt x="2675641" y="1432762"/>
                  </a:lnTo>
                  <a:lnTo>
                    <a:pt x="2674850" y="1442630"/>
                  </a:lnTo>
                  <a:lnTo>
                    <a:pt x="2687031" y="1444446"/>
                  </a:lnTo>
                  <a:lnTo>
                    <a:pt x="2698420" y="1442833"/>
                  </a:lnTo>
                  <a:lnTo>
                    <a:pt x="2713789" y="1443246"/>
                  </a:lnTo>
                  <a:lnTo>
                    <a:pt x="2723814" y="1441398"/>
                  </a:lnTo>
                  <a:lnTo>
                    <a:pt x="2729850" y="1438261"/>
                  </a:lnTo>
                  <a:lnTo>
                    <a:pt x="2744325" y="1440979"/>
                  </a:lnTo>
                  <a:lnTo>
                    <a:pt x="2745353" y="1452899"/>
                  </a:lnTo>
                  <a:lnTo>
                    <a:pt x="2743700" y="1464749"/>
                  </a:lnTo>
                  <a:lnTo>
                    <a:pt x="2742863" y="1477367"/>
                  </a:lnTo>
                  <a:lnTo>
                    <a:pt x="2746873" y="1477284"/>
                  </a:lnTo>
                  <a:lnTo>
                    <a:pt x="2751586" y="1473252"/>
                  </a:lnTo>
                  <a:lnTo>
                    <a:pt x="2753942" y="1450651"/>
                  </a:lnTo>
                  <a:lnTo>
                    <a:pt x="2767172" y="1442300"/>
                  </a:lnTo>
                  <a:lnTo>
                    <a:pt x="2771605" y="1442872"/>
                  </a:lnTo>
                  <a:lnTo>
                    <a:pt x="2775817" y="1450136"/>
                  </a:lnTo>
                  <a:lnTo>
                    <a:pt x="2777233" y="1457503"/>
                  </a:lnTo>
                  <a:lnTo>
                    <a:pt x="2778727" y="1467619"/>
                  </a:lnTo>
                  <a:lnTo>
                    <a:pt x="2775636" y="1483031"/>
                  </a:lnTo>
                  <a:lnTo>
                    <a:pt x="2755312" y="1501054"/>
                  </a:lnTo>
                  <a:lnTo>
                    <a:pt x="2740754" y="1517717"/>
                  </a:lnTo>
                  <a:lnTo>
                    <a:pt x="2733313" y="1521115"/>
                  </a:lnTo>
                  <a:lnTo>
                    <a:pt x="2722579" y="1519178"/>
                  </a:lnTo>
                  <a:lnTo>
                    <a:pt x="2710409" y="1514987"/>
                  </a:lnTo>
                  <a:lnTo>
                    <a:pt x="2704441" y="1514142"/>
                  </a:lnTo>
                  <a:lnTo>
                    <a:pt x="2699903" y="1515539"/>
                  </a:lnTo>
                  <a:lnTo>
                    <a:pt x="2697139" y="1510408"/>
                  </a:lnTo>
                  <a:lnTo>
                    <a:pt x="2695356" y="1501047"/>
                  </a:lnTo>
                  <a:lnTo>
                    <a:pt x="2690622" y="1497942"/>
                  </a:lnTo>
                  <a:lnTo>
                    <a:pt x="2687041" y="1498285"/>
                  </a:lnTo>
                  <a:lnTo>
                    <a:pt x="2684597" y="1508230"/>
                  </a:lnTo>
                  <a:lnTo>
                    <a:pt x="2673243" y="1511056"/>
                  </a:lnTo>
                  <a:lnTo>
                    <a:pt x="2657807" y="1506947"/>
                  </a:lnTo>
                  <a:lnTo>
                    <a:pt x="2641642" y="1498584"/>
                  </a:lnTo>
                  <a:lnTo>
                    <a:pt x="2648577" y="1507557"/>
                  </a:lnTo>
                  <a:lnTo>
                    <a:pt x="2688689" y="1524296"/>
                  </a:lnTo>
                  <a:lnTo>
                    <a:pt x="2693206" y="1527427"/>
                  </a:lnTo>
                  <a:lnTo>
                    <a:pt x="2697423" y="1532006"/>
                  </a:lnTo>
                  <a:lnTo>
                    <a:pt x="2691811" y="1539188"/>
                  </a:lnTo>
                  <a:lnTo>
                    <a:pt x="2687413" y="1547278"/>
                  </a:lnTo>
                  <a:lnTo>
                    <a:pt x="2686793" y="1553629"/>
                  </a:lnTo>
                  <a:lnTo>
                    <a:pt x="2685242" y="1557636"/>
                  </a:lnTo>
                  <a:lnTo>
                    <a:pt x="2669248" y="1568431"/>
                  </a:lnTo>
                  <a:lnTo>
                    <a:pt x="2660582" y="1566526"/>
                  </a:lnTo>
                  <a:lnTo>
                    <a:pt x="2638438" y="1547062"/>
                  </a:lnTo>
                  <a:lnTo>
                    <a:pt x="2648526" y="1563897"/>
                  </a:lnTo>
                  <a:lnTo>
                    <a:pt x="2656603" y="1571041"/>
                  </a:lnTo>
                  <a:lnTo>
                    <a:pt x="2672866" y="1574852"/>
                  </a:lnTo>
                  <a:lnTo>
                    <a:pt x="2703371" y="1568558"/>
                  </a:lnTo>
                  <a:lnTo>
                    <a:pt x="2713376" y="1575430"/>
                  </a:lnTo>
                  <a:lnTo>
                    <a:pt x="2705164" y="1587603"/>
                  </a:lnTo>
                  <a:lnTo>
                    <a:pt x="2697004" y="1596145"/>
                  </a:lnTo>
                  <a:lnTo>
                    <a:pt x="2686302" y="1597097"/>
                  </a:lnTo>
                  <a:lnTo>
                    <a:pt x="2676876" y="1599409"/>
                  </a:lnTo>
                  <a:lnTo>
                    <a:pt x="2674111" y="1605283"/>
                  </a:lnTo>
                  <a:lnTo>
                    <a:pt x="2667393" y="1605651"/>
                  </a:lnTo>
                  <a:lnTo>
                    <a:pt x="2656892" y="1606000"/>
                  </a:lnTo>
                  <a:lnTo>
                    <a:pt x="2640635" y="1606534"/>
                  </a:lnTo>
                  <a:lnTo>
                    <a:pt x="2631705" y="1605162"/>
                  </a:lnTo>
                  <a:lnTo>
                    <a:pt x="2619230" y="1617164"/>
                  </a:lnTo>
                  <a:lnTo>
                    <a:pt x="2614522" y="1618815"/>
                  </a:lnTo>
                  <a:lnTo>
                    <a:pt x="2607944" y="1616561"/>
                  </a:lnTo>
                  <a:lnTo>
                    <a:pt x="2605184" y="1606921"/>
                  </a:lnTo>
                  <a:lnTo>
                    <a:pt x="2602244" y="1602184"/>
                  </a:lnTo>
                  <a:lnTo>
                    <a:pt x="2602171" y="1620219"/>
                  </a:lnTo>
                  <a:lnTo>
                    <a:pt x="2603324" y="1625077"/>
                  </a:lnTo>
                  <a:lnTo>
                    <a:pt x="2605680" y="1628741"/>
                  </a:lnTo>
                  <a:lnTo>
                    <a:pt x="2591087" y="1638527"/>
                  </a:lnTo>
                  <a:lnTo>
                    <a:pt x="2577118" y="1650733"/>
                  </a:lnTo>
                  <a:lnTo>
                    <a:pt x="2572111" y="1654054"/>
                  </a:lnTo>
                  <a:lnTo>
                    <a:pt x="2566421" y="1660169"/>
                  </a:lnTo>
                  <a:lnTo>
                    <a:pt x="2554768" y="1677830"/>
                  </a:lnTo>
                  <a:lnTo>
                    <a:pt x="2551889" y="1690708"/>
                  </a:lnTo>
                  <a:lnTo>
                    <a:pt x="2547678" y="1705066"/>
                  </a:lnTo>
                  <a:lnTo>
                    <a:pt x="2547145" y="1698602"/>
                  </a:lnTo>
                  <a:lnTo>
                    <a:pt x="2547869" y="1687717"/>
                  </a:lnTo>
                  <a:lnTo>
                    <a:pt x="2544985" y="1675251"/>
                  </a:lnTo>
                  <a:lnTo>
                    <a:pt x="2543156" y="1698087"/>
                  </a:lnTo>
                  <a:lnTo>
                    <a:pt x="2538629" y="1708699"/>
                  </a:lnTo>
                  <a:lnTo>
                    <a:pt x="2497086" y="1707950"/>
                  </a:lnTo>
                  <a:lnTo>
                    <a:pt x="2478900" y="1713716"/>
                  </a:lnTo>
                  <a:lnTo>
                    <a:pt x="2450984" y="1733116"/>
                  </a:lnTo>
                  <a:lnTo>
                    <a:pt x="2442638" y="1741619"/>
                  </a:lnTo>
                  <a:lnTo>
                    <a:pt x="2419580" y="1774495"/>
                  </a:lnTo>
                  <a:lnTo>
                    <a:pt x="2413694" y="1795534"/>
                  </a:lnTo>
                  <a:lnTo>
                    <a:pt x="2408976" y="1786688"/>
                  </a:lnTo>
                  <a:lnTo>
                    <a:pt x="2410144" y="1780052"/>
                  </a:lnTo>
                  <a:lnTo>
                    <a:pt x="2410237" y="1774629"/>
                  </a:lnTo>
                  <a:lnTo>
                    <a:pt x="2404428" y="1786263"/>
                  </a:lnTo>
                  <a:lnTo>
                    <a:pt x="2409942" y="1803205"/>
                  </a:lnTo>
                  <a:lnTo>
                    <a:pt x="2404992" y="1809676"/>
                  </a:lnTo>
                  <a:lnTo>
                    <a:pt x="2389762" y="1821755"/>
                  </a:lnTo>
                  <a:lnTo>
                    <a:pt x="2381427" y="1823736"/>
                  </a:lnTo>
                  <a:lnTo>
                    <a:pt x="2372068" y="1827172"/>
                  </a:lnTo>
                  <a:lnTo>
                    <a:pt x="2369122" y="1839085"/>
                  </a:lnTo>
                  <a:lnTo>
                    <a:pt x="2356415" y="1850071"/>
                  </a:lnTo>
                  <a:lnTo>
                    <a:pt x="2349010" y="1854936"/>
                  </a:lnTo>
                  <a:lnTo>
                    <a:pt x="2335449" y="1851989"/>
                  </a:lnTo>
                  <a:lnTo>
                    <a:pt x="2339625" y="1862569"/>
                  </a:lnTo>
                  <a:lnTo>
                    <a:pt x="2334643" y="1870577"/>
                  </a:lnTo>
                  <a:lnTo>
                    <a:pt x="2326065" y="1876718"/>
                  </a:lnTo>
                  <a:lnTo>
                    <a:pt x="2315399" y="1880725"/>
                  </a:lnTo>
                  <a:lnTo>
                    <a:pt x="2309285" y="1880236"/>
                  </a:lnTo>
                  <a:lnTo>
                    <a:pt x="2304061" y="1882363"/>
                  </a:lnTo>
                  <a:lnTo>
                    <a:pt x="2299968" y="1887456"/>
                  </a:lnTo>
                  <a:lnTo>
                    <a:pt x="2289968" y="1892219"/>
                  </a:lnTo>
                  <a:lnTo>
                    <a:pt x="2279581" y="1889539"/>
                  </a:lnTo>
                  <a:lnTo>
                    <a:pt x="2267809" y="1887932"/>
                  </a:lnTo>
                  <a:lnTo>
                    <a:pt x="2261251" y="1890790"/>
                  </a:lnTo>
                  <a:lnTo>
                    <a:pt x="2272274" y="1895515"/>
                  </a:lnTo>
                  <a:lnTo>
                    <a:pt x="2278176" y="1902360"/>
                  </a:lnTo>
                  <a:lnTo>
                    <a:pt x="2276961" y="1911588"/>
                  </a:lnTo>
                  <a:lnTo>
                    <a:pt x="2274010" y="1915150"/>
                  </a:lnTo>
                  <a:lnTo>
                    <a:pt x="2267055" y="1919976"/>
                  </a:lnTo>
                  <a:lnTo>
                    <a:pt x="2264001" y="1919259"/>
                  </a:lnTo>
                  <a:lnTo>
                    <a:pt x="2262135" y="1914909"/>
                  </a:lnTo>
                  <a:lnTo>
                    <a:pt x="2259872" y="1905847"/>
                  </a:lnTo>
                  <a:lnTo>
                    <a:pt x="2256637" y="1907777"/>
                  </a:lnTo>
                  <a:lnTo>
                    <a:pt x="2256078" y="1912000"/>
                  </a:lnTo>
                  <a:lnTo>
                    <a:pt x="2253298" y="1913505"/>
                  </a:lnTo>
                  <a:lnTo>
                    <a:pt x="2243433" y="1899071"/>
                  </a:lnTo>
                  <a:lnTo>
                    <a:pt x="2243924" y="1910082"/>
                  </a:lnTo>
                  <a:lnTo>
                    <a:pt x="2247371" y="1918541"/>
                  </a:lnTo>
                  <a:lnTo>
                    <a:pt x="2250704" y="1922834"/>
                  </a:lnTo>
                  <a:lnTo>
                    <a:pt x="2254068" y="1925361"/>
                  </a:lnTo>
                  <a:lnTo>
                    <a:pt x="2254895" y="1929286"/>
                  </a:lnTo>
                  <a:lnTo>
                    <a:pt x="2248146" y="1938850"/>
                  </a:lnTo>
                  <a:lnTo>
                    <a:pt x="2244673" y="1940977"/>
                  </a:lnTo>
                  <a:lnTo>
                    <a:pt x="2238493" y="1942527"/>
                  </a:lnTo>
                  <a:lnTo>
                    <a:pt x="2235015" y="1948420"/>
                  </a:lnTo>
                  <a:lnTo>
                    <a:pt x="2236043" y="1953494"/>
                  </a:lnTo>
                  <a:lnTo>
                    <a:pt x="2230638" y="1964505"/>
                  </a:lnTo>
                  <a:lnTo>
                    <a:pt x="2217713" y="1971383"/>
                  </a:lnTo>
                  <a:lnTo>
                    <a:pt x="2213765" y="1971116"/>
                  </a:lnTo>
                  <a:lnTo>
                    <a:pt x="2210546" y="1973129"/>
                  </a:lnTo>
                  <a:lnTo>
                    <a:pt x="2212427" y="1978032"/>
                  </a:lnTo>
                  <a:lnTo>
                    <a:pt x="2215651" y="1981601"/>
                  </a:lnTo>
                  <a:lnTo>
                    <a:pt x="2215538" y="1984915"/>
                  </a:lnTo>
                  <a:lnTo>
                    <a:pt x="2212122" y="1989418"/>
                  </a:lnTo>
                  <a:lnTo>
                    <a:pt x="2205378" y="1990675"/>
                  </a:lnTo>
                  <a:lnTo>
                    <a:pt x="2201590" y="1995813"/>
                  </a:lnTo>
                  <a:lnTo>
                    <a:pt x="2202789" y="2000658"/>
                  </a:lnTo>
                  <a:lnTo>
                    <a:pt x="2205016" y="2003363"/>
                  </a:lnTo>
                  <a:lnTo>
                    <a:pt x="2204551" y="2008025"/>
                  </a:lnTo>
                  <a:lnTo>
                    <a:pt x="2196882" y="2012705"/>
                  </a:lnTo>
                  <a:lnTo>
                    <a:pt x="2195084" y="2017309"/>
                  </a:lnTo>
                  <a:lnTo>
                    <a:pt x="2198892" y="2018668"/>
                  </a:lnTo>
                  <a:lnTo>
                    <a:pt x="2201822" y="2017309"/>
                  </a:lnTo>
                  <a:lnTo>
                    <a:pt x="2203967" y="2018299"/>
                  </a:lnTo>
                  <a:lnTo>
                    <a:pt x="2199368" y="2025996"/>
                  </a:lnTo>
                  <a:lnTo>
                    <a:pt x="2195239" y="2030689"/>
                  </a:lnTo>
                  <a:lnTo>
                    <a:pt x="2191316" y="2039122"/>
                  </a:lnTo>
                  <a:lnTo>
                    <a:pt x="2182216" y="2041453"/>
                  </a:lnTo>
                  <a:lnTo>
                    <a:pt x="2182557" y="2044177"/>
                  </a:lnTo>
                  <a:lnTo>
                    <a:pt x="2187699" y="2046590"/>
                  </a:lnTo>
                  <a:lnTo>
                    <a:pt x="2192004" y="2053074"/>
                  </a:lnTo>
                  <a:lnTo>
                    <a:pt x="2183916" y="2065045"/>
                  </a:lnTo>
                  <a:lnTo>
                    <a:pt x="2178867" y="2064060"/>
                  </a:lnTo>
                  <a:lnTo>
                    <a:pt x="2175782" y="2061425"/>
                  </a:lnTo>
                  <a:lnTo>
                    <a:pt x="2173813" y="2070874"/>
                  </a:lnTo>
                  <a:lnTo>
                    <a:pt x="2174568" y="2075917"/>
                  </a:lnTo>
                  <a:lnTo>
                    <a:pt x="2172645" y="2086223"/>
                  </a:lnTo>
                  <a:lnTo>
                    <a:pt x="2169555" y="2098613"/>
                  </a:lnTo>
                  <a:lnTo>
                    <a:pt x="2167457" y="2103699"/>
                  </a:lnTo>
                  <a:lnTo>
                    <a:pt x="2167902" y="2113174"/>
                  </a:lnTo>
                  <a:lnTo>
                    <a:pt x="2169199" y="2122325"/>
                  </a:lnTo>
                  <a:lnTo>
                    <a:pt x="2174149" y="2134118"/>
                  </a:lnTo>
                  <a:lnTo>
                    <a:pt x="2181710" y="2182343"/>
                  </a:lnTo>
                  <a:lnTo>
                    <a:pt x="2186857" y="2199089"/>
                  </a:lnTo>
                  <a:lnTo>
                    <a:pt x="2196128" y="2244272"/>
                  </a:lnTo>
                  <a:lnTo>
                    <a:pt x="2211471" y="2288077"/>
                  </a:lnTo>
                  <a:lnTo>
                    <a:pt x="2233118" y="2341026"/>
                  </a:lnTo>
                  <a:lnTo>
                    <a:pt x="2268646" y="2405203"/>
                  </a:lnTo>
                  <a:lnTo>
                    <a:pt x="2272899" y="2414348"/>
                  </a:lnTo>
                  <a:lnTo>
                    <a:pt x="2268274" y="2422102"/>
                  </a:lnTo>
                  <a:lnTo>
                    <a:pt x="2266863" y="2430135"/>
                  </a:lnTo>
                  <a:lnTo>
                    <a:pt x="2266460" y="2442245"/>
                  </a:lnTo>
                  <a:lnTo>
                    <a:pt x="2267742" y="2454044"/>
                  </a:lnTo>
                  <a:lnTo>
                    <a:pt x="2271943" y="2468453"/>
                  </a:lnTo>
                  <a:lnTo>
                    <a:pt x="2280015" y="2490483"/>
                  </a:lnTo>
                  <a:lnTo>
                    <a:pt x="2275499" y="2486088"/>
                  </a:lnTo>
                  <a:lnTo>
                    <a:pt x="2263809" y="2454470"/>
                  </a:lnTo>
                  <a:lnTo>
                    <a:pt x="2262450" y="2435901"/>
                  </a:lnTo>
                  <a:lnTo>
                    <a:pt x="2264135" y="2409560"/>
                  </a:lnTo>
                  <a:lnTo>
                    <a:pt x="2261391" y="2410195"/>
                  </a:lnTo>
                  <a:lnTo>
                    <a:pt x="2259164" y="2418755"/>
                  </a:lnTo>
                  <a:lnTo>
                    <a:pt x="2257939" y="2428808"/>
                  </a:lnTo>
                  <a:lnTo>
                    <a:pt x="2254973" y="2432700"/>
                  </a:lnTo>
                  <a:lnTo>
                    <a:pt x="2250926" y="2417364"/>
                  </a:lnTo>
                  <a:lnTo>
                    <a:pt x="2251210" y="2410430"/>
                  </a:lnTo>
                  <a:lnTo>
                    <a:pt x="2255505" y="2402327"/>
                  </a:lnTo>
                  <a:lnTo>
                    <a:pt x="2254259" y="2399412"/>
                  </a:lnTo>
                  <a:lnTo>
                    <a:pt x="2247309" y="2395265"/>
                  </a:lnTo>
                  <a:lnTo>
                    <a:pt x="2245831" y="2388743"/>
                  </a:lnTo>
                  <a:lnTo>
                    <a:pt x="2246771" y="2382304"/>
                  </a:lnTo>
                  <a:lnTo>
                    <a:pt x="2242782" y="2378862"/>
                  </a:lnTo>
                  <a:lnTo>
                    <a:pt x="2239661" y="2379027"/>
                  </a:lnTo>
                  <a:lnTo>
                    <a:pt x="2241753" y="2394903"/>
                  </a:lnTo>
                  <a:lnTo>
                    <a:pt x="2245056" y="2404651"/>
                  </a:lnTo>
                  <a:lnTo>
                    <a:pt x="2249138" y="2428014"/>
                  </a:lnTo>
                  <a:lnTo>
                    <a:pt x="2255727" y="2442169"/>
                  </a:lnTo>
                  <a:lnTo>
                    <a:pt x="2259567" y="2454038"/>
                  </a:lnTo>
                  <a:lnTo>
                    <a:pt x="2304438" y="2580696"/>
                  </a:lnTo>
                  <a:lnTo>
                    <a:pt x="2315058" y="2596826"/>
                  </a:lnTo>
                  <a:lnTo>
                    <a:pt x="2318985" y="2608409"/>
                  </a:lnTo>
                  <a:lnTo>
                    <a:pt x="2323073" y="2632630"/>
                  </a:lnTo>
                  <a:lnTo>
                    <a:pt x="2323998" y="2663728"/>
                  </a:lnTo>
                  <a:lnTo>
                    <a:pt x="2316665" y="2720564"/>
                  </a:lnTo>
                  <a:lnTo>
                    <a:pt x="2314996" y="2759333"/>
                  </a:lnTo>
                  <a:lnTo>
                    <a:pt x="2313947" y="2758145"/>
                  </a:lnTo>
                  <a:lnTo>
                    <a:pt x="2313244" y="2754062"/>
                  </a:lnTo>
                  <a:lnTo>
                    <a:pt x="2311549" y="2753503"/>
                  </a:lnTo>
                  <a:lnTo>
                    <a:pt x="2305182" y="2771265"/>
                  </a:lnTo>
                  <a:lnTo>
                    <a:pt x="2296531" y="2787287"/>
                  </a:lnTo>
                  <a:lnTo>
                    <a:pt x="2293684" y="2812187"/>
                  </a:lnTo>
                  <a:lnTo>
                    <a:pt x="2289534" y="2824653"/>
                  </a:lnTo>
                  <a:lnTo>
                    <a:pt x="2277075" y="2837843"/>
                  </a:lnTo>
                  <a:lnTo>
                    <a:pt x="2269354" y="2837506"/>
                  </a:lnTo>
                  <a:lnTo>
                    <a:pt x="2250420" y="2847400"/>
                  </a:lnTo>
                  <a:lnTo>
                    <a:pt x="2237118" y="2844822"/>
                  </a:lnTo>
                  <a:lnTo>
                    <a:pt x="2221269" y="2850404"/>
                  </a:lnTo>
                  <a:lnTo>
                    <a:pt x="2210840" y="2849781"/>
                  </a:lnTo>
                  <a:lnTo>
                    <a:pt x="2204820" y="2838014"/>
                  </a:lnTo>
                  <a:lnTo>
                    <a:pt x="2205740" y="2832750"/>
                  </a:lnTo>
                  <a:lnTo>
                    <a:pt x="2208137" y="2827460"/>
                  </a:lnTo>
                  <a:lnTo>
                    <a:pt x="2212199" y="2826228"/>
                  </a:lnTo>
                  <a:lnTo>
                    <a:pt x="2226199" y="2838560"/>
                  </a:lnTo>
                  <a:lnTo>
                    <a:pt x="2228839" y="2833372"/>
                  </a:lnTo>
                  <a:lnTo>
                    <a:pt x="2224612" y="2827199"/>
                  </a:lnTo>
                  <a:lnTo>
                    <a:pt x="2216519" y="2823757"/>
                  </a:lnTo>
                  <a:lnTo>
                    <a:pt x="2210540" y="2819973"/>
                  </a:lnTo>
                  <a:lnTo>
                    <a:pt x="2198494" y="2791859"/>
                  </a:lnTo>
                  <a:lnTo>
                    <a:pt x="2186014" y="2772554"/>
                  </a:lnTo>
                  <a:lnTo>
                    <a:pt x="2183911" y="2759650"/>
                  </a:lnTo>
                  <a:lnTo>
                    <a:pt x="2162393" y="2751782"/>
                  </a:lnTo>
                  <a:lnTo>
                    <a:pt x="2146812" y="2739869"/>
                  </a:lnTo>
                  <a:lnTo>
                    <a:pt x="2136652" y="2718678"/>
                  </a:lnTo>
                  <a:lnTo>
                    <a:pt x="2130823" y="2681102"/>
                  </a:lnTo>
                  <a:lnTo>
                    <a:pt x="2123950" y="2676879"/>
                  </a:lnTo>
                  <a:lnTo>
                    <a:pt x="2121046" y="2673958"/>
                  </a:lnTo>
                  <a:lnTo>
                    <a:pt x="2127759" y="2660013"/>
                  </a:lnTo>
                  <a:lnTo>
                    <a:pt x="2134833" y="2648322"/>
                  </a:lnTo>
                  <a:lnTo>
                    <a:pt x="2129237" y="2651230"/>
                  </a:lnTo>
                  <a:lnTo>
                    <a:pt x="2125108" y="2655555"/>
                  </a:lnTo>
                  <a:lnTo>
                    <a:pt x="2119857" y="2665880"/>
                  </a:lnTo>
                  <a:lnTo>
                    <a:pt x="2116023" y="2667468"/>
                  </a:lnTo>
                  <a:lnTo>
                    <a:pt x="2112509" y="2665880"/>
                  </a:lnTo>
                  <a:lnTo>
                    <a:pt x="2108457" y="2646074"/>
                  </a:lnTo>
                  <a:lnTo>
                    <a:pt x="2109615" y="2621726"/>
                  </a:lnTo>
                  <a:lnTo>
                    <a:pt x="2115294" y="2612620"/>
                  </a:lnTo>
                  <a:lnTo>
                    <a:pt x="2106571" y="2612378"/>
                  </a:lnTo>
                  <a:lnTo>
                    <a:pt x="2097533" y="2615846"/>
                  </a:lnTo>
                  <a:lnTo>
                    <a:pt x="2098856" y="2623962"/>
                  </a:lnTo>
                  <a:lnTo>
                    <a:pt x="2097579" y="2628420"/>
                  </a:lnTo>
                  <a:lnTo>
                    <a:pt x="2090995" y="2627276"/>
                  </a:lnTo>
                  <a:lnTo>
                    <a:pt x="2086003" y="2624425"/>
                  </a:lnTo>
                  <a:lnTo>
                    <a:pt x="2079229" y="2615979"/>
                  </a:lnTo>
                  <a:lnTo>
                    <a:pt x="2069989" y="2599862"/>
                  </a:lnTo>
                  <a:lnTo>
                    <a:pt x="2051033" y="2555460"/>
                  </a:lnTo>
                  <a:lnTo>
                    <a:pt x="2047338" y="2549198"/>
                  </a:lnTo>
                  <a:lnTo>
                    <a:pt x="2041070" y="2542645"/>
                  </a:lnTo>
                  <a:lnTo>
                    <a:pt x="2044021" y="2540606"/>
                  </a:lnTo>
                  <a:lnTo>
                    <a:pt x="2049406" y="2539400"/>
                  </a:lnTo>
                  <a:lnTo>
                    <a:pt x="2061576" y="2519409"/>
                  </a:lnTo>
                  <a:lnTo>
                    <a:pt x="2071136" y="2507330"/>
                  </a:lnTo>
                  <a:lnTo>
                    <a:pt x="2074309" y="2498973"/>
                  </a:lnTo>
                  <a:lnTo>
                    <a:pt x="2073756" y="2495398"/>
                  </a:lnTo>
                  <a:lnTo>
                    <a:pt x="2069529" y="2490203"/>
                  </a:lnTo>
                  <a:lnTo>
                    <a:pt x="2063979" y="2494744"/>
                  </a:lnTo>
                  <a:lnTo>
                    <a:pt x="2061601" y="2493448"/>
                  </a:lnTo>
                  <a:lnTo>
                    <a:pt x="2055359" y="2482970"/>
                  </a:lnTo>
                  <a:lnTo>
                    <a:pt x="2049395" y="2480011"/>
                  </a:lnTo>
                  <a:lnTo>
                    <a:pt x="2045240" y="2482278"/>
                  </a:lnTo>
                  <a:lnTo>
                    <a:pt x="2049623" y="2490864"/>
                  </a:lnTo>
                  <a:lnTo>
                    <a:pt x="2053560" y="2494052"/>
                  </a:lnTo>
                  <a:lnTo>
                    <a:pt x="2052036" y="2506536"/>
                  </a:lnTo>
                  <a:lnTo>
                    <a:pt x="2050444" y="2510601"/>
                  </a:lnTo>
                  <a:lnTo>
                    <a:pt x="2046755" y="2514189"/>
                  </a:lnTo>
                  <a:lnTo>
                    <a:pt x="2040993" y="2512277"/>
                  </a:lnTo>
                  <a:lnTo>
                    <a:pt x="2038078" y="2515364"/>
                  </a:lnTo>
                  <a:lnTo>
                    <a:pt x="2034647" y="2512112"/>
                  </a:lnTo>
                  <a:lnTo>
                    <a:pt x="2031231" y="2506625"/>
                  </a:lnTo>
                  <a:lnTo>
                    <a:pt x="2027427" y="2497595"/>
                  </a:lnTo>
                  <a:lnTo>
                    <a:pt x="2037478" y="2446767"/>
                  </a:lnTo>
                  <a:lnTo>
                    <a:pt x="2046780" y="2414380"/>
                  </a:lnTo>
                  <a:lnTo>
                    <a:pt x="2047845" y="2377433"/>
                  </a:lnTo>
                  <a:lnTo>
                    <a:pt x="2048537" y="2371959"/>
                  </a:lnTo>
                  <a:lnTo>
                    <a:pt x="2047752" y="2362141"/>
                  </a:lnTo>
                  <a:lnTo>
                    <a:pt x="2035277" y="2340804"/>
                  </a:lnTo>
                  <a:lnTo>
                    <a:pt x="1980122" y="2288737"/>
                  </a:lnTo>
                  <a:lnTo>
                    <a:pt x="1937374" y="2227081"/>
                  </a:lnTo>
                  <a:lnTo>
                    <a:pt x="1900348" y="2203953"/>
                  </a:lnTo>
                  <a:lnTo>
                    <a:pt x="1872256" y="2209033"/>
                  </a:lnTo>
                  <a:lnTo>
                    <a:pt x="1867393" y="2213682"/>
                  </a:lnTo>
                  <a:lnTo>
                    <a:pt x="1865305" y="2219759"/>
                  </a:lnTo>
                  <a:lnTo>
                    <a:pt x="1867068" y="2226637"/>
                  </a:lnTo>
                  <a:lnTo>
                    <a:pt x="1864515" y="2229501"/>
                  </a:lnTo>
                  <a:lnTo>
                    <a:pt x="1856975" y="2229139"/>
                  </a:lnTo>
                  <a:lnTo>
                    <a:pt x="1846820" y="2230739"/>
                  </a:lnTo>
                  <a:lnTo>
                    <a:pt x="1820305" y="2246971"/>
                  </a:lnTo>
                  <a:lnTo>
                    <a:pt x="1810951" y="2246374"/>
                  </a:lnTo>
                  <a:lnTo>
                    <a:pt x="1802455" y="2250578"/>
                  </a:lnTo>
                  <a:lnTo>
                    <a:pt x="1796094" y="2253727"/>
                  </a:lnTo>
                  <a:lnTo>
                    <a:pt x="1779506" y="2255442"/>
                  </a:lnTo>
                  <a:lnTo>
                    <a:pt x="1765439" y="2259043"/>
                  </a:lnTo>
                  <a:lnTo>
                    <a:pt x="1759362" y="2257093"/>
                  </a:lnTo>
                  <a:lnTo>
                    <a:pt x="1755398" y="2247682"/>
                  </a:lnTo>
                  <a:lnTo>
                    <a:pt x="1755398" y="2237940"/>
                  </a:lnTo>
                  <a:lnTo>
                    <a:pt x="1758613" y="2245408"/>
                  </a:lnTo>
                  <a:lnTo>
                    <a:pt x="1763589" y="2251251"/>
                  </a:lnTo>
                  <a:lnTo>
                    <a:pt x="1765868" y="2248914"/>
                  </a:lnTo>
                  <a:lnTo>
                    <a:pt x="1766721" y="2243745"/>
                  </a:lnTo>
                  <a:lnTo>
                    <a:pt x="1761770" y="2233616"/>
                  </a:lnTo>
                  <a:lnTo>
                    <a:pt x="1745822" y="2220604"/>
                  </a:lnTo>
                  <a:lnTo>
                    <a:pt x="1727673" y="2201597"/>
                  </a:lnTo>
                  <a:lnTo>
                    <a:pt x="1733208" y="2202226"/>
                  </a:lnTo>
                  <a:lnTo>
                    <a:pt x="1734608" y="2198155"/>
                  </a:lnTo>
                  <a:lnTo>
                    <a:pt x="1728981" y="2192815"/>
                  </a:lnTo>
                  <a:lnTo>
                    <a:pt x="1731358" y="2186642"/>
                  </a:lnTo>
                  <a:lnTo>
                    <a:pt x="1735322" y="2180158"/>
                  </a:lnTo>
                  <a:lnTo>
                    <a:pt x="1727663" y="2181130"/>
                  </a:lnTo>
                  <a:lnTo>
                    <a:pt x="1720790" y="2185670"/>
                  </a:lnTo>
                  <a:lnTo>
                    <a:pt x="1720563" y="2191278"/>
                  </a:lnTo>
                  <a:lnTo>
                    <a:pt x="1719203" y="2195736"/>
                  </a:lnTo>
                  <a:lnTo>
                    <a:pt x="1715503" y="2195088"/>
                  </a:lnTo>
                  <a:lnTo>
                    <a:pt x="1708635" y="2189569"/>
                  </a:lnTo>
                  <a:lnTo>
                    <a:pt x="1674823" y="2174208"/>
                  </a:lnTo>
                  <a:lnTo>
                    <a:pt x="1645264" y="2165546"/>
                  </a:lnTo>
                  <a:lnTo>
                    <a:pt x="1667950" y="2161647"/>
                  </a:lnTo>
                  <a:lnTo>
                    <a:pt x="1680254" y="2164676"/>
                  </a:lnTo>
                  <a:lnTo>
                    <a:pt x="1678787" y="2160027"/>
                  </a:lnTo>
                  <a:lnTo>
                    <a:pt x="1675826" y="2157075"/>
                  </a:lnTo>
                  <a:lnTo>
                    <a:pt x="1666121" y="2153334"/>
                  </a:lnTo>
                  <a:lnTo>
                    <a:pt x="1653759" y="2154757"/>
                  </a:lnTo>
                  <a:lnTo>
                    <a:pt x="1645951" y="2152998"/>
                  </a:lnTo>
                  <a:lnTo>
                    <a:pt x="1637967" y="2156706"/>
                  </a:lnTo>
                  <a:lnTo>
                    <a:pt x="1629218" y="2162218"/>
                  </a:lnTo>
                  <a:lnTo>
                    <a:pt x="1621430" y="2165057"/>
                  </a:lnTo>
                  <a:lnTo>
                    <a:pt x="1590951" y="2169026"/>
                  </a:lnTo>
                  <a:lnTo>
                    <a:pt x="1566234" y="2173332"/>
                  </a:lnTo>
                  <a:lnTo>
                    <a:pt x="1570197" y="2168785"/>
                  </a:lnTo>
                  <a:lnTo>
                    <a:pt x="1574424" y="2165863"/>
                  </a:lnTo>
                  <a:lnTo>
                    <a:pt x="1589028" y="2161418"/>
                  </a:lnTo>
                  <a:lnTo>
                    <a:pt x="1591214" y="2152178"/>
                  </a:lnTo>
                  <a:lnTo>
                    <a:pt x="1587783" y="2143281"/>
                  </a:lnTo>
                  <a:lnTo>
                    <a:pt x="1583938" y="2145415"/>
                  </a:lnTo>
                  <a:lnTo>
                    <a:pt x="1579902" y="2152369"/>
                  </a:lnTo>
                  <a:lnTo>
                    <a:pt x="1574952" y="2147358"/>
                  </a:lnTo>
                  <a:lnTo>
                    <a:pt x="1569469" y="2147384"/>
                  </a:lnTo>
                  <a:lnTo>
                    <a:pt x="1567980" y="2158446"/>
                  </a:lnTo>
                  <a:lnTo>
                    <a:pt x="1560952" y="2165863"/>
                  </a:lnTo>
                  <a:lnTo>
                    <a:pt x="1557779" y="2173332"/>
                  </a:lnTo>
                  <a:lnTo>
                    <a:pt x="1537170" y="2179180"/>
                  </a:lnTo>
                  <a:lnTo>
                    <a:pt x="1534530" y="2177231"/>
                  </a:lnTo>
                  <a:lnTo>
                    <a:pt x="1540560" y="2170137"/>
                  </a:lnTo>
                  <a:lnTo>
                    <a:pt x="1540080" y="2166194"/>
                  </a:lnTo>
                  <a:lnTo>
                    <a:pt x="1533202" y="2169578"/>
                  </a:lnTo>
                  <a:lnTo>
                    <a:pt x="1521667" y="2183022"/>
                  </a:lnTo>
                  <a:lnTo>
                    <a:pt x="1481059" y="2187423"/>
                  </a:lnTo>
                  <a:lnTo>
                    <a:pt x="1483276" y="2184368"/>
                  </a:lnTo>
                  <a:lnTo>
                    <a:pt x="1491849" y="2183759"/>
                  </a:lnTo>
                  <a:lnTo>
                    <a:pt x="1503885" y="2179504"/>
                  </a:lnTo>
                  <a:lnTo>
                    <a:pt x="1501451" y="2172341"/>
                  </a:lnTo>
                  <a:lnTo>
                    <a:pt x="1496810" y="2164466"/>
                  </a:lnTo>
                  <a:lnTo>
                    <a:pt x="1492526" y="2163590"/>
                  </a:lnTo>
                  <a:lnTo>
                    <a:pt x="1489700" y="2158973"/>
                  </a:lnTo>
                  <a:lnTo>
                    <a:pt x="1489839" y="2144425"/>
                  </a:lnTo>
                  <a:lnTo>
                    <a:pt x="1487100" y="2135921"/>
                  </a:lnTo>
                  <a:lnTo>
                    <a:pt x="1480491" y="2127171"/>
                  </a:lnTo>
                  <a:lnTo>
                    <a:pt x="1478258" y="2128853"/>
                  </a:lnTo>
                  <a:lnTo>
                    <a:pt x="1473395" y="2143815"/>
                  </a:lnTo>
                  <a:lnTo>
                    <a:pt x="1469354" y="2163438"/>
                  </a:lnTo>
                  <a:lnTo>
                    <a:pt x="1467354" y="2169775"/>
                  </a:lnTo>
                  <a:lnTo>
                    <a:pt x="1455314" y="2170220"/>
                  </a:lnTo>
                  <a:lnTo>
                    <a:pt x="1444658" y="2168880"/>
                  </a:lnTo>
                  <a:lnTo>
                    <a:pt x="1408442" y="2171236"/>
                  </a:lnTo>
                  <a:lnTo>
                    <a:pt x="1394913" y="2164587"/>
                  </a:lnTo>
                  <a:lnTo>
                    <a:pt x="1389301" y="2163311"/>
                  </a:lnTo>
                  <a:lnTo>
                    <a:pt x="1385885" y="2163463"/>
                  </a:lnTo>
                  <a:lnTo>
                    <a:pt x="1370134" y="2169559"/>
                  </a:lnTo>
                  <a:lnTo>
                    <a:pt x="1352186" y="2174227"/>
                  </a:lnTo>
                  <a:lnTo>
                    <a:pt x="1347959" y="2172760"/>
                  </a:lnTo>
                  <a:lnTo>
                    <a:pt x="1341929" y="2172544"/>
                  </a:lnTo>
                  <a:lnTo>
                    <a:pt x="1328916" y="2188433"/>
                  </a:lnTo>
                  <a:lnTo>
                    <a:pt x="1313573" y="2195869"/>
                  </a:lnTo>
                  <a:lnTo>
                    <a:pt x="1274862" y="2182501"/>
                  </a:lnTo>
                  <a:lnTo>
                    <a:pt x="1265234" y="2171750"/>
                  </a:lnTo>
                  <a:lnTo>
                    <a:pt x="1256687" y="2169451"/>
                  </a:lnTo>
                  <a:lnTo>
                    <a:pt x="1246176" y="2168124"/>
                  </a:lnTo>
                  <a:lnTo>
                    <a:pt x="1234884" y="2181352"/>
                  </a:lnTo>
                  <a:lnTo>
                    <a:pt x="1226306" y="2199203"/>
                  </a:lnTo>
                  <a:lnTo>
                    <a:pt x="1239861" y="2208989"/>
                  </a:lnTo>
                  <a:lnTo>
                    <a:pt x="1251462" y="2213669"/>
                  </a:lnTo>
                  <a:lnTo>
                    <a:pt x="1270635" y="2209745"/>
                  </a:lnTo>
                  <a:lnTo>
                    <a:pt x="1281234" y="2201083"/>
                  </a:lnTo>
                  <a:lnTo>
                    <a:pt x="1289890" y="2201368"/>
                  </a:lnTo>
                  <a:lnTo>
                    <a:pt x="1294029" y="2199609"/>
                  </a:lnTo>
                  <a:lnTo>
                    <a:pt x="1297806" y="2195088"/>
                  </a:lnTo>
                  <a:lnTo>
                    <a:pt x="1305207" y="2198657"/>
                  </a:lnTo>
                  <a:lnTo>
                    <a:pt x="1305470" y="2202232"/>
                  </a:lnTo>
                  <a:lnTo>
                    <a:pt x="1300215" y="2207268"/>
                  </a:lnTo>
                  <a:lnTo>
                    <a:pt x="1293595" y="2211510"/>
                  </a:lnTo>
                  <a:lnTo>
                    <a:pt x="1289579" y="2216508"/>
                  </a:lnTo>
                  <a:lnTo>
                    <a:pt x="1297135" y="2226580"/>
                  </a:lnTo>
                  <a:lnTo>
                    <a:pt x="1309000" y="2229964"/>
                  </a:lnTo>
                  <a:lnTo>
                    <a:pt x="1313465" y="2228504"/>
                  </a:lnTo>
                  <a:lnTo>
                    <a:pt x="1316229" y="2217181"/>
                  </a:lnTo>
                  <a:lnTo>
                    <a:pt x="1323526" y="2209891"/>
                  </a:lnTo>
                  <a:lnTo>
                    <a:pt x="1333443" y="2211466"/>
                  </a:lnTo>
                  <a:lnTo>
                    <a:pt x="1332032" y="2216038"/>
                  </a:lnTo>
                  <a:lnTo>
                    <a:pt x="1333422" y="2220356"/>
                  </a:lnTo>
                  <a:lnTo>
                    <a:pt x="1337980" y="2227729"/>
                  </a:lnTo>
                  <a:lnTo>
                    <a:pt x="1337458" y="2238290"/>
                  </a:lnTo>
                  <a:lnTo>
                    <a:pt x="1338342" y="2240836"/>
                  </a:lnTo>
                  <a:lnTo>
                    <a:pt x="1327655" y="2245497"/>
                  </a:lnTo>
                  <a:lnTo>
                    <a:pt x="1319692" y="2247079"/>
                  </a:lnTo>
                  <a:lnTo>
                    <a:pt x="1313320" y="2253181"/>
                  </a:lnTo>
                  <a:lnTo>
                    <a:pt x="1316658" y="2256725"/>
                  </a:lnTo>
                  <a:lnTo>
                    <a:pt x="1310168" y="2259837"/>
                  </a:lnTo>
                  <a:lnTo>
                    <a:pt x="1305780" y="2258592"/>
                  </a:lnTo>
                  <a:lnTo>
                    <a:pt x="1303574" y="2259741"/>
                  </a:lnTo>
                  <a:lnTo>
                    <a:pt x="1302912" y="2263488"/>
                  </a:lnTo>
                  <a:lnTo>
                    <a:pt x="1299558" y="2266968"/>
                  </a:lnTo>
                  <a:lnTo>
                    <a:pt x="1304437" y="2277453"/>
                  </a:lnTo>
                  <a:lnTo>
                    <a:pt x="1314436" y="2284298"/>
                  </a:lnTo>
                  <a:lnTo>
                    <a:pt x="1321490" y="2292878"/>
                  </a:lnTo>
                  <a:lnTo>
                    <a:pt x="1349851" y="2304175"/>
                  </a:lnTo>
                  <a:lnTo>
                    <a:pt x="1356724" y="2303851"/>
                  </a:lnTo>
                  <a:lnTo>
                    <a:pt x="1363488" y="2315225"/>
                  </a:lnTo>
                  <a:lnTo>
                    <a:pt x="1368940" y="2319136"/>
                  </a:lnTo>
                  <a:lnTo>
                    <a:pt x="1374191" y="2321124"/>
                  </a:lnTo>
                  <a:lnTo>
                    <a:pt x="1373591" y="2328948"/>
                  </a:lnTo>
                  <a:lnTo>
                    <a:pt x="1364263" y="2334676"/>
                  </a:lnTo>
                  <a:lnTo>
                    <a:pt x="1361742" y="2341509"/>
                  </a:lnTo>
                  <a:lnTo>
                    <a:pt x="1359395" y="2345351"/>
                  </a:lnTo>
                  <a:lnTo>
                    <a:pt x="1355189" y="2340486"/>
                  </a:lnTo>
                  <a:lnTo>
                    <a:pt x="1350869" y="2336962"/>
                  </a:lnTo>
                  <a:lnTo>
                    <a:pt x="1340869" y="2347681"/>
                  </a:lnTo>
                  <a:lnTo>
                    <a:pt x="1336048" y="2349936"/>
                  </a:lnTo>
                  <a:lnTo>
                    <a:pt x="1338440" y="2338378"/>
                  </a:lnTo>
                  <a:lnTo>
                    <a:pt x="1334663" y="2333850"/>
                  </a:lnTo>
                  <a:lnTo>
                    <a:pt x="1328952" y="2322261"/>
                  </a:lnTo>
                  <a:lnTo>
                    <a:pt x="1320632" y="2315091"/>
                  </a:lnTo>
                  <a:lnTo>
                    <a:pt x="1314772" y="2312716"/>
                  </a:lnTo>
                  <a:lnTo>
                    <a:pt x="1310209" y="2308182"/>
                  </a:lnTo>
                  <a:lnTo>
                    <a:pt x="1304685" y="2306347"/>
                  </a:lnTo>
                  <a:lnTo>
                    <a:pt x="1299972" y="2306817"/>
                  </a:lnTo>
                  <a:lnTo>
                    <a:pt x="1291993" y="2304175"/>
                  </a:lnTo>
                  <a:lnTo>
                    <a:pt x="1291466" y="2298009"/>
                  </a:lnTo>
                  <a:lnTo>
                    <a:pt x="1289254" y="2293392"/>
                  </a:lnTo>
                  <a:lnTo>
                    <a:pt x="1283011" y="2287943"/>
                  </a:lnTo>
                  <a:lnTo>
                    <a:pt x="1253183" y="2277649"/>
                  </a:lnTo>
                  <a:lnTo>
                    <a:pt x="1253002" y="2281910"/>
                  </a:lnTo>
                  <a:lnTo>
                    <a:pt x="1255069" y="2285117"/>
                  </a:lnTo>
                  <a:lnTo>
                    <a:pt x="1259353" y="2287251"/>
                  </a:lnTo>
                  <a:lnTo>
                    <a:pt x="1264480" y="2291404"/>
                  </a:lnTo>
                  <a:lnTo>
                    <a:pt x="1264433" y="2303705"/>
                  </a:lnTo>
                  <a:lnTo>
                    <a:pt x="1262216" y="2308912"/>
                  </a:lnTo>
                  <a:lnTo>
                    <a:pt x="1261265" y="2316330"/>
                  </a:lnTo>
                  <a:lnTo>
                    <a:pt x="1259291" y="2323868"/>
                  </a:lnTo>
                  <a:lnTo>
                    <a:pt x="1255643" y="2329811"/>
                  </a:lnTo>
                  <a:lnTo>
                    <a:pt x="1247499" y="2333863"/>
                  </a:lnTo>
                  <a:lnTo>
                    <a:pt x="1243907" y="2330472"/>
                  </a:lnTo>
                  <a:lnTo>
                    <a:pt x="1238099" y="2314240"/>
                  </a:lnTo>
                  <a:lnTo>
                    <a:pt x="1229887" y="2309128"/>
                  </a:lnTo>
                  <a:lnTo>
                    <a:pt x="1216839" y="2308525"/>
                  </a:lnTo>
                  <a:lnTo>
                    <a:pt x="1207976" y="2312195"/>
                  </a:lnTo>
                  <a:lnTo>
                    <a:pt x="1198317" y="2327919"/>
                  </a:lnTo>
                  <a:lnTo>
                    <a:pt x="1190535" y="2330491"/>
                  </a:lnTo>
                  <a:lnTo>
                    <a:pt x="1163895" y="2322343"/>
                  </a:lnTo>
                  <a:lnTo>
                    <a:pt x="1133478" y="2309928"/>
                  </a:lnTo>
                  <a:lnTo>
                    <a:pt x="1134263" y="2305794"/>
                  </a:lnTo>
                  <a:lnTo>
                    <a:pt x="1139049" y="2304467"/>
                  </a:lnTo>
                  <a:lnTo>
                    <a:pt x="1148227" y="2306163"/>
                  </a:lnTo>
                  <a:lnTo>
                    <a:pt x="1147741" y="2301902"/>
                  </a:lnTo>
                  <a:lnTo>
                    <a:pt x="1138361" y="2288032"/>
                  </a:lnTo>
                  <a:lnTo>
                    <a:pt x="1136641" y="2281771"/>
                  </a:lnTo>
                  <a:lnTo>
                    <a:pt x="1137850" y="2274131"/>
                  </a:lnTo>
                  <a:lnTo>
                    <a:pt x="1134791" y="2274303"/>
                  </a:lnTo>
                  <a:lnTo>
                    <a:pt x="1129158" y="2280717"/>
                  </a:lnTo>
                  <a:lnTo>
                    <a:pt x="1109763" y="2275281"/>
                  </a:lnTo>
                  <a:lnTo>
                    <a:pt x="1104410" y="2268784"/>
                  </a:lnTo>
                  <a:lnTo>
                    <a:pt x="1093015" y="2250476"/>
                  </a:lnTo>
                  <a:lnTo>
                    <a:pt x="1076933" y="2249879"/>
                  </a:lnTo>
                  <a:lnTo>
                    <a:pt x="1069657" y="2238779"/>
                  </a:lnTo>
                  <a:lnTo>
                    <a:pt x="1056515" y="2243427"/>
                  </a:lnTo>
                  <a:lnTo>
                    <a:pt x="1049859" y="2248571"/>
                  </a:lnTo>
                  <a:lnTo>
                    <a:pt x="1044009" y="2256541"/>
                  </a:lnTo>
                  <a:lnTo>
                    <a:pt x="1046288" y="2260675"/>
                  </a:lnTo>
                  <a:lnTo>
                    <a:pt x="1052117" y="2267241"/>
                  </a:lnTo>
                  <a:lnTo>
                    <a:pt x="1049456" y="2270410"/>
                  </a:lnTo>
                  <a:lnTo>
                    <a:pt x="1030744" y="2275090"/>
                  </a:lnTo>
                  <a:lnTo>
                    <a:pt x="987304" y="2269857"/>
                  </a:lnTo>
                  <a:lnTo>
                    <a:pt x="974601" y="2264968"/>
                  </a:lnTo>
                  <a:lnTo>
                    <a:pt x="957553" y="2254629"/>
                  </a:lnTo>
                  <a:lnTo>
                    <a:pt x="933921" y="2246202"/>
                  </a:lnTo>
                  <a:lnTo>
                    <a:pt x="922542" y="2244843"/>
                  </a:lnTo>
                  <a:lnTo>
                    <a:pt x="911400" y="2246513"/>
                  </a:lnTo>
                  <a:lnTo>
                    <a:pt x="878978" y="2247377"/>
                  </a:lnTo>
                  <a:lnTo>
                    <a:pt x="871454" y="2249619"/>
                  </a:lnTo>
                  <a:lnTo>
                    <a:pt x="865046" y="2253200"/>
                  </a:lnTo>
                  <a:lnTo>
                    <a:pt x="860891" y="2249238"/>
                  </a:lnTo>
                  <a:lnTo>
                    <a:pt x="858968" y="2242163"/>
                  </a:lnTo>
                  <a:lnTo>
                    <a:pt x="862731" y="2241014"/>
                  </a:lnTo>
                  <a:lnTo>
                    <a:pt x="866916" y="2236854"/>
                  </a:lnTo>
                  <a:lnTo>
                    <a:pt x="870694" y="2228631"/>
                  </a:lnTo>
                  <a:lnTo>
                    <a:pt x="871123" y="2223658"/>
                  </a:lnTo>
                  <a:lnTo>
                    <a:pt x="868482" y="2220413"/>
                  </a:lnTo>
                  <a:lnTo>
                    <a:pt x="863459" y="2220089"/>
                  </a:lnTo>
                  <a:lnTo>
                    <a:pt x="852364" y="2241516"/>
                  </a:lnTo>
                  <a:lnTo>
                    <a:pt x="858705" y="2253524"/>
                  </a:lnTo>
                  <a:lnTo>
                    <a:pt x="858271" y="2257855"/>
                  </a:lnTo>
                  <a:lnTo>
                    <a:pt x="836132" y="2260319"/>
                  </a:lnTo>
                  <a:lnTo>
                    <a:pt x="785881" y="2284495"/>
                  </a:lnTo>
                  <a:lnTo>
                    <a:pt x="766285" y="2297532"/>
                  </a:lnTo>
                  <a:lnTo>
                    <a:pt x="767288" y="2293144"/>
                  </a:lnTo>
                  <a:lnTo>
                    <a:pt x="790982" y="2276246"/>
                  </a:lnTo>
                  <a:lnTo>
                    <a:pt x="782615" y="2273661"/>
                  </a:lnTo>
                  <a:lnTo>
                    <a:pt x="769143" y="2277884"/>
                  </a:lnTo>
                  <a:lnTo>
                    <a:pt x="764311" y="2276259"/>
                  </a:lnTo>
                  <a:lnTo>
                    <a:pt x="770016" y="2262288"/>
                  </a:lnTo>
                  <a:lnTo>
                    <a:pt x="768156" y="2249968"/>
                  </a:lnTo>
                  <a:lnTo>
                    <a:pt x="758591" y="2249631"/>
                  </a:lnTo>
                  <a:lnTo>
                    <a:pt x="752498" y="2259468"/>
                  </a:lnTo>
                  <a:lnTo>
                    <a:pt x="748265" y="2259049"/>
                  </a:lnTo>
                  <a:lnTo>
                    <a:pt x="742720" y="2254832"/>
                  </a:lnTo>
                  <a:lnTo>
                    <a:pt x="738426" y="2256166"/>
                  </a:lnTo>
                  <a:lnTo>
                    <a:pt x="741604" y="2278456"/>
                  </a:lnTo>
                  <a:lnTo>
                    <a:pt x="747630" y="2287626"/>
                  </a:lnTo>
                  <a:lnTo>
                    <a:pt x="752668" y="2299317"/>
                  </a:lnTo>
                  <a:lnTo>
                    <a:pt x="738907" y="2313764"/>
                  </a:lnTo>
                  <a:lnTo>
                    <a:pt x="726127" y="2325684"/>
                  </a:lnTo>
                  <a:lnTo>
                    <a:pt x="724742" y="2337203"/>
                  </a:lnTo>
                  <a:lnTo>
                    <a:pt x="711900" y="2352209"/>
                  </a:lnTo>
                  <a:lnTo>
                    <a:pt x="699818" y="2360719"/>
                  </a:lnTo>
                  <a:lnTo>
                    <a:pt x="671432" y="2380723"/>
                  </a:lnTo>
                  <a:lnTo>
                    <a:pt x="663334" y="2385003"/>
                  </a:lnTo>
                  <a:lnTo>
                    <a:pt x="650523" y="2394287"/>
                  </a:lnTo>
                  <a:lnTo>
                    <a:pt x="632849" y="2401247"/>
                  </a:lnTo>
                  <a:lnTo>
                    <a:pt x="615904" y="2412297"/>
                  </a:lnTo>
                  <a:lnTo>
                    <a:pt x="610189" y="2413973"/>
                  </a:lnTo>
                  <a:lnTo>
                    <a:pt x="621010" y="2404619"/>
                  </a:lnTo>
                  <a:lnTo>
                    <a:pt x="633842" y="2395379"/>
                  </a:lnTo>
                  <a:lnTo>
                    <a:pt x="622834" y="2396643"/>
                  </a:lnTo>
                  <a:lnTo>
                    <a:pt x="605869" y="2392363"/>
                  </a:lnTo>
                  <a:lnTo>
                    <a:pt x="595487" y="2392115"/>
                  </a:lnTo>
                  <a:lnTo>
                    <a:pt x="595414" y="2395487"/>
                  </a:lnTo>
                  <a:lnTo>
                    <a:pt x="587518" y="2400250"/>
                  </a:lnTo>
                  <a:lnTo>
                    <a:pt x="579338" y="2393252"/>
                  </a:lnTo>
                  <a:lnTo>
                    <a:pt x="575772" y="2388546"/>
                  </a:lnTo>
                  <a:lnTo>
                    <a:pt x="574082" y="2384482"/>
                  </a:lnTo>
                  <a:lnTo>
                    <a:pt x="570609" y="2383498"/>
                  </a:lnTo>
                  <a:lnTo>
                    <a:pt x="567271" y="2385384"/>
                  </a:lnTo>
                  <a:lnTo>
                    <a:pt x="579482" y="2414005"/>
                  </a:lnTo>
                  <a:lnTo>
                    <a:pt x="584686" y="2415243"/>
                  </a:lnTo>
                  <a:lnTo>
                    <a:pt x="590443" y="2418088"/>
                  </a:lnTo>
                  <a:lnTo>
                    <a:pt x="583275" y="2424756"/>
                  </a:lnTo>
                  <a:lnTo>
                    <a:pt x="575560" y="2429817"/>
                  </a:lnTo>
                  <a:lnTo>
                    <a:pt x="563426" y="2433177"/>
                  </a:lnTo>
                  <a:lnTo>
                    <a:pt x="553142" y="2422730"/>
                  </a:lnTo>
                  <a:lnTo>
                    <a:pt x="550915" y="2435838"/>
                  </a:lnTo>
                  <a:lnTo>
                    <a:pt x="549613" y="2448926"/>
                  </a:lnTo>
                  <a:lnTo>
                    <a:pt x="546161" y="2452285"/>
                  </a:lnTo>
                  <a:lnTo>
                    <a:pt x="540647" y="2457073"/>
                  </a:lnTo>
                  <a:lnTo>
                    <a:pt x="537655" y="2453460"/>
                  </a:lnTo>
                  <a:lnTo>
                    <a:pt x="536234" y="2448399"/>
                  </a:lnTo>
                  <a:lnTo>
                    <a:pt x="532704" y="2452914"/>
                  </a:lnTo>
                  <a:lnTo>
                    <a:pt x="527536" y="2456305"/>
                  </a:lnTo>
                  <a:lnTo>
                    <a:pt x="519010" y="2456984"/>
                  </a:lnTo>
                  <a:lnTo>
                    <a:pt x="512612" y="2458794"/>
                  </a:lnTo>
                  <a:lnTo>
                    <a:pt x="512762" y="2464217"/>
                  </a:lnTo>
                  <a:lnTo>
                    <a:pt x="514224" y="2469666"/>
                  </a:lnTo>
                  <a:lnTo>
                    <a:pt x="525542" y="2465361"/>
                  </a:lnTo>
                  <a:lnTo>
                    <a:pt x="521438" y="2479376"/>
                  </a:lnTo>
                  <a:lnTo>
                    <a:pt x="511031" y="2493226"/>
                  </a:lnTo>
                  <a:lnTo>
                    <a:pt x="502550" y="2496497"/>
                  </a:lnTo>
                  <a:lnTo>
                    <a:pt x="489579" y="2494471"/>
                  </a:lnTo>
                  <a:lnTo>
                    <a:pt x="486375" y="2495861"/>
                  </a:lnTo>
                  <a:lnTo>
                    <a:pt x="483507" y="2498738"/>
                  </a:lnTo>
                  <a:lnTo>
                    <a:pt x="498618" y="2520406"/>
                  </a:lnTo>
                  <a:lnTo>
                    <a:pt x="488908" y="2553085"/>
                  </a:lnTo>
                  <a:lnTo>
                    <a:pt x="482701" y="2564928"/>
                  </a:lnTo>
                  <a:lnTo>
                    <a:pt x="478396" y="2566446"/>
                  </a:lnTo>
                  <a:lnTo>
                    <a:pt x="473730" y="2566789"/>
                  </a:lnTo>
                  <a:lnTo>
                    <a:pt x="456981" y="2556260"/>
                  </a:lnTo>
                  <a:lnTo>
                    <a:pt x="447845" y="2548119"/>
                  </a:lnTo>
                  <a:lnTo>
                    <a:pt x="455896" y="2570275"/>
                  </a:lnTo>
                  <a:lnTo>
                    <a:pt x="477833" y="2576746"/>
                  </a:lnTo>
                  <a:lnTo>
                    <a:pt x="478955" y="2585129"/>
                  </a:lnTo>
                  <a:lnTo>
                    <a:pt x="478831" y="2592292"/>
                  </a:lnTo>
                  <a:lnTo>
                    <a:pt x="474510" y="2600700"/>
                  </a:lnTo>
                  <a:lnTo>
                    <a:pt x="470469" y="2611870"/>
                  </a:lnTo>
                  <a:lnTo>
                    <a:pt x="473451" y="2619650"/>
                  </a:lnTo>
                  <a:lnTo>
                    <a:pt x="476913" y="2638885"/>
                  </a:lnTo>
                  <a:lnTo>
                    <a:pt x="479874" y="2647712"/>
                  </a:lnTo>
                  <a:lnTo>
                    <a:pt x="483130" y="2674492"/>
                  </a:lnTo>
                  <a:lnTo>
                    <a:pt x="486592" y="2686106"/>
                  </a:lnTo>
                  <a:lnTo>
                    <a:pt x="506535" y="2728851"/>
                  </a:lnTo>
                  <a:lnTo>
                    <a:pt x="513258" y="2729181"/>
                  </a:lnTo>
                  <a:lnTo>
                    <a:pt x="514338" y="2733811"/>
                  </a:lnTo>
                  <a:lnTo>
                    <a:pt x="513697" y="2742688"/>
                  </a:lnTo>
                  <a:lnTo>
                    <a:pt x="499352" y="2745273"/>
                  </a:lnTo>
                  <a:lnTo>
                    <a:pt x="493331" y="2749229"/>
                  </a:lnTo>
                  <a:lnTo>
                    <a:pt x="492158" y="2752665"/>
                  </a:lnTo>
                  <a:lnTo>
                    <a:pt x="491269" y="2754519"/>
                  </a:lnTo>
                  <a:lnTo>
                    <a:pt x="489419" y="2754348"/>
                  </a:lnTo>
                  <a:lnTo>
                    <a:pt x="482577" y="2751877"/>
                  </a:lnTo>
                  <a:lnTo>
                    <a:pt x="467022" y="2739735"/>
                  </a:lnTo>
                  <a:lnTo>
                    <a:pt x="444357" y="2732210"/>
                  </a:lnTo>
                  <a:lnTo>
                    <a:pt x="414575" y="2729295"/>
                  </a:lnTo>
                  <a:lnTo>
                    <a:pt x="394230" y="2723218"/>
                  </a:lnTo>
                  <a:lnTo>
                    <a:pt x="383321" y="2713959"/>
                  </a:lnTo>
                  <a:lnTo>
                    <a:pt x="371916" y="2708473"/>
                  </a:lnTo>
                  <a:lnTo>
                    <a:pt x="360019" y="2706745"/>
                  </a:lnTo>
                  <a:lnTo>
                    <a:pt x="350165" y="2701722"/>
                  </a:lnTo>
                  <a:lnTo>
                    <a:pt x="342351" y="2693403"/>
                  </a:lnTo>
                  <a:lnTo>
                    <a:pt x="330925" y="2688094"/>
                  </a:lnTo>
                  <a:lnTo>
                    <a:pt x="315887" y="2685789"/>
                  </a:lnTo>
                  <a:lnTo>
                    <a:pt x="306099" y="2679553"/>
                  </a:lnTo>
                  <a:lnTo>
                    <a:pt x="299293" y="2664306"/>
                  </a:lnTo>
                  <a:lnTo>
                    <a:pt x="299262" y="2664077"/>
                  </a:lnTo>
                  <a:lnTo>
                    <a:pt x="293170" y="2638586"/>
                  </a:lnTo>
                  <a:lnTo>
                    <a:pt x="285496" y="2622615"/>
                  </a:lnTo>
                  <a:lnTo>
                    <a:pt x="270561" y="2602853"/>
                  </a:lnTo>
                  <a:lnTo>
                    <a:pt x="269186" y="2600249"/>
                  </a:lnTo>
                  <a:lnTo>
                    <a:pt x="269062" y="2596998"/>
                  </a:lnTo>
                  <a:lnTo>
                    <a:pt x="270912" y="2585497"/>
                  </a:lnTo>
                  <a:lnTo>
                    <a:pt x="269336" y="2577229"/>
                  </a:lnTo>
                  <a:lnTo>
                    <a:pt x="264608" y="2570491"/>
                  </a:lnTo>
                  <a:lnTo>
                    <a:pt x="263522" y="2563360"/>
                  </a:lnTo>
                  <a:lnTo>
                    <a:pt x="266086" y="2555854"/>
                  </a:lnTo>
                  <a:lnTo>
                    <a:pt x="266251" y="2546836"/>
                  </a:lnTo>
                  <a:lnTo>
                    <a:pt x="264024" y="2536307"/>
                  </a:lnTo>
                  <a:lnTo>
                    <a:pt x="254500" y="2524921"/>
                  </a:lnTo>
                  <a:lnTo>
                    <a:pt x="237679" y="2512690"/>
                  </a:lnTo>
                  <a:lnTo>
                    <a:pt x="223349" y="2494826"/>
                  </a:lnTo>
                  <a:lnTo>
                    <a:pt x="211520" y="2471343"/>
                  </a:lnTo>
                  <a:lnTo>
                    <a:pt x="199820" y="2455073"/>
                  </a:lnTo>
                  <a:lnTo>
                    <a:pt x="188249" y="2446011"/>
                  </a:lnTo>
                  <a:lnTo>
                    <a:pt x="180338" y="2434949"/>
                  </a:lnTo>
                  <a:lnTo>
                    <a:pt x="176079" y="2421886"/>
                  </a:lnTo>
                  <a:lnTo>
                    <a:pt x="174824" y="2414303"/>
                  </a:lnTo>
                  <a:lnTo>
                    <a:pt x="176560" y="2412208"/>
                  </a:lnTo>
                  <a:lnTo>
                    <a:pt x="169449" y="2397684"/>
                  </a:lnTo>
                  <a:lnTo>
                    <a:pt x="153491" y="2370746"/>
                  </a:lnTo>
                  <a:lnTo>
                    <a:pt x="144324" y="2351047"/>
                  </a:lnTo>
                  <a:lnTo>
                    <a:pt x="141962" y="2338594"/>
                  </a:lnTo>
                  <a:lnTo>
                    <a:pt x="131807" y="2323772"/>
                  </a:lnTo>
                  <a:lnTo>
                    <a:pt x="113865" y="2306582"/>
                  </a:lnTo>
                  <a:lnTo>
                    <a:pt x="104108" y="2295399"/>
                  </a:lnTo>
                  <a:lnTo>
                    <a:pt x="101711" y="2287632"/>
                  </a:lnTo>
                  <a:lnTo>
                    <a:pt x="73712" y="2265044"/>
                  </a:lnTo>
                  <a:lnTo>
                    <a:pt x="65578" y="2250933"/>
                  </a:lnTo>
                  <a:lnTo>
                    <a:pt x="59227" y="2246475"/>
                  </a:lnTo>
                  <a:lnTo>
                    <a:pt x="51935" y="2246958"/>
                  </a:lnTo>
                  <a:lnTo>
                    <a:pt x="48194" y="2245605"/>
                  </a:lnTo>
                  <a:lnTo>
                    <a:pt x="48008" y="2242417"/>
                  </a:lnTo>
                  <a:lnTo>
                    <a:pt x="45646" y="2242265"/>
                  </a:lnTo>
                  <a:lnTo>
                    <a:pt x="41104" y="2245161"/>
                  </a:lnTo>
                  <a:lnTo>
                    <a:pt x="26210" y="2245745"/>
                  </a:lnTo>
                  <a:lnTo>
                    <a:pt x="961" y="2244024"/>
                  </a:lnTo>
                  <a:lnTo>
                    <a:pt x="0" y="2243821"/>
                  </a:lnTo>
                  <a:lnTo>
                    <a:pt x="0" y="0"/>
                  </a:lnTo>
                  <a:lnTo>
                    <a:pt x="1773799" y="0"/>
                  </a:lnTo>
                  <a:lnTo>
                    <a:pt x="1791779" y="9112"/>
                  </a:lnTo>
                  <a:lnTo>
                    <a:pt x="1812321" y="19521"/>
                  </a:lnTo>
                  <a:lnTo>
                    <a:pt x="1817499" y="36825"/>
                  </a:lnTo>
                  <a:lnTo>
                    <a:pt x="1822542" y="53673"/>
                  </a:lnTo>
                  <a:lnTo>
                    <a:pt x="1834568" y="65904"/>
                  </a:lnTo>
                  <a:lnTo>
                    <a:pt x="1845575" y="77074"/>
                  </a:lnTo>
                  <a:lnTo>
                    <a:pt x="1851947" y="76490"/>
                  </a:lnTo>
                  <a:lnTo>
                    <a:pt x="1858412" y="71772"/>
                  </a:lnTo>
                  <a:lnTo>
                    <a:pt x="1862515" y="69498"/>
                  </a:lnTo>
                  <a:lnTo>
                    <a:pt x="1869393" y="69123"/>
                  </a:lnTo>
                  <a:lnTo>
                    <a:pt x="1884690" y="65085"/>
                  </a:lnTo>
                  <a:lnTo>
                    <a:pt x="1889211" y="65967"/>
                  </a:lnTo>
                  <a:lnTo>
                    <a:pt x="1891780" y="67987"/>
                  </a:lnTo>
                  <a:lnTo>
                    <a:pt x="1891992" y="71149"/>
                  </a:lnTo>
                  <a:lnTo>
                    <a:pt x="1891470" y="73664"/>
                  </a:lnTo>
                  <a:lnTo>
                    <a:pt x="1889103" y="78713"/>
                  </a:lnTo>
                  <a:lnTo>
                    <a:pt x="1892839" y="88333"/>
                  </a:lnTo>
                  <a:lnTo>
                    <a:pt x="1893625" y="99021"/>
                  </a:lnTo>
                  <a:lnTo>
                    <a:pt x="1895676" y="107099"/>
                  </a:lnTo>
                  <a:lnTo>
                    <a:pt x="1901939" y="117437"/>
                  </a:lnTo>
                  <a:lnTo>
                    <a:pt x="1907381" y="125515"/>
                  </a:lnTo>
                  <a:lnTo>
                    <a:pt x="1914233" y="127077"/>
                  </a:lnTo>
                  <a:lnTo>
                    <a:pt x="1930093" y="122372"/>
                  </a:lnTo>
                  <a:lnTo>
                    <a:pt x="1940031" y="120593"/>
                  </a:lnTo>
                  <a:lnTo>
                    <a:pt x="1945674" y="121362"/>
                  </a:lnTo>
                  <a:lnTo>
                    <a:pt x="1955327" y="128925"/>
                  </a:lnTo>
                  <a:lnTo>
                    <a:pt x="1960050" y="133472"/>
                  </a:lnTo>
                  <a:lnTo>
                    <a:pt x="1961177" y="137250"/>
                  </a:lnTo>
                  <a:lnTo>
                    <a:pt x="1948139" y="160340"/>
                  </a:lnTo>
                  <a:lnTo>
                    <a:pt x="1968815" y="171797"/>
                  </a:lnTo>
                  <a:lnTo>
                    <a:pt x="1991889" y="184320"/>
                  </a:lnTo>
                  <a:lnTo>
                    <a:pt x="2019402" y="199249"/>
                  </a:lnTo>
                  <a:lnTo>
                    <a:pt x="2036223" y="208388"/>
                  </a:lnTo>
                  <a:lnTo>
                    <a:pt x="2058377" y="221438"/>
                  </a:lnTo>
                  <a:lnTo>
                    <a:pt x="2062170" y="240032"/>
                  </a:lnTo>
                  <a:lnTo>
                    <a:pt x="2065364" y="255723"/>
                  </a:lnTo>
                  <a:lnTo>
                    <a:pt x="2069436" y="277600"/>
                  </a:lnTo>
                  <a:lnTo>
                    <a:pt x="2073585" y="299916"/>
                  </a:lnTo>
                  <a:lnTo>
                    <a:pt x="2077725" y="322148"/>
                  </a:lnTo>
                  <a:lnTo>
                    <a:pt x="2082112" y="345746"/>
                  </a:lnTo>
                  <a:lnTo>
                    <a:pt x="2086934" y="371669"/>
                  </a:lnTo>
                  <a:lnTo>
                    <a:pt x="2091218" y="394676"/>
                  </a:lnTo>
                  <a:lnTo>
                    <a:pt x="2095894" y="419792"/>
                  </a:lnTo>
                  <a:lnTo>
                    <a:pt x="2102111" y="452477"/>
                  </a:lnTo>
                  <a:lnTo>
                    <a:pt x="2096551" y="465070"/>
                  </a:lnTo>
                  <a:lnTo>
                    <a:pt x="2084443" y="492491"/>
                  </a:lnTo>
                  <a:lnTo>
                    <a:pt x="2073498" y="517277"/>
                  </a:lnTo>
                  <a:lnTo>
                    <a:pt x="2072541" y="524465"/>
                  </a:lnTo>
                  <a:lnTo>
                    <a:pt x="2065017" y="560606"/>
                  </a:lnTo>
                  <a:lnTo>
                    <a:pt x="2058987" y="575535"/>
                  </a:lnTo>
                  <a:lnTo>
                    <a:pt x="2048424" y="584204"/>
                  </a:lnTo>
                  <a:lnTo>
                    <a:pt x="2037938" y="592605"/>
                  </a:lnTo>
                  <a:lnTo>
                    <a:pt x="2024859" y="606684"/>
                  </a:lnTo>
                  <a:lnTo>
                    <a:pt x="2010472" y="613638"/>
                  </a:lnTo>
                  <a:lnTo>
                    <a:pt x="2003123" y="617727"/>
                  </a:lnTo>
                  <a:lnTo>
                    <a:pt x="1999273" y="624179"/>
                  </a:lnTo>
                  <a:lnTo>
                    <a:pt x="1995026" y="638322"/>
                  </a:lnTo>
                  <a:lnTo>
                    <a:pt x="1995842" y="659919"/>
                  </a:lnTo>
                  <a:lnTo>
                    <a:pt x="2007692" y="678507"/>
                  </a:lnTo>
                  <a:lnTo>
                    <a:pt x="2025024" y="688902"/>
                  </a:lnTo>
                  <a:lnTo>
                    <a:pt x="2043669" y="699025"/>
                  </a:lnTo>
                  <a:lnTo>
                    <a:pt x="2070232" y="699069"/>
                  </a:lnTo>
                  <a:lnTo>
                    <a:pt x="2094122" y="685562"/>
                  </a:lnTo>
                  <a:lnTo>
                    <a:pt x="2119433" y="671255"/>
                  </a:lnTo>
                  <a:lnTo>
                    <a:pt x="2142001" y="658497"/>
                  </a:lnTo>
                  <a:lnTo>
                    <a:pt x="2168842" y="643326"/>
                  </a:lnTo>
                  <a:lnTo>
                    <a:pt x="2193151" y="629577"/>
                  </a:lnTo>
                  <a:lnTo>
                    <a:pt x="2219548" y="624637"/>
                  </a:lnTo>
                  <a:lnTo>
                    <a:pt x="2256125" y="617797"/>
                  </a:lnTo>
                  <a:lnTo>
                    <a:pt x="2302169" y="609180"/>
                  </a:lnTo>
                  <a:lnTo>
                    <a:pt x="2324587" y="599368"/>
                  </a:lnTo>
                  <a:lnTo>
                    <a:pt x="2353557" y="586687"/>
                  </a:lnTo>
                  <a:lnTo>
                    <a:pt x="2386977" y="572055"/>
                  </a:lnTo>
                  <a:lnTo>
                    <a:pt x="2415818" y="559431"/>
                  </a:lnTo>
                  <a:lnTo>
                    <a:pt x="2430319" y="552433"/>
                  </a:lnTo>
                  <a:lnTo>
                    <a:pt x="2440633" y="544450"/>
                  </a:lnTo>
                  <a:lnTo>
                    <a:pt x="2443191" y="538544"/>
                  </a:lnTo>
                  <a:lnTo>
                    <a:pt x="2442582" y="535153"/>
                  </a:lnTo>
                  <a:lnTo>
                    <a:pt x="2439920" y="531756"/>
                  </a:lnTo>
                  <a:lnTo>
                    <a:pt x="2436241" y="529247"/>
                  </a:lnTo>
                  <a:lnTo>
                    <a:pt x="2432970" y="527114"/>
                  </a:lnTo>
                  <a:lnTo>
                    <a:pt x="2431435" y="524472"/>
                  </a:lnTo>
                  <a:lnTo>
                    <a:pt x="2431130" y="518693"/>
                  </a:lnTo>
                  <a:lnTo>
                    <a:pt x="2429125" y="515372"/>
                  </a:lnTo>
                  <a:lnTo>
                    <a:pt x="2427213" y="512927"/>
                  </a:lnTo>
                  <a:lnTo>
                    <a:pt x="2427936" y="490561"/>
                  </a:lnTo>
                  <a:lnTo>
                    <a:pt x="2425414" y="483626"/>
                  </a:lnTo>
                  <a:lnTo>
                    <a:pt x="2416014" y="466048"/>
                  </a:lnTo>
                  <a:lnTo>
                    <a:pt x="2433941" y="458167"/>
                  </a:lnTo>
                  <a:lnTo>
                    <a:pt x="2450550" y="450858"/>
                  </a:lnTo>
                  <a:lnTo>
                    <a:pt x="2463795" y="445448"/>
                  </a:lnTo>
                  <a:lnTo>
                    <a:pt x="2491541" y="444597"/>
                  </a:lnTo>
                  <a:lnTo>
                    <a:pt x="2517307" y="444705"/>
                  </a:lnTo>
                  <a:lnTo>
                    <a:pt x="2552820" y="444851"/>
                  </a:lnTo>
                  <a:lnTo>
                    <a:pt x="2582741" y="444971"/>
                  </a:lnTo>
                  <a:lnTo>
                    <a:pt x="2617649" y="445117"/>
                  </a:lnTo>
                  <a:lnTo>
                    <a:pt x="2638113" y="445200"/>
                  </a:lnTo>
                  <a:lnTo>
                    <a:pt x="2664928" y="444946"/>
                  </a:lnTo>
                  <a:lnTo>
                    <a:pt x="2677997" y="424656"/>
                  </a:lnTo>
                  <a:lnTo>
                    <a:pt x="2689676" y="406513"/>
                  </a:lnTo>
                  <a:lnTo>
                    <a:pt x="2702539" y="389177"/>
                  </a:lnTo>
                  <a:lnTo>
                    <a:pt x="2725406" y="368824"/>
                  </a:lnTo>
                  <a:lnTo>
                    <a:pt x="2732047" y="365166"/>
                  </a:lnTo>
                  <a:lnTo>
                    <a:pt x="2735710" y="357139"/>
                  </a:lnTo>
                  <a:lnTo>
                    <a:pt x="2749570" y="349512"/>
                  </a:lnTo>
                  <a:lnTo>
                    <a:pt x="2764841" y="342438"/>
                  </a:lnTo>
                  <a:lnTo>
                    <a:pt x="2770830" y="335802"/>
                  </a:lnTo>
                  <a:lnTo>
                    <a:pt x="2773729" y="332023"/>
                  </a:lnTo>
                  <a:lnTo>
                    <a:pt x="2815076" y="296232"/>
                  </a:lnTo>
                  <a:lnTo>
                    <a:pt x="2838559" y="279702"/>
                  </a:lnTo>
                  <a:lnTo>
                    <a:pt x="2857953" y="270501"/>
                  </a:lnTo>
                  <a:lnTo>
                    <a:pt x="2872717" y="266106"/>
                  </a:lnTo>
                  <a:lnTo>
                    <a:pt x="2882686" y="266735"/>
                  </a:lnTo>
                  <a:lnTo>
                    <a:pt x="2888355" y="2661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8" name="pg3868"/>
            <p:cNvSpPr/>
            <p:nvPr/>
          </p:nvSpPr>
          <p:spPr>
            <a:xfrm>
              <a:off x="5192267" y="3307053"/>
              <a:ext cx="225302" cy="75760"/>
            </a:xfrm>
            <a:custGeom>
              <a:avLst/>
              <a:gdLst/>
              <a:ahLst/>
              <a:cxnLst/>
              <a:rect l="0" t="0" r="0" b="0"/>
              <a:pathLst>
                <a:path w="225302" h="75760">
                  <a:moveTo>
                    <a:pt x="153584" y="30132"/>
                  </a:moveTo>
                  <a:lnTo>
                    <a:pt x="160385" y="30983"/>
                  </a:lnTo>
                  <a:lnTo>
                    <a:pt x="166235" y="28513"/>
                  </a:lnTo>
                  <a:lnTo>
                    <a:pt x="171775" y="23521"/>
                  </a:lnTo>
                  <a:lnTo>
                    <a:pt x="184637" y="16771"/>
                  </a:lnTo>
                  <a:lnTo>
                    <a:pt x="195598" y="13818"/>
                  </a:lnTo>
                  <a:lnTo>
                    <a:pt x="199050" y="13208"/>
                  </a:lnTo>
                  <a:lnTo>
                    <a:pt x="204275" y="17946"/>
                  </a:lnTo>
                  <a:lnTo>
                    <a:pt x="214641" y="14142"/>
                  </a:lnTo>
                  <a:lnTo>
                    <a:pt x="225302" y="12008"/>
                  </a:lnTo>
                  <a:lnTo>
                    <a:pt x="179185" y="33669"/>
                  </a:lnTo>
                  <a:lnTo>
                    <a:pt x="169754" y="36108"/>
                  </a:lnTo>
                  <a:lnTo>
                    <a:pt x="156261" y="42560"/>
                  </a:lnTo>
                  <a:lnTo>
                    <a:pt x="143507" y="47132"/>
                  </a:lnTo>
                  <a:lnTo>
                    <a:pt x="134324" y="48796"/>
                  </a:lnTo>
                  <a:lnTo>
                    <a:pt x="88662" y="64875"/>
                  </a:lnTo>
                  <a:lnTo>
                    <a:pt x="85040" y="65224"/>
                  </a:lnTo>
                  <a:lnTo>
                    <a:pt x="81122" y="63656"/>
                  </a:lnTo>
                  <a:lnTo>
                    <a:pt x="43512" y="71937"/>
                  </a:lnTo>
                  <a:lnTo>
                    <a:pt x="28076" y="72870"/>
                  </a:lnTo>
                  <a:lnTo>
                    <a:pt x="14020" y="75760"/>
                  </a:lnTo>
                  <a:lnTo>
                    <a:pt x="24417" y="69092"/>
                  </a:lnTo>
                  <a:lnTo>
                    <a:pt x="24644" y="66596"/>
                  </a:lnTo>
                  <a:lnTo>
                    <a:pt x="22159" y="64646"/>
                  </a:lnTo>
                  <a:lnTo>
                    <a:pt x="16598" y="65212"/>
                  </a:lnTo>
                  <a:lnTo>
                    <a:pt x="10903" y="72076"/>
                  </a:lnTo>
                  <a:lnTo>
                    <a:pt x="1813" y="74369"/>
                  </a:lnTo>
                  <a:lnTo>
                    <a:pt x="0" y="66895"/>
                  </a:lnTo>
                  <a:lnTo>
                    <a:pt x="3033" y="61109"/>
                  </a:lnTo>
                  <a:lnTo>
                    <a:pt x="7141" y="55623"/>
                  </a:lnTo>
                  <a:lnTo>
                    <a:pt x="16169" y="46999"/>
                  </a:lnTo>
                  <a:lnTo>
                    <a:pt x="29083" y="41531"/>
                  </a:lnTo>
                  <a:lnTo>
                    <a:pt x="35646" y="36806"/>
                  </a:lnTo>
                  <a:lnTo>
                    <a:pt x="40194" y="40966"/>
                  </a:lnTo>
                  <a:lnTo>
                    <a:pt x="41191" y="35346"/>
                  </a:lnTo>
                  <a:lnTo>
                    <a:pt x="44690" y="32101"/>
                  </a:lnTo>
                  <a:lnTo>
                    <a:pt x="48493" y="30354"/>
                  </a:lnTo>
                  <a:lnTo>
                    <a:pt x="57640" y="30310"/>
                  </a:lnTo>
                  <a:lnTo>
                    <a:pt x="62565" y="29427"/>
                  </a:lnTo>
                  <a:lnTo>
                    <a:pt x="66126" y="27560"/>
                  </a:lnTo>
                  <a:lnTo>
                    <a:pt x="69779" y="27211"/>
                  </a:lnTo>
                  <a:lnTo>
                    <a:pt x="79784" y="29757"/>
                  </a:lnTo>
                  <a:lnTo>
                    <a:pt x="89556" y="29027"/>
                  </a:lnTo>
                  <a:lnTo>
                    <a:pt x="97447" y="25509"/>
                  </a:lnTo>
                  <a:lnTo>
                    <a:pt x="105648" y="24328"/>
                  </a:lnTo>
                  <a:lnTo>
                    <a:pt x="127343" y="23534"/>
                  </a:lnTo>
                  <a:lnTo>
                    <a:pt x="148902" y="20962"/>
                  </a:lnTo>
                  <a:lnTo>
                    <a:pt x="157522" y="16390"/>
                  </a:lnTo>
                  <a:lnTo>
                    <a:pt x="175630" y="3575"/>
                  </a:lnTo>
                  <a:lnTo>
                    <a:pt x="186048" y="0"/>
                  </a:lnTo>
                  <a:lnTo>
                    <a:pt x="169826" y="14891"/>
                  </a:lnTo>
                  <a:lnTo>
                    <a:pt x="161108" y="217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9" name="pg3869"/>
            <p:cNvSpPr/>
            <p:nvPr/>
          </p:nvSpPr>
          <p:spPr>
            <a:xfrm>
              <a:off x="5787092" y="2877417"/>
              <a:ext cx="23756" cy="26893"/>
            </a:xfrm>
            <a:custGeom>
              <a:avLst/>
              <a:gdLst/>
              <a:ahLst/>
              <a:cxnLst/>
              <a:rect l="0" t="0" r="0" b="0"/>
              <a:pathLst>
                <a:path w="23756" h="26893">
                  <a:moveTo>
                    <a:pt x="17596" y="18663"/>
                  </a:moveTo>
                  <a:lnTo>
                    <a:pt x="10841" y="17558"/>
                  </a:lnTo>
                  <a:lnTo>
                    <a:pt x="10981" y="24423"/>
                  </a:lnTo>
                  <a:lnTo>
                    <a:pt x="10226" y="26893"/>
                  </a:lnTo>
                  <a:lnTo>
                    <a:pt x="2744" y="23363"/>
                  </a:lnTo>
                  <a:lnTo>
                    <a:pt x="0" y="21089"/>
                  </a:lnTo>
                  <a:lnTo>
                    <a:pt x="237" y="11995"/>
                  </a:lnTo>
                  <a:lnTo>
                    <a:pt x="6847" y="3397"/>
                  </a:lnTo>
                  <a:lnTo>
                    <a:pt x="11885" y="0"/>
                  </a:lnTo>
                  <a:lnTo>
                    <a:pt x="18381" y="2355"/>
                  </a:lnTo>
                  <a:lnTo>
                    <a:pt x="23368" y="11983"/>
                  </a:lnTo>
                  <a:lnTo>
                    <a:pt x="23756" y="1612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0" name="pg3870"/>
            <p:cNvSpPr/>
            <p:nvPr/>
          </p:nvSpPr>
          <p:spPr>
            <a:xfrm>
              <a:off x="5170691" y="3371376"/>
              <a:ext cx="17833" cy="18174"/>
            </a:xfrm>
            <a:custGeom>
              <a:avLst/>
              <a:gdLst/>
              <a:ahLst/>
              <a:cxnLst/>
              <a:rect l="0" t="0" r="0" b="0"/>
              <a:pathLst>
                <a:path w="17833" h="18174">
                  <a:moveTo>
                    <a:pt x="0" y="18174"/>
                  </a:moveTo>
                  <a:lnTo>
                    <a:pt x="5048" y="5702"/>
                  </a:lnTo>
                  <a:lnTo>
                    <a:pt x="14330" y="0"/>
                  </a:lnTo>
                  <a:lnTo>
                    <a:pt x="17689" y="1187"/>
                  </a:lnTo>
                  <a:lnTo>
                    <a:pt x="17833" y="5594"/>
                  </a:lnTo>
                  <a:lnTo>
                    <a:pt x="16531" y="9360"/>
                  </a:lnTo>
                  <a:lnTo>
                    <a:pt x="10304" y="15164"/>
                  </a:lnTo>
                  <a:lnTo>
                    <a:pt x="5054" y="176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1" name="pg3871"/>
            <p:cNvSpPr/>
            <p:nvPr/>
          </p:nvSpPr>
          <p:spPr>
            <a:xfrm>
              <a:off x="5531238" y="3267490"/>
              <a:ext cx="33791" cy="16879"/>
            </a:xfrm>
            <a:custGeom>
              <a:avLst/>
              <a:gdLst/>
              <a:ahLst/>
              <a:cxnLst/>
              <a:rect l="0" t="0" r="0" b="0"/>
              <a:pathLst>
                <a:path w="33791" h="16879">
                  <a:moveTo>
                    <a:pt x="4645" y="16879"/>
                  </a:moveTo>
                  <a:lnTo>
                    <a:pt x="0" y="12776"/>
                  </a:lnTo>
                  <a:lnTo>
                    <a:pt x="7270" y="10878"/>
                  </a:lnTo>
                  <a:lnTo>
                    <a:pt x="16454" y="1130"/>
                  </a:lnTo>
                  <a:lnTo>
                    <a:pt x="22562" y="0"/>
                  </a:lnTo>
                  <a:lnTo>
                    <a:pt x="32158" y="5518"/>
                  </a:lnTo>
                  <a:lnTo>
                    <a:pt x="33791" y="1052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2" name="pg3872"/>
            <p:cNvSpPr/>
            <p:nvPr/>
          </p:nvSpPr>
          <p:spPr>
            <a:xfrm>
              <a:off x="5476517" y="3241859"/>
              <a:ext cx="12087" cy="24671"/>
            </a:xfrm>
            <a:custGeom>
              <a:avLst/>
              <a:gdLst/>
              <a:ahLst/>
              <a:cxnLst/>
              <a:rect l="0" t="0" r="0" b="0"/>
              <a:pathLst>
                <a:path w="12087" h="24671">
                  <a:moveTo>
                    <a:pt x="5855" y="24671"/>
                  </a:moveTo>
                  <a:lnTo>
                    <a:pt x="0" y="24048"/>
                  </a:lnTo>
                  <a:lnTo>
                    <a:pt x="2971" y="19248"/>
                  </a:lnTo>
                  <a:lnTo>
                    <a:pt x="4103" y="12199"/>
                  </a:lnTo>
                  <a:lnTo>
                    <a:pt x="6991" y="4457"/>
                  </a:lnTo>
                  <a:lnTo>
                    <a:pt x="8655" y="2089"/>
                  </a:lnTo>
                  <a:lnTo>
                    <a:pt x="12087" y="0"/>
                  </a:lnTo>
                  <a:lnTo>
                    <a:pt x="11095" y="211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3" name="pg3873"/>
            <p:cNvSpPr/>
            <p:nvPr/>
          </p:nvSpPr>
          <p:spPr>
            <a:xfrm>
              <a:off x="5594331" y="3275262"/>
              <a:ext cx="27001" cy="19248"/>
            </a:xfrm>
            <a:custGeom>
              <a:avLst/>
              <a:gdLst/>
              <a:ahLst/>
              <a:cxnLst/>
              <a:rect l="0" t="0" r="0" b="0"/>
              <a:pathLst>
                <a:path w="27001" h="19248">
                  <a:moveTo>
                    <a:pt x="18836" y="19248"/>
                  </a:moveTo>
                  <a:lnTo>
                    <a:pt x="0" y="14453"/>
                  </a:lnTo>
                  <a:lnTo>
                    <a:pt x="15498" y="10389"/>
                  </a:lnTo>
                  <a:lnTo>
                    <a:pt x="18030" y="8973"/>
                  </a:lnTo>
                  <a:lnTo>
                    <a:pt x="20050" y="2997"/>
                  </a:lnTo>
                  <a:lnTo>
                    <a:pt x="20303" y="0"/>
                  </a:lnTo>
                  <a:lnTo>
                    <a:pt x="26190" y="12853"/>
                  </a:lnTo>
                  <a:lnTo>
                    <a:pt x="27001" y="1715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4" name="pg3874"/>
            <p:cNvSpPr/>
            <p:nvPr/>
          </p:nvSpPr>
          <p:spPr>
            <a:xfrm>
              <a:off x="5013918" y="3984239"/>
              <a:ext cx="8624" cy="14377"/>
            </a:xfrm>
            <a:custGeom>
              <a:avLst/>
              <a:gdLst/>
              <a:ahLst/>
              <a:cxnLst/>
              <a:rect l="0" t="0" r="0" b="0"/>
              <a:pathLst>
                <a:path w="8624" h="14377">
                  <a:moveTo>
                    <a:pt x="7028" y="14377"/>
                  </a:moveTo>
                  <a:lnTo>
                    <a:pt x="0" y="0"/>
                  </a:lnTo>
                  <a:lnTo>
                    <a:pt x="7229" y="4648"/>
                  </a:lnTo>
                  <a:lnTo>
                    <a:pt x="8521" y="8515"/>
                  </a:lnTo>
                  <a:lnTo>
                    <a:pt x="8624" y="117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5" name="pg3875"/>
            <p:cNvSpPr/>
            <p:nvPr/>
          </p:nvSpPr>
          <p:spPr>
            <a:xfrm>
              <a:off x="5016786" y="4007259"/>
              <a:ext cx="24727" cy="72349"/>
            </a:xfrm>
            <a:custGeom>
              <a:avLst/>
              <a:gdLst/>
              <a:ahLst/>
              <a:cxnLst/>
              <a:rect l="0" t="0" r="0" b="0"/>
              <a:pathLst>
                <a:path w="24727" h="72349">
                  <a:moveTo>
                    <a:pt x="1250" y="72349"/>
                  </a:moveTo>
                  <a:lnTo>
                    <a:pt x="0" y="71213"/>
                  </a:lnTo>
                  <a:lnTo>
                    <a:pt x="16267" y="63796"/>
                  </a:lnTo>
                  <a:lnTo>
                    <a:pt x="21399" y="37670"/>
                  </a:lnTo>
                  <a:lnTo>
                    <a:pt x="22102" y="25623"/>
                  </a:lnTo>
                  <a:lnTo>
                    <a:pt x="19663" y="4388"/>
                  </a:lnTo>
                  <a:lnTo>
                    <a:pt x="19745" y="0"/>
                  </a:lnTo>
                  <a:lnTo>
                    <a:pt x="22391" y="6845"/>
                  </a:lnTo>
                  <a:lnTo>
                    <a:pt x="24727" y="26658"/>
                  </a:lnTo>
                  <a:lnTo>
                    <a:pt x="23849" y="41683"/>
                  </a:lnTo>
                  <a:lnTo>
                    <a:pt x="19130" y="63573"/>
                  </a:lnTo>
                  <a:lnTo>
                    <a:pt x="15446" y="6880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6" name="pg3876"/>
            <p:cNvSpPr/>
            <p:nvPr/>
          </p:nvSpPr>
          <p:spPr>
            <a:xfrm>
              <a:off x="4985661" y="4082556"/>
              <a:ext cx="21404" cy="9277"/>
            </a:xfrm>
            <a:custGeom>
              <a:avLst/>
              <a:gdLst/>
              <a:ahLst/>
              <a:cxnLst/>
              <a:rect l="0" t="0" r="0" b="0"/>
              <a:pathLst>
                <a:path w="21404" h="9277">
                  <a:moveTo>
                    <a:pt x="2170" y="9277"/>
                  </a:moveTo>
                  <a:lnTo>
                    <a:pt x="0" y="8725"/>
                  </a:lnTo>
                  <a:lnTo>
                    <a:pt x="12619" y="2089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7" name="pg3877"/>
            <p:cNvSpPr/>
            <p:nvPr/>
          </p:nvSpPr>
          <p:spPr>
            <a:xfrm>
              <a:off x="4928046" y="4115235"/>
              <a:ext cx="33993" cy="39982"/>
            </a:xfrm>
            <a:custGeom>
              <a:avLst/>
              <a:gdLst/>
              <a:ahLst/>
              <a:cxnLst/>
              <a:rect l="0" t="0" r="0" b="0"/>
              <a:pathLst>
                <a:path w="33993" h="39982">
                  <a:moveTo>
                    <a:pt x="0" y="39982"/>
                  </a:moveTo>
                  <a:lnTo>
                    <a:pt x="9689" y="23744"/>
                  </a:lnTo>
                  <a:lnTo>
                    <a:pt x="28825" y="3149"/>
                  </a:lnTo>
                  <a:lnTo>
                    <a:pt x="33993" y="0"/>
                  </a:lnTo>
                  <a:lnTo>
                    <a:pt x="18081" y="17590"/>
                  </a:lnTo>
                  <a:lnTo>
                    <a:pt x="2635" y="3848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8" name="pg3878"/>
            <p:cNvSpPr/>
            <p:nvPr/>
          </p:nvSpPr>
          <p:spPr>
            <a:xfrm>
              <a:off x="4327665" y="5206518"/>
              <a:ext cx="17373" cy="15672"/>
            </a:xfrm>
            <a:custGeom>
              <a:avLst/>
              <a:gdLst/>
              <a:ahLst/>
              <a:cxnLst/>
              <a:rect l="0" t="0" r="0" b="0"/>
              <a:pathLst>
                <a:path w="17373" h="15672">
                  <a:moveTo>
                    <a:pt x="13601" y="15672"/>
                  </a:moveTo>
                  <a:lnTo>
                    <a:pt x="5968" y="13183"/>
                  </a:lnTo>
                  <a:lnTo>
                    <a:pt x="1798" y="8725"/>
                  </a:lnTo>
                  <a:lnTo>
                    <a:pt x="0" y="0"/>
                  </a:lnTo>
                  <a:lnTo>
                    <a:pt x="6645" y="9239"/>
                  </a:lnTo>
                  <a:lnTo>
                    <a:pt x="9028" y="11329"/>
                  </a:lnTo>
                  <a:lnTo>
                    <a:pt x="17373" y="122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9" name="pg3879"/>
            <p:cNvSpPr/>
            <p:nvPr/>
          </p:nvSpPr>
          <p:spPr>
            <a:xfrm>
              <a:off x="4331075" y="5186660"/>
              <a:ext cx="9033" cy="26938"/>
            </a:xfrm>
            <a:custGeom>
              <a:avLst/>
              <a:gdLst/>
              <a:ahLst/>
              <a:cxnLst/>
              <a:rect l="0" t="0" r="0" b="0"/>
              <a:pathLst>
                <a:path w="9033" h="26938">
                  <a:moveTo>
                    <a:pt x="8883" y="26938"/>
                  </a:moveTo>
                  <a:lnTo>
                    <a:pt x="3550" y="14142"/>
                  </a:lnTo>
                  <a:lnTo>
                    <a:pt x="0" y="0"/>
                  </a:lnTo>
                  <a:lnTo>
                    <a:pt x="5079" y="4578"/>
                  </a:lnTo>
                  <a:lnTo>
                    <a:pt x="9033" y="19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0" name="pg3880"/>
            <p:cNvSpPr/>
            <p:nvPr/>
          </p:nvSpPr>
          <p:spPr>
            <a:xfrm>
              <a:off x="4499202" y="5362642"/>
              <a:ext cx="34236" cy="51158"/>
            </a:xfrm>
            <a:custGeom>
              <a:avLst/>
              <a:gdLst/>
              <a:ahLst/>
              <a:cxnLst/>
              <a:rect l="0" t="0" r="0" b="0"/>
              <a:pathLst>
                <a:path w="34236" h="51158">
                  <a:moveTo>
                    <a:pt x="0" y="51158"/>
                  </a:moveTo>
                  <a:lnTo>
                    <a:pt x="2330" y="45036"/>
                  </a:lnTo>
                  <a:lnTo>
                    <a:pt x="10531" y="31948"/>
                  </a:lnTo>
                  <a:lnTo>
                    <a:pt x="13182" y="25788"/>
                  </a:lnTo>
                  <a:lnTo>
                    <a:pt x="18722" y="21883"/>
                  </a:lnTo>
                  <a:lnTo>
                    <a:pt x="23880" y="14821"/>
                  </a:lnTo>
                  <a:lnTo>
                    <a:pt x="24267" y="6585"/>
                  </a:lnTo>
                  <a:lnTo>
                    <a:pt x="31760" y="825"/>
                  </a:lnTo>
                  <a:lnTo>
                    <a:pt x="34236" y="0"/>
                  </a:lnTo>
                  <a:lnTo>
                    <a:pt x="21032" y="267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1" name="pg3881"/>
            <p:cNvSpPr/>
            <p:nvPr/>
          </p:nvSpPr>
          <p:spPr>
            <a:xfrm>
              <a:off x="3289924" y="4803878"/>
              <a:ext cx="26706" cy="20480"/>
            </a:xfrm>
            <a:custGeom>
              <a:avLst/>
              <a:gdLst/>
              <a:ahLst/>
              <a:cxnLst/>
              <a:rect l="0" t="0" r="0" b="0"/>
              <a:pathLst>
                <a:path w="26706" h="20480">
                  <a:moveTo>
                    <a:pt x="18603" y="20480"/>
                  </a:moveTo>
                  <a:lnTo>
                    <a:pt x="1100" y="9214"/>
                  </a:lnTo>
                  <a:lnTo>
                    <a:pt x="0" y="4375"/>
                  </a:lnTo>
                  <a:lnTo>
                    <a:pt x="8635" y="0"/>
                  </a:lnTo>
                  <a:lnTo>
                    <a:pt x="13906" y="387"/>
                  </a:lnTo>
                  <a:lnTo>
                    <a:pt x="22241" y="6109"/>
                  </a:lnTo>
                  <a:lnTo>
                    <a:pt x="25290" y="7703"/>
                  </a:lnTo>
                  <a:lnTo>
                    <a:pt x="26706" y="10020"/>
                  </a:lnTo>
                  <a:lnTo>
                    <a:pt x="25900" y="13646"/>
                  </a:lnTo>
                  <a:lnTo>
                    <a:pt x="22536" y="18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2" name="pg3882"/>
            <p:cNvSpPr/>
            <p:nvPr/>
          </p:nvSpPr>
          <p:spPr>
            <a:xfrm>
              <a:off x="2757638" y="5000397"/>
              <a:ext cx="20774" cy="30399"/>
            </a:xfrm>
            <a:custGeom>
              <a:avLst/>
              <a:gdLst/>
              <a:ahLst/>
              <a:cxnLst/>
              <a:rect l="0" t="0" r="0" b="0"/>
              <a:pathLst>
                <a:path w="20774" h="30399">
                  <a:moveTo>
                    <a:pt x="0" y="30399"/>
                  </a:moveTo>
                  <a:lnTo>
                    <a:pt x="5121" y="19749"/>
                  </a:lnTo>
                  <a:lnTo>
                    <a:pt x="6072" y="15482"/>
                  </a:lnTo>
                  <a:lnTo>
                    <a:pt x="14469" y="2006"/>
                  </a:lnTo>
                  <a:lnTo>
                    <a:pt x="18903" y="0"/>
                  </a:lnTo>
                  <a:lnTo>
                    <a:pt x="20774" y="5734"/>
                  </a:lnTo>
                  <a:lnTo>
                    <a:pt x="12138" y="15202"/>
                  </a:lnTo>
                  <a:lnTo>
                    <a:pt x="2294" y="300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3" name="pg3883"/>
            <p:cNvSpPr/>
            <p:nvPr/>
          </p:nvSpPr>
          <p:spPr>
            <a:xfrm>
              <a:off x="2782499" y="4968054"/>
              <a:ext cx="42075" cy="30323"/>
            </a:xfrm>
            <a:custGeom>
              <a:avLst/>
              <a:gdLst/>
              <a:ahLst/>
              <a:cxnLst/>
              <a:rect l="0" t="0" r="0" b="0"/>
              <a:pathLst>
                <a:path w="42075" h="30323">
                  <a:moveTo>
                    <a:pt x="0" y="30323"/>
                  </a:moveTo>
                  <a:lnTo>
                    <a:pt x="4816" y="23299"/>
                  </a:lnTo>
                  <a:lnTo>
                    <a:pt x="12645" y="19756"/>
                  </a:lnTo>
                  <a:lnTo>
                    <a:pt x="29822" y="6261"/>
                  </a:lnTo>
                  <a:lnTo>
                    <a:pt x="36830" y="5334"/>
                  </a:lnTo>
                  <a:lnTo>
                    <a:pt x="40478" y="685"/>
                  </a:lnTo>
                  <a:lnTo>
                    <a:pt x="42075" y="0"/>
                  </a:lnTo>
                  <a:lnTo>
                    <a:pt x="41042" y="5696"/>
                  </a:lnTo>
                  <a:lnTo>
                    <a:pt x="27223" y="13786"/>
                  </a:lnTo>
                  <a:lnTo>
                    <a:pt x="3886" y="297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4" name="pg3884"/>
            <p:cNvSpPr/>
            <p:nvPr/>
          </p:nvSpPr>
          <p:spPr>
            <a:xfrm>
              <a:off x="2720724" y="5040830"/>
              <a:ext cx="34318" cy="75366"/>
            </a:xfrm>
            <a:custGeom>
              <a:avLst/>
              <a:gdLst/>
              <a:ahLst/>
              <a:cxnLst/>
              <a:rect l="0" t="0" r="0" b="0"/>
              <a:pathLst>
                <a:path w="34318" h="75366">
                  <a:moveTo>
                    <a:pt x="0" y="75366"/>
                  </a:moveTo>
                  <a:lnTo>
                    <a:pt x="909" y="64215"/>
                  </a:lnTo>
                  <a:lnTo>
                    <a:pt x="9503" y="38877"/>
                  </a:lnTo>
                  <a:lnTo>
                    <a:pt x="26965" y="5575"/>
                  </a:lnTo>
                  <a:lnTo>
                    <a:pt x="34318" y="0"/>
                  </a:lnTo>
                  <a:lnTo>
                    <a:pt x="14175" y="36521"/>
                  </a:lnTo>
                  <a:lnTo>
                    <a:pt x="3302" y="6788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5" name="pg3885"/>
            <p:cNvSpPr/>
            <p:nvPr/>
          </p:nvSpPr>
          <p:spPr>
            <a:xfrm>
              <a:off x="2963633" y="4843237"/>
              <a:ext cx="34081" cy="26658"/>
            </a:xfrm>
            <a:custGeom>
              <a:avLst/>
              <a:gdLst/>
              <a:ahLst/>
              <a:cxnLst/>
              <a:rect l="0" t="0" r="0" b="0"/>
              <a:pathLst>
                <a:path w="34081" h="26658">
                  <a:moveTo>
                    <a:pt x="0" y="26658"/>
                  </a:moveTo>
                  <a:lnTo>
                    <a:pt x="23068" y="6655"/>
                  </a:lnTo>
                  <a:lnTo>
                    <a:pt x="27905" y="0"/>
                  </a:lnTo>
                  <a:lnTo>
                    <a:pt x="34081" y="292"/>
                  </a:lnTo>
                  <a:lnTo>
                    <a:pt x="23781" y="11500"/>
                  </a:lnTo>
                  <a:lnTo>
                    <a:pt x="5286" y="254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6" name="pg3886"/>
            <p:cNvSpPr/>
            <p:nvPr/>
          </p:nvSpPr>
          <p:spPr>
            <a:xfrm>
              <a:off x="2718358" y="5122184"/>
              <a:ext cx="25027" cy="140921"/>
            </a:xfrm>
            <a:custGeom>
              <a:avLst/>
              <a:gdLst/>
              <a:ahLst/>
              <a:cxnLst/>
              <a:rect l="0" t="0" r="0" b="0"/>
              <a:pathLst>
                <a:path w="25027" h="140921">
                  <a:moveTo>
                    <a:pt x="23564" y="140921"/>
                  </a:moveTo>
                  <a:lnTo>
                    <a:pt x="14800" y="112719"/>
                  </a:lnTo>
                  <a:lnTo>
                    <a:pt x="537" y="48898"/>
                  </a:lnTo>
                  <a:lnTo>
                    <a:pt x="0" y="12522"/>
                  </a:lnTo>
                  <a:lnTo>
                    <a:pt x="2242" y="0"/>
                  </a:lnTo>
                  <a:lnTo>
                    <a:pt x="5922" y="51374"/>
                  </a:lnTo>
                  <a:lnTo>
                    <a:pt x="21688" y="116618"/>
                  </a:lnTo>
                  <a:lnTo>
                    <a:pt x="25027" y="13488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7" name="pg3887"/>
            <p:cNvSpPr/>
            <p:nvPr/>
          </p:nvSpPr>
          <p:spPr>
            <a:xfrm>
              <a:off x="5470466" y="3252585"/>
              <a:ext cx="5178" cy="13666"/>
            </a:xfrm>
            <a:custGeom>
              <a:avLst/>
              <a:gdLst/>
              <a:ahLst/>
              <a:cxnLst/>
              <a:rect l="0" t="0" r="0" b="0"/>
              <a:pathLst>
                <a:path w="5178" h="13666">
                  <a:moveTo>
                    <a:pt x="1095" y="13666"/>
                  </a:moveTo>
                  <a:lnTo>
                    <a:pt x="0" y="7385"/>
                  </a:lnTo>
                  <a:lnTo>
                    <a:pt x="2056" y="165"/>
                  </a:lnTo>
                  <a:lnTo>
                    <a:pt x="4139" y="0"/>
                  </a:lnTo>
                  <a:lnTo>
                    <a:pt x="5178" y="3841"/>
                  </a:lnTo>
                  <a:lnTo>
                    <a:pt x="4030" y="112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8" name="pg3888"/>
            <p:cNvSpPr/>
            <p:nvPr/>
          </p:nvSpPr>
          <p:spPr>
            <a:xfrm>
              <a:off x="5168862" y="3489988"/>
              <a:ext cx="15498" cy="28227"/>
            </a:xfrm>
            <a:custGeom>
              <a:avLst/>
              <a:gdLst/>
              <a:ahLst/>
              <a:cxnLst/>
              <a:rect l="0" t="0" r="0" b="0"/>
              <a:pathLst>
                <a:path w="15498" h="28227">
                  <a:moveTo>
                    <a:pt x="284" y="28227"/>
                  </a:moveTo>
                  <a:lnTo>
                    <a:pt x="0" y="24442"/>
                  </a:lnTo>
                  <a:lnTo>
                    <a:pt x="15498" y="0"/>
                  </a:lnTo>
                  <a:lnTo>
                    <a:pt x="12697" y="854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9" name="pg3889"/>
            <p:cNvSpPr/>
            <p:nvPr/>
          </p:nvSpPr>
          <p:spPr>
            <a:xfrm>
              <a:off x="5049761" y="3678353"/>
              <a:ext cx="29698" cy="55407"/>
            </a:xfrm>
            <a:custGeom>
              <a:avLst/>
              <a:gdLst/>
              <a:ahLst/>
              <a:cxnLst/>
              <a:rect l="0" t="0" r="0" b="0"/>
              <a:pathLst>
                <a:path w="29698" h="55407">
                  <a:moveTo>
                    <a:pt x="0" y="55407"/>
                  </a:moveTo>
                  <a:lnTo>
                    <a:pt x="16143" y="29364"/>
                  </a:lnTo>
                  <a:lnTo>
                    <a:pt x="25518" y="7544"/>
                  </a:lnTo>
                  <a:lnTo>
                    <a:pt x="29698" y="0"/>
                  </a:lnTo>
                  <a:lnTo>
                    <a:pt x="25642" y="15291"/>
                  </a:lnTo>
                  <a:lnTo>
                    <a:pt x="18552" y="29351"/>
                  </a:lnTo>
                  <a:lnTo>
                    <a:pt x="4811" y="53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0" name="pg3890"/>
            <p:cNvSpPr/>
            <p:nvPr/>
          </p:nvSpPr>
          <p:spPr>
            <a:xfrm>
              <a:off x="4912662" y="4146288"/>
              <a:ext cx="13513" cy="6191"/>
            </a:xfrm>
            <a:custGeom>
              <a:avLst/>
              <a:gdLst/>
              <a:ahLst/>
              <a:cxnLst/>
              <a:rect l="0" t="0" r="0" b="0"/>
              <a:pathLst>
                <a:path w="13513" h="6191">
                  <a:moveTo>
                    <a:pt x="11157" y="6191"/>
                  </a:moveTo>
                  <a:lnTo>
                    <a:pt x="6997" y="4756"/>
                  </a:lnTo>
                  <a:lnTo>
                    <a:pt x="1266" y="2013"/>
                  </a:lnTo>
                  <a:lnTo>
                    <a:pt x="0" y="0"/>
                  </a:lnTo>
                  <a:lnTo>
                    <a:pt x="5467" y="730"/>
                  </a:lnTo>
                  <a:lnTo>
                    <a:pt x="13513" y="58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1" name="pg3891"/>
            <p:cNvSpPr/>
            <p:nvPr/>
          </p:nvSpPr>
          <p:spPr>
            <a:xfrm>
              <a:off x="4410183" y="5440364"/>
              <a:ext cx="10779" cy="15615"/>
            </a:xfrm>
            <a:custGeom>
              <a:avLst/>
              <a:gdLst/>
              <a:ahLst/>
              <a:cxnLst/>
              <a:rect l="0" t="0" r="0" b="0"/>
              <a:pathLst>
                <a:path w="10779" h="15615">
                  <a:moveTo>
                    <a:pt x="6020" y="15615"/>
                  </a:moveTo>
                  <a:lnTo>
                    <a:pt x="4511" y="14790"/>
                  </a:lnTo>
                  <a:lnTo>
                    <a:pt x="4511" y="10890"/>
                  </a:lnTo>
                  <a:lnTo>
                    <a:pt x="0" y="2260"/>
                  </a:lnTo>
                  <a:lnTo>
                    <a:pt x="170" y="0"/>
                  </a:lnTo>
                  <a:lnTo>
                    <a:pt x="10516" y="8446"/>
                  </a:lnTo>
                  <a:lnTo>
                    <a:pt x="10779" y="10713"/>
                  </a:lnTo>
                  <a:lnTo>
                    <a:pt x="9193" y="129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2" name="pg3892"/>
            <p:cNvSpPr/>
            <p:nvPr/>
          </p:nvSpPr>
          <p:spPr>
            <a:xfrm>
              <a:off x="4470862" y="5427841"/>
              <a:ext cx="6681" cy="5543"/>
            </a:xfrm>
            <a:custGeom>
              <a:avLst/>
              <a:gdLst/>
              <a:ahLst/>
              <a:cxnLst/>
              <a:rect l="0" t="0" r="0" b="0"/>
              <a:pathLst>
                <a:path w="6681" h="5543">
                  <a:moveTo>
                    <a:pt x="0" y="5543"/>
                  </a:moveTo>
                  <a:lnTo>
                    <a:pt x="1002" y="3695"/>
                  </a:lnTo>
                  <a:lnTo>
                    <a:pt x="5178" y="0"/>
                  </a:lnTo>
                  <a:lnTo>
                    <a:pt x="6681" y="1435"/>
                  </a:lnTo>
                  <a:lnTo>
                    <a:pt x="6516" y="3283"/>
                  </a:lnTo>
                  <a:lnTo>
                    <a:pt x="2005" y="55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3" name="pg3893"/>
            <p:cNvSpPr/>
            <p:nvPr/>
          </p:nvSpPr>
          <p:spPr>
            <a:xfrm>
              <a:off x="4490252" y="5415509"/>
              <a:ext cx="5348" cy="5550"/>
            </a:xfrm>
            <a:custGeom>
              <a:avLst/>
              <a:gdLst/>
              <a:ahLst/>
              <a:cxnLst/>
              <a:rect l="0" t="0" r="0" b="0"/>
              <a:pathLst>
                <a:path w="5348" h="5550">
                  <a:moveTo>
                    <a:pt x="0" y="5550"/>
                  </a:moveTo>
                  <a:lnTo>
                    <a:pt x="4175" y="0"/>
                  </a:lnTo>
                  <a:lnTo>
                    <a:pt x="5348" y="412"/>
                  </a:lnTo>
                  <a:lnTo>
                    <a:pt x="2842" y="493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4" name="pg3894"/>
            <p:cNvSpPr/>
            <p:nvPr/>
          </p:nvSpPr>
          <p:spPr>
            <a:xfrm>
              <a:off x="4440275" y="5439132"/>
              <a:ext cx="21895" cy="8630"/>
            </a:xfrm>
            <a:custGeom>
              <a:avLst/>
              <a:gdLst/>
              <a:ahLst/>
              <a:cxnLst/>
              <a:rect l="0" t="0" r="0" b="0"/>
              <a:pathLst>
                <a:path w="21895" h="8630">
                  <a:moveTo>
                    <a:pt x="5012" y="8630"/>
                  </a:moveTo>
                  <a:lnTo>
                    <a:pt x="0" y="6369"/>
                  </a:lnTo>
                  <a:lnTo>
                    <a:pt x="5513" y="3289"/>
                  </a:lnTo>
                  <a:lnTo>
                    <a:pt x="21895" y="0"/>
                  </a:lnTo>
                  <a:lnTo>
                    <a:pt x="15709" y="4108"/>
                  </a:lnTo>
                  <a:lnTo>
                    <a:pt x="9860" y="555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5" name="pg3895"/>
            <p:cNvSpPr/>
            <p:nvPr/>
          </p:nvSpPr>
          <p:spPr>
            <a:xfrm>
              <a:off x="4403522" y="4631229"/>
              <a:ext cx="6945" cy="31688"/>
            </a:xfrm>
            <a:custGeom>
              <a:avLst/>
              <a:gdLst/>
              <a:ahLst/>
              <a:cxnLst/>
              <a:rect l="0" t="0" r="0" b="0"/>
              <a:pathLst>
                <a:path w="6945" h="31688">
                  <a:moveTo>
                    <a:pt x="2237" y="31688"/>
                  </a:moveTo>
                  <a:lnTo>
                    <a:pt x="201" y="20467"/>
                  </a:lnTo>
                  <a:lnTo>
                    <a:pt x="0" y="9570"/>
                  </a:lnTo>
                  <a:lnTo>
                    <a:pt x="3565" y="3124"/>
                  </a:lnTo>
                  <a:lnTo>
                    <a:pt x="694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6" name="pg3896"/>
            <p:cNvSpPr/>
            <p:nvPr/>
          </p:nvSpPr>
          <p:spPr>
            <a:xfrm>
              <a:off x="4387977" y="5448277"/>
              <a:ext cx="10567" cy="12891"/>
            </a:xfrm>
            <a:custGeom>
              <a:avLst/>
              <a:gdLst/>
              <a:ahLst/>
              <a:cxnLst/>
              <a:rect l="0" t="0" r="0" b="0"/>
              <a:pathLst>
                <a:path w="10567" h="12891">
                  <a:moveTo>
                    <a:pt x="0" y="12891"/>
                  </a:moveTo>
                  <a:lnTo>
                    <a:pt x="5529" y="7772"/>
                  </a:lnTo>
                  <a:lnTo>
                    <a:pt x="7322" y="0"/>
                  </a:lnTo>
                  <a:lnTo>
                    <a:pt x="10567" y="6070"/>
                  </a:lnTo>
                  <a:lnTo>
                    <a:pt x="10505" y="9754"/>
                  </a:lnTo>
                  <a:lnTo>
                    <a:pt x="6857" y="116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7" name="pg3897"/>
            <p:cNvSpPr/>
            <p:nvPr/>
          </p:nvSpPr>
          <p:spPr>
            <a:xfrm>
              <a:off x="4514406" y="5037121"/>
              <a:ext cx="28195" cy="83983"/>
            </a:xfrm>
            <a:custGeom>
              <a:avLst/>
              <a:gdLst/>
              <a:ahLst/>
              <a:cxnLst/>
              <a:rect l="0" t="0" r="0" b="0"/>
              <a:pathLst>
                <a:path w="28195" h="83983">
                  <a:moveTo>
                    <a:pt x="28195" y="83983"/>
                  </a:moveTo>
                  <a:lnTo>
                    <a:pt x="18464" y="61770"/>
                  </a:lnTo>
                  <a:lnTo>
                    <a:pt x="6438" y="26938"/>
                  </a:lnTo>
                  <a:lnTo>
                    <a:pt x="0" y="0"/>
                  </a:lnTo>
                  <a:lnTo>
                    <a:pt x="4356" y="7283"/>
                  </a:lnTo>
                  <a:lnTo>
                    <a:pt x="8614" y="22359"/>
                  </a:lnTo>
                  <a:lnTo>
                    <a:pt x="26474" y="744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8" name="pg3898"/>
            <p:cNvSpPr/>
            <p:nvPr/>
          </p:nvSpPr>
          <p:spPr>
            <a:xfrm>
              <a:off x="4368934" y="5462902"/>
              <a:ext cx="7699" cy="4470"/>
            </a:xfrm>
            <a:custGeom>
              <a:avLst/>
              <a:gdLst/>
              <a:ahLst/>
              <a:cxnLst/>
              <a:rect l="0" t="0" r="0" b="0"/>
              <a:pathLst>
                <a:path w="7699" h="4470">
                  <a:moveTo>
                    <a:pt x="232" y="4470"/>
                  </a:moveTo>
                  <a:lnTo>
                    <a:pt x="0" y="2457"/>
                  </a:lnTo>
                  <a:lnTo>
                    <a:pt x="4630" y="0"/>
                  </a:lnTo>
                  <a:lnTo>
                    <a:pt x="7699" y="165"/>
                  </a:lnTo>
                  <a:lnTo>
                    <a:pt x="7586" y="2889"/>
                  </a:lnTo>
                  <a:lnTo>
                    <a:pt x="2919" y="41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9" name="pg3899"/>
            <p:cNvSpPr/>
            <p:nvPr/>
          </p:nvSpPr>
          <p:spPr>
            <a:xfrm>
              <a:off x="3614100" y="4789697"/>
              <a:ext cx="7508" cy="12059"/>
            </a:xfrm>
            <a:custGeom>
              <a:avLst/>
              <a:gdLst/>
              <a:ahLst/>
              <a:cxnLst/>
              <a:rect l="0" t="0" r="0" b="0"/>
              <a:pathLst>
                <a:path w="7508" h="12059">
                  <a:moveTo>
                    <a:pt x="0" y="12059"/>
                  </a:moveTo>
                  <a:lnTo>
                    <a:pt x="263" y="9462"/>
                  </a:lnTo>
                  <a:lnTo>
                    <a:pt x="4490" y="2648"/>
                  </a:lnTo>
                  <a:lnTo>
                    <a:pt x="7508" y="0"/>
                  </a:lnTo>
                  <a:lnTo>
                    <a:pt x="5746" y="52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0" name="pg3900"/>
            <p:cNvSpPr/>
            <p:nvPr/>
          </p:nvSpPr>
          <p:spPr>
            <a:xfrm>
              <a:off x="3637463" y="4723202"/>
              <a:ext cx="17435" cy="7734"/>
            </a:xfrm>
            <a:custGeom>
              <a:avLst/>
              <a:gdLst/>
              <a:ahLst/>
              <a:cxnLst/>
              <a:rect l="0" t="0" r="0" b="0"/>
              <a:pathLst>
                <a:path w="17435" h="7734">
                  <a:moveTo>
                    <a:pt x="16107" y="7734"/>
                  </a:moveTo>
                  <a:lnTo>
                    <a:pt x="6733" y="5029"/>
                  </a:lnTo>
                  <a:lnTo>
                    <a:pt x="1033" y="2514"/>
                  </a:lnTo>
                  <a:lnTo>
                    <a:pt x="0" y="0"/>
                  </a:lnTo>
                  <a:lnTo>
                    <a:pt x="15756" y="4565"/>
                  </a:lnTo>
                  <a:lnTo>
                    <a:pt x="17435" y="62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1" name="pg3901"/>
            <p:cNvSpPr/>
            <p:nvPr/>
          </p:nvSpPr>
          <p:spPr>
            <a:xfrm>
              <a:off x="3680495" y="4721970"/>
              <a:ext cx="25921" cy="5569"/>
            </a:xfrm>
            <a:custGeom>
              <a:avLst/>
              <a:gdLst/>
              <a:ahLst/>
              <a:cxnLst/>
              <a:rect l="0" t="0" r="0" b="0"/>
              <a:pathLst>
                <a:path w="25921" h="5569">
                  <a:moveTo>
                    <a:pt x="16609" y="5569"/>
                  </a:moveTo>
                  <a:lnTo>
                    <a:pt x="2806" y="5308"/>
                  </a:lnTo>
                  <a:lnTo>
                    <a:pt x="0" y="4330"/>
                  </a:lnTo>
                  <a:lnTo>
                    <a:pt x="5539" y="2470"/>
                  </a:lnTo>
                  <a:lnTo>
                    <a:pt x="21895" y="0"/>
                  </a:lnTo>
                  <a:lnTo>
                    <a:pt x="25921" y="27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2" name="pg3902"/>
            <p:cNvSpPr/>
            <p:nvPr/>
          </p:nvSpPr>
          <p:spPr>
            <a:xfrm>
              <a:off x="3571937" y="4735636"/>
              <a:ext cx="16650" cy="17044"/>
            </a:xfrm>
            <a:custGeom>
              <a:avLst/>
              <a:gdLst/>
              <a:ahLst/>
              <a:cxnLst/>
              <a:rect l="0" t="0" r="0" b="0"/>
              <a:pathLst>
                <a:path w="16650" h="17044">
                  <a:moveTo>
                    <a:pt x="12862" y="17044"/>
                  </a:moveTo>
                  <a:lnTo>
                    <a:pt x="7679" y="14034"/>
                  </a:lnTo>
                  <a:lnTo>
                    <a:pt x="0" y="13761"/>
                  </a:lnTo>
                  <a:lnTo>
                    <a:pt x="3379" y="11697"/>
                  </a:lnTo>
                  <a:lnTo>
                    <a:pt x="5751" y="9684"/>
                  </a:lnTo>
                  <a:lnTo>
                    <a:pt x="6935" y="7518"/>
                  </a:lnTo>
                  <a:lnTo>
                    <a:pt x="16650" y="0"/>
                  </a:lnTo>
                  <a:lnTo>
                    <a:pt x="13896" y="5518"/>
                  </a:lnTo>
                  <a:lnTo>
                    <a:pt x="12490" y="10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3" name="pg3903"/>
            <p:cNvSpPr/>
            <p:nvPr/>
          </p:nvSpPr>
          <p:spPr>
            <a:xfrm>
              <a:off x="3622219" y="4750191"/>
              <a:ext cx="5746" cy="36527"/>
            </a:xfrm>
            <a:custGeom>
              <a:avLst/>
              <a:gdLst/>
              <a:ahLst/>
              <a:cxnLst/>
              <a:rect l="0" t="0" r="0" b="0"/>
              <a:pathLst>
                <a:path w="5746" h="36527">
                  <a:moveTo>
                    <a:pt x="1188" y="36527"/>
                  </a:moveTo>
                  <a:lnTo>
                    <a:pt x="4118" y="16695"/>
                  </a:lnTo>
                  <a:lnTo>
                    <a:pt x="0" y="0"/>
                  </a:lnTo>
                  <a:lnTo>
                    <a:pt x="4340" y="7328"/>
                  </a:lnTo>
                  <a:lnTo>
                    <a:pt x="5746" y="16047"/>
                  </a:lnTo>
                  <a:lnTo>
                    <a:pt x="4175" y="323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4" name="pg3904"/>
            <p:cNvSpPr/>
            <p:nvPr/>
          </p:nvSpPr>
          <p:spPr>
            <a:xfrm>
              <a:off x="4019115" y="4792371"/>
              <a:ext cx="40173" cy="16358"/>
            </a:xfrm>
            <a:custGeom>
              <a:avLst/>
              <a:gdLst/>
              <a:ahLst/>
              <a:cxnLst/>
              <a:rect l="0" t="0" r="0" b="0"/>
              <a:pathLst>
                <a:path w="40173" h="16358">
                  <a:moveTo>
                    <a:pt x="11482" y="16358"/>
                  </a:moveTo>
                  <a:lnTo>
                    <a:pt x="0" y="12954"/>
                  </a:lnTo>
                  <a:lnTo>
                    <a:pt x="7136" y="12307"/>
                  </a:lnTo>
                  <a:lnTo>
                    <a:pt x="12299" y="13685"/>
                  </a:lnTo>
                  <a:lnTo>
                    <a:pt x="25373" y="6991"/>
                  </a:lnTo>
                  <a:lnTo>
                    <a:pt x="32231" y="1924"/>
                  </a:lnTo>
                  <a:lnTo>
                    <a:pt x="40173" y="0"/>
                  </a:lnTo>
                  <a:lnTo>
                    <a:pt x="22102" y="116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5" name="pg3905"/>
            <p:cNvSpPr/>
            <p:nvPr/>
          </p:nvSpPr>
          <p:spPr>
            <a:xfrm>
              <a:off x="5756262" y="2903466"/>
              <a:ext cx="8449" cy="10395"/>
            </a:xfrm>
            <a:custGeom>
              <a:avLst/>
              <a:gdLst/>
              <a:ahLst/>
              <a:cxnLst/>
              <a:rect l="0" t="0" r="0" b="0"/>
              <a:pathLst>
                <a:path w="8449" h="10395">
                  <a:moveTo>
                    <a:pt x="4428" y="10395"/>
                  </a:moveTo>
                  <a:lnTo>
                    <a:pt x="139" y="9563"/>
                  </a:lnTo>
                  <a:lnTo>
                    <a:pt x="0" y="3149"/>
                  </a:lnTo>
                  <a:lnTo>
                    <a:pt x="1297" y="971"/>
                  </a:lnTo>
                  <a:lnTo>
                    <a:pt x="2780" y="0"/>
                  </a:lnTo>
                  <a:lnTo>
                    <a:pt x="4981" y="1803"/>
                  </a:lnTo>
                  <a:lnTo>
                    <a:pt x="8449" y="7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6" name="pg3906"/>
            <p:cNvSpPr/>
            <p:nvPr/>
          </p:nvSpPr>
          <p:spPr>
            <a:xfrm>
              <a:off x="2232276" y="4782381"/>
              <a:ext cx="513697" cy="755524"/>
            </a:xfrm>
            <a:custGeom>
              <a:avLst/>
              <a:gdLst/>
              <a:ahLst/>
              <a:cxnLst/>
              <a:rect l="0" t="0" r="0" b="0"/>
              <a:pathLst>
                <a:path w="513697" h="755524">
                  <a:moveTo>
                    <a:pt x="961" y="1759"/>
                  </a:moveTo>
                  <a:lnTo>
                    <a:pt x="26210" y="3480"/>
                  </a:lnTo>
                  <a:lnTo>
                    <a:pt x="41104" y="2895"/>
                  </a:lnTo>
                  <a:lnTo>
                    <a:pt x="45646" y="0"/>
                  </a:lnTo>
                  <a:lnTo>
                    <a:pt x="48008" y="152"/>
                  </a:lnTo>
                  <a:lnTo>
                    <a:pt x="48194" y="3340"/>
                  </a:lnTo>
                  <a:lnTo>
                    <a:pt x="51935" y="4692"/>
                  </a:lnTo>
                  <a:lnTo>
                    <a:pt x="59227" y="4210"/>
                  </a:lnTo>
                  <a:lnTo>
                    <a:pt x="65578" y="8668"/>
                  </a:lnTo>
                  <a:lnTo>
                    <a:pt x="73712" y="22778"/>
                  </a:lnTo>
                  <a:lnTo>
                    <a:pt x="101747" y="45379"/>
                  </a:lnTo>
                  <a:lnTo>
                    <a:pt x="104108" y="53133"/>
                  </a:lnTo>
                  <a:lnTo>
                    <a:pt x="113865" y="64316"/>
                  </a:lnTo>
                  <a:lnTo>
                    <a:pt x="131807" y="81507"/>
                  </a:lnTo>
                  <a:lnTo>
                    <a:pt x="141962" y="96329"/>
                  </a:lnTo>
                  <a:lnTo>
                    <a:pt x="144324" y="108782"/>
                  </a:lnTo>
                  <a:lnTo>
                    <a:pt x="153491" y="128481"/>
                  </a:lnTo>
                  <a:lnTo>
                    <a:pt x="169449" y="155419"/>
                  </a:lnTo>
                  <a:lnTo>
                    <a:pt x="176560" y="169942"/>
                  </a:lnTo>
                  <a:lnTo>
                    <a:pt x="174824" y="172038"/>
                  </a:lnTo>
                  <a:lnTo>
                    <a:pt x="176079" y="179620"/>
                  </a:lnTo>
                  <a:lnTo>
                    <a:pt x="180338" y="192683"/>
                  </a:lnTo>
                  <a:lnTo>
                    <a:pt x="188249" y="203745"/>
                  </a:lnTo>
                  <a:lnTo>
                    <a:pt x="199820" y="212807"/>
                  </a:lnTo>
                  <a:lnTo>
                    <a:pt x="211520" y="229077"/>
                  </a:lnTo>
                  <a:lnTo>
                    <a:pt x="223349" y="252561"/>
                  </a:lnTo>
                  <a:lnTo>
                    <a:pt x="237679" y="270425"/>
                  </a:lnTo>
                  <a:lnTo>
                    <a:pt x="254500" y="282655"/>
                  </a:lnTo>
                  <a:lnTo>
                    <a:pt x="264024" y="294042"/>
                  </a:lnTo>
                  <a:lnTo>
                    <a:pt x="266251" y="304571"/>
                  </a:lnTo>
                  <a:lnTo>
                    <a:pt x="266086" y="313588"/>
                  </a:lnTo>
                  <a:lnTo>
                    <a:pt x="263522" y="321094"/>
                  </a:lnTo>
                  <a:lnTo>
                    <a:pt x="264608" y="328226"/>
                  </a:lnTo>
                  <a:lnTo>
                    <a:pt x="269336" y="334964"/>
                  </a:lnTo>
                  <a:lnTo>
                    <a:pt x="270912" y="343232"/>
                  </a:lnTo>
                  <a:lnTo>
                    <a:pt x="269062" y="354732"/>
                  </a:lnTo>
                  <a:lnTo>
                    <a:pt x="269191" y="357990"/>
                  </a:lnTo>
                  <a:lnTo>
                    <a:pt x="270561" y="360587"/>
                  </a:lnTo>
                  <a:lnTo>
                    <a:pt x="285496" y="380350"/>
                  </a:lnTo>
                  <a:lnTo>
                    <a:pt x="293170" y="396321"/>
                  </a:lnTo>
                  <a:lnTo>
                    <a:pt x="299262" y="421811"/>
                  </a:lnTo>
                  <a:lnTo>
                    <a:pt x="299293" y="422040"/>
                  </a:lnTo>
                  <a:lnTo>
                    <a:pt x="306099" y="437287"/>
                  </a:lnTo>
                  <a:lnTo>
                    <a:pt x="315887" y="443523"/>
                  </a:lnTo>
                  <a:lnTo>
                    <a:pt x="330925" y="445829"/>
                  </a:lnTo>
                  <a:lnTo>
                    <a:pt x="342351" y="451138"/>
                  </a:lnTo>
                  <a:lnTo>
                    <a:pt x="350165" y="459457"/>
                  </a:lnTo>
                  <a:lnTo>
                    <a:pt x="360019" y="464480"/>
                  </a:lnTo>
                  <a:lnTo>
                    <a:pt x="371916" y="466207"/>
                  </a:lnTo>
                  <a:lnTo>
                    <a:pt x="383321" y="471694"/>
                  </a:lnTo>
                  <a:lnTo>
                    <a:pt x="394230" y="480953"/>
                  </a:lnTo>
                  <a:lnTo>
                    <a:pt x="414575" y="487030"/>
                  </a:lnTo>
                  <a:lnTo>
                    <a:pt x="444357" y="489945"/>
                  </a:lnTo>
                  <a:lnTo>
                    <a:pt x="467022" y="497470"/>
                  </a:lnTo>
                  <a:lnTo>
                    <a:pt x="482577" y="509612"/>
                  </a:lnTo>
                  <a:lnTo>
                    <a:pt x="489419" y="512082"/>
                  </a:lnTo>
                  <a:lnTo>
                    <a:pt x="491269" y="512254"/>
                  </a:lnTo>
                  <a:lnTo>
                    <a:pt x="492158" y="510399"/>
                  </a:lnTo>
                  <a:lnTo>
                    <a:pt x="493331" y="506964"/>
                  </a:lnTo>
                  <a:lnTo>
                    <a:pt x="499352" y="503008"/>
                  </a:lnTo>
                  <a:lnTo>
                    <a:pt x="513697" y="500423"/>
                  </a:lnTo>
                  <a:lnTo>
                    <a:pt x="511770" y="527285"/>
                  </a:lnTo>
                  <a:lnTo>
                    <a:pt x="505372" y="549327"/>
                  </a:lnTo>
                  <a:lnTo>
                    <a:pt x="484293" y="595152"/>
                  </a:lnTo>
                  <a:lnTo>
                    <a:pt x="475508" y="623576"/>
                  </a:lnTo>
                  <a:lnTo>
                    <a:pt x="458511" y="704804"/>
                  </a:lnTo>
                  <a:lnTo>
                    <a:pt x="453534" y="755524"/>
                  </a:lnTo>
                  <a:lnTo>
                    <a:pt x="0" y="755524"/>
                  </a:lnTo>
                  <a:lnTo>
                    <a:pt x="0" y="15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7" name="pg3907"/>
            <p:cNvSpPr/>
            <p:nvPr/>
          </p:nvSpPr>
          <p:spPr>
            <a:xfrm>
              <a:off x="4006075" y="2540116"/>
              <a:ext cx="1519164" cy="699069"/>
            </a:xfrm>
            <a:custGeom>
              <a:avLst/>
              <a:gdLst/>
              <a:ahLst/>
              <a:cxnLst/>
              <a:rect l="0" t="0" r="0" b="0"/>
              <a:pathLst>
                <a:path w="1519164" h="699069">
                  <a:moveTo>
                    <a:pt x="1509975" y="5632"/>
                  </a:moveTo>
                  <a:lnTo>
                    <a:pt x="1494849" y="16263"/>
                  </a:lnTo>
                  <a:lnTo>
                    <a:pt x="1478746" y="33041"/>
                  </a:lnTo>
                  <a:lnTo>
                    <a:pt x="1440965" y="45729"/>
                  </a:lnTo>
                  <a:lnTo>
                    <a:pt x="1426940" y="48955"/>
                  </a:lnTo>
                  <a:lnTo>
                    <a:pt x="1413994" y="47234"/>
                  </a:lnTo>
                  <a:lnTo>
                    <a:pt x="1398238" y="57559"/>
                  </a:lnTo>
                  <a:lnTo>
                    <a:pt x="1379593" y="63872"/>
                  </a:lnTo>
                  <a:lnTo>
                    <a:pt x="1374089" y="73474"/>
                  </a:lnTo>
                  <a:lnTo>
                    <a:pt x="1329270" y="99193"/>
                  </a:lnTo>
                  <a:lnTo>
                    <a:pt x="1312066" y="102431"/>
                  </a:lnTo>
                  <a:lnTo>
                    <a:pt x="1297426" y="109283"/>
                  </a:lnTo>
                  <a:lnTo>
                    <a:pt x="1293095" y="120917"/>
                  </a:lnTo>
                  <a:lnTo>
                    <a:pt x="1280026" y="127934"/>
                  </a:lnTo>
                  <a:lnTo>
                    <a:pt x="1276399" y="133307"/>
                  </a:lnTo>
                  <a:lnTo>
                    <a:pt x="1265407" y="149583"/>
                  </a:lnTo>
                  <a:lnTo>
                    <a:pt x="1244974" y="170603"/>
                  </a:lnTo>
                  <a:lnTo>
                    <a:pt x="1220075" y="174121"/>
                  </a:lnTo>
                  <a:lnTo>
                    <a:pt x="1210975" y="181436"/>
                  </a:lnTo>
                  <a:lnTo>
                    <a:pt x="1200438" y="193242"/>
                  </a:lnTo>
                  <a:lnTo>
                    <a:pt x="1185576" y="201345"/>
                  </a:lnTo>
                  <a:lnTo>
                    <a:pt x="1156233" y="197547"/>
                  </a:lnTo>
                  <a:lnTo>
                    <a:pt x="1163370" y="202513"/>
                  </a:lnTo>
                  <a:lnTo>
                    <a:pt x="1189622" y="210255"/>
                  </a:lnTo>
                  <a:lnTo>
                    <a:pt x="1192351" y="221730"/>
                  </a:lnTo>
                  <a:lnTo>
                    <a:pt x="1179199" y="224473"/>
                  </a:lnTo>
                  <a:lnTo>
                    <a:pt x="1151660" y="239771"/>
                  </a:lnTo>
                  <a:lnTo>
                    <a:pt x="1114556" y="266113"/>
                  </a:lnTo>
                  <a:lnTo>
                    <a:pt x="1108887" y="266735"/>
                  </a:lnTo>
                  <a:lnTo>
                    <a:pt x="1098918" y="266106"/>
                  </a:lnTo>
                  <a:lnTo>
                    <a:pt x="1084154" y="270501"/>
                  </a:lnTo>
                  <a:lnTo>
                    <a:pt x="1064759" y="279702"/>
                  </a:lnTo>
                  <a:lnTo>
                    <a:pt x="1041277" y="296232"/>
                  </a:lnTo>
                  <a:lnTo>
                    <a:pt x="999930" y="332023"/>
                  </a:lnTo>
                  <a:lnTo>
                    <a:pt x="997031" y="335802"/>
                  </a:lnTo>
                  <a:lnTo>
                    <a:pt x="991042" y="342438"/>
                  </a:lnTo>
                  <a:lnTo>
                    <a:pt x="975771" y="349512"/>
                  </a:lnTo>
                  <a:lnTo>
                    <a:pt x="961911" y="357139"/>
                  </a:lnTo>
                  <a:lnTo>
                    <a:pt x="958248" y="365166"/>
                  </a:lnTo>
                  <a:lnTo>
                    <a:pt x="951607" y="368824"/>
                  </a:lnTo>
                  <a:lnTo>
                    <a:pt x="928740" y="389177"/>
                  </a:lnTo>
                  <a:lnTo>
                    <a:pt x="915877" y="406513"/>
                  </a:lnTo>
                  <a:lnTo>
                    <a:pt x="904198" y="424656"/>
                  </a:lnTo>
                  <a:lnTo>
                    <a:pt x="891129" y="444946"/>
                  </a:lnTo>
                  <a:lnTo>
                    <a:pt x="864314" y="445200"/>
                  </a:lnTo>
                  <a:lnTo>
                    <a:pt x="843850" y="445117"/>
                  </a:lnTo>
                  <a:lnTo>
                    <a:pt x="808942" y="444971"/>
                  </a:lnTo>
                  <a:lnTo>
                    <a:pt x="779020" y="444851"/>
                  </a:lnTo>
                  <a:lnTo>
                    <a:pt x="743508" y="444705"/>
                  </a:lnTo>
                  <a:lnTo>
                    <a:pt x="717742" y="444597"/>
                  </a:lnTo>
                  <a:lnTo>
                    <a:pt x="689996" y="445448"/>
                  </a:lnTo>
                  <a:lnTo>
                    <a:pt x="676751" y="450858"/>
                  </a:lnTo>
                  <a:lnTo>
                    <a:pt x="660142" y="458167"/>
                  </a:lnTo>
                  <a:lnTo>
                    <a:pt x="642215" y="466048"/>
                  </a:lnTo>
                  <a:lnTo>
                    <a:pt x="651615" y="483626"/>
                  </a:lnTo>
                  <a:lnTo>
                    <a:pt x="654137" y="490561"/>
                  </a:lnTo>
                  <a:lnTo>
                    <a:pt x="653414" y="512927"/>
                  </a:lnTo>
                  <a:lnTo>
                    <a:pt x="655326" y="515372"/>
                  </a:lnTo>
                  <a:lnTo>
                    <a:pt x="657331" y="518693"/>
                  </a:lnTo>
                  <a:lnTo>
                    <a:pt x="657636" y="524472"/>
                  </a:lnTo>
                  <a:lnTo>
                    <a:pt x="659171" y="527114"/>
                  </a:lnTo>
                  <a:lnTo>
                    <a:pt x="662442" y="529247"/>
                  </a:lnTo>
                  <a:lnTo>
                    <a:pt x="666121" y="531756"/>
                  </a:lnTo>
                  <a:lnTo>
                    <a:pt x="668783" y="535153"/>
                  </a:lnTo>
                  <a:lnTo>
                    <a:pt x="669392" y="538544"/>
                  </a:lnTo>
                  <a:lnTo>
                    <a:pt x="666834" y="544450"/>
                  </a:lnTo>
                  <a:lnTo>
                    <a:pt x="656520" y="552433"/>
                  </a:lnTo>
                  <a:lnTo>
                    <a:pt x="642019" y="559431"/>
                  </a:lnTo>
                  <a:lnTo>
                    <a:pt x="613178" y="572055"/>
                  </a:lnTo>
                  <a:lnTo>
                    <a:pt x="579758" y="586687"/>
                  </a:lnTo>
                  <a:lnTo>
                    <a:pt x="550788" y="599368"/>
                  </a:lnTo>
                  <a:lnTo>
                    <a:pt x="528370" y="609180"/>
                  </a:lnTo>
                  <a:lnTo>
                    <a:pt x="482326" y="617797"/>
                  </a:lnTo>
                  <a:lnTo>
                    <a:pt x="445749" y="624637"/>
                  </a:lnTo>
                  <a:lnTo>
                    <a:pt x="419352" y="629577"/>
                  </a:lnTo>
                  <a:lnTo>
                    <a:pt x="395043" y="643326"/>
                  </a:lnTo>
                  <a:lnTo>
                    <a:pt x="368202" y="658497"/>
                  </a:lnTo>
                  <a:lnTo>
                    <a:pt x="345634" y="671255"/>
                  </a:lnTo>
                  <a:lnTo>
                    <a:pt x="320323" y="685562"/>
                  </a:lnTo>
                  <a:lnTo>
                    <a:pt x="296432" y="699069"/>
                  </a:lnTo>
                  <a:lnTo>
                    <a:pt x="269870" y="699025"/>
                  </a:lnTo>
                  <a:lnTo>
                    <a:pt x="251225" y="688902"/>
                  </a:lnTo>
                  <a:lnTo>
                    <a:pt x="233893" y="678507"/>
                  </a:lnTo>
                  <a:lnTo>
                    <a:pt x="222043" y="659919"/>
                  </a:lnTo>
                  <a:lnTo>
                    <a:pt x="221227" y="638322"/>
                  </a:lnTo>
                  <a:lnTo>
                    <a:pt x="225474" y="624179"/>
                  </a:lnTo>
                  <a:lnTo>
                    <a:pt x="229324" y="617727"/>
                  </a:lnTo>
                  <a:lnTo>
                    <a:pt x="236673" y="613638"/>
                  </a:lnTo>
                  <a:lnTo>
                    <a:pt x="251060" y="606684"/>
                  </a:lnTo>
                  <a:lnTo>
                    <a:pt x="264139" y="592605"/>
                  </a:lnTo>
                  <a:lnTo>
                    <a:pt x="274625" y="584204"/>
                  </a:lnTo>
                  <a:lnTo>
                    <a:pt x="285187" y="575535"/>
                  </a:lnTo>
                  <a:lnTo>
                    <a:pt x="291218" y="560606"/>
                  </a:lnTo>
                  <a:lnTo>
                    <a:pt x="298742" y="524465"/>
                  </a:lnTo>
                  <a:lnTo>
                    <a:pt x="299698" y="517277"/>
                  </a:lnTo>
                  <a:lnTo>
                    <a:pt x="310644" y="492491"/>
                  </a:lnTo>
                  <a:lnTo>
                    <a:pt x="322752" y="465070"/>
                  </a:lnTo>
                  <a:lnTo>
                    <a:pt x="328312" y="452477"/>
                  </a:lnTo>
                  <a:lnTo>
                    <a:pt x="322095" y="419792"/>
                  </a:lnTo>
                  <a:lnTo>
                    <a:pt x="317419" y="394676"/>
                  </a:lnTo>
                  <a:lnTo>
                    <a:pt x="313135" y="371669"/>
                  </a:lnTo>
                  <a:lnTo>
                    <a:pt x="308313" y="345746"/>
                  </a:lnTo>
                  <a:lnTo>
                    <a:pt x="303926" y="322148"/>
                  </a:lnTo>
                  <a:lnTo>
                    <a:pt x="299786" y="299916"/>
                  </a:lnTo>
                  <a:lnTo>
                    <a:pt x="295637" y="277600"/>
                  </a:lnTo>
                  <a:lnTo>
                    <a:pt x="291564" y="255723"/>
                  </a:lnTo>
                  <a:lnTo>
                    <a:pt x="288371" y="240032"/>
                  </a:lnTo>
                  <a:lnTo>
                    <a:pt x="284578" y="221438"/>
                  </a:lnTo>
                  <a:lnTo>
                    <a:pt x="262424" y="208388"/>
                  </a:lnTo>
                  <a:lnTo>
                    <a:pt x="245603" y="199249"/>
                  </a:lnTo>
                  <a:lnTo>
                    <a:pt x="218090" y="184320"/>
                  </a:lnTo>
                  <a:lnTo>
                    <a:pt x="195016" y="171797"/>
                  </a:lnTo>
                  <a:lnTo>
                    <a:pt x="174340" y="160340"/>
                  </a:lnTo>
                  <a:lnTo>
                    <a:pt x="187378" y="137250"/>
                  </a:lnTo>
                  <a:lnTo>
                    <a:pt x="186251" y="133472"/>
                  </a:lnTo>
                  <a:lnTo>
                    <a:pt x="181528" y="128925"/>
                  </a:lnTo>
                  <a:lnTo>
                    <a:pt x="171875" y="121362"/>
                  </a:lnTo>
                  <a:lnTo>
                    <a:pt x="166232" y="120593"/>
                  </a:lnTo>
                  <a:lnTo>
                    <a:pt x="156294" y="122372"/>
                  </a:lnTo>
                  <a:lnTo>
                    <a:pt x="140434" y="127077"/>
                  </a:lnTo>
                  <a:lnTo>
                    <a:pt x="133582" y="125515"/>
                  </a:lnTo>
                  <a:lnTo>
                    <a:pt x="128140" y="117437"/>
                  </a:lnTo>
                  <a:lnTo>
                    <a:pt x="121877" y="107099"/>
                  </a:lnTo>
                  <a:lnTo>
                    <a:pt x="119825" y="99021"/>
                  </a:lnTo>
                  <a:lnTo>
                    <a:pt x="119040" y="88333"/>
                  </a:lnTo>
                  <a:lnTo>
                    <a:pt x="115304" y="78713"/>
                  </a:lnTo>
                  <a:lnTo>
                    <a:pt x="117671" y="73664"/>
                  </a:lnTo>
                  <a:lnTo>
                    <a:pt x="118192" y="71149"/>
                  </a:lnTo>
                  <a:lnTo>
                    <a:pt x="117981" y="67987"/>
                  </a:lnTo>
                  <a:lnTo>
                    <a:pt x="115412" y="65967"/>
                  </a:lnTo>
                  <a:lnTo>
                    <a:pt x="110890" y="65085"/>
                  </a:lnTo>
                  <a:lnTo>
                    <a:pt x="95594" y="69123"/>
                  </a:lnTo>
                  <a:lnTo>
                    <a:pt x="88716" y="69498"/>
                  </a:lnTo>
                  <a:lnTo>
                    <a:pt x="84613" y="71772"/>
                  </a:lnTo>
                  <a:lnTo>
                    <a:pt x="78148" y="76490"/>
                  </a:lnTo>
                  <a:lnTo>
                    <a:pt x="71776" y="77074"/>
                  </a:lnTo>
                  <a:lnTo>
                    <a:pt x="60769" y="65904"/>
                  </a:lnTo>
                  <a:lnTo>
                    <a:pt x="48743" y="53673"/>
                  </a:lnTo>
                  <a:lnTo>
                    <a:pt x="43700" y="36825"/>
                  </a:lnTo>
                  <a:lnTo>
                    <a:pt x="38522" y="19521"/>
                  </a:lnTo>
                  <a:lnTo>
                    <a:pt x="17980" y="9112"/>
                  </a:lnTo>
                  <a:lnTo>
                    <a:pt x="0" y="0"/>
                  </a:lnTo>
                  <a:lnTo>
                    <a:pt x="151916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8" name="pg3908"/>
            <p:cNvSpPr/>
            <p:nvPr/>
          </p:nvSpPr>
          <p:spPr>
            <a:xfrm>
              <a:off x="5851209" y="2540116"/>
              <a:ext cx="296962" cy="257863"/>
            </a:xfrm>
            <a:custGeom>
              <a:avLst/>
              <a:gdLst/>
              <a:ahLst/>
              <a:cxnLst/>
              <a:rect l="0" t="0" r="0" b="0"/>
              <a:pathLst>
                <a:path w="296962" h="257863">
                  <a:moveTo>
                    <a:pt x="67195" y="242946"/>
                  </a:moveTo>
                  <a:lnTo>
                    <a:pt x="62725" y="241575"/>
                  </a:lnTo>
                  <a:lnTo>
                    <a:pt x="58875" y="240501"/>
                  </a:lnTo>
                  <a:lnTo>
                    <a:pt x="56643" y="242330"/>
                  </a:lnTo>
                  <a:lnTo>
                    <a:pt x="54529" y="244775"/>
                  </a:lnTo>
                  <a:lnTo>
                    <a:pt x="51924" y="246611"/>
                  </a:lnTo>
                  <a:lnTo>
                    <a:pt x="46457" y="244013"/>
                  </a:lnTo>
                  <a:lnTo>
                    <a:pt x="42979" y="239282"/>
                  </a:lnTo>
                  <a:lnTo>
                    <a:pt x="37393" y="234405"/>
                  </a:lnTo>
                  <a:lnTo>
                    <a:pt x="35279" y="230735"/>
                  </a:lnTo>
                  <a:lnTo>
                    <a:pt x="36401" y="226467"/>
                  </a:lnTo>
                  <a:lnTo>
                    <a:pt x="38881" y="222346"/>
                  </a:lnTo>
                  <a:lnTo>
                    <a:pt x="40002" y="217462"/>
                  </a:lnTo>
                  <a:lnTo>
                    <a:pt x="37269" y="211829"/>
                  </a:lnTo>
                  <a:lnTo>
                    <a:pt x="34783" y="208623"/>
                  </a:lnTo>
                  <a:lnTo>
                    <a:pt x="33047" y="204958"/>
                  </a:lnTo>
                  <a:lnTo>
                    <a:pt x="33667" y="201453"/>
                  </a:lnTo>
                  <a:lnTo>
                    <a:pt x="37145" y="199770"/>
                  </a:lnTo>
                  <a:lnTo>
                    <a:pt x="40375" y="197630"/>
                  </a:lnTo>
                  <a:lnTo>
                    <a:pt x="41491" y="193058"/>
                  </a:lnTo>
                  <a:lnTo>
                    <a:pt x="39501" y="188174"/>
                  </a:lnTo>
                  <a:lnTo>
                    <a:pt x="33791" y="186187"/>
                  </a:lnTo>
                  <a:lnTo>
                    <a:pt x="29073" y="186949"/>
                  </a:lnTo>
                  <a:lnTo>
                    <a:pt x="22241" y="185882"/>
                  </a:lnTo>
                  <a:lnTo>
                    <a:pt x="15663" y="182834"/>
                  </a:lnTo>
                  <a:lnTo>
                    <a:pt x="11316" y="179322"/>
                  </a:lnTo>
                  <a:lnTo>
                    <a:pt x="7963" y="177334"/>
                  </a:lnTo>
                  <a:lnTo>
                    <a:pt x="5353" y="177334"/>
                  </a:lnTo>
                  <a:lnTo>
                    <a:pt x="2247" y="175353"/>
                  </a:lnTo>
                  <a:lnTo>
                    <a:pt x="387" y="171993"/>
                  </a:lnTo>
                  <a:lnTo>
                    <a:pt x="635" y="166500"/>
                  </a:lnTo>
                  <a:lnTo>
                    <a:pt x="1503" y="163147"/>
                  </a:lnTo>
                  <a:lnTo>
                    <a:pt x="3239" y="160245"/>
                  </a:lnTo>
                  <a:lnTo>
                    <a:pt x="3363" y="157038"/>
                  </a:lnTo>
                  <a:lnTo>
                    <a:pt x="2619" y="154746"/>
                  </a:lnTo>
                  <a:lnTo>
                    <a:pt x="2500" y="152923"/>
                  </a:lnTo>
                  <a:lnTo>
                    <a:pt x="2991" y="150631"/>
                  </a:lnTo>
                  <a:lnTo>
                    <a:pt x="4113" y="146052"/>
                  </a:lnTo>
                  <a:lnTo>
                    <a:pt x="2247" y="142699"/>
                  </a:lnTo>
                  <a:lnTo>
                    <a:pt x="2056" y="131078"/>
                  </a:lnTo>
                  <a:lnTo>
                    <a:pt x="1689" y="109334"/>
                  </a:lnTo>
                  <a:lnTo>
                    <a:pt x="1415" y="92677"/>
                  </a:lnTo>
                  <a:lnTo>
                    <a:pt x="1069" y="71740"/>
                  </a:lnTo>
                  <a:lnTo>
                    <a:pt x="867" y="56493"/>
                  </a:lnTo>
                  <a:lnTo>
                    <a:pt x="588" y="35130"/>
                  </a:lnTo>
                  <a:lnTo>
                    <a:pt x="325" y="14859"/>
                  </a:lnTo>
                  <a:lnTo>
                    <a:pt x="0" y="0"/>
                  </a:lnTo>
                  <a:lnTo>
                    <a:pt x="276472" y="0"/>
                  </a:lnTo>
                  <a:lnTo>
                    <a:pt x="276633" y="57"/>
                  </a:lnTo>
                  <a:lnTo>
                    <a:pt x="276810" y="0"/>
                  </a:lnTo>
                  <a:lnTo>
                    <a:pt x="296962" y="0"/>
                  </a:lnTo>
                  <a:lnTo>
                    <a:pt x="296962" y="192012"/>
                  </a:lnTo>
                  <a:lnTo>
                    <a:pt x="290901" y="195833"/>
                  </a:lnTo>
                  <a:lnTo>
                    <a:pt x="267083" y="205085"/>
                  </a:lnTo>
                  <a:lnTo>
                    <a:pt x="239280" y="222746"/>
                  </a:lnTo>
                  <a:lnTo>
                    <a:pt x="203354" y="237625"/>
                  </a:lnTo>
                  <a:lnTo>
                    <a:pt x="195825" y="237682"/>
                  </a:lnTo>
                  <a:lnTo>
                    <a:pt x="179510" y="225438"/>
                  </a:lnTo>
                  <a:lnTo>
                    <a:pt x="184073" y="219863"/>
                  </a:lnTo>
                  <a:lnTo>
                    <a:pt x="188316" y="212306"/>
                  </a:lnTo>
                  <a:lnTo>
                    <a:pt x="184260" y="214484"/>
                  </a:lnTo>
                  <a:lnTo>
                    <a:pt x="181629" y="217761"/>
                  </a:lnTo>
                  <a:lnTo>
                    <a:pt x="171790" y="223019"/>
                  </a:lnTo>
                  <a:lnTo>
                    <a:pt x="179769" y="233199"/>
                  </a:lnTo>
                  <a:lnTo>
                    <a:pt x="175914" y="237015"/>
                  </a:lnTo>
                  <a:lnTo>
                    <a:pt x="164503" y="242032"/>
                  </a:lnTo>
                  <a:lnTo>
                    <a:pt x="153878" y="249290"/>
                  </a:lnTo>
                  <a:lnTo>
                    <a:pt x="144577" y="254142"/>
                  </a:lnTo>
                  <a:lnTo>
                    <a:pt x="137052" y="247970"/>
                  </a:lnTo>
                  <a:lnTo>
                    <a:pt x="116283" y="255768"/>
                  </a:lnTo>
                  <a:lnTo>
                    <a:pt x="98791" y="257863"/>
                  </a:lnTo>
                  <a:lnTo>
                    <a:pt x="95008" y="253913"/>
                  </a:lnTo>
                  <a:lnTo>
                    <a:pt x="93897" y="247677"/>
                  </a:lnTo>
                  <a:lnTo>
                    <a:pt x="87773" y="246172"/>
                  </a:lnTo>
                  <a:lnTo>
                    <a:pt x="76394" y="247893"/>
                  </a:lnTo>
                  <a:lnTo>
                    <a:pt x="72079" y="2445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9" name="pg3909"/>
            <p:cNvSpPr/>
            <p:nvPr/>
          </p:nvSpPr>
          <p:spPr>
            <a:xfrm>
              <a:off x="5120632" y="2540116"/>
              <a:ext cx="534180" cy="266113"/>
            </a:xfrm>
            <a:custGeom>
              <a:avLst/>
              <a:gdLst/>
              <a:ahLst/>
              <a:cxnLst/>
              <a:rect l="0" t="0" r="0" b="0"/>
              <a:pathLst>
                <a:path w="534180" h="266113">
                  <a:moveTo>
                    <a:pt x="528260" y="7169"/>
                  </a:moveTo>
                  <a:lnTo>
                    <a:pt x="511940" y="26932"/>
                  </a:lnTo>
                  <a:lnTo>
                    <a:pt x="497548" y="44357"/>
                  </a:lnTo>
                  <a:lnTo>
                    <a:pt x="494318" y="62240"/>
                  </a:lnTo>
                  <a:lnTo>
                    <a:pt x="491254" y="79195"/>
                  </a:lnTo>
                  <a:lnTo>
                    <a:pt x="479347" y="92099"/>
                  </a:lnTo>
                  <a:lnTo>
                    <a:pt x="472087" y="103930"/>
                  </a:lnTo>
                  <a:lnTo>
                    <a:pt x="468847" y="117050"/>
                  </a:lnTo>
                  <a:lnTo>
                    <a:pt x="466139" y="129097"/>
                  </a:lnTo>
                  <a:lnTo>
                    <a:pt x="465932" y="139181"/>
                  </a:lnTo>
                  <a:lnTo>
                    <a:pt x="467973" y="144471"/>
                  </a:lnTo>
                  <a:lnTo>
                    <a:pt x="467012" y="148770"/>
                  </a:lnTo>
                  <a:lnTo>
                    <a:pt x="463074" y="153717"/>
                  </a:lnTo>
                  <a:lnTo>
                    <a:pt x="455199" y="162322"/>
                  </a:lnTo>
                  <a:lnTo>
                    <a:pt x="453798" y="170603"/>
                  </a:lnTo>
                  <a:lnTo>
                    <a:pt x="448982" y="174686"/>
                  </a:lnTo>
                  <a:lnTo>
                    <a:pt x="435246" y="182859"/>
                  </a:lnTo>
                  <a:lnTo>
                    <a:pt x="424042" y="194906"/>
                  </a:lnTo>
                  <a:lnTo>
                    <a:pt x="423495" y="201726"/>
                  </a:lnTo>
                  <a:lnTo>
                    <a:pt x="425112" y="207391"/>
                  </a:lnTo>
                  <a:lnTo>
                    <a:pt x="425360" y="210909"/>
                  </a:lnTo>
                  <a:lnTo>
                    <a:pt x="423122" y="213360"/>
                  </a:lnTo>
                  <a:lnTo>
                    <a:pt x="418637" y="213201"/>
                  </a:lnTo>
                  <a:lnTo>
                    <a:pt x="413784" y="213970"/>
                  </a:lnTo>
                  <a:lnTo>
                    <a:pt x="409697" y="218993"/>
                  </a:lnTo>
                  <a:lnTo>
                    <a:pt x="409800" y="226207"/>
                  </a:lnTo>
                  <a:lnTo>
                    <a:pt x="406813" y="231408"/>
                  </a:lnTo>
                  <a:lnTo>
                    <a:pt x="403325" y="232481"/>
                  </a:lnTo>
                  <a:lnTo>
                    <a:pt x="400338" y="228804"/>
                  </a:lnTo>
                  <a:lnTo>
                    <a:pt x="396746" y="223292"/>
                  </a:lnTo>
                  <a:lnTo>
                    <a:pt x="392540" y="222752"/>
                  </a:lnTo>
                  <a:lnTo>
                    <a:pt x="386153" y="226410"/>
                  </a:lnTo>
                  <a:lnTo>
                    <a:pt x="378277" y="232430"/>
                  </a:lnTo>
                  <a:lnTo>
                    <a:pt x="371192" y="232754"/>
                  </a:lnTo>
                  <a:lnTo>
                    <a:pt x="357890" y="228887"/>
                  </a:lnTo>
                  <a:lnTo>
                    <a:pt x="348180" y="240559"/>
                  </a:lnTo>
                  <a:lnTo>
                    <a:pt x="337757" y="265630"/>
                  </a:lnTo>
                  <a:lnTo>
                    <a:pt x="293717" y="265693"/>
                  </a:lnTo>
                  <a:lnTo>
                    <a:pt x="249678" y="265757"/>
                  </a:lnTo>
                  <a:lnTo>
                    <a:pt x="205634" y="265820"/>
                  </a:lnTo>
                  <a:lnTo>
                    <a:pt x="161594" y="265884"/>
                  </a:lnTo>
                  <a:lnTo>
                    <a:pt x="117555" y="265941"/>
                  </a:lnTo>
                  <a:lnTo>
                    <a:pt x="73516" y="266005"/>
                  </a:lnTo>
                  <a:lnTo>
                    <a:pt x="29476" y="266068"/>
                  </a:lnTo>
                  <a:lnTo>
                    <a:pt x="4831" y="266106"/>
                  </a:lnTo>
                  <a:lnTo>
                    <a:pt x="0" y="266113"/>
                  </a:lnTo>
                  <a:lnTo>
                    <a:pt x="15089" y="261204"/>
                  </a:lnTo>
                  <a:lnTo>
                    <a:pt x="46550" y="242127"/>
                  </a:lnTo>
                  <a:lnTo>
                    <a:pt x="69753" y="235218"/>
                  </a:lnTo>
                  <a:lnTo>
                    <a:pt x="99933" y="215182"/>
                  </a:lnTo>
                  <a:lnTo>
                    <a:pt x="121792" y="211328"/>
                  </a:lnTo>
                  <a:lnTo>
                    <a:pt x="125952" y="206921"/>
                  </a:lnTo>
                  <a:lnTo>
                    <a:pt x="129616" y="190302"/>
                  </a:lnTo>
                  <a:lnTo>
                    <a:pt x="131616" y="184377"/>
                  </a:lnTo>
                  <a:lnTo>
                    <a:pt x="141823" y="168056"/>
                  </a:lnTo>
                  <a:lnTo>
                    <a:pt x="154080" y="154289"/>
                  </a:lnTo>
                  <a:lnTo>
                    <a:pt x="163971" y="135250"/>
                  </a:lnTo>
                  <a:lnTo>
                    <a:pt x="181924" y="123083"/>
                  </a:lnTo>
                  <a:lnTo>
                    <a:pt x="209070" y="112909"/>
                  </a:lnTo>
                  <a:lnTo>
                    <a:pt x="234180" y="90689"/>
                  </a:lnTo>
                  <a:lnTo>
                    <a:pt x="247942" y="83914"/>
                  </a:lnTo>
                  <a:lnTo>
                    <a:pt x="261280" y="79062"/>
                  </a:lnTo>
                  <a:lnTo>
                    <a:pt x="266881" y="70032"/>
                  </a:lnTo>
                  <a:lnTo>
                    <a:pt x="275129" y="64869"/>
                  </a:lnTo>
                  <a:lnTo>
                    <a:pt x="297180" y="54372"/>
                  </a:lnTo>
                  <a:lnTo>
                    <a:pt x="321484" y="51533"/>
                  </a:lnTo>
                  <a:lnTo>
                    <a:pt x="346046" y="42820"/>
                  </a:lnTo>
                  <a:lnTo>
                    <a:pt x="364887" y="38203"/>
                  </a:lnTo>
                  <a:lnTo>
                    <a:pt x="376442" y="30030"/>
                  </a:lnTo>
                  <a:lnTo>
                    <a:pt x="393243" y="25725"/>
                  </a:lnTo>
                  <a:lnTo>
                    <a:pt x="443385" y="2273"/>
                  </a:lnTo>
                  <a:lnTo>
                    <a:pt x="446265" y="0"/>
                  </a:lnTo>
                  <a:lnTo>
                    <a:pt x="53418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0" name="pg3910"/>
            <p:cNvSpPr/>
            <p:nvPr/>
          </p:nvSpPr>
          <p:spPr>
            <a:xfrm>
              <a:off x="6021903" y="2797057"/>
              <a:ext cx="126268" cy="202407"/>
            </a:xfrm>
            <a:custGeom>
              <a:avLst/>
              <a:gdLst/>
              <a:ahLst/>
              <a:cxnLst/>
              <a:rect l="0" t="0" r="0" b="0"/>
              <a:pathLst>
                <a:path w="126268" h="202407">
                  <a:moveTo>
                    <a:pt x="117079" y="175208"/>
                  </a:moveTo>
                  <a:lnTo>
                    <a:pt x="108057" y="174662"/>
                  </a:lnTo>
                  <a:lnTo>
                    <a:pt x="101406" y="175266"/>
                  </a:lnTo>
                  <a:lnTo>
                    <a:pt x="91386" y="182892"/>
                  </a:lnTo>
                  <a:lnTo>
                    <a:pt x="89830" y="198305"/>
                  </a:lnTo>
                  <a:lnTo>
                    <a:pt x="85406" y="196266"/>
                  </a:lnTo>
                  <a:lnTo>
                    <a:pt x="80916" y="196768"/>
                  </a:lnTo>
                  <a:lnTo>
                    <a:pt x="78595" y="201607"/>
                  </a:lnTo>
                  <a:lnTo>
                    <a:pt x="75288" y="202407"/>
                  </a:lnTo>
                  <a:lnTo>
                    <a:pt x="66529" y="197829"/>
                  </a:lnTo>
                  <a:lnTo>
                    <a:pt x="56214" y="200331"/>
                  </a:lnTo>
                  <a:lnTo>
                    <a:pt x="48147" y="196857"/>
                  </a:lnTo>
                  <a:lnTo>
                    <a:pt x="37863" y="174275"/>
                  </a:lnTo>
                  <a:lnTo>
                    <a:pt x="32401" y="166362"/>
                  </a:lnTo>
                  <a:lnTo>
                    <a:pt x="22717" y="163810"/>
                  </a:lnTo>
                  <a:lnTo>
                    <a:pt x="20205" y="168585"/>
                  </a:lnTo>
                  <a:lnTo>
                    <a:pt x="16448" y="173259"/>
                  </a:lnTo>
                  <a:lnTo>
                    <a:pt x="7126" y="163943"/>
                  </a:lnTo>
                  <a:lnTo>
                    <a:pt x="56" y="129365"/>
                  </a:lnTo>
                  <a:lnTo>
                    <a:pt x="0" y="121021"/>
                  </a:lnTo>
                  <a:lnTo>
                    <a:pt x="9896" y="91936"/>
                  </a:lnTo>
                  <a:lnTo>
                    <a:pt x="34401" y="65753"/>
                  </a:lnTo>
                  <a:lnTo>
                    <a:pt x="26577" y="64877"/>
                  </a:lnTo>
                  <a:lnTo>
                    <a:pt x="4940" y="83033"/>
                  </a:lnTo>
                  <a:lnTo>
                    <a:pt x="7172" y="78638"/>
                  </a:lnTo>
                  <a:lnTo>
                    <a:pt x="10841" y="74059"/>
                  </a:lnTo>
                  <a:lnTo>
                    <a:pt x="18138" y="66674"/>
                  </a:lnTo>
                  <a:lnTo>
                    <a:pt x="29213" y="59733"/>
                  </a:lnTo>
                  <a:lnTo>
                    <a:pt x="43961" y="55688"/>
                  </a:lnTo>
                  <a:lnTo>
                    <a:pt x="54106" y="55072"/>
                  </a:lnTo>
                  <a:lnTo>
                    <a:pt x="61098" y="51236"/>
                  </a:lnTo>
                  <a:lnTo>
                    <a:pt x="71231" y="44441"/>
                  </a:lnTo>
                  <a:lnTo>
                    <a:pt x="73112" y="40834"/>
                  </a:lnTo>
                  <a:lnTo>
                    <a:pt x="64126" y="44981"/>
                  </a:lnTo>
                  <a:lnTo>
                    <a:pt x="49196" y="49064"/>
                  </a:lnTo>
                  <a:lnTo>
                    <a:pt x="53026" y="43711"/>
                  </a:lnTo>
                  <a:lnTo>
                    <a:pt x="56762" y="40847"/>
                  </a:lnTo>
                  <a:lnTo>
                    <a:pt x="126268" y="0"/>
                  </a:lnTo>
                  <a:lnTo>
                    <a:pt x="126268" y="1681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1" name="pg3911"/>
            <p:cNvSpPr/>
            <p:nvPr/>
          </p:nvSpPr>
          <p:spPr>
            <a:xfrm>
              <a:off x="6008033" y="2885799"/>
              <a:ext cx="12040" cy="17520"/>
            </a:xfrm>
            <a:custGeom>
              <a:avLst/>
              <a:gdLst/>
              <a:ahLst/>
              <a:cxnLst/>
              <a:rect l="0" t="0" r="0" b="0"/>
              <a:pathLst>
                <a:path w="12040" h="17520">
                  <a:moveTo>
                    <a:pt x="0" y="17520"/>
                  </a:moveTo>
                  <a:lnTo>
                    <a:pt x="1291" y="13062"/>
                  </a:lnTo>
                  <a:lnTo>
                    <a:pt x="7792" y="1695"/>
                  </a:lnTo>
                  <a:lnTo>
                    <a:pt x="12040" y="0"/>
                  </a:lnTo>
                  <a:lnTo>
                    <a:pt x="5327" y="129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2" name="pg3912"/>
            <p:cNvSpPr/>
            <p:nvPr/>
          </p:nvSpPr>
          <p:spPr>
            <a:xfrm>
              <a:off x="5947395" y="2832043"/>
              <a:ext cx="16050" cy="22950"/>
            </a:xfrm>
            <a:custGeom>
              <a:avLst/>
              <a:gdLst/>
              <a:ahLst/>
              <a:cxnLst/>
              <a:rect l="0" t="0" r="0" b="0"/>
              <a:pathLst>
                <a:path w="16050" h="22950">
                  <a:moveTo>
                    <a:pt x="0" y="22950"/>
                  </a:moveTo>
                  <a:lnTo>
                    <a:pt x="5539" y="5391"/>
                  </a:lnTo>
                  <a:lnTo>
                    <a:pt x="10046" y="0"/>
                  </a:lnTo>
                  <a:lnTo>
                    <a:pt x="16050" y="1816"/>
                  </a:lnTo>
                  <a:lnTo>
                    <a:pt x="15208" y="12427"/>
                  </a:lnTo>
                  <a:lnTo>
                    <a:pt x="14242" y="1607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3" name="pg3913"/>
            <p:cNvSpPr/>
            <p:nvPr/>
          </p:nvSpPr>
          <p:spPr>
            <a:xfrm>
              <a:off x="5199832" y="2715076"/>
              <a:ext cx="51274" cy="34247"/>
            </a:xfrm>
            <a:custGeom>
              <a:avLst/>
              <a:gdLst/>
              <a:ahLst/>
              <a:cxnLst/>
              <a:rect l="0" t="0" r="0" b="0"/>
              <a:pathLst>
                <a:path w="51274" h="34247">
                  <a:moveTo>
                    <a:pt x="33548" y="33244"/>
                  </a:moveTo>
                  <a:lnTo>
                    <a:pt x="19601" y="30837"/>
                  </a:lnTo>
                  <a:lnTo>
                    <a:pt x="4268" y="34177"/>
                  </a:lnTo>
                  <a:lnTo>
                    <a:pt x="0" y="34247"/>
                  </a:lnTo>
                  <a:lnTo>
                    <a:pt x="11389" y="24582"/>
                  </a:lnTo>
                  <a:lnTo>
                    <a:pt x="28903" y="18638"/>
                  </a:lnTo>
                  <a:lnTo>
                    <a:pt x="46364" y="463"/>
                  </a:lnTo>
                  <a:lnTo>
                    <a:pt x="51274" y="0"/>
                  </a:lnTo>
                  <a:lnTo>
                    <a:pt x="44628" y="20587"/>
                  </a:lnTo>
                  <a:lnTo>
                    <a:pt x="43274" y="27948"/>
                  </a:lnTo>
                  <a:lnTo>
                    <a:pt x="41703" y="306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4" name="pg3914"/>
            <p:cNvSpPr/>
            <p:nvPr/>
          </p:nvSpPr>
          <p:spPr>
            <a:xfrm>
              <a:off x="5210715" y="2716409"/>
              <a:ext cx="30200" cy="16853"/>
            </a:xfrm>
            <a:custGeom>
              <a:avLst/>
              <a:gdLst/>
              <a:ahLst/>
              <a:cxnLst/>
              <a:rect l="0" t="0" r="0" b="0"/>
              <a:pathLst>
                <a:path w="30200" h="16853">
                  <a:moveTo>
                    <a:pt x="4423" y="16853"/>
                  </a:moveTo>
                  <a:lnTo>
                    <a:pt x="0" y="15723"/>
                  </a:lnTo>
                  <a:lnTo>
                    <a:pt x="14082" y="2946"/>
                  </a:lnTo>
                  <a:lnTo>
                    <a:pt x="30200" y="0"/>
                  </a:lnTo>
                  <a:lnTo>
                    <a:pt x="17187" y="1417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5" name="pg3915"/>
            <p:cNvSpPr/>
            <p:nvPr/>
          </p:nvSpPr>
          <p:spPr>
            <a:xfrm>
              <a:off x="5500816" y="2547127"/>
              <a:ext cx="30784" cy="17069"/>
            </a:xfrm>
            <a:custGeom>
              <a:avLst/>
              <a:gdLst/>
              <a:ahLst/>
              <a:cxnLst/>
              <a:rect l="0" t="0" r="0" b="0"/>
              <a:pathLst>
                <a:path w="30784" h="17069">
                  <a:moveTo>
                    <a:pt x="0" y="17069"/>
                  </a:moveTo>
                  <a:lnTo>
                    <a:pt x="2294" y="12554"/>
                  </a:lnTo>
                  <a:lnTo>
                    <a:pt x="15430" y="4508"/>
                  </a:lnTo>
                  <a:lnTo>
                    <a:pt x="25084" y="0"/>
                  </a:lnTo>
                  <a:lnTo>
                    <a:pt x="30784" y="95"/>
                  </a:lnTo>
                  <a:lnTo>
                    <a:pt x="21502" y="9957"/>
                  </a:lnTo>
                  <a:lnTo>
                    <a:pt x="9622" y="160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6" name="pg3916"/>
            <p:cNvSpPr/>
            <p:nvPr/>
          </p:nvSpPr>
          <p:spPr>
            <a:xfrm>
              <a:off x="4772327" y="5500509"/>
              <a:ext cx="49258" cy="37397"/>
            </a:xfrm>
            <a:custGeom>
              <a:avLst/>
              <a:gdLst/>
              <a:ahLst/>
              <a:cxnLst/>
              <a:rect l="0" t="0" r="0" b="0"/>
              <a:pathLst>
                <a:path w="49258" h="37397">
                  <a:moveTo>
                    <a:pt x="36380" y="7931"/>
                  </a:moveTo>
                  <a:lnTo>
                    <a:pt x="25890" y="16136"/>
                  </a:lnTo>
                  <a:lnTo>
                    <a:pt x="33512" y="21991"/>
                  </a:lnTo>
                  <a:lnTo>
                    <a:pt x="40695" y="9258"/>
                  </a:lnTo>
                  <a:lnTo>
                    <a:pt x="46395" y="19603"/>
                  </a:lnTo>
                  <a:lnTo>
                    <a:pt x="49258" y="37397"/>
                  </a:lnTo>
                  <a:lnTo>
                    <a:pt x="16879" y="37397"/>
                  </a:lnTo>
                  <a:lnTo>
                    <a:pt x="15627" y="32145"/>
                  </a:lnTo>
                  <a:lnTo>
                    <a:pt x="9084" y="25573"/>
                  </a:lnTo>
                  <a:lnTo>
                    <a:pt x="0" y="8807"/>
                  </a:lnTo>
                  <a:lnTo>
                    <a:pt x="5276" y="4483"/>
                  </a:lnTo>
                  <a:lnTo>
                    <a:pt x="12309" y="5924"/>
                  </a:lnTo>
                  <a:lnTo>
                    <a:pt x="15911" y="3905"/>
                  </a:lnTo>
                  <a:lnTo>
                    <a:pt x="25662" y="2292"/>
                  </a:lnTo>
                  <a:lnTo>
                    <a:pt x="31585" y="0"/>
                  </a:lnTo>
                  <a:lnTo>
                    <a:pt x="36215" y="495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7" name="pg3917"/>
            <p:cNvSpPr/>
            <p:nvPr/>
          </p:nvSpPr>
          <p:spPr>
            <a:xfrm>
              <a:off x="4778270" y="5155530"/>
              <a:ext cx="95830" cy="135860"/>
            </a:xfrm>
            <a:custGeom>
              <a:avLst/>
              <a:gdLst/>
              <a:ahLst/>
              <a:cxnLst/>
              <a:rect l="0" t="0" r="0" b="0"/>
              <a:pathLst>
                <a:path w="95830" h="135860">
                  <a:moveTo>
                    <a:pt x="73800" y="135860"/>
                  </a:moveTo>
                  <a:lnTo>
                    <a:pt x="64612" y="122835"/>
                  </a:lnTo>
                  <a:lnTo>
                    <a:pt x="57211" y="119050"/>
                  </a:lnTo>
                  <a:lnTo>
                    <a:pt x="68772" y="109842"/>
                  </a:lnTo>
                  <a:lnTo>
                    <a:pt x="73764" y="101930"/>
                  </a:lnTo>
                  <a:lnTo>
                    <a:pt x="73660" y="84669"/>
                  </a:lnTo>
                  <a:lnTo>
                    <a:pt x="76482" y="75214"/>
                  </a:lnTo>
                  <a:lnTo>
                    <a:pt x="75526" y="67028"/>
                  </a:lnTo>
                  <a:lnTo>
                    <a:pt x="78073" y="58671"/>
                  </a:lnTo>
                  <a:lnTo>
                    <a:pt x="74627" y="49285"/>
                  </a:lnTo>
                  <a:lnTo>
                    <a:pt x="64963" y="41842"/>
                  </a:lnTo>
                  <a:lnTo>
                    <a:pt x="45842" y="12237"/>
                  </a:lnTo>
                  <a:lnTo>
                    <a:pt x="15637" y="5048"/>
                  </a:lnTo>
                  <a:lnTo>
                    <a:pt x="0" y="4750"/>
                  </a:lnTo>
                  <a:lnTo>
                    <a:pt x="8593" y="0"/>
                  </a:lnTo>
                  <a:lnTo>
                    <a:pt x="16531" y="577"/>
                  </a:lnTo>
                  <a:lnTo>
                    <a:pt x="28748" y="3403"/>
                  </a:lnTo>
                  <a:lnTo>
                    <a:pt x="43377" y="4769"/>
                  </a:lnTo>
                  <a:lnTo>
                    <a:pt x="52318" y="13481"/>
                  </a:lnTo>
                  <a:lnTo>
                    <a:pt x="60855" y="25033"/>
                  </a:lnTo>
                  <a:lnTo>
                    <a:pt x="68565" y="29707"/>
                  </a:lnTo>
                  <a:lnTo>
                    <a:pt x="71738" y="32679"/>
                  </a:lnTo>
                  <a:lnTo>
                    <a:pt x="71381" y="36032"/>
                  </a:lnTo>
                  <a:lnTo>
                    <a:pt x="72663" y="39181"/>
                  </a:lnTo>
                  <a:lnTo>
                    <a:pt x="82724" y="44586"/>
                  </a:lnTo>
                  <a:lnTo>
                    <a:pt x="92858" y="53311"/>
                  </a:lnTo>
                  <a:lnTo>
                    <a:pt x="95830" y="78897"/>
                  </a:lnTo>
                  <a:lnTo>
                    <a:pt x="82177" y="91007"/>
                  </a:lnTo>
                  <a:lnTo>
                    <a:pt x="79665" y="128055"/>
                  </a:lnTo>
                  <a:lnTo>
                    <a:pt x="76001" y="1347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8" name="pg3918"/>
            <p:cNvSpPr/>
            <p:nvPr/>
          </p:nvSpPr>
          <p:spPr>
            <a:xfrm>
              <a:off x="4726246" y="5381534"/>
              <a:ext cx="74105" cy="118987"/>
            </a:xfrm>
            <a:custGeom>
              <a:avLst/>
              <a:gdLst/>
              <a:ahLst/>
              <a:cxnLst/>
              <a:rect l="0" t="0" r="0" b="0"/>
              <a:pathLst>
                <a:path w="74105" h="118987">
                  <a:moveTo>
                    <a:pt x="72947" y="80116"/>
                  </a:moveTo>
                  <a:lnTo>
                    <a:pt x="74105" y="91896"/>
                  </a:lnTo>
                  <a:lnTo>
                    <a:pt x="73035" y="96094"/>
                  </a:lnTo>
                  <a:lnTo>
                    <a:pt x="61583" y="103968"/>
                  </a:lnTo>
                  <a:lnTo>
                    <a:pt x="58643" y="108369"/>
                  </a:lnTo>
                  <a:lnTo>
                    <a:pt x="47847" y="112808"/>
                  </a:lnTo>
                  <a:lnTo>
                    <a:pt x="41315" y="118987"/>
                  </a:lnTo>
                  <a:lnTo>
                    <a:pt x="38044" y="108947"/>
                  </a:lnTo>
                  <a:lnTo>
                    <a:pt x="31703" y="102742"/>
                  </a:lnTo>
                  <a:lnTo>
                    <a:pt x="30639" y="92194"/>
                  </a:lnTo>
                  <a:lnTo>
                    <a:pt x="25792" y="95757"/>
                  </a:lnTo>
                  <a:lnTo>
                    <a:pt x="18805" y="93585"/>
                  </a:lnTo>
                  <a:lnTo>
                    <a:pt x="7281" y="85596"/>
                  </a:lnTo>
                  <a:lnTo>
                    <a:pt x="0" y="74750"/>
                  </a:lnTo>
                  <a:lnTo>
                    <a:pt x="10201" y="72870"/>
                  </a:lnTo>
                  <a:lnTo>
                    <a:pt x="12309" y="79608"/>
                  </a:lnTo>
                  <a:lnTo>
                    <a:pt x="20381" y="71340"/>
                  </a:lnTo>
                  <a:lnTo>
                    <a:pt x="18546" y="66983"/>
                  </a:lnTo>
                  <a:lnTo>
                    <a:pt x="17089" y="66425"/>
                  </a:lnTo>
                  <a:lnTo>
                    <a:pt x="14443" y="58321"/>
                  </a:lnTo>
                  <a:lnTo>
                    <a:pt x="26587" y="37098"/>
                  </a:lnTo>
                  <a:lnTo>
                    <a:pt x="29207" y="23407"/>
                  </a:lnTo>
                  <a:lnTo>
                    <a:pt x="23699" y="1441"/>
                  </a:lnTo>
                  <a:lnTo>
                    <a:pt x="28841" y="0"/>
                  </a:lnTo>
                  <a:lnTo>
                    <a:pt x="42545" y="7703"/>
                  </a:lnTo>
                  <a:lnTo>
                    <a:pt x="48685" y="15285"/>
                  </a:lnTo>
                  <a:lnTo>
                    <a:pt x="48886" y="25693"/>
                  </a:lnTo>
                  <a:lnTo>
                    <a:pt x="54648" y="33752"/>
                  </a:lnTo>
                  <a:lnTo>
                    <a:pt x="62989" y="53057"/>
                  </a:lnTo>
                  <a:lnTo>
                    <a:pt x="73180" y="64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9" name="pg3919"/>
            <p:cNvSpPr/>
            <p:nvPr/>
          </p:nvSpPr>
          <p:spPr>
            <a:xfrm>
              <a:off x="4668001" y="5174016"/>
              <a:ext cx="112522" cy="38661"/>
            </a:xfrm>
            <a:custGeom>
              <a:avLst/>
              <a:gdLst/>
              <a:ahLst/>
              <a:cxnLst/>
              <a:rect l="0" t="0" r="0" b="0"/>
              <a:pathLst>
                <a:path w="112522" h="38661">
                  <a:moveTo>
                    <a:pt x="64973" y="13005"/>
                  </a:moveTo>
                  <a:lnTo>
                    <a:pt x="71841" y="12453"/>
                  </a:lnTo>
                  <a:lnTo>
                    <a:pt x="75960" y="9792"/>
                  </a:lnTo>
                  <a:lnTo>
                    <a:pt x="94931" y="10878"/>
                  </a:lnTo>
                  <a:lnTo>
                    <a:pt x="110248" y="6985"/>
                  </a:lnTo>
                  <a:lnTo>
                    <a:pt x="112522" y="13894"/>
                  </a:lnTo>
                  <a:lnTo>
                    <a:pt x="112134" y="17501"/>
                  </a:lnTo>
                  <a:lnTo>
                    <a:pt x="79562" y="20886"/>
                  </a:lnTo>
                  <a:lnTo>
                    <a:pt x="49682" y="31028"/>
                  </a:lnTo>
                  <a:lnTo>
                    <a:pt x="33305" y="37899"/>
                  </a:lnTo>
                  <a:lnTo>
                    <a:pt x="25611" y="38661"/>
                  </a:lnTo>
                  <a:lnTo>
                    <a:pt x="19730" y="35047"/>
                  </a:lnTo>
                  <a:lnTo>
                    <a:pt x="0" y="14104"/>
                  </a:lnTo>
                  <a:lnTo>
                    <a:pt x="5276" y="16193"/>
                  </a:lnTo>
                  <a:lnTo>
                    <a:pt x="19854" y="28030"/>
                  </a:lnTo>
                  <a:lnTo>
                    <a:pt x="28908" y="25871"/>
                  </a:lnTo>
                  <a:lnTo>
                    <a:pt x="37295" y="18047"/>
                  </a:lnTo>
                  <a:lnTo>
                    <a:pt x="38577" y="12135"/>
                  </a:lnTo>
                  <a:lnTo>
                    <a:pt x="37326" y="9335"/>
                  </a:lnTo>
                  <a:lnTo>
                    <a:pt x="41119" y="0"/>
                  </a:lnTo>
                  <a:lnTo>
                    <a:pt x="52152" y="896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0" name="pg3920"/>
            <p:cNvSpPr/>
            <p:nvPr/>
          </p:nvSpPr>
          <p:spPr>
            <a:xfrm>
              <a:off x="4818681" y="5397055"/>
              <a:ext cx="30985" cy="11691"/>
            </a:xfrm>
            <a:custGeom>
              <a:avLst/>
              <a:gdLst/>
              <a:ahLst/>
              <a:cxnLst/>
              <a:rect l="0" t="0" r="0" b="0"/>
              <a:pathLst>
                <a:path w="30985" h="11691">
                  <a:moveTo>
                    <a:pt x="10733" y="11691"/>
                  </a:moveTo>
                  <a:lnTo>
                    <a:pt x="2191" y="9030"/>
                  </a:lnTo>
                  <a:lnTo>
                    <a:pt x="0" y="6890"/>
                  </a:lnTo>
                  <a:lnTo>
                    <a:pt x="3658" y="3295"/>
                  </a:lnTo>
                  <a:lnTo>
                    <a:pt x="11710" y="298"/>
                  </a:lnTo>
                  <a:lnTo>
                    <a:pt x="24639" y="0"/>
                  </a:lnTo>
                  <a:lnTo>
                    <a:pt x="30303" y="3543"/>
                  </a:lnTo>
                  <a:lnTo>
                    <a:pt x="30985" y="5093"/>
                  </a:lnTo>
                  <a:lnTo>
                    <a:pt x="22686" y="899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1" name="pg3921"/>
            <p:cNvSpPr/>
            <p:nvPr/>
          </p:nvSpPr>
          <p:spPr>
            <a:xfrm>
              <a:off x="5137929" y="5521433"/>
              <a:ext cx="12277" cy="16472"/>
            </a:xfrm>
            <a:custGeom>
              <a:avLst/>
              <a:gdLst/>
              <a:ahLst/>
              <a:cxnLst/>
              <a:rect l="0" t="0" r="0" b="0"/>
              <a:pathLst>
                <a:path w="12277" h="16472">
                  <a:moveTo>
                    <a:pt x="7008" y="16472"/>
                  </a:moveTo>
                  <a:lnTo>
                    <a:pt x="0" y="16472"/>
                  </a:lnTo>
                  <a:lnTo>
                    <a:pt x="1962" y="2806"/>
                  </a:lnTo>
                  <a:lnTo>
                    <a:pt x="7771" y="0"/>
                  </a:lnTo>
                  <a:lnTo>
                    <a:pt x="10050" y="152"/>
                  </a:lnTo>
                  <a:lnTo>
                    <a:pt x="12277" y="762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2" name="pg3922"/>
            <p:cNvSpPr/>
            <p:nvPr/>
          </p:nvSpPr>
          <p:spPr>
            <a:xfrm>
              <a:off x="4901365" y="5334383"/>
              <a:ext cx="70456" cy="119063"/>
            </a:xfrm>
            <a:custGeom>
              <a:avLst/>
              <a:gdLst/>
              <a:ahLst/>
              <a:cxnLst/>
              <a:rect l="0" t="0" r="0" b="0"/>
              <a:pathLst>
                <a:path w="70456" h="119063">
                  <a:moveTo>
                    <a:pt x="31373" y="24747"/>
                  </a:moveTo>
                  <a:lnTo>
                    <a:pt x="46235" y="30285"/>
                  </a:lnTo>
                  <a:lnTo>
                    <a:pt x="62302" y="48650"/>
                  </a:lnTo>
                  <a:lnTo>
                    <a:pt x="69221" y="55191"/>
                  </a:lnTo>
                  <a:lnTo>
                    <a:pt x="70456" y="61147"/>
                  </a:lnTo>
                  <a:lnTo>
                    <a:pt x="67748" y="88340"/>
                  </a:lnTo>
                  <a:lnTo>
                    <a:pt x="64136" y="104711"/>
                  </a:lnTo>
                  <a:lnTo>
                    <a:pt x="64679" y="119063"/>
                  </a:lnTo>
                  <a:lnTo>
                    <a:pt x="60906" y="114815"/>
                  </a:lnTo>
                  <a:lnTo>
                    <a:pt x="57093" y="105416"/>
                  </a:lnTo>
                  <a:lnTo>
                    <a:pt x="50840" y="100012"/>
                  </a:lnTo>
                  <a:lnTo>
                    <a:pt x="48757" y="97180"/>
                  </a:lnTo>
                  <a:lnTo>
                    <a:pt x="59997" y="96557"/>
                  </a:lnTo>
                  <a:lnTo>
                    <a:pt x="60994" y="81761"/>
                  </a:lnTo>
                  <a:lnTo>
                    <a:pt x="66477" y="70089"/>
                  </a:lnTo>
                  <a:lnTo>
                    <a:pt x="65645" y="57947"/>
                  </a:lnTo>
                  <a:lnTo>
                    <a:pt x="52529" y="44579"/>
                  </a:lnTo>
                  <a:lnTo>
                    <a:pt x="43538" y="32812"/>
                  </a:lnTo>
                  <a:lnTo>
                    <a:pt x="29714" y="29046"/>
                  </a:lnTo>
                  <a:lnTo>
                    <a:pt x="16929" y="17330"/>
                  </a:lnTo>
                  <a:lnTo>
                    <a:pt x="9301" y="15888"/>
                  </a:lnTo>
                  <a:lnTo>
                    <a:pt x="0" y="17952"/>
                  </a:lnTo>
                  <a:lnTo>
                    <a:pt x="3359" y="10967"/>
                  </a:lnTo>
                  <a:lnTo>
                    <a:pt x="5684" y="1727"/>
                  </a:lnTo>
                  <a:lnTo>
                    <a:pt x="7389" y="0"/>
                  </a:lnTo>
                  <a:lnTo>
                    <a:pt x="13952" y="100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3" name="pg3923"/>
            <p:cNvSpPr/>
            <p:nvPr/>
          </p:nvSpPr>
          <p:spPr>
            <a:xfrm>
              <a:off x="5011081" y="5447191"/>
              <a:ext cx="46804" cy="72629"/>
            </a:xfrm>
            <a:custGeom>
              <a:avLst/>
              <a:gdLst/>
              <a:ahLst/>
              <a:cxnLst/>
              <a:rect l="0" t="0" r="0" b="0"/>
              <a:pathLst>
                <a:path w="46804" h="72629">
                  <a:moveTo>
                    <a:pt x="46804" y="71314"/>
                  </a:moveTo>
                  <a:lnTo>
                    <a:pt x="39713" y="69974"/>
                  </a:lnTo>
                  <a:lnTo>
                    <a:pt x="29249" y="72559"/>
                  </a:lnTo>
                  <a:lnTo>
                    <a:pt x="25482" y="72629"/>
                  </a:lnTo>
                  <a:lnTo>
                    <a:pt x="27828" y="68101"/>
                  </a:lnTo>
                  <a:lnTo>
                    <a:pt x="35094" y="61979"/>
                  </a:lnTo>
                  <a:lnTo>
                    <a:pt x="35460" y="56150"/>
                  </a:lnTo>
                  <a:lnTo>
                    <a:pt x="26469" y="47742"/>
                  </a:lnTo>
                  <a:lnTo>
                    <a:pt x="16004" y="26824"/>
                  </a:lnTo>
                  <a:lnTo>
                    <a:pt x="11105" y="21864"/>
                  </a:lnTo>
                  <a:lnTo>
                    <a:pt x="8779" y="14002"/>
                  </a:lnTo>
                  <a:lnTo>
                    <a:pt x="0" y="5569"/>
                  </a:lnTo>
                  <a:lnTo>
                    <a:pt x="1834" y="1060"/>
                  </a:lnTo>
                  <a:lnTo>
                    <a:pt x="3638" y="0"/>
                  </a:lnTo>
                  <a:lnTo>
                    <a:pt x="9575" y="2165"/>
                  </a:lnTo>
                  <a:lnTo>
                    <a:pt x="23022" y="32253"/>
                  </a:lnTo>
                  <a:lnTo>
                    <a:pt x="23900" y="35136"/>
                  </a:lnTo>
                  <a:lnTo>
                    <a:pt x="46101" y="647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4" name="pt3924"/>
            <p:cNvSpPr/>
            <p:nvPr/>
          </p:nvSpPr>
          <p:spPr>
            <a:xfrm>
              <a:off x="5244939" y="3276309"/>
              <a:ext cx="63202" cy="63202"/>
            </a:xfrm>
            <a:prstGeom prst="ellipse">
              <a:avLst/>
            </a:prstGeom>
            <a:solidFill>
              <a:srgbClr val="3A589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5" name="pt3925"/>
            <p:cNvSpPr/>
            <p:nvPr/>
          </p:nvSpPr>
          <p:spPr>
            <a:xfrm>
              <a:off x="3119545" y="4746129"/>
              <a:ext cx="63202" cy="63202"/>
            </a:xfrm>
            <a:prstGeom prst="ellipse">
              <a:avLst/>
            </a:prstGeom>
            <a:solidFill>
              <a:srgbClr val="3B53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6" name="pt3926"/>
            <p:cNvSpPr/>
            <p:nvPr/>
          </p:nvSpPr>
          <p:spPr>
            <a:xfrm>
              <a:off x="4987953" y="3735383"/>
              <a:ext cx="63202" cy="63202"/>
            </a:xfrm>
            <a:prstGeom prst="ellipse">
              <a:avLst/>
            </a:prstGeom>
            <a:solidFill>
              <a:srgbClr val="3B396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7" name="pt3927"/>
            <p:cNvSpPr/>
            <p:nvPr/>
          </p:nvSpPr>
          <p:spPr>
            <a:xfrm>
              <a:off x="3648675" y="4677487"/>
              <a:ext cx="63202" cy="63202"/>
            </a:xfrm>
            <a:prstGeom prst="ellipse">
              <a:avLst/>
            </a:prstGeom>
            <a:solidFill>
              <a:srgbClr val="395E9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8" name="pt3928"/>
            <p:cNvSpPr/>
            <p:nvPr/>
          </p:nvSpPr>
          <p:spPr>
            <a:xfrm>
              <a:off x="5067426" y="3545894"/>
              <a:ext cx="63202" cy="63202"/>
            </a:xfrm>
            <a:prstGeom prst="ellipse">
              <a:avLst/>
            </a:prstGeom>
            <a:solidFill>
              <a:srgbClr val="3984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9" name="pt3929"/>
            <p:cNvSpPr/>
            <p:nvPr/>
          </p:nvSpPr>
          <p:spPr>
            <a:xfrm>
              <a:off x="3468669" y="4800931"/>
              <a:ext cx="63202" cy="63202"/>
            </a:xfrm>
            <a:prstGeom prst="ellipse">
              <a:avLst/>
            </a:prstGeom>
            <a:solidFill>
              <a:srgbClr val="3A78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0" name="pt3930"/>
            <p:cNvSpPr/>
            <p:nvPr/>
          </p:nvSpPr>
          <p:spPr>
            <a:xfrm>
              <a:off x="5435217" y="3222656"/>
              <a:ext cx="63202" cy="63202"/>
            </a:xfrm>
            <a:prstGeom prst="ellipse">
              <a:avLst/>
            </a:prstGeom>
            <a:solidFill>
              <a:srgbClr val="271D3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1" name="pt3931"/>
            <p:cNvSpPr/>
            <p:nvPr/>
          </p:nvSpPr>
          <p:spPr>
            <a:xfrm>
              <a:off x="4022168" y="4765547"/>
              <a:ext cx="63202" cy="63202"/>
            </a:xfrm>
            <a:prstGeom prst="ellipse">
              <a:avLst/>
            </a:prstGeom>
            <a:solidFill>
              <a:srgbClr val="392F5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2" name="pt3932"/>
            <p:cNvSpPr/>
            <p:nvPr/>
          </p:nvSpPr>
          <p:spPr>
            <a:xfrm>
              <a:off x="4746871" y="4211118"/>
              <a:ext cx="63202" cy="63202"/>
            </a:xfrm>
            <a:prstGeom prst="ellipse">
              <a:avLst/>
            </a:prstGeom>
            <a:solidFill>
              <a:srgbClr val="3A315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3" name="pt3933"/>
            <p:cNvSpPr/>
            <p:nvPr/>
          </p:nvSpPr>
          <p:spPr>
            <a:xfrm>
              <a:off x="4431462" y="4463619"/>
              <a:ext cx="63202" cy="63202"/>
            </a:xfrm>
            <a:prstGeom prst="ellipse">
              <a:avLst/>
            </a:prstGeom>
            <a:solidFill>
              <a:srgbClr val="120A1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4" name="pt3934"/>
            <p:cNvSpPr/>
            <p:nvPr/>
          </p:nvSpPr>
          <p:spPr>
            <a:xfrm>
              <a:off x="4539875" y="4368015"/>
              <a:ext cx="63202" cy="63202"/>
            </a:xfrm>
            <a:prstGeom prst="ellipse">
              <a:avLst/>
            </a:prstGeom>
            <a:solidFill>
              <a:srgbClr val="3B3C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5" name="pt3935"/>
            <p:cNvSpPr/>
            <p:nvPr/>
          </p:nvSpPr>
          <p:spPr>
            <a:xfrm>
              <a:off x="5003510" y="3498927"/>
              <a:ext cx="63202" cy="63202"/>
            </a:xfrm>
            <a:prstGeom prst="ellipse">
              <a:avLst/>
            </a:prstGeom>
            <a:solidFill>
              <a:srgbClr val="4CB1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6" name="pt3936"/>
            <p:cNvSpPr/>
            <p:nvPr/>
          </p:nvSpPr>
          <p:spPr>
            <a:xfrm>
              <a:off x="3976508" y="4766403"/>
              <a:ext cx="63202" cy="63202"/>
            </a:xfrm>
            <a:prstGeom prst="ellipse">
              <a:avLst/>
            </a:prstGeom>
            <a:solidFill>
              <a:srgbClr val="392F5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7" name="pt3937"/>
            <p:cNvSpPr/>
            <p:nvPr/>
          </p:nvSpPr>
          <p:spPr>
            <a:xfrm>
              <a:off x="3523866" y="4772296"/>
              <a:ext cx="63202" cy="63202"/>
            </a:xfrm>
            <a:prstGeom prst="ellipse">
              <a:avLst/>
            </a:prstGeom>
            <a:solidFill>
              <a:srgbClr val="388AA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8" name="pt3938"/>
            <p:cNvSpPr/>
            <p:nvPr/>
          </p:nvSpPr>
          <p:spPr>
            <a:xfrm>
              <a:off x="4849017" y="3641698"/>
              <a:ext cx="63202" cy="63202"/>
            </a:xfrm>
            <a:prstGeom prst="ellipse">
              <a:avLst/>
            </a:prstGeom>
            <a:solidFill>
              <a:srgbClr val="4DB2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9" name="pt3939"/>
            <p:cNvSpPr/>
            <p:nvPr/>
          </p:nvSpPr>
          <p:spPr>
            <a:xfrm>
              <a:off x="4384774" y="4536931"/>
              <a:ext cx="63202" cy="63202"/>
            </a:xfrm>
            <a:prstGeom prst="ellipse">
              <a:avLst/>
            </a:prstGeom>
            <a:solidFill>
              <a:srgbClr val="3A325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0" name="pt3940"/>
            <p:cNvSpPr/>
            <p:nvPr/>
          </p:nvSpPr>
          <p:spPr>
            <a:xfrm>
              <a:off x="3290018" y="4801454"/>
              <a:ext cx="63202" cy="63202"/>
            </a:xfrm>
            <a:prstGeom prst="ellipse">
              <a:avLst/>
            </a:prstGeom>
            <a:solidFill>
              <a:srgbClr val="3985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1" name="pt3941"/>
            <p:cNvSpPr/>
            <p:nvPr/>
          </p:nvSpPr>
          <p:spPr>
            <a:xfrm>
              <a:off x="4628335" y="4267713"/>
              <a:ext cx="63202" cy="63202"/>
            </a:xfrm>
            <a:prstGeom prst="ellipse">
              <a:avLst/>
            </a:prstGeom>
            <a:solidFill>
              <a:srgbClr val="34274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2" name="pt3942"/>
            <p:cNvSpPr/>
            <p:nvPr/>
          </p:nvSpPr>
          <p:spPr>
            <a:xfrm>
              <a:off x="5596358" y="2927118"/>
              <a:ext cx="63202" cy="63202"/>
            </a:xfrm>
            <a:prstGeom prst="ellipse">
              <a:avLst/>
            </a:prstGeom>
            <a:solidFill>
              <a:srgbClr val="3B376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3" name="pt3943"/>
            <p:cNvSpPr/>
            <p:nvPr/>
          </p:nvSpPr>
          <p:spPr>
            <a:xfrm>
              <a:off x="3056027" y="4753931"/>
              <a:ext cx="63202" cy="63202"/>
            </a:xfrm>
            <a:prstGeom prst="ellipse">
              <a:avLst/>
            </a:prstGeom>
            <a:solidFill>
              <a:srgbClr val="3C4B8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4" name="pt3944"/>
            <p:cNvSpPr/>
            <p:nvPr/>
          </p:nvSpPr>
          <p:spPr>
            <a:xfrm>
              <a:off x="6020203" y="2929573"/>
              <a:ext cx="63202" cy="63202"/>
            </a:xfrm>
            <a:prstGeom prst="ellipse">
              <a:avLst/>
            </a:prstGeom>
            <a:solidFill>
              <a:srgbClr val="3C427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5" name="pt3945"/>
            <p:cNvSpPr/>
            <p:nvPr/>
          </p:nvSpPr>
          <p:spPr>
            <a:xfrm>
              <a:off x="4391907" y="4541579"/>
              <a:ext cx="63202" cy="63202"/>
            </a:xfrm>
            <a:prstGeom prst="ellipse">
              <a:avLst/>
            </a:prstGeom>
            <a:solidFill>
              <a:srgbClr val="392F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6" name="pt3946"/>
            <p:cNvSpPr/>
            <p:nvPr/>
          </p:nvSpPr>
          <p:spPr>
            <a:xfrm>
              <a:off x="5498857" y="3067530"/>
              <a:ext cx="63202" cy="63202"/>
            </a:xfrm>
            <a:prstGeom prst="ellipse">
              <a:avLst/>
            </a:prstGeom>
            <a:solidFill>
              <a:srgbClr val="3C427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7" name="pt3947"/>
            <p:cNvSpPr/>
            <p:nvPr/>
          </p:nvSpPr>
          <p:spPr>
            <a:xfrm>
              <a:off x="4420910" y="4467164"/>
              <a:ext cx="63202" cy="63202"/>
            </a:xfrm>
            <a:prstGeom prst="ellipse">
              <a:avLst/>
            </a:prstGeom>
            <a:solidFill>
              <a:srgbClr val="3B3F7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8" name="pt3948"/>
            <p:cNvSpPr/>
            <p:nvPr/>
          </p:nvSpPr>
          <p:spPr>
            <a:xfrm>
              <a:off x="2812052" y="4895874"/>
              <a:ext cx="63202" cy="63202"/>
            </a:xfrm>
            <a:prstGeom prst="ellipse">
              <a:avLst/>
            </a:prstGeom>
            <a:solidFill>
              <a:srgbClr val="3B528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9" name="pt3949"/>
            <p:cNvSpPr/>
            <p:nvPr/>
          </p:nvSpPr>
          <p:spPr>
            <a:xfrm>
              <a:off x="4755148" y="4187507"/>
              <a:ext cx="63202" cy="63202"/>
            </a:xfrm>
            <a:prstGeom prst="ellipse">
              <a:avLst/>
            </a:prstGeom>
            <a:solidFill>
              <a:srgbClr val="7F7F7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0" name="pt3950"/>
            <p:cNvSpPr/>
            <p:nvPr/>
          </p:nvSpPr>
          <p:spPr>
            <a:xfrm>
              <a:off x="2681487" y="4948042"/>
              <a:ext cx="117405" cy="117405"/>
            </a:xfrm>
            <a:prstGeom prst="ellipse">
              <a:avLst/>
            </a:prstGeom>
            <a:solidFill>
              <a:srgbClr val="3A356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1" name="pt3951"/>
            <p:cNvSpPr/>
            <p:nvPr/>
          </p:nvSpPr>
          <p:spPr>
            <a:xfrm>
              <a:off x="3346108" y="4796518"/>
              <a:ext cx="117405" cy="117405"/>
            </a:xfrm>
            <a:prstGeom prst="ellipse">
              <a:avLst/>
            </a:prstGeom>
            <a:solidFill>
              <a:srgbClr val="3983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2" name="pt3952"/>
            <p:cNvSpPr/>
            <p:nvPr/>
          </p:nvSpPr>
          <p:spPr>
            <a:xfrm>
              <a:off x="4349639" y="4641492"/>
              <a:ext cx="117405" cy="117405"/>
            </a:xfrm>
            <a:prstGeom prst="ellipse">
              <a:avLst/>
            </a:prstGeom>
            <a:solidFill>
              <a:srgbClr val="1D162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3" name="pt3953"/>
            <p:cNvSpPr/>
            <p:nvPr/>
          </p:nvSpPr>
          <p:spPr>
            <a:xfrm>
              <a:off x="5463793" y="3001325"/>
              <a:ext cx="117405" cy="117405"/>
            </a:xfrm>
            <a:prstGeom prst="ellipse">
              <a:avLst/>
            </a:prstGeom>
            <a:solidFill>
              <a:srgbClr val="3A336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4" name="pt3954"/>
            <p:cNvSpPr/>
            <p:nvPr/>
          </p:nvSpPr>
          <p:spPr>
            <a:xfrm>
              <a:off x="5607920" y="2879905"/>
              <a:ext cx="117405" cy="117405"/>
            </a:xfrm>
            <a:prstGeom prst="ellipse">
              <a:avLst/>
            </a:prstGeom>
            <a:solidFill>
              <a:srgbClr val="251C3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5" name="pl3955"/>
            <p:cNvSpPr/>
            <p:nvPr/>
          </p:nvSpPr>
          <p:spPr>
            <a:xfrm>
              <a:off x="2680595" y="4910673"/>
              <a:ext cx="52355" cy="84402"/>
            </a:xfrm>
            <a:custGeom>
              <a:avLst/>
              <a:gdLst/>
              <a:ahLst/>
              <a:cxnLst/>
              <a:rect l="0" t="0" r="0" b="0"/>
              <a:pathLst>
                <a:path w="52355" h="84402">
                  <a:moveTo>
                    <a:pt x="0" y="0"/>
                  </a:moveTo>
                  <a:lnTo>
                    <a:pt x="52355" y="8440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6" name="pl3956"/>
            <p:cNvSpPr/>
            <p:nvPr/>
          </p:nvSpPr>
          <p:spPr>
            <a:xfrm>
              <a:off x="3343623" y="4761255"/>
              <a:ext cx="53660" cy="82406"/>
            </a:xfrm>
            <a:custGeom>
              <a:avLst/>
              <a:gdLst/>
              <a:ahLst/>
              <a:cxnLst/>
              <a:rect l="0" t="0" r="0" b="0"/>
              <a:pathLst>
                <a:path w="53660" h="82406">
                  <a:moveTo>
                    <a:pt x="0" y="0"/>
                  </a:moveTo>
                  <a:lnTo>
                    <a:pt x="53660" y="8240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7" name="pl3957"/>
            <p:cNvSpPr/>
            <p:nvPr/>
          </p:nvSpPr>
          <p:spPr>
            <a:xfrm>
              <a:off x="4346165" y="4609170"/>
              <a:ext cx="54359" cy="79582"/>
            </a:xfrm>
            <a:custGeom>
              <a:avLst/>
              <a:gdLst/>
              <a:ahLst/>
              <a:cxnLst/>
              <a:rect l="0" t="0" r="0" b="0"/>
              <a:pathLst>
                <a:path w="54359" h="79582">
                  <a:moveTo>
                    <a:pt x="0" y="0"/>
                  </a:moveTo>
                  <a:lnTo>
                    <a:pt x="54359" y="7958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8" name="pl3958"/>
            <p:cNvSpPr/>
            <p:nvPr/>
          </p:nvSpPr>
          <p:spPr>
            <a:xfrm>
              <a:off x="5343131" y="3049155"/>
              <a:ext cx="162713" cy="9863"/>
            </a:xfrm>
            <a:custGeom>
              <a:avLst/>
              <a:gdLst/>
              <a:ahLst/>
              <a:cxnLst/>
              <a:rect l="0" t="0" r="0" b="0"/>
              <a:pathLst>
                <a:path w="162713" h="9863">
                  <a:moveTo>
                    <a:pt x="0" y="0"/>
                  </a:moveTo>
                  <a:lnTo>
                    <a:pt x="162713" y="986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9" name="pl3959"/>
            <p:cNvSpPr/>
            <p:nvPr/>
          </p:nvSpPr>
          <p:spPr>
            <a:xfrm>
              <a:off x="5574294" y="2861516"/>
              <a:ext cx="80964" cy="67602"/>
            </a:xfrm>
            <a:custGeom>
              <a:avLst/>
              <a:gdLst/>
              <a:ahLst/>
              <a:cxnLst/>
              <a:rect l="0" t="0" r="0" b="0"/>
              <a:pathLst>
                <a:path w="80964" h="67602">
                  <a:moveTo>
                    <a:pt x="0" y="0"/>
                  </a:moveTo>
                  <a:lnTo>
                    <a:pt x="80964" y="6760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0" name="pg3960"/>
            <p:cNvSpPr/>
            <p:nvPr/>
          </p:nvSpPr>
          <p:spPr>
            <a:xfrm>
              <a:off x="2122080" y="4761971"/>
              <a:ext cx="558515" cy="191932"/>
            </a:xfrm>
            <a:custGeom>
              <a:avLst/>
              <a:gdLst/>
              <a:ahLst/>
              <a:cxnLst/>
              <a:rect l="0" t="0" r="0" b="0"/>
              <a:pathLst>
                <a:path w="558515" h="191932">
                  <a:moveTo>
                    <a:pt x="27431" y="191932"/>
                  </a:moveTo>
                  <a:lnTo>
                    <a:pt x="531083" y="191932"/>
                  </a:lnTo>
                  <a:lnTo>
                    <a:pt x="529978" y="191910"/>
                  </a:lnTo>
                  <a:lnTo>
                    <a:pt x="534390" y="191732"/>
                  </a:lnTo>
                  <a:lnTo>
                    <a:pt x="538715" y="190849"/>
                  </a:lnTo>
                  <a:lnTo>
                    <a:pt x="542843" y="189284"/>
                  </a:lnTo>
                  <a:lnTo>
                    <a:pt x="546666" y="187076"/>
                  </a:lnTo>
                  <a:lnTo>
                    <a:pt x="550086" y="184284"/>
                  </a:lnTo>
                  <a:lnTo>
                    <a:pt x="553013" y="180980"/>
                  </a:lnTo>
                  <a:lnTo>
                    <a:pt x="555373" y="177248"/>
                  </a:lnTo>
                  <a:lnTo>
                    <a:pt x="557103" y="173187"/>
                  </a:lnTo>
                  <a:lnTo>
                    <a:pt x="558160" y="168900"/>
                  </a:lnTo>
                  <a:lnTo>
                    <a:pt x="558515" y="164500"/>
                  </a:lnTo>
                  <a:lnTo>
                    <a:pt x="558515" y="27431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1" name="tx3961"/>
            <p:cNvSpPr/>
            <p:nvPr/>
          </p:nvSpPr>
          <p:spPr>
            <a:xfrm>
              <a:off x="2167800" y="4807691"/>
              <a:ext cx="467075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3962" name="pg3962"/>
            <p:cNvSpPr/>
            <p:nvPr/>
          </p:nvSpPr>
          <p:spPr>
            <a:xfrm>
              <a:off x="2792789" y="4612554"/>
              <a:ext cx="550834" cy="191932"/>
            </a:xfrm>
            <a:custGeom>
              <a:avLst/>
              <a:gdLst/>
              <a:ahLst/>
              <a:cxnLst/>
              <a:rect l="0" t="0" r="0" b="0"/>
              <a:pathLst>
                <a:path w="550834" h="191932">
                  <a:moveTo>
                    <a:pt x="27431" y="191932"/>
                  </a:moveTo>
                  <a:lnTo>
                    <a:pt x="523402" y="191932"/>
                  </a:lnTo>
                  <a:lnTo>
                    <a:pt x="522297" y="191910"/>
                  </a:lnTo>
                  <a:lnTo>
                    <a:pt x="526709" y="191732"/>
                  </a:lnTo>
                  <a:lnTo>
                    <a:pt x="531034" y="190849"/>
                  </a:lnTo>
                  <a:lnTo>
                    <a:pt x="535162" y="189284"/>
                  </a:lnTo>
                  <a:lnTo>
                    <a:pt x="538985" y="187076"/>
                  </a:lnTo>
                  <a:lnTo>
                    <a:pt x="542405" y="184284"/>
                  </a:lnTo>
                  <a:lnTo>
                    <a:pt x="545332" y="180980"/>
                  </a:lnTo>
                  <a:lnTo>
                    <a:pt x="547692" y="177248"/>
                  </a:lnTo>
                  <a:lnTo>
                    <a:pt x="549422" y="173187"/>
                  </a:lnTo>
                  <a:lnTo>
                    <a:pt x="550479" y="168900"/>
                  </a:lnTo>
                  <a:lnTo>
                    <a:pt x="550834" y="164500"/>
                  </a:lnTo>
                  <a:lnTo>
                    <a:pt x="550834" y="27432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3" name="tx3963"/>
            <p:cNvSpPr/>
            <p:nvPr/>
          </p:nvSpPr>
          <p:spPr>
            <a:xfrm>
              <a:off x="2838509" y="4658274"/>
              <a:ext cx="459394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3964" name="pg3964"/>
            <p:cNvSpPr/>
            <p:nvPr/>
          </p:nvSpPr>
          <p:spPr>
            <a:xfrm>
              <a:off x="3803195" y="4460240"/>
              <a:ext cx="542970" cy="191932"/>
            </a:xfrm>
            <a:custGeom>
              <a:avLst/>
              <a:gdLst/>
              <a:ahLst/>
              <a:cxnLst/>
              <a:rect l="0" t="0" r="0" b="0"/>
              <a:pathLst>
                <a:path w="542970" h="191932">
                  <a:moveTo>
                    <a:pt x="27431" y="191932"/>
                  </a:moveTo>
                  <a:lnTo>
                    <a:pt x="515538" y="191932"/>
                  </a:lnTo>
                  <a:lnTo>
                    <a:pt x="514434" y="191910"/>
                  </a:lnTo>
                  <a:lnTo>
                    <a:pt x="518845" y="191732"/>
                  </a:lnTo>
                  <a:lnTo>
                    <a:pt x="523170" y="190849"/>
                  </a:lnTo>
                  <a:lnTo>
                    <a:pt x="527298" y="189284"/>
                  </a:lnTo>
                  <a:lnTo>
                    <a:pt x="531121" y="187076"/>
                  </a:lnTo>
                  <a:lnTo>
                    <a:pt x="534541" y="184284"/>
                  </a:lnTo>
                  <a:lnTo>
                    <a:pt x="537469" y="180980"/>
                  </a:lnTo>
                  <a:lnTo>
                    <a:pt x="539828" y="177248"/>
                  </a:lnTo>
                  <a:lnTo>
                    <a:pt x="541558" y="173187"/>
                  </a:lnTo>
                  <a:lnTo>
                    <a:pt x="542615" y="168900"/>
                  </a:lnTo>
                  <a:lnTo>
                    <a:pt x="542970" y="164500"/>
                  </a:lnTo>
                  <a:lnTo>
                    <a:pt x="542970" y="27431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5" name="tx3965"/>
            <p:cNvSpPr/>
            <p:nvPr/>
          </p:nvSpPr>
          <p:spPr>
            <a:xfrm>
              <a:off x="3848915" y="4505960"/>
              <a:ext cx="451530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3966" name="pg3966"/>
            <p:cNvSpPr/>
            <p:nvPr/>
          </p:nvSpPr>
          <p:spPr>
            <a:xfrm>
              <a:off x="4761390" y="2953155"/>
              <a:ext cx="581741" cy="191932"/>
            </a:xfrm>
            <a:custGeom>
              <a:avLst/>
              <a:gdLst/>
              <a:ahLst/>
              <a:cxnLst/>
              <a:rect l="0" t="0" r="0" b="0"/>
              <a:pathLst>
                <a:path w="581741" h="191932">
                  <a:moveTo>
                    <a:pt x="27432" y="191932"/>
                  </a:moveTo>
                  <a:lnTo>
                    <a:pt x="554309" y="191932"/>
                  </a:lnTo>
                  <a:lnTo>
                    <a:pt x="553204" y="191910"/>
                  </a:lnTo>
                  <a:lnTo>
                    <a:pt x="557615" y="191732"/>
                  </a:lnTo>
                  <a:lnTo>
                    <a:pt x="561941" y="190849"/>
                  </a:lnTo>
                  <a:lnTo>
                    <a:pt x="566069" y="189284"/>
                  </a:lnTo>
                  <a:lnTo>
                    <a:pt x="569892" y="187076"/>
                  </a:lnTo>
                  <a:lnTo>
                    <a:pt x="573312" y="184284"/>
                  </a:lnTo>
                  <a:lnTo>
                    <a:pt x="576239" y="180980"/>
                  </a:lnTo>
                  <a:lnTo>
                    <a:pt x="578599" y="177248"/>
                  </a:lnTo>
                  <a:lnTo>
                    <a:pt x="580329" y="173187"/>
                  </a:lnTo>
                  <a:lnTo>
                    <a:pt x="581386" y="168900"/>
                  </a:lnTo>
                  <a:lnTo>
                    <a:pt x="581741" y="164500"/>
                  </a:lnTo>
                  <a:lnTo>
                    <a:pt x="581741" y="27431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7" name="tx3967"/>
            <p:cNvSpPr/>
            <p:nvPr/>
          </p:nvSpPr>
          <p:spPr>
            <a:xfrm>
              <a:off x="4807110" y="2998875"/>
              <a:ext cx="490301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3968" name="pg3968"/>
            <p:cNvSpPr/>
            <p:nvPr/>
          </p:nvSpPr>
          <p:spPr>
            <a:xfrm>
              <a:off x="5123202" y="2669584"/>
              <a:ext cx="589605" cy="191932"/>
            </a:xfrm>
            <a:custGeom>
              <a:avLst/>
              <a:gdLst/>
              <a:ahLst/>
              <a:cxnLst/>
              <a:rect l="0" t="0" r="0" b="0"/>
              <a:pathLst>
                <a:path w="589605" h="191932">
                  <a:moveTo>
                    <a:pt x="27432" y="191932"/>
                  </a:moveTo>
                  <a:lnTo>
                    <a:pt x="562173" y="191932"/>
                  </a:lnTo>
                  <a:lnTo>
                    <a:pt x="561068" y="191910"/>
                  </a:lnTo>
                  <a:lnTo>
                    <a:pt x="565479" y="191732"/>
                  </a:lnTo>
                  <a:lnTo>
                    <a:pt x="569805" y="190849"/>
                  </a:lnTo>
                  <a:lnTo>
                    <a:pt x="573933" y="189284"/>
                  </a:lnTo>
                  <a:lnTo>
                    <a:pt x="577756" y="187076"/>
                  </a:lnTo>
                  <a:lnTo>
                    <a:pt x="581175" y="184284"/>
                  </a:lnTo>
                  <a:lnTo>
                    <a:pt x="584103" y="180980"/>
                  </a:lnTo>
                  <a:lnTo>
                    <a:pt x="586462" y="177248"/>
                  </a:lnTo>
                  <a:lnTo>
                    <a:pt x="588193" y="173187"/>
                  </a:lnTo>
                  <a:lnTo>
                    <a:pt x="589249" y="168900"/>
                  </a:lnTo>
                  <a:lnTo>
                    <a:pt x="589605" y="164500"/>
                  </a:lnTo>
                  <a:lnTo>
                    <a:pt x="589605" y="27432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9" name="tx3969"/>
            <p:cNvSpPr/>
            <p:nvPr/>
          </p:nvSpPr>
          <p:spPr>
            <a:xfrm>
              <a:off x="5168922" y="2715304"/>
              <a:ext cx="498165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3970" name="rc3970"/>
            <p:cNvSpPr/>
            <p:nvPr/>
          </p:nvSpPr>
          <p:spPr>
            <a:xfrm>
              <a:off x="2034901" y="2354586"/>
              <a:ext cx="4342247" cy="33663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1" name="tx3971"/>
            <p:cNvSpPr/>
            <p:nvPr/>
          </p:nvSpPr>
          <p:spPr>
            <a:xfrm>
              <a:off x="1722549" y="5366840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972" name="tx3972"/>
            <p:cNvSpPr/>
            <p:nvPr/>
          </p:nvSpPr>
          <p:spPr>
            <a:xfrm>
              <a:off x="1846907" y="534846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73" name="tx3973"/>
            <p:cNvSpPr/>
            <p:nvPr/>
          </p:nvSpPr>
          <p:spPr>
            <a:xfrm>
              <a:off x="1891621" y="536684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74" name="tx3974"/>
            <p:cNvSpPr/>
            <p:nvPr/>
          </p:nvSpPr>
          <p:spPr>
            <a:xfrm>
              <a:off x="1722549" y="471646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975" name="tx3975"/>
            <p:cNvSpPr/>
            <p:nvPr/>
          </p:nvSpPr>
          <p:spPr>
            <a:xfrm>
              <a:off x="1846907" y="469808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76" name="tx3976"/>
            <p:cNvSpPr/>
            <p:nvPr/>
          </p:nvSpPr>
          <p:spPr>
            <a:xfrm>
              <a:off x="1891621" y="471646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77" name="tx3977"/>
            <p:cNvSpPr/>
            <p:nvPr/>
          </p:nvSpPr>
          <p:spPr>
            <a:xfrm>
              <a:off x="1722549" y="406618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978" name="tx3978"/>
            <p:cNvSpPr/>
            <p:nvPr/>
          </p:nvSpPr>
          <p:spPr>
            <a:xfrm>
              <a:off x="1846907" y="404780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79" name="tx3979"/>
            <p:cNvSpPr/>
            <p:nvPr/>
          </p:nvSpPr>
          <p:spPr>
            <a:xfrm>
              <a:off x="1891621" y="406618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0" name="tx3980"/>
            <p:cNvSpPr/>
            <p:nvPr/>
          </p:nvSpPr>
          <p:spPr>
            <a:xfrm>
              <a:off x="1722549" y="341590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981" name="tx3981"/>
            <p:cNvSpPr/>
            <p:nvPr/>
          </p:nvSpPr>
          <p:spPr>
            <a:xfrm>
              <a:off x="1846907" y="339752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2" name="tx3982"/>
            <p:cNvSpPr/>
            <p:nvPr/>
          </p:nvSpPr>
          <p:spPr>
            <a:xfrm>
              <a:off x="1891621" y="341590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3" name="tx3983"/>
            <p:cNvSpPr/>
            <p:nvPr/>
          </p:nvSpPr>
          <p:spPr>
            <a:xfrm>
              <a:off x="1722549" y="2765720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984" name="tx3984"/>
            <p:cNvSpPr/>
            <p:nvPr/>
          </p:nvSpPr>
          <p:spPr>
            <a:xfrm>
              <a:off x="1846907" y="274734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5" name="tx3985"/>
            <p:cNvSpPr/>
            <p:nvPr/>
          </p:nvSpPr>
          <p:spPr>
            <a:xfrm>
              <a:off x="1891621" y="276572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6" name="pl3986"/>
            <p:cNvSpPr/>
            <p:nvPr/>
          </p:nvSpPr>
          <p:spPr>
            <a:xfrm>
              <a:off x="2000107" y="540785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7" name="pl3987"/>
            <p:cNvSpPr/>
            <p:nvPr/>
          </p:nvSpPr>
          <p:spPr>
            <a:xfrm>
              <a:off x="2000107" y="475757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8" name="pl3988"/>
            <p:cNvSpPr/>
            <p:nvPr/>
          </p:nvSpPr>
          <p:spPr>
            <a:xfrm>
              <a:off x="2000107" y="410729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9" name="pl3989"/>
            <p:cNvSpPr/>
            <p:nvPr/>
          </p:nvSpPr>
          <p:spPr>
            <a:xfrm>
              <a:off x="2000107" y="345701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0" name="pl3990"/>
            <p:cNvSpPr/>
            <p:nvPr/>
          </p:nvSpPr>
          <p:spPr>
            <a:xfrm>
              <a:off x="2000107" y="280673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1" name="pl3991"/>
            <p:cNvSpPr/>
            <p:nvPr/>
          </p:nvSpPr>
          <p:spPr>
            <a:xfrm>
              <a:off x="2443946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2" name="pl3992"/>
            <p:cNvSpPr/>
            <p:nvPr/>
          </p:nvSpPr>
          <p:spPr>
            <a:xfrm>
              <a:off x="2973121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3" name="pl3993"/>
            <p:cNvSpPr/>
            <p:nvPr/>
          </p:nvSpPr>
          <p:spPr>
            <a:xfrm>
              <a:off x="3502296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4" name="pl3994"/>
            <p:cNvSpPr/>
            <p:nvPr/>
          </p:nvSpPr>
          <p:spPr>
            <a:xfrm>
              <a:off x="4031471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5" name="pl3995"/>
            <p:cNvSpPr/>
            <p:nvPr/>
          </p:nvSpPr>
          <p:spPr>
            <a:xfrm>
              <a:off x="4560646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6" name="pl3996"/>
            <p:cNvSpPr/>
            <p:nvPr/>
          </p:nvSpPr>
          <p:spPr>
            <a:xfrm>
              <a:off x="508982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7" name="pl3997"/>
            <p:cNvSpPr/>
            <p:nvPr/>
          </p:nvSpPr>
          <p:spPr>
            <a:xfrm>
              <a:off x="561899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8" name="pl3998"/>
            <p:cNvSpPr/>
            <p:nvPr/>
          </p:nvSpPr>
          <p:spPr>
            <a:xfrm>
              <a:off x="614817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9" name="tx3999"/>
            <p:cNvSpPr/>
            <p:nvPr/>
          </p:nvSpPr>
          <p:spPr>
            <a:xfrm>
              <a:off x="2275605" y="5783578"/>
              <a:ext cx="18653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00" name="tx4000"/>
            <p:cNvSpPr/>
            <p:nvPr/>
          </p:nvSpPr>
          <p:spPr>
            <a:xfrm>
              <a:off x="246214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1" name="tx4001"/>
            <p:cNvSpPr/>
            <p:nvPr/>
          </p:nvSpPr>
          <p:spPr>
            <a:xfrm>
              <a:off x="250685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2" name="tx4002"/>
            <p:cNvSpPr/>
            <p:nvPr/>
          </p:nvSpPr>
          <p:spPr>
            <a:xfrm>
              <a:off x="282037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4003" name="tx4003"/>
            <p:cNvSpPr/>
            <p:nvPr/>
          </p:nvSpPr>
          <p:spPr>
            <a:xfrm>
              <a:off x="2975727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4" name="tx4004"/>
            <p:cNvSpPr/>
            <p:nvPr/>
          </p:nvSpPr>
          <p:spPr>
            <a:xfrm>
              <a:off x="302044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5" name="tx4005"/>
            <p:cNvSpPr/>
            <p:nvPr/>
          </p:nvSpPr>
          <p:spPr>
            <a:xfrm>
              <a:off x="334954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4006" name="tx4006"/>
            <p:cNvSpPr/>
            <p:nvPr/>
          </p:nvSpPr>
          <p:spPr>
            <a:xfrm>
              <a:off x="3504902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7" name="tx4007"/>
            <p:cNvSpPr/>
            <p:nvPr/>
          </p:nvSpPr>
          <p:spPr>
            <a:xfrm>
              <a:off x="354961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8" name="tx4008"/>
            <p:cNvSpPr/>
            <p:nvPr/>
          </p:nvSpPr>
          <p:spPr>
            <a:xfrm>
              <a:off x="387872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4009" name="tx4009"/>
            <p:cNvSpPr/>
            <p:nvPr/>
          </p:nvSpPr>
          <p:spPr>
            <a:xfrm>
              <a:off x="4034077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0" name="tx4010"/>
            <p:cNvSpPr/>
            <p:nvPr/>
          </p:nvSpPr>
          <p:spPr>
            <a:xfrm>
              <a:off x="407879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1" name="tx4011"/>
            <p:cNvSpPr/>
            <p:nvPr/>
          </p:nvSpPr>
          <p:spPr>
            <a:xfrm>
              <a:off x="440789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4012" name="tx4012"/>
            <p:cNvSpPr/>
            <p:nvPr/>
          </p:nvSpPr>
          <p:spPr>
            <a:xfrm>
              <a:off x="456325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3" name="tx4013"/>
            <p:cNvSpPr/>
            <p:nvPr/>
          </p:nvSpPr>
          <p:spPr>
            <a:xfrm>
              <a:off x="460796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4" name="tx4014"/>
            <p:cNvSpPr/>
            <p:nvPr/>
          </p:nvSpPr>
          <p:spPr>
            <a:xfrm>
              <a:off x="493707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4015" name="tx4015"/>
            <p:cNvSpPr/>
            <p:nvPr/>
          </p:nvSpPr>
          <p:spPr>
            <a:xfrm>
              <a:off x="509242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6" name="tx4016"/>
            <p:cNvSpPr/>
            <p:nvPr/>
          </p:nvSpPr>
          <p:spPr>
            <a:xfrm>
              <a:off x="513714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7" name="tx4017"/>
            <p:cNvSpPr/>
            <p:nvPr/>
          </p:nvSpPr>
          <p:spPr>
            <a:xfrm>
              <a:off x="546624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4018" name="tx4018"/>
            <p:cNvSpPr/>
            <p:nvPr/>
          </p:nvSpPr>
          <p:spPr>
            <a:xfrm>
              <a:off x="562160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9" name="tx4019"/>
            <p:cNvSpPr/>
            <p:nvPr/>
          </p:nvSpPr>
          <p:spPr>
            <a:xfrm>
              <a:off x="566631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0" name="tx4020"/>
            <p:cNvSpPr/>
            <p:nvPr/>
          </p:nvSpPr>
          <p:spPr>
            <a:xfrm>
              <a:off x="599542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4021" name="tx4021"/>
            <p:cNvSpPr/>
            <p:nvPr/>
          </p:nvSpPr>
          <p:spPr>
            <a:xfrm>
              <a:off x="615077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2" name="tx4022"/>
            <p:cNvSpPr/>
            <p:nvPr/>
          </p:nvSpPr>
          <p:spPr>
            <a:xfrm>
              <a:off x="619549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3" name="tx4023"/>
            <p:cNvSpPr/>
            <p:nvPr/>
          </p:nvSpPr>
          <p:spPr>
            <a:xfrm>
              <a:off x="3899107" y="5925448"/>
              <a:ext cx="61383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4024" name="tx4024"/>
            <p:cNvSpPr/>
            <p:nvPr/>
          </p:nvSpPr>
          <p:spPr>
            <a:xfrm rot="-5400000">
              <a:off x="1358159" y="3987658"/>
              <a:ext cx="49715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4025" name="rc4025"/>
            <p:cNvSpPr/>
            <p:nvPr/>
          </p:nvSpPr>
          <p:spPr>
            <a:xfrm>
              <a:off x="6516327" y="3243743"/>
              <a:ext cx="1071043" cy="15880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026" name="tx4026"/>
            <p:cNvSpPr/>
            <p:nvPr/>
          </p:nvSpPr>
          <p:spPr>
            <a:xfrm>
              <a:off x="6585916" y="3328785"/>
              <a:ext cx="931865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</a:t>
              </a:r>
            </a:p>
          </p:txBody>
        </p:sp>
        <p:sp>
          <p:nvSpPr>
            <p:cNvPr id="4027" name="tx4027"/>
            <p:cNvSpPr/>
            <p:nvPr/>
          </p:nvSpPr>
          <p:spPr>
            <a:xfrm>
              <a:off x="6585916" y="3479661"/>
              <a:ext cx="54351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Distance</a:t>
              </a:r>
            </a:p>
          </p:txBody>
        </p:sp>
        <p:pic>
          <p:nvPicPr>
            <p:cNvPr id="4028" name="pic402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585916" y="3664922"/>
              <a:ext cx="219455" cy="1097280"/>
            </a:xfrm>
            <a:prstGeom prst="rect">
              <a:avLst/>
            </a:prstGeom>
          </p:spPr>
        </p:pic>
        <p:sp>
          <p:nvSpPr>
            <p:cNvPr id="4029" name="pl4029"/>
            <p:cNvSpPr/>
            <p:nvPr/>
          </p:nvSpPr>
          <p:spPr>
            <a:xfrm>
              <a:off x="6761481" y="476037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0" name="pl4030"/>
            <p:cNvSpPr/>
            <p:nvPr/>
          </p:nvSpPr>
          <p:spPr>
            <a:xfrm>
              <a:off x="6761481" y="4541648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1" name="pl4031"/>
            <p:cNvSpPr/>
            <p:nvPr/>
          </p:nvSpPr>
          <p:spPr>
            <a:xfrm>
              <a:off x="6761481" y="432292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2" name="pl4032"/>
            <p:cNvSpPr/>
            <p:nvPr/>
          </p:nvSpPr>
          <p:spPr>
            <a:xfrm>
              <a:off x="6761481" y="4104200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3" name="pl4033"/>
            <p:cNvSpPr/>
            <p:nvPr/>
          </p:nvSpPr>
          <p:spPr>
            <a:xfrm>
              <a:off x="6761481" y="388547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4" name="pl4034"/>
            <p:cNvSpPr/>
            <p:nvPr/>
          </p:nvSpPr>
          <p:spPr>
            <a:xfrm>
              <a:off x="6761481" y="366675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5" name="pl4035"/>
            <p:cNvSpPr/>
            <p:nvPr/>
          </p:nvSpPr>
          <p:spPr>
            <a:xfrm>
              <a:off x="6585916" y="476037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6" name="pl4036"/>
            <p:cNvSpPr/>
            <p:nvPr/>
          </p:nvSpPr>
          <p:spPr>
            <a:xfrm>
              <a:off x="6585916" y="4541648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7" name="pl4037"/>
            <p:cNvSpPr/>
            <p:nvPr/>
          </p:nvSpPr>
          <p:spPr>
            <a:xfrm>
              <a:off x="6585916" y="432292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8" name="pl4038"/>
            <p:cNvSpPr/>
            <p:nvPr/>
          </p:nvSpPr>
          <p:spPr>
            <a:xfrm>
              <a:off x="6585916" y="4104200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9" name="pl4039"/>
            <p:cNvSpPr/>
            <p:nvPr/>
          </p:nvSpPr>
          <p:spPr>
            <a:xfrm>
              <a:off x="6585916" y="388547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0" name="pl4040"/>
            <p:cNvSpPr/>
            <p:nvPr/>
          </p:nvSpPr>
          <p:spPr>
            <a:xfrm>
              <a:off x="6585916" y="366675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1" name="tx4041"/>
            <p:cNvSpPr/>
            <p:nvPr/>
          </p:nvSpPr>
          <p:spPr>
            <a:xfrm>
              <a:off x="6874961" y="472032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42" name="tx4042"/>
            <p:cNvSpPr/>
            <p:nvPr/>
          </p:nvSpPr>
          <p:spPr>
            <a:xfrm>
              <a:off x="6874961" y="4501598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43" name="tx4043"/>
            <p:cNvSpPr/>
            <p:nvPr/>
          </p:nvSpPr>
          <p:spPr>
            <a:xfrm>
              <a:off x="6874961" y="4282873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44" name="tx4044"/>
            <p:cNvSpPr/>
            <p:nvPr/>
          </p:nvSpPr>
          <p:spPr>
            <a:xfrm>
              <a:off x="6874961" y="406414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45" name="tx4045"/>
            <p:cNvSpPr/>
            <p:nvPr/>
          </p:nvSpPr>
          <p:spPr>
            <a:xfrm>
              <a:off x="6874961" y="3845424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046" name="tx4046"/>
            <p:cNvSpPr/>
            <p:nvPr/>
          </p:nvSpPr>
          <p:spPr>
            <a:xfrm>
              <a:off x="6874961" y="3626700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047" name="tx4047"/>
            <p:cNvSpPr/>
            <p:nvPr/>
          </p:nvSpPr>
          <p:spPr>
            <a:xfrm>
              <a:off x="2034901" y="1669789"/>
              <a:ext cx="3642695" cy="218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 to </a:t>
              </a:r>
            </a:p>
          </p:txBody>
        </p:sp>
        <p:sp>
          <p:nvSpPr>
            <p:cNvPr id="4048" name="tx4048"/>
            <p:cNvSpPr/>
            <p:nvPr/>
          </p:nvSpPr>
          <p:spPr>
            <a:xfrm>
              <a:off x="2034901" y="1998973"/>
              <a:ext cx="1287749" cy="218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1754045" y="1600200"/>
              <a:ext cx="5635909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l6"/>
            <p:cNvSpPr/>
            <p:nvPr/>
          </p:nvSpPr>
          <p:spPr>
            <a:xfrm>
              <a:off x="2384234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l7"/>
            <p:cNvSpPr/>
            <p:nvPr/>
          </p:nvSpPr>
          <p:spPr>
            <a:xfrm>
              <a:off x="3124860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l8"/>
            <p:cNvSpPr/>
            <p:nvPr/>
          </p:nvSpPr>
          <p:spPr>
            <a:xfrm>
              <a:off x="3865485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l9"/>
            <p:cNvSpPr/>
            <p:nvPr/>
          </p:nvSpPr>
          <p:spPr>
            <a:xfrm>
              <a:off x="4606110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l10"/>
            <p:cNvSpPr/>
            <p:nvPr/>
          </p:nvSpPr>
          <p:spPr>
            <a:xfrm>
              <a:off x="5346735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l11"/>
            <p:cNvSpPr/>
            <p:nvPr/>
          </p:nvSpPr>
          <p:spPr>
            <a:xfrm>
              <a:off x="6087361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l12"/>
            <p:cNvSpPr/>
            <p:nvPr/>
          </p:nvSpPr>
          <p:spPr>
            <a:xfrm>
              <a:off x="2301906" y="5555180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l13"/>
            <p:cNvSpPr/>
            <p:nvPr/>
          </p:nvSpPr>
          <p:spPr>
            <a:xfrm>
              <a:off x="2301906" y="4615577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l14"/>
            <p:cNvSpPr/>
            <p:nvPr/>
          </p:nvSpPr>
          <p:spPr>
            <a:xfrm>
              <a:off x="2301906" y="3675975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5"/>
            <p:cNvSpPr/>
            <p:nvPr/>
          </p:nvSpPr>
          <p:spPr>
            <a:xfrm>
              <a:off x="2301906" y="2736372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l16"/>
            <p:cNvSpPr/>
            <p:nvPr/>
          </p:nvSpPr>
          <p:spPr>
            <a:xfrm>
              <a:off x="2301906" y="1796770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g17"/>
            <p:cNvSpPr/>
            <p:nvPr/>
          </p:nvSpPr>
          <p:spPr>
            <a:xfrm>
              <a:off x="4171236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g18"/>
            <p:cNvSpPr/>
            <p:nvPr/>
          </p:nvSpPr>
          <p:spPr>
            <a:xfrm>
              <a:off x="4252673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g19"/>
            <p:cNvSpPr/>
            <p:nvPr/>
          </p:nvSpPr>
          <p:spPr>
            <a:xfrm>
              <a:off x="4334110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g20"/>
            <p:cNvSpPr/>
            <p:nvPr/>
          </p:nvSpPr>
          <p:spPr>
            <a:xfrm>
              <a:off x="4415547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g21"/>
            <p:cNvSpPr/>
            <p:nvPr/>
          </p:nvSpPr>
          <p:spPr>
            <a:xfrm>
              <a:off x="4496984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g22"/>
            <p:cNvSpPr/>
            <p:nvPr/>
          </p:nvSpPr>
          <p:spPr>
            <a:xfrm>
              <a:off x="4578421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g23"/>
            <p:cNvSpPr/>
            <p:nvPr/>
          </p:nvSpPr>
          <p:spPr>
            <a:xfrm>
              <a:off x="4659858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g24"/>
            <p:cNvSpPr/>
            <p:nvPr/>
          </p:nvSpPr>
          <p:spPr>
            <a:xfrm>
              <a:off x="5067044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g25"/>
            <p:cNvSpPr/>
            <p:nvPr/>
          </p:nvSpPr>
          <p:spPr>
            <a:xfrm>
              <a:off x="5148481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g26"/>
            <p:cNvSpPr/>
            <p:nvPr/>
          </p:nvSpPr>
          <p:spPr>
            <a:xfrm>
              <a:off x="5229918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g27"/>
            <p:cNvSpPr/>
            <p:nvPr/>
          </p:nvSpPr>
          <p:spPr>
            <a:xfrm>
              <a:off x="5311355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g28"/>
            <p:cNvSpPr/>
            <p:nvPr/>
          </p:nvSpPr>
          <p:spPr>
            <a:xfrm>
              <a:off x="5392793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g29"/>
            <p:cNvSpPr/>
            <p:nvPr/>
          </p:nvSpPr>
          <p:spPr>
            <a:xfrm>
              <a:off x="408979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4171236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g31"/>
            <p:cNvSpPr/>
            <p:nvPr/>
          </p:nvSpPr>
          <p:spPr>
            <a:xfrm>
              <a:off x="4252673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g32"/>
            <p:cNvSpPr/>
            <p:nvPr/>
          </p:nvSpPr>
          <p:spPr>
            <a:xfrm>
              <a:off x="4334110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g33"/>
            <p:cNvSpPr/>
            <p:nvPr/>
          </p:nvSpPr>
          <p:spPr>
            <a:xfrm>
              <a:off x="4415547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g34"/>
            <p:cNvSpPr/>
            <p:nvPr/>
          </p:nvSpPr>
          <p:spPr>
            <a:xfrm>
              <a:off x="4496984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g35"/>
            <p:cNvSpPr/>
            <p:nvPr/>
          </p:nvSpPr>
          <p:spPr>
            <a:xfrm>
              <a:off x="4578421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g36"/>
            <p:cNvSpPr/>
            <p:nvPr/>
          </p:nvSpPr>
          <p:spPr>
            <a:xfrm>
              <a:off x="465985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g37"/>
            <p:cNvSpPr/>
            <p:nvPr/>
          </p:nvSpPr>
          <p:spPr>
            <a:xfrm>
              <a:off x="5067044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g38"/>
            <p:cNvSpPr/>
            <p:nvPr/>
          </p:nvSpPr>
          <p:spPr>
            <a:xfrm>
              <a:off x="5148481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g39"/>
            <p:cNvSpPr/>
            <p:nvPr/>
          </p:nvSpPr>
          <p:spPr>
            <a:xfrm>
              <a:off x="522991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g40"/>
            <p:cNvSpPr/>
            <p:nvPr/>
          </p:nvSpPr>
          <p:spPr>
            <a:xfrm>
              <a:off x="5311355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g41"/>
            <p:cNvSpPr/>
            <p:nvPr/>
          </p:nvSpPr>
          <p:spPr>
            <a:xfrm>
              <a:off x="5392793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g42"/>
            <p:cNvSpPr/>
            <p:nvPr/>
          </p:nvSpPr>
          <p:spPr>
            <a:xfrm>
              <a:off x="368261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g43"/>
            <p:cNvSpPr/>
            <p:nvPr/>
          </p:nvSpPr>
          <p:spPr>
            <a:xfrm>
              <a:off x="3764050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g44"/>
            <p:cNvSpPr/>
            <p:nvPr/>
          </p:nvSpPr>
          <p:spPr>
            <a:xfrm>
              <a:off x="384548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g45"/>
            <p:cNvSpPr/>
            <p:nvPr/>
          </p:nvSpPr>
          <p:spPr>
            <a:xfrm>
              <a:off x="392692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g46"/>
            <p:cNvSpPr/>
            <p:nvPr/>
          </p:nvSpPr>
          <p:spPr>
            <a:xfrm>
              <a:off x="400836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g47"/>
            <p:cNvSpPr/>
            <p:nvPr/>
          </p:nvSpPr>
          <p:spPr>
            <a:xfrm>
              <a:off x="4089798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g48"/>
            <p:cNvSpPr/>
            <p:nvPr/>
          </p:nvSpPr>
          <p:spPr>
            <a:xfrm>
              <a:off x="4171236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g49"/>
            <p:cNvSpPr/>
            <p:nvPr/>
          </p:nvSpPr>
          <p:spPr>
            <a:xfrm>
              <a:off x="425267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g50"/>
            <p:cNvSpPr/>
            <p:nvPr/>
          </p:nvSpPr>
          <p:spPr>
            <a:xfrm>
              <a:off x="4334110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g51"/>
            <p:cNvSpPr/>
            <p:nvPr/>
          </p:nvSpPr>
          <p:spPr>
            <a:xfrm>
              <a:off x="441554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g52"/>
            <p:cNvSpPr/>
            <p:nvPr/>
          </p:nvSpPr>
          <p:spPr>
            <a:xfrm>
              <a:off x="449698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g53"/>
            <p:cNvSpPr/>
            <p:nvPr/>
          </p:nvSpPr>
          <p:spPr>
            <a:xfrm>
              <a:off x="457842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g54"/>
            <p:cNvSpPr/>
            <p:nvPr/>
          </p:nvSpPr>
          <p:spPr>
            <a:xfrm>
              <a:off x="498560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g55"/>
            <p:cNvSpPr/>
            <p:nvPr/>
          </p:nvSpPr>
          <p:spPr>
            <a:xfrm>
              <a:off x="506704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/>
            <p:cNvSpPr/>
            <p:nvPr/>
          </p:nvSpPr>
          <p:spPr>
            <a:xfrm>
              <a:off x="514848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g57"/>
            <p:cNvSpPr/>
            <p:nvPr/>
          </p:nvSpPr>
          <p:spPr>
            <a:xfrm>
              <a:off x="5229918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/>
            <p:cNvSpPr/>
            <p:nvPr/>
          </p:nvSpPr>
          <p:spPr>
            <a:xfrm>
              <a:off x="5311355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g59"/>
            <p:cNvSpPr/>
            <p:nvPr/>
          </p:nvSpPr>
          <p:spPr>
            <a:xfrm>
              <a:off x="539279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g60"/>
            <p:cNvSpPr/>
            <p:nvPr/>
          </p:nvSpPr>
          <p:spPr>
            <a:xfrm>
              <a:off x="3601176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pg61"/>
            <p:cNvSpPr/>
            <p:nvPr/>
          </p:nvSpPr>
          <p:spPr>
            <a:xfrm>
              <a:off x="368261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g62"/>
            <p:cNvSpPr/>
            <p:nvPr/>
          </p:nvSpPr>
          <p:spPr>
            <a:xfrm>
              <a:off x="376405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g63"/>
            <p:cNvSpPr/>
            <p:nvPr/>
          </p:nvSpPr>
          <p:spPr>
            <a:xfrm>
              <a:off x="384548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g64"/>
            <p:cNvSpPr/>
            <p:nvPr/>
          </p:nvSpPr>
          <p:spPr>
            <a:xfrm>
              <a:off x="392692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g65"/>
            <p:cNvSpPr/>
            <p:nvPr/>
          </p:nvSpPr>
          <p:spPr>
            <a:xfrm>
              <a:off x="4008361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g66"/>
            <p:cNvSpPr/>
            <p:nvPr/>
          </p:nvSpPr>
          <p:spPr>
            <a:xfrm>
              <a:off x="4089798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g67"/>
            <p:cNvSpPr/>
            <p:nvPr/>
          </p:nvSpPr>
          <p:spPr>
            <a:xfrm>
              <a:off x="4171236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g68"/>
            <p:cNvSpPr/>
            <p:nvPr/>
          </p:nvSpPr>
          <p:spPr>
            <a:xfrm>
              <a:off x="425267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g69"/>
            <p:cNvSpPr/>
            <p:nvPr/>
          </p:nvSpPr>
          <p:spPr>
            <a:xfrm>
              <a:off x="433411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g70"/>
            <p:cNvSpPr/>
            <p:nvPr/>
          </p:nvSpPr>
          <p:spPr>
            <a:xfrm>
              <a:off x="441554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g71"/>
            <p:cNvSpPr/>
            <p:nvPr/>
          </p:nvSpPr>
          <p:spPr>
            <a:xfrm>
              <a:off x="449698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g72"/>
            <p:cNvSpPr/>
            <p:nvPr/>
          </p:nvSpPr>
          <p:spPr>
            <a:xfrm>
              <a:off x="490417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g73"/>
            <p:cNvSpPr/>
            <p:nvPr/>
          </p:nvSpPr>
          <p:spPr>
            <a:xfrm>
              <a:off x="498560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g74"/>
            <p:cNvSpPr/>
            <p:nvPr/>
          </p:nvSpPr>
          <p:spPr>
            <a:xfrm>
              <a:off x="506704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g75"/>
            <p:cNvSpPr/>
            <p:nvPr/>
          </p:nvSpPr>
          <p:spPr>
            <a:xfrm>
              <a:off x="5148481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g76"/>
            <p:cNvSpPr/>
            <p:nvPr/>
          </p:nvSpPr>
          <p:spPr>
            <a:xfrm>
              <a:off x="5229918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g77"/>
            <p:cNvSpPr/>
            <p:nvPr/>
          </p:nvSpPr>
          <p:spPr>
            <a:xfrm>
              <a:off x="5311355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g78"/>
            <p:cNvSpPr/>
            <p:nvPr/>
          </p:nvSpPr>
          <p:spPr>
            <a:xfrm>
              <a:off x="539279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g79"/>
            <p:cNvSpPr/>
            <p:nvPr/>
          </p:nvSpPr>
          <p:spPr>
            <a:xfrm>
              <a:off x="343830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g80"/>
            <p:cNvSpPr/>
            <p:nvPr/>
          </p:nvSpPr>
          <p:spPr>
            <a:xfrm>
              <a:off x="351973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g81"/>
            <p:cNvSpPr/>
            <p:nvPr/>
          </p:nvSpPr>
          <p:spPr>
            <a:xfrm>
              <a:off x="3601176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g82"/>
            <p:cNvSpPr/>
            <p:nvPr/>
          </p:nvSpPr>
          <p:spPr>
            <a:xfrm>
              <a:off x="368261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g83"/>
            <p:cNvSpPr/>
            <p:nvPr/>
          </p:nvSpPr>
          <p:spPr>
            <a:xfrm>
              <a:off x="376405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g84"/>
            <p:cNvSpPr/>
            <p:nvPr/>
          </p:nvSpPr>
          <p:spPr>
            <a:xfrm>
              <a:off x="3845487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g85"/>
            <p:cNvSpPr/>
            <p:nvPr/>
          </p:nvSpPr>
          <p:spPr>
            <a:xfrm>
              <a:off x="3926924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/>
            <p:cNvSpPr/>
            <p:nvPr/>
          </p:nvSpPr>
          <p:spPr>
            <a:xfrm>
              <a:off x="400836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pg87"/>
            <p:cNvSpPr/>
            <p:nvPr/>
          </p:nvSpPr>
          <p:spPr>
            <a:xfrm>
              <a:off x="408979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pg88"/>
            <p:cNvSpPr/>
            <p:nvPr/>
          </p:nvSpPr>
          <p:spPr>
            <a:xfrm>
              <a:off x="4171236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pg89"/>
            <p:cNvSpPr/>
            <p:nvPr/>
          </p:nvSpPr>
          <p:spPr>
            <a:xfrm>
              <a:off x="425267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g90"/>
            <p:cNvSpPr/>
            <p:nvPr/>
          </p:nvSpPr>
          <p:spPr>
            <a:xfrm>
              <a:off x="433411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g91"/>
            <p:cNvSpPr/>
            <p:nvPr/>
          </p:nvSpPr>
          <p:spPr>
            <a:xfrm>
              <a:off x="482273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g92"/>
            <p:cNvSpPr/>
            <p:nvPr/>
          </p:nvSpPr>
          <p:spPr>
            <a:xfrm>
              <a:off x="490417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g93"/>
            <p:cNvSpPr/>
            <p:nvPr/>
          </p:nvSpPr>
          <p:spPr>
            <a:xfrm>
              <a:off x="4985607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g94"/>
            <p:cNvSpPr/>
            <p:nvPr/>
          </p:nvSpPr>
          <p:spPr>
            <a:xfrm>
              <a:off x="5067044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g95"/>
            <p:cNvSpPr/>
            <p:nvPr/>
          </p:nvSpPr>
          <p:spPr>
            <a:xfrm>
              <a:off x="514848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g96"/>
            <p:cNvSpPr/>
            <p:nvPr/>
          </p:nvSpPr>
          <p:spPr>
            <a:xfrm>
              <a:off x="522991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g97"/>
            <p:cNvSpPr/>
            <p:nvPr/>
          </p:nvSpPr>
          <p:spPr>
            <a:xfrm>
              <a:off x="327542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g98"/>
            <p:cNvSpPr/>
            <p:nvPr/>
          </p:nvSpPr>
          <p:spPr>
            <a:xfrm>
              <a:off x="335686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g99"/>
            <p:cNvSpPr/>
            <p:nvPr/>
          </p:nvSpPr>
          <p:spPr>
            <a:xfrm>
              <a:off x="343830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g100"/>
            <p:cNvSpPr/>
            <p:nvPr/>
          </p:nvSpPr>
          <p:spPr>
            <a:xfrm>
              <a:off x="351973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g101"/>
            <p:cNvSpPr/>
            <p:nvPr/>
          </p:nvSpPr>
          <p:spPr>
            <a:xfrm>
              <a:off x="360117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g102"/>
            <p:cNvSpPr/>
            <p:nvPr/>
          </p:nvSpPr>
          <p:spPr>
            <a:xfrm>
              <a:off x="368261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g103"/>
            <p:cNvSpPr/>
            <p:nvPr/>
          </p:nvSpPr>
          <p:spPr>
            <a:xfrm>
              <a:off x="376405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g104"/>
            <p:cNvSpPr/>
            <p:nvPr/>
          </p:nvSpPr>
          <p:spPr>
            <a:xfrm>
              <a:off x="384548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g105"/>
            <p:cNvSpPr/>
            <p:nvPr/>
          </p:nvSpPr>
          <p:spPr>
            <a:xfrm>
              <a:off x="392692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g106"/>
            <p:cNvSpPr/>
            <p:nvPr/>
          </p:nvSpPr>
          <p:spPr>
            <a:xfrm>
              <a:off x="400836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g107"/>
            <p:cNvSpPr/>
            <p:nvPr/>
          </p:nvSpPr>
          <p:spPr>
            <a:xfrm>
              <a:off x="408979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g108"/>
            <p:cNvSpPr/>
            <p:nvPr/>
          </p:nvSpPr>
          <p:spPr>
            <a:xfrm>
              <a:off x="417123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g109"/>
            <p:cNvSpPr/>
            <p:nvPr/>
          </p:nvSpPr>
          <p:spPr>
            <a:xfrm>
              <a:off x="425267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g110"/>
            <p:cNvSpPr/>
            <p:nvPr/>
          </p:nvSpPr>
          <p:spPr>
            <a:xfrm>
              <a:off x="433411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g111"/>
            <p:cNvSpPr/>
            <p:nvPr/>
          </p:nvSpPr>
          <p:spPr>
            <a:xfrm>
              <a:off x="441554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g112"/>
            <p:cNvSpPr/>
            <p:nvPr/>
          </p:nvSpPr>
          <p:spPr>
            <a:xfrm>
              <a:off x="449698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g113"/>
            <p:cNvSpPr/>
            <p:nvPr/>
          </p:nvSpPr>
          <p:spPr>
            <a:xfrm>
              <a:off x="457842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g114"/>
            <p:cNvSpPr/>
            <p:nvPr/>
          </p:nvSpPr>
          <p:spPr>
            <a:xfrm>
              <a:off x="474129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pg115"/>
            <p:cNvSpPr/>
            <p:nvPr/>
          </p:nvSpPr>
          <p:spPr>
            <a:xfrm>
              <a:off x="482273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g116"/>
            <p:cNvSpPr/>
            <p:nvPr/>
          </p:nvSpPr>
          <p:spPr>
            <a:xfrm>
              <a:off x="490417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pg117"/>
            <p:cNvSpPr/>
            <p:nvPr/>
          </p:nvSpPr>
          <p:spPr>
            <a:xfrm>
              <a:off x="498560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g118"/>
            <p:cNvSpPr/>
            <p:nvPr/>
          </p:nvSpPr>
          <p:spPr>
            <a:xfrm>
              <a:off x="506704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pg119"/>
            <p:cNvSpPr/>
            <p:nvPr/>
          </p:nvSpPr>
          <p:spPr>
            <a:xfrm>
              <a:off x="514848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pg120"/>
            <p:cNvSpPr/>
            <p:nvPr/>
          </p:nvSpPr>
          <p:spPr>
            <a:xfrm>
              <a:off x="522991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pg121"/>
            <p:cNvSpPr/>
            <p:nvPr/>
          </p:nvSpPr>
          <p:spPr>
            <a:xfrm>
              <a:off x="327542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pg122"/>
            <p:cNvSpPr/>
            <p:nvPr/>
          </p:nvSpPr>
          <p:spPr>
            <a:xfrm>
              <a:off x="335686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g123"/>
            <p:cNvSpPr/>
            <p:nvPr/>
          </p:nvSpPr>
          <p:spPr>
            <a:xfrm>
              <a:off x="343830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g124"/>
            <p:cNvSpPr/>
            <p:nvPr/>
          </p:nvSpPr>
          <p:spPr>
            <a:xfrm>
              <a:off x="351973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g125"/>
            <p:cNvSpPr/>
            <p:nvPr/>
          </p:nvSpPr>
          <p:spPr>
            <a:xfrm>
              <a:off x="360117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g126"/>
            <p:cNvSpPr/>
            <p:nvPr/>
          </p:nvSpPr>
          <p:spPr>
            <a:xfrm>
              <a:off x="368261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g127"/>
            <p:cNvSpPr/>
            <p:nvPr/>
          </p:nvSpPr>
          <p:spPr>
            <a:xfrm>
              <a:off x="376405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g128"/>
            <p:cNvSpPr/>
            <p:nvPr/>
          </p:nvSpPr>
          <p:spPr>
            <a:xfrm>
              <a:off x="384548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g129"/>
            <p:cNvSpPr/>
            <p:nvPr/>
          </p:nvSpPr>
          <p:spPr>
            <a:xfrm>
              <a:off x="392692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g130"/>
            <p:cNvSpPr/>
            <p:nvPr/>
          </p:nvSpPr>
          <p:spPr>
            <a:xfrm>
              <a:off x="400836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g131"/>
            <p:cNvSpPr/>
            <p:nvPr/>
          </p:nvSpPr>
          <p:spPr>
            <a:xfrm>
              <a:off x="408979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g132"/>
            <p:cNvSpPr/>
            <p:nvPr/>
          </p:nvSpPr>
          <p:spPr>
            <a:xfrm>
              <a:off x="417123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g133"/>
            <p:cNvSpPr/>
            <p:nvPr/>
          </p:nvSpPr>
          <p:spPr>
            <a:xfrm>
              <a:off x="425267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pg134"/>
            <p:cNvSpPr/>
            <p:nvPr/>
          </p:nvSpPr>
          <p:spPr>
            <a:xfrm>
              <a:off x="433411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pg135"/>
            <p:cNvSpPr/>
            <p:nvPr/>
          </p:nvSpPr>
          <p:spPr>
            <a:xfrm>
              <a:off x="441554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pg136"/>
            <p:cNvSpPr/>
            <p:nvPr/>
          </p:nvSpPr>
          <p:spPr>
            <a:xfrm>
              <a:off x="449698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pg137"/>
            <p:cNvSpPr/>
            <p:nvPr/>
          </p:nvSpPr>
          <p:spPr>
            <a:xfrm>
              <a:off x="457842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pg138"/>
            <p:cNvSpPr/>
            <p:nvPr/>
          </p:nvSpPr>
          <p:spPr>
            <a:xfrm>
              <a:off x="465985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pg139"/>
            <p:cNvSpPr/>
            <p:nvPr/>
          </p:nvSpPr>
          <p:spPr>
            <a:xfrm>
              <a:off x="474129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pg140"/>
            <p:cNvSpPr/>
            <p:nvPr/>
          </p:nvSpPr>
          <p:spPr>
            <a:xfrm>
              <a:off x="482273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pg141"/>
            <p:cNvSpPr/>
            <p:nvPr/>
          </p:nvSpPr>
          <p:spPr>
            <a:xfrm>
              <a:off x="490417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pg142"/>
            <p:cNvSpPr/>
            <p:nvPr/>
          </p:nvSpPr>
          <p:spPr>
            <a:xfrm>
              <a:off x="498560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pg143"/>
            <p:cNvSpPr/>
            <p:nvPr/>
          </p:nvSpPr>
          <p:spPr>
            <a:xfrm>
              <a:off x="506704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pg144"/>
            <p:cNvSpPr/>
            <p:nvPr/>
          </p:nvSpPr>
          <p:spPr>
            <a:xfrm>
              <a:off x="514848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pg145"/>
            <p:cNvSpPr/>
            <p:nvPr/>
          </p:nvSpPr>
          <p:spPr>
            <a:xfrm>
              <a:off x="327542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pg146"/>
            <p:cNvSpPr/>
            <p:nvPr/>
          </p:nvSpPr>
          <p:spPr>
            <a:xfrm>
              <a:off x="335686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pg147"/>
            <p:cNvSpPr/>
            <p:nvPr/>
          </p:nvSpPr>
          <p:spPr>
            <a:xfrm>
              <a:off x="343830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pg148"/>
            <p:cNvSpPr/>
            <p:nvPr/>
          </p:nvSpPr>
          <p:spPr>
            <a:xfrm>
              <a:off x="351973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pg149"/>
            <p:cNvSpPr/>
            <p:nvPr/>
          </p:nvSpPr>
          <p:spPr>
            <a:xfrm>
              <a:off x="360117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pg150"/>
            <p:cNvSpPr/>
            <p:nvPr/>
          </p:nvSpPr>
          <p:spPr>
            <a:xfrm>
              <a:off x="368261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pg151"/>
            <p:cNvSpPr/>
            <p:nvPr/>
          </p:nvSpPr>
          <p:spPr>
            <a:xfrm>
              <a:off x="376405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pg152"/>
            <p:cNvSpPr/>
            <p:nvPr/>
          </p:nvSpPr>
          <p:spPr>
            <a:xfrm>
              <a:off x="384548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pg153"/>
            <p:cNvSpPr/>
            <p:nvPr/>
          </p:nvSpPr>
          <p:spPr>
            <a:xfrm>
              <a:off x="392692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pg154"/>
            <p:cNvSpPr/>
            <p:nvPr/>
          </p:nvSpPr>
          <p:spPr>
            <a:xfrm>
              <a:off x="400836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pg155"/>
            <p:cNvSpPr/>
            <p:nvPr/>
          </p:nvSpPr>
          <p:spPr>
            <a:xfrm>
              <a:off x="408979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pg156"/>
            <p:cNvSpPr/>
            <p:nvPr/>
          </p:nvSpPr>
          <p:spPr>
            <a:xfrm>
              <a:off x="417123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pg157"/>
            <p:cNvSpPr/>
            <p:nvPr/>
          </p:nvSpPr>
          <p:spPr>
            <a:xfrm>
              <a:off x="425267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pg158"/>
            <p:cNvSpPr/>
            <p:nvPr/>
          </p:nvSpPr>
          <p:spPr>
            <a:xfrm>
              <a:off x="433411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pg159"/>
            <p:cNvSpPr/>
            <p:nvPr/>
          </p:nvSpPr>
          <p:spPr>
            <a:xfrm>
              <a:off x="441554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pg160"/>
            <p:cNvSpPr/>
            <p:nvPr/>
          </p:nvSpPr>
          <p:spPr>
            <a:xfrm>
              <a:off x="449698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pg161"/>
            <p:cNvSpPr/>
            <p:nvPr/>
          </p:nvSpPr>
          <p:spPr>
            <a:xfrm>
              <a:off x="457842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pg162"/>
            <p:cNvSpPr/>
            <p:nvPr/>
          </p:nvSpPr>
          <p:spPr>
            <a:xfrm>
              <a:off x="465985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pg163"/>
            <p:cNvSpPr/>
            <p:nvPr/>
          </p:nvSpPr>
          <p:spPr>
            <a:xfrm>
              <a:off x="474129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pg164"/>
            <p:cNvSpPr/>
            <p:nvPr/>
          </p:nvSpPr>
          <p:spPr>
            <a:xfrm>
              <a:off x="482273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pg165"/>
            <p:cNvSpPr/>
            <p:nvPr/>
          </p:nvSpPr>
          <p:spPr>
            <a:xfrm>
              <a:off x="490417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pg166"/>
            <p:cNvSpPr/>
            <p:nvPr/>
          </p:nvSpPr>
          <p:spPr>
            <a:xfrm>
              <a:off x="498560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pg167"/>
            <p:cNvSpPr/>
            <p:nvPr/>
          </p:nvSpPr>
          <p:spPr>
            <a:xfrm>
              <a:off x="506704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pg168"/>
            <p:cNvSpPr/>
            <p:nvPr/>
          </p:nvSpPr>
          <p:spPr>
            <a:xfrm>
              <a:off x="303111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pg169"/>
            <p:cNvSpPr/>
            <p:nvPr/>
          </p:nvSpPr>
          <p:spPr>
            <a:xfrm>
              <a:off x="311255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pg170"/>
            <p:cNvSpPr/>
            <p:nvPr/>
          </p:nvSpPr>
          <p:spPr>
            <a:xfrm>
              <a:off x="327542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pg171"/>
            <p:cNvSpPr/>
            <p:nvPr/>
          </p:nvSpPr>
          <p:spPr>
            <a:xfrm>
              <a:off x="3356864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pg172"/>
            <p:cNvSpPr/>
            <p:nvPr/>
          </p:nvSpPr>
          <p:spPr>
            <a:xfrm>
              <a:off x="3438301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pg173"/>
            <p:cNvSpPr/>
            <p:nvPr/>
          </p:nvSpPr>
          <p:spPr>
            <a:xfrm>
              <a:off x="351973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pg174"/>
            <p:cNvSpPr/>
            <p:nvPr/>
          </p:nvSpPr>
          <p:spPr>
            <a:xfrm>
              <a:off x="360117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pg175"/>
            <p:cNvSpPr/>
            <p:nvPr/>
          </p:nvSpPr>
          <p:spPr>
            <a:xfrm>
              <a:off x="368261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pg176"/>
            <p:cNvSpPr/>
            <p:nvPr/>
          </p:nvSpPr>
          <p:spPr>
            <a:xfrm>
              <a:off x="376405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pg177"/>
            <p:cNvSpPr/>
            <p:nvPr/>
          </p:nvSpPr>
          <p:spPr>
            <a:xfrm>
              <a:off x="384548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pg178"/>
            <p:cNvSpPr/>
            <p:nvPr/>
          </p:nvSpPr>
          <p:spPr>
            <a:xfrm>
              <a:off x="408979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pg179"/>
            <p:cNvSpPr/>
            <p:nvPr/>
          </p:nvSpPr>
          <p:spPr>
            <a:xfrm>
              <a:off x="417123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pg180"/>
            <p:cNvSpPr/>
            <p:nvPr/>
          </p:nvSpPr>
          <p:spPr>
            <a:xfrm>
              <a:off x="425267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pg181"/>
            <p:cNvSpPr/>
            <p:nvPr/>
          </p:nvSpPr>
          <p:spPr>
            <a:xfrm>
              <a:off x="433411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pg182"/>
            <p:cNvSpPr/>
            <p:nvPr/>
          </p:nvSpPr>
          <p:spPr>
            <a:xfrm>
              <a:off x="441554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pg183"/>
            <p:cNvSpPr/>
            <p:nvPr/>
          </p:nvSpPr>
          <p:spPr>
            <a:xfrm>
              <a:off x="4496984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pg184"/>
            <p:cNvSpPr/>
            <p:nvPr/>
          </p:nvSpPr>
          <p:spPr>
            <a:xfrm>
              <a:off x="4578421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pg185"/>
            <p:cNvSpPr/>
            <p:nvPr/>
          </p:nvSpPr>
          <p:spPr>
            <a:xfrm>
              <a:off x="465985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pg186"/>
            <p:cNvSpPr/>
            <p:nvPr/>
          </p:nvSpPr>
          <p:spPr>
            <a:xfrm>
              <a:off x="474129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pg187"/>
            <p:cNvSpPr/>
            <p:nvPr/>
          </p:nvSpPr>
          <p:spPr>
            <a:xfrm>
              <a:off x="482273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pg188"/>
            <p:cNvSpPr/>
            <p:nvPr/>
          </p:nvSpPr>
          <p:spPr>
            <a:xfrm>
              <a:off x="490417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pg189"/>
            <p:cNvSpPr/>
            <p:nvPr/>
          </p:nvSpPr>
          <p:spPr>
            <a:xfrm>
              <a:off x="498560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pg190"/>
            <p:cNvSpPr/>
            <p:nvPr/>
          </p:nvSpPr>
          <p:spPr>
            <a:xfrm>
              <a:off x="294967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pg191"/>
            <p:cNvSpPr/>
            <p:nvPr/>
          </p:nvSpPr>
          <p:spPr>
            <a:xfrm>
              <a:off x="303111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pg192"/>
            <p:cNvSpPr/>
            <p:nvPr/>
          </p:nvSpPr>
          <p:spPr>
            <a:xfrm>
              <a:off x="311255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pg193"/>
            <p:cNvSpPr/>
            <p:nvPr/>
          </p:nvSpPr>
          <p:spPr>
            <a:xfrm>
              <a:off x="319399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pg194"/>
            <p:cNvSpPr/>
            <p:nvPr/>
          </p:nvSpPr>
          <p:spPr>
            <a:xfrm>
              <a:off x="327542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pg195"/>
            <p:cNvSpPr/>
            <p:nvPr/>
          </p:nvSpPr>
          <p:spPr>
            <a:xfrm>
              <a:off x="3356864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pg196"/>
            <p:cNvSpPr/>
            <p:nvPr/>
          </p:nvSpPr>
          <p:spPr>
            <a:xfrm>
              <a:off x="3438301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pg197"/>
            <p:cNvSpPr/>
            <p:nvPr/>
          </p:nvSpPr>
          <p:spPr>
            <a:xfrm>
              <a:off x="351973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pg198"/>
            <p:cNvSpPr/>
            <p:nvPr/>
          </p:nvSpPr>
          <p:spPr>
            <a:xfrm>
              <a:off x="360117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pg199"/>
            <p:cNvSpPr/>
            <p:nvPr/>
          </p:nvSpPr>
          <p:spPr>
            <a:xfrm>
              <a:off x="368261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pg200"/>
            <p:cNvSpPr/>
            <p:nvPr/>
          </p:nvSpPr>
          <p:spPr>
            <a:xfrm>
              <a:off x="376405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pg201"/>
            <p:cNvSpPr/>
            <p:nvPr/>
          </p:nvSpPr>
          <p:spPr>
            <a:xfrm>
              <a:off x="384548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pg202"/>
            <p:cNvSpPr/>
            <p:nvPr/>
          </p:nvSpPr>
          <p:spPr>
            <a:xfrm>
              <a:off x="417123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pg203"/>
            <p:cNvSpPr/>
            <p:nvPr/>
          </p:nvSpPr>
          <p:spPr>
            <a:xfrm>
              <a:off x="425267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pg204"/>
            <p:cNvSpPr/>
            <p:nvPr/>
          </p:nvSpPr>
          <p:spPr>
            <a:xfrm>
              <a:off x="433411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pg205"/>
            <p:cNvSpPr/>
            <p:nvPr/>
          </p:nvSpPr>
          <p:spPr>
            <a:xfrm>
              <a:off x="441554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pg206"/>
            <p:cNvSpPr/>
            <p:nvPr/>
          </p:nvSpPr>
          <p:spPr>
            <a:xfrm>
              <a:off x="4496984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pg207"/>
            <p:cNvSpPr/>
            <p:nvPr/>
          </p:nvSpPr>
          <p:spPr>
            <a:xfrm>
              <a:off x="4578421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pg208"/>
            <p:cNvSpPr/>
            <p:nvPr/>
          </p:nvSpPr>
          <p:spPr>
            <a:xfrm>
              <a:off x="465985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pg209"/>
            <p:cNvSpPr/>
            <p:nvPr/>
          </p:nvSpPr>
          <p:spPr>
            <a:xfrm>
              <a:off x="474129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pg210"/>
            <p:cNvSpPr/>
            <p:nvPr/>
          </p:nvSpPr>
          <p:spPr>
            <a:xfrm>
              <a:off x="482273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pg211"/>
            <p:cNvSpPr/>
            <p:nvPr/>
          </p:nvSpPr>
          <p:spPr>
            <a:xfrm>
              <a:off x="490417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pg212"/>
            <p:cNvSpPr/>
            <p:nvPr/>
          </p:nvSpPr>
          <p:spPr>
            <a:xfrm>
              <a:off x="286824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pg213"/>
            <p:cNvSpPr/>
            <p:nvPr/>
          </p:nvSpPr>
          <p:spPr>
            <a:xfrm>
              <a:off x="294967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pg214"/>
            <p:cNvSpPr/>
            <p:nvPr/>
          </p:nvSpPr>
          <p:spPr>
            <a:xfrm>
              <a:off x="303111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pg215"/>
            <p:cNvSpPr/>
            <p:nvPr/>
          </p:nvSpPr>
          <p:spPr>
            <a:xfrm>
              <a:off x="311255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pg216"/>
            <p:cNvSpPr/>
            <p:nvPr/>
          </p:nvSpPr>
          <p:spPr>
            <a:xfrm>
              <a:off x="319399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pg217"/>
            <p:cNvSpPr/>
            <p:nvPr/>
          </p:nvSpPr>
          <p:spPr>
            <a:xfrm>
              <a:off x="327542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pg218"/>
            <p:cNvSpPr/>
            <p:nvPr/>
          </p:nvSpPr>
          <p:spPr>
            <a:xfrm>
              <a:off x="3356864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pg219"/>
            <p:cNvSpPr/>
            <p:nvPr/>
          </p:nvSpPr>
          <p:spPr>
            <a:xfrm>
              <a:off x="343830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pg220"/>
            <p:cNvSpPr/>
            <p:nvPr/>
          </p:nvSpPr>
          <p:spPr>
            <a:xfrm>
              <a:off x="351973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pg221"/>
            <p:cNvSpPr/>
            <p:nvPr/>
          </p:nvSpPr>
          <p:spPr>
            <a:xfrm>
              <a:off x="360117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pg222"/>
            <p:cNvSpPr/>
            <p:nvPr/>
          </p:nvSpPr>
          <p:spPr>
            <a:xfrm>
              <a:off x="368261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pg223"/>
            <p:cNvSpPr/>
            <p:nvPr/>
          </p:nvSpPr>
          <p:spPr>
            <a:xfrm>
              <a:off x="376405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pg224"/>
            <p:cNvSpPr/>
            <p:nvPr/>
          </p:nvSpPr>
          <p:spPr>
            <a:xfrm>
              <a:off x="384548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pg225"/>
            <p:cNvSpPr/>
            <p:nvPr/>
          </p:nvSpPr>
          <p:spPr>
            <a:xfrm>
              <a:off x="417123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pg226"/>
            <p:cNvSpPr/>
            <p:nvPr/>
          </p:nvSpPr>
          <p:spPr>
            <a:xfrm>
              <a:off x="425267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pg227"/>
            <p:cNvSpPr/>
            <p:nvPr/>
          </p:nvSpPr>
          <p:spPr>
            <a:xfrm>
              <a:off x="433411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pg228"/>
            <p:cNvSpPr/>
            <p:nvPr/>
          </p:nvSpPr>
          <p:spPr>
            <a:xfrm>
              <a:off x="441554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pg229"/>
            <p:cNvSpPr/>
            <p:nvPr/>
          </p:nvSpPr>
          <p:spPr>
            <a:xfrm>
              <a:off x="4496984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pg230"/>
            <p:cNvSpPr/>
            <p:nvPr/>
          </p:nvSpPr>
          <p:spPr>
            <a:xfrm>
              <a:off x="457842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pg231"/>
            <p:cNvSpPr/>
            <p:nvPr/>
          </p:nvSpPr>
          <p:spPr>
            <a:xfrm>
              <a:off x="465985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pg232"/>
            <p:cNvSpPr/>
            <p:nvPr/>
          </p:nvSpPr>
          <p:spPr>
            <a:xfrm>
              <a:off x="474129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pg233"/>
            <p:cNvSpPr/>
            <p:nvPr/>
          </p:nvSpPr>
          <p:spPr>
            <a:xfrm>
              <a:off x="482273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pg234"/>
            <p:cNvSpPr/>
            <p:nvPr/>
          </p:nvSpPr>
          <p:spPr>
            <a:xfrm>
              <a:off x="278680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pg235"/>
            <p:cNvSpPr/>
            <p:nvPr/>
          </p:nvSpPr>
          <p:spPr>
            <a:xfrm>
              <a:off x="286824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pg236"/>
            <p:cNvSpPr/>
            <p:nvPr/>
          </p:nvSpPr>
          <p:spPr>
            <a:xfrm>
              <a:off x="294967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pg237"/>
            <p:cNvSpPr/>
            <p:nvPr/>
          </p:nvSpPr>
          <p:spPr>
            <a:xfrm>
              <a:off x="303111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pg238"/>
            <p:cNvSpPr/>
            <p:nvPr/>
          </p:nvSpPr>
          <p:spPr>
            <a:xfrm>
              <a:off x="311255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pg239"/>
            <p:cNvSpPr/>
            <p:nvPr/>
          </p:nvSpPr>
          <p:spPr>
            <a:xfrm>
              <a:off x="319399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pg240"/>
            <p:cNvSpPr/>
            <p:nvPr/>
          </p:nvSpPr>
          <p:spPr>
            <a:xfrm>
              <a:off x="327542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pg241"/>
            <p:cNvSpPr/>
            <p:nvPr/>
          </p:nvSpPr>
          <p:spPr>
            <a:xfrm>
              <a:off x="335686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pg242"/>
            <p:cNvSpPr/>
            <p:nvPr/>
          </p:nvSpPr>
          <p:spPr>
            <a:xfrm>
              <a:off x="343830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pg243"/>
            <p:cNvSpPr/>
            <p:nvPr/>
          </p:nvSpPr>
          <p:spPr>
            <a:xfrm>
              <a:off x="351973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pg244"/>
            <p:cNvSpPr/>
            <p:nvPr/>
          </p:nvSpPr>
          <p:spPr>
            <a:xfrm>
              <a:off x="360117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pg245"/>
            <p:cNvSpPr/>
            <p:nvPr/>
          </p:nvSpPr>
          <p:spPr>
            <a:xfrm>
              <a:off x="368261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pg246"/>
            <p:cNvSpPr/>
            <p:nvPr/>
          </p:nvSpPr>
          <p:spPr>
            <a:xfrm>
              <a:off x="376405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pg247"/>
            <p:cNvSpPr/>
            <p:nvPr/>
          </p:nvSpPr>
          <p:spPr>
            <a:xfrm>
              <a:off x="384548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pg248"/>
            <p:cNvSpPr/>
            <p:nvPr/>
          </p:nvSpPr>
          <p:spPr>
            <a:xfrm>
              <a:off x="392692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pg249"/>
            <p:cNvSpPr/>
            <p:nvPr/>
          </p:nvSpPr>
          <p:spPr>
            <a:xfrm>
              <a:off x="425267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pg250"/>
            <p:cNvSpPr/>
            <p:nvPr/>
          </p:nvSpPr>
          <p:spPr>
            <a:xfrm>
              <a:off x="433411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pg251"/>
            <p:cNvSpPr/>
            <p:nvPr/>
          </p:nvSpPr>
          <p:spPr>
            <a:xfrm>
              <a:off x="441554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pg252"/>
            <p:cNvSpPr/>
            <p:nvPr/>
          </p:nvSpPr>
          <p:spPr>
            <a:xfrm>
              <a:off x="449698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pg253"/>
            <p:cNvSpPr/>
            <p:nvPr/>
          </p:nvSpPr>
          <p:spPr>
            <a:xfrm>
              <a:off x="457842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pg254"/>
            <p:cNvSpPr/>
            <p:nvPr/>
          </p:nvSpPr>
          <p:spPr>
            <a:xfrm>
              <a:off x="465985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pg255"/>
            <p:cNvSpPr/>
            <p:nvPr/>
          </p:nvSpPr>
          <p:spPr>
            <a:xfrm>
              <a:off x="474129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pg256"/>
            <p:cNvSpPr/>
            <p:nvPr/>
          </p:nvSpPr>
          <p:spPr>
            <a:xfrm>
              <a:off x="278680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pg257"/>
            <p:cNvSpPr/>
            <p:nvPr/>
          </p:nvSpPr>
          <p:spPr>
            <a:xfrm>
              <a:off x="286824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pg258"/>
            <p:cNvSpPr/>
            <p:nvPr/>
          </p:nvSpPr>
          <p:spPr>
            <a:xfrm>
              <a:off x="294967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pg259"/>
            <p:cNvSpPr/>
            <p:nvPr/>
          </p:nvSpPr>
          <p:spPr>
            <a:xfrm>
              <a:off x="3031116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pg260"/>
            <p:cNvSpPr/>
            <p:nvPr/>
          </p:nvSpPr>
          <p:spPr>
            <a:xfrm>
              <a:off x="311255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pg261"/>
            <p:cNvSpPr/>
            <p:nvPr/>
          </p:nvSpPr>
          <p:spPr>
            <a:xfrm>
              <a:off x="319399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pg262"/>
            <p:cNvSpPr/>
            <p:nvPr/>
          </p:nvSpPr>
          <p:spPr>
            <a:xfrm>
              <a:off x="327542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pg263"/>
            <p:cNvSpPr/>
            <p:nvPr/>
          </p:nvSpPr>
          <p:spPr>
            <a:xfrm>
              <a:off x="335686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pg264"/>
            <p:cNvSpPr/>
            <p:nvPr/>
          </p:nvSpPr>
          <p:spPr>
            <a:xfrm>
              <a:off x="343830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pg265"/>
            <p:cNvSpPr/>
            <p:nvPr/>
          </p:nvSpPr>
          <p:spPr>
            <a:xfrm>
              <a:off x="351973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pg266"/>
            <p:cNvSpPr/>
            <p:nvPr/>
          </p:nvSpPr>
          <p:spPr>
            <a:xfrm>
              <a:off x="3601176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pg267"/>
            <p:cNvSpPr/>
            <p:nvPr/>
          </p:nvSpPr>
          <p:spPr>
            <a:xfrm>
              <a:off x="368261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pg268"/>
            <p:cNvSpPr/>
            <p:nvPr/>
          </p:nvSpPr>
          <p:spPr>
            <a:xfrm>
              <a:off x="376405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pg269"/>
            <p:cNvSpPr/>
            <p:nvPr/>
          </p:nvSpPr>
          <p:spPr>
            <a:xfrm>
              <a:off x="384548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pg270"/>
            <p:cNvSpPr/>
            <p:nvPr/>
          </p:nvSpPr>
          <p:spPr>
            <a:xfrm>
              <a:off x="392692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pg271"/>
            <p:cNvSpPr/>
            <p:nvPr/>
          </p:nvSpPr>
          <p:spPr>
            <a:xfrm>
              <a:off x="425267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pg272"/>
            <p:cNvSpPr/>
            <p:nvPr/>
          </p:nvSpPr>
          <p:spPr>
            <a:xfrm>
              <a:off x="433411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pg273"/>
            <p:cNvSpPr/>
            <p:nvPr/>
          </p:nvSpPr>
          <p:spPr>
            <a:xfrm>
              <a:off x="441554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pg274"/>
            <p:cNvSpPr/>
            <p:nvPr/>
          </p:nvSpPr>
          <p:spPr>
            <a:xfrm>
              <a:off x="449698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pg275"/>
            <p:cNvSpPr/>
            <p:nvPr/>
          </p:nvSpPr>
          <p:spPr>
            <a:xfrm>
              <a:off x="457842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pg276"/>
            <p:cNvSpPr/>
            <p:nvPr/>
          </p:nvSpPr>
          <p:spPr>
            <a:xfrm>
              <a:off x="465985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pg277"/>
            <p:cNvSpPr/>
            <p:nvPr/>
          </p:nvSpPr>
          <p:spPr>
            <a:xfrm>
              <a:off x="270536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pg278"/>
            <p:cNvSpPr/>
            <p:nvPr/>
          </p:nvSpPr>
          <p:spPr>
            <a:xfrm>
              <a:off x="278680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pg279"/>
            <p:cNvSpPr/>
            <p:nvPr/>
          </p:nvSpPr>
          <p:spPr>
            <a:xfrm>
              <a:off x="286824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pg280"/>
            <p:cNvSpPr/>
            <p:nvPr/>
          </p:nvSpPr>
          <p:spPr>
            <a:xfrm>
              <a:off x="294967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pg281"/>
            <p:cNvSpPr/>
            <p:nvPr/>
          </p:nvSpPr>
          <p:spPr>
            <a:xfrm>
              <a:off x="3031116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pg282"/>
            <p:cNvSpPr/>
            <p:nvPr/>
          </p:nvSpPr>
          <p:spPr>
            <a:xfrm>
              <a:off x="311255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pg283"/>
            <p:cNvSpPr/>
            <p:nvPr/>
          </p:nvSpPr>
          <p:spPr>
            <a:xfrm>
              <a:off x="319399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pg284"/>
            <p:cNvSpPr/>
            <p:nvPr/>
          </p:nvSpPr>
          <p:spPr>
            <a:xfrm>
              <a:off x="327542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pg285"/>
            <p:cNvSpPr/>
            <p:nvPr/>
          </p:nvSpPr>
          <p:spPr>
            <a:xfrm>
              <a:off x="335686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pg286"/>
            <p:cNvSpPr/>
            <p:nvPr/>
          </p:nvSpPr>
          <p:spPr>
            <a:xfrm>
              <a:off x="343830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pg287"/>
            <p:cNvSpPr/>
            <p:nvPr/>
          </p:nvSpPr>
          <p:spPr>
            <a:xfrm>
              <a:off x="351973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pg288"/>
            <p:cNvSpPr/>
            <p:nvPr/>
          </p:nvSpPr>
          <p:spPr>
            <a:xfrm>
              <a:off x="3601176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pg289"/>
            <p:cNvSpPr/>
            <p:nvPr/>
          </p:nvSpPr>
          <p:spPr>
            <a:xfrm>
              <a:off x="368261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pg290"/>
            <p:cNvSpPr/>
            <p:nvPr/>
          </p:nvSpPr>
          <p:spPr>
            <a:xfrm>
              <a:off x="376405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pg291"/>
            <p:cNvSpPr/>
            <p:nvPr/>
          </p:nvSpPr>
          <p:spPr>
            <a:xfrm>
              <a:off x="384548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pg292"/>
            <p:cNvSpPr/>
            <p:nvPr/>
          </p:nvSpPr>
          <p:spPr>
            <a:xfrm>
              <a:off x="392692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pg293"/>
            <p:cNvSpPr/>
            <p:nvPr/>
          </p:nvSpPr>
          <p:spPr>
            <a:xfrm>
              <a:off x="400836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pg294"/>
            <p:cNvSpPr/>
            <p:nvPr/>
          </p:nvSpPr>
          <p:spPr>
            <a:xfrm>
              <a:off x="425267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pg295"/>
            <p:cNvSpPr/>
            <p:nvPr/>
          </p:nvSpPr>
          <p:spPr>
            <a:xfrm>
              <a:off x="433411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pg296"/>
            <p:cNvSpPr/>
            <p:nvPr/>
          </p:nvSpPr>
          <p:spPr>
            <a:xfrm>
              <a:off x="441554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pg297"/>
            <p:cNvSpPr/>
            <p:nvPr/>
          </p:nvSpPr>
          <p:spPr>
            <a:xfrm>
              <a:off x="449698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pg298"/>
            <p:cNvSpPr/>
            <p:nvPr/>
          </p:nvSpPr>
          <p:spPr>
            <a:xfrm>
              <a:off x="457842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pg299"/>
            <p:cNvSpPr/>
            <p:nvPr/>
          </p:nvSpPr>
          <p:spPr>
            <a:xfrm>
              <a:off x="465985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pg300"/>
            <p:cNvSpPr/>
            <p:nvPr/>
          </p:nvSpPr>
          <p:spPr>
            <a:xfrm>
              <a:off x="270536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pg301"/>
            <p:cNvSpPr/>
            <p:nvPr/>
          </p:nvSpPr>
          <p:spPr>
            <a:xfrm>
              <a:off x="278680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pg302"/>
            <p:cNvSpPr/>
            <p:nvPr/>
          </p:nvSpPr>
          <p:spPr>
            <a:xfrm>
              <a:off x="286824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pg303"/>
            <p:cNvSpPr/>
            <p:nvPr/>
          </p:nvSpPr>
          <p:spPr>
            <a:xfrm>
              <a:off x="294967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pg304"/>
            <p:cNvSpPr/>
            <p:nvPr/>
          </p:nvSpPr>
          <p:spPr>
            <a:xfrm>
              <a:off x="3031116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pg305"/>
            <p:cNvSpPr/>
            <p:nvPr/>
          </p:nvSpPr>
          <p:spPr>
            <a:xfrm>
              <a:off x="3112553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pg306"/>
            <p:cNvSpPr/>
            <p:nvPr/>
          </p:nvSpPr>
          <p:spPr>
            <a:xfrm>
              <a:off x="319399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pg307"/>
            <p:cNvSpPr/>
            <p:nvPr/>
          </p:nvSpPr>
          <p:spPr>
            <a:xfrm>
              <a:off x="327542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pg308"/>
            <p:cNvSpPr/>
            <p:nvPr/>
          </p:nvSpPr>
          <p:spPr>
            <a:xfrm>
              <a:off x="335686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pg309"/>
            <p:cNvSpPr/>
            <p:nvPr/>
          </p:nvSpPr>
          <p:spPr>
            <a:xfrm>
              <a:off x="343830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pg310"/>
            <p:cNvSpPr/>
            <p:nvPr/>
          </p:nvSpPr>
          <p:spPr>
            <a:xfrm>
              <a:off x="351973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pg311"/>
            <p:cNvSpPr/>
            <p:nvPr/>
          </p:nvSpPr>
          <p:spPr>
            <a:xfrm>
              <a:off x="3601176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pg312"/>
            <p:cNvSpPr/>
            <p:nvPr/>
          </p:nvSpPr>
          <p:spPr>
            <a:xfrm>
              <a:off x="3682613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pg313"/>
            <p:cNvSpPr/>
            <p:nvPr/>
          </p:nvSpPr>
          <p:spPr>
            <a:xfrm>
              <a:off x="376405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pg314"/>
            <p:cNvSpPr/>
            <p:nvPr/>
          </p:nvSpPr>
          <p:spPr>
            <a:xfrm>
              <a:off x="384548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pg315"/>
            <p:cNvSpPr/>
            <p:nvPr/>
          </p:nvSpPr>
          <p:spPr>
            <a:xfrm>
              <a:off x="392692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pg316"/>
            <p:cNvSpPr/>
            <p:nvPr/>
          </p:nvSpPr>
          <p:spPr>
            <a:xfrm>
              <a:off x="400836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pg317"/>
            <p:cNvSpPr/>
            <p:nvPr/>
          </p:nvSpPr>
          <p:spPr>
            <a:xfrm>
              <a:off x="408979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pg318"/>
            <p:cNvSpPr/>
            <p:nvPr/>
          </p:nvSpPr>
          <p:spPr>
            <a:xfrm>
              <a:off x="433411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pg319"/>
            <p:cNvSpPr/>
            <p:nvPr/>
          </p:nvSpPr>
          <p:spPr>
            <a:xfrm>
              <a:off x="441554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pg320"/>
            <p:cNvSpPr/>
            <p:nvPr/>
          </p:nvSpPr>
          <p:spPr>
            <a:xfrm>
              <a:off x="449698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pg321"/>
            <p:cNvSpPr/>
            <p:nvPr/>
          </p:nvSpPr>
          <p:spPr>
            <a:xfrm>
              <a:off x="457842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pg322"/>
            <p:cNvSpPr/>
            <p:nvPr/>
          </p:nvSpPr>
          <p:spPr>
            <a:xfrm>
              <a:off x="465985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pg323"/>
            <p:cNvSpPr/>
            <p:nvPr/>
          </p:nvSpPr>
          <p:spPr>
            <a:xfrm>
              <a:off x="270536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pg324"/>
            <p:cNvSpPr/>
            <p:nvPr/>
          </p:nvSpPr>
          <p:spPr>
            <a:xfrm>
              <a:off x="278680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pg325"/>
            <p:cNvSpPr/>
            <p:nvPr/>
          </p:nvSpPr>
          <p:spPr>
            <a:xfrm>
              <a:off x="286824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pg326"/>
            <p:cNvSpPr/>
            <p:nvPr/>
          </p:nvSpPr>
          <p:spPr>
            <a:xfrm>
              <a:off x="294967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pg327"/>
            <p:cNvSpPr/>
            <p:nvPr/>
          </p:nvSpPr>
          <p:spPr>
            <a:xfrm>
              <a:off x="3031116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pg328"/>
            <p:cNvSpPr/>
            <p:nvPr/>
          </p:nvSpPr>
          <p:spPr>
            <a:xfrm>
              <a:off x="311255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pg329"/>
            <p:cNvSpPr/>
            <p:nvPr/>
          </p:nvSpPr>
          <p:spPr>
            <a:xfrm>
              <a:off x="319399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pg330"/>
            <p:cNvSpPr/>
            <p:nvPr/>
          </p:nvSpPr>
          <p:spPr>
            <a:xfrm>
              <a:off x="327542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pg331"/>
            <p:cNvSpPr/>
            <p:nvPr/>
          </p:nvSpPr>
          <p:spPr>
            <a:xfrm>
              <a:off x="335686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pg332"/>
            <p:cNvSpPr/>
            <p:nvPr/>
          </p:nvSpPr>
          <p:spPr>
            <a:xfrm>
              <a:off x="343830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pg333"/>
            <p:cNvSpPr/>
            <p:nvPr/>
          </p:nvSpPr>
          <p:spPr>
            <a:xfrm>
              <a:off x="351973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pg334"/>
            <p:cNvSpPr/>
            <p:nvPr/>
          </p:nvSpPr>
          <p:spPr>
            <a:xfrm>
              <a:off x="3601176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pg335"/>
            <p:cNvSpPr/>
            <p:nvPr/>
          </p:nvSpPr>
          <p:spPr>
            <a:xfrm>
              <a:off x="368261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pg336"/>
            <p:cNvSpPr/>
            <p:nvPr/>
          </p:nvSpPr>
          <p:spPr>
            <a:xfrm>
              <a:off x="376405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pg337"/>
            <p:cNvSpPr/>
            <p:nvPr/>
          </p:nvSpPr>
          <p:spPr>
            <a:xfrm>
              <a:off x="384548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pg338"/>
            <p:cNvSpPr/>
            <p:nvPr/>
          </p:nvSpPr>
          <p:spPr>
            <a:xfrm>
              <a:off x="392692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pg339"/>
            <p:cNvSpPr/>
            <p:nvPr/>
          </p:nvSpPr>
          <p:spPr>
            <a:xfrm>
              <a:off x="400836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pg340"/>
            <p:cNvSpPr/>
            <p:nvPr/>
          </p:nvSpPr>
          <p:spPr>
            <a:xfrm>
              <a:off x="408979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pg341"/>
            <p:cNvSpPr/>
            <p:nvPr/>
          </p:nvSpPr>
          <p:spPr>
            <a:xfrm>
              <a:off x="425267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pg342"/>
            <p:cNvSpPr/>
            <p:nvPr/>
          </p:nvSpPr>
          <p:spPr>
            <a:xfrm>
              <a:off x="433411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pg343"/>
            <p:cNvSpPr/>
            <p:nvPr/>
          </p:nvSpPr>
          <p:spPr>
            <a:xfrm>
              <a:off x="441554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pg344"/>
            <p:cNvSpPr/>
            <p:nvPr/>
          </p:nvSpPr>
          <p:spPr>
            <a:xfrm>
              <a:off x="449698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pg345"/>
            <p:cNvSpPr/>
            <p:nvPr/>
          </p:nvSpPr>
          <p:spPr>
            <a:xfrm>
              <a:off x="457842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pg346"/>
            <p:cNvSpPr/>
            <p:nvPr/>
          </p:nvSpPr>
          <p:spPr>
            <a:xfrm>
              <a:off x="465985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pg347"/>
            <p:cNvSpPr/>
            <p:nvPr/>
          </p:nvSpPr>
          <p:spPr>
            <a:xfrm>
              <a:off x="278680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pg348"/>
            <p:cNvSpPr/>
            <p:nvPr/>
          </p:nvSpPr>
          <p:spPr>
            <a:xfrm>
              <a:off x="286824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pg349"/>
            <p:cNvSpPr/>
            <p:nvPr/>
          </p:nvSpPr>
          <p:spPr>
            <a:xfrm>
              <a:off x="294967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pg350"/>
            <p:cNvSpPr/>
            <p:nvPr/>
          </p:nvSpPr>
          <p:spPr>
            <a:xfrm>
              <a:off x="303111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pg351"/>
            <p:cNvSpPr/>
            <p:nvPr/>
          </p:nvSpPr>
          <p:spPr>
            <a:xfrm>
              <a:off x="311255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pg352"/>
            <p:cNvSpPr/>
            <p:nvPr/>
          </p:nvSpPr>
          <p:spPr>
            <a:xfrm>
              <a:off x="319399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pg353"/>
            <p:cNvSpPr/>
            <p:nvPr/>
          </p:nvSpPr>
          <p:spPr>
            <a:xfrm>
              <a:off x="327542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pg354"/>
            <p:cNvSpPr/>
            <p:nvPr/>
          </p:nvSpPr>
          <p:spPr>
            <a:xfrm>
              <a:off x="335686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pg355"/>
            <p:cNvSpPr/>
            <p:nvPr/>
          </p:nvSpPr>
          <p:spPr>
            <a:xfrm>
              <a:off x="343830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pg356"/>
            <p:cNvSpPr/>
            <p:nvPr/>
          </p:nvSpPr>
          <p:spPr>
            <a:xfrm>
              <a:off x="351973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pg357"/>
            <p:cNvSpPr/>
            <p:nvPr/>
          </p:nvSpPr>
          <p:spPr>
            <a:xfrm>
              <a:off x="360117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pg358"/>
            <p:cNvSpPr/>
            <p:nvPr/>
          </p:nvSpPr>
          <p:spPr>
            <a:xfrm>
              <a:off x="368261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pg359"/>
            <p:cNvSpPr/>
            <p:nvPr/>
          </p:nvSpPr>
          <p:spPr>
            <a:xfrm>
              <a:off x="376405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pg360"/>
            <p:cNvSpPr/>
            <p:nvPr/>
          </p:nvSpPr>
          <p:spPr>
            <a:xfrm>
              <a:off x="384548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pg361"/>
            <p:cNvSpPr/>
            <p:nvPr/>
          </p:nvSpPr>
          <p:spPr>
            <a:xfrm>
              <a:off x="392692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pg362"/>
            <p:cNvSpPr/>
            <p:nvPr/>
          </p:nvSpPr>
          <p:spPr>
            <a:xfrm>
              <a:off x="400836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pg363"/>
            <p:cNvSpPr/>
            <p:nvPr/>
          </p:nvSpPr>
          <p:spPr>
            <a:xfrm>
              <a:off x="408979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pg364"/>
            <p:cNvSpPr/>
            <p:nvPr/>
          </p:nvSpPr>
          <p:spPr>
            <a:xfrm>
              <a:off x="417123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pg365"/>
            <p:cNvSpPr/>
            <p:nvPr/>
          </p:nvSpPr>
          <p:spPr>
            <a:xfrm>
              <a:off x="425267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pg366"/>
            <p:cNvSpPr/>
            <p:nvPr/>
          </p:nvSpPr>
          <p:spPr>
            <a:xfrm>
              <a:off x="433411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pg367"/>
            <p:cNvSpPr/>
            <p:nvPr/>
          </p:nvSpPr>
          <p:spPr>
            <a:xfrm>
              <a:off x="441554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pg368"/>
            <p:cNvSpPr/>
            <p:nvPr/>
          </p:nvSpPr>
          <p:spPr>
            <a:xfrm>
              <a:off x="449698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pg369"/>
            <p:cNvSpPr/>
            <p:nvPr/>
          </p:nvSpPr>
          <p:spPr>
            <a:xfrm>
              <a:off x="457842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pg370"/>
            <p:cNvSpPr/>
            <p:nvPr/>
          </p:nvSpPr>
          <p:spPr>
            <a:xfrm>
              <a:off x="465985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pg371"/>
            <p:cNvSpPr/>
            <p:nvPr/>
          </p:nvSpPr>
          <p:spPr>
            <a:xfrm>
              <a:off x="286824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pg372"/>
            <p:cNvSpPr/>
            <p:nvPr/>
          </p:nvSpPr>
          <p:spPr>
            <a:xfrm>
              <a:off x="294967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pg373"/>
            <p:cNvSpPr/>
            <p:nvPr/>
          </p:nvSpPr>
          <p:spPr>
            <a:xfrm>
              <a:off x="303111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pg374"/>
            <p:cNvSpPr/>
            <p:nvPr/>
          </p:nvSpPr>
          <p:spPr>
            <a:xfrm>
              <a:off x="311255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pg375"/>
            <p:cNvSpPr/>
            <p:nvPr/>
          </p:nvSpPr>
          <p:spPr>
            <a:xfrm>
              <a:off x="319399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pg376"/>
            <p:cNvSpPr/>
            <p:nvPr/>
          </p:nvSpPr>
          <p:spPr>
            <a:xfrm>
              <a:off x="327542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pg377"/>
            <p:cNvSpPr/>
            <p:nvPr/>
          </p:nvSpPr>
          <p:spPr>
            <a:xfrm>
              <a:off x="335686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pg378"/>
            <p:cNvSpPr/>
            <p:nvPr/>
          </p:nvSpPr>
          <p:spPr>
            <a:xfrm>
              <a:off x="343830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pg379"/>
            <p:cNvSpPr/>
            <p:nvPr/>
          </p:nvSpPr>
          <p:spPr>
            <a:xfrm>
              <a:off x="351973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pg380"/>
            <p:cNvSpPr/>
            <p:nvPr/>
          </p:nvSpPr>
          <p:spPr>
            <a:xfrm>
              <a:off x="360117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pg381"/>
            <p:cNvSpPr/>
            <p:nvPr/>
          </p:nvSpPr>
          <p:spPr>
            <a:xfrm>
              <a:off x="368261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pg382"/>
            <p:cNvSpPr/>
            <p:nvPr/>
          </p:nvSpPr>
          <p:spPr>
            <a:xfrm>
              <a:off x="376405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pg383"/>
            <p:cNvSpPr/>
            <p:nvPr/>
          </p:nvSpPr>
          <p:spPr>
            <a:xfrm>
              <a:off x="384548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pg384"/>
            <p:cNvSpPr/>
            <p:nvPr/>
          </p:nvSpPr>
          <p:spPr>
            <a:xfrm>
              <a:off x="392692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pg385"/>
            <p:cNvSpPr/>
            <p:nvPr/>
          </p:nvSpPr>
          <p:spPr>
            <a:xfrm>
              <a:off x="400836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pg386"/>
            <p:cNvSpPr/>
            <p:nvPr/>
          </p:nvSpPr>
          <p:spPr>
            <a:xfrm>
              <a:off x="408979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pg387"/>
            <p:cNvSpPr/>
            <p:nvPr/>
          </p:nvSpPr>
          <p:spPr>
            <a:xfrm>
              <a:off x="417123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pg388"/>
            <p:cNvSpPr/>
            <p:nvPr/>
          </p:nvSpPr>
          <p:spPr>
            <a:xfrm>
              <a:off x="425267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pg389"/>
            <p:cNvSpPr/>
            <p:nvPr/>
          </p:nvSpPr>
          <p:spPr>
            <a:xfrm>
              <a:off x="433411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pg390"/>
            <p:cNvSpPr/>
            <p:nvPr/>
          </p:nvSpPr>
          <p:spPr>
            <a:xfrm>
              <a:off x="441554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pg391"/>
            <p:cNvSpPr/>
            <p:nvPr/>
          </p:nvSpPr>
          <p:spPr>
            <a:xfrm>
              <a:off x="449698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pg392"/>
            <p:cNvSpPr/>
            <p:nvPr/>
          </p:nvSpPr>
          <p:spPr>
            <a:xfrm>
              <a:off x="457842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pg393"/>
            <p:cNvSpPr/>
            <p:nvPr/>
          </p:nvSpPr>
          <p:spPr>
            <a:xfrm>
              <a:off x="286824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pg394"/>
            <p:cNvSpPr/>
            <p:nvPr/>
          </p:nvSpPr>
          <p:spPr>
            <a:xfrm>
              <a:off x="294967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pg395"/>
            <p:cNvSpPr/>
            <p:nvPr/>
          </p:nvSpPr>
          <p:spPr>
            <a:xfrm>
              <a:off x="303111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pg396"/>
            <p:cNvSpPr/>
            <p:nvPr/>
          </p:nvSpPr>
          <p:spPr>
            <a:xfrm>
              <a:off x="311255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pg397"/>
            <p:cNvSpPr/>
            <p:nvPr/>
          </p:nvSpPr>
          <p:spPr>
            <a:xfrm>
              <a:off x="319399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pg398"/>
            <p:cNvSpPr/>
            <p:nvPr/>
          </p:nvSpPr>
          <p:spPr>
            <a:xfrm>
              <a:off x="327542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pg399"/>
            <p:cNvSpPr/>
            <p:nvPr/>
          </p:nvSpPr>
          <p:spPr>
            <a:xfrm>
              <a:off x="335686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pg400"/>
            <p:cNvSpPr/>
            <p:nvPr/>
          </p:nvSpPr>
          <p:spPr>
            <a:xfrm>
              <a:off x="343830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FEBD5">
                <a:alpha val="100000"/>
              </a:srgbClr>
            </a:solidFill>
            <a:ln w="5420" cap="flat">
              <a:solidFill>
                <a:srgbClr val="BFEBD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pg401"/>
            <p:cNvSpPr/>
            <p:nvPr/>
          </p:nvSpPr>
          <p:spPr>
            <a:xfrm>
              <a:off x="351973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2ECD7">
                <a:alpha val="100000"/>
              </a:srgbClr>
            </a:solidFill>
            <a:ln w="5420" cap="flat">
              <a:solidFill>
                <a:srgbClr val="C2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pg402"/>
            <p:cNvSpPr/>
            <p:nvPr/>
          </p:nvSpPr>
          <p:spPr>
            <a:xfrm>
              <a:off x="360117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pg403"/>
            <p:cNvSpPr/>
            <p:nvPr/>
          </p:nvSpPr>
          <p:spPr>
            <a:xfrm>
              <a:off x="368261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pg404"/>
            <p:cNvSpPr/>
            <p:nvPr/>
          </p:nvSpPr>
          <p:spPr>
            <a:xfrm>
              <a:off x="376405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pg405"/>
            <p:cNvSpPr/>
            <p:nvPr/>
          </p:nvSpPr>
          <p:spPr>
            <a:xfrm>
              <a:off x="384548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pg406"/>
            <p:cNvSpPr/>
            <p:nvPr/>
          </p:nvSpPr>
          <p:spPr>
            <a:xfrm>
              <a:off x="392692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pg407"/>
            <p:cNvSpPr/>
            <p:nvPr/>
          </p:nvSpPr>
          <p:spPr>
            <a:xfrm>
              <a:off x="400836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pg408"/>
            <p:cNvSpPr/>
            <p:nvPr/>
          </p:nvSpPr>
          <p:spPr>
            <a:xfrm>
              <a:off x="408979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pg409"/>
            <p:cNvSpPr/>
            <p:nvPr/>
          </p:nvSpPr>
          <p:spPr>
            <a:xfrm>
              <a:off x="417123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pg410"/>
            <p:cNvSpPr/>
            <p:nvPr/>
          </p:nvSpPr>
          <p:spPr>
            <a:xfrm>
              <a:off x="425267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pg411"/>
            <p:cNvSpPr/>
            <p:nvPr/>
          </p:nvSpPr>
          <p:spPr>
            <a:xfrm>
              <a:off x="433411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pg412"/>
            <p:cNvSpPr/>
            <p:nvPr/>
          </p:nvSpPr>
          <p:spPr>
            <a:xfrm>
              <a:off x="441554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pg413"/>
            <p:cNvSpPr/>
            <p:nvPr/>
          </p:nvSpPr>
          <p:spPr>
            <a:xfrm>
              <a:off x="449698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pg414"/>
            <p:cNvSpPr/>
            <p:nvPr/>
          </p:nvSpPr>
          <p:spPr>
            <a:xfrm>
              <a:off x="303111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pg415"/>
            <p:cNvSpPr/>
            <p:nvPr/>
          </p:nvSpPr>
          <p:spPr>
            <a:xfrm>
              <a:off x="311255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pg416"/>
            <p:cNvSpPr/>
            <p:nvPr/>
          </p:nvSpPr>
          <p:spPr>
            <a:xfrm>
              <a:off x="319399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pg417"/>
            <p:cNvSpPr/>
            <p:nvPr/>
          </p:nvSpPr>
          <p:spPr>
            <a:xfrm>
              <a:off x="327542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pg418"/>
            <p:cNvSpPr/>
            <p:nvPr/>
          </p:nvSpPr>
          <p:spPr>
            <a:xfrm>
              <a:off x="3356864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pg419"/>
            <p:cNvSpPr/>
            <p:nvPr/>
          </p:nvSpPr>
          <p:spPr>
            <a:xfrm>
              <a:off x="3438301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pg420"/>
            <p:cNvSpPr/>
            <p:nvPr/>
          </p:nvSpPr>
          <p:spPr>
            <a:xfrm>
              <a:off x="3519738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pg421"/>
            <p:cNvSpPr/>
            <p:nvPr/>
          </p:nvSpPr>
          <p:spPr>
            <a:xfrm>
              <a:off x="360117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pg422"/>
            <p:cNvSpPr/>
            <p:nvPr/>
          </p:nvSpPr>
          <p:spPr>
            <a:xfrm>
              <a:off x="368261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pg423"/>
            <p:cNvSpPr/>
            <p:nvPr/>
          </p:nvSpPr>
          <p:spPr>
            <a:xfrm>
              <a:off x="376405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pg424"/>
            <p:cNvSpPr/>
            <p:nvPr/>
          </p:nvSpPr>
          <p:spPr>
            <a:xfrm>
              <a:off x="384548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pg425"/>
            <p:cNvSpPr/>
            <p:nvPr/>
          </p:nvSpPr>
          <p:spPr>
            <a:xfrm>
              <a:off x="3926924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pg426"/>
            <p:cNvSpPr/>
            <p:nvPr/>
          </p:nvSpPr>
          <p:spPr>
            <a:xfrm>
              <a:off x="4008361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pg427"/>
            <p:cNvSpPr/>
            <p:nvPr/>
          </p:nvSpPr>
          <p:spPr>
            <a:xfrm>
              <a:off x="4089798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pg428"/>
            <p:cNvSpPr/>
            <p:nvPr/>
          </p:nvSpPr>
          <p:spPr>
            <a:xfrm>
              <a:off x="417123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pg429"/>
            <p:cNvSpPr/>
            <p:nvPr/>
          </p:nvSpPr>
          <p:spPr>
            <a:xfrm>
              <a:off x="425267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pg430"/>
            <p:cNvSpPr/>
            <p:nvPr/>
          </p:nvSpPr>
          <p:spPr>
            <a:xfrm>
              <a:off x="433411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pg431"/>
            <p:cNvSpPr/>
            <p:nvPr/>
          </p:nvSpPr>
          <p:spPr>
            <a:xfrm>
              <a:off x="441554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pg432"/>
            <p:cNvSpPr/>
            <p:nvPr/>
          </p:nvSpPr>
          <p:spPr>
            <a:xfrm>
              <a:off x="311255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pg433"/>
            <p:cNvSpPr/>
            <p:nvPr/>
          </p:nvSpPr>
          <p:spPr>
            <a:xfrm>
              <a:off x="319399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pg434"/>
            <p:cNvSpPr/>
            <p:nvPr/>
          </p:nvSpPr>
          <p:spPr>
            <a:xfrm>
              <a:off x="3275427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pg435"/>
            <p:cNvSpPr/>
            <p:nvPr/>
          </p:nvSpPr>
          <p:spPr>
            <a:xfrm>
              <a:off x="3356864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pg436"/>
            <p:cNvSpPr/>
            <p:nvPr/>
          </p:nvSpPr>
          <p:spPr>
            <a:xfrm>
              <a:off x="3438301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pg437"/>
            <p:cNvSpPr/>
            <p:nvPr/>
          </p:nvSpPr>
          <p:spPr>
            <a:xfrm>
              <a:off x="3519738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pg438"/>
            <p:cNvSpPr/>
            <p:nvPr/>
          </p:nvSpPr>
          <p:spPr>
            <a:xfrm>
              <a:off x="3601176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pg439"/>
            <p:cNvSpPr/>
            <p:nvPr/>
          </p:nvSpPr>
          <p:spPr>
            <a:xfrm>
              <a:off x="368261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pg440"/>
            <p:cNvSpPr/>
            <p:nvPr/>
          </p:nvSpPr>
          <p:spPr>
            <a:xfrm>
              <a:off x="376405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pg441"/>
            <p:cNvSpPr/>
            <p:nvPr/>
          </p:nvSpPr>
          <p:spPr>
            <a:xfrm>
              <a:off x="3845487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pg442"/>
            <p:cNvSpPr/>
            <p:nvPr/>
          </p:nvSpPr>
          <p:spPr>
            <a:xfrm>
              <a:off x="3926924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pg443"/>
            <p:cNvSpPr/>
            <p:nvPr/>
          </p:nvSpPr>
          <p:spPr>
            <a:xfrm>
              <a:off x="4008361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pg444"/>
            <p:cNvSpPr/>
            <p:nvPr/>
          </p:nvSpPr>
          <p:spPr>
            <a:xfrm>
              <a:off x="4089798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pg445"/>
            <p:cNvSpPr/>
            <p:nvPr/>
          </p:nvSpPr>
          <p:spPr>
            <a:xfrm>
              <a:off x="4171236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pg446"/>
            <p:cNvSpPr/>
            <p:nvPr/>
          </p:nvSpPr>
          <p:spPr>
            <a:xfrm>
              <a:off x="425267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pg447"/>
            <p:cNvSpPr/>
            <p:nvPr/>
          </p:nvSpPr>
          <p:spPr>
            <a:xfrm>
              <a:off x="433411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pg448"/>
            <p:cNvSpPr/>
            <p:nvPr/>
          </p:nvSpPr>
          <p:spPr>
            <a:xfrm>
              <a:off x="319399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pg449"/>
            <p:cNvSpPr/>
            <p:nvPr/>
          </p:nvSpPr>
          <p:spPr>
            <a:xfrm>
              <a:off x="3275427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pg450"/>
            <p:cNvSpPr/>
            <p:nvPr/>
          </p:nvSpPr>
          <p:spPr>
            <a:xfrm>
              <a:off x="3356864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pg451"/>
            <p:cNvSpPr/>
            <p:nvPr/>
          </p:nvSpPr>
          <p:spPr>
            <a:xfrm>
              <a:off x="3438301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pg452"/>
            <p:cNvSpPr/>
            <p:nvPr/>
          </p:nvSpPr>
          <p:spPr>
            <a:xfrm>
              <a:off x="3519738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pg453"/>
            <p:cNvSpPr/>
            <p:nvPr/>
          </p:nvSpPr>
          <p:spPr>
            <a:xfrm>
              <a:off x="3601176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pg454"/>
            <p:cNvSpPr/>
            <p:nvPr/>
          </p:nvSpPr>
          <p:spPr>
            <a:xfrm>
              <a:off x="3682613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pg455"/>
            <p:cNvSpPr/>
            <p:nvPr/>
          </p:nvSpPr>
          <p:spPr>
            <a:xfrm>
              <a:off x="376405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pg456"/>
            <p:cNvSpPr/>
            <p:nvPr/>
          </p:nvSpPr>
          <p:spPr>
            <a:xfrm>
              <a:off x="3845487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pg457"/>
            <p:cNvSpPr/>
            <p:nvPr/>
          </p:nvSpPr>
          <p:spPr>
            <a:xfrm>
              <a:off x="3926924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pg458"/>
            <p:cNvSpPr/>
            <p:nvPr/>
          </p:nvSpPr>
          <p:spPr>
            <a:xfrm>
              <a:off x="4008361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pg459"/>
            <p:cNvSpPr/>
            <p:nvPr/>
          </p:nvSpPr>
          <p:spPr>
            <a:xfrm>
              <a:off x="4089798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pg460"/>
            <p:cNvSpPr/>
            <p:nvPr/>
          </p:nvSpPr>
          <p:spPr>
            <a:xfrm>
              <a:off x="4171236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pg461"/>
            <p:cNvSpPr/>
            <p:nvPr/>
          </p:nvSpPr>
          <p:spPr>
            <a:xfrm>
              <a:off x="4252673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pg462"/>
            <p:cNvSpPr/>
            <p:nvPr/>
          </p:nvSpPr>
          <p:spPr>
            <a:xfrm>
              <a:off x="433411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pg463"/>
            <p:cNvSpPr/>
            <p:nvPr/>
          </p:nvSpPr>
          <p:spPr>
            <a:xfrm>
              <a:off x="286824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pg464"/>
            <p:cNvSpPr/>
            <p:nvPr/>
          </p:nvSpPr>
          <p:spPr>
            <a:xfrm>
              <a:off x="294967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pg465"/>
            <p:cNvSpPr/>
            <p:nvPr/>
          </p:nvSpPr>
          <p:spPr>
            <a:xfrm>
              <a:off x="303111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pg466"/>
            <p:cNvSpPr/>
            <p:nvPr/>
          </p:nvSpPr>
          <p:spPr>
            <a:xfrm>
              <a:off x="311255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pg467"/>
            <p:cNvSpPr/>
            <p:nvPr/>
          </p:nvSpPr>
          <p:spPr>
            <a:xfrm>
              <a:off x="3193990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pg468"/>
            <p:cNvSpPr/>
            <p:nvPr/>
          </p:nvSpPr>
          <p:spPr>
            <a:xfrm>
              <a:off x="3275427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pg469"/>
            <p:cNvSpPr/>
            <p:nvPr/>
          </p:nvSpPr>
          <p:spPr>
            <a:xfrm>
              <a:off x="3356864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pg470"/>
            <p:cNvSpPr/>
            <p:nvPr/>
          </p:nvSpPr>
          <p:spPr>
            <a:xfrm>
              <a:off x="343830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pg471"/>
            <p:cNvSpPr/>
            <p:nvPr/>
          </p:nvSpPr>
          <p:spPr>
            <a:xfrm>
              <a:off x="351973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pg472"/>
            <p:cNvSpPr/>
            <p:nvPr/>
          </p:nvSpPr>
          <p:spPr>
            <a:xfrm>
              <a:off x="360117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pg473"/>
            <p:cNvSpPr/>
            <p:nvPr/>
          </p:nvSpPr>
          <p:spPr>
            <a:xfrm>
              <a:off x="368261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pg474"/>
            <p:cNvSpPr/>
            <p:nvPr/>
          </p:nvSpPr>
          <p:spPr>
            <a:xfrm>
              <a:off x="3764050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pg475"/>
            <p:cNvSpPr/>
            <p:nvPr/>
          </p:nvSpPr>
          <p:spPr>
            <a:xfrm>
              <a:off x="3845487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pg476"/>
            <p:cNvSpPr/>
            <p:nvPr/>
          </p:nvSpPr>
          <p:spPr>
            <a:xfrm>
              <a:off x="3926924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pg477"/>
            <p:cNvSpPr/>
            <p:nvPr/>
          </p:nvSpPr>
          <p:spPr>
            <a:xfrm>
              <a:off x="400836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pg478"/>
            <p:cNvSpPr/>
            <p:nvPr/>
          </p:nvSpPr>
          <p:spPr>
            <a:xfrm>
              <a:off x="408979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pg479"/>
            <p:cNvSpPr/>
            <p:nvPr/>
          </p:nvSpPr>
          <p:spPr>
            <a:xfrm>
              <a:off x="417123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pg480"/>
            <p:cNvSpPr/>
            <p:nvPr/>
          </p:nvSpPr>
          <p:spPr>
            <a:xfrm>
              <a:off x="425267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pg481"/>
            <p:cNvSpPr/>
            <p:nvPr/>
          </p:nvSpPr>
          <p:spPr>
            <a:xfrm>
              <a:off x="278680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pg482"/>
            <p:cNvSpPr/>
            <p:nvPr/>
          </p:nvSpPr>
          <p:spPr>
            <a:xfrm>
              <a:off x="286824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pg483"/>
            <p:cNvSpPr/>
            <p:nvPr/>
          </p:nvSpPr>
          <p:spPr>
            <a:xfrm>
              <a:off x="294967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pg484"/>
            <p:cNvSpPr/>
            <p:nvPr/>
          </p:nvSpPr>
          <p:spPr>
            <a:xfrm>
              <a:off x="303111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pg485"/>
            <p:cNvSpPr/>
            <p:nvPr/>
          </p:nvSpPr>
          <p:spPr>
            <a:xfrm>
              <a:off x="311255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pg486"/>
            <p:cNvSpPr/>
            <p:nvPr/>
          </p:nvSpPr>
          <p:spPr>
            <a:xfrm>
              <a:off x="3193990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pg487"/>
            <p:cNvSpPr/>
            <p:nvPr/>
          </p:nvSpPr>
          <p:spPr>
            <a:xfrm>
              <a:off x="3275427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pg488"/>
            <p:cNvSpPr/>
            <p:nvPr/>
          </p:nvSpPr>
          <p:spPr>
            <a:xfrm>
              <a:off x="335686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pg489"/>
            <p:cNvSpPr/>
            <p:nvPr/>
          </p:nvSpPr>
          <p:spPr>
            <a:xfrm>
              <a:off x="343830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pg490"/>
            <p:cNvSpPr/>
            <p:nvPr/>
          </p:nvSpPr>
          <p:spPr>
            <a:xfrm>
              <a:off x="351973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pg491"/>
            <p:cNvSpPr/>
            <p:nvPr/>
          </p:nvSpPr>
          <p:spPr>
            <a:xfrm>
              <a:off x="360117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pg492"/>
            <p:cNvSpPr/>
            <p:nvPr/>
          </p:nvSpPr>
          <p:spPr>
            <a:xfrm>
              <a:off x="368261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pg493"/>
            <p:cNvSpPr/>
            <p:nvPr/>
          </p:nvSpPr>
          <p:spPr>
            <a:xfrm>
              <a:off x="3764050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pg494"/>
            <p:cNvSpPr/>
            <p:nvPr/>
          </p:nvSpPr>
          <p:spPr>
            <a:xfrm>
              <a:off x="3845487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pg495"/>
            <p:cNvSpPr/>
            <p:nvPr/>
          </p:nvSpPr>
          <p:spPr>
            <a:xfrm>
              <a:off x="392692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pg496"/>
            <p:cNvSpPr/>
            <p:nvPr/>
          </p:nvSpPr>
          <p:spPr>
            <a:xfrm>
              <a:off x="400836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pg497"/>
            <p:cNvSpPr/>
            <p:nvPr/>
          </p:nvSpPr>
          <p:spPr>
            <a:xfrm>
              <a:off x="408979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pg498"/>
            <p:cNvSpPr/>
            <p:nvPr/>
          </p:nvSpPr>
          <p:spPr>
            <a:xfrm>
              <a:off x="417123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pg499"/>
            <p:cNvSpPr/>
            <p:nvPr/>
          </p:nvSpPr>
          <p:spPr>
            <a:xfrm>
              <a:off x="425267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pg500"/>
            <p:cNvSpPr/>
            <p:nvPr/>
          </p:nvSpPr>
          <p:spPr>
            <a:xfrm>
              <a:off x="278680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pg501"/>
            <p:cNvSpPr/>
            <p:nvPr/>
          </p:nvSpPr>
          <p:spPr>
            <a:xfrm>
              <a:off x="286824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pg502"/>
            <p:cNvSpPr/>
            <p:nvPr/>
          </p:nvSpPr>
          <p:spPr>
            <a:xfrm>
              <a:off x="294967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pg503"/>
            <p:cNvSpPr/>
            <p:nvPr/>
          </p:nvSpPr>
          <p:spPr>
            <a:xfrm>
              <a:off x="303111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pg504"/>
            <p:cNvSpPr/>
            <p:nvPr/>
          </p:nvSpPr>
          <p:spPr>
            <a:xfrm>
              <a:off x="3112553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pg505"/>
            <p:cNvSpPr/>
            <p:nvPr/>
          </p:nvSpPr>
          <p:spPr>
            <a:xfrm>
              <a:off x="3193990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pg506"/>
            <p:cNvSpPr/>
            <p:nvPr/>
          </p:nvSpPr>
          <p:spPr>
            <a:xfrm>
              <a:off x="3275427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pg507"/>
            <p:cNvSpPr/>
            <p:nvPr/>
          </p:nvSpPr>
          <p:spPr>
            <a:xfrm>
              <a:off x="335686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pg508"/>
            <p:cNvSpPr/>
            <p:nvPr/>
          </p:nvSpPr>
          <p:spPr>
            <a:xfrm>
              <a:off x="343830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pg509"/>
            <p:cNvSpPr/>
            <p:nvPr/>
          </p:nvSpPr>
          <p:spPr>
            <a:xfrm>
              <a:off x="351973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pg510"/>
            <p:cNvSpPr/>
            <p:nvPr/>
          </p:nvSpPr>
          <p:spPr>
            <a:xfrm>
              <a:off x="360117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pg511"/>
            <p:cNvSpPr/>
            <p:nvPr/>
          </p:nvSpPr>
          <p:spPr>
            <a:xfrm>
              <a:off x="3682613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pg512"/>
            <p:cNvSpPr/>
            <p:nvPr/>
          </p:nvSpPr>
          <p:spPr>
            <a:xfrm>
              <a:off x="3764050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pg513"/>
            <p:cNvSpPr/>
            <p:nvPr/>
          </p:nvSpPr>
          <p:spPr>
            <a:xfrm>
              <a:off x="3845487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pg514"/>
            <p:cNvSpPr/>
            <p:nvPr/>
          </p:nvSpPr>
          <p:spPr>
            <a:xfrm>
              <a:off x="392692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pg515"/>
            <p:cNvSpPr/>
            <p:nvPr/>
          </p:nvSpPr>
          <p:spPr>
            <a:xfrm>
              <a:off x="400836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pg516"/>
            <p:cNvSpPr/>
            <p:nvPr/>
          </p:nvSpPr>
          <p:spPr>
            <a:xfrm>
              <a:off x="408979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pg517"/>
            <p:cNvSpPr/>
            <p:nvPr/>
          </p:nvSpPr>
          <p:spPr>
            <a:xfrm>
              <a:off x="417123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pg518"/>
            <p:cNvSpPr/>
            <p:nvPr/>
          </p:nvSpPr>
          <p:spPr>
            <a:xfrm>
              <a:off x="278680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pg519"/>
            <p:cNvSpPr/>
            <p:nvPr/>
          </p:nvSpPr>
          <p:spPr>
            <a:xfrm>
              <a:off x="286824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pg520"/>
            <p:cNvSpPr/>
            <p:nvPr/>
          </p:nvSpPr>
          <p:spPr>
            <a:xfrm>
              <a:off x="294967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pg521"/>
            <p:cNvSpPr/>
            <p:nvPr/>
          </p:nvSpPr>
          <p:spPr>
            <a:xfrm>
              <a:off x="3031116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pg522"/>
            <p:cNvSpPr/>
            <p:nvPr/>
          </p:nvSpPr>
          <p:spPr>
            <a:xfrm>
              <a:off x="3112553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pg523"/>
            <p:cNvSpPr/>
            <p:nvPr/>
          </p:nvSpPr>
          <p:spPr>
            <a:xfrm>
              <a:off x="3193990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pg524"/>
            <p:cNvSpPr/>
            <p:nvPr/>
          </p:nvSpPr>
          <p:spPr>
            <a:xfrm>
              <a:off x="3275427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pg525"/>
            <p:cNvSpPr/>
            <p:nvPr/>
          </p:nvSpPr>
          <p:spPr>
            <a:xfrm>
              <a:off x="335686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pg526"/>
            <p:cNvSpPr/>
            <p:nvPr/>
          </p:nvSpPr>
          <p:spPr>
            <a:xfrm>
              <a:off x="343830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pg527"/>
            <p:cNvSpPr/>
            <p:nvPr/>
          </p:nvSpPr>
          <p:spPr>
            <a:xfrm>
              <a:off x="351973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pg528"/>
            <p:cNvSpPr/>
            <p:nvPr/>
          </p:nvSpPr>
          <p:spPr>
            <a:xfrm>
              <a:off x="3601176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E71">
                <a:alpha val="100000"/>
              </a:srgbClr>
            </a:solidFill>
            <a:ln w="5420" cap="flat">
              <a:solidFill>
                <a:srgbClr val="3B3E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pg529"/>
            <p:cNvSpPr/>
            <p:nvPr/>
          </p:nvSpPr>
          <p:spPr>
            <a:xfrm>
              <a:off x="3682613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pg530"/>
            <p:cNvSpPr/>
            <p:nvPr/>
          </p:nvSpPr>
          <p:spPr>
            <a:xfrm>
              <a:off x="3764050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pg531"/>
            <p:cNvSpPr/>
            <p:nvPr/>
          </p:nvSpPr>
          <p:spPr>
            <a:xfrm>
              <a:off x="3845487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pg532"/>
            <p:cNvSpPr/>
            <p:nvPr/>
          </p:nvSpPr>
          <p:spPr>
            <a:xfrm>
              <a:off x="392692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pg533"/>
            <p:cNvSpPr/>
            <p:nvPr/>
          </p:nvSpPr>
          <p:spPr>
            <a:xfrm>
              <a:off x="400836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pg534"/>
            <p:cNvSpPr/>
            <p:nvPr/>
          </p:nvSpPr>
          <p:spPr>
            <a:xfrm>
              <a:off x="408979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pg535"/>
            <p:cNvSpPr/>
            <p:nvPr/>
          </p:nvSpPr>
          <p:spPr>
            <a:xfrm>
              <a:off x="286824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pg536"/>
            <p:cNvSpPr/>
            <p:nvPr/>
          </p:nvSpPr>
          <p:spPr>
            <a:xfrm>
              <a:off x="2949678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pg537"/>
            <p:cNvSpPr/>
            <p:nvPr/>
          </p:nvSpPr>
          <p:spPr>
            <a:xfrm>
              <a:off x="3031116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pg538"/>
            <p:cNvSpPr/>
            <p:nvPr/>
          </p:nvSpPr>
          <p:spPr>
            <a:xfrm>
              <a:off x="3112553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pg539"/>
            <p:cNvSpPr/>
            <p:nvPr/>
          </p:nvSpPr>
          <p:spPr>
            <a:xfrm>
              <a:off x="3193990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pg540"/>
            <p:cNvSpPr/>
            <p:nvPr/>
          </p:nvSpPr>
          <p:spPr>
            <a:xfrm>
              <a:off x="3275427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pg541"/>
            <p:cNvSpPr/>
            <p:nvPr/>
          </p:nvSpPr>
          <p:spPr>
            <a:xfrm>
              <a:off x="3356864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261C32">
                <a:alpha val="100000"/>
              </a:srgbClr>
            </a:solidFill>
            <a:ln w="5420" cap="flat">
              <a:solidFill>
                <a:srgbClr val="26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pg542"/>
            <p:cNvSpPr/>
            <p:nvPr/>
          </p:nvSpPr>
          <p:spPr>
            <a:xfrm>
              <a:off x="343830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1B131F">
                <a:alpha val="100000"/>
              </a:srgbClr>
            </a:solidFill>
            <a:ln w="5420" cap="flat">
              <a:solidFill>
                <a:srgbClr val="1B13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pg543"/>
            <p:cNvSpPr/>
            <p:nvPr/>
          </p:nvSpPr>
          <p:spPr>
            <a:xfrm>
              <a:off x="3519738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pg544"/>
            <p:cNvSpPr/>
            <p:nvPr/>
          </p:nvSpPr>
          <p:spPr>
            <a:xfrm>
              <a:off x="3601176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pg545"/>
            <p:cNvSpPr/>
            <p:nvPr/>
          </p:nvSpPr>
          <p:spPr>
            <a:xfrm>
              <a:off x="3682613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pg546"/>
            <p:cNvSpPr/>
            <p:nvPr/>
          </p:nvSpPr>
          <p:spPr>
            <a:xfrm>
              <a:off x="3764050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pg547"/>
            <p:cNvSpPr/>
            <p:nvPr/>
          </p:nvSpPr>
          <p:spPr>
            <a:xfrm>
              <a:off x="3845487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pg548"/>
            <p:cNvSpPr/>
            <p:nvPr/>
          </p:nvSpPr>
          <p:spPr>
            <a:xfrm>
              <a:off x="3926924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pg549"/>
            <p:cNvSpPr/>
            <p:nvPr/>
          </p:nvSpPr>
          <p:spPr>
            <a:xfrm>
              <a:off x="400836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pg550"/>
            <p:cNvSpPr/>
            <p:nvPr/>
          </p:nvSpPr>
          <p:spPr>
            <a:xfrm>
              <a:off x="3112553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pg551"/>
            <p:cNvSpPr/>
            <p:nvPr/>
          </p:nvSpPr>
          <p:spPr>
            <a:xfrm>
              <a:off x="3193990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pg552"/>
            <p:cNvSpPr/>
            <p:nvPr/>
          </p:nvSpPr>
          <p:spPr>
            <a:xfrm>
              <a:off x="3275427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2F2342">
                <a:alpha val="100000"/>
              </a:srgbClr>
            </a:solidFill>
            <a:ln w="5420" cap="flat">
              <a:solidFill>
                <a:srgbClr val="2F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pg553"/>
            <p:cNvSpPr/>
            <p:nvPr/>
          </p:nvSpPr>
          <p:spPr>
            <a:xfrm>
              <a:off x="3356864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21182A">
                <a:alpha val="100000"/>
              </a:srgbClr>
            </a:solidFill>
            <a:ln w="5420" cap="flat">
              <a:solidFill>
                <a:srgbClr val="211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pg554"/>
            <p:cNvSpPr/>
            <p:nvPr/>
          </p:nvSpPr>
          <p:spPr>
            <a:xfrm>
              <a:off x="3438301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19111B">
                <a:alpha val="100000"/>
              </a:srgbClr>
            </a:solidFill>
            <a:ln w="5420" cap="flat">
              <a:solidFill>
                <a:srgbClr val="19111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pg555"/>
            <p:cNvSpPr/>
            <p:nvPr/>
          </p:nvSpPr>
          <p:spPr>
            <a:xfrm>
              <a:off x="3519738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pg556"/>
            <p:cNvSpPr/>
            <p:nvPr/>
          </p:nvSpPr>
          <p:spPr>
            <a:xfrm>
              <a:off x="3601176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pg557"/>
            <p:cNvSpPr/>
            <p:nvPr/>
          </p:nvSpPr>
          <p:spPr>
            <a:xfrm>
              <a:off x="3682613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pg558"/>
            <p:cNvSpPr/>
            <p:nvPr/>
          </p:nvSpPr>
          <p:spPr>
            <a:xfrm>
              <a:off x="3764050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pg559"/>
            <p:cNvSpPr/>
            <p:nvPr/>
          </p:nvSpPr>
          <p:spPr>
            <a:xfrm>
              <a:off x="3845487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pg560"/>
            <p:cNvSpPr/>
            <p:nvPr/>
          </p:nvSpPr>
          <p:spPr>
            <a:xfrm>
              <a:off x="3926924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pg561"/>
            <p:cNvSpPr/>
            <p:nvPr/>
          </p:nvSpPr>
          <p:spPr>
            <a:xfrm>
              <a:off x="4008361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pg562"/>
            <p:cNvSpPr/>
            <p:nvPr/>
          </p:nvSpPr>
          <p:spPr>
            <a:xfrm>
              <a:off x="3275427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pg563"/>
            <p:cNvSpPr/>
            <p:nvPr/>
          </p:nvSpPr>
          <p:spPr>
            <a:xfrm>
              <a:off x="3356864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pg564"/>
            <p:cNvSpPr/>
            <p:nvPr/>
          </p:nvSpPr>
          <p:spPr>
            <a:xfrm>
              <a:off x="3438301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pg565"/>
            <p:cNvSpPr/>
            <p:nvPr/>
          </p:nvSpPr>
          <p:spPr>
            <a:xfrm>
              <a:off x="3519738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pg566"/>
            <p:cNvSpPr/>
            <p:nvPr/>
          </p:nvSpPr>
          <p:spPr>
            <a:xfrm>
              <a:off x="3601176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pg567"/>
            <p:cNvSpPr/>
            <p:nvPr/>
          </p:nvSpPr>
          <p:spPr>
            <a:xfrm>
              <a:off x="3682613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pg568"/>
            <p:cNvSpPr/>
            <p:nvPr/>
          </p:nvSpPr>
          <p:spPr>
            <a:xfrm>
              <a:off x="3764050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pg569"/>
            <p:cNvSpPr/>
            <p:nvPr/>
          </p:nvSpPr>
          <p:spPr>
            <a:xfrm>
              <a:off x="3845487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pg570"/>
            <p:cNvSpPr/>
            <p:nvPr/>
          </p:nvSpPr>
          <p:spPr>
            <a:xfrm>
              <a:off x="3926924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pg571"/>
            <p:cNvSpPr/>
            <p:nvPr/>
          </p:nvSpPr>
          <p:spPr>
            <a:xfrm>
              <a:off x="4008361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pg572"/>
            <p:cNvSpPr/>
            <p:nvPr/>
          </p:nvSpPr>
          <p:spPr>
            <a:xfrm>
              <a:off x="3356864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pg573"/>
            <p:cNvSpPr/>
            <p:nvPr/>
          </p:nvSpPr>
          <p:spPr>
            <a:xfrm>
              <a:off x="3438301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pg574"/>
            <p:cNvSpPr/>
            <p:nvPr/>
          </p:nvSpPr>
          <p:spPr>
            <a:xfrm>
              <a:off x="3519738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pg575"/>
            <p:cNvSpPr/>
            <p:nvPr/>
          </p:nvSpPr>
          <p:spPr>
            <a:xfrm>
              <a:off x="3601176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pg576"/>
            <p:cNvSpPr/>
            <p:nvPr/>
          </p:nvSpPr>
          <p:spPr>
            <a:xfrm>
              <a:off x="3682613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pg577"/>
            <p:cNvSpPr/>
            <p:nvPr/>
          </p:nvSpPr>
          <p:spPr>
            <a:xfrm>
              <a:off x="3764050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pg578"/>
            <p:cNvSpPr/>
            <p:nvPr/>
          </p:nvSpPr>
          <p:spPr>
            <a:xfrm>
              <a:off x="3845487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pg579"/>
            <p:cNvSpPr/>
            <p:nvPr/>
          </p:nvSpPr>
          <p:spPr>
            <a:xfrm>
              <a:off x="3926924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pg580"/>
            <p:cNvSpPr/>
            <p:nvPr/>
          </p:nvSpPr>
          <p:spPr>
            <a:xfrm>
              <a:off x="4008361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pg581"/>
            <p:cNvSpPr/>
            <p:nvPr/>
          </p:nvSpPr>
          <p:spPr>
            <a:xfrm>
              <a:off x="3438301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pg582"/>
            <p:cNvSpPr/>
            <p:nvPr/>
          </p:nvSpPr>
          <p:spPr>
            <a:xfrm>
              <a:off x="3519738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pg583"/>
            <p:cNvSpPr/>
            <p:nvPr/>
          </p:nvSpPr>
          <p:spPr>
            <a:xfrm>
              <a:off x="3601176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pg584"/>
            <p:cNvSpPr/>
            <p:nvPr/>
          </p:nvSpPr>
          <p:spPr>
            <a:xfrm>
              <a:off x="3682613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pg585"/>
            <p:cNvSpPr/>
            <p:nvPr/>
          </p:nvSpPr>
          <p:spPr>
            <a:xfrm>
              <a:off x="3764050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pg586"/>
            <p:cNvSpPr/>
            <p:nvPr/>
          </p:nvSpPr>
          <p:spPr>
            <a:xfrm>
              <a:off x="3845487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pg587"/>
            <p:cNvSpPr/>
            <p:nvPr/>
          </p:nvSpPr>
          <p:spPr>
            <a:xfrm>
              <a:off x="3926924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pg588"/>
            <p:cNvSpPr/>
            <p:nvPr/>
          </p:nvSpPr>
          <p:spPr>
            <a:xfrm>
              <a:off x="4008361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pg589"/>
            <p:cNvSpPr/>
            <p:nvPr/>
          </p:nvSpPr>
          <p:spPr>
            <a:xfrm>
              <a:off x="4089798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pg590"/>
            <p:cNvSpPr/>
            <p:nvPr/>
          </p:nvSpPr>
          <p:spPr>
            <a:xfrm>
              <a:off x="3682613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pg591"/>
            <p:cNvSpPr/>
            <p:nvPr/>
          </p:nvSpPr>
          <p:spPr>
            <a:xfrm>
              <a:off x="3764050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pg592"/>
            <p:cNvSpPr/>
            <p:nvPr/>
          </p:nvSpPr>
          <p:spPr>
            <a:xfrm>
              <a:off x="3845487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pg593"/>
            <p:cNvSpPr/>
            <p:nvPr/>
          </p:nvSpPr>
          <p:spPr>
            <a:xfrm>
              <a:off x="3926924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pg594"/>
            <p:cNvSpPr/>
            <p:nvPr/>
          </p:nvSpPr>
          <p:spPr>
            <a:xfrm>
              <a:off x="4008361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pg595"/>
            <p:cNvSpPr/>
            <p:nvPr/>
          </p:nvSpPr>
          <p:spPr>
            <a:xfrm>
              <a:off x="4089798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pg596"/>
            <p:cNvSpPr/>
            <p:nvPr/>
          </p:nvSpPr>
          <p:spPr>
            <a:xfrm>
              <a:off x="3275427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pg597"/>
            <p:cNvSpPr/>
            <p:nvPr/>
          </p:nvSpPr>
          <p:spPr>
            <a:xfrm>
              <a:off x="3601176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pg598"/>
            <p:cNvSpPr/>
            <p:nvPr/>
          </p:nvSpPr>
          <p:spPr>
            <a:xfrm>
              <a:off x="3682613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pg599"/>
            <p:cNvSpPr/>
            <p:nvPr/>
          </p:nvSpPr>
          <p:spPr>
            <a:xfrm>
              <a:off x="3764050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pg600"/>
            <p:cNvSpPr/>
            <p:nvPr/>
          </p:nvSpPr>
          <p:spPr>
            <a:xfrm>
              <a:off x="3845487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pg601"/>
            <p:cNvSpPr/>
            <p:nvPr/>
          </p:nvSpPr>
          <p:spPr>
            <a:xfrm>
              <a:off x="3926924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pg602"/>
            <p:cNvSpPr/>
            <p:nvPr/>
          </p:nvSpPr>
          <p:spPr>
            <a:xfrm>
              <a:off x="4008361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pg603"/>
            <p:cNvSpPr/>
            <p:nvPr/>
          </p:nvSpPr>
          <p:spPr>
            <a:xfrm>
              <a:off x="4089798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pg604"/>
            <p:cNvSpPr/>
            <p:nvPr/>
          </p:nvSpPr>
          <p:spPr>
            <a:xfrm>
              <a:off x="3193990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pg605"/>
            <p:cNvSpPr/>
            <p:nvPr/>
          </p:nvSpPr>
          <p:spPr>
            <a:xfrm>
              <a:off x="3275427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pg606"/>
            <p:cNvSpPr/>
            <p:nvPr/>
          </p:nvSpPr>
          <p:spPr>
            <a:xfrm>
              <a:off x="3356864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pg607"/>
            <p:cNvSpPr/>
            <p:nvPr/>
          </p:nvSpPr>
          <p:spPr>
            <a:xfrm>
              <a:off x="3438301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pg608"/>
            <p:cNvSpPr/>
            <p:nvPr/>
          </p:nvSpPr>
          <p:spPr>
            <a:xfrm>
              <a:off x="3519738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pg609"/>
            <p:cNvSpPr/>
            <p:nvPr/>
          </p:nvSpPr>
          <p:spPr>
            <a:xfrm>
              <a:off x="3601176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pg610"/>
            <p:cNvSpPr/>
            <p:nvPr/>
          </p:nvSpPr>
          <p:spPr>
            <a:xfrm>
              <a:off x="3682613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pg611"/>
            <p:cNvSpPr/>
            <p:nvPr/>
          </p:nvSpPr>
          <p:spPr>
            <a:xfrm>
              <a:off x="3764050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pg612"/>
            <p:cNvSpPr/>
            <p:nvPr/>
          </p:nvSpPr>
          <p:spPr>
            <a:xfrm>
              <a:off x="3845487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pg613"/>
            <p:cNvSpPr/>
            <p:nvPr/>
          </p:nvSpPr>
          <p:spPr>
            <a:xfrm>
              <a:off x="3926924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pg614"/>
            <p:cNvSpPr/>
            <p:nvPr/>
          </p:nvSpPr>
          <p:spPr>
            <a:xfrm>
              <a:off x="4008361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pg615"/>
            <p:cNvSpPr/>
            <p:nvPr/>
          </p:nvSpPr>
          <p:spPr>
            <a:xfrm>
              <a:off x="4089798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pg616"/>
            <p:cNvSpPr/>
            <p:nvPr/>
          </p:nvSpPr>
          <p:spPr>
            <a:xfrm>
              <a:off x="3112553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pg617"/>
            <p:cNvSpPr/>
            <p:nvPr/>
          </p:nvSpPr>
          <p:spPr>
            <a:xfrm>
              <a:off x="3193990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pg618"/>
            <p:cNvSpPr/>
            <p:nvPr/>
          </p:nvSpPr>
          <p:spPr>
            <a:xfrm>
              <a:off x="3275427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pg619"/>
            <p:cNvSpPr/>
            <p:nvPr/>
          </p:nvSpPr>
          <p:spPr>
            <a:xfrm>
              <a:off x="3356864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pg620"/>
            <p:cNvSpPr/>
            <p:nvPr/>
          </p:nvSpPr>
          <p:spPr>
            <a:xfrm>
              <a:off x="3438301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pg621"/>
            <p:cNvSpPr/>
            <p:nvPr/>
          </p:nvSpPr>
          <p:spPr>
            <a:xfrm>
              <a:off x="3519738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pg622"/>
            <p:cNvSpPr/>
            <p:nvPr/>
          </p:nvSpPr>
          <p:spPr>
            <a:xfrm>
              <a:off x="3601176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pg623"/>
            <p:cNvSpPr/>
            <p:nvPr/>
          </p:nvSpPr>
          <p:spPr>
            <a:xfrm>
              <a:off x="3682613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pg624"/>
            <p:cNvSpPr/>
            <p:nvPr/>
          </p:nvSpPr>
          <p:spPr>
            <a:xfrm>
              <a:off x="3764050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pg625"/>
            <p:cNvSpPr/>
            <p:nvPr/>
          </p:nvSpPr>
          <p:spPr>
            <a:xfrm>
              <a:off x="3845487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pg626"/>
            <p:cNvSpPr/>
            <p:nvPr/>
          </p:nvSpPr>
          <p:spPr>
            <a:xfrm>
              <a:off x="3926924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pg627"/>
            <p:cNvSpPr/>
            <p:nvPr/>
          </p:nvSpPr>
          <p:spPr>
            <a:xfrm>
              <a:off x="4008361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pg628"/>
            <p:cNvSpPr/>
            <p:nvPr/>
          </p:nvSpPr>
          <p:spPr>
            <a:xfrm>
              <a:off x="4089798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pg629"/>
            <p:cNvSpPr/>
            <p:nvPr/>
          </p:nvSpPr>
          <p:spPr>
            <a:xfrm>
              <a:off x="4171236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pg630"/>
            <p:cNvSpPr/>
            <p:nvPr/>
          </p:nvSpPr>
          <p:spPr>
            <a:xfrm>
              <a:off x="311255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pg631"/>
            <p:cNvSpPr/>
            <p:nvPr/>
          </p:nvSpPr>
          <p:spPr>
            <a:xfrm>
              <a:off x="3193990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pg632"/>
            <p:cNvSpPr/>
            <p:nvPr/>
          </p:nvSpPr>
          <p:spPr>
            <a:xfrm>
              <a:off x="3275427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pg633"/>
            <p:cNvSpPr/>
            <p:nvPr/>
          </p:nvSpPr>
          <p:spPr>
            <a:xfrm>
              <a:off x="3356864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pg634"/>
            <p:cNvSpPr/>
            <p:nvPr/>
          </p:nvSpPr>
          <p:spPr>
            <a:xfrm>
              <a:off x="3438301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pg635"/>
            <p:cNvSpPr/>
            <p:nvPr/>
          </p:nvSpPr>
          <p:spPr>
            <a:xfrm>
              <a:off x="3519738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pg636"/>
            <p:cNvSpPr/>
            <p:nvPr/>
          </p:nvSpPr>
          <p:spPr>
            <a:xfrm>
              <a:off x="3601176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pg637"/>
            <p:cNvSpPr/>
            <p:nvPr/>
          </p:nvSpPr>
          <p:spPr>
            <a:xfrm>
              <a:off x="368261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pg638"/>
            <p:cNvSpPr/>
            <p:nvPr/>
          </p:nvSpPr>
          <p:spPr>
            <a:xfrm>
              <a:off x="3764050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pg639"/>
            <p:cNvSpPr/>
            <p:nvPr/>
          </p:nvSpPr>
          <p:spPr>
            <a:xfrm>
              <a:off x="3845487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pg640"/>
            <p:cNvSpPr/>
            <p:nvPr/>
          </p:nvSpPr>
          <p:spPr>
            <a:xfrm>
              <a:off x="3926924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pg641"/>
            <p:cNvSpPr/>
            <p:nvPr/>
          </p:nvSpPr>
          <p:spPr>
            <a:xfrm>
              <a:off x="4008361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pg642"/>
            <p:cNvSpPr/>
            <p:nvPr/>
          </p:nvSpPr>
          <p:spPr>
            <a:xfrm>
              <a:off x="4089798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pg643"/>
            <p:cNvSpPr/>
            <p:nvPr/>
          </p:nvSpPr>
          <p:spPr>
            <a:xfrm>
              <a:off x="4171236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pg644"/>
            <p:cNvSpPr/>
            <p:nvPr/>
          </p:nvSpPr>
          <p:spPr>
            <a:xfrm>
              <a:off x="425267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pg645"/>
            <p:cNvSpPr/>
            <p:nvPr/>
          </p:nvSpPr>
          <p:spPr>
            <a:xfrm>
              <a:off x="3112553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pg646"/>
            <p:cNvSpPr/>
            <p:nvPr/>
          </p:nvSpPr>
          <p:spPr>
            <a:xfrm>
              <a:off x="3193990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pg647"/>
            <p:cNvSpPr/>
            <p:nvPr/>
          </p:nvSpPr>
          <p:spPr>
            <a:xfrm>
              <a:off x="3275427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pg648"/>
            <p:cNvSpPr/>
            <p:nvPr/>
          </p:nvSpPr>
          <p:spPr>
            <a:xfrm>
              <a:off x="3356864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pg649"/>
            <p:cNvSpPr/>
            <p:nvPr/>
          </p:nvSpPr>
          <p:spPr>
            <a:xfrm>
              <a:off x="3438301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pg650"/>
            <p:cNvSpPr/>
            <p:nvPr/>
          </p:nvSpPr>
          <p:spPr>
            <a:xfrm>
              <a:off x="3519738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pg651"/>
            <p:cNvSpPr/>
            <p:nvPr/>
          </p:nvSpPr>
          <p:spPr>
            <a:xfrm>
              <a:off x="3601176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pg652"/>
            <p:cNvSpPr/>
            <p:nvPr/>
          </p:nvSpPr>
          <p:spPr>
            <a:xfrm>
              <a:off x="3682613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pg653"/>
            <p:cNvSpPr/>
            <p:nvPr/>
          </p:nvSpPr>
          <p:spPr>
            <a:xfrm>
              <a:off x="3764050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pg654"/>
            <p:cNvSpPr/>
            <p:nvPr/>
          </p:nvSpPr>
          <p:spPr>
            <a:xfrm>
              <a:off x="3845487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pg655"/>
            <p:cNvSpPr/>
            <p:nvPr/>
          </p:nvSpPr>
          <p:spPr>
            <a:xfrm>
              <a:off x="3926924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pg656"/>
            <p:cNvSpPr/>
            <p:nvPr/>
          </p:nvSpPr>
          <p:spPr>
            <a:xfrm>
              <a:off x="4008361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pg657"/>
            <p:cNvSpPr/>
            <p:nvPr/>
          </p:nvSpPr>
          <p:spPr>
            <a:xfrm>
              <a:off x="4089798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pg658"/>
            <p:cNvSpPr/>
            <p:nvPr/>
          </p:nvSpPr>
          <p:spPr>
            <a:xfrm>
              <a:off x="4171236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pg659"/>
            <p:cNvSpPr/>
            <p:nvPr/>
          </p:nvSpPr>
          <p:spPr>
            <a:xfrm>
              <a:off x="4252673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pg660"/>
            <p:cNvSpPr/>
            <p:nvPr/>
          </p:nvSpPr>
          <p:spPr>
            <a:xfrm>
              <a:off x="5284534" y="1853932"/>
              <a:ext cx="27605" cy="141906"/>
            </a:xfrm>
            <a:custGeom>
              <a:avLst/>
              <a:gdLst/>
              <a:ahLst/>
              <a:cxnLst/>
              <a:rect l="0" t="0" r="0" b="0"/>
              <a:pathLst>
                <a:path w="27605" h="141906">
                  <a:moveTo>
                    <a:pt x="25965" y="15142"/>
                  </a:moveTo>
                  <a:lnTo>
                    <a:pt x="3001" y="141906"/>
                  </a:lnTo>
                  <a:lnTo>
                    <a:pt x="0" y="103414"/>
                  </a:lnTo>
                  <a:lnTo>
                    <a:pt x="9634" y="0"/>
                  </a:lnTo>
                  <a:lnTo>
                    <a:pt x="2760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pg661"/>
            <p:cNvSpPr/>
            <p:nvPr/>
          </p:nvSpPr>
          <p:spPr>
            <a:xfrm>
              <a:off x="4217860" y="1853932"/>
              <a:ext cx="1042192" cy="937770"/>
            </a:xfrm>
            <a:custGeom>
              <a:avLst/>
              <a:gdLst/>
              <a:ahLst/>
              <a:cxnLst/>
              <a:rect l="0" t="0" r="0" b="0"/>
              <a:pathLst>
                <a:path w="1042192" h="937770">
                  <a:moveTo>
                    <a:pt x="1041757" y="966"/>
                  </a:moveTo>
                  <a:lnTo>
                    <a:pt x="998433" y="199714"/>
                  </a:lnTo>
                  <a:lnTo>
                    <a:pt x="938872" y="305648"/>
                  </a:lnTo>
                  <a:lnTo>
                    <a:pt x="884012" y="378917"/>
                  </a:lnTo>
                  <a:lnTo>
                    <a:pt x="827417" y="366805"/>
                  </a:lnTo>
                  <a:lnTo>
                    <a:pt x="840146" y="425026"/>
                  </a:lnTo>
                  <a:lnTo>
                    <a:pt x="824596" y="455352"/>
                  </a:lnTo>
                  <a:lnTo>
                    <a:pt x="811288" y="518619"/>
                  </a:lnTo>
                  <a:lnTo>
                    <a:pt x="777548" y="560552"/>
                  </a:lnTo>
                  <a:lnTo>
                    <a:pt x="745832" y="556515"/>
                  </a:lnTo>
                  <a:lnTo>
                    <a:pt x="700266" y="585419"/>
                  </a:lnTo>
                  <a:lnTo>
                    <a:pt x="682293" y="607532"/>
                  </a:lnTo>
                  <a:lnTo>
                    <a:pt x="680955" y="649879"/>
                  </a:lnTo>
                  <a:lnTo>
                    <a:pt x="650470" y="687132"/>
                  </a:lnTo>
                  <a:lnTo>
                    <a:pt x="540461" y="880650"/>
                  </a:lnTo>
                  <a:lnTo>
                    <a:pt x="444953" y="937770"/>
                  </a:lnTo>
                  <a:lnTo>
                    <a:pt x="422098" y="929465"/>
                  </a:lnTo>
                  <a:lnTo>
                    <a:pt x="447268" y="838120"/>
                  </a:lnTo>
                  <a:lnTo>
                    <a:pt x="464518" y="745766"/>
                  </a:lnTo>
                  <a:lnTo>
                    <a:pt x="406548" y="705576"/>
                  </a:lnTo>
                  <a:lnTo>
                    <a:pt x="351073" y="684334"/>
                  </a:lnTo>
                  <a:lnTo>
                    <a:pt x="287426" y="687132"/>
                  </a:lnTo>
                  <a:lnTo>
                    <a:pt x="217124" y="615332"/>
                  </a:lnTo>
                  <a:lnTo>
                    <a:pt x="126499" y="563121"/>
                  </a:lnTo>
                  <a:lnTo>
                    <a:pt x="0" y="421860"/>
                  </a:lnTo>
                  <a:lnTo>
                    <a:pt x="3688" y="382679"/>
                  </a:lnTo>
                  <a:lnTo>
                    <a:pt x="506" y="316935"/>
                  </a:lnTo>
                  <a:lnTo>
                    <a:pt x="38947" y="213064"/>
                  </a:lnTo>
                  <a:lnTo>
                    <a:pt x="75798" y="140438"/>
                  </a:lnTo>
                  <a:lnTo>
                    <a:pt x="126680" y="102817"/>
                  </a:lnTo>
                  <a:lnTo>
                    <a:pt x="274335" y="64508"/>
                  </a:lnTo>
                  <a:lnTo>
                    <a:pt x="311366" y="6884"/>
                  </a:lnTo>
                  <a:lnTo>
                    <a:pt x="314479" y="0"/>
                  </a:lnTo>
                  <a:lnTo>
                    <a:pt x="1042192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pg662"/>
            <p:cNvSpPr/>
            <p:nvPr/>
          </p:nvSpPr>
          <p:spPr>
            <a:xfrm>
              <a:off x="2490532" y="1853932"/>
              <a:ext cx="2088998" cy="3682871"/>
            </a:xfrm>
            <a:custGeom>
              <a:avLst/>
              <a:gdLst/>
              <a:ahLst/>
              <a:cxnLst/>
              <a:rect l="0" t="0" r="0" b="0"/>
              <a:pathLst>
                <a:path w="2088998" h="3682871">
                  <a:moveTo>
                    <a:pt x="1987487" y="41706"/>
                  </a:moveTo>
                  <a:lnTo>
                    <a:pt x="1877912" y="69968"/>
                  </a:lnTo>
                  <a:lnTo>
                    <a:pt x="1818858" y="101074"/>
                  </a:lnTo>
                  <a:lnTo>
                    <a:pt x="1771628" y="148650"/>
                  </a:lnTo>
                  <a:lnTo>
                    <a:pt x="1743674" y="208385"/>
                  </a:lnTo>
                  <a:lnTo>
                    <a:pt x="1680388" y="280369"/>
                  </a:lnTo>
                  <a:lnTo>
                    <a:pt x="1684836" y="328588"/>
                  </a:lnTo>
                  <a:lnTo>
                    <a:pt x="1695432" y="362859"/>
                  </a:lnTo>
                  <a:lnTo>
                    <a:pt x="1690550" y="434293"/>
                  </a:lnTo>
                  <a:lnTo>
                    <a:pt x="1730583" y="503937"/>
                  </a:lnTo>
                  <a:lnTo>
                    <a:pt x="1809961" y="618039"/>
                  </a:lnTo>
                  <a:lnTo>
                    <a:pt x="1825114" y="795269"/>
                  </a:lnTo>
                  <a:lnTo>
                    <a:pt x="1885687" y="913867"/>
                  </a:lnTo>
                  <a:lnTo>
                    <a:pt x="1978519" y="1052146"/>
                  </a:lnTo>
                  <a:lnTo>
                    <a:pt x="2049905" y="1091464"/>
                  </a:lnTo>
                  <a:lnTo>
                    <a:pt x="2053377" y="1142895"/>
                  </a:lnTo>
                  <a:lnTo>
                    <a:pt x="2020432" y="1227817"/>
                  </a:lnTo>
                  <a:lnTo>
                    <a:pt x="1977000" y="1266630"/>
                  </a:lnTo>
                  <a:lnTo>
                    <a:pt x="2033487" y="1258877"/>
                  </a:lnTo>
                  <a:lnTo>
                    <a:pt x="2061622" y="1278284"/>
                  </a:lnTo>
                  <a:lnTo>
                    <a:pt x="2088998" y="1349121"/>
                  </a:lnTo>
                  <a:lnTo>
                    <a:pt x="2086864" y="1421426"/>
                  </a:lnTo>
                  <a:lnTo>
                    <a:pt x="2077606" y="1462167"/>
                  </a:lnTo>
                  <a:lnTo>
                    <a:pt x="2060501" y="1478408"/>
                  </a:lnTo>
                  <a:lnTo>
                    <a:pt x="2061224" y="1436796"/>
                  </a:lnTo>
                  <a:lnTo>
                    <a:pt x="2049110" y="1422344"/>
                  </a:lnTo>
                  <a:lnTo>
                    <a:pt x="2029111" y="1440374"/>
                  </a:lnTo>
                  <a:lnTo>
                    <a:pt x="2016165" y="1460928"/>
                  </a:lnTo>
                  <a:lnTo>
                    <a:pt x="2010776" y="1541905"/>
                  </a:lnTo>
                  <a:lnTo>
                    <a:pt x="1997071" y="1582370"/>
                  </a:lnTo>
                  <a:lnTo>
                    <a:pt x="1948612" y="1594390"/>
                  </a:lnTo>
                  <a:lnTo>
                    <a:pt x="1899466" y="1700646"/>
                  </a:lnTo>
                  <a:lnTo>
                    <a:pt x="1853755" y="1760931"/>
                  </a:lnTo>
                  <a:lnTo>
                    <a:pt x="1673879" y="2168566"/>
                  </a:lnTo>
                  <a:lnTo>
                    <a:pt x="1680750" y="2236697"/>
                  </a:lnTo>
                  <a:lnTo>
                    <a:pt x="1647841" y="2258627"/>
                  </a:lnTo>
                  <a:lnTo>
                    <a:pt x="1598008" y="2276474"/>
                  </a:lnTo>
                  <a:lnTo>
                    <a:pt x="1547596" y="2317214"/>
                  </a:lnTo>
                  <a:lnTo>
                    <a:pt x="1514145" y="2362130"/>
                  </a:lnTo>
                  <a:lnTo>
                    <a:pt x="1483081" y="2482929"/>
                  </a:lnTo>
                  <a:lnTo>
                    <a:pt x="1423556" y="2618915"/>
                  </a:lnTo>
                  <a:lnTo>
                    <a:pt x="1386416" y="2562254"/>
                  </a:lnTo>
                  <a:lnTo>
                    <a:pt x="1376905" y="2513760"/>
                  </a:lnTo>
                  <a:lnTo>
                    <a:pt x="1393432" y="2387272"/>
                  </a:lnTo>
                  <a:lnTo>
                    <a:pt x="1457803" y="2179898"/>
                  </a:lnTo>
                  <a:lnTo>
                    <a:pt x="1528719" y="2050978"/>
                  </a:lnTo>
                  <a:lnTo>
                    <a:pt x="1582819" y="1989868"/>
                  </a:lnTo>
                  <a:lnTo>
                    <a:pt x="1627300" y="1865306"/>
                  </a:lnTo>
                  <a:lnTo>
                    <a:pt x="1571103" y="1846725"/>
                  </a:lnTo>
                  <a:lnTo>
                    <a:pt x="1485432" y="1848744"/>
                  </a:lnTo>
                  <a:lnTo>
                    <a:pt x="1501560" y="1791257"/>
                  </a:lnTo>
                  <a:lnTo>
                    <a:pt x="1526549" y="1740607"/>
                  </a:lnTo>
                  <a:lnTo>
                    <a:pt x="1481888" y="1690140"/>
                  </a:lnTo>
                  <a:lnTo>
                    <a:pt x="1455452" y="1683717"/>
                  </a:lnTo>
                  <a:lnTo>
                    <a:pt x="1428221" y="1663025"/>
                  </a:lnTo>
                  <a:lnTo>
                    <a:pt x="1460153" y="1621000"/>
                  </a:lnTo>
                  <a:lnTo>
                    <a:pt x="1475740" y="1576589"/>
                  </a:lnTo>
                  <a:lnTo>
                    <a:pt x="1466229" y="1522544"/>
                  </a:lnTo>
                  <a:lnTo>
                    <a:pt x="1479609" y="1481849"/>
                  </a:lnTo>
                  <a:lnTo>
                    <a:pt x="1457296" y="1487997"/>
                  </a:lnTo>
                  <a:lnTo>
                    <a:pt x="1421422" y="1531077"/>
                  </a:lnTo>
                  <a:lnTo>
                    <a:pt x="1399110" y="1548282"/>
                  </a:lnTo>
                  <a:lnTo>
                    <a:pt x="1385512" y="1510156"/>
                  </a:lnTo>
                  <a:lnTo>
                    <a:pt x="1369998" y="1518782"/>
                  </a:lnTo>
                  <a:lnTo>
                    <a:pt x="1359909" y="1544979"/>
                  </a:lnTo>
                  <a:lnTo>
                    <a:pt x="1337017" y="1559385"/>
                  </a:lnTo>
                  <a:lnTo>
                    <a:pt x="1288667" y="1523553"/>
                  </a:lnTo>
                  <a:lnTo>
                    <a:pt x="1218184" y="1482537"/>
                  </a:lnTo>
                  <a:lnTo>
                    <a:pt x="1178947" y="1411975"/>
                  </a:lnTo>
                  <a:lnTo>
                    <a:pt x="1156562" y="1357287"/>
                  </a:lnTo>
                  <a:lnTo>
                    <a:pt x="1179309" y="1258326"/>
                  </a:lnTo>
                  <a:lnTo>
                    <a:pt x="1228021" y="1240755"/>
                  </a:lnTo>
                  <a:lnTo>
                    <a:pt x="1291307" y="1256812"/>
                  </a:lnTo>
                  <a:lnTo>
                    <a:pt x="1374265" y="1256675"/>
                  </a:lnTo>
                  <a:lnTo>
                    <a:pt x="1362404" y="1234699"/>
                  </a:lnTo>
                  <a:lnTo>
                    <a:pt x="1332786" y="1238323"/>
                  </a:lnTo>
                  <a:lnTo>
                    <a:pt x="1245343" y="1158035"/>
                  </a:lnTo>
                  <a:lnTo>
                    <a:pt x="1217208" y="1109541"/>
                  </a:lnTo>
                  <a:lnTo>
                    <a:pt x="1168821" y="1096236"/>
                  </a:lnTo>
                  <a:lnTo>
                    <a:pt x="1146762" y="1142849"/>
                  </a:lnTo>
                  <a:lnTo>
                    <a:pt x="1122279" y="1155236"/>
                  </a:lnTo>
                  <a:lnTo>
                    <a:pt x="1152512" y="1053247"/>
                  </a:lnTo>
                  <a:lnTo>
                    <a:pt x="1192038" y="1049072"/>
                  </a:lnTo>
                  <a:lnTo>
                    <a:pt x="1250406" y="1020811"/>
                  </a:lnTo>
                  <a:lnTo>
                    <a:pt x="1233445" y="961764"/>
                  </a:lnTo>
                  <a:lnTo>
                    <a:pt x="1196595" y="935934"/>
                  </a:lnTo>
                  <a:lnTo>
                    <a:pt x="1130054" y="968325"/>
                  </a:lnTo>
                  <a:lnTo>
                    <a:pt x="1130850" y="926804"/>
                  </a:lnTo>
                  <a:lnTo>
                    <a:pt x="1143326" y="873631"/>
                  </a:lnTo>
                  <a:lnTo>
                    <a:pt x="1193485" y="873814"/>
                  </a:lnTo>
                  <a:lnTo>
                    <a:pt x="1237423" y="891156"/>
                  </a:lnTo>
                  <a:lnTo>
                    <a:pt x="1274816" y="805271"/>
                  </a:lnTo>
                  <a:lnTo>
                    <a:pt x="1276480" y="766916"/>
                  </a:lnTo>
                  <a:lnTo>
                    <a:pt x="1214351" y="822659"/>
                  </a:lnTo>
                  <a:lnTo>
                    <a:pt x="1200392" y="702410"/>
                  </a:lnTo>
                  <a:lnTo>
                    <a:pt x="1261544" y="586428"/>
                  </a:lnTo>
                  <a:lnTo>
                    <a:pt x="1319876" y="535869"/>
                  </a:lnTo>
                  <a:lnTo>
                    <a:pt x="1392745" y="537337"/>
                  </a:lnTo>
                  <a:lnTo>
                    <a:pt x="1466807" y="529171"/>
                  </a:lnTo>
                  <a:lnTo>
                    <a:pt x="1420338" y="507929"/>
                  </a:lnTo>
                  <a:lnTo>
                    <a:pt x="1372638" y="496413"/>
                  </a:lnTo>
                  <a:lnTo>
                    <a:pt x="1408476" y="450580"/>
                  </a:lnTo>
                  <a:lnTo>
                    <a:pt x="1439034" y="442368"/>
                  </a:lnTo>
                  <a:lnTo>
                    <a:pt x="1469050" y="402407"/>
                  </a:lnTo>
                  <a:lnTo>
                    <a:pt x="1396868" y="408326"/>
                  </a:lnTo>
                  <a:lnTo>
                    <a:pt x="1405366" y="332717"/>
                  </a:lnTo>
                  <a:lnTo>
                    <a:pt x="1370287" y="348086"/>
                  </a:lnTo>
                  <a:lnTo>
                    <a:pt x="1328302" y="355198"/>
                  </a:lnTo>
                  <a:lnTo>
                    <a:pt x="1311956" y="387267"/>
                  </a:lnTo>
                  <a:lnTo>
                    <a:pt x="1315175" y="440533"/>
                  </a:lnTo>
                  <a:lnTo>
                    <a:pt x="1302915" y="475492"/>
                  </a:lnTo>
                  <a:lnTo>
                    <a:pt x="1270260" y="503570"/>
                  </a:lnTo>
                  <a:lnTo>
                    <a:pt x="1215111" y="525455"/>
                  </a:lnTo>
                  <a:lnTo>
                    <a:pt x="1209758" y="487513"/>
                  </a:lnTo>
                  <a:lnTo>
                    <a:pt x="1191532" y="470308"/>
                  </a:lnTo>
                  <a:lnTo>
                    <a:pt x="1184733" y="551560"/>
                  </a:lnTo>
                  <a:lnTo>
                    <a:pt x="1170268" y="579179"/>
                  </a:lnTo>
                  <a:lnTo>
                    <a:pt x="1129946" y="502928"/>
                  </a:lnTo>
                  <a:lnTo>
                    <a:pt x="1117831" y="518298"/>
                  </a:lnTo>
                  <a:lnTo>
                    <a:pt x="1119386" y="539952"/>
                  </a:lnTo>
                  <a:lnTo>
                    <a:pt x="1109080" y="577390"/>
                  </a:lnTo>
                  <a:lnTo>
                    <a:pt x="1074507" y="596888"/>
                  </a:lnTo>
                  <a:lnTo>
                    <a:pt x="1076641" y="644878"/>
                  </a:lnTo>
                  <a:lnTo>
                    <a:pt x="1063225" y="671029"/>
                  </a:lnTo>
                  <a:lnTo>
                    <a:pt x="952492" y="629371"/>
                  </a:lnTo>
                  <a:lnTo>
                    <a:pt x="949889" y="643501"/>
                  </a:lnTo>
                  <a:lnTo>
                    <a:pt x="1012524" y="733333"/>
                  </a:lnTo>
                  <a:lnTo>
                    <a:pt x="1058270" y="764026"/>
                  </a:lnTo>
                  <a:lnTo>
                    <a:pt x="1063839" y="813024"/>
                  </a:lnTo>
                  <a:lnTo>
                    <a:pt x="1024566" y="853673"/>
                  </a:lnTo>
                  <a:lnTo>
                    <a:pt x="970393" y="818576"/>
                  </a:lnTo>
                  <a:lnTo>
                    <a:pt x="961280" y="821145"/>
                  </a:lnTo>
                  <a:lnTo>
                    <a:pt x="990717" y="881338"/>
                  </a:lnTo>
                  <a:lnTo>
                    <a:pt x="1009269" y="933916"/>
                  </a:lnTo>
                  <a:lnTo>
                    <a:pt x="990175" y="977960"/>
                  </a:lnTo>
                  <a:lnTo>
                    <a:pt x="993140" y="1032189"/>
                  </a:lnTo>
                  <a:lnTo>
                    <a:pt x="989017" y="1081371"/>
                  </a:lnTo>
                  <a:lnTo>
                    <a:pt x="977337" y="1124268"/>
                  </a:lnTo>
                  <a:lnTo>
                    <a:pt x="1003663" y="1322006"/>
                  </a:lnTo>
                  <a:lnTo>
                    <a:pt x="1035379" y="1375777"/>
                  </a:lnTo>
                  <a:lnTo>
                    <a:pt x="1066552" y="1427207"/>
                  </a:lnTo>
                  <a:lnTo>
                    <a:pt x="1083078" y="1475334"/>
                  </a:lnTo>
                  <a:lnTo>
                    <a:pt x="1049989" y="1482354"/>
                  </a:lnTo>
                  <a:lnTo>
                    <a:pt x="997299" y="1442760"/>
                  </a:lnTo>
                  <a:lnTo>
                    <a:pt x="951010" y="1412572"/>
                  </a:lnTo>
                  <a:lnTo>
                    <a:pt x="895861" y="1316042"/>
                  </a:lnTo>
                  <a:lnTo>
                    <a:pt x="886747" y="1277504"/>
                  </a:lnTo>
                  <a:lnTo>
                    <a:pt x="873295" y="1247040"/>
                  </a:lnTo>
                  <a:lnTo>
                    <a:pt x="879804" y="1317006"/>
                  </a:lnTo>
                  <a:lnTo>
                    <a:pt x="899477" y="1395138"/>
                  </a:lnTo>
                  <a:lnTo>
                    <a:pt x="1072193" y="1569983"/>
                  </a:lnTo>
                  <a:lnTo>
                    <a:pt x="1104089" y="1637058"/>
                  </a:lnTo>
                  <a:lnTo>
                    <a:pt x="1128391" y="1689773"/>
                  </a:lnTo>
                  <a:lnTo>
                    <a:pt x="1122279" y="1740286"/>
                  </a:lnTo>
                  <a:lnTo>
                    <a:pt x="1077256" y="1704546"/>
                  </a:lnTo>
                  <a:lnTo>
                    <a:pt x="1038416" y="1658988"/>
                  </a:lnTo>
                  <a:lnTo>
                    <a:pt x="935315" y="1607512"/>
                  </a:lnTo>
                  <a:lnTo>
                    <a:pt x="805308" y="1574983"/>
                  </a:lnTo>
                  <a:lnTo>
                    <a:pt x="732004" y="1455331"/>
                  </a:lnTo>
                  <a:lnTo>
                    <a:pt x="732258" y="1505247"/>
                  </a:lnTo>
                  <a:lnTo>
                    <a:pt x="715984" y="1547594"/>
                  </a:lnTo>
                  <a:lnTo>
                    <a:pt x="671178" y="1495980"/>
                  </a:lnTo>
                  <a:lnTo>
                    <a:pt x="642934" y="1451936"/>
                  </a:lnTo>
                  <a:lnTo>
                    <a:pt x="633459" y="1403671"/>
                  </a:lnTo>
                  <a:lnTo>
                    <a:pt x="577515" y="1406974"/>
                  </a:lnTo>
                  <a:lnTo>
                    <a:pt x="518858" y="1448908"/>
                  </a:lnTo>
                  <a:lnTo>
                    <a:pt x="462117" y="1438952"/>
                  </a:lnTo>
                  <a:lnTo>
                    <a:pt x="455391" y="1357104"/>
                  </a:lnTo>
                  <a:lnTo>
                    <a:pt x="470724" y="1313748"/>
                  </a:lnTo>
                  <a:lnTo>
                    <a:pt x="534408" y="1211209"/>
                  </a:lnTo>
                  <a:lnTo>
                    <a:pt x="594403" y="1158861"/>
                  </a:lnTo>
                  <a:lnTo>
                    <a:pt x="620875" y="1091281"/>
                  </a:lnTo>
                  <a:lnTo>
                    <a:pt x="611834" y="986493"/>
                  </a:lnTo>
                  <a:lnTo>
                    <a:pt x="600551" y="1093116"/>
                  </a:lnTo>
                  <a:lnTo>
                    <a:pt x="566268" y="1145969"/>
                  </a:lnTo>
                  <a:lnTo>
                    <a:pt x="512384" y="1186342"/>
                  </a:lnTo>
                  <a:lnTo>
                    <a:pt x="441468" y="1258280"/>
                  </a:lnTo>
                  <a:lnTo>
                    <a:pt x="424146" y="1324805"/>
                  </a:lnTo>
                  <a:lnTo>
                    <a:pt x="402014" y="1449367"/>
                  </a:lnTo>
                  <a:lnTo>
                    <a:pt x="431957" y="1491529"/>
                  </a:lnTo>
                  <a:lnTo>
                    <a:pt x="462551" y="1502540"/>
                  </a:lnTo>
                  <a:lnTo>
                    <a:pt x="552924" y="1474279"/>
                  </a:lnTo>
                  <a:lnTo>
                    <a:pt x="599683" y="1486896"/>
                  </a:lnTo>
                  <a:lnTo>
                    <a:pt x="703689" y="1636874"/>
                  </a:lnTo>
                  <a:lnTo>
                    <a:pt x="897343" y="1696196"/>
                  </a:lnTo>
                  <a:lnTo>
                    <a:pt x="967970" y="1733266"/>
                  </a:lnTo>
                  <a:lnTo>
                    <a:pt x="1025542" y="1811536"/>
                  </a:lnTo>
                  <a:lnTo>
                    <a:pt x="1112081" y="1856589"/>
                  </a:lnTo>
                  <a:lnTo>
                    <a:pt x="1179237" y="1922058"/>
                  </a:lnTo>
                  <a:lnTo>
                    <a:pt x="1181045" y="1964772"/>
                  </a:lnTo>
                  <a:lnTo>
                    <a:pt x="1157792" y="2015285"/>
                  </a:lnTo>
                  <a:lnTo>
                    <a:pt x="1148606" y="2083644"/>
                  </a:lnTo>
                  <a:lnTo>
                    <a:pt x="1120073" y="2126771"/>
                  </a:lnTo>
                  <a:lnTo>
                    <a:pt x="1051580" y="2131726"/>
                  </a:lnTo>
                  <a:lnTo>
                    <a:pt x="1010209" y="2120623"/>
                  </a:lnTo>
                  <a:lnTo>
                    <a:pt x="787804" y="1880308"/>
                  </a:lnTo>
                  <a:lnTo>
                    <a:pt x="761261" y="1858195"/>
                  </a:lnTo>
                  <a:lnTo>
                    <a:pt x="678772" y="1732349"/>
                  </a:lnTo>
                  <a:lnTo>
                    <a:pt x="581999" y="1664952"/>
                  </a:lnTo>
                  <a:lnTo>
                    <a:pt x="552056" y="1666374"/>
                  </a:lnTo>
                  <a:lnTo>
                    <a:pt x="689802" y="1791028"/>
                  </a:lnTo>
                  <a:lnTo>
                    <a:pt x="746036" y="1878198"/>
                  </a:lnTo>
                  <a:lnTo>
                    <a:pt x="845087" y="2000420"/>
                  </a:lnTo>
                  <a:lnTo>
                    <a:pt x="915895" y="2052171"/>
                  </a:lnTo>
                  <a:lnTo>
                    <a:pt x="968006" y="2132918"/>
                  </a:lnTo>
                  <a:lnTo>
                    <a:pt x="1016429" y="2170769"/>
                  </a:lnTo>
                  <a:lnTo>
                    <a:pt x="1148642" y="2224676"/>
                  </a:lnTo>
                  <a:lnTo>
                    <a:pt x="1102679" y="2263398"/>
                  </a:lnTo>
                  <a:lnTo>
                    <a:pt x="1176054" y="2296385"/>
                  </a:lnTo>
                  <a:lnTo>
                    <a:pt x="1186542" y="2357037"/>
                  </a:lnTo>
                  <a:lnTo>
                    <a:pt x="1179815" y="2426177"/>
                  </a:lnTo>
                  <a:lnTo>
                    <a:pt x="1077979" y="2398833"/>
                  </a:lnTo>
                  <a:lnTo>
                    <a:pt x="1074652" y="2449759"/>
                  </a:lnTo>
                  <a:lnTo>
                    <a:pt x="1083765" y="2479810"/>
                  </a:lnTo>
                  <a:lnTo>
                    <a:pt x="1038778" y="2504630"/>
                  </a:lnTo>
                  <a:lnTo>
                    <a:pt x="976216" y="2470955"/>
                  </a:lnTo>
                  <a:lnTo>
                    <a:pt x="813770" y="2286751"/>
                  </a:lnTo>
                  <a:lnTo>
                    <a:pt x="815144" y="2311388"/>
                  </a:lnTo>
                  <a:lnTo>
                    <a:pt x="828307" y="2339970"/>
                  </a:lnTo>
                  <a:lnTo>
                    <a:pt x="922513" y="2458568"/>
                  </a:lnTo>
                  <a:lnTo>
                    <a:pt x="1006593" y="2529680"/>
                  </a:lnTo>
                  <a:lnTo>
                    <a:pt x="1077871" y="2561796"/>
                  </a:lnTo>
                  <a:lnTo>
                    <a:pt x="1132803" y="2621392"/>
                  </a:lnTo>
                  <a:lnTo>
                    <a:pt x="1152186" y="2657453"/>
                  </a:lnTo>
                  <a:lnTo>
                    <a:pt x="1165133" y="2712141"/>
                  </a:lnTo>
                  <a:lnTo>
                    <a:pt x="1124413" y="2749303"/>
                  </a:lnTo>
                  <a:lnTo>
                    <a:pt x="1078051" y="2769811"/>
                  </a:lnTo>
                  <a:lnTo>
                    <a:pt x="1032775" y="2732741"/>
                  </a:lnTo>
                  <a:lnTo>
                    <a:pt x="999577" y="2693698"/>
                  </a:lnTo>
                  <a:lnTo>
                    <a:pt x="928878" y="2627403"/>
                  </a:lnTo>
                  <a:lnTo>
                    <a:pt x="907686" y="2553308"/>
                  </a:lnTo>
                  <a:lnTo>
                    <a:pt x="853911" y="2557116"/>
                  </a:lnTo>
                  <a:lnTo>
                    <a:pt x="629156" y="2463156"/>
                  </a:lnTo>
                  <a:lnTo>
                    <a:pt x="448520" y="2452328"/>
                  </a:lnTo>
                  <a:lnTo>
                    <a:pt x="466168" y="2471230"/>
                  </a:lnTo>
                  <a:lnTo>
                    <a:pt x="489023" y="2483801"/>
                  </a:lnTo>
                  <a:lnTo>
                    <a:pt x="632881" y="2506970"/>
                  </a:lnTo>
                  <a:lnTo>
                    <a:pt x="689730" y="2550234"/>
                  </a:lnTo>
                  <a:lnTo>
                    <a:pt x="808056" y="2588635"/>
                  </a:lnTo>
                  <a:lnTo>
                    <a:pt x="877345" y="2599141"/>
                  </a:lnTo>
                  <a:lnTo>
                    <a:pt x="905444" y="2717096"/>
                  </a:lnTo>
                  <a:lnTo>
                    <a:pt x="1001204" y="2798256"/>
                  </a:lnTo>
                  <a:lnTo>
                    <a:pt x="1013645" y="2858403"/>
                  </a:lnTo>
                  <a:lnTo>
                    <a:pt x="1079028" y="2865148"/>
                  </a:lnTo>
                  <a:lnTo>
                    <a:pt x="1194063" y="2806147"/>
                  </a:lnTo>
                  <a:lnTo>
                    <a:pt x="1268307" y="2826839"/>
                  </a:lnTo>
                  <a:lnTo>
                    <a:pt x="1375386" y="2843722"/>
                  </a:lnTo>
                  <a:lnTo>
                    <a:pt x="1399869" y="2891345"/>
                  </a:lnTo>
                  <a:lnTo>
                    <a:pt x="1418240" y="2981956"/>
                  </a:lnTo>
                  <a:lnTo>
                    <a:pt x="1456103" y="3083899"/>
                  </a:lnTo>
                  <a:lnTo>
                    <a:pt x="1554287" y="3485845"/>
                  </a:lnTo>
                  <a:lnTo>
                    <a:pt x="1642687" y="3682871"/>
                  </a:lnTo>
                  <a:lnTo>
                    <a:pt x="1615976" y="3682871"/>
                  </a:lnTo>
                  <a:lnTo>
                    <a:pt x="1576238" y="3603800"/>
                  </a:lnTo>
                  <a:lnTo>
                    <a:pt x="1515845" y="3446573"/>
                  </a:lnTo>
                  <a:lnTo>
                    <a:pt x="1453789" y="3168959"/>
                  </a:lnTo>
                  <a:lnTo>
                    <a:pt x="1435779" y="3106793"/>
                  </a:lnTo>
                  <a:lnTo>
                    <a:pt x="1414588" y="3081972"/>
                  </a:lnTo>
                  <a:lnTo>
                    <a:pt x="1400629" y="3102159"/>
                  </a:lnTo>
                  <a:lnTo>
                    <a:pt x="1394625" y="3137532"/>
                  </a:lnTo>
                  <a:lnTo>
                    <a:pt x="1404751" y="3164692"/>
                  </a:lnTo>
                  <a:lnTo>
                    <a:pt x="1380305" y="3256083"/>
                  </a:lnTo>
                  <a:lnTo>
                    <a:pt x="1390901" y="3298016"/>
                  </a:lnTo>
                  <a:lnTo>
                    <a:pt x="1430608" y="3341372"/>
                  </a:lnTo>
                  <a:lnTo>
                    <a:pt x="1473751" y="3449555"/>
                  </a:lnTo>
                  <a:lnTo>
                    <a:pt x="1508214" y="3595221"/>
                  </a:lnTo>
                  <a:lnTo>
                    <a:pt x="1461600" y="3536174"/>
                  </a:lnTo>
                  <a:lnTo>
                    <a:pt x="1411839" y="3504885"/>
                  </a:lnTo>
                  <a:lnTo>
                    <a:pt x="1334413" y="3480890"/>
                  </a:lnTo>
                  <a:lnTo>
                    <a:pt x="1265450" y="3438819"/>
                  </a:lnTo>
                  <a:lnTo>
                    <a:pt x="1270477" y="3499150"/>
                  </a:lnTo>
                  <a:lnTo>
                    <a:pt x="1263859" y="3564298"/>
                  </a:lnTo>
                  <a:lnTo>
                    <a:pt x="1210699" y="3544433"/>
                  </a:lnTo>
                  <a:lnTo>
                    <a:pt x="1174535" y="3522824"/>
                  </a:lnTo>
                  <a:lnTo>
                    <a:pt x="1206540" y="3592239"/>
                  </a:lnTo>
                  <a:lnTo>
                    <a:pt x="1137070" y="3571410"/>
                  </a:lnTo>
                  <a:lnTo>
                    <a:pt x="1090781" y="3575768"/>
                  </a:lnTo>
                  <a:lnTo>
                    <a:pt x="1060693" y="3637384"/>
                  </a:lnTo>
                  <a:lnTo>
                    <a:pt x="1020335" y="3674775"/>
                  </a:lnTo>
                  <a:lnTo>
                    <a:pt x="980297" y="3682871"/>
                  </a:lnTo>
                  <a:lnTo>
                    <a:pt x="954427" y="3682871"/>
                  </a:lnTo>
                  <a:lnTo>
                    <a:pt x="872137" y="3630502"/>
                  </a:lnTo>
                  <a:lnTo>
                    <a:pt x="843460" y="3562096"/>
                  </a:lnTo>
                  <a:lnTo>
                    <a:pt x="831598" y="3485937"/>
                  </a:lnTo>
                  <a:lnTo>
                    <a:pt x="826861" y="3575997"/>
                  </a:lnTo>
                  <a:lnTo>
                    <a:pt x="842628" y="3669774"/>
                  </a:lnTo>
                  <a:lnTo>
                    <a:pt x="841612" y="3682871"/>
                  </a:lnTo>
                  <a:lnTo>
                    <a:pt x="0" y="3682871"/>
                  </a:lnTo>
                  <a:lnTo>
                    <a:pt x="0" y="0"/>
                  </a:lnTo>
                  <a:lnTo>
                    <a:pt x="2024089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pg663"/>
            <p:cNvSpPr/>
            <p:nvPr/>
          </p:nvSpPr>
          <p:spPr>
            <a:xfrm>
              <a:off x="5159228" y="2035019"/>
              <a:ext cx="108453" cy="203932"/>
            </a:xfrm>
            <a:custGeom>
              <a:avLst/>
              <a:gdLst/>
              <a:ahLst/>
              <a:cxnLst/>
              <a:rect l="0" t="0" r="0" b="0"/>
              <a:pathLst>
                <a:path w="108453" h="203932">
                  <a:moveTo>
                    <a:pt x="1988" y="203932"/>
                  </a:moveTo>
                  <a:lnTo>
                    <a:pt x="0" y="176588"/>
                  </a:lnTo>
                  <a:lnTo>
                    <a:pt x="108453" y="0"/>
                  </a:lnTo>
                  <a:lnTo>
                    <a:pt x="88853" y="617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pg664"/>
            <p:cNvSpPr/>
            <p:nvPr/>
          </p:nvSpPr>
          <p:spPr>
            <a:xfrm>
              <a:off x="4325772" y="3395883"/>
              <a:ext cx="207830" cy="400294"/>
            </a:xfrm>
            <a:custGeom>
              <a:avLst/>
              <a:gdLst/>
              <a:ahLst/>
              <a:cxnLst/>
              <a:rect l="0" t="0" r="0" b="0"/>
              <a:pathLst>
                <a:path w="207830" h="400294">
                  <a:moveTo>
                    <a:pt x="0" y="400294"/>
                  </a:moveTo>
                  <a:lnTo>
                    <a:pt x="112974" y="212144"/>
                  </a:lnTo>
                  <a:lnTo>
                    <a:pt x="178574" y="54504"/>
                  </a:lnTo>
                  <a:lnTo>
                    <a:pt x="207830" y="0"/>
                  </a:lnTo>
                  <a:lnTo>
                    <a:pt x="179442" y="110476"/>
                  </a:lnTo>
                  <a:lnTo>
                    <a:pt x="129826" y="212052"/>
                  </a:lnTo>
                  <a:lnTo>
                    <a:pt x="33668" y="38506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pt665"/>
            <p:cNvSpPr/>
            <p:nvPr/>
          </p:nvSpPr>
          <p:spPr>
            <a:xfrm>
              <a:off x="3396934" y="3568029"/>
              <a:ext cx="252911" cy="252911"/>
            </a:xfrm>
            <a:prstGeom prst="ellipse">
              <a:avLst/>
            </a:prstGeom>
            <a:solidFill>
              <a:srgbClr val="BFEBD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pt666"/>
            <p:cNvSpPr/>
            <p:nvPr/>
          </p:nvSpPr>
          <p:spPr>
            <a:xfrm>
              <a:off x="3369184" y="4256773"/>
              <a:ext cx="252911" cy="252911"/>
            </a:xfrm>
            <a:prstGeom prst="ellipse">
              <a:avLst/>
            </a:prstGeom>
            <a:solidFill>
              <a:srgbClr val="3D9F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pt667"/>
            <p:cNvSpPr/>
            <p:nvPr/>
          </p:nvSpPr>
          <p:spPr>
            <a:xfrm>
              <a:off x="3156157" y="4290865"/>
              <a:ext cx="252911" cy="252911"/>
            </a:xfrm>
            <a:prstGeom prst="ellipse">
              <a:avLst/>
            </a:prstGeom>
            <a:solidFill>
              <a:srgbClr val="83D8B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pl668"/>
            <p:cNvSpPr/>
            <p:nvPr/>
          </p:nvSpPr>
          <p:spPr>
            <a:xfrm>
              <a:off x="3536580" y="3232312"/>
              <a:ext cx="1087869" cy="456636"/>
            </a:xfrm>
            <a:custGeom>
              <a:avLst/>
              <a:gdLst/>
              <a:ahLst/>
              <a:cxnLst/>
              <a:rect l="0" t="0" r="0" b="0"/>
              <a:pathLst>
                <a:path w="1087869" h="456636">
                  <a:moveTo>
                    <a:pt x="1087869" y="0"/>
                  </a:moveTo>
                  <a:lnTo>
                    <a:pt x="0" y="45663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pl669"/>
            <p:cNvSpPr/>
            <p:nvPr/>
          </p:nvSpPr>
          <p:spPr>
            <a:xfrm>
              <a:off x="3509365" y="4166082"/>
              <a:ext cx="710891" cy="213033"/>
            </a:xfrm>
            <a:custGeom>
              <a:avLst/>
              <a:gdLst/>
              <a:ahLst/>
              <a:cxnLst/>
              <a:rect l="0" t="0" r="0" b="0"/>
              <a:pathLst>
                <a:path w="710891" h="213033">
                  <a:moveTo>
                    <a:pt x="710891" y="0"/>
                  </a:moveTo>
                  <a:lnTo>
                    <a:pt x="0" y="21303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pl670"/>
            <p:cNvSpPr/>
            <p:nvPr/>
          </p:nvSpPr>
          <p:spPr>
            <a:xfrm>
              <a:off x="3295739" y="3749092"/>
              <a:ext cx="1531091" cy="662548"/>
            </a:xfrm>
            <a:custGeom>
              <a:avLst/>
              <a:gdLst/>
              <a:ahLst/>
              <a:cxnLst/>
              <a:rect l="0" t="0" r="0" b="0"/>
              <a:pathLst>
                <a:path w="1531091" h="662548">
                  <a:moveTo>
                    <a:pt x="1531091" y="0"/>
                  </a:moveTo>
                  <a:lnTo>
                    <a:pt x="0" y="662548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pg671"/>
            <p:cNvSpPr/>
            <p:nvPr/>
          </p:nvSpPr>
          <p:spPr>
            <a:xfrm>
              <a:off x="4624449" y="3062387"/>
              <a:ext cx="1500987" cy="324612"/>
            </a:xfrm>
            <a:custGeom>
              <a:avLst/>
              <a:gdLst/>
              <a:ahLst/>
              <a:cxnLst/>
              <a:rect l="0" t="0" r="0" b="0"/>
              <a:pathLst>
                <a:path w="1500987" h="324612">
                  <a:moveTo>
                    <a:pt x="27431" y="324612"/>
                  </a:moveTo>
                  <a:lnTo>
                    <a:pt x="1473555" y="324612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79"/>
                  </a:lnTo>
                  <a:lnTo>
                    <a:pt x="1500987" y="27431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tx672"/>
            <p:cNvSpPr/>
            <p:nvPr/>
          </p:nvSpPr>
          <p:spPr>
            <a:xfrm>
              <a:off x="4670169" y="3108107"/>
              <a:ext cx="1409547" cy="23317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673" name="pg673"/>
            <p:cNvSpPr/>
            <p:nvPr/>
          </p:nvSpPr>
          <p:spPr>
            <a:xfrm>
              <a:off x="4220257" y="3996785"/>
              <a:ext cx="1554937" cy="324611"/>
            </a:xfrm>
            <a:custGeom>
              <a:avLst/>
              <a:gdLst/>
              <a:ahLst/>
              <a:cxnLst/>
              <a:rect l="0" t="0" r="0" b="0"/>
              <a:pathLst>
                <a:path w="1554937" h="324611">
                  <a:moveTo>
                    <a:pt x="27432" y="324611"/>
                  </a:moveTo>
                  <a:lnTo>
                    <a:pt x="1527505" y="324611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79"/>
                  </a:lnTo>
                  <a:lnTo>
                    <a:pt x="1554937" y="27431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tx674"/>
            <p:cNvSpPr/>
            <p:nvPr/>
          </p:nvSpPr>
          <p:spPr>
            <a:xfrm>
              <a:off x="4265977" y="4042505"/>
              <a:ext cx="1463497" cy="23317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675" name="pg675"/>
            <p:cNvSpPr/>
            <p:nvPr/>
          </p:nvSpPr>
          <p:spPr>
            <a:xfrm>
              <a:off x="4826830" y="3580954"/>
              <a:ext cx="1193383" cy="324611"/>
            </a:xfrm>
            <a:custGeom>
              <a:avLst/>
              <a:gdLst/>
              <a:ahLst/>
              <a:cxnLst/>
              <a:rect l="0" t="0" r="0" b="0"/>
              <a:pathLst>
                <a:path w="1193383" h="324611">
                  <a:moveTo>
                    <a:pt x="27431" y="324611"/>
                  </a:moveTo>
                  <a:lnTo>
                    <a:pt x="1165951" y="324611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79"/>
                  </a:lnTo>
                  <a:lnTo>
                    <a:pt x="1193383" y="27431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tx676"/>
            <p:cNvSpPr/>
            <p:nvPr/>
          </p:nvSpPr>
          <p:spPr>
            <a:xfrm>
              <a:off x="4872550" y="3626674"/>
              <a:ext cx="1101943" cy="23317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677" name="rc677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tx678"/>
            <p:cNvSpPr/>
            <p:nvPr/>
          </p:nvSpPr>
          <p:spPr>
            <a:xfrm>
              <a:off x="1989553" y="551407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36</a:t>
              </a:r>
            </a:p>
          </p:txBody>
        </p:sp>
        <p:sp>
          <p:nvSpPr>
            <p:cNvPr id="679" name="tx679"/>
            <p:cNvSpPr/>
            <p:nvPr/>
          </p:nvSpPr>
          <p:spPr>
            <a:xfrm>
              <a:off x="2113912" y="54956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0" name="tx680"/>
            <p:cNvSpPr/>
            <p:nvPr/>
          </p:nvSpPr>
          <p:spPr>
            <a:xfrm>
              <a:off x="2158626" y="551407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81" name="tx681"/>
            <p:cNvSpPr/>
            <p:nvPr/>
          </p:nvSpPr>
          <p:spPr>
            <a:xfrm>
              <a:off x="1989553" y="4574475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37</a:t>
              </a:r>
            </a:p>
          </p:txBody>
        </p:sp>
        <p:sp>
          <p:nvSpPr>
            <p:cNvPr id="682" name="tx682"/>
            <p:cNvSpPr/>
            <p:nvPr/>
          </p:nvSpPr>
          <p:spPr>
            <a:xfrm>
              <a:off x="2113912" y="4556096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3" name="tx683"/>
            <p:cNvSpPr/>
            <p:nvPr/>
          </p:nvSpPr>
          <p:spPr>
            <a:xfrm>
              <a:off x="2158626" y="4574475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84" name="tx684"/>
            <p:cNvSpPr/>
            <p:nvPr/>
          </p:nvSpPr>
          <p:spPr>
            <a:xfrm>
              <a:off x="1989553" y="3634827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38</a:t>
              </a:r>
            </a:p>
          </p:txBody>
        </p:sp>
        <p:sp>
          <p:nvSpPr>
            <p:cNvPr id="685" name="tx685"/>
            <p:cNvSpPr/>
            <p:nvPr/>
          </p:nvSpPr>
          <p:spPr>
            <a:xfrm>
              <a:off x="2113912" y="3616447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6" name="tx686"/>
            <p:cNvSpPr/>
            <p:nvPr/>
          </p:nvSpPr>
          <p:spPr>
            <a:xfrm>
              <a:off x="2158626" y="3634827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87" name="tx687"/>
            <p:cNvSpPr/>
            <p:nvPr/>
          </p:nvSpPr>
          <p:spPr>
            <a:xfrm>
              <a:off x="1989553" y="2695270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39</a:t>
              </a:r>
            </a:p>
          </p:txBody>
        </p:sp>
        <p:sp>
          <p:nvSpPr>
            <p:cNvPr id="688" name="tx688"/>
            <p:cNvSpPr/>
            <p:nvPr/>
          </p:nvSpPr>
          <p:spPr>
            <a:xfrm>
              <a:off x="2113912" y="267689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9" name="tx689"/>
            <p:cNvSpPr/>
            <p:nvPr/>
          </p:nvSpPr>
          <p:spPr>
            <a:xfrm>
              <a:off x="2158626" y="269527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0" name="tx690"/>
            <p:cNvSpPr/>
            <p:nvPr/>
          </p:nvSpPr>
          <p:spPr>
            <a:xfrm>
              <a:off x="1989553" y="1755667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691" name="tx691"/>
            <p:cNvSpPr/>
            <p:nvPr/>
          </p:nvSpPr>
          <p:spPr>
            <a:xfrm>
              <a:off x="2113912" y="173728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2" name="tx692"/>
            <p:cNvSpPr/>
            <p:nvPr/>
          </p:nvSpPr>
          <p:spPr>
            <a:xfrm>
              <a:off x="2158626" y="1755667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3" name="pl693"/>
            <p:cNvSpPr/>
            <p:nvPr/>
          </p:nvSpPr>
          <p:spPr>
            <a:xfrm>
              <a:off x="2267112" y="555518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pl694"/>
            <p:cNvSpPr/>
            <p:nvPr/>
          </p:nvSpPr>
          <p:spPr>
            <a:xfrm>
              <a:off x="2267112" y="461557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pl695"/>
            <p:cNvSpPr/>
            <p:nvPr/>
          </p:nvSpPr>
          <p:spPr>
            <a:xfrm>
              <a:off x="2267112" y="367597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pl696"/>
            <p:cNvSpPr/>
            <p:nvPr/>
          </p:nvSpPr>
          <p:spPr>
            <a:xfrm>
              <a:off x="2267112" y="273637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pl697"/>
            <p:cNvSpPr/>
            <p:nvPr/>
          </p:nvSpPr>
          <p:spPr>
            <a:xfrm>
              <a:off x="2267112" y="179677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pl698"/>
            <p:cNvSpPr/>
            <p:nvPr/>
          </p:nvSpPr>
          <p:spPr>
            <a:xfrm>
              <a:off x="2384234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pl699"/>
            <p:cNvSpPr/>
            <p:nvPr/>
          </p:nvSpPr>
          <p:spPr>
            <a:xfrm>
              <a:off x="3124860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pl700"/>
            <p:cNvSpPr/>
            <p:nvPr/>
          </p:nvSpPr>
          <p:spPr>
            <a:xfrm>
              <a:off x="3865485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pl701"/>
            <p:cNvSpPr/>
            <p:nvPr/>
          </p:nvSpPr>
          <p:spPr>
            <a:xfrm>
              <a:off x="4606110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pl702"/>
            <p:cNvSpPr/>
            <p:nvPr/>
          </p:nvSpPr>
          <p:spPr>
            <a:xfrm>
              <a:off x="5346735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pl703"/>
            <p:cNvSpPr/>
            <p:nvPr/>
          </p:nvSpPr>
          <p:spPr>
            <a:xfrm>
              <a:off x="6087361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tx704"/>
            <p:cNvSpPr/>
            <p:nvPr/>
          </p:nvSpPr>
          <p:spPr>
            <a:xfrm>
              <a:off x="2246983" y="578357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78</a:t>
              </a:r>
            </a:p>
          </p:txBody>
        </p:sp>
        <p:sp>
          <p:nvSpPr>
            <p:cNvPr id="705" name="tx705"/>
            <p:cNvSpPr/>
            <p:nvPr/>
          </p:nvSpPr>
          <p:spPr>
            <a:xfrm>
              <a:off x="2371341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06" name="tx706"/>
            <p:cNvSpPr/>
            <p:nvPr/>
          </p:nvSpPr>
          <p:spPr>
            <a:xfrm>
              <a:off x="2416055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07" name="tx707"/>
            <p:cNvSpPr/>
            <p:nvPr/>
          </p:nvSpPr>
          <p:spPr>
            <a:xfrm>
              <a:off x="2987608" y="578357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77</a:t>
              </a:r>
            </a:p>
          </p:txBody>
        </p:sp>
        <p:sp>
          <p:nvSpPr>
            <p:cNvPr id="708" name="tx708"/>
            <p:cNvSpPr/>
            <p:nvPr/>
          </p:nvSpPr>
          <p:spPr>
            <a:xfrm>
              <a:off x="3111967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09" name="tx709"/>
            <p:cNvSpPr/>
            <p:nvPr/>
          </p:nvSpPr>
          <p:spPr>
            <a:xfrm>
              <a:off x="3156681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0" name="tx710"/>
            <p:cNvSpPr/>
            <p:nvPr/>
          </p:nvSpPr>
          <p:spPr>
            <a:xfrm>
              <a:off x="3728233" y="578357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76</a:t>
              </a:r>
            </a:p>
          </p:txBody>
        </p:sp>
        <p:sp>
          <p:nvSpPr>
            <p:cNvPr id="711" name="tx711"/>
            <p:cNvSpPr/>
            <p:nvPr/>
          </p:nvSpPr>
          <p:spPr>
            <a:xfrm>
              <a:off x="3852592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2" name="tx712"/>
            <p:cNvSpPr/>
            <p:nvPr/>
          </p:nvSpPr>
          <p:spPr>
            <a:xfrm>
              <a:off x="3897306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3" name="tx713"/>
            <p:cNvSpPr/>
            <p:nvPr/>
          </p:nvSpPr>
          <p:spPr>
            <a:xfrm>
              <a:off x="4468859" y="578357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714" name="tx714"/>
            <p:cNvSpPr/>
            <p:nvPr/>
          </p:nvSpPr>
          <p:spPr>
            <a:xfrm>
              <a:off x="4593217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5" name="tx715"/>
            <p:cNvSpPr/>
            <p:nvPr/>
          </p:nvSpPr>
          <p:spPr>
            <a:xfrm>
              <a:off x="4637931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6" name="tx716"/>
            <p:cNvSpPr/>
            <p:nvPr/>
          </p:nvSpPr>
          <p:spPr>
            <a:xfrm>
              <a:off x="5209484" y="578357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74</a:t>
              </a:r>
            </a:p>
          </p:txBody>
        </p:sp>
        <p:sp>
          <p:nvSpPr>
            <p:cNvPr id="717" name="tx717"/>
            <p:cNvSpPr/>
            <p:nvPr/>
          </p:nvSpPr>
          <p:spPr>
            <a:xfrm>
              <a:off x="5333842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8" name="tx718"/>
            <p:cNvSpPr/>
            <p:nvPr/>
          </p:nvSpPr>
          <p:spPr>
            <a:xfrm>
              <a:off x="537855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9" name="tx719"/>
            <p:cNvSpPr/>
            <p:nvPr/>
          </p:nvSpPr>
          <p:spPr>
            <a:xfrm>
              <a:off x="5950109" y="578357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73</a:t>
              </a:r>
            </a:p>
          </p:txBody>
        </p:sp>
        <p:sp>
          <p:nvSpPr>
            <p:cNvPr id="720" name="tx720"/>
            <p:cNvSpPr/>
            <p:nvPr/>
          </p:nvSpPr>
          <p:spPr>
            <a:xfrm>
              <a:off x="607446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1" name="tx721"/>
            <p:cNvSpPr/>
            <p:nvPr/>
          </p:nvSpPr>
          <p:spPr>
            <a:xfrm>
              <a:off x="611918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2" name="tx722"/>
            <p:cNvSpPr/>
            <p:nvPr/>
          </p:nvSpPr>
          <p:spPr>
            <a:xfrm>
              <a:off x="3801860" y="5925448"/>
              <a:ext cx="114985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Longitude_manual</a:t>
              </a:r>
            </a:p>
          </p:txBody>
        </p:sp>
        <p:sp>
          <p:nvSpPr>
            <p:cNvPr id="723" name="tx723"/>
            <p:cNvSpPr/>
            <p:nvPr/>
          </p:nvSpPr>
          <p:spPr>
            <a:xfrm rot="-5400000">
              <a:off x="1357153" y="3645259"/>
              <a:ext cx="1033180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Latitude_manual</a:t>
              </a:r>
            </a:p>
          </p:txBody>
        </p:sp>
        <p:sp>
          <p:nvSpPr>
            <p:cNvPr id="724" name="rc724"/>
            <p:cNvSpPr/>
            <p:nvPr/>
          </p:nvSpPr>
          <p:spPr>
            <a:xfrm>
              <a:off x="6590850" y="2976782"/>
              <a:ext cx="729514" cy="14371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25" name="tx725"/>
            <p:cNvSpPr/>
            <p:nvPr/>
          </p:nvSpPr>
          <p:spPr>
            <a:xfrm>
              <a:off x="6660439" y="3061824"/>
              <a:ext cx="59033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var1.pred</a:t>
              </a:r>
            </a:p>
          </p:txBody>
        </p:sp>
        <p:pic>
          <p:nvPicPr>
            <p:cNvPr id="726" name="pic72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60439" y="3247085"/>
              <a:ext cx="219455" cy="1097280"/>
            </a:xfrm>
            <a:prstGeom prst="rect">
              <a:avLst/>
            </a:prstGeom>
          </p:spPr>
        </p:pic>
        <p:sp>
          <p:nvSpPr>
            <p:cNvPr id="727" name="pl727"/>
            <p:cNvSpPr/>
            <p:nvPr/>
          </p:nvSpPr>
          <p:spPr>
            <a:xfrm>
              <a:off x="6836004" y="434253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pl728"/>
            <p:cNvSpPr/>
            <p:nvPr/>
          </p:nvSpPr>
          <p:spPr>
            <a:xfrm>
              <a:off x="6836004" y="412381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pl729"/>
            <p:cNvSpPr/>
            <p:nvPr/>
          </p:nvSpPr>
          <p:spPr>
            <a:xfrm>
              <a:off x="6836004" y="390508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pl730"/>
            <p:cNvSpPr/>
            <p:nvPr/>
          </p:nvSpPr>
          <p:spPr>
            <a:xfrm>
              <a:off x="6836004" y="368636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pl731"/>
            <p:cNvSpPr/>
            <p:nvPr/>
          </p:nvSpPr>
          <p:spPr>
            <a:xfrm>
              <a:off x="6836004" y="3467638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pl732"/>
            <p:cNvSpPr/>
            <p:nvPr/>
          </p:nvSpPr>
          <p:spPr>
            <a:xfrm>
              <a:off x="6836004" y="324891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pl733"/>
            <p:cNvSpPr/>
            <p:nvPr/>
          </p:nvSpPr>
          <p:spPr>
            <a:xfrm>
              <a:off x="6660439" y="434253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pl734"/>
            <p:cNvSpPr/>
            <p:nvPr/>
          </p:nvSpPr>
          <p:spPr>
            <a:xfrm>
              <a:off x="6660439" y="412381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pl735"/>
            <p:cNvSpPr/>
            <p:nvPr/>
          </p:nvSpPr>
          <p:spPr>
            <a:xfrm>
              <a:off x="6660439" y="390508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pl736"/>
            <p:cNvSpPr/>
            <p:nvPr/>
          </p:nvSpPr>
          <p:spPr>
            <a:xfrm>
              <a:off x="6660439" y="368636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pl737"/>
            <p:cNvSpPr/>
            <p:nvPr/>
          </p:nvSpPr>
          <p:spPr>
            <a:xfrm>
              <a:off x="6660439" y="3467638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pl738"/>
            <p:cNvSpPr/>
            <p:nvPr/>
          </p:nvSpPr>
          <p:spPr>
            <a:xfrm>
              <a:off x="6660439" y="324891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tx739"/>
            <p:cNvSpPr/>
            <p:nvPr/>
          </p:nvSpPr>
          <p:spPr>
            <a:xfrm>
              <a:off x="6949485" y="4302486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0" name="tx740"/>
            <p:cNvSpPr/>
            <p:nvPr/>
          </p:nvSpPr>
          <p:spPr>
            <a:xfrm>
              <a:off x="6949485" y="4083761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41" name="tx741"/>
            <p:cNvSpPr/>
            <p:nvPr/>
          </p:nvSpPr>
          <p:spPr>
            <a:xfrm>
              <a:off x="6949485" y="3865037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42" name="tx742"/>
            <p:cNvSpPr/>
            <p:nvPr/>
          </p:nvSpPr>
          <p:spPr>
            <a:xfrm>
              <a:off x="6949485" y="364631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43" name="tx743"/>
            <p:cNvSpPr/>
            <p:nvPr/>
          </p:nvSpPr>
          <p:spPr>
            <a:xfrm>
              <a:off x="6949485" y="3427588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44" name="tx744"/>
            <p:cNvSpPr/>
            <p:nvPr/>
          </p:nvSpPr>
          <p:spPr>
            <a:xfrm>
              <a:off x="6949485" y="3208863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1487040" y="1600200"/>
              <a:ext cx="6169918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2034901" y="2354586"/>
              <a:ext cx="4342247" cy="3366361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l6"/>
            <p:cNvSpPr/>
            <p:nvPr/>
          </p:nvSpPr>
          <p:spPr>
            <a:xfrm>
              <a:off x="2443946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l7"/>
            <p:cNvSpPr/>
            <p:nvPr/>
          </p:nvSpPr>
          <p:spPr>
            <a:xfrm>
              <a:off x="2973121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l8"/>
            <p:cNvSpPr/>
            <p:nvPr/>
          </p:nvSpPr>
          <p:spPr>
            <a:xfrm>
              <a:off x="3502296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l9"/>
            <p:cNvSpPr/>
            <p:nvPr/>
          </p:nvSpPr>
          <p:spPr>
            <a:xfrm>
              <a:off x="4031471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l10"/>
            <p:cNvSpPr/>
            <p:nvPr/>
          </p:nvSpPr>
          <p:spPr>
            <a:xfrm>
              <a:off x="4560646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l11"/>
            <p:cNvSpPr/>
            <p:nvPr/>
          </p:nvSpPr>
          <p:spPr>
            <a:xfrm>
              <a:off x="508982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l12"/>
            <p:cNvSpPr/>
            <p:nvPr/>
          </p:nvSpPr>
          <p:spPr>
            <a:xfrm>
              <a:off x="5618997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l13"/>
            <p:cNvSpPr/>
            <p:nvPr/>
          </p:nvSpPr>
          <p:spPr>
            <a:xfrm>
              <a:off x="6148172" y="2354586"/>
              <a:ext cx="0" cy="3366361"/>
            </a:xfrm>
            <a:custGeom>
              <a:avLst/>
              <a:gdLst/>
              <a:ahLst/>
              <a:cxnLst/>
              <a:rect l="0" t="0" r="0" b="0"/>
              <a:pathLst>
                <a:path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l14"/>
            <p:cNvSpPr/>
            <p:nvPr/>
          </p:nvSpPr>
          <p:spPr>
            <a:xfrm>
              <a:off x="2034901" y="5407850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5"/>
            <p:cNvSpPr/>
            <p:nvPr/>
          </p:nvSpPr>
          <p:spPr>
            <a:xfrm>
              <a:off x="2034901" y="4757570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l16"/>
            <p:cNvSpPr/>
            <p:nvPr/>
          </p:nvSpPr>
          <p:spPr>
            <a:xfrm>
              <a:off x="2034901" y="410729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l17"/>
            <p:cNvSpPr/>
            <p:nvPr/>
          </p:nvSpPr>
          <p:spPr>
            <a:xfrm>
              <a:off x="2034901" y="345701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l18"/>
            <p:cNvSpPr/>
            <p:nvPr/>
          </p:nvSpPr>
          <p:spPr>
            <a:xfrm>
              <a:off x="2034901" y="2806731"/>
              <a:ext cx="4342247" cy="0"/>
            </a:xfrm>
            <a:custGeom>
              <a:avLst/>
              <a:gdLst/>
              <a:ahLst/>
              <a:cxnLst/>
              <a:rect l="0" t="0" r="0" b="0"/>
              <a:pathLst>
                <a:path w="4342247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g19"/>
            <p:cNvSpPr/>
            <p:nvPr/>
          </p:nvSpPr>
          <p:spPr>
            <a:xfrm>
              <a:off x="5504809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g20"/>
            <p:cNvSpPr/>
            <p:nvPr/>
          </p:nvSpPr>
          <p:spPr>
            <a:xfrm>
              <a:off x="5516446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g21"/>
            <p:cNvSpPr/>
            <p:nvPr/>
          </p:nvSpPr>
          <p:spPr>
            <a:xfrm>
              <a:off x="5528083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g22"/>
            <p:cNvSpPr/>
            <p:nvPr/>
          </p:nvSpPr>
          <p:spPr>
            <a:xfrm>
              <a:off x="5551358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g23"/>
            <p:cNvSpPr/>
            <p:nvPr/>
          </p:nvSpPr>
          <p:spPr>
            <a:xfrm>
              <a:off x="5562995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g24"/>
            <p:cNvSpPr/>
            <p:nvPr/>
          </p:nvSpPr>
          <p:spPr>
            <a:xfrm>
              <a:off x="5574633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g25"/>
            <p:cNvSpPr/>
            <p:nvPr/>
          </p:nvSpPr>
          <p:spPr>
            <a:xfrm>
              <a:off x="6109950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g26"/>
            <p:cNvSpPr/>
            <p:nvPr/>
          </p:nvSpPr>
          <p:spPr>
            <a:xfrm>
              <a:off x="6121587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g27"/>
            <p:cNvSpPr/>
            <p:nvPr/>
          </p:nvSpPr>
          <p:spPr>
            <a:xfrm>
              <a:off x="6133224" y="25076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g28"/>
            <p:cNvSpPr/>
            <p:nvPr/>
          </p:nvSpPr>
          <p:spPr>
            <a:xfrm>
              <a:off x="5481534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g29"/>
            <p:cNvSpPr/>
            <p:nvPr/>
          </p:nvSpPr>
          <p:spPr>
            <a:xfrm>
              <a:off x="5493171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5504809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g31"/>
            <p:cNvSpPr/>
            <p:nvPr/>
          </p:nvSpPr>
          <p:spPr>
            <a:xfrm>
              <a:off x="5516446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g32"/>
            <p:cNvSpPr/>
            <p:nvPr/>
          </p:nvSpPr>
          <p:spPr>
            <a:xfrm>
              <a:off x="5528083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g33"/>
            <p:cNvSpPr/>
            <p:nvPr/>
          </p:nvSpPr>
          <p:spPr>
            <a:xfrm>
              <a:off x="5539721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g34"/>
            <p:cNvSpPr/>
            <p:nvPr/>
          </p:nvSpPr>
          <p:spPr>
            <a:xfrm>
              <a:off x="5551358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g35"/>
            <p:cNvSpPr/>
            <p:nvPr/>
          </p:nvSpPr>
          <p:spPr>
            <a:xfrm>
              <a:off x="5562995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g36"/>
            <p:cNvSpPr/>
            <p:nvPr/>
          </p:nvSpPr>
          <p:spPr>
            <a:xfrm>
              <a:off x="5574633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g37"/>
            <p:cNvSpPr/>
            <p:nvPr/>
          </p:nvSpPr>
          <p:spPr>
            <a:xfrm>
              <a:off x="6098312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7">
                <a:alpha val="100000"/>
              </a:srgbClr>
            </a:solidFill>
            <a:ln w="5420" cap="flat">
              <a:solidFill>
                <a:srgbClr val="392D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g38"/>
            <p:cNvSpPr/>
            <p:nvPr/>
          </p:nvSpPr>
          <p:spPr>
            <a:xfrm>
              <a:off x="6109950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g39"/>
            <p:cNvSpPr/>
            <p:nvPr/>
          </p:nvSpPr>
          <p:spPr>
            <a:xfrm>
              <a:off x="6121587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g40"/>
            <p:cNvSpPr/>
            <p:nvPr/>
          </p:nvSpPr>
          <p:spPr>
            <a:xfrm>
              <a:off x="6133224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g41"/>
            <p:cNvSpPr/>
            <p:nvPr/>
          </p:nvSpPr>
          <p:spPr>
            <a:xfrm>
              <a:off x="6144862" y="25219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g42"/>
            <p:cNvSpPr/>
            <p:nvPr/>
          </p:nvSpPr>
          <p:spPr>
            <a:xfrm>
              <a:off x="5469897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g43"/>
            <p:cNvSpPr/>
            <p:nvPr/>
          </p:nvSpPr>
          <p:spPr>
            <a:xfrm>
              <a:off x="5481534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g44"/>
            <p:cNvSpPr/>
            <p:nvPr/>
          </p:nvSpPr>
          <p:spPr>
            <a:xfrm>
              <a:off x="5493171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g45"/>
            <p:cNvSpPr/>
            <p:nvPr/>
          </p:nvSpPr>
          <p:spPr>
            <a:xfrm>
              <a:off x="5504809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g46"/>
            <p:cNvSpPr/>
            <p:nvPr/>
          </p:nvSpPr>
          <p:spPr>
            <a:xfrm>
              <a:off x="5516446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g47"/>
            <p:cNvSpPr/>
            <p:nvPr/>
          </p:nvSpPr>
          <p:spPr>
            <a:xfrm>
              <a:off x="5528083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g48"/>
            <p:cNvSpPr/>
            <p:nvPr/>
          </p:nvSpPr>
          <p:spPr>
            <a:xfrm>
              <a:off x="5539721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g49"/>
            <p:cNvSpPr/>
            <p:nvPr/>
          </p:nvSpPr>
          <p:spPr>
            <a:xfrm>
              <a:off x="5551358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g50"/>
            <p:cNvSpPr/>
            <p:nvPr/>
          </p:nvSpPr>
          <p:spPr>
            <a:xfrm>
              <a:off x="5562995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g51"/>
            <p:cNvSpPr/>
            <p:nvPr/>
          </p:nvSpPr>
          <p:spPr>
            <a:xfrm>
              <a:off x="5574633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g52"/>
            <p:cNvSpPr/>
            <p:nvPr/>
          </p:nvSpPr>
          <p:spPr>
            <a:xfrm>
              <a:off x="5586270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g53"/>
            <p:cNvSpPr/>
            <p:nvPr/>
          </p:nvSpPr>
          <p:spPr>
            <a:xfrm>
              <a:off x="6098312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g54"/>
            <p:cNvSpPr/>
            <p:nvPr/>
          </p:nvSpPr>
          <p:spPr>
            <a:xfrm>
              <a:off x="6109950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g55"/>
            <p:cNvSpPr/>
            <p:nvPr/>
          </p:nvSpPr>
          <p:spPr>
            <a:xfrm>
              <a:off x="6121587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/>
            <p:cNvSpPr/>
            <p:nvPr/>
          </p:nvSpPr>
          <p:spPr>
            <a:xfrm>
              <a:off x="6133224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g57"/>
            <p:cNvSpPr/>
            <p:nvPr/>
          </p:nvSpPr>
          <p:spPr>
            <a:xfrm>
              <a:off x="6144862" y="25362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7">
                <a:alpha val="100000"/>
              </a:srgbClr>
            </a:solidFill>
            <a:ln w="5420" cap="flat">
              <a:solidFill>
                <a:srgbClr val="392D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/>
            <p:cNvSpPr/>
            <p:nvPr/>
          </p:nvSpPr>
          <p:spPr>
            <a:xfrm>
              <a:off x="541171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g59"/>
            <p:cNvSpPr/>
            <p:nvPr/>
          </p:nvSpPr>
          <p:spPr>
            <a:xfrm>
              <a:off x="5423347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g60"/>
            <p:cNvSpPr/>
            <p:nvPr/>
          </p:nvSpPr>
          <p:spPr>
            <a:xfrm>
              <a:off x="543498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pg61"/>
            <p:cNvSpPr/>
            <p:nvPr/>
          </p:nvSpPr>
          <p:spPr>
            <a:xfrm>
              <a:off x="5446622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g62"/>
            <p:cNvSpPr/>
            <p:nvPr/>
          </p:nvSpPr>
          <p:spPr>
            <a:xfrm>
              <a:off x="5458259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g63"/>
            <p:cNvSpPr/>
            <p:nvPr/>
          </p:nvSpPr>
          <p:spPr>
            <a:xfrm>
              <a:off x="5469897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g64"/>
            <p:cNvSpPr/>
            <p:nvPr/>
          </p:nvSpPr>
          <p:spPr>
            <a:xfrm>
              <a:off x="5481534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g65"/>
            <p:cNvSpPr/>
            <p:nvPr/>
          </p:nvSpPr>
          <p:spPr>
            <a:xfrm>
              <a:off x="5493171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g66"/>
            <p:cNvSpPr/>
            <p:nvPr/>
          </p:nvSpPr>
          <p:spPr>
            <a:xfrm>
              <a:off x="5504809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g67"/>
            <p:cNvSpPr/>
            <p:nvPr/>
          </p:nvSpPr>
          <p:spPr>
            <a:xfrm>
              <a:off x="5516446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g68"/>
            <p:cNvSpPr/>
            <p:nvPr/>
          </p:nvSpPr>
          <p:spPr>
            <a:xfrm>
              <a:off x="5528083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g69"/>
            <p:cNvSpPr/>
            <p:nvPr/>
          </p:nvSpPr>
          <p:spPr>
            <a:xfrm>
              <a:off x="5539721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g70"/>
            <p:cNvSpPr/>
            <p:nvPr/>
          </p:nvSpPr>
          <p:spPr>
            <a:xfrm>
              <a:off x="5551358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g71"/>
            <p:cNvSpPr/>
            <p:nvPr/>
          </p:nvSpPr>
          <p:spPr>
            <a:xfrm>
              <a:off x="5562995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g72"/>
            <p:cNvSpPr/>
            <p:nvPr/>
          </p:nvSpPr>
          <p:spPr>
            <a:xfrm>
              <a:off x="5574633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g73"/>
            <p:cNvSpPr/>
            <p:nvPr/>
          </p:nvSpPr>
          <p:spPr>
            <a:xfrm>
              <a:off x="6109950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g74"/>
            <p:cNvSpPr/>
            <p:nvPr/>
          </p:nvSpPr>
          <p:spPr>
            <a:xfrm>
              <a:off x="6121587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g75"/>
            <p:cNvSpPr/>
            <p:nvPr/>
          </p:nvSpPr>
          <p:spPr>
            <a:xfrm>
              <a:off x="6133224" y="25505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g76"/>
            <p:cNvSpPr/>
            <p:nvPr/>
          </p:nvSpPr>
          <p:spPr>
            <a:xfrm>
              <a:off x="5376798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g77"/>
            <p:cNvSpPr/>
            <p:nvPr/>
          </p:nvSpPr>
          <p:spPr>
            <a:xfrm>
              <a:off x="5388435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g78"/>
            <p:cNvSpPr/>
            <p:nvPr/>
          </p:nvSpPr>
          <p:spPr>
            <a:xfrm>
              <a:off x="540007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g79"/>
            <p:cNvSpPr/>
            <p:nvPr/>
          </p:nvSpPr>
          <p:spPr>
            <a:xfrm>
              <a:off x="5411710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g80"/>
            <p:cNvSpPr/>
            <p:nvPr/>
          </p:nvSpPr>
          <p:spPr>
            <a:xfrm>
              <a:off x="5423347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g81"/>
            <p:cNvSpPr/>
            <p:nvPr/>
          </p:nvSpPr>
          <p:spPr>
            <a:xfrm>
              <a:off x="5434985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g82"/>
            <p:cNvSpPr/>
            <p:nvPr/>
          </p:nvSpPr>
          <p:spPr>
            <a:xfrm>
              <a:off x="5446622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g83"/>
            <p:cNvSpPr/>
            <p:nvPr/>
          </p:nvSpPr>
          <p:spPr>
            <a:xfrm>
              <a:off x="5458259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g84"/>
            <p:cNvSpPr/>
            <p:nvPr/>
          </p:nvSpPr>
          <p:spPr>
            <a:xfrm>
              <a:off x="5469897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g85"/>
            <p:cNvSpPr/>
            <p:nvPr/>
          </p:nvSpPr>
          <p:spPr>
            <a:xfrm>
              <a:off x="5481534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/>
            <p:cNvSpPr/>
            <p:nvPr/>
          </p:nvSpPr>
          <p:spPr>
            <a:xfrm>
              <a:off x="5493171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pg87"/>
            <p:cNvSpPr/>
            <p:nvPr/>
          </p:nvSpPr>
          <p:spPr>
            <a:xfrm>
              <a:off x="5504809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pg88"/>
            <p:cNvSpPr/>
            <p:nvPr/>
          </p:nvSpPr>
          <p:spPr>
            <a:xfrm>
              <a:off x="5516446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pg89"/>
            <p:cNvSpPr/>
            <p:nvPr/>
          </p:nvSpPr>
          <p:spPr>
            <a:xfrm>
              <a:off x="5528083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g90"/>
            <p:cNvSpPr/>
            <p:nvPr/>
          </p:nvSpPr>
          <p:spPr>
            <a:xfrm>
              <a:off x="5539721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g91"/>
            <p:cNvSpPr/>
            <p:nvPr/>
          </p:nvSpPr>
          <p:spPr>
            <a:xfrm>
              <a:off x="5551358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g92"/>
            <p:cNvSpPr/>
            <p:nvPr/>
          </p:nvSpPr>
          <p:spPr>
            <a:xfrm>
              <a:off x="5562995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g93"/>
            <p:cNvSpPr/>
            <p:nvPr/>
          </p:nvSpPr>
          <p:spPr>
            <a:xfrm>
              <a:off x="6121587" y="25648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g94"/>
            <p:cNvSpPr/>
            <p:nvPr/>
          </p:nvSpPr>
          <p:spPr>
            <a:xfrm>
              <a:off x="5365161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g95"/>
            <p:cNvSpPr/>
            <p:nvPr/>
          </p:nvSpPr>
          <p:spPr>
            <a:xfrm>
              <a:off x="5376798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g96"/>
            <p:cNvSpPr/>
            <p:nvPr/>
          </p:nvSpPr>
          <p:spPr>
            <a:xfrm>
              <a:off x="5388435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g97"/>
            <p:cNvSpPr/>
            <p:nvPr/>
          </p:nvSpPr>
          <p:spPr>
            <a:xfrm>
              <a:off x="5400073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g98"/>
            <p:cNvSpPr/>
            <p:nvPr/>
          </p:nvSpPr>
          <p:spPr>
            <a:xfrm>
              <a:off x="5411710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g99"/>
            <p:cNvSpPr/>
            <p:nvPr/>
          </p:nvSpPr>
          <p:spPr>
            <a:xfrm>
              <a:off x="5423347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g100"/>
            <p:cNvSpPr/>
            <p:nvPr/>
          </p:nvSpPr>
          <p:spPr>
            <a:xfrm>
              <a:off x="5434985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g101"/>
            <p:cNvSpPr/>
            <p:nvPr/>
          </p:nvSpPr>
          <p:spPr>
            <a:xfrm>
              <a:off x="5446622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g102"/>
            <p:cNvSpPr/>
            <p:nvPr/>
          </p:nvSpPr>
          <p:spPr>
            <a:xfrm>
              <a:off x="5458259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g103"/>
            <p:cNvSpPr/>
            <p:nvPr/>
          </p:nvSpPr>
          <p:spPr>
            <a:xfrm>
              <a:off x="5469897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g104"/>
            <p:cNvSpPr/>
            <p:nvPr/>
          </p:nvSpPr>
          <p:spPr>
            <a:xfrm>
              <a:off x="5481534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g105"/>
            <p:cNvSpPr/>
            <p:nvPr/>
          </p:nvSpPr>
          <p:spPr>
            <a:xfrm>
              <a:off x="5493171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g106"/>
            <p:cNvSpPr/>
            <p:nvPr/>
          </p:nvSpPr>
          <p:spPr>
            <a:xfrm>
              <a:off x="5504809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g107"/>
            <p:cNvSpPr/>
            <p:nvPr/>
          </p:nvSpPr>
          <p:spPr>
            <a:xfrm>
              <a:off x="5516446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g108"/>
            <p:cNvSpPr/>
            <p:nvPr/>
          </p:nvSpPr>
          <p:spPr>
            <a:xfrm>
              <a:off x="5528083" y="25791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g109"/>
            <p:cNvSpPr/>
            <p:nvPr/>
          </p:nvSpPr>
          <p:spPr>
            <a:xfrm>
              <a:off x="5341886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g110"/>
            <p:cNvSpPr/>
            <p:nvPr/>
          </p:nvSpPr>
          <p:spPr>
            <a:xfrm>
              <a:off x="5353523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g111"/>
            <p:cNvSpPr/>
            <p:nvPr/>
          </p:nvSpPr>
          <p:spPr>
            <a:xfrm>
              <a:off x="5365161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g112"/>
            <p:cNvSpPr/>
            <p:nvPr/>
          </p:nvSpPr>
          <p:spPr>
            <a:xfrm>
              <a:off x="5376798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g113"/>
            <p:cNvSpPr/>
            <p:nvPr/>
          </p:nvSpPr>
          <p:spPr>
            <a:xfrm>
              <a:off x="5388435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g114"/>
            <p:cNvSpPr/>
            <p:nvPr/>
          </p:nvSpPr>
          <p:spPr>
            <a:xfrm>
              <a:off x="5400073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pg115"/>
            <p:cNvSpPr/>
            <p:nvPr/>
          </p:nvSpPr>
          <p:spPr>
            <a:xfrm>
              <a:off x="5411710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g116"/>
            <p:cNvSpPr/>
            <p:nvPr/>
          </p:nvSpPr>
          <p:spPr>
            <a:xfrm>
              <a:off x="5423347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pg117"/>
            <p:cNvSpPr/>
            <p:nvPr/>
          </p:nvSpPr>
          <p:spPr>
            <a:xfrm>
              <a:off x="5434985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g118"/>
            <p:cNvSpPr/>
            <p:nvPr/>
          </p:nvSpPr>
          <p:spPr>
            <a:xfrm>
              <a:off x="5446622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pg119"/>
            <p:cNvSpPr/>
            <p:nvPr/>
          </p:nvSpPr>
          <p:spPr>
            <a:xfrm>
              <a:off x="5458259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pg120"/>
            <p:cNvSpPr/>
            <p:nvPr/>
          </p:nvSpPr>
          <p:spPr>
            <a:xfrm>
              <a:off x="5469897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pg121"/>
            <p:cNvSpPr/>
            <p:nvPr/>
          </p:nvSpPr>
          <p:spPr>
            <a:xfrm>
              <a:off x="5481534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pg122"/>
            <p:cNvSpPr/>
            <p:nvPr/>
          </p:nvSpPr>
          <p:spPr>
            <a:xfrm>
              <a:off x="5493171" y="25934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g123"/>
            <p:cNvSpPr/>
            <p:nvPr/>
          </p:nvSpPr>
          <p:spPr>
            <a:xfrm>
              <a:off x="5306974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g124"/>
            <p:cNvSpPr/>
            <p:nvPr/>
          </p:nvSpPr>
          <p:spPr>
            <a:xfrm>
              <a:off x="5318611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g125"/>
            <p:cNvSpPr/>
            <p:nvPr/>
          </p:nvSpPr>
          <p:spPr>
            <a:xfrm>
              <a:off x="5330249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g126"/>
            <p:cNvSpPr/>
            <p:nvPr/>
          </p:nvSpPr>
          <p:spPr>
            <a:xfrm>
              <a:off x="5341886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g127"/>
            <p:cNvSpPr/>
            <p:nvPr/>
          </p:nvSpPr>
          <p:spPr>
            <a:xfrm>
              <a:off x="5353523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g128"/>
            <p:cNvSpPr/>
            <p:nvPr/>
          </p:nvSpPr>
          <p:spPr>
            <a:xfrm>
              <a:off x="5365161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g129"/>
            <p:cNvSpPr/>
            <p:nvPr/>
          </p:nvSpPr>
          <p:spPr>
            <a:xfrm>
              <a:off x="5376798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g130"/>
            <p:cNvSpPr/>
            <p:nvPr/>
          </p:nvSpPr>
          <p:spPr>
            <a:xfrm>
              <a:off x="5388435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g131"/>
            <p:cNvSpPr/>
            <p:nvPr/>
          </p:nvSpPr>
          <p:spPr>
            <a:xfrm>
              <a:off x="5400073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g132"/>
            <p:cNvSpPr/>
            <p:nvPr/>
          </p:nvSpPr>
          <p:spPr>
            <a:xfrm>
              <a:off x="5411710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g133"/>
            <p:cNvSpPr/>
            <p:nvPr/>
          </p:nvSpPr>
          <p:spPr>
            <a:xfrm>
              <a:off x="5423347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pg134"/>
            <p:cNvSpPr/>
            <p:nvPr/>
          </p:nvSpPr>
          <p:spPr>
            <a:xfrm>
              <a:off x="5434985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pg135"/>
            <p:cNvSpPr/>
            <p:nvPr/>
          </p:nvSpPr>
          <p:spPr>
            <a:xfrm>
              <a:off x="5446622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pg136"/>
            <p:cNvSpPr/>
            <p:nvPr/>
          </p:nvSpPr>
          <p:spPr>
            <a:xfrm>
              <a:off x="5458259" y="26077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pg137"/>
            <p:cNvSpPr/>
            <p:nvPr/>
          </p:nvSpPr>
          <p:spPr>
            <a:xfrm>
              <a:off x="5283699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pg138"/>
            <p:cNvSpPr/>
            <p:nvPr/>
          </p:nvSpPr>
          <p:spPr>
            <a:xfrm>
              <a:off x="5295337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pg139"/>
            <p:cNvSpPr/>
            <p:nvPr/>
          </p:nvSpPr>
          <p:spPr>
            <a:xfrm>
              <a:off x="5306974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pg140"/>
            <p:cNvSpPr/>
            <p:nvPr/>
          </p:nvSpPr>
          <p:spPr>
            <a:xfrm>
              <a:off x="5318611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pg141"/>
            <p:cNvSpPr/>
            <p:nvPr/>
          </p:nvSpPr>
          <p:spPr>
            <a:xfrm>
              <a:off x="5330249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pg142"/>
            <p:cNvSpPr/>
            <p:nvPr/>
          </p:nvSpPr>
          <p:spPr>
            <a:xfrm>
              <a:off x="5341886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pg143"/>
            <p:cNvSpPr/>
            <p:nvPr/>
          </p:nvSpPr>
          <p:spPr>
            <a:xfrm>
              <a:off x="5353523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pg144"/>
            <p:cNvSpPr/>
            <p:nvPr/>
          </p:nvSpPr>
          <p:spPr>
            <a:xfrm>
              <a:off x="5365161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pg145"/>
            <p:cNvSpPr/>
            <p:nvPr/>
          </p:nvSpPr>
          <p:spPr>
            <a:xfrm>
              <a:off x="5376798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pg146"/>
            <p:cNvSpPr/>
            <p:nvPr/>
          </p:nvSpPr>
          <p:spPr>
            <a:xfrm>
              <a:off x="5388435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pg147"/>
            <p:cNvSpPr/>
            <p:nvPr/>
          </p:nvSpPr>
          <p:spPr>
            <a:xfrm>
              <a:off x="5400073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pg148"/>
            <p:cNvSpPr/>
            <p:nvPr/>
          </p:nvSpPr>
          <p:spPr>
            <a:xfrm>
              <a:off x="5411710" y="26220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pg149"/>
            <p:cNvSpPr/>
            <p:nvPr/>
          </p:nvSpPr>
          <p:spPr>
            <a:xfrm>
              <a:off x="5272062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pg150"/>
            <p:cNvSpPr/>
            <p:nvPr/>
          </p:nvSpPr>
          <p:spPr>
            <a:xfrm>
              <a:off x="5283699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pg151"/>
            <p:cNvSpPr/>
            <p:nvPr/>
          </p:nvSpPr>
          <p:spPr>
            <a:xfrm>
              <a:off x="5295337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pg152"/>
            <p:cNvSpPr/>
            <p:nvPr/>
          </p:nvSpPr>
          <p:spPr>
            <a:xfrm>
              <a:off x="5306974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pg153"/>
            <p:cNvSpPr/>
            <p:nvPr/>
          </p:nvSpPr>
          <p:spPr>
            <a:xfrm>
              <a:off x="5318611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pg154"/>
            <p:cNvSpPr/>
            <p:nvPr/>
          </p:nvSpPr>
          <p:spPr>
            <a:xfrm>
              <a:off x="5330249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pg155"/>
            <p:cNvSpPr/>
            <p:nvPr/>
          </p:nvSpPr>
          <p:spPr>
            <a:xfrm>
              <a:off x="5341886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pg156"/>
            <p:cNvSpPr/>
            <p:nvPr/>
          </p:nvSpPr>
          <p:spPr>
            <a:xfrm>
              <a:off x="5353523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pg157"/>
            <p:cNvSpPr/>
            <p:nvPr/>
          </p:nvSpPr>
          <p:spPr>
            <a:xfrm>
              <a:off x="5365161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pg158"/>
            <p:cNvSpPr/>
            <p:nvPr/>
          </p:nvSpPr>
          <p:spPr>
            <a:xfrm>
              <a:off x="5376798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pg159"/>
            <p:cNvSpPr/>
            <p:nvPr/>
          </p:nvSpPr>
          <p:spPr>
            <a:xfrm>
              <a:off x="5388435" y="26363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pg160"/>
            <p:cNvSpPr/>
            <p:nvPr/>
          </p:nvSpPr>
          <p:spPr>
            <a:xfrm>
              <a:off x="5260425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pg161"/>
            <p:cNvSpPr/>
            <p:nvPr/>
          </p:nvSpPr>
          <p:spPr>
            <a:xfrm>
              <a:off x="5272062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pg162"/>
            <p:cNvSpPr/>
            <p:nvPr/>
          </p:nvSpPr>
          <p:spPr>
            <a:xfrm>
              <a:off x="5283699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pg163"/>
            <p:cNvSpPr/>
            <p:nvPr/>
          </p:nvSpPr>
          <p:spPr>
            <a:xfrm>
              <a:off x="5295337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pg164"/>
            <p:cNvSpPr/>
            <p:nvPr/>
          </p:nvSpPr>
          <p:spPr>
            <a:xfrm>
              <a:off x="5306974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pg165"/>
            <p:cNvSpPr/>
            <p:nvPr/>
          </p:nvSpPr>
          <p:spPr>
            <a:xfrm>
              <a:off x="5318611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pg166"/>
            <p:cNvSpPr/>
            <p:nvPr/>
          </p:nvSpPr>
          <p:spPr>
            <a:xfrm>
              <a:off x="5330249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pg167"/>
            <p:cNvSpPr/>
            <p:nvPr/>
          </p:nvSpPr>
          <p:spPr>
            <a:xfrm>
              <a:off x="5341886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pg168"/>
            <p:cNvSpPr/>
            <p:nvPr/>
          </p:nvSpPr>
          <p:spPr>
            <a:xfrm>
              <a:off x="5353523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pg169"/>
            <p:cNvSpPr/>
            <p:nvPr/>
          </p:nvSpPr>
          <p:spPr>
            <a:xfrm>
              <a:off x="5365161" y="26506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pg170"/>
            <p:cNvSpPr/>
            <p:nvPr/>
          </p:nvSpPr>
          <p:spPr>
            <a:xfrm>
              <a:off x="5248787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pg171"/>
            <p:cNvSpPr/>
            <p:nvPr/>
          </p:nvSpPr>
          <p:spPr>
            <a:xfrm>
              <a:off x="5260425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pg172"/>
            <p:cNvSpPr/>
            <p:nvPr/>
          </p:nvSpPr>
          <p:spPr>
            <a:xfrm>
              <a:off x="5272062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pg173"/>
            <p:cNvSpPr/>
            <p:nvPr/>
          </p:nvSpPr>
          <p:spPr>
            <a:xfrm>
              <a:off x="5283699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pg174"/>
            <p:cNvSpPr/>
            <p:nvPr/>
          </p:nvSpPr>
          <p:spPr>
            <a:xfrm>
              <a:off x="5295337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pg175"/>
            <p:cNvSpPr/>
            <p:nvPr/>
          </p:nvSpPr>
          <p:spPr>
            <a:xfrm>
              <a:off x="5306974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pg176"/>
            <p:cNvSpPr/>
            <p:nvPr/>
          </p:nvSpPr>
          <p:spPr>
            <a:xfrm>
              <a:off x="5318611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pg177"/>
            <p:cNvSpPr/>
            <p:nvPr/>
          </p:nvSpPr>
          <p:spPr>
            <a:xfrm>
              <a:off x="5330249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pg178"/>
            <p:cNvSpPr/>
            <p:nvPr/>
          </p:nvSpPr>
          <p:spPr>
            <a:xfrm>
              <a:off x="5341886" y="26649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pg179"/>
            <p:cNvSpPr/>
            <p:nvPr/>
          </p:nvSpPr>
          <p:spPr>
            <a:xfrm>
              <a:off x="5213875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pg180"/>
            <p:cNvSpPr/>
            <p:nvPr/>
          </p:nvSpPr>
          <p:spPr>
            <a:xfrm>
              <a:off x="5225513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pg181"/>
            <p:cNvSpPr/>
            <p:nvPr/>
          </p:nvSpPr>
          <p:spPr>
            <a:xfrm>
              <a:off x="5237150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pg182"/>
            <p:cNvSpPr/>
            <p:nvPr/>
          </p:nvSpPr>
          <p:spPr>
            <a:xfrm>
              <a:off x="5248787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pg183"/>
            <p:cNvSpPr/>
            <p:nvPr/>
          </p:nvSpPr>
          <p:spPr>
            <a:xfrm>
              <a:off x="5260425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pg184"/>
            <p:cNvSpPr/>
            <p:nvPr/>
          </p:nvSpPr>
          <p:spPr>
            <a:xfrm>
              <a:off x="5272062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pg185"/>
            <p:cNvSpPr/>
            <p:nvPr/>
          </p:nvSpPr>
          <p:spPr>
            <a:xfrm>
              <a:off x="5283699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pg186"/>
            <p:cNvSpPr/>
            <p:nvPr/>
          </p:nvSpPr>
          <p:spPr>
            <a:xfrm>
              <a:off x="5295337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pg187"/>
            <p:cNvSpPr/>
            <p:nvPr/>
          </p:nvSpPr>
          <p:spPr>
            <a:xfrm>
              <a:off x="5306974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pg188"/>
            <p:cNvSpPr/>
            <p:nvPr/>
          </p:nvSpPr>
          <p:spPr>
            <a:xfrm>
              <a:off x="5318611" y="26792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pg189"/>
            <p:cNvSpPr/>
            <p:nvPr/>
          </p:nvSpPr>
          <p:spPr>
            <a:xfrm>
              <a:off x="5202238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pg190"/>
            <p:cNvSpPr/>
            <p:nvPr/>
          </p:nvSpPr>
          <p:spPr>
            <a:xfrm>
              <a:off x="5213875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pg191"/>
            <p:cNvSpPr/>
            <p:nvPr/>
          </p:nvSpPr>
          <p:spPr>
            <a:xfrm>
              <a:off x="5225513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pg192"/>
            <p:cNvSpPr/>
            <p:nvPr/>
          </p:nvSpPr>
          <p:spPr>
            <a:xfrm>
              <a:off x="5237150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pg193"/>
            <p:cNvSpPr/>
            <p:nvPr/>
          </p:nvSpPr>
          <p:spPr>
            <a:xfrm>
              <a:off x="5248787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pg194"/>
            <p:cNvSpPr/>
            <p:nvPr/>
          </p:nvSpPr>
          <p:spPr>
            <a:xfrm>
              <a:off x="5260425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pg195"/>
            <p:cNvSpPr/>
            <p:nvPr/>
          </p:nvSpPr>
          <p:spPr>
            <a:xfrm>
              <a:off x="5272062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pg196"/>
            <p:cNvSpPr/>
            <p:nvPr/>
          </p:nvSpPr>
          <p:spPr>
            <a:xfrm>
              <a:off x="5283699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pg197"/>
            <p:cNvSpPr/>
            <p:nvPr/>
          </p:nvSpPr>
          <p:spPr>
            <a:xfrm>
              <a:off x="5295337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pg198"/>
            <p:cNvSpPr/>
            <p:nvPr/>
          </p:nvSpPr>
          <p:spPr>
            <a:xfrm>
              <a:off x="6144862" y="26935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pg199"/>
            <p:cNvSpPr/>
            <p:nvPr/>
          </p:nvSpPr>
          <p:spPr>
            <a:xfrm>
              <a:off x="5144051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pg200"/>
            <p:cNvSpPr/>
            <p:nvPr/>
          </p:nvSpPr>
          <p:spPr>
            <a:xfrm>
              <a:off x="5155689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pg201"/>
            <p:cNvSpPr/>
            <p:nvPr/>
          </p:nvSpPr>
          <p:spPr>
            <a:xfrm>
              <a:off x="5167326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pg202"/>
            <p:cNvSpPr/>
            <p:nvPr/>
          </p:nvSpPr>
          <p:spPr>
            <a:xfrm>
              <a:off x="5178963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pg203"/>
            <p:cNvSpPr/>
            <p:nvPr/>
          </p:nvSpPr>
          <p:spPr>
            <a:xfrm>
              <a:off x="5190601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pg204"/>
            <p:cNvSpPr/>
            <p:nvPr/>
          </p:nvSpPr>
          <p:spPr>
            <a:xfrm>
              <a:off x="5202238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pg205"/>
            <p:cNvSpPr/>
            <p:nvPr/>
          </p:nvSpPr>
          <p:spPr>
            <a:xfrm>
              <a:off x="521387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pg206"/>
            <p:cNvSpPr/>
            <p:nvPr/>
          </p:nvSpPr>
          <p:spPr>
            <a:xfrm>
              <a:off x="5225513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pg207"/>
            <p:cNvSpPr/>
            <p:nvPr/>
          </p:nvSpPr>
          <p:spPr>
            <a:xfrm>
              <a:off x="5237150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pg208"/>
            <p:cNvSpPr/>
            <p:nvPr/>
          </p:nvSpPr>
          <p:spPr>
            <a:xfrm>
              <a:off x="524878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pg209"/>
            <p:cNvSpPr/>
            <p:nvPr/>
          </p:nvSpPr>
          <p:spPr>
            <a:xfrm>
              <a:off x="5260425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pg210"/>
            <p:cNvSpPr/>
            <p:nvPr/>
          </p:nvSpPr>
          <p:spPr>
            <a:xfrm>
              <a:off x="5272062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pg211"/>
            <p:cNvSpPr/>
            <p:nvPr/>
          </p:nvSpPr>
          <p:spPr>
            <a:xfrm>
              <a:off x="5283699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pg212"/>
            <p:cNvSpPr/>
            <p:nvPr/>
          </p:nvSpPr>
          <p:spPr>
            <a:xfrm>
              <a:off x="6109950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pg213"/>
            <p:cNvSpPr/>
            <p:nvPr/>
          </p:nvSpPr>
          <p:spPr>
            <a:xfrm>
              <a:off x="6121587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pg214"/>
            <p:cNvSpPr/>
            <p:nvPr/>
          </p:nvSpPr>
          <p:spPr>
            <a:xfrm>
              <a:off x="6133224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pg215"/>
            <p:cNvSpPr/>
            <p:nvPr/>
          </p:nvSpPr>
          <p:spPr>
            <a:xfrm>
              <a:off x="6144862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pg216"/>
            <p:cNvSpPr/>
            <p:nvPr/>
          </p:nvSpPr>
          <p:spPr>
            <a:xfrm>
              <a:off x="6156499" y="27078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pg217"/>
            <p:cNvSpPr/>
            <p:nvPr/>
          </p:nvSpPr>
          <p:spPr>
            <a:xfrm>
              <a:off x="513241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pg218"/>
            <p:cNvSpPr/>
            <p:nvPr/>
          </p:nvSpPr>
          <p:spPr>
            <a:xfrm>
              <a:off x="514405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pg219"/>
            <p:cNvSpPr/>
            <p:nvPr/>
          </p:nvSpPr>
          <p:spPr>
            <a:xfrm>
              <a:off x="5155689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pg220"/>
            <p:cNvSpPr/>
            <p:nvPr/>
          </p:nvSpPr>
          <p:spPr>
            <a:xfrm>
              <a:off x="5167326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pg221"/>
            <p:cNvSpPr/>
            <p:nvPr/>
          </p:nvSpPr>
          <p:spPr>
            <a:xfrm>
              <a:off x="5178963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pg222"/>
            <p:cNvSpPr/>
            <p:nvPr/>
          </p:nvSpPr>
          <p:spPr>
            <a:xfrm>
              <a:off x="519060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pg223"/>
            <p:cNvSpPr/>
            <p:nvPr/>
          </p:nvSpPr>
          <p:spPr>
            <a:xfrm>
              <a:off x="520223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pg224"/>
            <p:cNvSpPr/>
            <p:nvPr/>
          </p:nvSpPr>
          <p:spPr>
            <a:xfrm>
              <a:off x="5213875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pg225"/>
            <p:cNvSpPr/>
            <p:nvPr/>
          </p:nvSpPr>
          <p:spPr>
            <a:xfrm>
              <a:off x="5225513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pg226"/>
            <p:cNvSpPr/>
            <p:nvPr/>
          </p:nvSpPr>
          <p:spPr>
            <a:xfrm>
              <a:off x="523715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pg227"/>
            <p:cNvSpPr/>
            <p:nvPr/>
          </p:nvSpPr>
          <p:spPr>
            <a:xfrm>
              <a:off x="524878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pg228"/>
            <p:cNvSpPr/>
            <p:nvPr/>
          </p:nvSpPr>
          <p:spPr>
            <a:xfrm>
              <a:off x="5260425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pg229"/>
            <p:cNvSpPr/>
            <p:nvPr/>
          </p:nvSpPr>
          <p:spPr>
            <a:xfrm>
              <a:off x="5272062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pg230"/>
            <p:cNvSpPr/>
            <p:nvPr/>
          </p:nvSpPr>
          <p:spPr>
            <a:xfrm>
              <a:off x="6016851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pg231"/>
            <p:cNvSpPr/>
            <p:nvPr/>
          </p:nvSpPr>
          <p:spPr>
            <a:xfrm>
              <a:off x="6028488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pg232"/>
            <p:cNvSpPr/>
            <p:nvPr/>
          </p:nvSpPr>
          <p:spPr>
            <a:xfrm>
              <a:off x="6040126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pg233"/>
            <p:cNvSpPr/>
            <p:nvPr/>
          </p:nvSpPr>
          <p:spPr>
            <a:xfrm>
              <a:off x="6051763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pg234"/>
            <p:cNvSpPr/>
            <p:nvPr/>
          </p:nvSpPr>
          <p:spPr>
            <a:xfrm>
              <a:off x="6086675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pg235"/>
            <p:cNvSpPr/>
            <p:nvPr/>
          </p:nvSpPr>
          <p:spPr>
            <a:xfrm>
              <a:off x="6098312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pg236"/>
            <p:cNvSpPr/>
            <p:nvPr/>
          </p:nvSpPr>
          <p:spPr>
            <a:xfrm>
              <a:off x="6109950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pg237"/>
            <p:cNvSpPr/>
            <p:nvPr/>
          </p:nvSpPr>
          <p:spPr>
            <a:xfrm>
              <a:off x="6121587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pg238"/>
            <p:cNvSpPr/>
            <p:nvPr/>
          </p:nvSpPr>
          <p:spPr>
            <a:xfrm>
              <a:off x="6133224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pg239"/>
            <p:cNvSpPr/>
            <p:nvPr/>
          </p:nvSpPr>
          <p:spPr>
            <a:xfrm>
              <a:off x="6144862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pg240"/>
            <p:cNvSpPr/>
            <p:nvPr/>
          </p:nvSpPr>
          <p:spPr>
            <a:xfrm>
              <a:off x="6156499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pg241"/>
            <p:cNvSpPr/>
            <p:nvPr/>
          </p:nvSpPr>
          <p:spPr>
            <a:xfrm>
              <a:off x="6168136" y="27221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pg242"/>
            <p:cNvSpPr/>
            <p:nvPr/>
          </p:nvSpPr>
          <p:spPr>
            <a:xfrm>
              <a:off x="513241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pg243"/>
            <p:cNvSpPr/>
            <p:nvPr/>
          </p:nvSpPr>
          <p:spPr>
            <a:xfrm>
              <a:off x="514405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pg244"/>
            <p:cNvSpPr/>
            <p:nvPr/>
          </p:nvSpPr>
          <p:spPr>
            <a:xfrm>
              <a:off x="515568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pg245"/>
            <p:cNvSpPr/>
            <p:nvPr/>
          </p:nvSpPr>
          <p:spPr>
            <a:xfrm>
              <a:off x="516732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pg246"/>
            <p:cNvSpPr/>
            <p:nvPr/>
          </p:nvSpPr>
          <p:spPr>
            <a:xfrm>
              <a:off x="517896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pg247"/>
            <p:cNvSpPr/>
            <p:nvPr/>
          </p:nvSpPr>
          <p:spPr>
            <a:xfrm>
              <a:off x="519060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pg248"/>
            <p:cNvSpPr/>
            <p:nvPr/>
          </p:nvSpPr>
          <p:spPr>
            <a:xfrm>
              <a:off x="520223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pg249"/>
            <p:cNvSpPr/>
            <p:nvPr/>
          </p:nvSpPr>
          <p:spPr>
            <a:xfrm>
              <a:off x="5213875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pg250"/>
            <p:cNvSpPr/>
            <p:nvPr/>
          </p:nvSpPr>
          <p:spPr>
            <a:xfrm>
              <a:off x="522551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pg251"/>
            <p:cNvSpPr/>
            <p:nvPr/>
          </p:nvSpPr>
          <p:spPr>
            <a:xfrm>
              <a:off x="523715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pg252"/>
            <p:cNvSpPr/>
            <p:nvPr/>
          </p:nvSpPr>
          <p:spPr>
            <a:xfrm>
              <a:off x="5248787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pg253"/>
            <p:cNvSpPr/>
            <p:nvPr/>
          </p:nvSpPr>
          <p:spPr>
            <a:xfrm>
              <a:off x="5260425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pg254"/>
            <p:cNvSpPr/>
            <p:nvPr/>
          </p:nvSpPr>
          <p:spPr>
            <a:xfrm>
              <a:off x="600521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pg255"/>
            <p:cNvSpPr/>
            <p:nvPr/>
          </p:nvSpPr>
          <p:spPr>
            <a:xfrm>
              <a:off x="6016851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pg256"/>
            <p:cNvSpPr/>
            <p:nvPr/>
          </p:nvSpPr>
          <p:spPr>
            <a:xfrm>
              <a:off x="602848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pg257"/>
            <p:cNvSpPr/>
            <p:nvPr/>
          </p:nvSpPr>
          <p:spPr>
            <a:xfrm>
              <a:off x="6040126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pg258"/>
            <p:cNvSpPr/>
            <p:nvPr/>
          </p:nvSpPr>
          <p:spPr>
            <a:xfrm>
              <a:off x="6051763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pg259"/>
            <p:cNvSpPr/>
            <p:nvPr/>
          </p:nvSpPr>
          <p:spPr>
            <a:xfrm>
              <a:off x="606340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pg260"/>
            <p:cNvSpPr/>
            <p:nvPr/>
          </p:nvSpPr>
          <p:spPr>
            <a:xfrm>
              <a:off x="6075038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pg261"/>
            <p:cNvSpPr/>
            <p:nvPr/>
          </p:nvSpPr>
          <p:spPr>
            <a:xfrm>
              <a:off x="6086675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pg262"/>
            <p:cNvSpPr/>
            <p:nvPr/>
          </p:nvSpPr>
          <p:spPr>
            <a:xfrm>
              <a:off x="6098312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pg263"/>
            <p:cNvSpPr/>
            <p:nvPr/>
          </p:nvSpPr>
          <p:spPr>
            <a:xfrm>
              <a:off x="6109950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pg264"/>
            <p:cNvSpPr/>
            <p:nvPr/>
          </p:nvSpPr>
          <p:spPr>
            <a:xfrm>
              <a:off x="6121587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pg265"/>
            <p:cNvSpPr/>
            <p:nvPr/>
          </p:nvSpPr>
          <p:spPr>
            <a:xfrm>
              <a:off x="6133224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pg266"/>
            <p:cNvSpPr/>
            <p:nvPr/>
          </p:nvSpPr>
          <p:spPr>
            <a:xfrm>
              <a:off x="6144862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pg267"/>
            <p:cNvSpPr/>
            <p:nvPr/>
          </p:nvSpPr>
          <p:spPr>
            <a:xfrm>
              <a:off x="6156499" y="27364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pg268"/>
            <p:cNvSpPr/>
            <p:nvPr/>
          </p:nvSpPr>
          <p:spPr>
            <a:xfrm>
              <a:off x="513241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pg269"/>
            <p:cNvSpPr/>
            <p:nvPr/>
          </p:nvSpPr>
          <p:spPr>
            <a:xfrm>
              <a:off x="514405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pg270"/>
            <p:cNvSpPr/>
            <p:nvPr/>
          </p:nvSpPr>
          <p:spPr>
            <a:xfrm>
              <a:off x="515568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pg271"/>
            <p:cNvSpPr/>
            <p:nvPr/>
          </p:nvSpPr>
          <p:spPr>
            <a:xfrm>
              <a:off x="516732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pg272"/>
            <p:cNvSpPr/>
            <p:nvPr/>
          </p:nvSpPr>
          <p:spPr>
            <a:xfrm>
              <a:off x="517896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pg273"/>
            <p:cNvSpPr/>
            <p:nvPr/>
          </p:nvSpPr>
          <p:spPr>
            <a:xfrm>
              <a:off x="519060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pg274"/>
            <p:cNvSpPr/>
            <p:nvPr/>
          </p:nvSpPr>
          <p:spPr>
            <a:xfrm>
              <a:off x="520223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pg275"/>
            <p:cNvSpPr/>
            <p:nvPr/>
          </p:nvSpPr>
          <p:spPr>
            <a:xfrm>
              <a:off x="521387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pg276"/>
            <p:cNvSpPr/>
            <p:nvPr/>
          </p:nvSpPr>
          <p:spPr>
            <a:xfrm>
              <a:off x="522551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pg277"/>
            <p:cNvSpPr/>
            <p:nvPr/>
          </p:nvSpPr>
          <p:spPr>
            <a:xfrm>
              <a:off x="523715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pg278"/>
            <p:cNvSpPr/>
            <p:nvPr/>
          </p:nvSpPr>
          <p:spPr>
            <a:xfrm>
              <a:off x="5248787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pg279"/>
            <p:cNvSpPr/>
            <p:nvPr/>
          </p:nvSpPr>
          <p:spPr>
            <a:xfrm>
              <a:off x="526042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pg280"/>
            <p:cNvSpPr/>
            <p:nvPr/>
          </p:nvSpPr>
          <p:spPr>
            <a:xfrm>
              <a:off x="591211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pg281"/>
            <p:cNvSpPr/>
            <p:nvPr/>
          </p:nvSpPr>
          <p:spPr>
            <a:xfrm>
              <a:off x="592375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pg282"/>
            <p:cNvSpPr/>
            <p:nvPr/>
          </p:nvSpPr>
          <p:spPr>
            <a:xfrm>
              <a:off x="593539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pg283"/>
            <p:cNvSpPr/>
            <p:nvPr/>
          </p:nvSpPr>
          <p:spPr>
            <a:xfrm>
              <a:off x="5947027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pg284"/>
            <p:cNvSpPr/>
            <p:nvPr/>
          </p:nvSpPr>
          <p:spPr>
            <a:xfrm>
              <a:off x="598193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pg285"/>
            <p:cNvSpPr/>
            <p:nvPr/>
          </p:nvSpPr>
          <p:spPr>
            <a:xfrm>
              <a:off x="5993577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pg286"/>
            <p:cNvSpPr/>
            <p:nvPr/>
          </p:nvSpPr>
          <p:spPr>
            <a:xfrm>
              <a:off x="600521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pg287"/>
            <p:cNvSpPr/>
            <p:nvPr/>
          </p:nvSpPr>
          <p:spPr>
            <a:xfrm>
              <a:off x="6016851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C">
                <a:alpha val="100000"/>
              </a:srgbClr>
            </a:solidFill>
            <a:ln w="5420" cap="flat">
              <a:solidFill>
                <a:srgbClr val="3326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pg288"/>
            <p:cNvSpPr/>
            <p:nvPr/>
          </p:nvSpPr>
          <p:spPr>
            <a:xfrm>
              <a:off x="602848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64C">
                <a:alpha val="100000"/>
              </a:srgbClr>
            </a:solidFill>
            <a:ln w="5420" cap="flat">
              <a:solidFill>
                <a:srgbClr val="3426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pg289"/>
            <p:cNvSpPr/>
            <p:nvPr/>
          </p:nvSpPr>
          <p:spPr>
            <a:xfrm>
              <a:off x="6040126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pg290"/>
            <p:cNvSpPr/>
            <p:nvPr/>
          </p:nvSpPr>
          <p:spPr>
            <a:xfrm>
              <a:off x="6051763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pg291"/>
            <p:cNvSpPr/>
            <p:nvPr/>
          </p:nvSpPr>
          <p:spPr>
            <a:xfrm>
              <a:off x="606340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pg292"/>
            <p:cNvSpPr/>
            <p:nvPr/>
          </p:nvSpPr>
          <p:spPr>
            <a:xfrm>
              <a:off x="6075038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pg293"/>
            <p:cNvSpPr/>
            <p:nvPr/>
          </p:nvSpPr>
          <p:spPr>
            <a:xfrm>
              <a:off x="6086675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pg294"/>
            <p:cNvSpPr/>
            <p:nvPr/>
          </p:nvSpPr>
          <p:spPr>
            <a:xfrm>
              <a:off x="609831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pg295"/>
            <p:cNvSpPr/>
            <p:nvPr/>
          </p:nvSpPr>
          <p:spPr>
            <a:xfrm>
              <a:off x="6109950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pg296"/>
            <p:cNvSpPr/>
            <p:nvPr/>
          </p:nvSpPr>
          <p:spPr>
            <a:xfrm>
              <a:off x="6121587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pg297"/>
            <p:cNvSpPr/>
            <p:nvPr/>
          </p:nvSpPr>
          <p:spPr>
            <a:xfrm>
              <a:off x="6133224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pg298"/>
            <p:cNvSpPr/>
            <p:nvPr/>
          </p:nvSpPr>
          <p:spPr>
            <a:xfrm>
              <a:off x="6144862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pg299"/>
            <p:cNvSpPr/>
            <p:nvPr/>
          </p:nvSpPr>
          <p:spPr>
            <a:xfrm>
              <a:off x="6156499" y="27507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pg300"/>
            <p:cNvSpPr/>
            <p:nvPr/>
          </p:nvSpPr>
          <p:spPr>
            <a:xfrm>
              <a:off x="512077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pg301"/>
            <p:cNvSpPr/>
            <p:nvPr/>
          </p:nvSpPr>
          <p:spPr>
            <a:xfrm>
              <a:off x="513241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pg302"/>
            <p:cNvSpPr/>
            <p:nvPr/>
          </p:nvSpPr>
          <p:spPr>
            <a:xfrm>
              <a:off x="514405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pg303"/>
            <p:cNvSpPr/>
            <p:nvPr/>
          </p:nvSpPr>
          <p:spPr>
            <a:xfrm>
              <a:off x="515568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pg304"/>
            <p:cNvSpPr/>
            <p:nvPr/>
          </p:nvSpPr>
          <p:spPr>
            <a:xfrm>
              <a:off x="516732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pg305"/>
            <p:cNvSpPr/>
            <p:nvPr/>
          </p:nvSpPr>
          <p:spPr>
            <a:xfrm>
              <a:off x="517896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pg306"/>
            <p:cNvSpPr/>
            <p:nvPr/>
          </p:nvSpPr>
          <p:spPr>
            <a:xfrm>
              <a:off x="519060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pg307"/>
            <p:cNvSpPr/>
            <p:nvPr/>
          </p:nvSpPr>
          <p:spPr>
            <a:xfrm>
              <a:off x="520223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pg308"/>
            <p:cNvSpPr/>
            <p:nvPr/>
          </p:nvSpPr>
          <p:spPr>
            <a:xfrm>
              <a:off x="521387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pg309"/>
            <p:cNvSpPr/>
            <p:nvPr/>
          </p:nvSpPr>
          <p:spPr>
            <a:xfrm>
              <a:off x="522551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pg310"/>
            <p:cNvSpPr/>
            <p:nvPr/>
          </p:nvSpPr>
          <p:spPr>
            <a:xfrm>
              <a:off x="523715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pg311"/>
            <p:cNvSpPr/>
            <p:nvPr/>
          </p:nvSpPr>
          <p:spPr>
            <a:xfrm>
              <a:off x="524878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pg312"/>
            <p:cNvSpPr/>
            <p:nvPr/>
          </p:nvSpPr>
          <p:spPr>
            <a:xfrm>
              <a:off x="590047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pg313"/>
            <p:cNvSpPr/>
            <p:nvPr/>
          </p:nvSpPr>
          <p:spPr>
            <a:xfrm>
              <a:off x="591211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pg314"/>
            <p:cNvSpPr/>
            <p:nvPr/>
          </p:nvSpPr>
          <p:spPr>
            <a:xfrm>
              <a:off x="592375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pg315"/>
            <p:cNvSpPr/>
            <p:nvPr/>
          </p:nvSpPr>
          <p:spPr>
            <a:xfrm>
              <a:off x="593539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pg316"/>
            <p:cNvSpPr/>
            <p:nvPr/>
          </p:nvSpPr>
          <p:spPr>
            <a:xfrm>
              <a:off x="594702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pg317"/>
            <p:cNvSpPr/>
            <p:nvPr/>
          </p:nvSpPr>
          <p:spPr>
            <a:xfrm>
              <a:off x="595866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pg318"/>
            <p:cNvSpPr/>
            <p:nvPr/>
          </p:nvSpPr>
          <p:spPr>
            <a:xfrm>
              <a:off x="597030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pg319"/>
            <p:cNvSpPr/>
            <p:nvPr/>
          </p:nvSpPr>
          <p:spPr>
            <a:xfrm>
              <a:off x="598193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pg320"/>
            <p:cNvSpPr/>
            <p:nvPr/>
          </p:nvSpPr>
          <p:spPr>
            <a:xfrm>
              <a:off x="599357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pg321"/>
            <p:cNvSpPr/>
            <p:nvPr/>
          </p:nvSpPr>
          <p:spPr>
            <a:xfrm>
              <a:off x="600521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pg322"/>
            <p:cNvSpPr/>
            <p:nvPr/>
          </p:nvSpPr>
          <p:spPr>
            <a:xfrm>
              <a:off x="6016851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pg323"/>
            <p:cNvSpPr/>
            <p:nvPr/>
          </p:nvSpPr>
          <p:spPr>
            <a:xfrm>
              <a:off x="602848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pg324"/>
            <p:cNvSpPr/>
            <p:nvPr/>
          </p:nvSpPr>
          <p:spPr>
            <a:xfrm>
              <a:off x="6040126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pg325"/>
            <p:cNvSpPr/>
            <p:nvPr/>
          </p:nvSpPr>
          <p:spPr>
            <a:xfrm>
              <a:off x="6051763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pg326"/>
            <p:cNvSpPr/>
            <p:nvPr/>
          </p:nvSpPr>
          <p:spPr>
            <a:xfrm>
              <a:off x="606340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pg327"/>
            <p:cNvSpPr/>
            <p:nvPr/>
          </p:nvSpPr>
          <p:spPr>
            <a:xfrm>
              <a:off x="6075038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pg328"/>
            <p:cNvSpPr/>
            <p:nvPr/>
          </p:nvSpPr>
          <p:spPr>
            <a:xfrm>
              <a:off x="6086675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pg329"/>
            <p:cNvSpPr/>
            <p:nvPr/>
          </p:nvSpPr>
          <p:spPr>
            <a:xfrm>
              <a:off x="609831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pg330"/>
            <p:cNvSpPr/>
            <p:nvPr/>
          </p:nvSpPr>
          <p:spPr>
            <a:xfrm>
              <a:off x="6109950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pg331"/>
            <p:cNvSpPr/>
            <p:nvPr/>
          </p:nvSpPr>
          <p:spPr>
            <a:xfrm>
              <a:off x="6121587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pg332"/>
            <p:cNvSpPr/>
            <p:nvPr/>
          </p:nvSpPr>
          <p:spPr>
            <a:xfrm>
              <a:off x="6133224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pg333"/>
            <p:cNvSpPr/>
            <p:nvPr/>
          </p:nvSpPr>
          <p:spPr>
            <a:xfrm>
              <a:off x="6144862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pg334"/>
            <p:cNvSpPr/>
            <p:nvPr/>
          </p:nvSpPr>
          <p:spPr>
            <a:xfrm>
              <a:off x="6156499" y="27650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pg335"/>
            <p:cNvSpPr/>
            <p:nvPr/>
          </p:nvSpPr>
          <p:spPr>
            <a:xfrm>
              <a:off x="509750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pg336"/>
            <p:cNvSpPr/>
            <p:nvPr/>
          </p:nvSpPr>
          <p:spPr>
            <a:xfrm>
              <a:off x="510913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pg337"/>
            <p:cNvSpPr/>
            <p:nvPr/>
          </p:nvSpPr>
          <p:spPr>
            <a:xfrm>
              <a:off x="512077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pg338"/>
            <p:cNvSpPr/>
            <p:nvPr/>
          </p:nvSpPr>
          <p:spPr>
            <a:xfrm>
              <a:off x="513241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pg339"/>
            <p:cNvSpPr/>
            <p:nvPr/>
          </p:nvSpPr>
          <p:spPr>
            <a:xfrm>
              <a:off x="514405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pg340"/>
            <p:cNvSpPr/>
            <p:nvPr/>
          </p:nvSpPr>
          <p:spPr>
            <a:xfrm>
              <a:off x="515568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pg341"/>
            <p:cNvSpPr/>
            <p:nvPr/>
          </p:nvSpPr>
          <p:spPr>
            <a:xfrm>
              <a:off x="516732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pg342"/>
            <p:cNvSpPr/>
            <p:nvPr/>
          </p:nvSpPr>
          <p:spPr>
            <a:xfrm>
              <a:off x="517896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pg343"/>
            <p:cNvSpPr/>
            <p:nvPr/>
          </p:nvSpPr>
          <p:spPr>
            <a:xfrm>
              <a:off x="519060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pg344"/>
            <p:cNvSpPr/>
            <p:nvPr/>
          </p:nvSpPr>
          <p:spPr>
            <a:xfrm>
              <a:off x="520223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pg345"/>
            <p:cNvSpPr/>
            <p:nvPr/>
          </p:nvSpPr>
          <p:spPr>
            <a:xfrm>
              <a:off x="521387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pg346"/>
            <p:cNvSpPr/>
            <p:nvPr/>
          </p:nvSpPr>
          <p:spPr>
            <a:xfrm>
              <a:off x="590047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pg347"/>
            <p:cNvSpPr/>
            <p:nvPr/>
          </p:nvSpPr>
          <p:spPr>
            <a:xfrm>
              <a:off x="591211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pg348"/>
            <p:cNvSpPr/>
            <p:nvPr/>
          </p:nvSpPr>
          <p:spPr>
            <a:xfrm>
              <a:off x="592375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pg349"/>
            <p:cNvSpPr/>
            <p:nvPr/>
          </p:nvSpPr>
          <p:spPr>
            <a:xfrm>
              <a:off x="593539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pg350"/>
            <p:cNvSpPr/>
            <p:nvPr/>
          </p:nvSpPr>
          <p:spPr>
            <a:xfrm>
              <a:off x="594702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pg351"/>
            <p:cNvSpPr/>
            <p:nvPr/>
          </p:nvSpPr>
          <p:spPr>
            <a:xfrm>
              <a:off x="595866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pg352"/>
            <p:cNvSpPr/>
            <p:nvPr/>
          </p:nvSpPr>
          <p:spPr>
            <a:xfrm>
              <a:off x="597030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pg353"/>
            <p:cNvSpPr/>
            <p:nvPr/>
          </p:nvSpPr>
          <p:spPr>
            <a:xfrm>
              <a:off x="598193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pg354"/>
            <p:cNvSpPr/>
            <p:nvPr/>
          </p:nvSpPr>
          <p:spPr>
            <a:xfrm>
              <a:off x="599357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pg355"/>
            <p:cNvSpPr/>
            <p:nvPr/>
          </p:nvSpPr>
          <p:spPr>
            <a:xfrm>
              <a:off x="600521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pg356"/>
            <p:cNvSpPr/>
            <p:nvPr/>
          </p:nvSpPr>
          <p:spPr>
            <a:xfrm>
              <a:off x="6016851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pg357"/>
            <p:cNvSpPr/>
            <p:nvPr/>
          </p:nvSpPr>
          <p:spPr>
            <a:xfrm>
              <a:off x="602848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pg358"/>
            <p:cNvSpPr/>
            <p:nvPr/>
          </p:nvSpPr>
          <p:spPr>
            <a:xfrm>
              <a:off x="6040126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pg359"/>
            <p:cNvSpPr/>
            <p:nvPr/>
          </p:nvSpPr>
          <p:spPr>
            <a:xfrm>
              <a:off x="6051763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pg360"/>
            <p:cNvSpPr/>
            <p:nvPr/>
          </p:nvSpPr>
          <p:spPr>
            <a:xfrm>
              <a:off x="606340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pg361"/>
            <p:cNvSpPr/>
            <p:nvPr/>
          </p:nvSpPr>
          <p:spPr>
            <a:xfrm>
              <a:off x="6075038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pg362"/>
            <p:cNvSpPr/>
            <p:nvPr/>
          </p:nvSpPr>
          <p:spPr>
            <a:xfrm>
              <a:off x="6086675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pg363"/>
            <p:cNvSpPr/>
            <p:nvPr/>
          </p:nvSpPr>
          <p:spPr>
            <a:xfrm>
              <a:off x="609831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pg364"/>
            <p:cNvSpPr/>
            <p:nvPr/>
          </p:nvSpPr>
          <p:spPr>
            <a:xfrm>
              <a:off x="6109950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pg365"/>
            <p:cNvSpPr/>
            <p:nvPr/>
          </p:nvSpPr>
          <p:spPr>
            <a:xfrm>
              <a:off x="6121587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C">
                <a:alpha val="100000"/>
              </a:srgbClr>
            </a:solidFill>
            <a:ln w="5420" cap="flat">
              <a:solidFill>
                <a:srgbClr val="3326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pg366"/>
            <p:cNvSpPr/>
            <p:nvPr/>
          </p:nvSpPr>
          <p:spPr>
            <a:xfrm>
              <a:off x="6133224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pg367"/>
            <p:cNvSpPr/>
            <p:nvPr/>
          </p:nvSpPr>
          <p:spPr>
            <a:xfrm>
              <a:off x="6144862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pg368"/>
            <p:cNvSpPr/>
            <p:nvPr/>
          </p:nvSpPr>
          <p:spPr>
            <a:xfrm>
              <a:off x="6156499" y="27793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pg369"/>
            <p:cNvSpPr/>
            <p:nvPr/>
          </p:nvSpPr>
          <p:spPr>
            <a:xfrm>
              <a:off x="509750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pg370"/>
            <p:cNvSpPr/>
            <p:nvPr/>
          </p:nvSpPr>
          <p:spPr>
            <a:xfrm>
              <a:off x="510913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pg371"/>
            <p:cNvSpPr/>
            <p:nvPr/>
          </p:nvSpPr>
          <p:spPr>
            <a:xfrm>
              <a:off x="512077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pg372"/>
            <p:cNvSpPr/>
            <p:nvPr/>
          </p:nvSpPr>
          <p:spPr>
            <a:xfrm>
              <a:off x="513241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pg373"/>
            <p:cNvSpPr/>
            <p:nvPr/>
          </p:nvSpPr>
          <p:spPr>
            <a:xfrm>
              <a:off x="5144051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pg374"/>
            <p:cNvSpPr/>
            <p:nvPr/>
          </p:nvSpPr>
          <p:spPr>
            <a:xfrm>
              <a:off x="515568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pg375"/>
            <p:cNvSpPr/>
            <p:nvPr/>
          </p:nvSpPr>
          <p:spPr>
            <a:xfrm>
              <a:off x="516732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pg376"/>
            <p:cNvSpPr/>
            <p:nvPr/>
          </p:nvSpPr>
          <p:spPr>
            <a:xfrm>
              <a:off x="5178963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pg377"/>
            <p:cNvSpPr/>
            <p:nvPr/>
          </p:nvSpPr>
          <p:spPr>
            <a:xfrm>
              <a:off x="5190601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pg378"/>
            <p:cNvSpPr/>
            <p:nvPr/>
          </p:nvSpPr>
          <p:spPr>
            <a:xfrm>
              <a:off x="590047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pg379"/>
            <p:cNvSpPr/>
            <p:nvPr/>
          </p:nvSpPr>
          <p:spPr>
            <a:xfrm>
              <a:off x="591211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pg380"/>
            <p:cNvSpPr/>
            <p:nvPr/>
          </p:nvSpPr>
          <p:spPr>
            <a:xfrm>
              <a:off x="5923753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pg381"/>
            <p:cNvSpPr/>
            <p:nvPr/>
          </p:nvSpPr>
          <p:spPr>
            <a:xfrm>
              <a:off x="593539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pg382"/>
            <p:cNvSpPr/>
            <p:nvPr/>
          </p:nvSpPr>
          <p:spPr>
            <a:xfrm>
              <a:off x="594702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pg383"/>
            <p:cNvSpPr/>
            <p:nvPr/>
          </p:nvSpPr>
          <p:spPr>
            <a:xfrm>
              <a:off x="595866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pg384"/>
            <p:cNvSpPr/>
            <p:nvPr/>
          </p:nvSpPr>
          <p:spPr>
            <a:xfrm>
              <a:off x="597030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pg385"/>
            <p:cNvSpPr/>
            <p:nvPr/>
          </p:nvSpPr>
          <p:spPr>
            <a:xfrm>
              <a:off x="598193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pg386"/>
            <p:cNvSpPr/>
            <p:nvPr/>
          </p:nvSpPr>
          <p:spPr>
            <a:xfrm>
              <a:off x="599357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pg387"/>
            <p:cNvSpPr/>
            <p:nvPr/>
          </p:nvSpPr>
          <p:spPr>
            <a:xfrm>
              <a:off x="600521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pg388"/>
            <p:cNvSpPr/>
            <p:nvPr/>
          </p:nvSpPr>
          <p:spPr>
            <a:xfrm>
              <a:off x="6016851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pg389"/>
            <p:cNvSpPr/>
            <p:nvPr/>
          </p:nvSpPr>
          <p:spPr>
            <a:xfrm>
              <a:off x="602848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pg390"/>
            <p:cNvSpPr/>
            <p:nvPr/>
          </p:nvSpPr>
          <p:spPr>
            <a:xfrm>
              <a:off x="604012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pg391"/>
            <p:cNvSpPr/>
            <p:nvPr/>
          </p:nvSpPr>
          <p:spPr>
            <a:xfrm>
              <a:off x="6051763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pg392"/>
            <p:cNvSpPr/>
            <p:nvPr/>
          </p:nvSpPr>
          <p:spPr>
            <a:xfrm>
              <a:off x="606340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pg393"/>
            <p:cNvSpPr/>
            <p:nvPr/>
          </p:nvSpPr>
          <p:spPr>
            <a:xfrm>
              <a:off x="6075038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pg394"/>
            <p:cNvSpPr/>
            <p:nvPr/>
          </p:nvSpPr>
          <p:spPr>
            <a:xfrm>
              <a:off x="6086675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pg395"/>
            <p:cNvSpPr/>
            <p:nvPr/>
          </p:nvSpPr>
          <p:spPr>
            <a:xfrm>
              <a:off x="609831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pg396"/>
            <p:cNvSpPr/>
            <p:nvPr/>
          </p:nvSpPr>
          <p:spPr>
            <a:xfrm>
              <a:off x="6109950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pg397"/>
            <p:cNvSpPr/>
            <p:nvPr/>
          </p:nvSpPr>
          <p:spPr>
            <a:xfrm>
              <a:off x="6121587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pg398"/>
            <p:cNvSpPr/>
            <p:nvPr/>
          </p:nvSpPr>
          <p:spPr>
            <a:xfrm>
              <a:off x="6133224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pg399"/>
            <p:cNvSpPr/>
            <p:nvPr/>
          </p:nvSpPr>
          <p:spPr>
            <a:xfrm>
              <a:off x="6144862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pg400"/>
            <p:cNvSpPr/>
            <p:nvPr/>
          </p:nvSpPr>
          <p:spPr>
            <a:xfrm>
              <a:off x="6156499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pg401"/>
            <p:cNvSpPr/>
            <p:nvPr/>
          </p:nvSpPr>
          <p:spPr>
            <a:xfrm>
              <a:off x="6168136" y="27936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pg402"/>
            <p:cNvSpPr/>
            <p:nvPr/>
          </p:nvSpPr>
          <p:spPr>
            <a:xfrm>
              <a:off x="509750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pg403"/>
            <p:cNvSpPr/>
            <p:nvPr/>
          </p:nvSpPr>
          <p:spPr>
            <a:xfrm>
              <a:off x="5109139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pg404"/>
            <p:cNvSpPr/>
            <p:nvPr/>
          </p:nvSpPr>
          <p:spPr>
            <a:xfrm>
              <a:off x="512077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pg405"/>
            <p:cNvSpPr/>
            <p:nvPr/>
          </p:nvSpPr>
          <p:spPr>
            <a:xfrm>
              <a:off x="513241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pg406"/>
            <p:cNvSpPr/>
            <p:nvPr/>
          </p:nvSpPr>
          <p:spPr>
            <a:xfrm>
              <a:off x="5144051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pg407"/>
            <p:cNvSpPr/>
            <p:nvPr/>
          </p:nvSpPr>
          <p:spPr>
            <a:xfrm>
              <a:off x="5155689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pg408"/>
            <p:cNvSpPr/>
            <p:nvPr/>
          </p:nvSpPr>
          <p:spPr>
            <a:xfrm>
              <a:off x="5888841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pg409"/>
            <p:cNvSpPr/>
            <p:nvPr/>
          </p:nvSpPr>
          <p:spPr>
            <a:xfrm>
              <a:off x="5900478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pg410"/>
            <p:cNvSpPr/>
            <p:nvPr/>
          </p:nvSpPr>
          <p:spPr>
            <a:xfrm>
              <a:off x="591211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pg411"/>
            <p:cNvSpPr/>
            <p:nvPr/>
          </p:nvSpPr>
          <p:spPr>
            <a:xfrm>
              <a:off x="5923753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pg412"/>
            <p:cNvSpPr/>
            <p:nvPr/>
          </p:nvSpPr>
          <p:spPr>
            <a:xfrm>
              <a:off x="593539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pg413"/>
            <p:cNvSpPr/>
            <p:nvPr/>
          </p:nvSpPr>
          <p:spPr>
            <a:xfrm>
              <a:off x="594702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pg414"/>
            <p:cNvSpPr/>
            <p:nvPr/>
          </p:nvSpPr>
          <p:spPr>
            <a:xfrm>
              <a:off x="595866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pg415"/>
            <p:cNvSpPr/>
            <p:nvPr/>
          </p:nvSpPr>
          <p:spPr>
            <a:xfrm>
              <a:off x="597030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pg416"/>
            <p:cNvSpPr/>
            <p:nvPr/>
          </p:nvSpPr>
          <p:spPr>
            <a:xfrm>
              <a:off x="5981939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pg417"/>
            <p:cNvSpPr/>
            <p:nvPr/>
          </p:nvSpPr>
          <p:spPr>
            <a:xfrm>
              <a:off x="599357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pg418"/>
            <p:cNvSpPr/>
            <p:nvPr/>
          </p:nvSpPr>
          <p:spPr>
            <a:xfrm>
              <a:off x="600521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pg419"/>
            <p:cNvSpPr/>
            <p:nvPr/>
          </p:nvSpPr>
          <p:spPr>
            <a:xfrm>
              <a:off x="606340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pg420"/>
            <p:cNvSpPr/>
            <p:nvPr/>
          </p:nvSpPr>
          <p:spPr>
            <a:xfrm>
              <a:off x="6075038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pg421"/>
            <p:cNvSpPr/>
            <p:nvPr/>
          </p:nvSpPr>
          <p:spPr>
            <a:xfrm>
              <a:off x="6086675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pg422"/>
            <p:cNvSpPr/>
            <p:nvPr/>
          </p:nvSpPr>
          <p:spPr>
            <a:xfrm>
              <a:off x="609831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pg423"/>
            <p:cNvSpPr/>
            <p:nvPr/>
          </p:nvSpPr>
          <p:spPr>
            <a:xfrm>
              <a:off x="6109950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pg424"/>
            <p:cNvSpPr/>
            <p:nvPr/>
          </p:nvSpPr>
          <p:spPr>
            <a:xfrm>
              <a:off x="6121587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pg425"/>
            <p:cNvSpPr/>
            <p:nvPr/>
          </p:nvSpPr>
          <p:spPr>
            <a:xfrm>
              <a:off x="6133224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pg426"/>
            <p:cNvSpPr/>
            <p:nvPr/>
          </p:nvSpPr>
          <p:spPr>
            <a:xfrm>
              <a:off x="6144862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pg427"/>
            <p:cNvSpPr/>
            <p:nvPr/>
          </p:nvSpPr>
          <p:spPr>
            <a:xfrm>
              <a:off x="6156499" y="28079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pg428"/>
            <p:cNvSpPr/>
            <p:nvPr/>
          </p:nvSpPr>
          <p:spPr>
            <a:xfrm>
              <a:off x="509750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pg429"/>
            <p:cNvSpPr/>
            <p:nvPr/>
          </p:nvSpPr>
          <p:spPr>
            <a:xfrm>
              <a:off x="5109139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pg430"/>
            <p:cNvSpPr/>
            <p:nvPr/>
          </p:nvSpPr>
          <p:spPr>
            <a:xfrm>
              <a:off x="5120777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pg431"/>
            <p:cNvSpPr/>
            <p:nvPr/>
          </p:nvSpPr>
          <p:spPr>
            <a:xfrm>
              <a:off x="5132414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pg432"/>
            <p:cNvSpPr/>
            <p:nvPr/>
          </p:nvSpPr>
          <p:spPr>
            <a:xfrm>
              <a:off x="5842291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pg433"/>
            <p:cNvSpPr/>
            <p:nvPr/>
          </p:nvSpPr>
          <p:spPr>
            <a:xfrm>
              <a:off x="5853929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pg434"/>
            <p:cNvSpPr/>
            <p:nvPr/>
          </p:nvSpPr>
          <p:spPr>
            <a:xfrm>
              <a:off x="586556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pg435"/>
            <p:cNvSpPr/>
            <p:nvPr/>
          </p:nvSpPr>
          <p:spPr>
            <a:xfrm>
              <a:off x="5877203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pg436"/>
            <p:cNvSpPr/>
            <p:nvPr/>
          </p:nvSpPr>
          <p:spPr>
            <a:xfrm>
              <a:off x="5888841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pg437"/>
            <p:cNvSpPr/>
            <p:nvPr/>
          </p:nvSpPr>
          <p:spPr>
            <a:xfrm>
              <a:off x="590047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pg438"/>
            <p:cNvSpPr/>
            <p:nvPr/>
          </p:nvSpPr>
          <p:spPr>
            <a:xfrm>
              <a:off x="591211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pg439"/>
            <p:cNvSpPr/>
            <p:nvPr/>
          </p:nvSpPr>
          <p:spPr>
            <a:xfrm>
              <a:off x="5923753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pg440"/>
            <p:cNvSpPr/>
            <p:nvPr/>
          </p:nvSpPr>
          <p:spPr>
            <a:xfrm>
              <a:off x="593539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pg441"/>
            <p:cNvSpPr/>
            <p:nvPr/>
          </p:nvSpPr>
          <p:spPr>
            <a:xfrm>
              <a:off x="5947027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pg442"/>
            <p:cNvSpPr/>
            <p:nvPr/>
          </p:nvSpPr>
          <p:spPr>
            <a:xfrm>
              <a:off x="6040126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pg443"/>
            <p:cNvSpPr/>
            <p:nvPr/>
          </p:nvSpPr>
          <p:spPr>
            <a:xfrm>
              <a:off x="6051763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pg444"/>
            <p:cNvSpPr/>
            <p:nvPr/>
          </p:nvSpPr>
          <p:spPr>
            <a:xfrm>
              <a:off x="606340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pg445"/>
            <p:cNvSpPr/>
            <p:nvPr/>
          </p:nvSpPr>
          <p:spPr>
            <a:xfrm>
              <a:off x="6075038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pg446"/>
            <p:cNvSpPr/>
            <p:nvPr/>
          </p:nvSpPr>
          <p:spPr>
            <a:xfrm>
              <a:off x="6086675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pg447"/>
            <p:cNvSpPr/>
            <p:nvPr/>
          </p:nvSpPr>
          <p:spPr>
            <a:xfrm>
              <a:off x="609831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pg448"/>
            <p:cNvSpPr/>
            <p:nvPr/>
          </p:nvSpPr>
          <p:spPr>
            <a:xfrm>
              <a:off x="6109950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pg449"/>
            <p:cNvSpPr/>
            <p:nvPr/>
          </p:nvSpPr>
          <p:spPr>
            <a:xfrm>
              <a:off x="6121587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pg450"/>
            <p:cNvSpPr/>
            <p:nvPr/>
          </p:nvSpPr>
          <p:spPr>
            <a:xfrm>
              <a:off x="6133224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pg451"/>
            <p:cNvSpPr/>
            <p:nvPr/>
          </p:nvSpPr>
          <p:spPr>
            <a:xfrm>
              <a:off x="6144862" y="28222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pg452"/>
            <p:cNvSpPr/>
            <p:nvPr/>
          </p:nvSpPr>
          <p:spPr>
            <a:xfrm>
              <a:off x="572591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D36">
                <a:alpha val="100000"/>
              </a:srgbClr>
            </a:solidFill>
            <a:ln w="5420" cap="flat">
              <a:solidFill>
                <a:srgbClr val="281D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pg453"/>
            <p:cNvSpPr/>
            <p:nvPr/>
          </p:nvSpPr>
          <p:spPr>
            <a:xfrm>
              <a:off x="573755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E37">
                <a:alpha val="100000"/>
              </a:srgbClr>
            </a:solidFill>
            <a:ln w="5420" cap="flat">
              <a:solidFill>
                <a:srgbClr val="281E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pg454"/>
            <p:cNvSpPr/>
            <p:nvPr/>
          </p:nvSpPr>
          <p:spPr>
            <a:xfrm>
              <a:off x="574919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9">
                <a:alpha val="100000"/>
              </a:srgbClr>
            </a:solidFill>
            <a:ln w="5420" cap="flat">
              <a:solidFill>
                <a:srgbClr val="2A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pg455"/>
            <p:cNvSpPr/>
            <p:nvPr/>
          </p:nvSpPr>
          <p:spPr>
            <a:xfrm>
              <a:off x="576083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B">
                <a:alpha val="100000"/>
              </a:srgbClr>
            </a:solidFill>
            <a:ln w="5420" cap="flat">
              <a:solidFill>
                <a:srgbClr val="2A1F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pg456"/>
            <p:cNvSpPr/>
            <p:nvPr/>
          </p:nvSpPr>
          <p:spPr>
            <a:xfrm>
              <a:off x="5772467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pg457"/>
            <p:cNvSpPr/>
            <p:nvPr/>
          </p:nvSpPr>
          <p:spPr>
            <a:xfrm>
              <a:off x="578410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pg458"/>
            <p:cNvSpPr/>
            <p:nvPr/>
          </p:nvSpPr>
          <p:spPr>
            <a:xfrm>
              <a:off x="579574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pg459"/>
            <p:cNvSpPr/>
            <p:nvPr/>
          </p:nvSpPr>
          <p:spPr>
            <a:xfrm>
              <a:off x="5807379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pg460"/>
            <p:cNvSpPr/>
            <p:nvPr/>
          </p:nvSpPr>
          <p:spPr>
            <a:xfrm>
              <a:off x="5819017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pg461"/>
            <p:cNvSpPr/>
            <p:nvPr/>
          </p:nvSpPr>
          <p:spPr>
            <a:xfrm>
              <a:off x="5830654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pg462"/>
            <p:cNvSpPr/>
            <p:nvPr/>
          </p:nvSpPr>
          <p:spPr>
            <a:xfrm>
              <a:off x="5842291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342">
                <a:alpha val="100000"/>
              </a:srgbClr>
            </a:solidFill>
            <a:ln w="5420" cap="flat">
              <a:solidFill>
                <a:srgbClr val="2E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pg463"/>
            <p:cNvSpPr/>
            <p:nvPr/>
          </p:nvSpPr>
          <p:spPr>
            <a:xfrm>
              <a:off x="5853929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pg464"/>
            <p:cNvSpPr/>
            <p:nvPr/>
          </p:nvSpPr>
          <p:spPr>
            <a:xfrm>
              <a:off x="586556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344">
                <a:alpha val="100000"/>
              </a:srgbClr>
            </a:solidFill>
            <a:ln w="5420" cap="flat">
              <a:solidFill>
                <a:srgbClr val="30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pg465"/>
            <p:cNvSpPr/>
            <p:nvPr/>
          </p:nvSpPr>
          <p:spPr>
            <a:xfrm>
              <a:off x="587720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pg466"/>
            <p:cNvSpPr/>
            <p:nvPr/>
          </p:nvSpPr>
          <p:spPr>
            <a:xfrm>
              <a:off x="5888841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pg467"/>
            <p:cNvSpPr/>
            <p:nvPr/>
          </p:nvSpPr>
          <p:spPr>
            <a:xfrm>
              <a:off x="590047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pg468"/>
            <p:cNvSpPr/>
            <p:nvPr/>
          </p:nvSpPr>
          <p:spPr>
            <a:xfrm>
              <a:off x="591211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pg469"/>
            <p:cNvSpPr/>
            <p:nvPr/>
          </p:nvSpPr>
          <p:spPr>
            <a:xfrm>
              <a:off x="592375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pg470"/>
            <p:cNvSpPr/>
            <p:nvPr/>
          </p:nvSpPr>
          <p:spPr>
            <a:xfrm>
              <a:off x="593539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pg471"/>
            <p:cNvSpPr/>
            <p:nvPr/>
          </p:nvSpPr>
          <p:spPr>
            <a:xfrm>
              <a:off x="5947027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pg472"/>
            <p:cNvSpPr/>
            <p:nvPr/>
          </p:nvSpPr>
          <p:spPr>
            <a:xfrm>
              <a:off x="6016851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pg473"/>
            <p:cNvSpPr/>
            <p:nvPr/>
          </p:nvSpPr>
          <p:spPr>
            <a:xfrm>
              <a:off x="602848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pg474"/>
            <p:cNvSpPr/>
            <p:nvPr/>
          </p:nvSpPr>
          <p:spPr>
            <a:xfrm>
              <a:off x="6040126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pg475"/>
            <p:cNvSpPr/>
            <p:nvPr/>
          </p:nvSpPr>
          <p:spPr>
            <a:xfrm>
              <a:off x="6051763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pg476"/>
            <p:cNvSpPr/>
            <p:nvPr/>
          </p:nvSpPr>
          <p:spPr>
            <a:xfrm>
              <a:off x="606340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pg477"/>
            <p:cNvSpPr/>
            <p:nvPr/>
          </p:nvSpPr>
          <p:spPr>
            <a:xfrm>
              <a:off x="6075038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pg478"/>
            <p:cNvSpPr/>
            <p:nvPr/>
          </p:nvSpPr>
          <p:spPr>
            <a:xfrm>
              <a:off x="6086675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pg479"/>
            <p:cNvSpPr/>
            <p:nvPr/>
          </p:nvSpPr>
          <p:spPr>
            <a:xfrm>
              <a:off x="6098312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pg480"/>
            <p:cNvSpPr/>
            <p:nvPr/>
          </p:nvSpPr>
          <p:spPr>
            <a:xfrm>
              <a:off x="6109950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pg481"/>
            <p:cNvSpPr/>
            <p:nvPr/>
          </p:nvSpPr>
          <p:spPr>
            <a:xfrm>
              <a:off x="6121587" y="28365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pg482"/>
            <p:cNvSpPr/>
            <p:nvPr/>
          </p:nvSpPr>
          <p:spPr>
            <a:xfrm>
              <a:off x="5714281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2">
                <a:alpha val="100000"/>
              </a:srgbClr>
            </a:solidFill>
            <a:ln w="5420" cap="flat">
              <a:solidFill>
                <a:srgbClr val="26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pg483"/>
            <p:cNvSpPr/>
            <p:nvPr/>
          </p:nvSpPr>
          <p:spPr>
            <a:xfrm>
              <a:off x="572591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pg484"/>
            <p:cNvSpPr/>
            <p:nvPr/>
          </p:nvSpPr>
          <p:spPr>
            <a:xfrm>
              <a:off x="573755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pg485"/>
            <p:cNvSpPr/>
            <p:nvPr/>
          </p:nvSpPr>
          <p:spPr>
            <a:xfrm>
              <a:off x="574919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pg486"/>
            <p:cNvSpPr/>
            <p:nvPr/>
          </p:nvSpPr>
          <p:spPr>
            <a:xfrm>
              <a:off x="576083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F39">
                <a:alpha val="100000"/>
              </a:srgbClr>
            </a:solidFill>
            <a:ln w="5420" cap="flat">
              <a:solidFill>
                <a:srgbClr val="29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pg487"/>
            <p:cNvSpPr/>
            <p:nvPr/>
          </p:nvSpPr>
          <p:spPr>
            <a:xfrm>
              <a:off x="5772467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A">
                <a:alpha val="100000"/>
              </a:srgbClr>
            </a:solidFill>
            <a:ln w="5420" cap="flat">
              <a:solidFill>
                <a:srgbClr val="2A1F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pg488"/>
            <p:cNvSpPr/>
            <p:nvPr/>
          </p:nvSpPr>
          <p:spPr>
            <a:xfrm>
              <a:off x="578410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pg489"/>
            <p:cNvSpPr/>
            <p:nvPr/>
          </p:nvSpPr>
          <p:spPr>
            <a:xfrm>
              <a:off x="5795742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pg490"/>
            <p:cNvSpPr/>
            <p:nvPr/>
          </p:nvSpPr>
          <p:spPr>
            <a:xfrm>
              <a:off x="5807379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pg491"/>
            <p:cNvSpPr/>
            <p:nvPr/>
          </p:nvSpPr>
          <p:spPr>
            <a:xfrm>
              <a:off x="5819017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40">
                <a:alpha val="100000"/>
              </a:srgbClr>
            </a:solidFill>
            <a:ln w="5420" cap="flat">
              <a:solidFill>
                <a:srgbClr val="2D21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pg492"/>
            <p:cNvSpPr/>
            <p:nvPr/>
          </p:nvSpPr>
          <p:spPr>
            <a:xfrm>
              <a:off x="583065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pg493"/>
            <p:cNvSpPr/>
            <p:nvPr/>
          </p:nvSpPr>
          <p:spPr>
            <a:xfrm>
              <a:off x="5842291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pg494"/>
            <p:cNvSpPr/>
            <p:nvPr/>
          </p:nvSpPr>
          <p:spPr>
            <a:xfrm>
              <a:off x="5853929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pg495"/>
            <p:cNvSpPr/>
            <p:nvPr/>
          </p:nvSpPr>
          <p:spPr>
            <a:xfrm>
              <a:off x="586556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pg496"/>
            <p:cNvSpPr/>
            <p:nvPr/>
          </p:nvSpPr>
          <p:spPr>
            <a:xfrm>
              <a:off x="587720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4">
                <a:alpha val="100000"/>
              </a:srgbClr>
            </a:solidFill>
            <a:ln w="5420" cap="flat">
              <a:solidFill>
                <a:srgbClr val="3024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pg497"/>
            <p:cNvSpPr/>
            <p:nvPr/>
          </p:nvSpPr>
          <p:spPr>
            <a:xfrm>
              <a:off x="5888841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pg498"/>
            <p:cNvSpPr/>
            <p:nvPr/>
          </p:nvSpPr>
          <p:spPr>
            <a:xfrm>
              <a:off x="590047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pg499"/>
            <p:cNvSpPr/>
            <p:nvPr/>
          </p:nvSpPr>
          <p:spPr>
            <a:xfrm>
              <a:off x="591211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pg500"/>
            <p:cNvSpPr/>
            <p:nvPr/>
          </p:nvSpPr>
          <p:spPr>
            <a:xfrm>
              <a:off x="592375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pg501"/>
            <p:cNvSpPr/>
            <p:nvPr/>
          </p:nvSpPr>
          <p:spPr>
            <a:xfrm>
              <a:off x="593539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pg502"/>
            <p:cNvSpPr/>
            <p:nvPr/>
          </p:nvSpPr>
          <p:spPr>
            <a:xfrm>
              <a:off x="6005214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pg503"/>
            <p:cNvSpPr/>
            <p:nvPr/>
          </p:nvSpPr>
          <p:spPr>
            <a:xfrm>
              <a:off x="6016851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pg504"/>
            <p:cNvSpPr/>
            <p:nvPr/>
          </p:nvSpPr>
          <p:spPr>
            <a:xfrm>
              <a:off x="602848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pg505"/>
            <p:cNvSpPr/>
            <p:nvPr/>
          </p:nvSpPr>
          <p:spPr>
            <a:xfrm>
              <a:off x="6040126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pg506"/>
            <p:cNvSpPr/>
            <p:nvPr/>
          </p:nvSpPr>
          <p:spPr>
            <a:xfrm>
              <a:off x="6051763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pg507"/>
            <p:cNvSpPr/>
            <p:nvPr/>
          </p:nvSpPr>
          <p:spPr>
            <a:xfrm>
              <a:off x="606340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pg508"/>
            <p:cNvSpPr/>
            <p:nvPr/>
          </p:nvSpPr>
          <p:spPr>
            <a:xfrm>
              <a:off x="6075038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pg509"/>
            <p:cNvSpPr/>
            <p:nvPr/>
          </p:nvSpPr>
          <p:spPr>
            <a:xfrm>
              <a:off x="6086675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pg510"/>
            <p:cNvSpPr/>
            <p:nvPr/>
          </p:nvSpPr>
          <p:spPr>
            <a:xfrm>
              <a:off x="6098312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pg511"/>
            <p:cNvSpPr/>
            <p:nvPr/>
          </p:nvSpPr>
          <p:spPr>
            <a:xfrm>
              <a:off x="6109950" y="28508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pg512"/>
            <p:cNvSpPr/>
            <p:nvPr/>
          </p:nvSpPr>
          <p:spPr>
            <a:xfrm>
              <a:off x="570264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E">
                <a:alpha val="100000"/>
              </a:srgbClr>
            </a:solidFill>
            <a:ln w="5420" cap="flat">
              <a:solidFill>
                <a:srgbClr val="231A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pg513"/>
            <p:cNvSpPr/>
            <p:nvPr/>
          </p:nvSpPr>
          <p:spPr>
            <a:xfrm>
              <a:off x="5714281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A2F">
                <a:alpha val="100000"/>
              </a:srgbClr>
            </a:solidFill>
            <a:ln w="5420" cap="flat">
              <a:solidFill>
                <a:srgbClr val="241A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pg514"/>
            <p:cNvSpPr/>
            <p:nvPr/>
          </p:nvSpPr>
          <p:spPr>
            <a:xfrm>
              <a:off x="572591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pg515"/>
            <p:cNvSpPr/>
            <p:nvPr/>
          </p:nvSpPr>
          <p:spPr>
            <a:xfrm>
              <a:off x="5737555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2">
                <a:alpha val="100000"/>
              </a:srgbClr>
            </a:solidFill>
            <a:ln w="5420" cap="flat">
              <a:solidFill>
                <a:srgbClr val="26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pg516"/>
            <p:cNvSpPr/>
            <p:nvPr/>
          </p:nvSpPr>
          <p:spPr>
            <a:xfrm>
              <a:off x="574919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D36">
                <a:alpha val="100000"/>
              </a:srgbClr>
            </a:solidFill>
            <a:ln w="5420" cap="flat">
              <a:solidFill>
                <a:srgbClr val="281D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pg517"/>
            <p:cNvSpPr/>
            <p:nvPr/>
          </p:nvSpPr>
          <p:spPr>
            <a:xfrm>
              <a:off x="576083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E38">
                <a:alpha val="100000"/>
              </a:srgbClr>
            </a:solidFill>
            <a:ln w="5420" cap="flat">
              <a:solidFill>
                <a:srgbClr val="28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pg518"/>
            <p:cNvSpPr/>
            <p:nvPr/>
          </p:nvSpPr>
          <p:spPr>
            <a:xfrm>
              <a:off x="5772467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F39">
                <a:alpha val="100000"/>
              </a:srgbClr>
            </a:solidFill>
            <a:ln w="5420" cap="flat">
              <a:solidFill>
                <a:srgbClr val="29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pg519"/>
            <p:cNvSpPr/>
            <p:nvPr/>
          </p:nvSpPr>
          <p:spPr>
            <a:xfrm>
              <a:off x="5784105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B">
                <a:alpha val="100000"/>
              </a:srgbClr>
            </a:solidFill>
            <a:ln w="5420" cap="flat">
              <a:solidFill>
                <a:srgbClr val="2A1F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pg520"/>
            <p:cNvSpPr/>
            <p:nvPr/>
          </p:nvSpPr>
          <p:spPr>
            <a:xfrm>
              <a:off x="5795742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pg521"/>
            <p:cNvSpPr/>
            <p:nvPr/>
          </p:nvSpPr>
          <p:spPr>
            <a:xfrm>
              <a:off x="5807379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pg522"/>
            <p:cNvSpPr/>
            <p:nvPr/>
          </p:nvSpPr>
          <p:spPr>
            <a:xfrm>
              <a:off x="5819017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pg523"/>
            <p:cNvSpPr/>
            <p:nvPr/>
          </p:nvSpPr>
          <p:spPr>
            <a:xfrm>
              <a:off x="583065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pg524"/>
            <p:cNvSpPr/>
            <p:nvPr/>
          </p:nvSpPr>
          <p:spPr>
            <a:xfrm>
              <a:off x="5842291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pg525"/>
            <p:cNvSpPr/>
            <p:nvPr/>
          </p:nvSpPr>
          <p:spPr>
            <a:xfrm>
              <a:off x="5853929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342">
                <a:alpha val="100000"/>
              </a:srgbClr>
            </a:solidFill>
            <a:ln w="5420" cap="flat">
              <a:solidFill>
                <a:srgbClr val="2E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pg526"/>
            <p:cNvSpPr/>
            <p:nvPr/>
          </p:nvSpPr>
          <p:spPr>
            <a:xfrm>
              <a:off x="586556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pg527"/>
            <p:cNvSpPr/>
            <p:nvPr/>
          </p:nvSpPr>
          <p:spPr>
            <a:xfrm>
              <a:off x="587720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pg528"/>
            <p:cNvSpPr/>
            <p:nvPr/>
          </p:nvSpPr>
          <p:spPr>
            <a:xfrm>
              <a:off x="5888841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pg529"/>
            <p:cNvSpPr/>
            <p:nvPr/>
          </p:nvSpPr>
          <p:spPr>
            <a:xfrm>
              <a:off x="590047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pg530"/>
            <p:cNvSpPr/>
            <p:nvPr/>
          </p:nvSpPr>
          <p:spPr>
            <a:xfrm>
              <a:off x="5912115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pg531"/>
            <p:cNvSpPr/>
            <p:nvPr/>
          </p:nvSpPr>
          <p:spPr>
            <a:xfrm>
              <a:off x="592375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pg532"/>
            <p:cNvSpPr/>
            <p:nvPr/>
          </p:nvSpPr>
          <p:spPr>
            <a:xfrm>
              <a:off x="6005214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pg533"/>
            <p:cNvSpPr/>
            <p:nvPr/>
          </p:nvSpPr>
          <p:spPr>
            <a:xfrm>
              <a:off x="6016851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pg534"/>
            <p:cNvSpPr/>
            <p:nvPr/>
          </p:nvSpPr>
          <p:spPr>
            <a:xfrm>
              <a:off x="602848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2">
                <a:alpha val="100000"/>
              </a:srgbClr>
            </a:solidFill>
            <a:ln w="5420" cap="flat">
              <a:solidFill>
                <a:srgbClr val="2F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pg535"/>
            <p:cNvSpPr/>
            <p:nvPr/>
          </p:nvSpPr>
          <p:spPr>
            <a:xfrm>
              <a:off x="6040126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342">
                <a:alpha val="100000"/>
              </a:srgbClr>
            </a:solidFill>
            <a:ln w="5420" cap="flat">
              <a:solidFill>
                <a:srgbClr val="2E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pg536"/>
            <p:cNvSpPr/>
            <p:nvPr/>
          </p:nvSpPr>
          <p:spPr>
            <a:xfrm>
              <a:off x="6051763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342">
                <a:alpha val="100000"/>
              </a:srgbClr>
            </a:solidFill>
            <a:ln w="5420" cap="flat">
              <a:solidFill>
                <a:srgbClr val="2E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pg537"/>
            <p:cNvSpPr/>
            <p:nvPr/>
          </p:nvSpPr>
          <p:spPr>
            <a:xfrm>
              <a:off x="6063400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2">
                <a:alpha val="100000"/>
              </a:srgbClr>
            </a:solidFill>
            <a:ln w="5420" cap="flat">
              <a:solidFill>
                <a:srgbClr val="2F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pg538"/>
            <p:cNvSpPr/>
            <p:nvPr/>
          </p:nvSpPr>
          <p:spPr>
            <a:xfrm>
              <a:off x="6075038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pg539"/>
            <p:cNvSpPr/>
            <p:nvPr/>
          </p:nvSpPr>
          <p:spPr>
            <a:xfrm>
              <a:off x="6086675" y="28651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pg540"/>
            <p:cNvSpPr/>
            <p:nvPr/>
          </p:nvSpPr>
          <p:spPr>
            <a:xfrm>
              <a:off x="5702643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82A">
                <a:alpha val="100000"/>
              </a:srgbClr>
            </a:solidFill>
            <a:ln w="5420" cap="flat">
              <a:solidFill>
                <a:srgbClr val="211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pg541"/>
            <p:cNvSpPr/>
            <p:nvPr/>
          </p:nvSpPr>
          <p:spPr>
            <a:xfrm>
              <a:off x="5714281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C">
                <a:alpha val="100000"/>
              </a:srgbClr>
            </a:solidFill>
            <a:ln w="5420" cap="flat">
              <a:solidFill>
                <a:srgbClr val="2219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pg542"/>
            <p:cNvSpPr/>
            <p:nvPr/>
          </p:nvSpPr>
          <p:spPr>
            <a:xfrm>
              <a:off x="572591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E">
                <a:alpha val="100000"/>
              </a:srgbClr>
            </a:solidFill>
            <a:ln w="5420" cap="flat">
              <a:solidFill>
                <a:srgbClr val="231A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pg543"/>
            <p:cNvSpPr/>
            <p:nvPr/>
          </p:nvSpPr>
          <p:spPr>
            <a:xfrm>
              <a:off x="5737555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30">
                <a:alpha val="100000"/>
              </a:srgbClr>
            </a:solidFill>
            <a:ln w="5420" cap="flat">
              <a:solidFill>
                <a:srgbClr val="241B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pg544"/>
            <p:cNvSpPr/>
            <p:nvPr/>
          </p:nvSpPr>
          <p:spPr>
            <a:xfrm>
              <a:off x="5749193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4">
                <a:alpha val="100000"/>
              </a:srgbClr>
            </a:solidFill>
            <a:ln w="5420" cap="flat">
              <a:solidFill>
                <a:srgbClr val="271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pg545"/>
            <p:cNvSpPr/>
            <p:nvPr/>
          </p:nvSpPr>
          <p:spPr>
            <a:xfrm>
              <a:off x="5760830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D36">
                <a:alpha val="100000"/>
              </a:srgbClr>
            </a:solidFill>
            <a:ln w="5420" cap="flat">
              <a:solidFill>
                <a:srgbClr val="281D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pg546"/>
            <p:cNvSpPr/>
            <p:nvPr/>
          </p:nvSpPr>
          <p:spPr>
            <a:xfrm>
              <a:off x="5772467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pg547"/>
            <p:cNvSpPr/>
            <p:nvPr/>
          </p:nvSpPr>
          <p:spPr>
            <a:xfrm>
              <a:off x="5784105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A">
                <a:alpha val="100000"/>
              </a:srgbClr>
            </a:solidFill>
            <a:ln w="5420" cap="flat">
              <a:solidFill>
                <a:srgbClr val="2A1F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pg548"/>
            <p:cNvSpPr/>
            <p:nvPr/>
          </p:nvSpPr>
          <p:spPr>
            <a:xfrm>
              <a:off x="5795742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pg549"/>
            <p:cNvSpPr/>
            <p:nvPr/>
          </p:nvSpPr>
          <p:spPr>
            <a:xfrm>
              <a:off x="5807379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pg550"/>
            <p:cNvSpPr/>
            <p:nvPr/>
          </p:nvSpPr>
          <p:spPr>
            <a:xfrm>
              <a:off x="5819017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pg551"/>
            <p:cNvSpPr/>
            <p:nvPr/>
          </p:nvSpPr>
          <p:spPr>
            <a:xfrm>
              <a:off x="583065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pg552"/>
            <p:cNvSpPr/>
            <p:nvPr/>
          </p:nvSpPr>
          <p:spPr>
            <a:xfrm>
              <a:off x="5842291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pg553"/>
            <p:cNvSpPr/>
            <p:nvPr/>
          </p:nvSpPr>
          <p:spPr>
            <a:xfrm>
              <a:off x="5853929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pg554"/>
            <p:cNvSpPr/>
            <p:nvPr/>
          </p:nvSpPr>
          <p:spPr>
            <a:xfrm>
              <a:off x="586556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pg555"/>
            <p:cNvSpPr/>
            <p:nvPr/>
          </p:nvSpPr>
          <p:spPr>
            <a:xfrm>
              <a:off x="5877203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pg556"/>
            <p:cNvSpPr/>
            <p:nvPr/>
          </p:nvSpPr>
          <p:spPr>
            <a:xfrm>
              <a:off x="6005214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pg557"/>
            <p:cNvSpPr/>
            <p:nvPr/>
          </p:nvSpPr>
          <p:spPr>
            <a:xfrm>
              <a:off x="6016851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pg558"/>
            <p:cNvSpPr/>
            <p:nvPr/>
          </p:nvSpPr>
          <p:spPr>
            <a:xfrm>
              <a:off x="6028488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pg559"/>
            <p:cNvSpPr/>
            <p:nvPr/>
          </p:nvSpPr>
          <p:spPr>
            <a:xfrm>
              <a:off x="6040126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pg560"/>
            <p:cNvSpPr/>
            <p:nvPr/>
          </p:nvSpPr>
          <p:spPr>
            <a:xfrm>
              <a:off x="6051763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pg561"/>
            <p:cNvSpPr/>
            <p:nvPr/>
          </p:nvSpPr>
          <p:spPr>
            <a:xfrm>
              <a:off x="6063400" y="28794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pg562"/>
            <p:cNvSpPr/>
            <p:nvPr/>
          </p:nvSpPr>
          <p:spPr>
            <a:xfrm>
              <a:off x="569100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4">
                <a:alpha val="100000"/>
              </a:srgbClr>
            </a:solidFill>
            <a:ln w="5420" cap="flat">
              <a:solidFill>
                <a:srgbClr val="1E162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pg563"/>
            <p:cNvSpPr/>
            <p:nvPr/>
          </p:nvSpPr>
          <p:spPr>
            <a:xfrm>
              <a:off x="5702643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F1726">
                <a:alpha val="100000"/>
              </a:srgbClr>
            </a:solidFill>
            <a:ln w="5420" cap="flat">
              <a:solidFill>
                <a:srgbClr val="1F17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pg564"/>
            <p:cNvSpPr/>
            <p:nvPr/>
          </p:nvSpPr>
          <p:spPr>
            <a:xfrm>
              <a:off x="5714281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829">
                <a:alpha val="100000"/>
              </a:srgbClr>
            </a:solidFill>
            <a:ln w="5420" cap="flat">
              <a:solidFill>
                <a:srgbClr val="201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pg565"/>
            <p:cNvSpPr/>
            <p:nvPr/>
          </p:nvSpPr>
          <p:spPr>
            <a:xfrm>
              <a:off x="572591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B">
                <a:alpha val="100000"/>
              </a:srgbClr>
            </a:solidFill>
            <a:ln w="5420" cap="flat">
              <a:solidFill>
                <a:srgbClr val="221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pg566"/>
            <p:cNvSpPr/>
            <p:nvPr/>
          </p:nvSpPr>
          <p:spPr>
            <a:xfrm>
              <a:off x="5737555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E">
                <a:alpha val="100000"/>
              </a:srgbClr>
            </a:solidFill>
            <a:ln w="5420" cap="flat">
              <a:solidFill>
                <a:srgbClr val="231A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pg567"/>
            <p:cNvSpPr/>
            <p:nvPr/>
          </p:nvSpPr>
          <p:spPr>
            <a:xfrm>
              <a:off x="5749193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pg568"/>
            <p:cNvSpPr/>
            <p:nvPr/>
          </p:nvSpPr>
          <p:spPr>
            <a:xfrm>
              <a:off x="5760830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pg569"/>
            <p:cNvSpPr/>
            <p:nvPr/>
          </p:nvSpPr>
          <p:spPr>
            <a:xfrm>
              <a:off x="5772467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E37">
                <a:alpha val="100000"/>
              </a:srgbClr>
            </a:solidFill>
            <a:ln w="5420" cap="flat">
              <a:solidFill>
                <a:srgbClr val="281E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pg570"/>
            <p:cNvSpPr/>
            <p:nvPr/>
          </p:nvSpPr>
          <p:spPr>
            <a:xfrm>
              <a:off x="5784105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F39">
                <a:alpha val="100000"/>
              </a:srgbClr>
            </a:solidFill>
            <a:ln w="5420" cap="flat">
              <a:solidFill>
                <a:srgbClr val="29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pg571"/>
            <p:cNvSpPr/>
            <p:nvPr/>
          </p:nvSpPr>
          <p:spPr>
            <a:xfrm>
              <a:off x="5795742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203B">
                <a:alpha val="100000"/>
              </a:srgbClr>
            </a:solidFill>
            <a:ln w="5420" cap="flat">
              <a:solidFill>
                <a:srgbClr val="2A20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pg572"/>
            <p:cNvSpPr/>
            <p:nvPr/>
          </p:nvSpPr>
          <p:spPr>
            <a:xfrm>
              <a:off x="5807379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D">
                <a:alpha val="100000"/>
              </a:srgbClr>
            </a:solidFill>
            <a:ln w="5420" cap="flat">
              <a:solidFill>
                <a:srgbClr val="2B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pg573"/>
            <p:cNvSpPr/>
            <p:nvPr/>
          </p:nvSpPr>
          <p:spPr>
            <a:xfrm>
              <a:off x="5819017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pg574"/>
            <p:cNvSpPr/>
            <p:nvPr/>
          </p:nvSpPr>
          <p:spPr>
            <a:xfrm>
              <a:off x="5830654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pg575"/>
            <p:cNvSpPr/>
            <p:nvPr/>
          </p:nvSpPr>
          <p:spPr>
            <a:xfrm>
              <a:off x="5842291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pg576"/>
            <p:cNvSpPr/>
            <p:nvPr/>
          </p:nvSpPr>
          <p:spPr>
            <a:xfrm>
              <a:off x="5993577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pg577"/>
            <p:cNvSpPr/>
            <p:nvPr/>
          </p:nvSpPr>
          <p:spPr>
            <a:xfrm>
              <a:off x="6005214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pg578"/>
            <p:cNvSpPr/>
            <p:nvPr/>
          </p:nvSpPr>
          <p:spPr>
            <a:xfrm>
              <a:off x="6016851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pg579"/>
            <p:cNvSpPr/>
            <p:nvPr/>
          </p:nvSpPr>
          <p:spPr>
            <a:xfrm>
              <a:off x="6028488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pg580"/>
            <p:cNvSpPr/>
            <p:nvPr/>
          </p:nvSpPr>
          <p:spPr>
            <a:xfrm>
              <a:off x="6040126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pg581"/>
            <p:cNvSpPr/>
            <p:nvPr/>
          </p:nvSpPr>
          <p:spPr>
            <a:xfrm>
              <a:off x="6051763" y="28937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pg582"/>
            <p:cNvSpPr/>
            <p:nvPr/>
          </p:nvSpPr>
          <p:spPr>
            <a:xfrm>
              <a:off x="563281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6">
                <a:alpha val="100000"/>
              </a:srgbClr>
            </a:solidFill>
            <a:ln w="5420" cap="flat">
              <a:solidFill>
                <a:srgbClr val="1E1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pg583"/>
            <p:cNvSpPr/>
            <p:nvPr/>
          </p:nvSpPr>
          <p:spPr>
            <a:xfrm>
              <a:off x="5644457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B1420">
                <a:alpha val="100000"/>
              </a:srgbClr>
            </a:solidFill>
            <a:ln w="5420" cap="flat">
              <a:solidFill>
                <a:srgbClr val="1B14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pg584"/>
            <p:cNvSpPr/>
            <p:nvPr/>
          </p:nvSpPr>
          <p:spPr>
            <a:xfrm>
              <a:off x="565609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9121D">
                <a:alpha val="100000"/>
              </a:srgbClr>
            </a:solidFill>
            <a:ln w="5420" cap="flat">
              <a:solidFill>
                <a:srgbClr val="19121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pg585"/>
            <p:cNvSpPr/>
            <p:nvPr/>
          </p:nvSpPr>
          <p:spPr>
            <a:xfrm>
              <a:off x="5667731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9111C">
                <a:alpha val="100000"/>
              </a:srgbClr>
            </a:solidFill>
            <a:ln w="5420" cap="flat">
              <a:solidFill>
                <a:srgbClr val="1911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pg586"/>
            <p:cNvSpPr/>
            <p:nvPr/>
          </p:nvSpPr>
          <p:spPr>
            <a:xfrm>
              <a:off x="567936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31E">
                <a:alpha val="100000"/>
              </a:srgbClr>
            </a:solidFill>
            <a:ln w="5420" cap="flat">
              <a:solidFill>
                <a:srgbClr val="1A13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pg587"/>
            <p:cNvSpPr/>
            <p:nvPr/>
          </p:nvSpPr>
          <p:spPr>
            <a:xfrm>
              <a:off x="569100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B1420">
                <a:alpha val="100000"/>
              </a:srgbClr>
            </a:solidFill>
            <a:ln w="5420" cap="flat">
              <a:solidFill>
                <a:srgbClr val="1B14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pg588"/>
            <p:cNvSpPr/>
            <p:nvPr/>
          </p:nvSpPr>
          <p:spPr>
            <a:xfrm>
              <a:off x="5702643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523">
                <a:alpha val="100000"/>
              </a:srgbClr>
            </a:solidFill>
            <a:ln w="5420" cap="flat">
              <a:solidFill>
                <a:srgbClr val="1D152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pg589"/>
            <p:cNvSpPr/>
            <p:nvPr/>
          </p:nvSpPr>
          <p:spPr>
            <a:xfrm>
              <a:off x="5714281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F1726">
                <a:alpha val="100000"/>
              </a:srgbClr>
            </a:solidFill>
            <a:ln w="5420" cap="flat">
              <a:solidFill>
                <a:srgbClr val="1F17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pg590"/>
            <p:cNvSpPr/>
            <p:nvPr/>
          </p:nvSpPr>
          <p:spPr>
            <a:xfrm>
              <a:off x="5725918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82A">
                <a:alpha val="100000"/>
              </a:srgbClr>
            </a:solidFill>
            <a:ln w="5420" cap="flat">
              <a:solidFill>
                <a:srgbClr val="211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pg591"/>
            <p:cNvSpPr/>
            <p:nvPr/>
          </p:nvSpPr>
          <p:spPr>
            <a:xfrm>
              <a:off x="5737555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D">
                <a:alpha val="100000"/>
              </a:srgbClr>
            </a:solidFill>
            <a:ln w="5420" cap="flat">
              <a:solidFill>
                <a:srgbClr val="2219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pg592"/>
            <p:cNvSpPr/>
            <p:nvPr/>
          </p:nvSpPr>
          <p:spPr>
            <a:xfrm>
              <a:off x="5749193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C32">
                <a:alpha val="100000"/>
              </a:srgbClr>
            </a:solidFill>
            <a:ln w="5420" cap="flat">
              <a:solidFill>
                <a:srgbClr val="25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pg593"/>
            <p:cNvSpPr/>
            <p:nvPr/>
          </p:nvSpPr>
          <p:spPr>
            <a:xfrm>
              <a:off x="5760830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pg594"/>
            <p:cNvSpPr/>
            <p:nvPr/>
          </p:nvSpPr>
          <p:spPr>
            <a:xfrm>
              <a:off x="5772467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E37">
                <a:alpha val="100000"/>
              </a:srgbClr>
            </a:solidFill>
            <a:ln w="5420" cap="flat">
              <a:solidFill>
                <a:srgbClr val="281E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pg595"/>
            <p:cNvSpPr/>
            <p:nvPr/>
          </p:nvSpPr>
          <p:spPr>
            <a:xfrm>
              <a:off x="5784105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F39">
                <a:alpha val="100000"/>
              </a:srgbClr>
            </a:solidFill>
            <a:ln w="5420" cap="flat">
              <a:solidFill>
                <a:srgbClr val="29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pg596"/>
            <p:cNvSpPr/>
            <p:nvPr/>
          </p:nvSpPr>
          <p:spPr>
            <a:xfrm>
              <a:off x="5807379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D">
                <a:alpha val="100000"/>
              </a:srgbClr>
            </a:solidFill>
            <a:ln w="5420" cap="flat">
              <a:solidFill>
                <a:srgbClr val="2B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pg597"/>
            <p:cNvSpPr/>
            <p:nvPr/>
          </p:nvSpPr>
          <p:spPr>
            <a:xfrm>
              <a:off x="5819017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pg598"/>
            <p:cNvSpPr/>
            <p:nvPr/>
          </p:nvSpPr>
          <p:spPr>
            <a:xfrm>
              <a:off x="583065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pg599"/>
            <p:cNvSpPr/>
            <p:nvPr/>
          </p:nvSpPr>
          <p:spPr>
            <a:xfrm>
              <a:off x="5993577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pg600"/>
            <p:cNvSpPr/>
            <p:nvPr/>
          </p:nvSpPr>
          <p:spPr>
            <a:xfrm>
              <a:off x="6005214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pg601"/>
            <p:cNvSpPr/>
            <p:nvPr/>
          </p:nvSpPr>
          <p:spPr>
            <a:xfrm>
              <a:off x="6016851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pg602"/>
            <p:cNvSpPr/>
            <p:nvPr/>
          </p:nvSpPr>
          <p:spPr>
            <a:xfrm>
              <a:off x="6028488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pg603"/>
            <p:cNvSpPr/>
            <p:nvPr/>
          </p:nvSpPr>
          <p:spPr>
            <a:xfrm>
              <a:off x="6040126" y="29080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pg604"/>
            <p:cNvSpPr/>
            <p:nvPr/>
          </p:nvSpPr>
          <p:spPr>
            <a:xfrm>
              <a:off x="5597907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pg605"/>
            <p:cNvSpPr/>
            <p:nvPr/>
          </p:nvSpPr>
          <p:spPr>
            <a:xfrm>
              <a:off x="5609545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pg606"/>
            <p:cNvSpPr/>
            <p:nvPr/>
          </p:nvSpPr>
          <p:spPr>
            <a:xfrm>
              <a:off x="5621182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pg607"/>
            <p:cNvSpPr/>
            <p:nvPr/>
          </p:nvSpPr>
          <p:spPr>
            <a:xfrm>
              <a:off x="5632819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6">
                <a:alpha val="100000"/>
              </a:srgbClr>
            </a:solidFill>
            <a:ln w="5420" cap="flat">
              <a:solidFill>
                <a:srgbClr val="1E1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pg608"/>
            <p:cNvSpPr/>
            <p:nvPr/>
          </p:nvSpPr>
          <p:spPr>
            <a:xfrm>
              <a:off x="5644457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9121C">
                <a:alpha val="100000"/>
              </a:srgbClr>
            </a:solidFill>
            <a:ln w="5420" cap="flat">
              <a:solidFill>
                <a:srgbClr val="1912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pg609"/>
            <p:cNvSpPr/>
            <p:nvPr/>
          </p:nvSpPr>
          <p:spPr>
            <a:xfrm>
              <a:off x="565609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60E17">
                <a:alpha val="100000"/>
              </a:srgbClr>
            </a:solidFill>
            <a:ln w="5420" cap="flat">
              <a:solidFill>
                <a:srgbClr val="160E1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pg610"/>
            <p:cNvSpPr/>
            <p:nvPr/>
          </p:nvSpPr>
          <p:spPr>
            <a:xfrm>
              <a:off x="5667731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50E17">
                <a:alpha val="100000"/>
              </a:srgbClr>
            </a:solidFill>
            <a:ln w="5420" cap="flat">
              <a:solidFill>
                <a:srgbClr val="150E1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pg611"/>
            <p:cNvSpPr/>
            <p:nvPr/>
          </p:nvSpPr>
          <p:spPr>
            <a:xfrm>
              <a:off x="5679369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71019">
                <a:alpha val="100000"/>
              </a:srgbClr>
            </a:solidFill>
            <a:ln w="5420" cap="flat">
              <a:solidFill>
                <a:srgbClr val="17101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pg612"/>
            <p:cNvSpPr/>
            <p:nvPr/>
          </p:nvSpPr>
          <p:spPr>
            <a:xfrm>
              <a:off x="569100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9121D">
                <a:alpha val="100000"/>
              </a:srgbClr>
            </a:solidFill>
            <a:ln w="5420" cap="flat">
              <a:solidFill>
                <a:srgbClr val="19121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pg613"/>
            <p:cNvSpPr/>
            <p:nvPr/>
          </p:nvSpPr>
          <p:spPr>
            <a:xfrm>
              <a:off x="5702643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421">
                <a:alpha val="100000"/>
              </a:srgbClr>
            </a:solidFill>
            <a:ln w="5420" cap="flat">
              <a:solidFill>
                <a:srgbClr val="1C142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pg614"/>
            <p:cNvSpPr/>
            <p:nvPr/>
          </p:nvSpPr>
          <p:spPr>
            <a:xfrm>
              <a:off x="5714281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5">
                <a:alpha val="100000"/>
              </a:srgbClr>
            </a:solidFill>
            <a:ln w="5420" cap="flat">
              <a:solidFill>
                <a:srgbClr val="1E16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pg615"/>
            <p:cNvSpPr/>
            <p:nvPr/>
          </p:nvSpPr>
          <p:spPr>
            <a:xfrm>
              <a:off x="5725918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829">
                <a:alpha val="100000"/>
              </a:srgbClr>
            </a:solidFill>
            <a:ln w="5420" cap="flat">
              <a:solidFill>
                <a:srgbClr val="201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pg616"/>
            <p:cNvSpPr/>
            <p:nvPr/>
          </p:nvSpPr>
          <p:spPr>
            <a:xfrm>
              <a:off x="5737555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C">
                <a:alpha val="100000"/>
              </a:srgbClr>
            </a:solidFill>
            <a:ln w="5420" cap="flat">
              <a:solidFill>
                <a:srgbClr val="2219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pg617"/>
            <p:cNvSpPr/>
            <p:nvPr/>
          </p:nvSpPr>
          <p:spPr>
            <a:xfrm>
              <a:off x="5760830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4">
                <a:alpha val="100000"/>
              </a:srgbClr>
            </a:solidFill>
            <a:ln w="5420" cap="flat">
              <a:solidFill>
                <a:srgbClr val="271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pg618"/>
            <p:cNvSpPr/>
            <p:nvPr/>
          </p:nvSpPr>
          <p:spPr>
            <a:xfrm>
              <a:off x="5772467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E37">
                <a:alpha val="100000"/>
              </a:srgbClr>
            </a:solidFill>
            <a:ln w="5420" cap="flat">
              <a:solidFill>
                <a:srgbClr val="281E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pg619"/>
            <p:cNvSpPr/>
            <p:nvPr/>
          </p:nvSpPr>
          <p:spPr>
            <a:xfrm>
              <a:off x="5993577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40">
                <a:alpha val="100000"/>
              </a:srgbClr>
            </a:solidFill>
            <a:ln w="5420" cap="flat">
              <a:solidFill>
                <a:srgbClr val="2D21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pg620"/>
            <p:cNvSpPr/>
            <p:nvPr/>
          </p:nvSpPr>
          <p:spPr>
            <a:xfrm>
              <a:off x="6005214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pg621"/>
            <p:cNvSpPr/>
            <p:nvPr/>
          </p:nvSpPr>
          <p:spPr>
            <a:xfrm>
              <a:off x="6016851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F">
                <a:alpha val="100000"/>
              </a:srgbClr>
            </a:solidFill>
            <a:ln w="5420" cap="flat">
              <a:solidFill>
                <a:srgbClr val="2C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pg622"/>
            <p:cNvSpPr/>
            <p:nvPr/>
          </p:nvSpPr>
          <p:spPr>
            <a:xfrm>
              <a:off x="6028488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pg623"/>
            <p:cNvSpPr/>
            <p:nvPr/>
          </p:nvSpPr>
          <p:spPr>
            <a:xfrm>
              <a:off x="6040126" y="29223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pg624"/>
            <p:cNvSpPr/>
            <p:nvPr/>
          </p:nvSpPr>
          <p:spPr>
            <a:xfrm>
              <a:off x="5586270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pg625"/>
            <p:cNvSpPr/>
            <p:nvPr/>
          </p:nvSpPr>
          <p:spPr>
            <a:xfrm>
              <a:off x="5597907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pg626"/>
            <p:cNvSpPr/>
            <p:nvPr/>
          </p:nvSpPr>
          <p:spPr>
            <a:xfrm>
              <a:off x="5609545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pg627"/>
            <p:cNvSpPr/>
            <p:nvPr/>
          </p:nvSpPr>
          <p:spPr>
            <a:xfrm>
              <a:off x="562118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pg628"/>
            <p:cNvSpPr/>
            <p:nvPr/>
          </p:nvSpPr>
          <p:spPr>
            <a:xfrm>
              <a:off x="5632819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D">
                <a:alpha val="100000"/>
              </a:srgbClr>
            </a:solidFill>
            <a:ln w="5420" cap="flat">
              <a:solidFill>
                <a:srgbClr val="2B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pg629"/>
            <p:cNvSpPr/>
            <p:nvPr/>
          </p:nvSpPr>
          <p:spPr>
            <a:xfrm>
              <a:off x="5644457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B">
                <a:alpha val="100000"/>
              </a:srgbClr>
            </a:solidFill>
            <a:ln w="5420" cap="flat">
              <a:solidFill>
                <a:srgbClr val="221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pg630"/>
            <p:cNvSpPr/>
            <p:nvPr/>
          </p:nvSpPr>
          <p:spPr>
            <a:xfrm>
              <a:off x="565609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B1420">
                <a:alpha val="100000"/>
              </a:srgbClr>
            </a:solidFill>
            <a:ln w="5420" cap="flat">
              <a:solidFill>
                <a:srgbClr val="1B14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pg631"/>
            <p:cNvSpPr/>
            <p:nvPr/>
          </p:nvSpPr>
          <p:spPr>
            <a:xfrm>
              <a:off x="5667731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9121D">
                <a:alpha val="100000"/>
              </a:srgbClr>
            </a:solidFill>
            <a:ln w="5420" cap="flat">
              <a:solidFill>
                <a:srgbClr val="19121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pg632"/>
            <p:cNvSpPr/>
            <p:nvPr/>
          </p:nvSpPr>
          <p:spPr>
            <a:xfrm>
              <a:off x="5679369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31E">
                <a:alpha val="100000"/>
              </a:srgbClr>
            </a:solidFill>
            <a:ln w="5420" cap="flat">
              <a:solidFill>
                <a:srgbClr val="1A13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pg633"/>
            <p:cNvSpPr/>
            <p:nvPr/>
          </p:nvSpPr>
          <p:spPr>
            <a:xfrm>
              <a:off x="569100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421">
                <a:alpha val="100000"/>
              </a:srgbClr>
            </a:solidFill>
            <a:ln w="5420" cap="flat">
              <a:solidFill>
                <a:srgbClr val="1C142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pg634"/>
            <p:cNvSpPr/>
            <p:nvPr/>
          </p:nvSpPr>
          <p:spPr>
            <a:xfrm>
              <a:off x="5702643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5">
                <a:alpha val="100000"/>
              </a:srgbClr>
            </a:solidFill>
            <a:ln w="5420" cap="flat">
              <a:solidFill>
                <a:srgbClr val="1E16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pg635"/>
            <p:cNvSpPr/>
            <p:nvPr/>
          </p:nvSpPr>
          <p:spPr>
            <a:xfrm>
              <a:off x="5714281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728">
                <a:alpha val="100000"/>
              </a:srgbClr>
            </a:solidFill>
            <a:ln w="5420" cap="flat">
              <a:solidFill>
                <a:srgbClr val="2017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pg636"/>
            <p:cNvSpPr/>
            <p:nvPr/>
          </p:nvSpPr>
          <p:spPr>
            <a:xfrm>
              <a:off x="5725918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92B">
                <a:alpha val="100000"/>
              </a:srgbClr>
            </a:solidFill>
            <a:ln w="5420" cap="flat">
              <a:solidFill>
                <a:srgbClr val="211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pg637"/>
            <p:cNvSpPr/>
            <p:nvPr/>
          </p:nvSpPr>
          <p:spPr>
            <a:xfrm>
              <a:off x="5993577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F">
                <a:alpha val="100000"/>
              </a:srgbClr>
            </a:solidFill>
            <a:ln w="5420" cap="flat">
              <a:solidFill>
                <a:srgbClr val="2C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pg638"/>
            <p:cNvSpPr/>
            <p:nvPr/>
          </p:nvSpPr>
          <p:spPr>
            <a:xfrm>
              <a:off x="600521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pg639"/>
            <p:cNvSpPr/>
            <p:nvPr/>
          </p:nvSpPr>
          <p:spPr>
            <a:xfrm>
              <a:off x="6016851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pg640"/>
            <p:cNvSpPr/>
            <p:nvPr/>
          </p:nvSpPr>
          <p:spPr>
            <a:xfrm>
              <a:off x="6028488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pg641"/>
            <p:cNvSpPr/>
            <p:nvPr/>
          </p:nvSpPr>
          <p:spPr>
            <a:xfrm>
              <a:off x="6040126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pg642"/>
            <p:cNvSpPr/>
            <p:nvPr/>
          </p:nvSpPr>
          <p:spPr>
            <a:xfrm>
              <a:off x="6051763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pg643"/>
            <p:cNvSpPr/>
            <p:nvPr/>
          </p:nvSpPr>
          <p:spPr>
            <a:xfrm>
              <a:off x="6063400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pg644"/>
            <p:cNvSpPr/>
            <p:nvPr/>
          </p:nvSpPr>
          <p:spPr>
            <a:xfrm>
              <a:off x="6109950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pg645"/>
            <p:cNvSpPr/>
            <p:nvPr/>
          </p:nvSpPr>
          <p:spPr>
            <a:xfrm>
              <a:off x="6121587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pg646"/>
            <p:cNvSpPr/>
            <p:nvPr/>
          </p:nvSpPr>
          <p:spPr>
            <a:xfrm>
              <a:off x="6133224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pg647"/>
            <p:cNvSpPr/>
            <p:nvPr/>
          </p:nvSpPr>
          <p:spPr>
            <a:xfrm>
              <a:off x="6144862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pg648"/>
            <p:cNvSpPr/>
            <p:nvPr/>
          </p:nvSpPr>
          <p:spPr>
            <a:xfrm>
              <a:off x="6156499" y="29366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pg649"/>
            <p:cNvSpPr/>
            <p:nvPr/>
          </p:nvSpPr>
          <p:spPr>
            <a:xfrm>
              <a:off x="5574633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pg650"/>
            <p:cNvSpPr/>
            <p:nvPr/>
          </p:nvSpPr>
          <p:spPr>
            <a:xfrm>
              <a:off x="5586270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pg651"/>
            <p:cNvSpPr/>
            <p:nvPr/>
          </p:nvSpPr>
          <p:spPr>
            <a:xfrm>
              <a:off x="5597907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pg652"/>
            <p:cNvSpPr/>
            <p:nvPr/>
          </p:nvSpPr>
          <p:spPr>
            <a:xfrm>
              <a:off x="5609545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pg653"/>
            <p:cNvSpPr/>
            <p:nvPr/>
          </p:nvSpPr>
          <p:spPr>
            <a:xfrm>
              <a:off x="562118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C">
                <a:alpha val="100000"/>
              </a:srgbClr>
            </a:solidFill>
            <a:ln w="5420" cap="flat">
              <a:solidFill>
                <a:srgbClr val="3326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pg654"/>
            <p:cNvSpPr/>
            <p:nvPr/>
          </p:nvSpPr>
          <p:spPr>
            <a:xfrm>
              <a:off x="5632819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pg655"/>
            <p:cNvSpPr/>
            <p:nvPr/>
          </p:nvSpPr>
          <p:spPr>
            <a:xfrm>
              <a:off x="5644457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F39">
                <a:alpha val="100000"/>
              </a:srgbClr>
            </a:solidFill>
            <a:ln w="5420" cap="flat">
              <a:solidFill>
                <a:srgbClr val="29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pg656"/>
            <p:cNvSpPr/>
            <p:nvPr/>
          </p:nvSpPr>
          <p:spPr>
            <a:xfrm>
              <a:off x="565609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E">
                <a:alpha val="100000"/>
              </a:srgbClr>
            </a:solidFill>
            <a:ln w="5420" cap="flat">
              <a:solidFill>
                <a:srgbClr val="231A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pg657"/>
            <p:cNvSpPr/>
            <p:nvPr/>
          </p:nvSpPr>
          <p:spPr>
            <a:xfrm>
              <a:off x="5667731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829">
                <a:alpha val="100000"/>
              </a:srgbClr>
            </a:solidFill>
            <a:ln w="5420" cap="flat">
              <a:solidFill>
                <a:srgbClr val="201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pg658"/>
            <p:cNvSpPr/>
            <p:nvPr/>
          </p:nvSpPr>
          <p:spPr>
            <a:xfrm>
              <a:off x="5679369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F1727">
                <a:alpha val="100000"/>
              </a:srgbClr>
            </a:solidFill>
            <a:ln w="5420" cap="flat">
              <a:solidFill>
                <a:srgbClr val="1F17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pg659"/>
            <p:cNvSpPr/>
            <p:nvPr/>
          </p:nvSpPr>
          <p:spPr>
            <a:xfrm>
              <a:off x="569100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728">
                <a:alpha val="100000"/>
              </a:srgbClr>
            </a:solidFill>
            <a:ln w="5420" cap="flat">
              <a:solidFill>
                <a:srgbClr val="2017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pg660"/>
            <p:cNvSpPr/>
            <p:nvPr/>
          </p:nvSpPr>
          <p:spPr>
            <a:xfrm>
              <a:off x="5702643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82A">
                <a:alpha val="100000"/>
              </a:srgbClr>
            </a:solidFill>
            <a:ln w="5420" cap="flat">
              <a:solidFill>
                <a:srgbClr val="211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pg661"/>
            <p:cNvSpPr/>
            <p:nvPr/>
          </p:nvSpPr>
          <p:spPr>
            <a:xfrm>
              <a:off x="5714281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B">
                <a:alpha val="100000"/>
              </a:srgbClr>
            </a:solidFill>
            <a:ln w="5420" cap="flat">
              <a:solidFill>
                <a:srgbClr val="221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pg662"/>
            <p:cNvSpPr/>
            <p:nvPr/>
          </p:nvSpPr>
          <p:spPr>
            <a:xfrm>
              <a:off x="600521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pg663"/>
            <p:cNvSpPr/>
            <p:nvPr/>
          </p:nvSpPr>
          <p:spPr>
            <a:xfrm>
              <a:off x="6016851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D">
                <a:alpha val="100000"/>
              </a:srgbClr>
            </a:solidFill>
            <a:ln w="5420" cap="flat">
              <a:solidFill>
                <a:srgbClr val="2C21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pg664"/>
            <p:cNvSpPr/>
            <p:nvPr/>
          </p:nvSpPr>
          <p:spPr>
            <a:xfrm>
              <a:off x="602848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pg665"/>
            <p:cNvSpPr/>
            <p:nvPr/>
          </p:nvSpPr>
          <p:spPr>
            <a:xfrm>
              <a:off x="604012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D">
                <a:alpha val="100000"/>
              </a:srgbClr>
            </a:solidFill>
            <a:ln w="5420" cap="flat">
              <a:solidFill>
                <a:srgbClr val="2B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pg666"/>
            <p:cNvSpPr/>
            <p:nvPr/>
          </p:nvSpPr>
          <p:spPr>
            <a:xfrm>
              <a:off x="6051763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D">
                <a:alpha val="100000"/>
              </a:srgbClr>
            </a:solidFill>
            <a:ln w="5420" cap="flat">
              <a:solidFill>
                <a:srgbClr val="2B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pg667"/>
            <p:cNvSpPr/>
            <p:nvPr/>
          </p:nvSpPr>
          <p:spPr>
            <a:xfrm>
              <a:off x="6063400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pg668"/>
            <p:cNvSpPr/>
            <p:nvPr/>
          </p:nvSpPr>
          <p:spPr>
            <a:xfrm>
              <a:off x="6075038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pg669"/>
            <p:cNvSpPr/>
            <p:nvPr/>
          </p:nvSpPr>
          <p:spPr>
            <a:xfrm>
              <a:off x="609831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pg670"/>
            <p:cNvSpPr/>
            <p:nvPr/>
          </p:nvSpPr>
          <p:spPr>
            <a:xfrm>
              <a:off x="6109950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pg671"/>
            <p:cNvSpPr/>
            <p:nvPr/>
          </p:nvSpPr>
          <p:spPr>
            <a:xfrm>
              <a:off x="6121587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pg672"/>
            <p:cNvSpPr/>
            <p:nvPr/>
          </p:nvSpPr>
          <p:spPr>
            <a:xfrm>
              <a:off x="6133224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pg673"/>
            <p:cNvSpPr/>
            <p:nvPr/>
          </p:nvSpPr>
          <p:spPr>
            <a:xfrm>
              <a:off x="6144862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pg674"/>
            <p:cNvSpPr/>
            <p:nvPr/>
          </p:nvSpPr>
          <p:spPr>
            <a:xfrm>
              <a:off x="6156499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pg675"/>
            <p:cNvSpPr/>
            <p:nvPr/>
          </p:nvSpPr>
          <p:spPr>
            <a:xfrm>
              <a:off x="6168136" y="29509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344">
                <a:alpha val="100000"/>
              </a:srgbClr>
            </a:solidFill>
            <a:ln w="5420" cap="flat">
              <a:solidFill>
                <a:srgbClr val="30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pg676"/>
            <p:cNvSpPr/>
            <p:nvPr/>
          </p:nvSpPr>
          <p:spPr>
            <a:xfrm>
              <a:off x="5562995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pg677"/>
            <p:cNvSpPr/>
            <p:nvPr/>
          </p:nvSpPr>
          <p:spPr>
            <a:xfrm>
              <a:off x="5574633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pg678"/>
            <p:cNvSpPr/>
            <p:nvPr/>
          </p:nvSpPr>
          <p:spPr>
            <a:xfrm>
              <a:off x="558627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pg679"/>
            <p:cNvSpPr/>
            <p:nvPr/>
          </p:nvSpPr>
          <p:spPr>
            <a:xfrm>
              <a:off x="5597907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pg680"/>
            <p:cNvSpPr/>
            <p:nvPr/>
          </p:nvSpPr>
          <p:spPr>
            <a:xfrm>
              <a:off x="5609545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pg681"/>
            <p:cNvSpPr/>
            <p:nvPr/>
          </p:nvSpPr>
          <p:spPr>
            <a:xfrm>
              <a:off x="562118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pg682"/>
            <p:cNvSpPr/>
            <p:nvPr/>
          </p:nvSpPr>
          <p:spPr>
            <a:xfrm>
              <a:off x="5632819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pg683"/>
            <p:cNvSpPr/>
            <p:nvPr/>
          </p:nvSpPr>
          <p:spPr>
            <a:xfrm>
              <a:off x="5644457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pg684"/>
            <p:cNvSpPr/>
            <p:nvPr/>
          </p:nvSpPr>
          <p:spPr>
            <a:xfrm>
              <a:off x="565609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E37">
                <a:alpha val="100000"/>
              </a:srgbClr>
            </a:solidFill>
            <a:ln w="5420" cap="flat">
              <a:solidFill>
                <a:srgbClr val="281E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pg685"/>
            <p:cNvSpPr/>
            <p:nvPr/>
          </p:nvSpPr>
          <p:spPr>
            <a:xfrm>
              <a:off x="5667731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C32">
                <a:alpha val="100000"/>
              </a:srgbClr>
            </a:solidFill>
            <a:ln w="5420" cap="flat">
              <a:solidFill>
                <a:srgbClr val="25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pg686"/>
            <p:cNvSpPr/>
            <p:nvPr/>
          </p:nvSpPr>
          <p:spPr>
            <a:xfrm>
              <a:off x="5679369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F">
                <a:alpha val="100000"/>
              </a:srgbClr>
            </a:solidFill>
            <a:ln w="5420" cap="flat">
              <a:solidFill>
                <a:srgbClr val="231A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pg687"/>
            <p:cNvSpPr/>
            <p:nvPr/>
          </p:nvSpPr>
          <p:spPr>
            <a:xfrm>
              <a:off x="600521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pg688"/>
            <p:cNvSpPr/>
            <p:nvPr/>
          </p:nvSpPr>
          <p:spPr>
            <a:xfrm>
              <a:off x="6016851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pg689"/>
            <p:cNvSpPr/>
            <p:nvPr/>
          </p:nvSpPr>
          <p:spPr>
            <a:xfrm>
              <a:off x="602848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pg690"/>
            <p:cNvSpPr/>
            <p:nvPr/>
          </p:nvSpPr>
          <p:spPr>
            <a:xfrm>
              <a:off x="604012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pg691"/>
            <p:cNvSpPr/>
            <p:nvPr/>
          </p:nvSpPr>
          <p:spPr>
            <a:xfrm>
              <a:off x="6051763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pg692"/>
            <p:cNvSpPr/>
            <p:nvPr/>
          </p:nvSpPr>
          <p:spPr>
            <a:xfrm>
              <a:off x="606340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pg693"/>
            <p:cNvSpPr/>
            <p:nvPr/>
          </p:nvSpPr>
          <p:spPr>
            <a:xfrm>
              <a:off x="6075038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pg694"/>
            <p:cNvSpPr/>
            <p:nvPr/>
          </p:nvSpPr>
          <p:spPr>
            <a:xfrm>
              <a:off x="6086675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pg695"/>
            <p:cNvSpPr/>
            <p:nvPr/>
          </p:nvSpPr>
          <p:spPr>
            <a:xfrm>
              <a:off x="609831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pg696"/>
            <p:cNvSpPr/>
            <p:nvPr/>
          </p:nvSpPr>
          <p:spPr>
            <a:xfrm>
              <a:off x="6109950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pg697"/>
            <p:cNvSpPr/>
            <p:nvPr/>
          </p:nvSpPr>
          <p:spPr>
            <a:xfrm>
              <a:off x="6121587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pg698"/>
            <p:cNvSpPr/>
            <p:nvPr/>
          </p:nvSpPr>
          <p:spPr>
            <a:xfrm>
              <a:off x="6133224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pg699"/>
            <p:cNvSpPr/>
            <p:nvPr/>
          </p:nvSpPr>
          <p:spPr>
            <a:xfrm>
              <a:off x="6144862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pg700"/>
            <p:cNvSpPr/>
            <p:nvPr/>
          </p:nvSpPr>
          <p:spPr>
            <a:xfrm>
              <a:off x="6156499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pg701"/>
            <p:cNvSpPr/>
            <p:nvPr/>
          </p:nvSpPr>
          <p:spPr>
            <a:xfrm>
              <a:off x="6168136" y="29652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4">
                <a:alpha val="100000"/>
              </a:srgbClr>
            </a:solidFill>
            <a:ln w="5420" cap="flat">
              <a:solidFill>
                <a:srgbClr val="3024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pg702"/>
            <p:cNvSpPr/>
            <p:nvPr/>
          </p:nvSpPr>
          <p:spPr>
            <a:xfrm>
              <a:off x="555135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pg703"/>
            <p:cNvSpPr/>
            <p:nvPr/>
          </p:nvSpPr>
          <p:spPr>
            <a:xfrm>
              <a:off x="5562995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pg704"/>
            <p:cNvSpPr/>
            <p:nvPr/>
          </p:nvSpPr>
          <p:spPr>
            <a:xfrm>
              <a:off x="5574633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pg705"/>
            <p:cNvSpPr/>
            <p:nvPr/>
          </p:nvSpPr>
          <p:spPr>
            <a:xfrm>
              <a:off x="558627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pg706"/>
            <p:cNvSpPr/>
            <p:nvPr/>
          </p:nvSpPr>
          <p:spPr>
            <a:xfrm>
              <a:off x="5597907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pg707"/>
            <p:cNvSpPr/>
            <p:nvPr/>
          </p:nvSpPr>
          <p:spPr>
            <a:xfrm>
              <a:off x="5609545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pg708"/>
            <p:cNvSpPr/>
            <p:nvPr/>
          </p:nvSpPr>
          <p:spPr>
            <a:xfrm>
              <a:off x="562118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pg709"/>
            <p:cNvSpPr/>
            <p:nvPr/>
          </p:nvSpPr>
          <p:spPr>
            <a:xfrm>
              <a:off x="5632819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pg710"/>
            <p:cNvSpPr/>
            <p:nvPr/>
          </p:nvSpPr>
          <p:spPr>
            <a:xfrm>
              <a:off x="5644457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pg711"/>
            <p:cNvSpPr/>
            <p:nvPr/>
          </p:nvSpPr>
          <p:spPr>
            <a:xfrm>
              <a:off x="6016851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pg712"/>
            <p:cNvSpPr/>
            <p:nvPr/>
          </p:nvSpPr>
          <p:spPr>
            <a:xfrm>
              <a:off x="602848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pg713"/>
            <p:cNvSpPr/>
            <p:nvPr/>
          </p:nvSpPr>
          <p:spPr>
            <a:xfrm>
              <a:off x="6040126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pg714"/>
            <p:cNvSpPr/>
            <p:nvPr/>
          </p:nvSpPr>
          <p:spPr>
            <a:xfrm>
              <a:off x="6051763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pg715"/>
            <p:cNvSpPr/>
            <p:nvPr/>
          </p:nvSpPr>
          <p:spPr>
            <a:xfrm>
              <a:off x="606340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pg716"/>
            <p:cNvSpPr/>
            <p:nvPr/>
          </p:nvSpPr>
          <p:spPr>
            <a:xfrm>
              <a:off x="6075038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pg717"/>
            <p:cNvSpPr/>
            <p:nvPr/>
          </p:nvSpPr>
          <p:spPr>
            <a:xfrm>
              <a:off x="6086675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F">
                <a:alpha val="100000"/>
              </a:srgbClr>
            </a:solidFill>
            <a:ln w="5420" cap="flat">
              <a:solidFill>
                <a:srgbClr val="2C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pg718"/>
            <p:cNvSpPr/>
            <p:nvPr/>
          </p:nvSpPr>
          <p:spPr>
            <a:xfrm>
              <a:off x="609831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pg719"/>
            <p:cNvSpPr/>
            <p:nvPr/>
          </p:nvSpPr>
          <p:spPr>
            <a:xfrm>
              <a:off x="6109950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1">
                <a:alpha val="100000"/>
              </a:srgbClr>
            </a:solidFill>
            <a:ln w="5420" cap="flat">
              <a:solidFill>
                <a:srgbClr val="2D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pg720"/>
            <p:cNvSpPr/>
            <p:nvPr/>
          </p:nvSpPr>
          <p:spPr>
            <a:xfrm>
              <a:off x="6121587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pg721"/>
            <p:cNvSpPr/>
            <p:nvPr/>
          </p:nvSpPr>
          <p:spPr>
            <a:xfrm>
              <a:off x="6133224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342">
                <a:alpha val="100000"/>
              </a:srgbClr>
            </a:solidFill>
            <a:ln w="5420" cap="flat">
              <a:solidFill>
                <a:srgbClr val="2E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pg722"/>
            <p:cNvSpPr/>
            <p:nvPr/>
          </p:nvSpPr>
          <p:spPr>
            <a:xfrm>
              <a:off x="6144862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pg723"/>
            <p:cNvSpPr/>
            <p:nvPr/>
          </p:nvSpPr>
          <p:spPr>
            <a:xfrm>
              <a:off x="6156499" y="29795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pg724"/>
            <p:cNvSpPr/>
            <p:nvPr/>
          </p:nvSpPr>
          <p:spPr>
            <a:xfrm>
              <a:off x="5539721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pg725"/>
            <p:cNvSpPr/>
            <p:nvPr/>
          </p:nvSpPr>
          <p:spPr>
            <a:xfrm>
              <a:off x="555135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pg726"/>
            <p:cNvSpPr/>
            <p:nvPr/>
          </p:nvSpPr>
          <p:spPr>
            <a:xfrm>
              <a:off x="5562995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pg727"/>
            <p:cNvSpPr/>
            <p:nvPr/>
          </p:nvSpPr>
          <p:spPr>
            <a:xfrm>
              <a:off x="5574633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pg728"/>
            <p:cNvSpPr/>
            <p:nvPr/>
          </p:nvSpPr>
          <p:spPr>
            <a:xfrm>
              <a:off x="558627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pg729"/>
            <p:cNvSpPr/>
            <p:nvPr/>
          </p:nvSpPr>
          <p:spPr>
            <a:xfrm>
              <a:off x="5597907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pg730"/>
            <p:cNvSpPr/>
            <p:nvPr/>
          </p:nvSpPr>
          <p:spPr>
            <a:xfrm>
              <a:off x="5609545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pg731"/>
            <p:cNvSpPr/>
            <p:nvPr/>
          </p:nvSpPr>
          <p:spPr>
            <a:xfrm>
              <a:off x="602848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pg732"/>
            <p:cNvSpPr/>
            <p:nvPr/>
          </p:nvSpPr>
          <p:spPr>
            <a:xfrm>
              <a:off x="6040126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pg733"/>
            <p:cNvSpPr/>
            <p:nvPr/>
          </p:nvSpPr>
          <p:spPr>
            <a:xfrm>
              <a:off x="6051763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pg734"/>
            <p:cNvSpPr/>
            <p:nvPr/>
          </p:nvSpPr>
          <p:spPr>
            <a:xfrm>
              <a:off x="606340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F">
                <a:alpha val="100000"/>
              </a:srgbClr>
            </a:solidFill>
            <a:ln w="5420" cap="flat">
              <a:solidFill>
                <a:srgbClr val="2C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pg735"/>
            <p:cNvSpPr/>
            <p:nvPr/>
          </p:nvSpPr>
          <p:spPr>
            <a:xfrm>
              <a:off x="6075038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pg736"/>
            <p:cNvSpPr/>
            <p:nvPr/>
          </p:nvSpPr>
          <p:spPr>
            <a:xfrm>
              <a:off x="6086675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pg737"/>
            <p:cNvSpPr/>
            <p:nvPr/>
          </p:nvSpPr>
          <p:spPr>
            <a:xfrm>
              <a:off x="6098312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pg738"/>
            <p:cNvSpPr/>
            <p:nvPr/>
          </p:nvSpPr>
          <p:spPr>
            <a:xfrm>
              <a:off x="6109950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pg739"/>
            <p:cNvSpPr/>
            <p:nvPr/>
          </p:nvSpPr>
          <p:spPr>
            <a:xfrm>
              <a:off x="6121587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pg740"/>
            <p:cNvSpPr/>
            <p:nvPr/>
          </p:nvSpPr>
          <p:spPr>
            <a:xfrm>
              <a:off x="6133224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pg741"/>
            <p:cNvSpPr/>
            <p:nvPr/>
          </p:nvSpPr>
          <p:spPr>
            <a:xfrm>
              <a:off x="6144862" y="29938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pg742"/>
            <p:cNvSpPr/>
            <p:nvPr/>
          </p:nvSpPr>
          <p:spPr>
            <a:xfrm>
              <a:off x="5539721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pg743"/>
            <p:cNvSpPr/>
            <p:nvPr/>
          </p:nvSpPr>
          <p:spPr>
            <a:xfrm>
              <a:off x="555135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pg744"/>
            <p:cNvSpPr/>
            <p:nvPr/>
          </p:nvSpPr>
          <p:spPr>
            <a:xfrm>
              <a:off x="5562995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pg745"/>
            <p:cNvSpPr/>
            <p:nvPr/>
          </p:nvSpPr>
          <p:spPr>
            <a:xfrm>
              <a:off x="5574633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pg746"/>
            <p:cNvSpPr/>
            <p:nvPr/>
          </p:nvSpPr>
          <p:spPr>
            <a:xfrm>
              <a:off x="5586270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pg747"/>
            <p:cNvSpPr/>
            <p:nvPr/>
          </p:nvSpPr>
          <p:spPr>
            <a:xfrm>
              <a:off x="5597907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pg748"/>
            <p:cNvSpPr/>
            <p:nvPr/>
          </p:nvSpPr>
          <p:spPr>
            <a:xfrm>
              <a:off x="6051763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40">
                <a:alpha val="100000"/>
              </a:srgbClr>
            </a:solidFill>
            <a:ln w="5420" cap="flat">
              <a:solidFill>
                <a:srgbClr val="2D21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pg749"/>
            <p:cNvSpPr/>
            <p:nvPr/>
          </p:nvSpPr>
          <p:spPr>
            <a:xfrm>
              <a:off x="6063400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40">
                <a:alpha val="100000"/>
              </a:srgbClr>
            </a:solidFill>
            <a:ln w="5420" cap="flat">
              <a:solidFill>
                <a:srgbClr val="2D21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pg750"/>
            <p:cNvSpPr/>
            <p:nvPr/>
          </p:nvSpPr>
          <p:spPr>
            <a:xfrm>
              <a:off x="6075038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pg751"/>
            <p:cNvSpPr/>
            <p:nvPr/>
          </p:nvSpPr>
          <p:spPr>
            <a:xfrm>
              <a:off x="6086675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pg752"/>
            <p:cNvSpPr/>
            <p:nvPr/>
          </p:nvSpPr>
          <p:spPr>
            <a:xfrm>
              <a:off x="6098312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pg753"/>
            <p:cNvSpPr/>
            <p:nvPr/>
          </p:nvSpPr>
          <p:spPr>
            <a:xfrm>
              <a:off x="6109950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342">
                <a:alpha val="100000"/>
              </a:srgbClr>
            </a:solidFill>
            <a:ln w="5420" cap="flat">
              <a:solidFill>
                <a:srgbClr val="2E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pg754"/>
            <p:cNvSpPr/>
            <p:nvPr/>
          </p:nvSpPr>
          <p:spPr>
            <a:xfrm>
              <a:off x="6121587" y="30081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pg755"/>
            <p:cNvSpPr/>
            <p:nvPr/>
          </p:nvSpPr>
          <p:spPr>
            <a:xfrm>
              <a:off x="5528083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pg756"/>
            <p:cNvSpPr/>
            <p:nvPr/>
          </p:nvSpPr>
          <p:spPr>
            <a:xfrm>
              <a:off x="5539721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pg757"/>
            <p:cNvSpPr/>
            <p:nvPr/>
          </p:nvSpPr>
          <p:spPr>
            <a:xfrm>
              <a:off x="555135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pg758"/>
            <p:cNvSpPr/>
            <p:nvPr/>
          </p:nvSpPr>
          <p:spPr>
            <a:xfrm>
              <a:off x="5562995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pg759"/>
            <p:cNvSpPr/>
            <p:nvPr/>
          </p:nvSpPr>
          <p:spPr>
            <a:xfrm>
              <a:off x="5574633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pg760"/>
            <p:cNvSpPr/>
            <p:nvPr/>
          </p:nvSpPr>
          <p:spPr>
            <a:xfrm>
              <a:off x="5586270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pg761"/>
            <p:cNvSpPr/>
            <p:nvPr/>
          </p:nvSpPr>
          <p:spPr>
            <a:xfrm>
              <a:off x="6075038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pg762"/>
            <p:cNvSpPr/>
            <p:nvPr/>
          </p:nvSpPr>
          <p:spPr>
            <a:xfrm>
              <a:off x="6086675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pg763"/>
            <p:cNvSpPr/>
            <p:nvPr/>
          </p:nvSpPr>
          <p:spPr>
            <a:xfrm>
              <a:off x="6098312" y="30224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342">
                <a:alpha val="100000"/>
              </a:srgbClr>
            </a:solidFill>
            <a:ln w="5420" cap="flat">
              <a:solidFill>
                <a:srgbClr val="2E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pg764"/>
            <p:cNvSpPr/>
            <p:nvPr/>
          </p:nvSpPr>
          <p:spPr>
            <a:xfrm>
              <a:off x="5516446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pg765"/>
            <p:cNvSpPr/>
            <p:nvPr/>
          </p:nvSpPr>
          <p:spPr>
            <a:xfrm>
              <a:off x="5528083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pg766"/>
            <p:cNvSpPr/>
            <p:nvPr/>
          </p:nvSpPr>
          <p:spPr>
            <a:xfrm>
              <a:off x="5539721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pg767"/>
            <p:cNvSpPr/>
            <p:nvPr/>
          </p:nvSpPr>
          <p:spPr>
            <a:xfrm>
              <a:off x="5551358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pg768"/>
            <p:cNvSpPr/>
            <p:nvPr/>
          </p:nvSpPr>
          <p:spPr>
            <a:xfrm>
              <a:off x="5562995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pg769"/>
            <p:cNvSpPr/>
            <p:nvPr/>
          </p:nvSpPr>
          <p:spPr>
            <a:xfrm>
              <a:off x="5574633" y="30367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pg770"/>
            <p:cNvSpPr/>
            <p:nvPr/>
          </p:nvSpPr>
          <p:spPr>
            <a:xfrm>
              <a:off x="5516446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pg771"/>
            <p:cNvSpPr/>
            <p:nvPr/>
          </p:nvSpPr>
          <p:spPr>
            <a:xfrm>
              <a:off x="5528083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pg772"/>
            <p:cNvSpPr/>
            <p:nvPr/>
          </p:nvSpPr>
          <p:spPr>
            <a:xfrm>
              <a:off x="5539721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pg773"/>
            <p:cNvSpPr/>
            <p:nvPr/>
          </p:nvSpPr>
          <p:spPr>
            <a:xfrm>
              <a:off x="5551358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pg774"/>
            <p:cNvSpPr/>
            <p:nvPr/>
          </p:nvSpPr>
          <p:spPr>
            <a:xfrm>
              <a:off x="5562995" y="30510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pg775"/>
            <p:cNvSpPr/>
            <p:nvPr/>
          </p:nvSpPr>
          <p:spPr>
            <a:xfrm>
              <a:off x="5504809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pg776"/>
            <p:cNvSpPr/>
            <p:nvPr/>
          </p:nvSpPr>
          <p:spPr>
            <a:xfrm>
              <a:off x="5516446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pg777"/>
            <p:cNvSpPr/>
            <p:nvPr/>
          </p:nvSpPr>
          <p:spPr>
            <a:xfrm>
              <a:off x="5528083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pg778"/>
            <p:cNvSpPr/>
            <p:nvPr/>
          </p:nvSpPr>
          <p:spPr>
            <a:xfrm>
              <a:off x="5539721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pg779"/>
            <p:cNvSpPr/>
            <p:nvPr/>
          </p:nvSpPr>
          <p:spPr>
            <a:xfrm>
              <a:off x="5551358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pg780"/>
            <p:cNvSpPr/>
            <p:nvPr/>
          </p:nvSpPr>
          <p:spPr>
            <a:xfrm>
              <a:off x="5562995" y="30653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pg781"/>
            <p:cNvSpPr/>
            <p:nvPr/>
          </p:nvSpPr>
          <p:spPr>
            <a:xfrm>
              <a:off x="5504809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pg782"/>
            <p:cNvSpPr/>
            <p:nvPr/>
          </p:nvSpPr>
          <p:spPr>
            <a:xfrm>
              <a:off x="5516446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pg783"/>
            <p:cNvSpPr/>
            <p:nvPr/>
          </p:nvSpPr>
          <p:spPr>
            <a:xfrm>
              <a:off x="5528083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pg784"/>
            <p:cNvSpPr/>
            <p:nvPr/>
          </p:nvSpPr>
          <p:spPr>
            <a:xfrm>
              <a:off x="5539721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pg785"/>
            <p:cNvSpPr/>
            <p:nvPr/>
          </p:nvSpPr>
          <p:spPr>
            <a:xfrm>
              <a:off x="5551358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pg786"/>
            <p:cNvSpPr/>
            <p:nvPr/>
          </p:nvSpPr>
          <p:spPr>
            <a:xfrm>
              <a:off x="5562995" y="30796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pg787"/>
            <p:cNvSpPr/>
            <p:nvPr/>
          </p:nvSpPr>
          <p:spPr>
            <a:xfrm>
              <a:off x="5504809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pg788"/>
            <p:cNvSpPr/>
            <p:nvPr/>
          </p:nvSpPr>
          <p:spPr>
            <a:xfrm>
              <a:off x="5516446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pg789"/>
            <p:cNvSpPr/>
            <p:nvPr/>
          </p:nvSpPr>
          <p:spPr>
            <a:xfrm>
              <a:off x="5528083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pg790"/>
            <p:cNvSpPr/>
            <p:nvPr/>
          </p:nvSpPr>
          <p:spPr>
            <a:xfrm>
              <a:off x="5539721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pg791"/>
            <p:cNvSpPr/>
            <p:nvPr/>
          </p:nvSpPr>
          <p:spPr>
            <a:xfrm>
              <a:off x="5551358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pg792"/>
            <p:cNvSpPr/>
            <p:nvPr/>
          </p:nvSpPr>
          <p:spPr>
            <a:xfrm>
              <a:off x="5562995" y="30939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pg793"/>
            <p:cNvSpPr/>
            <p:nvPr/>
          </p:nvSpPr>
          <p:spPr>
            <a:xfrm>
              <a:off x="5504809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pg794"/>
            <p:cNvSpPr/>
            <p:nvPr/>
          </p:nvSpPr>
          <p:spPr>
            <a:xfrm>
              <a:off x="5516446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pg795"/>
            <p:cNvSpPr/>
            <p:nvPr/>
          </p:nvSpPr>
          <p:spPr>
            <a:xfrm>
              <a:off x="5528083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pg796"/>
            <p:cNvSpPr/>
            <p:nvPr/>
          </p:nvSpPr>
          <p:spPr>
            <a:xfrm>
              <a:off x="5539721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pg797"/>
            <p:cNvSpPr/>
            <p:nvPr/>
          </p:nvSpPr>
          <p:spPr>
            <a:xfrm>
              <a:off x="5551358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pg798"/>
            <p:cNvSpPr/>
            <p:nvPr/>
          </p:nvSpPr>
          <p:spPr>
            <a:xfrm>
              <a:off x="5562995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pg799"/>
            <p:cNvSpPr/>
            <p:nvPr/>
          </p:nvSpPr>
          <p:spPr>
            <a:xfrm>
              <a:off x="5574633" y="31082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pg800"/>
            <p:cNvSpPr/>
            <p:nvPr/>
          </p:nvSpPr>
          <p:spPr>
            <a:xfrm>
              <a:off x="5493171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pg801"/>
            <p:cNvSpPr/>
            <p:nvPr/>
          </p:nvSpPr>
          <p:spPr>
            <a:xfrm>
              <a:off x="5504809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pg802"/>
            <p:cNvSpPr/>
            <p:nvPr/>
          </p:nvSpPr>
          <p:spPr>
            <a:xfrm>
              <a:off x="5516446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pg803"/>
            <p:cNvSpPr/>
            <p:nvPr/>
          </p:nvSpPr>
          <p:spPr>
            <a:xfrm>
              <a:off x="5528083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pg804"/>
            <p:cNvSpPr/>
            <p:nvPr/>
          </p:nvSpPr>
          <p:spPr>
            <a:xfrm>
              <a:off x="5539721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pg805"/>
            <p:cNvSpPr/>
            <p:nvPr/>
          </p:nvSpPr>
          <p:spPr>
            <a:xfrm>
              <a:off x="5551358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pg806"/>
            <p:cNvSpPr/>
            <p:nvPr/>
          </p:nvSpPr>
          <p:spPr>
            <a:xfrm>
              <a:off x="5562995" y="31225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pg807"/>
            <p:cNvSpPr/>
            <p:nvPr/>
          </p:nvSpPr>
          <p:spPr>
            <a:xfrm>
              <a:off x="5481534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pg808"/>
            <p:cNvSpPr/>
            <p:nvPr/>
          </p:nvSpPr>
          <p:spPr>
            <a:xfrm>
              <a:off x="5493171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pg809"/>
            <p:cNvSpPr/>
            <p:nvPr/>
          </p:nvSpPr>
          <p:spPr>
            <a:xfrm>
              <a:off x="5504809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pg810"/>
            <p:cNvSpPr/>
            <p:nvPr/>
          </p:nvSpPr>
          <p:spPr>
            <a:xfrm>
              <a:off x="5516446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pg811"/>
            <p:cNvSpPr/>
            <p:nvPr/>
          </p:nvSpPr>
          <p:spPr>
            <a:xfrm>
              <a:off x="5528083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pg812"/>
            <p:cNvSpPr/>
            <p:nvPr/>
          </p:nvSpPr>
          <p:spPr>
            <a:xfrm>
              <a:off x="5539721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pg813"/>
            <p:cNvSpPr/>
            <p:nvPr/>
          </p:nvSpPr>
          <p:spPr>
            <a:xfrm>
              <a:off x="5551358" y="31368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pg814"/>
            <p:cNvSpPr/>
            <p:nvPr/>
          </p:nvSpPr>
          <p:spPr>
            <a:xfrm>
              <a:off x="5481534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pg815"/>
            <p:cNvSpPr/>
            <p:nvPr/>
          </p:nvSpPr>
          <p:spPr>
            <a:xfrm>
              <a:off x="5493171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pg816"/>
            <p:cNvSpPr/>
            <p:nvPr/>
          </p:nvSpPr>
          <p:spPr>
            <a:xfrm>
              <a:off x="5504809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pg817"/>
            <p:cNvSpPr/>
            <p:nvPr/>
          </p:nvSpPr>
          <p:spPr>
            <a:xfrm>
              <a:off x="5516446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pg818"/>
            <p:cNvSpPr/>
            <p:nvPr/>
          </p:nvSpPr>
          <p:spPr>
            <a:xfrm>
              <a:off x="5528083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pg819"/>
            <p:cNvSpPr/>
            <p:nvPr/>
          </p:nvSpPr>
          <p:spPr>
            <a:xfrm>
              <a:off x="5539721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pg820"/>
            <p:cNvSpPr/>
            <p:nvPr/>
          </p:nvSpPr>
          <p:spPr>
            <a:xfrm>
              <a:off x="5551358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pg821"/>
            <p:cNvSpPr/>
            <p:nvPr/>
          </p:nvSpPr>
          <p:spPr>
            <a:xfrm>
              <a:off x="5574633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pg822"/>
            <p:cNvSpPr/>
            <p:nvPr/>
          </p:nvSpPr>
          <p:spPr>
            <a:xfrm>
              <a:off x="5586270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pg823"/>
            <p:cNvSpPr/>
            <p:nvPr/>
          </p:nvSpPr>
          <p:spPr>
            <a:xfrm>
              <a:off x="5597907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pg824"/>
            <p:cNvSpPr/>
            <p:nvPr/>
          </p:nvSpPr>
          <p:spPr>
            <a:xfrm>
              <a:off x="5609545" y="31511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pg825"/>
            <p:cNvSpPr/>
            <p:nvPr/>
          </p:nvSpPr>
          <p:spPr>
            <a:xfrm>
              <a:off x="5481534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pg826"/>
            <p:cNvSpPr/>
            <p:nvPr/>
          </p:nvSpPr>
          <p:spPr>
            <a:xfrm>
              <a:off x="5493171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pg827"/>
            <p:cNvSpPr/>
            <p:nvPr/>
          </p:nvSpPr>
          <p:spPr>
            <a:xfrm>
              <a:off x="5504809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pg828"/>
            <p:cNvSpPr/>
            <p:nvPr/>
          </p:nvSpPr>
          <p:spPr>
            <a:xfrm>
              <a:off x="5516446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pg829"/>
            <p:cNvSpPr/>
            <p:nvPr/>
          </p:nvSpPr>
          <p:spPr>
            <a:xfrm>
              <a:off x="5528083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pg830"/>
            <p:cNvSpPr/>
            <p:nvPr/>
          </p:nvSpPr>
          <p:spPr>
            <a:xfrm>
              <a:off x="5539721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pg831"/>
            <p:cNvSpPr/>
            <p:nvPr/>
          </p:nvSpPr>
          <p:spPr>
            <a:xfrm>
              <a:off x="5551358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pg832"/>
            <p:cNvSpPr/>
            <p:nvPr/>
          </p:nvSpPr>
          <p:spPr>
            <a:xfrm>
              <a:off x="5562995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pg833"/>
            <p:cNvSpPr/>
            <p:nvPr/>
          </p:nvSpPr>
          <p:spPr>
            <a:xfrm>
              <a:off x="5574633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pg834"/>
            <p:cNvSpPr/>
            <p:nvPr/>
          </p:nvSpPr>
          <p:spPr>
            <a:xfrm>
              <a:off x="5586270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pg835"/>
            <p:cNvSpPr/>
            <p:nvPr/>
          </p:nvSpPr>
          <p:spPr>
            <a:xfrm>
              <a:off x="5597907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pg836"/>
            <p:cNvSpPr/>
            <p:nvPr/>
          </p:nvSpPr>
          <p:spPr>
            <a:xfrm>
              <a:off x="5609545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pg837"/>
            <p:cNvSpPr/>
            <p:nvPr/>
          </p:nvSpPr>
          <p:spPr>
            <a:xfrm>
              <a:off x="5621182" y="31654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pg838"/>
            <p:cNvSpPr/>
            <p:nvPr/>
          </p:nvSpPr>
          <p:spPr>
            <a:xfrm>
              <a:off x="5504809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pg839"/>
            <p:cNvSpPr/>
            <p:nvPr/>
          </p:nvSpPr>
          <p:spPr>
            <a:xfrm>
              <a:off x="5516446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pg840"/>
            <p:cNvSpPr/>
            <p:nvPr/>
          </p:nvSpPr>
          <p:spPr>
            <a:xfrm>
              <a:off x="5528083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pg841"/>
            <p:cNvSpPr/>
            <p:nvPr/>
          </p:nvSpPr>
          <p:spPr>
            <a:xfrm>
              <a:off x="5539721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pg842"/>
            <p:cNvSpPr/>
            <p:nvPr/>
          </p:nvSpPr>
          <p:spPr>
            <a:xfrm>
              <a:off x="5551358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pg843"/>
            <p:cNvSpPr/>
            <p:nvPr/>
          </p:nvSpPr>
          <p:spPr>
            <a:xfrm>
              <a:off x="5562995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pg844"/>
            <p:cNvSpPr/>
            <p:nvPr/>
          </p:nvSpPr>
          <p:spPr>
            <a:xfrm>
              <a:off x="5574633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pg845"/>
            <p:cNvSpPr/>
            <p:nvPr/>
          </p:nvSpPr>
          <p:spPr>
            <a:xfrm>
              <a:off x="5586270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pg846"/>
            <p:cNvSpPr/>
            <p:nvPr/>
          </p:nvSpPr>
          <p:spPr>
            <a:xfrm>
              <a:off x="5597907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pg847"/>
            <p:cNvSpPr/>
            <p:nvPr/>
          </p:nvSpPr>
          <p:spPr>
            <a:xfrm>
              <a:off x="5609545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pg848"/>
            <p:cNvSpPr/>
            <p:nvPr/>
          </p:nvSpPr>
          <p:spPr>
            <a:xfrm>
              <a:off x="5621182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pg849"/>
            <p:cNvSpPr/>
            <p:nvPr/>
          </p:nvSpPr>
          <p:spPr>
            <a:xfrm>
              <a:off x="5632819" y="31797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pg850"/>
            <p:cNvSpPr/>
            <p:nvPr/>
          </p:nvSpPr>
          <p:spPr>
            <a:xfrm>
              <a:off x="5458259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pg851"/>
            <p:cNvSpPr/>
            <p:nvPr/>
          </p:nvSpPr>
          <p:spPr>
            <a:xfrm>
              <a:off x="5469897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pg852"/>
            <p:cNvSpPr/>
            <p:nvPr/>
          </p:nvSpPr>
          <p:spPr>
            <a:xfrm>
              <a:off x="5481534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pg853"/>
            <p:cNvSpPr/>
            <p:nvPr/>
          </p:nvSpPr>
          <p:spPr>
            <a:xfrm>
              <a:off x="5493171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pg854"/>
            <p:cNvSpPr/>
            <p:nvPr/>
          </p:nvSpPr>
          <p:spPr>
            <a:xfrm>
              <a:off x="5528083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pg855"/>
            <p:cNvSpPr/>
            <p:nvPr/>
          </p:nvSpPr>
          <p:spPr>
            <a:xfrm>
              <a:off x="5539721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pg856"/>
            <p:cNvSpPr/>
            <p:nvPr/>
          </p:nvSpPr>
          <p:spPr>
            <a:xfrm>
              <a:off x="5551358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pg857"/>
            <p:cNvSpPr/>
            <p:nvPr/>
          </p:nvSpPr>
          <p:spPr>
            <a:xfrm>
              <a:off x="5562995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pg858"/>
            <p:cNvSpPr/>
            <p:nvPr/>
          </p:nvSpPr>
          <p:spPr>
            <a:xfrm>
              <a:off x="5574633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pg859"/>
            <p:cNvSpPr/>
            <p:nvPr/>
          </p:nvSpPr>
          <p:spPr>
            <a:xfrm>
              <a:off x="5586270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pg860"/>
            <p:cNvSpPr/>
            <p:nvPr/>
          </p:nvSpPr>
          <p:spPr>
            <a:xfrm>
              <a:off x="5597907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pg861"/>
            <p:cNvSpPr/>
            <p:nvPr/>
          </p:nvSpPr>
          <p:spPr>
            <a:xfrm>
              <a:off x="5609545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pg862"/>
            <p:cNvSpPr/>
            <p:nvPr/>
          </p:nvSpPr>
          <p:spPr>
            <a:xfrm>
              <a:off x="5621182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pg863"/>
            <p:cNvSpPr/>
            <p:nvPr/>
          </p:nvSpPr>
          <p:spPr>
            <a:xfrm>
              <a:off x="5632819" y="31940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pg864"/>
            <p:cNvSpPr/>
            <p:nvPr/>
          </p:nvSpPr>
          <p:spPr>
            <a:xfrm>
              <a:off x="544662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pg865"/>
            <p:cNvSpPr/>
            <p:nvPr/>
          </p:nvSpPr>
          <p:spPr>
            <a:xfrm>
              <a:off x="5458259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pg866"/>
            <p:cNvSpPr/>
            <p:nvPr/>
          </p:nvSpPr>
          <p:spPr>
            <a:xfrm>
              <a:off x="5469897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pg867"/>
            <p:cNvSpPr/>
            <p:nvPr/>
          </p:nvSpPr>
          <p:spPr>
            <a:xfrm>
              <a:off x="5481534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pg868"/>
            <p:cNvSpPr/>
            <p:nvPr/>
          </p:nvSpPr>
          <p:spPr>
            <a:xfrm>
              <a:off x="5493171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pg869"/>
            <p:cNvSpPr/>
            <p:nvPr/>
          </p:nvSpPr>
          <p:spPr>
            <a:xfrm>
              <a:off x="5504809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pg870"/>
            <p:cNvSpPr/>
            <p:nvPr/>
          </p:nvSpPr>
          <p:spPr>
            <a:xfrm>
              <a:off x="5516446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pg871"/>
            <p:cNvSpPr/>
            <p:nvPr/>
          </p:nvSpPr>
          <p:spPr>
            <a:xfrm>
              <a:off x="5528083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pg872"/>
            <p:cNvSpPr/>
            <p:nvPr/>
          </p:nvSpPr>
          <p:spPr>
            <a:xfrm>
              <a:off x="5539721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pg873"/>
            <p:cNvSpPr/>
            <p:nvPr/>
          </p:nvSpPr>
          <p:spPr>
            <a:xfrm>
              <a:off x="5551358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pg874"/>
            <p:cNvSpPr/>
            <p:nvPr/>
          </p:nvSpPr>
          <p:spPr>
            <a:xfrm>
              <a:off x="5562995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pg875"/>
            <p:cNvSpPr/>
            <p:nvPr/>
          </p:nvSpPr>
          <p:spPr>
            <a:xfrm>
              <a:off x="5574633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pg876"/>
            <p:cNvSpPr/>
            <p:nvPr/>
          </p:nvSpPr>
          <p:spPr>
            <a:xfrm>
              <a:off x="5586270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pg877"/>
            <p:cNvSpPr/>
            <p:nvPr/>
          </p:nvSpPr>
          <p:spPr>
            <a:xfrm>
              <a:off x="5597907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pg878"/>
            <p:cNvSpPr/>
            <p:nvPr/>
          </p:nvSpPr>
          <p:spPr>
            <a:xfrm>
              <a:off x="5609545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pg879"/>
            <p:cNvSpPr/>
            <p:nvPr/>
          </p:nvSpPr>
          <p:spPr>
            <a:xfrm>
              <a:off x="5621182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pg880"/>
            <p:cNvSpPr/>
            <p:nvPr/>
          </p:nvSpPr>
          <p:spPr>
            <a:xfrm>
              <a:off x="5632819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pg881"/>
            <p:cNvSpPr/>
            <p:nvPr/>
          </p:nvSpPr>
          <p:spPr>
            <a:xfrm>
              <a:off x="5644457" y="32083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pg882"/>
            <p:cNvSpPr/>
            <p:nvPr/>
          </p:nvSpPr>
          <p:spPr>
            <a:xfrm>
              <a:off x="544662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pg883"/>
            <p:cNvSpPr/>
            <p:nvPr/>
          </p:nvSpPr>
          <p:spPr>
            <a:xfrm>
              <a:off x="5458259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pg884"/>
            <p:cNvSpPr/>
            <p:nvPr/>
          </p:nvSpPr>
          <p:spPr>
            <a:xfrm>
              <a:off x="5469897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F">
                <a:alpha val="100000"/>
              </a:srgbClr>
            </a:solidFill>
            <a:ln w="5420" cap="flat">
              <a:solidFill>
                <a:srgbClr val="2C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pg885"/>
            <p:cNvSpPr/>
            <p:nvPr/>
          </p:nvSpPr>
          <p:spPr>
            <a:xfrm>
              <a:off x="5481534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pg886"/>
            <p:cNvSpPr/>
            <p:nvPr/>
          </p:nvSpPr>
          <p:spPr>
            <a:xfrm>
              <a:off x="5493171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pg887"/>
            <p:cNvSpPr/>
            <p:nvPr/>
          </p:nvSpPr>
          <p:spPr>
            <a:xfrm>
              <a:off x="5504809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pg888"/>
            <p:cNvSpPr/>
            <p:nvPr/>
          </p:nvSpPr>
          <p:spPr>
            <a:xfrm>
              <a:off x="5516446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pg889"/>
            <p:cNvSpPr/>
            <p:nvPr/>
          </p:nvSpPr>
          <p:spPr>
            <a:xfrm>
              <a:off x="5528083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pg890"/>
            <p:cNvSpPr/>
            <p:nvPr/>
          </p:nvSpPr>
          <p:spPr>
            <a:xfrm>
              <a:off x="5539721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pg891"/>
            <p:cNvSpPr/>
            <p:nvPr/>
          </p:nvSpPr>
          <p:spPr>
            <a:xfrm>
              <a:off x="5551358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pg892"/>
            <p:cNvSpPr/>
            <p:nvPr/>
          </p:nvSpPr>
          <p:spPr>
            <a:xfrm>
              <a:off x="5562995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pg893"/>
            <p:cNvSpPr/>
            <p:nvPr/>
          </p:nvSpPr>
          <p:spPr>
            <a:xfrm>
              <a:off x="5574633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pg894"/>
            <p:cNvSpPr/>
            <p:nvPr/>
          </p:nvSpPr>
          <p:spPr>
            <a:xfrm>
              <a:off x="5586270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pg895"/>
            <p:cNvSpPr/>
            <p:nvPr/>
          </p:nvSpPr>
          <p:spPr>
            <a:xfrm>
              <a:off x="5597907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pg896"/>
            <p:cNvSpPr/>
            <p:nvPr/>
          </p:nvSpPr>
          <p:spPr>
            <a:xfrm>
              <a:off x="5609545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pg897"/>
            <p:cNvSpPr/>
            <p:nvPr/>
          </p:nvSpPr>
          <p:spPr>
            <a:xfrm>
              <a:off x="5621182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pg898"/>
            <p:cNvSpPr/>
            <p:nvPr/>
          </p:nvSpPr>
          <p:spPr>
            <a:xfrm>
              <a:off x="5632819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pg899"/>
            <p:cNvSpPr/>
            <p:nvPr/>
          </p:nvSpPr>
          <p:spPr>
            <a:xfrm>
              <a:off x="5644457" y="322263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pg900"/>
            <p:cNvSpPr/>
            <p:nvPr/>
          </p:nvSpPr>
          <p:spPr>
            <a:xfrm>
              <a:off x="544662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pg901"/>
            <p:cNvSpPr/>
            <p:nvPr/>
          </p:nvSpPr>
          <p:spPr>
            <a:xfrm>
              <a:off x="5458259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pg902"/>
            <p:cNvSpPr/>
            <p:nvPr/>
          </p:nvSpPr>
          <p:spPr>
            <a:xfrm>
              <a:off x="5469897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pg903"/>
            <p:cNvSpPr/>
            <p:nvPr/>
          </p:nvSpPr>
          <p:spPr>
            <a:xfrm>
              <a:off x="5481534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pg904"/>
            <p:cNvSpPr/>
            <p:nvPr/>
          </p:nvSpPr>
          <p:spPr>
            <a:xfrm>
              <a:off x="5493171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pg905"/>
            <p:cNvSpPr/>
            <p:nvPr/>
          </p:nvSpPr>
          <p:spPr>
            <a:xfrm>
              <a:off x="5504809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pg906"/>
            <p:cNvSpPr/>
            <p:nvPr/>
          </p:nvSpPr>
          <p:spPr>
            <a:xfrm>
              <a:off x="5516446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pg907"/>
            <p:cNvSpPr/>
            <p:nvPr/>
          </p:nvSpPr>
          <p:spPr>
            <a:xfrm>
              <a:off x="5528083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pg908"/>
            <p:cNvSpPr/>
            <p:nvPr/>
          </p:nvSpPr>
          <p:spPr>
            <a:xfrm>
              <a:off x="5539721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pg909"/>
            <p:cNvSpPr/>
            <p:nvPr/>
          </p:nvSpPr>
          <p:spPr>
            <a:xfrm>
              <a:off x="5551358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pg910"/>
            <p:cNvSpPr/>
            <p:nvPr/>
          </p:nvSpPr>
          <p:spPr>
            <a:xfrm>
              <a:off x="5562995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pg911"/>
            <p:cNvSpPr/>
            <p:nvPr/>
          </p:nvSpPr>
          <p:spPr>
            <a:xfrm>
              <a:off x="5574633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7">
                <a:alpha val="100000"/>
              </a:srgbClr>
            </a:solidFill>
            <a:ln w="5420" cap="flat">
              <a:solidFill>
                <a:srgbClr val="392D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pg912"/>
            <p:cNvSpPr/>
            <p:nvPr/>
          </p:nvSpPr>
          <p:spPr>
            <a:xfrm>
              <a:off x="5586270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pg913"/>
            <p:cNvSpPr/>
            <p:nvPr/>
          </p:nvSpPr>
          <p:spPr>
            <a:xfrm>
              <a:off x="5597907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pg914"/>
            <p:cNvSpPr/>
            <p:nvPr/>
          </p:nvSpPr>
          <p:spPr>
            <a:xfrm>
              <a:off x="5609545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pg915"/>
            <p:cNvSpPr/>
            <p:nvPr/>
          </p:nvSpPr>
          <p:spPr>
            <a:xfrm>
              <a:off x="5621182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pg916"/>
            <p:cNvSpPr/>
            <p:nvPr/>
          </p:nvSpPr>
          <p:spPr>
            <a:xfrm>
              <a:off x="5632819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pg917"/>
            <p:cNvSpPr/>
            <p:nvPr/>
          </p:nvSpPr>
          <p:spPr>
            <a:xfrm>
              <a:off x="5644457" y="323693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pg918"/>
            <p:cNvSpPr/>
            <p:nvPr/>
          </p:nvSpPr>
          <p:spPr>
            <a:xfrm>
              <a:off x="5306974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pg919"/>
            <p:cNvSpPr/>
            <p:nvPr/>
          </p:nvSpPr>
          <p:spPr>
            <a:xfrm>
              <a:off x="535352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pg920"/>
            <p:cNvSpPr/>
            <p:nvPr/>
          </p:nvSpPr>
          <p:spPr>
            <a:xfrm>
              <a:off x="5365161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pg921"/>
            <p:cNvSpPr/>
            <p:nvPr/>
          </p:nvSpPr>
          <p:spPr>
            <a:xfrm>
              <a:off x="537679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pg922"/>
            <p:cNvSpPr/>
            <p:nvPr/>
          </p:nvSpPr>
          <p:spPr>
            <a:xfrm>
              <a:off x="538843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pg923"/>
            <p:cNvSpPr/>
            <p:nvPr/>
          </p:nvSpPr>
          <p:spPr>
            <a:xfrm>
              <a:off x="540007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pg924"/>
            <p:cNvSpPr/>
            <p:nvPr/>
          </p:nvSpPr>
          <p:spPr>
            <a:xfrm>
              <a:off x="541171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pg925"/>
            <p:cNvSpPr/>
            <p:nvPr/>
          </p:nvSpPr>
          <p:spPr>
            <a:xfrm>
              <a:off x="5423347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pg926"/>
            <p:cNvSpPr/>
            <p:nvPr/>
          </p:nvSpPr>
          <p:spPr>
            <a:xfrm>
              <a:off x="543498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1">
                <a:alpha val="100000"/>
              </a:srgbClr>
            </a:solidFill>
            <a:ln w="5420" cap="flat">
              <a:solidFill>
                <a:srgbClr val="2D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pg927"/>
            <p:cNvSpPr/>
            <p:nvPr/>
          </p:nvSpPr>
          <p:spPr>
            <a:xfrm>
              <a:off x="5446622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pg928"/>
            <p:cNvSpPr/>
            <p:nvPr/>
          </p:nvSpPr>
          <p:spPr>
            <a:xfrm>
              <a:off x="545825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pg929"/>
            <p:cNvSpPr/>
            <p:nvPr/>
          </p:nvSpPr>
          <p:spPr>
            <a:xfrm>
              <a:off x="5469897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pg930"/>
            <p:cNvSpPr/>
            <p:nvPr/>
          </p:nvSpPr>
          <p:spPr>
            <a:xfrm>
              <a:off x="5481534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pg931"/>
            <p:cNvSpPr/>
            <p:nvPr/>
          </p:nvSpPr>
          <p:spPr>
            <a:xfrm>
              <a:off x="5493171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pg932"/>
            <p:cNvSpPr/>
            <p:nvPr/>
          </p:nvSpPr>
          <p:spPr>
            <a:xfrm>
              <a:off x="550480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pg933"/>
            <p:cNvSpPr/>
            <p:nvPr/>
          </p:nvSpPr>
          <p:spPr>
            <a:xfrm>
              <a:off x="5516446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pg934"/>
            <p:cNvSpPr/>
            <p:nvPr/>
          </p:nvSpPr>
          <p:spPr>
            <a:xfrm>
              <a:off x="552808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pg935"/>
            <p:cNvSpPr/>
            <p:nvPr/>
          </p:nvSpPr>
          <p:spPr>
            <a:xfrm>
              <a:off x="5539721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pg936"/>
            <p:cNvSpPr/>
            <p:nvPr/>
          </p:nvSpPr>
          <p:spPr>
            <a:xfrm>
              <a:off x="5551358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pg937"/>
            <p:cNvSpPr/>
            <p:nvPr/>
          </p:nvSpPr>
          <p:spPr>
            <a:xfrm>
              <a:off x="556299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pg938"/>
            <p:cNvSpPr/>
            <p:nvPr/>
          </p:nvSpPr>
          <p:spPr>
            <a:xfrm>
              <a:off x="5574633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pg939"/>
            <p:cNvSpPr/>
            <p:nvPr/>
          </p:nvSpPr>
          <p:spPr>
            <a:xfrm>
              <a:off x="5586270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pg940"/>
            <p:cNvSpPr/>
            <p:nvPr/>
          </p:nvSpPr>
          <p:spPr>
            <a:xfrm>
              <a:off x="5597907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pg941"/>
            <p:cNvSpPr/>
            <p:nvPr/>
          </p:nvSpPr>
          <p:spPr>
            <a:xfrm>
              <a:off x="5609545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pg942"/>
            <p:cNvSpPr/>
            <p:nvPr/>
          </p:nvSpPr>
          <p:spPr>
            <a:xfrm>
              <a:off x="5621182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pg943"/>
            <p:cNvSpPr/>
            <p:nvPr/>
          </p:nvSpPr>
          <p:spPr>
            <a:xfrm>
              <a:off x="5632819" y="32512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pg944"/>
            <p:cNvSpPr/>
            <p:nvPr/>
          </p:nvSpPr>
          <p:spPr>
            <a:xfrm>
              <a:off x="517896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pg945"/>
            <p:cNvSpPr/>
            <p:nvPr/>
          </p:nvSpPr>
          <p:spPr>
            <a:xfrm>
              <a:off x="519060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pg946"/>
            <p:cNvSpPr/>
            <p:nvPr/>
          </p:nvSpPr>
          <p:spPr>
            <a:xfrm>
              <a:off x="520223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pg947"/>
            <p:cNvSpPr/>
            <p:nvPr/>
          </p:nvSpPr>
          <p:spPr>
            <a:xfrm>
              <a:off x="527206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pg948"/>
            <p:cNvSpPr/>
            <p:nvPr/>
          </p:nvSpPr>
          <p:spPr>
            <a:xfrm>
              <a:off x="528369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pg949"/>
            <p:cNvSpPr/>
            <p:nvPr/>
          </p:nvSpPr>
          <p:spPr>
            <a:xfrm>
              <a:off x="529533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pg950"/>
            <p:cNvSpPr/>
            <p:nvPr/>
          </p:nvSpPr>
          <p:spPr>
            <a:xfrm>
              <a:off x="5306974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pg951"/>
            <p:cNvSpPr/>
            <p:nvPr/>
          </p:nvSpPr>
          <p:spPr>
            <a:xfrm>
              <a:off x="531861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pg952"/>
            <p:cNvSpPr/>
            <p:nvPr/>
          </p:nvSpPr>
          <p:spPr>
            <a:xfrm>
              <a:off x="533024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pg953"/>
            <p:cNvSpPr/>
            <p:nvPr/>
          </p:nvSpPr>
          <p:spPr>
            <a:xfrm>
              <a:off x="534188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pg954"/>
            <p:cNvSpPr/>
            <p:nvPr/>
          </p:nvSpPr>
          <p:spPr>
            <a:xfrm>
              <a:off x="535352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pg955"/>
            <p:cNvSpPr/>
            <p:nvPr/>
          </p:nvSpPr>
          <p:spPr>
            <a:xfrm>
              <a:off x="536516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pg956"/>
            <p:cNvSpPr/>
            <p:nvPr/>
          </p:nvSpPr>
          <p:spPr>
            <a:xfrm>
              <a:off x="537679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pg957"/>
            <p:cNvSpPr/>
            <p:nvPr/>
          </p:nvSpPr>
          <p:spPr>
            <a:xfrm>
              <a:off x="538843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pg958"/>
            <p:cNvSpPr/>
            <p:nvPr/>
          </p:nvSpPr>
          <p:spPr>
            <a:xfrm>
              <a:off x="540007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9" name="pg959"/>
            <p:cNvSpPr/>
            <p:nvPr/>
          </p:nvSpPr>
          <p:spPr>
            <a:xfrm>
              <a:off x="5411710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0" name="pg960"/>
            <p:cNvSpPr/>
            <p:nvPr/>
          </p:nvSpPr>
          <p:spPr>
            <a:xfrm>
              <a:off x="542334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1" name="pg961"/>
            <p:cNvSpPr/>
            <p:nvPr/>
          </p:nvSpPr>
          <p:spPr>
            <a:xfrm>
              <a:off x="543498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2" name="pg962"/>
            <p:cNvSpPr/>
            <p:nvPr/>
          </p:nvSpPr>
          <p:spPr>
            <a:xfrm>
              <a:off x="5446622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3" name="pg963"/>
            <p:cNvSpPr/>
            <p:nvPr/>
          </p:nvSpPr>
          <p:spPr>
            <a:xfrm>
              <a:off x="545825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4" name="pg964"/>
            <p:cNvSpPr/>
            <p:nvPr/>
          </p:nvSpPr>
          <p:spPr>
            <a:xfrm>
              <a:off x="546989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5" name="pg965"/>
            <p:cNvSpPr/>
            <p:nvPr/>
          </p:nvSpPr>
          <p:spPr>
            <a:xfrm>
              <a:off x="5481534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6" name="pg966"/>
            <p:cNvSpPr/>
            <p:nvPr/>
          </p:nvSpPr>
          <p:spPr>
            <a:xfrm>
              <a:off x="549317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7" name="pg967"/>
            <p:cNvSpPr/>
            <p:nvPr/>
          </p:nvSpPr>
          <p:spPr>
            <a:xfrm>
              <a:off x="5504809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8" name="pg968"/>
            <p:cNvSpPr/>
            <p:nvPr/>
          </p:nvSpPr>
          <p:spPr>
            <a:xfrm>
              <a:off x="5516446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pg969"/>
            <p:cNvSpPr/>
            <p:nvPr/>
          </p:nvSpPr>
          <p:spPr>
            <a:xfrm>
              <a:off x="552808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pg970"/>
            <p:cNvSpPr/>
            <p:nvPr/>
          </p:nvSpPr>
          <p:spPr>
            <a:xfrm>
              <a:off x="5539721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pg971"/>
            <p:cNvSpPr/>
            <p:nvPr/>
          </p:nvSpPr>
          <p:spPr>
            <a:xfrm>
              <a:off x="5551358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pg972"/>
            <p:cNvSpPr/>
            <p:nvPr/>
          </p:nvSpPr>
          <p:spPr>
            <a:xfrm>
              <a:off x="5562995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pg973"/>
            <p:cNvSpPr/>
            <p:nvPr/>
          </p:nvSpPr>
          <p:spPr>
            <a:xfrm>
              <a:off x="5574633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4" name="pg974"/>
            <p:cNvSpPr/>
            <p:nvPr/>
          </p:nvSpPr>
          <p:spPr>
            <a:xfrm>
              <a:off x="5586270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pg975"/>
            <p:cNvSpPr/>
            <p:nvPr/>
          </p:nvSpPr>
          <p:spPr>
            <a:xfrm>
              <a:off x="5597907" y="326553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pg976"/>
            <p:cNvSpPr/>
            <p:nvPr/>
          </p:nvSpPr>
          <p:spPr>
            <a:xfrm>
              <a:off x="516732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pg977"/>
            <p:cNvSpPr/>
            <p:nvPr/>
          </p:nvSpPr>
          <p:spPr>
            <a:xfrm>
              <a:off x="517896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pg978"/>
            <p:cNvSpPr/>
            <p:nvPr/>
          </p:nvSpPr>
          <p:spPr>
            <a:xfrm>
              <a:off x="519060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pg979"/>
            <p:cNvSpPr/>
            <p:nvPr/>
          </p:nvSpPr>
          <p:spPr>
            <a:xfrm>
              <a:off x="5202238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pg980"/>
            <p:cNvSpPr/>
            <p:nvPr/>
          </p:nvSpPr>
          <p:spPr>
            <a:xfrm>
              <a:off x="521387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1" name="pg981"/>
            <p:cNvSpPr/>
            <p:nvPr/>
          </p:nvSpPr>
          <p:spPr>
            <a:xfrm>
              <a:off x="524878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pg982"/>
            <p:cNvSpPr/>
            <p:nvPr/>
          </p:nvSpPr>
          <p:spPr>
            <a:xfrm>
              <a:off x="526042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pg983"/>
            <p:cNvSpPr/>
            <p:nvPr/>
          </p:nvSpPr>
          <p:spPr>
            <a:xfrm>
              <a:off x="5272062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pg984"/>
            <p:cNvSpPr/>
            <p:nvPr/>
          </p:nvSpPr>
          <p:spPr>
            <a:xfrm>
              <a:off x="528369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pg985"/>
            <p:cNvSpPr/>
            <p:nvPr/>
          </p:nvSpPr>
          <p:spPr>
            <a:xfrm>
              <a:off x="529533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pg986"/>
            <p:cNvSpPr/>
            <p:nvPr/>
          </p:nvSpPr>
          <p:spPr>
            <a:xfrm>
              <a:off x="5306974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pg987"/>
            <p:cNvSpPr/>
            <p:nvPr/>
          </p:nvSpPr>
          <p:spPr>
            <a:xfrm>
              <a:off x="531861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8" name="pg988"/>
            <p:cNvSpPr/>
            <p:nvPr/>
          </p:nvSpPr>
          <p:spPr>
            <a:xfrm>
              <a:off x="533024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9" name="pg989"/>
            <p:cNvSpPr/>
            <p:nvPr/>
          </p:nvSpPr>
          <p:spPr>
            <a:xfrm>
              <a:off x="534188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0" name="pg990"/>
            <p:cNvSpPr/>
            <p:nvPr/>
          </p:nvSpPr>
          <p:spPr>
            <a:xfrm>
              <a:off x="535352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1" name="pg991"/>
            <p:cNvSpPr/>
            <p:nvPr/>
          </p:nvSpPr>
          <p:spPr>
            <a:xfrm>
              <a:off x="536516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2" name="pg992"/>
            <p:cNvSpPr/>
            <p:nvPr/>
          </p:nvSpPr>
          <p:spPr>
            <a:xfrm>
              <a:off x="5376798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3" name="pg993"/>
            <p:cNvSpPr/>
            <p:nvPr/>
          </p:nvSpPr>
          <p:spPr>
            <a:xfrm>
              <a:off x="538843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4" name="pg994"/>
            <p:cNvSpPr/>
            <p:nvPr/>
          </p:nvSpPr>
          <p:spPr>
            <a:xfrm>
              <a:off x="5400073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5" name="pg995"/>
            <p:cNvSpPr/>
            <p:nvPr/>
          </p:nvSpPr>
          <p:spPr>
            <a:xfrm>
              <a:off x="5411710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6" name="pg996"/>
            <p:cNvSpPr/>
            <p:nvPr/>
          </p:nvSpPr>
          <p:spPr>
            <a:xfrm>
              <a:off x="542334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7" name="pg997"/>
            <p:cNvSpPr/>
            <p:nvPr/>
          </p:nvSpPr>
          <p:spPr>
            <a:xfrm>
              <a:off x="5434985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8" name="pg998"/>
            <p:cNvSpPr/>
            <p:nvPr/>
          </p:nvSpPr>
          <p:spPr>
            <a:xfrm>
              <a:off x="5446622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9" name="pg999"/>
            <p:cNvSpPr/>
            <p:nvPr/>
          </p:nvSpPr>
          <p:spPr>
            <a:xfrm>
              <a:off x="545825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0" name="pg1000"/>
            <p:cNvSpPr/>
            <p:nvPr/>
          </p:nvSpPr>
          <p:spPr>
            <a:xfrm>
              <a:off x="5469897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1" name="pg1001"/>
            <p:cNvSpPr/>
            <p:nvPr/>
          </p:nvSpPr>
          <p:spPr>
            <a:xfrm>
              <a:off x="5481534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4">
                <a:alpha val="100000"/>
              </a:srgbClr>
            </a:solidFill>
            <a:ln w="5420" cap="flat">
              <a:solidFill>
                <a:srgbClr val="3024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2" name="pg1002"/>
            <p:cNvSpPr/>
            <p:nvPr/>
          </p:nvSpPr>
          <p:spPr>
            <a:xfrm>
              <a:off x="549317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3" name="pg1003"/>
            <p:cNvSpPr/>
            <p:nvPr/>
          </p:nvSpPr>
          <p:spPr>
            <a:xfrm>
              <a:off x="5504809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4" name="pg1004"/>
            <p:cNvSpPr/>
            <p:nvPr/>
          </p:nvSpPr>
          <p:spPr>
            <a:xfrm>
              <a:off x="5516446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5" name="pg1005"/>
            <p:cNvSpPr/>
            <p:nvPr/>
          </p:nvSpPr>
          <p:spPr>
            <a:xfrm>
              <a:off x="5539721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6" name="pg1006"/>
            <p:cNvSpPr/>
            <p:nvPr/>
          </p:nvSpPr>
          <p:spPr>
            <a:xfrm>
              <a:off x="5551358" y="32798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7" name="pg1007"/>
            <p:cNvSpPr/>
            <p:nvPr/>
          </p:nvSpPr>
          <p:spPr>
            <a:xfrm>
              <a:off x="5167326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8" name="pg1008"/>
            <p:cNvSpPr/>
            <p:nvPr/>
          </p:nvSpPr>
          <p:spPr>
            <a:xfrm>
              <a:off x="517896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9" name="pg1009"/>
            <p:cNvSpPr/>
            <p:nvPr/>
          </p:nvSpPr>
          <p:spPr>
            <a:xfrm>
              <a:off x="519060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0" name="pg1010"/>
            <p:cNvSpPr/>
            <p:nvPr/>
          </p:nvSpPr>
          <p:spPr>
            <a:xfrm>
              <a:off x="5202238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1" name="pg1011"/>
            <p:cNvSpPr/>
            <p:nvPr/>
          </p:nvSpPr>
          <p:spPr>
            <a:xfrm>
              <a:off x="521387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2" name="pg1012"/>
            <p:cNvSpPr/>
            <p:nvPr/>
          </p:nvSpPr>
          <p:spPr>
            <a:xfrm>
              <a:off x="522551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3" name="pg1013"/>
            <p:cNvSpPr/>
            <p:nvPr/>
          </p:nvSpPr>
          <p:spPr>
            <a:xfrm>
              <a:off x="5237150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4" name="pg1014"/>
            <p:cNvSpPr/>
            <p:nvPr/>
          </p:nvSpPr>
          <p:spPr>
            <a:xfrm>
              <a:off x="524878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5" name="pg1015"/>
            <p:cNvSpPr/>
            <p:nvPr/>
          </p:nvSpPr>
          <p:spPr>
            <a:xfrm>
              <a:off x="526042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6" name="pg1016"/>
            <p:cNvSpPr/>
            <p:nvPr/>
          </p:nvSpPr>
          <p:spPr>
            <a:xfrm>
              <a:off x="5272062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7" name="pg1017"/>
            <p:cNvSpPr/>
            <p:nvPr/>
          </p:nvSpPr>
          <p:spPr>
            <a:xfrm>
              <a:off x="528369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8" name="pg1018"/>
            <p:cNvSpPr/>
            <p:nvPr/>
          </p:nvSpPr>
          <p:spPr>
            <a:xfrm>
              <a:off x="529533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9" name="pg1019"/>
            <p:cNvSpPr/>
            <p:nvPr/>
          </p:nvSpPr>
          <p:spPr>
            <a:xfrm>
              <a:off x="5306974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0" name="pg1020"/>
            <p:cNvSpPr/>
            <p:nvPr/>
          </p:nvSpPr>
          <p:spPr>
            <a:xfrm>
              <a:off x="531861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1" name="pg1021"/>
            <p:cNvSpPr/>
            <p:nvPr/>
          </p:nvSpPr>
          <p:spPr>
            <a:xfrm>
              <a:off x="533024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2" name="pg1022"/>
            <p:cNvSpPr/>
            <p:nvPr/>
          </p:nvSpPr>
          <p:spPr>
            <a:xfrm>
              <a:off x="5341886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3" name="pg1023"/>
            <p:cNvSpPr/>
            <p:nvPr/>
          </p:nvSpPr>
          <p:spPr>
            <a:xfrm>
              <a:off x="535352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4" name="pg1024"/>
            <p:cNvSpPr/>
            <p:nvPr/>
          </p:nvSpPr>
          <p:spPr>
            <a:xfrm>
              <a:off x="5365161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5" name="pg1025"/>
            <p:cNvSpPr/>
            <p:nvPr/>
          </p:nvSpPr>
          <p:spPr>
            <a:xfrm>
              <a:off x="5376798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6" name="pg1026"/>
            <p:cNvSpPr/>
            <p:nvPr/>
          </p:nvSpPr>
          <p:spPr>
            <a:xfrm>
              <a:off x="538843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7" name="pg1027"/>
            <p:cNvSpPr/>
            <p:nvPr/>
          </p:nvSpPr>
          <p:spPr>
            <a:xfrm>
              <a:off x="5400073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8" name="pg1028"/>
            <p:cNvSpPr/>
            <p:nvPr/>
          </p:nvSpPr>
          <p:spPr>
            <a:xfrm>
              <a:off x="5411710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9" name="pg1029"/>
            <p:cNvSpPr/>
            <p:nvPr/>
          </p:nvSpPr>
          <p:spPr>
            <a:xfrm>
              <a:off x="542334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0" name="pg1030"/>
            <p:cNvSpPr/>
            <p:nvPr/>
          </p:nvSpPr>
          <p:spPr>
            <a:xfrm>
              <a:off x="5434985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1" name="pg1031"/>
            <p:cNvSpPr/>
            <p:nvPr/>
          </p:nvSpPr>
          <p:spPr>
            <a:xfrm>
              <a:off x="5446622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2" name="pg1032"/>
            <p:cNvSpPr/>
            <p:nvPr/>
          </p:nvSpPr>
          <p:spPr>
            <a:xfrm>
              <a:off x="5458259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3" name="pg1033"/>
            <p:cNvSpPr/>
            <p:nvPr/>
          </p:nvSpPr>
          <p:spPr>
            <a:xfrm>
              <a:off x="5469897" y="329413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4" name="pg1034"/>
            <p:cNvSpPr/>
            <p:nvPr/>
          </p:nvSpPr>
          <p:spPr>
            <a:xfrm>
              <a:off x="517896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5" name="pg1035"/>
            <p:cNvSpPr/>
            <p:nvPr/>
          </p:nvSpPr>
          <p:spPr>
            <a:xfrm>
              <a:off x="519060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6">
                <a:alpha val="100000"/>
              </a:srgbClr>
            </a:solidFill>
            <a:ln w="5420" cap="flat">
              <a:solidFill>
                <a:srgbClr val="3A58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6" name="pg1036"/>
            <p:cNvSpPr/>
            <p:nvPr/>
          </p:nvSpPr>
          <p:spPr>
            <a:xfrm>
              <a:off x="5202238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7" name="pg1037"/>
            <p:cNvSpPr/>
            <p:nvPr/>
          </p:nvSpPr>
          <p:spPr>
            <a:xfrm>
              <a:off x="5213875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8" name="pg1038"/>
            <p:cNvSpPr/>
            <p:nvPr/>
          </p:nvSpPr>
          <p:spPr>
            <a:xfrm>
              <a:off x="522551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9" name="pg1039"/>
            <p:cNvSpPr/>
            <p:nvPr/>
          </p:nvSpPr>
          <p:spPr>
            <a:xfrm>
              <a:off x="5237150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0" name="pg1040"/>
            <p:cNvSpPr/>
            <p:nvPr/>
          </p:nvSpPr>
          <p:spPr>
            <a:xfrm>
              <a:off x="5248787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1" name="pg1041"/>
            <p:cNvSpPr/>
            <p:nvPr/>
          </p:nvSpPr>
          <p:spPr>
            <a:xfrm>
              <a:off x="5260425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2" name="pg1042"/>
            <p:cNvSpPr/>
            <p:nvPr/>
          </p:nvSpPr>
          <p:spPr>
            <a:xfrm>
              <a:off x="5272062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3" name="pg1043"/>
            <p:cNvSpPr/>
            <p:nvPr/>
          </p:nvSpPr>
          <p:spPr>
            <a:xfrm>
              <a:off x="528369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4" name="pg1044"/>
            <p:cNvSpPr/>
            <p:nvPr/>
          </p:nvSpPr>
          <p:spPr>
            <a:xfrm>
              <a:off x="5295337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5" name="pg1045"/>
            <p:cNvSpPr/>
            <p:nvPr/>
          </p:nvSpPr>
          <p:spPr>
            <a:xfrm>
              <a:off x="5306974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6" name="pg1046"/>
            <p:cNvSpPr/>
            <p:nvPr/>
          </p:nvSpPr>
          <p:spPr>
            <a:xfrm>
              <a:off x="531861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7" name="pg1047"/>
            <p:cNvSpPr/>
            <p:nvPr/>
          </p:nvSpPr>
          <p:spPr>
            <a:xfrm>
              <a:off x="5330249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8" name="pg1048"/>
            <p:cNvSpPr/>
            <p:nvPr/>
          </p:nvSpPr>
          <p:spPr>
            <a:xfrm>
              <a:off x="5341886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9" name="pg1049"/>
            <p:cNvSpPr/>
            <p:nvPr/>
          </p:nvSpPr>
          <p:spPr>
            <a:xfrm>
              <a:off x="535352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0" name="pg1050"/>
            <p:cNvSpPr/>
            <p:nvPr/>
          </p:nvSpPr>
          <p:spPr>
            <a:xfrm>
              <a:off x="5365161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1" name="pg1051"/>
            <p:cNvSpPr/>
            <p:nvPr/>
          </p:nvSpPr>
          <p:spPr>
            <a:xfrm>
              <a:off x="5376798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2" name="pg1052"/>
            <p:cNvSpPr/>
            <p:nvPr/>
          </p:nvSpPr>
          <p:spPr>
            <a:xfrm>
              <a:off x="5388435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3" name="pg1053"/>
            <p:cNvSpPr/>
            <p:nvPr/>
          </p:nvSpPr>
          <p:spPr>
            <a:xfrm>
              <a:off x="5400073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4" name="pg1054"/>
            <p:cNvSpPr/>
            <p:nvPr/>
          </p:nvSpPr>
          <p:spPr>
            <a:xfrm>
              <a:off x="5423347" y="330843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5" name="pg1055"/>
            <p:cNvSpPr/>
            <p:nvPr/>
          </p:nvSpPr>
          <p:spPr>
            <a:xfrm>
              <a:off x="5178963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6" name="pg1056"/>
            <p:cNvSpPr/>
            <p:nvPr/>
          </p:nvSpPr>
          <p:spPr>
            <a:xfrm>
              <a:off x="5190601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7" name="pg1057"/>
            <p:cNvSpPr/>
            <p:nvPr/>
          </p:nvSpPr>
          <p:spPr>
            <a:xfrm>
              <a:off x="5202238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8" name="pg1058"/>
            <p:cNvSpPr/>
            <p:nvPr/>
          </p:nvSpPr>
          <p:spPr>
            <a:xfrm>
              <a:off x="5213875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9" name="pg1059"/>
            <p:cNvSpPr/>
            <p:nvPr/>
          </p:nvSpPr>
          <p:spPr>
            <a:xfrm>
              <a:off x="5225513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0" name="pg1060"/>
            <p:cNvSpPr/>
            <p:nvPr/>
          </p:nvSpPr>
          <p:spPr>
            <a:xfrm>
              <a:off x="5237150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1" name="pg1061"/>
            <p:cNvSpPr/>
            <p:nvPr/>
          </p:nvSpPr>
          <p:spPr>
            <a:xfrm>
              <a:off x="5248787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2" name="pg1062"/>
            <p:cNvSpPr/>
            <p:nvPr/>
          </p:nvSpPr>
          <p:spPr>
            <a:xfrm>
              <a:off x="5260425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3" name="pg1063"/>
            <p:cNvSpPr/>
            <p:nvPr/>
          </p:nvSpPr>
          <p:spPr>
            <a:xfrm>
              <a:off x="5272062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4" name="pg1064"/>
            <p:cNvSpPr/>
            <p:nvPr/>
          </p:nvSpPr>
          <p:spPr>
            <a:xfrm>
              <a:off x="5283699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5" name="pg1065"/>
            <p:cNvSpPr/>
            <p:nvPr/>
          </p:nvSpPr>
          <p:spPr>
            <a:xfrm>
              <a:off x="5295337" y="33227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6" name="pg1066"/>
            <p:cNvSpPr/>
            <p:nvPr/>
          </p:nvSpPr>
          <p:spPr>
            <a:xfrm>
              <a:off x="5167326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7" name="pg1067"/>
            <p:cNvSpPr/>
            <p:nvPr/>
          </p:nvSpPr>
          <p:spPr>
            <a:xfrm>
              <a:off x="5178963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8" name="pg1068"/>
            <p:cNvSpPr/>
            <p:nvPr/>
          </p:nvSpPr>
          <p:spPr>
            <a:xfrm>
              <a:off x="5190601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9" name="pg1069"/>
            <p:cNvSpPr/>
            <p:nvPr/>
          </p:nvSpPr>
          <p:spPr>
            <a:xfrm>
              <a:off x="5202238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0" name="pg1070"/>
            <p:cNvSpPr/>
            <p:nvPr/>
          </p:nvSpPr>
          <p:spPr>
            <a:xfrm>
              <a:off x="5213875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1" name="pg1071"/>
            <p:cNvSpPr/>
            <p:nvPr/>
          </p:nvSpPr>
          <p:spPr>
            <a:xfrm>
              <a:off x="5225513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2" name="pg1072"/>
            <p:cNvSpPr/>
            <p:nvPr/>
          </p:nvSpPr>
          <p:spPr>
            <a:xfrm>
              <a:off x="5237150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3" name="pg1073"/>
            <p:cNvSpPr/>
            <p:nvPr/>
          </p:nvSpPr>
          <p:spPr>
            <a:xfrm>
              <a:off x="5248787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4" name="pg1074"/>
            <p:cNvSpPr/>
            <p:nvPr/>
          </p:nvSpPr>
          <p:spPr>
            <a:xfrm>
              <a:off x="5260425" y="333703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5" name="pg1075"/>
            <p:cNvSpPr/>
            <p:nvPr/>
          </p:nvSpPr>
          <p:spPr>
            <a:xfrm>
              <a:off x="5155689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6" name="pg1076"/>
            <p:cNvSpPr/>
            <p:nvPr/>
          </p:nvSpPr>
          <p:spPr>
            <a:xfrm>
              <a:off x="5167326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7" name="pg1077"/>
            <p:cNvSpPr/>
            <p:nvPr/>
          </p:nvSpPr>
          <p:spPr>
            <a:xfrm>
              <a:off x="5178963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8" name="pg1078"/>
            <p:cNvSpPr/>
            <p:nvPr/>
          </p:nvSpPr>
          <p:spPr>
            <a:xfrm>
              <a:off x="5190601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9" name="pg1079"/>
            <p:cNvSpPr/>
            <p:nvPr/>
          </p:nvSpPr>
          <p:spPr>
            <a:xfrm>
              <a:off x="5202238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0" name="pg1080"/>
            <p:cNvSpPr/>
            <p:nvPr/>
          </p:nvSpPr>
          <p:spPr>
            <a:xfrm>
              <a:off x="5213875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1" name="pg1081"/>
            <p:cNvSpPr/>
            <p:nvPr/>
          </p:nvSpPr>
          <p:spPr>
            <a:xfrm>
              <a:off x="5225513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2" name="pg1082"/>
            <p:cNvSpPr/>
            <p:nvPr/>
          </p:nvSpPr>
          <p:spPr>
            <a:xfrm>
              <a:off x="5237150" y="33513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3" name="pg1083"/>
            <p:cNvSpPr/>
            <p:nvPr/>
          </p:nvSpPr>
          <p:spPr>
            <a:xfrm>
              <a:off x="5144051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4" name="pg1084"/>
            <p:cNvSpPr/>
            <p:nvPr/>
          </p:nvSpPr>
          <p:spPr>
            <a:xfrm>
              <a:off x="5155689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5" name="pg1085"/>
            <p:cNvSpPr/>
            <p:nvPr/>
          </p:nvSpPr>
          <p:spPr>
            <a:xfrm>
              <a:off x="5167326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6" name="pg1086"/>
            <p:cNvSpPr/>
            <p:nvPr/>
          </p:nvSpPr>
          <p:spPr>
            <a:xfrm>
              <a:off x="5178963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7" name="pg1087"/>
            <p:cNvSpPr/>
            <p:nvPr/>
          </p:nvSpPr>
          <p:spPr>
            <a:xfrm>
              <a:off x="5190601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8" name="pg1088"/>
            <p:cNvSpPr/>
            <p:nvPr/>
          </p:nvSpPr>
          <p:spPr>
            <a:xfrm>
              <a:off x="5202238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9" name="pg1089"/>
            <p:cNvSpPr/>
            <p:nvPr/>
          </p:nvSpPr>
          <p:spPr>
            <a:xfrm>
              <a:off x="5213875" y="336563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0" name="pg1090"/>
            <p:cNvSpPr/>
            <p:nvPr/>
          </p:nvSpPr>
          <p:spPr>
            <a:xfrm>
              <a:off x="5144051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1" name="pg1091"/>
            <p:cNvSpPr/>
            <p:nvPr/>
          </p:nvSpPr>
          <p:spPr>
            <a:xfrm>
              <a:off x="5155689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2" name="pg1092"/>
            <p:cNvSpPr/>
            <p:nvPr/>
          </p:nvSpPr>
          <p:spPr>
            <a:xfrm>
              <a:off x="5167326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3" name="pg1093"/>
            <p:cNvSpPr/>
            <p:nvPr/>
          </p:nvSpPr>
          <p:spPr>
            <a:xfrm>
              <a:off x="5178963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4" name="pg1094"/>
            <p:cNvSpPr/>
            <p:nvPr/>
          </p:nvSpPr>
          <p:spPr>
            <a:xfrm>
              <a:off x="5190601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5" name="pg1095"/>
            <p:cNvSpPr/>
            <p:nvPr/>
          </p:nvSpPr>
          <p:spPr>
            <a:xfrm>
              <a:off x="5202238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6" name="pg1096"/>
            <p:cNvSpPr/>
            <p:nvPr/>
          </p:nvSpPr>
          <p:spPr>
            <a:xfrm>
              <a:off x="5213875" y="337993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7" name="pg1097"/>
            <p:cNvSpPr/>
            <p:nvPr/>
          </p:nvSpPr>
          <p:spPr>
            <a:xfrm>
              <a:off x="5144051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8" name="pg1098"/>
            <p:cNvSpPr/>
            <p:nvPr/>
          </p:nvSpPr>
          <p:spPr>
            <a:xfrm>
              <a:off x="5155689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9" name="pg1099"/>
            <p:cNvSpPr/>
            <p:nvPr/>
          </p:nvSpPr>
          <p:spPr>
            <a:xfrm>
              <a:off x="5167326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0" name="pg1100"/>
            <p:cNvSpPr/>
            <p:nvPr/>
          </p:nvSpPr>
          <p:spPr>
            <a:xfrm>
              <a:off x="5178963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1" name="pg1101"/>
            <p:cNvSpPr/>
            <p:nvPr/>
          </p:nvSpPr>
          <p:spPr>
            <a:xfrm>
              <a:off x="5190601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2" name="pg1102"/>
            <p:cNvSpPr/>
            <p:nvPr/>
          </p:nvSpPr>
          <p:spPr>
            <a:xfrm>
              <a:off x="5202238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3" name="pg1103"/>
            <p:cNvSpPr/>
            <p:nvPr/>
          </p:nvSpPr>
          <p:spPr>
            <a:xfrm>
              <a:off x="5213875" y="33942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4" name="pg1104"/>
            <p:cNvSpPr/>
            <p:nvPr/>
          </p:nvSpPr>
          <p:spPr>
            <a:xfrm>
              <a:off x="5144051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5" name="pg1105"/>
            <p:cNvSpPr/>
            <p:nvPr/>
          </p:nvSpPr>
          <p:spPr>
            <a:xfrm>
              <a:off x="5155689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6" name="pg1106"/>
            <p:cNvSpPr/>
            <p:nvPr/>
          </p:nvSpPr>
          <p:spPr>
            <a:xfrm>
              <a:off x="5167326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7" name="pg1107"/>
            <p:cNvSpPr/>
            <p:nvPr/>
          </p:nvSpPr>
          <p:spPr>
            <a:xfrm>
              <a:off x="5178963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8" name="pg1108"/>
            <p:cNvSpPr/>
            <p:nvPr/>
          </p:nvSpPr>
          <p:spPr>
            <a:xfrm>
              <a:off x="5190601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9" name="pg1109"/>
            <p:cNvSpPr/>
            <p:nvPr/>
          </p:nvSpPr>
          <p:spPr>
            <a:xfrm>
              <a:off x="5202238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0" name="pg1110"/>
            <p:cNvSpPr/>
            <p:nvPr/>
          </p:nvSpPr>
          <p:spPr>
            <a:xfrm>
              <a:off x="5213875" y="340854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1" name="pg1111"/>
            <p:cNvSpPr/>
            <p:nvPr/>
          </p:nvSpPr>
          <p:spPr>
            <a:xfrm>
              <a:off x="5074227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2" name="pg1112"/>
            <p:cNvSpPr/>
            <p:nvPr/>
          </p:nvSpPr>
          <p:spPr>
            <a:xfrm>
              <a:off x="5085865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3" name="pg1113"/>
            <p:cNvSpPr/>
            <p:nvPr/>
          </p:nvSpPr>
          <p:spPr>
            <a:xfrm>
              <a:off x="5167326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4" name="pg1114"/>
            <p:cNvSpPr/>
            <p:nvPr/>
          </p:nvSpPr>
          <p:spPr>
            <a:xfrm>
              <a:off x="5178963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5" name="pg1115"/>
            <p:cNvSpPr/>
            <p:nvPr/>
          </p:nvSpPr>
          <p:spPr>
            <a:xfrm>
              <a:off x="5190601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6" name="pg1116"/>
            <p:cNvSpPr/>
            <p:nvPr/>
          </p:nvSpPr>
          <p:spPr>
            <a:xfrm>
              <a:off x="5202238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7" name="pg1117"/>
            <p:cNvSpPr/>
            <p:nvPr/>
          </p:nvSpPr>
          <p:spPr>
            <a:xfrm>
              <a:off x="5213875" y="34228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8" name="pg1118"/>
            <p:cNvSpPr/>
            <p:nvPr/>
          </p:nvSpPr>
          <p:spPr>
            <a:xfrm>
              <a:off x="5050953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9" name="pg1119"/>
            <p:cNvSpPr/>
            <p:nvPr/>
          </p:nvSpPr>
          <p:spPr>
            <a:xfrm>
              <a:off x="5062590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0" name="pg1120"/>
            <p:cNvSpPr/>
            <p:nvPr/>
          </p:nvSpPr>
          <p:spPr>
            <a:xfrm>
              <a:off x="5074227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1" name="pg1121"/>
            <p:cNvSpPr/>
            <p:nvPr/>
          </p:nvSpPr>
          <p:spPr>
            <a:xfrm>
              <a:off x="5085865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2" name="pg1122"/>
            <p:cNvSpPr/>
            <p:nvPr/>
          </p:nvSpPr>
          <p:spPr>
            <a:xfrm>
              <a:off x="5097502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3" name="pg1123"/>
            <p:cNvSpPr/>
            <p:nvPr/>
          </p:nvSpPr>
          <p:spPr>
            <a:xfrm>
              <a:off x="5167326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4" name="pg1124"/>
            <p:cNvSpPr/>
            <p:nvPr/>
          </p:nvSpPr>
          <p:spPr>
            <a:xfrm>
              <a:off x="5178963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5" name="pg1125"/>
            <p:cNvSpPr/>
            <p:nvPr/>
          </p:nvSpPr>
          <p:spPr>
            <a:xfrm>
              <a:off x="5190601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6" name="pg1126"/>
            <p:cNvSpPr/>
            <p:nvPr/>
          </p:nvSpPr>
          <p:spPr>
            <a:xfrm>
              <a:off x="5202238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7" name="pg1127"/>
            <p:cNvSpPr/>
            <p:nvPr/>
          </p:nvSpPr>
          <p:spPr>
            <a:xfrm>
              <a:off x="5213875" y="343714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8" name="pg1128"/>
            <p:cNvSpPr/>
            <p:nvPr/>
          </p:nvSpPr>
          <p:spPr>
            <a:xfrm>
              <a:off x="5027678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9" name="pg1129"/>
            <p:cNvSpPr/>
            <p:nvPr/>
          </p:nvSpPr>
          <p:spPr>
            <a:xfrm>
              <a:off x="5039315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0" name="pg1130"/>
            <p:cNvSpPr/>
            <p:nvPr/>
          </p:nvSpPr>
          <p:spPr>
            <a:xfrm>
              <a:off x="505095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1" name="pg1131"/>
            <p:cNvSpPr/>
            <p:nvPr/>
          </p:nvSpPr>
          <p:spPr>
            <a:xfrm>
              <a:off x="5062590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2" name="pg1132"/>
            <p:cNvSpPr/>
            <p:nvPr/>
          </p:nvSpPr>
          <p:spPr>
            <a:xfrm>
              <a:off x="5074227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3" name="pg1133"/>
            <p:cNvSpPr/>
            <p:nvPr/>
          </p:nvSpPr>
          <p:spPr>
            <a:xfrm>
              <a:off x="5085865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4" name="pg1134"/>
            <p:cNvSpPr/>
            <p:nvPr/>
          </p:nvSpPr>
          <p:spPr>
            <a:xfrm>
              <a:off x="5097502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5" name="pg1135"/>
            <p:cNvSpPr/>
            <p:nvPr/>
          </p:nvSpPr>
          <p:spPr>
            <a:xfrm>
              <a:off x="5155689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6" name="pg1136"/>
            <p:cNvSpPr/>
            <p:nvPr/>
          </p:nvSpPr>
          <p:spPr>
            <a:xfrm>
              <a:off x="5167326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7" name="pg1137"/>
            <p:cNvSpPr/>
            <p:nvPr/>
          </p:nvSpPr>
          <p:spPr>
            <a:xfrm>
              <a:off x="5178963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8" name="pg1138"/>
            <p:cNvSpPr/>
            <p:nvPr/>
          </p:nvSpPr>
          <p:spPr>
            <a:xfrm>
              <a:off x="5190601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9" name="pg1139"/>
            <p:cNvSpPr/>
            <p:nvPr/>
          </p:nvSpPr>
          <p:spPr>
            <a:xfrm>
              <a:off x="5202238" y="345144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0" name="pg1140"/>
            <p:cNvSpPr/>
            <p:nvPr/>
          </p:nvSpPr>
          <p:spPr>
            <a:xfrm>
              <a:off x="5016041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1" name="pg1141"/>
            <p:cNvSpPr/>
            <p:nvPr/>
          </p:nvSpPr>
          <p:spPr>
            <a:xfrm>
              <a:off x="5027678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2" name="pg1142"/>
            <p:cNvSpPr/>
            <p:nvPr/>
          </p:nvSpPr>
          <p:spPr>
            <a:xfrm>
              <a:off x="5039315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3" name="pg1143"/>
            <p:cNvSpPr/>
            <p:nvPr/>
          </p:nvSpPr>
          <p:spPr>
            <a:xfrm>
              <a:off x="505095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4" name="pg1144"/>
            <p:cNvSpPr/>
            <p:nvPr/>
          </p:nvSpPr>
          <p:spPr>
            <a:xfrm>
              <a:off x="5062590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5" name="pg1145"/>
            <p:cNvSpPr/>
            <p:nvPr/>
          </p:nvSpPr>
          <p:spPr>
            <a:xfrm>
              <a:off x="5074227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6" name="pg1146"/>
            <p:cNvSpPr/>
            <p:nvPr/>
          </p:nvSpPr>
          <p:spPr>
            <a:xfrm>
              <a:off x="5085865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7" name="pg1147"/>
            <p:cNvSpPr/>
            <p:nvPr/>
          </p:nvSpPr>
          <p:spPr>
            <a:xfrm>
              <a:off x="5097502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8" name="pg1148"/>
            <p:cNvSpPr/>
            <p:nvPr/>
          </p:nvSpPr>
          <p:spPr>
            <a:xfrm>
              <a:off x="5155689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9" name="pg1149"/>
            <p:cNvSpPr/>
            <p:nvPr/>
          </p:nvSpPr>
          <p:spPr>
            <a:xfrm>
              <a:off x="5167326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0" name="pg1150"/>
            <p:cNvSpPr/>
            <p:nvPr/>
          </p:nvSpPr>
          <p:spPr>
            <a:xfrm>
              <a:off x="5178963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1" name="pg1151"/>
            <p:cNvSpPr/>
            <p:nvPr/>
          </p:nvSpPr>
          <p:spPr>
            <a:xfrm>
              <a:off x="5190601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2" name="pg1152"/>
            <p:cNvSpPr/>
            <p:nvPr/>
          </p:nvSpPr>
          <p:spPr>
            <a:xfrm>
              <a:off x="5202238" y="34657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3" name="pg1153"/>
            <p:cNvSpPr/>
            <p:nvPr/>
          </p:nvSpPr>
          <p:spPr>
            <a:xfrm>
              <a:off x="4957854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4" name="pg1154"/>
            <p:cNvSpPr/>
            <p:nvPr/>
          </p:nvSpPr>
          <p:spPr>
            <a:xfrm>
              <a:off x="4969492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5" name="pg1155"/>
            <p:cNvSpPr/>
            <p:nvPr/>
          </p:nvSpPr>
          <p:spPr>
            <a:xfrm>
              <a:off x="498112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6" name="pg1156"/>
            <p:cNvSpPr/>
            <p:nvPr/>
          </p:nvSpPr>
          <p:spPr>
            <a:xfrm>
              <a:off x="4992766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7" name="pg1157"/>
            <p:cNvSpPr/>
            <p:nvPr/>
          </p:nvSpPr>
          <p:spPr>
            <a:xfrm>
              <a:off x="500440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8" name="pg1158"/>
            <p:cNvSpPr/>
            <p:nvPr/>
          </p:nvSpPr>
          <p:spPr>
            <a:xfrm>
              <a:off x="501604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9" name="pg1159"/>
            <p:cNvSpPr/>
            <p:nvPr/>
          </p:nvSpPr>
          <p:spPr>
            <a:xfrm>
              <a:off x="5027678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0" name="pg1160"/>
            <p:cNvSpPr/>
            <p:nvPr/>
          </p:nvSpPr>
          <p:spPr>
            <a:xfrm>
              <a:off x="5039315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1" name="pg1161"/>
            <p:cNvSpPr/>
            <p:nvPr/>
          </p:nvSpPr>
          <p:spPr>
            <a:xfrm>
              <a:off x="505095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2" name="pg1162"/>
            <p:cNvSpPr/>
            <p:nvPr/>
          </p:nvSpPr>
          <p:spPr>
            <a:xfrm>
              <a:off x="5062590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3" name="pg1163"/>
            <p:cNvSpPr/>
            <p:nvPr/>
          </p:nvSpPr>
          <p:spPr>
            <a:xfrm>
              <a:off x="5074227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4" name="pg1164"/>
            <p:cNvSpPr/>
            <p:nvPr/>
          </p:nvSpPr>
          <p:spPr>
            <a:xfrm>
              <a:off x="5085865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5" name="pg1165"/>
            <p:cNvSpPr/>
            <p:nvPr/>
          </p:nvSpPr>
          <p:spPr>
            <a:xfrm>
              <a:off x="514405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6" name="pg1166"/>
            <p:cNvSpPr/>
            <p:nvPr/>
          </p:nvSpPr>
          <p:spPr>
            <a:xfrm>
              <a:off x="5155689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7" name="pg1167"/>
            <p:cNvSpPr/>
            <p:nvPr/>
          </p:nvSpPr>
          <p:spPr>
            <a:xfrm>
              <a:off x="5167326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8" name="pg1168"/>
            <p:cNvSpPr/>
            <p:nvPr/>
          </p:nvSpPr>
          <p:spPr>
            <a:xfrm>
              <a:off x="5178963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9" name="pg1169"/>
            <p:cNvSpPr/>
            <p:nvPr/>
          </p:nvSpPr>
          <p:spPr>
            <a:xfrm>
              <a:off x="5190601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0" name="pg1170"/>
            <p:cNvSpPr/>
            <p:nvPr/>
          </p:nvSpPr>
          <p:spPr>
            <a:xfrm>
              <a:off x="5202238" y="348004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1" name="pg1171"/>
            <p:cNvSpPr/>
            <p:nvPr/>
          </p:nvSpPr>
          <p:spPr>
            <a:xfrm>
              <a:off x="4946217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2" name="pg1172"/>
            <p:cNvSpPr/>
            <p:nvPr/>
          </p:nvSpPr>
          <p:spPr>
            <a:xfrm>
              <a:off x="4957854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3" name="pg1173"/>
            <p:cNvSpPr/>
            <p:nvPr/>
          </p:nvSpPr>
          <p:spPr>
            <a:xfrm>
              <a:off x="4969492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4" name="pg1174"/>
            <p:cNvSpPr/>
            <p:nvPr/>
          </p:nvSpPr>
          <p:spPr>
            <a:xfrm>
              <a:off x="498112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5" name="pg1175"/>
            <p:cNvSpPr/>
            <p:nvPr/>
          </p:nvSpPr>
          <p:spPr>
            <a:xfrm>
              <a:off x="4992766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6" name="pg1176"/>
            <p:cNvSpPr/>
            <p:nvPr/>
          </p:nvSpPr>
          <p:spPr>
            <a:xfrm>
              <a:off x="500440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7" name="pg1177"/>
            <p:cNvSpPr/>
            <p:nvPr/>
          </p:nvSpPr>
          <p:spPr>
            <a:xfrm>
              <a:off x="501604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8" name="pg1178"/>
            <p:cNvSpPr/>
            <p:nvPr/>
          </p:nvSpPr>
          <p:spPr>
            <a:xfrm>
              <a:off x="5027678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9" name="pg1179"/>
            <p:cNvSpPr/>
            <p:nvPr/>
          </p:nvSpPr>
          <p:spPr>
            <a:xfrm>
              <a:off x="5039315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0" name="pg1180"/>
            <p:cNvSpPr/>
            <p:nvPr/>
          </p:nvSpPr>
          <p:spPr>
            <a:xfrm>
              <a:off x="505095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1" name="pg1181"/>
            <p:cNvSpPr/>
            <p:nvPr/>
          </p:nvSpPr>
          <p:spPr>
            <a:xfrm>
              <a:off x="5062590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2" name="pg1182"/>
            <p:cNvSpPr/>
            <p:nvPr/>
          </p:nvSpPr>
          <p:spPr>
            <a:xfrm>
              <a:off x="5074227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3" name="pg1183"/>
            <p:cNvSpPr/>
            <p:nvPr/>
          </p:nvSpPr>
          <p:spPr>
            <a:xfrm>
              <a:off x="5132414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4" name="pg1184"/>
            <p:cNvSpPr/>
            <p:nvPr/>
          </p:nvSpPr>
          <p:spPr>
            <a:xfrm>
              <a:off x="514405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5" name="pg1185"/>
            <p:cNvSpPr/>
            <p:nvPr/>
          </p:nvSpPr>
          <p:spPr>
            <a:xfrm>
              <a:off x="5155689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6" name="pg1186"/>
            <p:cNvSpPr/>
            <p:nvPr/>
          </p:nvSpPr>
          <p:spPr>
            <a:xfrm>
              <a:off x="5167326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7" name="pg1187"/>
            <p:cNvSpPr/>
            <p:nvPr/>
          </p:nvSpPr>
          <p:spPr>
            <a:xfrm>
              <a:off x="5178963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8" name="pg1188"/>
            <p:cNvSpPr/>
            <p:nvPr/>
          </p:nvSpPr>
          <p:spPr>
            <a:xfrm>
              <a:off x="5190601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9" name="pg1189"/>
            <p:cNvSpPr/>
            <p:nvPr/>
          </p:nvSpPr>
          <p:spPr>
            <a:xfrm>
              <a:off x="5202238" y="34943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0" name="pg1190"/>
            <p:cNvSpPr/>
            <p:nvPr/>
          </p:nvSpPr>
          <p:spPr>
            <a:xfrm>
              <a:off x="4922942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1" name="pg1191"/>
            <p:cNvSpPr/>
            <p:nvPr/>
          </p:nvSpPr>
          <p:spPr>
            <a:xfrm>
              <a:off x="4934580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2" name="pg1192"/>
            <p:cNvSpPr/>
            <p:nvPr/>
          </p:nvSpPr>
          <p:spPr>
            <a:xfrm>
              <a:off x="494621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3" name="pg1193"/>
            <p:cNvSpPr/>
            <p:nvPr/>
          </p:nvSpPr>
          <p:spPr>
            <a:xfrm>
              <a:off x="4957854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4" name="pg1194"/>
            <p:cNvSpPr/>
            <p:nvPr/>
          </p:nvSpPr>
          <p:spPr>
            <a:xfrm>
              <a:off x="4969492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5" name="pg1195"/>
            <p:cNvSpPr/>
            <p:nvPr/>
          </p:nvSpPr>
          <p:spPr>
            <a:xfrm>
              <a:off x="498112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6" name="pg1196"/>
            <p:cNvSpPr/>
            <p:nvPr/>
          </p:nvSpPr>
          <p:spPr>
            <a:xfrm>
              <a:off x="4992766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7" name="pg1197"/>
            <p:cNvSpPr/>
            <p:nvPr/>
          </p:nvSpPr>
          <p:spPr>
            <a:xfrm>
              <a:off x="5004403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8" name="pg1198"/>
            <p:cNvSpPr/>
            <p:nvPr/>
          </p:nvSpPr>
          <p:spPr>
            <a:xfrm>
              <a:off x="501604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9" name="pg1199"/>
            <p:cNvSpPr/>
            <p:nvPr/>
          </p:nvSpPr>
          <p:spPr>
            <a:xfrm>
              <a:off x="5027678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0" name="pg1200"/>
            <p:cNvSpPr/>
            <p:nvPr/>
          </p:nvSpPr>
          <p:spPr>
            <a:xfrm>
              <a:off x="5039315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1" name="pg1201"/>
            <p:cNvSpPr/>
            <p:nvPr/>
          </p:nvSpPr>
          <p:spPr>
            <a:xfrm>
              <a:off x="5050953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2" name="pg1202"/>
            <p:cNvSpPr/>
            <p:nvPr/>
          </p:nvSpPr>
          <p:spPr>
            <a:xfrm>
              <a:off x="5120777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3" name="pg1203"/>
            <p:cNvSpPr/>
            <p:nvPr/>
          </p:nvSpPr>
          <p:spPr>
            <a:xfrm>
              <a:off x="5132414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4" name="pg1204"/>
            <p:cNvSpPr/>
            <p:nvPr/>
          </p:nvSpPr>
          <p:spPr>
            <a:xfrm>
              <a:off x="5144051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5" name="pg1205"/>
            <p:cNvSpPr/>
            <p:nvPr/>
          </p:nvSpPr>
          <p:spPr>
            <a:xfrm>
              <a:off x="5155689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6" name="pg1206"/>
            <p:cNvSpPr/>
            <p:nvPr/>
          </p:nvSpPr>
          <p:spPr>
            <a:xfrm>
              <a:off x="5167326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7" name="pg1207"/>
            <p:cNvSpPr/>
            <p:nvPr/>
          </p:nvSpPr>
          <p:spPr>
            <a:xfrm>
              <a:off x="5178963" y="350864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8" name="pg1208"/>
            <p:cNvSpPr/>
            <p:nvPr/>
          </p:nvSpPr>
          <p:spPr>
            <a:xfrm>
              <a:off x="4899668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9" name="pg1209"/>
            <p:cNvSpPr/>
            <p:nvPr/>
          </p:nvSpPr>
          <p:spPr>
            <a:xfrm>
              <a:off x="491130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0" name="pg1210"/>
            <p:cNvSpPr/>
            <p:nvPr/>
          </p:nvSpPr>
          <p:spPr>
            <a:xfrm>
              <a:off x="4922942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1" name="pg1211"/>
            <p:cNvSpPr/>
            <p:nvPr/>
          </p:nvSpPr>
          <p:spPr>
            <a:xfrm>
              <a:off x="4934580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2" name="pg1212"/>
            <p:cNvSpPr/>
            <p:nvPr/>
          </p:nvSpPr>
          <p:spPr>
            <a:xfrm>
              <a:off x="494621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3" name="pg1213"/>
            <p:cNvSpPr/>
            <p:nvPr/>
          </p:nvSpPr>
          <p:spPr>
            <a:xfrm>
              <a:off x="4957854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4" name="pg1214"/>
            <p:cNvSpPr/>
            <p:nvPr/>
          </p:nvSpPr>
          <p:spPr>
            <a:xfrm>
              <a:off x="4969492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5" name="pg1215"/>
            <p:cNvSpPr/>
            <p:nvPr/>
          </p:nvSpPr>
          <p:spPr>
            <a:xfrm>
              <a:off x="498112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6" name="pg1216"/>
            <p:cNvSpPr/>
            <p:nvPr/>
          </p:nvSpPr>
          <p:spPr>
            <a:xfrm>
              <a:off x="4992766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7" name="pg1217"/>
            <p:cNvSpPr/>
            <p:nvPr/>
          </p:nvSpPr>
          <p:spPr>
            <a:xfrm>
              <a:off x="500440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8" name="pg1218"/>
            <p:cNvSpPr/>
            <p:nvPr/>
          </p:nvSpPr>
          <p:spPr>
            <a:xfrm>
              <a:off x="501604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9" name="pg1219"/>
            <p:cNvSpPr/>
            <p:nvPr/>
          </p:nvSpPr>
          <p:spPr>
            <a:xfrm>
              <a:off x="5027678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0" name="pg1220"/>
            <p:cNvSpPr/>
            <p:nvPr/>
          </p:nvSpPr>
          <p:spPr>
            <a:xfrm>
              <a:off x="503931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1" name="pg1221"/>
            <p:cNvSpPr/>
            <p:nvPr/>
          </p:nvSpPr>
          <p:spPr>
            <a:xfrm>
              <a:off x="505095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2" name="pg1222"/>
            <p:cNvSpPr/>
            <p:nvPr/>
          </p:nvSpPr>
          <p:spPr>
            <a:xfrm>
              <a:off x="5062590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3" name="pg1223"/>
            <p:cNvSpPr/>
            <p:nvPr/>
          </p:nvSpPr>
          <p:spPr>
            <a:xfrm>
              <a:off x="507422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4" name="pg1224"/>
            <p:cNvSpPr/>
            <p:nvPr/>
          </p:nvSpPr>
          <p:spPr>
            <a:xfrm>
              <a:off x="5085865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5" name="pg1225"/>
            <p:cNvSpPr/>
            <p:nvPr/>
          </p:nvSpPr>
          <p:spPr>
            <a:xfrm>
              <a:off x="510913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6" name="pg1226"/>
            <p:cNvSpPr/>
            <p:nvPr/>
          </p:nvSpPr>
          <p:spPr>
            <a:xfrm>
              <a:off x="5120777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7" name="pg1227"/>
            <p:cNvSpPr/>
            <p:nvPr/>
          </p:nvSpPr>
          <p:spPr>
            <a:xfrm>
              <a:off x="5132414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8" name="pg1228"/>
            <p:cNvSpPr/>
            <p:nvPr/>
          </p:nvSpPr>
          <p:spPr>
            <a:xfrm>
              <a:off x="5144051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9" name="pg1229"/>
            <p:cNvSpPr/>
            <p:nvPr/>
          </p:nvSpPr>
          <p:spPr>
            <a:xfrm>
              <a:off x="5155689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0" name="pg1230"/>
            <p:cNvSpPr/>
            <p:nvPr/>
          </p:nvSpPr>
          <p:spPr>
            <a:xfrm>
              <a:off x="5167326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1" name="pg1231"/>
            <p:cNvSpPr/>
            <p:nvPr/>
          </p:nvSpPr>
          <p:spPr>
            <a:xfrm>
              <a:off x="5178963" y="352294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2" name="pg1232"/>
            <p:cNvSpPr/>
            <p:nvPr/>
          </p:nvSpPr>
          <p:spPr>
            <a:xfrm>
              <a:off x="4899668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3" name="pg1233"/>
            <p:cNvSpPr/>
            <p:nvPr/>
          </p:nvSpPr>
          <p:spPr>
            <a:xfrm>
              <a:off x="491130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4" name="pg1234"/>
            <p:cNvSpPr/>
            <p:nvPr/>
          </p:nvSpPr>
          <p:spPr>
            <a:xfrm>
              <a:off x="4922942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5" name="pg1235"/>
            <p:cNvSpPr/>
            <p:nvPr/>
          </p:nvSpPr>
          <p:spPr>
            <a:xfrm>
              <a:off x="4934580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6" name="pg1236"/>
            <p:cNvSpPr/>
            <p:nvPr/>
          </p:nvSpPr>
          <p:spPr>
            <a:xfrm>
              <a:off x="494621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7" name="pg1237"/>
            <p:cNvSpPr/>
            <p:nvPr/>
          </p:nvSpPr>
          <p:spPr>
            <a:xfrm>
              <a:off x="4957854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8" name="pg1238"/>
            <p:cNvSpPr/>
            <p:nvPr/>
          </p:nvSpPr>
          <p:spPr>
            <a:xfrm>
              <a:off x="4969492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9" name="pg1239"/>
            <p:cNvSpPr/>
            <p:nvPr/>
          </p:nvSpPr>
          <p:spPr>
            <a:xfrm>
              <a:off x="498112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0" name="pg1240"/>
            <p:cNvSpPr/>
            <p:nvPr/>
          </p:nvSpPr>
          <p:spPr>
            <a:xfrm>
              <a:off x="4992766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1" name="pg1241"/>
            <p:cNvSpPr/>
            <p:nvPr/>
          </p:nvSpPr>
          <p:spPr>
            <a:xfrm>
              <a:off x="500440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2" name="pg1242"/>
            <p:cNvSpPr/>
            <p:nvPr/>
          </p:nvSpPr>
          <p:spPr>
            <a:xfrm>
              <a:off x="501604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3" name="pg1243"/>
            <p:cNvSpPr/>
            <p:nvPr/>
          </p:nvSpPr>
          <p:spPr>
            <a:xfrm>
              <a:off x="5027678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4" name="pg1244"/>
            <p:cNvSpPr/>
            <p:nvPr/>
          </p:nvSpPr>
          <p:spPr>
            <a:xfrm>
              <a:off x="503931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5" name="pg1245"/>
            <p:cNvSpPr/>
            <p:nvPr/>
          </p:nvSpPr>
          <p:spPr>
            <a:xfrm>
              <a:off x="5050953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6" name="pg1246"/>
            <p:cNvSpPr/>
            <p:nvPr/>
          </p:nvSpPr>
          <p:spPr>
            <a:xfrm>
              <a:off x="5062590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7" name="pg1247"/>
            <p:cNvSpPr/>
            <p:nvPr/>
          </p:nvSpPr>
          <p:spPr>
            <a:xfrm>
              <a:off x="507422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8" name="pg1248"/>
            <p:cNvSpPr/>
            <p:nvPr/>
          </p:nvSpPr>
          <p:spPr>
            <a:xfrm>
              <a:off x="5085865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9" name="pg1249"/>
            <p:cNvSpPr/>
            <p:nvPr/>
          </p:nvSpPr>
          <p:spPr>
            <a:xfrm>
              <a:off x="5097502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0" name="pg1250"/>
            <p:cNvSpPr/>
            <p:nvPr/>
          </p:nvSpPr>
          <p:spPr>
            <a:xfrm>
              <a:off x="510913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1" name="pg1251"/>
            <p:cNvSpPr/>
            <p:nvPr/>
          </p:nvSpPr>
          <p:spPr>
            <a:xfrm>
              <a:off x="5120777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2" name="pg1252"/>
            <p:cNvSpPr/>
            <p:nvPr/>
          </p:nvSpPr>
          <p:spPr>
            <a:xfrm>
              <a:off x="5132414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3" name="pg1253"/>
            <p:cNvSpPr/>
            <p:nvPr/>
          </p:nvSpPr>
          <p:spPr>
            <a:xfrm>
              <a:off x="5144051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4" name="pg1254"/>
            <p:cNvSpPr/>
            <p:nvPr/>
          </p:nvSpPr>
          <p:spPr>
            <a:xfrm>
              <a:off x="5155689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5" name="pg1255"/>
            <p:cNvSpPr/>
            <p:nvPr/>
          </p:nvSpPr>
          <p:spPr>
            <a:xfrm>
              <a:off x="5167326" y="35372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6" name="pg1256"/>
            <p:cNvSpPr/>
            <p:nvPr/>
          </p:nvSpPr>
          <p:spPr>
            <a:xfrm>
              <a:off x="4899668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7" name="pg1257"/>
            <p:cNvSpPr/>
            <p:nvPr/>
          </p:nvSpPr>
          <p:spPr>
            <a:xfrm>
              <a:off x="491130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8" name="pg1258"/>
            <p:cNvSpPr/>
            <p:nvPr/>
          </p:nvSpPr>
          <p:spPr>
            <a:xfrm>
              <a:off x="4922942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9" name="pg1259"/>
            <p:cNvSpPr/>
            <p:nvPr/>
          </p:nvSpPr>
          <p:spPr>
            <a:xfrm>
              <a:off x="4934580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0" name="pg1260"/>
            <p:cNvSpPr/>
            <p:nvPr/>
          </p:nvSpPr>
          <p:spPr>
            <a:xfrm>
              <a:off x="494621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1" name="pg1261"/>
            <p:cNvSpPr/>
            <p:nvPr/>
          </p:nvSpPr>
          <p:spPr>
            <a:xfrm>
              <a:off x="4957854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2" name="pg1262"/>
            <p:cNvSpPr/>
            <p:nvPr/>
          </p:nvSpPr>
          <p:spPr>
            <a:xfrm>
              <a:off x="4969492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3" name="pg1263"/>
            <p:cNvSpPr/>
            <p:nvPr/>
          </p:nvSpPr>
          <p:spPr>
            <a:xfrm>
              <a:off x="498112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4" name="pg1264"/>
            <p:cNvSpPr/>
            <p:nvPr/>
          </p:nvSpPr>
          <p:spPr>
            <a:xfrm>
              <a:off x="4992766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5" name="pg1265"/>
            <p:cNvSpPr/>
            <p:nvPr/>
          </p:nvSpPr>
          <p:spPr>
            <a:xfrm>
              <a:off x="500440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6" name="pg1266"/>
            <p:cNvSpPr/>
            <p:nvPr/>
          </p:nvSpPr>
          <p:spPr>
            <a:xfrm>
              <a:off x="5016041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7" name="pg1267"/>
            <p:cNvSpPr/>
            <p:nvPr/>
          </p:nvSpPr>
          <p:spPr>
            <a:xfrm>
              <a:off x="5027678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8" name="pg1268"/>
            <p:cNvSpPr/>
            <p:nvPr/>
          </p:nvSpPr>
          <p:spPr>
            <a:xfrm>
              <a:off x="503931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9" name="pg1269"/>
            <p:cNvSpPr/>
            <p:nvPr/>
          </p:nvSpPr>
          <p:spPr>
            <a:xfrm>
              <a:off x="5050953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0" name="pg1270"/>
            <p:cNvSpPr/>
            <p:nvPr/>
          </p:nvSpPr>
          <p:spPr>
            <a:xfrm>
              <a:off x="5062590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1" name="pg1271"/>
            <p:cNvSpPr/>
            <p:nvPr/>
          </p:nvSpPr>
          <p:spPr>
            <a:xfrm>
              <a:off x="507422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2" name="pg1272"/>
            <p:cNvSpPr/>
            <p:nvPr/>
          </p:nvSpPr>
          <p:spPr>
            <a:xfrm>
              <a:off x="5085865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3" name="pg1273"/>
            <p:cNvSpPr/>
            <p:nvPr/>
          </p:nvSpPr>
          <p:spPr>
            <a:xfrm>
              <a:off x="5097502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4" name="pg1274"/>
            <p:cNvSpPr/>
            <p:nvPr/>
          </p:nvSpPr>
          <p:spPr>
            <a:xfrm>
              <a:off x="510913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5" name="pg1275"/>
            <p:cNvSpPr/>
            <p:nvPr/>
          </p:nvSpPr>
          <p:spPr>
            <a:xfrm>
              <a:off x="5120777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6" name="pg1276"/>
            <p:cNvSpPr/>
            <p:nvPr/>
          </p:nvSpPr>
          <p:spPr>
            <a:xfrm>
              <a:off x="5132414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7" name="pg1277"/>
            <p:cNvSpPr/>
            <p:nvPr/>
          </p:nvSpPr>
          <p:spPr>
            <a:xfrm>
              <a:off x="5144051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8" name="pg1278"/>
            <p:cNvSpPr/>
            <p:nvPr/>
          </p:nvSpPr>
          <p:spPr>
            <a:xfrm>
              <a:off x="5155689" y="355154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9" name="pg1279"/>
            <p:cNvSpPr/>
            <p:nvPr/>
          </p:nvSpPr>
          <p:spPr>
            <a:xfrm>
              <a:off x="4864756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0" name="pg1280"/>
            <p:cNvSpPr/>
            <p:nvPr/>
          </p:nvSpPr>
          <p:spPr>
            <a:xfrm>
              <a:off x="487639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1" name="pg1281"/>
            <p:cNvSpPr/>
            <p:nvPr/>
          </p:nvSpPr>
          <p:spPr>
            <a:xfrm>
              <a:off x="4899668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2" name="pg1282"/>
            <p:cNvSpPr/>
            <p:nvPr/>
          </p:nvSpPr>
          <p:spPr>
            <a:xfrm>
              <a:off x="491130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3" name="pg1283"/>
            <p:cNvSpPr/>
            <p:nvPr/>
          </p:nvSpPr>
          <p:spPr>
            <a:xfrm>
              <a:off x="4922942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4" name="pg1284"/>
            <p:cNvSpPr/>
            <p:nvPr/>
          </p:nvSpPr>
          <p:spPr>
            <a:xfrm>
              <a:off x="4934580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5" name="pg1285"/>
            <p:cNvSpPr/>
            <p:nvPr/>
          </p:nvSpPr>
          <p:spPr>
            <a:xfrm>
              <a:off x="494621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6" name="pg1286"/>
            <p:cNvSpPr/>
            <p:nvPr/>
          </p:nvSpPr>
          <p:spPr>
            <a:xfrm>
              <a:off x="4957854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7" name="pg1287"/>
            <p:cNvSpPr/>
            <p:nvPr/>
          </p:nvSpPr>
          <p:spPr>
            <a:xfrm>
              <a:off x="4969492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8" name="pg1288"/>
            <p:cNvSpPr/>
            <p:nvPr/>
          </p:nvSpPr>
          <p:spPr>
            <a:xfrm>
              <a:off x="4981129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9" name="pg1289"/>
            <p:cNvSpPr/>
            <p:nvPr/>
          </p:nvSpPr>
          <p:spPr>
            <a:xfrm>
              <a:off x="5016041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0" name="pg1290"/>
            <p:cNvSpPr/>
            <p:nvPr/>
          </p:nvSpPr>
          <p:spPr>
            <a:xfrm>
              <a:off x="5027678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1" name="pg1291"/>
            <p:cNvSpPr/>
            <p:nvPr/>
          </p:nvSpPr>
          <p:spPr>
            <a:xfrm>
              <a:off x="503931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2" name="pg1292"/>
            <p:cNvSpPr/>
            <p:nvPr/>
          </p:nvSpPr>
          <p:spPr>
            <a:xfrm>
              <a:off x="5050953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3" name="pg1293"/>
            <p:cNvSpPr/>
            <p:nvPr/>
          </p:nvSpPr>
          <p:spPr>
            <a:xfrm>
              <a:off x="5062590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4" name="pg1294"/>
            <p:cNvSpPr/>
            <p:nvPr/>
          </p:nvSpPr>
          <p:spPr>
            <a:xfrm>
              <a:off x="507422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5" name="pg1295"/>
            <p:cNvSpPr/>
            <p:nvPr/>
          </p:nvSpPr>
          <p:spPr>
            <a:xfrm>
              <a:off x="5085865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6" name="pg1296"/>
            <p:cNvSpPr/>
            <p:nvPr/>
          </p:nvSpPr>
          <p:spPr>
            <a:xfrm>
              <a:off x="5097502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7" name="pg1297"/>
            <p:cNvSpPr/>
            <p:nvPr/>
          </p:nvSpPr>
          <p:spPr>
            <a:xfrm>
              <a:off x="5109139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8" name="pg1298"/>
            <p:cNvSpPr/>
            <p:nvPr/>
          </p:nvSpPr>
          <p:spPr>
            <a:xfrm>
              <a:off x="5120777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9" name="pg1299"/>
            <p:cNvSpPr/>
            <p:nvPr/>
          </p:nvSpPr>
          <p:spPr>
            <a:xfrm>
              <a:off x="5132414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0" name="pg1300"/>
            <p:cNvSpPr/>
            <p:nvPr/>
          </p:nvSpPr>
          <p:spPr>
            <a:xfrm>
              <a:off x="5144051" y="35658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1" name="pg1301"/>
            <p:cNvSpPr/>
            <p:nvPr/>
          </p:nvSpPr>
          <p:spPr>
            <a:xfrm>
              <a:off x="4853118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2" name="pg1302"/>
            <p:cNvSpPr/>
            <p:nvPr/>
          </p:nvSpPr>
          <p:spPr>
            <a:xfrm>
              <a:off x="4864756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3" name="pg1303"/>
            <p:cNvSpPr/>
            <p:nvPr/>
          </p:nvSpPr>
          <p:spPr>
            <a:xfrm>
              <a:off x="487639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4" name="pg1304"/>
            <p:cNvSpPr/>
            <p:nvPr/>
          </p:nvSpPr>
          <p:spPr>
            <a:xfrm>
              <a:off x="4888030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5" name="pg1305"/>
            <p:cNvSpPr/>
            <p:nvPr/>
          </p:nvSpPr>
          <p:spPr>
            <a:xfrm>
              <a:off x="4899668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6" name="pg1306"/>
            <p:cNvSpPr/>
            <p:nvPr/>
          </p:nvSpPr>
          <p:spPr>
            <a:xfrm>
              <a:off x="491130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7" name="pg1307"/>
            <p:cNvSpPr/>
            <p:nvPr/>
          </p:nvSpPr>
          <p:spPr>
            <a:xfrm>
              <a:off x="4922942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8" name="pg1308"/>
            <p:cNvSpPr/>
            <p:nvPr/>
          </p:nvSpPr>
          <p:spPr>
            <a:xfrm>
              <a:off x="4934580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9" name="pg1309"/>
            <p:cNvSpPr/>
            <p:nvPr/>
          </p:nvSpPr>
          <p:spPr>
            <a:xfrm>
              <a:off x="494621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0" name="pg1310"/>
            <p:cNvSpPr/>
            <p:nvPr/>
          </p:nvSpPr>
          <p:spPr>
            <a:xfrm>
              <a:off x="4957854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1" name="pg1311"/>
            <p:cNvSpPr/>
            <p:nvPr/>
          </p:nvSpPr>
          <p:spPr>
            <a:xfrm>
              <a:off x="4969492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2" name="pg1312"/>
            <p:cNvSpPr/>
            <p:nvPr/>
          </p:nvSpPr>
          <p:spPr>
            <a:xfrm>
              <a:off x="4981129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3" name="pg1313"/>
            <p:cNvSpPr/>
            <p:nvPr/>
          </p:nvSpPr>
          <p:spPr>
            <a:xfrm>
              <a:off x="5027678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4" name="pg1314"/>
            <p:cNvSpPr/>
            <p:nvPr/>
          </p:nvSpPr>
          <p:spPr>
            <a:xfrm>
              <a:off x="503931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5" name="pg1315"/>
            <p:cNvSpPr/>
            <p:nvPr/>
          </p:nvSpPr>
          <p:spPr>
            <a:xfrm>
              <a:off x="5050953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6" name="pg1316"/>
            <p:cNvSpPr/>
            <p:nvPr/>
          </p:nvSpPr>
          <p:spPr>
            <a:xfrm>
              <a:off x="5062590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7" name="pg1317"/>
            <p:cNvSpPr/>
            <p:nvPr/>
          </p:nvSpPr>
          <p:spPr>
            <a:xfrm>
              <a:off x="507422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8" name="pg1318"/>
            <p:cNvSpPr/>
            <p:nvPr/>
          </p:nvSpPr>
          <p:spPr>
            <a:xfrm>
              <a:off x="5085865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9" name="pg1319"/>
            <p:cNvSpPr/>
            <p:nvPr/>
          </p:nvSpPr>
          <p:spPr>
            <a:xfrm>
              <a:off x="5097502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0" name="pg1320"/>
            <p:cNvSpPr/>
            <p:nvPr/>
          </p:nvSpPr>
          <p:spPr>
            <a:xfrm>
              <a:off x="5109139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1" name="pg1321"/>
            <p:cNvSpPr/>
            <p:nvPr/>
          </p:nvSpPr>
          <p:spPr>
            <a:xfrm>
              <a:off x="5120777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2" name="pg1322"/>
            <p:cNvSpPr/>
            <p:nvPr/>
          </p:nvSpPr>
          <p:spPr>
            <a:xfrm>
              <a:off x="5132414" y="358014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3" name="pg1323"/>
            <p:cNvSpPr/>
            <p:nvPr/>
          </p:nvSpPr>
          <p:spPr>
            <a:xfrm>
              <a:off x="4841481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4" name="pg1324"/>
            <p:cNvSpPr/>
            <p:nvPr/>
          </p:nvSpPr>
          <p:spPr>
            <a:xfrm>
              <a:off x="4853118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5" name="pg1325"/>
            <p:cNvSpPr/>
            <p:nvPr/>
          </p:nvSpPr>
          <p:spPr>
            <a:xfrm>
              <a:off x="4864756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6" name="pg1326"/>
            <p:cNvSpPr/>
            <p:nvPr/>
          </p:nvSpPr>
          <p:spPr>
            <a:xfrm>
              <a:off x="487639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7" name="pg1327"/>
            <p:cNvSpPr/>
            <p:nvPr/>
          </p:nvSpPr>
          <p:spPr>
            <a:xfrm>
              <a:off x="4888030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8" name="pg1328"/>
            <p:cNvSpPr/>
            <p:nvPr/>
          </p:nvSpPr>
          <p:spPr>
            <a:xfrm>
              <a:off x="4899668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9" name="pg1329"/>
            <p:cNvSpPr/>
            <p:nvPr/>
          </p:nvSpPr>
          <p:spPr>
            <a:xfrm>
              <a:off x="491130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0" name="pg1330"/>
            <p:cNvSpPr/>
            <p:nvPr/>
          </p:nvSpPr>
          <p:spPr>
            <a:xfrm>
              <a:off x="4922942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1" name="pg1331"/>
            <p:cNvSpPr/>
            <p:nvPr/>
          </p:nvSpPr>
          <p:spPr>
            <a:xfrm>
              <a:off x="4934580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2" name="pg1332"/>
            <p:cNvSpPr/>
            <p:nvPr/>
          </p:nvSpPr>
          <p:spPr>
            <a:xfrm>
              <a:off x="494621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3" name="pg1333"/>
            <p:cNvSpPr/>
            <p:nvPr/>
          </p:nvSpPr>
          <p:spPr>
            <a:xfrm>
              <a:off x="4957854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4" name="pg1334"/>
            <p:cNvSpPr/>
            <p:nvPr/>
          </p:nvSpPr>
          <p:spPr>
            <a:xfrm>
              <a:off x="4969492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5" name="pg1335"/>
            <p:cNvSpPr/>
            <p:nvPr/>
          </p:nvSpPr>
          <p:spPr>
            <a:xfrm>
              <a:off x="4981129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6" name="pg1336"/>
            <p:cNvSpPr/>
            <p:nvPr/>
          </p:nvSpPr>
          <p:spPr>
            <a:xfrm>
              <a:off x="5027678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7" name="pg1337"/>
            <p:cNvSpPr/>
            <p:nvPr/>
          </p:nvSpPr>
          <p:spPr>
            <a:xfrm>
              <a:off x="503931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8" name="pg1338"/>
            <p:cNvSpPr/>
            <p:nvPr/>
          </p:nvSpPr>
          <p:spPr>
            <a:xfrm>
              <a:off x="5050953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9" name="pg1339"/>
            <p:cNvSpPr/>
            <p:nvPr/>
          </p:nvSpPr>
          <p:spPr>
            <a:xfrm>
              <a:off x="5062590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0" name="pg1340"/>
            <p:cNvSpPr/>
            <p:nvPr/>
          </p:nvSpPr>
          <p:spPr>
            <a:xfrm>
              <a:off x="507422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1" name="pg1341"/>
            <p:cNvSpPr/>
            <p:nvPr/>
          </p:nvSpPr>
          <p:spPr>
            <a:xfrm>
              <a:off x="5085865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2" name="pg1342"/>
            <p:cNvSpPr/>
            <p:nvPr/>
          </p:nvSpPr>
          <p:spPr>
            <a:xfrm>
              <a:off x="5097502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3" name="pg1343"/>
            <p:cNvSpPr/>
            <p:nvPr/>
          </p:nvSpPr>
          <p:spPr>
            <a:xfrm>
              <a:off x="5109139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4" name="pg1344"/>
            <p:cNvSpPr/>
            <p:nvPr/>
          </p:nvSpPr>
          <p:spPr>
            <a:xfrm>
              <a:off x="5120777" y="359444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5" name="pg1345"/>
            <p:cNvSpPr/>
            <p:nvPr/>
          </p:nvSpPr>
          <p:spPr>
            <a:xfrm>
              <a:off x="4829844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6" name="pg1346"/>
            <p:cNvSpPr/>
            <p:nvPr/>
          </p:nvSpPr>
          <p:spPr>
            <a:xfrm>
              <a:off x="4841481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7" name="pg1347"/>
            <p:cNvSpPr/>
            <p:nvPr/>
          </p:nvSpPr>
          <p:spPr>
            <a:xfrm>
              <a:off x="4853118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8" name="pg1348"/>
            <p:cNvSpPr/>
            <p:nvPr/>
          </p:nvSpPr>
          <p:spPr>
            <a:xfrm>
              <a:off x="4864756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9" name="pg1349"/>
            <p:cNvSpPr/>
            <p:nvPr/>
          </p:nvSpPr>
          <p:spPr>
            <a:xfrm>
              <a:off x="487639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0" name="pg1350"/>
            <p:cNvSpPr/>
            <p:nvPr/>
          </p:nvSpPr>
          <p:spPr>
            <a:xfrm>
              <a:off x="4888030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1" name="pg1351"/>
            <p:cNvSpPr/>
            <p:nvPr/>
          </p:nvSpPr>
          <p:spPr>
            <a:xfrm>
              <a:off x="4899668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2" name="pg1352"/>
            <p:cNvSpPr/>
            <p:nvPr/>
          </p:nvSpPr>
          <p:spPr>
            <a:xfrm>
              <a:off x="491130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3" name="pg1353"/>
            <p:cNvSpPr/>
            <p:nvPr/>
          </p:nvSpPr>
          <p:spPr>
            <a:xfrm>
              <a:off x="4922942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4" name="pg1354"/>
            <p:cNvSpPr/>
            <p:nvPr/>
          </p:nvSpPr>
          <p:spPr>
            <a:xfrm>
              <a:off x="4934580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5" name="pg1355"/>
            <p:cNvSpPr/>
            <p:nvPr/>
          </p:nvSpPr>
          <p:spPr>
            <a:xfrm>
              <a:off x="494621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6" name="pg1356"/>
            <p:cNvSpPr/>
            <p:nvPr/>
          </p:nvSpPr>
          <p:spPr>
            <a:xfrm>
              <a:off x="4957854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7" name="pg1357"/>
            <p:cNvSpPr/>
            <p:nvPr/>
          </p:nvSpPr>
          <p:spPr>
            <a:xfrm>
              <a:off x="4969492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8" name="pg1358"/>
            <p:cNvSpPr/>
            <p:nvPr/>
          </p:nvSpPr>
          <p:spPr>
            <a:xfrm>
              <a:off x="4981129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9" name="pg1359"/>
            <p:cNvSpPr/>
            <p:nvPr/>
          </p:nvSpPr>
          <p:spPr>
            <a:xfrm>
              <a:off x="4992766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0" name="pg1360"/>
            <p:cNvSpPr/>
            <p:nvPr/>
          </p:nvSpPr>
          <p:spPr>
            <a:xfrm>
              <a:off x="503931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1" name="pg1361"/>
            <p:cNvSpPr/>
            <p:nvPr/>
          </p:nvSpPr>
          <p:spPr>
            <a:xfrm>
              <a:off x="5050953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2" name="pg1362"/>
            <p:cNvSpPr/>
            <p:nvPr/>
          </p:nvSpPr>
          <p:spPr>
            <a:xfrm>
              <a:off x="5062590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3" name="pg1363"/>
            <p:cNvSpPr/>
            <p:nvPr/>
          </p:nvSpPr>
          <p:spPr>
            <a:xfrm>
              <a:off x="5074227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4" name="pg1364"/>
            <p:cNvSpPr/>
            <p:nvPr/>
          </p:nvSpPr>
          <p:spPr>
            <a:xfrm>
              <a:off x="5085865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5" name="pg1365"/>
            <p:cNvSpPr/>
            <p:nvPr/>
          </p:nvSpPr>
          <p:spPr>
            <a:xfrm>
              <a:off x="5097502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6" name="pg1366"/>
            <p:cNvSpPr/>
            <p:nvPr/>
          </p:nvSpPr>
          <p:spPr>
            <a:xfrm>
              <a:off x="5109139" y="36087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7" name="pg1367"/>
            <p:cNvSpPr/>
            <p:nvPr/>
          </p:nvSpPr>
          <p:spPr>
            <a:xfrm>
              <a:off x="4829844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8" name="pg1368"/>
            <p:cNvSpPr/>
            <p:nvPr/>
          </p:nvSpPr>
          <p:spPr>
            <a:xfrm>
              <a:off x="4841481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9" name="pg1369"/>
            <p:cNvSpPr/>
            <p:nvPr/>
          </p:nvSpPr>
          <p:spPr>
            <a:xfrm>
              <a:off x="4853118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0" name="pg1370"/>
            <p:cNvSpPr/>
            <p:nvPr/>
          </p:nvSpPr>
          <p:spPr>
            <a:xfrm>
              <a:off x="4864756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1" name="pg1371"/>
            <p:cNvSpPr/>
            <p:nvPr/>
          </p:nvSpPr>
          <p:spPr>
            <a:xfrm>
              <a:off x="487639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2" name="pg1372"/>
            <p:cNvSpPr/>
            <p:nvPr/>
          </p:nvSpPr>
          <p:spPr>
            <a:xfrm>
              <a:off x="4888030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3" name="pg1373"/>
            <p:cNvSpPr/>
            <p:nvPr/>
          </p:nvSpPr>
          <p:spPr>
            <a:xfrm>
              <a:off x="4899668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4" name="pg1374"/>
            <p:cNvSpPr/>
            <p:nvPr/>
          </p:nvSpPr>
          <p:spPr>
            <a:xfrm>
              <a:off x="491130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5" name="pg1375"/>
            <p:cNvSpPr/>
            <p:nvPr/>
          </p:nvSpPr>
          <p:spPr>
            <a:xfrm>
              <a:off x="4922942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6" name="pg1376"/>
            <p:cNvSpPr/>
            <p:nvPr/>
          </p:nvSpPr>
          <p:spPr>
            <a:xfrm>
              <a:off x="4934580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7" name="pg1377"/>
            <p:cNvSpPr/>
            <p:nvPr/>
          </p:nvSpPr>
          <p:spPr>
            <a:xfrm>
              <a:off x="494621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8" name="pg1378"/>
            <p:cNvSpPr/>
            <p:nvPr/>
          </p:nvSpPr>
          <p:spPr>
            <a:xfrm>
              <a:off x="4957854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9" name="pg1379"/>
            <p:cNvSpPr/>
            <p:nvPr/>
          </p:nvSpPr>
          <p:spPr>
            <a:xfrm>
              <a:off x="4969492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0" name="pg1380"/>
            <p:cNvSpPr/>
            <p:nvPr/>
          </p:nvSpPr>
          <p:spPr>
            <a:xfrm>
              <a:off x="4981129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1" name="pg1381"/>
            <p:cNvSpPr/>
            <p:nvPr/>
          </p:nvSpPr>
          <p:spPr>
            <a:xfrm>
              <a:off x="4992766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2" name="pg1382"/>
            <p:cNvSpPr/>
            <p:nvPr/>
          </p:nvSpPr>
          <p:spPr>
            <a:xfrm>
              <a:off x="503931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3" name="pg1383"/>
            <p:cNvSpPr/>
            <p:nvPr/>
          </p:nvSpPr>
          <p:spPr>
            <a:xfrm>
              <a:off x="5050953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4" name="pg1384"/>
            <p:cNvSpPr/>
            <p:nvPr/>
          </p:nvSpPr>
          <p:spPr>
            <a:xfrm>
              <a:off x="5062590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5" name="pg1385"/>
            <p:cNvSpPr/>
            <p:nvPr/>
          </p:nvSpPr>
          <p:spPr>
            <a:xfrm>
              <a:off x="5074227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6" name="pg1386"/>
            <p:cNvSpPr/>
            <p:nvPr/>
          </p:nvSpPr>
          <p:spPr>
            <a:xfrm>
              <a:off x="5085865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7" name="pg1387"/>
            <p:cNvSpPr/>
            <p:nvPr/>
          </p:nvSpPr>
          <p:spPr>
            <a:xfrm>
              <a:off x="5097502" y="362304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8" name="pg1388"/>
            <p:cNvSpPr/>
            <p:nvPr/>
          </p:nvSpPr>
          <p:spPr>
            <a:xfrm>
              <a:off x="4818206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9" name="pg1389"/>
            <p:cNvSpPr/>
            <p:nvPr/>
          </p:nvSpPr>
          <p:spPr>
            <a:xfrm>
              <a:off x="4829844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0" name="pg1390"/>
            <p:cNvSpPr/>
            <p:nvPr/>
          </p:nvSpPr>
          <p:spPr>
            <a:xfrm>
              <a:off x="4841481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1" name="pg1391"/>
            <p:cNvSpPr/>
            <p:nvPr/>
          </p:nvSpPr>
          <p:spPr>
            <a:xfrm>
              <a:off x="4853118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2" name="pg1392"/>
            <p:cNvSpPr/>
            <p:nvPr/>
          </p:nvSpPr>
          <p:spPr>
            <a:xfrm>
              <a:off x="4864756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3" name="pg1393"/>
            <p:cNvSpPr/>
            <p:nvPr/>
          </p:nvSpPr>
          <p:spPr>
            <a:xfrm>
              <a:off x="487639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A">
                <a:alpha val="100000"/>
              </a:srgbClr>
            </a:solidFill>
            <a:ln w="5420" cap="flat">
              <a:solidFill>
                <a:srgbClr val="3C4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4" name="pg1394"/>
            <p:cNvSpPr/>
            <p:nvPr/>
          </p:nvSpPr>
          <p:spPr>
            <a:xfrm>
              <a:off x="4888030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5" name="pg1395"/>
            <p:cNvSpPr/>
            <p:nvPr/>
          </p:nvSpPr>
          <p:spPr>
            <a:xfrm>
              <a:off x="4899668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6" name="pg1396"/>
            <p:cNvSpPr/>
            <p:nvPr/>
          </p:nvSpPr>
          <p:spPr>
            <a:xfrm>
              <a:off x="491130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7" name="pg1397"/>
            <p:cNvSpPr/>
            <p:nvPr/>
          </p:nvSpPr>
          <p:spPr>
            <a:xfrm>
              <a:off x="4922942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8" name="pg1398"/>
            <p:cNvSpPr/>
            <p:nvPr/>
          </p:nvSpPr>
          <p:spPr>
            <a:xfrm>
              <a:off x="4934580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9" name="pg1399"/>
            <p:cNvSpPr/>
            <p:nvPr/>
          </p:nvSpPr>
          <p:spPr>
            <a:xfrm>
              <a:off x="494621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0" name="pg1400"/>
            <p:cNvSpPr/>
            <p:nvPr/>
          </p:nvSpPr>
          <p:spPr>
            <a:xfrm>
              <a:off x="4957854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1" name="pg1401"/>
            <p:cNvSpPr/>
            <p:nvPr/>
          </p:nvSpPr>
          <p:spPr>
            <a:xfrm>
              <a:off x="4969492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2" name="pg1402"/>
            <p:cNvSpPr/>
            <p:nvPr/>
          </p:nvSpPr>
          <p:spPr>
            <a:xfrm>
              <a:off x="4981129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3" name="pg1403"/>
            <p:cNvSpPr/>
            <p:nvPr/>
          </p:nvSpPr>
          <p:spPr>
            <a:xfrm>
              <a:off x="4992766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4" name="pg1404"/>
            <p:cNvSpPr/>
            <p:nvPr/>
          </p:nvSpPr>
          <p:spPr>
            <a:xfrm>
              <a:off x="500440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5" name="pg1405"/>
            <p:cNvSpPr/>
            <p:nvPr/>
          </p:nvSpPr>
          <p:spPr>
            <a:xfrm>
              <a:off x="503931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6" name="pg1406"/>
            <p:cNvSpPr/>
            <p:nvPr/>
          </p:nvSpPr>
          <p:spPr>
            <a:xfrm>
              <a:off x="5050953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7" name="pg1407"/>
            <p:cNvSpPr/>
            <p:nvPr/>
          </p:nvSpPr>
          <p:spPr>
            <a:xfrm>
              <a:off x="5062590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8" name="pg1408"/>
            <p:cNvSpPr/>
            <p:nvPr/>
          </p:nvSpPr>
          <p:spPr>
            <a:xfrm>
              <a:off x="5074227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9" name="pg1409"/>
            <p:cNvSpPr/>
            <p:nvPr/>
          </p:nvSpPr>
          <p:spPr>
            <a:xfrm>
              <a:off x="5085865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0" name="pg1410"/>
            <p:cNvSpPr/>
            <p:nvPr/>
          </p:nvSpPr>
          <p:spPr>
            <a:xfrm>
              <a:off x="5097502" y="36373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1" name="pg1411"/>
            <p:cNvSpPr/>
            <p:nvPr/>
          </p:nvSpPr>
          <p:spPr>
            <a:xfrm>
              <a:off x="4818206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2" name="pg1412"/>
            <p:cNvSpPr/>
            <p:nvPr/>
          </p:nvSpPr>
          <p:spPr>
            <a:xfrm>
              <a:off x="4829844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3" name="pg1413"/>
            <p:cNvSpPr/>
            <p:nvPr/>
          </p:nvSpPr>
          <p:spPr>
            <a:xfrm>
              <a:off x="484148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4" name="pg1414"/>
            <p:cNvSpPr/>
            <p:nvPr/>
          </p:nvSpPr>
          <p:spPr>
            <a:xfrm>
              <a:off x="4853118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5" name="pg1415"/>
            <p:cNvSpPr/>
            <p:nvPr/>
          </p:nvSpPr>
          <p:spPr>
            <a:xfrm>
              <a:off x="4864756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6" name="pg1416"/>
            <p:cNvSpPr/>
            <p:nvPr/>
          </p:nvSpPr>
          <p:spPr>
            <a:xfrm>
              <a:off x="487639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7" name="pg1417"/>
            <p:cNvSpPr/>
            <p:nvPr/>
          </p:nvSpPr>
          <p:spPr>
            <a:xfrm>
              <a:off x="4888030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8" name="pg1418"/>
            <p:cNvSpPr/>
            <p:nvPr/>
          </p:nvSpPr>
          <p:spPr>
            <a:xfrm>
              <a:off x="4899668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9" name="pg1419"/>
            <p:cNvSpPr/>
            <p:nvPr/>
          </p:nvSpPr>
          <p:spPr>
            <a:xfrm>
              <a:off x="491130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0" name="pg1420"/>
            <p:cNvSpPr/>
            <p:nvPr/>
          </p:nvSpPr>
          <p:spPr>
            <a:xfrm>
              <a:off x="4922942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1" name="pg1421"/>
            <p:cNvSpPr/>
            <p:nvPr/>
          </p:nvSpPr>
          <p:spPr>
            <a:xfrm>
              <a:off x="4934580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2" name="pg1422"/>
            <p:cNvSpPr/>
            <p:nvPr/>
          </p:nvSpPr>
          <p:spPr>
            <a:xfrm>
              <a:off x="494621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3" name="pg1423"/>
            <p:cNvSpPr/>
            <p:nvPr/>
          </p:nvSpPr>
          <p:spPr>
            <a:xfrm>
              <a:off x="4957854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4" name="pg1424"/>
            <p:cNvSpPr/>
            <p:nvPr/>
          </p:nvSpPr>
          <p:spPr>
            <a:xfrm>
              <a:off x="4969492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5" name="pg1425"/>
            <p:cNvSpPr/>
            <p:nvPr/>
          </p:nvSpPr>
          <p:spPr>
            <a:xfrm>
              <a:off x="4981129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6" name="pg1426"/>
            <p:cNvSpPr/>
            <p:nvPr/>
          </p:nvSpPr>
          <p:spPr>
            <a:xfrm>
              <a:off x="4992766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7" name="pg1427"/>
            <p:cNvSpPr/>
            <p:nvPr/>
          </p:nvSpPr>
          <p:spPr>
            <a:xfrm>
              <a:off x="500440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8" name="pg1428"/>
            <p:cNvSpPr/>
            <p:nvPr/>
          </p:nvSpPr>
          <p:spPr>
            <a:xfrm>
              <a:off x="5016041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9" name="pg1429"/>
            <p:cNvSpPr/>
            <p:nvPr/>
          </p:nvSpPr>
          <p:spPr>
            <a:xfrm>
              <a:off x="5050953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0" name="pg1430"/>
            <p:cNvSpPr/>
            <p:nvPr/>
          </p:nvSpPr>
          <p:spPr>
            <a:xfrm>
              <a:off x="5062590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1" name="pg1431"/>
            <p:cNvSpPr/>
            <p:nvPr/>
          </p:nvSpPr>
          <p:spPr>
            <a:xfrm>
              <a:off x="5074227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2" name="pg1432"/>
            <p:cNvSpPr/>
            <p:nvPr/>
          </p:nvSpPr>
          <p:spPr>
            <a:xfrm>
              <a:off x="5085865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3" name="pg1433"/>
            <p:cNvSpPr/>
            <p:nvPr/>
          </p:nvSpPr>
          <p:spPr>
            <a:xfrm>
              <a:off x="5097502" y="365165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4" name="pg1434"/>
            <p:cNvSpPr/>
            <p:nvPr/>
          </p:nvSpPr>
          <p:spPr>
            <a:xfrm>
              <a:off x="4818206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5" name="pg1435"/>
            <p:cNvSpPr/>
            <p:nvPr/>
          </p:nvSpPr>
          <p:spPr>
            <a:xfrm>
              <a:off x="4829844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6" name="pg1436"/>
            <p:cNvSpPr/>
            <p:nvPr/>
          </p:nvSpPr>
          <p:spPr>
            <a:xfrm>
              <a:off x="484148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7" name="pg1437"/>
            <p:cNvSpPr/>
            <p:nvPr/>
          </p:nvSpPr>
          <p:spPr>
            <a:xfrm>
              <a:off x="4853118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8" name="pg1438"/>
            <p:cNvSpPr/>
            <p:nvPr/>
          </p:nvSpPr>
          <p:spPr>
            <a:xfrm>
              <a:off x="4864756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9" name="pg1439"/>
            <p:cNvSpPr/>
            <p:nvPr/>
          </p:nvSpPr>
          <p:spPr>
            <a:xfrm>
              <a:off x="487639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0" name="pg1440"/>
            <p:cNvSpPr/>
            <p:nvPr/>
          </p:nvSpPr>
          <p:spPr>
            <a:xfrm>
              <a:off x="4888030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1" name="pg1441"/>
            <p:cNvSpPr/>
            <p:nvPr/>
          </p:nvSpPr>
          <p:spPr>
            <a:xfrm>
              <a:off x="4899668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2" name="pg1442"/>
            <p:cNvSpPr/>
            <p:nvPr/>
          </p:nvSpPr>
          <p:spPr>
            <a:xfrm>
              <a:off x="491130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3" name="pg1443"/>
            <p:cNvSpPr/>
            <p:nvPr/>
          </p:nvSpPr>
          <p:spPr>
            <a:xfrm>
              <a:off x="4922942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4" name="pg1444"/>
            <p:cNvSpPr/>
            <p:nvPr/>
          </p:nvSpPr>
          <p:spPr>
            <a:xfrm>
              <a:off x="4934580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5" name="pg1445"/>
            <p:cNvSpPr/>
            <p:nvPr/>
          </p:nvSpPr>
          <p:spPr>
            <a:xfrm>
              <a:off x="494621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6" name="pg1446"/>
            <p:cNvSpPr/>
            <p:nvPr/>
          </p:nvSpPr>
          <p:spPr>
            <a:xfrm>
              <a:off x="4957854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7" name="pg1447"/>
            <p:cNvSpPr/>
            <p:nvPr/>
          </p:nvSpPr>
          <p:spPr>
            <a:xfrm>
              <a:off x="4969492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8" name="pg1448"/>
            <p:cNvSpPr/>
            <p:nvPr/>
          </p:nvSpPr>
          <p:spPr>
            <a:xfrm>
              <a:off x="4981129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9" name="pg1449"/>
            <p:cNvSpPr/>
            <p:nvPr/>
          </p:nvSpPr>
          <p:spPr>
            <a:xfrm>
              <a:off x="4992766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0" name="pg1450"/>
            <p:cNvSpPr/>
            <p:nvPr/>
          </p:nvSpPr>
          <p:spPr>
            <a:xfrm>
              <a:off x="500440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1" name="pg1451"/>
            <p:cNvSpPr/>
            <p:nvPr/>
          </p:nvSpPr>
          <p:spPr>
            <a:xfrm>
              <a:off x="5016041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2" name="pg1452"/>
            <p:cNvSpPr/>
            <p:nvPr/>
          </p:nvSpPr>
          <p:spPr>
            <a:xfrm>
              <a:off x="503931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3" name="pg1453"/>
            <p:cNvSpPr/>
            <p:nvPr/>
          </p:nvSpPr>
          <p:spPr>
            <a:xfrm>
              <a:off x="5050953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4" name="pg1454"/>
            <p:cNvSpPr/>
            <p:nvPr/>
          </p:nvSpPr>
          <p:spPr>
            <a:xfrm>
              <a:off x="5062590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5" name="pg1455"/>
            <p:cNvSpPr/>
            <p:nvPr/>
          </p:nvSpPr>
          <p:spPr>
            <a:xfrm>
              <a:off x="5074227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6" name="pg1456"/>
            <p:cNvSpPr/>
            <p:nvPr/>
          </p:nvSpPr>
          <p:spPr>
            <a:xfrm>
              <a:off x="5085865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7" name="pg1457"/>
            <p:cNvSpPr/>
            <p:nvPr/>
          </p:nvSpPr>
          <p:spPr>
            <a:xfrm>
              <a:off x="5097502" y="366595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8" name="pg1458"/>
            <p:cNvSpPr/>
            <p:nvPr/>
          </p:nvSpPr>
          <p:spPr>
            <a:xfrm>
              <a:off x="4829844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9" name="pg1459"/>
            <p:cNvSpPr/>
            <p:nvPr/>
          </p:nvSpPr>
          <p:spPr>
            <a:xfrm>
              <a:off x="484148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0" name="pg1460"/>
            <p:cNvSpPr/>
            <p:nvPr/>
          </p:nvSpPr>
          <p:spPr>
            <a:xfrm>
              <a:off x="4853118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1" name="pg1461"/>
            <p:cNvSpPr/>
            <p:nvPr/>
          </p:nvSpPr>
          <p:spPr>
            <a:xfrm>
              <a:off x="4864756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2" name="pg1462"/>
            <p:cNvSpPr/>
            <p:nvPr/>
          </p:nvSpPr>
          <p:spPr>
            <a:xfrm>
              <a:off x="487639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3" name="pg1463"/>
            <p:cNvSpPr/>
            <p:nvPr/>
          </p:nvSpPr>
          <p:spPr>
            <a:xfrm>
              <a:off x="4888030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4" name="pg1464"/>
            <p:cNvSpPr/>
            <p:nvPr/>
          </p:nvSpPr>
          <p:spPr>
            <a:xfrm>
              <a:off x="4899668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5" name="pg1465"/>
            <p:cNvSpPr/>
            <p:nvPr/>
          </p:nvSpPr>
          <p:spPr>
            <a:xfrm>
              <a:off x="491130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6" name="pg1466"/>
            <p:cNvSpPr/>
            <p:nvPr/>
          </p:nvSpPr>
          <p:spPr>
            <a:xfrm>
              <a:off x="4922942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7" name="pg1467"/>
            <p:cNvSpPr/>
            <p:nvPr/>
          </p:nvSpPr>
          <p:spPr>
            <a:xfrm>
              <a:off x="4934580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8" name="pg1468"/>
            <p:cNvSpPr/>
            <p:nvPr/>
          </p:nvSpPr>
          <p:spPr>
            <a:xfrm>
              <a:off x="494621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9" name="pg1469"/>
            <p:cNvSpPr/>
            <p:nvPr/>
          </p:nvSpPr>
          <p:spPr>
            <a:xfrm>
              <a:off x="4957854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0" name="pg1470"/>
            <p:cNvSpPr/>
            <p:nvPr/>
          </p:nvSpPr>
          <p:spPr>
            <a:xfrm>
              <a:off x="4969492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1" name="pg1471"/>
            <p:cNvSpPr/>
            <p:nvPr/>
          </p:nvSpPr>
          <p:spPr>
            <a:xfrm>
              <a:off x="4981129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2" name="pg1472"/>
            <p:cNvSpPr/>
            <p:nvPr/>
          </p:nvSpPr>
          <p:spPr>
            <a:xfrm>
              <a:off x="4992766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3" name="pg1473"/>
            <p:cNvSpPr/>
            <p:nvPr/>
          </p:nvSpPr>
          <p:spPr>
            <a:xfrm>
              <a:off x="500440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4" name="pg1474"/>
            <p:cNvSpPr/>
            <p:nvPr/>
          </p:nvSpPr>
          <p:spPr>
            <a:xfrm>
              <a:off x="5016041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5" name="pg1475"/>
            <p:cNvSpPr/>
            <p:nvPr/>
          </p:nvSpPr>
          <p:spPr>
            <a:xfrm>
              <a:off x="5027678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6" name="pg1476"/>
            <p:cNvSpPr/>
            <p:nvPr/>
          </p:nvSpPr>
          <p:spPr>
            <a:xfrm>
              <a:off x="503931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7" name="pg1477"/>
            <p:cNvSpPr/>
            <p:nvPr/>
          </p:nvSpPr>
          <p:spPr>
            <a:xfrm>
              <a:off x="5050953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8" name="pg1478"/>
            <p:cNvSpPr/>
            <p:nvPr/>
          </p:nvSpPr>
          <p:spPr>
            <a:xfrm>
              <a:off x="5062590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9" name="pg1479"/>
            <p:cNvSpPr/>
            <p:nvPr/>
          </p:nvSpPr>
          <p:spPr>
            <a:xfrm>
              <a:off x="5074227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0" name="pg1480"/>
            <p:cNvSpPr/>
            <p:nvPr/>
          </p:nvSpPr>
          <p:spPr>
            <a:xfrm>
              <a:off x="5085865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1" name="pg1481"/>
            <p:cNvSpPr/>
            <p:nvPr/>
          </p:nvSpPr>
          <p:spPr>
            <a:xfrm>
              <a:off x="5097502" y="36802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2" name="pg1482"/>
            <p:cNvSpPr/>
            <p:nvPr/>
          </p:nvSpPr>
          <p:spPr>
            <a:xfrm>
              <a:off x="484148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3" name="pg1483"/>
            <p:cNvSpPr/>
            <p:nvPr/>
          </p:nvSpPr>
          <p:spPr>
            <a:xfrm>
              <a:off x="4853118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4" name="pg1484"/>
            <p:cNvSpPr/>
            <p:nvPr/>
          </p:nvSpPr>
          <p:spPr>
            <a:xfrm>
              <a:off x="4864756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5" name="pg1485"/>
            <p:cNvSpPr/>
            <p:nvPr/>
          </p:nvSpPr>
          <p:spPr>
            <a:xfrm>
              <a:off x="487639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6" name="pg1486"/>
            <p:cNvSpPr/>
            <p:nvPr/>
          </p:nvSpPr>
          <p:spPr>
            <a:xfrm>
              <a:off x="4888030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7" name="pg1487"/>
            <p:cNvSpPr/>
            <p:nvPr/>
          </p:nvSpPr>
          <p:spPr>
            <a:xfrm>
              <a:off x="4899668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8" name="pg1488"/>
            <p:cNvSpPr/>
            <p:nvPr/>
          </p:nvSpPr>
          <p:spPr>
            <a:xfrm>
              <a:off x="491130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9" name="pg1489"/>
            <p:cNvSpPr/>
            <p:nvPr/>
          </p:nvSpPr>
          <p:spPr>
            <a:xfrm>
              <a:off x="4922942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0" name="pg1490"/>
            <p:cNvSpPr/>
            <p:nvPr/>
          </p:nvSpPr>
          <p:spPr>
            <a:xfrm>
              <a:off x="4934580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1" name="pg1491"/>
            <p:cNvSpPr/>
            <p:nvPr/>
          </p:nvSpPr>
          <p:spPr>
            <a:xfrm>
              <a:off x="4946217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2" name="pg1492"/>
            <p:cNvSpPr/>
            <p:nvPr/>
          </p:nvSpPr>
          <p:spPr>
            <a:xfrm>
              <a:off x="4957854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3" name="pg1493"/>
            <p:cNvSpPr/>
            <p:nvPr/>
          </p:nvSpPr>
          <p:spPr>
            <a:xfrm>
              <a:off x="4969492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4" name="pg1494"/>
            <p:cNvSpPr/>
            <p:nvPr/>
          </p:nvSpPr>
          <p:spPr>
            <a:xfrm>
              <a:off x="4981129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5" name="pg1495"/>
            <p:cNvSpPr/>
            <p:nvPr/>
          </p:nvSpPr>
          <p:spPr>
            <a:xfrm>
              <a:off x="4992766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6" name="pg1496"/>
            <p:cNvSpPr/>
            <p:nvPr/>
          </p:nvSpPr>
          <p:spPr>
            <a:xfrm>
              <a:off x="500440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7" name="pg1497"/>
            <p:cNvSpPr/>
            <p:nvPr/>
          </p:nvSpPr>
          <p:spPr>
            <a:xfrm>
              <a:off x="5016041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8" name="pg1498"/>
            <p:cNvSpPr/>
            <p:nvPr/>
          </p:nvSpPr>
          <p:spPr>
            <a:xfrm>
              <a:off x="5027678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9" name="pg1499"/>
            <p:cNvSpPr/>
            <p:nvPr/>
          </p:nvSpPr>
          <p:spPr>
            <a:xfrm>
              <a:off x="503931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0" name="pg1500"/>
            <p:cNvSpPr/>
            <p:nvPr/>
          </p:nvSpPr>
          <p:spPr>
            <a:xfrm>
              <a:off x="5050953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1" name="pg1501"/>
            <p:cNvSpPr/>
            <p:nvPr/>
          </p:nvSpPr>
          <p:spPr>
            <a:xfrm>
              <a:off x="5062590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2" name="pg1502"/>
            <p:cNvSpPr/>
            <p:nvPr/>
          </p:nvSpPr>
          <p:spPr>
            <a:xfrm>
              <a:off x="5074227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3" name="pg1503"/>
            <p:cNvSpPr/>
            <p:nvPr/>
          </p:nvSpPr>
          <p:spPr>
            <a:xfrm>
              <a:off x="5085865" y="369455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4" name="pg1504"/>
            <p:cNvSpPr/>
            <p:nvPr/>
          </p:nvSpPr>
          <p:spPr>
            <a:xfrm>
              <a:off x="484148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5" name="pg1505"/>
            <p:cNvSpPr/>
            <p:nvPr/>
          </p:nvSpPr>
          <p:spPr>
            <a:xfrm>
              <a:off x="4853118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6" name="pg1506"/>
            <p:cNvSpPr/>
            <p:nvPr/>
          </p:nvSpPr>
          <p:spPr>
            <a:xfrm>
              <a:off x="4864756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7" name="pg1507"/>
            <p:cNvSpPr/>
            <p:nvPr/>
          </p:nvSpPr>
          <p:spPr>
            <a:xfrm>
              <a:off x="487639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8" name="pg1508"/>
            <p:cNvSpPr/>
            <p:nvPr/>
          </p:nvSpPr>
          <p:spPr>
            <a:xfrm>
              <a:off x="4888030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9" name="pg1509"/>
            <p:cNvSpPr/>
            <p:nvPr/>
          </p:nvSpPr>
          <p:spPr>
            <a:xfrm>
              <a:off x="4899668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0" name="pg1510"/>
            <p:cNvSpPr/>
            <p:nvPr/>
          </p:nvSpPr>
          <p:spPr>
            <a:xfrm>
              <a:off x="491130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1" name="pg1511"/>
            <p:cNvSpPr/>
            <p:nvPr/>
          </p:nvSpPr>
          <p:spPr>
            <a:xfrm>
              <a:off x="4922942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2" name="pg1512"/>
            <p:cNvSpPr/>
            <p:nvPr/>
          </p:nvSpPr>
          <p:spPr>
            <a:xfrm>
              <a:off x="4934580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3" name="pg1513"/>
            <p:cNvSpPr/>
            <p:nvPr/>
          </p:nvSpPr>
          <p:spPr>
            <a:xfrm>
              <a:off x="4946217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4" name="pg1514"/>
            <p:cNvSpPr/>
            <p:nvPr/>
          </p:nvSpPr>
          <p:spPr>
            <a:xfrm>
              <a:off x="4957854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5" name="pg1515"/>
            <p:cNvSpPr/>
            <p:nvPr/>
          </p:nvSpPr>
          <p:spPr>
            <a:xfrm>
              <a:off x="4969492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6" name="pg1516"/>
            <p:cNvSpPr/>
            <p:nvPr/>
          </p:nvSpPr>
          <p:spPr>
            <a:xfrm>
              <a:off x="4981129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7" name="pg1517"/>
            <p:cNvSpPr/>
            <p:nvPr/>
          </p:nvSpPr>
          <p:spPr>
            <a:xfrm>
              <a:off x="4992766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8" name="pg1518"/>
            <p:cNvSpPr/>
            <p:nvPr/>
          </p:nvSpPr>
          <p:spPr>
            <a:xfrm>
              <a:off x="500440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9" name="pg1519"/>
            <p:cNvSpPr/>
            <p:nvPr/>
          </p:nvSpPr>
          <p:spPr>
            <a:xfrm>
              <a:off x="5016041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0" name="pg1520"/>
            <p:cNvSpPr/>
            <p:nvPr/>
          </p:nvSpPr>
          <p:spPr>
            <a:xfrm>
              <a:off x="5027678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1" name="pg1521"/>
            <p:cNvSpPr/>
            <p:nvPr/>
          </p:nvSpPr>
          <p:spPr>
            <a:xfrm>
              <a:off x="5039315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2" name="pg1522"/>
            <p:cNvSpPr/>
            <p:nvPr/>
          </p:nvSpPr>
          <p:spPr>
            <a:xfrm>
              <a:off x="5050953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3" name="pg1523"/>
            <p:cNvSpPr/>
            <p:nvPr/>
          </p:nvSpPr>
          <p:spPr>
            <a:xfrm>
              <a:off x="5062590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4" name="pg1524"/>
            <p:cNvSpPr/>
            <p:nvPr/>
          </p:nvSpPr>
          <p:spPr>
            <a:xfrm>
              <a:off x="5074227" y="370885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5" name="pg1525"/>
            <p:cNvSpPr/>
            <p:nvPr/>
          </p:nvSpPr>
          <p:spPr>
            <a:xfrm>
              <a:off x="4864756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6" name="pg1526"/>
            <p:cNvSpPr/>
            <p:nvPr/>
          </p:nvSpPr>
          <p:spPr>
            <a:xfrm>
              <a:off x="4876393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7" name="pg1527"/>
            <p:cNvSpPr/>
            <p:nvPr/>
          </p:nvSpPr>
          <p:spPr>
            <a:xfrm>
              <a:off x="4888030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8" name="pg1528"/>
            <p:cNvSpPr/>
            <p:nvPr/>
          </p:nvSpPr>
          <p:spPr>
            <a:xfrm>
              <a:off x="4899668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9" name="pg1529"/>
            <p:cNvSpPr/>
            <p:nvPr/>
          </p:nvSpPr>
          <p:spPr>
            <a:xfrm>
              <a:off x="491130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0" name="pg1530"/>
            <p:cNvSpPr/>
            <p:nvPr/>
          </p:nvSpPr>
          <p:spPr>
            <a:xfrm>
              <a:off x="4922942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1" name="pg1531"/>
            <p:cNvSpPr/>
            <p:nvPr/>
          </p:nvSpPr>
          <p:spPr>
            <a:xfrm>
              <a:off x="4934580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2" name="pg1532"/>
            <p:cNvSpPr/>
            <p:nvPr/>
          </p:nvSpPr>
          <p:spPr>
            <a:xfrm>
              <a:off x="4946217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3" name="pg1533"/>
            <p:cNvSpPr/>
            <p:nvPr/>
          </p:nvSpPr>
          <p:spPr>
            <a:xfrm>
              <a:off x="4957854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4" name="pg1534"/>
            <p:cNvSpPr/>
            <p:nvPr/>
          </p:nvSpPr>
          <p:spPr>
            <a:xfrm>
              <a:off x="4969492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5" name="pg1535"/>
            <p:cNvSpPr/>
            <p:nvPr/>
          </p:nvSpPr>
          <p:spPr>
            <a:xfrm>
              <a:off x="4981129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6" name="pg1536"/>
            <p:cNvSpPr/>
            <p:nvPr/>
          </p:nvSpPr>
          <p:spPr>
            <a:xfrm>
              <a:off x="4992766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7" name="pg1537"/>
            <p:cNvSpPr/>
            <p:nvPr/>
          </p:nvSpPr>
          <p:spPr>
            <a:xfrm>
              <a:off x="5004403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8" name="pg1538"/>
            <p:cNvSpPr/>
            <p:nvPr/>
          </p:nvSpPr>
          <p:spPr>
            <a:xfrm>
              <a:off x="5016041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9" name="pg1539"/>
            <p:cNvSpPr/>
            <p:nvPr/>
          </p:nvSpPr>
          <p:spPr>
            <a:xfrm>
              <a:off x="5027678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0" name="pg1540"/>
            <p:cNvSpPr/>
            <p:nvPr/>
          </p:nvSpPr>
          <p:spPr>
            <a:xfrm>
              <a:off x="5039315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1" name="pg1541"/>
            <p:cNvSpPr/>
            <p:nvPr/>
          </p:nvSpPr>
          <p:spPr>
            <a:xfrm>
              <a:off x="5050953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2" name="pg1542"/>
            <p:cNvSpPr/>
            <p:nvPr/>
          </p:nvSpPr>
          <p:spPr>
            <a:xfrm>
              <a:off x="5062590" y="37231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3" name="pg1543"/>
            <p:cNvSpPr/>
            <p:nvPr/>
          </p:nvSpPr>
          <p:spPr>
            <a:xfrm>
              <a:off x="4876393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4" name="pg1544"/>
            <p:cNvSpPr/>
            <p:nvPr/>
          </p:nvSpPr>
          <p:spPr>
            <a:xfrm>
              <a:off x="4888030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5" name="pg1545"/>
            <p:cNvSpPr/>
            <p:nvPr/>
          </p:nvSpPr>
          <p:spPr>
            <a:xfrm>
              <a:off x="4899668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6" name="pg1546"/>
            <p:cNvSpPr/>
            <p:nvPr/>
          </p:nvSpPr>
          <p:spPr>
            <a:xfrm>
              <a:off x="4911305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7" name="pg1547"/>
            <p:cNvSpPr/>
            <p:nvPr/>
          </p:nvSpPr>
          <p:spPr>
            <a:xfrm>
              <a:off x="4922942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8" name="pg1548"/>
            <p:cNvSpPr/>
            <p:nvPr/>
          </p:nvSpPr>
          <p:spPr>
            <a:xfrm>
              <a:off x="4934580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9" name="pg1549"/>
            <p:cNvSpPr/>
            <p:nvPr/>
          </p:nvSpPr>
          <p:spPr>
            <a:xfrm>
              <a:off x="4946217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0" name="pg1550"/>
            <p:cNvSpPr/>
            <p:nvPr/>
          </p:nvSpPr>
          <p:spPr>
            <a:xfrm>
              <a:off x="4957854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1" name="pg1551"/>
            <p:cNvSpPr/>
            <p:nvPr/>
          </p:nvSpPr>
          <p:spPr>
            <a:xfrm>
              <a:off x="4969492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2" name="pg1552"/>
            <p:cNvSpPr/>
            <p:nvPr/>
          </p:nvSpPr>
          <p:spPr>
            <a:xfrm>
              <a:off x="4981129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3" name="pg1553"/>
            <p:cNvSpPr/>
            <p:nvPr/>
          </p:nvSpPr>
          <p:spPr>
            <a:xfrm>
              <a:off x="4992766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4" name="pg1554"/>
            <p:cNvSpPr/>
            <p:nvPr/>
          </p:nvSpPr>
          <p:spPr>
            <a:xfrm>
              <a:off x="5004403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5" name="pg1555"/>
            <p:cNvSpPr/>
            <p:nvPr/>
          </p:nvSpPr>
          <p:spPr>
            <a:xfrm>
              <a:off x="5016041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6" name="pg1556"/>
            <p:cNvSpPr/>
            <p:nvPr/>
          </p:nvSpPr>
          <p:spPr>
            <a:xfrm>
              <a:off x="5027678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7" name="pg1557"/>
            <p:cNvSpPr/>
            <p:nvPr/>
          </p:nvSpPr>
          <p:spPr>
            <a:xfrm>
              <a:off x="5039315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8" name="pg1558"/>
            <p:cNvSpPr/>
            <p:nvPr/>
          </p:nvSpPr>
          <p:spPr>
            <a:xfrm>
              <a:off x="5050953" y="373745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9" name="pg1559"/>
            <p:cNvSpPr/>
            <p:nvPr/>
          </p:nvSpPr>
          <p:spPr>
            <a:xfrm>
              <a:off x="4888030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0" name="pg1560"/>
            <p:cNvSpPr/>
            <p:nvPr/>
          </p:nvSpPr>
          <p:spPr>
            <a:xfrm>
              <a:off x="4899668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1" name="pg1561"/>
            <p:cNvSpPr/>
            <p:nvPr/>
          </p:nvSpPr>
          <p:spPr>
            <a:xfrm>
              <a:off x="4911305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2" name="pg1562"/>
            <p:cNvSpPr/>
            <p:nvPr/>
          </p:nvSpPr>
          <p:spPr>
            <a:xfrm>
              <a:off x="4922942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3" name="pg1563"/>
            <p:cNvSpPr/>
            <p:nvPr/>
          </p:nvSpPr>
          <p:spPr>
            <a:xfrm>
              <a:off x="4934580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4" name="pg1564"/>
            <p:cNvSpPr/>
            <p:nvPr/>
          </p:nvSpPr>
          <p:spPr>
            <a:xfrm>
              <a:off x="4946217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5" name="pg1565"/>
            <p:cNvSpPr/>
            <p:nvPr/>
          </p:nvSpPr>
          <p:spPr>
            <a:xfrm>
              <a:off x="4957854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6" name="pg1566"/>
            <p:cNvSpPr/>
            <p:nvPr/>
          </p:nvSpPr>
          <p:spPr>
            <a:xfrm>
              <a:off x="4969492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7" name="pg1567"/>
            <p:cNvSpPr/>
            <p:nvPr/>
          </p:nvSpPr>
          <p:spPr>
            <a:xfrm>
              <a:off x="4981129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8" name="pg1568"/>
            <p:cNvSpPr/>
            <p:nvPr/>
          </p:nvSpPr>
          <p:spPr>
            <a:xfrm>
              <a:off x="4992766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9" name="pg1569"/>
            <p:cNvSpPr/>
            <p:nvPr/>
          </p:nvSpPr>
          <p:spPr>
            <a:xfrm>
              <a:off x="5004403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0" name="pg1570"/>
            <p:cNvSpPr/>
            <p:nvPr/>
          </p:nvSpPr>
          <p:spPr>
            <a:xfrm>
              <a:off x="5016041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1" name="pg1571"/>
            <p:cNvSpPr/>
            <p:nvPr/>
          </p:nvSpPr>
          <p:spPr>
            <a:xfrm>
              <a:off x="5027678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2" name="pg1572"/>
            <p:cNvSpPr/>
            <p:nvPr/>
          </p:nvSpPr>
          <p:spPr>
            <a:xfrm>
              <a:off x="5039315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3" name="pg1573"/>
            <p:cNvSpPr/>
            <p:nvPr/>
          </p:nvSpPr>
          <p:spPr>
            <a:xfrm>
              <a:off x="5050953" y="37517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4" name="pg1574"/>
            <p:cNvSpPr/>
            <p:nvPr/>
          </p:nvSpPr>
          <p:spPr>
            <a:xfrm>
              <a:off x="484148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5" name="pg1575"/>
            <p:cNvSpPr/>
            <p:nvPr/>
          </p:nvSpPr>
          <p:spPr>
            <a:xfrm>
              <a:off x="4853118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6" name="pg1576"/>
            <p:cNvSpPr/>
            <p:nvPr/>
          </p:nvSpPr>
          <p:spPr>
            <a:xfrm>
              <a:off x="4864756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7" name="pg1577"/>
            <p:cNvSpPr/>
            <p:nvPr/>
          </p:nvSpPr>
          <p:spPr>
            <a:xfrm>
              <a:off x="487639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8" name="pg1578"/>
            <p:cNvSpPr/>
            <p:nvPr/>
          </p:nvSpPr>
          <p:spPr>
            <a:xfrm>
              <a:off x="4888030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9" name="pg1579"/>
            <p:cNvSpPr/>
            <p:nvPr/>
          </p:nvSpPr>
          <p:spPr>
            <a:xfrm>
              <a:off x="4899668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0" name="pg1580"/>
            <p:cNvSpPr/>
            <p:nvPr/>
          </p:nvSpPr>
          <p:spPr>
            <a:xfrm>
              <a:off x="4911305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1" name="pg1581"/>
            <p:cNvSpPr/>
            <p:nvPr/>
          </p:nvSpPr>
          <p:spPr>
            <a:xfrm>
              <a:off x="4922942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2" name="pg1582"/>
            <p:cNvSpPr/>
            <p:nvPr/>
          </p:nvSpPr>
          <p:spPr>
            <a:xfrm>
              <a:off x="4934580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3" name="pg1583"/>
            <p:cNvSpPr/>
            <p:nvPr/>
          </p:nvSpPr>
          <p:spPr>
            <a:xfrm>
              <a:off x="4946217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4" name="pg1584"/>
            <p:cNvSpPr/>
            <p:nvPr/>
          </p:nvSpPr>
          <p:spPr>
            <a:xfrm>
              <a:off x="4957854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5" name="pg1585"/>
            <p:cNvSpPr/>
            <p:nvPr/>
          </p:nvSpPr>
          <p:spPr>
            <a:xfrm>
              <a:off x="4969492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6" name="pg1586"/>
            <p:cNvSpPr/>
            <p:nvPr/>
          </p:nvSpPr>
          <p:spPr>
            <a:xfrm>
              <a:off x="4981129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7" name="pg1587"/>
            <p:cNvSpPr/>
            <p:nvPr/>
          </p:nvSpPr>
          <p:spPr>
            <a:xfrm>
              <a:off x="4992766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8" name="pg1588"/>
            <p:cNvSpPr/>
            <p:nvPr/>
          </p:nvSpPr>
          <p:spPr>
            <a:xfrm>
              <a:off x="5004403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9" name="pg1589"/>
            <p:cNvSpPr/>
            <p:nvPr/>
          </p:nvSpPr>
          <p:spPr>
            <a:xfrm>
              <a:off x="5016041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0" name="pg1590"/>
            <p:cNvSpPr/>
            <p:nvPr/>
          </p:nvSpPr>
          <p:spPr>
            <a:xfrm>
              <a:off x="5027678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1" name="pg1591"/>
            <p:cNvSpPr/>
            <p:nvPr/>
          </p:nvSpPr>
          <p:spPr>
            <a:xfrm>
              <a:off x="5039315" y="376605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2" name="pg1592"/>
            <p:cNvSpPr/>
            <p:nvPr/>
          </p:nvSpPr>
          <p:spPr>
            <a:xfrm>
              <a:off x="4829844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3" name="pg1593"/>
            <p:cNvSpPr/>
            <p:nvPr/>
          </p:nvSpPr>
          <p:spPr>
            <a:xfrm>
              <a:off x="484148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4" name="pg1594"/>
            <p:cNvSpPr/>
            <p:nvPr/>
          </p:nvSpPr>
          <p:spPr>
            <a:xfrm>
              <a:off x="4853118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5" name="pg1595"/>
            <p:cNvSpPr/>
            <p:nvPr/>
          </p:nvSpPr>
          <p:spPr>
            <a:xfrm>
              <a:off x="4864756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6" name="pg1596"/>
            <p:cNvSpPr/>
            <p:nvPr/>
          </p:nvSpPr>
          <p:spPr>
            <a:xfrm>
              <a:off x="487639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7" name="pg1597"/>
            <p:cNvSpPr/>
            <p:nvPr/>
          </p:nvSpPr>
          <p:spPr>
            <a:xfrm>
              <a:off x="4888030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8" name="pg1598"/>
            <p:cNvSpPr/>
            <p:nvPr/>
          </p:nvSpPr>
          <p:spPr>
            <a:xfrm>
              <a:off x="4899668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9" name="pg1599"/>
            <p:cNvSpPr/>
            <p:nvPr/>
          </p:nvSpPr>
          <p:spPr>
            <a:xfrm>
              <a:off x="4911305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0" name="pg1600"/>
            <p:cNvSpPr/>
            <p:nvPr/>
          </p:nvSpPr>
          <p:spPr>
            <a:xfrm>
              <a:off x="4922942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1" name="pg1601"/>
            <p:cNvSpPr/>
            <p:nvPr/>
          </p:nvSpPr>
          <p:spPr>
            <a:xfrm>
              <a:off x="4934580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2" name="pg1602"/>
            <p:cNvSpPr/>
            <p:nvPr/>
          </p:nvSpPr>
          <p:spPr>
            <a:xfrm>
              <a:off x="4946217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3" name="pg1603"/>
            <p:cNvSpPr/>
            <p:nvPr/>
          </p:nvSpPr>
          <p:spPr>
            <a:xfrm>
              <a:off x="4957854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4" name="pg1604"/>
            <p:cNvSpPr/>
            <p:nvPr/>
          </p:nvSpPr>
          <p:spPr>
            <a:xfrm>
              <a:off x="4969492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5" name="pg1605"/>
            <p:cNvSpPr/>
            <p:nvPr/>
          </p:nvSpPr>
          <p:spPr>
            <a:xfrm>
              <a:off x="4981129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6" name="pg1606"/>
            <p:cNvSpPr/>
            <p:nvPr/>
          </p:nvSpPr>
          <p:spPr>
            <a:xfrm>
              <a:off x="4992766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7" name="pg1607"/>
            <p:cNvSpPr/>
            <p:nvPr/>
          </p:nvSpPr>
          <p:spPr>
            <a:xfrm>
              <a:off x="5004403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8" name="pg1608"/>
            <p:cNvSpPr/>
            <p:nvPr/>
          </p:nvSpPr>
          <p:spPr>
            <a:xfrm>
              <a:off x="5016041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9" name="pg1609"/>
            <p:cNvSpPr/>
            <p:nvPr/>
          </p:nvSpPr>
          <p:spPr>
            <a:xfrm>
              <a:off x="5027678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0" name="pg1610"/>
            <p:cNvSpPr/>
            <p:nvPr/>
          </p:nvSpPr>
          <p:spPr>
            <a:xfrm>
              <a:off x="5039315" y="378035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1" name="pg1611"/>
            <p:cNvSpPr/>
            <p:nvPr/>
          </p:nvSpPr>
          <p:spPr>
            <a:xfrm>
              <a:off x="4829844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2" name="pg1612"/>
            <p:cNvSpPr/>
            <p:nvPr/>
          </p:nvSpPr>
          <p:spPr>
            <a:xfrm>
              <a:off x="4841481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3" name="pg1613"/>
            <p:cNvSpPr/>
            <p:nvPr/>
          </p:nvSpPr>
          <p:spPr>
            <a:xfrm>
              <a:off x="4853118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4" name="pg1614"/>
            <p:cNvSpPr/>
            <p:nvPr/>
          </p:nvSpPr>
          <p:spPr>
            <a:xfrm>
              <a:off x="4864756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5" name="pg1615"/>
            <p:cNvSpPr/>
            <p:nvPr/>
          </p:nvSpPr>
          <p:spPr>
            <a:xfrm>
              <a:off x="487639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6" name="pg1616"/>
            <p:cNvSpPr/>
            <p:nvPr/>
          </p:nvSpPr>
          <p:spPr>
            <a:xfrm>
              <a:off x="4888030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7" name="pg1617"/>
            <p:cNvSpPr/>
            <p:nvPr/>
          </p:nvSpPr>
          <p:spPr>
            <a:xfrm>
              <a:off x="4899668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8" name="pg1618"/>
            <p:cNvSpPr/>
            <p:nvPr/>
          </p:nvSpPr>
          <p:spPr>
            <a:xfrm>
              <a:off x="4911305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9" name="pg1619"/>
            <p:cNvSpPr/>
            <p:nvPr/>
          </p:nvSpPr>
          <p:spPr>
            <a:xfrm>
              <a:off x="4922942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0" name="pg1620"/>
            <p:cNvSpPr/>
            <p:nvPr/>
          </p:nvSpPr>
          <p:spPr>
            <a:xfrm>
              <a:off x="4934580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1" name="pg1621"/>
            <p:cNvSpPr/>
            <p:nvPr/>
          </p:nvSpPr>
          <p:spPr>
            <a:xfrm>
              <a:off x="4946217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2" name="pg1622"/>
            <p:cNvSpPr/>
            <p:nvPr/>
          </p:nvSpPr>
          <p:spPr>
            <a:xfrm>
              <a:off x="4957854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3" name="pg1623"/>
            <p:cNvSpPr/>
            <p:nvPr/>
          </p:nvSpPr>
          <p:spPr>
            <a:xfrm>
              <a:off x="4969492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4" name="pg1624"/>
            <p:cNvSpPr/>
            <p:nvPr/>
          </p:nvSpPr>
          <p:spPr>
            <a:xfrm>
              <a:off x="4981129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5" name="pg1625"/>
            <p:cNvSpPr/>
            <p:nvPr/>
          </p:nvSpPr>
          <p:spPr>
            <a:xfrm>
              <a:off x="4992766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6" name="pg1626"/>
            <p:cNvSpPr/>
            <p:nvPr/>
          </p:nvSpPr>
          <p:spPr>
            <a:xfrm>
              <a:off x="5004403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7" name="pg1627"/>
            <p:cNvSpPr/>
            <p:nvPr/>
          </p:nvSpPr>
          <p:spPr>
            <a:xfrm>
              <a:off x="5016041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8" name="pg1628"/>
            <p:cNvSpPr/>
            <p:nvPr/>
          </p:nvSpPr>
          <p:spPr>
            <a:xfrm>
              <a:off x="5027678" y="37946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9" name="pg1629"/>
            <p:cNvSpPr/>
            <p:nvPr/>
          </p:nvSpPr>
          <p:spPr>
            <a:xfrm>
              <a:off x="4829844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0" name="pg1630"/>
            <p:cNvSpPr/>
            <p:nvPr/>
          </p:nvSpPr>
          <p:spPr>
            <a:xfrm>
              <a:off x="4841481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1" name="pg1631"/>
            <p:cNvSpPr/>
            <p:nvPr/>
          </p:nvSpPr>
          <p:spPr>
            <a:xfrm>
              <a:off x="4853118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2" name="pg1632"/>
            <p:cNvSpPr/>
            <p:nvPr/>
          </p:nvSpPr>
          <p:spPr>
            <a:xfrm>
              <a:off x="4864756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3" name="pg1633"/>
            <p:cNvSpPr/>
            <p:nvPr/>
          </p:nvSpPr>
          <p:spPr>
            <a:xfrm>
              <a:off x="4876393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4" name="pg1634"/>
            <p:cNvSpPr/>
            <p:nvPr/>
          </p:nvSpPr>
          <p:spPr>
            <a:xfrm>
              <a:off x="4888030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5" name="pg1635"/>
            <p:cNvSpPr/>
            <p:nvPr/>
          </p:nvSpPr>
          <p:spPr>
            <a:xfrm>
              <a:off x="4899668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6" name="pg1636"/>
            <p:cNvSpPr/>
            <p:nvPr/>
          </p:nvSpPr>
          <p:spPr>
            <a:xfrm>
              <a:off x="4911305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7" name="pg1637"/>
            <p:cNvSpPr/>
            <p:nvPr/>
          </p:nvSpPr>
          <p:spPr>
            <a:xfrm>
              <a:off x="4922942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8" name="pg1638"/>
            <p:cNvSpPr/>
            <p:nvPr/>
          </p:nvSpPr>
          <p:spPr>
            <a:xfrm>
              <a:off x="4934580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9" name="pg1639"/>
            <p:cNvSpPr/>
            <p:nvPr/>
          </p:nvSpPr>
          <p:spPr>
            <a:xfrm>
              <a:off x="4946217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0" name="pg1640"/>
            <p:cNvSpPr/>
            <p:nvPr/>
          </p:nvSpPr>
          <p:spPr>
            <a:xfrm>
              <a:off x="4957854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1" name="pg1641"/>
            <p:cNvSpPr/>
            <p:nvPr/>
          </p:nvSpPr>
          <p:spPr>
            <a:xfrm>
              <a:off x="4969492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2" name="pg1642"/>
            <p:cNvSpPr/>
            <p:nvPr/>
          </p:nvSpPr>
          <p:spPr>
            <a:xfrm>
              <a:off x="4981129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3" name="pg1643"/>
            <p:cNvSpPr/>
            <p:nvPr/>
          </p:nvSpPr>
          <p:spPr>
            <a:xfrm>
              <a:off x="4992766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4" name="pg1644"/>
            <p:cNvSpPr/>
            <p:nvPr/>
          </p:nvSpPr>
          <p:spPr>
            <a:xfrm>
              <a:off x="5004403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5" name="pg1645"/>
            <p:cNvSpPr/>
            <p:nvPr/>
          </p:nvSpPr>
          <p:spPr>
            <a:xfrm>
              <a:off x="5016041" y="380895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6" name="pg1646"/>
            <p:cNvSpPr/>
            <p:nvPr/>
          </p:nvSpPr>
          <p:spPr>
            <a:xfrm>
              <a:off x="4841481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7" name="pg1647"/>
            <p:cNvSpPr/>
            <p:nvPr/>
          </p:nvSpPr>
          <p:spPr>
            <a:xfrm>
              <a:off x="4853118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8" name="pg1648"/>
            <p:cNvSpPr/>
            <p:nvPr/>
          </p:nvSpPr>
          <p:spPr>
            <a:xfrm>
              <a:off x="4864756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9" name="pg1649"/>
            <p:cNvSpPr/>
            <p:nvPr/>
          </p:nvSpPr>
          <p:spPr>
            <a:xfrm>
              <a:off x="4876393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0" name="pg1650"/>
            <p:cNvSpPr/>
            <p:nvPr/>
          </p:nvSpPr>
          <p:spPr>
            <a:xfrm>
              <a:off x="4888030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1" name="pg1651"/>
            <p:cNvSpPr/>
            <p:nvPr/>
          </p:nvSpPr>
          <p:spPr>
            <a:xfrm>
              <a:off x="4899668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2" name="pg1652"/>
            <p:cNvSpPr/>
            <p:nvPr/>
          </p:nvSpPr>
          <p:spPr>
            <a:xfrm>
              <a:off x="4911305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3" name="pg1653"/>
            <p:cNvSpPr/>
            <p:nvPr/>
          </p:nvSpPr>
          <p:spPr>
            <a:xfrm>
              <a:off x="4922942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4" name="pg1654"/>
            <p:cNvSpPr/>
            <p:nvPr/>
          </p:nvSpPr>
          <p:spPr>
            <a:xfrm>
              <a:off x="4934580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5" name="pg1655"/>
            <p:cNvSpPr/>
            <p:nvPr/>
          </p:nvSpPr>
          <p:spPr>
            <a:xfrm>
              <a:off x="4946217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6" name="pg1656"/>
            <p:cNvSpPr/>
            <p:nvPr/>
          </p:nvSpPr>
          <p:spPr>
            <a:xfrm>
              <a:off x="4957854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7" name="pg1657"/>
            <p:cNvSpPr/>
            <p:nvPr/>
          </p:nvSpPr>
          <p:spPr>
            <a:xfrm>
              <a:off x="4969492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8" name="pg1658"/>
            <p:cNvSpPr/>
            <p:nvPr/>
          </p:nvSpPr>
          <p:spPr>
            <a:xfrm>
              <a:off x="4981129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9" name="pg1659"/>
            <p:cNvSpPr/>
            <p:nvPr/>
          </p:nvSpPr>
          <p:spPr>
            <a:xfrm>
              <a:off x="4992766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0" name="pg1660"/>
            <p:cNvSpPr/>
            <p:nvPr/>
          </p:nvSpPr>
          <p:spPr>
            <a:xfrm>
              <a:off x="5004403" y="38232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1" name="pg1661"/>
            <p:cNvSpPr/>
            <p:nvPr/>
          </p:nvSpPr>
          <p:spPr>
            <a:xfrm>
              <a:off x="4876393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2" name="pg1662"/>
            <p:cNvSpPr/>
            <p:nvPr/>
          </p:nvSpPr>
          <p:spPr>
            <a:xfrm>
              <a:off x="4888030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3" name="pg1663"/>
            <p:cNvSpPr/>
            <p:nvPr/>
          </p:nvSpPr>
          <p:spPr>
            <a:xfrm>
              <a:off x="4899668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4" name="pg1664"/>
            <p:cNvSpPr/>
            <p:nvPr/>
          </p:nvSpPr>
          <p:spPr>
            <a:xfrm>
              <a:off x="4911305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5" name="pg1665"/>
            <p:cNvSpPr/>
            <p:nvPr/>
          </p:nvSpPr>
          <p:spPr>
            <a:xfrm>
              <a:off x="4922942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6" name="pg1666"/>
            <p:cNvSpPr/>
            <p:nvPr/>
          </p:nvSpPr>
          <p:spPr>
            <a:xfrm>
              <a:off x="4934580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7" name="pg1667"/>
            <p:cNvSpPr/>
            <p:nvPr/>
          </p:nvSpPr>
          <p:spPr>
            <a:xfrm>
              <a:off x="4946217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8" name="pg1668"/>
            <p:cNvSpPr/>
            <p:nvPr/>
          </p:nvSpPr>
          <p:spPr>
            <a:xfrm>
              <a:off x="4957854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9" name="pg1669"/>
            <p:cNvSpPr/>
            <p:nvPr/>
          </p:nvSpPr>
          <p:spPr>
            <a:xfrm>
              <a:off x="4969492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0" name="pg1670"/>
            <p:cNvSpPr/>
            <p:nvPr/>
          </p:nvSpPr>
          <p:spPr>
            <a:xfrm>
              <a:off x="4981129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1" name="pg1671"/>
            <p:cNvSpPr/>
            <p:nvPr/>
          </p:nvSpPr>
          <p:spPr>
            <a:xfrm>
              <a:off x="4992766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2" name="pg1672"/>
            <p:cNvSpPr/>
            <p:nvPr/>
          </p:nvSpPr>
          <p:spPr>
            <a:xfrm>
              <a:off x="5004403" y="383755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3" name="pg1673"/>
            <p:cNvSpPr/>
            <p:nvPr/>
          </p:nvSpPr>
          <p:spPr>
            <a:xfrm>
              <a:off x="4899668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4" name="pg1674"/>
            <p:cNvSpPr/>
            <p:nvPr/>
          </p:nvSpPr>
          <p:spPr>
            <a:xfrm>
              <a:off x="4911305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5" name="pg1675"/>
            <p:cNvSpPr/>
            <p:nvPr/>
          </p:nvSpPr>
          <p:spPr>
            <a:xfrm>
              <a:off x="4922942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6" name="pg1676"/>
            <p:cNvSpPr/>
            <p:nvPr/>
          </p:nvSpPr>
          <p:spPr>
            <a:xfrm>
              <a:off x="4934580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7" name="pg1677"/>
            <p:cNvSpPr/>
            <p:nvPr/>
          </p:nvSpPr>
          <p:spPr>
            <a:xfrm>
              <a:off x="4946217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8" name="pg1678"/>
            <p:cNvSpPr/>
            <p:nvPr/>
          </p:nvSpPr>
          <p:spPr>
            <a:xfrm>
              <a:off x="4957854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9" name="pg1679"/>
            <p:cNvSpPr/>
            <p:nvPr/>
          </p:nvSpPr>
          <p:spPr>
            <a:xfrm>
              <a:off x="4969492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0" name="pg1680"/>
            <p:cNvSpPr/>
            <p:nvPr/>
          </p:nvSpPr>
          <p:spPr>
            <a:xfrm>
              <a:off x="4981129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1" name="pg1681"/>
            <p:cNvSpPr/>
            <p:nvPr/>
          </p:nvSpPr>
          <p:spPr>
            <a:xfrm>
              <a:off x="4992766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2" name="pg1682"/>
            <p:cNvSpPr/>
            <p:nvPr/>
          </p:nvSpPr>
          <p:spPr>
            <a:xfrm>
              <a:off x="5004403" y="385185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3" name="pg1683"/>
            <p:cNvSpPr/>
            <p:nvPr/>
          </p:nvSpPr>
          <p:spPr>
            <a:xfrm>
              <a:off x="4911305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4" name="pg1684"/>
            <p:cNvSpPr/>
            <p:nvPr/>
          </p:nvSpPr>
          <p:spPr>
            <a:xfrm>
              <a:off x="4922942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5" name="pg1685"/>
            <p:cNvSpPr/>
            <p:nvPr/>
          </p:nvSpPr>
          <p:spPr>
            <a:xfrm>
              <a:off x="4934580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6" name="pg1686"/>
            <p:cNvSpPr/>
            <p:nvPr/>
          </p:nvSpPr>
          <p:spPr>
            <a:xfrm>
              <a:off x="4946217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7" name="pg1687"/>
            <p:cNvSpPr/>
            <p:nvPr/>
          </p:nvSpPr>
          <p:spPr>
            <a:xfrm>
              <a:off x="4957854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8" name="pg1688"/>
            <p:cNvSpPr/>
            <p:nvPr/>
          </p:nvSpPr>
          <p:spPr>
            <a:xfrm>
              <a:off x="4969492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9" name="pg1689"/>
            <p:cNvSpPr/>
            <p:nvPr/>
          </p:nvSpPr>
          <p:spPr>
            <a:xfrm>
              <a:off x="4981129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0" name="pg1690"/>
            <p:cNvSpPr/>
            <p:nvPr/>
          </p:nvSpPr>
          <p:spPr>
            <a:xfrm>
              <a:off x="4992766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1" name="pg1691"/>
            <p:cNvSpPr/>
            <p:nvPr/>
          </p:nvSpPr>
          <p:spPr>
            <a:xfrm>
              <a:off x="5004403" y="38661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2" name="pg1692"/>
            <p:cNvSpPr/>
            <p:nvPr/>
          </p:nvSpPr>
          <p:spPr>
            <a:xfrm>
              <a:off x="4922942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3" name="pg1693"/>
            <p:cNvSpPr/>
            <p:nvPr/>
          </p:nvSpPr>
          <p:spPr>
            <a:xfrm>
              <a:off x="4934580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4" name="pg1694"/>
            <p:cNvSpPr/>
            <p:nvPr/>
          </p:nvSpPr>
          <p:spPr>
            <a:xfrm>
              <a:off x="4946217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5" name="pg1695"/>
            <p:cNvSpPr/>
            <p:nvPr/>
          </p:nvSpPr>
          <p:spPr>
            <a:xfrm>
              <a:off x="4957854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6" name="pg1696"/>
            <p:cNvSpPr/>
            <p:nvPr/>
          </p:nvSpPr>
          <p:spPr>
            <a:xfrm>
              <a:off x="4969492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7" name="pg1697"/>
            <p:cNvSpPr/>
            <p:nvPr/>
          </p:nvSpPr>
          <p:spPr>
            <a:xfrm>
              <a:off x="4981129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8" name="pg1698"/>
            <p:cNvSpPr/>
            <p:nvPr/>
          </p:nvSpPr>
          <p:spPr>
            <a:xfrm>
              <a:off x="4992766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9" name="pg1699"/>
            <p:cNvSpPr/>
            <p:nvPr/>
          </p:nvSpPr>
          <p:spPr>
            <a:xfrm>
              <a:off x="5004403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0" name="pg1700"/>
            <p:cNvSpPr/>
            <p:nvPr/>
          </p:nvSpPr>
          <p:spPr>
            <a:xfrm>
              <a:off x="5016041" y="388046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1" name="pg1701"/>
            <p:cNvSpPr/>
            <p:nvPr/>
          </p:nvSpPr>
          <p:spPr>
            <a:xfrm>
              <a:off x="4957854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2" name="pg1702"/>
            <p:cNvSpPr/>
            <p:nvPr/>
          </p:nvSpPr>
          <p:spPr>
            <a:xfrm>
              <a:off x="4969492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3" name="pg1703"/>
            <p:cNvSpPr/>
            <p:nvPr/>
          </p:nvSpPr>
          <p:spPr>
            <a:xfrm>
              <a:off x="4981129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4" name="pg1704"/>
            <p:cNvSpPr/>
            <p:nvPr/>
          </p:nvSpPr>
          <p:spPr>
            <a:xfrm>
              <a:off x="4992766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5" name="pg1705"/>
            <p:cNvSpPr/>
            <p:nvPr/>
          </p:nvSpPr>
          <p:spPr>
            <a:xfrm>
              <a:off x="5004403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6" name="pg1706"/>
            <p:cNvSpPr/>
            <p:nvPr/>
          </p:nvSpPr>
          <p:spPr>
            <a:xfrm>
              <a:off x="5016041" y="38947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7" name="pg1707"/>
            <p:cNvSpPr/>
            <p:nvPr/>
          </p:nvSpPr>
          <p:spPr>
            <a:xfrm>
              <a:off x="4899668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8" name="pg1708"/>
            <p:cNvSpPr/>
            <p:nvPr/>
          </p:nvSpPr>
          <p:spPr>
            <a:xfrm>
              <a:off x="4946217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9" name="pg1709"/>
            <p:cNvSpPr/>
            <p:nvPr/>
          </p:nvSpPr>
          <p:spPr>
            <a:xfrm>
              <a:off x="4957854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0" name="pg1710"/>
            <p:cNvSpPr/>
            <p:nvPr/>
          </p:nvSpPr>
          <p:spPr>
            <a:xfrm>
              <a:off x="4969492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1" name="pg1711"/>
            <p:cNvSpPr/>
            <p:nvPr/>
          </p:nvSpPr>
          <p:spPr>
            <a:xfrm>
              <a:off x="4981129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2" name="pg1712"/>
            <p:cNvSpPr/>
            <p:nvPr/>
          </p:nvSpPr>
          <p:spPr>
            <a:xfrm>
              <a:off x="4992766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3" name="pg1713"/>
            <p:cNvSpPr/>
            <p:nvPr/>
          </p:nvSpPr>
          <p:spPr>
            <a:xfrm>
              <a:off x="5004403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4" name="pg1714"/>
            <p:cNvSpPr/>
            <p:nvPr/>
          </p:nvSpPr>
          <p:spPr>
            <a:xfrm>
              <a:off x="5016041" y="390906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5" name="pg1715"/>
            <p:cNvSpPr/>
            <p:nvPr/>
          </p:nvSpPr>
          <p:spPr>
            <a:xfrm>
              <a:off x="4888030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6" name="pg1716"/>
            <p:cNvSpPr/>
            <p:nvPr/>
          </p:nvSpPr>
          <p:spPr>
            <a:xfrm>
              <a:off x="4899668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7" name="pg1717"/>
            <p:cNvSpPr/>
            <p:nvPr/>
          </p:nvSpPr>
          <p:spPr>
            <a:xfrm>
              <a:off x="4911305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8" name="pg1718"/>
            <p:cNvSpPr/>
            <p:nvPr/>
          </p:nvSpPr>
          <p:spPr>
            <a:xfrm>
              <a:off x="4922942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9" name="pg1719"/>
            <p:cNvSpPr/>
            <p:nvPr/>
          </p:nvSpPr>
          <p:spPr>
            <a:xfrm>
              <a:off x="4934580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0" name="pg1720"/>
            <p:cNvSpPr/>
            <p:nvPr/>
          </p:nvSpPr>
          <p:spPr>
            <a:xfrm>
              <a:off x="4946217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1" name="pg1721"/>
            <p:cNvSpPr/>
            <p:nvPr/>
          </p:nvSpPr>
          <p:spPr>
            <a:xfrm>
              <a:off x="4957854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2" name="pg1722"/>
            <p:cNvSpPr/>
            <p:nvPr/>
          </p:nvSpPr>
          <p:spPr>
            <a:xfrm>
              <a:off x="4969492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3" name="pg1723"/>
            <p:cNvSpPr/>
            <p:nvPr/>
          </p:nvSpPr>
          <p:spPr>
            <a:xfrm>
              <a:off x="4981129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4" name="pg1724"/>
            <p:cNvSpPr/>
            <p:nvPr/>
          </p:nvSpPr>
          <p:spPr>
            <a:xfrm>
              <a:off x="4992766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5" name="pg1725"/>
            <p:cNvSpPr/>
            <p:nvPr/>
          </p:nvSpPr>
          <p:spPr>
            <a:xfrm>
              <a:off x="5004403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6" name="pg1726"/>
            <p:cNvSpPr/>
            <p:nvPr/>
          </p:nvSpPr>
          <p:spPr>
            <a:xfrm>
              <a:off x="5016041" y="392336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7" name="pg1727"/>
            <p:cNvSpPr/>
            <p:nvPr/>
          </p:nvSpPr>
          <p:spPr>
            <a:xfrm>
              <a:off x="4876393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8" name="pg1728"/>
            <p:cNvSpPr/>
            <p:nvPr/>
          </p:nvSpPr>
          <p:spPr>
            <a:xfrm>
              <a:off x="4888030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9" name="pg1729"/>
            <p:cNvSpPr/>
            <p:nvPr/>
          </p:nvSpPr>
          <p:spPr>
            <a:xfrm>
              <a:off x="4899668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0" name="pg1730"/>
            <p:cNvSpPr/>
            <p:nvPr/>
          </p:nvSpPr>
          <p:spPr>
            <a:xfrm>
              <a:off x="4911305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1" name="pg1731"/>
            <p:cNvSpPr/>
            <p:nvPr/>
          </p:nvSpPr>
          <p:spPr>
            <a:xfrm>
              <a:off x="4922942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2" name="pg1732"/>
            <p:cNvSpPr/>
            <p:nvPr/>
          </p:nvSpPr>
          <p:spPr>
            <a:xfrm>
              <a:off x="4934580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3" name="pg1733"/>
            <p:cNvSpPr/>
            <p:nvPr/>
          </p:nvSpPr>
          <p:spPr>
            <a:xfrm>
              <a:off x="4946217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4" name="pg1734"/>
            <p:cNvSpPr/>
            <p:nvPr/>
          </p:nvSpPr>
          <p:spPr>
            <a:xfrm>
              <a:off x="4957854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5" name="pg1735"/>
            <p:cNvSpPr/>
            <p:nvPr/>
          </p:nvSpPr>
          <p:spPr>
            <a:xfrm>
              <a:off x="4969492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6" name="pg1736"/>
            <p:cNvSpPr/>
            <p:nvPr/>
          </p:nvSpPr>
          <p:spPr>
            <a:xfrm>
              <a:off x="4981129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7" name="pg1737"/>
            <p:cNvSpPr/>
            <p:nvPr/>
          </p:nvSpPr>
          <p:spPr>
            <a:xfrm>
              <a:off x="4992766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8" name="pg1738"/>
            <p:cNvSpPr/>
            <p:nvPr/>
          </p:nvSpPr>
          <p:spPr>
            <a:xfrm>
              <a:off x="5004403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9" name="pg1739"/>
            <p:cNvSpPr/>
            <p:nvPr/>
          </p:nvSpPr>
          <p:spPr>
            <a:xfrm>
              <a:off x="5016041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0" name="pg1740"/>
            <p:cNvSpPr/>
            <p:nvPr/>
          </p:nvSpPr>
          <p:spPr>
            <a:xfrm>
              <a:off x="5027678" y="39376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1" name="pg1741"/>
            <p:cNvSpPr/>
            <p:nvPr/>
          </p:nvSpPr>
          <p:spPr>
            <a:xfrm>
              <a:off x="4876393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2" name="pg1742"/>
            <p:cNvSpPr/>
            <p:nvPr/>
          </p:nvSpPr>
          <p:spPr>
            <a:xfrm>
              <a:off x="4888030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3" name="pg1743"/>
            <p:cNvSpPr/>
            <p:nvPr/>
          </p:nvSpPr>
          <p:spPr>
            <a:xfrm>
              <a:off x="4899668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4" name="pg1744"/>
            <p:cNvSpPr/>
            <p:nvPr/>
          </p:nvSpPr>
          <p:spPr>
            <a:xfrm>
              <a:off x="4911305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5" name="pg1745"/>
            <p:cNvSpPr/>
            <p:nvPr/>
          </p:nvSpPr>
          <p:spPr>
            <a:xfrm>
              <a:off x="4922942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6" name="pg1746"/>
            <p:cNvSpPr/>
            <p:nvPr/>
          </p:nvSpPr>
          <p:spPr>
            <a:xfrm>
              <a:off x="4934580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7" name="pg1747"/>
            <p:cNvSpPr/>
            <p:nvPr/>
          </p:nvSpPr>
          <p:spPr>
            <a:xfrm>
              <a:off x="4946217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6">
                <a:alpha val="100000"/>
              </a:srgbClr>
            </a:solidFill>
            <a:ln w="5420" cap="flat">
              <a:solidFill>
                <a:srgbClr val="3986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8" name="pg1748"/>
            <p:cNvSpPr/>
            <p:nvPr/>
          </p:nvSpPr>
          <p:spPr>
            <a:xfrm>
              <a:off x="4957854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9" name="pg1749"/>
            <p:cNvSpPr/>
            <p:nvPr/>
          </p:nvSpPr>
          <p:spPr>
            <a:xfrm>
              <a:off x="4969492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0" name="pg1750"/>
            <p:cNvSpPr/>
            <p:nvPr/>
          </p:nvSpPr>
          <p:spPr>
            <a:xfrm>
              <a:off x="4981129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1" name="pg1751"/>
            <p:cNvSpPr/>
            <p:nvPr/>
          </p:nvSpPr>
          <p:spPr>
            <a:xfrm>
              <a:off x="4992766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2" name="pg1752"/>
            <p:cNvSpPr/>
            <p:nvPr/>
          </p:nvSpPr>
          <p:spPr>
            <a:xfrm>
              <a:off x="5004403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3" name="pg1753"/>
            <p:cNvSpPr/>
            <p:nvPr/>
          </p:nvSpPr>
          <p:spPr>
            <a:xfrm>
              <a:off x="5016041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4" name="pg1754"/>
            <p:cNvSpPr/>
            <p:nvPr/>
          </p:nvSpPr>
          <p:spPr>
            <a:xfrm>
              <a:off x="5027678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5" name="pg1755"/>
            <p:cNvSpPr/>
            <p:nvPr/>
          </p:nvSpPr>
          <p:spPr>
            <a:xfrm>
              <a:off x="5039315" y="395196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6" name="pg1756"/>
            <p:cNvSpPr/>
            <p:nvPr/>
          </p:nvSpPr>
          <p:spPr>
            <a:xfrm>
              <a:off x="4876393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7" name="pg1757"/>
            <p:cNvSpPr/>
            <p:nvPr/>
          </p:nvSpPr>
          <p:spPr>
            <a:xfrm>
              <a:off x="4888030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8" name="pg1758"/>
            <p:cNvSpPr/>
            <p:nvPr/>
          </p:nvSpPr>
          <p:spPr>
            <a:xfrm>
              <a:off x="4899668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9" name="pg1759"/>
            <p:cNvSpPr/>
            <p:nvPr/>
          </p:nvSpPr>
          <p:spPr>
            <a:xfrm>
              <a:off x="4911305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0" name="pg1760"/>
            <p:cNvSpPr/>
            <p:nvPr/>
          </p:nvSpPr>
          <p:spPr>
            <a:xfrm>
              <a:off x="4922942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1" name="pg1761"/>
            <p:cNvSpPr/>
            <p:nvPr/>
          </p:nvSpPr>
          <p:spPr>
            <a:xfrm>
              <a:off x="4934580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2" name="pg1762"/>
            <p:cNvSpPr/>
            <p:nvPr/>
          </p:nvSpPr>
          <p:spPr>
            <a:xfrm>
              <a:off x="4946217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3" name="pg1763"/>
            <p:cNvSpPr/>
            <p:nvPr/>
          </p:nvSpPr>
          <p:spPr>
            <a:xfrm>
              <a:off x="4957854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4" name="pg1764"/>
            <p:cNvSpPr/>
            <p:nvPr/>
          </p:nvSpPr>
          <p:spPr>
            <a:xfrm>
              <a:off x="4969492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5" name="pg1765"/>
            <p:cNvSpPr/>
            <p:nvPr/>
          </p:nvSpPr>
          <p:spPr>
            <a:xfrm>
              <a:off x="4981129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6" name="pg1766"/>
            <p:cNvSpPr/>
            <p:nvPr/>
          </p:nvSpPr>
          <p:spPr>
            <a:xfrm>
              <a:off x="4992766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7" name="pg1767"/>
            <p:cNvSpPr/>
            <p:nvPr/>
          </p:nvSpPr>
          <p:spPr>
            <a:xfrm>
              <a:off x="5004403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8" name="pg1768"/>
            <p:cNvSpPr/>
            <p:nvPr/>
          </p:nvSpPr>
          <p:spPr>
            <a:xfrm>
              <a:off x="5016041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9" name="pg1769"/>
            <p:cNvSpPr/>
            <p:nvPr/>
          </p:nvSpPr>
          <p:spPr>
            <a:xfrm>
              <a:off x="5027678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0" name="pg1770"/>
            <p:cNvSpPr/>
            <p:nvPr/>
          </p:nvSpPr>
          <p:spPr>
            <a:xfrm>
              <a:off x="5039315" y="39662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1" name="pg1771"/>
            <p:cNvSpPr/>
            <p:nvPr/>
          </p:nvSpPr>
          <p:spPr>
            <a:xfrm>
              <a:off x="4876393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2" name="pg1772"/>
            <p:cNvSpPr/>
            <p:nvPr/>
          </p:nvSpPr>
          <p:spPr>
            <a:xfrm>
              <a:off x="4888030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3" name="pg1773"/>
            <p:cNvSpPr/>
            <p:nvPr/>
          </p:nvSpPr>
          <p:spPr>
            <a:xfrm>
              <a:off x="4899668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4" name="pg1774"/>
            <p:cNvSpPr/>
            <p:nvPr/>
          </p:nvSpPr>
          <p:spPr>
            <a:xfrm>
              <a:off x="4911305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5" name="pg1775"/>
            <p:cNvSpPr/>
            <p:nvPr/>
          </p:nvSpPr>
          <p:spPr>
            <a:xfrm>
              <a:off x="4922942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6" name="pg1776"/>
            <p:cNvSpPr/>
            <p:nvPr/>
          </p:nvSpPr>
          <p:spPr>
            <a:xfrm>
              <a:off x="4934580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7" name="pg1777"/>
            <p:cNvSpPr/>
            <p:nvPr/>
          </p:nvSpPr>
          <p:spPr>
            <a:xfrm>
              <a:off x="4946217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8" name="pg1778"/>
            <p:cNvSpPr/>
            <p:nvPr/>
          </p:nvSpPr>
          <p:spPr>
            <a:xfrm>
              <a:off x="4957854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9" name="pg1779"/>
            <p:cNvSpPr/>
            <p:nvPr/>
          </p:nvSpPr>
          <p:spPr>
            <a:xfrm>
              <a:off x="4969492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0" name="pg1780"/>
            <p:cNvSpPr/>
            <p:nvPr/>
          </p:nvSpPr>
          <p:spPr>
            <a:xfrm>
              <a:off x="4981129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1" name="pg1781"/>
            <p:cNvSpPr/>
            <p:nvPr/>
          </p:nvSpPr>
          <p:spPr>
            <a:xfrm>
              <a:off x="4992766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2" name="pg1782"/>
            <p:cNvSpPr/>
            <p:nvPr/>
          </p:nvSpPr>
          <p:spPr>
            <a:xfrm>
              <a:off x="5004403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3" name="pg1783"/>
            <p:cNvSpPr/>
            <p:nvPr/>
          </p:nvSpPr>
          <p:spPr>
            <a:xfrm>
              <a:off x="5016041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4" name="pg1784"/>
            <p:cNvSpPr/>
            <p:nvPr/>
          </p:nvSpPr>
          <p:spPr>
            <a:xfrm>
              <a:off x="5027678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5" name="pg1785"/>
            <p:cNvSpPr/>
            <p:nvPr/>
          </p:nvSpPr>
          <p:spPr>
            <a:xfrm>
              <a:off x="5039315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6" name="pg1786"/>
            <p:cNvSpPr/>
            <p:nvPr/>
          </p:nvSpPr>
          <p:spPr>
            <a:xfrm>
              <a:off x="5050953" y="398056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7" name="pg1787"/>
            <p:cNvSpPr/>
            <p:nvPr/>
          </p:nvSpPr>
          <p:spPr>
            <a:xfrm>
              <a:off x="4888030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8" name="pg1788"/>
            <p:cNvSpPr/>
            <p:nvPr/>
          </p:nvSpPr>
          <p:spPr>
            <a:xfrm>
              <a:off x="4899668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9" name="pg1789"/>
            <p:cNvSpPr/>
            <p:nvPr/>
          </p:nvSpPr>
          <p:spPr>
            <a:xfrm>
              <a:off x="4911305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0" name="pg1790"/>
            <p:cNvSpPr/>
            <p:nvPr/>
          </p:nvSpPr>
          <p:spPr>
            <a:xfrm>
              <a:off x="4922942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1" name="pg1791"/>
            <p:cNvSpPr/>
            <p:nvPr/>
          </p:nvSpPr>
          <p:spPr>
            <a:xfrm>
              <a:off x="4934580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2" name="pg1792"/>
            <p:cNvSpPr/>
            <p:nvPr/>
          </p:nvSpPr>
          <p:spPr>
            <a:xfrm>
              <a:off x="4946217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3" name="pg1793"/>
            <p:cNvSpPr/>
            <p:nvPr/>
          </p:nvSpPr>
          <p:spPr>
            <a:xfrm>
              <a:off x="4957854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4" name="pg1794"/>
            <p:cNvSpPr/>
            <p:nvPr/>
          </p:nvSpPr>
          <p:spPr>
            <a:xfrm>
              <a:off x="4969492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5" name="pg1795"/>
            <p:cNvSpPr/>
            <p:nvPr/>
          </p:nvSpPr>
          <p:spPr>
            <a:xfrm>
              <a:off x="4981129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6" name="pg1796"/>
            <p:cNvSpPr/>
            <p:nvPr/>
          </p:nvSpPr>
          <p:spPr>
            <a:xfrm>
              <a:off x="4992766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7" name="pg1797"/>
            <p:cNvSpPr/>
            <p:nvPr/>
          </p:nvSpPr>
          <p:spPr>
            <a:xfrm>
              <a:off x="5004403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8" name="pg1798"/>
            <p:cNvSpPr/>
            <p:nvPr/>
          </p:nvSpPr>
          <p:spPr>
            <a:xfrm>
              <a:off x="5016041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9" name="pg1799"/>
            <p:cNvSpPr/>
            <p:nvPr/>
          </p:nvSpPr>
          <p:spPr>
            <a:xfrm>
              <a:off x="5027678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0" name="pg1800"/>
            <p:cNvSpPr/>
            <p:nvPr/>
          </p:nvSpPr>
          <p:spPr>
            <a:xfrm>
              <a:off x="5039315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1" name="pg1801"/>
            <p:cNvSpPr/>
            <p:nvPr/>
          </p:nvSpPr>
          <p:spPr>
            <a:xfrm>
              <a:off x="5050953" y="399486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2" name="pg1802"/>
            <p:cNvSpPr/>
            <p:nvPr/>
          </p:nvSpPr>
          <p:spPr>
            <a:xfrm>
              <a:off x="4853118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3" name="pg1803"/>
            <p:cNvSpPr/>
            <p:nvPr/>
          </p:nvSpPr>
          <p:spPr>
            <a:xfrm>
              <a:off x="4864756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4" name="pg1804"/>
            <p:cNvSpPr/>
            <p:nvPr/>
          </p:nvSpPr>
          <p:spPr>
            <a:xfrm>
              <a:off x="487639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5" name="pg1805"/>
            <p:cNvSpPr/>
            <p:nvPr/>
          </p:nvSpPr>
          <p:spPr>
            <a:xfrm>
              <a:off x="4888030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6" name="pg1806"/>
            <p:cNvSpPr/>
            <p:nvPr/>
          </p:nvSpPr>
          <p:spPr>
            <a:xfrm>
              <a:off x="4899668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7" name="pg1807"/>
            <p:cNvSpPr/>
            <p:nvPr/>
          </p:nvSpPr>
          <p:spPr>
            <a:xfrm>
              <a:off x="4911305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8" name="pg1808"/>
            <p:cNvSpPr/>
            <p:nvPr/>
          </p:nvSpPr>
          <p:spPr>
            <a:xfrm>
              <a:off x="4922942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9" name="pg1809"/>
            <p:cNvSpPr/>
            <p:nvPr/>
          </p:nvSpPr>
          <p:spPr>
            <a:xfrm>
              <a:off x="4934580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0" name="pg1810"/>
            <p:cNvSpPr/>
            <p:nvPr/>
          </p:nvSpPr>
          <p:spPr>
            <a:xfrm>
              <a:off x="4946217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1" name="pg1811"/>
            <p:cNvSpPr/>
            <p:nvPr/>
          </p:nvSpPr>
          <p:spPr>
            <a:xfrm>
              <a:off x="4957854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2" name="pg1812"/>
            <p:cNvSpPr/>
            <p:nvPr/>
          </p:nvSpPr>
          <p:spPr>
            <a:xfrm>
              <a:off x="4969492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3" name="pg1813"/>
            <p:cNvSpPr/>
            <p:nvPr/>
          </p:nvSpPr>
          <p:spPr>
            <a:xfrm>
              <a:off x="4981129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4" name="pg1814"/>
            <p:cNvSpPr/>
            <p:nvPr/>
          </p:nvSpPr>
          <p:spPr>
            <a:xfrm>
              <a:off x="4992766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5" name="pg1815"/>
            <p:cNvSpPr/>
            <p:nvPr/>
          </p:nvSpPr>
          <p:spPr>
            <a:xfrm>
              <a:off x="5004403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6" name="pg1816"/>
            <p:cNvSpPr/>
            <p:nvPr/>
          </p:nvSpPr>
          <p:spPr>
            <a:xfrm>
              <a:off x="5016041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7" name="pg1817"/>
            <p:cNvSpPr/>
            <p:nvPr/>
          </p:nvSpPr>
          <p:spPr>
            <a:xfrm>
              <a:off x="5027678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8" name="pg1818"/>
            <p:cNvSpPr/>
            <p:nvPr/>
          </p:nvSpPr>
          <p:spPr>
            <a:xfrm>
              <a:off x="5039315" y="40091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9" name="pg1819"/>
            <p:cNvSpPr/>
            <p:nvPr/>
          </p:nvSpPr>
          <p:spPr>
            <a:xfrm>
              <a:off x="4853118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0" name="pg1820"/>
            <p:cNvSpPr/>
            <p:nvPr/>
          </p:nvSpPr>
          <p:spPr>
            <a:xfrm>
              <a:off x="4864756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1" name="pg1821"/>
            <p:cNvSpPr/>
            <p:nvPr/>
          </p:nvSpPr>
          <p:spPr>
            <a:xfrm>
              <a:off x="487639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2" name="pg1822"/>
            <p:cNvSpPr/>
            <p:nvPr/>
          </p:nvSpPr>
          <p:spPr>
            <a:xfrm>
              <a:off x="4888030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3" name="pg1823"/>
            <p:cNvSpPr/>
            <p:nvPr/>
          </p:nvSpPr>
          <p:spPr>
            <a:xfrm>
              <a:off x="4899668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4" name="pg1824"/>
            <p:cNvSpPr/>
            <p:nvPr/>
          </p:nvSpPr>
          <p:spPr>
            <a:xfrm>
              <a:off x="4911305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5" name="pg1825"/>
            <p:cNvSpPr/>
            <p:nvPr/>
          </p:nvSpPr>
          <p:spPr>
            <a:xfrm>
              <a:off x="4922942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6" name="pg1826"/>
            <p:cNvSpPr/>
            <p:nvPr/>
          </p:nvSpPr>
          <p:spPr>
            <a:xfrm>
              <a:off x="4934580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7" name="pg1827"/>
            <p:cNvSpPr/>
            <p:nvPr/>
          </p:nvSpPr>
          <p:spPr>
            <a:xfrm>
              <a:off x="4946217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8" name="pg1828"/>
            <p:cNvSpPr/>
            <p:nvPr/>
          </p:nvSpPr>
          <p:spPr>
            <a:xfrm>
              <a:off x="4957854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9" name="pg1829"/>
            <p:cNvSpPr/>
            <p:nvPr/>
          </p:nvSpPr>
          <p:spPr>
            <a:xfrm>
              <a:off x="4969492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0" name="pg1830"/>
            <p:cNvSpPr/>
            <p:nvPr/>
          </p:nvSpPr>
          <p:spPr>
            <a:xfrm>
              <a:off x="4981129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1" name="pg1831"/>
            <p:cNvSpPr/>
            <p:nvPr/>
          </p:nvSpPr>
          <p:spPr>
            <a:xfrm>
              <a:off x="4992766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2" name="pg1832"/>
            <p:cNvSpPr/>
            <p:nvPr/>
          </p:nvSpPr>
          <p:spPr>
            <a:xfrm>
              <a:off x="5004403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3" name="pg1833"/>
            <p:cNvSpPr/>
            <p:nvPr/>
          </p:nvSpPr>
          <p:spPr>
            <a:xfrm>
              <a:off x="5016041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4" name="pg1834"/>
            <p:cNvSpPr/>
            <p:nvPr/>
          </p:nvSpPr>
          <p:spPr>
            <a:xfrm>
              <a:off x="5027678" y="402346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5" name="pg1835"/>
            <p:cNvSpPr/>
            <p:nvPr/>
          </p:nvSpPr>
          <p:spPr>
            <a:xfrm>
              <a:off x="4853118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6" name="pg1836"/>
            <p:cNvSpPr/>
            <p:nvPr/>
          </p:nvSpPr>
          <p:spPr>
            <a:xfrm>
              <a:off x="4864756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7" name="pg1837"/>
            <p:cNvSpPr/>
            <p:nvPr/>
          </p:nvSpPr>
          <p:spPr>
            <a:xfrm>
              <a:off x="4876393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8" name="pg1838"/>
            <p:cNvSpPr/>
            <p:nvPr/>
          </p:nvSpPr>
          <p:spPr>
            <a:xfrm>
              <a:off x="4888030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9" name="pg1839"/>
            <p:cNvSpPr/>
            <p:nvPr/>
          </p:nvSpPr>
          <p:spPr>
            <a:xfrm>
              <a:off x="4899668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0" name="pg1840"/>
            <p:cNvSpPr/>
            <p:nvPr/>
          </p:nvSpPr>
          <p:spPr>
            <a:xfrm>
              <a:off x="4911305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1" name="pg1841"/>
            <p:cNvSpPr/>
            <p:nvPr/>
          </p:nvSpPr>
          <p:spPr>
            <a:xfrm>
              <a:off x="4922942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2" name="pg1842"/>
            <p:cNvSpPr/>
            <p:nvPr/>
          </p:nvSpPr>
          <p:spPr>
            <a:xfrm>
              <a:off x="4934580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3" name="pg1843"/>
            <p:cNvSpPr/>
            <p:nvPr/>
          </p:nvSpPr>
          <p:spPr>
            <a:xfrm>
              <a:off x="4946217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4" name="pg1844"/>
            <p:cNvSpPr/>
            <p:nvPr/>
          </p:nvSpPr>
          <p:spPr>
            <a:xfrm>
              <a:off x="4957854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5" name="pg1845"/>
            <p:cNvSpPr/>
            <p:nvPr/>
          </p:nvSpPr>
          <p:spPr>
            <a:xfrm>
              <a:off x="4969492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6" name="pg1846"/>
            <p:cNvSpPr/>
            <p:nvPr/>
          </p:nvSpPr>
          <p:spPr>
            <a:xfrm>
              <a:off x="4981129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7" name="pg1847"/>
            <p:cNvSpPr/>
            <p:nvPr/>
          </p:nvSpPr>
          <p:spPr>
            <a:xfrm>
              <a:off x="4992766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8" name="pg1848"/>
            <p:cNvSpPr/>
            <p:nvPr/>
          </p:nvSpPr>
          <p:spPr>
            <a:xfrm>
              <a:off x="5004403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9" name="pg1849"/>
            <p:cNvSpPr/>
            <p:nvPr/>
          </p:nvSpPr>
          <p:spPr>
            <a:xfrm>
              <a:off x="5016041" y="40377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0" name="pg1850"/>
            <p:cNvSpPr/>
            <p:nvPr/>
          </p:nvSpPr>
          <p:spPr>
            <a:xfrm>
              <a:off x="4853118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1" name="pg1851"/>
            <p:cNvSpPr/>
            <p:nvPr/>
          </p:nvSpPr>
          <p:spPr>
            <a:xfrm>
              <a:off x="4864756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2" name="pg1852"/>
            <p:cNvSpPr/>
            <p:nvPr/>
          </p:nvSpPr>
          <p:spPr>
            <a:xfrm>
              <a:off x="4876393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3" name="pg1853"/>
            <p:cNvSpPr/>
            <p:nvPr/>
          </p:nvSpPr>
          <p:spPr>
            <a:xfrm>
              <a:off x="4888030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4" name="pg1854"/>
            <p:cNvSpPr/>
            <p:nvPr/>
          </p:nvSpPr>
          <p:spPr>
            <a:xfrm>
              <a:off x="4899668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5" name="pg1855"/>
            <p:cNvSpPr/>
            <p:nvPr/>
          </p:nvSpPr>
          <p:spPr>
            <a:xfrm>
              <a:off x="4911305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6" name="pg1856"/>
            <p:cNvSpPr/>
            <p:nvPr/>
          </p:nvSpPr>
          <p:spPr>
            <a:xfrm>
              <a:off x="4922942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7" name="pg1857"/>
            <p:cNvSpPr/>
            <p:nvPr/>
          </p:nvSpPr>
          <p:spPr>
            <a:xfrm>
              <a:off x="4934580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8" name="pg1858"/>
            <p:cNvSpPr/>
            <p:nvPr/>
          </p:nvSpPr>
          <p:spPr>
            <a:xfrm>
              <a:off x="4946217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9" name="pg1859"/>
            <p:cNvSpPr/>
            <p:nvPr/>
          </p:nvSpPr>
          <p:spPr>
            <a:xfrm>
              <a:off x="4957854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0" name="pg1860"/>
            <p:cNvSpPr/>
            <p:nvPr/>
          </p:nvSpPr>
          <p:spPr>
            <a:xfrm>
              <a:off x="4969492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1" name="pg1861"/>
            <p:cNvSpPr/>
            <p:nvPr/>
          </p:nvSpPr>
          <p:spPr>
            <a:xfrm>
              <a:off x="4981129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2" name="pg1862"/>
            <p:cNvSpPr/>
            <p:nvPr/>
          </p:nvSpPr>
          <p:spPr>
            <a:xfrm>
              <a:off x="4992766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3" name="pg1863"/>
            <p:cNvSpPr/>
            <p:nvPr/>
          </p:nvSpPr>
          <p:spPr>
            <a:xfrm>
              <a:off x="5004403" y="405206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4" name="pg1864"/>
            <p:cNvSpPr/>
            <p:nvPr/>
          </p:nvSpPr>
          <p:spPr>
            <a:xfrm>
              <a:off x="4841481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5" name="pg1865"/>
            <p:cNvSpPr/>
            <p:nvPr/>
          </p:nvSpPr>
          <p:spPr>
            <a:xfrm>
              <a:off x="4853118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6" name="pg1866"/>
            <p:cNvSpPr/>
            <p:nvPr/>
          </p:nvSpPr>
          <p:spPr>
            <a:xfrm>
              <a:off x="4864756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7" name="pg1867"/>
            <p:cNvSpPr/>
            <p:nvPr/>
          </p:nvSpPr>
          <p:spPr>
            <a:xfrm>
              <a:off x="4876393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8" name="pg1868"/>
            <p:cNvSpPr/>
            <p:nvPr/>
          </p:nvSpPr>
          <p:spPr>
            <a:xfrm>
              <a:off x="4888030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9" name="pg1869"/>
            <p:cNvSpPr/>
            <p:nvPr/>
          </p:nvSpPr>
          <p:spPr>
            <a:xfrm>
              <a:off x="4899668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0" name="pg1870"/>
            <p:cNvSpPr/>
            <p:nvPr/>
          </p:nvSpPr>
          <p:spPr>
            <a:xfrm>
              <a:off x="4911305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1" name="pg1871"/>
            <p:cNvSpPr/>
            <p:nvPr/>
          </p:nvSpPr>
          <p:spPr>
            <a:xfrm>
              <a:off x="4922942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2" name="pg1872"/>
            <p:cNvSpPr/>
            <p:nvPr/>
          </p:nvSpPr>
          <p:spPr>
            <a:xfrm>
              <a:off x="4934580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3" name="pg1873"/>
            <p:cNvSpPr/>
            <p:nvPr/>
          </p:nvSpPr>
          <p:spPr>
            <a:xfrm>
              <a:off x="4946217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4" name="pg1874"/>
            <p:cNvSpPr/>
            <p:nvPr/>
          </p:nvSpPr>
          <p:spPr>
            <a:xfrm>
              <a:off x="4957854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5" name="pg1875"/>
            <p:cNvSpPr/>
            <p:nvPr/>
          </p:nvSpPr>
          <p:spPr>
            <a:xfrm>
              <a:off x="4969492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6" name="pg1876"/>
            <p:cNvSpPr/>
            <p:nvPr/>
          </p:nvSpPr>
          <p:spPr>
            <a:xfrm>
              <a:off x="4981129" y="406636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7" name="pg1877"/>
            <p:cNvSpPr/>
            <p:nvPr/>
          </p:nvSpPr>
          <p:spPr>
            <a:xfrm>
              <a:off x="4841481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8" name="pg1878"/>
            <p:cNvSpPr/>
            <p:nvPr/>
          </p:nvSpPr>
          <p:spPr>
            <a:xfrm>
              <a:off x="4853118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9" name="pg1879"/>
            <p:cNvSpPr/>
            <p:nvPr/>
          </p:nvSpPr>
          <p:spPr>
            <a:xfrm>
              <a:off x="4864756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0" name="pg1880"/>
            <p:cNvSpPr/>
            <p:nvPr/>
          </p:nvSpPr>
          <p:spPr>
            <a:xfrm>
              <a:off x="4876393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1" name="pg1881"/>
            <p:cNvSpPr/>
            <p:nvPr/>
          </p:nvSpPr>
          <p:spPr>
            <a:xfrm>
              <a:off x="4888030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2" name="pg1882"/>
            <p:cNvSpPr/>
            <p:nvPr/>
          </p:nvSpPr>
          <p:spPr>
            <a:xfrm>
              <a:off x="4899668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3" name="pg1883"/>
            <p:cNvSpPr/>
            <p:nvPr/>
          </p:nvSpPr>
          <p:spPr>
            <a:xfrm>
              <a:off x="4911305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4" name="pg1884"/>
            <p:cNvSpPr/>
            <p:nvPr/>
          </p:nvSpPr>
          <p:spPr>
            <a:xfrm>
              <a:off x="4922942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5" name="pg1885"/>
            <p:cNvSpPr/>
            <p:nvPr/>
          </p:nvSpPr>
          <p:spPr>
            <a:xfrm>
              <a:off x="4934580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6" name="pg1886"/>
            <p:cNvSpPr/>
            <p:nvPr/>
          </p:nvSpPr>
          <p:spPr>
            <a:xfrm>
              <a:off x="4946217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7" name="pg1887"/>
            <p:cNvSpPr/>
            <p:nvPr/>
          </p:nvSpPr>
          <p:spPr>
            <a:xfrm>
              <a:off x="4957854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6">
                <a:alpha val="100000"/>
              </a:srgbClr>
            </a:solidFill>
            <a:ln w="5420" cap="flat">
              <a:solidFill>
                <a:srgbClr val="3A58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8" name="pg1888"/>
            <p:cNvSpPr/>
            <p:nvPr/>
          </p:nvSpPr>
          <p:spPr>
            <a:xfrm>
              <a:off x="4969492" y="40806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9" name="pg1889"/>
            <p:cNvSpPr/>
            <p:nvPr/>
          </p:nvSpPr>
          <p:spPr>
            <a:xfrm>
              <a:off x="4841481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0" name="pg1890"/>
            <p:cNvSpPr/>
            <p:nvPr/>
          </p:nvSpPr>
          <p:spPr>
            <a:xfrm>
              <a:off x="4853118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1" name="pg1891"/>
            <p:cNvSpPr/>
            <p:nvPr/>
          </p:nvSpPr>
          <p:spPr>
            <a:xfrm>
              <a:off x="4864756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2" name="pg1892"/>
            <p:cNvSpPr/>
            <p:nvPr/>
          </p:nvSpPr>
          <p:spPr>
            <a:xfrm>
              <a:off x="4876393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3" name="pg1893"/>
            <p:cNvSpPr/>
            <p:nvPr/>
          </p:nvSpPr>
          <p:spPr>
            <a:xfrm>
              <a:off x="4888030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4" name="pg1894"/>
            <p:cNvSpPr/>
            <p:nvPr/>
          </p:nvSpPr>
          <p:spPr>
            <a:xfrm>
              <a:off x="4899668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5" name="pg1895"/>
            <p:cNvSpPr/>
            <p:nvPr/>
          </p:nvSpPr>
          <p:spPr>
            <a:xfrm>
              <a:off x="4911305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6" name="pg1896"/>
            <p:cNvSpPr/>
            <p:nvPr/>
          </p:nvSpPr>
          <p:spPr>
            <a:xfrm>
              <a:off x="4922942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7" name="pg1897"/>
            <p:cNvSpPr/>
            <p:nvPr/>
          </p:nvSpPr>
          <p:spPr>
            <a:xfrm>
              <a:off x="4934580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8" name="pg1898"/>
            <p:cNvSpPr/>
            <p:nvPr/>
          </p:nvSpPr>
          <p:spPr>
            <a:xfrm>
              <a:off x="4946217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9" name="pg1899"/>
            <p:cNvSpPr/>
            <p:nvPr/>
          </p:nvSpPr>
          <p:spPr>
            <a:xfrm>
              <a:off x="4957854" y="409496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0" name="pg1900"/>
            <p:cNvSpPr/>
            <p:nvPr/>
          </p:nvSpPr>
          <p:spPr>
            <a:xfrm>
              <a:off x="4818206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1" name="pg1901"/>
            <p:cNvSpPr/>
            <p:nvPr/>
          </p:nvSpPr>
          <p:spPr>
            <a:xfrm>
              <a:off x="4829844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2" name="pg1902"/>
            <p:cNvSpPr/>
            <p:nvPr/>
          </p:nvSpPr>
          <p:spPr>
            <a:xfrm>
              <a:off x="4841481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3" name="pg1903"/>
            <p:cNvSpPr/>
            <p:nvPr/>
          </p:nvSpPr>
          <p:spPr>
            <a:xfrm>
              <a:off x="4853118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4" name="pg1904"/>
            <p:cNvSpPr/>
            <p:nvPr/>
          </p:nvSpPr>
          <p:spPr>
            <a:xfrm>
              <a:off x="4864756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5" name="pg1905"/>
            <p:cNvSpPr/>
            <p:nvPr/>
          </p:nvSpPr>
          <p:spPr>
            <a:xfrm>
              <a:off x="4876393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6" name="pg1906"/>
            <p:cNvSpPr/>
            <p:nvPr/>
          </p:nvSpPr>
          <p:spPr>
            <a:xfrm>
              <a:off x="4888030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7" name="pg1907"/>
            <p:cNvSpPr/>
            <p:nvPr/>
          </p:nvSpPr>
          <p:spPr>
            <a:xfrm>
              <a:off x="4899668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8" name="pg1908"/>
            <p:cNvSpPr/>
            <p:nvPr/>
          </p:nvSpPr>
          <p:spPr>
            <a:xfrm>
              <a:off x="4911305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9" name="pg1909"/>
            <p:cNvSpPr/>
            <p:nvPr/>
          </p:nvSpPr>
          <p:spPr>
            <a:xfrm>
              <a:off x="4922942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0" name="pg1910"/>
            <p:cNvSpPr/>
            <p:nvPr/>
          </p:nvSpPr>
          <p:spPr>
            <a:xfrm>
              <a:off x="4934580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1" name="pg1911"/>
            <p:cNvSpPr/>
            <p:nvPr/>
          </p:nvSpPr>
          <p:spPr>
            <a:xfrm>
              <a:off x="4946217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2" name="pg1912"/>
            <p:cNvSpPr/>
            <p:nvPr/>
          </p:nvSpPr>
          <p:spPr>
            <a:xfrm>
              <a:off x="4957854" y="41092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3" name="pg1913"/>
            <p:cNvSpPr/>
            <p:nvPr/>
          </p:nvSpPr>
          <p:spPr>
            <a:xfrm>
              <a:off x="4806569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4" name="pg1914"/>
            <p:cNvSpPr/>
            <p:nvPr/>
          </p:nvSpPr>
          <p:spPr>
            <a:xfrm>
              <a:off x="4818206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5" name="pg1915"/>
            <p:cNvSpPr/>
            <p:nvPr/>
          </p:nvSpPr>
          <p:spPr>
            <a:xfrm>
              <a:off x="4829844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6" name="pg1916"/>
            <p:cNvSpPr/>
            <p:nvPr/>
          </p:nvSpPr>
          <p:spPr>
            <a:xfrm>
              <a:off x="4841481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7" name="pg1917"/>
            <p:cNvSpPr/>
            <p:nvPr/>
          </p:nvSpPr>
          <p:spPr>
            <a:xfrm>
              <a:off x="4853118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8" name="pg1918"/>
            <p:cNvSpPr/>
            <p:nvPr/>
          </p:nvSpPr>
          <p:spPr>
            <a:xfrm>
              <a:off x="4864756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9" name="pg1919"/>
            <p:cNvSpPr/>
            <p:nvPr/>
          </p:nvSpPr>
          <p:spPr>
            <a:xfrm>
              <a:off x="4876393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0" name="pg1920"/>
            <p:cNvSpPr/>
            <p:nvPr/>
          </p:nvSpPr>
          <p:spPr>
            <a:xfrm>
              <a:off x="4888030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1" name="pg1921"/>
            <p:cNvSpPr/>
            <p:nvPr/>
          </p:nvSpPr>
          <p:spPr>
            <a:xfrm>
              <a:off x="4899668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2" name="pg1922"/>
            <p:cNvSpPr/>
            <p:nvPr/>
          </p:nvSpPr>
          <p:spPr>
            <a:xfrm>
              <a:off x="4911305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3" name="pg1923"/>
            <p:cNvSpPr/>
            <p:nvPr/>
          </p:nvSpPr>
          <p:spPr>
            <a:xfrm>
              <a:off x="4922942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4" name="pg1924"/>
            <p:cNvSpPr/>
            <p:nvPr/>
          </p:nvSpPr>
          <p:spPr>
            <a:xfrm>
              <a:off x="4934580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5" name="pg1925"/>
            <p:cNvSpPr/>
            <p:nvPr/>
          </p:nvSpPr>
          <p:spPr>
            <a:xfrm>
              <a:off x="4946217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6" name="pg1926"/>
            <p:cNvSpPr/>
            <p:nvPr/>
          </p:nvSpPr>
          <p:spPr>
            <a:xfrm>
              <a:off x="4957854" y="412357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7" name="pg1927"/>
            <p:cNvSpPr/>
            <p:nvPr/>
          </p:nvSpPr>
          <p:spPr>
            <a:xfrm>
              <a:off x="4806569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8" name="pg1928"/>
            <p:cNvSpPr/>
            <p:nvPr/>
          </p:nvSpPr>
          <p:spPr>
            <a:xfrm>
              <a:off x="4818206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9" name="pg1929"/>
            <p:cNvSpPr/>
            <p:nvPr/>
          </p:nvSpPr>
          <p:spPr>
            <a:xfrm>
              <a:off x="4829844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0" name="pg1930"/>
            <p:cNvSpPr/>
            <p:nvPr/>
          </p:nvSpPr>
          <p:spPr>
            <a:xfrm>
              <a:off x="4841481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1" name="pg1931"/>
            <p:cNvSpPr/>
            <p:nvPr/>
          </p:nvSpPr>
          <p:spPr>
            <a:xfrm>
              <a:off x="4853118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2" name="pg1932"/>
            <p:cNvSpPr/>
            <p:nvPr/>
          </p:nvSpPr>
          <p:spPr>
            <a:xfrm>
              <a:off x="4864756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3" name="pg1933"/>
            <p:cNvSpPr/>
            <p:nvPr/>
          </p:nvSpPr>
          <p:spPr>
            <a:xfrm>
              <a:off x="4876393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4" name="pg1934"/>
            <p:cNvSpPr/>
            <p:nvPr/>
          </p:nvSpPr>
          <p:spPr>
            <a:xfrm>
              <a:off x="4888030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5" name="pg1935"/>
            <p:cNvSpPr/>
            <p:nvPr/>
          </p:nvSpPr>
          <p:spPr>
            <a:xfrm>
              <a:off x="4899668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6" name="pg1936"/>
            <p:cNvSpPr/>
            <p:nvPr/>
          </p:nvSpPr>
          <p:spPr>
            <a:xfrm>
              <a:off x="4911305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7" name="pg1937"/>
            <p:cNvSpPr/>
            <p:nvPr/>
          </p:nvSpPr>
          <p:spPr>
            <a:xfrm>
              <a:off x="4922942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8" name="pg1938"/>
            <p:cNvSpPr/>
            <p:nvPr/>
          </p:nvSpPr>
          <p:spPr>
            <a:xfrm>
              <a:off x="4934580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9" name="pg1939"/>
            <p:cNvSpPr/>
            <p:nvPr/>
          </p:nvSpPr>
          <p:spPr>
            <a:xfrm>
              <a:off x="4946217" y="413787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0" name="pg1940"/>
            <p:cNvSpPr/>
            <p:nvPr/>
          </p:nvSpPr>
          <p:spPr>
            <a:xfrm>
              <a:off x="4794932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1" name="pg1941"/>
            <p:cNvSpPr/>
            <p:nvPr/>
          </p:nvSpPr>
          <p:spPr>
            <a:xfrm>
              <a:off x="4806569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2" name="pg1942"/>
            <p:cNvSpPr/>
            <p:nvPr/>
          </p:nvSpPr>
          <p:spPr>
            <a:xfrm>
              <a:off x="4818206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3" name="pg1943"/>
            <p:cNvSpPr/>
            <p:nvPr/>
          </p:nvSpPr>
          <p:spPr>
            <a:xfrm>
              <a:off x="4829844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4" name="pg1944"/>
            <p:cNvSpPr/>
            <p:nvPr/>
          </p:nvSpPr>
          <p:spPr>
            <a:xfrm>
              <a:off x="4841481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5" name="pg1945"/>
            <p:cNvSpPr/>
            <p:nvPr/>
          </p:nvSpPr>
          <p:spPr>
            <a:xfrm>
              <a:off x="4853118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6" name="pg1946"/>
            <p:cNvSpPr/>
            <p:nvPr/>
          </p:nvSpPr>
          <p:spPr>
            <a:xfrm>
              <a:off x="4864756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7" name="pg1947"/>
            <p:cNvSpPr/>
            <p:nvPr/>
          </p:nvSpPr>
          <p:spPr>
            <a:xfrm>
              <a:off x="4876393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8" name="pg1948"/>
            <p:cNvSpPr/>
            <p:nvPr/>
          </p:nvSpPr>
          <p:spPr>
            <a:xfrm>
              <a:off x="4888030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9" name="pg1949"/>
            <p:cNvSpPr/>
            <p:nvPr/>
          </p:nvSpPr>
          <p:spPr>
            <a:xfrm>
              <a:off x="4899668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0" name="pg1950"/>
            <p:cNvSpPr/>
            <p:nvPr/>
          </p:nvSpPr>
          <p:spPr>
            <a:xfrm>
              <a:off x="4911305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1" name="pg1951"/>
            <p:cNvSpPr/>
            <p:nvPr/>
          </p:nvSpPr>
          <p:spPr>
            <a:xfrm>
              <a:off x="4922942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2" name="pg1952"/>
            <p:cNvSpPr/>
            <p:nvPr/>
          </p:nvSpPr>
          <p:spPr>
            <a:xfrm>
              <a:off x="4934580" y="41521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3" name="pg1953"/>
            <p:cNvSpPr/>
            <p:nvPr/>
          </p:nvSpPr>
          <p:spPr>
            <a:xfrm>
              <a:off x="4783294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4" name="pg1954"/>
            <p:cNvSpPr/>
            <p:nvPr/>
          </p:nvSpPr>
          <p:spPr>
            <a:xfrm>
              <a:off x="4794932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5" name="pg1955"/>
            <p:cNvSpPr/>
            <p:nvPr/>
          </p:nvSpPr>
          <p:spPr>
            <a:xfrm>
              <a:off x="4806569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6" name="pg1956"/>
            <p:cNvSpPr/>
            <p:nvPr/>
          </p:nvSpPr>
          <p:spPr>
            <a:xfrm>
              <a:off x="4818206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7" name="pg1957"/>
            <p:cNvSpPr/>
            <p:nvPr/>
          </p:nvSpPr>
          <p:spPr>
            <a:xfrm>
              <a:off x="4829844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8" name="pg1958"/>
            <p:cNvSpPr/>
            <p:nvPr/>
          </p:nvSpPr>
          <p:spPr>
            <a:xfrm>
              <a:off x="4841481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9" name="pg1959"/>
            <p:cNvSpPr/>
            <p:nvPr/>
          </p:nvSpPr>
          <p:spPr>
            <a:xfrm>
              <a:off x="4853118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0" name="pg1960"/>
            <p:cNvSpPr/>
            <p:nvPr/>
          </p:nvSpPr>
          <p:spPr>
            <a:xfrm>
              <a:off x="4864756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1" name="pg1961"/>
            <p:cNvSpPr/>
            <p:nvPr/>
          </p:nvSpPr>
          <p:spPr>
            <a:xfrm>
              <a:off x="4876393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2" name="pg1962"/>
            <p:cNvSpPr/>
            <p:nvPr/>
          </p:nvSpPr>
          <p:spPr>
            <a:xfrm>
              <a:off x="4888030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3" name="pg1963"/>
            <p:cNvSpPr/>
            <p:nvPr/>
          </p:nvSpPr>
          <p:spPr>
            <a:xfrm>
              <a:off x="4899668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4" name="pg1964"/>
            <p:cNvSpPr/>
            <p:nvPr/>
          </p:nvSpPr>
          <p:spPr>
            <a:xfrm>
              <a:off x="4911305" y="416647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5" name="pg1965"/>
            <p:cNvSpPr/>
            <p:nvPr/>
          </p:nvSpPr>
          <p:spPr>
            <a:xfrm>
              <a:off x="4760020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6" name="pg1966"/>
            <p:cNvSpPr/>
            <p:nvPr/>
          </p:nvSpPr>
          <p:spPr>
            <a:xfrm>
              <a:off x="4771657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7" name="pg1967"/>
            <p:cNvSpPr/>
            <p:nvPr/>
          </p:nvSpPr>
          <p:spPr>
            <a:xfrm>
              <a:off x="4783294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8" name="pg1968"/>
            <p:cNvSpPr/>
            <p:nvPr/>
          </p:nvSpPr>
          <p:spPr>
            <a:xfrm>
              <a:off x="4794932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344">
                <a:alpha val="100000"/>
              </a:srgbClr>
            </a:solidFill>
            <a:ln w="5420" cap="flat">
              <a:solidFill>
                <a:srgbClr val="30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9" name="pg1969"/>
            <p:cNvSpPr/>
            <p:nvPr/>
          </p:nvSpPr>
          <p:spPr>
            <a:xfrm>
              <a:off x="4806569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0" name="pg1970"/>
            <p:cNvSpPr/>
            <p:nvPr/>
          </p:nvSpPr>
          <p:spPr>
            <a:xfrm>
              <a:off x="4818206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1" name="pg1971"/>
            <p:cNvSpPr/>
            <p:nvPr/>
          </p:nvSpPr>
          <p:spPr>
            <a:xfrm>
              <a:off x="4829844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2" name="pg1972"/>
            <p:cNvSpPr/>
            <p:nvPr/>
          </p:nvSpPr>
          <p:spPr>
            <a:xfrm>
              <a:off x="4841481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3" name="pg1973"/>
            <p:cNvSpPr/>
            <p:nvPr/>
          </p:nvSpPr>
          <p:spPr>
            <a:xfrm>
              <a:off x="4853118" y="41807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4" name="pg1974"/>
            <p:cNvSpPr/>
            <p:nvPr/>
          </p:nvSpPr>
          <p:spPr>
            <a:xfrm>
              <a:off x="4748382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5" name="pg1975"/>
            <p:cNvSpPr/>
            <p:nvPr/>
          </p:nvSpPr>
          <p:spPr>
            <a:xfrm>
              <a:off x="4760020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6" name="pg1976"/>
            <p:cNvSpPr/>
            <p:nvPr/>
          </p:nvSpPr>
          <p:spPr>
            <a:xfrm>
              <a:off x="4771657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7" name="pg1977"/>
            <p:cNvSpPr/>
            <p:nvPr/>
          </p:nvSpPr>
          <p:spPr>
            <a:xfrm>
              <a:off x="4783294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8" name="pg1978"/>
            <p:cNvSpPr/>
            <p:nvPr/>
          </p:nvSpPr>
          <p:spPr>
            <a:xfrm>
              <a:off x="4794932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40">
                <a:alpha val="100000"/>
              </a:srgbClr>
            </a:solidFill>
            <a:ln w="5420" cap="flat">
              <a:solidFill>
                <a:srgbClr val="2D21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9" name="pg1979"/>
            <p:cNvSpPr/>
            <p:nvPr/>
          </p:nvSpPr>
          <p:spPr>
            <a:xfrm>
              <a:off x="4806569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0" name="pg1980"/>
            <p:cNvSpPr/>
            <p:nvPr/>
          </p:nvSpPr>
          <p:spPr>
            <a:xfrm>
              <a:off x="4818206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1" name="pg1981"/>
            <p:cNvSpPr/>
            <p:nvPr/>
          </p:nvSpPr>
          <p:spPr>
            <a:xfrm>
              <a:off x="4829844" y="419507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2" name="pg1982"/>
            <p:cNvSpPr/>
            <p:nvPr/>
          </p:nvSpPr>
          <p:spPr>
            <a:xfrm>
              <a:off x="4725108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3" name="pg1983"/>
            <p:cNvSpPr/>
            <p:nvPr/>
          </p:nvSpPr>
          <p:spPr>
            <a:xfrm>
              <a:off x="4736745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4" name="pg1984"/>
            <p:cNvSpPr/>
            <p:nvPr/>
          </p:nvSpPr>
          <p:spPr>
            <a:xfrm>
              <a:off x="4748382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5" name="pg1985"/>
            <p:cNvSpPr/>
            <p:nvPr/>
          </p:nvSpPr>
          <p:spPr>
            <a:xfrm>
              <a:off x="4760020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6" name="pg1986"/>
            <p:cNvSpPr/>
            <p:nvPr/>
          </p:nvSpPr>
          <p:spPr>
            <a:xfrm>
              <a:off x="4771657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7" name="pg1987"/>
            <p:cNvSpPr/>
            <p:nvPr/>
          </p:nvSpPr>
          <p:spPr>
            <a:xfrm>
              <a:off x="4783294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B">
                <a:alpha val="100000"/>
              </a:srgbClr>
            </a:solidFill>
            <a:ln w="5420" cap="flat">
              <a:solidFill>
                <a:srgbClr val="2B20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8" name="pg1988"/>
            <p:cNvSpPr/>
            <p:nvPr/>
          </p:nvSpPr>
          <p:spPr>
            <a:xfrm>
              <a:off x="4794932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9" name="pg1989"/>
            <p:cNvSpPr/>
            <p:nvPr/>
          </p:nvSpPr>
          <p:spPr>
            <a:xfrm>
              <a:off x="4806569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0" name="pg1990"/>
            <p:cNvSpPr/>
            <p:nvPr/>
          </p:nvSpPr>
          <p:spPr>
            <a:xfrm>
              <a:off x="4818206" y="420937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1" name="pg1991"/>
            <p:cNvSpPr/>
            <p:nvPr/>
          </p:nvSpPr>
          <p:spPr>
            <a:xfrm>
              <a:off x="4690196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2" name="pg1992"/>
            <p:cNvSpPr/>
            <p:nvPr/>
          </p:nvSpPr>
          <p:spPr>
            <a:xfrm>
              <a:off x="4701833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3" name="pg1993"/>
            <p:cNvSpPr/>
            <p:nvPr/>
          </p:nvSpPr>
          <p:spPr>
            <a:xfrm>
              <a:off x="4713470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4" name="pg1994"/>
            <p:cNvSpPr/>
            <p:nvPr/>
          </p:nvSpPr>
          <p:spPr>
            <a:xfrm>
              <a:off x="4725108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5" name="pg1995"/>
            <p:cNvSpPr/>
            <p:nvPr/>
          </p:nvSpPr>
          <p:spPr>
            <a:xfrm>
              <a:off x="4736745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6" name="pg1996"/>
            <p:cNvSpPr/>
            <p:nvPr/>
          </p:nvSpPr>
          <p:spPr>
            <a:xfrm>
              <a:off x="4748382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344">
                <a:alpha val="100000"/>
              </a:srgbClr>
            </a:solidFill>
            <a:ln w="5420" cap="flat">
              <a:solidFill>
                <a:srgbClr val="30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7" name="pg1997"/>
            <p:cNvSpPr/>
            <p:nvPr/>
          </p:nvSpPr>
          <p:spPr>
            <a:xfrm>
              <a:off x="4760020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8" name="pg1998"/>
            <p:cNvSpPr/>
            <p:nvPr/>
          </p:nvSpPr>
          <p:spPr>
            <a:xfrm>
              <a:off x="4771657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9" name="pg1999"/>
            <p:cNvSpPr/>
            <p:nvPr/>
          </p:nvSpPr>
          <p:spPr>
            <a:xfrm>
              <a:off x="4783294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B">
                <a:alpha val="100000"/>
              </a:srgbClr>
            </a:solidFill>
            <a:ln w="5420" cap="flat">
              <a:solidFill>
                <a:srgbClr val="2B20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0" name="pg2000"/>
            <p:cNvSpPr/>
            <p:nvPr/>
          </p:nvSpPr>
          <p:spPr>
            <a:xfrm>
              <a:off x="4794932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D">
                <a:alpha val="100000"/>
              </a:srgbClr>
            </a:solidFill>
            <a:ln w="5420" cap="flat">
              <a:solidFill>
                <a:srgbClr val="2B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1" name="pg2001"/>
            <p:cNvSpPr/>
            <p:nvPr/>
          </p:nvSpPr>
          <p:spPr>
            <a:xfrm>
              <a:off x="4806569" y="42236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40">
                <a:alpha val="100000"/>
              </a:srgbClr>
            </a:solidFill>
            <a:ln w="5420" cap="flat">
              <a:solidFill>
                <a:srgbClr val="2D21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2" name="pg2002"/>
            <p:cNvSpPr/>
            <p:nvPr/>
          </p:nvSpPr>
          <p:spPr>
            <a:xfrm>
              <a:off x="4666921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3" name="pg2003"/>
            <p:cNvSpPr/>
            <p:nvPr/>
          </p:nvSpPr>
          <p:spPr>
            <a:xfrm>
              <a:off x="4678558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4" name="pg2004"/>
            <p:cNvSpPr/>
            <p:nvPr/>
          </p:nvSpPr>
          <p:spPr>
            <a:xfrm>
              <a:off x="4690196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5" name="pg2005"/>
            <p:cNvSpPr/>
            <p:nvPr/>
          </p:nvSpPr>
          <p:spPr>
            <a:xfrm>
              <a:off x="4701833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6" name="pg2006"/>
            <p:cNvSpPr/>
            <p:nvPr/>
          </p:nvSpPr>
          <p:spPr>
            <a:xfrm>
              <a:off x="4713470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7" name="pg2007"/>
            <p:cNvSpPr/>
            <p:nvPr/>
          </p:nvSpPr>
          <p:spPr>
            <a:xfrm>
              <a:off x="4725108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8" name="pg2008"/>
            <p:cNvSpPr/>
            <p:nvPr/>
          </p:nvSpPr>
          <p:spPr>
            <a:xfrm>
              <a:off x="4736745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9" name="pg2009"/>
            <p:cNvSpPr/>
            <p:nvPr/>
          </p:nvSpPr>
          <p:spPr>
            <a:xfrm>
              <a:off x="4748382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0" name="pg2010"/>
            <p:cNvSpPr/>
            <p:nvPr/>
          </p:nvSpPr>
          <p:spPr>
            <a:xfrm>
              <a:off x="4760020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1" name="pg2011"/>
            <p:cNvSpPr/>
            <p:nvPr/>
          </p:nvSpPr>
          <p:spPr>
            <a:xfrm>
              <a:off x="4771657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2" name="pg2012"/>
            <p:cNvSpPr/>
            <p:nvPr/>
          </p:nvSpPr>
          <p:spPr>
            <a:xfrm>
              <a:off x="4783294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3" name="pg2013"/>
            <p:cNvSpPr/>
            <p:nvPr/>
          </p:nvSpPr>
          <p:spPr>
            <a:xfrm>
              <a:off x="4794932" y="423797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4" name="pg2014"/>
            <p:cNvSpPr/>
            <p:nvPr/>
          </p:nvSpPr>
          <p:spPr>
            <a:xfrm>
              <a:off x="4655284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5" name="pg2015"/>
            <p:cNvSpPr/>
            <p:nvPr/>
          </p:nvSpPr>
          <p:spPr>
            <a:xfrm>
              <a:off x="4666921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6" name="pg2016"/>
            <p:cNvSpPr/>
            <p:nvPr/>
          </p:nvSpPr>
          <p:spPr>
            <a:xfrm>
              <a:off x="4678558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7" name="pg2017"/>
            <p:cNvSpPr/>
            <p:nvPr/>
          </p:nvSpPr>
          <p:spPr>
            <a:xfrm>
              <a:off x="4690196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8" name="pg2018"/>
            <p:cNvSpPr/>
            <p:nvPr/>
          </p:nvSpPr>
          <p:spPr>
            <a:xfrm>
              <a:off x="4701833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9" name="pg2019"/>
            <p:cNvSpPr/>
            <p:nvPr/>
          </p:nvSpPr>
          <p:spPr>
            <a:xfrm>
              <a:off x="4713470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0" name="pg2020"/>
            <p:cNvSpPr/>
            <p:nvPr/>
          </p:nvSpPr>
          <p:spPr>
            <a:xfrm>
              <a:off x="4725108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1" name="pg2021"/>
            <p:cNvSpPr/>
            <p:nvPr/>
          </p:nvSpPr>
          <p:spPr>
            <a:xfrm>
              <a:off x="4736745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2" name="pg2022"/>
            <p:cNvSpPr/>
            <p:nvPr/>
          </p:nvSpPr>
          <p:spPr>
            <a:xfrm>
              <a:off x="4748382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3" name="pg2023"/>
            <p:cNvSpPr/>
            <p:nvPr/>
          </p:nvSpPr>
          <p:spPr>
            <a:xfrm>
              <a:off x="4760020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4" name="pg2024"/>
            <p:cNvSpPr/>
            <p:nvPr/>
          </p:nvSpPr>
          <p:spPr>
            <a:xfrm>
              <a:off x="4771657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5" name="pg2025"/>
            <p:cNvSpPr/>
            <p:nvPr/>
          </p:nvSpPr>
          <p:spPr>
            <a:xfrm>
              <a:off x="4783294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6" name="pg2026"/>
            <p:cNvSpPr/>
            <p:nvPr/>
          </p:nvSpPr>
          <p:spPr>
            <a:xfrm>
              <a:off x="4794932" y="42522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7" name="pg2027"/>
            <p:cNvSpPr/>
            <p:nvPr/>
          </p:nvSpPr>
          <p:spPr>
            <a:xfrm>
              <a:off x="4643646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8" name="pg2028"/>
            <p:cNvSpPr/>
            <p:nvPr/>
          </p:nvSpPr>
          <p:spPr>
            <a:xfrm>
              <a:off x="4655284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9" name="pg2029"/>
            <p:cNvSpPr/>
            <p:nvPr/>
          </p:nvSpPr>
          <p:spPr>
            <a:xfrm>
              <a:off x="4666921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0" name="pg2030"/>
            <p:cNvSpPr/>
            <p:nvPr/>
          </p:nvSpPr>
          <p:spPr>
            <a:xfrm>
              <a:off x="4678558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1" name="pg2031"/>
            <p:cNvSpPr/>
            <p:nvPr/>
          </p:nvSpPr>
          <p:spPr>
            <a:xfrm>
              <a:off x="4690196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2" name="pg2032"/>
            <p:cNvSpPr/>
            <p:nvPr/>
          </p:nvSpPr>
          <p:spPr>
            <a:xfrm>
              <a:off x="4701833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3" name="pg2033"/>
            <p:cNvSpPr/>
            <p:nvPr/>
          </p:nvSpPr>
          <p:spPr>
            <a:xfrm>
              <a:off x="4713470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4" name="pg2034"/>
            <p:cNvSpPr/>
            <p:nvPr/>
          </p:nvSpPr>
          <p:spPr>
            <a:xfrm>
              <a:off x="4725108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5" name="pg2035"/>
            <p:cNvSpPr/>
            <p:nvPr/>
          </p:nvSpPr>
          <p:spPr>
            <a:xfrm>
              <a:off x="4736745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6" name="pg2036"/>
            <p:cNvSpPr/>
            <p:nvPr/>
          </p:nvSpPr>
          <p:spPr>
            <a:xfrm>
              <a:off x="4748382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7" name="pg2037"/>
            <p:cNvSpPr/>
            <p:nvPr/>
          </p:nvSpPr>
          <p:spPr>
            <a:xfrm>
              <a:off x="4760020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8" name="pg2038"/>
            <p:cNvSpPr/>
            <p:nvPr/>
          </p:nvSpPr>
          <p:spPr>
            <a:xfrm>
              <a:off x="4771657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9" name="pg2039"/>
            <p:cNvSpPr/>
            <p:nvPr/>
          </p:nvSpPr>
          <p:spPr>
            <a:xfrm>
              <a:off x="4783294" y="426657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0" name="pg2040"/>
            <p:cNvSpPr/>
            <p:nvPr/>
          </p:nvSpPr>
          <p:spPr>
            <a:xfrm>
              <a:off x="4632009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1" name="pg2041"/>
            <p:cNvSpPr/>
            <p:nvPr/>
          </p:nvSpPr>
          <p:spPr>
            <a:xfrm>
              <a:off x="4643646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2" name="pg2042"/>
            <p:cNvSpPr/>
            <p:nvPr/>
          </p:nvSpPr>
          <p:spPr>
            <a:xfrm>
              <a:off x="4655284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3" name="pg2043"/>
            <p:cNvSpPr/>
            <p:nvPr/>
          </p:nvSpPr>
          <p:spPr>
            <a:xfrm>
              <a:off x="4666921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4" name="pg2044"/>
            <p:cNvSpPr/>
            <p:nvPr/>
          </p:nvSpPr>
          <p:spPr>
            <a:xfrm>
              <a:off x="4678558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5" name="pg2045"/>
            <p:cNvSpPr/>
            <p:nvPr/>
          </p:nvSpPr>
          <p:spPr>
            <a:xfrm>
              <a:off x="4690196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6" name="pg2046"/>
            <p:cNvSpPr/>
            <p:nvPr/>
          </p:nvSpPr>
          <p:spPr>
            <a:xfrm>
              <a:off x="4701833" y="428087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7" name="pg2047"/>
            <p:cNvSpPr/>
            <p:nvPr/>
          </p:nvSpPr>
          <p:spPr>
            <a:xfrm>
              <a:off x="4620372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8" name="pg2048"/>
            <p:cNvSpPr/>
            <p:nvPr/>
          </p:nvSpPr>
          <p:spPr>
            <a:xfrm>
              <a:off x="4632009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9" name="pg2049"/>
            <p:cNvSpPr/>
            <p:nvPr/>
          </p:nvSpPr>
          <p:spPr>
            <a:xfrm>
              <a:off x="4643646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0" name="pg2050"/>
            <p:cNvSpPr/>
            <p:nvPr/>
          </p:nvSpPr>
          <p:spPr>
            <a:xfrm>
              <a:off x="4655284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1" name="pg2051"/>
            <p:cNvSpPr/>
            <p:nvPr/>
          </p:nvSpPr>
          <p:spPr>
            <a:xfrm>
              <a:off x="4666921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2" name="pg2052"/>
            <p:cNvSpPr/>
            <p:nvPr/>
          </p:nvSpPr>
          <p:spPr>
            <a:xfrm>
              <a:off x="4678558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3" name="pg2053"/>
            <p:cNvSpPr/>
            <p:nvPr/>
          </p:nvSpPr>
          <p:spPr>
            <a:xfrm>
              <a:off x="4690196" y="42951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4" name="pg2054"/>
            <p:cNvSpPr/>
            <p:nvPr/>
          </p:nvSpPr>
          <p:spPr>
            <a:xfrm>
              <a:off x="4608734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5" name="pg2055"/>
            <p:cNvSpPr/>
            <p:nvPr/>
          </p:nvSpPr>
          <p:spPr>
            <a:xfrm>
              <a:off x="4620372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6" name="pg2056"/>
            <p:cNvSpPr/>
            <p:nvPr/>
          </p:nvSpPr>
          <p:spPr>
            <a:xfrm>
              <a:off x="4632009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7" name="pg2057"/>
            <p:cNvSpPr/>
            <p:nvPr/>
          </p:nvSpPr>
          <p:spPr>
            <a:xfrm>
              <a:off x="4643646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8" name="pg2058"/>
            <p:cNvSpPr/>
            <p:nvPr/>
          </p:nvSpPr>
          <p:spPr>
            <a:xfrm>
              <a:off x="4655284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9" name="pg2059"/>
            <p:cNvSpPr/>
            <p:nvPr/>
          </p:nvSpPr>
          <p:spPr>
            <a:xfrm>
              <a:off x="4666921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0" name="pg2060"/>
            <p:cNvSpPr/>
            <p:nvPr/>
          </p:nvSpPr>
          <p:spPr>
            <a:xfrm>
              <a:off x="4678558" y="430947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1" name="pg2061"/>
            <p:cNvSpPr/>
            <p:nvPr/>
          </p:nvSpPr>
          <p:spPr>
            <a:xfrm>
              <a:off x="4608734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2" name="pg2062"/>
            <p:cNvSpPr/>
            <p:nvPr/>
          </p:nvSpPr>
          <p:spPr>
            <a:xfrm>
              <a:off x="4620372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3" name="pg2063"/>
            <p:cNvSpPr/>
            <p:nvPr/>
          </p:nvSpPr>
          <p:spPr>
            <a:xfrm>
              <a:off x="4632009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4" name="pg2064"/>
            <p:cNvSpPr/>
            <p:nvPr/>
          </p:nvSpPr>
          <p:spPr>
            <a:xfrm>
              <a:off x="4643646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5" name="pg2065"/>
            <p:cNvSpPr/>
            <p:nvPr/>
          </p:nvSpPr>
          <p:spPr>
            <a:xfrm>
              <a:off x="4655284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6" name="pg2066"/>
            <p:cNvSpPr/>
            <p:nvPr/>
          </p:nvSpPr>
          <p:spPr>
            <a:xfrm>
              <a:off x="4666921" y="43237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7" name="pg2067"/>
            <p:cNvSpPr/>
            <p:nvPr/>
          </p:nvSpPr>
          <p:spPr>
            <a:xfrm>
              <a:off x="4585460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8" name="pg2068"/>
            <p:cNvSpPr/>
            <p:nvPr/>
          </p:nvSpPr>
          <p:spPr>
            <a:xfrm>
              <a:off x="4597097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9" name="pg2069"/>
            <p:cNvSpPr/>
            <p:nvPr/>
          </p:nvSpPr>
          <p:spPr>
            <a:xfrm>
              <a:off x="4608734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0" name="pg2070"/>
            <p:cNvSpPr/>
            <p:nvPr/>
          </p:nvSpPr>
          <p:spPr>
            <a:xfrm>
              <a:off x="4620372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1" name="pg2071"/>
            <p:cNvSpPr/>
            <p:nvPr/>
          </p:nvSpPr>
          <p:spPr>
            <a:xfrm>
              <a:off x="4632009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3">
                <a:alpha val="100000"/>
              </a:srgbClr>
            </a:solidFill>
            <a:ln w="5420" cap="flat">
              <a:solidFill>
                <a:srgbClr val="3C41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2" name="pg2072"/>
            <p:cNvSpPr/>
            <p:nvPr/>
          </p:nvSpPr>
          <p:spPr>
            <a:xfrm>
              <a:off x="4643646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3" name="pg2073"/>
            <p:cNvSpPr/>
            <p:nvPr/>
          </p:nvSpPr>
          <p:spPr>
            <a:xfrm>
              <a:off x="4655284" y="433807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4" name="pg2074"/>
            <p:cNvSpPr/>
            <p:nvPr/>
          </p:nvSpPr>
          <p:spPr>
            <a:xfrm>
              <a:off x="4573822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5" name="pg2075"/>
            <p:cNvSpPr/>
            <p:nvPr/>
          </p:nvSpPr>
          <p:spPr>
            <a:xfrm>
              <a:off x="4585460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6" name="pg2076"/>
            <p:cNvSpPr/>
            <p:nvPr/>
          </p:nvSpPr>
          <p:spPr>
            <a:xfrm>
              <a:off x="4597097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7" name="pg2077"/>
            <p:cNvSpPr/>
            <p:nvPr/>
          </p:nvSpPr>
          <p:spPr>
            <a:xfrm>
              <a:off x="4608734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8" name="pg2078"/>
            <p:cNvSpPr/>
            <p:nvPr/>
          </p:nvSpPr>
          <p:spPr>
            <a:xfrm>
              <a:off x="4620372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9" name="pg2079"/>
            <p:cNvSpPr/>
            <p:nvPr/>
          </p:nvSpPr>
          <p:spPr>
            <a:xfrm>
              <a:off x="4632009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0" name="pg2080"/>
            <p:cNvSpPr/>
            <p:nvPr/>
          </p:nvSpPr>
          <p:spPr>
            <a:xfrm>
              <a:off x="4643646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1" name="pg2081"/>
            <p:cNvSpPr/>
            <p:nvPr/>
          </p:nvSpPr>
          <p:spPr>
            <a:xfrm>
              <a:off x="4655284" y="435238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2" name="pg2082"/>
            <p:cNvSpPr/>
            <p:nvPr/>
          </p:nvSpPr>
          <p:spPr>
            <a:xfrm>
              <a:off x="4550548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3" name="pg2083"/>
            <p:cNvSpPr/>
            <p:nvPr/>
          </p:nvSpPr>
          <p:spPr>
            <a:xfrm>
              <a:off x="4562185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4" name="pg2084"/>
            <p:cNvSpPr/>
            <p:nvPr/>
          </p:nvSpPr>
          <p:spPr>
            <a:xfrm>
              <a:off x="4573822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5" name="pg2085"/>
            <p:cNvSpPr/>
            <p:nvPr/>
          </p:nvSpPr>
          <p:spPr>
            <a:xfrm>
              <a:off x="4585460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6" name="pg2086"/>
            <p:cNvSpPr/>
            <p:nvPr/>
          </p:nvSpPr>
          <p:spPr>
            <a:xfrm>
              <a:off x="4597097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7" name="pg2087"/>
            <p:cNvSpPr/>
            <p:nvPr/>
          </p:nvSpPr>
          <p:spPr>
            <a:xfrm>
              <a:off x="4608734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8" name="pg2088"/>
            <p:cNvSpPr/>
            <p:nvPr/>
          </p:nvSpPr>
          <p:spPr>
            <a:xfrm>
              <a:off x="4620372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9" name="pg2089"/>
            <p:cNvSpPr/>
            <p:nvPr/>
          </p:nvSpPr>
          <p:spPr>
            <a:xfrm>
              <a:off x="4632009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0" name="pg2090"/>
            <p:cNvSpPr/>
            <p:nvPr/>
          </p:nvSpPr>
          <p:spPr>
            <a:xfrm>
              <a:off x="4643646" y="43666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1" name="pg2091"/>
            <p:cNvSpPr/>
            <p:nvPr/>
          </p:nvSpPr>
          <p:spPr>
            <a:xfrm>
              <a:off x="4538910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2" name="pg2092"/>
            <p:cNvSpPr/>
            <p:nvPr/>
          </p:nvSpPr>
          <p:spPr>
            <a:xfrm>
              <a:off x="4550548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3" name="pg2093"/>
            <p:cNvSpPr/>
            <p:nvPr/>
          </p:nvSpPr>
          <p:spPr>
            <a:xfrm>
              <a:off x="4562185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4" name="pg2094"/>
            <p:cNvSpPr/>
            <p:nvPr/>
          </p:nvSpPr>
          <p:spPr>
            <a:xfrm>
              <a:off x="4573822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5" name="pg2095"/>
            <p:cNvSpPr/>
            <p:nvPr/>
          </p:nvSpPr>
          <p:spPr>
            <a:xfrm>
              <a:off x="4585460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6" name="pg2096"/>
            <p:cNvSpPr/>
            <p:nvPr/>
          </p:nvSpPr>
          <p:spPr>
            <a:xfrm>
              <a:off x="4597097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7" name="pg2097"/>
            <p:cNvSpPr/>
            <p:nvPr/>
          </p:nvSpPr>
          <p:spPr>
            <a:xfrm>
              <a:off x="4608734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8" name="pg2098"/>
            <p:cNvSpPr/>
            <p:nvPr/>
          </p:nvSpPr>
          <p:spPr>
            <a:xfrm>
              <a:off x="4620372" y="438098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9" name="pg2099"/>
            <p:cNvSpPr/>
            <p:nvPr/>
          </p:nvSpPr>
          <p:spPr>
            <a:xfrm>
              <a:off x="4480724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0" name="pg2100"/>
            <p:cNvSpPr/>
            <p:nvPr/>
          </p:nvSpPr>
          <p:spPr>
            <a:xfrm>
              <a:off x="4492361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1" name="pg2101"/>
            <p:cNvSpPr/>
            <p:nvPr/>
          </p:nvSpPr>
          <p:spPr>
            <a:xfrm>
              <a:off x="4503998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2" name="pg2102"/>
            <p:cNvSpPr/>
            <p:nvPr/>
          </p:nvSpPr>
          <p:spPr>
            <a:xfrm>
              <a:off x="4515636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3" name="pg2103"/>
            <p:cNvSpPr/>
            <p:nvPr/>
          </p:nvSpPr>
          <p:spPr>
            <a:xfrm>
              <a:off x="4527273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4" name="pg2104"/>
            <p:cNvSpPr/>
            <p:nvPr/>
          </p:nvSpPr>
          <p:spPr>
            <a:xfrm>
              <a:off x="4538910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5" name="pg2105"/>
            <p:cNvSpPr/>
            <p:nvPr/>
          </p:nvSpPr>
          <p:spPr>
            <a:xfrm>
              <a:off x="4550548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6" name="pg2106"/>
            <p:cNvSpPr/>
            <p:nvPr/>
          </p:nvSpPr>
          <p:spPr>
            <a:xfrm>
              <a:off x="4562185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7" name="pg2107"/>
            <p:cNvSpPr/>
            <p:nvPr/>
          </p:nvSpPr>
          <p:spPr>
            <a:xfrm>
              <a:off x="4573822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8" name="pg2108"/>
            <p:cNvSpPr/>
            <p:nvPr/>
          </p:nvSpPr>
          <p:spPr>
            <a:xfrm>
              <a:off x="4585460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9" name="pg2109"/>
            <p:cNvSpPr/>
            <p:nvPr/>
          </p:nvSpPr>
          <p:spPr>
            <a:xfrm>
              <a:off x="4597097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0" name="pg2110"/>
            <p:cNvSpPr/>
            <p:nvPr/>
          </p:nvSpPr>
          <p:spPr>
            <a:xfrm>
              <a:off x="4608734" y="43952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1" name="pg2111"/>
            <p:cNvSpPr/>
            <p:nvPr/>
          </p:nvSpPr>
          <p:spPr>
            <a:xfrm>
              <a:off x="4457449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2" name="pg2112"/>
            <p:cNvSpPr/>
            <p:nvPr/>
          </p:nvSpPr>
          <p:spPr>
            <a:xfrm>
              <a:off x="4469086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3" name="pg2113"/>
            <p:cNvSpPr/>
            <p:nvPr/>
          </p:nvSpPr>
          <p:spPr>
            <a:xfrm>
              <a:off x="4480724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4" name="pg2114"/>
            <p:cNvSpPr/>
            <p:nvPr/>
          </p:nvSpPr>
          <p:spPr>
            <a:xfrm>
              <a:off x="4492361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5" name="pg2115"/>
            <p:cNvSpPr/>
            <p:nvPr/>
          </p:nvSpPr>
          <p:spPr>
            <a:xfrm>
              <a:off x="4503998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6" name="pg2116"/>
            <p:cNvSpPr/>
            <p:nvPr/>
          </p:nvSpPr>
          <p:spPr>
            <a:xfrm>
              <a:off x="4515636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7" name="pg2117"/>
            <p:cNvSpPr/>
            <p:nvPr/>
          </p:nvSpPr>
          <p:spPr>
            <a:xfrm>
              <a:off x="4527273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8" name="pg2118"/>
            <p:cNvSpPr/>
            <p:nvPr/>
          </p:nvSpPr>
          <p:spPr>
            <a:xfrm>
              <a:off x="4538910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9" name="pg2119"/>
            <p:cNvSpPr/>
            <p:nvPr/>
          </p:nvSpPr>
          <p:spPr>
            <a:xfrm>
              <a:off x="4550548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0" name="pg2120"/>
            <p:cNvSpPr/>
            <p:nvPr/>
          </p:nvSpPr>
          <p:spPr>
            <a:xfrm>
              <a:off x="4562185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1" name="pg2121"/>
            <p:cNvSpPr/>
            <p:nvPr/>
          </p:nvSpPr>
          <p:spPr>
            <a:xfrm>
              <a:off x="4573822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2" name="pg2122"/>
            <p:cNvSpPr/>
            <p:nvPr/>
          </p:nvSpPr>
          <p:spPr>
            <a:xfrm>
              <a:off x="4585460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3" name="pg2123"/>
            <p:cNvSpPr/>
            <p:nvPr/>
          </p:nvSpPr>
          <p:spPr>
            <a:xfrm>
              <a:off x="4597097" y="440958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4" name="pg2124"/>
            <p:cNvSpPr/>
            <p:nvPr/>
          </p:nvSpPr>
          <p:spPr>
            <a:xfrm>
              <a:off x="4445812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5" name="pg2125"/>
            <p:cNvSpPr/>
            <p:nvPr/>
          </p:nvSpPr>
          <p:spPr>
            <a:xfrm>
              <a:off x="4457449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6" name="pg2126"/>
            <p:cNvSpPr/>
            <p:nvPr/>
          </p:nvSpPr>
          <p:spPr>
            <a:xfrm>
              <a:off x="4469086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7" name="pg2127"/>
            <p:cNvSpPr/>
            <p:nvPr/>
          </p:nvSpPr>
          <p:spPr>
            <a:xfrm>
              <a:off x="4480724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8" name="pg2128"/>
            <p:cNvSpPr/>
            <p:nvPr/>
          </p:nvSpPr>
          <p:spPr>
            <a:xfrm>
              <a:off x="4492361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9" name="pg2129"/>
            <p:cNvSpPr/>
            <p:nvPr/>
          </p:nvSpPr>
          <p:spPr>
            <a:xfrm>
              <a:off x="4503998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0" name="pg2130"/>
            <p:cNvSpPr/>
            <p:nvPr/>
          </p:nvSpPr>
          <p:spPr>
            <a:xfrm>
              <a:off x="4515636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1" name="pg2131"/>
            <p:cNvSpPr/>
            <p:nvPr/>
          </p:nvSpPr>
          <p:spPr>
            <a:xfrm>
              <a:off x="4527273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2" name="pg2132"/>
            <p:cNvSpPr/>
            <p:nvPr/>
          </p:nvSpPr>
          <p:spPr>
            <a:xfrm>
              <a:off x="4538910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3" name="pg2133"/>
            <p:cNvSpPr/>
            <p:nvPr/>
          </p:nvSpPr>
          <p:spPr>
            <a:xfrm>
              <a:off x="4550548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4" name="pg2134"/>
            <p:cNvSpPr/>
            <p:nvPr/>
          </p:nvSpPr>
          <p:spPr>
            <a:xfrm>
              <a:off x="4562185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5" name="pg2135"/>
            <p:cNvSpPr/>
            <p:nvPr/>
          </p:nvSpPr>
          <p:spPr>
            <a:xfrm>
              <a:off x="4573822" y="442388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6" name="pg2136"/>
            <p:cNvSpPr/>
            <p:nvPr/>
          </p:nvSpPr>
          <p:spPr>
            <a:xfrm>
              <a:off x="4445812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7" name="pg2137"/>
            <p:cNvSpPr/>
            <p:nvPr/>
          </p:nvSpPr>
          <p:spPr>
            <a:xfrm>
              <a:off x="4457449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8" name="pg2138"/>
            <p:cNvSpPr/>
            <p:nvPr/>
          </p:nvSpPr>
          <p:spPr>
            <a:xfrm>
              <a:off x="4469086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9" name="pg2139"/>
            <p:cNvSpPr/>
            <p:nvPr/>
          </p:nvSpPr>
          <p:spPr>
            <a:xfrm>
              <a:off x="4480724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0" name="pg2140"/>
            <p:cNvSpPr/>
            <p:nvPr/>
          </p:nvSpPr>
          <p:spPr>
            <a:xfrm>
              <a:off x="4492361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1" name="pg2141"/>
            <p:cNvSpPr/>
            <p:nvPr/>
          </p:nvSpPr>
          <p:spPr>
            <a:xfrm>
              <a:off x="4503998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2" name="pg2142"/>
            <p:cNvSpPr/>
            <p:nvPr/>
          </p:nvSpPr>
          <p:spPr>
            <a:xfrm>
              <a:off x="4515636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3" name="pg2143"/>
            <p:cNvSpPr/>
            <p:nvPr/>
          </p:nvSpPr>
          <p:spPr>
            <a:xfrm>
              <a:off x="4527273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4" name="pg2144"/>
            <p:cNvSpPr/>
            <p:nvPr/>
          </p:nvSpPr>
          <p:spPr>
            <a:xfrm>
              <a:off x="4538910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5" name="pg2145"/>
            <p:cNvSpPr/>
            <p:nvPr/>
          </p:nvSpPr>
          <p:spPr>
            <a:xfrm>
              <a:off x="4550548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6" name="pg2146"/>
            <p:cNvSpPr/>
            <p:nvPr/>
          </p:nvSpPr>
          <p:spPr>
            <a:xfrm>
              <a:off x="4562185" y="44381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7" name="pg2147"/>
            <p:cNvSpPr/>
            <p:nvPr/>
          </p:nvSpPr>
          <p:spPr>
            <a:xfrm>
              <a:off x="4445812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8" name="pg2148"/>
            <p:cNvSpPr/>
            <p:nvPr/>
          </p:nvSpPr>
          <p:spPr>
            <a:xfrm>
              <a:off x="4457449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9" name="pg2149"/>
            <p:cNvSpPr/>
            <p:nvPr/>
          </p:nvSpPr>
          <p:spPr>
            <a:xfrm>
              <a:off x="4469086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0" name="pg2150"/>
            <p:cNvSpPr/>
            <p:nvPr/>
          </p:nvSpPr>
          <p:spPr>
            <a:xfrm>
              <a:off x="4480724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1" name="pg2151"/>
            <p:cNvSpPr/>
            <p:nvPr/>
          </p:nvSpPr>
          <p:spPr>
            <a:xfrm>
              <a:off x="4492361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2" name="pg2152"/>
            <p:cNvSpPr/>
            <p:nvPr/>
          </p:nvSpPr>
          <p:spPr>
            <a:xfrm>
              <a:off x="4503998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3" name="pg2153"/>
            <p:cNvSpPr/>
            <p:nvPr/>
          </p:nvSpPr>
          <p:spPr>
            <a:xfrm>
              <a:off x="4515636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4" name="pg2154"/>
            <p:cNvSpPr/>
            <p:nvPr/>
          </p:nvSpPr>
          <p:spPr>
            <a:xfrm>
              <a:off x="4527273" y="445248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5" name="pg2155"/>
            <p:cNvSpPr/>
            <p:nvPr/>
          </p:nvSpPr>
          <p:spPr>
            <a:xfrm>
              <a:off x="4445812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6" name="pg2156"/>
            <p:cNvSpPr/>
            <p:nvPr/>
          </p:nvSpPr>
          <p:spPr>
            <a:xfrm>
              <a:off x="4457449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7" name="pg2157"/>
            <p:cNvSpPr/>
            <p:nvPr/>
          </p:nvSpPr>
          <p:spPr>
            <a:xfrm>
              <a:off x="4469086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8" name="pg2158"/>
            <p:cNvSpPr/>
            <p:nvPr/>
          </p:nvSpPr>
          <p:spPr>
            <a:xfrm>
              <a:off x="4480724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9" name="pg2159"/>
            <p:cNvSpPr/>
            <p:nvPr/>
          </p:nvSpPr>
          <p:spPr>
            <a:xfrm>
              <a:off x="4492361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0" name="pg2160"/>
            <p:cNvSpPr/>
            <p:nvPr/>
          </p:nvSpPr>
          <p:spPr>
            <a:xfrm>
              <a:off x="4503998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1" name="pg2161"/>
            <p:cNvSpPr/>
            <p:nvPr/>
          </p:nvSpPr>
          <p:spPr>
            <a:xfrm>
              <a:off x="4515636" y="44667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2" name="pg2162"/>
            <p:cNvSpPr/>
            <p:nvPr/>
          </p:nvSpPr>
          <p:spPr>
            <a:xfrm>
              <a:off x="4422537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3" name="pg2163"/>
            <p:cNvSpPr/>
            <p:nvPr/>
          </p:nvSpPr>
          <p:spPr>
            <a:xfrm>
              <a:off x="4434174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4" name="pg2164"/>
            <p:cNvSpPr/>
            <p:nvPr/>
          </p:nvSpPr>
          <p:spPr>
            <a:xfrm>
              <a:off x="4445812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5" name="pg2165"/>
            <p:cNvSpPr/>
            <p:nvPr/>
          </p:nvSpPr>
          <p:spPr>
            <a:xfrm>
              <a:off x="4457449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6" name="pg2166"/>
            <p:cNvSpPr/>
            <p:nvPr/>
          </p:nvSpPr>
          <p:spPr>
            <a:xfrm>
              <a:off x="4469086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7" name="pg2167"/>
            <p:cNvSpPr/>
            <p:nvPr/>
          </p:nvSpPr>
          <p:spPr>
            <a:xfrm>
              <a:off x="4480724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8" name="pg2168"/>
            <p:cNvSpPr/>
            <p:nvPr/>
          </p:nvSpPr>
          <p:spPr>
            <a:xfrm>
              <a:off x="4492361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9" name="pg2169"/>
            <p:cNvSpPr/>
            <p:nvPr/>
          </p:nvSpPr>
          <p:spPr>
            <a:xfrm>
              <a:off x="4503998" y="448108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0" name="pg2170"/>
            <p:cNvSpPr/>
            <p:nvPr/>
          </p:nvSpPr>
          <p:spPr>
            <a:xfrm>
              <a:off x="4422537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1" name="pg2171"/>
            <p:cNvSpPr/>
            <p:nvPr/>
          </p:nvSpPr>
          <p:spPr>
            <a:xfrm>
              <a:off x="4434174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2" name="pg2172"/>
            <p:cNvSpPr/>
            <p:nvPr/>
          </p:nvSpPr>
          <p:spPr>
            <a:xfrm>
              <a:off x="4445812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3" name="pg2173"/>
            <p:cNvSpPr/>
            <p:nvPr/>
          </p:nvSpPr>
          <p:spPr>
            <a:xfrm>
              <a:off x="4457449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4" name="pg2174"/>
            <p:cNvSpPr/>
            <p:nvPr/>
          </p:nvSpPr>
          <p:spPr>
            <a:xfrm>
              <a:off x="4469086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5" name="pg2175"/>
            <p:cNvSpPr/>
            <p:nvPr/>
          </p:nvSpPr>
          <p:spPr>
            <a:xfrm>
              <a:off x="4480724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6" name="pg2176"/>
            <p:cNvSpPr/>
            <p:nvPr/>
          </p:nvSpPr>
          <p:spPr>
            <a:xfrm>
              <a:off x="4492361" y="449538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7" name="pg2177"/>
            <p:cNvSpPr/>
            <p:nvPr/>
          </p:nvSpPr>
          <p:spPr>
            <a:xfrm>
              <a:off x="4410900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8" name="pg2178"/>
            <p:cNvSpPr/>
            <p:nvPr/>
          </p:nvSpPr>
          <p:spPr>
            <a:xfrm>
              <a:off x="4422537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9" name="pg2179"/>
            <p:cNvSpPr/>
            <p:nvPr/>
          </p:nvSpPr>
          <p:spPr>
            <a:xfrm>
              <a:off x="4434174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344">
                <a:alpha val="100000"/>
              </a:srgbClr>
            </a:solidFill>
            <a:ln w="5420" cap="flat">
              <a:solidFill>
                <a:srgbClr val="30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0" name="pg2180"/>
            <p:cNvSpPr/>
            <p:nvPr/>
          </p:nvSpPr>
          <p:spPr>
            <a:xfrm>
              <a:off x="4445812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1" name="pg2181"/>
            <p:cNvSpPr/>
            <p:nvPr/>
          </p:nvSpPr>
          <p:spPr>
            <a:xfrm>
              <a:off x="4457449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2" name="pg2182"/>
            <p:cNvSpPr/>
            <p:nvPr/>
          </p:nvSpPr>
          <p:spPr>
            <a:xfrm>
              <a:off x="4469086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3" name="pg2183"/>
            <p:cNvSpPr/>
            <p:nvPr/>
          </p:nvSpPr>
          <p:spPr>
            <a:xfrm>
              <a:off x="4480724" y="45096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4" name="pg2184"/>
            <p:cNvSpPr/>
            <p:nvPr/>
          </p:nvSpPr>
          <p:spPr>
            <a:xfrm>
              <a:off x="4410900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5" name="pg2185"/>
            <p:cNvSpPr/>
            <p:nvPr/>
          </p:nvSpPr>
          <p:spPr>
            <a:xfrm>
              <a:off x="4422537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6" name="pg2186"/>
            <p:cNvSpPr/>
            <p:nvPr/>
          </p:nvSpPr>
          <p:spPr>
            <a:xfrm>
              <a:off x="4434174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7" name="pg2187"/>
            <p:cNvSpPr/>
            <p:nvPr/>
          </p:nvSpPr>
          <p:spPr>
            <a:xfrm>
              <a:off x="4445812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8" name="pg2188"/>
            <p:cNvSpPr/>
            <p:nvPr/>
          </p:nvSpPr>
          <p:spPr>
            <a:xfrm>
              <a:off x="4457449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9" name="pg2189"/>
            <p:cNvSpPr/>
            <p:nvPr/>
          </p:nvSpPr>
          <p:spPr>
            <a:xfrm>
              <a:off x="4469086" y="452398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0" name="pg2190"/>
            <p:cNvSpPr/>
            <p:nvPr/>
          </p:nvSpPr>
          <p:spPr>
            <a:xfrm>
              <a:off x="4399262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1" name="pg2191"/>
            <p:cNvSpPr/>
            <p:nvPr/>
          </p:nvSpPr>
          <p:spPr>
            <a:xfrm>
              <a:off x="4410900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2" name="pg2192"/>
            <p:cNvSpPr/>
            <p:nvPr/>
          </p:nvSpPr>
          <p:spPr>
            <a:xfrm>
              <a:off x="4422537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3" name="pg2193"/>
            <p:cNvSpPr/>
            <p:nvPr/>
          </p:nvSpPr>
          <p:spPr>
            <a:xfrm>
              <a:off x="4434174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4" name="pg2194"/>
            <p:cNvSpPr/>
            <p:nvPr/>
          </p:nvSpPr>
          <p:spPr>
            <a:xfrm>
              <a:off x="4445812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5" name="pg2195"/>
            <p:cNvSpPr/>
            <p:nvPr/>
          </p:nvSpPr>
          <p:spPr>
            <a:xfrm>
              <a:off x="4457449" y="45382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6" name="pg2196"/>
            <p:cNvSpPr/>
            <p:nvPr/>
          </p:nvSpPr>
          <p:spPr>
            <a:xfrm>
              <a:off x="4399262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7" name="pg2197"/>
            <p:cNvSpPr/>
            <p:nvPr/>
          </p:nvSpPr>
          <p:spPr>
            <a:xfrm>
              <a:off x="4410900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8" name="pg2198"/>
            <p:cNvSpPr/>
            <p:nvPr/>
          </p:nvSpPr>
          <p:spPr>
            <a:xfrm>
              <a:off x="4422537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9" name="pg2199"/>
            <p:cNvSpPr/>
            <p:nvPr/>
          </p:nvSpPr>
          <p:spPr>
            <a:xfrm>
              <a:off x="4434174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0" name="pg2200"/>
            <p:cNvSpPr/>
            <p:nvPr/>
          </p:nvSpPr>
          <p:spPr>
            <a:xfrm>
              <a:off x="4445812" y="455258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1" name="pg2201"/>
            <p:cNvSpPr/>
            <p:nvPr/>
          </p:nvSpPr>
          <p:spPr>
            <a:xfrm>
              <a:off x="4387625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2" name="pg2202"/>
            <p:cNvSpPr/>
            <p:nvPr/>
          </p:nvSpPr>
          <p:spPr>
            <a:xfrm>
              <a:off x="4399262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3" name="pg2203"/>
            <p:cNvSpPr/>
            <p:nvPr/>
          </p:nvSpPr>
          <p:spPr>
            <a:xfrm>
              <a:off x="4410900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4" name="pg2204"/>
            <p:cNvSpPr/>
            <p:nvPr/>
          </p:nvSpPr>
          <p:spPr>
            <a:xfrm>
              <a:off x="4422537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5" name="pg2205"/>
            <p:cNvSpPr/>
            <p:nvPr/>
          </p:nvSpPr>
          <p:spPr>
            <a:xfrm>
              <a:off x="4434174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6" name="pg2206"/>
            <p:cNvSpPr/>
            <p:nvPr/>
          </p:nvSpPr>
          <p:spPr>
            <a:xfrm>
              <a:off x="4445812" y="456688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7" name="pg2207"/>
            <p:cNvSpPr/>
            <p:nvPr/>
          </p:nvSpPr>
          <p:spPr>
            <a:xfrm>
              <a:off x="4387625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8" name="pg2208"/>
            <p:cNvSpPr/>
            <p:nvPr/>
          </p:nvSpPr>
          <p:spPr>
            <a:xfrm>
              <a:off x="4399262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9" name="pg2209"/>
            <p:cNvSpPr/>
            <p:nvPr/>
          </p:nvSpPr>
          <p:spPr>
            <a:xfrm>
              <a:off x="4410900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0" name="pg2210"/>
            <p:cNvSpPr/>
            <p:nvPr/>
          </p:nvSpPr>
          <p:spPr>
            <a:xfrm>
              <a:off x="4422537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1" name="pg2211"/>
            <p:cNvSpPr/>
            <p:nvPr/>
          </p:nvSpPr>
          <p:spPr>
            <a:xfrm>
              <a:off x="4434174" y="45811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2" name="pg2212"/>
            <p:cNvSpPr/>
            <p:nvPr/>
          </p:nvSpPr>
          <p:spPr>
            <a:xfrm>
              <a:off x="4375988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3" name="pg2213"/>
            <p:cNvSpPr/>
            <p:nvPr/>
          </p:nvSpPr>
          <p:spPr>
            <a:xfrm>
              <a:off x="4387625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4" name="pg2214"/>
            <p:cNvSpPr/>
            <p:nvPr/>
          </p:nvSpPr>
          <p:spPr>
            <a:xfrm>
              <a:off x="4399262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5" name="pg2215"/>
            <p:cNvSpPr/>
            <p:nvPr/>
          </p:nvSpPr>
          <p:spPr>
            <a:xfrm>
              <a:off x="4410900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6" name="pg2216"/>
            <p:cNvSpPr/>
            <p:nvPr/>
          </p:nvSpPr>
          <p:spPr>
            <a:xfrm>
              <a:off x="4422537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7" name="pg2217"/>
            <p:cNvSpPr/>
            <p:nvPr/>
          </p:nvSpPr>
          <p:spPr>
            <a:xfrm>
              <a:off x="4434174" y="459549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8" name="pg2218"/>
            <p:cNvSpPr/>
            <p:nvPr/>
          </p:nvSpPr>
          <p:spPr>
            <a:xfrm>
              <a:off x="4375988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9" name="pg2219"/>
            <p:cNvSpPr/>
            <p:nvPr/>
          </p:nvSpPr>
          <p:spPr>
            <a:xfrm>
              <a:off x="4387625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0" name="pg2220"/>
            <p:cNvSpPr/>
            <p:nvPr/>
          </p:nvSpPr>
          <p:spPr>
            <a:xfrm>
              <a:off x="4399262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1" name="pg2221"/>
            <p:cNvSpPr/>
            <p:nvPr/>
          </p:nvSpPr>
          <p:spPr>
            <a:xfrm>
              <a:off x="4410900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2" name="pg2222"/>
            <p:cNvSpPr/>
            <p:nvPr/>
          </p:nvSpPr>
          <p:spPr>
            <a:xfrm>
              <a:off x="4422537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3" name="pg2223"/>
            <p:cNvSpPr/>
            <p:nvPr/>
          </p:nvSpPr>
          <p:spPr>
            <a:xfrm>
              <a:off x="4434174" y="46097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4" name="pg2224"/>
            <p:cNvSpPr/>
            <p:nvPr/>
          </p:nvSpPr>
          <p:spPr>
            <a:xfrm>
              <a:off x="4375988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5" name="pg2225"/>
            <p:cNvSpPr/>
            <p:nvPr/>
          </p:nvSpPr>
          <p:spPr>
            <a:xfrm>
              <a:off x="4387625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6" name="pg2226"/>
            <p:cNvSpPr/>
            <p:nvPr/>
          </p:nvSpPr>
          <p:spPr>
            <a:xfrm>
              <a:off x="4399262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7" name="pg2227"/>
            <p:cNvSpPr/>
            <p:nvPr/>
          </p:nvSpPr>
          <p:spPr>
            <a:xfrm>
              <a:off x="4410900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8" name="pg2228"/>
            <p:cNvSpPr/>
            <p:nvPr/>
          </p:nvSpPr>
          <p:spPr>
            <a:xfrm>
              <a:off x="4422537" y="462409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9" name="pg2229"/>
            <p:cNvSpPr/>
            <p:nvPr/>
          </p:nvSpPr>
          <p:spPr>
            <a:xfrm>
              <a:off x="3689385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0" name="pg2230"/>
            <p:cNvSpPr/>
            <p:nvPr/>
          </p:nvSpPr>
          <p:spPr>
            <a:xfrm>
              <a:off x="3701023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1" name="pg2231"/>
            <p:cNvSpPr/>
            <p:nvPr/>
          </p:nvSpPr>
          <p:spPr>
            <a:xfrm>
              <a:off x="3712660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2" name="pg2232"/>
            <p:cNvSpPr/>
            <p:nvPr/>
          </p:nvSpPr>
          <p:spPr>
            <a:xfrm>
              <a:off x="3724297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3" name="pg2233"/>
            <p:cNvSpPr/>
            <p:nvPr/>
          </p:nvSpPr>
          <p:spPr>
            <a:xfrm>
              <a:off x="4375988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4" name="pg2234"/>
            <p:cNvSpPr/>
            <p:nvPr/>
          </p:nvSpPr>
          <p:spPr>
            <a:xfrm>
              <a:off x="4387625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5" name="pg2235"/>
            <p:cNvSpPr/>
            <p:nvPr/>
          </p:nvSpPr>
          <p:spPr>
            <a:xfrm>
              <a:off x="4399262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6" name="pg2236"/>
            <p:cNvSpPr/>
            <p:nvPr/>
          </p:nvSpPr>
          <p:spPr>
            <a:xfrm>
              <a:off x="4410900" y="463839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7" name="pg2237"/>
            <p:cNvSpPr/>
            <p:nvPr/>
          </p:nvSpPr>
          <p:spPr>
            <a:xfrm>
              <a:off x="3689385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8" name="pg2238"/>
            <p:cNvSpPr/>
            <p:nvPr/>
          </p:nvSpPr>
          <p:spPr>
            <a:xfrm>
              <a:off x="3701023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9" name="pg2239"/>
            <p:cNvSpPr/>
            <p:nvPr/>
          </p:nvSpPr>
          <p:spPr>
            <a:xfrm>
              <a:off x="371266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0" name="pg2240"/>
            <p:cNvSpPr/>
            <p:nvPr/>
          </p:nvSpPr>
          <p:spPr>
            <a:xfrm>
              <a:off x="3724297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1" name="pg2241"/>
            <p:cNvSpPr/>
            <p:nvPr/>
          </p:nvSpPr>
          <p:spPr>
            <a:xfrm>
              <a:off x="3735935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2" name="pg2242"/>
            <p:cNvSpPr/>
            <p:nvPr/>
          </p:nvSpPr>
          <p:spPr>
            <a:xfrm>
              <a:off x="3782484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3" name="pg2243"/>
            <p:cNvSpPr/>
            <p:nvPr/>
          </p:nvSpPr>
          <p:spPr>
            <a:xfrm>
              <a:off x="3794121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4" name="pg2244"/>
            <p:cNvSpPr/>
            <p:nvPr/>
          </p:nvSpPr>
          <p:spPr>
            <a:xfrm>
              <a:off x="3805759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5" name="pg2245"/>
            <p:cNvSpPr/>
            <p:nvPr/>
          </p:nvSpPr>
          <p:spPr>
            <a:xfrm>
              <a:off x="3817396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6" name="pg2246"/>
            <p:cNvSpPr/>
            <p:nvPr/>
          </p:nvSpPr>
          <p:spPr>
            <a:xfrm>
              <a:off x="3829033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7" name="pg2247"/>
            <p:cNvSpPr/>
            <p:nvPr/>
          </p:nvSpPr>
          <p:spPr>
            <a:xfrm>
              <a:off x="4375988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D">
                <a:alpha val="100000"/>
              </a:srgbClr>
            </a:solidFill>
            <a:ln w="5420" cap="flat">
              <a:solidFill>
                <a:srgbClr val="2C21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8" name="pg2248"/>
            <p:cNvSpPr/>
            <p:nvPr/>
          </p:nvSpPr>
          <p:spPr>
            <a:xfrm>
              <a:off x="4387625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9" name="pg2249"/>
            <p:cNvSpPr/>
            <p:nvPr/>
          </p:nvSpPr>
          <p:spPr>
            <a:xfrm>
              <a:off x="4399262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0" name="pg2250"/>
            <p:cNvSpPr/>
            <p:nvPr/>
          </p:nvSpPr>
          <p:spPr>
            <a:xfrm>
              <a:off x="4410900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1" name="pg2251"/>
            <p:cNvSpPr/>
            <p:nvPr/>
          </p:nvSpPr>
          <p:spPr>
            <a:xfrm>
              <a:off x="4422537" y="46526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2" name="pg2252"/>
            <p:cNvSpPr/>
            <p:nvPr/>
          </p:nvSpPr>
          <p:spPr>
            <a:xfrm>
              <a:off x="3607924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3" name="pg2253"/>
            <p:cNvSpPr/>
            <p:nvPr/>
          </p:nvSpPr>
          <p:spPr>
            <a:xfrm>
              <a:off x="3619561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4" name="pg2254"/>
            <p:cNvSpPr/>
            <p:nvPr/>
          </p:nvSpPr>
          <p:spPr>
            <a:xfrm>
              <a:off x="367774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5" name="pg2255"/>
            <p:cNvSpPr/>
            <p:nvPr/>
          </p:nvSpPr>
          <p:spPr>
            <a:xfrm>
              <a:off x="368938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6" name="pg2256"/>
            <p:cNvSpPr/>
            <p:nvPr/>
          </p:nvSpPr>
          <p:spPr>
            <a:xfrm>
              <a:off x="370102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7" name="pg2257"/>
            <p:cNvSpPr/>
            <p:nvPr/>
          </p:nvSpPr>
          <p:spPr>
            <a:xfrm>
              <a:off x="371266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8" name="pg2258"/>
            <p:cNvSpPr/>
            <p:nvPr/>
          </p:nvSpPr>
          <p:spPr>
            <a:xfrm>
              <a:off x="3724297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9" name="pg2259"/>
            <p:cNvSpPr/>
            <p:nvPr/>
          </p:nvSpPr>
          <p:spPr>
            <a:xfrm>
              <a:off x="373593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0" name="pg2260"/>
            <p:cNvSpPr/>
            <p:nvPr/>
          </p:nvSpPr>
          <p:spPr>
            <a:xfrm>
              <a:off x="3782484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1" name="pg2261"/>
            <p:cNvSpPr/>
            <p:nvPr/>
          </p:nvSpPr>
          <p:spPr>
            <a:xfrm>
              <a:off x="3794121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2" name="pg2262"/>
            <p:cNvSpPr/>
            <p:nvPr/>
          </p:nvSpPr>
          <p:spPr>
            <a:xfrm>
              <a:off x="3805759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3" name="pg2263"/>
            <p:cNvSpPr/>
            <p:nvPr/>
          </p:nvSpPr>
          <p:spPr>
            <a:xfrm>
              <a:off x="3817396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4" name="pg2264"/>
            <p:cNvSpPr/>
            <p:nvPr/>
          </p:nvSpPr>
          <p:spPr>
            <a:xfrm>
              <a:off x="382903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5" name="pg2265"/>
            <p:cNvSpPr/>
            <p:nvPr/>
          </p:nvSpPr>
          <p:spPr>
            <a:xfrm>
              <a:off x="3840671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6" name="pg2266"/>
            <p:cNvSpPr/>
            <p:nvPr/>
          </p:nvSpPr>
          <p:spPr>
            <a:xfrm>
              <a:off x="385230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7" name="pg2267"/>
            <p:cNvSpPr/>
            <p:nvPr/>
          </p:nvSpPr>
          <p:spPr>
            <a:xfrm>
              <a:off x="386394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8" name="pg2268"/>
            <p:cNvSpPr/>
            <p:nvPr/>
          </p:nvSpPr>
          <p:spPr>
            <a:xfrm>
              <a:off x="3875583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9" name="pg2269"/>
            <p:cNvSpPr/>
            <p:nvPr/>
          </p:nvSpPr>
          <p:spPr>
            <a:xfrm>
              <a:off x="388722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0" name="pg2270"/>
            <p:cNvSpPr/>
            <p:nvPr/>
          </p:nvSpPr>
          <p:spPr>
            <a:xfrm>
              <a:off x="3898857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1" name="pg2271"/>
            <p:cNvSpPr/>
            <p:nvPr/>
          </p:nvSpPr>
          <p:spPr>
            <a:xfrm>
              <a:off x="391049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2" name="pg2272"/>
            <p:cNvSpPr/>
            <p:nvPr/>
          </p:nvSpPr>
          <p:spPr>
            <a:xfrm>
              <a:off x="4375988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4">
                <a:alpha val="100000"/>
              </a:srgbClr>
            </a:solidFill>
            <a:ln w="5420" cap="flat">
              <a:solidFill>
                <a:srgbClr val="271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3" name="pg2273"/>
            <p:cNvSpPr/>
            <p:nvPr/>
          </p:nvSpPr>
          <p:spPr>
            <a:xfrm>
              <a:off x="4387625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C32">
                <a:alpha val="100000"/>
              </a:srgbClr>
            </a:solidFill>
            <a:ln w="5420" cap="flat">
              <a:solidFill>
                <a:srgbClr val="25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4" name="pg2274"/>
            <p:cNvSpPr/>
            <p:nvPr/>
          </p:nvSpPr>
          <p:spPr>
            <a:xfrm>
              <a:off x="4399262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30">
                <a:alpha val="100000"/>
              </a:srgbClr>
            </a:solidFill>
            <a:ln w="5420" cap="flat">
              <a:solidFill>
                <a:srgbClr val="241B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5" name="pg2275"/>
            <p:cNvSpPr/>
            <p:nvPr/>
          </p:nvSpPr>
          <p:spPr>
            <a:xfrm>
              <a:off x="4410900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6" name="pg2276"/>
            <p:cNvSpPr/>
            <p:nvPr/>
          </p:nvSpPr>
          <p:spPr>
            <a:xfrm>
              <a:off x="4422537" y="466699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7" name="pg2277"/>
            <p:cNvSpPr/>
            <p:nvPr/>
          </p:nvSpPr>
          <p:spPr>
            <a:xfrm>
              <a:off x="345663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8" name="pg2278"/>
            <p:cNvSpPr/>
            <p:nvPr/>
          </p:nvSpPr>
          <p:spPr>
            <a:xfrm>
              <a:off x="346827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9" name="pg2279"/>
            <p:cNvSpPr/>
            <p:nvPr/>
          </p:nvSpPr>
          <p:spPr>
            <a:xfrm>
              <a:off x="347991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0" name="pg2280"/>
            <p:cNvSpPr/>
            <p:nvPr/>
          </p:nvSpPr>
          <p:spPr>
            <a:xfrm>
              <a:off x="349155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1" name="pg2281"/>
            <p:cNvSpPr/>
            <p:nvPr/>
          </p:nvSpPr>
          <p:spPr>
            <a:xfrm>
              <a:off x="350318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2" name="pg2282"/>
            <p:cNvSpPr/>
            <p:nvPr/>
          </p:nvSpPr>
          <p:spPr>
            <a:xfrm>
              <a:off x="356137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3" name="pg2283"/>
            <p:cNvSpPr/>
            <p:nvPr/>
          </p:nvSpPr>
          <p:spPr>
            <a:xfrm>
              <a:off x="357301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4" name="pg2284"/>
            <p:cNvSpPr/>
            <p:nvPr/>
          </p:nvSpPr>
          <p:spPr>
            <a:xfrm>
              <a:off x="358464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5" name="pg2285"/>
            <p:cNvSpPr/>
            <p:nvPr/>
          </p:nvSpPr>
          <p:spPr>
            <a:xfrm>
              <a:off x="359628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6" name="pg2286"/>
            <p:cNvSpPr/>
            <p:nvPr/>
          </p:nvSpPr>
          <p:spPr>
            <a:xfrm>
              <a:off x="360792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7" name="pg2287"/>
            <p:cNvSpPr/>
            <p:nvPr/>
          </p:nvSpPr>
          <p:spPr>
            <a:xfrm>
              <a:off x="361956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8" name="pg2288"/>
            <p:cNvSpPr/>
            <p:nvPr/>
          </p:nvSpPr>
          <p:spPr>
            <a:xfrm>
              <a:off x="363119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9" name="pg2289"/>
            <p:cNvSpPr/>
            <p:nvPr/>
          </p:nvSpPr>
          <p:spPr>
            <a:xfrm>
              <a:off x="364283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0" name="pg2290"/>
            <p:cNvSpPr/>
            <p:nvPr/>
          </p:nvSpPr>
          <p:spPr>
            <a:xfrm>
              <a:off x="365447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1" name="pg2291"/>
            <p:cNvSpPr/>
            <p:nvPr/>
          </p:nvSpPr>
          <p:spPr>
            <a:xfrm>
              <a:off x="366611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2" name="pg2292"/>
            <p:cNvSpPr/>
            <p:nvPr/>
          </p:nvSpPr>
          <p:spPr>
            <a:xfrm>
              <a:off x="367774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3" name="pg2293"/>
            <p:cNvSpPr/>
            <p:nvPr/>
          </p:nvSpPr>
          <p:spPr>
            <a:xfrm>
              <a:off x="368938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4" name="pg2294"/>
            <p:cNvSpPr/>
            <p:nvPr/>
          </p:nvSpPr>
          <p:spPr>
            <a:xfrm>
              <a:off x="370102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5" name="pg2295"/>
            <p:cNvSpPr/>
            <p:nvPr/>
          </p:nvSpPr>
          <p:spPr>
            <a:xfrm>
              <a:off x="371266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6" name="pg2296"/>
            <p:cNvSpPr/>
            <p:nvPr/>
          </p:nvSpPr>
          <p:spPr>
            <a:xfrm>
              <a:off x="372429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7" name="pg2297"/>
            <p:cNvSpPr/>
            <p:nvPr/>
          </p:nvSpPr>
          <p:spPr>
            <a:xfrm>
              <a:off x="373593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8" name="pg2298"/>
            <p:cNvSpPr/>
            <p:nvPr/>
          </p:nvSpPr>
          <p:spPr>
            <a:xfrm>
              <a:off x="374757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9" name="pg2299"/>
            <p:cNvSpPr/>
            <p:nvPr/>
          </p:nvSpPr>
          <p:spPr>
            <a:xfrm>
              <a:off x="375920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0" name="pg2300"/>
            <p:cNvSpPr/>
            <p:nvPr/>
          </p:nvSpPr>
          <p:spPr>
            <a:xfrm>
              <a:off x="377084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1" name="pg2301"/>
            <p:cNvSpPr/>
            <p:nvPr/>
          </p:nvSpPr>
          <p:spPr>
            <a:xfrm>
              <a:off x="378248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2" name="pg2302"/>
            <p:cNvSpPr/>
            <p:nvPr/>
          </p:nvSpPr>
          <p:spPr>
            <a:xfrm>
              <a:off x="379412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3" name="pg2303"/>
            <p:cNvSpPr/>
            <p:nvPr/>
          </p:nvSpPr>
          <p:spPr>
            <a:xfrm>
              <a:off x="3805759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4" name="pg2304"/>
            <p:cNvSpPr/>
            <p:nvPr/>
          </p:nvSpPr>
          <p:spPr>
            <a:xfrm>
              <a:off x="3817396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5" name="pg2305"/>
            <p:cNvSpPr/>
            <p:nvPr/>
          </p:nvSpPr>
          <p:spPr>
            <a:xfrm>
              <a:off x="382903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6" name="pg2306"/>
            <p:cNvSpPr/>
            <p:nvPr/>
          </p:nvSpPr>
          <p:spPr>
            <a:xfrm>
              <a:off x="3840671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7" name="pg2307"/>
            <p:cNvSpPr/>
            <p:nvPr/>
          </p:nvSpPr>
          <p:spPr>
            <a:xfrm>
              <a:off x="385230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8" name="pg2308"/>
            <p:cNvSpPr/>
            <p:nvPr/>
          </p:nvSpPr>
          <p:spPr>
            <a:xfrm>
              <a:off x="386394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7">
                <a:alpha val="100000"/>
              </a:srgbClr>
            </a:solidFill>
            <a:ln w="5420" cap="flat">
              <a:solidFill>
                <a:srgbClr val="392D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9" name="pg2309"/>
            <p:cNvSpPr/>
            <p:nvPr/>
          </p:nvSpPr>
          <p:spPr>
            <a:xfrm>
              <a:off x="3875583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0" name="pg2310"/>
            <p:cNvSpPr/>
            <p:nvPr/>
          </p:nvSpPr>
          <p:spPr>
            <a:xfrm>
              <a:off x="388722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1" name="pg2311"/>
            <p:cNvSpPr/>
            <p:nvPr/>
          </p:nvSpPr>
          <p:spPr>
            <a:xfrm>
              <a:off x="389885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2" name="pg2312"/>
            <p:cNvSpPr/>
            <p:nvPr/>
          </p:nvSpPr>
          <p:spPr>
            <a:xfrm>
              <a:off x="391049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3" name="pg2313"/>
            <p:cNvSpPr/>
            <p:nvPr/>
          </p:nvSpPr>
          <p:spPr>
            <a:xfrm>
              <a:off x="392213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4" name="pg2314"/>
            <p:cNvSpPr/>
            <p:nvPr/>
          </p:nvSpPr>
          <p:spPr>
            <a:xfrm>
              <a:off x="3957044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5" name="pg2315"/>
            <p:cNvSpPr/>
            <p:nvPr/>
          </p:nvSpPr>
          <p:spPr>
            <a:xfrm>
              <a:off x="4375988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6" name="pg2316"/>
            <p:cNvSpPr/>
            <p:nvPr/>
          </p:nvSpPr>
          <p:spPr>
            <a:xfrm>
              <a:off x="4387625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A2F">
                <a:alpha val="100000"/>
              </a:srgbClr>
            </a:solidFill>
            <a:ln w="5420" cap="flat">
              <a:solidFill>
                <a:srgbClr val="241A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7" name="pg2317"/>
            <p:cNvSpPr/>
            <p:nvPr/>
          </p:nvSpPr>
          <p:spPr>
            <a:xfrm>
              <a:off x="4399262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D">
                <a:alpha val="100000"/>
              </a:srgbClr>
            </a:solidFill>
            <a:ln w="5420" cap="flat">
              <a:solidFill>
                <a:srgbClr val="231A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8" name="pg2318"/>
            <p:cNvSpPr/>
            <p:nvPr/>
          </p:nvSpPr>
          <p:spPr>
            <a:xfrm>
              <a:off x="4410900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E">
                <a:alpha val="100000"/>
              </a:srgbClr>
            </a:solidFill>
            <a:ln w="5420" cap="flat">
              <a:solidFill>
                <a:srgbClr val="231A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9" name="pg2319"/>
            <p:cNvSpPr/>
            <p:nvPr/>
          </p:nvSpPr>
          <p:spPr>
            <a:xfrm>
              <a:off x="4422537" y="46812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30">
                <a:alpha val="100000"/>
              </a:srgbClr>
            </a:solidFill>
            <a:ln w="5420" cap="flat">
              <a:solidFill>
                <a:srgbClr val="241B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0" name="pg2320"/>
            <p:cNvSpPr/>
            <p:nvPr/>
          </p:nvSpPr>
          <p:spPr>
            <a:xfrm>
              <a:off x="344500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1" name="pg2321"/>
            <p:cNvSpPr/>
            <p:nvPr/>
          </p:nvSpPr>
          <p:spPr>
            <a:xfrm>
              <a:off x="345663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2" name="pg2322"/>
            <p:cNvSpPr/>
            <p:nvPr/>
          </p:nvSpPr>
          <p:spPr>
            <a:xfrm>
              <a:off x="346827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3" name="pg2323"/>
            <p:cNvSpPr/>
            <p:nvPr/>
          </p:nvSpPr>
          <p:spPr>
            <a:xfrm>
              <a:off x="347991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4" name="pg2324"/>
            <p:cNvSpPr/>
            <p:nvPr/>
          </p:nvSpPr>
          <p:spPr>
            <a:xfrm>
              <a:off x="349155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5" name="pg2325"/>
            <p:cNvSpPr/>
            <p:nvPr/>
          </p:nvSpPr>
          <p:spPr>
            <a:xfrm>
              <a:off x="350318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6" name="pg2326"/>
            <p:cNvSpPr/>
            <p:nvPr/>
          </p:nvSpPr>
          <p:spPr>
            <a:xfrm>
              <a:off x="351482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7" name="pg2327"/>
            <p:cNvSpPr/>
            <p:nvPr/>
          </p:nvSpPr>
          <p:spPr>
            <a:xfrm>
              <a:off x="352646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8" name="pg2328"/>
            <p:cNvSpPr/>
            <p:nvPr/>
          </p:nvSpPr>
          <p:spPr>
            <a:xfrm>
              <a:off x="353810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9" name="pg2329"/>
            <p:cNvSpPr/>
            <p:nvPr/>
          </p:nvSpPr>
          <p:spPr>
            <a:xfrm>
              <a:off x="354973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0" name="pg2330"/>
            <p:cNvSpPr/>
            <p:nvPr/>
          </p:nvSpPr>
          <p:spPr>
            <a:xfrm>
              <a:off x="356137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1" name="pg2331"/>
            <p:cNvSpPr/>
            <p:nvPr/>
          </p:nvSpPr>
          <p:spPr>
            <a:xfrm>
              <a:off x="357301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2" name="pg2332"/>
            <p:cNvSpPr/>
            <p:nvPr/>
          </p:nvSpPr>
          <p:spPr>
            <a:xfrm>
              <a:off x="358464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3" name="pg2333"/>
            <p:cNvSpPr/>
            <p:nvPr/>
          </p:nvSpPr>
          <p:spPr>
            <a:xfrm>
              <a:off x="359628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4" name="pg2334"/>
            <p:cNvSpPr/>
            <p:nvPr/>
          </p:nvSpPr>
          <p:spPr>
            <a:xfrm>
              <a:off x="360792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5" name="pg2335"/>
            <p:cNvSpPr/>
            <p:nvPr/>
          </p:nvSpPr>
          <p:spPr>
            <a:xfrm>
              <a:off x="361956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6" name="pg2336"/>
            <p:cNvSpPr/>
            <p:nvPr/>
          </p:nvSpPr>
          <p:spPr>
            <a:xfrm>
              <a:off x="363119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7" name="pg2337"/>
            <p:cNvSpPr/>
            <p:nvPr/>
          </p:nvSpPr>
          <p:spPr>
            <a:xfrm>
              <a:off x="364283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8" name="pg2338"/>
            <p:cNvSpPr/>
            <p:nvPr/>
          </p:nvSpPr>
          <p:spPr>
            <a:xfrm>
              <a:off x="365447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9" name="pg2339"/>
            <p:cNvSpPr/>
            <p:nvPr/>
          </p:nvSpPr>
          <p:spPr>
            <a:xfrm>
              <a:off x="366611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0" name="pg2340"/>
            <p:cNvSpPr/>
            <p:nvPr/>
          </p:nvSpPr>
          <p:spPr>
            <a:xfrm>
              <a:off x="367774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1" name="pg2341"/>
            <p:cNvSpPr/>
            <p:nvPr/>
          </p:nvSpPr>
          <p:spPr>
            <a:xfrm>
              <a:off x="368938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2" name="pg2342"/>
            <p:cNvSpPr/>
            <p:nvPr/>
          </p:nvSpPr>
          <p:spPr>
            <a:xfrm>
              <a:off x="370102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3" name="pg2343"/>
            <p:cNvSpPr/>
            <p:nvPr/>
          </p:nvSpPr>
          <p:spPr>
            <a:xfrm>
              <a:off x="371266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4" name="pg2344"/>
            <p:cNvSpPr/>
            <p:nvPr/>
          </p:nvSpPr>
          <p:spPr>
            <a:xfrm>
              <a:off x="372429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5" name="pg2345"/>
            <p:cNvSpPr/>
            <p:nvPr/>
          </p:nvSpPr>
          <p:spPr>
            <a:xfrm>
              <a:off x="373593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6" name="pg2346"/>
            <p:cNvSpPr/>
            <p:nvPr/>
          </p:nvSpPr>
          <p:spPr>
            <a:xfrm>
              <a:off x="374757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7" name="pg2347"/>
            <p:cNvSpPr/>
            <p:nvPr/>
          </p:nvSpPr>
          <p:spPr>
            <a:xfrm>
              <a:off x="375920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8" name="pg2348"/>
            <p:cNvSpPr/>
            <p:nvPr/>
          </p:nvSpPr>
          <p:spPr>
            <a:xfrm>
              <a:off x="377084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9" name="pg2349"/>
            <p:cNvSpPr/>
            <p:nvPr/>
          </p:nvSpPr>
          <p:spPr>
            <a:xfrm>
              <a:off x="378248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0" name="pg2350"/>
            <p:cNvSpPr/>
            <p:nvPr/>
          </p:nvSpPr>
          <p:spPr>
            <a:xfrm>
              <a:off x="379412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1" name="pg2351"/>
            <p:cNvSpPr/>
            <p:nvPr/>
          </p:nvSpPr>
          <p:spPr>
            <a:xfrm>
              <a:off x="380575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2" name="pg2352"/>
            <p:cNvSpPr/>
            <p:nvPr/>
          </p:nvSpPr>
          <p:spPr>
            <a:xfrm>
              <a:off x="3817396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3" name="pg2353"/>
            <p:cNvSpPr/>
            <p:nvPr/>
          </p:nvSpPr>
          <p:spPr>
            <a:xfrm>
              <a:off x="382903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4" name="pg2354"/>
            <p:cNvSpPr/>
            <p:nvPr/>
          </p:nvSpPr>
          <p:spPr>
            <a:xfrm>
              <a:off x="384067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5" name="pg2355"/>
            <p:cNvSpPr/>
            <p:nvPr/>
          </p:nvSpPr>
          <p:spPr>
            <a:xfrm>
              <a:off x="385230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6" name="pg2356"/>
            <p:cNvSpPr/>
            <p:nvPr/>
          </p:nvSpPr>
          <p:spPr>
            <a:xfrm>
              <a:off x="386394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7" name="pg2357"/>
            <p:cNvSpPr/>
            <p:nvPr/>
          </p:nvSpPr>
          <p:spPr>
            <a:xfrm>
              <a:off x="3875583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8" name="pg2358"/>
            <p:cNvSpPr/>
            <p:nvPr/>
          </p:nvSpPr>
          <p:spPr>
            <a:xfrm>
              <a:off x="388722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9" name="pg2359"/>
            <p:cNvSpPr/>
            <p:nvPr/>
          </p:nvSpPr>
          <p:spPr>
            <a:xfrm>
              <a:off x="389885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0" name="pg2360"/>
            <p:cNvSpPr/>
            <p:nvPr/>
          </p:nvSpPr>
          <p:spPr>
            <a:xfrm>
              <a:off x="391049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1" name="pg2361"/>
            <p:cNvSpPr/>
            <p:nvPr/>
          </p:nvSpPr>
          <p:spPr>
            <a:xfrm>
              <a:off x="392213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2" name="pg2362"/>
            <p:cNvSpPr/>
            <p:nvPr/>
          </p:nvSpPr>
          <p:spPr>
            <a:xfrm>
              <a:off x="3933769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3" name="pg2363"/>
            <p:cNvSpPr/>
            <p:nvPr/>
          </p:nvSpPr>
          <p:spPr>
            <a:xfrm>
              <a:off x="394540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4" name="pg2364"/>
            <p:cNvSpPr/>
            <p:nvPr/>
          </p:nvSpPr>
          <p:spPr>
            <a:xfrm>
              <a:off x="3957044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5" name="pg2365"/>
            <p:cNvSpPr/>
            <p:nvPr/>
          </p:nvSpPr>
          <p:spPr>
            <a:xfrm>
              <a:off x="3968681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6" name="pg2366"/>
            <p:cNvSpPr/>
            <p:nvPr/>
          </p:nvSpPr>
          <p:spPr>
            <a:xfrm>
              <a:off x="3980318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7" name="pg2367"/>
            <p:cNvSpPr/>
            <p:nvPr/>
          </p:nvSpPr>
          <p:spPr>
            <a:xfrm>
              <a:off x="4387625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E">
                <a:alpha val="100000"/>
              </a:srgbClr>
            </a:solidFill>
            <a:ln w="5420" cap="flat">
              <a:solidFill>
                <a:srgbClr val="231A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8" name="pg2368"/>
            <p:cNvSpPr/>
            <p:nvPr/>
          </p:nvSpPr>
          <p:spPr>
            <a:xfrm>
              <a:off x="4399262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D">
                <a:alpha val="100000"/>
              </a:srgbClr>
            </a:solidFill>
            <a:ln w="5420" cap="flat">
              <a:solidFill>
                <a:srgbClr val="231A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9" name="pg2369"/>
            <p:cNvSpPr/>
            <p:nvPr/>
          </p:nvSpPr>
          <p:spPr>
            <a:xfrm>
              <a:off x="4410900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D">
                <a:alpha val="100000"/>
              </a:srgbClr>
            </a:solidFill>
            <a:ln w="5420" cap="flat">
              <a:solidFill>
                <a:srgbClr val="231A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0" name="pg2370"/>
            <p:cNvSpPr/>
            <p:nvPr/>
          </p:nvSpPr>
          <p:spPr>
            <a:xfrm>
              <a:off x="4422537" y="469559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A2F">
                <a:alpha val="100000"/>
              </a:srgbClr>
            </a:solidFill>
            <a:ln w="5420" cap="flat">
              <a:solidFill>
                <a:srgbClr val="241A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1" name="pg2371"/>
            <p:cNvSpPr/>
            <p:nvPr/>
          </p:nvSpPr>
          <p:spPr>
            <a:xfrm>
              <a:off x="343336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2" name="pg2372"/>
            <p:cNvSpPr/>
            <p:nvPr/>
          </p:nvSpPr>
          <p:spPr>
            <a:xfrm>
              <a:off x="344500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3" name="pg2373"/>
            <p:cNvSpPr/>
            <p:nvPr/>
          </p:nvSpPr>
          <p:spPr>
            <a:xfrm>
              <a:off x="345663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4" name="pg2374"/>
            <p:cNvSpPr/>
            <p:nvPr/>
          </p:nvSpPr>
          <p:spPr>
            <a:xfrm>
              <a:off x="346827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5" name="pg2375"/>
            <p:cNvSpPr/>
            <p:nvPr/>
          </p:nvSpPr>
          <p:spPr>
            <a:xfrm>
              <a:off x="347991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6" name="pg2376"/>
            <p:cNvSpPr/>
            <p:nvPr/>
          </p:nvSpPr>
          <p:spPr>
            <a:xfrm>
              <a:off x="349155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7" name="pg2377"/>
            <p:cNvSpPr/>
            <p:nvPr/>
          </p:nvSpPr>
          <p:spPr>
            <a:xfrm>
              <a:off x="350318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8" name="pg2378"/>
            <p:cNvSpPr/>
            <p:nvPr/>
          </p:nvSpPr>
          <p:spPr>
            <a:xfrm>
              <a:off x="351482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9" name="pg2379"/>
            <p:cNvSpPr/>
            <p:nvPr/>
          </p:nvSpPr>
          <p:spPr>
            <a:xfrm>
              <a:off x="352646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0" name="pg2380"/>
            <p:cNvSpPr/>
            <p:nvPr/>
          </p:nvSpPr>
          <p:spPr>
            <a:xfrm>
              <a:off x="353810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1" name="pg2381"/>
            <p:cNvSpPr/>
            <p:nvPr/>
          </p:nvSpPr>
          <p:spPr>
            <a:xfrm>
              <a:off x="354973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2" name="pg2382"/>
            <p:cNvSpPr/>
            <p:nvPr/>
          </p:nvSpPr>
          <p:spPr>
            <a:xfrm>
              <a:off x="356137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3" name="pg2383"/>
            <p:cNvSpPr/>
            <p:nvPr/>
          </p:nvSpPr>
          <p:spPr>
            <a:xfrm>
              <a:off x="357301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4" name="pg2384"/>
            <p:cNvSpPr/>
            <p:nvPr/>
          </p:nvSpPr>
          <p:spPr>
            <a:xfrm>
              <a:off x="358464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5" name="pg2385"/>
            <p:cNvSpPr/>
            <p:nvPr/>
          </p:nvSpPr>
          <p:spPr>
            <a:xfrm>
              <a:off x="359628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6" name="pg2386"/>
            <p:cNvSpPr/>
            <p:nvPr/>
          </p:nvSpPr>
          <p:spPr>
            <a:xfrm>
              <a:off x="360792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7" name="pg2387"/>
            <p:cNvSpPr/>
            <p:nvPr/>
          </p:nvSpPr>
          <p:spPr>
            <a:xfrm>
              <a:off x="361956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8" name="pg2388"/>
            <p:cNvSpPr/>
            <p:nvPr/>
          </p:nvSpPr>
          <p:spPr>
            <a:xfrm>
              <a:off x="363119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9" name="pg2389"/>
            <p:cNvSpPr/>
            <p:nvPr/>
          </p:nvSpPr>
          <p:spPr>
            <a:xfrm>
              <a:off x="364283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0" name="pg2390"/>
            <p:cNvSpPr/>
            <p:nvPr/>
          </p:nvSpPr>
          <p:spPr>
            <a:xfrm>
              <a:off x="365447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1" name="pg2391"/>
            <p:cNvSpPr/>
            <p:nvPr/>
          </p:nvSpPr>
          <p:spPr>
            <a:xfrm>
              <a:off x="366611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2" name="pg2392"/>
            <p:cNvSpPr/>
            <p:nvPr/>
          </p:nvSpPr>
          <p:spPr>
            <a:xfrm>
              <a:off x="367774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3" name="pg2393"/>
            <p:cNvSpPr/>
            <p:nvPr/>
          </p:nvSpPr>
          <p:spPr>
            <a:xfrm>
              <a:off x="368938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4" name="pg2394"/>
            <p:cNvSpPr/>
            <p:nvPr/>
          </p:nvSpPr>
          <p:spPr>
            <a:xfrm>
              <a:off x="370102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5" name="pg2395"/>
            <p:cNvSpPr/>
            <p:nvPr/>
          </p:nvSpPr>
          <p:spPr>
            <a:xfrm>
              <a:off x="371266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6" name="pg2396"/>
            <p:cNvSpPr/>
            <p:nvPr/>
          </p:nvSpPr>
          <p:spPr>
            <a:xfrm>
              <a:off x="372429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7" name="pg2397"/>
            <p:cNvSpPr/>
            <p:nvPr/>
          </p:nvSpPr>
          <p:spPr>
            <a:xfrm>
              <a:off x="373593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8" name="pg2398"/>
            <p:cNvSpPr/>
            <p:nvPr/>
          </p:nvSpPr>
          <p:spPr>
            <a:xfrm>
              <a:off x="374757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9" name="pg2399"/>
            <p:cNvSpPr/>
            <p:nvPr/>
          </p:nvSpPr>
          <p:spPr>
            <a:xfrm>
              <a:off x="375920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0" name="pg2400"/>
            <p:cNvSpPr/>
            <p:nvPr/>
          </p:nvSpPr>
          <p:spPr>
            <a:xfrm>
              <a:off x="377084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1" name="pg2401"/>
            <p:cNvSpPr/>
            <p:nvPr/>
          </p:nvSpPr>
          <p:spPr>
            <a:xfrm>
              <a:off x="378248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2" name="pg2402"/>
            <p:cNvSpPr/>
            <p:nvPr/>
          </p:nvSpPr>
          <p:spPr>
            <a:xfrm>
              <a:off x="379412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3" name="pg2403"/>
            <p:cNvSpPr/>
            <p:nvPr/>
          </p:nvSpPr>
          <p:spPr>
            <a:xfrm>
              <a:off x="380575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4" name="pg2404"/>
            <p:cNvSpPr/>
            <p:nvPr/>
          </p:nvSpPr>
          <p:spPr>
            <a:xfrm>
              <a:off x="381739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5" name="pg2405"/>
            <p:cNvSpPr/>
            <p:nvPr/>
          </p:nvSpPr>
          <p:spPr>
            <a:xfrm>
              <a:off x="382903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6" name="pg2406"/>
            <p:cNvSpPr/>
            <p:nvPr/>
          </p:nvSpPr>
          <p:spPr>
            <a:xfrm>
              <a:off x="384067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7" name="pg2407"/>
            <p:cNvSpPr/>
            <p:nvPr/>
          </p:nvSpPr>
          <p:spPr>
            <a:xfrm>
              <a:off x="385230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8" name="pg2408"/>
            <p:cNvSpPr/>
            <p:nvPr/>
          </p:nvSpPr>
          <p:spPr>
            <a:xfrm>
              <a:off x="386394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9" name="pg2409"/>
            <p:cNvSpPr/>
            <p:nvPr/>
          </p:nvSpPr>
          <p:spPr>
            <a:xfrm>
              <a:off x="3875583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0" name="pg2410"/>
            <p:cNvSpPr/>
            <p:nvPr/>
          </p:nvSpPr>
          <p:spPr>
            <a:xfrm>
              <a:off x="388722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1" name="pg2411"/>
            <p:cNvSpPr/>
            <p:nvPr/>
          </p:nvSpPr>
          <p:spPr>
            <a:xfrm>
              <a:off x="389885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2" name="pg2412"/>
            <p:cNvSpPr/>
            <p:nvPr/>
          </p:nvSpPr>
          <p:spPr>
            <a:xfrm>
              <a:off x="391049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3" name="pg2413"/>
            <p:cNvSpPr/>
            <p:nvPr/>
          </p:nvSpPr>
          <p:spPr>
            <a:xfrm>
              <a:off x="392213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4" name="pg2414"/>
            <p:cNvSpPr/>
            <p:nvPr/>
          </p:nvSpPr>
          <p:spPr>
            <a:xfrm>
              <a:off x="393376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5" name="pg2415"/>
            <p:cNvSpPr/>
            <p:nvPr/>
          </p:nvSpPr>
          <p:spPr>
            <a:xfrm>
              <a:off x="394540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6" name="pg2416"/>
            <p:cNvSpPr/>
            <p:nvPr/>
          </p:nvSpPr>
          <p:spPr>
            <a:xfrm>
              <a:off x="395704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7" name="pg2417"/>
            <p:cNvSpPr/>
            <p:nvPr/>
          </p:nvSpPr>
          <p:spPr>
            <a:xfrm>
              <a:off x="3968681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8" name="pg2418"/>
            <p:cNvSpPr/>
            <p:nvPr/>
          </p:nvSpPr>
          <p:spPr>
            <a:xfrm>
              <a:off x="3980318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9" name="pg2419"/>
            <p:cNvSpPr/>
            <p:nvPr/>
          </p:nvSpPr>
          <p:spPr>
            <a:xfrm>
              <a:off x="409669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0" name="pg2420"/>
            <p:cNvSpPr/>
            <p:nvPr/>
          </p:nvSpPr>
          <p:spPr>
            <a:xfrm>
              <a:off x="4108329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1" name="pg2421"/>
            <p:cNvSpPr/>
            <p:nvPr/>
          </p:nvSpPr>
          <p:spPr>
            <a:xfrm>
              <a:off x="4119966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2" name="pg2422"/>
            <p:cNvSpPr/>
            <p:nvPr/>
          </p:nvSpPr>
          <p:spPr>
            <a:xfrm>
              <a:off x="413160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3" name="pg2423"/>
            <p:cNvSpPr/>
            <p:nvPr/>
          </p:nvSpPr>
          <p:spPr>
            <a:xfrm>
              <a:off x="4387625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30">
                <a:alpha val="100000"/>
              </a:srgbClr>
            </a:solidFill>
            <a:ln w="5420" cap="flat">
              <a:solidFill>
                <a:srgbClr val="241B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4" name="pg2424"/>
            <p:cNvSpPr/>
            <p:nvPr/>
          </p:nvSpPr>
          <p:spPr>
            <a:xfrm>
              <a:off x="4399262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A2F">
                <a:alpha val="100000"/>
              </a:srgbClr>
            </a:solidFill>
            <a:ln w="5420" cap="flat">
              <a:solidFill>
                <a:srgbClr val="241A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5" name="pg2425"/>
            <p:cNvSpPr/>
            <p:nvPr/>
          </p:nvSpPr>
          <p:spPr>
            <a:xfrm>
              <a:off x="4410900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A2F">
                <a:alpha val="100000"/>
              </a:srgbClr>
            </a:solidFill>
            <a:ln w="5420" cap="flat">
              <a:solidFill>
                <a:srgbClr val="241A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6" name="pg2426"/>
            <p:cNvSpPr/>
            <p:nvPr/>
          </p:nvSpPr>
          <p:spPr>
            <a:xfrm>
              <a:off x="4422537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7" name="pg2427"/>
            <p:cNvSpPr/>
            <p:nvPr/>
          </p:nvSpPr>
          <p:spPr>
            <a:xfrm>
              <a:off x="4434174" y="470989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8" name="pg2428"/>
            <p:cNvSpPr/>
            <p:nvPr/>
          </p:nvSpPr>
          <p:spPr>
            <a:xfrm>
              <a:off x="308424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9" name="pg2429"/>
            <p:cNvSpPr/>
            <p:nvPr/>
          </p:nvSpPr>
          <p:spPr>
            <a:xfrm>
              <a:off x="309588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0" name="pg2430"/>
            <p:cNvSpPr/>
            <p:nvPr/>
          </p:nvSpPr>
          <p:spPr>
            <a:xfrm>
              <a:off x="343336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1" name="pg2431"/>
            <p:cNvSpPr/>
            <p:nvPr/>
          </p:nvSpPr>
          <p:spPr>
            <a:xfrm>
              <a:off x="344500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2" name="pg2432"/>
            <p:cNvSpPr/>
            <p:nvPr/>
          </p:nvSpPr>
          <p:spPr>
            <a:xfrm>
              <a:off x="345663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3" name="pg2433"/>
            <p:cNvSpPr/>
            <p:nvPr/>
          </p:nvSpPr>
          <p:spPr>
            <a:xfrm>
              <a:off x="346827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4" name="pg2434"/>
            <p:cNvSpPr/>
            <p:nvPr/>
          </p:nvSpPr>
          <p:spPr>
            <a:xfrm>
              <a:off x="347991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5" name="pg2435"/>
            <p:cNvSpPr/>
            <p:nvPr/>
          </p:nvSpPr>
          <p:spPr>
            <a:xfrm>
              <a:off x="349155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6" name="pg2436"/>
            <p:cNvSpPr/>
            <p:nvPr/>
          </p:nvSpPr>
          <p:spPr>
            <a:xfrm>
              <a:off x="350318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7" name="pg2437"/>
            <p:cNvSpPr/>
            <p:nvPr/>
          </p:nvSpPr>
          <p:spPr>
            <a:xfrm>
              <a:off x="351482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8" name="pg2438"/>
            <p:cNvSpPr/>
            <p:nvPr/>
          </p:nvSpPr>
          <p:spPr>
            <a:xfrm>
              <a:off x="352646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9" name="pg2439"/>
            <p:cNvSpPr/>
            <p:nvPr/>
          </p:nvSpPr>
          <p:spPr>
            <a:xfrm>
              <a:off x="353810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0" name="pg2440"/>
            <p:cNvSpPr/>
            <p:nvPr/>
          </p:nvSpPr>
          <p:spPr>
            <a:xfrm>
              <a:off x="354973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1" name="pg2441"/>
            <p:cNvSpPr/>
            <p:nvPr/>
          </p:nvSpPr>
          <p:spPr>
            <a:xfrm>
              <a:off x="356137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2" name="pg2442"/>
            <p:cNvSpPr/>
            <p:nvPr/>
          </p:nvSpPr>
          <p:spPr>
            <a:xfrm>
              <a:off x="357301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3" name="pg2443"/>
            <p:cNvSpPr/>
            <p:nvPr/>
          </p:nvSpPr>
          <p:spPr>
            <a:xfrm>
              <a:off x="358464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4" name="pg2444"/>
            <p:cNvSpPr/>
            <p:nvPr/>
          </p:nvSpPr>
          <p:spPr>
            <a:xfrm>
              <a:off x="359628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5" name="pg2445"/>
            <p:cNvSpPr/>
            <p:nvPr/>
          </p:nvSpPr>
          <p:spPr>
            <a:xfrm>
              <a:off x="360792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6" name="pg2446"/>
            <p:cNvSpPr/>
            <p:nvPr/>
          </p:nvSpPr>
          <p:spPr>
            <a:xfrm>
              <a:off x="361956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7" name="pg2447"/>
            <p:cNvSpPr/>
            <p:nvPr/>
          </p:nvSpPr>
          <p:spPr>
            <a:xfrm>
              <a:off x="363119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8" name="pg2448"/>
            <p:cNvSpPr/>
            <p:nvPr/>
          </p:nvSpPr>
          <p:spPr>
            <a:xfrm>
              <a:off x="364283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9" name="pg2449"/>
            <p:cNvSpPr/>
            <p:nvPr/>
          </p:nvSpPr>
          <p:spPr>
            <a:xfrm>
              <a:off x="365447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0" name="pg2450"/>
            <p:cNvSpPr/>
            <p:nvPr/>
          </p:nvSpPr>
          <p:spPr>
            <a:xfrm>
              <a:off x="366611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1" name="pg2451"/>
            <p:cNvSpPr/>
            <p:nvPr/>
          </p:nvSpPr>
          <p:spPr>
            <a:xfrm>
              <a:off x="367774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2" name="pg2452"/>
            <p:cNvSpPr/>
            <p:nvPr/>
          </p:nvSpPr>
          <p:spPr>
            <a:xfrm>
              <a:off x="368938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3" name="pg2453"/>
            <p:cNvSpPr/>
            <p:nvPr/>
          </p:nvSpPr>
          <p:spPr>
            <a:xfrm>
              <a:off x="370102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4" name="pg2454"/>
            <p:cNvSpPr/>
            <p:nvPr/>
          </p:nvSpPr>
          <p:spPr>
            <a:xfrm>
              <a:off x="371266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5" name="pg2455"/>
            <p:cNvSpPr/>
            <p:nvPr/>
          </p:nvSpPr>
          <p:spPr>
            <a:xfrm>
              <a:off x="372429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6" name="pg2456"/>
            <p:cNvSpPr/>
            <p:nvPr/>
          </p:nvSpPr>
          <p:spPr>
            <a:xfrm>
              <a:off x="373593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7" name="pg2457"/>
            <p:cNvSpPr/>
            <p:nvPr/>
          </p:nvSpPr>
          <p:spPr>
            <a:xfrm>
              <a:off x="374757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8" name="pg2458"/>
            <p:cNvSpPr/>
            <p:nvPr/>
          </p:nvSpPr>
          <p:spPr>
            <a:xfrm>
              <a:off x="375920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9" name="pg2459"/>
            <p:cNvSpPr/>
            <p:nvPr/>
          </p:nvSpPr>
          <p:spPr>
            <a:xfrm>
              <a:off x="377084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0" name="pg2460"/>
            <p:cNvSpPr/>
            <p:nvPr/>
          </p:nvSpPr>
          <p:spPr>
            <a:xfrm>
              <a:off x="378248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1" name="pg2461"/>
            <p:cNvSpPr/>
            <p:nvPr/>
          </p:nvSpPr>
          <p:spPr>
            <a:xfrm>
              <a:off x="379412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2" name="pg2462"/>
            <p:cNvSpPr/>
            <p:nvPr/>
          </p:nvSpPr>
          <p:spPr>
            <a:xfrm>
              <a:off x="380575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3" name="pg2463"/>
            <p:cNvSpPr/>
            <p:nvPr/>
          </p:nvSpPr>
          <p:spPr>
            <a:xfrm>
              <a:off x="381739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4" name="pg2464"/>
            <p:cNvSpPr/>
            <p:nvPr/>
          </p:nvSpPr>
          <p:spPr>
            <a:xfrm>
              <a:off x="382903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5" name="pg2465"/>
            <p:cNvSpPr/>
            <p:nvPr/>
          </p:nvSpPr>
          <p:spPr>
            <a:xfrm>
              <a:off x="384067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6" name="pg2466"/>
            <p:cNvSpPr/>
            <p:nvPr/>
          </p:nvSpPr>
          <p:spPr>
            <a:xfrm>
              <a:off x="385230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7">
                <a:alpha val="100000"/>
              </a:srgbClr>
            </a:solidFill>
            <a:ln w="5420" cap="flat">
              <a:solidFill>
                <a:srgbClr val="392D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7" name="pg2467"/>
            <p:cNvSpPr/>
            <p:nvPr/>
          </p:nvSpPr>
          <p:spPr>
            <a:xfrm>
              <a:off x="386394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8" name="pg2468"/>
            <p:cNvSpPr/>
            <p:nvPr/>
          </p:nvSpPr>
          <p:spPr>
            <a:xfrm>
              <a:off x="3875583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9" name="pg2469"/>
            <p:cNvSpPr/>
            <p:nvPr/>
          </p:nvSpPr>
          <p:spPr>
            <a:xfrm>
              <a:off x="388722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0" name="pg2470"/>
            <p:cNvSpPr/>
            <p:nvPr/>
          </p:nvSpPr>
          <p:spPr>
            <a:xfrm>
              <a:off x="389885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1" name="pg2471"/>
            <p:cNvSpPr/>
            <p:nvPr/>
          </p:nvSpPr>
          <p:spPr>
            <a:xfrm>
              <a:off x="391049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2" name="pg2472"/>
            <p:cNvSpPr/>
            <p:nvPr/>
          </p:nvSpPr>
          <p:spPr>
            <a:xfrm>
              <a:off x="392213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3" name="pg2473"/>
            <p:cNvSpPr/>
            <p:nvPr/>
          </p:nvSpPr>
          <p:spPr>
            <a:xfrm>
              <a:off x="393376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4" name="pg2474"/>
            <p:cNvSpPr/>
            <p:nvPr/>
          </p:nvSpPr>
          <p:spPr>
            <a:xfrm>
              <a:off x="394540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5" name="pg2475"/>
            <p:cNvSpPr/>
            <p:nvPr/>
          </p:nvSpPr>
          <p:spPr>
            <a:xfrm>
              <a:off x="395704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6" name="pg2476"/>
            <p:cNvSpPr/>
            <p:nvPr/>
          </p:nvSpPr>
          <p:spPr>
            <a:xfrm>
              <a:off x="396868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7" name="pg2477"/>
            <p:cNvSpPr/>
            <p:nvPr/>
          </p:nvSpPr>
          <p:spPr>
            <a:xfrm>
              <a:off x="398031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8" name="pg2478"/>
            <p:cNvSpPr/>
            <p:nvPr/>
          </p:nvSpPr>
          <p:spPr>
            <a:xfrm>
              <a:off x="408505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9" name="pg2479"/>
            <p:cNvSpPr/>
            <p:nvPr/>
          </p:nvSpPr>
          <p:spPr>
            <a:xfrm>
              <a:off x="409669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0" name="pg2480"/>
            <p:cNvSpPr/>
            <p:nvPr/>
          </p:nvSpPr>
          <p:spPr>
            <a:xfrm>
              <a:off x="4108329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1" name="pg2481"/>
            <p:cNvSpPr/>
            <p:nvPr/>
          </p:nvSpPr>
          <p:spPr>
            <a:xfrm>
              <a:off x="4119966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2" name="pg2482"/>
            <p:cNvSpPr/>
            <p:nvPr/>
          </p:nvSpPr>
          <p:spPr>
            <a:xfrm>
              <a:off x="413160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3" name="pg2483"/>
            <p:cNvSpPr/>
            <p:nvPr/>
          </p:nvSpPr>
          <p:spPr>
            <a:xfrm>
              <a:off x="4143241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4" name="pg2484"/>
            <p:cNvSpPr/>
            <p:nvPr/>
          </p:nvSpPr>
          <p:spPr>
            <a:xfrm>
              <a:off x="4154878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5" name="pg2485"/>
            <p:cNvSpPr/>
            <p:nvPr/>
          </p:nvSpPr>
          <p:spPr>
            <a:xfrm>
              <a:off x="4387625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2">
                <a:alpha val="100000"/>
              </a:srgbClr>
            </a:solidFill>
            <a:ln w="5420" cap="flat">
              <a:solidFill>
                <a:srgbClr val="26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6" name="pg2486"/>
            <p:cNvSpPr/>
            <p:nvPr/>
          </p:nvSpPr>
          <p:spPr>
            <a:xfrm>
              <a:off x="4399262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C32">
                <a:alpha val="100000"/>
              </a:srgbClr>
            </a:solidFill>
            <a:ln w="5420" cap="flat">
              <a:solidFill>
                <a:srgbClr val="25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7" name="pg2487"/>
            <p:cNvSpPr/>
            <p:nvPr/>
          </p:nvSpPr>
          <p:spPr>
            <a:xfrm>
              <a:off x="4410900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C32">
                <a:alpha val="100000"/>
              </a:srgbClr>
            </a:solidFill>
            <a:ln w="5420" cap="flat">
              <a:solidFill>
                <a:srgbClr val="25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8" name="pg2488"/>
            <p:cNvSpPr/>
            <p:nvPr/>
          </p:nvSpPr>
          <p:spPr>
            <a:xfrm>
              <a:off x="4422537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9" name="pg2489"/>
            <p:cNvSpPr/>
            <p:nvPr/>
          </p:nvSpPr>
          <p:spPr>
            <a:xfrm>
              <a:off x="4434174" y="47241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0" name="pg2490"/>
            <p:cNvSpPr/>
            <p:nvPr/>
          </p:nvSpPr>
          <p:spPr>
            <a:xfrm>
              <a:off x="307260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1" name="pg2491"/>
            <p:cNvSpPr/>
            <p:nvPr/>
          </p:nvSpPr>
          <p:spPr>
            <a:xfrm>
              <a:off x="308424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2" name="pg2492"/>
            <p:cNvSpPr/>
            <p:nvPr/>
          </p:nvSpPr>
          <p:spPr>
            <a:xfrm>
              <a:off x="309588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3" name="pg2493"/>
            <p:cNvSpPr/>
            <p:nvPr/>
          </p:nvSpPr>
          <p:spPr>
            <a:xfrm>
              <a:off x="310751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4" name="pg2494"/>
            <p:cNvSpPr/>
            <p:nvPr/>
          </p:nvSpPr>
          <p:spPr>
            <a:xfrm>
              <a:off x="311915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5" name="pg2495"/>
            <p:cNvSpPr/>
            <p:nvPr/>
          </p:nvSpPr>
          <p:spPr>
            <a:xfrm>
              <a:off x="343336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6" name="pg2496"/>
            <p:cNvSpPr/>
            <p:nvPr/>
          </p:nvSpPr>
          <p:spPr>
            <a:xfrm>
              <a:off x="344500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7" name="pg2497"/>
            <p:cNvSpPr/>
            <p:nvPr/>
          </p:nvSpPr>
          <p:spPr>
            <a:xfrm>
              <a:off x="345663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8" name="pg2498"/>
            <p:cNvSpPr/>
            <p:nvPr/>
          </p:nvSpPr>
          <p:spPr>
            <a:xfrm>
              <a:off x="346827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9" name="pg2499"/>
            <p:cNvSpPr/>
            <p:nvPr/>
          </p:nvSpPr>
          <p:spPr>
            <a:xfrm>
              <a:off x="3479913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0" name="pg2500"/>
            <p:cNvSpPr/>
            <p:nvPr/>
          </p:nvSpPr>
          <p:spPr>
            <a:xfrm>
              <a:off x="349155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1" name="pg2501"/>
            <p:cNvSpPr/>
            <p:nvPr/>
          </p:nvSpPr>
          <p:spPr>
            <a:xfrm>
              <a:off x="350318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2" name="pg2502"/>
            <p:cNvSpPr/>
            <p:nvPr/>
          </p:nvSpPr>
          <p:spPr>
            <a:xfrm>
              <a:off x="351482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3" name="pg2503"/>
            <p:cNvSpPr/>
            <p:nvPr/>
          </p:nvSpPr>
          <p:spPr>
            <a:xfrm>
              <a:off x="3526463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4" name="pg2504"/>
            <p:cNvSpPr/>
            <p:nvPr/>
          </p:nvSpPr>
          <p:spPr>
            <a:xfrm>
              <a:off x="353810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5" name="pg2505"/>
            <p:cNvSpPr/>
            <p:nvPr/>
          </p:nvSpPr>
          <p:spPr>
            <a:xfrm>
              <a:off x="354973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6" name="pg2506"/>
            <p:cNvSpPr/>
            <p:nvPr/>
          </p:nvSpPr>
          <p:spPr>
            <a:xfrm>
              <a:off x="356137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7" name="pg2507"/>
            <p:cNvSpPr/>
            <p:nvPr/>
          </p:nvSpPr>
          <p:spPr>
            <a:xfrm>
              <a:off x="357301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8" name="pg2508"/>
            <p:cNvSpPr/>
            <p:nvPr/>
          </p:nvSpPr>
          <p:spPr>
            <a:xfrm>
              <a:off x="358464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9" name="pg2509"/>
            <p:cNvSpPr/>
            <p:nvPr/>
          </p:nvSpPr>
          <p:spPr>
            <a:xfrm>
              <a:off x="368938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0" name="pg2510"/>
            <p:cNvSpPr/>
            <p:nvPr/>
          </p:nvSpPr>
          <p:spPr>
            <a:xfrm>
              <a:off x="3701023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1" name="pg2511"/>
            <p:cNvSpPr/>
            <p:nvPr/>
          </p:nvSpPr>
          <p:spPr>
            <a:xfrm>
              <a:off x="371266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2" name="pg2512"/>
            <p:cNvSpPr/>
            <p:nvPr/>
          </p:nvSpPr>
          <p:spPr>
            <a:xfrm>
              <a:off x="372429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3" name="pg2513"/>
            <p:cNvSpPr/>
            <p:nvPr/>
          </p:nvSpPr>
          <p:spPr>
            <a:xfrm>
              <a:off x="373593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4" name="pg2514"/>
            <p:cNvSpPr/>
            <p:nvPr/>
          </p:nvSpPr>
          <p:spPr>
            <a:xfrm>
              <a:off x="374757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5" name="pg2515"/>
            <p:cNvSpPr/>
            <p:nvPr/>
          </p:nvSpPr>
          <p:spPr>
            <a:xfrm>
              <a:off x="375920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6" name="pg2516"/>
            <p:cNvSpPr/>
            <p:nvPr/>
          </p:nvSpPr>
          <p:spPr>
            <a:xfrm>
              <a:off x="377084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7" name="pg2517"/>
            <p:cNvSpPr/>
            <p:nvPr/>
          </p:nvSpPr>
          <p:spPr>
            <a:xfrm>
              <a:off x="378248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8" name="pg2518"/>
            <p:cNvSpPr/>
            <p:nvPr/>
          </p:nvSpPr>
          <p:spPr>
            <a:xfrm>
              <a:off x="379412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9" name="pg2519"/>
            <p:cNvSpPr/>
            <p:nvPr/>
          </p:nvSpPr>
          <p:spPr>
            <a:xfrm>
              <a:off x="389885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0" name="pg2520"/>
            <p:cNvSpPr/>
            <p:nvPr/>
          </p:nvSpPr>
          <p:spPr>
            <a:xfrm>
              <a:off x="391049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1" name="pg2521"/>
            <p:cNvSpPr/>
            <p:nvPr/>
          </p:nvSpPr>
          <p:spPr>
            <a:xfrm>
              <a:off x="392213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2" name="pg2522"/>
            <p:cNvSpPr/>
            <p:nvPr/>
          </p:nvSpPr>
          <p:spPr>
            <a:xfrm>
              <a:off x="393376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3" name="pg2523"/>
            <p:cNvSpPr/>
            <p:nvPr/>
          </p:nvSpPr>
          <p:spPr>
            <a:xfrm>
              <a:off x="394540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4" name="pg2524"/>
            <p:cNvSpPr/>
            <p:nvPr/>
          </p:nvSpPr>
          <p:spPr>
            <a:xfrm>
              <a:off x="395704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5" name="pg2525"/>
            <p:cNvSpPr/>
            <p:nvPr/>
          </p:nvSpPr>
          <p:spPr>
            <a:xfrm>
              <a:off x="396868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6" name="pg2526"/>
            <p:cNvSpPr/>
            <p:nvPr/>
          </p:nvSpPr>
          <p:spPr>
            <a:xfrm>
              <a:off x="398031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7" name="pg2527"/>
            <p:cNvSpPr/>
            <p:nvPr/>
          </p:nvSpPr>
          <p:spPr>
            <a:xfrm>
              <a:off x="399195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8" name="pg2528"/>
            <p:cNvSpPr/>
            <p:nvPr/>
          </p:nvSpPr>
          <p:spPr>
            <a:xfrm>
              <a:off x="406178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9" name="pg2529"/>
            <p:cNvSpPr/>
            <p:nvPr/>
          </p:nvSpPr>
          <p:spPr>
            <a:xfrm>
              <a:off x="407341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0" name="pg2530"/>
            <p:cNvSpPr/>
            <p:nvPr/>
          </p:nvSpPr>
          <p:spPr>
            <a:xfrm>
              <a:off x="408505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1" name="pg2531"/>
            <p:cNvSpPr/>
            <p:nvPr/>
          </p:nvSpPr>
          <p:spPr>
            <a:xfrm>
              <a:off x="409669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2" name="pg2532"/>
            <p:cNvSpPr/>
            <p:nvPr/>
          </p:nvSpPr>
          <p:spPr>
            <a:xfrm>
              <a:off x="4108329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3" name="pg2533"/>
            <p:cNvSpPr/>
            <p:nvPr/>
          </p:nvSpPr>
          <p:spPr>
            <a:xfrm>
              <a:off x="411996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4" name="pg2534"/>
            <p:cNvSpPr/>
            <p:nvPr/>
          </p:nvSpPr>
          <p:spPr>
            <a:xfrm>
              <a:off x="413160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5" name="pg2535"/>
            <p:cNvSpPr/>
            <p:nvPr/>
          </p:nvSpPr>
          <p:spPr>
            <a:xfrm>
              <a:off x="4143241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6" name="pg2536"/>
            <p:cNvSpPr/>
            <p:nvPr/>
          </p:nvSpPr>
          <p:spPr>
            <a:xfrm>
              <a:off x="4154878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7" name="pg2537"/>
            <p:cNvSpPr/>
            <p:nvPr/>
          </p:nvSpPr>
          <p:spPr>
            <a:xfrm>
              <a:off x="4166516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8" name="pg2538"/>
            <p:cNvSpPr/>
            <p:nvPr/>
          </p:nvSpPr>
          <p:spPr>
            <a:xfrm>
              <a:off x="4178153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9" name="pg2539"/>
            <p:cNvSpPr/>
            <p:nvPr/>
          </p:nvSpPr>
          <p:spPr>
            <a:xfrm>
              <a:off x="4387625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0" name="pg2540"/>
            <p:cNvSpPr/>
            <p:nvPr/>
          </p:nvSpPr>
          <p:spPr>
            <a:xfrm>
              <a:off x="4399262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1" name="pg2541"/>
            <p:cNvSpPr/>
            <p:nvPr/>
          </p:nvSpPr>
          <p:spPr>
            <a:xfrm>
              <a:off x="4410900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2" name="pg2542"/>
            <p:cNvSpPr/>
            <p:nvPr/>
          </p:nvSpPr>
          <p:spPr>
            <a:xfrm>
              <a:off x="4422537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D36">
                <a:alpha val="100000"/>
              </a:srgbClr>
            </a:solidFill>
            <a:ln w="5420" cap="flat">
              <a:solidFill>
                <a:srgbClr val="281D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3" name="pg2543"/>
            <p:cNvSpPr/>
            <p:nvPr/>
          </p:nvSpPr>
          <p:spPr>
            <a:xfrm>
              <a:off x="4434174" y="473849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4" name="pg2544"/>
            <p:cNvSpPr/>
            <p:nvPr/>
          </p:nvSpPr>
          <p:spPr>
            <a:xfrm>
              <a:off x="297950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5" name="pg2545"/>
            <p:cNvSpPr/>
            <p:nvPr/>
          </p:nvSpPr>
          <p:spPr>
            <a:xfrm>
              <a:off x="299114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6" name="pg2546"/>
            <p:cNvSpPr/>
            <p:nvPr/>
          </p:nvSpPr>
          <p:spPr>
            <a:xfrm>
              <a:off x="300278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7" name="pg2547"/>
            <p:cNvSpPr/>
            <p:nvPr/>
          </p:nvSpPr>
          <p:spPr>
            <a:xfrm>
              <a:off x="306096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8" name="pg2548"/>
            <p:cNvSpPr/>
            <p:nvPr/>
          </p:nvSpPr>
          <p:spPr>
            <a:xfrm>
              <a:off x="307260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9" name="pg2549"/>
            <p:cNvSpPr/>
            <p:nvPr/>
          </p:nvSpPr>
          <p:spPr>
            <a:xfrm>
              <a:off x="308424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0" name="pg2550"/>
            <p:cNvSpPr/>
            <p:nvPr/>
          </p:nvSpPr>
          <p:spPr>
            <a:xfrm>
              <a:off x="309588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1" name="pg2551"/>
            <p:cNvSpPr/>
            <p:nvPr/>
          </p:nvSpPr>
          <p:spPr>
            <a:xfrm>
              <a:off x="310751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2" name="pg2552"/>
            <p:cNvSpPr/>
            <p:nvPr/>
          </p:nvSpPr>
          <p:spPr>
            <a:xfrm>
              <a:off x="311915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3" name="pg2553"/>
            <p:cNvSpPr/>
            <p:nvPr/>
          </p:nvSpPr>
          <p:spPr>
            <a:xfrm>
              <a:off x="313079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4" name="pg2554"/>
            <p:cNvSpPr/>
            <p:nvPr/>
          </p:nvSpPr>
          <p:spPr>
            <a:xfrm>
              <a:off x="314243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5" name="pg2555"/>
            <p:cNvSpPr/>
            <p:nvPr/>
          </p:nvSpPr>
          <p:spPr>
            <a:xfrm>
              <a:off x="315406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6" name="pg2556"/>
            <p:cNvSpPr/>
            <p:nvPr/>
          </p:nvSpPr>
          <p:spPr>
            <a:xfrm>
              <a:off x="316570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7" name="pg2557"/>
            <p:cNvSpPr/>
            <p:nvPr/>
          </p:nvSpPr>
          <p:spPr>
            <a:xfrm>
              <a:off x="317734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8" name="pg2558"/>
            <p:cNvSpPr/>
            <p:nvPr/>
          </p:nvSpPr>
          <p:spPr>
            <a:xfrm>
              <a:off x="327044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9" name="pg2559"/>
            <p:cNvSpPr/>
            <p:nvPr/>
          </p:nvSpPr>
          <p:spPr>
            <a:xfrm>
              <a:off x="328207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0" name="pg2560"/>
            <p:cNvSpPr/>
            <p:nvPr/>
          </p:nvSpPr>
          <p:spPr>
            <a:xfrm>
              <a:off x="329371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1" name="pg2561"/>
            <p:cNvSpPr/>
            <p:nvPr/>
          </p:nvSpPr>
          <p:spPr>
            <a:xfrm>
              <a:off x="330535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2" name="pg2562"/>
            <p:cNvSpPr/>
            <p:nvPr/>
          </p:nvSpPr>
          <p:spPr>
            <a:xfrm>
              <a:off x="331699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3" name="pg2563"/>
            <p:cNvSpPr/>
            <p:nvPr/>
          </p:nvSpPr>
          <p:spPr>
            <a:xfrm>
              <a:off x="343336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4" name="pg2564"/>
            <p:cNvSpPr/>
            <p:nvPr/>
          </p:nvSpPr>
          <p:spPr>
            <a:xfrm>
              <a:off x="344500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5" name="pg2565"/>
            <p:cNvSpPr/>
            <p:nvPr/>
          </p:nvSpPr>
          <p:spPr>
            <a:xfrm>
              <a:off x="345663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6" name="pg2566"/>
            <p:cNvSpPr/>
            <p:nvPr/>
          </p:nvSpPr>
          <p:spPr>
            <a:xfrm>
              <a:off x="346827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7" name="pg2567"/>
            <p:cNvSpPr/>
            <p:nvPr/>
          </p:nvSpPr>
          <p:spPr>
            <a:xfrm>
              <a:off x="347991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8" name="pg2568"/>
            <p:cNvSpPr/>
            <p:nvPr/>
          </p:nvSpPr>
          <p:spPr>
            <a:xfrm>
              <a:off x="349155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9" name="pg2569"/>
            <p:cNvSpPr/>
            <p:nvPr/>
          </p:nvSpPr>
          <p:spPr>
            <a:xfrm>
              <a:off x="350318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0" name="pg2570"/>
            <p:cNvSpPr/>
            <p:nvPr/>
          </p:nvSpPr>
          <p:spPr>
            <a:xfrm>
              <a:off x="351482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1" name="pg2571"/>
            <p:cNvSpPr/>
            <p:nvPr/>
          </p:nvSpPr>
          <p:spPr>
            <a:xfrm>
              <a:off x="352646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2" name="pg2572"/>
            <p:cNvSpPr/>
            <p:nvPr/>
          </p:nvSpPr>
          <p:spPr>
            <a:xfrm>
              <a:off x="353810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3" name="pg2573"/>
            <p:cNvSpPr/>
            <p:nvPr/>
          </p:nvSpPr>
          <p:spPr>
            <a:xfrm>
              <a:off x="354973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4" name="pg2574"/>
            <p:cNvSpPr/>
            <p:nvPr/>
          </p:nvSpPr>
          <p:spPr>
            <a:xfrm>
              <a:off x="356137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0">
                <a:alpha val="100000"/>
              </a:srgbClr>
            </a:solidFill>
            <a:ln w="5420" cap="flat">
              <a:solidFill>
                <a:srgbClr val="3629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5" name="pg2575"/>
            <p:cNvSpPr/>
            <p:nvPr/>
          </p:nvSpPr>
          <p:spPr>
            <a:xfrm>
              <a:off x="357301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6" name="pg2576"/>
            <p:cNvSpPr/>
            <p:nvPr/>
          </p:nvSpPr>
          <p:spPr>
            <a:xfrm>
              <a:off x="358464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7" name="pg2577"/>
            <p:cNvSpPr/>
            <p:nvPr/>
          </p:nvSpPr>
          <p:spPr>
            <a:xfrm>
              <a:off x="393376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8" name="pg2578"/>
            <p:cNvSpPr/>
            <p:nvPr/>
          </p:nvSpPr>
          <p:spPr>
            <a:xfrm>
              <a:off x="394540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9" name="pg2579"/>
            <p:cNvSpPr/>
            <p:nvPr/>
          </p:nvSpPr>
          <p:spPr>
            <a:xfrm>
              <a:off x="395704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0" name="pg2580"/>
            <p:cNvSpPr/>
            <p:nvPr/>
          </p:nvSpPr>
          <p:spPr>
            <a:xfrm>
              <a:off x="396868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1" name="pg2581"/>
            <p:cNvSpPr/>
            <p:nvPr/>
          </p:nvSpPr>
          <p:spPr>
            <a:xfrm>
              <a:off x="398031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2" name="pg2582"/>
            <p:cNvSpPr/>
            <p:nvPr/>
          </p:nvSpPr>
          <p:spPr>
            <a:xfrm>
              <a:off x="399195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3" name="pg2583"/>
            <p:cNvSpPr/>
            <p:nvPr/>
          </p:nvSpPr>
          <p:spPr>
            <a:xfrm>
              <a:off x="400359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4" name="pg2584"/>
            <p:cNvSpPr/>
            <p:nvPr/>
          </p:nvSpPr>
          <p:spPr>
            <a:xfrm>
              <a:off x="402686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5" name="pg2585"/>
            <p:cNvSpPr/>
            <p:nvPr/>
          </p:nvSpPr>
          <p:spPr>
            <a:xfrm>
              <a:off x="4038505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6" name="pg2586"/>
            <p:cNvSpPr/>
            <p:nvPr/>
          </p:nvSpPr>
          <p:spPr>
            <a:xfrm>
              <a:off x="405014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7" name="pg2587"/>
            <p:cNvSpPr/>
            <p:nvPr/>
          </p:nvSpPr>
          <p:spPr>
            <a:xfrm>
              <a:off x="406178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8" name="pg2588"/>
            <p:cNvSpPr/>
            <p:nvPr/>
          </p:nvSpPr>
          <p:spPr>
            <a:xfrm>
              <a:off x="407341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9" name="pg2589"/>
            <p:cNvSpPr/>
            <p:nvPr/>
          </p:nvSpPr>
          <p:spPr>
            <a:xfrm>
              <a:off x="408505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0" name="pg2590"/>
            <p:cNvSpPr/>
            <p:nvPr/>
          </p:nvSpPr>
          <p:spPr>
            <a:xfrm>
              <a:off x="409669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1" name="pg2591"/>
            <p:cNvSpPr/>
            <p:nvPr/>
          </p:nvSpPr>
          <p:spPr>
            <a:xfrm>
              <a:off x="4108329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2" name="pg2592"/>
            <p:cNvSpPr/>
            <p:nvPr/>
          </p:nvSpPr>
          <p:spPr>
            <a:xfrm>
              <a:off x="411996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3" name="pg2593"/>
            <p:cNvSpPr/>
            <p:nvPr/>
          </p:nvSpPr>
          <p:spPr>
            <a:xfrm>
              <a:off x="413160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4" name="pg2594"/>
            <p:cNvSpPr/>
            <p:nvPr/>
          </p:nvSpPr>
          <p:spPr>
            <a:xfrm>
              <a:off x="4143241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5" name="pg2595"/>
            <p:cNvSpPr/>
            <p:nvPr/>
          </p:nvSpPr>
          <p:spPr>
            <a:xfrm>
              <a:off x="4154878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6" name="pg2596"/>
            <p:cNvSpPr/>
            <p:nvPr/>
          </p:nvSpPr>
          <p:spPr>
            <a:xfrm>
              <a:off x="4166516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7" name="pg2597"/>
            <p:cNvSpPr/>
            <p:nvPr/>
          </p:nvSpPr>
          <p:spPr>
            <a:xfrm>
              <a:off x="4178153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8" name="pg2598"/>
            <p:cNvSpPr/>
            <p:nvPr/>
          </p:nvSpPr>
          <p:spPr>
            <a:xfrm>
              <a:off x="418979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9" name="pg2599"/>
            <p:cNvSpPr/>
            <p:nvPr/>
          </p:nvSpPr>
          <p:spPr>
            <a:xfrm>
              <a:off x="4399262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0" name="pg2600"/>
            <p:cNvSpPr/>
            <p:nvPr/>
          </p:nvSpPr>
          <p:spPr>
            <a:xfrm>
              <a:off x="4410900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1" name="pg2601"/>
            <p:cNvSpPr/>
            <p:nvPr/>
          </p:nvSpPr>
          <p:spPr>
            <a:xfrm>
              <a:off x="4422537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F39">
                <a:alpha val="100000"/>
              </a:srgbClr>
            </a:solidFill>
            <a:ln w="5420" cap="flat">
              <a:solidFill>
                <a:srgbClr val="29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2" name="pg2602"/>
            <p:cNvSpPr/>
            <p:nvPr/>
          </p:nvSpPr>
          <p:spPr>
            <a:xfrm>
              <a:off x="4434174" y="47527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A">
                <a:alpha val="100000"/>
              </a:srgbClr>
            </a:solidFill>
            <a:ln w="5420" cap="flat">
              <a:solidFill>
                <a:srgbClr val="2A1F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3" name="pg2603"/>
            <p:cNvSpPr/>
            <p:nvPr/>
          </p:nvSpPr>
          <p:spPr>
            <a:xfrm>
              <a:off x="295623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4" name="pg2604"/>
            <p:cNvSpPr/>
            <p:nvPr/>
          </p:nvSpPr>
          <p:spPr>
            <a:xfrm>
              <a:off x="296787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5" name="pg2605"/>
            <p:cNvSpPr/>
            <p:nvPr/>
          </p:nvSpPr>
          <p:spPr>
            <a:xfrm>
              <a:off x="297950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6" name="pg2606"/>
            <p:cNvSpPr/>
            <p:nvPr/>
          </p:nvSpPr>
          <p:spPr>
            <a:xfrm>
              <a:off x="299114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7" name="pg2607"/>
            <p:cNvSpPr/>
            <p:nvPr/>
          </p:nvSpPr>
          <p:spPr>
            <a:xfrm>
              <a:off x="300278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8" name="pg2608"/>
            <p:cNvSpPr/>
            <p:nvPr/>
          </p:nvSpPr>
          <p:spPr>
            <a:xfrm>
              <a:off x="301442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9" name="pg2609"/>
            <p:cNvSpPr/>
            <p:nvPr/>
          </p:nvSpPr>
          <p:spPr>
            <a:xfrm>
              <a:off x="304933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0" name="pg2610"/>
            <p:cNvSpPr/>
            <p:nvPr/>
          </p:nvSpPr>
          <p:spPr>
            <a:xfrm>
              <a:off x="306096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1" name="pg2611"/>
            <p:cNvSpPr/>
            <p:nvPr/>
          </p:nvSpPr>
          <p:spPr>
            <a:xfrm>
              <a:off x="307260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2" name="pg2612"/>
            <p:cNvSpPr/>
            <p:nvPr/>
          </p:nvSpPr>
          <p:spPr>
            <a:xfrm>
              <a:off x="308424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3" name="pg2613"/>
            <p:cNvSpPr/>
            <p:nvPr/>
          </p:nvSpPr>
          <p:spPr>
            <a:xfrm>
              <a:off x="309588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4" name="pg2614"/>
            <p:cNvSpPr/>
            <p:nvPr/>
          </p:nvSpPr>
          <p:spPr>
            <a:xfrm>
              <a:off x="310751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5" name="pg2615"/>
            <p:cNvSpPr/>
            <p:nvPr/>
          </p:nvSpPr>
          <p:spPr>
            <a:xfrm>
              <a:off x="311915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6" name="pg2616"/>
            <p:cNvSpPr/>
            <p:nvPr/>
          </p:nvSpPr>
          <p:spPr>
            <a:xfrm>
              <a:off x="313079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7" name="pg2617"/>
            <p:cNvSpPr/>
            <p:nvPr/>
          </p:nvSpPr>
          <p:spPr>
            <a:xfrm>
              <a:off x="314243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8" name="pg2618"/>
            <p:cNvSpPr/>
            <p:nvPr/>
          </p:nvSpPr>
          <p:spPr>
            <a:xfrm>
              <a:off x="315406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9" name="pg2619"/>
            <p:cNvSpPr/>
            <p:nvPr/>
          </p:nvSpPr>
          <p:spPr>
            <a:xfrm>
              <a:off x="316570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0" name="pg2620"/>
            <p:cNvSpPr/>
            <p:nvPr/>
          </p:nvSpPr>
          <p:spPr>
            <a:xfrm>
              <a:off x="317734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1" name="pg2621"/>
            <p:cNvSpPr/>
            <p:nvPr/>
          </p:nvSpPr>
          <p:spPr>
            <a:xfrm>
              <a:off x="318898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2" name="pg2622"/>
            <p:cNvSpPr/>
            <p:nvPr/>
          </p:nvSpPr>
          <p:spPr>
            <a:xfrm>
              <a:off x="320061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7">
                <a:alpha val="100000"/>
              </a:srgbClr>
            </a:solidFill>
            <a:ln w="5420" cap="flat">
              <a:solidFill>
                <a:srgbClr val="392D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3" name="pg2623"/>
            <p:cNvSpPr/>
            <p:nvPr/>
          </p:nvSpPr>
          <p:spPr>
            <a:xfrm>
              <a:off x="325880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4" name="pg2624"/>
            <p:cNvSpPr/>
            <p:nvPr/>
          </p:nvSpPr>
          <p:spPr>
            <a:xfrm>
              <a:off x="327044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5" name="pg2625"/>
            <p:cNvSpPr/>
            <p:nvPr/>
          </p:nvSpPr>
          <p:spPr>
            <a:xfrm>
              <a:off x="328207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6" name="pg2626"/>
            <p:cNvSpPr/>
            <p:nvPr/>
          </p:nvSpPr>
          <p:spPr>
            <a:xfrm>
              <a:off x="329371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7" name="pg2627"/>
            <p:cNvSpPr/>
            <p:nvPr/>
          </p:nvSpPr>
          <p:spPr>
            <a:xfrm>
              <a:off x="330535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8" name="pg2628"/>
            <p:cNvSpPr/>
            <p:nvPr/>
          </p:nvSpPr>
          <p:spPr>
            <a:xfrm>
              <a:off x="331699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9" name="pg2629"/>
            <p:cNvSpPr/>
            <p:nvPr/>
          </p:nvSpPr>
          <p:spPr>
            <a:xfrm>
              <a:off x="332862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0" name="pg2630"/>
            <p:cNvSpPr/>
            <p:nvPr/>
          </p:nvSpPr>
          <p:spPr>
            <a:xfrm>
              <a:off x="334026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1" name="pg2631"/>
            <p:cNvSpPr/>
            <p:nvPr/>
          </p:nvSpPr>
          <p:spPr>
            <a:xfrm>
              <a:off x="345663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2" name="pg2632"/>
            <p:cNvSpPr/>
            <p:nvPr/>
          </p:nvSpPr>
          <p:spPr>
            <a:xfrm>
              <a:off x="346827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3" name="pg2633"/>
            <p:cNvSpPr/>
            <p:nvPr/>
          </p:nvSpPr>
          <p:spPr>
            <a:xfrm>
              <a:off x="347991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4" name="pg2634"/>
            <p:cNvSpPr/>
            <p:nvPr/>
          </p:nvSpPr>
          <p:spPr>
            <a:xfrm>
              <a:off x="349155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5" name="pg2635"/>
            <p:cNvSpPr/>
            <p:nvPr/>
          </p:nvSpPr>
          <p:spPr>
            <a:xfrm>
              <a:off x="350318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6" name="pg2636"/>
            <p:cNvSpPr/>
            <p:nvPr/>
          </p:nvSpPr>
          <p:spPr>
            <a:xfrm>
              <a:off x="351482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7" name="pg2637"/>
            <p:cNvSpPr/>
            <p:nvPr/>
          </p:nvSpPr>
          <p:spPr>
            <a:xfrm>
              <a:off x="352646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8" name="pg2638"/>
            <p:cNvSpPr/>
            <p:nvPr/>
          </p:nvSpPr>
          <p:spPr>
            <a:xfrm>
              <a:off x="353810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9" name="pg2639"/>
            <p:cNvSpPr/>
            <p:nvPr/>
          </p:nvSpPr>
          <p:spPr>
            <a:xfrm>
              <a:off x="354973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0" name="pg2640"/>
            <p:cNvSpPr/>
            <p:nvPr/>
          </p:nvSpPr>
          <p:spPr>
            <a:xfrm>
              <a:off x="356137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1" name="pg2641"/>
            <p:cNvSpPr/>
            <p:nvPr/>
          </p:nvSpPr>
          <p:spPr>
            <a:xfrm>
              <a:off x="357301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2" name="pg2642"/>
            <p:cNvSpPr/>
            <p:nvPr/>
          </p:nvSpPr>
          <p:spPr>
            <a:xfrm>
              <a:off x="358464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3" name="pg2643"/>
            <p:cNvSpPr/>
            <p:nvPr/>
          </p:nvSpPr>
          <p:spPr>
            <a:xfrm>
              <a:off x="394540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4" name="pg2644"/>
            <p:cNvSpPr/>
            <p:nvPr/>
          </p:nvSpPr>
          <p:spPr>
            <a:xfrm>
              <a:off x="395704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5" name="pg2645"/>
            <p:cNvSpPr/>
            <p:nvPr/>
          </p:nvSpPr>
          <p:spPr>
            <a:xfrm>
              <a:off x="396868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6" name="pg2646"/>
            <p:cNvSpPr/>
            <p:nvPr/>
          </p:nvSpPr>
          <p:spPr>
            <a:xfrm>
              <a:off x="398031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7" name="pg2647"/>
            <p:cNvSpPr/>
            <p:nvPr/>
          </p:nvSpPr>
          <p:spPr>
            <a:xfrm>
              <a:off x="399195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8" name="pg2648"/>
            <p:cNvSpPr/>
            <p:nvPr/>
          </p:nvSpPr>
          <p:spPr>
            <a:xfrm>
              <a:off x="400359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9" name="pg2649"/>
            <p:cNvSpPr/>
            <p:nvPr/>
          </p:nvSpPr>
          <p:spPr>
            <a:xfrm>
              <a:off x="401523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D">
                <a:alpha val="100000"/>
              </a:srgbClr>
            </a:solidFill>
            <a:ln w="5420" cap="flat">
              <a:solidFill>
                <a:srgbClr val="35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0" name="pg2650"/>
            <p:cNvSpPr/>
            <p:nvPr/>
          </p:nvSpPr>
          <p:spPr>
            <a:xfrm>
              <a:off x="402686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1" name="pg2651"/>
            <p:cNvSpPr/>
            <p:nvPr/>
          </p:nvSpPr>
          <p:spPr>
            <a:xfrm>
              <a:off x="4038505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2" name="pg2652"/>
            <p:cNvSpPr/>
            <p:nvPr/>
          </p:nvSpPr>
          <p:spPr>
            <a:xfrm>
              <a:off x="405014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3" name="pg2653"/>
            <p:cNvSpPr/>
            <p:nvPr/>
          </p:nvSpPr>
          <p:spPr>
            <a:xfrm>
              <a:off x="406178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4" name="pg2654"/>
            <p:cNvSpPr/>
            <p:nvPr/>
          </p:nvSpPr>
          <p:spPr>
            <a:xfrm>
              <a:off x="407341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5" name="pg2655"/>
            <p:cNvSpPr/>
            <p:nvPr/>
          </p:nvSpPr>
          <p:spPr>
            <a:xfrm>
              <a:off x="408505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6" name="pg2656"/>
            <p:cNvSpPr/>
            <p:nvPr/>
          </p:nvSpPr>
          <p:spPr>
            <a:xfrm>
              <a:off x="409669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7" name="pg2657"/>
            <p:cNvSpPr/>
            <p:nvPr/>
          </p:nvSpPr>
          <p:spPr>
            <a:xfrm>
              <a:off x="4108329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8" name="pg2658"/>
            <p:cNvSpPr/>
            <p:nvPr/>
          </p:nvSpPr>
          <p:spPr>
            <a:xfrm>
              <a:off x="411996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9" name="pg2659"/>
            <p:cNvSpPr/>
            <p:nvPr/>
          </p:nvSpPr>
          <p:spPr>
            <a:xfrm>
              <a:off x="413160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0" name="pg2660"/>
            <p:cNvSpPr/>
            <p:nvPr/>
          </p:nvSpPr>
          <p:spPr>
            <a:xfrm>
              <a:off x="4143241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1" name="pg2661"/>
            <p:cNvSpPr/>
            <p:nvPr/>
          </p:nvSpPr>
          <p:spPr>
            <a:xfrm>
              <a:off x="415487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2" name="pg2662"/>
            <p:cNvSpPr/>
            <p:nvPr/>
          </p:nvSpPr>
          <p:spPr>
            <a:xfrm>
              <a:off x="4166516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3" name="pg2663"/>
            <p:cNvSpPr/>
            <p:nvPr/>
          </p:nvSpPr>
          <p:spPr>
            <a:xfrm>
              <a:off x="4178153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4" name="pg2664"/>
            <p:cNvSpPr/>
            <p:nvPr/>
          </p:nvSpPr>
          <p:spPr>
            <a:xfrm>
              <a:off x="418979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5" name="pg2665"/>
            <p:cNvSpPr/>
            <p:nvPr/>
          </p:nvSpPr>
          <p:spPr>
            <a:xfrm>
              <a:off x="4201428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6" name="pg2666"/>
            <p:cNvSpPr/>
            <p:nvPr/>
          </p:nvSpPr>
          <p:spPr>
            <a:xfrm>
              <a:off x="439926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B">
                <a:alpha val="100000"/>
              </a:srgbClr>
            </a:solidFill>
            <a:ln w="5420" cap="flat">
              <a:solidFill>
                <a:srgbClr val="2B20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7" name="pg2667"/>
            <p:cNvSpPr/>
            <p:nvPr/>
          </p:nvSpPr>
          <p:spPr>
            <a:xfrm>
              <a:off x="4410900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B">
                <a:alpha val="100000"/>
              </a:srgbClr>
            </a:solidFill>
            <a:ln w="5420" cap="flat">
              <a:solidFill>
                <a:srgbClr val="2B20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8" name="pg2668"/>
            <p:cNvSpPr/>
            <p:nvPr/>
          </p:nvSpPr>
          <p:spPr>
            <a:xfrm>
              <a:off x="4422537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9" name="pg2669"/>
            <p:cNvSpPr/>
            <p:nvPr/>
          </p:nvSpPr>
          <p:spPr>
            <a:xfrm>
              <a:off x="4434174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D">
                <a:alpha val="100000"/>
              </a:srgbClr>
            </a:solidFill>
            <a:ln w="5420" cap="flat">
              <a:solidFill>
                <a:srgbClr val="2B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0" name="pg2670"/>
            <p:cNvSpPr/>
            <p:nvPr/>
          </p:nvSpPr>
          <p:spPr>
            <a:xfrm>
              <a:off x="4445812" y="476709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1" name="pg2671"/>
            <p:cNvSpPr/>
            <p:nvPr/>
          </p:nvSpPr>
          <p:spPr>
            <a:xfrm>
              <a:off x="294459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2" name="pg2672"/>
            <p:cNvSpPr/>
            <p:nvPr/>
          </p:nvSpPr>
          <p:spPr>
            <a:xfrm>
              <a:off x="295623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3" name="pg2673"/>
            <p:cNvSpPr/>
            <p:nvPr/>
          </p:nvSpPr>
          <p:spPr>
            <a:xfrm>
              <a:off x="296787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4" name="pg2674"/>
            <p:cNvSpPr/>
            <p:nvPr/>
          </p:nvSpPr>
          <p:spPr>
            <a:xfrm>
              <a:off x="297950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5" name="pg2675"/>
            <p:cNvSpPr/>
            <p:nvPr/>
          </p:nvSpPr>
          <p:spPr>
            <a:xfrm>
              <a:off x="299114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6" name="pg2676"/>
            <p:cNvSpPr/>
            <p:nvPr/>
          </p:nvSpPr>
          <p:spPr>
            <a:xfrm>
              <a:off x="300278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7" name="pg2677"/>
            <p:cNvSpPr/>
            <p:nvPr/>
          </p:nvSpPr>
          <p:spPr>
            <a:xfrm>
              <a:off x="301442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8" name="pg2678"/>
            <p:cNvSpPr/>
            <p:nvPr/>
          </p:nvSpPr>
          <p:spPr>
            <a:xfrm>
              <a:off x="302605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9" name="pg2679"/>
            <p:cNvSpPr/>
            <p:nvPr/>
          </p:nvSpPr>
          <p:spPr>
            <a:xfrm>
              <a:off x="303769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0" name="pg2680"/>
            <p:cNvSpPr/>
            <p:nvPr/>
          </p:nvSpPr>
          <p:spPr>
            <a:xfrm>
              <a:off x="304933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1" name="pg2681"/>
            <p:cNvSpPr/>
            <p:nvPr/>
          </p:nvSpPr>
          <p:spPr>
            <a:xfrm>
              <a:off x="306096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2" name="pg2682"/>
            <p:cNvSpPr/>
            <p:nvPr/>
          </p:nvSpPr>
          <p:spPr>
            <a:xfrm>
              <a:off x="307260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3" name="pg2683"/>
            <p:cNvSpPr/>
            <p:nvPr/>
          </p:nvSpPr>
          <p:spPr>
            <a:xfrm>
              <a:off x="308424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4" name="pg2684"/>
            <p:cNvSpPr/>
            <p:nvPr/>
          </p:nvSpPr>
          <p:spPr>
            <a:xfrm>
              <a:off x="309588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5" name="pg2685"/>
            <p:cNvSpPr/>
            <p:nvPr/>
          </p:nvSpPr>
          <p:spPr>
            <a:xfrm>
              <a:off x="310751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6" name="pg2686"/>
            <p:cNvSpPr/>
            <p:nvPr/>
          </p:nvSpPr>
          <p:spPr>
            <a:xfrm>
              <a:off x="311915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7" name="pg2687"/>
            <p:cNvSpPr/>
            <p:nvPr/>
          </p:nvSpPr>
          <p:spPr>
            <a:xfrm>
              <a:off x="313079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8" name="pg2688"/>
            <p:cNvSpPr/>
            <p:nvPr/>
          </p:nvSpPr>
          <p:spPr>
            <a:xfrm>
              <a:off x="314243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9" name="pg2689"/>
            <p:cNvSpPr/>
            <p:nvPr/>
          </p:nvSpPr>
          <p:spPr>
            <a:xfrm>
              <a:off x="315406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0" name="pg2690"/>
            <p:cNvSpPr/>
            <p:nvPr/>
          </p:nvSpPr>
          <p:spPr>
            <a:xfrm>
              <a:off x="316570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1" name="pg2691"/>
            <p:cNvSpPr/>
            <p:nvPr/>
          </p:nvSpPr>
          <p:spPr>
            <a:xfrm>
              <a:off x="317734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2" name="pg2692"/>
            <p:cNvSpPr/>
            <p:nvPr/>
          </p:nvSpPr>
          <p:spPr>
            <a:xfrm>
              <a:off x="318898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3" name="pg2693"/>
            <p:cNvSpPr/>
            <p:nvPr/>
          </p:nvSpPr>
          <p:spPr>
            <a:xfrm>
              <a:off x="320061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4" name="pg2694"/>
            <p:cNvSpPr/>
            <p:nvPr/>
          </p:nvSpPr>
          <p:spPr>
            <a:xfrm>
              <a:off x="321225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5" name="pg2695"/>
            <p:cNvSpPr/>
            <p:nvPr/>
          </p:nvSpPr>
          <p:spPr>
            <a:xfrm>
              <a:off x="322389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6" name="pg2696"/>
            <p:cNvSpPr/>
            <p:nvPr/>
          </p:nvSpPr>
          <p:spPr>
            <a:xfrm>
              <a:off x="323552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7" name="pg2697"/>
            <p:cNvSpPr/>
            <p:nvPr/>
          </p:nvSpPr>
          <p:spPr>
            <a:xfrm>
              <a:off x="324716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8" name="pg2698"/>
            <p:cNvSpPr/>
            <p:nvPr/>
          </p:nvSpPr>
          <p:spPr>
            <a:xfrm>
              <a:off x="325880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9" name="pg2699"/>
            <p:cNvSpPr/>
            <p:nvPr/>
          </p:nvSpPr>
          <p:spPr>
            <a:xfrm>
              <a:off x="327044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0" name="pg2700"/>
            <p:cNvSpPr/>
            <p:nvPr/>
          </p:nvSpPr>
          <p:spPr>
            <a:xfrm>
              <a:off x="328207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1" name="pg2701"/>
            <p:cNvSpPr/>
            <p:nvPr/>
          </p:nvSpPr>
          <p:spPr>
            <a:xfrm>
              <a:off x="329371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2" name="pg2702"/>
            <p:cNvSpPr/>
            <p:nvPr/>
          </p:nvSpPr>
          <p:spPr>
            <a:xfrm>
              <a:off x="330535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3" name="pg2703"/>
            <p:cNvSpPr/>
            <p:nvPr/>
          </p:nvSpPr>
          <p:spPr>
            <a:xfrm>
              <a:off x="331699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4" name="pg2704"/>
            <p:cNvSpPr/>
            <p:nvPr/>
          </p:nvSpPr>
          <p:spPr>
            <a:xfrm>
              <a:off x="332862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5" name="pg2705"/>
            <p:cNvSpPr/>
            <p:nvPr/>
          </p:nvSpPr>
          <p:spPr>
            <a:xfrm>
              <a:off x="334026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6" name="pg2706"/>
            <p:cNvSpPr/>
            <p:nvPr/>
          </p:nvSpPr>
          <p:spPr>
            <a:xfrm>
              <a:off x="335190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7" name="pg2707"/>
            <p:cNvSpPr/>
            <p:nvPr/>
          </p:nvSpPr>
          <p:spPr>
            <a:xfrm>
              <a:off x="336354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8" name="pg2708"/>
            <p:cNvSpPr/>
            <p:nvPr/>
          </p:nvSpPr>
          <p:spPr>
            <a:xfrm>
              <a:off x="337517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9" name="pg2709"/>
            <p:cNvSpPr/>
            <p:nvPr/>
          </p:nvSpPr>
          <p:spPr>
            <a:xfrm>
              <a:off x="346827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0" name="pg2710"/>
            <p:cNvSpPr/>
            <p:nvPr/>
          </p:nvSpPr>
          <p:spPr>
            <a:xfrm>
              <a:off x="347991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1" name="pg2711"/>
            <p:cNvSpPr/>
            <p:nvPr/>
          </p:nvSpPr>
          <p:spPr>
            <a:xfrm>
              <a:off x="349155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2" name="pg2712"/>
            <p:cNvSpPr/>
            <p:nvPr/>
          </p:nvSpPr>
          <p:spPr>
            <a:xfrm>
              <a:off x="351482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3" name="pg2713"/>
            <p:cNvSpPr/>
            <p:nvPr/>
          </p:nvSpPr>
          <p:spPr>
            <a:xfrm>
              <a:off x="352646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4" name="pg2714"/>
            <p:cNvSpPr/>
            <p:nvPr/>
          </p:nvSpPr>
          <p:spPr>
            <a:xfrm>
              <a:off x="353810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5" name="pg2715"/>
            <p:cNvSpPr/>
            <p:nvPr/>
          </p:nvSpPr>
          <p:spPr>
            <a:xfrm>
              <a:off x="354973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6" name="pg2716"/>
            <p:cNvSpPr/>
            <p:nvPr/>
          </p:nvSpPr>
          <p:spPr>
            <a:xfrm>
              <a:off x="356137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7" name="pg2717"/>
            <p:cNvSpPr/>
            <p:nvPr/>
          </p:nvSpPr>
          <p:spPr>
            <a:xfrm>
              <a:off x="357301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8" name="pg2718"/>
            <p:cNvSpPr/>
            <p:nvPr/>
          </p:nvSpPr>
          <p:spPr>
            <a:xfrm>
              <a:off x="358464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9" name="pg2719"/>
            <p:cNvSpPr/>
            <p:nvPr/>
          </p:nvSpPr>
          <p:spPr>
            <a:xfrm>
              <a:off x="395704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0" name="pg2720"/>
            <p:cNvSpPr/>
            <p:nvPr/>
          </p:nvSpPr>
          <p:spPr>
            <a:xfrm>
              <a:off x="396868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1" name="pg2721"/>
            <p:cNvSpPr/>
            <p:nvPr/>
          </p:nvSpPr>
          <p:spPr>
            <a:xfrm>
              <a:off x="398031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2" name="pg2722"/>
            <p:cNvSpPr/>
            <p:nvPr/>
          </p:nvSpPr>
          <p:spPr>
            <a:xfrm>
              <a:off x="399195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3" name="pg2723"/>
            <p:cNvSpPr/>
            <p:nvPr/>
          </p:nvSpPr>
          <p:spPr>
            <a:xfrm>
              <a:off x="400359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4" name="pg2724"/>
            <p:cNvSpPr/>
            <p:nvPr/>
          </p:nvSpPr>
          <p:spPr>
            <a:xfrm>
              <a:off x="401523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5" name="pg2725"/>
            <p:cNvSpPr/>
            <p:nvPr/>
          </p:nvSpPr>
          <p:spPr>
            <a:xfrm>
              <a:off x="402686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6" name="pg2726"/>
            <p:cNvSpPr/>
            <p:nvPr/>
          </p:nvSpPr>
          <p:spPr>
            <a:xfrm>
              <a:off x="403850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7" name="pg2727"/>
            <p:cNvSpPr/>
            <p:nvPr/>
          </p:nvSpPr>
          <p:spPr>
            <a:xfrm>
              <a:off x="405014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8" name="pg2728"/>
            <p:cNvSpPr/>
            <p:nvPr/>
          </p:nvSpPr>
          <p:spPr>
            <a:xfrm>
              <a:off x="406178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9" name="pg2729"/>
            <p:cNvSpPr/>
            <p:nvPr/>
          </p:nvSpPr>
          <p:spPr>
            <a:xfrm>
              <a:off x="407341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0" name="pg2730"/>
            <p:cNvSpPr/>
            <p:nvPr/>
          </p:nvSpPr>
          <p:spPr>
            <a:xfrm>
              <a:off x="408505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D">
                <a:alpha val="100000"/>
              </a:srgbClr>
            </a:solidFill>
            <a:ln w="5420" cap="flat">
              <a:solidFill>
                <a:srgbClr val="35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1" name="pg2731"/>
            <p:cNvSpPr/>
            <p:nvPr/>
          </p:nvSpPr>
          <p:spPr>
            <a:xfrm>
              <a:off x="409669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2" name="pg2732"/>
            <p:cNvSpPr/>
            <p:nvPr/>
          </p:nvSpPr>
          <p:spPr>
            <a:xfrm>
              <a:off x="4108329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3" name="pg2733"/>
            <p:cNvSpPr/>
            <p:nvPr/>
          </p:nvSpPr>
          <p:spPr>
            <a:xfrm>
              <a:off x="4143241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4" name="pg2734"/>
            <p:cNvSpPr/>
            <p:nvPr/>
          </p:nvSpPr>
          <p:spPr>
            <a:xfrm>
              <a:off x="415487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5" name="pg2735"/>
            <p:cNvSpPr/>
            <p:nvPr/>
          </p:nvSpPr>
          <p:spPr>
            <a:xfrm>
              <a:off x="4166516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6" name="pg2736"/>
            <p:cNvSpPr/>
            <p:nvPr/>
          </p:nvSpPr>
          <p:spPr>
            <a:xfrm>
              <a:off x="4178153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7" name="pg2737"/>
            <p:cNvSpPr/>
            <p:nvPr/>
          </p:nvSpPr>
          <p:spPr>
            <a:xfrm>
              <a:off x="418979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8" name="pg2738"/>
            <p:cNvSpPr/>
            <p:nvPr/>
          </p:nvSpPr>
          <p:spPr>
            <a:xfrm>
              <a:off x="4201428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9" name="pg2739"/>
            <p:cNvSpPr/>
            <p:nvPr/>
          </p:nvSpPr>
          <p:spPr>
            <a:xfrm>
              <a:off x="4213065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0" name="pg2740"/>
            <p:cNvSpPr/>
            <p:nvPr/>
          </p:nvSpPr>
          <p:spPr>
            <a:xfrm>
              <a:off x="439926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1" name="pg2741"/>
            <p:cNvSpPr/>
            <p:nvPr/>
          </p:nvSpPr>
          <p:spPr>
            <a:xfrm>
              <a:off x="4410900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2" name="pg2742"/>
            <p:cNvSpPr/>
            <p:nvPr/>
          </p:nvSpPr>
          <p:spPr>
            <a:xfrm>
              <a:off x="4422537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F">
                <a:alpha val="100000"/>
              </a:srgbClr>
            </a:solidFill>
            <a:ln w="5420" cap="flat">
              <a:solidFill>
                <a:srgbClr val="2C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3" name="pg2743"/>
            <p:cNvSpPr/>
            <p:nvPr/>
          </p:nvSpPr>
          <p:spPr>
            <a:xfrm>
              <a:off x="4434174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4" name="pg2744"/>
            <p:cNvSpPr/>
            <p:nvPr/>
          </p:nvSpPr>
          <p:spPr>
            <a:xfrm>
              <a:off x="4445812" y="478139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5" name="pg2745"/>
            <p:cNvSpPr/>
            <p:nvPr/>
          </p:nvSpPr>
          <p:spPr>
            <a:xfrm>
              <a:off x="294459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6" name="pg2746"/>
            <p:cNvSpPr/>
            <p:nvPr/>
          </p:nvSpPr>
          <p:spPr>
            <a:xfrm>
              <a:off x="295623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7" name="pg2747"/>
            <p:cNvSpPr/>
            <p:nvPr/>
          </p:nvSpPr>
          <p:spPr>
            <a:xfrm>
              <a:off x="296787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8" name="pg2748"/>
            <p:cNvSpPr/>
            <p:nvPr/>
          </p:nvSpPr>
          <p:spPr>
            <a:xfrm>
              <a:off x="297950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9" name="pg2749"/>
            <p:cNvSpPr/>
            <p:nvPr/>
          </p:nvSpPr>
          <p:spPr>
            <a:xfrm>
              <a:off x="299114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0" name="pg2750"/>
            <p:cNvSpPr/>
            <p:nvPr/>
          </p:nvSpPr>
          <p:spPr>
            <a:xfrm>
              <a:off x="300278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1" name="pg2751"/>
            <p:cNvSpPr/>
            <p:nvPr/>
          </p:nvSpPr>
          <p:spPr>
            <a:xfrm>
              <a:off x="301442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2" name="pg2752"/>
            <p:cNvSpPr/>
            <p:nvPr/>
          </p:nvSpPr>
          <p:spPr>
            <a:xfrm>
              <a:off x="302605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3" name="pg2753"/>
            <p:cNvSpPr/>
            <p:nvPr/>
          </p:nvSpPr>
          <p:spPr>
            <a:xfrm>
              <a:off x="303769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4" name="pg2754"/>
            <p:cNvSpPr/>
            <p:nvPr/>
          </p:nvSpPr>
          <p:spPr>
            <a:xfrm>
              <a:off x="304933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5" name="pg2755"/>
            <p:cNvSpPr/>
            <p:nvPr/>
          </p:nvSpPr>
          <p:spPr>
            <a:xfrm>
              <a:off x="306096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6" name="pg2756"/>
            <p:cNvSpPr/>
            <p:nvPr/>
          </p:nvSpPr>
          <p:spPr>
            <a:xfrm>
              <a:off x="307260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7" name="pg2757"/>
            <p:cNvSpPr/>
            <p:nvPr/>
          </p:nvSpPr>
          <p:spPr>
            <a:xfrm>
              <a:off x="308424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8" name="pg2758"/>
            <p:cNvSpPr/>
            <p:nvPr/>
          </p:nvSpPr>
          <p:spPr>
            <a:xfrm>
              <a:off x="309588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9" name="pg2759"/>
            <p:cNvSpPr/>
            <p:nvPr/>
          </p:nvSpPr>
          <p:spPr>
            <a:xfrm>
              <a:off x="310751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0" name="pg2760"/>
            <p:cNvSpPr/>
            <p:nvPr/>
          </p:nvSpPr>
          <p:spPr>
            <a:xfrm>
              <a:off x="311915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1" name="pg2761"/>
            <p:cNvSpPr/>
            <p:nvPr/>
          </p:nvSpPr>
          <p:spPr>
            <a:xfrm>
              <a:off x="313079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2" name="pg2762"/>
            <p:cNvSpPr/>
            <p:nvPr/>
          </p:nvSpPr>
          <p:spPr>
            <a:xfrm>
              <a:off x="314243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3" name="pg2763"/>
            <p:cNvSpPr/>
            <p:nvPr/>
          </p:nvSpPr>
          <p:spPr>
            <a:xfrm>
              <a:off x="315406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4" name="pg2764"/>
            <p:cNvSpPr/>
            <p:nvPr/>
          </p:nvSpPr>
          <p:spPr>
            <a:xfrm>
              <a:off x="316570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5" name="pg2765"/>
            <p:cNvSpPr/>
            <p:nvPr/>
          </p:nvSpPr>
          <p:spPr>
            <a:xfrm>
              <a:off x="317734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6" name="pg2766"/>
            <p:cNvSpPr/>
            <p:nvPr/>
          </p:nvSpPr>
          <p:spPr>
            <a:xfrm>
              <a:off x="318898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7" name="pg2767"/>
            <p:cNvSpPr/>
            <p:nvPr/>
          </p:nvSpPr>
          <p:spPr>
            <a:xfrm>
              <a:off x="320061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8" name="pg2768"/>
            <p:cNvSpPr/>
            <p:nvPr/>
          </p:nvSpPr>
          <p:spPr>
            <a:xfrm>
              <a:off x="321225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9" name="pg2769"/>
            <p:cNvSpPr/>
            <p:nvPr/>
          </p:nvSpPr>
          <p:spPr>
            <a:xfrm>
              <a:off x="322389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0" name="pg2770"/>
            <p:cNvSpPr/>
            <p:nvPr/>
          </p:nvSpPr>
          <p:spPr>
            <a:xfrm>
              <a:off x="323552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1" name="pg2771"/>
            <p:cNvSpPr/>
            <p:nvPr/>
          </p:nvSpPr>
          <p:spPr>
            <a:xfrm>
              <a:off x="324716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2" name="pg2772"/>
            <p:cNvSpPr/>
            <p:nvPr/>
          </p:nvSpPr>
          <p:spPr>
            <a:xfrm>
              <a:off x="325880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3" name="pg2773"/>
            <p:cNvSpPr/>
            <p:nvPr/>
          </p:nvSpPr>
          <p:spPr>
            <a:xfrm>
              <a:off x="327044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4" name="pg2774"/>
            <p:cNvSpPr/>
            <p:nvPr/>
          </p:nvSpPr>
          <p:spPr>
            <a:xfrm>
              <a:off x="328207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5" name="pg2775"/>
            <p:cNvSpPr/>
            <p:nvPr/>
          </p:nvSpPr>
          <p:spPr>
            <a:xfrm>
              <a:off x="329371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F39">
                <a:alpha val="100000"/>
              </a:srgbClr>
            </a:solidFill>
            <a:ln w="5420" cap="flat">
              <a:solidFill>
                <a:srgbClr val="29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6" name="pg2776"/>
            <p:cNvSpPr/>
            <p:nvPr/>
          </p:nvSpPr>
          <p:spPr>
            <a:xfrm>
              <a:off x="330535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7" name="pg2777"/>
            <p:cNvSpPr/>
            <p:nvPr/>
          </p:nvSpPr>
          <p:spPr>
            <a:xfrm>
              <a:off x="331699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8" name="pg2778"/>
            <p:cNvSpPr/>
            <p:nvPr/>
          </p:nvSpPr>
          <p:spPr>
            <a:xfrm>
              <a:off x="332862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A">
                <a:alpha val="100000"/>
              </a:srgbClr>
            </a:solidFill>
            <a:ln w="5420" cap="flat">
              <a:solidFill>
                <a:srgbClr val="2A1F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9" name="pg2779"/>
            <p:cNvSpPr/>
            <p:nvPr/>
          </p:nvSpPr>
          <p:spPr>
            <a:xfrm>
              <a:off x="334026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D">
                <a:alpha val="100000"/>
              </a:srgbClr>
            </a:solidFill>
            <a:ln w="5420" cap="flat">
              <a:solidFill>
                <a:srgbClr val="2B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0" name="pg2780"/>
            <p:cNvSpPr/>
            <p:nvPr/>
          </p:nvSpPr>
          <p:spPr>
            <a:xfrm>
              <a:off x="335190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1" name="pg2781"/>
            <p:cNvSpPr/>
            <p:nvPr/>
          </p:nvSpPr>
          <p:spPr>
            <a:xfrm>
              <a:off x="336354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344">
                <a:alpha val="100000"/>
              </a:srgbClr>
            </a:solidFill>
            <a:ln w="5420" cap="flat">
              <a:solidFill>
                <a:srgbClr val="30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2" name="pg2782"/>
            <p:cNvSpPr/>
            <p:nvPr/>
          </p:nvSpPr>
          <p:spPr>
            <a:xfrm>
              <a:off x="337517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3" name="pg2783"/>
            <p:cNvSpPr/>
            <p:nvPr/>
          </p:nvSpPr>
          <p:spPr>
            <a:xfrm>
              <a:off x="338681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4" name="pg2784"/>
            <p:cNvSpPr/>
            <p:nvPr/>
          </p:nvSpPr>
          <p:spPr>
            <a:xfrm>
              <a:off x="345663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5" name="pg2785"/>
            <p:cNvSpPr/>
            <p:nvPr/>
          </p:nvSpPr>
          <p:spPr>
            <a:xfrm>
              <a:off x="346827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6" name="pg2786"/>
            <p:cNvSpPr/>
            <p:nvPr/>
          </p:nvSpPr>
          <p:spPr>
            <a:xfrm>
              <a:off x="347991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7" name="pg2787"/>
            <p:cNvSpPr/>
            <p:nvPr/>
          </p:nvSpPr>
          <p:spPr>
            <a:xfrm>
              <a:off x="349155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8" name="pg2788"/>
            <p:cNvSpPr/>
            <p:nvPr/>
          </p:nvSpPr>
          <p:spPr>
            <a:xfrm>
              <a:off x="350318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9" name="pg2789"/>
            <p:cNvSpPr/>
            <p:nvPr/>
          </p:nvSpPr>
          <p:spPr>
            <a:xfrm>
              <a:off x="351482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0" name="pg2790"/>
            <p:cNvSpPr/>
            <p:nvPr/>
          </p:nvSpPr>
          <p:spPr>
            <a:xfrm>
              <a:off x="352646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1" name="pg2791"/>
            <p:cNvSpPr/>
            <p:nvPr/>
          </p:nvSpPr>
          <p:spPr>
            <a:xfrm>
              <a:off x="353810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2" name="pg2792"/>
            <p:cNvSpPr/>
            <p:nvPr/>
          </p:nvSpPr>
          <p:spPr>
            <a:xfrm>
              <a:off x="354973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3" name="pg2793"/>
            <p:cNvSpPr/>
            <p:nvPr/>
          </p:nvSpPr>
          <p:spPr>
            <a:xfrm>
              <a:off x="356137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4" name="pg2794"/>
            <p:cNvSpPr/>
            <p:nvPr/>
          </p:nvSpPr>
          <p:spPr>
            <a:xfrm>
              <a:off x="357301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5" name="pg2795"/>
            <p:cNvSpPr/>
            <p:nvPr/>
          </p:nvSpPr>
          <p:spPr>
            <a:xfrm>
              <a:off x="3968681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6" name="pg2796"/>
            <p:cNvSpPr/>
            <p:nvPr/>
          </p:nvSpPr>
          <p:spPr>
            <a:xfrm>
              <a:off x="398031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7" name="pg2797"/>
            <p:cNvSpPr/>
            <p:nvPr/>
          </p:nvSpPr>
          <p:spPr>
            <a:xfrm>
              <a:off x="399195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8" name="pg2798"/>
            <p:cNvSpPr/>
            <p:nvPr/>
          </p:nvSpPr>
          <p:spPr>
            <a:xfrm>
              <a:off x="400359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9" name="pg2799"/>
            <p:cNvSpPr/>
            <p:nvPr/>
          </p:nvSpPr>
          <p:spPr>
            <a:xfrm>
              <a:off x="401523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0" name="pg2800"/>
            <p:cNvSpPr/>
            <p:nvPr/>
          </p:nvSpPr>
          <p:spPr>
            <a:xfrm>
              <a:off x="402686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1" name="pg2801"/>
            <p:cNvSpPr/>
            <p:nvPr/>
          </p:nvSpPr>
          <p:spPr>
            <a:xfrm>
              <a:off x="403850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2" name="pg2802"/>
            <p:cNvSpPr/>
            <p:nvPr/>
          </p:nvSpPr>
          <p:spPr>
            <a:xfrm>
              <a:off x="405014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3" name="pg2803"/>
            <p:cNvSpPr/>
            <p:nvPr/>
          </p:nvSpPr>
          <p:spPr>
            <a:xfrm>
              <a:off x="406178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4" name="pg2804"/>
            <p:cNvSpPr/>
            <p:nvPr/>
          </p:nvSpPr>
          <p:spPr>
            <a:xfrm>
              <a:off x="407341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5" name="pg2805"/>
            <p:cNvSpPr/>
            <p:nvPr/>
          </p:nvSpPr>
          <p:spPr>
            <a:xfrm>
              <a:off x="415487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6" name="pg2806"/>
            <p:cNvSpPr/>
            <p:nvPr/>
          </p:nvSpPr>
          <p:spPr>
            <a:xfrm>
              <a:off x="4166516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7" name="pg2807"/>
            <p:cNvSpPr/>
            <p:nvPr/>
          </p:nvSpPr>
          <p:spPr>
            <a:xfrm>
              <a:off x="4178153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8" name="pg2808"/>
            <p:cNvSpPr/>
            <p:nvPr/>
          </p:nvSpPr>
          <p:spPr>
            <a:xfrm>
              <a:off x="418979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9" name="pg2809"/>
            <p:cNvSpPr/>
            <p:nvPr/>
          </p:nvSpPr>
          <p:spPr>
            <a:xfrm>
              <a:off x="4201428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0" name="pg2810"/>
            <p:cNvSpPr/>
            <p:nvPr/>
          </p:nvSpPr>
          <p:spPr>
            <a:xfrm>
              <a:off x="4213065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1" name="pg2811"/>
            <p:cNvSpPr/>
            <p:nvPr/>
          </p:nvSpPr>
          <p:spPr>
            <a:xfrm>
              <a:off x="4410900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1">
                <a:alpha val="100000"/>
              </a:srgbClr>
            </a:solidFill>
            <a:ln w="5420" cap="flat">
              <a:solidFill>
                <a:srgbClr val="2D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2" name="pg2812"/>
            <p:cNvSpPr/>
            <p:nvPr/>
          </p:nvSpPr>
          <p:spPr>
            <a:xfrm>
              <a:off x="4422537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3" name="pg2813"/>
            <p:cNvSpPr/>
            <p:nvPr/>
          </p:nvSpPr>
          <p:spPr>
            <a:xfrm>
              <a:off x="4434174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4" name="pg2814"/>
            <p:cNvSpPr/>
            <p:nvPr/>
          </p:nvSpPr>
          <p:spPr>
            <a:xfrm>
              <a:off x="4445812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342">
                <a:alpha val="100000"/>
              </a:srgbClr>
            </a:solidFill>
            <a:ln w="5420" cap="flat">
              <a:solidFill>
                <a:srgbClr val="2E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5" name="pg2815"/>
            <p:cNvSpPr/>
            <p:nvPr/>
          </p:nvSpPr>
          <p:spPr>
            <a:xfrm>
              <a:off x="4457449" y="47956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6" name="pg2816"/>
            <p:cNvSpPr/>
            <p:nvPr/>
          </p:nvSpPr>
          <p:spPr>
            <a:xfrm>
              <a:off x="294459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7" name="pg2817"/>
            <p:cNvSpPr/>
            <p:nvPr/>
          </p:nvSpPr>
          <p:spPr>
            <a:xfrm>
              <a:off x="295623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8" name="pg2818"/>
            <p:cNvSpPr/>
            <p:nvPr/>
          </p:nvSpPr>
          <p:spPr>
            <a:xfrm>
              <a:off x="296787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9" name="pg2819"/>
            <p:cNvSpPr/>
            <p:nvPr/>
          </p:nvSpPr>
          <p:spPr>
            <a:xfrm>
              <a:off x="297950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0" name="pg2820"/>
            <p:cNvSpPr/>
            <p:nvPr/>
          </p:nvSpPr>
          <p:spPr>
            <a:xfrm>
              <a:off x="299114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1" name="pg2821"/>
            <p:cNvSpPr/>
            <p:nvPr/>
          </p:nvSpPr>
          <p:spPr>
            <a:xfrm>
              <a:off x="300278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2" name="pg2822"/>
            <p:cNvSpPr/>
            <p:nvPr/>
          </p:nvSpPr>
          <p:spPr>
            <a:xfrm>
              <a:off x="301442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3" name="pg2823"/>
            <p:cNvSpPr/>
            <p:nvPr/>
          </p:nvSpPr>
          <p:spPr>
            <a:xfrm>
              <a:off x="302605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4" name="pg2824"/>
            <p:cNvSpPr/>
            <p:nvPr/>
          </p:nvSpPr>
          <p:spPr>
            <a:xfrm>
              <a:off x="303769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5" name="pg2825"/>
            <p:cNvSpPr/>
            <p:nvPr/>
          </p:nvSpPr>
          <p:spPr>
            <a:xfrm>
              <a:off x="304933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6" name="pg2826"/>
            <p:cNvSpPr/>
            <p:nvPr/>
          </p:nvSpPr>
          <p:spPr>
            <a:xfrm>
              <a:off x="306096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7" name="pg2827"/>
            <p:cNvSpPr/>
            <p:nvPr/>
          </p:nvSpPr>
          <p:spPr>
            <a:xfrm>
              <a:off x="307260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8" name="pg2828"/>
            <p:cNvSpPr/>
            <p:nvPr/>
          </p:nvSpPr>
          <p:spPr>
            <a:xfrm>
              <a:off x="308424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9" name="pg2829"/>
            <p:cNvSpPr/>
            <p:nvPr/>
          </p:nvSpPr>
          <p:spPr>
            <a:xfrm>
              <a:off x="309588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0" name="pg2830"/>
            <p:cNvSpPr/>
            <p:nvPr/>
          </p:nvSpPr>
          <p:spPr>
            <a:xfrm>
              <a:off x="310751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1" name="pg2831"/>
            <p:cNvSpPr/>
            <p:nvPr/>
          </p:nvSpPr>
          <p:spPr>
            <a:xfrm>
              <a:off x="311915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2" name="pg2832"/>
            <p:cNvSpPr/>
            <p:nvPr/>
          </p:nvSpPr>
          <p:spPr>
            <a:xfrm>
              <a:off x="313079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3" name="pg2833"/>
            <p:cNvSpPr/>
            <p:nvPr/>
          </p:nvSpPr>
          <p:spPr>
            <a:xfrm>
              <a:off x="314243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4" name="pg2834"/>
            <p:cNvSpPr/>
            <p:nvPr/>
          </p:nvSpPr>
          <p:spPr>
            <a:xfrm>
              <a:off x="315406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5" name="pg2835"/>
            <p:cNvSpPr/>
            <p:nvPr/>
          </p:nvSpPr>
          <p:spPr>
            <a:xfrm>
              <a:off x="316570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6" name="pg2836"/>
            <p:cNvSpPr/>
            <p:nvPr/>
          </p:nvSpPr>
          <p:spPr>
            <a:xfrm>
              <a:off x="317734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7" name="pg2837"/>
            <p:cNvSpPr/>
            <p:nvPr/>
          </p:nvSpPr>
          <p:spPr>
            <a:xfrm>
              <a:off x="318898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8" name="pg2838"/>
            <p:cNvSpPr/>
            <p:nvPr/>
          </p:nvSpPr>
          <p:spPr>
            <a:xfrm>
              <a:off x="320061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9" name="pg2839"/>
            <p:cNvSpPr/>
            <p:nvPr/>
          </p:nvSpPr>
          <p:spPr>
            <a:xfrm>
              <a:off x="321225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0" name="pg2840"/>
            <p:cNvSpPr/>
            <p:nvPr/>
          </p:nvSpPr>
          <p:spPr>
            <a:xfrm>
              <a:off x="322389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1" name="pg2841"/>
            <p:cNvSpPr/>
            <p:nvPr/>
          </p:nvSpPr>
          <p:spPr>
            <a:xfrm>
              <a:off x="323552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2" name="pg2842"/>
            <p:cNvSpPr/>
            <p:nvPr/>
          </p:nvSpPr>
          <p:spPr>
            <a:xfrm>
              <a:off x="324716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3" name="pg2843"/>
            <p:cNvSpPr/>
            <p:nvPr/>
          </p:nvSpPr>
          <p:spPr>
            <a:xfrm>
              <a:off x="325880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342">
                <a:alpha val="100000"/>
              </a:srgbClr>
            </a:solidFill>
            <a:ln w="5420" cap="flat">
              <a:solidFill>
                <a:srgbClr val="2E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4" name="pg2844"/>
            <p:cNvSpPr/>
            <p:nvPr/>
          </p:nvSpPr>
          <p:spPr>
            <a:xfrm>
              <a:off x="327044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5" name="pg2845"/>
            <p:cNvSpPr/>
            <p:nvPr/>
          </p:nvSpPr>
          <p:spPr>
            <a:xfrm>
              <a:off x="328207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A">
                <a:alpha val="100000"/>
              </a:srgbClr>
            </a:solidFill>
            <a:ln w="5420" cap="flat">
              <a:solidFill>
                <a:srgbClr val="2A1F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6" name="pg2846"/>
            <p:cNvSpPr/>
            <p:nvPr/>
          </p:nvSpPr>
          <p:spPr>
            <a:xfrm>
              <a:off x="329371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7" name="pg2847"/>
            <p:cNvSpPr/>
            <p:nvPr/>
          </p:nvSpPr>
          <p:spPr>
            <a:xfrm>
              <a:off x="330535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8" name="pg2848"/>
            <p:cNvSpPr/>
            <p:nvPr/>
          </p:nvSpPr>
          <p:spPr>
            <a:xfrm>
              <a:off x="331699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9" name="pg2849"/>
            <p:cNvSpPr/>
            <p:nvPr/>
          </p:nvSpPr>
          <p:spPr>
            <a:xfrm>
              <a:off x="332862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0" name="pg2850"/>
            <p:cNvSpPr/>
            <p:nvPr/>
          </p:nvSpPr>
          <p:spPr>
            <a:xfrm>
              <a:off x="334026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1" name="pg2851"/>
            <p:cNvSpPr/>
            <p:nvPr/>
          </p:nvSpPr>
          <p:spPr>
            <a:xfrm>
              <a:off x="335190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2" name="pg2852"/>
            <p:cNvSpPr/>
            <p:nvPr/>
          </p:nvSpPr>
          <p:spPr>
            <a:xfrm>
              <a:off x="336354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344">
                <a:alpha val="100000"/>
              </a:srgbClr>
            </a:solidFill>
            <a:ln w="5420" cap="flat">
              <a:solidFill>
                <a:srgbClr val="30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3" name="pg2853"/>
            <p:cNvSpPr/>
            <p:nvPr/>
          </p:nvSpPr>
          <p:spPr>
            <a:xfrm>
              <a:off x="337517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4" name="pg2854"/>
            <p:cNvSpPr/>
            <p:nvPr/>
          </p:nvSpPr>
          <p:spPr>
            <a:xfrm>
              <a:off x="338681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5" name="pg2855"/>
            <p:cNvSpPr/>
            <p:nvPr/>
          </p:nvSpPr>
          <p:spPr>
            <a:xfrm>
              <a:off x="344500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6" name="pg2856"/>
            <p:cNvSpPr/>
            <p:nvPr/>
          </p:nvSpPr>
          <p:spPr>
            <a:xfrm>
              <a:off x="345663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7" name="pg2857"/>
            <p:cNvSpPr/>
            <p:nvPr/>
          </p:nvSpPr>
          <p:spPr>
            <a:xfrm>
              <a:off x="346827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8" name="pg2858"/>
            <p:cNvSpPr/>
            <p:nvPr/>
          </p:nvSpPr>
          <p:spPr>
            <a:xfrm>
              <a:off x="347991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9" name="pg2859"/>
            <p:cNvSpPr/>
            <p:nvPr/>
          </p:nvSpPr>
          <p:spPr>
            <a:xfrm>
              <a:off x="349155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0" name="pg2860"/>
            <p:cNvSpPr/>
            <p:nvPr/>
          </p:nvSpPr>
          <p:spPr>
            <a:xfrm>
              <a:off x="350318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1" name="pg2861"/>
            <p:cNvSpPr/>
            <p:nvPr/>
          </p:nvSpPr>
          <p:spPr>
            <a:xfrm>
              <a:off x="351482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2" name="pg2862"/>
            <p:cNvSpPr/>
            <p:nvPr/>
          </p:nvSpPr>
          <p:spPr>
            <a:xfrm>
              <a:off x="352646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3" name="pg2863"/>
            <p:cNvSpPr/>
            <p:nvPr/>
          </p:nvSpPr>
          <p:spPr>
            <a:xfrm>
              <a:off x="353810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4" name="pg2864"/>
            <p:cNvSpPr/>
            <p:nvPr/>
          </p:nvSpPr>
          <p:spPr>
            <a:xfrm>
              <a:off x="354973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5" name="pg2865"/>
            <p:cNvSpPr/>
            <p:nvPr/>
          </p:nvSpPr>
          <p:spPr>
            <a:xfrm>
              <a:off x="356137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6" name="pg2866"/>
            <p:cNvSpPr/>
            <p:nvPr/>
          </p:nvSpPr>
          <p:spPr>
            <a:xfrm>
              <a:off x="357301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7" name="pg2867"/>
            <p:cNvSpPr/>
            <p:nvPr/>
          </p:nvSpPr>
          <p:spPr>
            <a:xfrm>
              <a:off x="358464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8" name="pg2868"/>
            <p:cNvSpPr/>
            <p:nvPr/>
          </p:nvSpPr>
          <p:spPr>
            <a:xfrm>
              <a:off x="359628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9" name="pg2869"/>
            <p:cNvSpPr/>
            <p:nvPr/>
          </p:nvSpPr>
          <p:spPr>
            <a:xfrm>
              <a:off x="3968681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0" name="pg2870"/>
            <p:cNvSpPr/>
            <p:nvPr/>
          </p:nvSpPr>
          <p:spPr>
            <a:xfrm>
              <a:off x="398031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1" name="pg2871"/>
            <p:cNvSpPr/>
            <p:nvPr/>
          </p:nvSpPr>
          <p:spPr>
            <a:xfrm>
              <a:off x="399195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2" name="pg2872"/>
            <p:cNvSpPr/>
            <p:nvPr/>
          </p:nvSpPr>
          <p:spPr>
            <a:xfrm>
              <a:off x="400359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3" name="pg2873"/>
            <p:cNvSpPr/>
            <p:nvPr/>
          </p:nvSpPr>
          <p:spPr>
            <a:xfrm>
              <a:off x="401523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4" name="pg2874"/>
            <p:cNvSpPr/>
            <p:nvPr/>
          </p:nvSpPr>
          <p:spPr>
            <a:xfrm>
              <a:off x="402686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5" name="pg2875"/>
            <p:cNvSpPr/>
            <p:nvPr/>
          </p:nvSpPr>
          <p:spPr>
            <a:xfrm>
              <a:off x="403850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6" name="pg2876"/>
            <p:cNvSpPr/>
            <p:nvPr/>
          </p:nvSpPr>
          <p:spPr>
            <a:xfrm>
              <a:off x="405014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7" name="pg2877"/>
            <p:cNvSpPr/>
            <p:nvPr/>
          </p:nvSpPr>
          <p:spPr>
            <a:xfrm>
              <a:off x="4166516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8" name="pg2878"/>
            <p:cNvSpPr/>
            <p:nvPr/>
          </p:nvSpPr>
          <p:spPr>
            <a:xfrm>
              <a:off x="4178153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9" name="pg2879"/>
            <p:cNvSpPr/>
            <p:nvPr/>
          </p:nvSpPr>
          <p:spPr>
            <a:xfrm>
              <a:off x="418979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0" name="pg2880"/>
            <p:cNvSpPr/>
            <p:nvPr/>
          </p:nvSpPr>
          <p:spPr>
            <a:xfrm>
              <a:off x="4201428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1" name="pg2881"/>
            <p:cNvSpPr/>
            <p:nvPr/>
          </p:nvSpPr>
          <p:spPr>
            <a:xfrm>
              <a:off x="4213065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2" name="pg2882"/>
            <p:cNvSpPr/>
            <p:nvPr/>
          </p:nvSpPr>
          <p:spPr>
            <a:xfrm>
              <a:off x="422470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3" name="pg2883"/>
            <p:cNvSpPr/>
            <p:nvPr/>
          </p:nvSpPr>
          <p:spPr>
            <a:xfrm>
              <a:off x="423634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4" name="pg2884"/>
            <p:cNvSpPr/>
            <p:nvPr/>
          </p:nvSpPr>
          <p:spPr>
            <a:xfrm>
              <a:off x="4410900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5" name="pg2885"/>
            <p:cNvSpPr/>
            <p:nvPr/>
          </p:nvSpPr>
          <p:spPr>
            <a:xfrm>
              <a:off x="4422537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6" name="pg2886"/>
            <p:cNvSpPr/>
            <p:nvPr/>
          </p:nvSpPr>
          <p:spPr>
            <a:xfrm>
              <a:off x="4434174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7" name="pg2887"/>
            <p:cNvSpPr/>
            <p:nvPr/>
          </p:nvSpPr>
          <p:spPr>
            <a:xfrm>
              <a:off x="4445812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8" name="pg2888"/>
            <p:cNvSpPr/>
            <p:nvPr/>
          </p:nvSpPr>
          <p:spPr>
            <a:xfrm>
              <a:off x="4457449" y="480999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9" name="pg2889"/>
            <p:cNvSpPr/>
            <p:nvPr/>
          </p:nvSpPr>
          <p:spPr>
            <a:xfrm>
              <a:off x="294459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0" name="pg2890"/>
            <p:cNvSpPr/>
            <p:nvPr/>
          </p:nvSpPr>
          <p:spPr>
            <a:xfrm>
              <a:off x="295623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1" name="pg2891"/>
            <p:cNvSpPr/>
            <p:nvPr/>
          </p:nvSpPr>
          <p:spPr>
            <a:xfrm>
              <a:off x="296787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2" name="pg2892"/>
            <p:cNvSpPr/>
            <p:nvPr/>
          </p:nvSpPr>
          <p:spPr>
            <a:xfrm>
              <a:off x="297950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3" name="pg2893"/>
            <p:cNvSpPr/>
            <p:nvPr/>
          </p:nvSpPr>
          <p:spPr>
            <a:xfrm>
              <a:off x="299114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4" name="pg2894"/>
            <p:cNvSpPr/>
            <p:nvPr/>
          </p:nvSpPr>
          <p:spPr>
            <a:xfrm>
              <a:off x="300278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5" name="pg2895"/>
            <p:cNvSpPr/>
            <p:nvPr/>
          </p:nvSpPr>
          <p:spPr>
            <a:xfrm>
              <a:off x="301442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6" name="pg2896"/>
            <p:cNvSpPr/>
            <p:nvPr/>
          </p:nvSpPr>
          <p:spPr>
            <a:xfrm>
              <a:off x="302605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7" name="pg2897"/>
            <p:cNvSpPr/>
            <p:nvPr/>
          </p:nvSpPr>
          <p:spPr>
            <a:xfrm>
              <a:off x="303769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8" name="pg2898"/>
            <p:cNvSpPr/>
            <p:nvPr/>
          </p:nvSpPr>
          <p:spPr>
            <a:xfrm>
              <a:off x="304933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9" name="pg2899"/>
            <p:cNvSpPr/>
            <p:nvPr/>
          </p:nvSpPr>
          <p:spPr>
            <a:xfrm>
              <a:off x="306096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0" name="pg2900"/>
            <p:cNvSpPr/>
            <p:nvPr/>
          </p:nvSpPr>
          <p:spPr>
            <a:xfrm>
              <a:off x="307260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1" name="pg2901"/>
            <p:cNvSpPr/>
            <p:nvPr/>
          </p:nvSpPr>
          <p:spPr>
            <a:xfrm>
              <a:off x="318898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2" name="pg2902"/>
            <p:cNvSpPr/>
            <p:nvPr/>
          </p:nvSpPr>
          <p:spPr>
            <a:xfrm>
              <a:off x="320061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3" name="pg2903"/>
            <p:cNvSpPr/>
            <p:nvPr/>
          </p:nvSpPr>
          <p:spPr>
            <a:xfrm>
              <a:off x="321225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4" name="pg2904"/>
            <p:cNvSpPr/>
            <p:nvPr/>
          </p:nvSpPr>
          <p:spPr>
            <a:xfrm>
              <a:off x="322389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5" name="pg2905"/>
            <p:cNvSpPr/>
            <p:nvPr/>
          </p:nvSpPr>
          <p:spPr>
            <a:xfrm>
              <a:off x="323552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6" name="pg2906"/>
            <p:cNvSpPr/>
            <p:nvPr/>
          </p:nvSpPr>
          <p:spPr>
            <a:xfrm>
              <a:off x="324716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7" name="pg2907"/>
            <p:cNvSpPr/>
            <p:nvPr/>
          </p:nvSpPr>
          <p:spPr>
            <a:xfrm>
              <a:off x="325880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8" name="pg2908"/>
            <p:cNvSpPr/>
            <p:nvPr/>
          </p:nvSpPr>
          <p:spPr>
            <a:xfrm>
              <a:off x="327044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D">
                <a:alpha val="100000"/>
              </a:srgbClr>
            </a:solidFill>
            <a:ln w="5420" cap="flat">
              <a:solidFill>
                <a:srgbClr val="2C21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9" name="pg2909"/>
            <p:cNvSpPr/>
            <p:nvPr/>
          </p:nvSpPr>
          <p:spPr>
            <a:xfrm>
              <a:off x="328207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9">
                <a:alpha val="100000"/>
              </a:srgbClr>
            </a:solidFill>
            <a:ln w="5420" cap="flat">
              <a:solidFill>
                <a:srgbClr val="2A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0" name="pg2910"/>
            <p:cNvSpPr/>
            <p:nvPr/>
          </p:nvSpPr>
          <p:spPr>
            <a:xfrm>
              <a:off x="329371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1" name="pg2911"/>
            <p:cNvSpPr/>
            <p:nvPr/>
          </p:nvSpPr>
          <p:spPr>
            <a:xfrm>
              <a:off x="331699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30">
                <a:alpha val="100000"/>
              </a:srgbClr>
            </a:solidFill>
            <a:ln w="5420" cap="flat">
              <a:solidFill>
                <a:srgbClr val="241B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2" name="pg2912"/>
            <p:cNvSpPr/>
            <p:nvPr/>
          </p:nvSpPr>
          <p:spPr>
            <a:xfrm>
              <a:off x="332862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3" name="pg2913"/>
            <p:cNvSpPr/>
            <p:nvPr/>
          </p:nvSpPr>
          <p:spPr>
            <a:xfrm>
              <a:off x="334026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E38">
                <a:alpha val="100000"/>
              </a:srgbClr>
            </a:solidFill>
            <a:ln w="5420" cap="flat">
              <a:solidFill>
                <a:srgbClr val="28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4" name="pg2914"/>
            <p:cNvSpPr/>
            <p:nvPr/>
          </p:nvSpPr>
          <p:spPr>
            <a:xfrm>
              <a:off x="335190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5" name="pg2915"/>
            <p:cNvSpPr/>
            <p:nvPr/>
          </p:nvSpPr>
          <p:spPr>
            <a:xfrm>
              <a:off x="336354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6" name="pg2916"/>
            <p:cNvSpPr/>
            <p:nvPr/>
          </p:nvSpPr>
          <p:spPr>
            <a:xfrm>
              <a:off x="337517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7" name="pg2917"/>
            <p:cNvSpPr/>
            <p:nvPr/>
          </p:nvSpPr>
          <p:spPr>
            <a:xfrm>
              <a:off x="338681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8" name="pg2918"/>
            <p:cNvSpPr/>
            <p:nvPr/>
          </p:nvSpPr>
          <p:spPr>
            <a:xfrm>
              <a:off x="339845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9" name="pg2919"/>
            <p:cNvSpPr/>
            <p:nvPr/>
          </p:nvSpPr>
          <p:spPr>
            <a:xfrm>
              <a:off x="342172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0" name="pg2920"/>
            <p:cNvSpPr/>
            <p:nvPr/>
          </p:nvSpPr>
          <p:spPr>
            <a:xfrm>
              <a:off x="343336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1" name="pg2921"/>
            <p:cNvSpPr/>
            <p:nvPr/>
          </p:nvSpPr>
          <p:spPr>
            <a:xfrm>
              <a:off x="344500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2" name="pg2922"/>
            <p:cNvSpPr/>
            <p:nvPr/>
          </p:nvSpPr>
          <p:spPr>
            <a:xfrm>
              <a:off x="345663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3" name="pg2923"/>
            <p:cNvSpPr/>
            <p:nvPr/>
          </p:nvSpPr>
          <p:spPr>
            <a:xfrm>
              <a:off x="346827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4" name="pg2924"/>
            <p:cNvSpPr/>
            <p:nvPr/>
          </p:nvSpPr>
          <p:spPr>
            <a:xfrm>
              <a:off x="347991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5" name="pg2925"/>
            <p:cNvSpPr/>
            <p:nvPr/>
          </p:nvSpPr>
          <p:spPr>
            <a:xfrm>
              <a:off x="3491551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6" name="pg2926"/>
            <p:cNvSpPr/>
            <p:nvPr/>
          </p:nvSpPr>
          <p:spPr>
            <a:xfrm>
              <a:off x="350318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7" name="pg2927"/>
            <p:cNvSpPr/>
            <p:nvPr/>
          </p:nvSpPr>
          <p:spPr>
            <a:xfrm>
              <a:off x="351482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8" name="pg2928"/>
            <p:cNvSpPr/>
            <p:nvPr/>
          </p:nvSpPr>
          <p:spPr>
            <a:xfrm>
              <a:off x="352646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9" name="pg2929"/>
            <p:cNvSpPr/>
            <p:nvPr/>
          </p:nvSpPr>
          <p:spPr>
            <a:xfrm>
              <a:off x="353810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0" name="pg2930"/>
            <p:cNvSpPr/>
            <p:nvPr/>
          </p:nvSpPr>
          <p:spPr>
            <a:xfrm>
              <a:off x="354973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1" name="pg2931"/>
            <p:cNvSpPr/>
            <p:nvPr/>
          </p:nvSpPr>
          <p:spPr>
            <a:xfrm>
              <a:off x="356137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2" name="pg2932"/>
            <p:cNvSpPr/>
            <p:nvPr/>
          </p:nvSpPr>
          <p:spPr>
            <a:xfrm>
              <a:off x="357301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3" name="pg2933"/>
            <p:cNvSpPr/>
            <p:nvPr/>
          </p:nvSpPr>
          <p:spPr>
            <a:xfrm>
              <a:off x="358464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4" name="pg2934"/>
            <p:cNvSpPr/>
            <p:nvPr/>
          </p:nvSpPr>
          <p:spPr>
            <a:xfrm>
              <a:off x="359628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5" name="pg2935"/>
            <p:cNvSpPr/>
            <p:nvPr/>
          </p:nvSpPr>
          <p:spPr>
            <a:xfrm>
              <a:off x="360792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6" name="pg2936"/>
            <p:cNvSpPr/>
            <p:nvPr/>
          </p:nvSpPr>
          <p:spPr>
            <a:xfrm>
              <a:off x="3991956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7" name="pg2937"/>
            <p:cNvSpPr/>
            <p:nvPr/>
          </p:nvSpPr>
          <p:spPr>
            <a:xfrm>
              <a:off x="4178153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8" name="pg2938"/>
            <p:cNvSpPr/>
            <p:nvPr/>
          </p:nvSpPr>
          <p:spPr>
            <a:xfrm>
              <a:off x="418979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9" name="pg2939"/>
            <p:cNvSpPr/>
            <p:nvPr/>
          </p:nvSpPr>
          <p:spPr>
            <a:xfrm>
              <a:off x="4201428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0" name="pg2940"/>
            <p:cNvSpPr/>
            <p:nvPr/>
          </p:nvSpPr>
          <p:spPr>
            <a:xfrm>
              <a:off x="4213065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1" name="pg2941"/>
            <p:cNvSpPr/>
            <p:nvPr/>
          </p:nvSpPr>
          <p:spPr>
            <a:xfrm>
              <a:off x="422470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2" name="pg2942"/>
            <p:cNvSpPr/>
            <p:nvPr/>
          </p:nvSpPr>
          <p:spPr>
            <a:xfrm>
              <a:off x="423634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3" name="pg2943"/>
            <p:cNvSpPr/>
            <p:nvPr/>
          </p:nvSpPr>
          <p:spPr>
            <a:xfrm>
              <a:off x="424797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4" name="pg2944"/>
            <p:cNvSpPr/>
            <p:nvPr/>
          </p:nvSpPr>
          <p:spPr>
            <a:xfrm>
              <a:off x="4410900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5" name="pg2945"/>
            <p:cNvSpPr/>
            <p:nvPr/>
          </p:nvSpPr>
          <p:spPr>
            <a:xfrm>
              <a:off x="4422537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6" name="pg2946"/>
            <p:cNvSpPr/>
            <p:nvPr/>
          </p:nvSpPr>
          <p:spPr>
            <a:xfrm>
              <a:off x="4434174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7" name="pg2947"/>
            <p:cNvSpPr/>
            <p:nvPr/>
          </p:nvSpPr>
          <p:spPr>
            <a:xfrm>
              <a:off x="4445812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8" name="pg2948"/>
            <p:cNvSpPr/>
            <p:nvPr/>
          </p:nvSpPr>
          <p:spPr>
            <a:xfrm>
              <a:off x="4457449" y="48243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9" name="pg2949"/>
            <p:cNvSpPr/>
            <p:nvPr/>
          </p:nvSpPr>
          <p:spPr>
            <a:xfrm>
              <a:off x="293295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0" name="pg2950"/>
            <p:cNvSpPr/>
            <p:nvPr/>
          </p:nvSpPr>
          <p:spPr>
            <a:xfrm>
              <a:off x="294459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1" name="pg2951"/>
            <p:cNvSpPr/>
            <p:nvPr/>
          </p:nvSpPr>
          <p:spPr>
            <a:xfrm>
              <a:off x="295623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2" name="pg2952"/>
            <p:cNvSpPr/>
            <p:nvPr/>
          </p:nvSpPr>
          <p:spPr>
            <a:xfrm>
              <a:off x="296787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3" name="pg2953"/>
            <p:cNvSpPr/>
            <p:nvPr/>
          </p:nvSpPr>
          <p:spPr>
            <a:xfrm>
              <a:off x="297950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4" name="pg2954"/>
            <p:cNvSpPr/>
            <p:nvPr/>
          </p:nvSpPr>
          <p:spPr>
            <a:xfrm>
              <a:off x="299114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5" name="pg2955"/>
            <p:cNvSpPr/>
            <p:nvPr/>
          </p:nvSpPr>
          <p:spPr>
            <a:xfrm>
              <a:off x="300278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6" name="pg2956"/>
            <p:cNvSpPr/>
            <p:nvPr/>
          </p:nvSpPr>
          <p:spPr>
            <a:xfrm>
              <a:off x="301442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7" name="pg2957"/>
            <p:cNvSpPr/>
            <p:nvPr/>
          </p:nvSpPr>
          <p:spPr>
            <a:xfrm>
              <a:off x="302605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8" name="pg2958"/>
            <p:cNvSpPr/>
            <p:nvPr/>
          </p:nvSpPr>
          <p:spPr>
            <a:xfrm>
              <a:off x="303769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9" name="pg2959"/>
            <p:cNvSpPr/>
            <p:nvPr/>
          </p:nvSpPr>
          <p:spPr>
            <a:xfrm>
              <a:off x="324716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0" name="pg2960"/>
            <p:cNvSpPr/>
            <p:nvPr/>
          </p:nvSpPr>
          <p:spPr>
            <a:xfrm>
              <a:off x="325880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1" name="pg2961"/>
            <p:cNvSpPr/>
            <p:nvPr/>
          </p:nvSpPr>
          <p:spPr>
            <a:xfrm>
              <a:off x="332862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2" name="pg2962"/>
            <p:cNvSpPr/>
            <p:nvPr/>
          </p:nvSpPr>
          <p:spPr>
            <a:xfrm>
              <a:off x="334026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A">
                <a:alpha val="100000"/>
              </a:srgbClr>
            </a:solidFill>
            <a:ln w="5420" cap="flat">
              <a:solidFill>
                <a:srgbClr val="2A1F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3" name="pg2963"/>
            <p:cNvSpPr/>
            <p:nvPr/>
          </p:nvSpPr>
          <p:spPr>
            <a:xfrm>
              <a:off x="335190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1">
                <a:alpha val="100000"/>
              </a:srgbClr>
            </a:solidFill>
            <a:ln w="5420" cap="flat">
              <a:solidFill>
                <a:srgbClr val="2D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4" name="pg2964"/>
            <p:cNvSpPr/>
            <p:nvPr/>
          </p:nvSpPr>
          <p:spPr>
            <a:xfrm>
              <a:off x="336354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5" name="pg2965"/>
            <p:cNvSpPr/>
            <p:nvPr/>
          </p:nvSpPr>
          <p:spPr>
            <a:xfrm>
              <a:off x="337517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6" name="pg2966"/>
            <p:cNvSpPr/>
            <p:nvPr/>
          </p:nvSpPr>
          <p:spPr>
            <a:xfrm>
              <a:off x="338681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7" name="pg2967"/>
            <p:cNvSpPr/>
            <p:nvPr/>
          </p:nvSpPr>
          <p:spPr>
            <a:xfrm>
              <a:off x="339845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8" name="pg2968"/>
            <p:cNvSpPr/>
            <p:nvPr/>
          </p:nvSpPr>
          <p:spPr>
            <a:xfrm>
              <a:off x="341008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9" name="pg2969"/>
            <p:cNvSpPr/>
            <p:nvPr/>
          </p:nvSpPr>
          <p:spPr>
            <a:xfrm>
              <a:off x="342172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0" name="pg2970"/>
            <p:cNvSpPr/>
            <p:nvPr/>
          </p:nvSpPr>
          <p:spPr>
            <a:xfrm>
              <a:off x="343336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1" name="pg2971"/>
            <p:cNvSpPr/>
            <p:nvPr/>
          </p:nvSpPr>
          <p:spPr>
            <a:xfrm>
              <a:off x="344500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2" name="pg2972"/>
            <p:cNvSpPr/>
            <p:nvPr/>
          </p:nvSpPr>
          <p:spPr>
            <a:xfrm>
              <a:off x="345663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3" name="pg2973"/>
            <p:cNvSpPr/>
            <p:nvPr/>
          </p:nvSpPr>
          <p:spPr>
            <a:xfrm>
              <a:off x="346827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4" name="pg2974"/>
            <p:cNvSpPr/>
            <p:nvPr/>
          </p:nvSpPr>
          <p:spPr>
            <a:xfrm>
              <a:off x="347991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5" name="pg2975"/>
            <p:cNvSpPr/>
            <p:nvPr/>
          </p:nvSpPr>
          <p:spPr>
            <a:xfrm>
              <a:off x="349155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6" name="pg2976"/>
            <p:cNvSpPr/>
            <p:nvPr/>
          </p:nvSpPr>
          <p:spPr>
            <a:xfrm>
              <a:off x="350318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7" name="pg2977"/>
            <p:cNvSpPr/>
            <p:nvPr/>
          </p:nvSpPr>
          <p:spPr>
            <a:xfrm>
              <a:off x="351482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8" name="pg2978"/>
            <p:cNvSpPr/>
            <p:nvPr/>
          </p:nvSpPr>
          <p:spPr>
            <a:xfrm>
              <a:off x="3526463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9" name="pg2979"/>
            <p:cNvSpPr/>
            <p:nvPr/>
          </p:nvSpPr>
          <p:spPr>
            <a:xfrm>
              <a:off x="353810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0" name="pg2980"/>
            <p:cNvSpPr/>
            <p:nvPr/>
          </p:nvSpPr>
          <p:spPr>
            <a:xfrm>
              <a:off x="354973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1" name="pg2981"/>
            <p:cNvSpPr/>
            <p:nvPr/>
          </p:nvSpPr>
          <p:spPr>
            <a:xfrm>
              <a:off x="356137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2" name="pg2982"/>
            <p:cNvSpPr/>
            <p:nvPr/>
          </p:nvSpPr>
          <p:spPr>
            <a:xfrm>
              <a:off x="357301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3" name="pg2983"/>
            <p:cNvSpPr/>
            <p:nvPr/>
          </p:nvSpPr>
          <p:spPr>
            <a:xfrm>
              <a:off x="358464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4" name="pg2984"/>
            <p:cNvSpPr/>
            <p:nvPr/>
          </p:nvSpPr>
          <p:spPr>
            <a:xfrm>
              <a:off x="359628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5" name="pg2985"/>
            <p:cNvSpPr/>
            <p:nvPr/>
          </p:nvSpPr>
          <p:spPr>
            <a:xfrm>
              <a:off x="360792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6" name="pg2986"/>
            <p:cNvSpPr/>
            <p:nvPr/>
          </p:nvSpPr>
          <p:spPr>
            <a:xfrm>
              <a:off x="3619561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7" name="pg2987"/>
            <p:cNvSpPr/>
            <p:nvPr/>
          </p:nvSpPr>
          <p:spPr>
            <a:xfrm>
              <a:off x="418979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8" name="pg2988"/>
            <p:cNvSpPr/>
            <p:nvPr/>
          </p:nvSpPr>
          <p:spPr>
            <a:xfrm>
              <a:off x="4201428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9" name="pg2989"/>
            <p:cNvSpPr/>
            <p:nvPr/>
          </p:nvSpPr>
          <p:spPr>
            <a:xfrm>
              <a:off x="4213065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0" name="pg2990"/>
            <p:cNvSpPr/>
            <p:nvPr/>
          </p:nvSpPr>
          <p:spPr>
            <a:xfrm>
              <a:off x="422470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1" name="pg2991"/>
            <p:cNvSpPr/>
            <p:nvPr/>
          </p:nvSpPr>
          <p:spPr>
            <a:xfrm>
              <a:off x="4236340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2" name="pg2992"/>
            <p:cNvSpPr/>
            <p:nvPr/>
          </p:nvSpPr>
          <p:spPr>
            <a:xfrm>
              <a:off x="424797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3" name="pg2993"/>
            <p:cNvSpPr/>
            <p:nvPr/>
          </p:nvSpPr>
          <p:spPr>
            <a:xfrm>
              <a:off x="425961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4" name="pg2994"/>
            <p:cNvSpPr/>
            <p:nvPr/>
          </p:nvSpPr>
          <p:spPr>
            <a:xfrm>
              <a:off x="4422537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5" name="pg2995"/>
            <p:cNvSpPr/>
            <p:nvPr/>
          </p:nvSpPr>
          <p:spPr>
            <a:xfrm>
              <a:off x="4434174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6" name="pg2996"/>
            <p:cNvSpPr/>
            <p:nvPr/>
          </p:nvSpPr>
          <p:spPr>
            <a:xfrm>
              <a:off x="4445812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7" name="pg2997"/>
            <p:cNvSpPr/>
            <p:nvPr/>
          </p:nvSpPr>
          <p:spPr>
            <a:xfrm>
              <a:off x="4457449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8" name="pg2998"/>
            <p:cNvSpPr/>
            <p:nvPr/>
          </p:nvSpPr>
          <p:spPr>
            <a:xfrm>
              <a:off x="4469086" y="483860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9" name="pg2999"/>
            <p:cNvSpPr/>
            <p:nvPr/>
          </p:nvSpPr>
          <p:spPr>
            <a:xfrm>
              <a:off x="293295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0" name="pg3000"/>
            <p:cNvSpPr/>
            <p:nvPr/>
          </p:nvSpPr>
          <p:spPr>
            <a:xfrm>
              <a:off x="294459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1" name="pg3001"/>
            <p:cNvSpPr/>
            <p:nvPr/>
          </p:nvSpPr>
          <p:spPr>
            <a:xfrm>
              <a:off x="295623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2" name="pg3002"/>
            <p:cNvSpPr/>
            <p:nvPr/>
          </p:nvSpPr>
          <p:spPr>
            <a:xfrm>
              <a:off x="296787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3" name="pg3003"/>
            <p:cNvSpPr/>
            <p:nvPr/>
          </p:nvSpPr>
          <p:spPr>
            <a:xfrm>
              <a:off x="297950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4" name="pg3004"/>
            <p:cNvSpPr/>
            <p:nvPr/>
          </p:nvSpPr>
          <p:spPr>
            <a:xfrm>
              <a:off x="299114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5" name="pg3005"/>
            <p:cNvSpPr/>
            <p:nvPr/>
          </p:nvSpPr>
          <p:spPr>
            <a:xfrm>
              <a:off x="300278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6" name="pg3006"/>
            <p:cNvSpPr/>
            <p:nvPr/>
          </p:nvSpPr>
          <p:spPr>
            <a:xfrm>
              <a:off x="301442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7" name="pg3007"/>
            <p:cNvSpPr/>
            <p:nvPr/>
          </p:nvSpPr>
          <p:spPr>
            <a:xfrm>
              <a:off x="334026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8" name="pg3008"/>
            <p:cNvSpPr/>
            <p:nvPr/>
          </p:nvSpPr>
          <p:spPr>
            <a:xfrm>
              <a:off x="335190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9" name="pg3009"/>
            <p:cNvSpPr/>
            <p:nvPr/>
          </p:nvSpPr>
          <p:spPr>
            <a:xfrm>
              <a:off x="336354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0" name="pg3010"/>
            <p:cNvSpPr/>
            <p:nvPr/>
          </p:nvSpPr>
          <p:spPr>
            <a:xfrm>
              <a:off x="337517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1" name="pg3011"/>
            <p:cNvSpPr/>
            <p:nvPr/>
          </p:nvSpPr>
          <p:spPr>
            <a:xfrm>
              <a:off x="338681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2" name="pg3012"/>
            <p:cNvSpPr/>
            <p:nvPr/>
          </p:nvSpPr>
          <p:spPr>
            <a:xfrm>
              <a:off x="339845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3" name="pg3013"/>
            <p:cNvSpPr/>
            <p:nvPr/>
          </p:nvSpPr>
          <p:spPr>
            <a:xfrm>
              <a:off x="341008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4" name="pg3014"/>
            <p:cNvSpPr/>
            <p:nvPr/>
          </p:nvSpPr>
          <p:spPr>
            <a:xfrm>
              <a:off x="342172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5" name="pg3015"/>
            <p:cNvSpPr/>
            <p:nvPr/>
          </p:nvSpPr>
          <p:spPr>
            <a:xfrm>
              <a:off x="343336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6" name="pg3016"/>
            <p:cNvSpPr/>
            <p:nvPr/>
          </p:nvSpPr>
          <p:spPr>
            <a:xfrm>
              <a:off x="344500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7" name="pg3017"/>
            <p:cNvSpPr/>
            <p:nvPr/>
          </p:nvSpPr>
          <p:spPr>
            <a:xfrm>
              <a:off x="345663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8" name="pg3018"/>
            <p:cNvSpPr/>
            <p:nvPr/>
          </p:nvSpPr>
          <p:spPr>
            <a:xfrm>
              <a:off x="346827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9" name="pg3019"/>
            <p:cNvSpPr/>
            <p:nvPr/>
          </p:nvSpPr>
          <p:spPr>
            <a:xfrm>
              <a:off x="347991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0" name="pg3020"/>
            <p:cNvSpPr/>
            <p:nvPr/>
          </p:nvSpPr>
          <p:spPr>
            <a:xfrm>
              <a:off x="349155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1" name="pg3021"/>
            <p:cNvSpPr/>
            <p:nvPr/>
          </p:nvSpPr>
          <p:spPr>
            <a:xfrm>
              <a:off x="350318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2" name="pg3022"/>
            <p:cNvSpPr/>
            <p:nvPr/>
          </p:nvSpPr>
          <p:spPr>
            <a:xfrm>
              <a:off x="351482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3" name="pg3023"/>
            <p:cNvSpPr/>
            <p:nvPr/>
          </p:nvSpPr>
          <p:spPr>
            <a:xfrm>
              <a:off x="3526463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4" name="pg3024"/>
            <p:cNvSpPr/>
            <p:nvPr/>
          </p:nvSpPr>
          <p:spPr>
            <a:xfrm>
              <a:off x="353810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5" name="pg3025"/>
            <p:cNvSpPr/>
            <p:nvPr/>
          </p:nvSpPr>
          <p:spPr>
            <a:xfrm>
              <a:off x="354973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6" name="pg3026"/>
            <p:cNvSpPr/>
            <p:nvPr/>
          </p:nvSpPr>
          <p:spPr>
            <a:xfrm>
              <a:off x="356137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7" name="pg3027"/>
            <p:cNvSpPr/>
            <p:nvPr/>
          </p:nvSpPr>
          <p:spPr>
            <a:xfrm>
              <a:off x="357301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8" name="pg3028"/>
            <p:cNvSpPr/>
            <p:nvPr/>
          </p:nvSpPr>
          <p:spPr>
            <a:xfrm>
              <a:off x="358464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9" name="pg3029"/>
            <p:cNvSpPr/>
            <p:nvPr/>
          </p:nvSpPr>
          <p:spPr>
            <a:xfrm>
              <a:off x="359628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0" name="pg3030"/>
            <p:cNvSpPr/>
            <p:nvPr/>
          </p:nvSpPr>
          <p:spPr>
            <a:xfrm>
              <a:off x="360792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1" name="pg3031"/>
            <p:cNvSpPr/>
            <p:nvPr/>
          </p:nvSpPr>
          <p:spPr>
            <a:xfrm>
              <a:off x="3619561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2" name="pg3032"/>
            <p:cNvSpPr/>
            <p:nvPr/>
          </p:nvSpPr>
          <p:spPr>
            <a:xfrm>
              <a:off x="4201428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3" name="pg3033"/>
            <p:cNvSpPr/>
            <p:nvPr/>
          </p:nvSpPr>
          <p:spPr>
            <a:xfrm>
              <a:off x="4213065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4" name="pg3034"/>
            <p:cNvSpPr/>
            <p:nvPr/>
          </p:nvSpPr>
          <p:spPr>
            <a:xfrm>
              <a:off x="422470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5" name="pg3035"/>
            <p:cNvSpPr/>
            <p:nvPr/>
          </p:nvSpPr>
          <p:spPr>
            <a:xfrm>
              <a:off x="4236340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6" name="pg3036"/>
            <p:cNvSpPr/>
            <p:nvPr/>
          </p:nvSpPr>
          <p:spPr>
            <a:xfrm>
              <a:off x="424797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7" name="pg3037"/>
            <p:cNvSpPr/>
            <p:nvPr/>
          </p:nvSpPr>
          <p:spPr>
            <a:xfrm>
              <a:off x="425961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8" name="pg3038"/>
            <p:cNvSpPr/>
            <p:nvPr/>
          </p:nvSpPr>
          <p:spPr>
            <a:xfrm>
              <a:off x="427125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9" name="pg3039"/>
            <p:cNvSpPr/>
            <p:nvPr/>
          </p:nvSpPr>
          <p:spPr>
            <a:xfrm>
              <a:off x="4422537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0" name="pg3040"/>
            <p:cNvSpPr/>
            <p:nvPr/>
          </p:nvSpPr>
          <p:spPr>
            <a:xfrm>
              <a:off x="4434174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1" name="pg3041"/>
            <p:cNvSpPr/>
            <p:nvPr/>
          </p:nvSpPr>
          <p:spPr>
            <a:xfrm>
              <a:off x="4445812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2" name="pg3042"/>
            <p:cNvSpPr/>
            <p:nvPr/>
          </p:nvSpPr>
          <p:spPr>
            <a:xfrm>
              <a:off x="4457449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3" name="pg3043"/>
            <p:cNvSpPr/>
            <p:nvPr/>
          </p:nvSpPr>
          <p:spPr>
            <a:xfrm>
              <a:off x="4469086" y="485290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4" name="pg3044"/>
            <p:cNvSpPr/>
            <p:nvPr/>
          </p:nvSpPr>
          <p:spPr>
            <a:xfrm>
              <a:off x="292132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5" name="pg3045"/>
            <p:cNvSpPr/>
            <p:nvPr/>
          </p:nvSpPr>
          <p:spPr>
            <a:xfrm>
              <a:off x="293295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6" name="pg3046"/>
            <p:cNvSpPr/>
            <p:nvPr/>
          </p:nvSpPr>
          <p:spPr>
            <a:xfrm>
              <a:off x="294459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7" name="pg3047"/>
            <p:cNvSpPr/>
            <p:nvPr/>
          </p:nvSpPr>
          <p:spPr>
            <a:xfrm>
              <a:off x="295623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8" name="pg3048"/>
            <p:cNvSpPr/>
            <p:nvPr/>
          </p:nvSpPr>
          <p:spPr>
            <a:xfrm>
              <a:off x="296787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9" name="pg3049"/>
            <p:cNvSpPr/>
            <p:nvPr/>
          </p:nvSpPr>
          <p:spPr>
            <a:xfrm>
              <a:off x="297950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0" name="pg3050"/>
            <p:cNvSpPr/>
            <p:nvPr/>
          </p:nvSpPr>
          <p:spPr>
            <a:xfrm>
              <a:off x="335190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1" name="pg3051"/>
            <p:cNvSpPr/>
            <p:nvPr/>
          </p:nvSpPr>
          <p:spPr>
            <a:xfrm>
              <a:off x="336354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2" name="pg3052"/>
            <p:cNvSpPr/>
            <p:nvPr/>
          </p:nvSpPr>
          <p:spPr>
            <a:xfrm>
              <a:off x="337517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3" name="pg3053"/>
            <p:cNvSpPr/>
            <p:nvPr/>
          </p:nvSpPr>
          <p:spPr>
            <a:xfrm>
              <a:off x="338681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4" name="pg3054"/>
            <p:cNvSpPr/>
            <p:nvPr/>
          </p:nvSpPr>
          <p:spPr>
            <a:xfrm>
              <a:off x="339845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5" name="pg3055"/>
            <p:cNvSpPr/>
            <p:nvPr/>
          </p:nvSpPr>
          <p:spPr>
            <a:xfrm>
              <a:off x="341008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6" name="pg3056"/>
            <p:cNvSpPr/>
            <p:nvPr/>
          </p:nvSpPr>
          <p:spPr>
            <a:xfrm>
              <a:off x="342172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7" name="pg3057"/>
            <p:cNvSpPr/>
            <p:nvPr/>
          </p:nvSpPr>
          <p:spPr>
            <a:xfrm>
              <a:off x="343336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8" name="pg3058"/>
            <p:cNvSpPr/>
            <p:nvPr/>
          </p:nvSpPr>
          <p:spPr>
            <a:xfrm>
              <a:off x="344500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9" name="pg3059"/>
            <p:cNvSpPr/>
            <p:nvPr/>
          </p:nvSpPr>
          <p:spPr>
            <a:xfrm>
              <a:off x="345663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0" name="pg3060"/>
            <p:cNvSpPr/>
            <p:nvPr/>
          </p:nvSpPr>
          <p:spPr>
            <a:xfrm>
              <a:off x="346827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1" name="pg3061"/>
            <p:cNvSpPr/>
            <p:nvPr/>
          </p:nvSpPr>
          <p:spPr>
            <a:xfrm>
              <a:off x="347991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2" name="pg3062"/>
            <p:cNvSpPr/>
            <p:nvPr/>
          </p:nvSpPr>
          <p:spPr>
            <a:xfrm>
              <a:off x="349155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3" name="pg3063"/>
            <p:cNvSpPr/>
            <p:nvPr/>
          </p:nvSpPr>
          <p:spPr>
            <a:xfrm>
              <a:off x="3503188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4" name="pg3064"/>
            <p:cNvSpPr/>
            <p:nvPr/>
          </p:nvSpPr>
          <p:spPr>
            <a:xfrm>
              <a:off x="351482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5" name="pg3065"/>
            <p:cNvSpPr/>
            <p:nvPr/>
          </p:nvSpPr>
          <p:spPr>
            <a:xfrm>
              <a:off x="3526463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6" name="pg3066"/>
            <p:cNvSpPr/>
            <p:nvPr/>
          </p:nvSpPr>
          <p:spPr>
            <a:xfrm>
              <a:off x="353810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7" name="pg3067"/>
            <p:cNvSpPr/>
            <p:nvPr/>
          </p:nvSpPr>
          <p:spPr>
            <a:xfrm>
              <a:off x="354973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8" name="pg3068"/>
            <p:cNvSpPr/>
            <p:nvPr/>
          </p:nvSpPr>
          <p:spPr>
            <a:xfrm>
              <a:off x="356137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9" name="pg3069"/>
            <p:cNvSpPr/>
            <p:nvPr/>
          </p:nvSpPr>
          <p:spPr>
            <a:xfrm>
              <a:off x="357301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0" name="pg3070"/>
            <p:cNvSpPr/>
            <p:nvPr/>
          </p:nvSpPr>
          <p:spPr>
            <a:xfrm>
              <a:off x="358464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1" name="pg3071"/>
            <p:cNvSpPr/>
            <p:nvPr/>
          </p:nvSpPr>
          <p:spPr>
            <a:xfrm>
              <a:off x="359628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2" name="pg3072"/>
            <p:cNvSpPr/>
            <p:nvPr/>
          </p:nvSpPr>
          <p:spPr>
            <a:xfrm>
              <a:off x="360792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3" name="pg3073"/>
            <p:cNvSpPr/>
            <p:nvPr/>
          </p:nvSpPr>
          <p:spPr>
            <a:xfrm>
              <a:off x="3619561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4" name="pg3074"/>
            <p:cNvSpPr/>
            <p:nvPr/>
          </p:nvSpPr>
          <p:spPr>
            <a:xfrm>
              <a:off x="4213065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5" name="pg3075"/>
            <p:cNvSpPr/>
            <p:nvPr/>
          </p:nvSpPr>
          <p:spPr>
            <a:xfrm>
              <a:off x="422470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6" name="pg3076"/>
            <p:cNvSpPr/>
            <p:nvPr/>
          </p:nvSpPr>
          <p:spPr>
            <a:xfrm>
              <a:off x="4236340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7" name="pg3077"/>
            <p:cNvSpPr/>
            <p:nvPr/>
          </p:nvSpPr>
          <p:spPr>
            <a:xfrm>
              <a:off x="4247977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8" name="pg3078"/>
            <p:cNvSpPr/>
            <p:nvPr/>
          </p:nvSpPr>
          <p:spPr>
            <a:xfrm>
              <a:off x="425961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9" name="pg3079"/>
            <p:cNvSpPr/>
            <p:nvPr/>
          </p:nvSpPr>
          <p:spPr>
            <a:xfrm>
              <a:off x="427125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0" name="pg3080"/>
            <p:cNvSpPr/>
            <p:nvPr/>
          </p:nvSpPr>
          <p:spPr>
            <a:xfrm>
              <a:off x="428288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1" name="pg3081"/>
            <p:cNvSpPr/>
            <p:nvPr/>
          </p:nvSpPr>
          <p:spPr>
            <a:xfrm>
              <a:off x="443417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2" name="pg3082"/>
            <p:cNvSpPr/>
            <p:nvPr/>
          </p:nvSpPr>
          <p:spPr>
            <a:xfrm>
              <a:off x="4445812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3" name="pg3083"/>
            <p:cNvSpPr/>
            <p:nvPr/>
          </p:nvSpPr>
          <p:spPr>
            <a:xfrm>
              <a:off x="4457449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4" name="pg3084"/>
            <p:cNvSpPr/>
            <p:nvPr/>
          </p:nvSpPr>
          <p:spPr>
            <a:xfrm>
              <a:off x="4469086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5" name="pg3085"/>
            <p:cNvSpPr/>
            <p:nvPr/>
          </p:nvSpPr>
          <p:spPr>
            <a:xfrm>
              <a:off x="4480724" y="48672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6" name="pg3086"/>
            <p:cNvSpPr/>
            <p:nvPr/>
          </p:nvSpPr>
          <p:spPr>
            <a:xfrm>
              <a:off x="289804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7" name="pg3087"/>
            <p:cNvSpPr/>
            <p:nvPr/>
          </p:nvSpPr>
          <p:spPr>
            <a:xfrm>
              <a:off x="290968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8" name="pg3088"/>
            <p:cNvSpPr/>
            <p:nvPr/>
          </p:nvSpPr>
          <p:spPr>
            <a:xfrm>
              <a:off x="292132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9" name="pg3089"/>
            <p:cNvSpPr/>
            <p:nvPr/>
          </p:nvSpPr>
          <p:spPr>
            <a:xfrm>
              <a:off x="293295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0" name="pg3090"/>
            <p:cNvSpPr/>
            <p:nvPr/>
          </p:nvSpPr>
          <p:spPr>
            <a:xfrm>
              <a:off x="294459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1" name="pg3091"/>
            <p:cNvSpPr/>
            <p:nvPr/>
          </p:nvSpPr>
          <p:spPr>
            <a:xfrm>
              <a:off x="2956233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2" name="pg3092"/>
            <p:cNvSpPr/>
            <p:nvPr/>
          </p:nvSpPr>
          <p:spPr>
            <a:xfrm>
              <a:off x="296787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3" name="pg3093"/>
            <p:cNvSpPr/>
            <p:nvPr/>
          </p:nvSpPr>
          <p:spPr>
            <a:xfrm>
              <a:off x="337517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4" name="pg3094"/>
            <p:cNvSpPr/>
            <p:nvPr/>
          </p:nvSpPr>
          <p:spPr>
            <a:xfrm>
              <a:off x="338681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5" name="pg3095"/>
            <p:cNvSpPr/>
            <p:nvPr/>
          </p:nvSpPr>
          <p:spPr>
            <a:xfrm>
              <a:off x="339845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6" name="pg3096"/>
            <p:cNvSpPr/>
            <p:nvPr/>
          </p:nvSpPr>
          <p:spPr>
            <a:xfrm>
              <a:off x="341008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7" name="pg3097"/>
            <p:cNvSpPr/>
            <p:nvPr/>
          </p:nvSpPr>
          <p:spPr>
            <a:xfrm>
              <a:off x="342172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8" name="pg3098"/>
            <p:cNvSpPr/>
            <p:nvPr/>
          </p:nvSpPr>
          <p:spPr>
            <a:xfrm>
              <a:off x="343336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9" name="pg3099"/>
            <p:cNvSpPr/>
            <p:nvPr/>
          </p:nvSpPr>
          <p:spPr>
            <a:xfrm>
              <a:off x="344500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0" name="pg3100"/>
            <p:cNvSpPr/>
            <p:nvPr/>
          </p:nvSpPr>
          <p:spPr>
            <a:xfrm>
              <a:off x="345663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1" name="pg3101"/>
            <p:cNvSpPr/>
            <p:nvPr/>
          </p:nvSpPr>
          <p:spPr>
            <a:xfrm>
              <a:off x="346827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2" name="pg3102"/>
            <p:cNvSpPr/>
            <p:nvPr/>
          </p:nvSpPr>
          <p:spPr>
            <a:xfrm>
              <a:off x="3479913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3" name="pg3103"/>
            <p:cNvSpPr/>
            <p:nvPr/>
          </p:nvSpPr>
          <p:spPr>
            <a:xfrm>
              <a:off x="349155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4" name="pg3104"/>
            <p:cNvSpPr/>
            <p:nvPr/>
          </p:nvSpPr>
          <p:spPr>
            <a:xfrm>
              <a:off x="3503188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5" name="pg3105"/>
            <p:cNvSpPr/>
            <p:nvPr/>
          </p:nvSpPr>
          <p:spPr>
            <a:xfrm>
              <a:off x="353810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6" name="pg3106"/>
            <p:cNvSpPr/>
            <p:nvPr/>
          </p:nvSpPr>
          <p:spPr>
            <a:xfrm>
              <a:off x="354973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7" name="pg3107"/>
            <p:cNvSpPr/>
            <p:nvPr/>
          </p:nvSpPr>
          <p:spPr>
            <a:xfrm>
              <a:off x="3561375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8" name="pg3108"/>
            <p:cNvSpPr/>
            <p:nvPr/>
          </p:nvSpPr>
          <p:spPr>
            <a:xfrm>
              <a:off x="357301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9" name="pg3109"/>
            <p:cNvSpPr/>
            <p:nvPr/>
          </p:nvSpPr>
          <p:spPr>
            <a:xfrm>
              <a:off x="358464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0" name="pg3110"/>
            <p:cNvSpPr/>
            <p:nvPr/>
          </p:nvSpPr>
          <p:spPr>
            <a:xfrm>
              <a:off x="359628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1" name="pg3111"/>
            <p:cNvSpPr/>
            <p:nvPr/>
          </p:nvSpPr>
          <p:spPr>
            <a:xfrm>
              <a:off x="360792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2" name="pg3112"/>
            <p:cNvSpPr/>
            <p:nvPr/>
          </p:nvSpPr>
          <p:spPr>
            <a:xfrm>
              <a:off x="361956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3" name="pg3113"/>
            <p:cNvSpPr/>
            <p:nvPr/>
          </p:nvSpPr>
          <p:spPr>
            <a:xfrm>
              <a:off x="4236340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4" name="pg3114"/>
            <p:cNvSpPr/>
            <p:nvPr/>
          </p:nvSpPr>
          <p:spPr>
            <a:xfrm>
              <a:off x="4247977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5" name="pg3115"/>
            <p:cNvSpPr/>
            <p:nvPr/>
          </p:nvSpPr>
          <p:spPr>
            <a:xfrm>
              <a:off x="425961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6" name="pg3116"/>
            <p:cNvSpPr/>
            <p:nvPr/>
          </p:nvSpPr>
          <p:spPr>
            <a:xfrm>
              <a:off x="427125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7" name="pg3117"/>
            <p:cNvSpPr/>
            <p:nvPr/>
          </p:nvSpPr>
          <p:spPr>
            <a:xfrm>
              <a:off x="428288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8" name="pg3118"/>
            <p:cNvSpPr/>
            <p:nvPr/>
          </p:nvSpPr>
          <p:spPr>
            <a:xfrm>
              <a:off x="429452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9" name="pg3119"/>
            <p:cNvSpPr/>
            <p:nvPr/>
          </p:nvSpPr>
          <p:spPr>
            <a:xfrm>
              <a:off x="443417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0" name="pg3120"/>
            <p:cNvSpPr/>
            <p:nvPr/>
          </p:nvSpPr>
          <p:spPr>
            <a:xfrm>
              <a:off x="4445812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1" name="pg3121"/>
            <p:cNvSpPr/>
            <p:nvPr/>
          </p:nvSpPr>
          <p:spPr>
            <a:xfrm>
              <a:off x="4457449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2" name="pg3122"/>
            <p:cNvSpPr/>
            <p:nvPr/>
          </p:nvSpPr>
          <p:spPr>
            <a:xfrm>
              <a:off x="4469086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3" name="pg3123"/>
            <p:cNvSpPr/>
            <p:nvPr/>
          </p:nvSpPr>
          <p:spPr>
            <a:xfrm>
              <a:off x="4480724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4" name="pg3124"/>
            <p:cNvSpPr/>
            <p:nvPr/>
          </p:nvSpPr>
          <p:spPr>
            <a:xfrm>
              <a:off x="4492361" y="488150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5" name="pg3125"/>
            <p:cNvSpPr/>
            <p:nvPr/>
          </p:nvSpPr>
          <p:spPr>
            <a:xfrm>
              <a:off x="278167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6" name="pg3126"/>
            <p:cNvSpPr/>
            <p:nvPr/>
          </p:nvSpPr>
          <p:spPr>
            <a:xfrm>
              <a:off x="279331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7" name="pg3127"/>
            <p:cNvSpPr/>
            <p:nvPr/>
          </p:nvSpPr>
          <p:spPr>
            <a:xfrm>
              <a:off x="2804948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8" name="pg3128"/>
            <p:cNvSpPr/>
            <p:nvPr/>
          </p:nvSpPr>
          <p:spPr>
            <a:xfrm>
              <a:off x="2816586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9" name="pg3129"/>
            <p:cNvSpPr/>
            <p:nvPr/>
          </p:nvSpPr>
          <p:spPr>
            <a:xfrm>
              <a:off x="2828223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0" name="pg3130"/>
            <p:cNvSpPr/>
            <p:nvPr/>
          </p:nvSpPr>
          <p:spPr>
            <a:xfrm>
              <a:off x="2839860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1" name="pg3131"/>
            <p:cNvSpPr/>
            <p:nvPr/>
          </p:nvSpPr>
          <p:spPr>
            <a:xfrm>
              <a:off x="287477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2" name="pg3132"/>
            <p:cNvSpPr/>
            <p:nvPr/>
          </p:nvSpPr>
          <p:spPr>
            <a:xfrm>
              <a:off x="2886410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3" name="pg3133"/>
            <p:cNvSpPr/>
            <p:nvPr/>
          </p:nvSpPr>
          <p:spPr>
            <a:xfrm>
              <a:off x="289804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4" name="pg3134"/>
            <p:cNvSpPr/>
            <p:nvPr/>
          </p:nvSpPr>
          <p:spPr>
            <a:xfrm>
              <a:off x="290968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5" name="pg3135"/>
            <p:cNvSpPr/>
            <p:nvPr/>
          </p:nvSpPr>
          <p:spPr>
            <a:xfrm>
              <a:off x="292132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6" name="pg3136"/>
            <p:cNvSpPr/>
            <p:nvPr/>
          </p:nvSpPr>
          <p:spPr>
            <a:xfrm>
              <a:off x="293295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7" name="pg3137"/>
            <p:cNvSpPr/>
            <p:nvPr/>
          </p:nvSpPr>
          <p:spPr>
            <a:xfrm>
              <a:off x="2944596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8" name="pg3138"/>
            <p:cNvSpPr/>
            <p:nvPr/>
          </p:nvSpPr>
          <p:spPr>
            <a:xfrm>
              <a:off x="2956233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9" name="pg3139"/>
            <p:cNvSpPr/>
            <p:nvPr/>
          </p:nvSpPr>
          <p:spPr>
            <a:xfrm>
              <a:off x="3468276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0" name="pg3140"/>
            <p:cNvSpPr/>
            <p:nvPr/>
          </p:nvSpPr>
          <p:spPr>
            <a:xfrm>
              <a:off x="3479913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1" name="pg3141"/>
            <p:cNvSpPr/>
            <p:nvPr/>
          </p:nvSpPr>
          <p:spPr>
            <a:xfrm>
              <a:off x="354973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2" name="pg3142"/>
            <p:cNvSpPr/>
            <p:nvPr/>
          </p:nvSpPr>
          <p:spPr>
            <a:xfrm>
              <a:off x="3561375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3" name="pg3143"/>
            <p:cNvSpPr/>
            <p:nvPr/>
          </p:nvSpPr>
          <p:spPr>
            <a:xfrm>
              <a:off x="357301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4" name="pg3144"/>
            <p:cNvSpPr/>
            <p:nvPr/>
          </p:nvSpPr>
          <p:spPr>
            <a:xfrm>
              <a:off x="358464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5" name="pg3145"/>
            <p:cNvSpPr/>
            <p:nvPr/>
          </p:nvSpPr>
          <p:spPr>
            <a:xfrm>
              <a:off x="359628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6" name="pg3146"/>
            <p:cNvSpPr/>
            <p:nvPr/>
          </p:nvSpPr>
          <p:spPr>
            <a:xfrm>
              <a:off x="360792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7" name="pg3147"/>
            <p:cNvSpPr/>
            <p:nvPr/>
          </p:nvSpPr>
          <p:spPr>
            <a:xfrm>
              <a:off x="4247977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8" name="pg3148"/>
            <p:cNvSpPr/>
            <p:nvPr/>
          </p:nvSpPr>
          <p:spPr>
            <a:xfrm>
              <a:off x="425961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9" name="pg3149"/>
            <p:cNvSpPr/>
            <p:nvPr/>
          </p:nvSpPr>
          <p:spPr>
            <a:xfrm>
              <a:off x="427125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0" name="pg3150"/>
            <p:cNvSpPr/>
            <p:nvPr/>
          </p:nvSpPr>
          <p:spPr>
            <a:xfrm>
              <a:off x="428288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1" name="pg3151"/>
            <p:cNvSpPr/>
            <p:nvPr/>
          </p:nvSpPr>
          <p:spPr>
            <a:xfrm>
              <a:off x="4294526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2" name="pg3152"/>
            <p:cNvSpPr/>
            <p:nvPr/>
          </p:nvSpPr>
          <p:spPr>
            <a:xfrm>
              <a:off x="4445812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3" name="pg3153"/>
            <p:cNvSpPr/>
            <p:nvPr/>
          </p:nvSpPr>
          <p:spPr>
            <a:xfrm>
              <a:off x="4457449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4" name="pg3154"/>
            <p:cNvSpPr/>
            <p:nvPr/>
          </p:nvSpPr>
          <p:spPr>
            <a:xfrm>
              <a:off x="4469086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5" name="pg3155"/>
            <p:cNvSpPr/>
            <p:nvPr/>
          </p:nvSpPr>
          <p:spPr>
            <a:xfrm>
              <a:off x="4480724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6" name="pg3156"/>
            <p:cNvSpPr/>
            <p:nvPr/>
          </p:nvSpPr>
          <p:spPr>
            <a:xfrm>
              <a:off x="4492361" y="48958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7" name="pg3157"/>
            <p:cNvSpPr/>
            <p:nvPr/>
          </p:nvSpPr>
          <p:spPr>
            <a:xfrm>
              <a:off x="2770036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8" name="pg3158"/>
            <p:cNvSpPr/>
            <p:nvPr/>
          </p:nvSpPr>
          <p:spPr>
            <a:xfrm>
              <a:off x="278167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9" name="pg3159"/>
            <p:cNvSpPr/>
            <p:nvPr/>
          </p:nvSpPr>
          <p:spPr>
            <a:xfrm>
              <a:off x="279331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0" name="pg3160"/>
            <p:cNvSpPr/>
            <p:nvPr/>
          </p:nvSpPr>
          <p:spPr>
            <a:xfrm>
              <a:off x="2804948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1" name="pg3161"/>
            <p:cNvSpPr/>
            <p:nvPr/>
          </p:nvSpPr>
          <p:spPr>
            <a:xfrm>
              <a:off x="2816586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2" name="pg3162"/>
            <p:cNvSpPr/>
            <p:nvPr/>
          </p:nvSpPr>
          <p:spPr>
            <a:xfrm>
              <a:off x="2828223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3" name="pg3163"/>
            <p:cNvSpPr/>
            <p:nvPr/>
          </p:nvSpPr>
          <p:spPr>
            <a:xfrm>
              <a:off x="283986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4" name="pg3164"/>
            <p:cNvSpPr/>
            <p:nvPr/>
          </p:nvSpPr>
          <p:spPr>
            <a:xfrm>
              <a:off x="2851498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5" name="pg3165"/>
            <p:cNvSpPr/>
            <p:nvPr/>
          </p:nvSpPr>
          <p:spPr>
            <a:xfrm>
              <a:off x="2863135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6" name="pg3166"/>
            <p:cNvSpPr/>
            <p:nvPr/>
          </p:nvSpPr>
          <p:spPr>
            <a:xfrm>
              <a:off x="287477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7" name="pg3167"/>
            <p:cNvSpPr/>
            <p:nvPr/>
          </p:nvSpPr>
          <p:spPr>
            <a:xfrm>
              <a:off x="2886410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8" name="pg3168"/>
            <p:cNvSpPr/>
            <p:nvPr/>
          </p:nvSpPr>
          <p:spPr>
            <a:xfrm>
              <a:off x="289804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9" name="pg3169"/>
            <p:cNvSpPr/>
            <p:nvPr/>
          </p:nvSpPr>
          <p:spPr>
            <a:xfrm>
              <a:off x="290968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0" name="pg3170"/>
            <p:cNvSpPr/>
            <p:nvPr/>
          </p:nvSpPr>
          <p:spPr>
            <a:xfrm>
              <a:off x="292132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1" name="pg3171"/>
            <p:cNvSpPr/>
            <p:nvPr/>
          </p:nvSpPr>
          <p:spPr>
            <a:xfrm>
              <a:off x="293295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2" name="pg3172"/>
            <p:cNvSpPr/>
            <p:nvPr/>
          </p:nvSpPr>
          <p:spPr>
            <a:xfrm>
              <a:off x="2944596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3" name="pg3173"/>
            <p:cNvSpPr/>
            <p:nvPr/>
          </p:nvSpPr>
          <p:spPr>
            <a:xfrm>
              <a:off x="354973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4" name="pg3174"/>
            <p:cNvSpPr/>
            <p:nvPr/>
          </p:nvSpPr>
          <p:spPr>
            <a:xfrm>
              <a:off x="3561375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5" name="pg3175"/>
            <p:cNvSpPr/>
            <p:nvPr/>
          </p:nvSpPr>
          <p:spPr>
            <a:xfrm>
              <a:off x="357301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6" name="pg3176"/>
            <p:cNvSpPr/>
            <p:nvPr/>
          </p:nvSpPr>
          <p:spPr>
            <a:xfrm>
              <a:off x="358464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7" name="pg3177"/>
            <p:cNvSpPr/>
            <p:nvPr/>
          </p:nvSpPr>
          <p:spPr>
            <a:xfrm>
              <a:off x="4247977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8" name="pg3178"/>
            <p:cNvSpPr/>
            <p:nvPr/>
          </p:nvSpPr>
          <p:spPr>
            <a:xfrm>
              <a:off x="425961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9" name="pg3179"/>
            <p:cNvSpPr/>
            <p:nvPr/>
          </p:nvSpPr>
          <p:spPr>
            <a:xfrm>
              <a:off x="427125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0" name="pg3180"/>
            <p:cNvSpPr/>
            <p:nvPr/>
          </p:nvSpPr>
          <p:spPr>
            <a:xfrm>
              <a:off x="428288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1" name="pg3181"/>
            <p:cNvSpPr/>
            <p:nvPr/>
          </p:nvSpPr>
          <p:spPr>
            <a:xfrm>
              <a:off x="4294526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2" name="pg3182"/>
            <p:cNvSpPr/>
            <p:nvPr/>
          </p:nvSpPr>
          <p:spPr>
            <a:xfrm>
              <a:off x="4445812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3" name="pg3183"/>
            <p:cNvSpPr/>
            <p:nvPr/>
          </p:nvSpPr>
          <p:spPr>
            <a:xfrm>
              <a:off x="4457449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4" name="pg3184"/>
            <p:cNvSpPr/>
            <p:nvPr/>
          </p:nvSpPr>
          <p:spPr>
            <a:xfrm>
              <a:off x="4469086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5" name="pg3185"/>
            <p:cNvSpPr/>
            <p:nvPr/>
          </p:nvSpPr>
          <p:spPr>
            <a:xfrm>
              <a:off x="4480724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6" name="pg3186"/>
            <p:cNvSpPr/>
            <p:nvPr/>
          </p:nvSpPr>
          <p:spPr>
            <a:xfrm>
              <a:off x="4492361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7" name="pg3187"/>
            <p:cNvSpPr/>
            <p:nvPr/>
          </p:nvSpPr>
          <p:spPr>
            <a:xfrm>
              <a:off x="4503998" y="491010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8" name="pg3188"/>
            <p:cNvSpPr/>
            <p:nvPr/>
          </p:nvSpPr>
          <p:spPr>
            <a:xfrm>
              <a:off x="2770036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9" name="pg3189"/>
            <p:cNvSpPr/>
            <p:nvPr/>
          </p:nvSpPr>
          <p:spPr>
            <a:xfrm>
              <a:off x="278167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0" name="pg3190"/>
            <p:cNvSpPr/>
            <p:nvPr/>
          </p:nvSpPr>
          <p:spPr>
            <a:xfrm>
              <a:off x="279331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1" name="pg3191"/>
            <p:cNvSpPr/>
            <p:nvPr/>
          </p:nvSpPr>
          <p:spPr>
            <a:xfrm>
              <a:off x="2804948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2" name="pg3192"/>
            <p:cNvSpPr/>
            <p:nvPr/>
          </p:nvSpPr>
          <p:spPr>
            <a:xfrm>
              <a:off x="2816586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3" name="pg3193"/>
            <p:cNvSpPr/>
            <p:nvPr/>
          </p:nvSpPr>
          <p:spPr>
            <a:xfrm>
              <a:off x="2828223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4" name="pg3194"/>
            <p:cNvSpPr/>
            <p:nvPr/>
          </p:nvSpPr>
          <p:spPr>
            <a:xfrm>
              <a:off x="2839860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5" name="pg3195"/>
            <p:cNvSpPr/>
            <p:nvPr/>
          </p:nvSpPr>
          <p:spPr>
            <a:xfrm>
              <a:off x="2851498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6" name="pg3196"/>
            <p:cNvSpPr/>
            <p:nvPr/>
          </p:nvSpPr>
          <p:spPr>
            <a:xfrm>
              <a:off x="2863135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7" name="pg3197"/>
            <p:cNvSpPr/>
            <p:nvPr/>
          </p:nvSpPr>
          <p:spPr>
            <a:xfrm>
              <a:off x="287477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8" name="pg3198"/>
            <p:cNvSpPr/>
            <p:nvPr/>
          </p:nvSpPr>
          <p:spPr>
            <a:xfrm>
              <a:off x="2886410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9" name="pg3199"/>
            <p:cNvSpPr/>
            <p:nvPr/>
          </p:nvSpPr>
          <p:spPr>
            <a:xfrm>
              <a:off x="289804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0" name="pg3200"/>
            <p:cNvSpPr/>
            <p:nvPr/>
          </p:nvSpPr>
          <p:spPr>
            <a:xfrm>
              <a:off x="290968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1" name="pg3201"/>
            <p:cNvSpPr/>
            <p:nvPr/>
          </p:nvSpPr>
          <p:spPr>
            <a:xfrm>
              <a:off x="292132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2" name="pg3202"/>
            <p:cNvSpPr/>
            <p:nvPr/>
          </p:nvSpPr>
          <p:spPr>
            <a:xfrm>
              <a:off x="293295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3" name="pg3203"/>
            <p:cNvSpPr/>
            <p:nvPr/>
          </p:nvSpPr>
          <p:spPr>
            <a:xfrm>
              <a:off x="4247977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4" name="pg3204"/>
            <p:cNvSpPr/>
            <p:nvPr/>
          </p:nvSpPr>
          <p:spPr>
            <a:xfrm>
              <a:off x="425961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5" name="pg3205"/>
            <p:cNvSpPr/>
            <p:nvPr/>
          </p:nvSpPr>
          <p:spPr>
            <a:xfrm>
              <a:off x="427125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0">
                <a:alpha val="100000"/>
              </a:srgbClr>
            </a:solidFill>
            <a:ln w="5420" cap="flat">
              <a:solidFill>
                <a:srgbClr val="3629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6" name="pg3206"/>
            <p:cNvSpPr/>
            <p:nvPr/>
          </p:nvSpPr>
          <p:spPr>
            <a:xfrm>
              <a:off x="428288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7" name="pg3207"/>
            <p:cNvSpPr/>
            <p:nvPr/>
          </p:nvSpPr>
          <p:spPr>
            <a:xfrm>
              <a:off x="4294526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8" name="pg3208"/>
            <p:cNvSpPr/>
            <p:nvPr/>
          </p:nvSpPr>
          <p:spPr>
            <a:xfrm>
              <a:off x="4445812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9" name="pg3209"/>
            <p:cNvSpPr/>
            <p:nvPr/>
          </p:nvSpPr>
          <p:spPr>
            <a:xfrm>
              <a:off x="4457449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0" name="pg3210"/>
            <p:cNvSpPr/>
            <p:nvPr/>
          </p:nvSpPr>
          <p:spPr>
            <a:xfrm>
              <a:off x="4469086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1" name="pg3211"/>
            <p:cNvSpPr/>
            <p:nvPr/>
          </p:nvSpPr>
          <p:spPr>
            <a:xfrm>
              <a:off x="4480724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2" name="pg3212"/>
            <p:cNvSpPr/>
            <p:nvPr/>
          </p:nvSpPr>
          <p:spPr>
            <a:xfrm>
              <a:off x="4492361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3" name="pg3213"/>
            <p:cNvSpPr/>
            <p:nvPr/>
          </p:nvSpPr>
          <p:spPr>
            <a:xfrm>
              <a:off x="4503998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4" name="pg3214"/>
            <p:cNvSpPr/>
            <p:nvPr/>
          </p:nvSpPr>
          <p:spPr>
            <a:xfrm>
              <a:off x="4515636" y="492440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5" name="pg3215"/>
            <p:cNvSpPr/>
            <p:nvPr/>
          </p:nvSpPr>
          <p:spPr>
            <a:xfrm>
              <a:off x="275839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6" name="pg3216"/>
            <p:cNvSpPr/>
            <p:nvPr/>
          </p:nvSpPr>
          <p:spPr>
            <a:xfrm>
              <a:off x="2770036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7" name="pg3217"/>
            <p:cNvSpPr/>
            <p:nvPr/>
          </p:nvSpPr>
          <p:spPr>
            <a:xfrm>
              <a:off x="278167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8" name="pg3218"/>
            <p:cNvSpPr/>
            <p:nvPr/>
          </p:nvSpPr>
          <p:spPr>
            <a:xfrm>
              <a:off x="279331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9" name="pg3219"/>
            <p:cNvSpPr/>
            <p:nvPr/>
          </p:nvSpPr>
          <p:spPr>
            <a:xfrm>
              <a:off x="2804948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0" name="pg3220"/>
            <p:cNvSpPr/>
            <p:nvPr/>
          </p:nvSpPr>
          <p:spPr>
            <a:xfrm>
              <a:off x="2816586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1" name="pg3221"/>
            <p:cNvSpPr/>
            <p:nvPr/>
          </p:nvSpPr>
          <p:spPr>
            <a:xfrm>
              <a:off x="2828223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2" name="pg3222"/>
            <p:cNvSpPr/>
            <p:nvPr/>
          </p:nvSpPr>
          <p:spPr>
            <a:xfrm>
              <a:off x="2839860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3" name="pg3223"/>
            <p:cNvSpPr/>
            <p:nvPr/>
          </p:nvSpPr>
          <p:spPr>
            <a:xfrm>
              <a:off x="2851498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4" name="pg3224"/>
            <p:cNvSpPr/>
            <p:nvPr/>
          </p:nvSpPr>
          <p:spPr>
            <a:xfrm>
              <a:off x="2863135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5" name="pg3225"/>
            <p:cNvSpPr/>
            <p:nvPr/>
          </p:nvSpPr>
          <p:spPr>
            <a:xfrm>
              <a:off x="287477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6" name="pg3226"/>
            <p:cNvSpPr/>
            <p:nvPr/>
          </p:nvSpPr>
          <p:spPr>
            <a:xfrm>
              <a:off x="2886410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7" name="pg3227"/>
            <p:cNvSpPr/>
            <p:nvPr/>
          </p:nvSpPr>
          <p:spPr>
            <a:xfrm>
              <a:off x="289804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8" name="pg3228"/>
            <p:cNvSpPr/>
            <p:nvPr/>
          </p:nvSpPr>
          <p:spPr>
            <a:xfrm>
              <a:off x="290968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9" name="pg3229"/>
            <p:cNvSpPr/>
            <p:nvPr/>
          </p:nvSpPr>
          <p:spPr>
            <a:xfrm>
              <a:off x="4247977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0" name="pg3230"/>
            <p:cNvSpPr/>
            <p:nvPr/>
          </p:nvSpPr>
          <p:spPr>
            <a:xfrm>
              <a:off x="425961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1" name="pg3231"/>
            <p:cNvSpPr/>
            <p:nvPr/>
          </p:nvSpPr>
          <p:spPr>
            <a:xfrm>
              <a:off x="427125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2" name="pg3232"/>
            <p:cNvSpPr/>
            <p:nvPr/>
          </p:nvSpPr>
          <p:spPr>
            <a:xfrm>
              <a:off x="428288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3" name="pg3233"/>
            <p:cNvSpPr/>
            <p:nvPr/>
          </p:nvSpPr>
          <p:spPr>
            <a:xfrm>
              <a:off x="4294526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4" name="pg3234"/>
            <p:cNvSpPr/>
            <p:nvPr/>
          </p:nvSpPr>
          <p:spPr>
            <a:xfrm>
              <a:off x="4445812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5" name="pg3235"/>
            <p:cNvSpPr/>
            <p:nvPr/>
          </p:nvSpPr>
          <p:spPr>
            <a:xfrm>
              <a:off x="4457449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6" name="pg3236"/>
            <p:cNvSpPr/>
            <p:nvPr/>
          </p:nvSpPr>
          <p:spPr>
            <a:xfrm>
              <a:off x="4469086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7" name="pg3237"/>
            <p:cNvSpPr/>
            <p:nvPr/>
          </p:nvSpPr>
          <p:spPr>
            <a:xfrm>
              <a:off x="4480724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8" name="pg3238"/>
            <p:cNvSpPr/>
            <p:nvPr/>
          </p:nvSpPr>
          <p:spPr>
            <a:xfrm>
              <a:off x="4492361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9" name="pg3239"/>
            <p:cNvSpPr/>
            <p:nvPr/>
          </p:nvSpPr>
          <p:spPr>
            <a:xfrm>
              <a:off x="4503998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0" name="pg3240"/>
            <p:cNvSpPr/>
            <p:nvPr/>
          </p:nvSpPr>
          <p:spPr>
            <a:xfrm>
              <a:off x="4515636" y="49387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1" name="pg3241"/>
            <p:cNvSpPr/>
            <p:nvPr/>
          </p:nvSpPr>
          <p:spPr>
            <a:xfrm>
              <a:off x="2758399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2" name="pg3242"/>
            <p:cNvSpPr/>
            <p:nvPr/>
          </p:nvSpPr>
          <p:spPr>
            <a:xfrm>
              <a:off x="2770036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3" name="pg3243"/>
            <p:cNvSpPr/>
            <p:nvPr/>
          </p:nvSpPr>
          <p:spPr>
            <a:xfrm>
              <a:off x="278167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4" name="pg3244"/>
            <p:cNvSpPr/>
            <p:nvPr/>
          </p:nvSpPr>
          <p:spPr>
            <a:xfrm>
              <a:off x="279331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5" name="pg3245"/>
            <p:cNvSpPr/>
            <p:nvPr/>
          </p:nvSpPr>
          <p:spPr>
            <a:xfrm>
              <a:off x="2804948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6" name="pg3246"/>
            <p:cNvSpPr/>
            <p:nvPr/>
          </p:nvSpPr>
          <p:spPr>
            <a:xfrm>
              <a:off x="2816586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7" name="pg3247"/>
            <p:cNvSpPr/>
            <p:nvPr/>
          </p:nvSpPr>
          <p:spPr>
            <a:xfrm>
              <a:off x="2828223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8" name="pg3248"/>
            <p:cNvSpPr/>
            <p:nvPr/>
          </p:nvSpPr>
          <p:spPr>
            <a:xfrm>
              <a:off x="2839860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9" name="pg3249"/>
            <p:cNvSpPr/>
            <p:nvPr/>
          </p:nvSpPr>
          <p:spPr>
            <a:xfrm>
              <a:off x="2851498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0" name="pg3250"/>
            <p:cNvSpPr/>
            <p:nvPr/>
          </p:nvSpPr>
          <p:spPr>
            <a:xfrm>
              <a:off x="2863135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1" name="pg3251"/>
            <p:cNvSpPr/>
            <p:nvPr/>
          </p:nvSpPr>
          <p:spPr>
            <a:xfrm>
              <a:off x="2874772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2" name="pg3252"/>
            <p:cNvSpPr/>
            <p:nvPr/>
          </p:nvSpPr>
          <p:spPr>
            <a:xfrm>
              <a:off x="2886410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3" name="pg3253"/>
            <p:cNvSpPr/>
            <p:nvPr/>
          </p:nvSpPr>
          <p:spPr>
            <a:xfrm>
              <a:off x="4247977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4" name="pg3254"/>
            <p:cNvSpPr/>
            <p:nvPr/>
          </p:nvSpPr>
          <p:spPr>
            <a:xfrm>
              <a:off x="425961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5" name="pg3255"/>
            <p:cNvSpPr/>
            <p:nvPr/>
          </p:nvSpPr>
          <p:spPr>
            <a:xfrm>
              <a:off x="4271252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6" name="pg3256"/>
            <p:cNvSpPr/>
            <p:nvPr/>
          </p:nvSpPr>
          <p:spPr>
            <a:xfrm>
              <a:off x="4282889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7" name="pg3257"/>
            <p:cNvSpPr/>
            <p:nvPr/>
          </p:nvSpPr>
          <p:spPr>
            <a:xfrm>
              <a:off x="4294526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8" name="pg3258"/>
            <p:cNvSpPr/>
            <p:nvPr/>
          </p:nvSpPr>
          <p:spPr>
            <a:xfrm>
              <a:off x="4457449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9" name="pg3259"/>
            <p:cNvSpPr/>
            <p:nvPr/>
          </p:nvSpPr>
          <p:spPr>
            <a:xfrm>
              <a:off x="4469086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0" name="pg3260"/>
            <p:cNvSpPr/>
            <p:nvPr/>
          </p:nvSpPr>
          <p:spPr>
            <a:xfrm>
              <a:off x="4480724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1" name="pg3261"/>
            <p:cNvSpPr/>
            <p:nvPr/>
          </p:nvSpPr>
          <p:spPr>
            <a:xfrm>
              <a:off x="4492361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2" name="pg3262"/>
            <p:cNvSpPr/>
            <p:nvPr/>
          </p:nvSpPr>
          <p:spPr>
            <a:xfrm>
              <a:off x="4503998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3" name="pg3263"/>
            <p:cNvSpPr/>
            <p:nvPr/>
          </p:nvSpPr>
          <p:spPr>
            <a:xfrm>
              <a:off x="4515636" y="495300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4" name="pg3264"/>
            <p:cNvSpPr/>
            <p:nvPr/>
          </p:nvSpPr>
          <p:spPr>
            <a:xfrm>
              <a:off x="2723487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5" name="pg3265"/>
            <p:cNvSpPr/>
            <p:nvPr/>
          </p:nvSpPr>
          <p:spPr>
            <a:xfrm>
              <a:off x="273512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6" name="pg3266"/>
            <p:cNvSpPr/>
            <p:nvPr/>
          </p:nvSpPr>
          <p:spPr>
            <a:xfrm>
              <a:off x="274676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344">
                <a:alpha val="100000"/>
              </a:srgbClr>
            </a:solidFill>
            <a:ln w="5420" cap="flat">
              <a:solidFill>
                <a:srgbClr val="30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7" name="pg3267"/>
            <p:cNvSpPr/>
            <p:nvPr/>
          </p:nvSpPr>
          <p:spPr>
            <a:xfrm>
              <a:off x="275839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8" name="pg3268"/>
            <p:cNvSpPr/>
            <p:nvPr/>
          </p:nvSpPr>
          <p:spPr>
            <a:xfrm>
              <a:off x="2770036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9" name="pg3269"/>
            <p:cNvSpPr/>
            <p:nvPr/>
          </p:nvSpPr>
          <p:spPr>
            <a:xfrm>
              <a:off x="278167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0" name="pg3270"/>
            <p:cNvSpPr/>
            <p:nvPr/>
          </p:nvSpPr>
          <p:spPr>
            <a:xfrm>
              <a:off x="279331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1" name="pg3271"/>
            <p:cNvSpPr/>
            <p:nvPr/>
          </p:nvSpPr>
          <p:spPr>
            <a:xfrm>
              <a:off x="2804948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2" name="pg3272"/>
            <p:cNvSpPr/>
            <p:nvPr/>
          </p:nvSpPr>
          <p:spPr>
            <a:xfrm>
              <a:off x="2816586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3" name="pg3273"/>
            <p:cNvSpPr/>
            <p:nvPr/>
          </p:nvSpPr>
          <p:spPr>
            <a:xfrm>
              <a:off x="2828223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4" name="pg3274"/>
            <p:cNvSpPr/>
            <p:nvPr/>
          </p:nvSpPr>
          <p:spPr>
            <a:xfrm>
              <a:off x="2839860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5" name="pg3275"/>
            <p:cNvSpPr/>
            <p:nvPr/>
          </p:nvSpPr>
          <p:spPr>
            <a:xfrm>
              <a:off x="2851498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6" name="pg3276"/>
            <p:cNvSpPr/>
            <p:nvPr/>
          </p:nvSpPr>
          <p:spPr>
            <a:xfrm>
              <a:off x="2863135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7" name="pg3277"/>
            <p:cNvSpPr/>
            <p:nvPr/>
          </p:nvSpPr>
          <p:spPr>
            <a:xfrm>
              <a:off x="4247977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8" name="pg3278"/>
            <p:cNvSpPr/>
            <p:nvPr/>
          </p:nvSpPr>
          <p:spPr>
            <a:xfrm>
              <a:off x="425961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9" name="pg3279"/>
            <p:cNvSpPr/>
            <p:nvPr/>
          </p:nvSpPr>
          <p:spPr>
            <a:xfrm>
              <a:off x="4271252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0" name="pg3280"/>
            <p:cNvSpPr/>
            <p:nvPr/>
          </p:nvSpPr>
          <p:spPr>
            <a:xfrm>
              <a:off x="428288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1" name="pg3281"/>
            <p:cNvSpPr/>
            <p:nvPr/>
          </p:nvSpPr>
          <p:spPr>
            <a:xfrm>
              <a:off x="4294526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2" name="pg3282"/>
            <p:cNvSpPr/>
            <p:nvPr/>
          </p:nvSpPr>
          <p:spPr>
            <a:xfrm>
              <a:off x="4457449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3" name="pg3283"/>
            <p:cNvSpPr/>
            <p:nvPr/>
          </p:nvSpPr>
          <p:spPr>
            <a:xfrm>
              <a:off x="4469086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4" name="pg3284"/>
            <p:cNvSpPr/>
            <p:nvPr/>
          </p:nvSpPr>
          <p:spPr>
            <a:xfrm>
              <a:off x="4480724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5" name="pg3285"/>
            <p:cNvSpPr/>
            <p:nvPr/>
          </p:nvSpPr>
          <p:spPr>
            <a:xfrm>
              <a:off x="4492361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6" name="pg3286"/>
            <p:cNvSpPr/>
            <p:nvPr/>
          </p:nvSpPr>
          <p:spPr>
            <a:xfrm>
              <a:off x="4503998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7" name="pg3287"/>
            <p:cNvSpPr/>
            <p:nvPr/>
          </p:nvSpPr>
          <p:spPr>
            <a:xfrm>
              <a:off x="4515636" y="49673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8" name="pg3288"/>
            <p:cNvSpPr/>
            <p:nvPr/>
          </p:nvSpPr>
          <p:spPr>
            <a:xfrm>
              <a:off x="2723487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2">
                <a:alpha val="100000"/>
              </a:srgbClr>
            </a:solidFill>
            <a:ln w="5420" cap="flat">
              <a:solidFill>
                <a:srgbClr val="2F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9" name="pg3289"/>
            <p:cNvSpPr/>
            <p:nvPr/>
          </p:nvSpPr>
          <p:spPr>
            <a:xfrm>
              <a:off x="273512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342">
                <a:alpha val="100000"/>
              </a:srgbClr>
            </a:solidFill>
            <a:ln w="5420" cap="flat">
              <a:solidFill>
                <a:srgbClr val="2E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0" name="pg3290"/>
            <p:cNvSpPr/>
            <p:nvPr/>
          </p:nvSpPr>
          <p:spPr>
            <a:xfrm>
              <a:off x="2746762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1" name="pg3291"/>
            <p:cNvSpPr/>
            <p:nvPr/>
          </p:nvSpPr>
          <p:spPr>
            <a:xfrm>
              <a:off x="275839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2" name="pg3292"/>
            <p:cNvSpPr/>
            <p:nvPr/>
          </p:nvSpPr>
          <p:spPr>
            <a:xfrm>
              <a:off x="2770036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3" name="pg3293"/>
            <p:cNvSpPr/>
            <p:nvPr/>
          </p:nvSpPr>
          <p:spPr>
            <a:xfrm>
              <a:off x="278167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4" name="pg3294"/>
            <p:cNvSpPr/>
            <p:nvPr/>
          </p:nvSpPr>
          <p:spPr>
            <a:xfrm>
              <a:off x="279331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5" name="pg3295"/>
            <p:cNvSpPr/>
            <p:nvPr/>
          </p:nvSpPr>
          <p:spPr>
            <a:xfrm>
              <a:off x="2804948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6" name="pg3296"/>
            <p:cNvSpPr/>
            <p:nvPr/>
          </p:nvSpPr>
          <p:spPr>
            <a:xfrm>
              <a:off x="2816586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7" name="pg3297"/>
            <p:cNvSpPr/>
            <p:nvPr/>
          </p:nvSpPr>
          <p:spPr>
            <a:xfrm>
              <a:off x="4236340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8" name="pg3298"/>
            <p:cNvSpPr/>
            <p:nvPr/>
          </p:nvSpPr>
          <p:spPr>
            <a:xfrm>
              <a:off x="4247977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9" name="pg3299"/>
            <p:cNvSpPr/>
            <p:nvPr/>
          </p:nvSpPr>
          <p:spPr>
            <a:xfrm>
              <a:off x="425961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0" name="pg3300"/>
            <p:cNvSpPr/>
            <p:nvPr/>
          </p:nvSpPr>
          <p:spPr>
            <a:xfrm>
              <a:off x="4271252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1" name="pg3301"/>
            <p:cNvSpPr/>
            <p:nvPr/>
          </p:nvSpPr>
          <p:spPr>
            <a:xfrm>
              <a:off x="428288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2" name="pg3302"/>
            <p:cNvSpPr/>
            <p:nvPr/>
          </p:nvSpPr>
          <p:spPr>
            <a:xfrm>
              <a:off x="4457449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3" name="pg3303"/>
            <p:cNvSpPr/>
            <p:nvPr/>
          </p:nvSpPr>
          <p:spPr>
            <a:xfrm>
              <a:off x="4469086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4" name="pg3304"/>
            <p:cNvSpPr/>
            <p:nvPr/>
          </p:nvSpPr>
          <p:spPr>
            <a:xfrm>
              <a:off x="4480724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5" name="pg3305"/>
            <p:cNvSpPr/>
            <p:nvPr/>
          </p:nvSpPr>
          <p:spPr>
            <a:xfrm>
              <a:off x="4492361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6" name="pg3306"/>
            <p:cNvSpPr/>
            <p:nvPr/>
          </p:nvSpPr>
          <p:spPr>
            <a:xfrm>
              <a:off x="4503998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7" name="pg3307"/>
            <p:cNvSpPr/>
            <p:nvPr/>
          </p:nvSpPr>
          <p:spPr>
            <a:xfrm>
              <a:off x="4515636" y="498160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8" name="pg3308"/>
            <p:cNvSpPr/>
            <p:nvPr/>
          </p:nvSpPr>
          <p:spPr>
            <a:xfrm>
              <a:off x="2711850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9" name="pg3309"/>
            <p:cNvSpPr/>
            <p:nvPr/>
          </p:nvSpPr>
          <p:spPr>
            <a:xfrm>
              <a:off x="2723487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0" name="pg3310"/>
            <p:cNvSpPr/>
            <p:nvPr/>
          </p:nvSpPr>
          <p:spPr>
            <a:xfrm>
              <a:off x="2735124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1" name="pg3311"/>
            <p:cNvSpPr/>
            <p:nvPr/>
          </p:nvSpPr>
          <p:spPr>
            <a:xfrm>
              <a:off x="274676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342">
                <a:alpha val="100000"/>
              </a:srgbClr>
            </a:solidFill>
            <a:ln w="5420" cap="flat">
              <a:solidFill>
                <a:srgbClr val="2E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2" name="pg3312"/>
            <p:cNvSpPr/>
            <p:nvPr/>
          </p:nvSpPr>
          <p:spPr>
            <a:xfrm>
              <a:off x="275839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3" name="pg3313"/>
            <p:cNvSpPr/>
            <p:nvPr/>
          </p:nvSpPr>
          <p:spPr>
            <a:xfrm>
              <a:off x="2770036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4" name="pg3314"/>
            <p:cNvSpPr/>
            <p:nvPr/>
          </p:nvSpPr>
          <p:spPr>
            <a:xfrm>
              <a:off x="2781674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5" name="pg3315"/>
            <p:cNvSpPr/>
            <p:nvPr/>
          </p:nvSpPr>
          <p:spPr>
            <a:xfrm>
              <a:off x="279331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6" name="pg3316"/>
            <p:cNvSpPr/>
            <p:nvPr/>
          </p:nvSpPr>
          <p:spPr>
            <a:xfrm>
              <a:off x="4236340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7" name="pg3317"/>
            <p:cNvSpPr/>
            <p:nvPr/>
          </p:nvSpPr>
          <p:spPr>
            <a:xfrm>
              <a:off x="4247977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8" name="pg3318"/>
            <p:cNvSpPr/>
            <p:nvPr/>
          </p:nvSpPr>
          <p:spPr>
            <a:xfrm>
              <a:off x="4259614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9" name="pg3319"/>
            <p:cNvSpPr/>
            <p:nvPr/>
          </p:nvSpPr>
          <p:spPr>
            <a:xfrm>
              <a:off x="4271252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0" name="pg3320"/>
            <p:cNvSpPr/>
            <p:nvPr/>
          </p:nvSpPr>
          <p:spPr>
            <a:xfrm>
              <a:off x="4282889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1" name="pg3321"/>
            <p:cNvSpPr/>
            <p:nvPr/>
          </p:nvSpPr>
          <p:spPr>
            <a:xfrm>
              <a:off x="4294526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2" name="pg3322"/>
            <p:cNvSpPr/>
            <p:nvPr/>
          </p:nvSpPr>
          <p:spPr>
            <a:xfrm>
              <a:off x="4306164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3" name="pg3323"/>
            <p:cNvSpPr/>
            <p:nvPr/>
          </p:nvSpPr>
          <p:spPr>
            <a:xfrm>
              <a:off x="4469086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4" name="pg3324"/>
            <p:cNvSpPr/>
            <p:nvPr/>
          </p:nvSpPr>
          <p:spPr>
            <a:xfrm>
              <a:off x="4480724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5" name="pg3325"/>
            <p:cNvSpPr/>
            <p:nvPr/>
          </p:nvSpPr>
          <p:spPr>
            <a:xfrm>
              <a:off x="4492361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6" name="pg3326"/>
            <p:cNvSpPr/>
            <p:nvPr/>
          </p:nvSpPr>
          <p:spPr>
            <a:xfrm>
              <a:off x="4503998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7" name="pg3327"/>
            <p:cNvSpPr/>
            <p:nvPr/>
          </p:nvSpPr>
          <p:spPr>
            <a:xfrm>
              <a:off x="4515636" y="499590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8" name="pg3328"/>
            <p:cNvSpPr/>
            <p:nvPr/>
          </p:nvSpPr>
          <p:spPr>
            <a:xfrm>
              <a:off x="270021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9" name="pg3329"/>
            <p:cNvSpPr/>
            <p:nvPr/>
          </p:nvSpPr>
          <p:spPr>
            <a:xfrm>
              <a:off x="2711850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0" name="pg3330"/>
            <p:cNvSpPr/>
            <p:nvPr/>
          </p:nvSpPr>
          <p:spPr>
            <a:xfrm>
              <a:off x="272348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342">
                <a:alpha val="100000"/>
              </a:srgbClr>
            </a:solidFill>
            <a:ln w="5420" cap="flat">
              <a:solidFill>
                <a:srgbClr val="2E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1" name="pg3331"/>
            <p:cNvSpPr/>
            <p:nvPr/>
          </p:nvSpPr>
          <p:spPr>
            <a:xfrm>
              <a:off x="2735124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2" name="pg3332"/>
            <p:cNvSpPr/>
            <p:nvPr/>
          </p:nvSpPr>
          <p:spPr>
            <a:xfrm>
              <a:off x="274676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2">
                <a:alpha val="100000"/>
              </a:srgbClr>
            </a:solidFill>
            <a:ln w="5420" cap="flat">
              <a:solidFill>
                <a:srgbClr val="2F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3" name="pg3333"/>
            <p:cNvSpPr/>
            <p:nvPr/>
          </p:nvSpPr>
          <p:spPr>
            <a:xfrm>
              <a:off x="275839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4" name="pg3334"/>
            <p:cNvSpPr/>
            <p:nvPr/>
          </p:nvSpPr>
          <p:spPr>
            <a:xfrm>
              <a:off x="2770036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5" name="pg3335"/>
            <p:cNvSpPr/>
            <p:nvPr/>
          </p:nvSpPr>
          <p:spPr>
            <a:xfrm>
              <a:off x="2781674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6" name="pg3336"/>
            <p:cNvSpPr/>
            <p:nvPr/>
          </p:nvSpPr>
          <p:spPr>
            <a:xfrm>
              <a:off x="4236340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7" name="pg3337"/>
            <p:cNvSpPr/>
            <p:nvPr/>
          </p:nvSpPr>
          <p:spPr>
            <a:xfrm>
              <a:off x="4247977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8" name="pg3338"/>
            <p:cNvSpPr/>
            <p:nvPr/>
          </p:nvSpPr>
          <p:spPr>
            <a:xfrm>
              <a:off x="4259614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9" name="pg3339"/>
            <p:cNvSpPr/>
            <p:nvPr/>
          </p:nvSpPr>
          <p:spPr>
            <a:xfrm>
              <a:off x="4271252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0" name="pg3340"/>
            <p:cNvSpPr/>
            <p:nvPr/>
          </p:nvSpPr>
          <p:spPr>
            <a:xfrm>
              <a:off x="4282889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1" name="pg3341"/>
            <p:cNvSpPr/>
            <p:nvPr/>
          </p:nvSpPr>
          <p:spPr>
            <a:xfrm>
              <a:off x="4294526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2" name="pg3342"/>
            <p:cNvSpPr/>
            <p:nvPr/>
          </p:nvSpPr>
          <p:spPr>
            <a:xfrm>
              <a:off x="4306164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3" name="pg3343"/>
            <p:cNvSpPr/>
            <p:nvPr/>
          </p:nvSpPr>
          <p:spPr>
            <a:xfrm>
              <a:off x="431780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4" name="pg3344"/>
            <p:cNvSpPr/>
            <p:nvPr/>
          </p:nvSpPr>
          <p:spPr>
            <a:xfrm>
              <a:off x="4469086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5" name="pg3345"/>
            <p:cNvSpPr/>
            <p:nvPr/>
          </p:nvSpPr>
          <p:spPr>
            <a:xfrm>
              <a:off x="4480724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6" name="pg3346"/>
            <p:cNvSpPr/>
            <p:nvPr/>
          </p:nvSpPr>
          <p:spPr>
            <a:xfrm>
              <a:off x="4492361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7" name="pg3347"/>
            <p:cNvSpPr/>
            <p:nvPr/>
          </p:nvSpPr>
          <p:spPr>
            <a:xfrm>
              <a:off x="4503998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8" name="pg3348"/>
            <p:cNvSpPr/>
            <p:nvPr/>
          </p:nvSpPr>
          <p:spPr>
            <a:xfrm>
              <a:off x="4515636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9" name="pg3349"/>
            <p:cNvSpPr/>
            <p:nvPr/>
          </p:nvSpPr>
          <p:spPr>
            <a:xfrm>
              <a:off x="4527273" y="50102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0" name="pg3350"/>
            <p:cNvSpPr/>
            <p:nvPr/>
          </p:nvSpPr>
          <p:spPr>
            <a:xfrm>
              <a:off x="2688575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1" name="pg3351"/>
            <p:cNvSpPr/>
            <p:nvPr/>
          </p:nvSpPr>
          <p:spPr>
            <a:xfrm>
              <a:off x="270021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2" name="pg3352"/>
            <p:cNvSpPr/>
            <p:nvPr/>
          </p:nvSpPr>
          <p:spPr>
            <a:xfrm>
              <a:off x="2711850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3" name="pg3353"/>
            <p:cNvSpPr/>
            <p:nvPr/>
          </p:nvSpPr>
          <p:spPr>
            <a:xfrm>
              <a:off x="272348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4" name="pg3354"/>
            <p:cNvSpPr/>
            <p:nvPr/>
          </p:nvSpPr>
          <p:spPr>
            <a:xfrm>
              <a:off x="2735124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5" name="pg3355"/>
            <p:cNvSpPr/>
            <p:nvPr/>
          </p:nvSpPr>
          <p:spPr>
            <a:xfrm>
              <a:off x="274676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6" name="pg3356"/>
            <p:cNvSpPr/>
            <p:nvPr/>
          </p:nvSpPr>
          <p:spPr>
            <a:xfrm>
              <a:off x="275839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344">
                <a:alpha val="100000"/>
              </a:srgbClr>
            </a:solidFill>
            <a:ln w="5420" cap="flat">
              <a:solidFill>
                <a:srgbClr val="30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7" name="pg3357"/>
            <p:cNvSpPr/>
            <p:nvPr/>
          </p:nvSpPr>
          <p:spPr>
            <a:xfrm>
              <a:off x="2770036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8" name="pg3358"/>
            <p:cNvSpPr/>
            <p:nvPr/>
          </p:nvSpPr>
          <p:spPr>
            <a:xfrm>
              <a:off x="4236340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9" name="pg3359"/>
            <p:cNvSpPr/>
            <p:nvPr/>
          </p:nvSpPr>
          <p:spPr>
            <a:xfrm>
              <a:off x="4247977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0" name="pg3360"/>
            <p:cNvSpPr/>
            <p:nvPr/>
          </p:nvSpPr>
          <p:spPr>
            <a:xfrm>
              <a:off x="4259614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1" name="pg3361"/>
            <p:cNvSpPr/>
            <p:nvPr/>
          </p:nvSpPr>
          <p:spPr>
            <a:xfrm>
              <a:off x="4271252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2" name="pg3362"/>
            <p:cNvSpPr/>
            <p:nvPr/>
          </p:nvSpPr>
          <p:spPr>
            <a:xfrm>
              <a:off x="4282889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3" name="pg3363"/>
            <p:cNvSpPr/>
            <p:nvPr/>
          </p:nvSpPr>
          <p:spPr>
            <a:xfrm>
              <a:off x="4294526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4" name="pg3364"/>
            <p:cNvSpPr/>
            <p:nvPr/>
          </p:nvSpPr>
          <p:spPr>
            <a:xfrm>
              <a:off x="4306164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5" name="pg3365"/>
            <p:cNvSpPr/>
            <p:nvPr/>
          </p:nvSpPr>
          <p:spPr>
            <a:xfrm>
              <a:off x="4317801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6" name="pg3366"/>
            <p:cNvSpPr/>
            <p:nvPr/>
          </p:nvSpPr>
          <p:spPr>
            <a:xfrm>
              <a:off x="4480724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7" name="pg3367"/>
            <p:cNvSpPr/>
            <p:nvPr/>
          </p:nvSpPr>
          <p:spPr>
            <a:xfrm>
              <a:off x="4492361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8" name="pg3368"/>
            <p:cNvSpPr/>
            <p:nvPr/>
          </p:nvSpPr>
          <p:spPr>
            <a:xfrm>
              <a:off x="4503998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9" name="pg3369"/>
            <p:cNvSpPr/>
            <p:nvPr/>
          </p:nvSpPr>
          <p:spPr>
            <a:xfrm>
              <a:off x="4515636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0" name="pg3370"/>
            <p:cNvSpPr/>
            <p:nvPr/>
          </p:nvSpPr>
          <p:spPr>
            <a:xfrm>
              <a:off x="4527273" y="502450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1" name="pg3371"/>
            <p:cNvSpPr/>
            <p:nvPr/>
          </p:nvSpPr>
          <p:spPr>
            <a:xfrm>
              <a:off x="2688575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2" name="pg3372"/>
            <p:cNvSpPr/>
            <p:nvPr/>
          </p:nvSpPr>
          <p:spPr>
            <a:xfrm>
              <a:off x="270021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3" name="pg3373"/>
            <p:cNvSpPr/>
            <p:nvPr/>
          </p:nvSpPr>
          <p:spPr>
            <a:xfrm>
              <a:off x="2711850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4" name="pg3374"/>
            <p:cNvSpPr/>
            <p:nvPr/>
          </p:nvSpPr>
          <p:spPr>
            <a:xfrm>
              <a:off x="272348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344">
                <a:alpha val="100000"/>
              </a:srgbClr>
            </a:solidFill>
            <a:ln w="5420" cap="flat">
              <a:solidFill>
                <a:srgbClr val="30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5" name="pg3375"/>
            <p:cNvSpPr/>
            <p:nvPr/>
          </p:nvSpPr>
          <p:spPr>
            <a:xfrm>
              <a:off x="2735124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344">
                <a:alpha val="100000"/>
              </a:srgbClr>
            </a:solidFill>
            <a:ln w="5420" cap="flat">
              <a:solidFill>
                <a:srgbClr val="30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6" name="pg3376"/>
            <p:cNvSpPr/>
            <p:nvPr/>
          </p:nvSpPr>
          <p:spPr>
            <a:xfrm>
              <a:off x="274676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7" name="pg3377"/>
            <p:cNvSpPr/>
            <p:nvPr/>
          </p:nvSpPr>
          <p:spPr>
            <a:xfrm>
              <a:off x="275839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8" name="pg3378"/>
            <p:cNvSpPr/>
            <p:nvPr/>
          </p:nvSpPr>
          <p:spPr>
            <a:xfrm>
              <a:off x="4236340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9" name="pg3379"/>
            <p:cNvSpPr/>
            <p:nvPr/>
          </p:nvSpPr>
          <p:spPr>
            <a:xfrm>
              <a:off x="4247977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0" name="pg3380"/>
            <p:cNvSpPr/>
            <p:nvPr/>
          </p:nvSpPr>
          <p:spPr>
            <a:xfrm>
              <a:off x="4259614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1" name="pg3381"/>
            <p:cNvSpPr/>
            <p:nvPr/>
          </p:nvSpPr>
          <p:spPr>
            <a:xfrm>
              <a:off x="4271252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2" name="pg3382"/>
            <p:cNvSpPr/>
            <p:nvPr/>
          </p:nvSpPr>
          <p:spPr>
            <a:xfrm>
              <a:off x="4282889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3" name="pg3383"/>
            <p:cNvSpPr/>
            <p:nvPr/>
          </p:nvSpPr>
          <p:spPr>
            <a:xfrm>
              <a:off x="4294526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4" name="pg3384"/>
            <p:cNvSpPr/>
            <p:nvPr/>
          </p:nvSpPr>
          <p:spPr>
            <a:xfrm>
              <a:off x="4306164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5" name="pg3385"/>
            <p:cNvSpPr/>
            <p:nvPr/>
          </p:nvSpPr>
          <p:spPr>
            <a:xfrm>
              <a:off x="4317801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6" name="pg3386"/>
            <p:cNvSpPr/>
            <p:nvPr/>
          </p:nvSpPr>
          <p:spPr>
            <a:xfrm>
              <a:off x="4480724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7" name="pg3387"/>
            <p:cNvSpPr/>
            <p:nvPr/>
          </p:nvSpPr>
          <p:spPr>
            <a:xfrm>
              <a:off x="4492361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8" name="pg3388"/>
            <p:cNvSpPr/>
            <p:nvPr/>
          </p:nvSpPr>
          <p:spPr>
            <a:xfrm>
              <a:off x="4503998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9" name="pg3389"/>
            <p:cNvSpPr/>
            <p:nvPr/>
          </p:nvSpPr>
          <p:spPr>
            <a:xfrm>
              <a:off x="4515636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0" name="pg3390"/>
            <p:cNvSpPr/>
            <p:nvPr/>
          </p:nvSpPr>
          <p:spPr>
            <a:xfrm>
              <a:off x="4527273" y="50388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1" name="pg3391"/>
            <p:cNvSpPr/>
            <p:nvPr/>
          </p:nvSpPr>
          <p:spPr>
            <a:xfrm>
              <a:off x="2665300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2" name="pg3392"/>
            <p:cNvSpPr/>
            <p:nvPr/>
          </p:nvSpPr>
          <p:spPr>
            <a:xfrm>
              <a:off x="2676938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3" name="pg3393"/>
            <p:cNvSpPr/>
            <p:nvPr/>
          </p:nvSpPr>
          <p:spPr>
            <a:xfrm>
              <a:off x="270021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4" name="pg3394"/>
            <p:cNvSpPr/>
            <p:nvPr/>
          </p:nvSpPr>
          <p:spPr>
            <a:xfrm>
              <a:off x="2711850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5" name="pg3395"/>
            <p:cNvSpPr/>
            <p:nvPr/>
          </p:nvSpPr>
          <p:spPr>
            <a:xfrm>
              <a:off x="272348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6" name="pg3396"/>
            <p:cNvSpPr/>
            <p:nvPr/>
          </p:nvSpPr>
          <p:spPr>
            <a:xfrm>
              <a:off x="2735124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7" name="pg3397"/>
            <p:cNvSpPr/>
            <p:nvPr/>
          </p:nvSpPr>
          <p:spPr>
            <a:xfrm>
              <a:off x="274676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8" name="pg3398"/>
            <p:cNvSpPr/>
            <p:nvPr/>
          </p:nvSpPr>
          <p:spPr>
            <a:xfrm>
              <a:off x="4236340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9" name="pg3399"/>
            <p:cNvSpPr/>
            <p:nvPr/>
          </p:nvSpPr>
          <p:spPr>
            <a:xfrm>
              <a:off x="4247977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0" name="pg3400"/>
            <p:cNvSpPr/>
            <p:nvPr/>
          </p:nvSpPr>
          <p:spPr>
            <a:xfrm>
              <a:off x="4259614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1" name="pg3401"/>
            <p:cNvSpPr/>
            <p:nvPr/>
          </p:nvSpPr>
          <p:spPr>
            <a:xfrm>
              <a:off x="4271252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2" name="pg3402"/>
            <p:cNvSpPr/>
            <p:nvPr/>
          </p:nvSpPr>
          <p:spPr>
            <a:xfrm>
              <a:off x="4282889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3" name="pg3403"/>
            <p:cNvSpPr/>
            <p:nvPr/>
          </p:nvSpPr>
          <p:spPr>
            <a:xfrm>
              <a:off x="4294526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4" name="pg3404"/>
            <p:cNvSpPr/>
            <p:nvPr/>
          </p:nvSpPr>
          <p:spPr>
            <a:xfrm>
              <a:off x="4306164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5" name="pg3405"/>
            <p:cNvSpPr/>
            <p:nvPr/>
          </p:nvSpPr>
          <p:spPr>
            <a:xfrm>
              <a:off x="4317801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6" name="pg3406"/>
            <p:cNvSpPr/>
            <p:nvPr/>
          </p:nvSpPr>
          <p:spPr>
            <a:xfrm>
              <a:off x="4480724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7" name="pg3407"/>
            <p:cNvSpPr/>
            <p:nvPr/>
          </p:nvSpPr>
          <p:spPr>
            <a:xfrm>
              <a:off x="4492361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8" name="pg3408"/>
            <p:cNvSpPr/>
            <p:nvPr/>
          </p:nvSpPr>
          <p:spPr>
            <a:xfrm>
              <a:off x="4503998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9" name="pg3409"/>
            <p:cNvSpPr/>
            <p:nvPr/>
          </p:nvSpPr>
          <p:spPr>
            <a:xfrm>
              <a:off x="4515636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0" name="pg3410"/>
            <p:cNvSpPr/>
            <p:nvPr/>
          </p:nvSpPr>
          <p:spPr>
            <a:xfrm>
              <a:off x="4527273" y="505310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1" name="pg3411"/>
            <p:cNvSpPr/>
            <p:nvPr/>
          </p:nvSpPr>
          <p:spPr>
            <a:xfrm>
              <a:off x="2653663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2" name="pg3412"/>
            <p:cNvSpPr/>
            <p:nvPr/>
          </p:nvSpPr>
          <p:spPr>
            <a:xfrm>
              <a:off x="2665300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3" name="pg3413"/>
            <p:cNvSpPr/>
            <p:nvPr/>
          </p:nvSpPr>
          <p:spPr>
            <a:xfrm>
              <a:off x="2676938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9">
                <a:alpha val="100000"/>
              </a:srgbClr>
            </a:solidFill>
            <a:ln w="5420" cap="flat">
              <a:solidFill>
                <a:srgbClr val="3226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4" name="pg3414"/>
            <p:cNvSpPr/>
            <p:nvPr/>
          </p:nvSpPr>
          <p:spPr>
            <a:xfrm>
              <a:off x="2688575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5" name="pg3415"/>
            <p:cNvSpPr/>
            <p:nvPr/>
          </p:nvSpPr>
          <p:spPr>
            <a:xfrm>
              <a:off x="270021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6" name="pg3416"/>
            <p:cNvSpPr/>
            <p:nvPr/>
          </p:nvSpPr>
          <p:spPr>
            <a:xfrm>
              <a:off x="2711850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7" name="pg3417"/>
            <p:cNvSpPr/>
            <p:nvPr/>
          </p:nvSpPr>
          <p:spPr>
            <a:xfrm>
              <a:off x="272348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8" name="pg3418"/>
            <p:cNvSpPr/>
            <p:nvPr/>
          </p:nvSpPr>
          <p:spPr>
            <a:xfrm>
              <a:off x="2735124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9" name="pg3419"/>
            <p:cNvSpPr/>
            <p:nvPr/>
          </p:nvSpPr>
          <p:spPr>
            <a:xfrm>
              <a:off x="274676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0" name="pg3420"/>
            <p:cNvSpPr/>
            <p:nvPr/>
          </p:nvSpPr>
          <p:spPr>
            <a:xfrm>
              <a:off x="4247977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1" name="pg3421"/>
            <p:cNvSpPr/>
            <p:nvPr/>
          </p:nvSpPr>
          <p:spPr>
            <a:xfrm>
              <a:off x="4259614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2" name="pg3422"/>
            <p:cNvSpPr/>
            <p:nvPr/>
          </p:nvSpPr>
          <p:spPr>
            <a:xfrm>
              <a:off x="4271252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3" name="pg3423"/>
            <p:cNvSpPr/>
            <p:nvPr/>
          </p:nvSpPr>
          <p:spPr>
            <a:xfrm>
              <a:off x="4282889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4" name="pg3424"/>
            <p:cNvSpPr/>
            <p:nvPr/>
          </p:nvSpPr>
          <p:spPr>
            <a:xfrm>
              <a:off x="4294526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5" name="pg3425"/>
            <p:cNvSpPr/>
            <p:nvPr/>
          </p:nvSpPr>
          <p:spPr>
            <a:xfrm>
              <a:off x="4306164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6" name="pg3426"/>
            <p:cNvSpPr/>
            <p:nvPr/>
          </p:nvSpPr>
          <p:spPr>
            <a:xfrm>
              <a:off x="4492361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7" name="pg3427"/>
            <p:cNvSpPr/>
            <p:nvPr/>
          </p:nvSpPr>
          <p:spPr>
            <a:xfrm>
              <a:off x="4503998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8" name="pg3428"/>
            <p:cNvSpPr/>
            <p:nvPr/>
          </p:nvSpPr>
          <p:spPr>
            <a:xfrm>
              <a:off x="4515636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9" name="pg3429"/>
            <p:cNvSpPr/>
            <p:nvPr/>
          </p:nvSpPr>
          <p:spPr>
            <a:xfrm>
              <a:off x="4527273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0" name="pg3430"/>
            <p:cNvSpPr/>
            <p:nvPr/>
          </p:nvSpPr>
          <p:spPr>
            <a:xfrm>
              <a:off x="4538910" y="506741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1" name="pg3431"/>
            <p:cNvSpPr/>
            <p:nvPr/>
          </p:nvSpPr>
          <p:spPr>
            <a:xfrm>
              <a:off x="2653663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2" name="pg3432"/>
            <p:cNvSpPr/>
            <p:nvPr/>
          </p:nvSpPr>
          <p:spPr>
            <a:xfrm>
              <a:off x="2665300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3" name="pg3433"/>
            <p:cNvSpPr/>
            <p:nvPr/>
          </p:nvSpPr>
          <p:spPr>
            <a:xfrm>
              <a:off x="2676938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4" name="pg3434"/>
            <p:cNvSpPr/>
            <p:nvPr/>
          </p:nvSpPr>
          <p:spPr>
            <a:xfrm>
              <a:off x="2688575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5" name="pg3435"/>
            <p:cNvSpPr/>
            <p:nvPr/>
          </p:nvSpPr>
          <p:spPr>
            <a:xfrm>
              <a:off x="270021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6" name="pg3436"/>
            <p:cNvSpPr/>
            <p:nvPr/>
          </p:nvSpPr>
          <p:spPr>
            <a:xfrm>
              <a:off x="2711850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7" name="pg3437"/>
            <p:cNvSpPr/>
            <p:nvPr/>
          </p:nvSpPr>
          <p:spPr>
            <a:xfrm>
              <a:off x="2723487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8">
                <a:alpha val="100000"/>
              </a:srgbClr>
            </a:solidFill>
            <a:ln w="5420" cap="flat">
              <a:solidFill>
                <a:srgbClr val="32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8" name="pg3438"/>
            <p:cNvSpPr/>
            <p:nvPr/>
          </p:nvSpPr>
          <p:spPr>
            <a:xfrm>
              <a:off x="2735124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9" name="pg3439"/>
            <p:cNvSpPr/>
            <p:nvPr/>
          </p:nvSpPr>
          <p:spPr>
            <a:xfrm>
              <a:off x="4247977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0" name="pg3440"/>
            <p:cNvSpPr/>
            <p:nvPr/>
          </p:nvSpPr>
          <p:spPr>
            <a:xfrm>
              <a:off x="4259614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1" name="pg3441"/>
            <p:cNvSpPr/>
            <p:nvPr/>
          </p:nvSpPr>
          <p:spPr>
            <a:xfrm>
              <a:off x="4271252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2" name="pg3442"/>
            <p:cNvSpPr/>
            <p:nvPr/>
          </p:nvSpPr>
          <p:spPr>
            <a:xfrm>
              <a:off x="4282889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3" name="pg3443"/>
            <p:cNvSpPr/>
            <p:nvPr/>
          </p:nvSpPr>
          <p:spPr>
            <a:xfrm>
              <a:off x="4294526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4" name="pg3444"/>
            <p:cNvSpPr/>
            <p:nvPr/>
          </p:nvSpPr>
          <p:spPr>
            <a:xfrm>
              <a:off x="4492361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5" name="pg3445"/>
            <p:cNvSpPr/>
            <p:nvPr/>
          </p:nvSpPr>
          <p:spPr>
            <a:xfrm>
              <a:off x="4503998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6" name="pg3446"/>
            <p:cNvSpPr/>
            <p:nvPr/>
          </p:nvSpPr>
          <p:spPr>
            <a:xfrm>
              <a:off x="4515636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7" name="pg3447"/>
            <p:cNvSpPr/>
            <p:nvPr/>
          </p:nvSpPr>
          <p:spPr>
            <a:xfrm>
              <a:off x="4527273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8" name="pg3448"/>
            <p:cNvSpPr/>
            <p:nvPr/>
          </p:nvSpPr>
          <p:spPr>
            <a:xfrm>
              <a:off x="4538910" y="50817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9" name="pg3449"/>
            <p:cNvSpPr/>
            <p:nvPr/>
          </p:nvSpPr>
          <p:spPr>
            <a:xfrm>
              <a:off x="265366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0" name="pg3450"/>
            <p:cNvSpPr/>
            <p:nvPr/>
          </p:nvSpPr>
          <p:spPr>
            <a:xfrm>
              <a:off x="2665300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1" name="pg3451"/>
            <p:cNvSpPr/>
            <p:nvPr/>
          </p:nvSpPr>
          <p:spPr>
            <a:xfrm>
              <a:off x="2676938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2" name="pg3452"/>
            <p:cNvSpPr/>
            <p:nvPr/>
          </p:nvSpPr>
          <p:spPr>
            <a:xfrm>
              <a:off x="2688575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3" name="pg3453"/>
            <p:cNvSpPr/>
            <p:nvPr/>
          </p:nvSpPr>
          <p:spPr>
            <a:xfrm>
              <a:off x="270021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4" name="pg3454"/>
            <p:cNvSpPr/>
            <p:nvPr/>
          </p:nvSpPr>
          <p:spPr>
            <a:xfrm>
              <a:off x="2711850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5" name="pg3455"/>
            <p:cNvSpPr/>
            <p:nvPr/>
          </p:nvSpPr>
          <p:spPr>
            <a:xfrm>
              <a:off x="2723487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6" name="pg3456"/>
            <p:cNvSpPr/>
            <p:nvPr/>
          </p:nvSpPr>
          <p:spPr>
            <a:xfrm>
              <a:off x="2735124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7" name="pg3457"/>
            <p:cNvSpPr/>
            <p:nvPr/>
          </p:nvSpPr>
          <p:spPr>
            <a:xfrm>
              <a:off x="4247977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8" name="pg3458"/>
            <p:cNvSpPr/>
            <p:nvPr/>
          </p:nvSpPr>
          <p:spPr>
            <a:xfrm>
              <a:off x="4259614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9" name="pg3459"/>
            <p:cNvSpPr/>
            <p:nvPr/>
          </p:nvSpPr>
          <p:spPr>
            <a:xfrm>
              <a:off x="4271252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0" name="pg3460"/>
            <p:cNvSpPr/>
            <p:nvPr/>
          </p:nvSpPr>
          <p:spPr>
            <a:xfrm>
              <a:off x="4282889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1" name="pg3461"/>
            <p:cNvSpPr/>
            <p:nvPr/>
          </p:nvSpPr>
          <p:spPr>
            <a:xfrm>
              <a:off x="4294526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2" name="pg3462"/>
            <p:cNvSpPr/>
            <p:nvPr/>
          </p:nvSpPr>
          <p:spPr>
            <a:xfrm>
              <a:off x="4306164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3" name="pg3463"/>
            <p:cNvSpPr/>
            <p:nvPr/>
          </p:nvSpPr>
          <p:spPr>
            <a:xfrm>
              <a:off x="4503998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4" name="pg3464"/>
            <p:cNvSpPr/>
            <p:nvPr/>
          </p:nvSpPr>
          <p:spPr>
            <a:xfrm>
              <a:off x="4515636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5" name="pg3465"/>
            <p:cNvSpPr/>
            <p:nvPr/>
          </p:nvSpPr>
          <p:spPr>
            <a:xfrm>
              <a:off x="4527273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6" name="pg3466"/>
            <p:cNvSpPr/>
            <p:nvPr/>
          </p:nvSpPr>
          <p:spPr>
            <a:xfrm>
              <a:off x="4538910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7" name="pg3467"/>
            <p:cNvSpPr/>
            <p:nvPr/>
          </p:nvSpPr>
          <p:spPr>
            <a:xfrm>
              <a:off x="4550548" y="509601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8" name="pg3468"/>
            <p:cNvSpPr/>
            <p:nvPr/>
          </p:nvSpPr>
          <p:spPr>
            <a:xfrm>
              <a:off x="266530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9" name="pg3469"/>
            <p:cNvSpPr/>
            <p:nvPr/>
          </p:nvSpPr>
          <p:spPr>
            <a:xfrm>
              <a:off x="2676938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0" name="pg3470"/>
            <p:cNvSpPr/>
            <p:nvPr/>
          </p:nvSpPr>
          <p:spPr>
            <a:xfrm>
              <a:off x="268857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1" name="pg3471"/>
            <p:cNvSpPr/>
            <p:nvPr/>
          </p:nvSpPr>
          <p:spPr>
            <a:xfrm>
              <a:off x="2700212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2" name="pg3472"/>
            <p:cNvSpPr/>
            <p:nvPr/>
          </p:nvSpPr>
          <p:spPr>
            <a:xfrm>
              <a:off x="271185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3" name="pg3473"/>
            <p:cNvSpPr/>
            <p:nvPr/>
          </p:nvSpPr>
          <p:spPr>
            <a:xfrm>
              <a:off x="2723487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4" name="pg3474"/>
            <p:cNvSpPr/>
            <p:nvPr/>
          </p:nvSpPr>
          <p:spPr>
            <a:xfrm>
              <a:off x="4259614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5" name="pg3475"/>
            <p:cNvSpPr/>
            <p:nvPr/>
          </p:nvSpPr>
          <p:spPr>
            <a:xfrm>
              <a:off x="4271252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6" name="pg3476"/>
            <p:cNvSpPr/>
            <p:nvPr/>
          </p:nvSpPr>
          <p:spPr>
            <a:xfrm>
              <a:off x="4282889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7" name="pg3477"/>
            <p:cNvSpPr/>
            <p:nvPr/>
          </p:nvSpPr>
          <p:spPr>
            <a:xfrm>
              <a:off x="4294526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8" name="pg3478"/>
            <p:cNvSpPr/>
            <p:nvPr/>
          </p:nvSpPr>
          <p:spPr>
            <a:xfrm>
              <a:off x="4306164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9" name="pg3479"/>
            <p:cNvSpPr/>
            <p:nvPr/>
          </p:nvSpPr>
          <p:spPr>
            <a:xfrm>
              <a:off x="4503998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0" name="pg3480"/>
            <p:cNvSpPr/>
            <p:nvPr/>
          </p:nvSpPr>
          <p:spPr>
            <a:xfrm>
              <a:off x="4515636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1" name="pg3481"/>
            <p:cNvSpPr/>
            <p:nvPr/>
          </p:nvSpPr>
          <p:spPr>
            <a:xfrm>
              <a:off x="4527273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2" name="pg3482"/>
            <p:cNvSpPr/>
            <p:nvPr/>
          </p:nvSpPr>
          <p:spPr>
            <a:xfrm>
              <a:off x="4538910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3" name="pg3483"/>
            <p:cNvSpPr/>
            <p:nvPr/>
          </p:nvSpPr>
          <p:spPr>
            <a:xfrm>
              <a:off x="4550548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4" name="pg3484"/>
            <p:cNvSpPr/>
            <p:nvPr/>
          </p:nvSpPr>
          <p:spPr>
            <a:xfrm>
              <a:off x="4562185" y="511031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5" name="pg3485"/>
            <p:cNvSpPr/>
            <p:nvPr/>
          </p:nvSpPr>
          <p:spPr>
            <a:xfrm>
              <a:off x="2665300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6" name="pg3486"/>
            <p:cNvSpPr/>
            <p:nvPr/>
          </p:nvSpPr>
          <p:spPr>
            <a:xfrm>
              <a:off x="2676938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7" name="pg3487"/>
            <p:cNvSpPr/>
            <p:nvPr/>
          </p:nvSpPr>
          <p:spPr>
            <a:xfrm>
              <a:off x="268857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8" name="pg3488"/>
            <p:cNvSpPr/>
            <p:nvPr/>
          </p:nvSpPr>
          <p:spPr>
            <a:xfrm>
              <a:off x="2700212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9" name="pg3489"/>
            <p:cNvSpPr/>
            <p:nvPr/>
          </p:nvSpPr>
          <p:spPr>
            <a:xfrm>
              <a:off x="2711850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0" name="pg3490"/>
            <p:cNvSpPr/>
            <p:nvPr/>
          </p:nvSpPr>
          <p:spPr>
            <a:xfrm>
              <a:off x="2723487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1" name="pg3491"/>
            <p:cNvSpPr/>
            <p:nvPr/>
          </p:nvSpPr>
          <p:spPr>
            <a:xfrm>
              <a:off x="4271252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2" name="pg3492"/>
            <p:cNvSpPr/>
            <p:nvPr/>
          </p:nvSpPr>
          <p:spPr>
            <a:xfrm>
              <a:off x="4282889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3" name="pg3493"/>
            <p:cNvSpPr/>
            <p:nvPr/>
          </p:nvSpPr>
          <p:spPr>
            <a:xfrm>
              <a:off x="4294526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4" name="pg3494"/>
            <p:cNvSpPr/>
            <p:nvPr/>
          </p:nvSpPr>
          <p:spPr>
            <a:xfrm>
              <a:off x="4306164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5" name="pg3495"/>
            <p:cNvSpPr/>
            <p:nvPr/>
          </p:nvSpPr>
          <p:spPr>
            <a:xfrm>
              <a:off x="4317801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6" name="pg3496"/>
            <p:cNvSpPr/>
            <p:nvPr/>
          </p:nvSpPr>
          <p:spPr>
            <a:xfrm>
              <a:off x="4329438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7" name="pg3497"/>
            <p:cNvSpPr/>
            <p:nvPr/>
          </p:nvSpPr>
          <p:spPr>
            <a:xfrm>
              <a:off x="4341076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8" name="pg3498"/>
            <p:cNvSpPr/>
            <p:nvPr/>
          </p:nvSpPr>
          <p:spPr>
            <a:xfrm>
              <a:off x="4352713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9" name="pg3499"/>
            <p:cNvSpPr/>
            <p:nvPr/>
          </p:nvSpPr>
          <p:spPr>
            <a:xfrm>
              <a:off x="4515636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0" name="pg3500"/>
            <p:cNvSpPr/>
            <p:nvPr/>
          </p:nvSpPr>
          <p:spPr>
            <a:xfrm>
              <a:off x="4527273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1" name="pg3501"/>
            <p:cNvSpPr/>
            <p:nvPr/>
          </p:nvSpPr>
          <p:spPr>
            <a:xfrm>
              <a:off x="4538910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2" name="pg3502"/>
            <p:cNvSpPr/>
            <p:nvPr/>
          </p:nvSpPr>
          <p:spPr>
            <a:xfrm>
              <a:off x="4550548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3" name="pg3503"/>
            <p:cNvSpPr/>
            <p:nvPr/>
          </p:nvSpPr>
          <p:spPr>
            <a:xfrm>
              <a:off x="4562185" y="51246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4" name="pg3504"/>
            <p:cNvSpPr/>
            <p:nvPr/>
          </p:nvSpPr>
          <p:spPr>
            <a:xfrm>
              <a:off x="2676938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5" name="pg3505"/>
            <p:cNvSpPr/>
            <p:nvPr/>
          </p:nvSpPr>
          <p:spPr>
            <a:xfrm>
              <a:off x="2688575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6" name="pg3506"/>
            <p:cNvSpPr/>
            <p:nvPr/>
          </p:nvSpPr>
          <p:spPr>
            <a:xfrm>
              <a:off x="2700212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7" name="pg3507"/>
            <p:cNvSpPr/>
            <p:nvPr/>
          </p:nvSpPr>
          <p:spPr>
            <a:xfrm>
              <a:off x="2711850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8" name="pg3508"/>
            <p:cNvSpPr/>
            <p:nvPr/>
          </p:nvSpPr>
          <p:spPr>
            <a:xfrm>
              <a:off x="2723487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9" name="pg3509"/>
            <p:cNvSpPr/>
            <p:nvPr/>
          </p:nvSpPr>
          <p:spPr>
            <a:xfrm>
              <a:off x="4271252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0" name="pg3510"/>
            <p:cNvSpPr/>
            <p:nvPr/>
          </p:nvSpPr>
          <p:spPr>
            <a:xfrm>
              <a:off x="4282889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1" name="pg3511"/>
            <p:cNvSpPr/>
            <p:nvPr/>
          </p:nvSpPr>
          <p:spPr>
            <a:xfrm>
              <a:off x="4294526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2" name="pg3512"/>
            <p:cNvSpPr/>
            <p:nvPr/>
          </p:nvSpPr>
          <p:spPr>
            <a:xfrm>
              <a:off x="4306164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3" name="pg3513"/>
            <p:cNvSpPr/>
            <p:nvPr/>
          </p:nvSpPr>
          <p:spPr>
            <a:xfrm>
              <a:off x="4317801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4" name="pg3514"/>
            <p:cNvSpPr/>
            <p:nvPr/>
          </p:nvSpPr>
          <p:spPr>
            <a:xfrm>
              <a:off x="4329438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5" name="pg3515"/>
            <p:cNvSpPr/>
            <p:nvPr/>
          </p:nvSpPr>
          <p:spPr>
            <a:xfrm>
              <a:off x="4341076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6" name="pg3516"/>
            <p:cNvSpPr/>
            <p:nvPr/>
          </p:nvSpPr>
          <p:spPr>
            <a:xfrm>
              <a:off x="4352713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7" name="pg3517"/>
            <p:cNvSpPr/>
            <p:nvPr/>
          </p:nvSpPr>
          <p:spPr>
            <a:xfrm>
              <a:off x="4364350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8" name="pg3518"/>
            <p:cNvSpPr/>
            <p:nvPr/>
          </p:nvSpPr>
          <p:spPr>
            <a:xfrm>
              <a:off x="4515636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9" name="pg3519"/>
            <p:cNvSpPr/>
            <p:nvPr/>
          </p:nvSpPr>
          <p:spPr>
            <a:xfrm>
              <a:off x="4527273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0" name="pg3520"/>
            <p:cNvSpPr/>
            <p:nvPr/>
          </p:nvSpPr>
          <p:spPr>
            <a:xfrm>
              <a:off x="4538910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1" name="pg3521"/>
            <p:cNvSpPr/>
            <p:nvPr/>
          </p:nvSpPr>
          <p:spPr>
            <a:xfrm>
              <a:off x="4550548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2" name="pg3522"/>
            <p:cNvSpPr/>
            <p:nvPr/>
          </p:nvSpPr>
          <p:spPr>
            <a:xfrm>
              <a:off x="4562185" y="513891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3" name="pg3523"/>
            <p:cNvSpPr/>
            <p:nvPr/>
          </p:nvSpPr>
          <p:spPr>
            <a:xfrm>
              <a:off x="2676938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4" name="pg3524"/>
            <p:cNvSpPr/>
            <p:nvPr/>
          </p:nvSpPr>
          <p:spPr>
            <a:xfrm>
              <a:off x="2688575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5" name="pg3525"/>
            <p:cNvSpPr/>
            <p:nvPr/>
          </p:nvSpPr>
          <p:spPr>
            <a:xfrm>
              <a:off x="2700212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6" name="pg3526"/>
            <p:cNvSpPr/>
            <p:nvPr/>
          </p:nvSpPr>
          <p:spPr>
            <a:xfrm>
              <a:off x="2711850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7" name="pg3527"/>
            <p:cNvSpPr/>
            <p:nvPr/>
          </p:nvSpPr>
          <p:spPr>
            <a:xfrm>
              <a:off x="2723487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8" name="pg3528"/>
            <p:cNvSpPr/>
            <p:nvPr/>
          </p:nvSpPr>
          <p:spPr>
            <a:xfrm>
              <a:off x="4282889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9" name="pg3529"/>
            <p:cNvSpPr/>
            <p:nvPr/>
          </p:nvSpPr>
          <p:spPr>
            <a:xfrm>
              <a:off x="4294526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0" name="pg3530"/>
            <p:cNvSpPr/>
            <p:nvPr/>
          </p:nvSpPr>
          <p:spPr>
            <a:xfrm>
              <a:off x="4306164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1" name="pg3531"/>
            <p:cNvSpPr/>
            <p:nvPr/>
          </p:nvSpPr>
          <p:spPr>
            <a:xfrm>
              <a:off x="4317801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2" name="pg3532"/>
            <p:cNvSpPr/>
            <p:nvPr/>
          </p:nvSpPr>
          <p:spPr>
            <a:xfrm>
              <a:off x="4329438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3" name="pg3533"/>
            <p:cNvSpPr/>
            <p:nvPr/>
          </p:nvSpPr>
          <p:spPr>
            <a:xfrm>
              <a:off x="4341076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4" name="pg3534"/>
            <p:cNvSpPr/>
            <p:nvPr/>
          </p:nvSpPr>
          <p:spPr>
            <a:xfrm>
              <a:off x="4352713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5" name="pg3535"/>
            <p:cNvSpPr/>
            <p:nvPr/>
          </p:nvSpPr>
          <p:spPr>
            <a:xfrm>
              <a:off x="4364350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6" name="pg3536"/>
            <p:cNvSpPr/>
            <p:nvPr/>
          </p:nvSpPr>
          <p:spPr>
            <a:xfrm>
              <a:off x="4527273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7" name="pg3537"/>
            <p:cNvSpPr/>
            <p:nvPr/>
          </p:nvSpPr>
          <p:spPr>
            <a:xfrm>
              <a:off x="4538910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8" name="pg3538"/>
            <p:cNvSpPr/>
            <p:nvPr/>
          </p:nvSpPr>
          <p:spPr>
            <a:xfrm>
              <a:off x="4550548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9" name="pg3539"/>
            <p:cNvSpPr/>
            <p:nvPr/>
          </p:nvSpPr>
          <p:spPr>
            <a:xfrm>
              <a:off x="4562185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0" name="pg3540"/>
            <p:cNvSpPr/>
            <p:nvPr/>
          </p:nvSpPr>
          <p:spPr>
            <a:xfrm>
              <a:off x="4573822" y="51532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1" name="pg3541"/>
            <p:cNvSpPr/>
            <p:nvPr/>
          </p:nvSpPr>
          <p:spPr>
            <a:xfrm>
              <a:off x="2676938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2" name="pg3542"/>
            <p:cNvSpPr/>
            <p:nvPr/>
          </p:nvSpPr>
          <p:spPr>
            <a:xfrm>
              <a:off x="2688575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3" name="pg3543"/>
            <p:cNvSpPr/>
            <p:nvPr/>
          </p:nvSpPr>
          <p:spPr>
            <a:xfrm>
              <a:off x="2700212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4" name="pg3544"/>
            <p:cNvSpPr/>
            <p:nvPr/>
          </p:nvSpPr>
          <p:spPr>
            <a:xfrm>
              <a:off x="2711850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5" name="pg3545"/>
            <p:cNvSpPr/>
            <p:nvPr/>
          </p:nvSpPr>
          <p:spPr>
            <a:xfrm>
              <a:off x="2723487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4F">
                <a:alpha val="100000"/>
              </a:srgbClr>
            </a:solidFill>
            <a:ln w="5420" cap="flat">
              <a:solidFill>
                <a:srgbClr val="36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6" name="pg3546"/>
            <p:cNvSpPr/>
            <p:nvPr/>
          </p:nvSpPr>
          <p:spPr>
            <a:xfrm>
              <a:off x="4294526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7" name="pg3547"/>
            <p:cNvSpPr/>
            <p:nvPr/>
          </p:nvSpPr>
          <p:spPr>
            <a:xfrm>
              <a:off x="4306164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8" name="pg3548"/>
            <p:cNvSpPr/>
            <p:nvPr/>
          </p:nvSpPr>
          <p:spPr>
            <a:xfrm>
              <a:off x="4317801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9" name="pg3549"/>
            <p:cNvSpPr/>
            <p:nvPr/>
          </p:nvSpPr>
          <p:spPr>
            <a:xfrm>
              <a:off x="4329438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0" name="pg3550"/>
            <p:cNvSpPr/>
            <p:nvPr/>
          </p:nvSpPr>
          <p:spPr>
            <a:xfrm>
              <a:off x="4341076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1" name="pg3551"/>
            <p:cNvSpPr/>
            <p:nvPr/>
          </p:nvSpPr>
          <p:spPr>
            <a:xfrm>
              <a:off x="435271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2" name="pg3552"/>
            <p:cNvSpPr/>
            <p:nvPr/>
          </p:nvSpPr>
          <p:spPr>
            <a:xfrm>
              <a:off x="4364350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3" name="pg3553"/>
            <p:cNvSpPr/>
            <p:nvPr/>
          </p:nvSpPr>
          <p:spPr>
            <a:xfrm>
              <a:off x="4375988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4" name="pg3554"/>
            <p:cNvSpPr/>
            <p:nvPr/>
          </p:nvSpPr>
          <p:spPr>
            <a:xfrm>
              <a:off x="4527273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5" name="pg3555"/>
            <p:cNvSpPr/>
            <p:nvPr/>
          </p:nvSpPr>
          <p:spPr>
            <a:xfrm>
              <a:off x="4538910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6" name="pg3556"/>
            <p:cNvSpPr/>
            <p:nvPr/>
          </p:nvSpPr>
          <p:spPr>
            <a:xfrm>
              <a:off x="4550548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7" name="pg3557"/>
            <p:cNvSpPr/>
            <p:nvPr/>
          </p:nvSpPr>
          <p:spPr>
            <a:xfrm>
              <a:off x="4562185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8" name="pg3558"/>
            <p:cNvSpPr/>
            <p:nvPr/>
          </p:nvSpPr>
          <p:spPr>
            <a:xfrm>
              <a:off x="4573822" y="516751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9" name="pg3559"/>
            <p:cNvSpPr/>
            <p:nvPr/>
          </p:nvSpPr>
          <p:spPr>
            <a:xfrm>
              <a:off x="2688575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0" name="pg3560"/>
            <p:cNvSpPr/>
            <p:nvPr/>
          </p:nvSpPr>
          <p:spPr>
            <a:xfrm>
              <a:off x="2700212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1" name="pg3561"/>
            <p:cNvSpPr/>
            <p:nvPr/>
          </p:nvSpPr>
          <p:spPr>
            <a:xfrm>
              <a:off x="271185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2" name="pg3562"/>
            <p:cNvSpPr/>
            <p:nvPr/>
          </p:nvSpPr>
          <p:spPr>
            <a:xfrm>
              <a:off x="2723487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3" name="pg3563"/>
            <p:cNvSpPr/>
            <p:nvPr/>
          </p:nvSpPr>
          <p:spPr>
            <a:xfrm>
              <a:off x="4306164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4" name="pg3564"/>
            <p:cNvSpPr/>
            <p:nvPr/>
          </p:nvSpPr>
          <p:spPr>
            <a:xfrm>
              <a:off x="4317801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5" name="pg3565"/>
            <p:cNvSpPr/>
            <p:nvPr/>
          </p:nvSpPr>
          <p:spPr>
            <a:xfrm>
              <a:off x="4329438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6" name="pg3566"/>
            <p:cNvSpPr/>
            <p:nvPr/>
          </p:nvSpPr>
          <p:spPr>
            <a:xfrm>
              <a:off x="4341076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7" name="pg3567"/>
            <p:cNvSpPr/>
            <p:nvPr/>
          </p:nvSpPr>
          <p:spPr>
            <a:xfrm>
              <a:off x="4352713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8" name="pg3568"/>
            <p:cNvSpPr/>
            <p:nvPr/>
          </p:nvSpPr>
          <p:spPr>
            <a:xfrm>
              <a:off x="436435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9" name="pg3569"/>
            <p:cNvSpPr/>
            <p:nvPr/>
          </p:nvSpPr>
          <p:spPr>
            <a:xfrm>
              <a:off x="4375988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0" name="pg3570"/>
            <p:cNvSpPr/>
            <p:nvPr/>
          </p:nvSpPr>
          <p:spPr>
            <a:xfrm>
              <a:off x="4387625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1" name="pg3571"/>
            <p:cNvSpPr/>
            <p:nvPr/>
          </p:nvSpPr>
          <p:spPr>
            <a:xfrm>
              <a:off x="4527273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2" name="pg3572"/>
            <p:cNvSpPr/>
            <p:nvPr/>
          </p:nvSpPr>
          <p:spPr>
            <a:xfrm>
              <a:off x="4538910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3" name="pg3573"/>
            <p:cNvSpPr/>
            <p:nvPr/>
          </p:nvSpPr>
          <p:spPr>
            <a:xfrm>
              <a:off x="4550548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4" name="pg3574"/>
            <p:cNvSpPr/>
            <p:nvPr/>
          </p:nvSpPr>
          <p:spPr>
            <a:xfrm>
              <a:off x="4562185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5" name="pg3575"/>
            <p:cNvSpPr/>
            <p:nvPr/>
          </p:nvSpPr>
          <p:spPr>
            <a:xfrm>
              <a:off x="4573822" y="518181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6" name="pg3576"/>
            <p:cNvSpPr/>
            <p:nvPr/>
          </p:nvSpPr>
          <p:spPr>
            <a:xfrm>
              <a:off x="2688575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7" name="pg3577"/>
            <p:cNvSpPr/>
            <p:nvPr/>
          </p:nvSpPr>
          <p:spPr>
            <a:xfrm>
              <a:off x="2700212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8" name="pg3578"/>
            <p:cNvSpPr/>
            <p:nvPr/>
          </p:nvSpPr>
          <p:spPr>
            <a:xfrm>
              <a:off x="2711850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9" name="pg3579"/>
            <p:cNvSpPr/>
            <p:nvPr/>
          </p:nvSpPr>
          <p:spPr>
            <a:xfrm>
              <a:off x="2723487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0" name="pg3580"/>
            <p:cNvSpPr/>
            <p:nvPr/>
          </p:nvSpPr>
          <p:spPr>
            <a:xfrm>
              <a:off x="4317801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1" name="pg3581"/>
            <p:cNvSpPr/>
            <p:nvPr/>
          </p:nvSpPr>
          <p:spPr>
            <a:xfrm>
              <a:off x="4329438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2" name="pg3582"/>
            <p:cNvSpPr/>
            <p:nvPr/>
          </p:nvSpPr>
          <p:spPr>
            <a:xfrm>
              <a:off x="4341076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3" name="pg3583"/>
            <p:cNvSpPr/>
            <p:nvPr/>
          </p:nvSpPr>
          <p:spPr>
            <a:xfrm>
              <a:off x="4352713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4" name="pg3584"/>
            <p:cNvSpPr/>
            <p:nvPr/>
          </p:nvSpPr>
          <p:spPr>
            <a:xfrm>
              <a:off x="4364350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5" name="pg3585"/>
            <p:cNvSpPr/>
            <p:nvPr/>
          </p:nvSpPr>
          <p:spPr>
            <a:xfrm>
              <a:off x="4375988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6" name="pg3586"/>
            <p:cNvSpPr/>
            <p:nvPr/>
          </p:nvSpPr>
          <p:spPr>
            <a:xfrm>
              <a:off x="4527273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7" name="pg3587"/>
            <p:cNvSpPr/>
            <p:nvPr/>
          </p:nvSpPr>
          <p:spPr>
            <a:xfrm>
              <a:off x="4538910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8" name="pg3588"/>
            <p:cNvSpPr/>
            <p:nvPr/>
          </p:nvSpPr>
          <p:spPr>
            <a:xfrm>
              <a:off x="4550548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9" name="pg3589"/>
            <p:cNvSpPr/>
            <p:nvPr/>
          </p:nvSpPr>
          <p:spPr>
            <a:xfrm>
              <a:off x="4562185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0" name="pg3590"/>
            <p:cNvSpPr/>
            <p:nvPr/>
          </p:nvSpPr>
          <p:spPr>
            <a:xfrm>
              <a:off x="4573822" y="51961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1" name="pg3591"/>
            <p:cNvSpPr/>
            <p:nvPr/>
          </p:nvSpPr>
          <p:spPr>
            <a:xfrm>
              <a:off x="2688575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2" name="pg3592"/>
            <p:cNvSpPr/>
            <p:nvPr/>
          </p:nvSpPr>
          <p:spPr>
            <a:xfrm>
              <a:off x="2700212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3" name="pg3593"/>
            <p:cNvSpPr/>
            <p:nvPr/>
          </p:nvSpPr>
          <p:spPr>
            <a:xfrm>
              <a:off x="2711850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4" name="pg3594"/>
            <p:cNvSpPr/>
            <p:nvPr/>
          </p:nvSpPr>
          <p:spPr>
            <a:xfrm>
              <a:off x="2723487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5" name="pg3595"/>
            <p:cNvSpPr/>
            <p:nvPr/>
          </p:nvSpPr>
          <p:spPr>
            <a:xfrm>
              <a:off x="2735124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6" name="pg3596"/>
            <p:cNvSpPr/>
            <p:nvPr/>
          </p:nvSpPr>
          <p:spPr>
            <a:xfrm>
              <a:off x="4317801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7" name="pg3597"/>
            <p:cNvSpPr/>
            <p:nvPr/>
          </p:nvSpPr>
          <p:spPr>
            <a:xfrm>
              <a:off x="4329438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8" name="pg3598"/>
            <p:cNvSpPr/>
            <p:nvPr/>
          </p:nvSpPr>
          <p:spPr>
            <a:xfrm>
              <a:off x="4341076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9" name="pg3599"/>
            <p:cNvSpPr/>
            <p:nvPr/>
          </p:nvSpPr>
          <p:spPr>
            <a:xfrm>
              <a:off x="4352713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0" name="pg3600"/>
            <p:cNvSpPr/>
            <p:nvPr/>
          </p:nvSpPr>
          <p:spPr>
            <a:xfrm>
              <a:off x="4364350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1" name="pg3601"/>
            <p:cNvSpPr/>
            <p:nvPr/>
          </p:nvSpPr>
          <p:spPr>
            <a:xfrm>
              <a:off x="4375988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2" name="pg3602"/>
            <p:cNvSpPr/>
            <p:nvPr/>
          </p:nvSpPr>
          <p:spPr>
            <a:xfrm>
              <a:off x="4527273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3" name="pg3603"/>
            <p:cNvSpPr/>
            <p:nvPr/>
          </p:nvSpPr>
          <p:spPr>
            <a:xfrm>
              <a:off x="4538910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4" name="pg3604"/>
            <p:cNvSpPr/>
            <p:nvPr/>
          </p:nvSpPr>
          <p:spPr>
            <a:xfrm>
              <a:off x="4550548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5" name="pg3605"/>
            <p:cNvSpPr/>
            <p:nvPr/>
          </p:nvSpPr>
          <p:spPr>
            <a:xfrm>
              <a:off x="4562185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6" name="pg3606"/>
            <p:cNvSpPr/>
            <p:nvPr/>
          </p:nvSpPr>
          <p:spPr>
            <a:xfrm>
              <a:off x="4573822" y="521041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7" name="pg3607"/>
            <p:cNvSpPr/>
            <p:nvPr/>
          </p:nvSpPr>
          <p:spPr>
            <a:xfrm>
              <a:off x="2688575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8" name="pg3608"/>
            <p:cNvSpPr/>
            <p:nvPr/>
          </p:nvSpPr>
          <p:spPr>
            <a:xfrm>
              <a:off x="2700212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9" name="pg3609"/>
            <p:cNvSpPr/>
            <p:nvPr/>
          </p:nvSpPr>
          <p:spPr>
            <a:xfrm>
              <a:off x="2711850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0" name="pg3610"/>
            <p:cNvSpPr/>
            <p:nvPr/>
          </p:nvSpPr>
          <p:spPr>
            <a:xfrm>
              <a:off x="2723487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1" name="pg3611"/>
            <p:cNvSpPr/>
            <p:nvPr/>
          </p:nvSpPr>
          <p:spPr>
            <a:xfrm>
              <a:off x="2735124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2" name="pg3612"/>
            <p:cNvSpPr/>
            <p:nvPr/>
          </p:nvSpPr>
          <p:spPr>
            <a:xfrm>
              <a:off x="4329438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3" name="pg3613"/>
            <p:cNvSpPr/>
            <p:nvPr/>
          </p:nvSpPr>
          <p:spPr>
            <a:xfrm>
              <a:off x="4341076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4" name="pg3614"/>
            <p:cNvSpPr/>
            <p:nvPr/>
          </p:nvSpPr>
          <p:spPr>
            <a:xfrm>
              <a:off x="4352713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5" name="pg3615"/>
            <p:cNvSpPr/>
            <p:nvPr/>
          </p:nvSpPr>
          <p:spPr>
            <a:xfrm>
              <a:off x="4364350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6" name="pg3616"/>
            <p:cNvSpPr/>
            <p:nvPr/>
          </p:nvSpPr>
          <p:spPr>
            <a:xfrm>
              <a:off x="4375988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7" name="pg3617"/>
            <p:cNvSpPr/>
            <p:nvPr/>
          </p:nvSpPr>
          <p:spPr>
            <a:xfrm>
              <a:off x="4527273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8" name="pg3618"/>
            <p:cNvSpPr/>
            <p:nvPr/>
          </p:nvSpPr>
          <p:spPr>
            <a:xfrm>
              <a:off x="4538910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9" name="pg3619"/>
            <p:cNvSpPr/>
            <p:nvPr/>
          </p:nvSpPr>
          <p:spPr>
            <a:xfrm>
              <a:off x="4550548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0" name="pg3620"/>
            <p:cNvSpPr/>
            <p:nvPr/>
          </p:nvSpPr>
          <p:spPr>
            <a:xfrm>
              <a:off x="4562185" y="52247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1" name="pg3621"/>
            <p:cNvSpPr/>
            <p:nvPr/>
          </p:nvSpPr>
          <p:spPr>
            <a:xfrm>
              <a:off x="2700212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2" name="pg3622"/>
            <p:cNvSpPr/>
            <p:nvPr/>
          </p:nvSpPr>
          <p:spPr>
            <a:xfrm>
              <a:off x="2711850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3" name="pg3623"/>
            <p:cNvSpPr/>
            <p:nvPr/>
          </p:nvSpPr>
          <p:spPr>
            <a:xfrm>
              <a:off x="2723487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4" name="pg3624"/>
            <p:cNvSpPr/>
            <p:nvPr/>
          </p:nvSpPr>
          <p:spPr>
            <a:xfrm>
              <a:off x="2735124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5" name="pg3625"/>
            <p:cNvSpPr/>
            <p:nvPr/>
          </p:nvSpPr>
          <p:spPr>
            <a:xfrm>
              <a:off x="2746762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6" name="pg3626"/>
            <p:cNvSpPr/>
            <p:nvPr/>
          </p:nvSpPr>
          <p:spPr>
            <a:xfrm>
              <a:off x="4341076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7" name="pg3627"/>
            <p:cNvSpPr/>
            <p:nvPr/>
          </p:nvSpPr>
          <p:spPr>
            <a:xfrm>
              <a:off x="4352713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8" name="pg3628"/>
            <p:cNvSpPr/>
            <p:nvPr/>
          </p:nvSpPr>
          <p:spPr>
            <a:xfrm>
              <a:off x="4364350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9" name="pg3629"/>
            <p:cNvSpPr/>
            <p:nvPr/>
          </p:nvSpPr>
          <p:spPr>
            <a:xfrm>
              <a:off x="4375988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0" name="pg3630"/>
            <p:cNvSpPr/>
            <p:nvPr/>
          </p:nvSpPr>
          <p:spPr>
            <a:xfrm>
              <a:off x="4387625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1" name="pg3631"/>
            <p:cNvSpPr/>
            <p:nvPr/>
          </p:nvSpPr>
          <p:spPr>
            <a:xfrm>
              <a:off x="4527273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2" name="pg3632"/>
            <p:cNvSpPr/>
            <p:nvPr/>
          </p:nvSpPr>
          <p:spPr>
            <a:xfrm>
              <a:off x="4538910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3" name="pg3633"/>
            <p:cNvSpPr/>
            <p:nvPr/>
          </p:nvSpPr>
          <p:spPr>
            <a:xfrm>
              <a:off x="4550548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4" name="pg3634"/>
            <p:cNvSpPr/>
            <p:nvPr/>
          </p:nvSpPr>
          <p:spPr>
            <a:xfrm>
              <a:off x="4562185" y="523901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5" name="pg3635"/>
            <p:cNvSpPr/>
            <p:nvPr/>
          </p:nvSpPr>
          <p:spPr>
            <a:xfrm>
              <a:off x="2700212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3">
                <a:alpha val="100000"/>
              </a:srgbClr>
            </a:solidFill>
            <a:ln w="5420" cap="flat">
              <a:solidFill>
                <a:srgbClr val="3729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6" name="pg3636"/>
            <p:cNvSpPr/>
            <p:nvPr/>
          </p:nvSpPr>
          <p:spPr>
            <a:xfrm>
              <a:off x="2711850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7" name="pg3637"/>
            <p:cNvSpPr/>
            <p:nvPr/>
          </p:nvSpPr>
          <p:spPr>
            <a:xfrm>
              <a:off x="2723487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8" name="pg3638"/>
            <p:cNvSpPr/>
            <p:nvPr/>
          </p:nvSpPr>
          <p:spPr>
            <a:xfrm>
              <a:off x="2735124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9" name="pg3639"/>
            <p:cNvSpPr/>
            <p:nvPr/>
          </p:nvSpPr>
          <p:spPr>
            <a:xfrm>
              <a:off x="2746762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0" name="pg3640"/>
            <p:cNvSpPr/>
            <p:nvPr/>
          </p:nvSpPr>
          <p:spPr>
            <a:xfrm>
              <a:off x="2758399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1" name="pg3641"/>
            <p:cNvSpPr/>
            <p:nvPr/>
          </p:nvSpPr>
          <p:spPr>
            <a:xfrm>
              <a:off x="4341076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2" name="pg3642"/>
            <p:cNvSpPr/>
            <p:nvPr/>
          </p:nvSpPr>
          <p:spPr>
            <a:xfrm>
              <a:off x="4352713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3" name="pg3643"/>
            <p:cNvSpPr/>
            <p:nvPr/>
          </p:nvSpPr>
          <p:spPr>
            <a:xfrm>
              <a:off x="4364350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4" name="pg3644"/>
            <p:cNvSpPr/>
            <p:nvPr/>
          </p:nvSpPr>
          <p:spPr>
            <a:xfrm>
              <a:off x="4375988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5" name="pg3645"/>
            <p:cNvSpPr/>
            <p:nvPr/>
          </p:nvSpPr>
          <p:spPr>
            <a:xfrm>
              <a:off x="4387625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6" name="pg3646"/>
            <p:cNvSpPr/>
            <p:nvPr/>
          </p:nvSpPr>
          <p:spPr>
            <a:xfrm>
              <a:off x="4527273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7" name="pg3647"/>
            <p:cNvSpPr/>
            <p:nvPr/>
          </p:nvSpPr>
          <p:spPr>
            <a:xfrm>
              <a:off x="4538910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8" name="pg3648"/>
            <p:cNvSpPr/>
            <p:nvPr/>
          </p:nvSpPr>
          <p:spPr>
            <a:xfrm>
              <a:off x="4550548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9" name="pg3649"/>
            <p:cNvSpPr/>
            <p:nvPr/>
          </p:nvSpPr>
          <p:spPr>
            <a:xfrm>
              <a:off x="4562185" y="525331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0" name="pg3650"/>
            <p:cNvSpPr/>
            <p:nvPr/>
          </p:nvSpPr>
          <p:spPr>
            <a:xfrm>
              <a:off x="2711850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1" name="pg3651"/>
            <p:cNvSpPr/>
            <p:nvPr/>
          </p:nvSpPr>
          <p:spPr>
            <a:xfrm>
              <a:off x="2723487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2" name="pg3652"/>
            <p:cNvSpPr/>
            <p:nvPr/>
          </p:nvSpPr>
          <p:spPr>
            <a:xfrm>
              <a:off x="2735124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3" name="pg3653"/>
            <p:cNvSpPr/>
            <p:nvPr/>
          </p:nvSpPr>
          <p:spPr>
            <a:xfrm>
              <a:off x="2746762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4" name="pg3654"/>
            <p:cNvSpPr/>
            <p:nvPr/>
          </p:nvSpPr>
          <p:spPr>
            <a:xfrm>
              <a:off x="2758399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5" name="pg3655"/>
            <p:cNvSpPr/>
            <p:nvPr/>
          </p:nvSpPr>
          <p:spPr>
            <a:xfrm>
              <a:off x="4341076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6" name="pg3656"/>
            <p:cNvSpPr/>
            <p:nvPr/>
          </p:nvSpPr>
          <p:spPr>
            <a:xfrm>
              <a:off x="4352713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7" name="pg3657"/>
            <p:cNvSpPr/>
            <p:nvPr/>
          </p:nvSpPr>
          <p:spPr>
            <a:xfrm>
              <a:off x="4364350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8" name="pg3658"/>
            <p:cNvSpPr/>
            <p:nvPr/>
          </p:nvSpPr>
          <p:spPr>
            <a:xfrm>
              <a:off x="437598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9" name="pg3659"/>
            <p:cNvSpPr/>
            <p:nvPr/>
          </p:nvSpPr>
          <p:spPr>
            <a:xfrm>
              <a:off x="438762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0" name="pg3660"/>
            <p:cNvSpPr/>
            <p:nvPr/>
          </p:nvSpPr>
          <p:spPr>
            <a:xfrm>
              <a:off x="4399262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1" name="pg3661"/>
            <p:cNvSpPr/>
            <p:nvPr/>
          </p:nvSpPr>
          <p:spPr>
            <a:xfrm>
              <a:off x="4410900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2" name="pg3662"/>
            <p:cNvSpPr/>
            <p:nvPr/>
          </p:nvSpPr>
          <p:spPr>
            <a:xfrm>
              <a:off x="4422537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3" name="pg3663"/>
            <p:cNvSpPr/>
            <p:nvPr/>
          </p:nvSpPr>
          <p:spPr>
            <a:xfrm>
              <a:off x="4527273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4" name="pg3664"/>
            <p:cNvSpPr/>
            <p:nvPr/>
          </p:nvSpPr>
          <p:spPr>
            <a:xfrm>
              <a:off x="4538910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5" name="pg3665"/>
            <p:cNvSpPr/>
            <p:nvPr/>
          </p:nvSpPr>
          <p:spPr>
            <a:xfrm>
              <a:off x="4550548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6" name="pg3666"/>
            <p:cNvSpPr/>
            <p:nvPr/>
          </p:nvSpPr>
          <p:spPr>
            <a:xfrm>
              <a:off x="4562185" y="52676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7" name="pg3667"/>
            <p:cNvSpPr/>
            <p:nvPr/>
          </p:nvSpPr>
          <p:spPr>
            <a:xfrm>
              <a:off x="2723487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8" name="pg3668"/>
            <p:cNvSpPr/>
            <p:nvPr/>
          </p:nvSpPr>
          <p:spPr>
            <a:xfrm>
              <a:off x="2735124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9" name="pg3669"/>
            <p:cNvSpPr/>
            <p:nvPr/>
          </p:nvSpPr>
          <p:spPr>
            <a:xfrm>
              <a:off x="2746762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0" name="pg3670"/>
            <p:cNvSpPr/>
            <p:nvPr/>
          </p:nvSpPr>
          <p:spPr>
            <a:xfrm>
              <a:off x="2758399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1" name="pg3671"/>
            <p:cNvSpPr/>
            <p:nvPr/>
          </p:nvSpPr>
          <p:spPr>
            <a:xfrm>
              <a:off x="4352713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2" name="pg3672"/>
            <p:cNvSpPr/>
            <p:nvPr/>
          </p:nvSpPr>
          <p:spPr>
            <a:xfrm>
              <a:off x="436435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3" name="pg3673"/>
            <p:cNvSpPr/>
            <p:nvPr/>
          </p:nvSpPr>
          <p:spPr>
            <a:xfrm>
              <a:off x="437598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4" name="pg3674"/>
            <p:cNvSpPr/>
            <p:nvPr/>
          </p:nvSpPr>
          <p:spPr>
            <a:xfrm>
              <a:off x="4387625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5" name="pg3675"/>
            <p:cNvSpPr/>
            <p:nvPr/>
          </p:nvSpPr>
          <p:spPr>
            <a:xfrm>
              <a:off x="4399262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6" name="pg3676"/>
            <p:cNvSpPr/>
            <p:nvPr/>
          </p:nvSpPr>
          <p:spPr>
            <a:xfrm>
              <a:off x="441090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7" name="pg3677"/>
            <p:cNvSpPr/>
            <p:nvPr/>
          </p:nvSpPr>
          <p:spPr>
            <a:xfrm>
              <a:off x="4422537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8" name="pg3678"/>
            <p:cNvSpPr/>
            <p:nvPr/>
          </p:nvSpPr>
          <p:spPr>
            <a:xfrm>
              <a:off x="4434174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9" name="pg3679"/>
            <p:cNvSpPr/>
            <p:nvPr/>
          </p:nvSpPr>
          <p:spPr>
            <a:xfrm>
              <a:off x="4515636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0" name="pg3680"/>
            <p:cNvSpPr/>
            <p:nvPr/>
          </p:nvSpPr>
          <p:spPr>
            <a:xfrm>
              <a:off x="4527273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1" name="pg3681"/>
            <p:cNvSpPr/>
            <p:nvPr/>
          </p:nvSpPr>
          <p:spPr>
            <a:xfrm>
              <a:off x="4538910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2" name="pg3682"/>
            <p:cNvSpPr/>
            <p:nvPr/>
          </p:nvSpPr>
          <p:spPr>
            <a:xfrm>
              <a:off x="4550548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3" name="pg3683"/>
            <p:cNvSpPr/>
            <p:nvPr/>
          </p:nvSpPr>
          <p:spPr>
            <a:xfrm>
              <a:off x="4562185" y="528191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4" name="pg3684"/>
            <p:cNvSpPr/>
            <p:nvPr/>
          </p:nvSpPr>
          <p:spPr>
            <a:xfrm>
              <a:off x="2723487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5" name="pg3685"/>
            <p:cNvSpPr/>
            <p:nvPr/>
          </p:nvSpPr>
          <p:spPr>
            <a:xfrm>
              <a:off x="2735124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6" name="pg3686"/>
            <p:cNvSpPr/>
            <p:nvPr/>
          </p:nvSpPr>
          <p:spPr>
            <a:xfrm>
              <a:off x="2746762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7" name="pg3687"/>
            <p:cNvSpPr/>
            <p:nvPr/>
          </p:nvSpPr>
          <p:spPr>
            <a:xfrm>
              <a:off x="2758399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8" name="pg3688"/>
            <p:cNvSpPr/>
            <p:nvPr/>
          </p:nvSpPr>
          <p:spPr>
            <a:xfrm>
              <a:off x="436435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9" name="pg3689"/>
            <p:cNvSpPr/>
            <p:nvPr/>
          </p:nvSpPr>
          <p:spPr>
            <a:xfrm>
              <a:off x="4375988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0" name="pg3690"/>
            <p:cNvSpPr/>
            <p:nvPr/>
          </p:nvSpPr>
          <p:spPr>
            <a:xfrm>
              <a:off x="4387625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1" name="pg3691"/>
            <p:cNvSpPr/>
            <p:nvPr/>
          </p:nvSpPr>
          <p:spPr>
            <a:xfrm>
              <a:off x="4399262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2" name="pg3692"/>
            <p:cNvSpPr/>
            <p:nvPr/>
          </p:nvSpPr>
          <p:spPr>
            <a:xfrm>
              <a:off x="441090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3" name="pg3693"/>
            <p:cNvSpPr/>
            <p:nvPr/>
          </p:nvSpPr>
          <p:spPr>
            <a:xfrm>
              <a:off x="4422537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4" name="pg3694"/>
            <p:cNvSpPr/>
            <p:nvPr/>
          </p:nvSpPr>
          <p:spPr>
            <a:xfrm>
              <a:off x="4434174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5" name="pg3695"/>
            <p:cNvSpPr/>
            <p:nvPr/>
          </p:nvSpPr>
          <p:spPr>
            <a:xfrm>
              <a:off x="4515636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6" name="pg3696"/>
            <p:cNvSpPr/>
            <p:nvPr/>
          </p:nvSpPr>
          <p:spPr>
            <a:xfrm>
              <a:off x="4527273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7" name="pg3697"/>
            <p:cNvSpPr/>
            <p:nvPr/>
          </p:nvSpPr>
          <p:spPr>
            <a:xfrm>
              <a:off x="4538910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8" name="pg3698"/>
            <p:cNvSpPr/>
            <p:nvPr/>
          </p:nvSpPr>
          <p:spPr>
            <a:xfrm>
              <a:off x="4550548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9" name="pg3699"/>
            <p:cNvSpPr/>
            <p:nvPr/>
          </p:nvSpPr>
          <p:spPr>
            <a:xfrm>
              <a:off x="4562185" y="52962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0" name="pg3700"/>
            <p:cNvSpPr/>
            <p:nvPr/>
          </p:nvSpPr>
          <p:spPr>
            <a:xfrm>
              <a:off x="271185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1" name="pg3701"/>
            <p:cNvSpPr/>
            <p:nvPr/>
          </p:nvSpPr>
          <p:spPr>
            <a:xfrm>
              <a:off x="2723487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2" name="pg3702"/>
            <p:cNvSpPr/>
            <p:nvPr/>
          </p:nvSpPr>
          <p:spPr>
            <a:xfrm>
              <a:off x="2735124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3" name="pg3703"/>
            <p:cNvSpPr/>
            <p:nvPr/>
          </p:nvSpPr>
          <p:spPr>
            <a:xfrm>
              <a:off x="2746762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4" name="pg3704"/>
            <p:cNvSpPr/>
            <p:nvPr/>
          </p:nvSpPr>
          <p:spPr>
            <a:xfrm>
              <a:off x="2758399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5" name="pg3705"/>
            <p:cNvSpPr/>
            <p:nvPr/>
          </p:nvSpPr>
          <p:spPr>
            <a:xfrm>
              <a:off x="4375988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6" name="pg3706"/>
            <p:cNvSpPr/>
            <p:nvPr/>
          </p:nvSpPr>
          <p:spPr>
            <a:xfrm>
              <a:off x="438762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7" name="pg3707"/>
            <p:cNvSpPr/>
            <p:nvPr/>
          </p:nvSpPr>
          <p:spPr>
            <a:xfrm>
              <a:off x="4399262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8" name="pg3708"/>
            <p:cNvSpPr/>
            <p:nvPr/>
          </p:nvSpPr>
          <p:spPr>
            <a:xfrm>
              <a:off x="441090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9" name="pg3709"/>
            <p:cNvSpPr/>
            <p:nvPr/>
          </p:nvSpPr>
          <p:spPr>
            <a:xfrm>
              <a:off x="4422537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0" name="pg3710"/>
            <p:cNvSpPr/>
            <p:nvPr/>
          </p:nvSpPr>
          <p:spPr>
            <a:xfrm>
              <a:off x="4434174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1" name="pg3711"/>
            <p:cNvSpPr/>
            <p:nvPr/>
          </p:nvSpPr>
          <p:spPr>
            <a:xfrm>
              <a:off x="4445812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2" name="pg3712"/>
            <p:cNvSpPr/>
            <p:nvPr/>
          </p:nvSpPr>
          <p:spPr>
            <a:xfrm>
              <a:off x="4503998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3" name="pg3713"/>
            <p:cNvSpPr/>
            <p:nvPr/>
          </p:nvSpPr>
          <p:spPr>
            <a:xfrm>
              <a:off x="4515636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4" name="pg3714"/>
            <p:cNvSpPr/>
            <p:nvPr/>
          </p:nvSpPr>
          <p:spPr>
            <a:xfrm>
              <a:off x="4527273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5" name="pg3715"/>
            <p:cNvSpPr/>
            <p:nvPr/>
          </p:nvSpPr>
          <p:spPr>
            <a:xfrm>
              <a:off x="4538910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6" name="pg3716"/>
            <p:cNvSpPr/>
            <p:nvPr/>
          </p:nvSpPr>
          <p:spPr>
            <a:xfrm>
              <a:off x="4550548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7" name="pg3717"/>
            <p:cNvSpPr/>
            <p:nvPr/>
          </p:nvSpPr>
          <p:spPr>
            <a:xfrm>
              <a:off x="4562185" y="531052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8" name="pg3718"/>
            <p:cNvSpPr/>
            <p:nvPr/>
          </p:nvSpPr>
          <p:spPr>
            <a:xfrm>
              <a:off x="2711850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9" name="pg3719"/>
            <p:cNvSpPr/>
            <p:nvPr/>
          </p:nvSpPr>
          <p:spPr>
            <a:xfrm>
              <a:off x="2723487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0" name="pg3720"/>
            <p:cNvSpPr/>
            <p:nvPr/>
          </p:nvSpPr>
          <p:spPr>
            <a:xfrm>
              <a:off x="2735124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1" name="pg3721"/>
            <p:cNvSpPr/>
            <p:nvPr/>
          </p:nvSpPr>
          <p:spPr>
            <a:xfrm>
              <a:off x="2746762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2" name="pg3722"/>
            <p:cNvSpPr/>
            <p:nvPr/>
          </p:nvSpPr>
          <p:spPr>
            <a:xfrm>
              <a:off x="2758399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3" name="pg3723"/>
            <p:cNvSpPr/>
            <p:nvPr/>
          </p:nvSpPr>
          <p:spPr>
            <a:xfrm>
              <a:off x="4399262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4" name="pg3724"/>
            <p:cNvSpPr/>
            <p:nvPr/>
          </p:nvSpPr>
          <p:spPr>
            <a:xfrm>
              <a:off x="4410900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5" name="pg3725"/>
            <p:cNvSpPr/>
            <p:nvPr/>
          </p:nvSpPr>
          <p:spPr>
            <a:xfrm>
              <a:off x="4422537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6" name="pg3726"/>
            <p:cNvSpPr/>
            <p:nvPr/>
          </p:nvSpPr>
          <p:spPr>
            <a:xfrm>
              <a:off x="4434174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7" name="pg3727"/>
            <p:cNvSpPr/>
            <p:nvPr/>
          </p:nvSpPr>
          <p:spPr>
            <a:xfrm>
              <a:off x="4445812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8" name="pg3728"/>
            <p:cNvSpPr/>
            <p:nvPr/>
          </p:nvSpPr>
          <p:spPr>
            <a:xfrm>
              <a:off x="4503998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9" name="pg3729"/>
            <p:cNvSpPr/>
            <p:nvPr/>
          </p:nvSpPr>
          <p:spPr>
            <a:xfrm>
              <a:off x="4515636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0" name="pg3730"/>
            <p:cNvSpPr/>
            <p:nvPr/>
          </p:nvSpPr>
          <p:spPr>
            <a:xfrm>
              <a:off x="4527273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1" name="pg3731"/>
            <p:cNvSpPr/>
            <p:nvPr/>
          </p:nvSpPr>
          <p:spPr>
            <a:xfrm>
              <a:off x="4538910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2" name="pg3732"/>
            <p:cNvSpPr/>
            <p:nvPr/>
          </p:nvSpPr>
          <p:spPr>
            <a:xfrm>
              <a:off x="4550548" y="532482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3" name="pg3733"/>
            <p:cNvSpPr/>
            <p:nvPr/>
          </p:nvSpPr>
          <p:spPr>
            <a:xfrm>
              <a:off x="2700212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4" name="pg3734"/>
            <p:cNvSpPr/>
            <p:nvPr/>
          </p:nvSpPr>
          <p:spPr>
            <a:xfrm>
              <a:off x="2711850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5" name="pg3735"/>
            <p:cNvSpPr/>
            <p:nvPr/>
          </p:nvSpPr>
          <p:spPr>
            <a:xfrm>
              <a:off x="272348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6" name="pg3736"/>
            <p:cNvSpPr/>
            <p:nvPr/>
          </p:nvSpPr>
          <p:spPr>
            <a:xfrm>
              <a:off x="2735124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7" name="pg3737"/>
            <p:cNvSpPr/>
            <p:nvPr/>
          </p:nvSpPr>
          <p:spPr>
            <a:xfrm>
              <a:off x="2746762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8" name="pg3738"/>
            <p:cNvSpPr/>
            <p:nvPr/>
          </p:nvSpPr>
          <p:spPr>
            <a:xfrm>
              <a:off x="4410900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9" name="pg3739"/>
            <p:cNvSpPr/>
            <p:nvPr/>
          </p:nvSpPr>
          <p:spPr>
            <a:xfrm>
              <a:off x="4422537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0" name="pg3740"/>
            <p:cNvSpPr/>
            <p:nvPr/>
          </p:nvSpPr>
          <p:spPr>
            <a:xfrm>
              <a:off x="4434174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1" name="pg3741"/>
            <p:cNvSpPr/>
            <p:nvPr/>
          </p:nvSpPr>
          <p:spPr>
            <a:xfrm>
              <a:off x="4445812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2" name="pg3742"/>
            <p:cNvSpPr/>
            <p:nvPr/>
          </p:nvSpPr>
          <p:spPr>
            <a:xfrm>
              <a:off x="4457449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3" name="pg3743"/>
            <p:cNvSpPr/>
            <p:nvPr/>
          </p:nvSpPr>
          <p:spPr>
            <a:xfrm>
              <a:off x="4469086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4" name="pg3744"/>
            <p:cNvSpPr/>
            <p:nvPr/>
          </p:nvSpPr>
          <p:spPr>
            <a:xfrm>
              <a:off x="4492361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5" name="pg3745"/>
            <p:cNvSpPr/>
            <p:nvPr/>
          </p:nvSpPr>
          <p:spPr>
            <a:xfrm>
              <a:off x="4503998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6" name="pg3746"/>
            <p:cNvSpPr/>
            <p:nvPr/>
          </p:nvSpPr>
          <p:spPr>
            <a:xfrm>
              <a:off x="4515636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7" name="pg3747"/>
            <p:cNvSpPr/>
            <p:nvPr/>
          </p:nvSpPr>
          <p:spPr>
            <a:xfrm>
              <a:off x="4527273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8" name="pg3748"/>
            <p:cNvSpPr/>
            <p:nvPr/>
          </p:nvSpPr>
          <p:spPr>
            <a:xfrm>
              <a:off x="4538910" y="53391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9" name="pg3749"/>
            <p:cNvSpPr/>
            <p:nvPr/>
          </p:nvSpPr>
          <p:spPr>
            <a:xfrm>
              <a:off x="2688575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0" name="pg3750"/>
            <p:cNvSpPr/>
            <p:nvPr/>
          </p:nvSpPr>
          <p:spPr>
            <a:xfrm>
              <a:off x="2700212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1" name="pg3751"/>
            <p:cNvSpPr/>
            <p:nvPr/>
          </p:nvSpPr>
          <p:spPr>
            <a:xfrm>
              <a:off x="2711850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2" name="pg3752"/>
            <p:cNvSpPr/>
            <p:nvPr/>
          </p:nvSpPr>
          <p:spPr>
            <a:xfrm>
              <a:off x="272348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3" name="pg3753"/>
            <p:cNvSpPr/>
            <p:nvPr/>
          </p:nvSpPr>
          <p:spPr>
            <a:xfrm>
              <a:off x="2735124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4" name="pg3754"/>
            <p:cNvSpPr/>
            <p:nvPr/>
          </p:nvSpPr>
          <p:spPr>
            <a:xfrm>
              <a:off x="2746762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5" name="pg3755"/>
            <p:cNvSpPr/>
            <p:nvPr/>
          </p:nvSpPr>
          <p:spPr>
            <a:xfrm>
              <a:off x="4410900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6" name="pg3756"/>
            <p:cNvSpPr/>
            <p:nvPr/>
          </p:nvSpPr>
          <p:spPr>
            <a:xfrm>
              <a:off x="4422537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7" name="pg3757"/>
            <p:cNvSpPr/>
            <p:nvPr/>
          </p:nvSpPr>
          <p:spPr>
            <a:xfrm>
              <a:off x="4434174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8" name="pg3758"/>
            <p:cNvSpPr/>
            <p:nvPr/>
          </p:nvSpPr>
          <p:spPr>
            <a:xfrm>
              <a:off x="4445812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9" name="pg3759"/>
            <p:cNvSpPr/>
            <p:nvPr/>
          </p:nvSpPr>
          <p:spPr>
            <a:xfrm>
              <a:off x="4457449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0" name="pg3760"/>
            <p:cNvSpPr/>
            <p:nvPr/>
          </p:nvSpPr>
          <p:spPr>
            <a:xfrm>
              <a:off x="4469086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1" name="pg3761"/>
            <p:cNvSpPr/>
            <p:nvPr/>
          </p:nvSpPr>
          <p:spPr>
            <a:xfrm>
              <a:off x="4480724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2" name="pg3762"/>
            <p:cNvSpPr/>
            <p:nvPr/>
          </p:nvSpPr>
          <p:spPr>
            <a:xfrm>
              <a:off x="4492361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3" name="pg3763"/>
            <p:cNvSpPr/>
            <p:nvPr/>
          </p:nvSpPr>
          <p:spPr>
            <a:xfrm>
              <a:off x="4503998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4" name="pg3764"/>
            <p:cNvSpPr/>
            <p:nvPr/>
          </p:nvSpPr>
          <p:spPr>
            <a:xfrm>
              <a:off x="4515636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5" name="pg3765"/>
            <p:cNvSpPr/>
            <p:nvPr/>
          </p:nvSpPr>
          <p:spPr>
            <a:xfrm>
              <a:off x="4527273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6" name="pg3766"/>
            <p:cNvSpPr/>
            <p:nvPr/>
          </p:nvSpPr>
          <p:spPr>
            <a:xfrm>
              <a:off x="4538910" y="5353422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7" name="pg3767"/>
            <p:cNvSpPr/>
            <p:nvPr/>
          </p:nvSpPr>
          <p:spPr>
            <a:xfrm>
              <a:off x="2688575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8" name="pg3768"/>
            <p:cNvSpPr/>
            <p:nvPr/>
          </p:nvSpPr>
          <p:spPr>
            <a:xfrm>
              <a:off x="2700212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9" name="pg3769"/>
            <p:cNvSpPr/>
            <p:nvPr/>
          </p:nvSpPr>
          <p:spPr>
            <a:xfrm>
              <a:off x="2711850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0" name="pg3770"/>
            <p:cNvSpPr/>
            <p:nvPr/>
          </p:nvSpPr>
          <p:spPr>
            <a:xfrm>
              <a:off x="2723487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1" name="pg3771"/>
            <p:cNvSpPr/>
            <p:nvPr/>
          </p:nvSpPr>
          <p:spPr>
            <a:xfrm>
              <a:off x="2735124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2" name="pg3772"/>
            <p:cNvSpPr/>
            <p:nvPr/>
          </p:nvSpPr>
          <p:spPr>
            <a:xfrm>
              <a:off x="4410900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3" name="pg3773"/>
            <p:cNvSpPr/>
            <p:nvPr/>
          </p:nvSpPr>
          <p:spPr>
            <a:xfrm>
              <a:off x="4422537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4" name="pg3774"/>
            <p:cNvSpPr/>
            <p:nvPr/>
          </p:nvSpPr>
          <p:spPr>
            <a:xfrm>
              <a:off x="4434174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5" name="pg3775"/>
            <p:cNvSpPr/>
            <p:nvPr/>
          </p:nvSpPr>
          <p:spPr>
            <a:xfrm>
              <a:off x="4445812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6" name="pg3776"/>
            <p:cNvSpPr/>
            <p:nvPr/>
          </p:nvSpPr>
          <p:spPr>
            <a:xfrm>
              <a:off x="4457449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7" name="pg3777"/>
            <p:cNvSpPr/>
            <p:nvPr/>
          </p:nvSpPr>
          <p:spPr>
            <a:xfrm>
              <a:off x="4469086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8" name="pg3778"/>
            <p:cNvSpPr/>
            <p:nvPr/>
          </p:nvSpPr>
          <p:spPr>
            <a:xfrm>
              <a:off x="4480724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9" name="pg3779"/>
            <p:cNvSpPr/>
            <p:nvPr/>
          </p:nvSpPr>
          <p:spPr>
            <a:xfrm>
              <a:off x="4492361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0" name="pg3780"/>
            <p:cNvSpPr/>
            <p:nvPr/>
          </p:nvSpPr>
          <p:spPr>
            <a:xfrm>
              <a:off x="4503998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1" name="pg3781"/>
            <p:cNvSpPr/>
            <p:nvPr/>
          </p:nvSpPr>
          <p:spPr>
            <a:xfrm>
              <a:off x="4515636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2" name="pg3782"/>
            <p:cNvSpPr/>
            <p:nvPr/>
          </p:nvSpPr>
          <p:spPr>
            <a:xfrm>
              <a:off x="4527273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3" name="pg3783"/>
            <p:cNvSpPr/>
            <p:nvPr/>
          </p:nvSpPr>
          <p:spPr>
            <a:xfrm>
              <a:off x="4538910" y="53677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4" name="pg3784"/>
            <p:cNvSpPr/>
            <p:nvPr/>
          </p:nvSpPr>
          <p:spPr>
            <a:xfrm>
              <a:off x="2688575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5" name="pg3785"/>
            <p:cNvSpPr/>
            <p:nvPr/>
          </p:nvSpPr>
          <p:spPr>
            <a:xfrm>
              <a:off x="2700212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6" name="pg3786"/>
            <p:cNvSpPr/>
            <p:nvPr/>
          </p:nvSpPr>
          <p:spPr>
            <a:xfrm>
              <a:off x="2711850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7" name="pg3787"/>
            <p:cNvSpPr/>
            <p:nvPr/>
          </p:nvSpPr>
          <p:spPr>
            <a:xfrm>
              <a:off x="2723487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8" name="pg3788"/>
            <p:cNvSpPr/>
            <p:nvPr/>
          </p:nvSpPr>
          <p:spPr>
            <a:xfrm>
              <a:off x="2735124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9" name="pg3789"/>
            <p:cNvSpPr/>
            <p:nvPr/>
          </p:nvSpPr>
          <p:spPr>
            <a:xfrm>
              <a:off x="4410900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0" name="pg3790"/>
            <p:cNvSpPr/>
            <p:nvPr/>
          </p:nvSpPr>
          <p:spPr>
            <a:xfrm>
              <a:off x="4422537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1" name="pg3791"/>
            <p:cNvSpPr/>
            <p:nvPr/>
          </p:nvSpPr>
          <p:spPr>
            <a:xfrm>
              <a:off x="4434174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2" name="pg3792"/>
            <p:cNvSpPr/>
            <p:nvPr/>
          </p:nvSpPr>
          <p:spPr>
            <a:xfrm>
              <a:off x="4445812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3" name="pg3793"/>
            <p:cNvSpPr/>
            <p:nvPr/>
          </p:nvSpPr>
          <p:spPr>
            <a:xfrm>
              <a:off x="4457449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4" name="pg3794"/>
            <p:cNvSpPr/>
            <p:nvPr/>
          </p:nvSpPr>
          <p:spPr>
            <a:xfrm>
              <a:off x="4469086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5" name="pg3795"/>
            <p:cNvSpPr/>
            <p:nvPr/>
          </p:nvSpPr>
          <p:spPr>
            <a:xfrm>
              <a:off x="4480724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6" name="pg3796"/>
            <p:cNvSpPr/>
            <p:nvPr/>
          </p:nvSpPr>
          <p:spPr>
            <a:xfrm>
              <a:off x="4492361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7" name="pg3797"/>
            <p:cNvSpPr/>
            <p:nvPr/>
          </p:nvSpPr>
          <p:spPr>
            <a:xfrm>
              <a:off x="4503998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8" name="pg3798"/>
            <p:cNvSpPr/>
            <p:nvPr/>
          </p:nvSpPr>
          <p:spPr>
            <a:xfrm>
              <a:off x="4515636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9" name="pg3799"/>
            <p:cNvSpPr/>
            <p:nvPr/>
          </p:nvSpPr>
          <p:spPr>
            <a:xfrm>
              <a:off x="4527273" y="5382023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0" name="pg3800"/>
            <p:cNvSpPr/>
            <p:nvPr/>
          </p:nvSpPr>
          <p:spPr>
            <a:xfrm>
              <a:off x="2676938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1" name="pg3801"/>
            <p:cNvSpPr/>
            <p:nvPr/>
          </p:nvSpPr>
          <p:spPr>
            <a:xfrm>
              <a:off x="2688575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2" name="pg3802"/>
            <p:cNvSpPr/>
            <p:nvPr/>
          </p:nvSpPr>
          <p:spPr>
            <a:xfrm>
              <a:off x="2700212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3" name="pg3803"/>
            <p:cNvSpPr/>
            <p:nvPr/>
          </p:nvSpPr>
          <p:spPr>
            <a:xfrm>
              <a:off x="2711850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4" name="pg3804"/>
            <p:cNvSpPr/>
            <p:nvPr/>
          </p:nvSpPr>
          <p:spPr>
            <a:xfrm>
              <a:off x="2723487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5" name="pg3805"/>
            <p:cNvSpPr/>
            <p:nvPr/>
          </p:nvSpPr>
          <p:spPr>
            <a:xfrm>
              <a:off x="4422537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6" name="pg3806"/>
            <p:cNvSpPr/>
            <p:nvPr/>
          </p:nvSpPr>
          <p:spPr>
            <a:xfrm>
              <a:off x="4434174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7" name="pg3807"/>
            <p:cNvSpPr/>
            <p:nvPr/>
          </p:nvSpPr>
          <p:spPr>
            <a:xfrm>
              <a:off x="4445812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8" name="pg3808"/>
            <p:cNvSpPr/>
            <p:nvPr/>
          </p:nvSpPr>
          <p:spPr>
            <a:xfrm>
              <a:off x="4457449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9" name="pg3809"/>
            <p:cNvSpPr/>
            <p:nvPr/>
          </p:nvSpPr>
          <p:spPr>
            <a:xfrm>
              <a:off x="4469086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0" name="pg3810"/>
            <p:cNvSpPr/>
            <p:nvPr/>
          </p:nvSpPr>
          <p:spPr>
            <a:xfrm>
              <a:off x="4480724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1" name="pg3811"/>
            <p:cNvSpPr/>
            <p:nvPr/>
          </p:nvSpPr>
          <p:spPr>
            <a:xfrm>
              <a:off x="4492361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2" name="pg3812"/>
            <p:cNvSpPr/>
            <p:nvPr/>
          </p:nvSpPr>
          <p:spPr>
            <a:xfrm>
              <a:off x="4503998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3" name="pg3813"/>
            <p:cNvSpPr/>
            <p:nvPr/>
          </p:nvSpPr>
          <p:spPr>
            <a:xfrm>
              <a:off x="4515636" y="5396324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4" name="pg3814"/>
            <p:cNvSpPr/>
            <p:nvPr/>
          </p:nvSpPr>
          <p:spPr>
            <a:xfrm>
              <a:off x="2676938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5" name="pg3815"/>
            <p:cNvSpPr/>
            <p:nvPr/>
          </p:nvSpPr>
          <p:spPr>
            <a:xfrm>
              <a:off x="2688575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6" name="pg3816"/>
            <p:cNvSpPr/>
            <p:nvPr/>
          </p:nvSpPr>
          <p:spPr>
            <a:xfrm>
              <a:off x="2700212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7" name="pg3817"/>
            <p:cNvSpPr/>
            <p:nvPr/>
          </p:nvSpPr>
          <p:spPr>
            <a:xfrm>
              <a:off x="2711850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8" name="pg3818"/>
            <p:cNvSpPr/>
            <p:nvPr/>
          </p:nvSpPr>
          <p:spPr>
            <a:xfrm>
              <a:off x="2723487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9" name="pg3819"/>
            <p:cNvSpPr/>
            <p:nvPr/>
          </p:nvSpPr>
          <p:spPr>
            <a:xfrm>
              <a:off x="4434174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0" name="pg3820"/>
            <p:cNvSpPr/>
            <p:nvPr/>
          </p:nvSpPr>
          <p:spPr>
            <a:xfrm>
              <a:off x="4445812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1" name="pg3821"/>
            <p:cNvSpPr/>
            <p:nvPr/>
          </p:nvSpPr>
          <p:spPr>
            <a:xfrm>
              <a:off x="4457449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2" name="pg3822"/>
            <p:cNvSpPr/>
            <p:nvPr/>
          </p:nvSpPr>
          <p:spPr>
            <a:xfrm>
              <a:off x="4469086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3" name="pg3823"/>
            <p:cNvSpPr/>
            <p:nvPr/>
          </p:nvSpPr>
          <p:spPr>
            <a:xfrm>
              <a:off x="4480724" y="54106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4" name="pg3824"/>
            <p:cNvSpPr/>
            <p:nvPr/>
          </p:nvSpPr>
          <p:spPr>
            <a:xfrm>
              <a:off x="2676938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5" name="pg3825"/>
            <p:cNvSpPr/>
            <p:nvPr/>
          </p:nvSpPr>
          <p:spPr>
            <a:xfrm>
              <a:off x="2688575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6" name="pg3826"/>
            <p:cNvSpPr/>
            <p:nvPr/>
          </p:nvSpPr>
          <p:spPr>
            <a:xfrm>
              <a:off x="2700212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7" name="pg3827"/>
            <p:cNvSpPr/>
            <p:nvPr/>
          </p:nvSpPr>
          <p:spPr>
            <a:xfrm>
              <a:off x="2711850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8" name="pg3828"/>
            <p:cNvSpPr/>
            <p:nvPr/>
          </p:nvSpPr>
          <p:spPr>
            <a:xfrm>
              <a:off x="2723487" y="5424925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9" name="pg3829"/>
            <p:cNvSpPr/>
            <p:nvPr/>
          </p:nvSpPr>
          <p:spPr>
            <a:xfrm>
              <a:off x="2676938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0" name="pg3830"/>
            <p:cNvSpPr/>
            <p:nvPr/>
          </p:nvSpPr>
          <p:spPr>
            <a:xfrm>
              <a:off x="2688575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1" name="pg3831"/>
            <p:cNvSpPr/>
            <p:nvPr/>
          </p:nvSpPr>
          <p:spPr>
            <a:xfrm>
              <a:off x="2700212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2" name="pg3832"/>
            <p:cNvSpPr/>
            <p:nvPr/>
          </p:nvSpPr>
          <p:spPr>
            <a:xfrm>
              <a:off x="2711850" y="54392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3" name="pg3833"/>
            <p:cNvSpPr/>
            <p:nvPr/>
          </p:nvSpPr>
          <p:spPr>
            <a:xfrm>
              <a:off x="2665300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4" name="pg3834"/>
            <p:cNvSpPr/>
            <p:nvPr/>
          </p:nvSpPr>
          <p:spPr>
            <a:xfrm>
              <a:off x="2676938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5" name="pg3835"/>
            <p:cNvSpPr/>
            <p:nvPr/>
          </p:nvSpPr>
          <p:spPr>
            <a:xfrm>
              <a:off x="2688575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6" name="pg3836"/>
            <p:cNvSpPr/>
            <p:nvPr/>
          </p:nvSpPr>
          <p:spPr>
            <a:xfrm>
              <a:off x="2700212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7" name="pg3837"/>
            <p:cNvSpPr/>
            <p:nvPr/>
          </p:nvSpPr>
          <p:spPr>
            <a:xfrm>
              <a:off x="2711850" y="5453526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8" name="pg3838"/>
            <p:cNvSpPr/>
            <p:nvPr/>
          </p:nvSpPr>
          <p:spPr>
            <a:xfrm>
              <a:off x="2665300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9" name="pg3839"/>
            <p:cNvSpPr/>
            <p:nvPr/>
          </p:nvSpPr>
          <p:spPr>
            <a:xfrm>
              <a:off x="2676938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0" name="pg3840"/>
            <p:cNvSpPr/>
            <p:nvPr/>
          </p:nvSpPr>
          <p:spPr>
            <a:xfrm>
              <a:off x="2688575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1" name="pg3841"/>
            <p:cNvSpPr/>
            <p:nvPr/>
          </p:nvSpPr>
          <p:spPr>
            <a:xfrm>
              <a:off x="2700212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2" name="pg3842"/>
            <p:cNvSpPr/>
            <p:nvPr/>
          </p:nvSpPr>
          <p:spPr>
            <a:xfrm>
              <a:off x="2711850" y="5467827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3" name="pg3843"/>
            <p:cNvSpPr/>
            <p:nvPr/>
          </p:nvSpPr>
          <p:spPr>
            <a:xfrm>
              <a:off x="2665300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4" name="pg3844"/>
            <p:cNvSpPr/>
            <p:nvPr/>
          </p:nvSpPr>
          <p:spPr>
            <a:xfrm>
              <a:off x="2676938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5" name="pg3845"/>
            <p:cNvSpPr/>
            <p:nvPr/>
          </p:nvSpPr>
          <p:spPr>
            <a:xfrm>
              <a:off x="2688575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6" name="pg3846"/>
            <p:cNvSpPr/>
            <p:nvPr/>
          </p:nvSpPr>
          <p:spPr>
            <a:xfrm>
              <a:off x="2700212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7" name="pg3847"/>
            <p:cNvSpPr/>
            <p:nvPr/>
          </p:nvSpPr>
          <p:spPr>
            <a:xfrm>
              <a:off x="2711850" y="54821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8" name="pg3848"/>
            <p:cNvSpPr/>
            <p:nvPr/>
          </p:nvSpPr>
          <p:spPr>
            <a:xfrm>
              <a:off x="2665300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9" name="pg3849"/>
            <p:cNvSpPr/>
            <p:nvPr/>
          </p:nvSpPr>
          <p:spPr>
            <a:xfrm>
              <a:off x="2676938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0" name="pg3850"/>
            <p:cNvSpPr/>
            <p:nvPr/>
          </p:nvSpPr>
          <p:spPr>
            <a:xfrm>
              <a:off x="2688575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1" name="pg3851"/>
            <p:cNvSpPr/>
            <p:nvPr/>
          </p:nvSpPr>
          <p:spPr>
            <a:xfrm>
              <a:off x="2700212" y="5496428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2" name="pg3852"/>
            <p:cNvSpPr/>
            <p:nvPr/>
          </p:nvSpPr>
          <p:spPr>
            <a:xfrm>
              <a:off x="2665300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3" name="pg3853"/>
            <p:cNvSpPr/>
            <p:nvPr/>
          </p:nvSpPr>
          <p:spPr>
            <a:xfrm>
              <a:off x="2676938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4" name="pg3854"/>
            <p:cNvSpPr/>
            <p:nvPr/>
          </p:nvSpPr>
          <p:spPr>
            <a:xfrm>
              <a:off x="2688575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5" name="pg3855"/>
            <p:cNvSpPr/>
            <p:nvPr/>
          </p:nvSpPr>
          <p:spPr>
            <a:xfrm>
              <a:off x="2700212" y="55107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6" name="pg3856"/>
            <p:cNvSpPr/>
            <p:nvPr/>
          </p:nvSpPr>
          <p:spPr>
            <a:xfrm>
              <a:off x="2665300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7" name="pg3857"/>
            <p:cNvSpPr/>
            <p:nvPr/>
          </p:nvSpPr>
          <p:spPr>
            <a:xfrm>
              <a:off x="2676938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8" name="pg3858"/>
            <p:cNvSpPr/>
            <p:nvPr/>
          </p:nvSpPr>
          <p:spPr>
            <a:xfrm>
              <a:off x="2688575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9" name="pg3859"/>
            <p:cNvSpPr/>
            <p:nvPr/>
          </p:nvSpPr>
          <p:spPr>
            <a:xfrm>
              <a:off x="2700212" y="5525029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0" name="pg3860"/>
            <p:cNvSpPr/>
            <p:nvPr/>
          </p:nvSpPr>
          <p:spPr>
            <a:xfrm>
              <a:off x="2665300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1" name="pg3861"/>
            <p:cNvSpPr/>
            <p:nvPr/>
          </p:nvSpPr>
          <p:spPr>
            <a:xfrm>
              <a:off x="2676938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2" name="pg3862"/>
            <p:cNvSpPr/>
            <p:nvPr/>
          </p:nvSpPr>
          <p:spPr>
            <a:xfrm>
              <a:off x="2688575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3" name="pg3863"/>
            <p:cNvSpPr/>
            <p:nvPr/>
          </p:nvSpPr>
          <p:spPr>
            <a:xfrm>
              <a:off x="2700212" y="5539330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4" name="pg3864"/>
            <p:cNvSpPr/>
            <p:nvPr/>
          </p:nvSpPr>
          <p:spPr>
            <a:xfrm>
              <a:off x="2665300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7">
                <a:alpha val="100000"/>
              </a:srgbClr>
            </a:solidFill>
            <a:ln w="5420" cap="flat">
              <a:solidFill>
                <a:srgbClr val="392D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5" name="pg3865"/>
            <p:cNvSpPr/>
            <p:nvPr/>
          </p:nvSpPr>
          <p:spPr>
            <a:xfrm>
              <a:off x="2676938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7">
                <a:alpha val="100000"/>
              </a:srgbClr>
            </a:solidFill>
            <a:ln w="5420" cap="flat">
              <a:solidFill>
                <a:srgbClr val="392D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6" name="pg3866"/>
            <p:cNvSpPr/>
            <p:nvPr/>
          </p:nvSpPr>
          <p:spPr>
            <a:xfrm>
              <a:off x="2688575" y="5553631"/>
              <a:ext cx="11637" cy="14300"/>
            </a:xfrm>
            <a:custGeom>
              <a:avLst/>
              <a:gdLst/>
              <a:ahLst/>
              <a:cxnLst/>
              <a:rect l="0" t="0" r="0" b="0"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7">
                <a:alpha val="100000"/>
              </a:srgbClr>
            </a:solidFill>
            <a:ln w="5420" cap="flat">
              <a:solidFill>
                <a:srgbClr val="392D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7" name="pg3867"/>
            <p:cNvSpPr/>
            <p:nvPr/>
          </p:nvSpPr>
          <p:spPr>
            <a:xfrm>
              <a:off x="2232276" y="2540116"/>
              <a:ext cx="3705599" cy="2850404"/>
            </a:xfrm>
            <a:custGeom>
              <a:avLst/>
              <a:gdLst/>
              <a:ahLst/>
              <a:cxnLst/>
              <a:rect l="0" t="0" r="0" b="0"/>
              <a:pathLst>
                <a:path w="3705599" h="2850404">
                  <a:moveTo>
                    <a:pt x="2893187" y="266106"/>
                  </a:moveTo>
                  <a:lnTo>
                    <a:pt x="2917831" y="266068"/>
                  </a:lnTo>
                  <a:lnTo>
                    <a:pt x="2961871" y="266005"/>
                  </a:lnTo>
                  <a:lnTo>
                    <a:pt x="3005910" y="265941"/>
                  </a:lnTo>
                  <a:lnTo>
                    <a:pt x="3049950" y="265884"/>
                  </a:lnTo>
                  <a:lnTo>
                    <a:pt x="3093989" y="265820"/>
                  </a:lnTo>
                  <a:lnTo>
                    <a:pt x="3138033" y="265757"/>
                  </a:lnTo>
                  <a:lnTo>
                    <a:pt x="3182073" y="265693"/>
                  </a:lnTo>
                  <a:lnTo>
                    <a:pt x="3226112" y="265630"/>
                  </a:lnTo>
                  <a:lnTo>
                    <a:pt x="3236535" y="240559"/>
                  </a:lnTo>
                  <a:lnTo>
                    <a:pt x="3246246" y="228887"/>
                  </a:lnTo>
                  <a:lnTo>
                    <a:pt x="3259547" y="232754"/>
                  </a:lnTo>
                  <a:lnTo>
                    <a:pt x="3266632" y="232430"/>
                  </a:lnTo>
                  <a:lnTo>
                    <a:pt x="3274508" y="226410"/>
                  </a:lnTo>
                  <a:lnTo>
                    <a:pt x="3280895" y="222752"/>
                  </a:lnTo>
                  <a:lnTo>
                    <a:pt x="3285102" y="223292"/>
                  </a:lnTo>
                  <a:lnTo>
                    <a:pt x="3288693" y="228804"/>
                  </a:lnTo>
                  <a:lnTo>
                    <a:pt x="3291680" y="232481"/>
                  </a:lnTo>
                  <a:lnTo>
                    <a:pt x="3295168" y="231408"/>
                  </a:lnTo>
                  <a:lnTo>
                    <a:pt x="3298155" y="226207"/>
                  </a:lnTo>
                  <a:lnTo>
                    <a:pt x="3298052" y="218993"/>
                  </a:lnTo>
                  <a:lnTo>
                    <a:pt x="3302140" y="213970"/>
                  </a:lnTo>
                  <a:lnTo>
                    <a:pt x="3306992" y="213201"/>
                  </a:lnTo>
                  <a:lnTo>
                    <a:pt x="3311478" y="213360"/>
                  </a:lnTo>
                  <a:lnTo>
                    <a:pt x="3313715" y="210909"/>
                  </a:lnTo>
                  <a:lnTo>
                    <a:pt x="3313467" y="207391"/>
                  </a:lnTo>
                  <a:lnTo>
                    <a:pt x="3311850" y="201726"/>
                  </a:lnTo>
                  <a:lnTo>
                    <a:pt x="3312398" y="194906"/>
                  </a:lnTo>
                  <a:lnTo>
                    <a:pt x="3323601" y="182859"/>
                  </a:lnTo>
                  <a:lnTo>
                    <a:pt x="3337337" y="174686"/>
                  </a:lnTo>
                  <a:lnTo>
                    <a:pt x="3342153" y="170603"/>
                  </a:lnTo>
                  <a:lnTo>
                    <a:pt x="3343554" y="162322"/>
                  </a:lnTo>
                  <a:lnTo>
                    <a:pt x="3351429" y="153717"/>
                  </a:lnTo>
                  <a:lnTo>
                    <a:pt x="3355367" y="148770"/>
                  </a:lnTo>
                  <a:lnTo>
                    <a:pt x="3356328" y="144471"/>
                  </a:lnTo>
                  <a:lnTo>
                    <a:pt x="3354287" y="139181"/>
                  </a:lnTo>
                  <a:lnTo>
                    <a:pt x="3354494" y="129097"/>
                  </a:lnTo>
                  <a:lnTo>
                    <a:pt x="3357202" y="117050"/>
                  </a:lnTo>
                  <a:lnTo>
                    <a:pt x="3360442" y="103930"/>
                  </a:lnTo>
                  <a:lnTo>
                    <a:pt x="3367703" y="92099"/>
                  </a:lnTo>
                  <a:lnTo>
                    <a:pt x="3379609" y="79195"/>
                  </a:lnTo>
                  <a:lnTo>
                    <a:pt x="3382673" y="62240"/>
                  </a:lnTo>
                  <a:lnTo>
                    <a:pt x="3385903" y="44357"/>
                  </a:lnTo>
                  <a:lnTo>
                    <a:pt x="3400295" y="26932"/>
                  </a:lnTo>
                  <a:lnTo>
                    <a:pt x="3416615" y="7169"/>
                  </a:lnTo>
                  <a:lnTo>
                    <a:pt x="3422535" y="0"/>
                  </a:lnTo>
                  <a:lnTo>
                    <a:pt x="3618932" y="0"/>
                  </a:lnTo>
                  <a:lnTo>
                    <a:pt x="3619257" y="14859"/>
                  </a:lnTo>
                  <a:lnTo>
                    <a:pt x="3619521" y="35130"/>
                  </a:lnTo>
                  <a:lnTo>
                    <a:pt x="3619800" y="56493"/>
                  </a:lnTo>
                  <a:lnTo>
                    <a:pt x="3620001" y="71740"/>
                  </a:lnTo>
                  <a:lnTo>
                    <a:pt x="3620347" y="92677"/>
                  </a:lnTo>
                  <a:lnTo>
                    <a:pt x="3620621" y="109334"/>
                  </a:lnTo>
                  <a:lnTo>
                    <a:pt x="3620988" y="131078"/>
                  </a:lnTo>
                  <a:lnTo>
                    <a:pt x="3621179" y="142699"/>
                  </a:lnTo>
                  <a:lnTo>
                    <a:pt x="3623045" y="146052"/>
                  </a:lnTo>
                  <a:lnTo>
                    <a:pt x="3621924" y="150631"/>
                  </a:lnTo>
                  <a:lnTo>
                    <a:pt x="3621433" y="152923"/>
                  </a:lnTo>
                  <a:lnTo>
                    <a:pt x="3621552" y="154746"/>
                  </a:lnTo>
                  <a:lnTo>
                    <a:pt x="3622296" y="157038"/>
                  </a:lnTo>
                  <a:lnTo>
                    <a:pt x="3622172" y="160245"/>
                  </a:lnTo>
                  <a:lnTo>
                    <a:pt x="3620435" y="163147"/>
                  </a:lnTo>
                  <a:lnTo>
                    <a:pt x="3619567" y="166500"/>
                  </a:lnTo>
                  <a:lnTo>
                    <a:pt x="3619319" y="171993"/>
                  </a:lnTo>
                  <a:lnTo>
                    <a:pt x="3621179" y="175353"/>
                  </a:lnTo>
                  <a:lnTo>
                    <a:pt x="3624285" y="177334"/>
                  </a:lnTo>
                  <a:lnTo>
                    <a:pt x="3626895" y="177334"/>
                  </a:lnTo>
                  <a:lnTo>
                    <a:pt x="3630249" y="179322"/>
                  </a:lnTo>
                  <a:lnTo>
                    <a:pt x="3634595" y="182834"/>
                  </a:lnTo>
                  <a:lnTo>
                    <a:pt x="3641173" y="185882"/>
                  </a:lnTo>
                  <a:lnTo>
                    <a:pt x="3648005" y="186949"/>
                  </a:lnTo>
                  <a:lnTo>
                    <a:pt x="3652723" y="186187"/>
                  </a:lnTo>
                  <a:lnTo>
                    <a:pt x="3658434" y="188174"/>
                  </a:lnTo>
                  <a:lnTo>
                    <a:pt x="3660423" y="193058"/>
                  </a:lnTo>
                  <a:lnTo>
                    <a:pt x="3659307" y="197630"/>
                  </a:lnTo>
                  <a:lnTo>
                    <a:pt x="3656077" y="199770"/>
                  </a:lnTo>
                  <a:lnTo>
                    <a:pt x="3652599" y="201453"/>
                  </a:lnTo>
                  <a:lnTo>
                    <a:pt x="3651979" y="204958"/>
                  </a:lnTo>
                  <a:lnTo>
                    <a:pt x="3653715" y="208623"/>
                  </a:lnTo>
                  <a:lnTo>
                    <a:pt x="3656201" y="211829"/>
                  </a:lnTo>
                  <a:lnTo>
                    <a:pt x="3658935" y="217462"/>
                  </a:lnTo>
                  <a:lnTo>
                    <a:pt x="3657813" y="222346"/>
                  </a:lnTo>
                  <a:lnTo>
                    <a:pt x="3655333" y="226467"/>
                  </a:lnTo>
                  <a:lnTo>
                    <a:pt x="3654212" y="230735"/>
                  </a:lnTo>
                  <a:lnTo>
                    <a:pt x="3656325" y="234405"/>
                  </a:lnTo>
                  <a:lnTo>
                    <a:pt x="3661912" y="239282"/>
                  </a:lnTo>
                  <a:lnTo>
                    <a:pt x="3665389" y="244013"/>
                  </a:lnTo>
                  <a:lnTo>
                    <a:pt x="3670857" y="246611"/>
                  </a:lnTo>
                  <a:lnTo>
                    <a:pt x="3673461" y="244775"/>
                  </a:lnTo>
                  <a:lnTo>
                    <a:pt x="3675575" y="242330"/>
                  </a:lnTo>
                  <a:lnTo>
                    <a:pt x="3677807" y="240501"/>
                  </a:lnTo>
                  <a:lnTo>
                    <a:pt x="3681657" y="241575"/>
                  </a:lnTo>
                  <a:lnTo>
                    <a:pt x="3686127" y="242946"/>
                  </a:lnTo>
                  <a:lnTo>
                    <a:pt x="3691011" y="244578"/>
                  </a:lnTo>
                  <a:lnTo>
                    <a:pt x="3690427" y="248535"/>
                  </a:lnTo>
                  <a:lnTo>
                    <a:pt x="3693404" y="255203"/>
                  </a:lnTo>
                  <a:lnTo>
                    <a:pt x="3695708" y="268024"/>
                  </a:lnTo>
                  <a:lnTo>
                    <a:pt x="3692169" y="273847"/>
                  </a:lnTo>
                  <a:lnTo>
                    <a:pt x="3692928" y="281563"/>
                  </a:lnTo>
                  <a:lnTo>
                    <a:pt x="3702742" y="283811"/>
                  </a:lnTo>
                  <a:lnTo>
                    <a:pt x="3705129" y="286173"/>
                  </a:lnTo>
                  <a:lnTo>
                    <a:pt x="3705599" y="289025"/>
                  </a:lnTo>
                  <a:lnTo>
                    <a:pt x="3683983" y="308806"/>
                  </a:lnTo>
                  <a:lnTo>
                    <a:pt x="3665694" y="306037"/>
                  </a:lnTo>
                  <a:lnTo>
                    <a:pt x="3655772" y="311283"/>
                  </a:lnTo>
                  <a:lnTo>
                    <a:pt x="3645380" y="312813"/>
                  </a:lnTo>
                  <a:lnTo>
                    <a:pt x="3640822" y="321653"/>
                  </a:lnTo>
                  <a:lnTo>
                    <a:pt x="3635117" y="323526"/>
                  </a:lnTo>
                  <a:lnTo>
                    <a:pt x="3627303" y="322993"/>
                  </a:lnTo>
                  <a:lnTo>
                    <a:pt x="3620565" y="320497"/>
                  </a:lnTo>
                  <a:lnTo>
                    <a:pt x="3615423" y="321723"/>
                  </a:lnTo>
                  <a:lnTo>
                    <a:pt x="3608229" y="337675"/>
                  </a:lnTo>
                  <a:lnTo>
                    <a:pt x="3602338" y="336284"/>
                  </a:lnTo>
                  <a:lnTo>
                    <a:pt x="3599992" y="342025"/>
                  </a:lnTo>
                  <a:lnTo>
                    <a:pt x="3596912" y="344534"/>
                  </a:lnTo>
                  <a:lnTo>
                    <a:pt x="3592395" y="346686"/>
                  </a:lnTo>
                  <a:lnTo>
                    <a:pt x="3588473" y="339599"/>
                  </a:lnTo>
                  <a:lnTo>
                    <a:pt x="3585977" y="332862"/>
                  </a:lnTo>
                  <a:lnTo>
                    <a:pt x="3582298" y="331382"/>
                  </a:lnTo>
                  <a:lnTo>
                    <a:pt x="3577409" y="329661"/>
                  </a:lnTo>
                  <a:lnTo>
                    <a:pt x="3572381" y="329718"/>
                  </a:lnTo>
                  <a:lnTo>
                    <a:pt x="3569027" y="330683"/>
                  </a:lnTo>
                  <a:lnTo>
                    <a:pt x="3564867" y="335040"/>
                  </a:lnTo>
                  <a:lnTo>
                    <a:pt x="3558836" y="338780"/>
                  </a:lnTo>
                  <a:lnTo>
                    <a:pt x="3554273" y="335662"/>
                  </a:lnTo>
                  <a:lnTo>
                    <a:pt x="3550702" y="330652"/>
                  </a:lnTo>
                  <a:lnTo>
                    <a:pt x="3547648" y="338710"/>
                  </a:lnTo>
                  <a:lnTo>
                    <a:pt x="3543204" y="347220"/>
                  </a:lnTo>
                  <a:lnTo>
                    <a:pt x="3543943" y="357145"/>
                  </a:lnTo>
                  <a:lnTo>
                    <a:pt x="3542031" y="363032"/>
                  </a:lnTo>
                  <a:lnTo>
                    <a:pt x="3537814" y="361445"/>
                  </a:lnTo>
                  <a:lnTo>
                    <a:pt x="3533618" y="356282"/>
                  </a:lnTo>
                  <a:lnTo>
                    <a:pt x="3521840" y="352154"/>
                  </a:lnTo>
                  <a:lnTo>
                    <a:pt x="3512461" y="352535"/>
                  </a:lnTo>
                  <a:lnTo>
                    <a:pt x="3514368" y="347023"/>
                  </a:lnTo>
                  <a:lnTo>
                    <a:pt x="3523236" y="339110"/>
                  </a:lnTo>
                  <a:lnTo>
                    <a:pt x="3520507" y="337561"/>
                  </a:lnTo>
                  <a:lnTo>
                    <a:pt x="3516156" y="338659"/>
                  </a:lnTo>
                  <a:lnTo>
                    <a:pt x="3514259" y="337561"/>
                  </a:lnTo>
                  <a:lnTo>
                    <a:pt x="3517370" y="330372"/>
                  </a:lnTo>
                  <a:lnTo>
                    <a:pt x="3517670" y="322441"/>
                  </a:lnTo>
                  <a:lnTo>
                    <a:pt x="3513701" y="325216"/>
                  </a:lnTo>
                  <a:lnTo>
                    <a:pt x="3508709" y="333585"/>
                  </a:lnTo>
                  <a:lnTo>
                    <a:pt x="3496632" y="340247"/>
                  </a:lnTo>
                  <a:lnTo>
                    <a:pt x="3497195" y="351398"/>
                  </a:lnTo>
                  <a:lnTo>
                    <a:pt x="3485826" y="374253"/>
                  </a:lnTo>
                  <a:lnTo>
                    <a:pt x="3485320" y="383982"/>
                  </a:lnTo>
                  <a:lnTo>
                    <a:pt x="3478028" y="391749"/>
                  </a:lnTo>
                  <a:lnTo>
                    <a:pt x="3468628" y="398429"/>
                  </a:lnTo>
                  <a:lnTo>
                    <a:pt x="3456091" y="396550"/>
                  </a:lnTo>
                  <a:lnTo>
                    <a:pt x="3446521" y="402354"/>
                  </a:lnTo>
                  <a:lnTo>
                    <a:pt x="3441663" y="409015"/>
                  </a:lnTo>
                  <a:lnTo>
                    <a:pt x="3437441" y="410019"/>
                  </a:lnTo>
                  <a:lnTo>
                    <a:pt x="3435240" y="401535"/>
                  </a:lnTo>
                  <a:lnTo>
                    <a:pt x="3433638" y="398912"/>
                  </a:lnTo>
                  <a:lnTo>
                    <a:pt x="3430113" y="411422"/>
                  </a:lnTo>
                  <a:lnTo>
                    <a:pt x="3426522" y="412197"/>
                  </a:lnTo>
                  <a:lnTo>
                    <a:pt x="3425163" y="403325"/>
                  </a:lnTo>
                  <a:lnTo>
                    <a:pt x="3423457" y="397464"/>
                  </a:lnTo>
                  <a:lnTo>
                    <a:pt x="3418563" y="402519"/>
                  </a:lnTo>
                  <a:lnTo>
                    <a:pt x="3415313" y="415918"/>
                  </a:lnTo>
                  <a:lnTo>
                    <a:pt x="3411907" y="414788"/>
                  </a:lnTo>
                  <a:lnTo>
                    <a:pt x="3410822" y="409803"/>
                  </a:lnTo>
                  <a:lnTo>
                    <a:pt x="3408383" y="408291"/>
                  </a:lnTo>
                  <a:lnTo>
                    <a:pt x="3407546" y="413988"/>
                  </a:lnTo>
                  <a:lnTo>
                    <a:pt x="3408776" y="422002"/>
                  </a:lnTo>
                  <a:lnTo>
                    <a:pt x="3407003" y="426282"/>
                  </a:lnTo>
                  <a:lnTo>
                    <a:pt x="3403618" y="423996"/>
                  </a:lnTo>
                  <a:lnTo>
                    <a:pt x="3400213" y="420141"/>
                  </a:lnTo>
                  <a:lnTo>
                    <a:pt x="3394595" y="423069"/>
                  </a:lnTo>
                  <a:lnTo>
                    <a:pt x="3389438" y="424256"/>
                  </a:lnTo>
                  <a:lnTo>
                    <a:pt x="3389417" y="420332"/>
                  </a:lnTo>
                  <a:lnTo>
                    <a:pt x="3390399" y="415518"/>
                  </a:lnTo>
                  <a:lnTo>
                    <a:pt x="3380121" y="418179"/>
                  </a:lnTo>
                  <a:lnTo>
                    <a:pt x="3367796" y="427057"/>
                  </a:lnTo>
                  <a:lnTo>
                    <a:pt x="3358225" y="439339"/>
                  </a:lnTo>
                  <a:lnTo>
                    <a:pt x="3361543" y="441383"/>
                  </a:lnTo>
                  <a:lnTo>
                    <a:pt x="3365279" y="445295"/>
                  </a:lnTo>
                  <a:lnTo>
                    <a:pt x="3348654" y="464270"/>
                  </a:lnTo>
                  <a:lnTo>
                    <a:pt x="3331611" y="481359"/>
                  </a:lnTo>
                  <a:lnTo>
                    <a:pt x="3318738" y="509244"/>
                  </a:lnTo>
                  <a:lnTo>
                    <a:pt x="3313571" y="512508"/>
                  </a:lnTo>
                  <a:lnTo>
                    <a:pt x="3309132" y="517620"/>
                  </a:lnTo>
                  <a:lnTo>
                    <a:pt x="3304419" y="534455"/>
                  </a:lnTo>
                  <a:lnTo>
                    <a:pt x="3298977" y="549442"/>
                  </a:lnTo>
                  <a:lnTo>
                    <a:pt x="3302021" y="556116"/>
                  </a:lnTo>
                  <a:lnTo>
                    <a:pt x="3304026" y="562981"/>
                  </a:lnTo>
                  <a:lnTo>
                    <a:pt x="3308858" y="569737"/>
                  </a:lnTo>
                  <a:lnTo>
                    <a:pt x="3312966" y="570347"/>
                  </a:lnTo>
                  <a:lnTo>
                    <a:pt x="3317415" y="569128"/>
                  </a:lnTo>
                  <a:lnTo>
                    <a:pt x="3320681" y="569414"/>
                  </a:lnTo>
                  <a:lnTo>
                    <a:pt x="3322780" y="572284"/>
                  </a:lnTo>
                  <a:lnTo>
                    <a:pt x="3321849" y="575726"/>
                  </a:lnTo>
                  <a:lnTo>
                    <a:pt x="3316718" y="576583"/>
                  </a:lnTo>
                  <a:lnTo>
                    <a:pt x="3307147" y="582603"/>
                  </a:lnTo>
                  <a:lnTo>
                    <a:pt x="3298755" y="584915"/>
                  </a:lnTo>
                  <a:lnTo>
                    <a:pt x="3294548" y="592192"/>
                  </a:lnTo>
                  <a:lnTo>
                    <a:pt x="3288244" y="600600"/>
                  </a:lnTo>
                  <a:lnTo>
                    <a:pt x="3275996" y="613720"/>
                  </a:lnTo>
                  <a:lnTo>
                    <a:pt x="3281231" y="617765"/>
                  </a:lnTo>
                  <a:lnTo>
                    <a:pt x="3300150" y="622325"/>
                  </a:lnTo>
                  <a:lnTo>
                    <a:pt x="3308584" y="627018"/>
                  </a:lnTo>
                  <a:lnTo>
                    <a:pt x="3321348" y="651524"/>
                  </a:lnTo>
                  <a:lnTo>
                    <a:pt x="3318433" y="653975"/>
                  </a:lnTo>
                  <a:lnTo>
                    <a:pt x="3317276" y="658465"/>
                  </a:lnTo>
                  <a:lnTo>
                    <a:pt x="3328624" y="664765"/>
                  </a:lnTo>
                  <a:lnTo>
                    <a:pt x="3332247" y="682362"/>
                  </a:lnTo>
                  <a:lnTo>
                    <a:pt x="3341564" y="688350"/>
                  </a:lnTo>
                  <a:lnTo>
                    <a:pt x="3355450" y="692033"/>
                  </a:lnTo>
                  <a:lnTo>
                    <a:pt x="3372431" y="686712"/>
                  </a:lnTo>
                  <a:lnTo>
                    <a:pt x="3386570" y="679390"/>
                  </a:lnTo>
                  <a:lnTo>
                    <a:pt x="3386074" y="673388"/>
                  </a:lnTo>
                  <a:lnTo>
                    <a:pt x="3377191" y="659424"/>
                  </a:lnTo>
                  <a:lnTo>
                    <a:pt x="3375051" y="652864"/>
                  </a:lnTo>
                  <a:lnTo>
                    <a:pt x="3368457" y="648616"/>
                  </a:lnTo>
                  <a:lnTo>
                    <a:pt x="3365951" y="652216"/>
                  </a:lnTo>
                  <a:lnTo>
                    <a:pt x="3361687" y="647542"/>
                  </a:lnTo>
                  <a:lnTo>
                    <a:pt x="3361207" y="644920"/>
                  </a:lnTo>
                  <a:lnTo>
                    <a:pt x="3365181" y="643643"/>
                  </a:lnTo>
                  <a:lnTo>
                    <a:pt x="3369801" y="644151"/>
                  </a:lnTo>
                  <a:lnTo>
                    <a:pt x="3375191" y="646596"/>
                  </a:lnTo>
                  <a:lnTo>
                    <a:pt x="3389061" y="661818"/>
                  </a:lnTo>
                  <a:lnTo>
                    <a:pt x="3392900" y="681771"/>
                  </a:lnTo>
                  <a:lnTo>
                    <a:pt x="3393722" y="694440"/>
                  </a:lnTo>
                  <a:lnTo>
                    <a:pt x="3392156" y="698771"/>
                  </a:lnTo>
                  <a:lnTo>
                    <a:pt x="3388120" y="697882"/>
                  </a:lnTo>
                  <a:lnTo>
                    <a:pt x="3380420" y="698746"/>
                  </a:lnTo>
                  <a:lnTo>
                    <a:pt x="3343890" y="705306"/>
                  </a:lnTo>
                  <a:lnTo>
                    <a:pt x="3335776" y="711084"/>
                  </a:lnTo>
                  <a:lnTo>
                    <a:pt x="3317173" y="717359"/>
                  </a:lnTo>
                  <a:lnTo>
                    <a:pt x="3316015" y="714228"/>
                  </a:lnTo>
                  <a:lnTo>
                    <a:pt x="3317359" y="707750"/>
                  </a:lnTo>
                  <a:lnTo>
                    <a:pt x="3316186" y="694484"/>
                  </a:lnTo>
                  <a:lnTo>
                    <a:pt x="3312516" y="693868"/>
                  </a:lnTo>
                  <a:lnTo>
                    <a:pt x="3283613" y="715498"/>
                  </a:lnTo>
                  <a:lnTo>
                    <a:pt x="3272441" y="716857"/>
                  </a:lnTo>
                  <a:lnTo>
                    <a:pt x="3263046" y="723188"/>
                  </a:lnTo>
                  <a:lnTo>
                    <a:pt x="3260943" y="719676"/>
                  </a:lnTo>
                  <a:lnTo>
                    <a:pt x="3259263" y="703458"/>
                  </a:lnTo>
                  <a:lnTo>
                    <a:pt x="3265144" y="689855"/>
                  </a:lnTo>
                  <a:lnTo>
                    <a:pt x="3262012" y="690071"/>
                  </a:lnTo>
                  <a:lnTo>
                    <a:pt x="3252194" y="698238"/>
                  </a:lnTo>
                  <a:lnTo>
                    <a:pt x="3247997" y="693214"/>
                  </a:lnTo>
                  <a:lnTo>
                    <a:pt x="3245894" y="687702"/>
                  </a:lnTo>
                  <a:lnTo>
                    <a:pt x="3242871" y="684584"/>
                  </a:lnTo>
                  <a:lnTo>
                    <a:pt x="3239595" y="683403"/>
                  </a:lnTo>
                  <a:lnTo>
                    <a:pt x="3242396" y="695443"/>
                  </a:lnTo>
                  <a:lnTo>
                    <a:pt x="3235740" y="704474"/>
                  </a:lnTo>
                  <a:lnTo>
                    <a:pt x="3233915" y="727830"/>
                  </a:lnTo>
                  <a:lnTo>
                    <a:pt x="3225549" y="737553"/>
                  </a:lnTo>
                  <a:lnTo>
                    <a:pt x="3199467" y="743802"/>
                  </a:lnTo>
                  <a:lnTo>
                    <a:pt x="3182465" y="742481"/>
                  </a:lnTo>
                  <a:lnTo>
                    <a:pt x="3167231" y="744424"/>
                  </a:lnTo>
                  <a:lnTo>
                    <a:pt x="3146974" y="748907"/>
                  </a:lnTo>
                  <a:lnTo>
                    <a:pt x="3135780" y="746240"/>
                  </a:lnTo>
                  <a:lnTo>
                    <a:pt x="3124313" y="750971"/>
                  </a:lnTo>
                  <a:lnTo>
                    <a:pt x="3085390" y="752260"/>
                  </a:lnTo>
                  <a:lnTo>
                    <a:pt x="3077183" y="749752"/>
                  </a:lnTo>
                  <a:lnTo>
                    <a:pt x="3066703" y="758687"/>
                  </a:lnTo>
                  <a:lnTo>
                    <a:pt x="3049924" y="763970"/>
                  </a:lnTo>
                  <a:lnTo>
                    <a:pt x="3007512" y="783993"/>
                  </a:lnTo>
                  <a:lnTo>
                    <a:pt x="2998159" y="791277"/>
                  </a:lnTo>
                  <a:lnTo>
                    <a:pt x="2986769" y="802651"/>
                  </a:lnTo>
                  <a:lnTo>
                    <a:pt x="2979121" y="808766"/>
                  </a:lnTo>
                  <a:lnTo>
                    <a:pt x="2972832" y="810754"/>
                  </a:lnTo>
                  <a:lnTo>
                    <a:pt x="2968966" y="815847"/>
                  </a:lnTo>
                  <a:lnTo>
                    <a:pt x="2964744" y="819174"/>
                  </a:lnTo>
                  <a:lnTo>
                    <a:pt x="2968821" y="807807"/>
                  </a:lnTo>
                  <a:lnTo>
                    <a:pt x="2973250" y="798224"/>
                  </a:lnTo>
                  <a:lnTo>
                    <a:pt x="2976930" y="779662"/>
                  </a:lnTo>
                  <a:lnTo>
                    <a:pt x="2975844" y="764650"/>
                  </a:lnTo>
                  <a:lnTo>
                    <a:pt x="2971281" y="758477"/>
                  </a:lnTo>
                  <a:lnTo>
                    <a:pt x="2966563" y="754362"/>
                  </a:lnTo>
                  <a:lnTo>
                    <a:pt x="2972093" y="769178"/>
                  </a:lnTo>
                  <a:lnTo>
                    <a:pt x="2972987" y="787346"/>
                  </a:lnTo>
                  <a:lnTo>
                    <a:pt x="2971085" y="797989"/>
                  </a:lnTo>
                  <a:lnTo>
                    <a:pt x="2960682" y="818520"/>
                  </a:lnTo>
                  <a:lnTo>
                    <a:pt x="2956253" y="823302"/>
                  </a:lnTo>
                  <a:lnTo>
                    <a:pt x="2951075" y="827506"/>
                  </a:lnTo>
                  <a:lnTo>
                    <a:pt x="2947174" y="829335"/>
                  </a:lnTo>
                  <a:lnTo>
                    <a:pt x="2943572" y="832618"/>
                  </a:lnTo>
                  <a:lnTo>
                    <a:pt x="2939386" y="837819"/>
                  </a:lnTo>
                  <a:lnTo>
                    <a:pt x="2935417" y="848145"/>
                  </a:lnTo>
                  <a:lnTo>
                    <a:pt x="2937820" y="857556"/>
                  </a:lnTo>
                  <a:lnTo>
                    <a:pt x="2958104" y="860992"/>
                  </a:lnTo>
                  <a:lnTo>
                    <a:pt x="2963545" y="858090"/>
                  </a:lnTo>
                  <a:lnTo>
                    <a:pt x="2966315" y="864827"/>
                  </a:lnTo>
                  <a:lnTo>
                    <a:pt x="2967865" y="874188"/>
                  </a:lnTo>
                  <a:lnTo>
                    <a:pt x="2966346" y="884310"/>
                  </a:lnTo>
                  <a:lnTo>
                    <a:pt x="2962956" y="894611"/>
                  </a:lnTo>
                  <a:lnTo>
                    <a:pt x="2960382" y="907400"/>
                  </a:lnTo>
                  <a:lnTo>
                    <a:pt x="2958202" y="926902"/>
                  </a:lnTo>
                  <a:lnTo>
                    <a:pt x="2954920" y="944449"/>
                  </a:lnTo>
                  <a:lnTo>
                    <a:pt x="2954491" y="939121"/>
                  </a:lnTo>
                  <a:lnTo>
                    <a:pt x="2956543" y="917790"/>
                  </a:lnTo>
                  <a:lnTo>
                    <a:pt x="2953220" y="920019"/>
                  </a:lnTo>
                  <a:lnTo>
                    <a:pt x="2950931" y="924940"/>
                  </a:lnTo>
                  <a:lnTo>
                    <a:pt x="2944740" y="952450"/>
                  </a:lnTo>
                  <a:lnTo>
                    <a:pt x="2936229" y="967113"/>
                  </a:lnTo>
                  <a:lnTo>
                    <a:pt x="2928389" y="977255"/>
                  </a:lnTo>
                  <a:lnTo>
                    <a:pt x="2920302" y="975578"/>
                  </a:lnTo>
                  <a:lnTo>
                    <a:pt x="2922121" y="983637"/>
                  </a:lnTo>
                  <a:lnTo>
                    <a:pt x="2919899" y="987834"/>
                  </a:lnTo>
                  <a:lnTo>
                    <a:pt x="2917997" y="996592"/>
                  </a:lnTo>
                  <a:lnTo>
                    <a:pt x="2913175" y="1002396"/>
                  </a:lnTo>
                  <a:lnTo>
                    <a:pt x="2908643" y="1001837"/>
                  </a:lnTo>
                  <a:lnTo>
                    <a:pt x="2902132" y="1005838"/>
                  </a:lnTo>
                  <a:lnTo>
                    <a:pt x="2899564" y="1008899"/>
                  </a:lnTo>
                  <a:lnTo>
                    <a:pt x="2899372" y="1014760"/>
                  </a:lnTo>
                  <a:lnTo>
                    <a:pt x="2895016" y="1019917"/>
                  </a:lnTo>
                  <a:lnTo>
                    <a:pt x="2879296" y="1046703"/>
                  </a:lnTo>
                  <a:lnTo>
                    <a:pt x="2865648" y="1054609"/>
                  </a:lnTo>
                  <a:lnTo>
                    <a:pt x="2862382" y="1053459"/>
                  </a:lnTo>
                  <a:lnTo>
                    <a:pt x="2865978" y="1040816"/>
                  </a:lnTo>
                  <a:lnTo>
                    <a:pt x="2868443" y="1028032"/>
                  </a:lnTo>
                  <a:lnTo>
                    <a:pt x="2860160" y="1022469"/>
                  </a:lnTo>
                  <a:lnTo>
                    <a:pt x="2852232" y="1019529"/>
                  </a:lnTo>
                  <a:lnTo>
                    <a:pt x="2843137" y="1019917"/>
                  </a:lnTo>
                  <a:lnTo>
                    <a:pt x="2833091" y="1009978"/>
                  </a:lnTo>
                  <a:lnTo>
                    <a:pt x="2820141" y="1002751"/>
                  </a:lnTo>
                  <a:lnTo>
                    <a:pt x="2802064" y="983199"/>
                  </a:lnTo>
                  <a:lnTo>
                    <a:pt x="2802591" y="977775"/>
                  </a:lnTo>
                  <a:lnTo>
                    <a:pt x="2802136" y="968675"/>
                  </a:lnTo>
                  <a:lnTo>
                    <a:pt x="2807630" y="954298"/>
                  </a:lnTo>
                  <a:lnTo>
                    <a:pt x="2812896" y="944245"/>
                  </a:lnTo>
                  <a:lnTo>
                    <a:pt x="2820167" y="939038"/>
                  </a:lnTo>
                  <a:lnTo>
                    <a:pt x="2841266" y="933735"/>
                  </a:lnTo>
                  <a:lnTo>
                    <a:pt x="2846558" y="925759"/>
                  </a:lnTo>
                  <a:lnTo>
                    <a:pt x="2849695" y="919041"/>
                  </a:lnTo>
                  <a:lnTo>
                    <a:pt x="2839241" y="930579"/>
                  </a:lnTo>
                  <a:lnTo>
                    <a:pt x="2823582" y="934491"/>
                  </a:lnTo>
                  <a:lnTo>
                    <a:pt x="2815144" y="938797"/>
                  </a:lnTo>
                  <a:lnTo>
                    <a:pt x="2808395" y="945382"/>
                  </a:lnTo>
                  <a:lnTo>
                    <a:pt x="2804400" y="953650"/>
                  </a:lnTo>
                  <a:lnTo>
                    <a:pt x="2795356" y="963614"/>
                  </a:lnTo>
                  <a:lnTo>
                    <a:pt x="2795992" y="970288"/>
                  </a:lnTo>
                  <a:lnTo>
                    <a:pt x="2797506" y="975032"/>
                  </a:lnTo>
                  <a:lnTo>
                    <a:pt x="2796808" y="984920"/>
                  </a:lnTo>
                  <a:lnTo>
                    <a:pt x="2802529" y="994559"/>
                  </a:lnTo>
                  <a:lnTo>
                    <a:pt x="2813872" y="1010353"/>
                  </a:lnTo>
                  <a:lnTo>
                    <a:pt x="2816038" y="1034884"/>
                  </a:lnTo>
                  <a:lnTo>
                    <a:pt x="2824694" y="1051300"/>
                  </a:lnTo>
                  <a:lnTo>
                    <a:pt x="2837959" y="1070440"/>
                  </a:lnTo>
                  <a:lnTo>
                    <a:pt x="2848160" y="1075883"/>
                  </a:lnTo>
                  <a:lnTo>
                    <a:pt x="2848656" y="1083001"/>
                  </a:lnTo>
                  <a:lnTo>
                    <a:pt x="2843948" y="1094756"/>
                  </a:lnTo>
                  <a:lnTo>
                    <a:pt x="2837742" y="1100128"/>
                  </a:lnTo>
                  <a:lnTo>
                    <a:pt x="2845814" y="1099055"/>
                  </a:lnTo>
                  <a:lnTo>
                    <a:pt x="2849835" y="1101741"/>
                  </a:lnTo>
                  <a:lnTo>
                    <a:pt x="2853746" y="1111546"/>
                  </a:lnTo>
                  <a:lnTo>
                    <a:pt x="2853442" y="1121555"/>
                  </a:lnTo>
                  <a:lnTo>
                    <a:pt x="2852119" y="1127194"/>
                  </a:lnTo>
                  <a:lnTo>
                    <a:pt x="2849674" y="1129442"/>
                  </a:lnTo>
                  <a:lnTo>
                    <a:pt x="2849778" y="1123682"/>
                  </a:lnTo>
                  <a:lnTo>
                    <a:pt x="2848046" y="1121682"/>
                  </a:lnTo>
                  <a:lnTo>
                    <a:pt x="2845189" y="1124177"/>
                  </a:lnTo>
                  <a:lnTo>
                    <a:pt x="2843339" y="1127022"/>
                  </a:lnTo>
                  <a:lnTo>
                    <a:pt x="2842569" y="1138231"/>
                  </a:lnTo>
                  <a:lnTo>
                    <a:pt x="2840610" y="1143832"/>
                  </a:lnTo>
                  <a:lnTo>
                    <a:pt x="2833685" y="1145496"/>
                  </a:lnTo>
                  <a:lnTo>
                    <a:pt x="2826662" y="1160203"/>
                  </a:lnTo>
                  <a:lnTo>
                    <a:pt x="2820130" y="1168547"/>
                  </a:lnTo>
                  <a:lnTo>
                    <a:pt x="2794426" y="1224971"/>
                  </a:lnTo>
                  <a:lnTo>
                    <a:pt x="2795408" y="1234401"/>
                  </a:lnTo>
                  <a:lnTo>
                    <a:pt x="2790705" y="1237436"/>
                  </a:lnTo>
                  <a:lnTo>
                    <a:pt x="2783584" y="1239907"/>
                  </a:lnTo>
                  <a:lnTo>
                    <a:pt x="2776380" y="1245546"/>
                  </a:lnTo>
                  <a:lnTo>
                    <a:pt x="2771600" y="1251763"/>
                  </a:lnTo>
                  <a:lnTo>
                    <a:pt x="2767161" y="1268484"/>
                  </a:lnTo>
                  <a:lnTo>
                    <a:pt x="2758655" y="1287306"/>
                  </a:lnTo>
                  <a:lnTo>
                    <a:pt x="2753348" y="1279463"/>
                  </a:lnTo>
                  <a:lnTo>
                    <a:pt x="2751989" y="1272751"/>
                  </a:lnTo>
                  <a:lnTo>
                    <a:pt x="2754350" y="1255243"/>
                  </a:lnTo>
                  <a:lnTo>
                    <a:pt x="2763549" y="1226539"/>
                  </a:lnTo>
                  <a:lnTo>
                    <a:pt x="2773683" y="1208695"/>
                  </a:lnTo>
                  <a:lnTo>
                    <a:pt x="2781414" y="1200236"/>
                  </a:lnTo>
                  <a:lnTo>
                    <a:pt x="2787770" y="1182995"/>
                  </a:lnTo>
                  <a:lnTo>
                    <a:pt x="2779739" y="1180423"/>
                  </a:lnTo>
                  <a:lnTo>
                    <a:pt x="2767497" y="1180702"/>
                  </a:lnTo>
                  <a:lnTo>
                    <a:pt x="2769802" y="1172745"/>
                  </a:lnTo>
                  <a:lnTo>
                    <a:pt x="2773373" y="1165734"/>
                  </a:lnTo>
                  <a:lnTo>
                    <a:pt x="2766991" y="1158749"/>
                  </a:lnTo>
                  <a:lnTo>
                    <a:pt x="2763213" y="1157860"/>
                  </a:lnTo>
                  <a:lnTo>
                    <a:pt x="2759322" y="1154996"/>
                  </a:lnTo>
                  <a:lnTo>
                    <a:pt x="2763885" y="1149179"/>
                  </a:lnTo>
                  <a:lnTo>
                    <a:pt x="2766112" y="1143032"/>
                  </a:lnTo>
                  <a:lnTo>
                    <a:pt x="2764753" y="1135551"/>
                  </a:lnTo>
                  <a:lnTo>
                    <a:pt x="2766665" y="1129918"/>
                  </a:lnTo>
                  <a:lnTo>
                    <a:pt x="2763477" y="1130769"/>
                  </a:lnTo>
                  <a:lnTo>
                    <a:pt x="2758350" y="1136732"/>
                  </a:lnTo>
                  <a:lnTo>
                    <a:pt x="2755162" y="1139113"/>
                  </a:lnTo>
                  <a:lnTo>
                    <a:pt x="2753219" y="1133836"/>
                  </a:lnTo>
                  <a:lnTo>
                    <a:pt x="2751002" y="1135030"/>
                  </a:lnTo>
                  <a:lnTo>
                    <a:pt x="2749560" y="1138656"/>
                  </a:lnTo>
                  <a:lnTo>
                    <a:pt x="2746289" y="1140650"/>
                  </a:lnTo>
                  <a:lnTo>
                    <a:pt x="2739380" y="1135691"/>
                  </a:lnTo>
                  <a:lnTo>
                    <a:pt x="2729308" y="1130013"/>
                  </a:lnTo>
                  <a:lnTo>
                    <a:pt x="2723701" y="1120246"/>
                  </a:lnTo>
                  <a:lnTo>
                    <a:pt x="2720502" y="1112677"/>
                  </a:lnTo>
                  <a:lnTo>
                    <a:pt x="2723752" y="1098979"/>
                  </a:lnTo>
                  <a:lnTo>
                    <a:pt x="2730713" y="1096547"/>
                  </a:lnTo>
                  <a:lnTo>
                    <a:pt x="2739757" y="1098769"/>
                  </a:lnTo>
                  <a:lnTo>
                    <a:pt x="2751612" y="1098750"/>
                  </a:lnTo>
                  <a:lnTo>
                    <a:pt x="2749917" y="1095708"/>
                  </a:lnTo>
                  <a:lnTo>
                    <a:pt x="2745684" y="1096210"/>
                  </a:lnTo>
                  <a:lnTo>
                    <a:pt x="2733189" y="1085097"/>
                  </a:lnTo>
                  <a:lnTo>
                    <a:pt x="2729168" y="1078385"/>
                  </a:lnTo>
                  <a:lnTo>
                    <a:pt x="2722254" y="1076543"/>
                  </a:lnTo>
                  <a:lnTo>
                    <a:pt x="2719101" y="1082995"/>
                  </a:lnTo>
                  <a:lnTo>
                    <a:pt x="2715603" y="1084710"/>
                  </a:lnTo>
                  <a:lnTo>
                    <a:pt x="2719923" y="1070593"/>
                  </a:lnTo>
                  <a:lnTo>
                    <a:pt x="2725571" y="1070015"/>
                  </a:lnTo>
                  <a:lnTo>
                    <a:pt x="2733912" y="1066103"/>
                  </a:lnTo>
                  <a:lnTo>
                    <a:pt x="2731488" y="1057930"/>
                  </a:lnTo>
                  <a:lnTo>
                    <a:pt x="2726223" y="1054355"/>
                  </a:lnTo>
                  <a:lnTo>
                    <a:pt x="2716714" y="1058838"/>
                  </a:lnTo>
                  <a:lnTo>
                    <a:pt x="2716828" y="1053091"/>
                  </a:lnTo>
                  <a:lnTo>
                    <a:pt x="2718610" y="1045731"/>
                  </a:lnTo>
                  <a:lnTo>
                    <a:pt x="2725778" y="1045756"/>
                  </a:lnTo>
                  <a:lnTo>
                    <a:pt x="2732057" y="1048157"/>
                  </a:lnTo>
                  <a:lnTo>
                    <a:pt x="2737400" y="1036269"/>
                  </a:lnTo>
                  <a:lnTo>
                    <a:pt x="2737638" y="1030960"/>
                  </a:lnTo>
                  <a:lnTo>
                    <a:pt x="2728760" y="1038676"/>
                  </a:lnTo>
                  <a:lnTo>
                    <a:pt x="2726765" y="1022031"/>
                  </a:lnTo>
                  <a:lnTo>
                    <a:pt x="2735504" y="1005977"/>
                  </a:lnTo>
                  <a:lnTo>
                    <a:pt x="2743839" y="998979"/>
                  </a:lnTo>
                  <a:lnTo>
                    <a:pt x="2754252" y="999183"/>
                  </a:lnTo>
                  <a:lnTo>
                    <a:pt x="2764836" y="998052"/>
                  </a:lnTo>
                  <a:lnTo>
                    <a:pt x="2758195" y="995112"/>
                  </a:lnTo>
                  <a:lnTo>
                    <a:pt x="2751379" y="993518"/>
                  </a:lnTo>
                  <a:lnTo>
                    <a:pt x="2756500" y="987174"/>
                  </a:lnTo>
                  <a:lnTo>
                    <a:pt x="2760867" y="986037"/>
                  </a:lnTo>
                  <a:lnTo>
                    <a:pt x="2765156" y="980506"/>
                  </a:lnTo>
                  <a:lnTo>
                    <a:pt x="2754841" y="981325"/>
                  </a:lnTo>
                  <a:lnTo>
                    <a:pt x="2756056" y="970860"/>
                  </a:lnTo>
                  <a:lnTo>
                    <a:pt x="2751043" y="972987"/>
                  </a:lnTo>
                  <a:lnTo>
                    <a:pt x="2745043" y="973971"/>
                  </a:lnTo>
                  <a:lnTo>
                    <a:pt x="2742708" y="978410"/>
                  </a:lnTo>
                  <a:lnTo>
                    <a:pt x="2743168" y="985783"/>
                  </a:lnTo>
                  <a:lnTo>
                    <a:pt x="2741416" y="990622"/>
                  </a:lnTo>
                  <a:lnTo>
                    <a:pt x="2736749" y="994509"/>
                  </a:lnTo>
                  <a:lnTo>
                    <a:pt x="2728868" y="997538"/>
                  </a:lnTo>
                  <a:lnTo>
                    <a:pt x="2728104" y="992286"/>
                  </a:lnTo>
                  <a:lnTo>
                    <a:pt x="2725499" y="989905"/>
                  </a:lnTo>
                  <a:lnTo>
                    <a:pt x="2724528" y="1001151"/>
                  </a:lnTo>
                  <a:lnTo>
                    <a:pt x="2722460" y="1004974"/>
                  </a:lnTo>
                  <a:lnTo>
                    <a:pt x="2716698" y="994420"/>
                  </a:lnTo>
                  <a:lnTo>
                    <a:pt x="2714967" y="996547"/>
                  </a:lnTo>
                  <a:lnTo>
                    <a:pt x="2715189" y="999545"/>
                  </a:lnTo>
                  <a:lnTo>
                    <a:pt x="2713717" y="1004726"/>
                  </a:lnTo>
                  <a:lnTo>
                    <a:pt x="2708776" y="1007425"/>
                  </a:lnTo>
                  <a:lnTo>
                    <a:pt x="2709081" y="1014068"/>
                  </a:lnTo>
                  <a:lnTo>
                    <a:pt x="2707164" y="1017688"/>
                  </a:lnTo>
                  <a:lnTo>
                    <a:pt x="2691340" y="1011921"/>
                  </a:lnTo>
                  <a:lnTo>
                    <a:pt x="2690968" y="1013877"/>
                  </a:lnTo>
                  <a:lnTo>
                    <a:pt x="2699919" y="1026311"/>
                  </a:lnTo>
                  <a:lnTo>
                    <a:pt x="2706456" y="1030560"/>
                  </a:lnTo>
                  <a:lnTo>
                    <a:pt x="2707252" y="1037342"/>
                  </a:lnTo>
                  <a:lnTo>
                    <a:pt x="2701640" y="1042968"/>
                  </a:lnTo>
                  <a:lnTo>
                    <a:pt x="2693898" y="1038110"/>
                  </a:lnTo>
                  <a:lnTo>
                    <a:pt x="2692596" y="1038466"/>
                  </a:lnTo>
                  <a:lnTo>
                    <a:pt x="2696803" y="1046798"/>
                  </a:lnTo>
                  <a:lnTo>
                    <a:pt x="2699454" y="1054075"/>
                  </a:lnTo>
                  <a:lnTo>
                    <a:pt x="2696725" y="1060172"/>
                  </a:lnTo>
                  <a:lnTo>
                    <a:pt x="2697149" y="1067678"/>
                  </a:lnTo>
                  <a:lnTo>
                    <a:pt x="2696560" y="1074485"/>
                  </a:lnTo>
                  <a:lnTo>
                    <a:pt x="2694891" y="1080423"/>
                  </a:lnTo>
                  <a:lnTo>
                    <a:pt x="2698653" y="1107793"/>
                  </a:lnTo>
                  <a:lnTo>
                    <a:pt x="2703185" y="1115236"/>
                  </a:lnTo>
                  <a:lnTo>
                    <a:pt x="2707639" y="1122355"/>
                  </a:lnTo>
                  <a:lnTo>
                    <a:pt x="2710001" y="1129016"/>
                  </a:lnTo>
                  <a:lnTo>
                    <a:pt x="2705273" y="1129988"/>
                  </a:lnTo>
                  <a:lnTo>
                    <a:pt x="2697743" y="1124507"/>
                  </a:lnTo>
                  <a:lnTo>
                    <a:pt x="2691129" y="1120329"/>
                  </a:lnTo>
                  <a:lnTo>
                    <a:pt x="2683248" y="1106968"/>
                  </a:lnTo>
                  <a:lnTo>
                    <a:pt x="2681945" y="1101633"/>
                  </a:lnTo>
                  <a:lnTo>
                    <a:pt x="2680023" y="1097417"/>
                  </a:lnTo>
                  <a:lnTo>
                    <a:pt x="2680953" y="1107101"/>
                  </a:lnTo>
                  <a:lnTo>
                    <a:pt x="2683765" y="1117916"/>
                  </a:lnTo>
                  <a:lnTo>
                    <a:pt x="2708446" y="1142117"/>
                  </a:lnTo>
                  <a:lnTo>
                    <a:pt x="2713003" y="1151401"/>
                  </a:lnTo>
                  <a:lnTo>
                    <a:pt x="2716476" y="1158698"/>
                  </a:lnTo>
                  <a:lnTo>
                    <a:pt x="2715603" y="1165690"/>
                  </a:lnTo>
                  <a:lnTo>
                    <a:pt x="2709169" y="1160743"/>
                  </a:lnTo>
                  <a:lnTo>
                    <a:pt x="2703619" y="1154437"/>
                  </a:lnTo>
                  <a:lnTo>
                    <a:pt x="2688886" y="1147312"/>
                  </a:lnTo>
                  <a:lnTo>
                    <a:pt x="2670308" y="1142809"/>
                  </a:lnTo>
                  <a:lnTo>
                    <a:pt x="2659833" y="1126247"/>
                  </a:lnTo>
                  <a:lnTo>
                    <a:pt x="2659869" y="1133157"/>
                  </a:lnTo>
                  <a:lnTo>
                    <a:pt x="2657543" y="1139018"/>
                  </a:lnTo>
                  <a:lnTo>
                    <a:pt x="2651141" y="1131874"/>
                  </a:lnTo>
                  <a:lnTo>
                    <a:pt x="2647105" y="1125778"/>
                  </a:lnTo>
                  <a:lnTo>
                    <a:pt x="2645751" y="1119097"/>
                  </a:lnTo>
                  <a:lnTo>
                    <a:pt x="2637756" y="1119554"/>
                  </a:lnTo>
                  <a:lnTo>
                    <a:pt x="2629374" y="1125358"/>
                  </a:lnTo>
                  <a:lnTo>
                    <a:pt x="2621266" y="1123980"/>
                  </a:lnTo>
                  <a:lnTo>
                    <a:pt x="2620305" y="1112651"/>
                  </a:lnTo>
                  <a:lnTo>
                    <a:pt x="2622496" y="1106650"/>
                  </a:lnTo>
                  <a:lnTo>
                    <a:pt x="2631596" y="1092457"/>
                  </a:lnTo>
                  <a:lnTo>
                    <a:pt x="2640170" y="1085211"/>
                  </a:lnTo>
                  <a:lnTo>
                    <a:pt x="2643952" y="1075857"/>
                  </a:lnTo>
                  <a:lnTo>
                    <a:pt x="2642660" y="1061353"/>
                  </a:lnTo>
                  <a:lnTo>
                    <a:pt x="2641048" y="1076111"/>
                  </a:lnTo>
                  <a:lnTo>
                    <a:pt x="2636149" y="1083427"/>
                  </a:lnTo>
                  <a:lnTo>
                    <a:pt x="2628449" y="1089015"/>
                  </a:lnTo>
                  <a:lnTo>
                    <a:pt x="2618315" y="1098973"/>
                  </a:lnTo>
                  <a:lnTo>
                    <a:pt x="2615840" y="1108181"/>
                  </a:lnTo>
                  <a:lnTo>
                    <a:pt x="2612677" y="1125422"/>
                  </a:lnTo>
                  <a:lnTo>
                    <a:pt x="2616956" y="1131258"/>
                  </a:lnTo>
                  <a:lnTo>
                    <a:pt x="2621328" y="1132782"/>
                  </a:lnTo>
                  <a:lnTo>
                    <a:pt x="2634242" y="1128870"/>
                  </a:lnTo>
                  <a:lnTo>
                    <a:pt x="2640924" y="1130617"/>
                  </a:lnTo>
                  <a:lnTo>
                    <a:pt x="2655786" y="1151376"/>
                  </a:lnTo>
                  <a:lnTo>
                    <a:pt x="2683460" y="1159587"/>
                  </a:lnTo>
                  <a:lnTo>
                    <a:pt x="2693552" y="1164718"/>
                  </a:lnTo>
                  <a:lnTo>
                    <a:pt x="2701779" y="1175552"/>
                  </a:lnTo>
                  <a:lnTo>
                    <a:pt x="2714146" y="1181788"/>
                  </a:lnTo>
                  <a:lnTo>
                    <a:pt x="2723742" y="1190850"/>
                  </a:lnTo>
                  <a:lnTo>
                    <a:pt x="2724000" y="1196762"/>
                  </a:lnTo>
                  <a:lnTo>
                    <a:pt x="2720678" y="1203754"/>
                  </a:lnTo>
                  <a:lnTo>
                    <a:pt x="2719365" y="1213216"/>
                  </a:lnTo>
                  <a:lnTo>
                    <a:pt x="2715288" y="1219185"/>
                  </a:lnTo>
                  <a:lnTo>
                    <a:pt x="2705500" y="1219871"/>
                  </a:lnTo>
                  <a:lnTo>
                    <a:pt x="2699588" y="1218334"/>
                  </a:lnTo>
                  <a:lnTo>
                    <a:pt x="2667807" y="1185071"/>
                  </a:lnTo>
                  <a:lnTo>
                    <a:pt x="2664013" y="1182010"/>
                  </a:lnTo>
                  <a:lnTo>
                    <a:pt x="2652226" y="1164591"/>
                  </a:lnTo>
                  <a:lnTo>
                    <a:pt x="2638397" y="1155262"/>
                  </a:lnTo>
                  <a:lnTo>
                    <a:pt x="2634118" y="1155459"/>
                  </a:lnTo>
                  <a:lnTo>
                    <a:pt x="2653802" y="1172713"/>
                  </a:lnTo>
                  <a:lnTo>
                    <a:pt x="2661838" y="1184779"/>
                  </a:lnTo>
                  <a:lnTo>
                    <a:pt x="2675992" y="1201696"/>
                  </a:lnTo>
                  <a:lnTo>
                    <a:pt x="2686111" y="1208860"/>
                  </a:lnTo>
                  <a:lnTo>
                    <a:pt x="2693557" y="1220036"/>
                  </a:lnTo>
                  <a:lnTo>
                    <a:pt x="2700477" y="1225275"/>
                  </a:lnTo>
                  <a:lnTo>
                    <a:pt x="2719370" y="1232737"/>
                  </a:lnTo>
                  <a:lnTo>
                    <a:pt x="2712802" y="1238097"/>
                  </a:lnTo>
                  <a:lnTo>
                    <a:pt x="2723287" y="1242663"/>
                  </a:lnTo>
                  <a:lnTo>
                    <a:pt x="2724786" y="1251058"/>
                  </a:lnTo>
                  <a:lnTo>
                    <a:pt x="2723825" y="1260628"/>
                  </a:lnTo>
                  <a:lnTo>
                    <a:pt x="2709272" y="1256843"/>
                  </a:lnTo>
                  <a:lnTo>
                    <a:pt x="2708797" y="1263892"/>
                  </a:lnTo>
                  <a:lnTo>
                    <a:pt x="2710099" y="1268052"/>
                  </a:lnTo>
                  <a:lnTo>
                    <a:pt x="2703671" y="1271487"/>
                  </a:lnTo>
                  <a:lnTo>
                    <a:pt x="2694730" y="1266826"/>
                  </a:lnTo>
                  <a:lnTo>
                    <a:pt x="2671517" y="1241329"/>
                  </a:lnTo>
                  <a:lnTo>
                    <a:pt x="2671713" y="1244739"/>
                  </a:lnTo>
                  <a:lnTo>
                    <a:pt x="2673594" y="1248696"/>
                  </a:lnTo>
                  <a:lnTo>
                    <a:pt x="2687056" y="1265111"/>
                  </a:lnTo>
                  <a:lnTo>
                    <a:pt x="2699071" y="1274955"/>
                  </a:lnTo>
                  <a:lnTo>
                    <a:pt x="2709257" y="1279400"/>
                  </a:lnTo>
                  <a:lnTo>
                    <a:pt x="2717107" y="1287649"/>
                  </a:lnTo>
                  <a:lnTo>
                    <a:pt x="2719877" y="1292640"/>
                  </a:lnTo>
                  <a:lnTo>
                    <a:pt x="2721727" y="1300210"/>
                  </a:lnTo>
                  <a:lnTo>
                    <a:pt x="2715908" y="1305354"/>
                  </a:lnTo>
                  <a:lnTo>
                    <a:pt x="2709283" y="1308193"/>
                  </a:lnTo>
                  <a:lnTo>
                    <a:pt x="2702813" y="1303061"/>
                  </a:lnTo>
                  <a:lnTo>
                    <a:pt x="2698069" y="1297657"/>
                  </a:lnTo>
                  <a:lnTo>
                    <a:pt x="2687966" y="1288481"/>
                  </a:lnTo>
                  <a:lnTo>
                    <a:pt x="2684938" y="1278225"/>
                  </a:lnTo>
                  <a:lnTo>
                    <a:pt x="2677253" y="1278752"/>
                  </a:lnTo>
                  <a:lnTo>
                    <a:pt x="2645136" y="1265747"/>
                  </a:lnTo>
                  <a:lnTo>
                    <a:pt x="2619323" y="1264248"/>
                  </a:lnTo>
                  <a:lnTo>
                    <a:pt x="2621845" y="1266864"/>
                  </a:lnTo>
                  <a:lnTo>
                    <a:pt x="2625111" y="1268604"/>
                  </a:lnTo>
                  <a:lnTo>
                    <a:pt x="2645668" y="1271811"/>
                  </a:lnTo>
                  <a:lnTo>
                    <a:pt x="2653792" y="1277800"/>
                  </a:lnTo>
                  <a:lnTo>
                    <a:pt x="2670700" y="1283115"/>
                  </a:lnTo>
                  <a:lnTo>
                    <a:pt x="2680602" y="1284569"/>
                  </a:lnTo>
                  <a:lnTo>
                    <a:pt x="2684617" y="1300896"/>
                  </a:lnTo>
                  <a:lnTo>
                    <a:pt x="2698301" y="1312130"/>
                  </a:lnTo>
                  <a:lnTo>
                    <a:pt x="2700079" y="1320455"/>
                  </a:lnTo>
                  <a:lnTo>
                    <a:pt x="2709422" y="1321389"/>
                  </a:lnTo>
                  <a:lnTo>
                    <a:pt x="2725861" y="1313222"/>
                  </a:lnTo>
                  <a:lnTo>
                    <a:pt x="2736470" y="1316086"/>
                  </a:lnTo>
                  <a:lnTo>
                    <a:pt x="2751772" y="1318423"/>
                  </a:lnTo>
                  <a:lnTo>
                    <a:pt x="2755270" y="1325015"/>
                  </a:lnTo>
                  <a:lnTo>
                    <a:pt x="2757896" y="1337557"/>
                  </a:lnTo>
                  <a:lnTo>
                    <a:pt x="2763306" y="1351667"/>
                  </a:lnTo>
                  <a:lnTo>
                    <a:pt x="2777337" y="1407303"/>
                  </a:lnTo>
                  <a:lnTo>
                    <a:pt x="2798416" y="1452810"/>
                  </a:lnTo>
                  <a:lnTo>
                    <a:pt x="2801010" y="1460646"/>
                  </a:lnTo>
                  <a:lnTo>
                    <a:pt x="2796111" y="1453769"/>
                  </a:lnTo>
                  <a:lnTo>
                    <a:pt x="2780473" y="1423630"/>
                  </a:lnTo>
                  <a:lnTo>
                    <a:pt x="2771843" y="1401867"/>
                  </a:lnTo>
                  <a:lnTo>
                    <a:pt x="2762975" y="1363441"/>
                  </a:lnTo>
                  <a:lnTo>
                    <a:pt x="2760402" y="1354836"/>
                  </a:lnTo>
                  <a:lnTo>
                    <a:pt x="2757374" y="1351401"/>
                  </a:lnTo>
                  <a:lnTo>
                    <a:pt x="2755379" y="1354195"/>
                  </a:lnTo>
                  <a:lnTo>
                    <a:pt x="2754521" y="1359091"/>
                  </a:lnTo>
                  <a:lnTo>
                    <a:pt x="2755968" y="1362850"/>
                  </a:lnTo>
                  <a:lnTo>
                    <a:pt x="2752475" y="1375500"/>
                  </a:lnTo>
                  <a:lnTo>
                    <a:pt x="2753989" y="1381305"/>
                  </a:lnTo>
                  <a:lnTo>
                    <a:pt x="2759663" y="1387306"/>
                  </a:lnTo>
                  <a:lnTo>
                    <a:pt x="2765828" y="1402280"/>
                  </a:lnTo>
                  <a:lnTo>
                    <a:pt x="2770753" y="1422442"/>
                  </a:lnTo>
                  <a:lnTo>
                    <a:pt x="2764092" y="1414269"/>
                  </a:lnTo>
                  <a:lnTo>
                    <a:pt x="2756981" y="1409938"/>
                  </a:lnTo>
                  <a:lnTo>
                    <a:pt x="2745917" y="1406617"/>
                  </a:lnTo>
                  <a:lnTo>
                    <a:pt x="2736062" y="1400794"/>
                  </a:lnTo>
                  <a:lnTo>
                    <a:pt x="2736780" y="1409145"/>
                  </a:lnTo>
                  <a:lnTo>
                    <a:pt x="2735835" y="1418162"/>
                  </a:lnTo>
                  <a:lnTo>
                    <a:pt x="2728238" y="1415412"/>
                  </a:lnTo>
                  <a:lnTo>
                    <a:pt x="2723070" y="1412421"/>
                  </a:lnTo>
                  <a:lnTo>
                    <a:pt x="2727644" y="1422030"/>
                  </a:lnTo>
                  <a:lnTo>
                    <a:pt x="2717716" y="1419147"/>
                  </a:lnTo>
                  <a:lnTo>
                    <a:pt x="2711102" y="1419750"/>
                  </a:lnTo>
                  <a:lnTo>
                    <a:pt x="2706802" y="1428278"/>
                  </a:lnTo>
                  <a:lnTo>
                    <a:pt x="2701035" y="1433454"/>
                  </a:lnTo>
                  <a:lnTo>
                    <a:pt x="2692508" y="1435124"/>
                  </a:lnTo>
                  <a:lnTo>
                    <a:pt x="2679858" y="1427326"/>
                  </a:lnTo>
                  <a:lnTo>
                    <a:pt x="2675760" y="1417857"/>
                  </a:lnTo>
                  <a:lnTo>
                    <a:pt x="2674065" y="1407316"/>
                  </a:lnTo>
                  <a:lnTo>
                    <a:pt x="2673388" y="1419782"/>
                  </a:lnTo>
                  <a:lnTo>
                    <a:pt x="2675641" y="1432762"/>
                  </a:lnTo>
                  <a:lnTo>
                    <a:pt x="2674850" y="1442630"/>
                  </a:lnTo>
                  <a:lnTo>
                    <a:pt x="2687031" y="1444446"/>
                  </a:lnTo>
                  <a:lnTo>
                    <a:pt x="2698420" y="1442833"/>
                  </a:lnTo>
                  <a:lnTo>
                    <a:pt x="2713789" y="1443246"/>
                  </a:lnTo>
                  <a:lnTo>
                    <a:pt x="2723814" y="1441398"/>
                  </a:lnTo>
                  <a:lnTo>
                    <a:pt x="2729850" y="1438261"/>
                  </a:lnTo>
                  <a:lnTo>
                    <a:pt x="2744325" y="1440979"/>
                  </a:lnTo>
                  <a:lnTo>
                    <a:pt x="2745353" y="1452899"/>
                  </a:lnTo>
                  <a:lnTo>
                    <a:pt x="2743700" y="1464749"/>
                  </a:lnTo>
                  <a:lnTo>
                    <a:pt x="2742863" y="1477367"/>
                  </a:lnTo>
                  <a:lnTo>
                    <a:pt x="2746873" y="1477284"/>
                  </a:lnTo>
                  <a:lnTo>
                    <a:pt x="2751586" y="1473252"/>
                  </a:lnTo>
                  <a:lnTo>
                    <a:pt x="2753942" y="1450651"/>
                  </a:lnTo>
                  <a:lnTo>
                    <a:pt x="2767172" y="1442300"/>
                  </a:lnTo>
                  <a:lnTo>
                    <a:pt x="2771605" y="1442872"/>
                  </a:lnTo>
                  <a:lnTo>
                    <a:pt x="2775817" y="1450136"/>
                  </a:lnTo>
                  <a:lnTo>
                    <a:pt x="2777233" y="1457503"/>
                  </a:lnTo>
                  <a:lnTo>
                    <a:pt x="2778727" y="1467619"/>
                  </a:lnTo>
                  <a:lnTo>
                    <a:pt x="2775636" y="1483031"/>
                  </a:lnTo>
                  <a:lnTo>
                    <a:pt x="2755312" y="1501054"/>
                  </a:lnTo>
                  <a:lnTo>
                    <a:pt x="2740754" y="1517717"/>
                  </a:lnTo>
                  <a:lnTo>
                    <a:pt x="2733313" y="1521115"/>
                  </a:lnTo>
                  <a:lnTo>
                    <a:pt x="2722579" y="1519178"/>
                  </a:lnTo>
                  <a:lnTo>
                    <a:pt x="2710409" y="1514987"/>
                  </a:lnTo>
                  <a:lnTo>
                    <a:pt x="2704441" y="1514142"/>
                  </a:lnTo>
                  <a:lnTo>
                    <a:pt x="2699903" y="1515539"/>
                  </a:lnTo>
                  <a:lnTo>
                    <a:pt x="2697139" y="1510408"/>
                  </a:lnTo>
                  <a:lnTo>
                    <a:pt x="2695356" y="1501047"/>
                  </a:lnTo>
                  <a:lnTo>
                    <a:pt x="2690622" y="1497942"/>
                  </a:lnTo>
                  <a:lnTo>
                    <a:pt x="2687041" y="1498285"/>
                  </a:lnTo>
                  <a:lnTo>
                    <a:pt x="2684597" y="1508230"/>
                  </a:lnTo>
                  <a:lnTo>
                    <a:pt x="2673243" y="1511056"/>
                  </a:lnTo>
                  <a:lnTo>
                    <a:pt x="2657807" y="1506947"/>
                  </a:lnTo>
                  <a:lnTo>
                    <a:pt x="2641642" y="1498584"/>
                  </a:lnTo>
                  <a:lnTo>
                    <a:pt x="2648577" y="1507557"/>
                  </a:lnTo>
                  <a:lnTo>
                    <a:pt x="2688689" y="1524296"/>
                  </a:lnTo>
                  <a:lnTo>
                    <a:pt x="2693206" y="1527427"/>
                  </a:lnTo>
                  <a:lnTo>
                    <a:pt x="2697423" y="1532006"/>
                  </a:lnTo>
                  <a:lnTo>
                    <a:pt x="2691811" y="1539188"/>
                  </a:lnTo>
                  <a:lnTo>
                    <a:pt x="2687413" y="1547278"/>
                  </a:lnTo>
                  <a:lnTo>
                    <a:pt x="2686793" y="1553629"/>
                  </a:lnTo>
                  <a:lnTo>
                    <a:pt x="2685242" y="1557636"/>
                  </a:lnTo>
                  <a:lnTo>
                    <a:pt x="2669248" y="1568431"/>
                  </a:lnTo>
                  <a:lnTo>
                    <a:pt x="2660582" y="1566526"/>
                  </a:lnTo>
                  <a:lnTo>
                    <a:pt x="2638438" y="1547062"/>
                  </a:lnTo>
                  <a:lnTo>
                    <a:pt x="2648526" y="1563897"/>
                  </a:lnTo>
                  <a:lnTo>
                    <a:pt x="2656603" y="1571041"/>
                  </a:lnTo>
                  <a:lnTo>
                    <a:pt x="2672866" y="1574852"/>
                  </a:lnTo>
                  <a:lnTo>
                    <a:pt x="2703371" y="1568558"/>
                  </a:lnTo>
                  <a:lnTo>
                    <a:pt x="2713376" y="1575430"/>
                  </a:lnTo>
                  <a:lnTo>
                    <a:pt x="2705164" y="1587603"/>
                  </a:lnTo>
                  <a:lnTo>
                    <a:pt x="2697004" y="1596145"/>
                  </a:lnTo>
                  <a:lnTo>
                    <a:pt x="2686302" y="1597097"/>
                  </a:lnTo>
                  <a:lnTo>
                    <a:pt x="2676876" y="1599409"/>
                  </a:lnTo>
                  <a:lnTo>
                    <a:pt x="2674111" y="1605283"/>
                  </a:lnTo>
                  <a:lnTo>
                    <a:pt x="2667393" y="1605651"/>
                  </a:lnTo>
                  <a:lnTo>
                    <a:pt x="2656892" y="1606000"/>
                  </a:lnTo>
                  <a:lnTo>
                    <a:pt x="2640635" y="1606534"/>
                  </a:lnTo>
                  <a:lnTo>
                    <a:pt x="2631705" y="1605162"/>
                  </a:lnTo>
                  <a:lnTo>
                    <a:pt x="2619230" y="1617164"/>
                  </a:lnTo>
                  <a:lnTo>
                    <a:pt x="2614522" y="1618815"/>
                  </a:lnTo>
                  <a:lnTo>
                    <a:pt x="2607944" y="1616561"/>
                  </a:lnTo>
                  <a:lnTo>
                    <a:pt x="2605184" y="1606921"/>
                  </a:lnTo>
                  <a:lnTo>
                    <a:pt x="2602244" y="1602184"/>
                  </a:lnTo>
                  <a:lnTo>
                    <a:pt x="2602171" y="1620219"/>
                  </a:lnTo>
                  <a:lnTo>
                    <a:pt x="2603324" y="1625077"/>
                  </a:lnTo>
                  <a:lnTo>
                    <a:pt x="2605680" y="1628741"/>
                  </a:lnTo>
                  <a:lnTo>
                    <a:pt x="2591087" y="1638527"/>
                  </a:lnTo>
                  <a:lnTo>
                    <a:pt x="2577118" y="1650733"/>
                  </a:lnTo>
                  <a:lnTo>
                    <a:pt x="2572111" y="1654054"/>
                  </a:lnTo>
                  <a:lnTo>
                    <a:pt x="2566421" y="1660169"/>
                  </a:lnTo>
                  <a:lnTo>
                    <a:pt x="2554768" y="1677830"/>
                  </a:lnTo>
                  <a:lnTo>
                    <a:pt x="2551889" y="1690708"/>
                  </a:lnTo>
                  <a:lnTo>
                    <a:pt x="2547678" y="1705066"/>
                  </a:lnTo>
                  <a:lnTo>
                    <a:pt x="2547145" y="1698602"/>
                  </a:lnTo>
                  <a:lnTo>
                    <a:pt x="2547869" y="1687717"/>
                  </a:lnTo>
                  <a:lnTo>
                    <a:pt x="2544985" y="1675251"/>
                  </a:lnTo>
                  <a:lnTo>
                    <a:pt x="2543156" y="1698087"/>
                  </a:lnTo>
                  <a:lnTo>
                    <a:pt x="2538629" y="1708699"/>
                  </a:lnTo>
                  <a:lnTo>
                    <a:pt x="2497086" y="1707950"/>
                  </a:lnTo>
                  <a:lnTo>
                    <a:pt x="2478900" y="1713716"/>
                  </a:lnTo>
                  <a:lnTo>
                    <a:pt x="2450984" y="1733116"/>
                  </a:lnTo>
                  <a:lnTo>
                    <a:pt x="2442638" y="1741619"/>
                  </a:lnTo>
                  <a:lnTo>
                    <a:pt x="2419580" y="1774495"/>
                  </a:lnTo>
                  <a:lnTo>
                    <a:pt x="2413694" y="1795534"/>
                  </a:lnTo>
                  <a:lnTo>
                    <a:pt x="2408976" y="1786688"/>
                  </a:lnTo>
                  <a:lnTo>
                    <a:pt x="2410144" y="1780052"/>
                  </a:lnTo>
                  <a:lnTo>
                    <a:pt x="2410237" y="1774629"/>
                  </a:lnTo>
                  <a:lnTo>
                    <a:pt x="2404428" y="1786263"/>
                  </a:lnTo>
                  <a:lnTo>
                    <a:pt x="2409942" y="1803205"/>
                  </a:lnTo>
                  <a:lnTo>
                    <a:pt x="2404992" y="1809676"/>
                  </a:lnTo>
                  <a:lnTo>
                    <a:pt x="2389762" y="1821755"/>
                  </a:lnTo>
                  <a:lnTo>
                    <a:pt x="2381427" y="1823736"/>
                  </a:lnTo>
                  <a:lnTo>
                    <a:pt x="2372068" y="1827172"/>
                  </a:lnTo>
                  <a:lnTo>
                    <a:pt x="2369122" y="1839085"/>
                  </a:lnTo>
                  <a:lnTo>
                    <a:pt x="2356415" y="1850071"/>
                  </a:lnTo>
                  <a:lnTo>
                    <a:pt x="2349010" y="1854936"/>
                  </a:lnTo>
                  <a:lnTo>
                    <a:pt x="2335449" y="1851989"/>
                  </a:lnTo>
                  <a:lnTo>
                    <a:pt x="2339625" y="1862569"/>
                  </a:lnTo>
                  <a:lnTo>
                    <a:pt x="2334643" y="1870577"/>
                  </a:lnTo>
                  <a:lnTo>
                    <a:pt x="2326065" y="1876718"/>
                  </a:lnTo>
                  <a:lnTo>
                    <a:pt x="2315399" y="1880725"/>
                  </a:lnTo>
                  <a:lnTo>
                    <a:pt x="2309285" y="1880236"/>
                  </a:lnTo>
                  <a:lnTo>
                    <a:pt x="2304061" y="1882363"/>
                  </a:lnTo>
                  <a:lnTo>
                    <a:pt x="2299968" y="1887456"/>
                  </a:lnTo>
                  <a:lnTo>
                    <a:pt x="2289968" y="1892219"/>
                  </a:lnTo>
                  <a:lnTo>
                    <a:pt x="2279581" y="1889539"/>
                  </a:lnTo>
                  <a:lnTo>
                    <a:pt x="2267809" y="1887932"/>
                  </a:lnTo>
                  <a:lnTo>
                    <a:pt x="2261251" y="1890790"/>
                  </a:lnTo>
                  <a:lnTo>
                    <a:pt x="2272274" y="1895515"/>
                  </a:lnTo>
                  <a:lnTo>
                    <a:pt x="2278176" y="1902360"/>
                  </a:lnTo>
                  <a:lnTo>
                    <a:pt x="2276961" y="1911588"/>
                  </a:lnTo>
                  <a:lnTo>
                    <a:pt x="2274010" y="1915150"/>
                  </a:lnTo>
                  <a:lnTo>
                    <a:pt x="2267055" y="1919976"/>
                  </a:lnTo>
                  <a:lnTo>
                    <a:pt x="2264001" y="1919259"/>
                  </a:lnTo>
                  <a:lnTo>
                    <a:pt x="2262135" y="1914909"/>
                  </a:lnTo>
                  <a:lnTo>
                    <a:pt x="2259872" y="1905847"/>
                  </a:lnTo>
                  <a:lnTo>
                    <a:pt x="2256637" y="1907777"/>
                  </a:lnTo>
                  <a:lnTo>
                    <a:pt x="2256078" y="1912000"/>
                  </a:lnTo>
                  <a:lnTo>
                    <a:pt x="2253298" y="1913505"/>
                  </a:lnTo>
                  <a:lnTo>
                    <a:pt x="2243433" y="1899071"/>
                  </a:lnTo>
                  <a:lnTo>
                    <a:pt x="2243924" y="1910082"/>
                  </a:lnTo>
                  <a:lnTo>
                    <a:pt x="2247371" y="1918541"/>
                  </a:lnTo>
                  <a:lnTo>
                    <a:pt x="2250704" y="1922834"/>
                  </a:lnTo>
                  <a:lnTo>
                    <a:pt x="2254068" y="1925361"/>
                  </a:lnTo>
                  <a:lnTo>
                    <a:pt x="2254895" y="1929286"/>
                  </a:lnTo>
                  <a:lnTo>
                    <a:pt x="2248146" y="1938850"/>
                  </a:lnTo>
                  <a:lnTo>
                    <a:pt x="2244673" y="1940977"/>
                  </a:lnTo>
                  <a:lnTo>
                    <a:pt x="2238493" y="1942527"/>
                  </a:lnTo>
                  <a:lnTo>
                    <a:pt x="2235015" y="1948420"/>
                  </a:lnTo>
                  <a:lnTo>
                    <a:pt x="2236043" y="1953494"/>
                  </a:lnTo>
                  <a:lnTo>
                    <a:pt x="2230638" y="1964505"/>
                  </a:lnTo>
                  <a:lnTo>
                    <a:pt x="2217713" y="1971383"/>
                  </a:lnTo>
                  <a:lnTo>
                    <a:pt x="2213765" y="1971116"/>
                  </a:lnTo>
                  <a:lnTo>
                    <a:pt x="2210546" y="1973129"/>
                  </a:lnTo>
                  <a:lnTo>
                    <a:pt x="2212427" y="1978032"/>
                  </a:lnTo>
                  <a:lnTo>
                    <a:pt x="2215651" y="1981601"/>
                  </a:lnTo>
                  <a:lnTo>
                    <a:pt x="2215538" y="1984915"/>
                  </a:lnTo>
                  <a:lnTo>
                    <a:pt x="2212122" y="1989418"/>
                  </a:lnTo>
                  <a:lnTo>
                    <a:pt x="2205378" y="1990675"/>
                  </a:lnTo>
                  <a:lnTo>
                    <a:pt x="2201590" y="1995813"/>
                  </a:lnTo>
                  <a:lnTo>
                    <a:pt x="2202789" y="2000658"/>
                  </a:lnTo>
                  <a:lnTo>
                    <a:pt x="2205016" y="2003363"/>
                  </a:lnTo>
                  <a:lnTo>
                    <a:pt x="2204551" y="2008025"/>
                  </a:lnTo>
                  <a:lnTo>
                    <a:pt x="2196882" y="2012705"/>
                  </a:lnTo>
                  <a:lnTo>
                    <a:pt x="2195084" y="2017309"/>
                  </a:lnTo>
                  <a:lnTo>
                    <a:pt x="2198892" y="2018668"/>
                  </a:lnTo>
                  <a:lnTo>
                    <a:pt x="2201822" y="2017309"/>
                  </a:lnTo>
                  <a:lnTo>
                    <a:pt x="2203967" y="2018299"/>
                  </a:lnTo>
                  <a:lnTo>
                    <a:pt x="2199368" y="2025996"/>
                  </a:lnTo>
                  <a:lnTo>
                    <a:pt x="2195239" y="2030689"/>
                  </a:lnTo>
                  <a:lnTo>
                    <a:pt x="2191316" y="2039122"/>
                  </a:lnTo>
                  <a:lnTo>
                    <a:pt x="2182216" y="2041453"/>
                  </a:lnTo>
                  <a:lnTo>
                    <a:pt x="2182557" y="2044177"/>
                  </a:lnTo>
                  <a:lnTo>
                    <a:pt x="2187699" y="2046590"/>
                  </a:lnTo>
                  <a:lnTo>
                    <a:pt x="2192004" y="2053074"/>
                  </a:lnTo>
                  <a:lnTo>
                    <a:pt x="2183916" y="2065045"/>
                  </a:lnTo>
                  <a:lnTo>
                    <a:pt x="2178867" y="2064060"/>
                  </a:lnTo>
                  <a:lnTo>
                    <a:pt x="2175782" y="2061425"/>
                  </a:lnTo>
                  <a:lnTo>
                    <a:pt x="2173813" y="2070874"/>
                  </a:lnTo>
                  <a:lnTo>
                    <a:pt x="2174568" y="2075917"/>
                  </a:lnTo>
                  <a:lnTo>
                    <a:pt x="2172645" y="2086223"/>
                  </a:lnTo>
                  <a:lnTo>
                    <a:pt x="2169555" y="2098613"/>
                  </a:lnTo>
                  <a:lnTo>
                    <a:pt x="2167457" y="2103699"/>
                  </a:lnTo>
                  <a:lnTo>
                    <a:pt x="2167902" y="2113174"/>
                  </a:lnTo>
                  <a:lnTo>
                    <a:pt x="2169199" y="2122325"/>
                  </a:lnTo>
                  <a:lnTo>
                    <a:pt x="2174149" y="2134118"/>
                  </a:lnTo>
                  <a:lnTo>
                    <a:pt x="2181710" y="2182343"/>
                  </a:lnTo>
                  <a:lnTo>
                    <a:pt x="2186857" y="2199089"/>
                  </a:lnTo>
                  <a:lnTo>
                    <a:pt x="2196128" y="2244272"/>
                  </a:lnTo>
                  <a:lnTo>
                    <a:pt x="2211471" y="2288077"/>
                  </a:lnTo>
                  <a:lnTo>
                    <a:pt x="2233118" y="2341026"/>
                  </a:lnTo>
                  <a:lnTo>
                    <a:pt x="2268646" y="2405203"/>
                  </a:lnTo>
                  <a:lnTo>
                    <a:pt x="2272899" y="2414348"/>
                  </a:lnTo>
                  <a:lnTo>
                    <a:pt x="2268274" y="2422102"/>
                  </a:lnTo>
                  <a:lnTo>
                    <a:pt x="2266863" y="2430135"/>
                  </a:lnTo>
                  <a:lnTo>
                    <a:pt x="2266460" y="2442245"/>
                  </a:lnTo>
                  <a:lnTo>
                    <a:pt x="2267742" y="2454044"/>
                  </a:lnTo>
                  <a:lnTo>
                    <a:pt x="2271943" y="2468453"/>
                  </a:lnTo>
                  <a:lnTo>
                    <a:pt x="2280015" y="2490483"/>
                  </a:lnTo>
                  <a:lnTo>
                    <a:pt x="2275499" y="2486088"/>
                  </a:lnTo>
                  <a:lnTo>
                    <a:pt x="2263809" y="2454470"/>
                  </a:lnTo>
                  <a:lnTo>
                    <a:pt x="2262450" y="2435901"/>
                  </a:lnTo>
                  <a:lnTo>
                    <a:pt x="2264135" y="2409560"/>
                  </a:lnTo>
                  <a:lnTo>
                    <a:pt x="2261391" y="2410195"/>
                  </a:lnTo>
                  <a:lnTo>
                    <a:pt x="2259164" y="2418755"/>
                  </a:lnTo>
                  <a:lnTo>
                    <a:pt x="2257939" y="2428808"/>
                  </a:lnTo>
                  <a:lnTo>
                    <a:pt x="2254973" y="2432700"/>
                  </a:lnTo>
                  <a:lnTo>
                    <a:pt x="2250926" y="2417364"/>
                  </a:lnTo>
                  <a:lnTo>
                    <a:pt x="2251210" y="2410430"/>
                  </a:lnTo>
                  <a:lnTo>
                    <a:pt x="2255505" y="2402327"/>
                  </a:lnTo>
                  <a:lnTo>
                    <a:pt x="2254259" y="2399412"/>
                  </a:lnTo>
                  <a:lnTo>
                    <a:pt x="2247309" y="2395265"/>
                  </a:lnTo>
                  <a:lnTo>
                    <a:pt x="2245831" y="2388743"/>
                  </a:lnTo>
                  <a:lnTo>
                    <a:pt x="2246771" y="2382304"/>
                  </a:lnTo>
                  <a:lnTo>
                    <a:pt x="2242782" y="2378862"/>
                  </a:lnTo>
                  <a:lnTo>
                    <a:pt x="2239661" y="2379027"/>
                  </a:lnTo>
                  <a:lnTo>
                    <a:pt x="2241753" y="2394903"/>
                  </a:lnTo>
                  <a:lnTo>
                    <a:pt x="2245056" y="2404651"/>
                  </a:lnTo>
                  <a:lnTo>
                    <a:pt x="2249138" y="2428014"/>
                  </a:lnTo>
                  <a:lnTo>
                    <a:pt x="2255727" y="2442169"/>
                  </a:lnTo>
                  <a:lnTo>
                    <a:pt x="2259567" y="2454038"/>
                  </a:lnTo>
                  <a:lnTo>
                    <a:pt x="2304438" y="2580696"/>
                  </a:lnTo>
                  <a:lnTo>
                    <a:pt x="2315058" y="2596826"/>
                  </a:lnTo>
                  <a:lnTo>
                    <a:pt x="2318985" y="2608409"/>
                  </a:lnTo>
                  <a:lnTo>
                    <a:pt x="2323073" y="2632630"/>
                  </a:lnTo>
                  <a:lnTo>
                    <a:pt x="2323998" y="2663728"/>
                  </a:lnTo>
                  <a:lnTo>
                    <a:pt x="2316665" y="2720564"/>
                  </a:lnTo>
                  <a:lnTo>
                    <a:pt x="2314996" y="2759333"/>
                  </a:lnTo>
                  <a:lnTo>
                    <a:pt x="2313947" y="2758145"/>
                  </a:lnTo>
                  <a:lnTo>
                    <a:pt x="2313244" y="2754062"/>
                  </a:lnTo>
                  <a:lnTo>
                    <a:pt x="2311549" y="2753503"/>
                  </a:lnTo>
                  <a:lnTo>
                    <a:pt x="2305182" y="2771265"/>
                  </a:lnTo>
                  <a:lnTo>
                    <a:pt x="2296531" y="2787287"/>
                  </a:lnTo>
                  <a:lnTo>
                    <a:pt x="2293684" y="2812187"/>
                  </a:lnTo>
                  <a:lnTo>
                    <a:pt x="2289534" y="2824653"/>
                  </a:lnTo>
                  <a:lnTo>
                    <a:pt x="2277075" y="2837843"/>
                  </a:lnTo>
                  <a:lnTo>
                    <a:pt x="2269354" y="2837506"/>
                  </a:lnTo>
                  <a:lnTo>
                    <a:pt x="2250420" y="2847400"/>
                  </a:lnTo>
                  <a:lnTo>
                    <a:pt x="2237118" y="2844822"/>
                  </a:lnTo>
                  <a:lnTo>
                    <a:pt x="2221269" y="2850404"/>
                  </a:lnTo>
                  <a:lnTo>
                    <a:pt x="2210840" y="2849781"/>
                  </a:lnTo>
                  <a:lnTo>
                    <a:pt x="2204820" y="2838014"/>
                  </a:lnTo>
                  <a:lnTo>
                    <a:pt x="2205740" y="2832750"/>
                  </a:lnTo>
                  <a:lnTo>
                    <a:pt x="2208137" y="2827460"/>
                  </a:lnTo>
                  <a:lnTo>
                    <a:pt x="2212199" y="2826228"/>
                  </a:lnTo>
                  <a:lnTo>
                    <a:pt x="2226199" y="2838560"/>
                  </a:lnTo>
                  <a:lnTo>
                    <a:pt x="2228839" y="2833372"/>
                  </a:lnTo>
                  <a:lnTo>
                    <a:pt x="2224612" y="2827199"/>
                  </a:lnTo>
                  <a:lnTo>
                    <a:pt x="2216519" y="2823757"/>
                  </a:lnTo>
                  <a:lnTo>
                    <a:pt x="2210540" y="2819973"/>
                  </a:lnTo>
                  <a:lnTo>
                    <a:pt x="2198494" y="2791859"/>
                  </a:lnTo>
                  <a:lnTo>
                    <a:pt x="2186014" y="2772554"/>
                  </a:lnTo>
                  <a:lnTo>
                    <a:pt x="2183911" y="2759650"/>
                  </a:lnTo>
                  <a:lnTo>
                    <a:pt x="2162393" y="2751782"/>
                  </a:lnTo>
                  <a:lnTo>
                    <a:pt x="2146812" y="2739869"/>
                  </a:lnTo>
                  <a:lnTo>
                    <a:pt x="2136652" y="2718678"/>
                  </a:lnTo>
                  <a:lnTo>
                    <a:pt x="2130823" y="2681102"/>
                  </a:lnTo>
                  <a:lnTo>
                    <a:pt x="2123950" y="2676879"/>
                  </a:lnTo>
                  <a:lnTo>
                    <a:pt x="2121046" y="2673958"/>
                  </a:lnTo>
                  <a:lnTo>
                    <a:pt x="2127759" y="2660013"/>
                  </a:lnTo>
                  <a:lnTo>
                    <a:pt x="2134833" y="2648322"/>
                  </a:lnTo>
                  <a:lnTo>
                    <a:pt x="2129237" y="2651230"/>
                  </a:lnTo>
                  <a:lnTo>
                    <a:pt x="2125108" y="2655555"/>
                  </a:lnTo>
                  <a:lnTo>
                    <a:pt x="2119857" y="2665880"/>
                  </a:lnTo>
                  <a:lnTo>
                    <a:pt x="2116023" y="2667468"/>
                  </a:lnTo>
                  <a:lnTo>
                    <a:pt x="2112509" y="2665880"/>
                  </a:lnTo>
                  <a:lnTo>
                    <a:pt x="2108457" y="2646074"/>
                  </a:lnTo>
                  <a:lnTo>
                    <a:pt x="2109615" y="2621726"/>
                  </a:lnTo>
                  <a:lnTo>
                    <a:pt x="2115294" y="2612620"/>
                  </a:lnTo>
                  <a:lnTo>
                    <a:pt x="2106571" y="2612378"/>
                  </a:lnTo>
                  <a:lnTo>
                    <a:pt x="2097533" y="2615846"/>
                  </a:lnTo>
                  <a:lnTo>
                    <a:pt x="2098856" y="2623962"/>
                  </a:lnTo>
                  <a:lnTo>
                    <a:pt x="2097579" y="2628420"/>
                  </a:lnTo>
                  <a:lnTo>
                    <a:pt x="2090995" y="2627276"/>
                  </a:lnTo>
                  <a:lnTo>
                    <a:pt x="2086003" y="2624425"/>
                  </a:lnTo>
                  <a:lnTo>
                    <a:pt x="2079229" y="2615979"/>
                  </a:lnTo>
                  <a:lnTo>
                    <a:pt x="2069989" y="2599862"/>
                  </a:lnTo>
                  <a:lnTo>
                    <a:pt x="2051033" y="2555460"/>
                  </a:lnTo>
                  <a:lnTo>
                    <a:pt x="2047338" y="2549198"/>
                  </a:lnTo>
                  <a:lnTo>
                    <a:pt x="2041070" y="2542645"/>
                  </a:lnTo>
                  <a:lnTo>
                    <a:pt x="2044021" y="2540606"/>
                  </a:lnTo>
                  <a:lnTo>
                    <a:pt x="2049406" y="2539400"/>
                  </a:lnTo>
                  <a:lnTo>
                    <a:pt x="2061576" y="2519409"/>
                  </a:lnTo>
                  <a:lnTo>
                    <a:pt x="2071136" y="2507330"/>
                  </a:lnTo>
                  <a:lnTo>
                    <a:pt x="2074309" y="2498973"/>
                  </a:lnTo>
                  <a:lnTo>
                    <a:pt x="2073756" y="2495398"/>
                  </a:lnTo>
                  <a:lnTo>
                    <a:pt x="2069529" y="2490203"/>
                  </a:lnTo>
                  <a:lnTo>
                    <a:pt x="2063979" y="2494744"/>
                  </a:lnTo>
                  <a:lnTo>
                    <a:pt x="2061601" y="2493448"/>
                  </a:lnTo>
                  <a:lnTo>
                    <a:pt x="2055359" y="2482970"/>
                  </a:lnTo>
                  <a:lnTo>
                    <a:pt x="2049395" y="2480011"/>
                  </a:lnTo>
                  <a:lnTo>
                    <a:pt x="2045240" y="2482278"/>
                  </a:lnTo>
                  <a:lnTo>
                    <a:pt x="2049623" y="2490864"/>
                  </a:lnTo>
                  <a:lnTo>
                    <a:pt x="2053560" y="2494052"/>
                  </a:lnTo>
                  <a:lnTo>
                    <a:pt x="2052036" y="2506536"/>
                  </a:lnTo>
                  <a:lnTo>
                    <a:pt x="2050444" y="2510601"/>
                  </a:lnTo>
                  <a:lnTo>
                    <a:pt x="2046755" y="2514189"/>
                  </a:lnTo>
                  <a:lnTo>
                    <a:pt x="2040993" y="2512277"/>
                  </a:lnTo>
                  <a:lnTo>
                    <a:pt x="2038078" y="2515364"/>
                  </a:lnTo>
                  <a:lnTo>
                    <a:pt x="2034647" y="2512112"/>
                  </a:lnTo>
                  <a:lnTo>
                    <a:pt x="2031231" y="2506625"/>
                  </a:lnTo>
                  <a:lnTo>
                    <a:pt x="2027427" y="2497595"/>
                  </a:lnTo>
                  <a:lnTo>
                    <a:pt x="2037478" y="2446767"/>
                  </a:lnTo>
                  <a:lnTo>
                    <a:pt x="2046780" y="2414380"/>
                  </a:lnTo>
                  <a:lnTo>
                    <a:pt x="2047845" y="2377433"/>
                  </a:lnTo>
                  <a:lnTo>
                    <a:pt x="2048537" y="2371959"/>
                  </a:lnTo>
                  <a:lnTo>
                    <a:pt x="2047752" y="2362141"/>
                  </a:lnTo>
                  <a:lnTo>
                    <a:pt x="2035277" y="2340804"/>
                  </a:lnTo>
                  <a:lnTo>
                    <a:pt x="1980122" y="2288737"/>
                  </a:lnTo>
                  <a:lnTo>
                    <a:pt x="1937374" y="2227081"/>
                  </a:lnTo>
                  <a:lnTo>
                    <a:pt x="1900348" y="2203953"/>
                  </a:lnTo>
                  <a:lnTo>
                    <a:pt x="1872256" y="2209033"/>
                  </a:lnTo>
                  <a:lnTo>
                    <a:pt x="1867393" y="2213682"/>
                  </a:lnTo>
                  <a:lnTo>
                    <a:pt x="1865305" y="2219759"/>
                  </a:lnTo>
                  <a:lnTo>
                    <a:pt x="1867068" y="2226637"/>
                  </a:lnTo>
                  <a:lnTo>
                    <a:pt x="1864515" y="2229501"/>
                  </a:lnTo>
                  <a:lnTo>
                    <a:pt x="1856975" y="2229139"/>
                  </a:lnTo>
                  <a:lnTo>
                    <a:pt x="1846820" y="2230739"/>
                  </a:lnTo>
                  <a:lnTo>
                    <a:pt x="1820305" y="2246971"/>
                  </a:lnTo>
                  <a:lnTo>
                    <a:pt x="1810951" y="2246374"/>
                  </a:lnTo>
                  <a:lnTo>
                    <a:pt x="1802455" y="2250578"/>
                  </a:lnTo>
                  <a:lnTo>
                    <a:pt x="1796094" y="2253727"/>
                  </a:lnTo>
                  <a:lnTo>
                    <a:pt x="1779506" y="2255442"/>
                  </a:lnTo>
                  <a:lnTo>
                    <a:pt x="1765439" y="2259043"/>
                  </a:lnTo>
                  <a:lnTo>
                    <a:pt x="1759362" y="2257093"/>
                  </a:lnTo>
                  <a:lnTo>
                    <a:pt x="1755398" y="2247682"/>
                  </a:lnTo>
                  <a:lnTo>
                    <a:pt x="1755398" y="2237940"/>
                  </a:lnTo>
                  <a:lnTo>
                    <a:pt x="1758613" y="2245408"/>
                  </a:lnTo>
                  <a:lnTo>
                    <a:pt x="1763589" y="2251251"/>
                  </a:lnTo>
                  <a:lnTo>
                    <a:pt x="1765868" y="2248914"/>
                  </a:lnTo>
                  <a:lnTo>
                    <a:pt x="1766721" y="2243745"/>
                  </a:lnTo>
                  <a:lnTo>
                    <a:pt x="1761770" y="2233616"/>
                  </a:lnTo>
                  <a:lnTo>
                    <a:pt x="1745822" y="2220604"/>
                  </a:lnTo>
                  <a:lnTo>
                    <a:pt x="1727673" y="2201597"/>
                  </a:lnTo>
                  <a:lnTo>
                    <a:pt x="1733208" y="2202226"/>
                  </a:lnTo>
                  <a:lnTo>
                    <a:pt x="1734608" y="2198155"/>
                  </a:lnTo>
                  <a:lnTo>
                    <a:pt x="1728981" y="2192815"/>
                  </a:lnTo>
                  <a:lnTo>
                    <a:pt x="1731358" y="2186642"/>
                  </a:lnTo>
                  <a:lnTo>
                    <a:pt x="1735322" y="2180158"/>
                  </a:lnTo>
                  <a:lnTo>
                    <a:pt x="1727663" y="2181130"/>
                  </a:lnTo>
                  <a:lnTo>
                    <a:pt x="1720790" y="2185670"/>
                  </a:lnTo>
                  <a:lnTo>
                    <a:pt x="1720563" y="2191278"/>
                  </a:lnTo>
                  <a:lnTo>
                    <a:pt x="1719203" y="2195736"/>
                  </a:lnTo>
                  <a:lnTo>
                    <a:pt x="1715503" y="2195088"/>
                  </a:lnTo>
                  <a:lnTo>
                    <a:pt x="1708635" y="2189569"/>
                  </a:lnTo>
                  <a:lnTo>
                    <a:pt x="1674823" y="2174208"/>
                  </a:lnTo>
                  <a:lnTo>
                    <a:pt x="1645264" y="2165546"/>
                  </a:lnTo>
                  <a:lnTo>
                    <a:pt x="1667950" y="2161647"/>
                  </a:lnTo>
                  <a:lnTo>
                    <a:pt x="1680254" y="2164676"/>
                  </a:lnTo>
                  <a:lnTo>
                    <a:pt x="1678787" y="2160027"/>
                  </a:lnTo>
                  <a:lnTo>
                    <a:pt x="1675826" y="2157075"/>
                  </a:lnTo>
                  <a:lnTo>
                    <a:pt x="1666121" y="2153334"/>
                  </a:lnTo>
                  <a:lnTo>
                    <a:pt x="1653759" y="2154757"/>
                  </a:lnTo>
                  <a:lnTo>
                    <a:pt x="1645951" y="2152998"/>
                  </a:lnTo>
                  <a:lnTo>
                    <a:pt x="1637967" y="2156706"/>
                  </a:lnTo>
                  <a:lnTo>
                    <a:pt x="1629218" y="2162218"/>
                  </a:lnTo>
                  <a:lnTo>
                    <a:pt x="1621430" y="2165057"/>
                  </a:lnTo>
                  <a:lnTo>
                    <a:pt x="1590951" y="2169026"/>
                  </a:lnTo>
                  <a:lnTo>
                    <a:pt x="1566234" y="2173332"/>
                  </a:lnTo>
                  <a:lnTo>
                    <a:pt x="1570197" y="2168785"/>
                  </a:lnTo>
                  <a:lnTo>
                    <a:pt x="1574424" y="2165863"/>
                  </a:lnTo>
                  <a:lnTo>
                    <a:pt x="1589028" y="2161418"/>
                  </a:lnTo>
                  <a:lnTo>
                    <a:pt x="1591214" y="2152178"/>
                  </a:lnTo>
                  <a:lnTo>
                    <a:pt x="1587783" y="2143281"/>
                  </a:lnTo>
                  <a:lnTo>
                    <a:pt x="1583938" y="2145415"/>
                  </a:lnTo>
                  <a:lnTo>
                    <a:pt x="1579902" y="2152369"/>
                  </a:lnTo>
                  <a:lnTo>
                    <a:pt x="1574952" y="2147358"/>
                  </a:lnTo>
                  <a:lnTo>
                    <a:pt x="1569469" y="2147384"/>
                  </a:lnTo>
                  <a:lnTo>
                    <a:pt x="1567980" y="2158446"/>
                  </a:lnTo>
                  <a:lnTo>
                    <a:pt x="1560952" y="2165863"/>
                  </a:lnTo>
                  <a:lnTo>
                    <a:pt x="1557779" y="2173332"/>
                  </a:lnTo>
                  <a:lnTo>
                    <a:pt x="1537170" y="2179180"/>
                  </a:lnTo>
                  <a:lnTo>
                    <a:pt x="1534530" y="2177231"/>
                  </a:lnTo>
                  <a:lnTo>
                    <a:pt x="1540560" y="2170137"/>
                  </a:lnTo>
                  <a:lnTo>
                    <a:pt x="1540080" y="2166194"/>
                  </a:lnTo>
                  <a:lnTo>
                    <a:pt x="1533202" y="2169578"/>
                  </a:lnTo>
                  <a:lnTo>
                    <a:pt x="1521667" y="2183022"/>
                  </a:lnTo>
                  <a:lnTo>
                    <a:pt x="1481059" y="2187423"/>
                  </a:lnTo>
                  <a:lnTo>
                    <a:pt x="1483276" y="2184368"/>
                  </a:lnTo>
                  <a:lnTo>
                    <a:pt x="1491849" y="2183759"/>
                  </a:lnTo>
                  <a:lnTo>
                    <a:pt x="1503885" y="2179504"/>
                  </a:lnTo>
                  <a:lnTo>
                    <a:pt x="1501451" y="2172341"/>
                  </a:lnTo>
                  <a:lnTo>
                    <a:pt x="1496810" y="2164466"/>
                  </a:lnTo>
                  <a:lnTo>
                    <a:pt x="1492526" y="2163590"/>
                  </a:lnTo>
                  <a:lnTo>
                    <a:pt x="1489700" y="2158973"/>
                  </a:lnTo>
                  <a:lnTo>
                    <a:pt x="1489839" y="2144425"/>
                  </a:lnTo>
                  <a:lnTo>
                    <a:pt x="1487100" y="2135921"/>
                  </a:lnTo>
                  <a:lnTo>
                    <a:pt x="1480491" y="2127171"/>
                  </a:lnTo>
                  <a:lnTo>
                    <a:pt x="1478258" y="2128853"/>
                  </a:lnTo>
                  <a:lnTo>
                    <a:pt x="1473395" y="2143815"/>
                  </a:lnTo>
                  <a:lnTo>
                    <a:pt x="1469354" y="2163438"/>
                  </a:lnTo>
                  <a:lnTo>
                    <a:pt x="1467354" y="2169775"/>
                  </a:lnTo>
                  <a:lnTo>
                    <a:pt x="1455314" y="2170220"/>
                  </a:lnTo>
                  <a:lnTo>
                    <a:pt x="1444658" y="2168880"/>
                  </a:lnTo>
                  <a:lnTo>
                    <a:pt x="1408442" y="2171236"/>
                  </a:lnTo>
                  <a:lnTo>
                    <a:pt x="1394913" y="2164587"/>
                  </a:lnTo>
                  <a:lnTo>
                    <a:pt x="1389301" y="2163311"/>
                  </a:lnTo>
                  <a:lnTo>
                    <a:pt x="1385885" y="2163463"/>
                  </a:lnTo>
                  <a:lnTo>
                    <a:pt x="1370134" y="2169559"/>
                  </a:lnTo>
                  <a:lnTo>
                    <a:pt x="1352186" y="2174227"/>
                  </a:lnTo>
                  <a:lnTo>
                    <a:pt x="1347959" y="2172760"/>
                  </a:lnTo>
                  <a:lnTo>
                    <a:pt x="1341929" y="2172544"/>
                  </a:lnTo>
                  <a:lnTo>
                    <a:pt x="1328916" y="2188433"/>
                  </a:lnTo>
                  <a:lnTo>
                    <a:pt x="1313573" y="2195869"/>
                  </a:lnTo>
                  <a:lnTo>
                    <a:pt x="1274862" y="2182501"/>
                  </a:lnTo>
                  <a:lnTo>
                    <a:pt x="1265234" y="2171750"/>
                  </a:lnTo>
                  <a:lnTo>
                    <a:pt x="1256687" y="2169451"/>
                  </a:lnTo>
                  <a:lnTo>
                    <a:pt x="1246176" y="2168124"/>
                  </a:lnTo>
                  <a:lnTo>
                    <a:pt x="1234884" y="2181352"/>
                  </a:lnTo>
                  <a:lnTo>
                    <a:pt x="1226306" y="2199203"/>
                  </a:lnTo>
                  <a:lnTo>
                    <a:pt x="1239861" y="2208989"/>
                  </a:lnTo>
                  <a:lnTo>
                    <a:pt x="1251462" y="2213669"/>
                  </a:lnTo>
                  <a:lnTo>
                    <a:pt x="1270635" y="2209745"/>
                  </a:lnTo>
                  <a:lnTo>
                    <a:pt x="1281234" y="2201083"/>
                  </a:lnTo>
                  <a:lnTo>
                    <a:pt x="1289890" y="2201368"/>
                  </a:lnTo>
                  <a:lnTo>
                    <a:pt x="1294029" y="2199609"/>
                  </a:lnTo>
                  <a:lnTo>
                    <a:pt x="1297806" y="2195088"/>
                  </a:lnTo>
                  <a:lnTo>
                    <a:pt x="1305207" y="2198657"/>
                  </a:lnTo>
                  <a:lnTo>
                    <a:pt x="1305470" y="2202232"/>
                  </a:lnTo>
                  <a:lnTo>
                    <a:pt x="1300215" y="2207268"/>
                  </a:lnTo>
                  <a:lnTo>
                    <a:pt x="1293595" y="2211510"/>
                  </a:lnTo>
                  <a:lnTo>
                    <a:pt x="1289579" y="2216508"/>
                  </a:lnTo>
                  <a:lnTo>
                    <a:pt x="1297135" y="2226580"/>
                  </a:lnTo>
                  <a:lnTo>
                    <a:pt x="1309000" y="2229964"/>
                  </a:lnTo>
                  <a:lnTo>
                    <a:pt x="1313465" y="2228504"/>
                  </a:lnTo>
                  <a:lnTo>
                    <a:pt x="1316229" y="2217181"/>
                  </a:lnTo>
                  <a:lnTo>
                    <a:pt x="1323526" y="2209891"/>
                  </a:lnTo>
                  <a:lnTo>
                    <a:pt x="1333443" y="2211466"/>
                  </a:lnTo>
                  <a:lnTo>
                    <a:pt x="1332032" y="2216038"/>
                  </a:lnTo>
                  <a:lnTo>
                    <a:pt x="1333422" y="2220356"/>
                  </a:lnTo>
                  <a:lnTo>
                    <a:pt x="1337980" y="2227729"/>
                  </a:lnTo>
                  <a:lnTo>
                    <a:pt x="1337458" y="2238290"/>
                  </a:lnTo>
                  <a:lnTo>
                    <a:pt x="1338342" y="2240836"/>
                  </a:lnTo>
                  <a:lnTo>
                    <a:pt x="1327655" y="2245497"/>
                  </a:lnTo>
                  <a:lnTo>
                    <a:pt x="1319692" y="2247079"/>
                  </a:lnTo>
                  <a:lnTo>
                    <a:pt x="1313320" y="2253181"/>
                  </a:lnTo>
                  <a:lnTo>
                    <a:pt x="1316658" y="2256725"/>
                  </a:lnTo>
                  <a:lnTo>
                    <a:pt x="1310168" y="2259837"/>
                  </a:lnTo>
                  <a:lnTo>
                    <a:pt x="1305780" y="2258592"/>
                  </a:lnTo>
                  <a:lnTo>
                    <a:pt x="1303574" y="2259741"/>
                  </a:lnTo>
                  <a:lnTo>
                    <a:pt x="1302912" y="2263488"/>
                  </a:lnTo>
                  <a:lnTo>
                    <a:pt x="1299558" y="2266968"/>
                  </a:lnTo>
                  <a:lnTo>
                    <a:pt x="1304437" y="2277453"/>
                  </a:lnTo>
                  <a:lnTo>
                    <a:pt x="1314436" y="2284298"/>
                  </a:lnTo>
                  <a:lnTo>
                    <a:pt x="1321490" y="2292878"/>
                  </a:lnTo>
                  <a:lnTo>
                    <a:pt x="1349851" y="2304175"/>
                  </a:lnTo>
                  <a:lnTo>
                    <a:pt x="1356724" y="2303851"/>
                  </a:lnTo>
                  <a:lnTo>
                    <a:pt x="1363488" y="2315225"/>
                  </a:lnTo>
                  <a:lnTo>
                    <a:pt x="1368940" y="2319136"/>
                  </a:lnTo>
                  <a:lnTo>
                    <a:pt x="1374191" y="2321124"/>
                  </a:lnTo>
                  <a:lnTo>
                    <a:pt x="1373591" y="2328948"/>
                  </a:lnTo>
                  <a:lnTo>
                    <a:pt x="1364263" y="2334676"/>
                  </a:lnTo>
                  <a:lnTo>
                    <a:pt x="1361742" y="2341509"/>
                  </a:lnTo>
                  <a:lnTo>
                    <a:pt x="1359395" y="2345351"/>
                  </a:lnTo>
                  <a:lnTo>
                    <a:pt x="1355189" y="2340486"/>
                  </a:lnTo>
                  <a:lnTo>
                    <a:pt x="1350869" y="2336962"/>
                  </a:lnTo>
                  <a:lnTo>
                    <a:pt x="1340869" y="2347681"/>
                  </a:lnTo>
                  <a:lnTo>
                    <a:pt x="1336048" y="2349936"/>
                  </a:lnTo>
                  <a:lnTo>
                    <a:pt x="1338440" y="2338378"/>
                  </a:lnTo>
                  <a:lnTo>
                    <a:pt x="1334663" y="2333850"/>
                  </a:lnTo>
                  <a:lnTo>
                    <a:pt x="1328952" y="2322261"/>
                  </a:lnTo>
                  <a:lnTo>
                    <a:pt x="1320632" y="2315091"/>
                  </a:lnTo>
                  <a:lnTo>
                    <a:pt x="1314772" y="2312716"/>
                  </a:lnTo>
                  <a:lnTo>
                    <a:pt x="1310209" y="2308182"/>
                  </a:lnTo>
                  <a:lnTo>
                    <a:pt x="1304685" y="2306347"/>
                  </a:lnTo>
                  <a:lnTo>
                    <a:pt x="1299972" y="2306817"/>
                  </a:lnTo>
                  <a:lnTo>
                    <a:pt x="1291993" y="2304175"/>
                  </a:lnTo>
                  <a:lnTo>
                    <a:pt x="1291466" y="2298009"/>
                  </a:lnTo>
                  <a:lnTo>
                    <a:pt x="1289254" y="2293392"/>
                  </a:lnTo>
                  <a:lnTo>
                    <a:pt x="1283011" y="2287943"/>
                  </a:lnTo>
                  <a:lnTo>
                    <a:pt x="1253183" y="2277649"/>
                  </a:lnTo>
                  <a:lnTo>
                    <a:pt x="1253002" y="2281910"/>
                  </a:lnTo>
                  <a:lnTo>
                    <a:pt x="1255069" y="2285117"/>
                  </a:lnTo>
                  <a:lnTo>
                    <a:pt x="1259353" y="2287251"/>
                  </a:lnTo>
                  <a:lnTo>
                    <a:pt x="1264480" y="2291404"/>
                  </a:lnTo>
                  <a:lnTo>
                    <a:pt x="1264433" y="2303705"/>
                  </a:lnTo>
                  <a:lnTo>
                    <a:pt x="1262216" y="2308912"/>
                  </a:lnTo>
                  <a:lnTo>
                    <a:pt x="1261265" y="2316330"/>
                  </a:lnTo>
                  <a:lnTo>
                    <a:pt x="1259291" y="2323868"/>
                  </a:lnTo>
                  <a:lnTo>
                    <a:pt x="1255643" y="2329811"/>
                  </a:lnTo>
                  <a:lnTo>
                    <a:pt x="1247499" y="2333863"/>
                  </a:lnTo>
                  <a:lnTo>
                    <a:pt x="1243907" y="2330472"/>
                  </a:lnTo>
                  <a:lnTo>
                    <a:pt x="1238099" y="2314240"/>
                  </a:lnTo>
                  <a:lnTo>
                    <a:pt x="1229887" y="2309128"/>
                  </a:lnTo>
                  <a:lnTo>
                    <a:pt x="1216839" y="2308525"/>
                  </a:lnTo>
                  <a:lnTo>
                    <a:pt x="1207976" y="2312195"/>
                  </a:lnTo>
                  <a:lnTo>
                    <a:pt x="1198317" y="2327919"/>
                  </a:lnTo>
                  <a:lnTo>
                    <a:pt x="1190535" y="2330491"/>
                  </a:lnTo>
                  <a:lnTo>
                    <a:pt x="1163895" y="2322343"/>
                  </a:lnTo>
                  <a:lnTo>
                    <a:pt x="1133478" y="2309928"/>
                  </a:lnTo>
                  <a:lnTo>
                    <a:pt x="1134263" y="2305794"/>
                  </a:lnTo>
                  <a:lnTo>
                    <a:pt x="1139049" y="2304467"/>
                  </a:lnTo>
                  <a:lnTo>
                    <a:pt x="1148227" y="2306163"/>
                  </a:lnTo>
                  <a:lnTo>
                    <a:pt x="1147741" y="2301902"/>
                  </a:lnTo>
                  <a:lnTo>
                    <a:pt x="1138361" y="2288032"/>
                  </a:lnTo>
                  <a:lnTo>
                    <a:pt x="1136641" y="2281771"/>
                  </a:lnTo>
                  <a:lnTo>
                    <a:pt x="1137850" y="2274131"/>
                  </a:lnTo>
                  <a:lnTo>
                    <a:pt x="1134791" y="2274303"/>
                  </a:lnTo>
                  <a:lnTo>
                    <a:pt x="1129158" y="2280717"/>
                  </a:lnTo>
                  <a:lnTo>
                    <a:pt x="1109763" y="2275281"/>
                  </a:lnTo>
                  <a:lnTo>
                    <a:pt x="1104410" y="2268784"/>
                  </a:lnTo>
                  <a:lnTo>
                    <a:pt x="1093015" y="2250476"/>
                  </a:lnTo>
                  <a:lnTo>
                    <a:pt x="1076933" y="2249879"/>
                  </a:lnTo>
                  <a:lnTo>
                    <a:pt x="1069657" y="2238779"/>
                  </a:lnTo>
                  <a:lnTo>
                    <a:pt x="1056515" y="2243427"/>
                  </a:lnTo>
                  <a:lnTo>
                    <a:pt x="1049859" y="2248571"/>
                  </a:lnTo>
                  <a:lnTo>
                    <a:pt x="1044009" y="2256541"/>
                  </a:lnTo>
                  <a:lnTo>
                    <a:pt x="1046288" y="2260675"/>
                  </a:lnTo>
                  <a:lnTo>
                    <a:pt x="1052117" y="2267241"/>
                  </a:lnTo>
                  <a:lnTo>
                    <a:pt x="1049456" y="2270410"/>
                  </a:lnTo>
                  <a:lnTo>
                    <a:pt x="1030744" y="2275090"/>
                  </a:lnTo>
                  <a:lnTo>
                    <a:pt x="987304" y="2269857"/>
                  </a:lnTo>
                  <a:lnTo>
                    <a:pt x="974601" y="2264968"/>
                  </a:lnTo>
                  <a:lnTo>
                    <a:pt x="957553" y="2254629"/>
                  </a:lnTo>
                  <a:lnTo>
                    <a:pt x="933921" y="2246202"/>
                  </a:lnTo>
                  <a:lnTo>
                    <a:pt x="922542" y="2244843"/>
                  </a:lnTo>
                  <a:lnTo>
                    <a:pt x="911400" y="2246513"/>
                  </a:lnTo>
                  <a:lnTo>
                    <a:pt x="878978" y="2247377"/>
                  </a:lnTo>
                  <a:lnTo>
                    <a:pt x="871454" y="2249619"/>
                  </a:lnTo>
                  <a:lnTo>
                    <a:pt x="865046" y="2253200"/>
                  </a:lnTo>
                  <a:lnTo>
                    <a:pt x="860891" y="2249238"/>
                  </a:lnTo>
                  <a:lnTo>
                    <a:pt x="858968" y="2242163"/>
                  </a:lnTo>
                  <a:lnTo>
                    <a:pt x="862731" y="2241014"/>
                  </a:lnTo>
                  <a:lnTo>
                    <a:pt x="866916" y="2236854"/>
                  </a:lnTo>
                  <a:lnTo>
                    <a:pt x="870694" y="2228631"/>
                  </a:lnTo>
                  <a:lnTo>
                    <a:pt x="871123" y="2223658"/>
                  </a:lnTo>
                  <a:lnTo>
                    <a:pt x="868482" y="2220413"/>
                  </a:lnTo>
                  <a:lnTo>
                    <a:pt x="863459" y="2220089"/>
                  </a:lnTo>
                  <a:lnTo>
                    <a:pt x="852364" y="2241516"/>
                  </a:lnTo>
                  <a:lnTo>
                    <a:pt x="858705" y="2253524"/>
                  </a:lnTo>
                  <a:lnTo>
                    <a:pt x="858271" y="2257855"/>
                  </a:lnTo>
                  <a:lnTo>
                    <a:pt x="836132" y="2260319"/>
                  </a:lnTo>
                  <a:lnTo>
                    <a:pt x="785881" y="2284495"/>
                  </a:lnTo>
                  <a:lnTo>
                    <a:pt x="766285" y="2297532"/>
                  </a:lnTo>
                  <a:lnTo>
                    <a:pt x="767288" y="2293144"/>
                  </a:lnTo>
                  <a:lnTo>
                    <a:pt x="790982" y="2276246"/>
                  </a:lnTo>
                  <a:lnTo>
                    <a:pt x="782615" y="2273661"/>
                  </a:lnTo>
                  <a:lnTo>
                    <a:pt x="769143" y="2277884"/>
                  </a:lnTo>
                  <a:lnTo>
                    <a:pt x="764311" y="2276259"/>
                  </a:lnTo>
                  <a:lnTo>
                    <a:pt x="770016" y="2262288"/>
                  </a:lnTo>
                  <a:lnTo>
                    <a:pt x="768156" y="2249968"/>
                  </a:lnTo>
                  <a:lnTo>
                    <a:pt x="758591" y="2249631"/>
                  </a:lnTo>
                  <a:lnTo>
                    <a:pt x="752498" y="2259468"/>
                  </a:lnTo>
                  <a:lnTo>
                    <a:pt x="748265" y="2259049"/>
                  </a:lnTo>
                  <a:lnTo>
                    <a:pt x="742720" y="2254832"/>
                  </a:lnTo>
                  <a:lnTo>
                    <a:pt x="738426" y="2256166"/>
                  </a:lnTo>
                  <a:lnTo>
                    <a:pt x="741604" y="2278456"/>
                  </a:lnTo>
                  <a:lnTo>
                    <a:pt x="747630" y="2287626"/>
                  </a:lnTo>
                  <a:lnTo>
                    <a:pt x="752668" y="2299317"/>
                  </a:lnTo>
                  <a:lnTo>
                    <a:pt x="738907" y="2313764"/>
                  </a:lnTo>
                  <a:lnTo>
                    <a:pt x="726127" y="2325684"/>
                  </a:lnTo>
                  <a:lnTo>
                    <a:pt x="724742" y="2337203"/>
                  </a:lnTo>
                  <a:lnTo>
                    <a:pt x="711900" y="2352209"/>
                  </a:lnTo>
                  <a:lnTo>
                    <a:pt x="699818" y="2360719"/>
                  </a:lnTo>
                  <a:lnTo>
                    <a:pt x="671432" y="2380723"/>
                  </a:lnTo>
                  <a:lnTo>
                    <a:pt x="663334" y="2385003"/>
                  </a:lnTo>
                  <a:lnTo>
                    <a:pt x="650523" y="2394287"/>
                  </a:lnTo>
                  <a:lnTo>
                    <a:pt x="632849" y="2401247"/>
                  </a:lnTo>
                  <a:lnTo>
                    <a:pt x="615904" y="2412297"/>
                  </a:lnTo>
                  <a:lnTo>
                    <a:pt x="610189" y="2413973"/>
                  </a:lnTo>
                  <a:lnTo>
                    <a:pt x="621010" y="2404619"/>
                  </a:lnTo>
                  <a:lnTo>
                    <a:pt x="633842" y="2395379"/>
                  </a:lnTo>
                  <a:lnTo>
                    <a:pt x="622834" y="2396643"/>
                  </a:lnTo>
                  <a:lnTo>
                    <a:pt x="605869" y="2392363"/>
                  </a:lnTo>
                  <a:lnTo>
                    <a:pt x="595487" y="2392115"/>
                  </a:lnTo>
                  <a:lnTo>
                    <a:pt x="595414" y="2395487"/>
                  </a:lnTo>
                  <a:lnTo>
                    <a:pt x="587518" y="2400250"/>
                  </a:lnTo>
                  <a:lnTo>
                    <a:pt x="579338" y="2393252"/>
                  </a:lnTo>
                  <a:lnTo>
                    <a:pt x="575772" y="2388546"/>
                  </a:lnTo>
                  <a:lnTo>
                    <a:pt x="574082" y="2384482"/>
                  </a:lnTo>
                  <a:lnTo>
                    <a:pt x="570609" y="2383498"/>
                  </a:lnTo>
                  <a:lnTo>
                    <a:pt x="567271" y="2385384"/>
                  </a:lnTo>
                  <a:lnTo>
                    <a:pt x="579482" y="2414005"/>
                  </a:lnTo>
                  <a:lnTo>
                    <a:pt x="584686" y="2415243"/>
                  </a:lnTo>
                  <a:lnTo>
                    <a:pt x="590443" y="2418088"/>
                  </a:lnTo>
                  <a:lnTo>
                    <a:pt x="583275" y="2424756"/>
                  </a:lnTo>
                  <a:lnTo>
                    <a:pt x="575560" y="2429817"/>
                  </a:lnTo>
                  <a:lnTo>
                    <a:pt x="563426" y="2433177"/>
                  </a:lnTo>
                  <a:lnTo>
                    <a:pt x="553142" y="2422730"/>
                  </a:lnTo>
                  <a:lnTo>
                    <a:pt x="550915" y="2435838"/>
                  </a:lnTo>
                  <a:lnTo>
                    <a:pt x="549613" y="2448926"/>
                  </a:lnTo>
                  <a:lnTo>
                    <a:pt x="546161" y="2452285"/>
                  </a:lnTo>
                  <a:lnTo>
                    <a:pt x="540647" y="2457073"/>
                  </a:lnTo>
                  <a:lnTo>
                    <a:pt x="537655" y="2453460"/>
                  </a:lnTo>
                  <a:lnTo>
                    <a:pt x="536234" y="2448399"/>
                  </a:lnTo>
                  <a:lnTo>
                    <a:pt x="532704" y="2452914"/>
                  </a:lnTo>
                  <a:lnTo>
                    <a:pt x="527536" y="2456305"/>
                  </a:lnTo>
                  <a:lnTo>
                    <a:pt x="519010" y="2456984"/>
                  </a:lnTo>
                  <a:lnTo>
                    <a:pt x="512612" y="2458794"/>
                  </a:lnTo>
                  <a:lnTo>
                    <a:pt x="512762" y="2464217"/>
                  </a:lnTo>
                  <a:lnTo>
                    <a:pt x="514224" y="2469666"/>
                  </a:lnTo>
                  <a:lnTo>
                    <a:pt x="525542" y="2465361"/>
                  </a:lnTo>
                  <a:lnTo>
                    <a:pt x="521438" y="2479376"/>
                  </a:lnTo>
                  <a:lnTo>
                    <a:pt x="511031" y="2493226"/>
                  </a:lnTo>
                  <a:lnTo>
                    <a:pt x="502550" y="2496497"/>
                  </a:lnTo>
                  <a:lnTo>
                    <a:pt x="489579" y="2494471"/>
                  </a:lnTo>
                  <a:lnTo>
                    <a:pt x="486375" y="2495861"/>
                  </a:lnTo>
                  <a:lnTo>
                    <a:pt x="483507" y="2498738"/>
                  </a:lnTo>
                  <a:lnTo>
                    <a:pt x="498618" y="2520406"/>
                  </a:lnTo>
                  <a:lnTo>
                    <a:pt x="488908" y="2553085"/>
                  </a:lnTo>
                  <a:lnTo>
                    <a:pt x="482701" y="2564928"/>
                  </a:lnTo>
                  <a:lnTo>
                    <a:pt x="478396" y="2566446"/>
                  </a:lnTo>
                  <a:lnTo>
                    <a:pt x="473730" y="2566789"/>
                  </a:lnTo>
                  <a:lnTo>
                    <a:pt x="456981" y="2556260"/>
                  </a:lnTo>
                  <a:lnTo>
                    <a:pt x="447845" y="2548119"/>
                  </a:lnTo>
                  <a:lnTo>
                    <a:pt x="455896" y="2570275"/>
                  </a:lnTo>
                  <a:lnTo>
                    <a:pt x="477833" y="2576746"/>
                  </a:lnTo>
                  <a:lnTo>
                    <a:pt x="478955" y="2585129"/>
                  </a:lnTo>
                  <a:lnTo>
                    <a:pt x="478831" y="2592292"/>
                  </a:lnTo>
                  <a:lnTo>
                    <a:pt x="474510" y="2600700"/>
                  </a:lnTo>
                  <a:lnTo>
                    <a:pt x="470469" y="2611870"/>
                  </a:lnTo>
                  <a:lnTo>
                    <a:pt x="473451" y="2619650"/>
                  </a:lnTo>
                  <a:lnTo>
                    <a:pt x="476913" y="2638885"/>
                  </a:lnTo>
                  <a:lnTo>
                    <a:pt x="479874" y="2647712"/>
                  </a:lnTo>
                  <a:lnTo>
                    <a:pt x="483130" y="2674492"/>
                  </a:lnTo>
                  <a:lnTo>
                    <a:pt x="486592" y="2686106"/>
                  </a:lnTo>
                  <a:lnTo>
                    <a:pt x="506535" y="2728851"/>
                  </a:lnTo>
                  <a:lnTo>
                    <a:pt x="513258" y="2729181"/>
                  </a:lnTo>
                  <a:lnTo>
                    <a:pt x="514338" y="2733811"/>
                  </a:lnTo>
                  <a:lnTo>
                    <a:pt x="513697" y="2742688"/>
                  </a:lnTo>
                  <a:lnTo>
                    <a:pt x="499352" y="2745273"/>
                  </a:lnTo>
                  <a:lnTo>
                    <a:pt x="493331" y="2749229"/>
                  </a:lnTo>
                  <a:lnTo>
                    <a:pt x="492158" y="2752665"/>
                  </a:lnTo>
                  <a:lnTo>
                    <a:pt x="491269" y="2754519"/>
                  </a:lnTo>
                  <a:lnTo>
                    <a:pt x="489419" y="2754348"/>
                  </a:lnTo>
                  <a:lnTo>
                    <a:pt x="482577" y="2751877"/>
                  </a:lnTo>
                  <a:lnTo>
                    <a:pt x="467022" y="2739735"/>
                  </a:lnTo>
                  <a:lnTo>
                    <a:pt x="444357" y="2732210"/>
                  </a:lnTo>
                  <a:lnTo>
                    <a:pt x="414575" y="2729295"/>
                  </a:lnTo>
                  <a:lnTo>
                    <a:pt x="394230" y="2723218"/>
                  </a:lnTo>
                  <a:lnTo>
                    <a:pt x="383321" y="2713959"/>
                  </a:lnTo>
                  <a:lnTo>
                    <a:pt x="371916" y="2708473"/>
                  </a:lnTo>
                  <a:lnTo>
                    <a:pt x="360019" y="2706745"/>
                  </a:lnTo>
                  <a:lnTo>
                    <a:pt x="350165" y="2701722"/>
                  </a:lnTo>
                  <a:lnTo>
                    <a:pt x="342351" y="2693403"/>
                  </a:lnTo>
                  <a:lnTo>
                    <a:pt x="330925" y="2688094"/>
                  </a:lnTo>
                  <a:lnTo>
                    <a:pt x="315887" y="2685789"/>
                  </a:lnTo>
                  <a:lnTo>
                    <a:pt x="306099" y="2679553"/>
                  </a:lnTo>
                  <a:lnTo>
                    <a:pt x="299293" y="2664306"/>
                  </a:lnTo>
                  <a:lnTo>
                    <a:pt x="299262" y="2664077"/>
                  </a:lnTo>
                  <a:lnTo>
                    <a:pt x="293170" y="2638586"/>
                  </a:lnTo>
                  <a:lnTo>
                    <a:pt x="285496" y="2622615"/>
                  </a:lnTo>
                  <a:lnTo>
                    <a:pt x="270561" y="2602853"/>
                  </a:lnTo>
                  <a:lnTo>
                    <a:pt x="269186" y="2600249"/>
                  </a:lnTo>
                  <a:lnTo>
                    <a:pt x="269062" y="2596998"/>
                  </a:lnTo>
                  <a:lnTo>
                    <a:pt x="270912" y="2585497"/>
                  </a:lnTo>
                  <a:lnTo>
                    <a:pt x="269336" y="2577229"/>
                  </a:lnTo>
                  <a:lnTo>
                    <a:pt x="264608" y="2570491"/>
                  </a:lnTo>
                  <a:lnTo>
                    <a:pt x="263522" y="2563360"/>
                  </a:lnTo>
                  <a:lnTo>
                    <a:pt x="266086" y="2555854"/>
                  </a:lnTo>
                  <a:lnTo>
                    <a:pt x="266251" y="2546836"/>
                  </a:lnTo>
                  <a:lnTo>
                    <a:pt x="264024" y="2536307"/>
                  </a:lnTo>
                  <a:lnTo>
                    <a:pt x="254500" y="2524921"/>
                  </a:lnTo>
                  <a:lnTo>
                    <a:pt x="237679" y="2512690"/>
                  </a:lnTo>
                  <a:lnTo>
                    <a:pt x="223349" y="2494826"/>
                  </a:lnTo>
                  <a:lnTo>
                    <a:pt x="211520" y="2471343"/>
                  </a:lnTo>
                  <a:lnTo>
                    <a:pt x="199820" y="2455073"/>
                  </a:lnTo>
                  <a:lnTo>
                    <a:pt x="188249" y="2446011"/>
                  </a:lnTo>
                  <a:lnTo>
                    <a:pt x="180338" y="2434949"/>
                  </a:lnTo>
                  <a:lnTo>
                    <a:pt x="176079" y="2421886"/>
                  </a:lnTo>
                  <a:lnTo>
                    <a:pt x="174824" y="2414303"/>
                  </a:lnTo>
                  <a:lnTo>
                    <a:pt x="176560" y="2412208"/>
                  </a:lnTo>
                  <a:lnTo>
                    <a:pt x="169449" y="2397684"/>
                  </a:lnTo>
                  <a:lnTo>
                    <a:pt x="153491" y="2370746"/>
                  </a:lnTo>
                  <a:lnTo>
                    <a:pt x="144324" y="2351047"/>
                  </a:lnTo>
                  <a:lnTo>
                    <a:pt x="141962" y="2338594"/>
                  </a:lnTo>
                  <a:lnTo>
                    <a:pt x="131807" y="2323772"/>
                  </a:lnTo>
                  <a:lnTo>
                    <a:pt x="113865" y="2306582"/>
                  </a:lnTo>
                  <a:lnTo>
                    <a:pt x="104108" y="2295399"/>
                  </a:lnTo>
                  <a:lnTo>
                    <a:pt x="101711" y="2287632"/>
                  </a:lnTo>
                  <a:lnTo>
                    <a:pt x="73712" y="2265044"/>
                  </a:lnTo>
                  <a:lnTo>
                    <a:pt x="65578" y="2250933"/>
                  </a:lnTo>
                  <a:lnTo>
                    <a:pt x="59227" y="2246475"/>
                  </a:lnTo>
                  <a:lnTo>
                    <a:pt x="51935" y="2246958"/>
                  </a:lnTo>
                  <a:lnTo>
                    <a:pt x="48194" y="2245605"/>
                  </a:lnTo>
                  <a:lnTo>
                    <a:pt x="48008" y="2242417"/>
                  </a:lnTo>
                  <a:lnTo>
                    <a:pt x="45646" y="2242265"/>
                  </a:lnTo>
                  <a:lnTo>
                    <a:pt x="41104" y="2245161"/>
                  </a:lnTo>
                  <a:lnTo>
                    <a:pt x="26210" y="2245745"/>
                  </a:lnTo>
                  <a:lnTo>
                    <a:pt x="961" y="2244024"/>
                  </a:lnTo>
                  <a:lnTo>
                    <a:pt x="0" y="2243821"/>
                  </a:lnTo>
                  <a:lnTo>
                    <a:pt x="0" y="0"/>
                  </a:lnTo>
                  <a:lnTo>
                    <a:pt x="1773799" y="0"/>
                  </a:lnTo>
                  <a:lnTo>
                    <a:pt x="1791779" y="9112"/>
                  </a:lnTo>
                  <a:lnTo>
                    <a:pt x="1812321" y="19521"/>
                  </a:lnTo>
                  <a:lnTo>
                    <a:pt x="1817499" y="36825"/>
                  </a:lnTo>
                  <a:lnTo>
                    <a:pt x="1822542" y="53673"/>
                  </a:lnTo>
                  <a:lnTo>
                    <a:pt x="1834568" y="65904"/>
                  </a:lnTo>
                  <a:lnTo>
                    <a:pt x="1845575" y="77074"/>
                  </a:lnTo>
                  <a:lnTo>
                    <a:pt x="1851947" y="76490"/>
                  </a:lnTo>
                  <a:lnTo>
                    <a:pt x="1858412" y="71772"/>
                  </a:lnTo>
                  <a:lnTo>
                    <a:pt x="1862515" y="69498"/>
                  </a:lnTo>
                  <a:lnTo>
                    <a:pt x="1869393" y="69123"/>
                  </a:lnTo>
                  <a:lnTo>
                    <a:pt x="1884690" y="65085"/>
                  </a:lnTo>
                  <a:lnTo>
                    <a:pt x="1889211" y="65967"/>
                  </a:lnTo>
                  <a:lnTo>
                    <a:pt x="1891780" y="67987"/>
                  </a:lnTo>
                  <a:lnTo>
                    <a:pt x="1891992" y="71149"/>
                  </a:lnTo>
                  <a:lnTo>
                    <a:pt x="1891470" y="73664"/>
                  </a:lnTo>
                  <a:lnTo>
                    <a:pt x="1889103" y="78713"/>
                  </a:lnTo>
                  <a:lnTo>
                    <a:pt x="1892839" y="88333"/>
                  </a:lnTo>
                  <a:lnTo>
                    <a:pt x="1893625" y="99021"/>
                  </a:lnTo>
                  <a:lnTo>
                    <a:pt x="1895676" y="107099"/>
                  </a:lnTo>
                  <a:lnTo>
                    <a:pt x="1901939" y="117437"/>
                  </a:lnTo>
                  <a:lnTo>
                    <a:pt x="1907381" y="125515"/>
                  </a:lnTo>
                  <a:lnTo>
                    <a:pt x="1914233" y="127077"/>
                  </a:lnTo>
                  <a:lnTo>
                    <a:pt x="1930093" y="122372"/>
                  </a:lnTo>
                  <a:lnTo>
                    <a:pt x="1940031" y="120593"/>
                  </a:lnTo>
                  <a:lnTo>
                    <a:pt x="1945674" y="121362"/>
                  </a:lnTo>
                  <a:lnTo>
                    <a:pt x="1955327" y="128925"/>
                  </a:lnTo>
                  <a:lnTo>
                    <a:pt x="1960050" y="133472"/>
                  </a:lnTo>
                  <a:lnTo>
                    <a:pt x="1961177" y="137250"/>
                  </a:lnTo>
                  <a:lnTo>
                    <a:pt x="1948139" y="160340"/>
                  </a:lnTo>
                  <a:lnTo>
                    <a:pt x="1968815" y="171797"/>
                  </a:lnTo>
                  <a:lnTo>
                    <a:pt x="1991889" y="184320"/>
                  </a:lnTo>
                  <a:lnTo>
                    <a:pt x="2019402" y="199249"/>
                  </a:lnTo>
                  <a:lnTo>
                    <a:pt x="2036223" y="208388"/>
                  </a:lnTo>
                  <a:lnTo>
                    <a:pt x="2058377" y="221438"/>
                  </a:lnTo>
                  <a:lnTo>
                    <a:pt x="2062170" y="240032"/>
                  </a:lnTo>
                  <a:lnTo>
                    <a:pt x="2065364" y="255723"/>
                  </a:lnTo>
                  <a:lnTo>
                    <a:pt x="2069436" y="277600"/>
                  </a:lnTo>
                  <a:lnTo>
                    <a:pt x="2073585" y="299916"/>
                  </a:lnTo>
                  <a:lnTo>
                    <a:pt x="2077725" y="322148"/>
                  </a:lnTo>
                  <a:lnTo>
                    <a:pt x="2082112" y="345746"/>
                  </a:lnTo>
                  <a:lnTo>
                    <a:pt x="2086934" y="371669"/>
                  </a:lnTo>
                  <a:lnTo>
                    <a:pt x="2091218" y="394676"/>
                  </a:lnTo>
                  <a:lnTo>
                    <a:pt x="2095894" y="419792"/>
                  </a:lnTo>
                  <a:lnTo>
                    <a:pt x="2102111" y="452477"/>
                  </a:lnTo>
                  <a:lnTo>
                    <a:pt x="2096551" y="465070"/>
                  </a:lnTo>
                  <a:lnTo>
                    <a:pt x="2084443" y="492491"/>
                  </a:lnTo>
                  <a:lnTo>
                    <a:pt x="2073498" y="517277"/>
                  </a:lnTo>
                  <a:lnTo>
                    <a:pt x="2072541" y="524465"/>
                  </a:lnTo>
                  <a:lnTo>
                    <a:pt x="2065017" y="560606"/>
                  </a:lnTo>
                  <a:lnTo>
                    <a:pt x="2058987" y="575535"/>
                  </a:lnTo>
                  <a:lnTo>
                    <a:pt x="2048424" y="584204"/>
                  </a:lnTo>
                  <a:lnTo>
                    <a:pt x="2037938" y="592605"/>
                  </a:lnTo>
                  <a:lnTo>
                    <a:pt x="2024859" y="606684"/>
                  </a:lnTo>
                  <a:lnTo>
                    <a:pt x="2010472" y="613638"/>
                  </a:lnTo>
                  <a:lnTo>
                    <a:pt x="2003123" y="617727"/>
                  </a:lnTo>
                  <a:lnTo>
                    <a:pt x="1999273" y="624179"/>
                  </a:lnTo>
                  <a:lnTo>
                    <a:pt x="1995026" y="638322"/>
                  </a:lnTo>
                  <a:lnTo>
                    <a:pt x="1995842" y="659919"/>
                  </a:lnTo>
                  <a:lnTo>
                    <a:pt x="2007692" y="678507"/>
                  </a:lnTo>
                  <a:lnTo>
                    <a:pt x="2025024" y="688902"/>
                  </a:lnTo>
                  <a:lnTo>
                    <a:pt x="2043669" y="699025"/>
                  </a:lnTo>
                  <a:lnTo>
                    <a:pt x="2070232" y="699069"/>
                  </a:lnTo>
                  <a:lnTo>
                    <a:pt x="2094122" y="685562"/>
                  </a:lnTo>
                  <a:lnTo>
                    <a:pt x="2119433" y="671255"/>
                  </a:lnTo>
                  <a:lnTo>
                    <a:pt x="2142001" y="658497"/>
                  </a:lnTo>
                  <a:lnTo>
                    <a:pt x="2168842" y="643326"/>
                  </a:lnTo>
                  <a:lnTo>
                    <a:pt x="2193151" y="629577"/>
                  </a:lnTo>
                  <a:lnTo>
                    <a:pt x="2219548" y="624637"/>
                  </a:lnTo>
                  <a:lnTo>
                    <a:pt x="2256125" y="617797"/>
                  </a:lnTo>
                  <a:lnTo>
                    <a:pt x="2302169" y="609180"/>
                  </a:lnTo>
                  <a:lnTo>
                    <a:pt x="2324587" y="599368"/>
                  </a:lnTo>
                  <a:lnTo>
                    <a:pt x="2353557" y="586687"/>
                  </a:lnTo>
                  <a:lnTo>
                    <a:pt x="2386977" y="572055"/>
                  </a:lnTo>
                  <a:lnTo>
                    <a:pt x="2415818" y="559431"/>
                  </a:lnTo>
                  <a:lnTo>
                    <a:pt x="2430319" y="552433"/>
                  </a:lnTo>
                  <a:lnTo>
                    <a:pt x="2440633" y="544450"/>
                  </a:lnTo>
                  <a:lnTo>
                    <a:pt x="2443191" y="538544"/>
                  </a:lnTo>
                  <a:lnTo>
                    <a:pt x="2442582" y="535153"/>
                  </a:lnTo>
                  <a:lnTo>
                    <a:pt x="2439920" y="531756"/>
                  </a:lnTo>
                  <a:lnTo>
                    <a:pt x="2436241" y="529247"/>
                  </a:lnTo>
                  <a:lnTo>
                    <a:pt x="2432970" y="527114"/>
                  </a:lnTo>
                  <a:lnTo>
                    <a:pt x="2431435" y="524472"/>
                  </a:lnTo>
                  <a:lnTo>
                    <a:pt x="2431130" y="518693"/>
                  </a:lnTo>
                  <a:lnTo>
                    <a:pt x="2429125" y="515372"/>
                  </a:lnTo>
                  <a:lnTo>
                    <a:pt x="2427213" y="512927"/>
                  </a:lnTo>
                  <a:lnTo>
                    <a:pt x="2427936" y="490561"/>
                  </a:lnTo>
                  <a:lnTo>
                    <a:pt x="2425414" y="483626"/>
                  </a:lnTo>
                  <a:lnTo>
                    <a:pt x="2416014" y="466048"/>
                  </a:lnTo>
                  <a:lnTo>
                    <a:pt x="2433941" y="458167"/>
                  </a:lnTo>
                  <a:lnTo>
                    <a:pt x="2450550" y="450858"/>
                  </a:lnTo>
                  <a:lnTo>
                    <a:pt x="2463795" y="445448"/>
                  </a:lnTo>
                  <a:lnTo>
                    <a:pt x="2491541" y="444597"/>
                  </a:lnTo>
                  <a:lnTo>
                    <a:pt x="2517307" y="444705"/>
                  </a:lnTo>
                  <a:lnTo>
                    <a:pt x="2552820" y="444851"/>
                  </a:lnTo>
                  <a:lnTo>
                    <a:pt x="2582741" y="444971"/>
                  </a:lnTo>
                  <a:lnTo>
                    <a:pt x="2617649" y="445117"/>
                  </a:lnTo>
                  <a:lnTo>
                    <a:pt x="2638113" y="445200"/>
                  </a:lnTo>
                  <a:lnTo>
                    <a:pt x="2664928" y="444946"/>
                  </a:lnTo>
                  <a:lnTo>
                    <a:pt x="2677997" y="424656"/>
                  </a:lnTo>
                  <a:lnTo>
                    <a:pt x="2689676" y="406513"/>
                  </a:lnTo>
                  <a:lnTo>
                    <a:pt x="2702539" y="389177"/>
                  </a:lnTo>
                  <a:lnTo>
                    <a:pt x="2725406" y="368824"/>
                  </a:lnTo>
                  <a:lnTo>
                    <a:pt x="2732047" y="365166"/>
                  </a:lnTo>
                  <a:lnTo>
                    <a:pt x="2735710" y="357139"/>
                  </a:lnTo>
                  <a:lnTo>
                    <a:pt x="2749570" y="349512"/>
                  </a:lnTo>
                  <a:lnTo>
                    <a:pt x="2764841" y="342438"/>
                  </a:lnTo>
                  <a:lnTo>
                    <a:pt x="2770830" y="335802"/>
                  </a:lnTo>
                  <a:lnTo>
                    <a:pt x="2773729" y="332023"/>
                  </a:lnTo>
                  <a:lnTo>
                    <a:pt x="2815076" y="296232"/>
                  </a:lnTo>
                  <a:lnTo>
                    <a:pt x="2838559" y="279702"/>
                  </a:lnTo>
                  <a:lnTo>
                    <a:pt x="2857953" y="270501"/>
                  </a:lnTo>
                  <a:lnTo>
                    <a:pt x="2872717" y="266106"/>
                  </a:lnTo>
                  <a:lnTo>
                    <a:pt x="2882686" y="266735"/>
                  </a:lnTo>
                  <a:lnTo>
                    <a:pt x="2888355" y="2661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8" name="pg3868"/>
            <p:cNvSpPr/>
            <p:nvPr/>
          </p:nvSpPr>
          <p:spPr>
            <a:xfrm>
              <a:off x="5192267" y="3307053"/>
              <a:ext cx="225302" cy="75760"/>
            </a:xfrm>
            <a:custGeom>
              <a:avLst/>
              <a:gdLst/>
              <a:ahLst/>
              <a:cxnLst/>
              <a:rect l="0" t="0" r="0" b="0"/>
              <a:pathLst>
                <a:path w="225302" h="75760">
                  <a:moveTo>
                    <a:pt x="153584" y="30132"/>
                  </a:moveTo>
                  <a:lnTo>
                    <a:pt x="160385" y="30983"/>
                  </a:lnTo>
                  <a:lnTo>
                    <a:pt x="166235" y="28513"/>
                  </a:lnTo>
                  <a:lnTo>
                    <a:pt x="171775" y="23521"/>
                  </a:lnTo>
                  <a:lnTo>
                    <a:pt x="184637" y="16771"/>
                  </a:lnTo>
                  <a:lnTo>
                    <a:pt x="195598" y="13818"/>
                  </a:lnTo>
                  <a:lnTo>
                    <a:pt x="199050" y="13208"/>
                  </a:lnTo>
                  <a:lnTo>
                    <a:pt x="204275" y="17946"/>
                  </a:lnTo>
                  <a:lnTo>
                    <a:pt x="214641" y="14142"/>
                  </a:lnTo>
                  <a:lnTo>
                    <a:pt x="225302" y="12008"/>
                  </a:lnTo>
                  <a:lnTo>
                    <a:pt x="179185" y="33669"/>
                  </a:lnTo>
                  <a:lnTo>
                    <a:pt x="169754" y="36108"/>
                  </a:lnTo>
                  <a:lnTo>
                    <a:pt x="156261" y="42560"/>
                  </a:lnTo>
                  <a:lnTo>
                    <a:pt x="143507" y="47132"/>
                  </a:lnTo>
                  <a:lnTo>
                    <a:pt x="134324" y="48796"/>
                  </a:lnTo>
                  <a:lnTo>
                    <a:pt x="88662" y="64875"/>
                  </a:lnTo>
                  <a:lnTo>
                    <a:pt x="85040" y="65224"/>
                  </a:lnTo>
                  <a:lnTo>
                    <a:pt x="81122" y="63656"/>
                  </a:lnTo>
                  <a:lnTo>
                    <a:pt x="43512" y="71937"/>
                  </a:lnTo>
                  <a:lnTo>
                    <a:pt x="28076" y="72870"/>
                  </a:lnTo>
                  <a:lnTo>
                    <a:pt x="14020" y="75760"/>
                  </a:lnTo>
                  <a:lnTo>
                    <a:pt x="24417" y="69092"/>
                  </a:lnTo>
                  <a:lnTo>
                    <a:pt x="24644" y="66596"/>
                  </a:lnTo>
                  <a:lnTo>
                    <a:pt x="22159" y="64646"/>
                  </a:lnTo>
                  <a:lnTo>
                    <a:pt x="16598" y="65212"/>
                  </a:lnTo>
                  <a:lnTo>
                    <a:pt x="10903" y="72076"/>
                  </a:lnTo>
                  <a:lnTo>
                    <a:pt x="1813" y="74369"/>
                  </a:lnTo>
                  <a:lnTo>
                    <a:pt x="0" y="66895"/>
                  </a:lnTo>
                  <a:lnTo>
                    <a:pt x="3033" y="61109"/>
                  </a:lnTo>
                  <a:lnTo>
                    <a:pt x="7141" y="55623"/>
                  </a:lnTo>
                  <a:lnTo>
                    <a:pt x="16169" y="46999"/>
                  </a:lnTo>
                  <a:lnTo>
                    <a:pt x="29083" y="41531"/>
                  </a:lnTo>
                  <a:lnTo>
                    <a:pt x="35646" y="36806"/>
                  </a:lnTo>
                  <a:lnTo>
                    <a:pt x="40194" y="40966"/>
                  </a:lnTo>
                  <a:lnTo>
                    <a:pt x="41191" y="35346"/>
                  </a:lnTo>
                  <a:lnTo>
                    <a:pt x="44690" y="32101"/>
                  </a:lnTo>
                  <a:lnTo>
                    <a:pt x="48493" y="30354"/>
                  </a:lnTo>
                  <a:lnTo>
                    <a:pt x="57640" y="30310"/>
                  </a:lnTo>
                  <a:lnTo>
                    <a:pt x="62565" y="29427"/>
                  </a:lnTo>
                  <a:lnTo>
                    <a:pt x="66126" y="27560"/>
                  </a:lnTo>
                  <a:lnTo>
                    <a:pt x="69779" y="27211"/>
                  </a:lnTo>
                  <a:lnTo>
                    <a:pt x="79784" y="29757"/>
                  </a:lnTo>
                  <a:lnTo>
                    <a:pt x="89556" y="29027"/>
                  </a:lnTo>
                  <a:lnTo>
                    <a:pt x="97447" y="25509"/>
                  </a:lnTo>
                  <a:lnTo>
                    <a:pt x="105648" y="24328"/>
                  </a:lnTo>
                  <a:lnTo>
                    <a:pt x="127343" y="23534"/>
                  </a:lnTo>
                  <a:lnTo>
                    <a:pt x="148902" y="20962"/>
                  </a:lnTo>
                  <a:lnTo>
                    <a:pt x="157522" y="16390"/>
                  </a:lnTo>
                  <a:lnTo>
                    <a:pt x="175630" y="3575"/>
                  </a:lnTo>
                  <a:lnTo>
                    <a:pt x="186048" y="0"/>
                  </a:lnTo>
                  <a:lnTo>
                    <a:pt x="169826" y="14891"/>
                  </a:lnTo>
                  <a:lnTo>
                    <a:pt x="161108" y="217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9" name="pg3869"/>
            <p:cNvSpPr/>
            <p:nvPr/>
          </p:nvSpPr>
          <p:spPr>
            <a:xfrm>
              <a:off x="5787092" y="2877417"/>
              <a:ext cx="23756" cy="26893"/>
            </a:xfrm>
            <a:custGeom>
              <a:avLst/>
              <a:gdLst/>
              <a:ahLst/>
              <a:cxnLst/>
              <a:rect l="0" t="0" r="0" b="0"/>
              <a:pathLst>
                <a:path w="23756" h="26893">
                  <a:moveTo>
                    <a:pt x="17596" y="18663"/>
                  </a:moveTo>
                  <a:lnTo>
                    <a:pt x="10841" y="17558"/>
                  </a:lnTo>
                  <a:lnTo>
                    <a:pt x="10981" y="24423"/>
                  </a:lnTo>
                  <a:lnTo>
                    <a:pt x="10226" y="26893"/>
                  </a:lnTo>
                  <a:lnTo>
                    <a:pt x="2744" y="23363"/>
                  </a:lnTo>
                  <a:lnTo>
                    <a:pt x="0" y="21089"/>
                  </a:lnTo>
                  <a:lnTo>
                    <a:pt x="237" y="11995"/>
                  </a:lnTo>
                  <a:lnTo>
                    <a:pt x="6847" y="3397"/>
                  </a:lnTo>
                  <a:lnTo>
                    <a:pt x="11885" y="0"/>
                  </a:lnTo>
                  <a:lnTo>
                    <a:pt x="18381" y="2355"/>
                  </a:lnTo>
                  <a:lnTo>
                    <a:pt x="23368" y="11983"/>
                  </a:lnTo>
                  <a:lnTo>
                    <a:pt x="23756" y="1612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0" name="pg3870"/>
            <p:cNvSpPr/>
            <p:nvPr/>
          </p:nvSpPr>
          <p:spPr>
            <a:xfrm>
              <a:off x="5170691" y="3371376"/>
              <a:ext cx="17833" cy="18174"/>
            </a:xfrm>
            <a:custGeom>
              <a:avLst/>
              <a:gdLst/>
              <a:ahLst/>
              <a:cxnLst/>
              <a:rect l="0" t="0" r="0" b="0"/>
              <a:pathLst>
                <a:path w="17833" h="18174">
                  <a:moveTo>
                    <a:pt x="0" y="18174"/>
                  </a:moveTo>
                  <a:lnTo>
                    <a:pt x="5048" y="5702"/>
                  </a:lnTo>
                  <a:lnTo>
                    <a:pt x="14330" y="0"/>
                  </a:lnTo>
                  <a:lnTo>
                    <a:pt x="17689" y="1187"/>
                  </a:lnTo>
                  <a:lnTo>
                    <a:pt x="17833" y="5594"/>
                  </a:lnTo>
                  <a:lnTo>
                    <a:pt x="16531" y="9360"/>
                  </a:lnTo>
                  <a:lnTo>
                    <a:pt x="10304" y="15164"/>
                  </a:lnTo>
                  <a:lnTo>
                    <a:pt x="5054" y="176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1" name="pg3871"/>
            <p:cNvSpPr/>
            <p:nvPr/>
          </p:nvSpPr>
          <p:spPr>
            <a:xfrm>
              <a:off x="5531238" y="3267490"/>
              <a:ext cx="33791" cy="16879"/>
            </a:xfrm>
            <a:custGeom>
              <a:avLst/>
              <a:gdLst/>
              <a:ahLst/>
              <a:cxnLst/>
              <a:rect l="0" t="0" r="0" b="0"/>
              <a:pathLst>
                <a:path w="33791" h="16879">
                  <a:moveTo>
                    <a:pt x="4645" y="16879"/>
                  </a:moveTo>
                  <a:lnTo>
                    <a:pt x="0" y="12776"/>
                  </a:lnTo>
                  <a:lnTo>
                    <a:pt x="7270" y="10878"/>
                  </a:lnTo>
                  <a:lnTo>
                    <a:pt x="16454" y="1130"/>
                  </a:lnTo>
                  <a:lnTo>
                    <a:pt x="22562" y="0"/>
                  </a:lnTo>
                  <a:lnTo>
                    <a:pt x="32158" y="5518"/>
                  </a:lnTo>
                  <a:lnTo>
                    <a:pt x="33791" y="1052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2" name="pg3872"/>
            <p:cNvSpPr/>
            <p:nvPr/>
          </p:nvSpPr>
          <p:spPr>
            <a:xfrm>
              <a:off x="5476517" y="3241859"/>
              <a:ext cx="12087" cy="24671"/>
            </a:xfrm>
            <a:custGeom>
              <a:avLst/>
              <a:gdLst/>
              <a:ahLst/>
              <a:cxnLst/>
              <a:rect l="0" t="0" r="0" b="0"/>
              <a:pathLst>
                <a:path w="12087" h="24671">
                  <a:moveTo>
                    <a:pt x="5855" y="24671"/>
                  </a:moveTo>
                  <a:lnTo>
                    <a:pt x="0" y="24048"/>
                  </a:lnTo>
                  <a:lnTo>
                    <a:pt x="2971" y="19248"/>
                  </a:lnTo>
                  <a:lnTo>
                    <a:pt x="4103" y="12199"/>
                  </a:lnTo>
                  <a:lnTo>
                    <a:pt x="6991" y="4457"/>
                  </a:lnTo>
                  <a:lnTo>
                    <a:pt x="8655" y="2089"/>
                  </a:lnTo>
                  <a:lnTo>
                    <a:pt x="12087" y="0"/>
                  </a:lnTo>
                  <a:lnTo>
                    <a:pt x="11095" y="211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3" name="pg3873"/>
            <p:cNvSpPr/>
            <p:nvPr/>
          </p:nvSpPr>
          <p:spPr>
            <a:xfrm>
              <a:off x="5594331" y="3275262"/>
              <a:ext cx="27001" cy="19248"/>
            </a:xfrm>
            <a:custGeom>
              <a:avLst/>
              <a:gdLst/>
              <a:ahLst/>
              <a:cxnLst/>
              <a:rect l="0" t="0" r="0" b="0"/>
              <a:pathLst>
                <a:path w="27001" h="19248">
                  <a:moveTo>
                    <a:pt x="18836" y="19248"/>
                  </a:moveTo>
                  <a:lnTo>
                    <a:pt x="0" y="14453"/>
                  </a:lnTo>
                  <a:lnTo>
                    <a:pt x="15498" y="10389"/>
                  </a:lnTo>
                  <a:lnTo>
                    <a:pt x="18030" y="8973"/>
                  </a:lnTo>
                  <a:lnTo>
                    <a:pt x="20050" y="2997"/>
                  </a:lnTo>
                  <a:lnTo>
                    <a:pt x="20303" y="0"/>
                  </a:lnTo>
                  <a:lnTo>
                    <a:pt x="26190" y="12853"/>
                  </a:lnTo>
                  <a:lnTo>
                    <a:pt x="27001" y="1715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4" name="pg3874"/>
            <p:cNvSpPr/>
            <p:nvPr/>
          </p:nvSpPr>
          <p:spPr>
            <a:xfrm>
              <a:off x="5013918" y="3984239"/>
              <a:ext cx="8624" cy="14377"/>
            </a:xfrm>
            <a:custGeom>
              <a:avLst/>
              <a:gdLst/>
              <a:ahLst/>
              <a:cxnLst/>
              <a:rect l="0" t="0" r="0" b="0"/>
              <a:pathLst>
                <a:path w="8624" h="14377">
                  <a:moveTo>
                    <a:pt x="7028" y="14377"/>
                  </a:moveTo>
                  <a:lnTo>
                    <a:pt x="0" y="0"/>
                  </a:lnTo>
                  <a:lnTo>
                    <a:pt x="7229" y="4648"/>
                  </a:lnTo>
                  <a:lnTo>
                    <a:pt x="8521" y="8515"/>
                  </a:lnTo>
                  <a:lnTo>
                    <a:pt x="8624" y="117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5" name="pg3875"/>
            <p:cNvSpPr/>
            <p:nvPr/>
          </p:nvSpPr>
          <p:spPr>
            <a:xfrm>
              <a:off x="5016786" y="4007259"/>
              <a:ext cx="24727" cy="72349"/>
            </a:xfrm>
            <a:custGeom>
              <a:avLst/>
              <a:gdLst/>
              <a:ahLst/>
              <a:cxnLst/>
              <a:rect l="0" t="0" r="0" b="0"/>
              <a:pathLst>
                <a:path w="24727" h="72349">
                  <a:moveTo>
                    <a:pt x="1250" y="72349"/>
                  </a:moveTo>
                  <a:lnTo>
                    <a:pt x="0" y="71213"/>
                  </a:lnTo>
                  <a:lnTo>
                    <a:pt x="16267" y="63796"/>
                  </a:lnTo>
                  <a:lnTo>
                    <a:pt x="21399" y="37670"/>
                  </a:lnTo>
                  <a:lnTo>
                    <a:pt x="22102" y="25623"/>
                  </a:lnTo>
                  <a:lnTo>
                    <a:pt x="19663" y="4388"/>
                  </a:lnTo>
                  <a:lnTo>
                    <a:pt x="19745" y="0"/>
                  </a:lnTo>
                  <a:lnTo>
                    <a:pt x="22391" y="6845"/>
                  </a:lnTo>
                  <a:lnTo>
                    <a:pt x="24727" y="26658"/>
                  </a:lnTo>
                  <a:lnTo>
                    <a:pt x="23849" y="41683"/>
                  </a:lnTo>
                  <a:lnTo>
                    <a:pt x="19130" y="63573"/>
                  </a:lnTo>
                  <a:lnTo>
                    <a:pt x="15446" y="6880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6" name="pg3876"/>
            <p:cNvSpPr/>
            <p:nvPr/>
          </p:nvSpPr>
          <p:spPr>
            <a:xfrm>
              <a:off x="4985661" y="4082556"/>
              <a:ext cx="21404" cy="9277"/>
            </a:xfrm>
            <a:custGeom>
              <a:avLst/>
              <a:gdLst/>
              <a:ahLst/>
              <a:cxnLst/>
              <a:rect l="0" t="0" r="0" b="0"/>
              <a:pathLst>
                <a:path w="21404" h="9277">
                  <a:moveTo>
                    <a:pt x="2170" y="9277"/>
                  </a:moveTo>
                  <a:lnTo>
                    <a:pt x="0" y="8725"/>
                  </a:lnTo>
                  <a:lnTo>
                    <a:pt x="12619" y="2089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7" name="pg3877"/>
            <p:cNvSpPr/>
            <p:nvPr/>
          </p:nvSpPr>
          <p:spPr>
            <a:xfrm>
              <a:off x="4928046" y="4115235"/>
              <a:ext cx="33993" cy="39982"/>
            </a:xfrm>
            <a:custGeom>
              <a:avLst/>
              <a:gdLst/>
              <a:ahLst/>
              <a:cxnLst/>
              <a:rect l="0" t="0" r="0" b="0"/>
              <a:pathLst>
                <a:path w="33993" h="39982">
                  <a:moveTo>
                    <a:pt x="0" y="39982"/>
                  </a:moveTo>
                  <a:lnTo>
                    <a:pt x="9689" y="23744"/>
                  </a:lnTo>
                  <a:lnTo>
                    <a:pt x="28825" y="3149"/>
                  </a:lnTo>
                  <a:lnTo>
                    <a:pt x="33993" y="0"/>
                  </a:lnTo>
                  <a:lnTo>
                    <a:pt x="18081" y="17590"/>
                  </a:lnTo>
                  <a:lnTo>
                    <a:pt x="2635" y="3848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8" name="pg3878"/>
            <p:cNvSpPr/>
            <p:nvPr/>
          </p:nvSpPr>
          <p:spPr>
            <a:xfrm>
              <a:off x="4327665" y="5206518"/>
              <a:ext cx="17373" cy="15672"/>
            </a:xfrm>
            <a:custGeom>
              <a:avLst/>
              <a:gdLst/>
              <a:ahLst/>
              <a:cxnLst/>
              <a:rect l="0" t="0" r="0" b="0"/>
              <a:pathLst>
                <a:path w="17373" h="15672">
                  <a:moveTo>
                    <a:pt x="13601" y="15672"/>
                  </a:moveTo>
                  <a:lnTo>
                    <a:pt x="5968" y="13183"/>
                  </a:lnTo>
                  <a:lnTo>
                    <a:pt x="1798" y="8725"/>
                  </a:lnTo>
                  <a:lnTo>
                    <a:pt x="0" y="0"/>
                  </a:lnTo>
                  <a:lnTo>
                    <a:pt x="6645" y="9239"/>
                  </a:lnTo>
                  <a:lnTo>
                    <a:pt x="9028" y="11329"/>
                  </a:lnTo>
                  <a:lnTo>
                    <a:pt x="17373" y="122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9" name="pg3879"/>
            <p:cNvSpPr/>
            <p:nvPr/>
          </p:nvSpPr>
          <p:spPr>
            <a:xfrm>
              <a:off x="4331075" y="5186660"/>
              <a:ext cx="9033" cy="26938"/>
            </a:xfrm>
            <a:custGeom>
              <a:avLst/>
              <a:gdLst/>
              <a:ahLst/>
              <a:cxnLst/>
              <a:rect l="0" t="0" r="0" b="0"/>
              <a:pathLst>
                <a:path w="9033" h="26938">
                  <a:moveTo>
                    <a:pt x="8883" y="26938"/>
                  </a:moveTo>
                  <a:lnTo>
                    <a:pt x="3550" y="14142"/>
                  </a:lnTo>
                  <a:lnTo>
                    <a:pt x="0" y="0"/>
                  </a:lnTo>
                  <a:lnTo>
                    <a:pt x="5079" y="4578"/>
                  </a:lnTo>
                  <a:lnTo>
                    <a:pt x="9033" y="19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0" name="pg3880"/>
            <p:cNvSpPr/>
            <p:nvPr/>
          </p:nvSpPr>
          <p:spPr>
            <a:xfrm>
              <a:off x="4499202" y="5362642"/>
              <a:ext cx="34236" cy="51158"/>
            </a:xfrm>
            <a:custGeom>
              <a:avLst/>
              <a:gdLst/>
              <a:ahLst/>
              <a:cxnLst/>
              <a:rect l="0" t="0" r="0" b="0"/>
              <a:pathLst>
                <a:path w="34236" h="51158">
                  <a:moveTo>
                    <a:pt x="0" y="51158"/>
                  </a:moveTo>
                  <a:lnTo>
                    <a:pt x="2330" y="45036"/>
                  </a:lnTo>
                  <a:lnTo>
                    <a:pt x="10531" y="31948"/>
                  </a:lnTo>
                  <a:lnTo>
                    <a:pt x="13182" y="25788"/>
                  </a:lnTo>
                  <a:lnTo>
                    <a:pt x="18722" y="21883"/>
                  </a:lnTo>
                  <a:lnTo>
                    <a:pt x="23880" y="14821"/>
                  </a:lnTo>
                  <a:lnTo>
                    <a:pt x="24267" y="6585"/>
                  </a:lnTo>
                  <a:lnTo>
                    <a:pt x="31760" y="825"/>
                  </a:lnTo>
                  <a:lnTo>
                    <a:pt x="34236" y="0"/>
                  </a:lnTo>
                  <a:lnTo>
                    <a:pt x="21032" y="267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1" name="pg3881"/>
            <p:cNvSpPr/>
            <p:nvPr/>
          </p:nvSpPr>
          <p:spPr>
            <a:xfrm>
              <a:off x="3289924" y="4803878"/>
              <a:ext cx="26706" cy="20480"/>
            </a:xfrm>
            <a:custGeom>
              <a:avLst/>
              <a:gdLst/>
              <a:ahLst/>
              <a:cxnLst/>
              <a:rect l="0" t="0" r="0" b="0"/>
              <a:pathLst>
                <a:path w="26706" h="20480">
                  <a:moveTo>
                    <a:pt x="18603" y="20480"/>
                  </a:moveTo>
                  <a:lnTo>
                    <a:pt x="1100" y="9214"/>
                  </a:lnTo>
                  <a:lnTo>
                    <a:pt x="0" y="4375"/>
                  </a:lnTo>
                  <a:lnTo>
                    <a:pt x="8635" y="0"/>
                  </a:lnTo>
                  <a:lnTo>
                    <a:pt x="13906" y="387"/>
                  </a:lnTo>
                  <a:lnTo>
                    <a:pt x="22241" y="6109"/>
                  </a:lnTo>
                  <a:lnTo>
                    <a:pt x="25290" y="7703"/>
                  </a:lnTo>
                  <a:lnTo>
                    <a:pt x="26706" y="10020"/>
                  </a:lnTo>
                  <a:lnTo>
                    <a:pt x="25900" y="13646"/>
                  </a:lnTo>
                  <a:lnTo>
                    <a:pt x="22536" y="18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2" name="pg3882"/>
            <p:cNvSpPr/>
            <p:nvPr/>
          </p:nvSpPr>
          <p:spPr>
            <a:xfrm>
              <a:off x="2757638" y="5000397"/>
              <a:ext cx="20774" cy="30399"/>
            </a:xfrm>
            <a:custGeom>
              <a:avLst/>
              <a:gdLst/>
              <a:ahLst/>
              <a:cxnLst/>
              <a:rect l="0" t="0" r="0" b="0"/>
              <a:pathLst>
                <a:path w="20774" h="30399">
                  <a:moveTo>
                    <a:pt x="0" y="30399"/>
                  </a:moveTo>
                  <a:lnTo>
                    <a:pt x="5121" y="19749"/>
                  </a:lnTo>
                  <a:lnTo>
                    <a:pt x="6072" y="15482"/>
                  </a:lnTo>
                  <a:lnTo>
                    <a:pt x="14469" y="2006"/>
                  </a:lnTo>
                  <a:lnTo>
                    <a:pt x="18903" y="0"/>
                  </a:lnTo>
                  <a:lnTo>
                    <a:pt x="20774" y="5734"/>
                  </a:lnTo>
                  <a:lnTo>
                    <a:pt x="12138" y="15202"/>
                  </a:lnTo>
                  <a:lnTo>
                    <a:pt x="2294" y="300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3" name="pg3883"/>
            <p:cNvSpPr/>
            <p:nvPr/>
          </p:nvSpPr>
          <p:spPr>
            <a:xfrm>
              <a:off x="2782499" y="4968054"/>
              <a:ext cx="42075" cy="30323"/>
            </a:xfrm>
            <a:custGeom>
              <a:avLst/>
              <a:gdLst/>
              <a:ahLst/>
              <a:cxnLst/>
              <a:rect l="0" t="0" r="0" b="0"/>
              <a:pathLst>
                <a:path w="42075" h="30323">
                  <a:moveTo>
                    <a:pt x="0" y="30323"/>
                  </a:moveTo>
                  <a:lnTo>
                    <a:pt x="4816" y="23299"/>
                  </a:lnTo>
                  <a:lnTo>
                    <a:pt x="12645" y="19756"/>
                  </a:lnTo>
                  <a:lnTo>
                    <a:pt x="29822" y="6261"/>
                  </a:lnTo>
                  <a:lnTo>
                    <a:pt x="36830" y="5334"/>
                  </a:lnTo>
                  <a:lnTo>
                    <a:pt x="40478" y="685"/>
                  </a:lnTo>
                  <a:lnTo>
                    <a:pt x="42075" y="0"/>
                  </a:lnTo>
                  <a:lnTo>
                    <a:pt x="41042" y="5696"/>
                  </a:lnTo>
                  <a:lnTo>
                    <a:pt x="27223" y="13786"/>
                  </a:lnTo>
                  <a:lnTo>
                    <a:pt x="3886" y="297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4" name="pg3884"/>
            <p:cNvSpPr/>
            <p:nvPr/>
          </p:nvSpPr>
          <p:spPr>
            <a:xfrm>
              <a:off x="2720724" y="5040830"/>
              <a:ext cx="34318" cy="75366"/>
            </a:xfrm>
            <a:custGeom>
              <a:avLst/>
              <a:gdLst/>
              <a:ahLst/>
              <a:cxnLst/>
              <a:rect l="0" t="0" r="0" b="0"/>
              <a:pathLst>
                <a:path w="34318" h="75366">
                  <a:moveTo>
                    <a:pt x="0" y="75366"/>
                  </a:moveTo>
                  <a:lnTo>
                    <a:pt x="909" y="64215"/>
                  </a:lnTo>
                  <a:lnTo>
                    <a:pt x="9503" y="38877"/>
                  </a:lnTo>
                  <a:lnTo>
                    <a:pt x="26965" y="5575"/>
                  </a:lnTo>
                  <a:lnTo>
                    <a:pt x="34318" y="0"/>
                  </a:lnTo>
                  <a:lnTo>
                    <a:pt x="14175" y="36521"/>
                  </a:lnTo>
                  <a:lnTo>
                    <a:pt x="3302" y="6788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5" name="pg3885"/>
            <p:cNvSpPr/>
            <p:nvPr/>
          </p:nvSpPr>
          <p:spPr>
            <a:xfrm>
              <a:off x="2963633" y="4843237"/>
              <a:ext cx="34081" cy="26658"/>
            </a:xfrm>
            <a:custGeom>
              <a:avLst/>
              <a:gdLst/>
              <a:ahLst/>
              <a:cxnLst/>
              <a:rect l="0" t="0" r="0" b="0"/>
              <a:pathLst>
                <a:path w="34081" h="26658">
                  <a:moveTo>
                    <a:pt x="0" y="26658"/>
                  </a:moveTo>
                  <a:lnTo>
                    <a:pt x="23068" y="6655"/>
                  </a:lnTo>
                  <a:lnTo>
                    <a:pt x="27905" y="0"/>
                  </a:lnTo>
                  <a:lnTo>
                    <a:pt x="34081" y="292"/>
                  </a:lnTo>
                  <a:lnTo>
                    <a:pt x="23781" y="11500"/>
                  </a:lnTo>
                  <a:lnTo>
                    <a:pt x="5286" y="254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6" name="pg3886"/>
            <p:cNvSpPr/>
            <p:nvPr/>
          </p:nvSpPr>
          <p:spPr>
            <a:xfrm>
              <a:off x="2718358" y="5122184"/>
              <a:ext cx="25027" cy="140921"/>
            </a:xfrm>
            <a:custGeom>
              <a:avLst/>
              <a:gdLst/>
              <a:ahLst/>
              <a:cxnLst/>
              <a:rect l="0" t="0" r="0" b="0"/>
              <a:pathLst>
                <a:path w="25027" h="140921">
                  <a:moveTo>
                    <a:pt x="23564" y="140921"/>
                  </a:moveTo>
                  <a:lnTo>
                    <a:pt x="14800" y="112719"/>
                  </a:lnTo>
                  <a:lnTo>
                    <a:pt x="537" y="48898"/>
                  </a:lnTo>
                  <a:lnTo>
                    <a:pt x="0" y="12522"/>
                  </a:lnTo>
                  <a:lnTo>
                    <a:pt x="2242" y="0"/>
                  </a:lnTo>
                  <a:lnTo>
                    <a:pt x="5922" y="51374"/>
                  </a:lnTo>
                  <a:lnTo>
                    <a:pt x="21688" y="116618"/>
                  </a:lnTo>
                  <a:lnTo>
                    <a:pt x="25027" y="13488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7" name="pg3887"/>
            <p:cNvSpPr/>
            <p:nvPr/>
          </p:nvSpPr>
          <p:spPr>
            <a:xfrm>
              <a:off x="5470466" y="3252585"/>
              <a:ext cx="5178" cy="13666"/>
            </a:xfrm>
            <a:custGeom>
              <a:avLst/>
              <a:gdLst/>
              <a:ahLst/>
              <a:cxnLst/>
              <a:rect l="0" t="0" r="0" b="0"/>
              <a:pathLst>
                <a:path w="5178" h="13666">
                  <a:moveTo>
                    <a:pt x="1095" y="13666"/>
                  </a:moveTo>
                  <a:lnTo>
                    <a:pt x="0" y="7385"/>
                  </a:lnTo>
                  <a:lnTo>
                    <a:pt x="2056" y="165"/>
                  </a:lnTo>
                  <a:lnTo>
                    <a:pt x="4139" y="0"/>
                  </a:lnTo>
                  <a:lnTo>
                    <a:pt x="5178" y="3841"/>
                  </a:lnTo>
                  <a:lnTo>
                    <a:pt x="4030" y="112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8" name="pg3888"/>
            <p:cNvSpPr/>
            <p:nvPr/>
          </p:nvSpPr>
          <p:spPr>
            <a:xfrm>
              <a:off x="5168862" y="3489988"/>
              <a:ext cx="15498" cy="28227"/>
            </a:xfrm>
            <a:custGeom>
              <a:avLst/>
              <a:gdLst/>
              <a:ahLst/>
              <a:cxnLst/>
              <a:rect l="0" t="0" r="0" b="0"/>
              <a:pathLst>
                <a:path w="15498" h="28227">
                  <a:moveTo>
                    <a:pt x="284" y="28227"/>
                  </a:moveTo>
                  <a:lnTo>
                    <a:pt x="0" y="24442"/>
                  </a:lnTo>
                  <a:lnTo>
                    <a:pt x="15498" y="0"/>
                  </a:lnTo>
                  <a:lnTo>
                    <a:pt x="12697" y="854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9" name="pg3889"/>
            <p:cNvSpPr/>
            <p:nvPr/>
          </p:nvSpPr>
          <p:spPr>
            <a:xfrm>
              <a:off x="5049761" y="3678353"/>
              <a:ext cx="29698" cy="55407"/>
            </a:xfrm>
            <a:custGeom>
              <a:avLst/>
              <a:gdLst/>
              <a:ahLst/>
              <a:cxnLst/>
              <a:rect l="0" t="0" r="0" b="0"/>
              <a:pathLst>
                <a:path w="29698" h="55407">
                  <a:moveTo>
                    <a:pt x="0" y="55407"/>
                  </a:moveTo>
                  <a:lnTo>
                    <a:pt x="16143" y="29364"/>
                  </a:lnTo>
                  <a:lnTo>
                    <a:pt x="25518" y="7544"/>
                  </a:lnTo>
                  <a:lnTo>
                    <a:pt x="29698" y="0"/>
                  </a:lnTo>
                  <a:lnTo>
                    <a:pt x="25642" y="15291"/>
                  </a:lnTo>
                  <a:lnTo>
                    <a:pt x="18552" y="29351"/>
                  </a:lnTo>
                  <a:lnTo>
                    <a:pt x="4811" y="53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0" name="pg3890"/>
            <p:cNvSpPr/>
            <p:nvPr/>
          </p:nvSpPr>
          <p:spPr>
            <a:xfrm>
              <a:off x="4912662" y="4146288"/>
              <a:ext cx="13513" cy="6191"/>
            </a:xfrm>
            <a:custGeom>
              <a:avLst/>
              <a:gdLst/>
              <a:ahLst/>
              <a:cxnLst/>
              <a:rect l="0" t="0" r="0" b="0"/>
              <a:pathLst>
                <a:path w="13513" h="6191">
                  <a:moveTo>
                    <a:pt x="11157" y="6191"/>
                  </a:moveTo>
                  <a:lnTo>
                    <a:pt x="6997" y="4756"/>
                  </a:lnTo>
                  <a:lnTo>
                    <a:pt x="1266" y="2013"/>
                  </a:lnTo>
                  <a:lnTo>
                    <a:pt x="0" y="0"/>
                  </a:lnTo>
                  <a:lnTo>
                    <a:pt x="5467" y="730"/>
                  </a:lnTo>
                  <a:lnTo>
                    <a:pt x="13513" y="58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1" name="pg3891"/>
            <p:cNvSpPr/>
            <p:nvPr/>
          </p:nvSpPr>
          <p:spPr>
            <a:xfrm>
              <a:off x="4410183" y="5440364"/>
              <a:ext cx="10779" cy="15615"/>
            </a:xfrm>
            <a:custGeom>
              <a:avLst/>
              <a:gdLst/>
              <a:ahLst/>
              <a:cxnLst/>
              <a:rect l="0" t="0" r="0" b="0"/>
              <a:pathLst>
                <a:path w="10779" h="15615">
                  <a:moveTo>
                    <a:pt x="6020" y="15615"/>
                  </a:moveTo>
                  <a:lnTo>
                    <a:pt x="4511" y="14790"/>
                  </a:lnTo>
                  <a:lnTo>
                    <a:pt x="4511" y="10890"/>
                  </a:lnTo>
                  <a:lnTo>
                    <a:pt x="0" y="2260"/>
                  </a:lnTo>
                  <a:lnTo>
                    <a:pt x="170" y="0"/>
                  </a:lnTo>
                  <a:lnTo>
                    <a:pt x="10516" y="8446"/>
                  </a:lnTo>
                  <a:lnTo>
                    <a:pt x="10779" y="10713"/>
                  </a:lnTo>
                  <a:lnTo>
                    <a:pt x="9193" y="129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2" name="pg3892"/>
            <p:cNvSpPr/>
            <p:nvPr/>
          </p:nvSpPr>
          <p:spPr>
            <a:xfrm>
              <a:off x="4470862" y="5427841"/>
              <a:ext cx="6681" cy="5543"/>
            </a:xfrm>
            <a:custGeom>
              <a:avLst/>
              <a:gdLst/>
              <a:ahLst/>
              <a:cxnLst/>
              <a:rect l="0" t="0" r="0" b="0"/>
              <a:pathLst>
                <a:path w="6681" h="5543">
                  <a:moveTo>
                    <a:pt x="0" y="5543"/>
                  </a:moveTo>
                  <a:lnTo>
                    <a:pt x="1002" y="3695"/>
                  </a:lnTo>
                  <a:lnTo>
                    <a:pt x="5178" y="0"/>
                  </a:lnTo>
                  <a:lnTo>
                    <a:pt x="6681" y="1435"/>
                  </a:lnTo>
                  <a:lnTo>
                    <a:pt x="6516" y="3283"/>
                  </a:lnTo>
                  <a:lnTo>
                    <a:pt x="2005" y="55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3" name="pg3893"/>
            <p:cNvSpPr/>
            <p:nvPr/>
          </p:nvSpPr>
          <p:spPr>
            <a:xfrm>
              <a:off x="4490252" y="5415509"/>
              <a:ext cx="5348" cy="5550"/>
            </a:xfrm>
            <a:custGeom>
              <a:avLst/>
              <a:gdLst/>
              <a:ahLst/>
              <a:cxnLst/>
              <a:rect l="0" t="0" r="0" b="0"/>
              <a:pathLst>
                <a:path w="5348" h="5550">
                  <a:moveTo>
                    <a:pt x="0" y="5550"/>
                  </a:moveTo>
                  <a:lnTo>
                    <a:pt x="4175" y="0"/>
                  </a:lnTo>
                  <a:lnTo>
                    <a:pt x="5348" y="412"/>
                  </a:lnTo>
                  <a:lnTo>
                    <a:pt x="2842" y="493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4" name="pg3894"/>
            <p:cNvSpPr/>
            <p:nvPr/>
          </p:nvSpPr>
          <p:spPr>
            <a:xfrm>
              <a:off x="4440275" y="5439132"/>
              <a:ext cx="21895" cy="8630"/>
            </a:xfrm>
            <a:custGeom>
              <a:avLst/>
              <a:gdLst/>
              <a:ahLst/>
              <a:cxnLst/>
              <a:rect l="0" t="0" r="0" b="0"/>
              <a:pathLst>
                <a:path w="21895" h="8630">
                  <a:moveTo>
                    <a:pt x="5012" y="8630"/>
                  </a:moveTo>
                  <a:lnTo>
                    <a:pt x="0" y="6369"/>
                  </a:lnTo>
                  <a:lnTo>
                    <a:pt x="5513" y="3289"/>
                  </a:lnTo>
                  <a:lnTo>
                    <a:pt x="21895" y="0"/>
                  </a:lnTo>
                  <a:lnTo>
                    <a:pt x="15709" y="4108"/>
                  </a:lnTo>
                  <a:lnTo>
                    <a:pt x="9860" y="555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5" name="pg3895"/>
            <p:cNvSpPr/>
            <p:nvPr/>
          </p:nvSpPr>
          <p:spPr>
            <a:xfrm>
              <a:off x="4403522" y="4631229"/>
              <a:ext cx="6945" cy="31688"/>
            </a:xfrm>
            <a:custGeom>
              <a:avLst/>
              <a:gdLst/>
              <a:ahLst/>
              <a:cxnLst/>
              <a:rect l="0" t="0" r="0" b="0"/>
              <a:pathLst>
                <a:path w="6945" h="31688">
                  <a:moveTo>
                    <a:pt x="2237" y="31688"/>
                  </a:moveTo>
                  <a:lnTo>
                    <a:pt x="201" y="20467"/>
                  </a:lnTo>
                  <a:lnTo>
                    <a:pt x="0" y="9570"/>
                  </a:lnTo>
                  <a:lnTo>
                    <a:pt x="3565" y="3124"/>
                  </a:lnTo>
                  <a:lnTo>
                    <a:pt x="694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6" name="pg3896"/>
            <p:cNvSpPr/>
            <p:nvPr/>
          </p:nvSpPr>
          <p:spPr>
            <a:xfrm>
              <a:off x="4387977" y="5448277"/>
              <a:ext cx="10567" cy="12891"/>
            </a:xfrm>
            <a:custGeom>
              <a:avLst/>
              <a:gdLst/>
              <a:ahLst/>
              <a:cxnLst/>
              <a:rect l="0" t="0" r="0" b="0"/>
              <a:pathLst>
                <a:path w="10567" h="12891">
                  <a:moveTo>
                    <a:pt x="0" y="12891"/>
                  </a:moveTo>
                  <a:lnTo>
                    <a:pt x="5529" y="7772"/>
                  </a:lnTo>
                  <a:lnTo>
                    <a:pt x="7322" y="0"/>
                  </a:lnTo>
                  <a:lnTo>
                    <a:pt x="10567" y="6070"/>
                  </a:lnTo>
                  <a:lnTo>
                    <a:pt x="10505" y="9754"/>
                  </a:lnTo>
                  <a:lnTo>
                    <a:pt x="6857" y="116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7" name="pg3897"/>
            <p:cNvSpPr/>
            <p:nvPr/>
          </p:nvSpPr>
          <p:spPr>
            <a:xfrm>
              <a:off x="4514406" y="5037121"/>
              <a:ext cx="28195" cy="83983"/>
            </a:xfrm>
            <a:custGeom>
              <a:avLst/>
              <a:gdLst/>
              <a:ahLst/>
              <a:cxnLst/>
              <a:rect l="0" t="0" r="0" b="0"/>
              <a:pathLst>
                <a:path w="28195" h="83983">
                  <a:moveTo>
                    <a:pt x="28195" y="83983"/>
                  </a:moveTo>
                  <a:lnTo>
                    <a:pt x="18464" y="61770"/>
                  </a:lnTo>
                  <a:lnTo>
                    <a:pt x="6438" y="26938"/>
                  </a:lnTo>
                  <a:lnTo>
                    <a:pt x="0" y="0"/>
                  </a:lnTo>
                  <a:lnTo>
                    <a:pt x="4356" y="7283"/>
                  </a:lnTo>
                  <a:lnTo>
                    <a:pt x="8614" y="22359"/>
                  </a:lnTo>
                  <a:lnTo>
                    <a:pt x="26474" y="744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8" name="pg3898"/>
            <p:cNvSpPr/>
            <p:nvPr/>
          </p:nvSpPr>
          <p:spPr>
            <a:xfrm>
              <a:off x="4368934" y="5462902"/>
              <a:ext cx="7699" cy="4470"/>
            </a:xfrm>
            <a:custGeom>
              <a:avLst/>
              <a:gdLst/>
              <a:ahLst/>
              <a:cxnLst/>
              <a:rect l="0" t="0" r="0" b="0"/>
              <a:pathLst>
                <a:path w="7699" h="4470">
                  <a:moveTo>
                    <a:pt x="232" y="4470"/>
                  </a:moveTo>
                  <a:lnTo>
                    <a:pt x="0" y="2457"/>
                  </a:lnTo>
                  <a:lnTo>
                    <a:pt x="4630" y="0"/>
                  </a:lnTo>
                  <a:lnTo>
                    <a:pt x="7699" y="165"/>
                  </a:lnTo>
                  <a:lnTo>
                    <a:pt x="7586" y="2889"/>
                  </a:lnTo>
                  <a:lnTo>
                    <a:pt x="2919" y="41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9" name="pg3899"/>
            <p:cNvSpPr/>
            <p:nvPr/>
          </p:nvSpPr>
          <p:spPr>
            <a:xfrm>
              <a:off x="3614100" y="4789697"/>
              <a:ext cx="7508" cy="12059"/>
            </a:xfrm>
            <a:custGeom>
              <a:avLst/>
              <a:gdLst/>
              <a:ahLst/>
              <a:cxnLst/>
              <a:rect l="0" t="0" r="0" b="0"/>
              <a:pathLst>
                <a:path w="7508" h="12059">
                  <a:moveTo>
                    <a:pt x="0" y="12059"/>
                  </a:moveTo>
                  <a:lnTo>
                    <a:pt x="263" y="9462"/>
                  </a:lnTo>
                  <a:lnTo>
                    <a:pt x="4490" y="2648"/>
                  </a:lnTo>
                  <a:lnTo>
                    <a:pt x="7508" y="0"/>
                  </a:lnTo>
                  <a:lnTo>
                    <a:pt x="5746" y="52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0" name="pg3900"/>
            <p:cNvSpPr/>
            <p:nvPr/>
          </p:nvSpPr>
          <p:spPr>
            <a:xfrm>
              <a:off x="3637463" y="4723202"/>
              <a:ext cx="17435" cy="7734"/>
            </a:xfrm>
            <a:custGeom>
              <a:avLst/>
              <a:gdLst/>
              <a:ahLst/>
              <a:cxnLst/>
              <a:rect l="0" t="0" r="0" b="0"/>
              <a:pathLst>
                <a:path w="17435" h="7734">
                  <a:moveTo>
                    <a:pt x="16107" y="7734"/>
                  </a:moveTo>
                  <a:lnTo>
                    <a:pt x="6733" y="5029"/>
                  </a:lnTo>
                  <a:lnTo>
                    <a:pt x="1033" y="2514"/>
                  </a:lnTo>
                  <a:lnTo>
                    <a:pt x="0" y="0"/>
                  </a:lnTo>
                  <a:lnTo>
                    <a:pt x="15756" y="4565"/>
                  </a:lnTo>
                  <a:lnTo>
                    <a:pt x="17435" y="62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1" name="pg3901"/>
            <p:cNvSpPr/>
            <p:nvPr/>
          </p:nvSpPr>
          <p:spPr>
            <a:xfrm>
              <a:off x="3680495" y="4721970"/>
              <a:ext cx="25921" cy="5569"/>
            </a:xfrm>
            <a:custGeom>
              <a:avLst/>
              <a:gdLst/>
              <a:ahLst/>
              <a:cxnLst/>
              <a:rect l="0" t="0" r="0" b="0"/>
              <a:pathLst>
                <a:path w="25921" h="5569">
                  <a:moveTo>
                    <a:pt x="16609" y="5569"/>
                  </a:moveTo>
                  <a:lnTo>
                    <a:pt x="2806" y="5308"/>
                  </a:lnTo>
                  <a:lnTo>
                    <a:pt x="0" y="4330"/>
                  </a:lnTo>
                  <a:lnTo>
                    <a:pt x="5539" y="2470"/>
                  </a:lnTo>
                  <a:lnTo>
                    <a:pt x="21895" y="0"/>
                  </a:lnTo>
                  <a:lnTo>
                    <a:pt x="25921" y="27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2" name="pg3902"/>
            <p:cNvSpPr/>
            <p:nvPr/>
          </p:nvSpPr>
          <p:spPr>
            <a:xfrm>
              <a:off x="3571937" y="4735636"/>
              <a:ext cx="16650" cy="17044"/>
            </a:xfrm>
            <a:custGeom>
              <a:avLst/>
              <a:gdLst/>
              <a:ahLst/>
              <a:cxnLst/>
              <a:rect l="0" t="0" r="0" b="0"/>
              <a:pathLst>
                <a:path w="16650" h="17044">
                  <a:moveTo>
                    <a:pt x="12862" y="17044"/>
                  </a:moveTo>
                  <a:lnTo>
                    <a:pt x="7679" y="14034"/>
                  </a:lnTo>
                  <a:lnTo>
                    <a:pt x="0" y="13761"/>
                  </a:lnTo>
                  <a:lnTo>
                    <a:pt x="3379" y="11697"/>
                  </a:lnTo>
                  <a:lnTo>
                    <a:pt x="5751" y="9684"/>
                  </a:lnTo>
                  <a:lnTo>
                    <a:pt x="6935" y="7518"/>
                  </a:lnTo>
                  <a:lnTo>
                    <a:pt x="16650" y="0"/>
                  </a:lnTo>
                  <a:lnTo>
                    <a:pt x="13896" y="5518"/>
                  </a:lnTo>
                  <a:lnTo>
                    <a:pt x="12490" y="10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3" name="pg3903"/>
            <p:cNvSpPr/>
            <p:nvPr/>
          </p:nvSpPr>
          <p:spPr>
            <a:xfrm>
              <a:off x="3622219" y="4750191"/>
              <a:ext cx="5746" cy="36527"/>
            </a:xfrm>
            <a:custGeom>
              <a:avLst/>
              <a:gdLst/>
              <a:ahLst/>
              <a:cxnLst/>
              <a:rect l="0" t="0" r="0" b="0"/>
              <a:pathLst>
                <a:path w="5746" h="36527">
                  <a:moveTo>
                    <a:pt x="1188" y="36527"/>
                  </a:moveTo>
                  <a:lnTo>
                    <a:pt x="4118" y="16695"/>
                  </a:lnTo>
                  <a:lnTo>
                    <a:pt x="0" y="0"/>
                  </a:lnTo>
                  <a:lnTo>
                    <a:pt x="4340" y="7328"/>
                  </a:lnTo>
                  <a:lnTo>
                    <a:pt x="5746" y="16047"/>
                  </a:lnTo>
                  <a:lnTo>
                    <a:pt x="4175" y="323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4" name="pg3904"/>
            <p:cNvSpPr/>
            <p:nvPr/>
          </p:nvSpPr>
          <p:spPr>
            <a:xfrm>
              <a:off x="4019115" y="4792371"/>
              <a:ext cx="40173" cy="16358"/>
            </a:xfrm>
            <a:custGeom>
              <a:avLst/>
              <a:gdLst/>
              <a:ahLst/>
              <a:cxnLst/>
              <a:rect l="0" t="0" r="0" b="0"/>
              <a:pathLst>
                <a:path w="40173" h="16358">
                  <a:moveTo>
                    <a:pt x="11482" y="16358"/>
                  </a:moveTo>
                  <a:lnTo>
                    <a:pt x="0" y="12954"/>
                  </a:lnTo>
                  <a:lnTo>
                    <a:pt x="7136" y="12307"/>
                  </a:lnTo>
                  <a:lnTo>
                    <a:pt x="12299" y="13685"/>
                  </a:lnTo>
                  <a:lnTo>
                    <a:pt x="25373" y="6991"/>
                  </a:lnTo>
                  <a:lnTo>
                    <a:pt x="32231" y="1924"/>
                  </a:lnTo>
                  <a:lnTo>
                    <a:pt x="40173" y="0"/>
                  </a:lnTo>
                  <a:lnTo>
                    <a:pt x="22102" y="116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5" name="pg3905"/>
            <p:cNvSpPr/>
            <p:nvPr/>
          </p:nvSpPr>
          <p:spPr>
            <a:xfrm>
              <a:off x="5756262" y="2903466"/>
              <a:ext cx="8449" cy="10395"/>
            </a:xfrm>
            <a:custGeom>
              <a:avLst/>
              <a:gdLst/>
              <a:ahLst/>
              <a:cxnLst/>
              <a:rect l="0" t="0" r="0" b="0"/>
              <a:pathLst>
                <a:path w="8449" h="10395">
                  <a:moveTo>
                    <a:pt x="4428" y="10395"/>
                  </a:moveTo>
                  <a:lnTo>
                    <a:pt x="139" y="9563"/>
                  </a:lnTo>
                  <a:lnTo>
                    <a:pt x="0" y="3149"/>
                  </a:lnTo>
                  <a:lnTo>
                    <a:pt x="1297" y="971"/>
                  </a:lnTo>
                  <a:lnTo>
                    <a:pt x="2780" y="0"/>
                  </a:lnTo>
                  <a:lnTo>
                    <a:pt x="4981" y="1803"/>
                  </a:lnTo>
                  <a:lnTo>
                    <a:pt x="8449" y="7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6" name="pg3906"/>
            <p:cNvSpPr/>
            <p:nvPr/>
          </p:nvSpPr>
          <p:spPr>
            <a:xfrm>
              <a:off x="2232276" y="4782381"/>
              <a:ext cx="513697" cy="755524"/>
            </a:xfrm>
            <a:custGeom>
              <a:avLst/>
              <a:gdLst/>
              <a:ahLst/>
              <a:cxnLst/>
              <a:rect l="0" t="0" r="0" b="0"/>
              <a:pathLst>
                <a:path w="513697" h="755524">
                  <a:moveTo>
                    <a:pt x="961" y="1759"/>
                  </a:moveTo>
                  <a:lnTo>
                    <a:pt x="26210" y="3480"/>
                  </a:lnTo>
                  <a:lnTo>
                    <a:pt x="41104" y="2895"/>
                  </a:lnTo>
                  <a:lnTo>
                    <a:pt x="45646" y="0"/>
                  </a:lnTo>
                  <a:lnTo>
                    <a:pt x="48008" y="152"/>
                  </a:lnTo>
                  <a:lnTo>
                    <a:pt x="48194" y="3340"/>
                  </a:lnTo>
                  <a:lnTo>
                    <a:pt x="51935" y="4692"/>
                  </a:lnTo>
                  <a:lnTo>
                    <a:pt x="59227" y="4210"/>
                  </a:lnTo>
                  <a:lnTo>
                    <a:pt x="65578" y="8668"/>
                  </a:lnTo>
                  <a:lnTo>
                    <a:pt x="73712" y="22778"/>
                  </a:lnTo>
                  <a:lnTo>
                    <a:pt x="101747" y="45379"/>
                  </a:lnTo>
                  <a:lnTo>
                    <a:pt x="104108" y="53133"/>
                  </a:lnTo>
                  <a:lnTo>
                    <a:pt x="113865" y="64316"/>
                  </a:lnTo>
                  <a:lnTo>
                    <a:pt x="131807" y="81507"/>
                  </a:lnTo>
                  <a:lnTo>
                    <a:pt x="141962" y="96329"/>
                  </a:lnTo>
                  <a:lnTo>
                    <a:pt x="144324" y="108782"/>
                  </a:lnTo>
                  <a:lnTo>
                    <a:pt x="153491" y="128481"/>
                  </a:lnTo>
                  <a:lnTo>
                    <a:pt x="169449" y="155419"/>
                  </a:lnTo>
                  <a:lnTo>
                    <a:pt x="176560" y="169942"/>
                  </a:lnTo>
                  <a:lnTo>
                    <a:pt x="174824" y="172038"/>
                  </a:lnTo>
                  <a:lnTo>
                    <a:pt x="176079" y="179620"/>
                  </a:lnTo>
                  <a:lnTo>
                    <a:pt x="180338" y="192683"/>
                  </a:lnTo>
                  <a:lnTo>
                    <a:pt x="188249" y="203745"/>
                  </a:lnTo>
                  <a:lnTo>
                    <a:pt x="199820" y="212807"/>
                  </a:lnTo>
                  <a:lnTo>
                    <a:pt x="211520" y="229077"/>
                  </a:lnTo>
                  <a:lnTo>
                    <a:pt x="223349" y="252561"/>
                  </a:lnTo>
                  <a:lnTo>
                    <a:pt x="237679" y="270425"/>
                  </a:lnTo>
                  <a:lnTo>
                    <a:pt x="254500" y="282655"/>
                  </a:lnTo>
                  <a:lnTo>
                    <a:pt x="264024" y="294042"/>
                  </a:lnTo>
                  <a:lnTo>
                    <a:pt x="266251" y="304571"/>
                  </a:lnTo>
                  <a:lnTo>
                    <a:pt x="266086" y="313588"/>
                  </a:lnTo>
                  <a:lnTo>
                    <a:pt x="263522" y="321094"/>
                  </a:lnTo>
                  <a:lnTo>
                    <a:pt x="264608" y="328226"/>
                  </a:lnTo>
                  <a:lnTo>
                    <a:pt x="269336" y="334964"/>
                  </a:lnTo>
                  <a:lnTo>
                    <a:pt x="270912" y="343232"/>
                  </a:lnTo>
                  <a:lnTo>
                    <a:pt x="269062" y="354732"/>
                  </a:lnTo>
                  <a:lnTo>
                    <a:pt x="269191" y="357990"/>
                  </a:lnTo>
                  <a:lnTo>
                    <a:pt x="270561" y="360587"/>
                  </a:lnTo>
                  <a:lnTo>
                    <a:pt x="285496" y="380350"/>
                  </a:lnTo>
                  <a:lnTo>
                    <a:pt x="293170" y="396321"/>
                  </a:lnTo>
                  <a:lnTo>
                    <a:pt x="299262" y="421811"/>
                  </a:lnTo>
                  <a:lnTo>
                    <a:pt x="299293" y="422040"/>
                  </a:lnTo>
                  <a:lnTo>
                    <a:pt x="306099" y="437287"/>
                  </a:lnTo>
                  <a:lnTo>
                    <a:pt x="315887" y="443523"/>
                  </a:lnTo>
                  <a:lnTo>
                    <a:pt x="330925" y="445829"/>
                  </a:lnTo>
                  <a:lnTo>
                    <a:pt x="342351" y="451138"/>
                  </a:lnTo>
                  <a:lnTo>
                    <a:pt x="350165" y="459457"/>
                  </a:lnTo>
                  <a:lnTo>
                    <a:pt x="360019" y="464480"/>
                  </a:lnTo>
                  <a:lnTo>
                    <a:pt x="371916" y="466207"/>
                  </a:lnTo>
                  <a:lnTo>
                    <a:pt x="383321" y="471694"/>
                  </a:lnTo>
                  <a:lnTo>
                    <a:pt x="394230" y="480953"/>
                  </a:lnTo>
                  <a:lnTo>
                    <a:pt x="414575" y="487030"/>
                  </a:lnTo>
                  <a:lnTo>
                    <a:pt x="444357" y="489945"/>
                  </a:lnTo>
                  <a:lnTo>
                    <a:pt x="467022" y="497470"/>
                  </a:lnTo>
                  <a:lnTo>
                    <a:pt x="482577" y="509612"/>
                  </a:lnTo>
                  <a:lnTo>
                    <a:pt x="489419" y="512082"/>
                  </a:lnTo>
                  <a:lnTo>
                    <a:pt x="491269" y="512254"/>
                  </a:lnTo>
                  <a:lnTo>
                    <a:pt x="492158" y="510399"/>
                  </a:lnTo>
                  <a:lnTo>
                    <a:pt x="493331" y="506964"/>
                  </a:lnTo>
                  <a:lnTo>
                    <a:pt x="499352" y="503008"/>
                  </a:lnTo>
                  <a:lnTo>
                    <a:pt x="513697" y="500423"/>
                  </a:lnTo>
                  <a:lnTo>
                    <a:pt x="511770" y="527285"/>
                  </a:lnTo>
                  <a:lnTo>
                    <a:pt x="505372" y="549327"/>
                  </a:lnTo>
                  <a:lnTo>
                    <a:pt x="484293" y="595152"/>
                  </a:lnTo>
                  <a:lnTo>
                    <a:pt x="475508" y="623576"/>
                  </a:lnTo>
                  <a:lnTo>
                    <a:pt x="458511" y="704804"/>
                  </a:lnTo>
                  <a:lnTo>
                    <a:pt x="453534" y="755524"/>
                  </a:lnTo>
                  <a:lnTo>
                    <a:pt x="0" y="755524"/>
                  </a:lnTo>
                  <a:lnTo>
                    <a:pt x="0" y="15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7" name="pg3907"/>
            <p:cNvSpPr/>
            <p:nvPr/>
          </p:nvSpPr>
          <p:spPr>
            <a:xfrm>
              <a:off x="4006075" y="2540116"/>
              <a:ext cx="1519164" cy="699069"/>
            </a:xfrm>
            <a:custGeom>
              <a:avLst/>
              <a:gdLst/>
              <a:ahLst/>
              <a:cxnLst/>
              <a:rect l="0" t="0" r="0" b="0"/>
              <a:pathLst>
                <a:path w="1519164" h="699069">
                  <a:moveTo>
                    <a:pt x="1509975" y="5632"/>
                  </a:moveTo>
                  <a:lnTo>
                    <a:pt x="1494849" y="16263"/>
                  </a:lnTo>
                  <a:lnTo>
                    <a:pt x="1478746" y="33041"/>
                  </a:lnTo>
                  <a:lnTo>
                    <a:pt x="1440965" y="45729"/>
                  </a:lnTo>
                  <a:lnTo>
                    <a:pt x="1426940" y="48955"/>
                  </a:lnTo>
                  <a:lnTo>
                    <a:pt x="1413994" y="47234"/>
                  </a:lnTo>
                  <a:lnTo>
                    <a:pt x="1398238" y="57559"/>
                  </a:lnTo>
                  <a:lnTo>
                    <a:pt x="1379593" y="63872"/>
                  </a:lnTo>
                  <a:lnTo>
                    <a:pt x="1374089" y="73474"/>
                  </a:lnTo>
                  <a:lnTo>
                    <a:pt x="1329270" y="99193"/>
                  </a:lnTo>
                  <a:lnTo>
                    <a:pt x="1312066" y="102431"/>
                  </a:lnTo>
                  <a:lnTo>
                    <a:pt x="1297426" y="109283"/>
                  </a:lnTo>
                  <a:lnTo>
                    <a:pt x="1293095" y="120917"/>
                  </a:lnTo>
                  <a:lnTo>
                    <a:pt x="1280026" y="127934"/>
                  </a:lnTo>
                  <a:lnTo>
                    <a:pt x="1276399" y="133307"/>
                  </a:lnTo>
                  <a:lnTo>
                    <a:pt x="1265407" y="149583"/>
                  </a:lnTo>
                  <a:lnTo>
                    <a:pt x="1244974" y="170603"/>
                  </a:lnTo>
                  <a:lnTo>
                    <a:pt x="1220075" y="174121"/>
                  </a:lnTo>
                  <a:lnTo>
                    <a:pt x="1210975" y="181436"/>
                  </a:lnTo>
                  <a:lnTo>
                    <a:pt x="1200438" y="193242"/>
                  </a:lnTo>
                  <a:lnTo>
                    <a:pt x="1185576" y="201345"/>
                  </a:lnTo>
                  <a:lnTo>
                    <a:pt x="1156233" y="197547"/>
                  </a:lnTo>
                  <a:lnTo>
                    <a:pt x="1163370" y="202513"/>
                  </a:lnTo>
                  <a:lnTo>
                    <a:pt x="1189622" y="210255"/>
                  </a:lnTo>
                  <a:lnTo>
                    <a:pt x="1192351" y="221730"/>
                  </a:lnTo>
                  <a:lnTo>
                    <a:pt x="1179199" y="224473"/>
                  </a:lnTo>
                  <a:lnTo>
                    <a:pt x="1151660" y="239771"/>
                  </a:lnTo>
                  <a:lnTo>
                    <a:pt x="1114556" y="266113"/>
                  </a:lnTo>
                  <a:lnTo>
                    <a:pt x="1108887" y="266735"/>
                  </a:lnTo>
                  <a:lnTo>
                    <a:pt x="1098918" y="266106"/>
                  </a:lnTo>
                  <a:lnTo>
                    <a:pt x="1084154" y="270501"/>
                  </a:lnTo>
                  <a:lnTo>
                    <a:pt x="1064759" y="279702"/>
                  </a:lnTo>
                  <a:lnTo>
                    <a:pt x="1041277" y="296232"/>
                  </a:lnTo>
                  <a:lnTo>
                    <a:pt x="999930" y="332023"/>
                  </a:lnTo>
                  <a:lnTo>
                    <a:pt x="997031" y="335802"/>
                  </a:lnTo>
                  <a:lnTo>
                    <a:pt x="991042" y="342438"/>
                  </a:lnTo>
                  <a:lnTo>
                    <a:pt x="975771" y="349512"/>
                  </a:lnTo>
                  <a:lnTo>
                    <a:pt x="961911" y="357139"/>
                  </a:lnTo>
                  <a:lnTo>
                    <a:pt x="958248" y="365166"/>
                  </a:lnTo>
                  <a:lnTo>
                    <a:pt x="951607" y="368824"/>
                  </a:lnTo>
                  <a:lnTo>
                    <a:pt x="928740" y="389177"/>
                  </a:lnTo>
                  <a:lnTo>
                    <a:pt x="915877" y="406513"/>
                  </a:lnTo>
                  <a:lnTo>
                    <a:pt x="904198" y="424656"/>
                  </a:lnTo>
                  <a:lnTo>
                    <a:pt x="891129" y="444946"/>
                  </a:lnTo>
                  <a:lnTo>
                    <a:pt x="864314" y="445200"/>
                  </a:lnTo>
                  <a:lnTo>
                    <a:pt x="843850" y="445117"/>
                  </a:lnTo>
                  <a:lnTo>
                    <a:pt x="808942" y="444971"/>
                  </a:lnTo>
                  <a:lnTo>
                    <a:pt x="779020" y="444851"/>
                  </a:lnTo>
                  <a:lnTo>
                    <a:pt x="743508" y="444705"/>
                  </a:lnTo>
                  <a:lnTo>
                    <a:pt x="717742" y="444597"/>
                  </a:lnTo>
                  <a:lnTo>
                    <a:pt x="689996" y="445448"/>
                  </a:lnTo>
                  <a:lnTo>
                    <a:pt x="676751" y="450858"/>
                  </a:lnTo>
                  <a:lnTo>
                    <a:pt x="660142" y="458167"/>
                  </a:lnTo>
                  <a:lnTo>
                    <a:pt x="642215" y="466048"/>
                  </a:lnTo>
                  <a:lnTo>
                    <a:pt x="651615" y="483626"/>
                  </a:lnTo>
                  <a:lnTo>
                    <a:pt x="654137" y="490561"/>
                  </a:lnTo>
                  <a:lnTo>
                    <a:pt x="653414" y="512927"/>
                  </a:lnTo>
                  <a:lnTo>
                    <a:pt x="655326" y="515372"/>
                  </a:lnTo>
                  <a:lnTo>
                    <a:pt x="657331" y="518693"/>
                  </a:lnTo>
                  <a:lnTo>
                    <a:pt x="657636" y="524472"/>
                  </a:lnTo>
                  <a:lnTo>
                    <a:pt x="659171" y="527114"/>
                  </a:lnTo>
                  <a:lnTo>
                    <a:pt x="662442" y="529247"/>
                  </a:lnTo>
                  <a:lnTo>
                    <a:pt x="666121" y="531756"/>
                  </a:lnTo>
                  <a:lnTo>
                    <a:pt x="668783" y="535153"/>
                  </a:lnTo>
                  <a:lnTo>
                    <a:pt x="669392" y="538544"/>
                  </a:lnTo>
                  <a:lnTo>
                    <a:pt x="666834" y="544450"/>
                  </a:lnTo>
                  <a:lnTo>
                    <a:pt x="656520" y="552433"/>
                  </a:lnTo>
                  <a:lnTo>
                    <a:pt x="642019" y="559431"/>
                  </a:lnTo>
                  <a:lnTo>
                    <a:pt x="613178" y="572055"/>
                  </a:lnTo>
                  <a:lnTo>
                    <a:pt x="579758" y="586687"/>
                  </a:lnTo>
                  <a:lnTo>
                    <a:pt x="550788" y="599368"/>
                  </a:lnTo>
                  <a:lnTo>
                    <a:pt x="528370" y="609180"/>
                  </a:lnTo>
                  <a:lnTo>
                    <a:pt x="482326" y="617797"/>
                  </a:lnTo>
                  <a:lnTo>
                    <a:pt x="445749" y="624637"/>
                  </a:lnTo>
                  <a:lnTo>
                    <a:pt x="419352" y="629577"/>
                  </a:lnTo>
                  <a:lnTo>
                    <a:pt x="395043" y="643326"/>
                  </a:lnTo>
                  <a:lnTo>
                    <a:pt x="368202" y="658497"/>
                  </a:lnTo>
                  <a:lnTo>
                    <a:pt x="345634" y="671255"/>
                  </a:lnTo>
                  <a:lnTo>
                    <a:pt x="320323" y="685562"/>
                  </a:lnTo>
                  <a:lnTo>
                    <a:pt x="296432" y="699069"/>
                  </a:lnTo>
                  <a:lnTo>
                    <a:pt x="269870" y="699025"/>
                  </a:lnTo>
                  <a:lnTo>
                    <a:pt x="251225" y="688902"/>
                  </a:lnTo>
                  <a:lnTo>
                    <a:pt x="233893" y="678507"/>
                  </a:lnTo>
                  <a:lnTo>
                    <a:pt x="222043" y="659919"/>
                  </a:lnTo>
                  <a:lnTo>
                    <a:pt x="221227" y="638322"/>
                  </a:lnTo>
                  <a:lnTo>
                    <a:pt x="225474" y="624179"/>
                  </a:lnTo>
                  <a:lnTo>
                    <a:pt x="229324" y="617727"/>
                  </a:lnTo>
                  <a:lnTo>
                    <a:pt x="236673" y="613638"/>
                  </a:lnTo>
                  <a:lnTo>
                    <a:pt x="251060" y="606684"/>
                  </a:lnTo>
                  <a:lnTo>
                    <a:pt x="264139" y="592605"/>
                  </a:lnTo>
                  <a:lnTo>
                    <a:pt x="274625" y="584204"/>
                  </a:lnTo>
                  <a:lnTo>
                    <a:pt x="285187" y="575535"/>
                  </a:lnTo>
                  <a:lnTo>
                    <a:pt x="291218" y="560606"/>
                  </a:lnTo>
                  <a:lnTo>
                    <a:pt x="298742" y="524465"/>
                  </a:lnTo>
                  <a:lnTo>
                    <a:pt x="299698" y="517277"/>
                  </a:lnTo>
                  <a:lnTo>
                    <a:pt x="310644" y="492491"/>
                  </a:lnTo>
                  <a:lnTo>
                    <a:pt x="322752" y="465070"/>
                  </a:lnTo>
                  <a:lnTo>
                    <a:pt x="328312" y="452477"/>
                  </a:lnTo>
                  <a:lnTo>
                    <a:pt x="322095" y="419792"/>
                  </a:lnTo>
                  <a:lnTo>
                    <a:pt x="317419" y="394676"/>
                  </a:lnTo>
                  <a:lnTo>
                    <a:pt x="313135" y="371669"/>
                  </a:lnTo>
                  <a:lnTo>
                    <a:pt x="308313" y="345746"/>
                  </a:lnTo>
                  <a:lnTo>
                    <a:pt x="303926" y="322148"/>
                  </a:lnTo>
                  <a:lnTo>
                    <a:pt x="299786" y="299916"/>
                  </a:lnTo>
                  <a:lnTo>
                    <a:pt x="295637" y="277600"/>
                  </a:lnTo>
                  <a:lnTo>
                    <a:pt x="291564" y="255723"/>
                  </a:lnTo>
                  <a:lnTo>
                    <a:pt x="288371" y="240032"/>
                  </a:lnTo>
                  <a:lnTo>
                    <a:pt x="284578" y="221438"/>
                  </a:lnTo>
                  <a:lnTo>
                    <a:pt x="262424" y="208388"/>
                  </a:lnTo>
                  <a:lnTo>
                    <a:pt x="245603" y="199249"/>
                  </a:lnTo>
                  <a:lnTo>
                    <a:pt x="218090" y="184320"/>
                  </a:lnTo>
                  <a:lnTo>
                    <a:pt x="195016" y="171797"/>
                  </a:lnTo>
                  <a:lnTo>
                    <a:pt x="174340" y="160340"/>
                  </a:lnTo>
                  <a:lnTo>
                    <a:pt x="187378" y="137250"/>
                  </a:lnTo>
                  <a:lnTo>
                    <a:pt x="186251" y="133472"/>
                  </a:lnTo>
                  <a:lnTo>
                    <a:pt x="181528" y="128925"/>
                  </a:lnTo>
                  <a:lnTo>
                    <a:pt x="171875" y="121362"/>
                  </a:lnTo>
                  <a:lnTo>
                    <a:pt x="166232" y="120593"/>
                  </a:lnTo>
                  <a:lnTo>
                    <a:pt x="156294" y="122372"/>
                  </a:lnTo>
                  <a:lnTo>
                    <a:pt x="140434" y="127077"/>
                  </a:lnTo>
                  <a:lnTo>
                    <a:pt x="133582" y="125515"/>
                  </a:lnTo>
                  <a:lnTo>
                    <a:pt x="128140" y="117437"/>
                  </a:lnTo>
                  <a:lnTo>
                    <a:pt x="121877" y="107099"/>
                  </a:lnTo>
                  <a:lnTo>
                    <a:pt x="119825" y="99021"/>
                  </a:lnTo>
                  <a:lnTo>
                    <a:pt x="119040" y="88333"/>
                  </a:lnTo>
                  <a:lnTo>
                    <a:pt x="115304" y="78713"/>
                  </a:lnTo>
                  <a:lnTo>
                    <a:pt x="117671" y="73664"/>
                  </a:lnTo>
                  <a:lnTo>
                    <a:pt x="118192" y="71149"/>
                  </a:lnTo>
                  <a:lnTo>
                    <a:pt x="117981" y="67987"/>
                  </a:lnTo>
                  <a:lnTo>
                    <a:pt x="115412" y="65967"/>
                  </a:lnTo>
                  <a:lnTo>
                    <a:pt x="110890" y="65085"/>
                  </a:lnTo>
                  <a:lnTo>
                    <a:pt x="95594" y="69123"/>
                  </a:lnTo>
                  <a:lnTo>
                    <a:pt x="88716" y="69498"/>
                  </a:lnTo>
                  <a:lnTo>
                    <a:pt x="84613" y="71772"/>
                  </a:lnTo>
                  <a:lnTo>
                    <a:pt x="78148" y="76490"/>
                  </a:lnTo>
                  <a:lnTo>
                    <a:pt x="71776" y="77074"/>
                  </a:lnTo>
                  <a:lnTo>
                    <a:pt x="60769" y="65904"/>
                  </a:lnTo>
                  <a:lnTo>
                    <a:pt x="48743" y="53673"/>
                  </a:lnTo>
                  <a:lnTo>
                    <a:pt x="43700" y="36825"/>
                  </a:lnTo>
                  <a:lnTo>
                    <a:pt x="38522" y="19521"/>
                  </a:lnTo>
                  <a:lnTo>
                    <a:pt x="17980" y="9112"/>
                  </a:lnTo>
                  <a:lnTo>
                    <a:pt x="0" y="0"/>
                  </a:lnTo>
                  <a:lnTo>
                    <a:pt x="151916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8" name="pg3908"/>
            <p:cNvSpPr/>
            <p:nvPr/>
          </p:nvSpPr>
          <p:spPr>
            <a:xfrm>
              <a:off x="5851209" y="2540116"/>
              <a:ext cx="296962" cy="257863"/>
            </a:xfrm>
            <a:custGeom>
              <a:avLst/>
              <a:gdLst/>
              <a:ahLst/>
              <a:cxnLst/>
              <a:rect l="0" t="0" r="0" b="0"/>
              <a:pathLst>
                <a:path w="296962" h="257863">
                  <a:moveTo>
                    <a:pt x="67195" y="242946"/>
                  </a:moveTo>
                  <a:lnTo>
                    <a:pt x="62725" y="241575"/>
                  </a:lnTo>
                  <a:lnTo>
                    <a:pt x="58875" y="240501"/>
                  </a:lnTo>
                  <a:lnTo>
                    <a:pt x="56643" y="242330"/>
                  </a:lnTo>
                  <a:lnTo>
                    <a:pt x="54529" y="244775"/>
                  </a:lnTo>
                  <a:lnTo>
                    <a:pt x="51924" y="246611"/>
                  </a:lnTo>
                  <a:lnTo>
                    <a:pt x="46457" y="244013"/>
                  </a:lnTo>
                  <a:lnTo>
                    <a:pt x="42979" y="239282"/>
                  </a:lnTo>
                  <a:lnTo>
                    <a:pt x="37393" y="234405"/>
                  </a:lnTo>
                  <a:lnTo>
                    <a:pt x="35279" y="230735"/>
                  </a:lnTo>
                  <a:lnTo>
                    <a:pt x="36401" y="226467"/>
                  </a:lnTo>
                  <a:lnTo>
                    <a:pt x="38881" y="222346"/>
                  </a:lnTo>
                  <a:lnTo>
                    <a:pt x="40002" y="217462"/>
                  </a:lnTo>
                  <a:lnTo>
                    <a:pt x="37269" y="211829"/>
                  </a:lnTo>
                  <a:lnTo>
                    <a:pt x="34783" y="208623"/>
                  </a:lnTo>
                  <a:lnTo>
                    <a:pt x="33047" y="204958"/>
                  </a:lnTo>
                  <a:lnTo>
                    <a:pt x="33667" y="201453"/>
                  </a:lnTo>
                  <a:lnTo>
                    <a:pt x="37145" y="199770"/>
                  </a:lnTo>
                  <a:lnTo>
                    <a:pt x="40375" y="197630"/>
                  </a:lnTo>
                  <a:lnTo>
                    <a:pt x="41491" y="193058"/>
                  </a:lnTo>
                  <a:lnTo>
                    <a:pt x="39501" y="188174"/>
                  </a:lnTo>
                  <a:lnTo>
                    <a:pt x="33791" y="186187"/>
                  </a:lnTo>
                  <a:lnTo>
                    <a:pt x="29073" y="186949"/>
                  </a:lnTo>
                  <a:lnTo>
                    <a:pt x="22241" y="185882"/>
                  </a:lnTo>
                  <a:lnTo>
                    <a:pt x="15663" y="182834"/>
                  </a:lnTo>
                  <a:lnTo>
                    <a:pt x="11316" y="179322"/>
                  </a:lnTo>
                  <a:lnTo>
                    <a:pt x="7963" y="177334"/>
                  </a:lnTo>
                  <a:lnTo>
                    <a:pt x="5353" y="177334"/>
                  </a:lnTo>
                  <a:lnTo>
                    <a:pt x="2247" y="175353"/>
                  </a:lnTo>
                  <a:lnTo>
                    <a:pt x="387" y="171993"/>
                  </a:lnTo>
                  <a:lnTo>
                    <a:pt x="635" y="166500"/>
                  </a:lnTo>
                  <a:lnTo>
                    <a:pt x="1503" y="163147"/>
                  </a:lnTo>
                  <a:lnTo>
                    <a:pt x="3239" y="160245"/>
                  </a:lnTo>
                  <a:lnTo>
                    <a:pt x="3363" y="157038"/>
                  </a:lnTo>
                  <a:lnTo>
                    <a:pt x="2619" y="154746"/>
                  </a:lnTo>
                  <a:lnTo>
                    <a:pt x="2500" y="152923"/>
                  </a:lnTo>
                  <a:lnTo>
                    <a:pt x="2991" y="150631"/>
                  </a:lnTo>
                  <a:lnTo>
                    <a:pt x="4113" y="146052"/>
                  </a:lnTo>
                  <a:lnTo>
                    <a:pt x="2247" y="142699"/>
                  </a:lnTo>
                  <a:lnTo>
                    <a:pt x="2056" y="131078"/>
                  </a:lnTo>
                  <a:lnTo>
                    <a:pt x="1689" y="109334"/>
                  </a:lnTo>
                  <a:lnTo>
                    <a:pt x="1415" y="92677"/>
                  </a:lnTo>
                  <a:lnTo>
                    <a:pt x="1069" y="71740"/>
                  </a:lnTo>
                  <a:lnTo>
                    <a:pt x="867" y="56493"/>
                  </a:lnTo>
                  <a:lnTo>
                    <a:pt x="588" y="35130"/>
                  </a:lnTo>
                  <a:lnTo>
                    <a:pt x="325" y="14859"/>
                  </a:lnTo>
                  <a:lnTo>
                    <a:pt x="0" y="0"/>
                  </a:lnTo>
                  <a:lnTo>
                    <a:pt x="276472" y="0"/>
                  </a:lnTo>
                  <a:lnTo>
                    <a:pt x="276633" y="57"/>
                  </a:lnTo>
                  <a:lnTo>
                    <a:pt x="276810" y="0"/>
                  </a:lnTo>
                  <a:lnTo>
                    <a:pt x="296962" y="0"/>
                  </a:lnTo>
                  <a:lnTo>
                    <a:pt x="296962" y="192012"/>
                  </a:lnTo>
                  <a:lnTo>
                    <a:pt x="290901" y="195833"/>
                  </a:lnTo>
                  <a:lnTo>
                    <a:pt x="267083" y="205085"/>
                  </a:lnTo>
                  <a:lnTo>
                    <a:pt x="239280" y="222746"/>
                  </a:lnTo>
                  <a:lnTo>
                    <a:pt x="203354" y="237625"/>
                  </a:lnTo>
                  <a:lnTo>
                    <a:pt x="195825" y="237682"/>
                  </a:lnTo>
                  <a:lnTo>
                    <a:pt x="179510" y="225438"/>
                  </a:lnTo>
                  <a:lnTo>
                    <a:pt x="184073" y="219863"/>
                  </a:lnTo>
                  <a:lnTo>
                    <a:pt x="188316" y="212306"/>
                  </a:lnTo>
                  <a:lnTo>
                    <a:pt x="184260" y="214484"/>
                  </a:lnTo>
                  <a:lnTo>
                    <a:pt x="181629" y="217761"/>
                  </a:lnTo>
                  <a:lnTo>
                    <a:pt x="171790" y="223019"/>
                  </a:lnTo>
                  <a:lnTo>
                    <a:pt x="179769" y="233199"/>
                  </a:lnTo>
                  <a:lnTo>
                    <a:pt x="175914" y="237015"/>
                  </a:lnTo>
                  <a:lnTo>
                    <a:pt x="164503" y="242032"/>
                  </a:lnTo>
                  <a:lnTo>
                    <a:pt x="153878" y="249290"/>
                  </a:lnTo>
                  <a:lnTo>
                    <a:pt x="144577" y="254142"/>
                  </a:lnTo>
                  <a:lnTo>
                    <a:pt x="137052" y="247970"/>
                  </a:lnTo>
                  <a:lnTo>
                    <a:pt x="116283" y="255768"/>
                  </a:lnTo>
                  <a:lnTo>
                    <a:pt x="98791" y="257863"/>
                  </a:lnTo>
                  <a:lnTo>
                    <a:pt x="95008" y="253913"/>
                  </a:lnTo>
                  <a:lnTo>
                    <a:pt x="93897" y="247677"/>
                  </a:lnTo>
                  <a:lnTo>
                    <a:pt x="87773" y="246172"/>
                  </a:lnTo>
                  <a:lnTo>
                    <a:pt x="76394" y="247893"/>
                  </a:lnTo>
                  <a:lnTo>
                    <a:pt x="72079" y="2445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9" name="pg3909"/>
            <p:cNvSpPr/>
            <p:nvPr/>
          </p:nvSpPr>
          <p:spPr>
            <a:xfrm>
              <a:off x="5120632" y="2540116"/>
              <a:ext cx="534180" cy="266113"/>
            </a:xfrm>
            <a:custGeom>
              <a:avLst/>
              <a:gdLst/>
              <a:ahLst/>
              <a:cxnLst/>
              <a:rect l="0" t="0" r="0" b="0"/>
              <a:pathLst>
                <a:path w="534180" h="266113">
                  <a:moveTo>
                    <a:pt x="528260" y="7169"/>
                  </a:moveTo>
                  <a:lnTo>
                    <a:pt x="511940" y="26932"/>
                  </a:lnTo>
                  <a:lnTo>
                    <a:pt x="497548" y="44357"/>
                  </a:lnTo>
                  <a:lnTo>
                    <a:pt x="494318" y="62240"/>
                  </a:lnTo>
                  <a:lnTo>
                    <a:pt x="491254" y="79195"/>
                  </a:lnTo>
                  <a:lnTo>
                    <a:pt x="479347" y="92099"/>
                  </a:lnTo>
                  <a:lnTo>
                    <a:pt x="472087" y="103930"/>
                  </a:lnTo>
                  <a:lnTo>
                    <a:pt x="468847" y="117050"/>
                  </a:lnTo>
                  <a:lnTo>
                    <a:pt x="466139" y="129097"/>
                  </a:lnTo>
                  <a:lnTo>
                    <a:pt x="465932" y="139181"/>
                  </a:lnTo>
                  <a:lnTo>
                    <a:pt x="467973" y="144471"/>
                  </a:lnTo>
                  <a:lnTo>
                    <a:pt x="467012" y="148770"/>
                  </a:lnTo>
                  <a:lnTo>
                    <a:pt x="463074" y="153717"/>
                  </a:lnTo>
                  <a:lnTo>
                    <a:pt x="455199" y="162322"/>
                  </a:lnTo>
                  <a:lnTo>
                    <a:pt x="453798" y="170603"/>
                  </a:lnTo>
                  <a:lnTo>
                    <a:pt x="448982" y="174686"/>
                  </a:lnTo>
                  <a:lnTo>
                    <a:pt x="435246" y="182859"/>
                  </a:lnTo>
                  <a:lnTo>
                    <a:pt x="424042" y="194906"/>
                  </a:lnTo>
                  <a:lnTo>
                    <a:pt x="423495" y="201726"/>
                  </a:lnTo>
                  <a:lnTo>
                    <a:pt x="425112" y="207391"/>
                  </a:lnTo>
                  <a:lnTo>
                    <a:pt x="425360" y="210909"/>
                  </a:lnTo>
                  <a:lnTo>
                    <a:pt x="423122" y="213360"/>
                  </a:lnTo>
                  <a:lnTo>
                    <a:pt x="418637" y="213201"/>
                  </a:lnTo>
                  <a:lnTo>
                    <a:pt x="413784" y="213970"/>
                  </a:lnTo>
                  <a:lnTo>
                    <a:pt x="409697" y="218993"/>
                  </a:lnTo>
                  <a:lnTo>
                    <a:pt x="409800" y="226207"/>
                  </a:lnTo>
                  <a:lnTo>
                    <a:pt x="406813" y="231408"/>
                  </a:lnTo>
                  <a:lnTo>
                    <a:pt x="403325" y="232481"/>
                  </a:lnTo>
                  <a:lnTo>
                    <a:pt x="400338" y="228804"/>
                  </a:lnTo>
                  <a:lnTo>
                    <a:pt x="396746" y="223292"/>
                  </a:lnTo>
                  <a:lnTo>
                    <a:pt x="392540" y="222752"/>
                  </a:lnTo>
                  <a:lnTo>
                    <a:pt x="386153" y="226410"/>
                  </a:lnTo>
                  <a:lnTo>
                    <a:pt x="378277" y="232430"/>
                  </a:lnTo>
                  <a:lnTo>
                    <a:pt x="371192" y="232754"/>
                  </a:lnTo>
                  <a:lnTo>
                    <a:pt x="357890" y="228887"/>
                  </a:lnTo>
                  <a:lnTo>
                    <a:pt x="348180" y="240559"/>
                  </a:lnTo>
                  <a:lnTo>
                    <a:pt x="337757" y="265630"/>
                  </a:lnTo>
                  <a:lnTo>
                    <a:pt x="293717" y="265693"/>
                  </a:lnTo>
                  <a:lnTo>
                    <a:pt x="249678" y="265757"/>
                  </a:lnTo>
                  <a:lnTo>
                    <a:pt x="205634" y="265820"/>
                  </a:lnTo>
                  <a:lnTo>
                    <a:pt x="161594" y="265884"/>
                  </a:lnTo>
                  <a:lnTo>
                    <a:pt x="117555" y="265941"/>
                  </a:lnTo>
                  <a:lnTo>
                    <a:pt x="73516" y="266005"/>
                  </a:lnTo>
                  <a:lnTo>
                    <a:pt x="29476" y="266068"/>
                  </a:lnTo>
                  <a:lnTo>
                    <a:pt x="4831" y="266106"/>
                  </a:lnTo>
                  <a:lnTo>
                    <a:pt x="0" y="266113"/>
                  </a:lnTo>
                  <a:lnTo>
                    <a:pt x="15089" y="261204"/>
                  </a:lnTo>
                  <a:lnTo>
                    <a:pt x="46550" y="242127"/>
                  </a:lnTo>
                  <a:lnTo>
                    <a:pt x="69753" y="235218"/>
                  </a:lnTo>
                  <a:lnTo>
                    <a:pt x="99933" y="215182"/>
                  </a:lnTo>
                  <a:lnTo>
                    <a:pt x="121792" y="211328"/>
                  </a:lnTo>
                  <a:lnTo>
                    <a:pt x="125952" y="206921"/>
                  </a:lnTo>
                  <a:lnTo>
                    <a:pt x="129616" y="190302"/>
                  </a:lnTo>
                  <a:lnTo>
                    <a:pt x="131616" y="184377"/>
                  </a:lnTo>
                  <a:lnTo>
                    <a:pt x="141823" y="168056"/>
                  </a:lnTo>
                  <a:lnTo>
                    <a:pt x="154080" y="154289"/>
                  </a:lnTo>
                  <a:lnTo>
                    <a:pt x="163971" y="135250"/>
                  </a:lnTo>
                  <a:lnTo>
                    <a:pt x="181924" y="123083"/>
                  </a:lnTo>
                  <a:lnTo>
                    <a:pt x="209070" y="112909"/>
                  </a:lnTo>
                  <a:lnTo>
                    <a:pt x="234180" y="90689"/>
                  </a:lnTo>
                  <a:lnTo>
                    <a:pt x="247942" y="83914"/>
                  </a:lnTo>
                  <a:lnTo>
                    <a:pt x="261280" y="79062"/>
                  </a:lnTo>
                  <a:lnTo>
                    <a:pt x="266881" y="70032"/>
                  </a:lnTo>
                  <a:lnTo>
                    <a:pt x="275129" y="64869"/>
                  </a:lnTo>
                  <a:lnTo>
                    <a:pt x="297180" y="54372"/>
                  </a:lnTo>
                  <a:lnTo>
                    <a:pt x="321484" y="51533"/>
                  </a:lnTo>
                  <a:lnTo>
                    <a:pt x="346046" y="42820"/>
                  </a:lnTo>
                  <a:lnTo>
                    <a:pt x="364887" y="38203"/>
                  </a:lnTo>
                  <a:lnTo>
                    <a:pt x="376442" y="30030"/>
                  </a:lnTo>
                  <a:lnTo>
                    <a:pt x="393243" y="25725"/>
                  </a:lnTo>
                  <a:lnTo>
                    <a:pt x="443385" y="2273"/>
                  </a:lnTo>
                  <a:lnTo>
                    <a:pt x="446265" y="0"/>
                  </a:lnTo>
                  <a:lnTo>
                    <a:pt x="53418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0" name="pg3910"/>
            <p:cNvSpPr/>
            <p:nvPr/>
          </p:nvSpPr>
          <p:spPr>
            <a:xfrm>
              <a:off x="6021903" y="2797057"/>
              <a:ext cx="126268" cy="202407"/>
            </a:xfrm>
            <a:custGeom>
              <a:avLst/>
              <a:gdLst/>
              <a:ahLst/>
              <a:cxnLst/>
              <a:rect l="0" t="0" r="0" b="0"/>
              <a:pathLst>
                <a:path w="126268" h="202407">
                  <a:moveTo>
                    <a:pt x="117079" y="175208"/>
                  </a:moveTo>
                  <a:lnTo>
                    <a:pt x="108057" y="174662"/>
                  </a:lnTo>
                  <a:lnTo>
                    <a:pt x="101406" y="175266"/>
                  </a:lnTo>
                  <a:lnTo>
                    <a:pt x="91386" y="182892"/>
                  </a:lnTo>
                  <a:lnTo>
                    <a:pt x="89830" y="198305"/>
                  </a:lnTo>
                  <a:lnTo>
                    <a:pt x="85406" y="196266"/>
                  </a:lnTo>
                  <a:lnTo>
                    <a:pt x="80916" y="196768"/>
                  </a:lnTo>
                  <a:lnTo>
                    <a:pt x="78595" y="201607"/>
                  </a:lnTo>
                  <a:lnTo>
                    <a:pt x="75288" y="202407"/>
                  </a:lnTo>
                  <a:lnTo>
                    <a:pt x="66529" y="197829"/>
                  </a:lnTo>
                  <a:lnTo>
                    <a:pt x="56214" y="200331"/>
                  </a:lnTo>
                  <a:lnTo>
                    <a:pt x="48147" y="196857"/>
                  </a:lnTo>
                  <a:lnTo>
                    <a:pt x="37863" y="174275"/>
                  </a:lnTo>
                  <a:lnTo>
                    <a:pt x="32401" y="166362"/>
                  </a:lnTo>
                  <a:lnTo>
                    <a:pt x="22717" y="163810"/>
                  </a:lnTo>
                  <a:lnTo>
                    <a:pt x="20205" y="168585"/>
                  </a:lnTo>
                  <a:lnTo>
                    <a:pt x="16448" y="173259"/>
                  </a:lnTo>
                  <a:lnTo>
                    <a:pt x="7126" y="163943"/>
                  </a:lnTo>
                  <a:lnTo>
                    <a:pt x="56" y="129365"/>
                  </a:lnTo>
                  <a:lnTo>
                    <a:pt x="0" y="121021"/>
                  </a:lnTo>
                  <a:lnTo>
                    <a:pt x="9896" y="91936"/>
                  </a:lnTo>
                  <a:lnTo>
                    <a:pt x="34401" y="65753"/>
                  </a:lnTo>
                  <a:lnTo>
                    <a:pt x="26577" y="64877"/>
                  </a:lnTo>
                  <a:lnTo>
                    <a:pt x="4940" y="83033"/>
                  </a:lnTo>
                  <a:lnTo>
                    <a:pt x="7172" y="78638"/>
                  </a:lnTo>
                  <a:lnTo>
                    <a:pt x="10841" y="74059"/>
                  </a:lnTo>
                  <a:lnTo>
                    <a:pt x="18138" y="66674"/>
                  </a:lnTo>
                  <a:lnTo>
                    <a:pt x="29213" y="59733"/>
                  </a:lnTo>
                  <a:lnTo>
                    <a:pt x="43961" y="55688"/>
                  </a:lnTo>
                  <a:lnTo>
                    <a:pt x="54106" y="55072"/>
                  </a:lnTo>
                  <a:lnTo>
                    <a:pt x="61098" y="51236"/>
                  </a:lnTo>
                  <a:lnTo>
                    <a:pt x="71231" y="44441"/>
                  </a:lnTo>
                  <a:lnTo>
                    <a:pt x="73112" y="40834"/>
                  </a:lnTo>
                  <a:lnTo>
                    <a:pt x="64126" y="44981"/>
                  </a:lnTo>
                  <a:lnTo>
                    <a:pt x="49196" y="49064"/>
                  </a:lnTo>
                  <a:lnTo>
                    <a:pt x="53026" y="43711"/>
                  </a:lnTo>
                  <a:lnTo>
                    <a:pt x="56762" y="40847"/>
                  </a:lnTo>
                  <a:lnTo>
                    <a:pt x="126268" y="0"/>
                  </a:lnTo>
                  <a:lnTo>
                    <a:pt x="126268" y="1681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1" name="pg3911"/>
            <p:cNvSpPr/>
            <p:nvPr/>
          </p:nvSpPr>
          <p:spPr>
            <a:xfrm>
              <a:off x="6008033" y="2885799"/>
              <a:ext cx="12040" cy="17520"/>
            </a:xfrm>
            <a:custGeom>
              <a:avLst/>
              <a:gdLst/>
              <a:ahLst/>
              <a:cxnLst/>
              <a:rect l="0" t="0" r="0" b="0"/>
              <a:pathLst>
                <a:path w="12040" h="17520">
                  <a:moveTo>
                    <a:pt x="0" y="17520"/>
                  </a:moveTo>
                  <a:lnTo>
                    <a:pt x="1291" y="13062"/>
                  </a:lnTo>
                  <a:lnTo>
                    <a:pt x="7792" y="1695"/>
                  </a:lnTo>
                  <a:lnTo>
                    <a:pt x="12040" y="0"/>
                  </a:lnTo>
                  <a:lnTo>
                    <a:pt x="5327" y="129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2" name="pg3912"/>
            <p:cNvSpPr/>
            <p:nvPr/>
          </p:nvSpPr>
          <p:spPr>
            <a:xfrm>
              <a:off x="5947395" y="2832043"/>
              <a:ext cx="16050" cy="22950"/>
            </a:xfrm>
            <a:custGeom>
              <a:avLst/>
              <a:gdLst/>
              <a:ahLst/>
              <a:cxnLst/>
              <a:rect l="0" t="0" r="0" b="0"/>
              <a:pathLst>
                <a:path w="16050" h="22950">
                  <a:moveTo>
                    <a:pt x="0" y="22950"/>
                  </a:moveTo>
                  <a:lnTo>
                    <a:pt x="5539" y="5391"/>
                  </a:lnTo>
                  <a:lnTo>
                    <a:pt x="10046" y="0"/>
                  </a:lnTo>
                  <a:lnTo>
                    <a:pt x="16050" y="1816"/>
                  </a:lnTo>
                  <a:lnTo>
                    <a:pt x="15208" y="12427"/>
                  </a:lnTo>
                  <a:lnTo>
                    <a:pt x="14242" y="1607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3" name="pg3913"/>
            <p:cNvSpPr/>
            <p:nvPr/>
          </p:nvSpPr>
          <p:spPr>
            <a:xfrm>
              <a:off x="5199832" y="2715076"/>
              <a:ext cx="51274" cy="34247"/>
            </a:xfrm>
            <a:custGeom>
              <a:avLst/>
              <a:gdLst/>
              <a:ahLst/>
              <a:cxnLst/>
              <a:rect l="0" t="0" r="0" b="0"/>
              <a:pathLst>
                <a:path w="51274" h="34247">
                  <a:moveTo>
                    <a:pt x="33548" y="33244"/>
                  </a:moveTo>
                  <a:lnTo>
                    <a:pt x="19601" y="30837"/>
                  </a:lnTo>
                  <a:lnTo>
                    <a:pt x="4268" y="34177"/>
                  </a:lnTo>
                  <a:lnTo>
                    <a:pt x="0" y="34247"/>
                  </a:lnTo>
                  <a:lnTo>
                    <a:pt x="11389" y="24582"/>
                  </a:lnTo>
                  <a:lnTo>
                    <a:pt x="28903" y="18638"/>
                  </a:lnTo>
                  <a:lnTo>
                    <a:pt x="46364" y="463"/>
                  </a:lnTo>
                  <a:lnTo>
                    <a:pt x="51274" y="0"/>
                  </a:lnTo>
                  <a:lnTo>
                    <a:pt x="44628" y="20587"/>
                  </a:lnTo>
                  <a:lnTo>
                    <a:pt x="43274" y="27948"/>
                  </a:lnTo>
                  <a:lnTo>
                    <a:pt x="41703" y="306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4" name="pg3914"/>
            <p:cNvSpPr/>
            <p:nvPr/>
          </p:nvSpPr>
          <p:spPr>
            <a:xfrm>
              <a:off x="5210715" y="2716409"/>
              <a:ext cx="30200" cy="16853"/>
            </a:xfrm>
            <a:custGeom>
              <a:avLst/>
              <a:gdLst/>
              <a:ahLst/>
              <a:cxnLst/>
              <a:rect l="0" t="0" r="0" b="0"/>
              <a:pathLst>
                <a:path w="30200" h="16853">
                  <a:moveTo>
                    <a:pt x="4423" y="16853"/>
                  </a:moveTo>
                  <a:lnTo>
                    <a:pt x="0" y="15723"/>
                  </a:lnTo>
                  <a:lnTo>
                    <a:pt x="14082" y="2946"/>
                  </a:lnTo>
                  <a:lnTo>
                    <a:pt x="30200" y="0"/>
                  </a:lnTo>
                  <a:lnTo>
                    <a:pt x="17187" y="1417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5" name="pg3915"/>
            <p:cNvSpPr/>
            <p:nvPr/>
          </p:nvSpPr>
          <p:spPr>
            <a:xfrm>
              <a:off x="5500816" y="2547127"/>
              <a:ext cx="30784" cy="17069"/>
            </a:xfrm>
            <a:custGeom>
              <a:avLst/>
              <a:gdLst/>
              <a:ahLst/>
              <a:cxnLst/>
              <a:rect l="0" t="0" r="0" b="0"/>
              <a:pathLst>
                <a:path w="30784" h="17069">
                  <a:moveTo>
                    <a:pt x="0" y="17069"/>
                  </a:moveTo>
                  <a:lnTo>
                    <a:pt x="2294" y="12554"/>
                  </a:lnTo>
                  <a:lnTo>
                    <a:pt x="15430" y="4508"/>
                  </a:lnTo>
                  <a:lnTo>
                    <a:pt x="25084" y="0"/>
                  </a:lnTo>
                  <a:lnTo>
                    <a:pt x="30784" y="95"/>
                  </a:lnTo>
                  <a:lnTo>
                    <a:pt x="21502" y="9957"/>
                  </a:lnTo>
                  <a:lnTo>
                    <a:pt x="9622" y="160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6" name="pg3916"/>
            <p:cNvSpPr/>
            <p:nvPr/>
          </p:nvSpPr>
          <p:spPr>
            <a:xfrm>
              <a:off x="4772327" y="5500509"/>
              <a:ext cx="49258" cy="37397"/>
            </a:xfrm>
            <a:custGeom>
              <a:avLst/>
              <a:gdLst/>
              <a:ahLst/>
              <a:cxnLst/>
              <a:rect l="0" t="0" r="0" b="0"/>
              <a:pathLst>
                <a:path w="49258" h="37397">
                  <a:moveTo>
                    <a:pt x="36380" y="7931"/>
                  </a:moveTo>
                  <a:lnTo>
                    <a:pt x="25890" y="16136"/>
                  </a:lnTo>
                  <a:lnTo>
                    <a:pt x="33512" y="21991"/>
                  </a:lnTo>
                  <a:lnTo>
                    <a:pt x="40695" y="9258"/>
                  </a:lnTo>
                  <a:lnTo>
                    <a:pt x="46395" y="19603"/>
                  </a:lnTo>
                  <a:lnTo>
                    <a:pt x="49258" y="37397"/>
                  </a:lnTo>
                  <a:lnTo>
                    <a:pt x="16879" y="37397"/>
                  </a:lnTo>
                  <a:lnTo>
                    <a:pt x="15627" y="32145"/>
                  </a:lnTo>
                  <a:lnTo>
                    <a:pt x="9084" y="25573"/>
                  </a:lnTo>
                  <a:lnTo>
                    <a:pt x="0" y="8807"/>
                  </a:lnTo>
                  <a:lnTo>
                    <a:pt x="5276" y="4483"/>
                  </a:lnTo>
                  <a:lnTo>
                    <a:pt x="12309" y="5924"/>
                  </a:lnTo>
                  <a:lnTo>
                    <a:pt x="15911" y="3905"/>
                  </a:lnTo>
                  <a:lnTo>
                    <a:pt x="25662" y="2292"/>
                  </a:lnTo>
                  <a:lnTo>
                    <a:pt x="31585" y="0"/>
                  </a:lnTo>
                  <a:lnTo>
                    <a:pt x="36215" y="495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7" name="pg3917"/>
            <p:cNvSpPr/>
            <p:nvPr/>
          </p:nvSpPr>
          <p:spPr>
            <a:xfrm>
              <a:off x="4778270" y="5155530"/>
              <a:ext cx="95830" cy="135860"/>
            </a:xfrm>
            <a:custGeom>
              <a:avLst/>
              <a:gdLst/>
              <a:ahLst/>
              <a:cxnLst/>
              <a:rect l="0" t="0" r="0" b="0"/>
              <a:pathLst>
                <a:path w="95830" h="135860">
                  <a:moveTo>
                    <a:pt x="73800" y="135860"/>
                  </a:moveTo>
                  <a:lnTo>
                    <a:pt x="64612" y="122835"/>
                  </a:lnTo>
                  <a:lnTo>
                    <a:pt x="57211" y="119050"/>
                  </a:lnTo>
                  <a:lnTo>
                    <a:pt x="68772" y="109842"/>
                  </a:lnTo>
                  <a:lnTo>
                    <a:pt x="73764" y="101930"/>
                  </a:lnTo>
                  <a:lnTo>
                    <a:pt x="73660" y="84669"/>
                  </a:lnTo>
                  <a:lnTo>
                    <a:pt x="76482" y="75214"/>
                  </a:lnTo>
                  <a:lnTo>
                    <a:pt x="75526" y="67028"/>
                  </a:lnTo>
                  <a:lnTo>
                    <a:pt x="78073" y="58671"/>
                  </a:lnTo>
                  <a:lnTo>
                    <a:pt x="74627" y="49285"/>
                  </a:lnTo>
                  <a:lnTo>
                    <a:pt x="64963" y="41842"/>
                  </a:lnTo>
                  <a:lnTo>
                    <a:pt x="45842" y="12237"/>
                  </a:lnTo>
                  <a:lnTo>
                    <a:pt x="15637" y="5048"/>
                  </a:lnTo>
                  <a:lnTo>
                    <a:pt x="0" y="4750"/>
                  </a:lnTo>
                  <a:lnTo>
                    <a:pt x="8593" y="0"/>
                  </a:lnTo>
                  <a:lnTo>
                    <a:pt x="16531" y="577"/>
                  </a:lnTo>
                  <a:lnTo>
                    <a:pt x="28748" y="3403"/>
                  </a:lnTo>
                  <a:lnTo>
                    <a:pt x="43377" y="4769"/>
                  </a:lnTo>
                  <a:lnTo>
                    <a:pt x="52318" y="13481"/>
                  </a:lnTo>
                  <a:lnTo>
                    <a:pt x="60855" y="25033"/>
                  </a:lnTo>
                  <a:lnTo>
                    <a:pt x="68565" y="29707"/>
                  </a:lnTo>
                  <a:lnTo>
                    <a:pt x="71738" y="32679"/>
                  </a:lnTo>
                  <a:lnTo>
                    <a:pt x="71381" y="36032"/>
                  </a:lnTo>
                  <a:lnTo>
                    <a:pt x="72663" y="39181"/>
                  </a:lnTo>
                  <a:lnTo>
                    <a:pt x="82724" y="44586"/>
                  </a:lnTo>
                  <a:lnTo>
                    <a:pt x="92858" y="53311"/>
                  </a:lnTo>
                  <a:lnTo>
                    <a:pt x="95830" y="78897"/>
                  </a:lnTo>
                  <a:lnTo>
                    <a:pt x="82177" y="91007"/>
                  </a:lnTo>
                  <a:lnTo>
                    <a:pt x="79665" y="128055"/>
                  </a:lnTo>
                  <a:lnTo>
                    <a:pt x="76001" y="1347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8" name="pg3918"/>
            <p:cNvSpPr/>
            <p:nvPr/>
          </p:nvSpPr>
          <p:spPr>
            <a:xfrm>
              <a:off x="4726246" y="5381534"/>
              <a:ext cx="74105" cy="118987"/>
            </a:xfrm>
            <a:custGeom>
              <a:avLst/>
              <a:gdLst/>
              <a:ahLst/>
              <a:cxnLst/>
              <a:rect l="0" t="0" r="0" b="0"/>
              <a:pathLst>
                <a:path w="74105" h="118987">
                  <a:moveTo>
                    <a:pt x="72947" y="80116"/>
                  </a:moveTo>
                  <a:lnTo>
                    <a:pt x="74105" y="91896"/>
                  </a:lnTo>
                  <a:lnTo>
                    <a:pt x="73035" y="96094"/>
                  </a:lnTo>
                  <a:lnTo>
                    <a:pt x="61583" y="103968"/>
                  </a:lnTo>
                  <a:lnTo>
                    <a:pt x="58643" y="108369"/>
                  </a:lnTo>
                  <a:lnTo>
                    <a:pt x="47847" y="112808"/>
                  </a:lnTo>
                  <a:lnTo>
                    <a:pt x="41315" y="118987"/>
                  </a:lnTo>
                  <a:lnTo>
                    <a:pt x="38044" y="108947"/>
                  </a:lnTo>
                  <a:lnTo>
                    <a:pt x="31703" y="102742"/>
                  </a:lnTo>
                  <a:lnTo>
                    <a:pt x="30639" y="92194"/>
                  </a:lnTo>
                  <a:lnTo>
                    <a:pt x="25792" y="95757"/>
                  </a:lnTo>
                  <a:lnTo>
                    <a:pt x="18805" y="93585"/>
                  </a:lnTo>
                  <a:lnTo>
                    <a:pt x="7281" y="85596"/>
                  </a:lnTo>
                  <a:lnTo>
                    <a:pt x="0" y="74750"/>
                  </a:lnTo>
                  <a:lnTo>
                    <a:pt x="10201" y="72870"/>
                  </a:lnTo>
                  <a:lnTo>
                    <a:pt x="12309" y="79608"/>
                  </a:lnTo>
                  <a:lnTo>
                    <a:pt x="20381" y="71340"/>
                  </a:lnTo>
                  <a:lnTo>
                    <a:pt x="18546" y="66983"/>
                  </a:lnTo>
                  <a:lnTo>
                    <a:pt x="17089" y="66425"/>
                  </a:lnTo>
                  <a:lnTo>
                    <a:pt x="14443" y="58321"/>
                  </a:lnTo>
                  <a:lnTo>
                    <a:pt x="26587" y="37098"/>
                  </a:lnTo>
                  <a:lnTo>
                    <a:pt x="29207" y="23407"/>
                  </a:lnTo>
                  <a:lnTo>
                    <a:pt x="23699" y="1441"/>
                  </a:lnTo>
                  <a:lnTo>
                    <a:pt x="28841" y="0"/>
                  </a:lnTo>
                  <a:lnTo>
                    <a:pt x="42545" y="7703"/>
                  </a:lnTo>
                  <a:lnTo>
                    <a:pt x="48685" y="15285"/>
                  </a:lnTo>
                  <a:lnTo>
                    <a:pt x="48886" y="25693"/>
                  </a:lnTo>
                  <a:lnTo>
                    <a:pt x="54648" y="33752"/>
                  </a:lnTo>
                  <a:lnTo>
                    <a:pt x="62989" y="53057"/>
                  </a:lnTo>
                  <a:lnTo>
                    <a:pt x="73180" y="64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9" name="pg3919"/>
            <p:cNvSpPr/>
            <p:nvPr/>
          </p:nvSpPr>
          <p:spPr>
            <a:xfrm>
              <a:off x="4668001" y="5174016"/>
              <a:ext cx="112522" cy="38661"/>
            </a:xfrm>
            <a:custGeom>
              <a:avLst/>
              <a:gdLst/>
              <a:ahLst/>
              <a:cxnLst/>
              <a:rect l="0" t="0" r="0" b="0"/>
              <a:pathLst>
                <a:path w="112522" h="38661">
                  <a:moveTo>
                    <a:pt x="64973" y="13005"/>
                  </a:moveTo>
                  <a:lnTo>
                    <a:pt x="71841" y="12453"/>
                  </a:lnTo>
                  <a:lnTo>
                    <a:pt x="75960" y="9792"/>
                  </a:lnTo>
                  <a:lnTo>
                    <a:pt x="94931" y="10878"/>
                  </a:lnTo>
                  <a:lnTo>
                    <a:pt x="110248" y="6985"/>
                  </a:lnTo>
                  <a:lnTo>
                    <a:pt x="112522" y="13894"/>
                  </a:lnTo>
                  <a:lnTo>
                    <a:pt x="112134" y="17501"/>
                  </a:lnTo>
                  <a:lnTo>
                    <a:pt x="79562" y="20886"/>
                  </a:lnTo>
                  <a:lnTo>
                    <a:pt x="49682" y="31028"/>
                  </a:lnTo>
                  <a:lnTo>
                    <a:pt x="33305" y="37899"/>
                  </a:lnTo>
                  <a:lnTo>
                    <a:pt x="25611" y="38661"/>
                  </a:lnTo>
                  <a:lnTo>
                    <a:pt x="19730" y="35047"/>
                  </a:lnTo>
                  <a:lnTo>
                    <a:pt x="0" y="14104"/>
                  </a:lnTo>
                  <a:lnTo>
                    <a:pt x="5276" y="16193"/>
                  </a:lnTo>
                  <a:lnTo>
                    <a:pt x="19854" y="28030"/>
                  </a:lnTo>
                  <a:lnTo>
                    <a:pt x="28908" y="25871"/>
                  </a:lnTo>
                  <a:lnTo>
                    <a:pt x="37295" y="18047"/>
                  </a:lnTo>
                  <a:lnTo>
                    <a:pt x="38577" y="12135"/>
                  </a:lnTo>
                  <a:lnTo>
                    <a:pt x="37326" y="9335"/>
                  </a:lnTo>
                  <a:lnTo>
                    <a:pt x="41119" y="0"/>
                  </a:lnTo>
                  <a:lnTo>
                    <a:pt x="52152" y="896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0" name="pg3920"/>
            <p:cNvSpPr/>
            <p:nvPr/>
          </p:nvSpPr>
          <p:spPr>
            <a:xfrm>
              <a:off x="4818681" y="5397055"/>
              <a:ext cx="30985" cy="11691"/>
            </a:xfrm>
            <a:custGeom>
              <a:avLst/>
              <a:gdLst/>
              <a:ahLst/>
              <a:cxnLst/>
              <a:rect l="0" t="0" r="0" b="0"/>
              <a:pathLst>
                <a:path w="30985" h="11691">
                  <a:moveTo>
                    <a:pt x="10733" y="11691"/>
                  </a:moveTo>
                  <a:lnTo>
                    <a:pt x="2191" y="9030"/>
                  </a:lnTo>
                  <a:lnTo>
                    <a:pt x="0" y="6890"/>
                  </a:lnTo>
                  <a:lnTo>
                    <a:pt x="3658" y="3295"/>
                  </a:lnTo>
                  <a:lnTo>
                    <a:pt x="11710" y="298"/>
                  </a:lnTo>
                  <a:lnTo>
                    <a:pt x="24639" y="0"/>
                  </a:lnTo>
                  <a:lnTo>
                    <a:pt x="30303" y="3543"/>
                  </a:lnTo>
                  <a:lnTo>
                    <a:pt x="30985" y="5093"/>
                  </a:lnTo>
                  <a:lnTo>
                    <a:pt x="22686" y="899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1" name="pg3921"/>
            <p:cNvSpPr/>
            <p:nvPr/>
          </p:nvSpPr>
          <p:spPr>
            <a:xfrm>
              <a:off x="5137929" y="5521433"/>
              <a:ext cx="12277" cy="16472"/>
            </a:xfrm>
            <a:custGeom>
              <a:avLst/>
              <a:gdLst/>
              <a:ahLst/>
              <a:cxnLst/>
              <a:rect l="0" t="0" r="0" b="0"/>
              <a:pathLst>
                <a:path w="12277" h="16472">
                  <a:moveTo>
                    <a:pt x="7008" y="16472"/>
                  </a:moveTo>
                  <a:lnTo>
                    <a:pt x="0" y="16472"/>
                  </a:lnTo>
                  <a:lnTo>
                    <a:pt x="1962" y="2806"/>
                  </a:lnTo>
                  <a:lnTo>
                    <a:pt x="7771" y="0"/>
                  </a:lnTo>
                  <a:lnTo>
                    <a:pt x="10050" y="152"/>
                  </a:lnTo>
                  <a:lnTo>
                    <a:pt x="12277" y="762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2" name="pg3922"/>
            <p:cNvSpPr/>
            <p:nvPr/>
          </p:nvSpPr>
          <p:spPr>
            <a:xfrm>
              <a:off x="4901365" y="5334383"/>
              <a:ext cx="70456" cy="119063"/>
            </a:xfrm>
            <a:custGeom>
              <a:avLst/>
              <a:gdLst/>
              <a:ahLst/>
              <a:cxnLst/>
              <a:rect l="0" t="0" r="0" b="0"/>
              <a:pathLst>
                <a:path w="70456" h="119063">
                  <a:moveTo>
                    <a:pt x="31373" y="24747"/>
                  </a:moveTo>
                  <a:lnTo>
                    <a:pt x="46235" y="30285"/>
                  </a:lnTo>
                  <a:lnTo>
                    <a:pt x="62302" y="48650"/>
                  </a:lnTo>
                  <a:lnTo>
                    <a:pt x="69221" y="55191"/>
                  </a:lnTo>
                  <a:lnTo>
                    <a:pt x="70456" y="61147"/>
                  </a:lnTo>
                  <a:lnTo>
                    <a:pt x="67748" y="88340"/>
                  </a:lnTo>
                  <a:lnTo>
                    <a:pt x="64136" y="104711"/>
                  </a:lnTo>
                  <a:lnTo>
                    <a:pt x="64679" y="119063"/>
                  </a:lnTo>
                  <a:lnTo>
                    <a:pt x="60906" y="114815"/>
                  </a:lnTo>
                  <a:lnTo>
                    <a:pt x="57093" y="105416"/>
                  </a:lnTo>
                  <a:lnTo>
                    <a:pt x="50840" y="100012"/>
                  </a:lnTo>
                  <a:lnTo>
                    <a:pt x="48757" y="97180"/>
                  </a:lnTo>
                  <a:lnTo>
                    <a:pt x="59997" y="96557"/>
                  </a:lnTo>
                  <a:lnTo>
                    <a:pt x="60994" y="81761"/>
                  </a:lnTo>
                  <a:lnTo>
                    <a:pt x="66477" y="70089"/>
                  </a:lnTo>
                  <a:lnTo>
                    <a:pt x="65645" y="57947"/>
                  </a:lnTo>
                  <a:lnTo>
                    <a:pt x="52529" y="44579"/>
                  </a:lnTo>
                  <a:lnTo>
                    <a:pt x="43538" y="32812"/>
                  </a:lnTo>
                  <a:lnTo>
                    <a:pt x="29714" y="29046"/>
                  </a:lnTo>
                  <a:lnTo>
                    <a:pt x="16929" y="17330"/>
                  </a:lnTo>
                  <a:lnTo>
                    <a:pt x="9301" y="15888"/>
                  </a:lnTo>
                  <a:lnTo>
                    <a:pt x="0" y="17952"/>
                  </a:lnTo>
                  <a:lnTo>
                    <a:pt x="3359" y="10967"/>
                  </a:lnTo>
                  <a:lnTo>
                    <a:pt x="5684" y="1727"/>
                  </a:lnTo>
                  <a:lnTo>
                    <a:pt x="7389" y="0"/>
                  </a:lnTo>
                  <a:lnTo>
                    <a:pt x="13952" y="100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3" name="pg3923"/>
            <p:cNvSpPr/>
            <p:nvPr/>
          </p:nvSpPr>
          <p:spPr>
            <a:xfrm>
              <a:off x="5011081" y="5447191"/>
              <a:ext cx="46804" cy="72629"/>
            </a:xfrm>
            <a:custGeom>
              <a:avLst/>
              <a:gdLst/>
              <a:ahLst/>
              <a:cxnLst/>
              <a:rect l="0" t="0" r="0" b="0"/>
              <a:pathLst>
                <a:path w="46804" h="72629">
                  <a:moveTo>
                    <a:pt x="46804" y="71314"/>
                  </a:moveTo>
                  <a:lnTo>
                    <a:pt x="39713" y="69974"/>
                  </a:lnTo>
                  <a:lnTo>
                    <a:pt x="29249" y="72559"/>
                  </a:lnTo>
                  <a:lnTo>
                    <a:pt x="25482" y="72629"/>
                  </a:lnTo>
                  <a:lnTo>
                    <a:pt x="27828" y="68101"/>
                  </a:lnTo>
                  <a:lnTo>
                    <a:pt x="35094" y="61979"/>
                  </a:lnTo>
                  <a:lnTo>
                    <a:pt x="35460" y="56150"/>
                  </a:lnTo>
                  <a:lnTo>
                    <a:pt x="26469" y="47742"/>
                  </a:lnTo>
                  <a:lnTo>
                    <a:pt x="16004" y="26824"/>
                  </a:lnTo>
                  <a:lnTo>
                    <a:pt x="11105" y="21864"/>
                  </a:lnTo>
                  <a:lnTo>
                    <a:pt x="8779" y="14002"/>
                  </a:lnTo>
                  <a:lnTo>
                    <a:pt x="0" y="5569"/>
                  </a:lnTo>
                  <a:lnTo>
                    <a:pt x="1834" y="1060"/>
                  </a:lnTo>
                  <a:lnTo>
                    <a:pt x="3638" y="0"/>
                  </a:lnTo>
                  <a:lnTo>
                    <a:pt x="9575" y="2165"/>
                  </a:lnTo>
                  <a:lnTo>
                    <a:pt x="23022" y="32253"/>
                  </a:lnTo>
                  <a:lnTo>
                    <a:pt x="23900" y="35136"/>
                  </a:lnTo>
                  <a:lnTo>
                    <a:pt x="46101" y="647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4" name="pt3924"/>
            <p:cNvSpPr/>
            <p:nvPr/>
          </p:nvSpPr>
          <p:spPr>
            <a:xfrm>
              <a:off x="5244939" y="3276309"/>
              <a:ext cx="63202" cy="63202"/>
            </a:xfrm>
            <a:prstGeom prst="ellipse">
              <a:avLst/>
            </a:prstGeom>
            <a:solidFill>
              <a:srgbClr val="395C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5" name="pt3925"/>
            <p:cNvSpPr/>
            <p:nvPr/>
          </p:nvSpPr>
          <p:spPr>
            <a:xfrm>
              <a:off x="3119545" y="4746129"/>
              <a:ext cx="63202" cy="63202"/>
            </a:xfrm>
            <a:prstGeom prst="ellipse">
              <a:avLst/>
            </a:prstGeom>
            <a:solidFill>
              <a:srgbClr val="395B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6" name="pt3926"/>
            <p:cNvSpPr/>
            <p:nvPr/>
          </p:nvSpPr>
          <p:spPr>
            <a:xfrm>
              <a:off x="4987953" y="3735383"/>
              <a:ext cx="63202" cy="63202"/>
            </a:xfrm>
            <a:prstGeom prst="ellipse">
              <a:avLst/>
            </a:prstGeom>
            <a:solidFill>
              <a:srgbClr val="3B73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7" name="pt3927"/>
            <p:cNvSpPr/>
            <p:nvPr/>
          </p:nvSpPr>
          <p:spPr>
            <a:xfrm>
              <a:off x="3648675" y="4677487"/>
              <a:ext cx="63202" cy="63202"/>
            </a:xfrm>
            <a:prstGeom prst="ellipse">
              <a:avLst/>
            </a:prstGeom>
            <a:solidFill>
              <a:srgbClr val="3A689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8" name="pt3928"/>
            <p:cNvSpPr/>
            <p:nvPr/>
          </p:nvSpPr>
          <p:spPr>
            <a:xfrm>
              <a:off x="5067426" y="3545894"/>
              <a:ext cx="63202" cy="63202"/>
            </a:xfrm>
            <a:prstGeom prst="ellipse">
              <a:avLst/>
            </a:prstGeom>
            <a:solidFill>
              <a:srgbClr val="52B9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9" name="pt3929"/>
            <p:cNvSpPr/>
            <p:nvPr/>
          </p:nvSpPr>
          <p:spPr>
            <a:xfrm>
              <a:off x="3468669" y="4800931"/>
              <a:ext cx="63202" cy="63202"/>
            </a:xfrm>
            <a:prstGeom prst="ellipse">
              <a:avLst/>
            </a:prstGeom>
            <a:solidFill>
              <a:srgbClr val="3B4F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0" name="pt3930"/>
            <p:cNvSpPr/>
            <p:nvPr/>
          </p:nvSpPr>
          <p:spPr>
            <a:xfrm>
              <a:off x="5435217" y="3222656"/>
              <a:ext cx="63202" cy="63202"/>
            </a:xfrm>
            <a:prstGeom prst="ellipse">
              <a:avLst/>
            </a:prstGeom>
            <a:solidFill>
              <a:srgbClr val="3B3C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1" name="pt3931"/>
            <p:cNvSpPr/>
            <p:nvPr/>
          </p:nvSpPr>
          <p:spPr>
            <a:xfrm>
              <a:off x="4022168" y="4765547"/>
              <a:ext cx="63202" cy="63202"/>
            </a:xfrm>
            <a:prstGeom prst="ellipse">
              <a:avLst/>
            </a:prstGeom>
            <a:solidFill>
              <a:srgbClr val="3C497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2" name="pt3932"/>
            <p:cNvSpPr/>
            <p:nvPr/>
          </p:nvSpPr>
          <p:spPr>
            <a:xfrm>
              <a:off x="4746871" y="4211118"/>
              <a:ext cx="63202" cy="63202"/>
            </a:xfrm>
            <a:prstGeom prst="ellipse">
              <a:avLst/>
            </a:prstGeom>
            <a:solidFill>
              <a:srgbClr val="40A2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3" name="pt3933"/>
            <p:cNvSpPr/>
            <p:nvPr/>
          </p:nvSpPr>
          <p:spPr>
            <a:xfrm>
              <a:off x="4431462" y="4463619"/>
              <a:ext cx="63202" cy="63202"/>
            </a:xfrm>
            <a:prstGeom prst="ellipse">
              <a:avLst/>
            </a:prstGeom>
            <a:solidFill>
              <a:srgbClr val="3B70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4" name="pt3934"/>
            <p:cNvSpPr/>
            <p:nvPr/>
          </p:nvSpPr>
          <p:spPr>
            <a:xfrm>
              <a:off x="4539875" y="4368015"/>
              <a:ext cx="63202" cy="63202"/>
            </a:xfrm>
            <a:prstGeom prst="ellipse">
              <a:avLst/>
            </a:prstGeom>
            <a:solidFill>
              <a:srgbClr val="3A619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5" name="pt3935"/>
            <p:cNvSpPr/>
            <p:nvPr/>
          </p:nvSpPr>
          <p:spPr>
            <a:xfrm>
              <a:off x="5003510" y="3498927"/>
              <a:ext cx="63202" cy="63202"/>
            </a:xfrm>
            <a:prstGeom prst="ellipse">
              <a:avLst/>
            </a:prstGeom>
            <a:solidFill>
              <a:srgbClr val="3A659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6" name="pt3936"/>
            <p:cNvSpPr/>
            <p:nvPr/>
          </p:nvSpPr>
          <p:spPr>
            <a:xfrm>
              <a:off x="3976508" y="4766403"/>
              <a:ext cx="63202" cy="63202"/>
            </a:xfrm>
            <a:prstGeom prst="ellipse">
              <a:avLst/>
            </a:prstGeom>
            <a:solidFill>
              <a:srgbClr val="3C498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7" name="pt3937"/>
            <p:cNvSpPr/>
            <p:nvPr/>
          </p:nvSpPr>
          <p:spPr>
            <a:xfrm>
              <a:off x="3523866" y="4772296"/>
              <a:ext cx="63202" cy="63202"/>
            </a:xfrm>
            <a:prstGeom prst="ellipse">
              <a:avLst/>
            </a:prstGeom>
            <a:solidFill>
              <a:srgbClr val="3C497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8" name="pt3938"/>
            <p:cNvSpPr/>
            <p:nvPr/>
          </p:nvSpPr>
          <p:spPr>
            <a:xfrm>
              <a:off x="4849017" y="3641698"/>
              <a:ext cx="63202" cy="63202"/>
            </a:xfrm>
            <a:prstGeom prst="ellipse">
              <a:avLst/>
            </a:prstGeom>
            <a:solidFill>
              <a:srgbClr val="3A77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9" name="pt3939"/>
            <p:cNvSpPr/>
            <p:nvPr/>
          </p:nvSpPr>
          <p:spPr>
            <a:xfrm>
              <a:off x="4384774" y="4536931"/>
              <a:ext cx="63202" cy="63202"/>
            </a:xfrm>
            <a:prstGeom prst="ellipse">
              <a:avLst/>
            </a:prstGeom>
            <a:solidFill>
              <a:srgbClr val="3B6FA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0" name="pt3940"/>
            <p:cNvSpPr/>
            <p:nvPr/>
          </p:nvSpPr>
          <p:spPr>
            <a:xfrm>
              <a:off x="3290018" y="4801454"/>
              <a:ext cx="63202" cy="63202"/>
            </a:xfrm>
            <a:prstGeom prst="ellipse">
              <a:avLst/>
            </a:prstGeom>
            <a:solidFill>
              <a:srgbClr val="3A346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1" name="pt3941"/>
            <p:cNvSpPr/>
            <p:nvPr/>
          </p:nvSpPr>
          <p:spPr>
            <a:xfrm>
              <a:off x="4628335" y="4267713"/>
              <a:ext cx="63202" cy="63202"/>
            </a:xfrm>
            <a:prstGeom prst="ellipse">
              <a:avLst/>
            </a:prstGeom>
            <a:solidFill>
              <a:srgbClr val="3B4E8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2" name="pt3942"/>
            <p:cNvSpPr/>
            <p:nvPr/>
          </p:nvSpPr>
          <p:spPr>
            <a:xfrm>
              <a:off x="5596358" y="2927118"/>
              <a:ext cx="63202" cy="63202"/>
            </a:xfrm>
            <a:prstGeom prst="ellipse">
              <a:avLst/>
            </a:prstGeom>
            <a:solidFill>
              <a:srgbClr val="3B72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3" name="pt3943"/>
            <p:cNvSpPr/>
            <p:nvPr/>
          </p:nvSpPr>
          <p:spPr>
            <a:xfrm>
              <a:off x="3056027" y="4753931"/>
              <a:ext cx="63202" cy="63202"/>
            </a:xfrm>
            <a:prstGeom prst="ellipse">
              <a:avLst/>
            </a:prstGeom>
            <a:solidFill>
              <a:srgbClr val="3B508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4" name="pt3944"/>
            <p:cNvSpPr/>
            <p:nvPr/>
          </p:nvSpPr>
          <p:spPr>
            <a:xfrm>
              <a:off x="6020203" y="2929573"/>
              <a:ext cx="63202" cy="63202"/>
            </a:xfrm>
            <a:prstGeom prst="ellipse">
              <a:avLst/>
            </a:prstGeom>
            <a:solidFill>
              <a:srgbClr val="3B3D6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5" name="pt3945"/>
            <p:cNvSpPr/>
            <p:nvPr/>
          </p:nvSpPr>
          <p:spPr>
            <a:xfrm>
              <a:off x="4391907" y="4541579"/>
              <a:ext cx="63202" cy="63202"/>
            </a:xfrm>
            <a:prstGeom prst="ellipse">
              <a:avLst/>
            </a:prstGeom>
            <a:solidFill>
              <a:srgbClr val="3A679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6" name="pt3946"/>
            <p:cNvSpPr/>
            <p:nvPr/>
          </p:nvSpPr>
          <p:spPr>
            <a:xfrm>
              <a:off x="5498857" y="3067530"/>
              <a:ext cx="63202" cy="63202"/>
            </a:xfrm>
            <a:prstGeom prst="ellipse">
              <a:avLst/>
            </a:prstGeom>
            <a:solidFill>
              <a:srgbClr val="3A74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7" name="pt3947"/>
            <p:cNvSpPr/>
            <p:nvPr/>
          </p:nvSpPr>
          <p:spPr>
            <a:xfrm>
              <a:off x="4420910" y="4467164"/>
              <a:ext cx="63202" cy="63202"/>
            </a:xfrm>
            <a:prstGeom prst="ellipse">
              <a:avLst/>
            </a:prstGeom>
            <a:solidFill>
              <a:srgbClr val="3A639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8" name="pt3948"/>
            <p:cNvSpPr/>
            <p:nvPr/>
          </p:nvSpPr>
          <p:spPr>
            <a:xfrm>
              <a:off x="2812052" y="4895874"/>
              <a:ext cx="63202" cy="63202"/>
            </a:xfrm>
            <a:prstGeom prst="ellipse">
              <a:avLst/>
            </a:prstGeom>
            <a:solidFill>
              <a:srgbClr val="3A599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9" name="pt3949"/>
            <p:cNvSpPr/>
            <p:nvPr/>
          </p:nvSpPr>
          <p:spPr>
            <a:xfrm>
              <a:off x="4755148" y="4187507"/>
              <a:ext cx="63202" cy="63202"/>
            </a:xfrm>
            <a:prstGeom prst="ellipse">
              <a:avLst/>
            </a:prstGeom>
            <a:solidFill>
              <a:srgbClr val="3A6FA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0" name="pt3950"/>
            <p:cNvSpPr/>
            <p:nvPr/>
          </p:nvSpPr>
          <p:spPr>
            <a:xfrm>
              <a:off x="2681487" y="4948042"/>
              <a:ext cx="117405" cy="117405"/>
            </a:xfrm>
            <a:prstGeom prst="ellipse">
              <a:avLst/>
            </a:prstGeom>
            <a:solidFill>
              <a:srgbClr val="3C417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1" name="pt3951"/>
            <p:cNvSpPr/>
            <p:nvPr/>
          </p:nvSpPr>
          <p:spPr>
            <a:xfrm>
              <a:off x="3346108" y="4796518"/>
              <a:ext cx="117405" cy="117405"/>
            </a:xfrm>
            <a:prstGeom prst="ellipse">
              <a:avLst/>
            </a:prstGeom>
            <a:solidFill>
              <a:srgbClr val="3B4F8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2" name="pt3952"/>
            <p:cNvSpPr/>
            <p:nvPr/>
          </p:nvSpPr>
          <p:spPr>
            <a:xfrm>
              <a:off x="4349639" y="4641492"/>
              <a:ext cx="117405" cy="117405"/>
            </a:xfrm>
            <a:prstGeom prst="ellipse">
              <a:avLst/>
            </a:prstGeom>
            <a:solidFill>
              <a:srgbClr val="3B376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3" name="pt3953"/>
            <p:cNvSpPr/>
            <p:nvPr/>
          </p:nvSpPr>
          <p:spPr>
            <a:xfrm>
              <a:off x="5463793" y="3001325"/>
              <a:ext cx="117405" cy="117405"/>
            </a:xfrm>
            <a:prstGeom prst="ellipse">
              <a:avLst/>
            </a:prstGeom>
            <a:solidFill>
              <a:srgbClr val="389A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4" name="pt3954"/>
            <p:cNvSpPr/>
            <p:nvPr/>
          </p:nvSpPr>
          <p:spPr>
            <a:xfrm>
              <a:off x="5607920" y="2879905"/>
              <a:ext cx="117405" cy="117405"/>
            </a:xfrm>
            <a:prstGeom prst="ellipse">
              <a:avLst/>
            </a:prstGeom>
            <a:solidFill>
              <a:srgbClr val="3A346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5" name="pl3955"/>
            <p:cNvSpPr/>
            <p:nvPr/>
          </p:nvSpPr>
          <p:spPr>
            <a:xfrm>
              <a:off x="2680537" y="4910622"/>
              <a:ext cx="52410" cy="84455"/>
            </a:xfrm>
            <a:custGeom>
              <a:avLst/>
              <a:gdLst/>
              <a:ahLst/>
              <a:cxnLst/>
              <a:rect l="0" t="0" r="0" b="0"/>
              <a:pathLst>
                <a:path w="52410" h="84455">
                  <a:moveTo>
                    <a:pt x="0" y="0"/>
                  </a:moveTo>
                  <a:lnTo>
                    <a:pt x="52410" y="8445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6" name="pl3956"/>
            <p:cNvSpPr/>
            <p:nvPr/>
          </p:nvSpPr>
          <p:spPr>
            <a:xfrm>
              <a:off x="3343615" y="4761250"/>
              <a:ext cx="53668" cy="82412"/>
            </a:xfrm>
            <a:custGeom>
              <a:avLst/>
              <a:gdLst/>
              <a:ahLst/>
              <a:cxnLst/>
              <a:rect l="0" t="0" r="0" b="0"/>
              <a:pathLst>
                <a:path w="53668" h="82412">
                  <a:moveTo>
                    <a:pt x="0" y="0"/>
                  </a:moveTo>
                  <a:lnTo>
                    <a:pt x="53668" y="8241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7" name="pl3957"/>
            <p:cNvSpPr/>
            <p:nvPr/>
          </p:nvSpPr>
          <p:spPr>
            <a:xfrm>
              <a:off x="4346224" y="4609222"/>
              <a:ext cx="54303" cy="79529"/>
            </a:xfrm>
            <a:custGeom>
              <a:avLst/>
              <a:gdLst/>
              <a:ahLst/>
              <a:cxnLst/>
              <a:rect l="0" t="0" r="0" b="0"/>
              <a:pathLst>
                <a:path w="54303" h="79529">
                  <a:moveTo>
                    <a:pt x="0" y="0"/>
                  </a:moveTo>
                  <a:lnTo>
                    <a:pt x="54303" y="7952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8" name="pl3958"/>
            <p:cNvSpPr/>
            <p:nvPr/>
          </p:nvSpPr>
          <p:spPr>
            <a:xfrm>
              <a:off x="5542362" y="2789118"/>
              <a:ext cx="115213" cy="138606"/>
            </a:xfrm>
            <a:custGeom>
              <a:avLst/>
              <a:gdLst/>
              <a:ahLst/>
              <a:cxnLst/>
              <a:rect l="0" t="0" r="0" b="0"/>
              <a:pathLst>
                <a:path w="115213" h="138606">
                  <a:moveTo>
                    <a:pt x="0" y="0"/>
                  </a:moveTo>
                  <a:lnTo>
                    <a:pt x="115213" y="13860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9" name="pg3959"/>
            <p:cNvSpPr/>
            <p:nvPr/>
          </p:nvSpPr>
          <p:spPr>
            <a:xfrm>
              <a:off x="2122022" y="4761940"/>
              <a:ext cx="558515" cy="191932"/>
            </a:xfrm>
            <a:custGeom>
              <a:avLst/>
              <a:gdLst/>
              <a:ahLst/>
              <a:cxnLst/>
              <a:rect l="0" t="0" r="0" b="0"/>
              <a:pathLst>
                <a:path w="558515" h="191932">
                  <a:moveTo>
                    <a:pt x="27431" y="191932"/>
                  </a:moveTo>
                  <a:lnTo>
                    <a:pt x="531083" y="191932"/>
                  </a:lnTo>
                  <a:lnTo>
                    <a:pt x="529978" y="191910"/>
                  </a:lnTo>
                  <a:lnTo>
                    <a:pt x="534390" y="191732"/>
                  </a:lnTo>
                  <a:lnTo>
                    <a:pt x="538715" y="190849"/>
                  </a:lnTo>
                  <a:lnTo>
                    <a:pt x="542843" y="189284"/>
                  </a:lnTo>
                  <a:lnTo>
                    <a:pt x="546666" y="187076"/>
                  </a:lnTo>
                  <a:lnTo>
                    <a:pt x="550086" y="184284"/>
                  </a:lnTo>
                  <a:lnTo>
                    <a:pt x="553013" y="180980"/>
                  </a:lnTo>
                  <a:lnTo>
                    <a:pt x="555373" y="177248"/>
                  </a:lnTo>
                  <a:lnTo>
                    <a:pt x="557103" y="173187"/>
                  </a:lnTo>
                  <a:lnTo>
                    <a:pt x="558160" y="168900"/>
                  </a:lnTo>
                  <a:lnTo>
                    <a:pt x="558515" y="164500"/>
                  </a:lnTo>
                  <a:lnTo>
                    <a:pt x="558515" y="27432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0" name="tx3960"/>
            <p:cNvSpPr/>
            <p:nvPr/>
          </p:nvSpPr>
          <p:spPr>
            <a:xfrm>
              <a:off x="2167742" y="4807660"/>
              <a:ext cx="467075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3961" name="pg3961"/>
            <p:cNvSpPr/>
            <p:nvPr/>
          </p:nvSpPr>
          <p:spPr>
            <a:xfrm>
              <a:off x="2792780" y="4612552"/>
              <a:ext cx="550834" cy="191932"/>
            </a:xfrm>
            <a:custGeom>
              <a:avLst/>
              <a:gdLst/>
              <a:ahLst/>
              <a:cxnLst/>
              <a:rect l="0" t="0" r="0" b="0"/>
              <a:pathLst>
                <a:path w="550834" h="191932">
                  <a:moveTo>
                    <a:pt x="27431" y="191932"/>
                  </a:moveTo>
                  <a:lnTo>
                    <a:pt x="523402" y="191932"/>
                  </a:lnTo>
                  <a:lnTo>
                    <a:pt x="522297" y="191910"/>
                  </a:lnTo>
                  <a:lnTo>
                    <a:pt x="526709" y="191732"/>
                  </a:lnTo>
                  <a:lnTo>
                    <a:pt x="531034" y="190849"/>
                  </a:lnTo>
                  <a:lnTo>
                    <a:pt x="535162" y="189284"/>
                  </a:lnTo>
                  <a:lnTo>
                    <a:pt x="538985" y="187076"/>
                  </a:lnTo>
                  <a:lnTo>
                    <a:pt x="542405" y="184284"/>
                  </a:lnTo>
                  <a:lnTo>
                    <a:pt x="545332" y="180980"/>
                  </a:lnTo>
                  <a:lnTo>
                    <a:pt x="547692" y="177248"/>
                  </a:lnTo>
                  <a:lnTo>
                    <a:pt x="549422" y="173187"/>
                  </a:lnTo>
                  <a:lnTo>
                    <a:pt x="550479" y="168900"/>
                  </a:lnTo>
                  <a:lnTo>
                    <a:pt x="550834" y="164500"/>
                  </a:lnTo>
                  <a:lnTo>
                    <a:pt x="550834" y="27432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2" name="tx3962"/>
            <p:cNvSpPr/>
            <p:nvPr/>
          </p:nvSpPr>
          <p:spPr>
            <a:xfrm>
              <a:off x="2838500" y="4658272"/>
              <a:ext cx="459394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3963" name="pg3963"/>
            <p:cNvSpPr/>
            <p:nvPr/>
          </p:nvSpPr>
          <p:spPr>
            <a:xfrm>
              <a:off x="3803253" y="4460271"/>
              <a:ext cx="542970" cy="191932"/>
            </a:xfrm>
            <a:custGeom>
              <a:avLst/>
              <a:gdLst/>
              <a:ahLst/>
              <a:cxnLst/>
              <a:rect l="0" t="0" r="0" b="0"/>
              <a:pathLst>
                <a:path w="542970" h="191932">
                  <a:moveTo>
                    <a:pt x="27431" y="191932"/>
                  </a:moveTo>
                  <a:lnTo>
                    <a:pt x="515538" y="191932"/>
                  </a:lnTo>
                  <a:lnTo>
                    <a:pt x="514434" y="191910"/>
                  </a:lnTo>
                  <a:lnTo>
                    <a:pt x="518845" y="191732"/>
                  </a:lnTo>
                  <a:lnTo>
                    <a:pt x="523170" y="190849"/>
                  </a:lnTo>
                  <a:lnTo>
                    <a:pt x="527298" y="189284"/>
                  </a:lnTo>
                  <a:lnTo>
                    <a:pt x="531121" y="187076"/>
                  </a:lnTo>
                  <a:lnTo>
                    <a:pt x="534541" y="184284"/>
                  </a:lnTo>
                  <a:lnTo>
                    <a:pt x="537469" y="180980"/>
                  </a:lnTo>
                  <a:lnTo>
                    <a:pt x="539828" y="177248"/>
                  </a:lnTo>
                  <a:lnTo>
                    <a:pt x="541558" y="173187"/>
                  </a:lnTo>
                  <a:lnTo>
                    <a:pt x="542615" y="168900"/>
                  </a:lnTo>
                  <a:lnTo>
                    <a:pt x="542970" y="164500"/>
                  </a:lnTo>
                  <a:lnTo>
                    <a:pt x="542970" y="27432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4" name="tx3964"/>
            <p:cNvSpPr/>
            <p:nvPr/>
          </p:nvSpPr>
          <p:spPr>
            <a:xfrm>
              <a:off x="3848973" y="4505991"/>
              <a:ext cx="451530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3965" name="pg3965"/>
            <p:cNvSpPr/>
            <p:nvPr/>
          </p:nvSpPr>
          <p:spPr>
            <a:xfrm>
              <a:off x="4848540" y="2880072"/>
              <a:ext cx="581741" cy="191932"/>
            </a:xfrm>
            <a:custGeom>
              <a:avLst/>
              <a:gdLst/>
              <a:ahLst/>
              <a:cxnLst/>
              <a:rect l="0" t="0" r="0" b="0"/>
              <a:pathLst>
                <a:path w="581741" h="191932">
                  <a:moveTo>
                    <a:pt x="27432" y="191932"/>
                  </a:moveTo>
                  <a:lnTo>
                    <a:pt x="554309" y="191932"/>
                  </a:lnTo>
                  <a:lnTo>
                    <a:pt x="553204" y="191910"/>
                  </a:lnTo>
                  <a:lnTo>
                    <a:pt x="557615" y="191732"/>
                  </a:lnTo>
                  <a:lnTo>
                    <a:pt x="561941" y="190849"/>
                  </a:lnTo>
                  <a:lnTo>
                    <a:pt x="566069" y="189284"/>
                  </a:lnTo>
                  <a:lnTo>
                    <a:pt x="569892" y="187076"/>
                  </a:lnTo>
                  <a:lnTo>
                    <a:pt x="573312" y="184284"/>
                  </a:lnTo>
                  <a:lnTo>
                    <a:pt x="576239" y="180980"/>
                  </a:lnTo>
                  <a:lnTo>
                    <a:pt x="578599" y="177248"/>
                  </a:lnTo>
                  <a:lnTo>
                    <a:pt x="580329" y="173187"/>
                  </a:lnTo>
                  <a:lnTo>
                    <a:pt x="581386" y="168900"/>
                  </a:lnTo>
                  <a:lnTo>
                    <a:pt x="581741" y="164500"/>
                  </a:lnTo>
                  <a:lnTo>
                    <a:pt x="581741" y="27432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6" name="tx3966"/>
            <p:cNvSpPr/>
            <p:nvPr/>
          </p:nvSpPr>
          <p:spPr>
            <a:xfrm>
              <a:off x="4894260" y="2925792"/>
              <a:ext cx="490301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3967" name="pg3967"/>
            <p:cNvSpPr/>
            <p:nvPr/>
          </p:nvSpPr>
          <p:spPr>
            <a:xfrm>
              <a:off x="5209318" y="2597185"/>
              <a:ext cx="589605" cy="191932"/>
            </a:xfrm>
            <a:custGeom>
              <a:avLst/>
              <a:gdLst/>
              <a:ahLst/>
              <a:cxnLst/>
              <a:rect l="0" t="0" r="0" b="0"/>
              <a:pathLst>
                <a:path w="589605" h="191932">
                  <a:moveTo>
                    <a:pt x="27432" y="191932"/>
                  </a:moveTo>
                  <a:lnTo>
                    <a:pt x="562173" y="191932"/>
                  </a:lnTo>
                  <a:lnTo>
                    <a:pt x="561068" y="191910"/>
                  </a:lnTo>
                  <a:lnTo>
                    <a:pt x="565479" y="191732"/>
                  </a:lnTo>
                  <a:lnTo>
                    <a:pt x="569805" y="190849"/>
                  </a:lnTo>
                  <a:lnTo>
                    <a:pt x="573933" y="189284"/>
                  </a:lnTo>
                  <a:lnTo>
                    <a:pt x="577756" y="187076"/>
                  </a:lnTo>
                  <a:lnTo>
                    <a:pt x="581175" y="184284"/>
                  </a:lnTo>
                  <a:lnTo>
                    <a:pt x="584103" y="180980"/>
                  </a:lnTo>
                  <a:lnTo>
                    <a:pt x="586462" y="177248"/>
                  </a:lnTo>
                  <a:lnTo>
                    <a:pt x="588193" y="173187"/>
                  </a:lnTo>
                  <a:lnTo>
                    <a:pt x="589249" y="168900"/>
                  </a:lnTo>
                  <a:lnTo>
                    <a:pt x="589605" y="164500"/>
                  </a:lnTo>
                  <a:lnTo>
                    <a:pt x="589605" y="27432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8" name="tx3968"/>
            <p:cNvSpPr/>
            <p:nvPr/>
          </p:nvSpPr>
          <p:spPr>
            <a:xfrm>
              <a:off x="5255038" y="2642905"/>
              <a:ext cx="498165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3969" name="rc3969"/>
            <p:cNvSpPr/>
            <p:nvPr/>
          </p:nvSpPr>
          <p:spPr>
            <a:xfrm>
              <a:off x="2034901" y="2354586"/>
              <a:ext cx="4342247" cy="33663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0" name="tx3970"/>
            <p:cNvSpPr/>
            <p:nvPr/>
          </p:nvSpPr>
          <p:spPr>
            <a:xfrm>
              <a:off x="1722549" y="5366840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971" name="tx3971"/>
            <p:cNvSpPr/>
            <p:nvPr/>
          </p:nvSpPr>
          <p:spPr>
            <a:xfrm>
              <a:off x="1846907" y="534846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72" name="tx3972"/>
            <p:cNvSpPr/>
            <p:nvPr/>
          </p:nvSpPr>
          <p:spPr>
            <a:xfrm>
              <a:off x="1891621" y="536684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73" name="tx3973"/>
            <p:cNvSpPr/>
            <p:nvPr/>
          </p:nvSpPr>
          <p:spPr>
            <a:xfrm>
              <a:off x="1722549" y="471646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974" name="tx3974"/>
            <p:cNvSpPr/>
            <p:nvPr/>
          </p:nvSpPr>
          <p:spPr>
            <a:xfrm>
              <a:off x="1846907" y="469808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75" name="tx3975"/>
            <p:cNvSpPr/>
            <p:nvPr/>
          </p:nvSpPr>
          <p:spPr>
            <a:xfrm>
              <a:off x="1891621" y="471646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76" name="tx3976"/>
            <p:cNvSpPr/>
            <p:nvPr/>
          </p:nvSpPr>
          <p:spPr>
            <a:xfrm>
              <a:off x="1722549" y="406618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977" name="tx3977"/>
            <p:cNvSpPr/>
            <p:nvPr/>
          </p:nvSpPr>
          <p:spPr>
            <a:xfrm>
              <a:off x="1846907" y="404780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78" name="tx3978"/>
            <p:cNvSpPr/>
            <p:nvPr/>
          </p:nvSpPr>
          <p:spPr>
            <a:xfrm>
              <a:off x="1891621" y="406618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79" name="tx3979"/>
            <p:cNvSpPr/>
            <p:nvPr/>
          </p:nvSpPr>
          <p:spPr>
            <a:xfrm>
              <a:off x="1722549" y="341590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980" name="tx3980"/>
            <p:cNvSpPr/>
            <p:nvPr/>
          </p:nvSpPr>
          <p:spPr>
            <a:xfrm>
              <a:off x="1846907" y="339752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1" name="tx3981"/>
            <p:cNvSpPr/>
            <p:nvPr/>
          </p:nvSpPr>
          <p:spPr>
            <a:xfrm>
              <a:off x="1891621" y="341590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2" name="tx3982"/>
            <p:cNvSpPr/>
            <p:nvPr/>
          </p:nvSpPr>
          <p:spPr>
            <a:xfrm>
              <a:off x="1722549" y="2765720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983" name="tx3983"/>
            <p:cNvSpPr/>
            <p:nvPr/>
          </p:nvSpPr>
          <p:spPr>
            <a:xfrm>
              <a:off x="1846907" y="274734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4" name="tx3984"/>
            <p:cNvSpPr/>
            <p:nvPr/>
          </p:nvSpPr>
          <p:spPr>
            <a:xfrm>
              <a:off x="1891621" y="276572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5" name="pl3985"/>
            <p:cNvSpPr/>
            <p:nvPr/>
          </p:nvSpPr>
          <p:spPr>
            <a:xfrm>
              <a:off x="2000107" y="540785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6" name="pl3986"/>
            <p:cNvSpPr/>
            <p:nvPr/>
          </p:nvSpPr>
          <p:spPr>
            <a:xfrm>
              <a:off x="2000107" y="475757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7" name="pl3987"/>
            <p:cNvSpPr/>
            <p:nvPr/>
          </p:nvSpPr>
          <p:spPr>
            <a:xfrm>
              <a:off x="2000107" y="410729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8" name="pl3988"/>
            <p:cNvSpPr/>
            <p:nvPr/>
          </p:nvSpPr>
          <p:spPr>
            <a:xfrm>
              <a:off x="2000107" y="345701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9" name="pl3989"/>
            <p:cNvSpPr/>
            <p:nvPr/>
          </p:nvSpPr>
          <p:spPr>
            <a:xfrm>
              <a:off x="2000107" y="280673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0" name="pl3990"/>
            <p:cNvSpPr/>
            <p:nvPr/>
          </p:nvSpPr>
          <p:spPr>
            <a:xfrm>
              <a:off x="2443946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1" name="pl3991"/>
            <p:cNvSpPr/>
            <p:nvPr/>
          </p:nvSpPr>
          <p:spPr>
            <a:xfrm>
              <a:off x="2973121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2" name="pl3992"/>
            <p:cNvSpPr/>
            <p:nvPr/>
          </p:nvSpPr>
          <p:spPr>
            <a:xfrm>
              <a:off x="3502296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3" name="pl3993"/>
            <p:cNvSpPr/>
            <p:nvPr/>
          </p:nvSpPr>
          <p:spPr>
            <a:xfrm>
              <a:off x="4031471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4" name="pl3994"/>
            <p:cNvSpPr/>
            <p:nvPr/>
          </p:nvSpPr>
          <p:spPr>
            <a:xfrm>
              <a:off x="4560646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5" name="pl3995"/>
            <p:cNvSpPr/>
            <p:nvPr/>
          </p:nvSpPr>
          <p:spPr>
            <a:xfrm>
              <a:off x="508982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6" name="pl3996"/>
            <p:cNvSpPr/>
            <p:nvPr/>
          </p:nvSpPr>
          <p:spPr>
            <a:xfrm>
              <a:off x="5618997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7" name="pl3997"/>
            <p:cNvSpPr/>
            <p:nvPr/>
          </p:nvSpPr>
          <p:spPr>
            <a:xfrm>
              <a:off x="614817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8" name="tx3998"/>
            <p:cNvSpPr/>
            <p:nvPr/>
          </p:nvSpPr>
          <p:spPr>
            <a:xfrm>
              <a:off x="2275605" y="5783578"/>
              <a:ext cx="18653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99" name="tx3999"/>
            <p:cNvSpPr/>
            <p:nvPr/>
          </p:nvSpPr>
          <p:spPr>
            <a:xfrm>
              <a:off x="246214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0" name="tx4000"/>
            <p:cNvSpPr/>
            <p:nvPr/>
          </p:nvSpPr>
          <p:spPr>
            <a:xfrm>
              <a:off x="250685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1" name="tx4001"/>
            <p:cNvSpPr/>
            <p:nvPr/>
          </p:nvSpPr>
          <p:spPr>
            <a:xfrm>
              <a:off x="282037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4002" name="tx4002"/>
            <p:cNvSpPr/>
            <p:nvPr/>
          </p:nvSpPr>
          <p:spPr>
            <a:xfrm>
              <a:off x="2975727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3" name="tx4003"/>
            <p:cNvSpPr/>
            <p:nvPr/>
          </p:nvSpPr>
          <p:spPr>
            <a:xfrm>
              <a:off x="302044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4" name="tx4004"/>
            <p:cNvSpPr/>
            <p:nvPr/>
          </p:nvSpPr>
          <p:spPr>
            <a:xfrm>
              <a:off x="334954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4005" name="tx4005"/>
            <p:cNvSpPr/>
            <p:nvPr/>
          </p:nvSpPr>
          <p:spPr>
            <a:xfrm>
              <a:off x="3504902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6" name="tx4006"/>
            <p:cNvSpPr/>
            <p:nvPr/>
          </p:nvSpPr>
          <p:spPr>
            <a:xfrm>
              <a:off x="354961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7" name="tx4007"/>
            <p:cNvSpPr/>
            <p:nvPr/>
          </p:nvSpPr>
          <p:spPr>
            <a:xfrm>
              <a:off x="387872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4008" name="tx4008"/>
            <p:cNvSpPr/>
            <p:nvPr/>
          </p:nvSpPr>
          <p:spPr>
            <a:xfrm>
              <a:off x="4034077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9" name="tx4009"/>
            <p:cNvSpPr/>
            <p:nvPr/>
          </p:nvSpPr>
          <p:spPr>
            <a:xfrm>
              <a:off x="407879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0" name="tx4010"/>
            <p:cNvSpPr/>
            <p:nvPr/>
          </p:nvSpPr>
          <p:spPr>
            <a:xfrm>
              <a:off x="440789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4011" name="tx4011"/>
            <p:cNvSpPr/>
            <p:nvPr/>
          </p:nvSpPr>
          <p:spPr>
            <a:xfrm>
              <a:off x="456325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2" name="tx4012"/>
            <p:cNvSpPr/>
            <p:nvPr/>
          </p:nvSpPr>
          <p:spPr>
            <a:xfrm>
              <a:off x="460796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3" name="tx4013"/>
            <p:cNvSpPr/>
            <p:nvPr/>
          </p:nvSpPr>
          <p:spPr>
            <a:xfrm>
              <a:off x="493707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4014" name="tx4014"/>
            <p:cNvSpPr/>
            <p:nvPr/>
          </p:nvSpPr>
          <p:spPr>
            <a:xfrm>
              <a:off x="509242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5" name="tx4015"/>
            <p:cNvSpPr/>
            <p:nvPr/>
          </p:nvSpPr>
          <p:spPr>
            <a:xfrm>
              <a:off x="513714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6" name="tx4016"/>
            <p:cNvSpPr/>
            <p:nvPr/>
          </p:nvSpPr>
          <p:spPr>
            <a:xfrm>
              <a:off x="546624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4017" name="tx4017"/>
            <p:cNvSpPr/>
            <p:nvPr/>
          </p:nvSpPr>
          <p:spPr>
            <a:xfrm>
              <a:off x="5621603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8" name="tx4018"/>
            <p:cNvSpPr/>
            <p:nvPr/>
          </p:nvSpPr>
          <p:spPr>
            <a:xfrm>
              <a:off x="566631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9" name="tx4019"/>
            <p:cNvSpPr/>
            <p:nvPr/>
          </p:nvSpPr>
          <p:spPr>
            <a:xfrm>
              <a:off x="599542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4020" name="tx4020"/>
            <p:cNvSpPr/>
            <p:nvPr/>
          </p:nvSpPr>
          <p:spPr>
            <a:xfrm>
              <a:off x="615077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1" name="tx4021"/>
            <p:cNvSpPr/>
            <p:nvPr/>
          </p:nvSpPr>
          <p:spPr>
            <a:xfrm>
              <a:off x="619549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2" name="tx4022"/>
            <p:cNvSpPr/>
            <p:nvPr/>
          </p:nvSpPr>
          <p:spPr>
            <a:xfrm>
              <a:off x="3899107" y="5925448"/>
              <a:ext cx="61383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4023" name="tx4023"/>
            <p:cNvSpPr/>
            <p:nvPr/>
          </p:nvSpPr>
          <p:spPr>
            <a:xfrm rot="-5400000">
              <a:off x="1358159" y="3987658"/>
              <a:ext cx="49715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4024" name="rc4024"/>
            <p:cNvSpPr/>
            <p:nvPr/>
          </p:nvSpPr>
          <p:spPr>
            <a:xfrm>
              <a:off x="6516327" y="3243743"/>
              <a:ext cx="1071043" cy="15880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025" name="tx4025"/>
            <p:cNvSpPr/>
            <p:nvPr/>
          </p:nvSpPr>
          <p:spPr>
            <a:xfrm>
              <a:off x="6585916" y="3328785"/>
              <a:ext cx="931865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</a:t>
              </a:r>
            </a:p>
          </p:txBody>
        </p:sp>
        <p:sp>
          <p:nvSpPr>
            <p:cNvPr id="4026" name="tx4026"/>
            <p:cNvSpPr/>
            <p:nvPr/>
          </p:nvSpPr>
          <p:spPr>
            <a:xfrm>
              <a:off x="6585916" y="3479661"/>
              <a:ext cx="54351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Distance</a:t>
              </a:r>
            </a:p>
          </p:txBody>
        </p:sp>
        <p:pic>
          <p:nvPicPr>
            <p:cNvPr id="4027" name="pic402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585916" y="3664922"/>
              <a:ext cx="219455" cy="1097280"/>
            </a:xfrm>
            <a:prstGeom prst="rect">
              <a:avLst/>
            </a:prstGeom>
          </p:spPr>
        </p:pic>
        <p:sp>
          <p:nvSpPr>
            <p:cNvPr id="4028" name="pl4028"/>
            <p:cNvSpPr/>
            <p:nvPr/>
          </p:nvSpPr>
          <p:spPr>
            <a:xfrm>
              <a:off x="6761481" y="476037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9" name="pl4029"/>
            <p:cNvSpPr/>
            <p:nvPr/>
          </p:nvSpPr>
          <p:spPr>
            <a:xfrm>
              <a:off x="6761481" y="4541648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0" name="pl4030"/>
            <p:cNvSpPr/>
            <p:nvPr/>
          </p:nvSpPr>
          <p:spPr>
            <a:xfrm>
              <a:off x="6761481" y="432292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1" name="pl4031"/>
            <p:cNvSpPr/>
            <p:nvPr/>
          </p:nvSpPr>
          <p:spPr>
            <a:xfrm>
              <a:off x="6761481" y="4104200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2" name="pl4032"/>
            <p:cNvSpPr/>
            <p:nvPr/>
          </p:nvSpPr>
          <p:spPr>
            <a:xfrm>
              <a:off x="6761481" y="388547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3" name="pl4033"/>
            <p:cNvSpPr/>
            <p:nvPr/>
          </p:nvSpPr>
          <p:spPr>
            <a:xfrm>
              <a:off x="6761481" y="366675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4" name="pl4034"/>
            <p:cNvSpPr/>
            <p:nvPr/>
          </p:nvSpPr>
          <p:spPr>
            <a:xfrm>
              <a:off x="6585916" y="476037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5" name="pl4035"/>
            <p:cNvSpPr/>
            <p:nvPr/>
          </p:nvSpPr>
          <p:spPr>
            <a:xfrm>
              <a:off x="6585916" y="4541648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6" name="pl4036"/>
            <p:cNvSpPr/>
            <p:nvPr/>
          </p:nvSpPr>
          <p:spPr>
            <a:xfrm>
              <a:off x="6585916" y="432292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7" name="pl4037"/>
            <p:cNvSpPr/>
            <p:nvPr/>
          </p:nvSpPr>
          <p:spPr>
            <a:xfrm>
              <a:off x="6585916" y="4104200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8" name="pl4038"/>
            <p:cNvSpPr/>
            <p:nvPr/>
          </p:nvSpPr>
          <p:spPr>
            <a:xfrm>
              <a:off x="6585916" y="388547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9" name="pl4039"/>
            <p:cNvSpPr/>
            <p:nvPr/>
          </p:nvSpPr>
          <p:spPr>
            <a:xfrm>
              <a:off x="6585916" y="3666751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0" name="tx4040"/>
            <p:cNvSpPr/>
            <p:nvPr/>
          </p:nvSpPr>
          <p:spPr>
            <a:xfrm>
              <a:off x="6874961" y="472032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41" name="tx4041"/>
            <p:cNvSpPr/>
            <p:nvPr/>
          </p:nvSpPr>
          <p:spPr>
            <a:xfrm>
              <a:off x="6874961" y="4501598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42" name="tx4042"/>
            <p:cNvSpPr/>
            <p:nvPr/>
          </p:nvSpPr>
          <p:spPr>
            <a:xfrm>
              <a:off x="6874961" y="4282873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43" name="tx4043"/>
            <p:cNvSpPr/>
            <p:nvPr/>
          </p:nvSpPr>
          <p:spPr>
            <a:xfrm>
              <a:off x="6874961" y="406414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44" name="tx4044"/>
            <p:cNvSpPr/>
            <p:nvPr/>
          </p:nvSpPr>
          <p:spPr>
            <a:xfrm>
              <a:off x="6874961" y="3845424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045" name="tx4045"/>
            <p:cNvSpPr/>
            <p:nvPr/>
          </p:nvSpPr>
          <p:spPr>
            <a:xfrm>
              <a:off x="6874961" y="3626700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046" name="tx4046"/>
            <p:cNvSpPr/>
            <p:nvPr/>
          </p:nvSpPr>
          <p:spPr>
            <a:xfrm>
              <a:off x="2034901" y="1669789"/>
              <a:ext cx="3642695" cy="218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 to </a:t>
              </a:r>
            </a:p>
          </p:txBody>
        </p:sp>
        <p:sp>
          <p:nvSpPr>
            <p:cNvPr id="4047" name="tx4047"/>
            <p:cNvSpPr/>
            <p:nvPr/>
          </p:nvSpPr>
          <p:spPr>
            <a:xfrm>
              <a:off x="2034901" y="1998973"/>
              <a:ext cx="1422714" cy="218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1754045" y="1600200"/>
              <a:ext cx="5635909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l6"/>
            <p:cNvSpPr/>
            <p:nvPr/>
          </p:nvSpPr>
          <p:spPr>
            <a:xfrm>
              <a:off x="2384234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l7"/>
            <p:cNvSpPr/>
            <p:nvPr/>
          </p:nvSpPr>
          <p:spPr>
            <a:xfrm>
              <a:off x="3124860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l8"/>
            <p:cNvSpPr/>
            <p:nvPr/>
          </p:nvSpPr>
          <p:spPr>
            <a:xfrm>
              <a:off x="3865485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l9"/>
            <p:cNvSpPr/>
            <p:nvPr/>
          </p:nvSpPr>
          <p:spPr>
            <a:xfrm>
              <a:off x="4606110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l10"/>
            <p:cNvSpPr/>
            <p:nvPr/>
          </p:nvSpPr>
          <p:spPr>
            <a:xfrm>
              <a:off x="5346735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l11"/>
            <p:cNvSpPr/>
            <p:nvPr/>
          </p:nvSpPr>
          <p:spPr>
            <a:xfrm>
              <a:off x="6087361" y="1669789"/>
              <a:ext cx="0" cy="4051159"/>
            </a:xfrm>
            <a:custGeom>
              <a:avLst/>
              <a:gdLst/>
              <a:ahLst/>
              <a:cxnLst/>
              <a:rect l="0" t="0" r="0" b="0"/>
              <a:pathLst>
                <a:path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l12"/>
            <p:cNvSpPr/>
            <p:nvPr/>
          </p:nvSpPr>
          <p:spPr>
            <a:xfrm>
              <a:off x="2301906" y="5555180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l13"/>
            <p:cNvSpPr/>
            <p:nvPr/>
          </p:nvSpPr>
          <p:spPr>
            <a:xfrm>
              <a:off x="2301906" y="4615577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l14"/>
            <p:cNvSpPr/>
            <p:nvPr/>
          </p:nvSpPr>
          <p:spPr>
            <a:xfrm>
              <a:off x="2301906" y="3675975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5"/>
            <p:cNvSpPr/>
            <p:nvPr/>
          </p:nvSpPr>
          <p:spPr>
            <a:xfrm>
              <a:off x="2301906" y="2736372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l16"/>
            <p:cNvSpPr/>
            <p:nvPr/>
          </p:nvSpPr>
          <p:spPr>
            <a:xfrm>
              <a:off x="2301906" y="1796770"/>
              <a:ext cx="4149766" cy="0"/>
            </a:xfrm>
            <a:custGeom>
              <a:avLst/>
              <a:gdLst/>
              <a:ahLst/>
              <a:cxnLst/>
              <a:rect l="0" t="0" r="0" b="0"/>
              <a:pathLst>
                <a:path w="4149766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g17"/>
            <p:cNvSpPr/>
            <p:nvPr/>
          </p:nvSpPr>
          <p:spPr>
            <a:xfrm>
              <a:off x="4171236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g18"/>
            <p:cNvSpPr/>
            <p:nvPr/>
          </p:nvSpPr>
          <p:spPr>
            <a:xfrm>
              <a:off x="4252673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g19"/>
            <p:cNvSpPr/>
            <p:nvPr/>
          </p:nvSpPr>
          <p:spPr>
            <a:xfrm>
              <a:off x="4334110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g20"/>
            <p:cNvSpPr/>
            <p:nvPr/>
          </p:nvSpPr>
          <p:spPr>
            <a:xfrm>
              <a:off x="4415547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g21"/>
            <p:cNvSpPr/>
            <p:nvPr/>
          </p:nvSpPr>
          <p:spPr>
            <a:xfrm>
              <a:off x="4496984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g22"/>
            <p:cNvSpPr/>
            <p:nvPr/>
          </p:nvSpPr>
          <p:spPr>
            <a:xfrm>
              <a:off x="4578421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g23"/>
            <p:cNvSpPr/>
            <p:nvPr/>
          </p:nvSpPr>
          <p:spPr>
            <a:xfrm>
              <a:off x="4659858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g24"/>
            <p:cNvSpPr/>
            <p:nvPr/>
          </p:nvSpPr>
          <p:spPr>
            <a:xfrm>
              <a:off x="5067044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g25"/>
            <p:cNvSpPr/>
            <p:nvPr/>
          </p:nvSpPr>
          <p:spPr>
            <a:xfrm>
              <a:off x="5148481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g26"/>
            <p:cNvSpPr/>
            <p:nvPr/>
          </p:nvSpPr>
          <p:spPr>
            <a:xfrm>
              <a:off x="5229918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g27"/>
            <p:cNvSpPr/>
            <p:nvPr/>
          </p:nvSpPr>
          <p:spPr>
            <a:xfrm>
              <a:off x="5311355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g28"/>
            <p:cNvSpPr/>
            <p:nvPr/>
          </p:nvSpPr>
          <p:spPr>
            <a:xfrm>
              <a:off x="5392793" y="17565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g29"/>
            <p:cNvSpPr/>
            <p:nvPr/>
          </p:nvSpPr>
          <p:spPr>
            <a:xfrm>
              <a:off x="408979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4171236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g31"/>
            <p:cNvSpPr/>
            <p:nvPr/>
          </p:nvSpPr>
          <p:spPr>
            <a:xfrm>
              <a:off x="4252673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g32"/>
            <p:cNvSpPr/>
            <p:nvPr/>
          </p:nvSpPr>
          <p:spPr>
            <a:xfrm>
              <a:off x="4334110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g33"/>
            <p:cNvSpPr/>
            <p:nvPr/>
          </p:nvSpPr>
          <p:spPr>
            <a:xfrm>
              <a:off x="4415547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g34"/>
            <p:cNvSpPr/>
            <p:nvPr/>
          </p:nvSpPr>
          <p:spPr>
            <a:xfrm>
              <a:off x="4496984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g35"/>
            <p:cNvSpPr/>
            <p:nvPr/>
          </p:nvSpPr>
          <p:spPr>
            <a:xfrm>
              <a:off x="4578421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g36"/>
            <p:cNvSpPr/>
            <p:nvPr/>
          </p:nvSpPr>
          <p:spPr>
            <a:xfrm>
              <a:off x="465985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g37"/>
            <p:cNvSpPr/>
            <p:nvPr/>
          </p:nvSpPr>
          <p:spPr>
            <a:xfrm>
              <a:off x="5067044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g38"/>
            <p:cNvSpPr/>
            <p:nvPr/>
          </p:nvSpPr>
          <p:spPr>
            <a:xfrm>
              <a:off x="5148481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g39"/>
            <p:cNvSpPr/>
            <p:nvPr/>
          </p:nvSpPr>
          <p:spPr>
            <a:xfrm>
              <a:off x="5229918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g40"/>
            <p:cNvSpPr/>
            <p:nvPr/>
          </p:nvSpPr>
          <p:spPr>
            <a:xfrm>
              <a:off x="5311355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g41"/>
            <p:cNvSpPr/>
            <p:nvPr/>
          </p:nvSpPr>
          <p:spPr>
            <a:xfrm>
              <a:off x="5392793" y="18598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g42"/>
            <p:cNvSpPr/>
            <p:nvPr/>
          </p:nvSpPr>
          <p:spPr>
            <a:xfrm>
              <a:off x="368261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g43"/>
            <p:cNvSpPr/>
            <p:nvPr/>
          </p:nvSpPr>
          <p:spPr>
            <a:xfrm>
              <a:off x="3764050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g44"/>
            <p:cNvSpPr/>
            <p:nvPr/>
          </p:nvSpPr>
          <p:spPr>
            <a:xfrm>
              <a:off x="384548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g45"/>
            <p:cNvSpPr/>
            <p:nvPr/>
          </p:nvSpPr>
          <p:spPr>
            <a:xfrm>
              <a:off x="392692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g46"/>
            <p:cNvSpPr/>
            <p:nvPr/>
          </p:nvSpPr>
          <p:spPr>
            <a:xfrm>
              <a:off x="400836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g47"/>
            <p:cNvSpPr/>
            <p:nvPr/>
          </p:nvSpPr>
          <p:spPr>
            <a:xfrm>
              <a:off x="4089798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g48"/>
            <p:cNvSpPr/>
            <p:nvPr/>
          </p:nvSpPr>
          <p:spPr>
            <a:xfrm>
              <a:off x="4171236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g49"/>
            <p:cNvSpPr/>
            <p:nvPr/>
          </p:nvSpPr>
          <p:spPr>
            <a:xfrm>
              <a:off x="425267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g50"/>
            <p:cNvSpPr/>
            <p:nvPr/>
          </p:nvSpPr>
          <p:spPr>
            <a:xfrm>
              <a:off x="4334110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g51"/>
            <p:cNvSpPr/>
            <p:nvPr/>
          </p:nvSpPr>
          <p:spPr>
            <a:xfrm>
              <a:off x="441554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g52"/>
            <p:cNvSpPr/>
            <p:nvPr/>
          </p:nvSpPr>
          <p:spPr>
            <a:xfrm>
              <a:off x="449698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g53"/>
            <p:cNvSpPr/>
            <p:nvPr/>
          </p:nvSpPr>
          <p:spPr>
            <a:xfrm>
              <a:off x="457842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g54"/>
            <p:cNvSpPr/>
            <p:nvPr/>
          </p:nvSpPr>
          <p:spPr>
            <a:xfrm>
              <a:off x="4985607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g55"/>
            <p:cNvSpPr/>
            <p:nvPr/>
          </p:nvSpPr>
          <p:spPr>
            <a:xfrm>
              <a:off x="5067044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/>
            <p:cNvSpPr/>
            <p:nvPr/>
          </p:nvSpPr>
          <p:spPr>
            <a:xfrm>
              <a:off x="5148481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g57"/>
            <p:cNvSpPr/>
            <p:nvPr/>
          </p:nvSpPr>
          <p:spPr>
            <a:xfrm>
              <a:off x="5229918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g58"/>
            <p:cNvSpPr/>
            <p:nvPr/>
          </p:nvSpPr>
          <p:spPr>
            <a:xfrm>
              <a:off x="5311355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g59"/>
            <p:cNvSpPr/>
            <p:nvPr/>
          </p:nvSpPr>
          <p:spPr>
            <a:xfrm>
              <a:off x="5392793" y="19631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g60"/>
            <p:cNvSpPr/>
            <p:nvPr/>
          </p:nvSpPr>
          <p:spPr>
            <a:xfrm>
              <a:off x="3601176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pg61"/>
            <p:cNvSpPr/>
            <p:nvPr/>
          </p:nvSpPr>
          <p:spPr>
            <a:xfrm>
              <a:off x="368261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g62"/>
            <p:cNvSpPr/>
            <p:nvPr/>
          </p:nvSpPr>
          <p:spPr>
            <a:xfrm>
              <a:off x="376405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g63"/>
            <p:cNvSpPr/>
            <p:nvPr/>
          </p:nvSpPr>
          <p:spPr>
            <a:xfrm>
              <a:off x="384548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g64"/>
            <p:cNvSpPr/>
            <p:nvPr/>
          </p:nvSpPr>
          <p:spPr>
            <a:xfrm>
              <a:off x="392692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g65"/>
            <p:cNvSpPr/>
            <p:nvPr/>
          </p:nvSpPr>
          <p:spPr>
            <a:xfrm>
              <a:off x="4008361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g66"/>
            <p:cNvSpPr/>
            <p:nvPr/>
          </p:nvSpPr>
          <p:spPr>
            <a:xfrm>
              <a:off x="4089798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g67"/>
            <p:cNvSpPr/>
            <p:nvPr/>
          </p:nvSpPr>
          <p:spPr>
            <a:xfrm>
              <a:off x="4171236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g68"/>
            <p:cNvSpPr/>
            <p:nvPr/>
          </p:nvSpPr>
          <p:spPr>
            <a:xfrm>
              <a:off x="425267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g69"/>
            <p:cNvSpPr/>
            <p:nvPr/>
          </p:nvSpPr>
          <p:spPr>
            <a:xfrm>
              <a:off x="433411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g70"/>
            <p:cNvSpPr/>
            <p:nvPr/>
          </p:nvSpPr>
          <p:spPr>
            <a:xfrm>
              <a:off x="441554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g71"/>
            <p:cNvSpPr/>
            <p:nvPr/>
          </p:nvSpPr>
          <p:spPr>
            <a:xfrm>
              <a:off x="449698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g72"/>
            <p:cNvSpPr/>
            <p:nvPr/>
          </p:nvSpPr>
          <p:spPr>
            <a:xfrm>
              <a:off x="4904170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g73"/>
            <p:cNvSpPr/>
            <p:nvPr/>
          </p:nvSpPr>
          <p:spPr>
            <a:xfrm>
              <a:off x="4985607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g74"/>
            <p:cNvSpPr/>
            <p:nvPr/>
          </p:nvSpPr>
          <p:spPr>
            <a:xfrm>
              <a:off x="5067044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g75"/>
            <p:cNvSpPr/>
            <p:nvPr/>
          </p:nvSpPr>
          <p:spPr>
            <a:xfrm>
              <a:off x="5148481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g76"/>
            <p:cNvSpPr/>
            <p:nvPr/>
          </p:nvSpPr>
          <p:spPr>
            <a:xfrm>
              <a:off x="5229918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g77"/>
            <p:cNvSpPr/>
            <p:nvPr/>
          </p:nvSpPr>
          <p:spPr>
            <a:xfrm>
              <a:off x="5311355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g78"/>
            <p:cNvSpPr/>
            <p:nvPr/>
          </p:nvSpPr>
          <p:spPr>
            <a:xfrm>
              <a:off x="5392793" y="206648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g79"/>
            <p:cNvSpPr/>
            <p:nvPr/>
          </p:nvSpPr>
          <p:spPr>
            <a:xfrm>
              <a:off x="343830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g80"/>
            <p:cNvSpPr/>
            <p:nvPr/>
          </p:nvSpPr>
          <p:spPr>
            <a:xfrm>
              <a:off x="351973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g81"/>
            <p:cNvSpPr/>
            <p:nvPr/>
          </p:nvSpPr>
          <p:spPr>
            <a:xfrm>
              <a:off x="3601176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g82"/>
            <p:cNvSpPr/>
            <p:nvPr/>
          </p:nvSpPr>
          <p:spPr>
            <a:xfrm>
              <a:off x="368261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g83"/>
            <p:cNvSpPr/>
            <p:nvPr/>
          </p:nvSpPr>
          <p:spPr>
            <a:xfrm>
              <a:off x="376405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g84"/>
            <p:cNvSpPr/>
            <p:nvPr/>
          </p:nvSpPr>
          <p:spPr>
            <a:xfrm>
              <a:off x="3845487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g85"/>
            <p:cNvSpPr/>
            <p:nvPr/>
          </p:nvSpPr>
          <p:spPr>
            <a:xfrm>
              <a:off x="3926924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g86"/>
            <p:cNvSpPr/>
            <p:nvPr/>
          </p:nvSpPr>
          <p:spPr>
            <a:xfrm>
              <a:off x="400836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pg87"/>
            <p:cNvSpPr/>
            <p:nvPr/>
          </p:nvSpPr>
          <p:spPr>
            <a:xfrm>
              <a:off x="408979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pg88"/>
            <p:cNvSpPr/>
            <p:nvPr/>
          </p:nvSpPr>
          <p:spPr>
            <a:xfrm>
              <a:off x="4171236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pg89"/>
            <p:cNvSpPr/>
            <p:nvPr/>
          </p:nvSpPr>
          <p:spPr>
            <a:xfrm>
              <a:off x="425267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g90"/>
            <p:cNvSpPr/>
            <p:nvPr/>
          </p:nvSpPr>
          <p:spPr>
            <a:xfrm>
              <a:off x="433411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g91"/>
            <p:cNvSpPr/>
            <p:nvPr/>
          </p:nvSpPr>
          <p:spPr>
            <a:xfrm>
              <a:off x="4822733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g92"/>
            <p:cNvSpPr/>
            <p:nvPr/>
          </p:nvSpPr>
          <p:spPr>
            <a:xfrm>
              <a:off x="4904170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g93"/>
            <p:cNvSpPr/>
            <p:nvPr/>
          </p:nvSpPr>
          <p:spPr>
            <a:xfrm>
              <a:off x="4985607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g94"/>
            <p:cNvSpPr/>
            <p:nvPr/>
          </p:nvSpPr>
          <p:spPr>
            <a:xfrm>
              <a:off x="5067044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g95"/>
            <p:cNvSpPr/>
            <p:nvPr/>
          </p:nvSpPr>
          <p:spPr>
            <a:xfrm>
              <a:off x="5148481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g96"/>
            <p:cNvSpPr/>
            <p:nvPr/>
          </p:nvSpPr>
          <p:spPr>
            <a:xfrm>
              <a:off x="5229918" y="216980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g97"/>
            <p:cNvSpPr/>
            <p:nvPr/>
          </p:nvSpPr>
          <p:spPr>
            <a:xfrm>
              <a:off x="327542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g98"/>
            <p:cNvSpPr/>
            <p:nvPr/>
          </p:nvSpPr>
          <p:spPr>
            <a:xfrm>
              <a:off x="335686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g99"/>
            <p:cNvSpPr/>
            <p:nvPr/>
          </p:nvSpPr>
          <p:spPr>
            <a:xfrm>
              <a:off x="343830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g100"/>
            <p:cNvSpPr/>
            <p:nvPr/>
          </p:nvSpPr>
          <p:spPr>
            <a:xfrm>
              <a:off x="351973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g101"/>
            <p:cNvSpPr/>
            <p:nvPr/>
          </p:nvSpPr>
          <p:spPr>
            <a:xfrm>
              <a:off x="360117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g102"/>
            <p:cNvSpPr/>
            <p:nvPr/>
          </p:nvSpPr>
          <p:spPr>
            <a:xfrm>
              <a:off x="368261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g103"/>
            <p:cNvSpPr/>
            <p:nvPr/>
          </p:nvSpPr>
          <p:spPr>
            <a:xfrm>
              <a:off x="376405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g104"/>
            <p:cNvSpPr/>
            <p:nvPr/>
          </p:nvSpPr>
          <p:spPr>
            <a:xfrm>
              <a:off x="384548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g105"/>
            <p:cNvSpPr/>
            <p:nvPr/>
          </p:nvSpPr>
          <p:spPr>
            <a:xfrm>
              <a:off x="392692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g106"/>
            <p:cNvSpPr/>
            <p:nvPr/>
          </p:nvSpPr>
          <p:spPr>
            <a:xfrm>
              <a:off x="400836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g107"/>
            <p:cNvSpPr/>
            <p:nvPr/>
          </p:nvSpPr>
          <p:spPr>
            <a:xfrm>
              <a:off x="408979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g108"/>
            <p:cNvSpPr/>
            <p:nvPr/>
          </p:nvSpPr>
          <p:spPr>
            <a:xfrm>
              <a:off x="417123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g109"/>
            <p:cNvSpPr/>
            <p:nvPr/>
          </p:nvSpPr>
          <p:spPr>
            <a:xfrm>
              <a:off x="425267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g110"/>
            <p:cNvSpPr/>
            <p:nvPr/>
          </p:nvSpPr>
          <p:spPr>
            <a:xfrm>
              <a:off x="433411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g111"/>
            <p:cNvSpPr/>
            <p:nvPr/>
          </p:nvSpPr>
          <p:spPr>
            <a:xfrm>
              <a:off x="441554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g112"/>
            <p:cNvSpPr/>
            <p:nvPr/>
          </p:nvSpPr>
          <p:spPr>
            <a:xfrm>
              <a:off x="449698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g113"/>
            <p:cNvSpPr/>
            <p:nvPr/>
          </p:nvSpPr>
          <p:spPr>
            <a:xfrm>
              <a:off x="457842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g114"/>
            <p:cNvSpPr/>
            <p:nvPr/>
          </p:nvSpPr>
          <p:spPr>
            <a:xfrm>
              <a:off x="4741296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pg115"/>
            <p:cNvSpPr/>
            <p:nvPr/>
          </p:nvSpPr>
          <p:spPr>
            <a:xfrm>
              <a:off x="4822733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g116"/>
            <p:cNvSpPr/>
            <p:nvPr/>
          </p:nvSpPr>
          <p:spPr>
            <a:xfrm>
              <a:off x="4904170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pg117"/>
            <p:cNvSpPr/>
            <p:nvPr/>
          </p:nvSpPr>
          <p:spPr>
            <a:xfrm>
              <a:off x="4985607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g118"/>
            <p:cNvSpPr/>
            <p:nvPr/>
          </p:nvSpPr>
          <p:spPr>
            <a:xfrm>
              <a:off x="5067044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pg119"/>
            <p:cNvSpPr/>
            <p:nvPr/>
          </p:nvSpPr>
          <p:spPr>
            <a:xfrm>
              <a:off x="5148481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pg120"/>
            <p:cNvSpPr/>
            <p:nvPr/>
          </p:nvSpPr>
          <p:spPr>
            <a:xfrm>
              <a:off x="5229918" y="22731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pg121"/>
            <p:cNvSpPr/>
            <p:nvPr/>
          </p:nvSpPr>
          <p:spPr>
            <a:xfrm>
              <a:off x="327542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pg122"/>
            <p:cNvSpPr/>
            <p:nvPr/>
          </p:nvSpPr>
          <p:spPr>
            <a:xfrm>
              <a:off x="335686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g123"/>
            <p:cNvSpPr/>
            <p:nvPr/>
          </p:nvSpPr>
          <p:spPr>
            <a:xfrm>
              <a:off x="343830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g124"/>
            <p:cNvSpPr/>
            <p:nvPr/>
          </p:nvSpPr>
          <p:spPr>
            <a:xfrm>
              <a:off x="351973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g125"/>
            <p:cNvSpPr/>
            <p:nvPr/>
          </p:nvSpPr>
          <p:spPr>
            <a:xfrm>
              <a:off x="360117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g126"/>
            <p:cNvSpPr/>
            <p:nvPr/>
          </p:nvSpPr>
          <p:spPr>
            <a:xfrm>
              <a:off x="368261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g127"/>
            <p:cNvSpPr/>
            <p:nvPr/>
          </p:nvSpPr>
          <p:spPr>
            <a:xfrm>
              <a:off x="376405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g128"/>
            <p:cNvSpPr/>
            <p:nvPr/>
          </p:nvSpPr>
          <p:spPr>
            <a:xfrm>
              <a:off x="384548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g129"/>
            <p:cNvSpPr/>
            <p:nvPr/>
          </p:nvSpPr>
          <p:spPr>
            <a:xfrm>
              <a:off x="392692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g130"/>
            <p:cNvSpPr/>
            <p:nvPr/>
          </p:nvSpPr>
          <p:spPr>
            <a:xfrm>
              <a:off x="400836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g131"/>
            <p:cNvSpPr/>
            <p:nvPr/>
          </p:nvSpPr>
          <p:spPr>
            <a:xfrm>
              <a:off x="408979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g132"/>
            <p:cNvSpPr/>
            <p:nvPr/>
          </p:nvSpPr>
          <p:spPr>
            <a:xfrm>
              <a:off x="417123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g133"/>
            <p:cNvSpPr/>
            <p:nvPr/>
          </p:nvSpPr>
          <p:spPr>
            <a:xfrm>
              <a:off x="425267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pg134"/>
            <p:cNvSpPr/>
            <p:nvPr/>
          </p:nvSpPr>
          <p:spPr>
            <a:xfrm>
              <a:off x="433411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pg135"/>
            <p:cNvSpPr/>
            <p:nvPr/>
          </p:nvSpPr>
          <p:spPr>
            <a:xfrm>
              <a:off x="441554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pg136"/>
            <p:cNvSpPr/>
            <p:nvPr/>
          </p:nvSpPr>
          <p:spPr>
            <a:xfrm>
              <a:off x="449698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pg137"/>
            <p:cNvSpPr/>
            <p:nvPr/>
          </p:nvSpPr>
          <p:spPr>
            <a:xfrm>
              <a:off x="457842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pg138"/>
            <p:cNvSpPr/>
            <p:nvPr/>
          </p:nvSpPr>
          <p:spPr>
            <a:xfrm>
              <a:off x="4659858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pg139"/>
            <p:cNvSpPr/>
            <p:nvPr/>
          </p:nvSpPr>
          <p:spPr>
            <a:xfrm>
              <a:off x="4741296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pg140"/>
            <p:cNvSpPr/>
            <p:nvPr/>
          </p:nvSpPr>
          <p:spPr>
            <a:xfrm>
              <a:off x="4822733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pg141"/>
            <p:cNvSpPr/>
            <p:nvPr/>
          </p:nvSpPr>
          <p:spPr>
            <a:xfrm>
              <a:off x="4904170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pg142"/>
            <p:cNvSpPr/>
            <p:nvPr/>
          </p:nvSpPr>
          <p:spPr>
            <a:xfrm>
              <a:off x="4985607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pg143"/>
            <p:cNvSpPr/>
            <p:nvPr/>
          </p:nvSpPr>
          <p:spPr>
            <a:xfrm>
              <a:off x="5067044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pg144"/>
            <p:cNvSpPr/>
            <p:nvPr/>
          </p:nvSpPr>
          <p:spPr>
            <a:xfrm>
              <a:off x="5148481" y="237643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pg145"/>
            <p:cNvSpPr/>
            <p:nvPr/>
          </p:nvSpPr>
          <p:spPr>
            <a:xfrm>
              <a:off x="327542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pg146"/>
            <p:cNvSpPr/>
            <p:nvPr/>
          </p:nvSpPr>
          <p:spPr>
            <a:xfrm>
              <a:off x="335686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pg147"/>
            <p:cNvSpPr/>
            <p:nvPr/>
          </p:nvSpPr>
          <p:spPr>
            <a:xfrm>
              <a:off x="343830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pg148"/>
            <p:cNvSpPr/>
            <p:nvPr/>
          </p:nvSpPr>
          <p:spPr>
            <a:xfrm>
              <a:off x="351973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pg149"/>
            <p:cNvSpPr/>
            <p:nvPr/>
          </p:nvSpPr>
          <p:spPr>
            <a:xfrm>
              <a:off x="360117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pg150"/>
            <p:cNvSpPr/>
            <p:nvPr/>
          </p:nvSpPr>
          <p:spPr>
            <a:xfrm>
              <a:off x="368261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pg151"/>
            <p:cNvSpPr/>
            <p:nvPr/>
          </p:nvSpPr>
          <p:spPr>
            <a:xfrm>
              <a:off x="376405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pg152"/>
            <p:cNvSpPr/>
            <p:nvPr/>
          </p:nvSpPr>
          <p:spPr>
            <a:xfrm>
              <a:off x="384548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pg153"/>
            <p:cNvSpPr/>
            <p:nvPr/>
          </p:nvSpPr>
          <p:spPr>
            <a:xfrm>
              <a:off x="392692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pg154"/>
            <p:cNvSpPr/>
            <p:nvPr/>
          </p:nvSpPr>
          <p:spPr>
            <a:xfrm>
              <a:off x="400836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pg155"/>
            <p:cNvSpPr/>
            <p:nvPr/>
          </p:nvSpPr>
          <p:spPr>
            <a:xfrm>
              <a:off x="408979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pg156"/>
            <p:cNvSpPr/>
            <p:nvPr/>
          </p:nvSpPr>
          <p:spPr>
            <a:xfrm>
              <a:off x="417123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pg157"/>
            <p:cNvSpPr/>
            <p:nvPr/>
          </p:nvSpPr>
          <p:spPr>
            <a:xfrm>
              <a:off x="425267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pg158"/>
            <p:cNvSpPr/>
            <p:nvPr/>
          </p:nvSpPr>
          <p:spPr>
            <a:xfrm>
              <a:off x="433411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pg159"/>
            <p:cNvSpPr/>
            <p:nvPr/>
          </p:nvSpPr>
          <p:spPr>
            <a:xfrm>
              <a:off x="441554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pg160"/>
            <p:cNvSpPr/>
            <p:nvPr/>
          </p:nvSpPr>
          <p:spPr>
            <a:xfrm>
              <a:off x="449698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pg161"/>
            <p:cNvSpPr/>
            <p:nvPr/>
          </p:nvSpPr>
          <p:spPr>
            <a:xfrm>
              <a:off x="4578421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pg162"/>
            <p:cNvSpPr/>
            <p:nvPr/>
          </p:nvSpPr>
          <p:spPr>
            <a:xfrm>
              <a:off x="4659858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pg163"/>
            <p:cNvSpPr/>
            <p:nvPr/>
          </p:nvSpPr>
          <p:spPr>
            <a:xfrm>
              <a:off x="4741296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pg164"/>
            <p:cNvSpPr/>
            <p:nvPr/>
          </p:nvSpPr>
          <p:spPr>
            <a:xfrm>
              <a:off x="4822733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pg165"/>
            <p:cNvSpPr/>
            <p:nvPr/>
          </p:nvSpPr>
          <p:spPr>
            <a:xfrm>
              <a:off x="4904170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pg166"/>
            <p:cNvSpPr/>
            <p:nvPr/>
          </p:nvSpPr>
          <p:spPr>
            <a:xfrm>
              <a:off x="4985607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pg167"/>
            <p:cNvSpPr/>
            <p:nvPr/>
          </p:nvSpPr>
          <p:spPr>
            <a:xfrm>
              <a:off x="5067044" y="247975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pg168"/>
            <p:cNvSpPr/>
            <p:nvPr/>
          </p:nvSpPr>
          <p:spPr>
            <a:xfrm>
              <a:off x="303111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pg169"/>
            <p:cNvSpPr/>
            <p:nvPr/>
          </p:nvSpPr>
          <p:spPr>
            <a:xfrm>
              <a:off x="311255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pg170"/>
            <p:cNvSpPr/>
            <p:nvPr/>
          </p:nvSpPr>
          <p:spPr>
            <a:xfrm>
              <a:off x="327542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pg171"/>
            <p:cNvSpPr/>
            <p:nvPr/>
          </p:nvSpPr>
          <p:spPr>
            <a:xfrm>
              <a:off x="3356864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pg172"/>
            <p:cNvSpPr/>
            <p:nvPr/>
          </p:nvSpPr>
          <p:spPr>
            <a:xfrm>
              <a:off x="3438301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pg173"/>
            <p:cNvSpPr/>
            <p:nvPr/>
          </p:nvSpPr>
          <p:spPr>
            <a:xfrm>
              <a:off x="351973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pg174"/>
            <p:cNvSpPr/>
            <p:nvPr/>
          </p:nvSpPr>
          <p:spPr>
            <a:xfrm>
              <a:off x="360117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pg175"/>
            <p:cNvSpPr/>
            <p:nvPr/>
          </p:nvSpPr>
          <p:spPr>
            <a:xfrm>
              <a:off x="368261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pg176"/>
            <p:cNvSpPr/>
            <p:nvPr/>
          </p:nvSpPr>
          <p:spPr>
            <a:xfrm>
              <a:off x="376405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pg177"/>
            <p:cNvSpPr/>
            <p:nvPr/>
          </p:nvSpPr>
          <p:spPr>
            <a:xfrm>
              <a:off x="384548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pg178"/>
            <p:cNvSpPr/>
            <p:nvPr/>
          </p:nvSpPr>
          <p:spPr>
            <a:xfrm>
              <a:off x="408979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pg179"/>
            <p:cNvSpPr/>
            <p:nvPr/>
          </p:nvSpPr>
          <p:spPr>
            <a:xfrm>
              <a:off x="417123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pg180"/>
            <p:cNvSpPr/>
            <p:nvPr/>
          </p:nvSpPr>
          <p:spPr>
            <a:xfrm>
              <a:off x="425267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pg181"/>
            <p:cNvSpPr/>
            <p:nvPr/>
          </p:nvSpPr>
          <p:spPr>
            <a:xfrm>
              <a:off x="433411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pg182"/>
            <p:cNvSpPr/>
            <p:nvPr/>
          </p:nvSpPr>
          <p:spPr>
            <a:xfrm>
              <a:off x="441554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pg183"/>
            <p:cNvSpPr/>
            <p:nvPr/>
          </p:nvSpPr>
          <p:spPr>
            <a:xfrm>
              <a:off x="4496984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pg184"/>
            <p:cNvSpPr/>
            <p:nvPr/>
          </p:nvSpPr>
          <p:spPr>
            <a:xfrm>
              <a:off x="4578421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pg185"/>
            <p:cNvSpPr/>
            <p:nvPr/>
          </p:nvSpPr>
          <p:spPr>
            <a:xfrm>
              <a:off x="4659858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pg186"/>
            <p:cNvSpPr/>
            <p:nvPr/>
          </p:nvSpPr>
          <p:spPr>
            <a:xfrm>
              <a:off x="4741296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pg187"/>
            <p:cNvSpPr/>
            <p:nvPr/>
          </p:nvSpPr>
          <p:spPr>
            <a:xfrm>
              <a:off x="4822733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pg188"/>
            <p:cNvSpPr/>
            <p:nvPr/>
          </p:nvSpPr>
          <p:spPr>
            <a:xfrm>
              <a:off x="4904170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pg189"/>
            <p:cNvSpPr/>
            <p:nvPr/>
          </p:nvSpPr>
          <p:spPr>
            <a:xfrm>
              <a:off x="4985607" y="258306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pg190"/>
            <p:cNvSpPr/>
            <p:nvPr/>
          </p:nvSpPr>
          <p:spPr>
            <a:xfrm>
              <a:off x="294967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pg191"/>
            <p:cNvSpPr/>
            <p:nvPr/>
          </p:nvSpPr>
          <p:spPr>
            <a:xfrm>
              <a:off x="303111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pg192"/>
            <p:cNvSpPr/>
            <p:nvPr/>
          </p:nvSpPr>
          <p:spPr>
            <a:xfrm>
              <a:off x="311255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pg193"/>
            <p:cNvSpPr/>
            <p:nvPr/>
          </p:nvSpPr>
          <p:spPr>
            <a:xfrm>
              <a:off x="319399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pg194"/>
            <p:cNvSpPr/>
            <p:nvPr/>
          </p:nvSpPr>
          <p:spPr>
            <a:xfrm>
              <a:off x="327542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pg195"/>
            <p:cNvSpPr/>
            <p:nvPr/>
          </p:nvSpPr>
          <p:spPr>
            <a:xfrm>
              <a:off x="3356864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pg196"/>
            <p:cNvSpPr/>
            <p:nvPr/>
          </p:nvSpPr>
          <p:spPr>
            <a:xfrm>
              <a:off x="3438301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pg197"/>
            <p:cNvSpPr/>
            <p:nvPr/>
          </p:nvSpPr>
          <p:spPr>
            <a:xfrm>
              <a:off x="351973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pg198"/>
            <p:cNvSpPr/>
            <p:nvPr/>
          </p:nvSpPr>
          <p:spPr>
            <a:xfrm>
              <a:off x="360117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pg199"/>
            <p:cNvSpPr/>
            <p:nvPr/>
          </p:nvSpPr>
          <p:spPr>
            <a:xfrm>
              <a:off x="368261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pg200"/>
            <p:cNvSpPr/>
            <p:nvPr/>
          </p:nvSpPr>
          <p:spPr>
            <a:xfrm>
              <a:off x="376405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pg201"/>
            <p:cNvSpPr/>
            <p:nvPr/>
          </p:nvSpPr>
          <p:spPr>
            <a:xfrm>
              <a:off x="384548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pg202"/>
            <p:cNvSpPr/>
            <p:nvPr/>
          </p:nvSpPr>
          <p:spPr>
            <a:xfrm>
              <a:off x="417123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pg203"/>
            <p:cNvSpPr/>
            <p:nvPr/>
          </p:nvSpPr>
          <p:spPr>
            <a:xfrm>
              <a:off x="425267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pg204"/>
            <p:cNvSpPr/>
            <p:nvPr/>
          </p:nvSpPr>
          <p:spPr>
            <a:xfrm>
              <a:off x="433411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pg205"/>
            <p:cNvSpPr/>
            <p:nvPr/>
          </p:nvSpPr>
          <p:spPr>
            <a:xfrm>
              <a:off x="4415547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pg206"/>
            <p:cNvSpPr/>
            <p:nvPr/>
          </p:nvSpPr>
          <p:spPr>
            <a:xfrm>
              <a:off x="4496984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pg207"/>
            <p:cNvSpPr/>
            <p:nvPr/>
          </p:nvSpPr>
          <p:spPr>
            <a:xfrm>
              <a:off x="4578421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pg208"/>
            <p:cNvSpPr/>
            <p:nvPr/>
          </p:nvSpPr>
          <p:spPr>
            <a:xfrm>
              <a:off x="4659858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pg209"/>
            <p:cNvSpPr/>
            <p:nvPr/>
          </p:nvSpPr>
          <p:spPr>
            <a:xfrm>
              <a:off x="4741296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pg210"/>
            <p:cNvSpPr/>
            <p:nvPr/>
          </p:nvSpPr>
          <p:spPr>
            <a:xfrm>
              <a:off x="4822733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pg211"/>
            <p:cNvSpPr/>
            <p:nvPr/>
          </p:nvSpPr>
          <p:spPr>
            <a:xfrm>
              <a:off x="4904170" y="268638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pg212"/>
            <p:cNvSpPr/>
            <p:nvPr/>
          </p:nvSpPr>
          <p:spPr>
            <a:xfrm>
              <a:off x="286824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pg213"/>
            <p:cNvSpPr/>
            <p:nvPr/>
          </p:nvSpPr>
          <p:spPr>
            <a:xfrm>
              <a:off x="294967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pg214"/>
            <p:cNvSpPr/>
            <p:nvPr/>
          </p:nvSpPr>
          <p:spPr>
            <a:xfrm>
              <a:off x="303111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pg215"/>
            <p:cNvSpPr/>
            <p:nvPr/>
          </p:nvSpPr>
          <p:spPr>
            <a:xfrm>
              <a:off x="311255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pg216"/>
            <p:cNvSpPr/>
            <p:nvPr/>
          </p:nvSpPr>
          <p:spPr>
            <a:xfrm>
              <a:off x="319399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pg217"/>
            <p:cNvSpPr/>
            <p:nvPr/>
          </p:nvSpPr>
          <p:spPr>
            <a:xfrm>
              <a:off x="327542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pg218"/>
            <p:cNvSpPr/>
            <p:nvPr/>
          </p:nvSpPr>
          <p:spPr>
            <a:xfrm>
              <a:off x="3356864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pg219"/>
            <p:cNvSpPr/>
            <p:nvPr/>
          </p:nvSpPr>
          <p:spPr>
            <a:xfrm>
              <a:off x="343830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pg220"/>
            <p:cNvSpPr/>
            <p:nvPr/>
          </p:nvSpPr>
          <p:spPr>
            <a:xfrm>
              <a:off x="351973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pg221"/>
            <p:cNvSpPr/>
            <p:nvPr/>
          </p:nvSpPr>
          <p:spPr>
            <a:xfrm>
              <a:off x="360117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pg222"/>
            <p:cNvSpPr/>
            <p:nvPr/>
          </p:nvSpPr>
          <p:spPr>
            <a:xfrm>
              <a:off x="368261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pg223"/>
            <p:cNvSpPr/>
            <p:nvPr/>
          </p:nvSpPr>
          <p:spPr>
            <a:xfrm>
              <a:off x="376405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pg224"/>
            <p:cNvSpPr/>
            <p:nvPr/>
          </p:nvSpPr>
          <p:spPr>
            <a:xfrm>
              <a:off x="384548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pg225"/>
            <p:cNvSpPr/>
            <p:nvPr/>
          </p:nvSpPr>
          <p:spPr>
            <a:xfrm>
              <a:off x="417123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pg226"/>
            <p:cNvSpPr/>
            <p:nvPr/>
          </p:nvSpPr>
          <p:spPr>
            <a:xfrm>
              <a:off x="425267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pg227"/>
            <p:cNvSpPr/>
            <p:nvPr/>
          </p:nvSpPr>
          <p:spPr>
            <a:xfrm>
              <a:off x="4334110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pg228"/>
            <p:cNvSpPr/>
            <p:nvPr/>
          </p:nvSpPr>
          <p:spPr>
            <a:xfrm>
              <a:off x="4415547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pg229"/>
            <p:cNvSpPr/>
            <p:nvPr/>
          </p:nvSpPr>
          <p:spPr>
            <a:xfrm>
              <a:off x="4496984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pg230"/>
            <p:cNvSpPr/>
            <p:nvPr/>
          </p:nvSpPr>
          <p:spPr>
            <a:xfrm>
              <a:off x="4578421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pg231"/>
            <p:cNvSpPr/>
            <p:nvPr/>
          </p:nvSpPr>
          <p:spPr>
            <a:xfrm>
              <a:off x="4659858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pg232"/>
            <p:cNvSpPr/>
            <p:nvPr/>
          </p:nvSpPr>
          <p:spPr>
            <a:xfrm>
              <a:off x="4741296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pg233"/>
            <p:cNvSpPr/>
            <p:nvPr/>
          </p:nvSpPr>
          <p:spPr>
            <a:xfrm>
              <a:off x="4822733" y="278970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pg234"/>
            <p:cNvSpPr/>
            <p:nvPr/>
          </p:nvSpPr>
          <p:spPr>
            <a:xfrm>
              <a:off x="278680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pg235"/>
            <p:cNvSpPr/>
            <p:nvPr/>
          </p:nvSpPr>
          <p:spPr>
            <a:xfrm>
              <a:off x="286824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pg236"/>
            <p:cNvSpPr/>
            <p:nvPr/>
          </p:nvSpPr>
          <p:spPr>
            <a:xfrm>
              <a:off x="294967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pg237"/>
            <p:cNvSpPr/>
            <p:nvPr/>
          </p:nvSpPr>
          <p:spPr>
            <a:xfrm>
              <a:off x="303111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pg238"/>
            <p:cNvSpPr/>
            <p:nvPr/>
          </p:nvSpPr>
          <p:spPr>
            <a:xfrm>
              <a:off x="311255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pg239"/>
            <p:cNvSpPr/>
            <p:nvPr/>
          </p:nvSpPr>
          <p:spPr>
            <a:xfrm>
              <a:off x="319399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pg240"/>
            <p:cNvSpPr/>
            <p:nvPr/>
          </p:nvSpPr>
          <p:spPr>
            <a:xfrm>
              <a:off x="327542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pg241"/>
            <p:cNvSpPr/>
            <p:nvPr/>
          </p:nvSpPr>
          <p:spPr>
            <a:xfrm>
              <a:off x="335686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pg242"/>
            <p:cNvSpPr/>
            <p:nvPr/>
          </p:nvSpPr>
          <p:spPr>
            <a:xfrm>
              <a:off x="343830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pg243"/>
            <p:cNvSpPr/>
            <p:nvPr/>
          </p:nvSpPr>
          <p:spPr>
            <a:xfrm>
              <a:off x="351973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pg244"/>
            <p:cNvSpPr/>
            <p:nvPr/>
          </p:nvSpPr>
          <p:spPr>
            <a:xfrm>
              <a:off x="360117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pg245"/>
            <p:cNvSpPr/>
            <p:nvPr/>
          </p:nvSpPr>
          <p:spPr>
            <a:xfrm>
              <a:off x="368261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pg246"/>
            <p:cNvSpPr/>
            <p:nvPr/>
          </p:nvSpPr>
          <p:spPr>
            <a:xfrm>
              <a:off x="376405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pg247"/>
            <p:cNvSpPr/>
            <p:nvPr/>
          </p:nvSpPr>
          <p:spPr>
            <a:xfrm>
              <a:off x="384548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pg248"/>
            <p:cNvSpPr/>
            <p:nvPr/>
          </p:nvSpPr>
          <p:spPr>
            <a:xfrm>
              <a:off x="392692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pg249"/>
            <p:cNvSpPr/>
            <p:nvPr/>
          </p:nvSpPr>
          <p:spPr>
            <a:xfrm>
              <a:off x="4252673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pg250"/>
            <p:cNvSpPr/>
            <p:nvPr/>
          </p:nvSpPr>
          <p:spPr>
            <a:xfrm>
              <a:off x="4334110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pg251"/>
            <p:cNvSpPr/>
            <p:nvPr/>
          </p:nvSpPr>
          <p:spPr>
            <a:xfrm>
              <a:off x="4415547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pg252"/>
            <p:cNvSpPr/>
            <p:nvPr/>
          </p:nvSpPr>
          <p:spPr>
            <a:xfrm>
              <a:off x="4496984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pg253"/>
            <p:cNvSpPr/>
            <p:nvPr/>
          </p:nvSpPr>
          <p:spPr>
            <a:xfrm>
              <a:off x="4578421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pg254"/>
            <p:cNvSpPr/>
            <p:nvPr/>
          </p:nvSpPr>
          <p:spPr>
            <a:xfrm>
              <a:off x="4659858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pg255"/>
            <p:cNvSpPr/>
            <p:nvPr/>
          </p:nvSpPr>
          <p:spPr>
            <a:xfrm>
              <a:off x="4741296" y="289301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pg256"/>
            <p:cNvSpPr/>
            <p:nvPr/>
          </p:nvSpPr>
          <p:spPr>
            <a:xfrm>
              <a:off x="278680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pg257"/>
            <p:cNvSpPr/>
            <p:nvPr/>
          </p:nvSpPr>
          <p:spPr>
            <a:xfrm>
              <a:off x="286824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pg258"/>
            <p:cNvSpPr/>
            <p:nvPr/>
          </p:nvSpPr>
          <p:spPr>
            <a:xfrm>
              <a:off x="294967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pg259"/>
            <p:cNvSpPr/>
            <p:nvPr/>
          </p:nvSpPr>
          <p:spPr>
            <a:xfrm>
              <a:off x="3031116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pg260"/>
            <p:cNvSpPr/>
            <p:nvPr/>
          </p:nvSpPr>
          <p:spPr>
            <a:xfrm>
              <a:off x="311255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pg261"/>
            <p:cNvSpPr/>
            <p:nvPr/>
          </p:nvSpPr>
          <p:spPr>
            <a:xfrm>
              <a:off x="319399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pg262"/>
            <p:cNvSpPr/>
            <p:nvPr/>
          </p:nvSpPr>
          <p:spPr>
            <a:xfrm>
              <a:off x="327542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pg263"/>
            <p:cNvSpPr/>
            <p:nvPr/>
          </p:nvSpPr>
          <p:spPr>
            <a:xfrm>
              <a:off x="335686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pg264"/>
            <p:cNvSpPr/>
            <p:nvPr/>
          </p:nvSpPr>
          <p:spPr>
            <a:xfrm>
              <a:off x="343830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pg265"/>
            <p:cNvSpPr/>
            <p:nvPr/>
          </p:nvSpPr>
          <p:spPr>
            <a:xfrm>
              <a:off x="351973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pg266"/>
            <p:cNvSpPr/>
            <p:nvPr/>
          </p:nvSpPr>
          <p:spPr>
            <a:xfrm>
              <a:off x="3601176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pg267"/>
            <p:cNvSpPr/>
            <p:nvPr/>
          </p:nvSpPr>
          <p:spPr>
            <a:xfrm>
              <a:off x="368261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pg268"/>
            <p:cNvSpPr/>
            <p:nvPr/>
          </p:nvSpPr>
          <p:spPr>
            <a:xfrm>
              <a:off x="376405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pg269"/>
            <p:cNvSpPr/>
            <p:nvPr/>
          </p:nvSpPr>
          <p:spPr>
            <a:xfrm>
              <a:off x="384548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pg270"/>
            <p:cNvSpPr/>
            <p:nvPr/>
          </p:nvSpPr>
          <p:spPr>
            <a:xfrm>
              <a:off x="392692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pg271"/>
            <p:cNvSpPr/>
            <p:nvPr/>
          </p:nvSpPr>
          <p:spPr>
            <a:xfrm>
              <a:off x="4252673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pg272"/>
            <p:cNvSpPr/>
            <p:nvPr/>
          </p:nvSpPr>
          <p:spPr>
            <a:xfrm>
              <a:off x="4334110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pg273"/>
            <p:cNvSpPr/>
            <p:nvPr/>
          </p:nvSpPr>
          <p:spPr>
            <a:xfrm>
              <a:off x="4415547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pg274"/>
            <p:cNvSpPr/>
            <p:nvPr/>
          </p:nvSpPr>
          <p:spPr>
            <a:xfrm>
              <a:off x="4496984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pg275"/>
            <p:cNvSpPr/>
            <p:nvPr/>
          </p:nvSpPr>
          <p:spPr>
            <a:xfrm>
              <a:off x="4578421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pg276"/>
            <p:cNvSpPr/>
            <p:nvPr/>
          </p:nvSpPr>
          <p:spPr>
            <a:xfrm>
              <a:off x="4659858" y="299633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pg277"/>
            <p:cNvSpPr/>
            <p:nvPr/>
          </p:nvSpPr>
          <p:spPr>
            <a:xfrm>
              <a:off x="270536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pg278"/>
            <p:cNvSpPr/>
            <p:nvPr/>
          </p:nvSpPr>
          <p:spPr>
            <a:xfrm>
              <a:off x="278680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pg279"/>
            <p:cNvSpPr/>
            <p:nvPr/>
          </p:nvSpPr>
          <p:spPr>
            <a:xfrm>
              <a:off x="286824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pg280"/>
            <p:cNvSpPr/>
            <p:nvPr/>
          </p:nvSpPr>
          <p:spPr>
            <a:xfrm>
              <a:off x="294967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pg281"/>
            <p:cNvSpPr/>
            <p:nvPr/>
          </p:nvSpPr>
          <p:spPr>
            <a:xfrm>
              <a:off x="3031116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pg282"/>
            <p:cNvSpPr/>
            <p:nvPr/>
          </p:nvSpPr>
          <p:spPr>
            <a:xfrm>
              <a:off x="311255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A">
                <a:alpha val="100000"/>
              </a:srgbClr>
            </a:solidFill>
            <a:ln w="5420" cap="flat">
              <a:solidFill>
                <a:srgbClr val="3C4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pg283"/>
            <p:cNvSpPr/>
            <p:nvPr/>
          </p:nvSpPr>
          <p:spPr>
            <a:xfrm>
              <a:off x="319399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pg284"/>
            <p:cNvSpPr/>
            <p:nvPr/>
          </p:nvSpPr>
          <p:spPr>
            <a:xfrm>
              <a:off x="327542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pg285"/>
            <p:cNvSpPr/>
            <p:nvPr/>
          </p:nvSpPr>
          <p:spPr>
            <a:xfrm>
              <a:off x="335686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pg286"/>
            <p:cNvSpPr/>
            <p:nvPr/>
          </p:nvSpPr>
          <p:spPr>
            <a:xfrm>
              <a:off x="343830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pg287"/>
            <p:cNvSpPr/>
            <p:nvPr/>
          </p:nvSpPr>
          <p:spPr>
            <a:xfrm>
              <a:off x="351973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pg288"/>
            <p:cNvSpPr/>
            <p:nvPr/>
          </p:nvSpPr>
          <p:spPr>
            <a:xfrm>
              <a:off x="3601176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pg289"/>
            <p:cNvSpPr/>
            <p:nvPr/>
          </p:nvSpPr>
          <p:spPr>
            <a:xfrm>
              <a:off x="368261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pg290"/>
            <p:cNvSpPr/>
            <p:nvPr/>
          </p:nvSpPr>
          <p:spPr>
            <a:xfrm>
              <a:off x="376405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pg291"/>
            <p:cNvSpPr/>
            <p:nvPr/>
          </p:nvSpPr>
          <p:spPr>
            <a:xfrm>
              <a:off x="384548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pg292"/>
            <p:cNvSpPr/>
            <p:nvPr/>
          </p:nvSpPr>
          <p:spPr>
            <a:xfrm>
              <a:off x="392692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pg293"/>
            <p:cNvSpPr/>
            <p:nvPr/>
          </p:nvSpPr>
          <p:spPr>
            <a:xfrm>
              <a:off x="400836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pg294"/>
            <p:cNvSpPr/>
            <p:nvPr/>
          </p:nvSpPr>
          <p:spPr>
            <a:xfrm>
              <a:off x="4252673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pg295"/>
            <p:cNvSpPr/>
            <p:nvPr/>
          </p:nvSpPr>
          <p:spPr>
            <a:xfrm>
              <a:off x="4334110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pg296"/>
            <p:cNvSpPr/>
            <p:nvPr/>
          </p:nvSpPr>
          <p:spPr>
            <a:xfrm>
              <a:off x="4415547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pg297"/>
            <p:cNvSpPr/>
            <p:nvPr/>
          </p:nvSpPr>
          <p:spPr>
            <a:xfrm>
              <a:off x="4496984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pg298"/>
            <p:cNvSpPr/>
            <p:nvPr/>
          </p:nvSpPr>
          <p:spPr>
            <a:xfrm>
              <a:off x="4578421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pg299"/>
            <p:cNvSpPr/>
            <p:nvPr/>
          </p:nvSpPr>
          <p:spPr>
            <a:xfrm>
              <a:off x="4659858" y="309964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pg300"/>
            <p:cNvSpPr/>
            <p:nvPr/>
          </p:nvSpPr>
          <p:spPr>
            <a:xfrm>
              <a:off x="270536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pg301"/>
            <p:cNvSpPr/>
            <p:nvPr/>
          </p:nvSpPr>
          <p:spPr>
            <a:xfrm>
              <a:off x="278680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pg302"/>
            <p:cNvSpPr/>
            <p:nvPr/>
          </p:nvSpPr>
          <p:spPr>
            <a:xfrm>
              <a:off x="286824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pg303"/>
            <p:cNvSpPr/>
            <p:nvPr/>
          </p:nvSpPr>
          <p:spPr>
            <a:xfrm>
              <a:off x="294967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pg304"/>
            <p:cNvSpPr/>
            <p:nvPr/>
          </p:nvSpPr>
          <p:spPr>
            <a:xfrm>
              <a:off x="3031116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pg305"/>
            <p:cNvSpPr/>
            <p:nvPr/>
          </p:nvSpPr>
          <p:spPr>
            <a:xfrm>
              <a:off x="3112553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pg306"/>
            <p:cNvSpPr/>
            <p:nvPr/>
          </p:nvSpPr>
          <p:spPr>
            <a:xfrm>
              <a:off x="319399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pg307"/>
            <p:cNvSpPr/>
            <p:nvPr/>
          </p:nvSpPr>
          <p:spPr>
            <a:xfrm>
              <a:off x="327542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pg308"/>
            <p:cNvSpPr/>
            <p:nvPr/>
          </p:nvSpPr>
          <p:spPr>
            <a:xfrm>
              <a:off x="335686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pg309"/>
            <p:cNvSpPr/>
            <p:nvPr/>
          </p:nvSpPr>
          <p:spPr>
            <a:xfrm>
              <a:off x="343830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pg310"/>
            <p:cNvSpPr/>
            <p:nvPr/>
          </p:nvSpPr>
          <p:spPr>
            <a:xfrm>
              <a:off x="351973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pg311"/>
            <p:cNvSpPr/>
            <p:nvPr/>
          </p:nvSpPr>
          <p:spPr>
            <a:xfrm>
              <a:off x="3601176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pg312"/>
            <p:cNvSpPr/>
            <p:nvPr/>
          </p:nvSpPr>
          <p:spPr>
            <a:xfrm>
              <a:off x="3682613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pg313"/>
            <p:cNvSpPr/>
            <p:nvPr/>
          </p:nvSpPr>
          <p:spPr>
            <a:xfrm>
              <a:off x="376405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pg314"/>
            <p:cNvSpPr/>
            <p:nvPr/>
          </p:nvSpPr>
          <p:spPr>
            <a:xfrm>
              <a:off x="384548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pg315"/>
            <p:cNvSpPr/>
            <p:nvPr/>
          </p:nvSpPr>
          <p:spPr>
            <a:xfrm>
              <a:off x="392692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pg316"/>
            <p:cNvSpPr/>
            <p:nvPr/>
          </p:nvSpPr>
          <p:spPr>
            <a:xfrm>
              <a:off x="400836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pg317"/>
            <p:cNvSpPr/>
            <p:nvPr/>
          </p:nvSpPr>
          <p:spPr>
            <a:xfrm>
              <a:off x="408979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pg318"/>
            <p:cNvSpPr/>
            <p:nvPr/>
          </p:nvSpPr>
          <p:spPr>
            <a:xfrm>
              <a:off x="4334110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pg319"/>
            <p:cNvSpPr/>
            <p:nvPr/>
          </p:nvSpPr>
          <p:spPr>
            <a:xfrm>
              <a:off x="4415547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pg320"/>
            <p:cNvSpPr/>
            <p:nvPr/>
          </p:nvSpPr>
          <p:spPr>
            <a:xfrm>
              <a:off x="4496984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pg321"/>
            <p:cNvSpPr/>
            <p:nvPr/>
          </p:nvSpPr>
          <p:spPr>
            <a:xfrm>
              <a:off x="4578421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pg322"/>
            <p:cNvSpPr/>
            <p:nvPr/>
          </p:nvSpPr>
          <p:spPr>
            <a:xfrm>
              <a:off x="4659858" y="320296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pg323"/>
            <p:cNvSpPr/>
            <p:nvPr/>
          </p:nvSpPr>
          <p:spPr>
            <a:xfrm>
              <a:off x="270536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pg324"/>
            <p:cNvSpPr/>
            <p:nvPr/>
          </p:nvSpPr>
          <p:spPr>
            <a:xfrm>
              <a:off x="278680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pg325"/>
            <p:cNvSpPr/>
            <p:nvPr/>
          </p:nvSpPr>
          <p:spPr>
            <a:xfrm>
              <a:off x="286824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pg326"/>
            <p:cNvSpPr/>
            <p:nvPr/>
          </p:nvSpPr>
          <p:spPr>
            <a:xfrm>
              <a:off x="294967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pg327"/>
            <p:cNvSpPr/>
            <p:nvPr/>
          </p:nvSpPr>
          <p:spPr>
            <a:xfrm>
              <a:off x="3031116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pg328"/>
            <p:cNvSpPr/>
            <p:nvPr/>
          </p:nvSpPr>
          <p:spPr>
            <a:xfrm>
              <a:off x="311255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pg329"/>
            <p:cNvSpPr/>
            <p:nvPr/>
          </p:nvSpPr>
          <p:spPr>
            <a:xfrm>
              <a:off x="319399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pg330"/>
            <p:cNvSpPr/>
            <p:nvPr/>
          </p:nvSpPr>
          <p:spPr>
            <a:xfrm>
              <a:off x="327542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pg331"/>
            <p:cNvSpPr/>
            <p:nvPr/>
          </p:nvSpPr>
          <p:spPr>
            <a:xfrm>
              <a:off x="335686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pg332"/>
            <p:cNvSpPr/>
            <p:nvPr/>
          </p:nvSpPr>
          <p:spPr>
            <a:xfrm>
              <a:off x="343830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pg333"/>
            <p:cNvSpPr/>
            <p:nvPr/>
          </p:nvSpPr>
          <p:spPr>
            <a:xfrm>
              <a:off x="351973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pg334"/>
            <p:cNvSpPr/>
            <p:nvPr/>
          </p:nvSpPr>
          <p:spPr>
            <a:xfrm>
              <a:off x="3601176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pg335"/>
            <p:cNvSpPr/>
            <p:nvPr/>
          </p:nvSpPr>
          <p:spPr>
            <a:xfrm>
              <a:off x="368261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pg336"/>
            <p:cNvSpPr/>
            <p:nvPr/>
          </p:nvSpPr>
          <p:spPr>
            <a:xfrm>
              <a:off x="376405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pg337"/>
            <p:cNvSpPr/>
            <p:nvPr/>
          </p:nvSpPr>
          <p:spPr>
            <a:xfrm>
              <a:off x="384548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pg338"/>
            <p:cNvSpPr/>
            <p:nvPr/>
          </p:nvSpPr>
          <p:spPr>
            <a:xfrm>
              <a:off x="392692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pg339"/>
            <p:cNvSpPr/>
            <p:nvPr/>
          </p:nvSpPr>
          <p:spPr>
            <a:xfrm>
              <a:off x="400836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pg340"/>
            <p:cNvSpPr/>
            <p:nvPr/>
          </p:nvSpPr>
          <p:spPr>
            <a:xfrm>
              <a:off x="408979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pg341"/>
            <p:cNvSpPr/>
            <p:nvPr/>
          </p:nvSpPr>
          <p:spPr>
            <a:xfrm>
              <a:off x="4252673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pg342"/>
            <p:cNvSpPr/>
            <p:nvPr/>
          </p:nvSpPr>
          <p:spPr>
            <a:xfrm>
              <a:off x="4334110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pg343"/>
            <p:cNvSpPr/>
            <p:nvPr/>
          </p:nvSpPr>
          <p:spPr>
            <a:xfrm>
              <a:off x="4415547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pg344"/>
            <p:cNvSpPr/>
            <p:nvPr/>
          </p:nvSpPr>
          <p:spPr>
            <a:xfrm>
              <a:off x="4496984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pg345"/>
            <p:cNvSpPr/>
            <p:nvPr/>
          </p:nvSpPr>
          <p:spPr>
            <a:xfrm>
              <a:off x="4578421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pg346"/>
            <p:cNvSpPr/>
            <p:nvPr/>
          </p:nvSpPr>
          <p:spPr>
            <a:xfrm>
              <a:off x="4659858" y="330628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pg347"/>
            <p:cNvSpPr/>
            <p:nvPr/>
          </p:nvSpPr>
          <p:spPr>
            <a:xfrm>
              <a:off x="278680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pg348"/>
            <p:cNvSpPr/>
            <p:nvPr/>
          </p:nvSpPr>
          <p:spPr>
            <a:xfrm>
              <a:off x="286824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pg349"/>
            <p:cNvSpPr/>
            <p:nvPr/>
          </p:nvSpPr>
          <p:spPr>
            <a:xfrm>
              <a:off x="294967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pg350"/>
            <p:cNvSpPr/>
            <p:nvPr/>
          </p:nvSpPr>
          <p:spPr>
            <a:xfrm>
              <a:off x="303111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pg351"/>
            <p:cNvSpPr/>
            <p:nvPr/>
          </p:nvSpPr>
          <p:spPr>
            <a:xfrm>
              <a:off x="311255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pg352"/>
            <p:cNvSpPr/>
            <p:nvPr/>
          </p:nvSpPr>
          <p:spPr>
            <a:xfrm>
              <a:off x="319399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pg353"/>
            <p:cNvSpPr/>
            <p:nvPr/>
          </p:nvSpPr>
          <p:spPr>
            <a:xfrm>
              <a:off x="327542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pg354"/>
            <p:cNvSpPr/>
            <p:nvPr/>
          </p:nvSpPr>
          <p:spPr>
            <a:xfrm>
              <a:off x="335686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pg355"/>
            <p:cNvSpPr/>
            <p:nvPr/>
          </p:nvSpPr>
          <p:spPr>
            <a:xfrm>
              <a:off x="343830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pg356"/>
            <p:cNvSpPr/>
            <p:nvPr/>
          </p:nvSpPr>
          <p:spPr>
            <a:xfrm>
              <a:off x="351973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pg357"/>
            <p:cNvSpPr/>
            <p:nvPr/>
          </p:nvSpPr>
          <p:spPr>
            <a:xfrm>
              <a:off x="360117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pg358"/>
            <p:cNvSpPr/>
            <p:nvPr/>
          </p:nvSpPr>
          <p:spPr>
            <a:xfrm>
              <a:off x="368261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pg359"/>
            <p:cNvSpPr/>
            <p:nvPr/>
          </p:nvSpPr>
          <p:spPr>
            <a:xfrm>
              <a:off x="376405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pg360"/>
            <p:cNvSpPr/>
            <p:nvPr/>
          </p:nvSpPr>
          <p:spPr>
            <a:xfrm>
              <a:off x="384548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pg361"/>
            <p:cNvSpPr/>
            <p:nvPr/>
          </p:nvSpPr>
          <p:spPr>
            <a:xfrm>
              <a:off x="392692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pg362"/>
            <p:cNvSpPr/>
            <p:nvPr/>
          </p:nvSpPr>
          <p:spPr>
            <a:xfrm>
              <a:off x="400836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pg363"/>
            <p:cNvSpPr/>
            <p:nvPr/>
          </p:nvSpPr>
          <p:spPr>
            <a:xfrm>
              <a:off x="408979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pg364"/>
            <p:cNvSpPr/>
            <p:nvPr/>
          </p:nvSpPr>
          <p:spPr>
            <a:xfrm>
              <a:off x="4171236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pg365"/>
            <p:cNvSpPr/>
            <p:nvPr/>
          </p:nvSpPr>
          <p:spPr>
            <a:xfrm>
              <a:off x="4252673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pg366"/>
            <p:cNvSpPr/>
            <p:nvPr/>
          </p:nvSpPr>
          <p:spPr>
            <a:xfrm>
              <a:off x="4334110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pg367"/>
            <p:cNvSpPr/>
            <p:nvPr/>
          </p:nvSpPr>
          <p:spPr>
            <a:xfrm>
              <a:off x="4415547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pg368"/>
            <p:cNvSpPr/>
            <p:nvPr/>
          </p:nvSpPr>
          <p:spPr>
            <a:xfrm>
              <a:off x="4496984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pg369"/>
            <p:cNvSpPr/>
            <p:nvPr/>
          </p:nvSpPr>
          <p:spPr>
            <a:xfrm>
              <a:off x="4578421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pg370"/>
            <p:cNvSpPr/>
            <p:nvPr/>
          </p:nvSpPr>
          <p:spPr>
            <a:xfrm>
              <a:off x="4659858" y="340959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pg371"/>
            <p:cNvSpPr/>
            <p:nvPr/>
          </p:nvSpPr>
          <p:spPr>
            <a:xfrm>
              <a:off x="286824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pg372"/>
            <p:cNvSpPr/>
            <p:nvPr/>
          </p:nvSpPr>
          <p:spPr>
            <a:xfrm>
              <a:off x="294967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pg373"/>
            <p:cNvSpPr/>
            <p:nvPr/>
          </p:nvSpPr>
          <p:spPr>
            <a:xfrm>
              <a:off x="303111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pg374"/>
            <p:cNvSpPr/>
            <p:nvPr/>
          </p:nvSpPr>
          <p:spPr>
            <a:xfrm>
              <a:off x="311255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pg375"/>
            <p:cNvSpPr/>
            <p:nvPr/>
          </p:nvSpPr>
          <p:spPr>
            <a:xfrm>
              <a:off x="319399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pg376"/>
            <p:cNvSpPr/>
            <p:nvPr/>
          </p:nvSpPr>
          <p:spPr>
            <a:xfrm>
              <a:off x="327542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pg377"/>
            <p:cNvSpPr/>
            <p:nvPr/>
          </p:nvSpPr>
          <p:spPr>
            <a:xfrm>
              <a:off x="335686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pg378"/>
            <p:cNvSpPr/>
            <p:nvPr/>
          </p:nvSpPr>
          <p:spPr>
            <a:xfrm>
              <a:off x="343830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pg379"/>
            <p:cNvSpPr/>
            <p:nvPr/>
          </p:nvSpPr>
          <p:spPr>
            <a:xfrm>
              <a:off x="351973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pg380"/>
            <p:cNvSpPr/>
            <p:nvPr/>
          </p:nvSpPr>
          <p:spPr>
            <a:xfrm>
              <a:off x="360117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pg381"/>
            <p:cNvSpPr/>
            <p:nvPr/>
          </p:nvSpPr>
          <p:spPr>
            <a:xfrm>
              <a:off x="368261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pg382"/>
            <p:cNvSpPr/>
            <p:nvPr/>
          </p:nvSpPr>
          <p:spPr>
            <a:xfrm>
              <a:off x="376405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pg383"/>
            <p:cNvSpPr/>
            <p:nvPr/>
          </p:nvSpPr>
          <p:spPr>
            <a:xfrm>
              <a:off x="384548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pg384"/>
            <p:cNvSpPr/>
            <p:nvPr/>
          </p:nvSpPr>
          <p:spPr>
            <a:xfrm>
              <a:off x="392692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pg385"/>
            <p:cNvSpPr/>
            <p:nvPr/>
          </p:nvSpPr>
          <p:spPr>
            <a:xfrm>
              <a:off x="400836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pg386"/>
            <p:cNvSpPr/>
            <p:nvPr/>
          </p:nvSpPr>
          <p:spPr>
            <a:xfrm>
              <a:off x="4089798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pg387"/>
            <p:cNvSpPr/>
            <p:nvPr/>
          </p:nvSpPr>
          <p:spPr>
            <a:xfrm>
              <a:off x="4171236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pg388"/>
            <p:cNvSpPr/>
            <p:nvPr/>
          </p:nvSpPr>
          <p:spPr>
            <a:xfrm>
              <a:off x="4252673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pg389"/>
            <p:cNvSpPr/>
            <p:nvPr/>
          </p:nvSpPr>
          <p:spPr>
            <a:xfrm>
              <a:off x="4334110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pg390"/>
            <p:cNvSpPr/>
            <p:nvPr/>
          </p:nvSpPr>
          <p:spPr>
            <a:xfrm>
              <a:off x="4415547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pg391"/>
            <p:cNvSpPr/>
            <p:nvPr/>
          </p:nvSpPr>
          <p:spPr>
            <a:xfrm>
              <a:off x="4496984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pg392"/>
            <p:cNvSpPr/>
            <p:nvPr/>
          </p:nvSpPr>
          <p:spPr>
            <a:xfrm>
              <a:off x="4578421" y="351291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pg393"/>
            <p:cNvSpPr/>
            <p:nvPr/>
          </p:nvSpPr>
          <p:spPr>
            <a:xfrm>
              <a:off x="286824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pg394"/>
            <p:cNvSpPr/>
            <p:nvPr/>
          </p:nvSpPr>
          <p:spPr>
            <a:xfrm>
              <a:off x="294967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pg395"/>
            <p:cNvSpPr/>
            <p:nvPr/>
          </p:nvSpPr>
          <p:spPr>
            <a:xfrm>
              <a:off x="303111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pg396"/>
            <p:cNvSpPr/>
            <p:nvPr/>
          </p:nvSpPr>
          <p:spPr>
            <a:xfrm>
              <a:off x="311255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pg397"/>
            <p:cNvSpPr/>
            <p:nvPr/>
          </p:nvSpPr>
          <p:spPr>
            <a:xfrm>
              <a:off x="319399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pg398"/>
            <p:cNvSpPr/>
            <p:nvPr/>
          </p:nvSpPr>
          <p:spPr>
            <a:xfrm>
              <a:off x="327542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pg399"/>
            <p:cNvSpPr/>
            <p:nvPr/>
          </p:nvSpPr>
          <p:spPr>
            <a:xfrm>
              <a:off x="335686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pg400"/>
            <p:cNvSpPr/>
            <p:nvPr/>
          </p:nvSpPr>
          <p:spPr>
            <a:xfrm>
              <a:off x="343830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pg401"/>
            <p:cNvSpPr/>
            <p:nvPr/>
          </p:nvSpPr>
          <p:spPr>
            <a:xfrm>
              <a:off x="351973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pg402"/>
            <p:cNvSpPr/>
            <p:nvPr/>
          </p:nvSpPr>
          <p:spPr>
            <a:xfrm>
              <a:off x="360117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pg403"/>
            <p:cNvSpPr/>
            <p:nvPr/>
          </p:nvSpPr>
          <p:spPr>
            <a:xfrm>
              <a:off x="368261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pg404"/>
            <p:cNvSpPr/>
            <p:nvPr/>
          </p:nvSpPr>
          <p:spPr>
            <a:xfrm>
              <a:off x="376405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pg405"/>
            <p:cNvSpPr/>
            <p:nvPr/>
          </p:nvSpPr>
          <p:spPr>
            <a:xfrm>
              <a:off x="384548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pg406"/>
            <p:cNvSpPr/>
            <p:nvPr/>
          </p:nvSpPr>
          <p:spPr>
            <a:xfrm>
              <a:off x="392692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pg407"/>
            <p:cNvSpPr/>
            <p:nvPr/>
          </p:nvSpPr>
          <p:spPr>
            <a:xfrm>
              <a:off x="4008361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pg408"/>
            <p:cNvSpPr/>
            <p:nvPr/>
          </p:nvSpPr>
          <p:spPr>
            <a:xfrm>
              <a:off x="4089798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pg409"/>
            <p:cNvSpPr/>
            <p:nvPr/>
          </p:nvSpPr>
          <p:spPr>
            <a:xfrm>
              <a:off x="4171236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pg410"/>
            <p:cNvSpPr/>
            <p:nvPr/>
          </p:nvSpPr>
          <p:spPr>
            <a:xfrm>
              <a:off x="4252673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pg411"/>
            <p:cNvSpPr/>
            <p:nvPr/>
          </p:nvSpPr>
          <p:spPr>
            <a:xfrm>
              <a:off x="4334110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pg412"/>
            <p:cNvSpPr/>
            <p:nvPr/>
          </p:nvSpPr>
          <p:spPr>
            <a:xfrm>
              <a:off x="4415547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pg413"/>
            <p:cNvSpPr/>
            <p:nvPr/>
          </p:nvSpPr>
          <p:spPr>
            <a:xfrm>
              <a:off x="4496984" y="361622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pg414"/>
            <p:cNvSpPr/>
            <p:nvPr/>
          </p:nvSpPr>
          <p:spPr>
            <a:xfrm>
              <a:off x="303111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pg415"/>
            <p:cNvSpPr/>
            <p:nvPr/>
          </p:nvSpPr>
          <p:spPr>
            <a:xfrm>
              <a:off x="311255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pg416"/>
            <p:cNvSpPr/>
            <p:nvPr/>
          </p:nvSpPr>
          <p:spPr>
            <a:xfrm>
              <a:off x="319399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pg417"/>
            <p:cNvSpPr/>
            <p:nvPr/>
          </p:nvSpPr>
          <p:spPr>
            <a:xfrm>
              <a:off x="327542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pg418"/>
            <p:cNvSpPr/>
            <p:nvPr/>
          </p:nvSpPr>
          <p:spPr>
            <a:xfrm>
              <a:off x="3356864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pg419"/>
            <p:cNvSpPr/>
            <p:nvPr/>
          </p:nvSpPr>
          <p:spPr>
            <a:xfrm>
              <a:off x="3438301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pg420"/>
            <p:cNvSpPr/>
            <p:nvPr/>
          </p:nvSpPr>
          <p:spPr>
            <a:xfrm>
              <a:off x="3519738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pg421"/>
            <p:cNvSpPr/>
            <p:nvPr/>
          </p:nvSpPr>
          <p:spPr>
            <a:xfrm>
              <a:off x="360117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pg422"/>
            <p:cNvSpPr/>
            <p:nvPr/>
          </p:nvSpPr>
          <p:spPr>
            <a:xfrm>
              <a:off x="368261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pg423"/>
            <p:cNvSpPr/>
            <p:nvPr/>
          </p:nvSpPr>
          <p:spPr>
            <a:xfrm>
              <a:off x="376405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pg424"/>
            <p:cNvSpPr/>
            <p:nvPr/>
          </p:nvSpPr>
          <p:spPr>
            <a:xfrm>
              <a:off x="384548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pg425"/>
            <p:cNvSpPr/>
            <p:nvPr/>
          </p:nvSpPr>
          <p:spPr>
            <a:xfrm>
              <a:off x="3926924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pg426"/>
            <p:cNvSpPr/>
            <p:nvPr/>
          </p:nvSpPr>
          <p:spPr>
            <a:xfrm>
              <a:off x="4008361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pg427"/>
            <p:cNvSpPr/>
            <p:nvPr/>
          </p:nvSpPr>
          <p:spPr>
            <a:xfrm>
              <a:off x="4089798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pg428"/>
            <p:cNvSpPr/>
            <p:nvPr/>
          </p:nvSpPr>
          <p:spPr>
            <a:xfrm>
              <a:off x="4171236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pg429"/>
            <p:cNvSpPr/>
            <p:nvPr/>
          </p:nvSpPr>
          <p:spPr>
            <a:xfrm>
              <a:off x="4252673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pg430"/>
            <p:cNvSpPr/>
            <p:nvPr/>
          </p:nvSpPr>
          <p:spPr>
            <a:xfrm>
              <a:off x="4334110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pg431"/>
            <p:cNvSpPr/>
            <p:nvPr/>
          </p:nvSpPr>
          <p:spPr>
            <a:xfrm>
              <a:off x="4415547" y="371954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pg432"/>
            <p:cNvSpPr/>
            <p:nvPr/>
          </p:nvSpPr>
          <p:spPr>
            <a:xfrm>
              <a:off x="311255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pg433"/>
            <p:cNvSpPr/>
            <p:nvPr/>
          </p:nvSpPr>
          <p:spPr>
            <a:xfrm>
              <a:off x="319399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pg434"/>
            <p:cNvSpPr/>
            <p:nvPr/>
          </p:nvSpPr>
          <p:spPr>
            <a:xfrm>
              <a:off x="3275427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pg435"/>
            <p:cNvSpPr/>
            <p:nvPr/>
          </p:nvSpPr>
          <p:spPr>
            <a:xfrm>
              <a:off x="3356864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pg436"/>
            <p:cNvSpPr/>
            <p:nvPr/>
          </p:nvSpPr>
          <p:spPr>
            <a:xfrm>
              <a:off x="3438301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pg437"/>
            <p:cNvSpPr/>
            <p:nvPr/>
          </p:nvSpPr>
          <p:spPr>
            <a:xfrm>
              <a:off x="3519738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pg438"/>
            <p:cNvSpPr/>
            <p:nvPr/>
          </p:nvSpPr>
          <p:spPr>
            <a:xfrm>
              <a:off x="3601176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pg439"/>
            <p:cNvSpPr/>
            <p:nvPr/>
          </p:nvSpPr>
          <p:spPr>
            <a:xfrm>
              <a:off x="368261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pg440"/>
            <p:cNvSpPr/>
            <p:nvPr/>
          </p:nvSpPr>
          <p:spPr>
            <a:xfrm>
              <a:off x="376405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pg441"/>
            <p:cNvSpPr/>
            <p:nvPr/>
          </p:nvSpPr>
          <p:spPr>
            <a:xfrm>
              <a:off x="3845487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pg442"/>
            <p:cNvSpPr/>
            <p:nvPr/>
          </p:nvSpPr>
          <p:spPr>
            <a:xfrm>
              <a:off x="3926924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pg443"/>
            <p:cNvSpPr/>
            <p:nvPr/>
          </p:nvSpPr>
          <p:spPr>
            <a:xfrm>
              <a:off x="4008361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pg444"/>
            <p:cNvSpPr/>
            <p:nvPr/>
          </p:nvSpPr>
          <p:spPr>
            <a:xfrm>
              <a:off x="4089798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pg445"/>
            <p:cNvSpPr/>
            <p:nvPr/>
          </p:nvSpPr>
          <p:spPr>
            <a:xfrm>
              <a:off x="4171236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pg446"/>
            <p:cNvSpPr/>
            <p:nvPr/>
          </p:nvSpPr>
          <p:spPr>
            <a:xfrm>
              <a:off x="4252673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pg447"/>
            <p:cNvSpPr/>
            <p:nvPr/>
          </p:nvSpPr>
          <p:spPr>
            <a:xfrm>
              <a:off x="4334110" y="382286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pg448"/>
            <p:cNvSpPr/>
            <p:nvPr/>
          </p:nvSpPr>
          <p:spPr>
            <a:xfrm>
              <a:off x="319399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pg449"/>
            <p:cNvSpPr/>
            <p:nvPr/>
          </p:nvSpPr>
          <p:spPr>
            <a:xfrm>
              <a:off x="3275427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pg450"/>
            <p:cNvSpPr/>
            <p:nvPr/>
          </p:nvSpPr>
          <p:spPr>
            <a:xfrm>
              <a:off x="3356864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pg451"/>
            <p:cNvSpPr/>
            <p:nvPr/>
          </p:nvSpPr>
          <p:spPr>
            <a:xfrm>
              <a:off x="3438301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pg452"/>
            <p:cNvSpPr/>
            <p:nvPr/>
          </p:nvSpPr>
          <p:spPr>
            <a:xfrm>
              <a:off x="3519738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pg453"/>
            <p:cNvSpPr/>
            <p:nvPr/>
          </p:nvSpPr>
          <p:spPr>
            <a:xfrm>
              <a:off x="3601176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pg454"/>
            <p:cNvSpPr/>
            <p:nvPr/>
          </p:nvSpPr>
          <p:spPr>
            <a:xfrm>
              <a:off x="3682613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pg455"/>
            <p:cNvSpPr/>
            <p:nvPr/>
          </p:nvSpPr>
          <p:spPr>
            <a:xfrm>
              <a:off x="376405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pg456"/>
            <p:cNvSpPr/>
            <p:nvPr/>
          </p:nvSpPr>
          <p:spPr>
            <a:xfrm>
              <a:off x="3845487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pg457"/>
            <p:cNvSpPr/>
            <p:nvPr/>
          </p:nvSpPr>
          <p:spPr>
            <a:xfrm>
              <a:off x="3926924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pg458"/>
            <p:cNvSpPr/>
            <p:nvPr/>
          </p:nvSpPr>
          <p:spPr>
            <a:xfrm>
              <a:off x="4008361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pg459"/>
            <p:cNvSpPr/>
            <p:nvPr/>
          </p:nvSpPr>
          <p:spPr>
            <a:xfrm>
              <a:off x="4089798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pg460"/>
            <p:cNvSpPr/>
            <p:nvPr/>
          </p:nvSpPr>
          <p:spPr>
            <a:xfrm>
              <a:off x="4171236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pg461"/>
            <p:cNvSpPr/>
            <p:nvPr/>
          </p:nvSpPr>
          <p:spPr>
            <a:xfrm>
              <a:off x="4252673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pg462"/>
            <p:cNvSpPr/>
            <p:nvPr/>
          </p:nvSpPr>
          <p:spPr>
            <a:xfrm>
              <a:off x="4334110" y="392617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pg463"/>
            <p:cNvSpPr/>
            <p:nvPr/>
          </p:nvSpPr>
          <p:spPr>
            <a:xfrm>
              <a:off x="286824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pg464"/>
            <p:cNvSpPr/>
            <p:nvPr/>
          </p:nvSpPr>
          <p:spPr>
            <a:xfrm>
              <a:off x="294967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pg465"/>
            <p:cNvSpPr/>
            <p:nvPr/>
          </p:nvSpPr>
          <p:spPr>
            <a:xfrm>
              <a:off x="303111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pg466"/>
            <p:cNvSpPr/>
            <p:nvPr/>
          </p:nvSpPr>
          <p:spPr>
            <a:xfrm>
              <a:off x="311255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pg467"/>
            <p:cNvSpPr/>
            <p:nvPr/>
          </p:nvSpPr>
          <p:spPr>
            <a:xfrm>
              <a:off x="3193990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pg468"/>
            <p:cNvSpPr/>
            <p:nvPr/>
          </p:nvSpPr>
          <p:spPr>
            <a:xfrm>
              <a:off x="3275427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pg469"/>
            <p:cNvSpPr/>
            <p:nvPr/>
          </p:nvSpPr>
          <p:spPr>
            <a:xfrm>
              <a:off x="3356864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pg470"/>
            <p:cNvSpPr/>
            <p:nvPr/>
          </p:nvSpPr>
          <p:spPr>
            <a:xfrm>
              <a:off x="343830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pg471"/>
            <p:cNvSpPr/>
            <p:nvPr/>
          </p:nvSpPr>
          <p:spPr>
            <a:xfrm>
              <a:off x="351973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pg472"/>
            <p:cNvSpPr/>
            <p:nvPr/>
          </p:nvSpPr>
          <p:spPr>
            <a:xfrm>
              <a:off x="360117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pg473"/>
            <p:cNvSpPr/>
            <p:nvPr/>
          </p:nvSpPr>
          <p:spPr>
            <a:xfrm>
              <a:off x="368261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pg474"/>
            <p:cNvSpPr/>
            <p:nvPr/>
          </p:nvSpPr>
          <p:spPr>
            <a:xfrm>
              <a:off x="3764050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pg475"/>
            <p:cNvSpPr/>
            <p:nvPr/>
          </p:nvSpPr>
          <p:spPr>
            <a:xfrm>
              <a:off x="3845487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pg476"/>
            <p:cNvSpPr/>
            <p:nvPr/>
          </p:nvSpPr>
          <p:spPr>
            <a:xfrm>
              <a:off x="3926924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pg477"/>
            <p:cNvSpPr/>
            <p:nvPr/>
          </p:nvSpPr>
          <p:spPr>
            <a:xfrm>
              <a:off x="4008361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pg478"/>
            <p:cNvSpPr/>
            <p:nvPr/>
          </p:nvSpPr>
          <p:spPr>
            <a:xfrm>
              <a:off x="4089798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pg479"/>
            <p:cNvSpPr/>
            <p:nvPr/>
          </p:nvSpPr>
          <p:spPr>
            <a:xfrm>
              <a:off x="4171236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pg480"/>
            <p:cNvSpPr/>
            <p:nvPr/>
          </p:nvSpPr>
          <p:spPr>
            <a:xfrm>
              <a:off x="4252673" y="402949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pg481"/>
            <p:cNvSpPr/>
            <p:nvPr/>
          </p:nvSpPr>
          <p:spPr>
            <a:xfrm>
              <a:off x="278680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pg482"/>
            <p:cNvSpPr/>
            <p:nvPr/>
          </p:nvSpPr>
          <p:spPr>
            <a:xfrm>
              <a:off x="286824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pg483"/>
            <p:cNvSpPr/>
            <p:nvPr/>
          </p:nvSpPr>
          <p:spPr>
            <a:xfrm>
              <a:off x="294967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pg484"/>
            <p:cNvSpPr/>
            <p:nvPr/>
          </p:nvSpPr>
          <p:spPr>
            <a:xfrm>
              <a:off x="303111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pg485"/>
            <p:cNvSpPr/>
            <p:nvPr/>
          </p:nvSpPr>
          <p:spPr>
            <a:xfrm>
              <a:off x="311255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pg486"/>
            <p:cNvSpPr/>
            <p:nvPr/>
          </p:nvSpPr>
          <p:spPr>
            <a:xfrm>
              <a:off x="3193990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pg487"/>
            <p:cNvSpPr/>
            <p:nvPr/>
          </p:nvSpPr>
          <p:spPr>
            <a:xfrm>
              <a:off x="3275427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pg488"/>
            <p:cNvSpPr/>
            <p:nvPr/>
          </p:nvSpPr>
          <p:spPr>
            <a:xfrm>
              <a:off x="335686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pg489"/>
            <p:cNvSpPr/>
            <p:nvPr/>
          </p:nvSpPr>
          <p:spPr>
            <a:xfrm>
              <a:off x="343830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pg490"/>
            <p:cNvSpPr/>
            <p:nvPr/>
          </p:nvSpPr>
          <p:spPr>
            <a:xfrm>
              <a:off x="351973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pg491"/>
            <p:cNvSpPr/>
            <p:nvPr/>
          </p:nvSpPr>
          <p:spPr>
            <a:xfrm>
              <a:off x="360117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pg492"/>
            <p:cNvSpPr/>
            <p:nvPr/>
          </p:nvSpPr>
          <p:spPr>
            <a:xfrm>
              <a:off x="368261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pg493"/>
            <p:cNvSpPr/>
            <p:nvPr/>
          </p:nvSpPr>
          <p:spPr>
            <a:xfrm>
              <a:off x="3764050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pg494"/>
            <p:cNvSpPr/>
            <p:nvPr/>
          </p:nvSpPr>
          <p:spPr>
            <a:xfrm>
              <a:off x="3845487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pg495"/>
            <p:cNvSpPr/>
            <p:nvPr/>
          </p:nvSpPr>
          <p:spPr>
            <a:xfrm>
              <a:off x="3926924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pg496"/>
            <p:cNvSpPr/>
            <p:nvPr/>
          </p:nvSpPr>
          <p:spPr>
            <a:xfrm>
              <a:off x="4008361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pg497"/>
            <p:cNvSpPr/>
            <p:nvPr/>
          </p:nvSpPr>
          <p:spPr>
            <a:xfrm>
              <a:off x="4089798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pg498"/>
            <p:cNvSpPr/>
            <p:nvPr/>
          </p:nvSpPr>
          <p:spPr>
            <a:xfrm>
              <a:off x="4171236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pg499"/>
            <p:cNvSpPr/>
            <p:nvPr/>
          </p:nvSpPr>
          <p:spPr>
            <a:xfrm>
              <a:off x="4252673" y="413281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pg500"/>
            <p:cNvSpPr/>
            <p:nvPr/>
          </p:nvSpPr>
          <p:spPr>
            <a:xfrm>
              <a:off x="278680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pg501"/>
            <p:cNvSpPr/>
            <p:nvPr/>
          </p:nvSpPr>
          <p:spPr>
            <a:xfrm>
              <a:off x="286824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pg502"/>
            <p:cNvSpPr/>
            <p:nvPr/>
          </p:nvSpPr>
          <p:spPr>
            <a:xfrm>
              <a:off x="294967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pg503"/>
            <p:cNvSpPr/>
            <p:nvPr/>
          </p:nvSpPr>
          <p:spPr>
            <a:xfrm>
              <a:off x="303111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pg504"/>
            <p:cNvSpPr/>
            <p:nvPr/>
          </p:nvSpPr>
          <p:spPr>
            <a:xfrm>
              <a:off x="3112553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pg505"/>
            <p:cNvSpPr/>
            <p:nvPr/>
          </p:nvSpPr>
          <p:spPr>
            <a:xfrm>
              <a:off x="3193990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pg506"/>
            <p:cNvSpPr/>
            <p:nvPr/>
          </p:nvSpPr>
          <p:spPr>
            <a:xfrm>
              <a:off x="3275427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pg507"/>
            <p:cNvSpPr/>
            <p:nvPr/>
          </p:nvSpPr>
          <p:spPr>
            <a:xfrm>
              <a:off x="335686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pg508"/>
            <p:cNvSpPr/>
            <p:nvPr/>
          </p:nvSpPr>
          <p:spPr>
            <a:xfrm>
              <a:off x="343830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pg509"/>
            <p:cNvSpPr/>
            <p:nvPr/>
          </p:nvSpPr>
          <p:spPr>
            <a:xfrm>
              <a:off x="351973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pg510"/>
            <p:cNvSpPr/>
            <p:nvPr/>
          </p:nvSpPr>
          <p:spPr>
            <a:xfrm>
              <a:off x="360117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pg511"/>
            <p:cNvSpPr/>
            <p:nvPr/>
          </p:nvSpPr>
          <p:spPr>
            <a:xfrm>
              <a:off x="3682613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pg512"/>
            <p:cNvSpPr/>
            <p:nvPr/>
          </p:nvSpPr>
          <p:spPr>
            <a:xfrm>
              <a:off x="3764050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pg513"/>
            <p:cNvSpPr/>
            <p:nvPr/>
          </p:nvSpPr>
          <p:spPr>
            <a:xfrm>
              <a:off x="3845487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pg514"/>
            <p:cNvSpPr/>
            <p:nvPr/>
          </p:nvSpPr>
          <p:spPr>
            <a:xfrm>
              <a:off x="3926924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pg515"/>
            <p:cNvSpPr/>
            <p:nvPr/>
          </p:nvSpPr>
          <p:spPr>
            <a:xfrm>
              <a:off x="4008361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pg516"/>
            <p:cNvSpPr/>
            <p:nvPr/>
          </p:nvSpPr>
          <p:spPr>
            <a:xfrm>
              <a:off x="4089798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pg517"/>
            <p:cNvSpPr/>
            <p:nvPr/>
          </p:nvSpPr>
          <p:spPr>
            <a:xfrm>
              <a:off x="4171236" y="4236126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pg518"/>
            <p:cNvSpPr/>
            <p:nvPr/>
          </p:nvSpPr>
          <p:spPr>
            <a:xfrm>
              <a:off x="278680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pg519"/>
            <p:cNvSpPr/>
            <p:nvPr/>
          </p:nvSpPr>
          <p:spPr>
            <a:xfrm>
              <a:off x="286824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pg520"/>
            <p:cNvSpPr/>
            <p:nvPr/>
          </p:nvSpPr>
          <p:spPr>
            <a:xfrm>
              <a:off x="294967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pg521"/>
            <p:cNvSpPr/>
            <p:nvPr/>
          </p:nvSpPr>
          <p:spPr>
            <a:xfrm>
              <a:off x="3031116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pg522"/>
            <p:cNvSpPr/>
            <p:nvPr/>
          </p:nvSpPr>
          <p:spPr>
            <a:xfrm>
              <a:off x="3112553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pg523"/>
            <p:cNvSpPr/>
            <p:nvPr/>
          </p:nvSpPr>
          <p:spPr>
            <a:xfrm>
              <a:off x="3193990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pg524"/>
            <p:cNvSpPr/>
            <p:nvPr/>
          </p:nvSpPr>
          <p:spPr>
            <a:xfrm>
              <a:off x="3275427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pg525"/>
            <p:cNvSpPr/>
            <p:nvPr/>
          </p:nvSpPr>
          <p:spPr>
            <a:xfrm>
              <a:off x="335686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pg526"/>
            <p:cNvSpPr/>
            <p:nvPr/>
          </p:nvSpPr>
          <p:spPr>
            <a:xfrm>
              <a:off x="343830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pg527"/>
            <p:cNvSpPr/>
            <p:nvPr/>
          </p:nvSpPr>
          <p:spPr>
            <a:xfrm>
              <a:off x="351973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pg528"/>
            <p:cNvSpPr/>
            <p:nvPr/>
          </p:nvSpPr>
          <p:spPr>
            <a:xfrm>
              <a:off x="3601176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pg529"/>
            <p:cNvSpPr/>
            <p:nvPr/>
          </p:nvSpPr>
          <p:spPr>
            <a:xfrm>
              <a:off x="3682613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pg530"/>
            <p:cNvSpPr/>
            <p:nvPr/>
          </p:nvSpPr>
          <p:spPr>
            <a:xfrm>
              <a:off x="3764050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pg531"/>
            <p:cNvSpPr/>
            <p:nvPr/>
          </p:nvSpPr>
          <p:spPr>
            <a:xfrm>
              <a:off x="3845487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pg532"/>
            <p:cNvSpPr/>
            <p:nvPr/>
          </p:nvSpPr>
          <p:spPr>
            <a:xfrm>
              <a:off x="3926924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pg533"/>
            <p:cNvSpPr/>
            <p:nvPr/>
          </p:nvSpPr>
          <p:spPr>
            <a:xfrm>
              <a:off x="4008361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pg534"/>
            <p:cNvSpPr/>
            <p:nvPr/>
          </p:nvSpPr>
          <p:spPr>
            <a:xfrm>
              <a:off x="4089798" y="4339442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pg535"/>
            <p:cNvSpPr/>
            <p:nvPr/>
          </p:nvSpPr>
          <p:spPr>
            <a:xfrm>
              <a:off x="286824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pg536"/>
            <p:cNvSpPr/>
            <p:nvPr/>
          </p:nvSpPr>
          <p:spPr>
            <a:xfrm>
              <a:off x="2949678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pg537"/>
            <p:cNvSpPr/>
            <p:nvPr/>
          </p:nvSpPr>
          <p:spPr>
            <a:xfrm>
              <a:off x="3031116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pg538"/>
            <p:cNvSpPr/>
            <p:nvPr/>
          </p:nvSpPr>
          <p:spPr>
            <a:xfrm>
              <a:off x="3112553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pg539"/>
            <p:cNvSpPr/>
            <p:nvPr/>
          </p:nvSpPr>
          <p:spPr>
            <a:xfrm>
              <a:off x="3193990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pg540"/>
            <p:cNvSpPr/>
            <p:nvPr/>
          </p:nvSpPr>
          <p:spPr>
            <a:xfrm>
              <a:off x="3275427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pg541"/>
            <p:cNvSpPr/>
            <p:nvPr/>
          </p:nvSpPr>
          <p:spPr>
            <a:xfrm>
              <a:off x="3356864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pg542"/>
            <p:cNvSpPr/>
            <p:nvPr/>
          </p:nvSpPr>
          <p:spPr>
            <a:xfrm>
              <a:off x="343830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pg543"/>
            <p:cNvSpPr/>
            <p:nvPr/>
          </p:nvSpPr>
          <p:spPr>
            <a:xfrm>
              <a:off x="3519738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pg544"/>
            <p:cNvSpPr/>
            <p:nvPr/>
          </p:nvSpPr>
          <p:spPr>
            <a:xfrm>
              <a:off x="3601176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pg545"/>
            <p:cNvSpPr/>
            <p:nvPr/>
          </p:nvSpPr>
          <p:spPr>
            <a:xfrm>
              <a:off x="3682613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pg546"/>
            <p:cNvSpPr/>
            <p:nvPr/>
          </p:nvSpPr>
          <p:spPr>
            <a:xfrm>
              <a:off x="3764050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pg547"/>
            <p:cNvSpPr/>
            <p:nvPr/>
          </p:nvSpPr>
          <p:spPr>
            <a:xfrm>
              <a:off x="3845487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pg548"/>
            <p:cNvSpPr/>
            <p:nvPr/>
          </p:nvSpPr>
          <p:spPr>
            <a:xfrm>
              <a:off x="3926924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pg549"/>
            <p:cNvSpPr/>
            <p:nvPr/>
          </p:nvSpPr>
          <p:spPr>
            <a:xfrm>
              <a:off x="4008361" y="444275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pg550"/>
            <p:cNvSpPr/>
            <p:nvPr/>
          </p:nvSpPr>
          <p:spPr>
            <a:xfrm>
              <a:off x="3112553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pg551"/>
            <p:cNvSpPr/>
            <p:nvPr/>
          </p:nvSpPr>
          <p:spPr>
            <a:xfrm>
              <a:off x="3193990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pg552"/>
            <p:cNvSpPr/>
            <p:nvPr/>
          </p:nvSpPr>
          <p:spPr>
            <a:xfrm>
              <a:off x="3275427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pg553"/>
            <p:cNvSpPr/>
            <p:nvPr/>
          </p:nvSpPr>
          <p:spPr>
            <a:xfrm>
              <a:off x="3356864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pg554"/>
            <p:cNvSpPr/>
            <p:nvPr/>
          </p:nvSpPr>
          <p:spPr>
            <a:xfrm>
              <a:off x="3438301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pg555"/>
            <p:cNvSpPr/>
            <p:nvPr/>
          </p:nvSpPr>
          <p:spPr>
            <a:xfrm>
              <a:off x="3519738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pg556"/>
            <p:cNvSpPr/>
            <p:nvPr/>
          </p:nvSpPr>
          <p:spPr>
            <a:xfrm>
              <a:off x="3601176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pg557"/>
            <p:cNvSpPr/>
            <p:nvPr/>
          </p:nvSpPr>
          <p:spPr>
            <a:xfrm>
              <a:off x="3682613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pg558"/>
            <p:cNvSpPr/>
            <p:nvPr/>
          </p:nvSpPr>
          <p:spPr>
            <a:xfrm>
              <a:off x="3764050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pg559"/>
            <p:cNvSpPr/>
            <p:nvPr/>
          </p:nvSpPr>
          <p:spPr>
            <a:xfrm>
              <a:off x="3845487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pg560"/>
            <p:cNvSpPr/>
            <p:nvPr/>
          </p:nvSpPr>
          <p:spPr>
            <a:xfrm>
              <a:off x="3926924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pg561"/>
            <p:cNvSpPr/>
            <p:nvPr/>
          </p:nvSpPr>
          <p:spPr>
            <a:xfrm>
              <a:off x="4008361" y="454607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pg562"/>
            <p:cNvSpPr/>
            <p:nvPr/>
          </p:nvSpPr>
          <p:spPr>
            <a:xfrm>
              <a:off x="3275427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pg563"/>
            <p:cNvSpPr/>
            <p:nvPr/>
          </p:nvSpPr>
          <p:spPr>
            <a:xfrm>
              <a:off x="3356864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pg564"/>
            <p:cNvSpPr/>
            <p:nvPr/>
          </p:nvSpPr>
          <p:spPr>
            <a:xfrm>
              <a:off x="3438301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pg565"/>
            <p:cNvSpPr/>
            <p:nvPr/>
          </p:nvSpPr>
          <p:spPr>
            <a:xfrm>
              <a:off x="3519738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pg566"/>
            <p:cNvSpPr/>
            <p:nvPr/>
          </p:nvSpPr>
          <p:spPr>
            <a:xfrm>
              <a:off x="3601176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pg567"/>
            <p:cNvSpPr/>
            <p:nvPr/>
          </p:nvSpPr>
          <p:spPr>
            <a:xfrm>
              <a:off x="3682613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pg568"/>
            <p:cNvSpPr/>
            <p:nvPr/>
          </p:nvSpPr>
          <p:spPr>
            <a:xfrm>
              <a:off x="3764050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pg569"/>
            <p:cNvSpPr/>
            <p:nvPr/>
          </p:nvSpPr>
          <p:spPr>
            <a:xfrm>
              <a:off x="3845487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pg570"/>
            <p:cNvSpPr/>
            <p:nvPr/>
          </p:nvSpPr>
          <p:spPr>
            <a:xfrm>
              <a:off x="3926924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pg571"/>
            <p:cNvSpPr/>
            <p:nvPr/>
          </p:nvSpPr>
          <p:spPr>
            <a:xfrm>
              <a:off x="4008361" y="464939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pg572"/>
            <p:cNvSpPr/>
            <p:nvPr/>
          </p:nvSpPr>
          <p:spPr>
            <a:xfrm>
              <a:off x="3356864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pg573"/>
            <p:cNvSpPr/>
            <p:nvPr/>
          </p:nvSpPr>
          <p:spPr>
            <a:xfrm>
              <a:off x="3438301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pg574"/>
            <p:cNvSpPr/>
            <p:nvPr/>
          </p:nvSpPr>
          <p:spPr>
            <a:xfrm>
              <a:off x="3519738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pg575"/>
            <p:cNvSpPr/>
            <p:nvPr/>
          </p:nvSpPr>
          <p:spPr>
            <a:xfrm>
              <a:off x="3601176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pg576"/>
            <p:cNvSpPr/>
            <p:nvPr/>
          </p:nvSpPr>
          <p:spPr>
            <a:xfrm>
              <a:off x="3682613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pg577"/>
            <p:cNvSpPr/>
            <p:nvPr/>
          </p:nvSpPr>
          <p:spPr>
            <a:xfrm>
              <a:off x="3764050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pg578"/>
            <p:cNvSpPr/>
            <p:nvPr/>
          </p:nvSpPr>
          <p:spPr>
            <a:xfrm>
              <a:off x="3845487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pg579"/>
            <p:cNvSpPr/>
            <p:nvPr/>
          </p:nvSpPr>
          <p:spPr>
            <a:xfrm>
              <a:off x="3926924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pg580"/>
            <p:cNvSpPr/>
            <p:nvPr/>
          </p:nvSpPr>
          <p:spPr>
            <a:xfrm>
              <a:off x="4008361" y="4752707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pg581"/>
            <p:cNvSpPr/>
            <p:nvPr/>
          </p:nvSpPr>
          <p:spPr>
            <a:xfrm>
              <a:off x="3438301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pg582"/>
            <p:cNvSpPr/>
            <p:nvPr/>
          </p:nvSpPr>
          <p:spPr>
            <a:xfrm>
              <a:off x="3519738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pg583"/>
            <p:cNvSpPr/>
            <p:nvPr/>
          </p:nvSpPr>
          <p:spPr>
            <a:xfrm>
              <a:off x="3601176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pg584"/>
            <p:cNvSpPr/>
            <p:nvPr/>
          </p:nvSpPr>
          <p:spPr>
            <a:xfrm>
              <a:off x="3682613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pg585"/>
            <p:cNvSpPr/>
            <p:nvPr/>
          </p:nvSpPr>
          <p:spPr>
            <a:xfrm>
              <a:off x="3764050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pg586"/>
            <p:cNvSpPr/>
            <p:nvPr/>
          </p:nvSpPr>
          <p:spPr>
            <a:xfrm>
              <a:off x="3845487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pg587"/>
            <p:cNvSpPr/>
            <p:nvPr/>
          </p:nvSpPr>
          <p:spPr>
            <a:xfrm>
              <a:off x="3926924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pg588"/>
            <p:cNvSpPr/>
            <p:nvPr/>
          </p:nvSpPr>
          <p:spPr>
            <a:xfrm>
              <a:off x="4008361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pg589"/>
            <p:cNvSpPr/>
            <p:nvPr/>
          </p:nvSpPr>
          <p:spPr>
            <a:xfrm>
              <a:off x="4089798" y="4856023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pg590"/>
            <p:cNvSpPr/>
            <p:nvPr/>
          </p:nvSpPr>
          <p:spPr>
            <a:xfrm>
              <a:off x="3682613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pg591"/>
            <p:cNvSpPr/>
            <p:nvPr/>
          </p:nvSpPr>
          <p:spPr>
            <a:xfrm>
              <a:off x="3764050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pg592"/>
            <p:cNvSpPr/>
            <p:nvPr/>
          </p:nvSpPr>
          <p:spPr>
            <a:xfrm>
              <a:off x="3845487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pg593"/>
            <p:cNvSpPr/>
            <p:nvPr/>
          </p:nvSpPr>
          <p:spPr>
            <a:xfrm>
              <a:off x="3926924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pg594"/>
            <p:cNvSpPr/>
            <p:nvPr/>
          </p:nvSpPr>
          <p:spPr>
            <a:xfrm>
              <a:off x="4008361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pg595"/>
            <p:cNvSpPr/>
            <p:nvPr/>
          </p:nvSpPr>
          <p:spPr>
            <a:xfrm>
              <a:off x="4089798" y="4959339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pg596"/>
            <p:cNvSpPr/>
            <p:nvPr/>
          </p:nvSpPr>
          <p:spPr>
            <a:xfrm>
              <a:off x="3275427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pg597"/>
            <p:cNvSpPr/>
            <p:nvPr/>
          </p:nvSpPr>
          <p:spPr>
            <a:xfrm>
              <a:off x="3601176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pg598"/>
            <p:cNvSpPr/>
            <p:nvPr/>
          </p:nvSpPr>
          <p:spPr>
            <a:xfrm>
              <a:off x="3682613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pg599"/>
            <p:cNvSpPr/>
            <p:nvPr/>
          </p:nvSpPr>
          <p:spPr>
            <a:xfrm>
              <a:off x="3764050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pg600"/>
            <p:cNvSpPr/>
            <p:nvPr/>
          </p:nvSpPr>
          <p:spPr>
            <a:xfrm>
              <a:off x="3845487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pg601"/>
            <p:cNvSpPr/>
            <p:nvPr/>
          </p:nvSpPr>
          <p:spPr>
            <a:xfrm>
              <a:off x="3926924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pg602"/>
            <p:cNvSpPr/>
            <p:nvPr/>
          </p:nvSpPr>
          <p:spPr>
            <a:xfrm>
              <a:off x="4008361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pg603"/>
            <p:cNvSpPr/>
            <p:nvPr/>
          </p:nvSpPr>
          <p:spPr>
            <a:xfrm>
              <a:off x="4089798" y="5062655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pg604"/>
            <p:cNvSpPr/>
            <p:nvPr/>
          </p:nvSpPr>
          <p:spPr>
            <a:xfrm>
              <a:off x="3193990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pg605"/>
            <p:cNvSpPr/>
            <p:nvPr/>
          </p:nvSpPr>
          <p:spPr>
            <a:xfrm>
              <a:off x="3275427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pg606"/>
            <p:cNvSpPr/>
            <p:nvPr/>
          </p:nvSpPr>
          <p:spPr>
            <a:xfrm>
              <a:off x="3356864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pg607"/>
            <p:cNvSpPr/>
            <p:nvPr/>
          </p:nvSpPr>
          <p:spPr>
            <a:xfrm>
              <a:off x="3438301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pg608"/>
            <p:cNvSpPr/>
            <p:nvPr/>
          </p:nvSpPr>
          <p:spPr>
            <a:xfrm>
              <a:off x="3519738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pg609"/>
            <p:cNvSpPr/>
            <p:nvPr/>
          </p:nvSpPr>
          <p:spPr>
            <a:xfrm>
              <a:off x="3601176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pg610"/>
            <p:cNvSpPr/>
            <p:nvPr/>
          </p:nvSpPr>
          <p:spPr>
            <a:xfrm>
              <a:off x="3682613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pg611"/>
            <p:cNvSpPr/>
            <p:nvPr/>
          </p:nvSpPr>
          <p:spPr>
            <a:xfrm>
              <a:off x="3764050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pg612"/>
            <p:cNvSpPr/>
            <p:nvPr/>
          </p:nvSpPr>
          <p:spPr>
            <a:xfrm>
              <a:off x="3845487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pg613"/>
            <p:cNvSpPr/>
            <p:nvPr/>
          </p:nvSpPr>
          <p:spPr>
            <a:xfrm>
              <a:off x="3926924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pg614"/>
            <p:cNvSpPr/>
            <p:nvPr/>
          </p:nvSpPr>
          <p:spPr>
            <a:xfrm>
              <a:off x="4008361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pg615"/>
            <p:cNvSpPr/>
            <p:nvPr/>
          </p:nvSpPr>
          <p:spPr>
            <a:xfrm>
              <a:off x="4089798" y="5165971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pg616"/>
            <p:cNvSpPr/>
            <p:nvPr/>
          </p:nvSpPr>
          <p:spPr>
            <a:xfrm>
              <a:off x="3112553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pg617"/>
            <p:cNvSpPr/>
            <p:nvPr/>
          </p:nvSpPr>
          <p:spPr>
            <a:xfrm>
              <a:off x="3193990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pg618"/>
            <p:cNvSpPr/>
            <p:nvPr/>
          </p:nvSpPr>
          <p:spPr>
            <a:xfrm>
              <a:off x="3275427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pg619"/>
            <p:cNvSpPr/>
            <p:nvPr/>
          </p:nvSpPr>
          <p:spPr>
            <a:xfrm>
              <a:off x="3356864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pg620"/>
            <p:cNvSpPr/>
            <p:nvPr/>
          </p:nvSpPr>
          <p:spPr>
            <a:xfrm>
              <a:off x="3438301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pg621"/>
            <p:cNvSpPr/>
            <p:nvPr/>
          </p:nvSpPr>
          <p:spPr>
            <a:xfrm>
              <a:off x="3519738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pg622"/>
            <p:cNvSpPr/>
            <p:nvPr/>
          </p:nvSpPr>
          <p:spPr>
            <a:xfrm>
              <a:off x="3601176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pg623"/>
            <p:cNvSpPr/>
            <p:nvPr/>
          </p:nvSpPr>
          <p:spPr>
            <a:xfrm>
              <a:off x="3682613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pg624"/>
            <p:cNvSpPr/>
            <p:nvPr/>
          </p:nvSpPr>
          <p:spPr>
            <a:xfrm>
              <a:off x="3764050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pg625"/>
            <p:cNvSpPr/>
            <p:nvPr/>
          </p:nvSpPr>
          <p:spPr>
            <a:xfrm>
              <a:off x="3845487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pg626"/>
            <p:cNvSpPr/>
            <p:nvPr/>
          </p:nvSpPr>
          <p:spPr>
            <a:xfrm>
              <a:off x="3926924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pg627"/>
            <p:cNvSpPr/>
            <p:nvPr/>
          </p:nvSpPr>
          <p:spPr>
            <a:xfrm>
              <a:off x="4008361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pg628"/>
            <p:cNvSpPr/>
            <p:nvPr/>
          </p:nvSpPr>
          <p:spPr>
            <a:xfrm>
              <a:off x="4089798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pg629"/>
            <p:cNvSpPr/>
            <p:nvPr/>
          </p:nvSpPr>
          <p:spPr>
            <a:xfrm>
              <a:off x="4171236" y="5269288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pg630"/>
            <p:cNvSpPr/>
            <p:nvPr/>
          </p:nvSpPr>
          <p:spPr>
            <a:xfrm>
              <a:off x="311255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pg631"/>
            <p:cNvSpPr/>
            <p:nvPr/>
          </p:nvSpPr>
          <p:spPr>
            <a:xfrm>
              <a:off x="3193990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pg632"/>
            <p:cNvSpPr/>
            <p:nvPr/>
          </p:nvSpPr>
          <p:spPr>
            <a:xfrm>
              <a:off x="3275427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pg633"/>
            <p:cNvSpPr/>
            <p:nvPr/>
          </p:nvSpPr>
          <p:spPr>
            <a:xfrm>
              <a:off x="3356864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pg634"/>
            <p:cNvSpPr/>
            <p:nvPr/>
          </p:nvSpPr>
          <p:spPr>
            <a:xfrm>
              <a:off x="3438301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pg635"/>
            <p:cNvSpPr/>
            <p:nvPr/>
          </p:nvSpPr>
          <p:spPr>
            <a:xfrm>
              <a:off x="3519738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pg636"/>
            <p:cNvSpPr/>
            <p:nvPr/>
          </p:nvSpPr>
          <p:spPr>
            <a:xfrm>
              <a:off x="3601176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6">
                <a:alpha val="100000"/>
              </a:srgbClr>
            </a:solidFill>
            <a:ln w="5420" cap="flat">
              <a:solidFill>
                <a:srgbClr val="3986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pg637"/>
            <p:cNvSpPr/>
            <p:nvPr/>
          </p:nvSpPr>
          <p:spPr>
            <a:xfrm>
              <a:off x="368261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pg638"/>
            <p:cNvSpPr/>
            <p:nvPr/>
          </p:nvSpPr>
          <p:spPr>
            <a:xfrm>
              <a:off x="3764050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pg639"/>
            <p:cNvSpPr/>
            <p:nvPr/>
          </p:nvSpPr>
          <p:spPr>
            <a:xfrm>
              <a:off x="3845487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pg640"/>
            <p:cNvSpPr/>
            <p:nvPr/>
          </p:nvSpPr>
          <p:spPr>
            <a:xfrm>
              <a:off x="3926924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pg641"/>
            <p:cNvSpPr/>
            <p:nvPr/>
          </p:nvSpPr>
          <p:spPr>
            <a:xfrm>
              <a:off x="4008361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pg642"/>
            <p:cNvSpPr/>
            <p:nvPr/>
          </p:nvSpPr>
          <p:spPr>
            <a:xfrm>
              <a:off x="4089798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pg643"/>
            <p:cNvSpPr/>
            <p:nvPr/>
          </p:nvSpPr>
          <p:spPr>
            <a:xfrm>
              <a:off x="4171236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pg644"/>
            <p:cNvSpPr/>
            <p:nvPr/>
          </p:nvSpPr>
          <p:spPr>
            <a:xfrm>
              <a:off x="4252673" y="5372604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pg645"/>
            <p:cNvSpPr/>
            <p:nvPr/>
          </p:nvSpPr>
          <p:spPr>
            <a:xfrm>
              <a:off x="3112553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pg646"/>
            <p:cNvSpPr/>
            <p:nvPr/>
          </p:nvSpPr>
          <p:spPr>
            <a:xfrm>
              <a:off x="3193990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pg647"/>
            <p:cNvSpPr/>
            <p:nvPr/>
          </p:nvSpPr>
          <p:spPr>
            <a:xfrm>
              <a:off x="3275427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pg648"/>
            <p:cNvSpPr/>
            <p:nvPr/>
          </p:nvSpPr>
          <p:spPr>
            <a:xfrm>
              <a:off x="3356864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pg649"/>
            <p:cNvSpPr/>
            <p:nvPr/>
          </p:nvSpPr>
          <p:spPr>
            <a:xfrm>
              <a:off x="3438301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pg650"/>
            <p:cNvSpPr/>
            <p:nvPr/>
          </p:nvSpPr>
          <p:spPr>
            <a:xfrm>
              <a:off x="3519738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pg651"/>
            <p:cNvSpPr/>
            <p:nvPr/>
          </p:nvSpPr>
          <p:spPr>
            <a:xfrm>
              <a:off x="3601176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pg652"/>
            <p:cNvSpPr/>
            <p:nvPr/>
          </p:nvSpPr>
          <p:spPr>
            <a:xfrm>
              <a:off x="3682613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pg653"/>
            <p:cNvSpPr/>
            <p:nvPr/>
          </p:nvSpPr>
          <p:spPr>
            <a:xfrm>
              <a:off x="3764050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pg654"/>
            <p:cNvSpPr/>
            <p:nvPr/>
          </p:nvSpPr>
          <p:spPr>
            <a:xfrm>
              <a:off x="3845487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pg655"/>
            <p:cNvSpPr/>
            <p:nvPr/>
          </p:nvSpPr>
          <p:spPr>
            <a:xfrm>
              <a:off x="3926924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pg656"/>
            <p:cNvSpPr/>
            <p:nvPr/>
          </p:nvSpPr>
          <p:spPr>
            <a:xfrm>
              <a:off x="4008361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pg657"/>
            <p:cNvSpPr/>
            <p:nvPr/>
          </p:nvSpPr>
          <p:spPr>
            <a:xfrm>
              <a:off x="4089798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pg658"/>
            <p:cNvSpPr/>
            <p:nvPr/>
          </p:nvSpPr>
          <p:spPr>
            <a:xfrm>
              <a:off x="4171236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pg659"/>
            <p:cNvSpPr/>
            <p:nvPr/>
          </p:nvSpPr>
          <p:spPr>
            <a:xfrm>
              <a:off x="4252673" y="5475920"/>
              <a:ext cx="81437" cy="103316"/>
            </a:xfrm>
            <a:custGeom>
              <a:avLst/>
              <a:gdLst/>
              <a:ahLst/>
              <a:cxnLst/>
              <a:rect l="0" t="0" r="0" b="0"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pg660"/>
            <p:cNvSpPr/>
            <p:nvPr/>
          </p:nvSpPr>
          <p:spPr>
            <a:xfrm>
              <a:off x="5284534" y="1853932"/>
              <a:ext cx="27605" cy="141906"/>
            </a:xfrm>
            <a:custGeom>
              <a:avLst/>
              <a:gdLst/>
              <a:ahLst/>
              <a:cxnLst/>
              <a:rect l="0" t="0" r="0" b="0"/>
              <a:pathLst>
                <a:path w="27605" h="141906">
                  <a:moveTo>
                    <a:pt x="25965" y="15142"/>
                  </a:moveTo>
                  <a:lnTo>
                    <a:pt x="3001" y="141906"/>
                  </a:lnTo>
                  <a:lnTo>
                    <a:pt x="0" y="103414"/>
                  </a:lnTo>
                  <a:lnTo>
                    <a:pt x="9634" y="0"/>
                  </a:lnTo>
                  <a:lnTo>
                    <a:pt x="2760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pg661"/>
            <p:cNvSpPr/>
            <p:nvPr/>
          </p:nvSpPr>
          <p:spPr>
            <a:xfrm>
              <a:off x="4217860" y="1853932"/>
              <a:ext cx="1042192" cy="937770"/>
            </a:xfrm>
            <a:custGeom>
              <a:avLst/>
              <a:gdLst/>
              <a:ahLst/>
              <a:cxnLst/>
              <a:rect l="0" t="0" r="0" b="0"/>
              <a:pathLst>
                <a:path w="1042192" h="937770">
                  <a:moveTo>
                    <a:pt x="1041757" y="966"/>
                  </a:moveTo>
                  <a:lnTo>
                    <a:pt x="998433" y="199714"/>
                  </a:lnTo>
                  <a:lnTo>
                    <a:pt x="938872" y="305648"/>
                  </a:lnTo>
                  <a:lnTo>
                    <a:pt x="884012" y="378917"/>
                  </a:lnTo>
                  <a:lnTo>
                    <a:pt x="827417" y="366805"/>
                  </a:lnTo>
                  <a:lnTo>
                    <a:pt x="840146" y="425026"/>
                  </a:lnTo>
                  <a:lnTo>
                    <a:pt x="824596" y="455352"/>
                  </a:lnTo>
                  <a:lnTo>
                    <a:pt x="811288" y="518619"/>
                  </a:lnTo>
                  <a:lnTo>
                    <a:pt x="777548" y="560552"/>
                  </a:lnTo>
                  <a:lnTo>
                    <a:pt x="745832" y="556515"/>
                  </a:lnTo>
                  <a:lnTo>
                    <a:pt x="700266" y="585419"/>
                  </a:lnTo>
                  <a:lnTo>
                    <a:pt x="682293" y="607532"/>
                  </a:lnTo>
                  <a:lnTo>
                    <a:pt x="680955" y="649879"/>
                  </a:lnTo>
                  <a:lnTo>
                    <a:pt x="650470" y="687132"/>
                  </a:lnTo>
                  <a:lnTo>
                    <a:pt x="540461" y="880650"/>
                  </a:lnTo>
                  <a:lnTo>
                    <a:pt x="444953" y="937770"/>
                  </a:lnTo>
                  <a:lnTo>
                    <a:pt x="422098" y="929465"/>
                  </a:lnTo>
                  <a:lnTo>
                    <a:pt x="447268" y="838120"/>
                  </a:lnTo>
                  <a:lnTo>
                    <a:pt x="464518" y="745766"/>
                  </a:lnTo>
                  <a:lnTo>
                    <a:pt x="406548" y="705576"/>
                  </a:lnTo>
                  <a:lnTo>
                    <a:pt x="351073" y="684334"/>
                  </a:lnTo>
                  <a:lnTo>
                    <a:pt x="287426" y="687132"/>
                  </a:lnTo>
                  <a:lnTo>
                    <a:pt x="217124" y="615332"/>
                  </a:lnTo>
                  <a:lnTo>
                    <a:pt x="126499" y="563121"/>
                  </a:lnTo>
                  <a:lnTo>
                    <a:pt x="0" y="421860"/>
                  </a:lnTo>
                  <a:lnTo>
                    <a:pt x="3688" y="382679"/>
                  </a:lnTo>
                  <a:lnTo>
                    <a:pt x="506" y="316935"/>
                  </a:lnTo>
                  <a:lnTo>
                    <a:pt x="38947" y="213064"/>
                  </a:lnTo>
                  <a:lnTo>
                    <a:pt x="75798" y="140438"/>
                  </a:lnTo>
                  <a:lnTo>
                    <a:pt x="126680" y="102817"/>
                  </a:lnTo>
                  <a:lnTo>
                    <a:pt x="274335" y="64508"/>
                  </a:lnTo>
                  <a:lnTo>
                    <a:pt x="311366" y="6884"/>
                  </a:lnTo>
                  <a:lnTo>
                    <a:pt x="314479" y="0"/>
                  </a:lnTo>
                  <a:lnTo>
                    <a:pt x="1042192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pg662"/>
            <p:cNvSpPr/>
            <p:nvPr/>
          </p:nvSpPr>
          <p:spPr>
            <a:xfrm>
              <a:off x="2490532" y="1853932"/>
              <a:ext cx="2088998" cy="3682871"/>
            </a:xfrm>
            <a:custGeom>
              <a:avLst/>
              <a:gdLst/>
              <a:ahLst/>
              <a:cxnLst/>
              <a:rect l="0" t="0" r="0" b="0"/>
              <a:pathLst>
                <a:path w="2088998" h="3682871">
                  <a:moveTo>
                    <a:pt x="1987487" y="41706"/>
                  </a:moveTo>
                  <a:lnTo>
                    <a:pt x="1877912" y="69968"/>
                  </a:lnTo>
                  <a:lnTo>
                    <a:pt x="1818858" y="101074"/>
                  </a:lnTo>
                  <a:lnTo>
                    <a:pt x="1771628" y="148650"/>
                  </a:lnTo>
                  <a:lnTo>
                    <a:pt x="1743674" y="208385"/>
                  </a:lnTo>
                  <a:lnTo>
                    <a:pt x="1680388" y="280369"/>
                  </a:lnTo>
                  <a:lnTo>
                    <a:pt x="1684836" y="328588"/>
                  </a:lnTo>
                  <a:lnTo>
                    <a:pt x="1695432" y="362859"/>
                  </a:lnTo>
                  <a:lnTo>
                    <a:pt x="1690550" y="434293"/>
                  </a:lnTo>
                  <a:lnTo>
                    <a:pt x="1730583" y="503937"/>
                  </a:lnTo>
                  <a:lnTo>
                    <a:pt x="1809961" y="618039"/>
                  </a:lnTo>
                  <a:lnTo>
                    <a:pt x="1825114" y="795269"/>
                  </a:lnTo>
                  <a:lnTo>
                    <a:pt x="1885687" y="913867"/>
                  </a:lnTo>
                  <a:lnTo>
                    <a:pt x="1978519" y="1052146"/>
                  </a:lnTo>
                  <a:lnTo>
                    <a:pt x="2049905" y="1091464"/>
                  </a:lnTo>
                  <a:lnTo>
                    <a:pt x="2053377" y="1142895"/>
                  </a:lnTo>
                  <a:lnTo>
                    <a:pt x="2020432" y="1227817"/>
                  </a:lnTo>
                  <a:lnTo>
                    <a:pt x="1977000" y="1266630"/>
                  </a:lnTo>
                  <a:lnTo>
                    <a:pt x="2033487" y="1258877"/>
                  </a:lnTo>
                  <a:lnTo>
                    <a:pt x="2061622" y="1278284"/>
                  </a:lnTo>
                  <a:lnTo>
                    <a:pt x="2088998" y="1349121"/>
                  </a:lnTo>
                  <a:lnTo>
                    <a:pt x="2086864" y="1421426"/>
                  </a:lnTo>
                  <a:lnTo>
                    <a:pt x="2077606" y="1462167"/>
                  </a:lnTo>
                  <a:lnTo>
                    <a:pt x="2060501" y="1478408"/>
                  </a:lnTo>
                  <a:lnTo>
                    <a:pt x="2061224" y="1436796"/>
                  </a:lnTo>
                  <a:lnTo>
                    <a:pt x="2049110" y="1422344"/>
                  </a:lnTo>
                  <a:lnTo>
                    <a:pt x="2029111" y="1440374"/>
                  </a:lnTo>
                  <a:lnTo>
                    <a:pt x="2016165" y="1460928"/>
                  </a:lnTo>
                  <a:lnTo>
                    <a:pt x="2010776" y="1541905"/>
                  </a:lnTo>
                  <a:lnTo>
                    <a:pt x="1997071" y="1582370"/>
                  </a:lnTo>
                  <a:lnTo>
                    <a:pt x="1948612" y="1594390"/>
                  </a:lnTo>
                  <a:lnTo>
                    <a:pt x="1899466" y="1700646"/>
                  </a:lnTo>
                  <a:lnTo>
                    <a:pt x="1853755" y="1760931"/>
                  </a:lnTo>
                  <a:lnTo>
                    <a:pt x="1673879" y="2168566"/>
                  </a:lnTo>
                  <a:lnTo>
                    <a:pt x="1680750" y="2236697"/>
                  </a:lnTo>
                  <a:lnTo>
                    <a:pt x="1647841" y="2258627"/>
                  </a:lnTo>
                  <a:lnTo>
                    <a:pt x="1598008" y="2276474"/>
                  </a:lnTo>
                  <a:lnTo>
                    <a:pt x="1547596" y="2317214"/>
                  </a:lnTo>
                  <a:lnTo>
                    <a:pt x="1514145" y="2362130"/>
                  </a:lnTo>
                  <a:lnTo>
                    <a:pt x="1483081" y="2482929"/>
                  </a:lnTo>
                  <a:lnTo>
                    <a:pt x="1423556" y="2618915"/>
                  </a:lnTo>
                  <a:lnTo>
                    <a:pt x="1386416" y="2562254"/>
                  </a:lnTo>
                  <a:lnTo>
                    <a:pt x="1376905" y="2513760"/>
                  </a:lnTo>
                  <a:lnTo>
                    <a:pt x="1393432" y="2387272"/>
                  </a:lnTo>
                  <a:lnTo>
                    <a:pt x="1457803" y="2179898"/>
                  </a:lnTo>
                  <a:lnTo>
                    <a:pt x="1528719" y="2050978"/>
                  </a:lnTo>
                  <a:lnTo>
                    <a:pt x="1582819" y="1989868"/>
                  </a:lnTo>
                  <a:lnTo>
                    <a:pt x="1627300" y="1865306"/>
                  </a:lnTo>
                  <a:lnTo>
                    <a:pt x="1571103" y="1846725"/>
                  </a:lnTo>
                  <a:lnTo>
                    <a:pt x="1485432" y="1848744"/>
                  </a:lnTo>
                  <a:lnTo>
                    <a:pt x="1501560" y="1791257"/>
                  </a:lnTo>
                  <a:lnTo>
                    <a:pt x="1526549" y="1740607"/>
                  </a:lnTo>
                  <a:lnTo>
                    <a:pt x="1481888" y="1690140"/>
                  </a:lnTo>
                  <a:lnTo>
                    <a:pt x="1455452" y="1683717"/>
                  </a:lnTo>
                  <a:lnTo>
                    <a:pt x="1428221" y="1663025"/>
                  </a:lnTo>
                  <a:lnTo>
                    <a:pt x="1460153" y="1621000"/>
                  </a:lnTo>
                  <a:lnTo>
                    <a:pt x="1475740" y="1576589"/>
                  </a:lnTo>
                  <a:lnTo>
                    <a:pt x="1466229" y="1522544"/>
                  </a:lnTo>
                  <a:lnTo>
                    <a:pt x="1479609" y="1481849"/>
                  </a:lnTo>
                  <a:lnTo>
                    <a:pt x="1457296" y="1487997"/>
                  </a:lnTo>
                  <a:lnTo>
                    <a:pt x="1421422" y="1531077"/>
                  </a:lnTo>
                  <a:lnTo>
                    <a:pt x="1399110" y="1548282"/>
                  </a:lnTo>
                  <a:lnTo>
                    <a:pt x="1385512" y="1510156"/>
                  </a:lnTo>
                  <a:lnTo>
                    <a:pt x="1369998" y="1518782"/>
                  </a:lnTo>
                  <a:lnTo>
                    <a:pt x="1359909" y="1544979"/>
                  </a:lnTo>
                  <a:lnTo>
                    <a:pt x="1337017" y="1559385"/>
                  </a:lnTo>
                  <a:lnTo>
                    <a:pt x="1288667" y="1523553"/>
                  </a:lnTo>
                  <a:lnTo>
                    <a:pt x="1218184" y="1482537"/>
                  </a:lnTo>
                  <a:lnTo>
                    <a:pt x="1178947" y="1411975"/>
                  </a:lnTo>
                  <a:lnTo>
                    <a:pt x="1156562" y="1357287"/>
                  </a:lnTo>
                  <a:lnTo>
                    <a:pt x="1179309" y="1258326"/>
                  </a:lnTo>
                  <a:lnTo>
                    <a:pt x="1228021" y="1240755"/>
                  </a:lnTo>
                  <a:lnTo>
                    <a:pt x="1291307" y="1256812"/>
                  </a:lnTo>
                  <a:lnTo>
                    <a:pt x="1374265" y="1256675"/>
                  </a:lnTo>
                  <a:lnTo>
                    <a:pt x="1362404" y="1234699"/>
                  </a:lnTo>
                  <a:lnTo>
                    <a:pt x="1332786" y="1238323"/>
                  </a:lnTo>
                  <a:lnTo>
                    <a:pt x="1245343" y="1158035"/>
                  </a:lnTo>
                  <a:lnTo>
                    <a:pt x="1217208" y="1109541"/>
                  </a:lnTo>
                  <a:lnTo>
                    <a:pt x="1168821" y="1096236"/>
                  </a:lnTo>
                  <a:lnTo>
                    <a:pt x="1146762" y="1142849"/>
                  </a:lnTo>
                  <a:lnTo>
                    <a:pt x="1122279" y="1155236"/>
                  </a:lnTo>
                  <a:lnTo>
                    <a:pt x="1152512" y="1053247"/>
                  </a:lnTo>
                  <a:lnTo>
                    <a:pt x="1192038" y="1049072"/>
                  </a:lnTo>
                  <a:lnTo>
                    <a:pt x="1250406" y="1020811"/>
                  </a:lnTo>
                  <a:lnTo>
                    <a:pt x="1233445" y="961764"/>
                  </a:lnTo>
                  <a:lnTo>
                    <a:pt x="1196595" y="935934"/>
                  </a:lnTo>
                  <a:lnTo>
                    <a:pt x="1130054" y="968325"/>
                  </a:lnTo>
                  <a:lnTo>
                    <a:pt x="1130850" y="926804"/>
                  </a:lnTo>
                  <a:lnTo>
                    <a:pt x="1143326" y="873631"/>
                  </a:lnTo>
                  <a:lnTo>
                    <a:pt x="1193485" y="873814"/>
                  </a:lnTo>
                  <a:lnTo>
                    <a:pt x="1237423" y="891156"/>
                  </a:lnTo>
                  <a:lnTo>
                    <a:pt x="1274816" y="805271"/>
                  </a:lnTo>
                  <a:lnTo>
                    <a:pt x="1276480" y="766916"/>
                  </a:lnTo>
                  <a:lnTo>
                    <a:pt x="1214351" y="822659"/>
                  </a:lnTo>
                  <a:lnTo>
                    <a:pt x="1200392" y="702410"/>
                  </a:lnTo>
                  <a:lnTo>
                    <a:pt x="1261544" y="586428"/>
                  </a:lnTo>
                  <a:lnTo>
                    <a:pt x="1319876" y="535869"/>
                  </a:lnTo>
                  <a:lnTo>
                    <a:pt x="1392745" y="537337"/>
                  </a:lnTo>
                  <a:lnTo>
                    <a:pt x="1466807" y="529171"/>
                  </a:lnTo>
                  <a:lnTo>
                    <a:pt x="1420338" y="507929"/>
                  </a:lnTo>
                  <a:lnTo>
                    <a:pt x="1372638" y="496413"/>
                  </a:lnTo>
                  <a:lnTo>
                    <a:pt x="1408476" y="450580"/>
                  </a:lnTo>
                  <a:lnTo>
                    <a:pt x="1439034" y="442368"/>
                  </a:lnTo>
                  <a:lnTo>
                    <a:pt x="1469050" y="402407"/>
                  </a:lnTo>
                  <a:lnTo>
                    <a:pt x="1396868" y="408326"/>
                  </a:lnTo>
                  <a:lnTo>
                    <a:pt x="1405366" y="332717"/>
                  </a:lnTo>
                  <a:lnTo>
                    <a:pt x="1370287" y="348086"/>
                  </a:lnTo>
                  <a:lnTo>
                    <a:pt x="1328302" y="355198"/>
                  </a:lnTo>
                  <a:lnTo>
                    <a:pt x="1311956" y="387267"/>
                  </a:lnTo>
                  <a:lnTo>
                    <a:pt x="1315175" y="440533"/>
                  </a:lnTo>
                  <a:lnTo>
                    <a:pt x="1302915" y="475492"/>
                  </a:lnTo>
                  <a:lnTo>
                    <a:pt x="1270260" y="503570"/>
                  </a:lnTo>
                  <a:lnTo>
                    <a:pt x="1215111" y="525455"/>
                  </a:lnTo>
                  <a:lnTo>
                    <a:pt x="1209758" y="487513"/>
                  </a:lnTo>
                  <a:lnTo>
                    <a:pt x="1191532" y="470308"/>
                  </a:lnTo>
                  <a:lnTo>
                    <a:pt x="1184733" y="551560"/>
                  </a:lnTo>
                  <a:lnTo>
                    <a:pt x="1170268" y="579179"/>
                  </a:lnTo>
                  <a:lnTo>
                    <a:pt x="1129946" y="502928"/>
                  </a:lnTo>
                  <a:lnTo>
                    <a:pt x="1117831" y="518298"/>
                  </a:lnTo>
                  <a:lnTo>
                    <a:pt x="1119386" y="539952"/>
                  </a:lnTo>
                  <a:lnTo>
                    <a:pt x="1109080" y="577390"/>
                  </a:lnTo>
                  <a:lnTo>
                    <a:pt x="1074507" y="596888"/>
                  </a:lnTo>
                  <a:lnTo>
                    <a:pt x="1076641" y="644878"/>
                  </a:lnTo>
                  <a:lnTo>
                    <a:pt x="1063225" y="671029"/>
                  </a:lnTo>
                  <a:lnTo>
                    <a:pt x="952492" y="629371"/>
                  </a:lnTo>
                  <a:lnTo>
                    <a:pt x="949889" y="643501"/>
                  </a:lnTo>
                  <a:lnTo>
                    <a:pt x="1012524" y="733333"/>
                  </a:lnTo>
                  <a:lnTo>
                    <a:pt x="1058270" y="764026"/>
                  </a:lnTo>
                  <a:lnTo>
                    <a:pt x="1063839" y="813024"/>
                  </a:lnTo>
                  <a:lnTo>
                    <a:pt x="1024566" y="853673"/>
                  </a:lnTo>
                  <a:lnTo>
                    <a:pt x="970393" y="818576"/>
                  </a:lnTo>
                  <a:lnTo>
                    <a:pt x="961280" y="821145"/>
                  </a:lnTo>
                  <a:lnTo>
                    <a:pt x="990717" y="881338"/>
                  </a:lnTo>
                  <a:lnTo>
                    <a:pt x="1009269" y="933916"/>
                  </a:lnTo>
                  <a:lnTo>
                    <a:pt x="990175" y="977960"/>
                  </a:lnTo>
                  <a:lnTo>
                    <a:pt x="993140" y="1032189"/>
                  </a:lnTo>
                  <a:lnTo>
                    <a:pt x="989017" y="1081371"/>
                  </a:lnTo>
                  <a:lnTo>
                    <a:pt x="977337" y="1124268"/>
                  </a:lnTo>
                  <a:lnTo>
                    <a:pt x="1003663" y="1322006"/>
                  </a:lnTo>
                  <a:lnTo>
                    <a:pt x="1035379" y="1375777"/>
                  </a:lnTo>
                  <a:lnTo>
                    <a:pt x="1066552" y="1427207"/>
                  </a:lnTo>
                  <a:lnTo>
                    <a:pt x="1083078" y="1475334"/>
                  </a:lnTo>
                  <a:lnTo>
                    <a:pt x="1049989" y="1482354"/>
                  </a:lnTo>
                  <a:lnTo>
                    <a:pt x="997299" y="1442760"/>
                  </a:lnTo>
                  <a:lnTo>
                    <a:pt x="951010" y="1412572"/>
                  </a:lnTo>
                  <a:lnTo>
                    <a:pt x="895861" y="1316042"/>
                  </a:lnTo>
                  <a:lnTo>
                    <a:pt x="886747" y="1277504"/>
                  </a:lnTo>
                  <a:lnTo>
                    <a:pt x="873295" y="1247040"/>
                  </a:lnTo>
                  <a:lnTo>
                    <a:pt x="879804" y="1317006"/>
                  </a:lnTo>
                  <a:lnTo>
                    <a:pt x="899477" y="1395138"/>
                  </a:lnTo>
                  <a:lnTo>
                    <a:pt x="1072193" y="1569983"/>
                  </a:lnTo>
                  <a:lnTo>
                    <a:pt x="1104089" y="1637058"/>
                  </a:lnTo>
                  <a:lnTo>
                    <a:pt x="1128391" y="1689773"/>
                  </a:lnTo>
                  <a:lnTo>
                    <a:pt x="1122279" y="1740286"/>
                  </a:lnTo>
                  <a:lnTo>
                    <a:pt x="1077256" y="1704546"/>
                  </a:lnTo>
                  <a:lnTo>
                    <a:pt x="1038416" y="1658988"/>
                  </a:lnTo>
                  <a:lnTo>
                    <a:pt x="935315" y="1607512"/>
                  </a:lnTo>
                  <a:lnTo>
                    <a:pt x="805308" y="1574983"/>
                  </a:lnTo>
                  <a:lnTo>
                    <a:pt x="732004" y="1455331"/>
                  </a:lnTo>
                  <a:lnTo>
                    <a:pt x="732258" y="1505247"/>
                  </a:lnTo>
                  <a:lnTo>
                    <a:pt x="715984" y="1547594"/>
                  </a:lnTo>
                  <a:lnTo>
                    <a:pt x="671178" y="1495980"/>
                  </a:lnTo>
                  <a:lnTo>
                    <a:pt x="642934" y="1451936"/>
                  </a:lnTo>
                  <a:lnTo>
                    <a:pt x="633459" y="1403671"/>
                  </a:lnTo>
                  <a:lnTo>
                    <a:pt x="577515" y="1406974"/>
                  </a:lnTo>
                  <a:lnTo>
                    <a:pt x="518858" y="1448908"/>
                  </a:lnTo>
                  <a:lnTo>
                    <a:pt x="462117" y="1438952"/>
                  </a:lnTo>
                  <a:lnTo>
                    <a:pt x="455391" y="1357104"/>
                  </a:lnTo>
                  <a:lnTo>
                    <a:pt x="470724" y="1313748"/>
                  </a:lnTo>
                  <a:lnTo>
                    <a:pt x="534408" y="1211209"/>
                  </a:lnTo>
                  <a:lnTo>
                    <a:pt x="594403" y="1158861"/>
                  </a:lnTo>
                  <a:lnTo>
                    <a:pt x="620875" y="1091281"/>
                  </a:lnTo>
                  <a:lnTo>
                    <a:pt x="611834" y="986493"/>
                  </a:lnTo>
                  <a:lnTo>
                    <a:pt x="600551" y="1093116"/>
                  </a:lnTo>
                  <a:lnTo>
                    <a:pt x="566268" y="1145969"/>
                  </a:lnTo>
                  <a:lnTo>
                    <a:pt x="512384" y="1186342"/>
                  </a:lnTo>
                  <a:lnTo>
                    <a:pt x="441468" y="1258280"/>
                  </a:lnTo>
                  <a:lnTo>
                    <a:pt x="424146" y="1324805"/>
                  </a:lnTo>
                  <a:lnTo>
                    <a:pt x="402014" y="1449367"/>
                  </a:lnTo>
                  <a:lnTo>
                    <a:pt x="431957" y="1491529"/>
                  </a:lnTo>
                  <a:lnTo>
                    <a:pt x="462551" y="1502540"/>
                  </a:lnTo>
                  <a:lnTo>
                    <a:pt x="552924" y="1474279"/>
                  </a:lnTo>
                  <a:lnTo>
                    <a:pt x="599683" y="1486896"/>
                  </a:lnTo>
                  <a:lnTo>
                    <a:pt x="703689" y="1636874"/>
                  </a:lnTo>
                  <a:lnTo>
                    <a:pt x="897343" y="1696196"/>
                  </a:lnTo>
                  <a:lnTo>
                    <a:pt x="967970" y="1733266"/>
                  </a:lnTo>
                  <a:lnTo>
                    <a:pt x="1025542" y="1811536"/>
                  </a:lnTo>
                  <a:lnTo>
                    <a:pt x="1112081" y="1856589"/>
                  </a:lnTo>
                  <a:lnTo>
                    <a:pt x="1179237" y="1922058"/>
                  </a:lnTo>
                  <a:lnTo>
                    <a:pt x="1181045" y="1964772"/>
                  </a:lnTo>
                  <a:lnTo>
                    <a:pt x="1157792" y="2015285"/>
                  </a:lnTo>
                  <a:lnTo>
                    <a:pt x="1148606" y="2083644"/>
                  </a:lnTo>
                  <a:lnTo>
                    <a:pt x="1120073" y="2126771"/>
                  </a:lnTo>
                  <a:lnTo>
                    <a:pt x="1051580" y="2131726"/>
                  </a:lnTo>
                  <a:lnTo>
                    <a:pt x="1010209" y="2120623"/>
                  </a:lnTo>
                  <a:lnTo>
                    <a:pt x="787804" y="1880308"/>
                  </a:lnTo>
                  <a:lnTo>
                    <a:pt x="761261" y="1858195"/>
                  </a:lnTo>
                  <a:lnTo>
                    <a:pt x="678772" y="1732349"/>
                  </a:lnTo>
                  <a:lnTo>
                    <a:pt x="581999" y="1664952"/>
                  </a:lnTo>
                  <a:lnTo>
                    <a:pt x="552056" y="1666374"/>
                  </a:lnTo>
                  <a:lnTo>
                    <a:pt x="689802" y="1791028"/>
                  </a:lnTo>
                  <a:lnTo>
                    <a:pt x="746036" y="1878198"/>
                  </a:lnTo>
                  <a:lnTo>
                    <a:pt x="845087" y="2000420"/>
                  </a:lnTo>
                  <a:lnTo>
                    <a:pt x="915895" y="2052171"/>
                  </a:lnTo>
                  <a:lnTo>
                    <a:pt x="968006" y="2132918"/>
                  </a:lnTo>
                  <a:lnTo>
                    <a:pt x="1016429" y="2170769"/>
                  </a:lnTo>
                  <a:lnTo>
                    <a:pt x="1148642" y="2224676"/>
                  </a:lnTo>
                  <a:lnTo>
                    <a:pt x="1102679" y="2263398"/>
                  </a:lnTo>
                  <a:lnTo>
                    <a:pt x="1176054" y="2296385"/>
                  </a:lnTo>
                  <a:lnTo>
                    <a:pt x="1186542" y="2357037"/>
                  </a:lnTo>
                  <a:lnTo>
                    <a:pt x="1179815" y="2426177"/>
                  </a:lnTo>
                  <a:lnTo>
                    <a:pt x="1077979" y="2398833"/>
                  </a:lnTo>
                  <a:lnTo>
                    <a:pt x="1074652" y="2449759"/>
                  </a:lnTo>
                  <a:lnTo>
                    <a:pt x="1083765" y="2479810"/>
                  </a:lnTo>
                  <a:lnTo>
                    <a:pt x="1038778" y="2504630"/>
                  </a:lnTo>
                  <a:lnTo>
                    <a:pt x="976216" y="2470955"/>
                  </a:lnTo>
                  <a:lnTo>
                    <a:pt x="813770" y="2286751"/>
                  </a:lnTo>
                  <a:lnTo>
                    <a:pt x="815144" y="2311388"/>
                  </a:lnTo>
                  <a:lnTo>
                    <a:pt x="828307" y="2339970"/>
                  </a:lnTo>
                  <a:lnTo>
                    <a:pt x="922513" y="2458568"/>
                  </a:lnTo>
                  <a:lnTo>
                    <a:pt x="1006593" y="2529680"/>
                  </a:lnTo>
                  <a:lnTo>
                    <a:pt x="1077871" y="2561796"/>
                  </a:lnTo>
                  <a:lnTo>
                    <a:pt x="1132803" y="2621392"/>
                  </a:lnTo>
                  <a:lnTo>
                    <a:pt x="1152186" y="2657453"/>
                  </a:lnTo>
                  <a:lnTo>
                    <a:pt x="1165133" y="2712141"/>
                  </a:lnTo>
                  <a:lnTo>
                    <a:pt x="1124413" y="2749303"/>
                  </a:lnTo>
                  <a:lnTo>
                    <a:pt x="1078051" y="2769811"/>
                  </a:lnTo>
                  <a:lnTo>
                    <a:pt x="1032775" y="2732741"/>
                  </a:lnTo>
                  <a:lnTo>
                    <a:pt x="999577" y="2693698"/>
                  </a:lnTo>
                  <a:lnTo>
                    <a:pt x="928878" y="2627403"/>
                  </a:lnTo>
                  <a:lnTo>
                    <a:pt x="907686" y="2553308"/>
                  </a:lnTo>
                  <a:lnTo>
                    <a:pt x="853911" y="2557116"/>
                  </a:lnTo>
                  <a:lnTo>
                    <a:pt x="629156" y="2463156"/>
                  </a:lnTo>
                  <a:lnTo>
                    <a:pt x="448520" y="2452328"/>
                  </a:lnTo>
                  <a:lnTo>
                    <a:pt x="466168" y="2471230"/>
                  </a:lnTo>
                  <a:lnTo>
                    <a:pt x="489023" y="2483801"/>
                  </a:lnTo>
                  <a:lnTo>
                    <a:pt x="632881" y="2506970"/>
                  </a:lnTo>
                  <a:lnTo>
                    <a:pt x="689730" y="2550234"/>
                  </a:lnTo>
                  <a:lnTo>
                    <a:pt x="808056" y="2588635"/>
                  </a:lnTo>
                  <a:lnTo>
                    <a:pt x="877345" y="2599141"/>
                  </a:lnTo>
                  <a:lnTo>
                    <a:pt x="905444" y="2717096"/>
                  </a:lnTo>
                  <a:lnTo>
                    <a:pt x="1001204" y="2798256"/>
                  </a:lnTo>
                  <a:lnTo>
                    <a:pt x="1013645" y="2858403"/>
                  </a:lnTo>
                  <a:lnTo>
                    <a:pt x="1079028" y="2865148"/>
                  </a:lnTo>
                  <a:lnTo>
                    <a:pt x="1194063" y="2806147"/>
                  </a:lnTo>
                  <a:lnTo>
                    <a:pt x="1268307" y="2826839"/>
                  </a:lnTo>
                  <a:lnTo>
                    <a:pt x="1375386" y="2843722"/>
                  </a:lnTo>
                  <a:lnTo>
                    <a:pt x="1399869" y="2891345"/>
                  </a:lnTo>
                  <a:lnTo>
                    <a:pt x="1418240" y="2981956"/>
                  </a:lnTo>
                  <a:lnTo>
                    <a:pt x="1456103" y="3083899"/>
                  </a:lnTo>
                  <a:lnTo>
                    <a:pt x="1554287" y="3485845"/>
                  </a:lnTo>
                  <a:lnTo>
                    <a:pt x="1642687" y="3682871"/>
                  </a:lnTo>
                  <a:lnTo>
                    <a:pt x="1615976" y="3682871"/>
                  </a:lnTo>
                  <a:lnTo>
                    <a:pt x="1576238" y="3603800"/>
                  </a:lnTo>
                  <a:lnTo>
                    <a:pt x="1515845" y="3446573"/>
                  </a:lnTo>
                  <a:lnTo>
                    <a:pt x="1453789" y="3168959"/>
                  </a:lnTo>
                  <a:lnTo>
                    <a:pt x="1435779" y="3106793"/>
                  </a:lnTo>
                  <a:lnTo>
                    <a:pt x="1414588" y="3081972"/>
                  </a:lnTo>
                  <a:lnTo>
                    <a:pt x="1400629" y="3102159"/>
                  </a:lnTo>
                  <a:lnTo>
                    <a:pt x="1394625" y="3137532"/>
                  </a:lnTo>
                  <a:lnTo>
                    <a:pt x="1404751" y="3164692"/>
                  </a:lnTo>
                  <a:lnTo>
                    <a:pt x="1380305" y="3256083"/>
                  </a:lnTo>
                  <a:lnTo>
                    <a:pt x="1390901" y="3298016"/>
                  </a:lnTo>
                  <a:lnTo>
                    <a:pt x="1430608" y="3341372"/>
                  </a:lnTo>
                  <a:lnTo>
                    <a:pt x="1473751" y="3449555"/>
                  </a:lnTo>
                  <a:lnTo>
                    <a:pt x="1508214" y="3595221"/>
                  </a:lnTo>
                  <a:lnTo>
                    <a:pt x="1461600" y="3536174"/>
                  </a:lnTo>
                  <a:lnTo>
                    <a:pt x="1411839" y="3504885"/>
                  </a:lnTo>
                  <a:lnTo>
                    <a:pt x="1334413" y="3480890"/>
                  </a:lnTo>
                  <a:lnTo>
                    <a:pt x="1265450" y="3438819"/>
                  </a:lnTo>
                  <a:lnTo>
                    <a:pt x="1270477" y="3499150"/>
                  </a:lnTo>
                  <a:lnTo>
                    <a:pt x="1263859" y="3564298"/>
                  </a:lnTo>
                  <a:lnTo>
                    <a:pt x="1210699" y="3544433"/>
                  </a:lnTo>
                  <a:lnTo>
                    <a:pt x="1174535" y="3522824"/>
                  </a:lnTo>
                  <a:lnTo>
                    <a:pt x="1206540" y="3592239"/>
                  </a:lnTo>
                  <a:lnTo>
                    <a:pt x="1137070" y="3571410"/>
                  </a:lnTo>
                  <a:lnTo>
                    <a:pt x="1090781" y="3575768"/>
                  </a:lnTo>
                  <a:lnTo>
                    <a:pt x="1060693" y="3637384"/>
                  </a:lnTo>
                  <a:lnTo>
                    <a:pt x="1020335" y="3674775"/>
                  </a:lnTo>
                  <a:lnTo>
                    <a:pt x="980297" y="3682871"/>
                  </a:lnTo>
                  <a:lnTo>
                    <a:pt x="954427" y="3682871"/>
                  </a:lnTo>
                  <a:lnTo>
                    <a:pt x="872137" y="3630502"/>
                  </a:lnTo>
                  <a:lnTo>
                    <a:pt x="843460" y="3562096"/>
                  </a:lnTo>
                  <a:lnTo>
                    <a:pt x="831598" y="3485937"/>
                  </a:lnTo>
                  <a:lnTo>
                    <a:pt x="826861" y="3575997"/>
                  </a:lnTo>
                  <a:lnTo>
                    <a:pt x="842628" y="3669774"/>
                  </a:lnTo>
                  <a:lnTo>
                    <a:pt x="841612" y="3682871"/>
                  </a:lnTo>
                  <a:lnTo>
                    <a:pt x="0" y="3682871"/>
                  </a:lnTo>
                  <a:lnTo>
                    <a:pt x="0" y="0"/>
                  </a:lnTo>
                  <a:lnTo>
                    <a:pt x="2024089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pg663"/>
            <p:cNvSpPr/>
            <p:nvPr/>
          </p:nvSpPr>
          <p:spPr>
            <a:xfrm>
              <a:off x="5159228" y="2035019"/>
              <a:ext cx="108453" cy="203932"/>
            </a:xfrm>
            <a:custGeom>
              <a:avLst/>
              <a:gdLst/>
              <a:ahLst/>
              <a:cxnLst/>
              <a:rect l="0" t="0" r="0" b="0"/>
              <a:pathLst>
                <a:path w="108453" h="203932">
                  <a:moveTo>
                    <a:pt x="1988" y="203932"/>
                  </a:moveTo>
                  <a:lnTo>
                    <a:pt x="0" y="176588"/>
                  </a:lnTo>
                  <a:lnTo>
                    <a:pt x="108453" y="0"/>
                  </a:lnTo>
                  <a:lnTo>
                    <a:pt x="88853" y="617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pg664"/>
            <p:cNvSpPr/>
            <p:nvPr/>
          </p:nvSpPr>
          <p:spPr>
            <a:xfrm>
              <a:off x="4325772" y="3395883"/>
              <a:ext cx="207830" cy="400294"/>
            </a:xfrm>
            <a:custGeom>
              <a:avLst/>
              <a:gdLst/>
              <a:ahLst/>
              <a:cxnLst/>
              <a:rect l="0" t="0" r="0" b="0"/>
              <a:pathLst>
                <a:path w="207830" h="400294">
                  <a:moveTo>
                    <a:pt x="0" y="400294"/>
                  </a:moveTo>
                  <a:lnTo>
                    <a:pt x="112974" y="212144"/>
                  </a:lnTo>
                  <a:lnTo>
                    <a:pt x="178574" y="54504"/>
                  </a:lnTo>
                  <a:lnTo>
                    <a:pt x="207830" y="0"/>
                  </a:lnTo>
                  <a:lnTo>
                    <a:pt x="179442" y="110476"/>
                  </a:lnTo>
                  <a:lnTo>
                    <a:pt x="129826" y="212052"/>
                  </a:lnTo>
                  <a:lnTo>
                    <a:pt x="33668" y="38506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pt665"/>
            <p:cNvSpPr/>
            <p:nvPr/>
          </p:nvSpPr>
          <p:spPr>
            <a:xfrm>
              <a:off x="3396934" y="3568029"/>
              <a:ext cx="252911" cy="252911"/>
            </a:xfrm>
            <a:prstGeom prst="ellipse">
              <a:avLst/>
            </a:prstGeom>
            <a:solidFill>
              <a:srgbClr val="3A77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pt666"/>
            <p:cNvSpPr/>
            <p:nvPr/>
          </p:nvSpPr>
          <p:spPr>
            <a:xfrm>
              <a:off x="3369184" y="4256773"/>
              <a:ext cx="252911" cy="252911"/>
            </a:xfrm>
            <a:prstGeom prst="ellipse">
              <a:avLst/>
            </a:prstGeom>
            <a:solidFill>
              <a:srgbClr val="6AD1B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pt667"/>
            <p:cNvSpPr/>
            <p:nvPr/>
          </p:nvSpPr>
          <p:spPr>
            <a:xfrm>
              <a:off x="3156157" y="4290865"/>
              <a:ext cx="252911" cy="252911"/>
            </a:xfrm>
            <a:prstGeom prst="ellipse">
              <a:avLst/>
            </a:prstGeom>
            <a:solidFill>
              <a:srgbClr val="3EA1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pg668"/>
            <p:cNvSpPr/>
            <p:nvPr/>
          </p:nvSpPr>
          <p:spPr>
            <a:xfrm>
              <a:off x="3287769" y="4134760"/>
              <a:ext cx="267615" cy="231762"/>
            </a:xfrm>
            <a:custGeom>
              <a:avLst/>
              <a:gdLst/>
              <a:ahLst/>
              <a:cxnLst/>
              <a:rect l="0" t="0" r="0" b="0"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pl669"/>
            <p:cNvSpPr/>
            <p:nvPr/>
          </p:nvSpPr>
          <p:spPr>
            <a:xfrm>
              <a:off x="3535687" y="3046628"/>
              <a:ext cx="1088771" cy="640621"/>
            </a:xfrm>
            <a:custGeom>
              <a:avLst/>
              <a:gdLst/>
              <a:ahLst/>
              <a:cxnLst/>
              <a:rect l="0" t="0" r="0" b="0"/>
              <a:pathLst>
                <a:path w="1088771" h="640621">
                  <a:moveTo>
                    <a:pt x="1088771" y="0"/>
                  </a:moveTo>
                  <a:lnTo>
                    <a:pt x="0" y="64062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pl670"/>
            <p:cNvSpPr/>
            <p:nvPr/>
          </p:nvSpPr>
          <p:spPr>
            <a:xfrm>
              <a:off x="3508138" y="3981792"/>
              <a:ext cx="714831" cy="394537"/>
            </a:xfrm>
            <a:custGeom>
              <a:avLst/>
              <a:gdLst/>
              <a:ahLst/>
              <a:cxnLst/>
              <a:rect l="0" t="0" r="0" b="0"/>
              <a:pathLst>
                <a:path w="714831" h="394537">
                  <a:moveTo>
                    <a:pt x="714831" y="0"/>
                  </a:moveTo>
                  <a:lnTo>
                    <a:pt x="0" y="394537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pl671"/>
            <p:cNvSpPr/>
            <p:nvPr/>
          </p:nvSpPr>
          <p:spPr>
            <a:xfrm>
              <a:off x="3295097" y="3559568"/>
              <a:ext cx="1534412" cy="850829"/>
            </a:xfrm>
            <a:custGeom>
              <a:avLst/>
              <a:gdLst/>
              <a:ahLst/>
              <a:cxnLst/>
              <a:rect l="0" t="0" r="0" b="0"/>
              <a:pathLst>
                <a:path w="1534412" h="850829">
                  <a:moveTo>
                    <a:pt x="1534412" y="0"/>
                  </a:moveTo>
                  <a:lnTo>
                    <a:pt x="0" y="85082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pg672"/>
            <p:cNvSpPr/>
            <p:nvPr/>
          </p:nvSpPr>
          <p:spPr>
            <a:xfrm>
              <a:off x="4624459" y="2874458"/>
              <a:ext cx="1500987" cy="324612"/>
            </a:xfrm>
            <a:custGeom>
              <a:avLst/>
              <a:gdLst/>
              <a:ahLst/>
              <a:cxnLst/>
              <a:rect l="0" t="0" r="0" b="0"/>
              <a:pathLst>
                <a:path w="1500987" h="324612">
                  <a:moveTo>
                    <a:pt x="27432" y="324612"/>
                  </a:moveTo>
                  <a:lnTo>
                    <a:pt x="1473555" y="324612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tx673"/>
            <p:cNvSpPr/>
            <p:nvPr/>
          </p:nvSpPr>
          <p:spPr>
            <a:xfrm>
              <a:off x="4670179" y="2920178"/>
              <a:ext cx="1409547" cy="23317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674" name="pg674"/>
            <p:cNvSpPr/>
            <p:nvPr/>
          </p:nvSpPr>
          <p:spPr>
            <a:xfrm>
              <a:off x="4222969" y="3805917"/>
              <a:ext cx="1554937" cy="324612"/>
            </a:xfrm>
            <a:custGeom>
              <a:avLst/>
              <a:gdLst/>
              <a:ahLst/>
              <a:cxnLst/>
              <a:rect l="0" t="0" r="0" b="0"/>
              <a:pathLst>
                <a:path w="1554937" h="324612">
                  <a:moveTo>
                    <a:pt x="27432" y="324612"/>
                  </a:moveTo>
                  <a:lnTo>
                    <a:pt x="1527505" y="324612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80"/>
                  </a:lnTo>
                  <a:lnTo>
                    <a:pt x="1554937" y="27432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tx675"/>
            <p:cNvSpPr/>
            <p:nvPr/>
          </p:nvSpPr>
          <p:spPr>
            <a:xfrm>
              <a:off x="4268689" y="3851637"/>
              <a:ext cx="1463497" cy="23317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676" name="pg676"/>
            <p:cNvSpPr/>
            <p:nvPr/>
          </p:nvSpPr>
          <p:spPr>
            <a:xfrm>
              <a:off x="4829509" y="3390297"/>
              <a:ext cx="1193383" cy="324612"/>
            </a:xfrm>
            <a:custGeom>
              <a:avLst/>
              <a:gdLst/>
              <a:ahLst/>
              <a:cxnLst/>
              <a:rect l="0" t="0" r="0" b="0"/>
              <a:pathLst>
                <a:path w="1193383" h="324612">
                  <a:moveTo>
                    <a:pt x="27432" y="324612"/>
                  </a:moveTo>
                  <a:lnTo>
                    <a:pt x="1165951" y="324612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80"/>
                  </a:lnTo>
                  <a:lnTo>
                    <a:pt x="1193383" y="27432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tx677"/>
            <p:cNvSpPr/>
            <p:nvPr/>
          </p:nvSpPr>
          <p:spPr>
            <a:xfrm>
              <a:off x="4875229" y="3436017"/>
              <a:ext cx="1101943" cy="23317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678" name="rc678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tx679"/>
            <p:cNvSpPr/>
            <p:nvPr/>
          </p:nvSpPr>
          <p:spPr>
            <a:xfrm>
              <a:off x="1989553" y="551407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36</a:t>
              </a:r>
            </a:p>
          </p:txBody>
        </p:sp>
        <p:sp>
          <p:nvSpPr>
            <p:cNvPr id="680" name="tx680"/>
            <p:cNvSpPr/>
            <p:nvPr/>
          </p:nvSpPr>
          <p:spPr>
            <a:xfrm>
              <a:off x="2113912" y="54956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1" name="tx681"/>
            <p:cNvSpPr/>
            <p:nvPr/>
          </p:nvSpPr>
          <p:spPr>
            <a:xfrm>
              <a:off x="2158626" y="5514078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82" name="tx682"/>
            <p:cNvSpPr/>
            <p:nvPr/>
          </p:nvSpPr>
          <p:spPr>
            <a:xfrm>
              <a:off x="1989553" y="4574475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37</a:t>
              </a:r>
            </a:p>
          </p:txBody>
        </p:sp>
        <p:sp>
          <p:nvSpPr>
            <p:cNvPr id="683" name="tx683"/>
            <p:cNvSpPr/>
            <p:nvPr/>
          </p:nvSpPr>
          <p:spPr>
            <a:xfrm>
              <a:off x="2113912" y="4556096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4" name="tx684"/>
            <p:cNvSpPr/>
            <p:nvPr/>
          </p:nvSpPr>
          <p:spPr>
            <a:xfrm>
              <a:off x="2158626" y="4574475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85" name="tx685"/>
            <p:cNvSpPr/>
            <p:nvPr/>
          </p:nvSpPr>
          <p:spPr>
            <a:xfrm>
              <a:off x="1989553" y="3634827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38</a:t>
              </a:r>
            </a:p>
          </p:txBody>
        </p:sp>
        <p:sp>
          <p:nvSpPr>
            <p:cNvPr id="686" name="tx686"/>
            <p:cNvSpPr/>
            <p:nvPr/>
          </p:nvSpPr>
          <p:spPr>
            <a:xfrm>
              <a:off x="2113912" y="3616447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87" name="tx687"/>
            <p:cNvSpPr/>
            <p:nvPr/>
          </p:nvSpPr>
          <p:spPr>
            <a:xfrm>
              <a:off x="2158626" y="3634827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88" name="tx688"/>
            <p:cNvSpPr/>
            <p:nvPr/>
          </p:nvSpPr>
          <p:spPr>
            <a:xfrm>
              <a:off x="1989553" y="2695270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39</a:t>
              </a:r>
            </a:p>
          </p:txBody>
        </p:sp>
        <p:sp>
          <p:nvSpPr>
            <p:cNvPr id="689" name="tx689"/>
            <p:cNvSpPr/>
            <p:nvPr/>
          </p:nvSpPr>
          <p:spPr>
            <a:xfrm>
              <a:off x="2113912" y="267689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0" name="tx690"/>
            <p:cNvSpPr/>
            <p:nvPr/>
          </p:nvSpPr>
          <p:spPr>
            <a:xfrm>
              <a:off x="2158626" y="269527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1" name="tx691"/>
            <p:cNvSpPr/>
            <p:nvPr/>
          </p:nvSpPr>
          <p:spPr>
            <a:xfrm>
              <a:off x="1989553" y="1755667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692" name="tx692"/>
            <p:cNvSpPr/>
            <p:nvPr/>
          </p:nvSpPr>
          <p:spPr>
            <a:xfrm>
              <a:off x="2113912" y="173728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93" name="tx693"/>
            <p:cNvSpPr/>
            <p:nvPr/>
          </p:nvSpPr>
          <p:spPr>
            <a:xfrm>
              <a:off x="2158626" y="1755667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94" name="pl694"/>
            <p:cNvSpPr/>
            <p:nvPr/>
          </p:nvSpPr>
          <p:spPr>
            <a:xfrm>
              <a:off x="2267112" y="555518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pl695"/>
            <p:cNvSpPr/>
            <p:nvPr/>
          </p:nvSpPr>
          <p:spPr>
            <a:xfrm>
              <a:off x="2267112" y="461557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pl696"/>
            <p:cNvSpPr/>
            <p:nvPr/>
          </p:nvSpPr>
          <p:spPr>
            <a:xfrm>
              <a:off x="2267112" y="367597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pl697"/>
            <p:cNvSpPr/>
            <p:nvPr/>
          </p:nvSpPr>
          <p:spPr>
            <a:xfrm>
              <a:off x="2267112" y="273637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pl698"/>
            <p:cNvSpPr/>
            <p:nvPr/>
          </p:nvSpPr>
          <p:spPr>
            <a:xfrm>
              <a:off x="2267112" y="179677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pl699"/>
            <p:cNvSpPr/>
            <p:nvPr/>
          </p:nvSpPr>
          <p:spPr>
            <a:xfrm>
              <a:off x="2384234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pl700"/>
            <p:cNvSpPr/>
            <p:nvPr/>
          </p:nvSpPr>
          <p:spPr>
            <a:xfrm>
              <a:off x="3124860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pl701"/>
            <p:cNvSpPr/>
            <p:nvPr/>
          </p:nvSpPr>
          <p:spPr>
            <a:xfrm>
              <a:off x="3865485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pl702"/>
            <p:cNvSpPr/>
            <p:nvPr/>
          </p:nvSpPr>
          <p:spPr>
            <a:xfrm>
              <a:off x="4606110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pl703"/>
            <p:cNvSpPr/>
            <p:nvPr/>
          </p:nvSpPr>
          <p:spPr>
            <a:xfrm>
              <a:off x="5346735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pl704"/>
            <p:cNvSpPr/>
            <p:nvPr/>
          </p:nvSpPr>
          <p:spPr>
            <a:xfrm>
              <a:off x="6087361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tx705"/>
            <p:cNvSpPr/>
            <p:nvPr/>
          </p:nvSpPr>
          <p:spPr>
            <a:xfrm>
              <a:off x="2246983" y="578357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78</a:t>
              </a:r>
            </a:p>
          </p:txBody>
        </p:sp>
        <p:sp>
          <p:nvSpPr>
            <p:cNvPr id="706" name="tx706"/>
            <p:cNvSpPr/>
            <p:nvPr/>
          </p:nvSpPr>
          <p:spPr>
            <a:xfrm>
              <a:off x="2371341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07" name="tx707"/>
            <p:cNvSpPr/>
            <p:nvPr/>
          </p:nvSpPr>
          <p:spPr>
            <a:xfrm>
              <a:off x="2416055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08" name="tx708"/>
            <p:cNvSpPr/>
            <p:nvPr/>
          </p:nvSpPr>
          <p:spPr>
            <a:xfrm>
              <a:off x="2987608" y="578357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77</a:t>
              </a:r>
            </a:p>
          </p:txBody>
        </p:sp>
        <p:sp>
          <p:nvSpPr>
            <p:cNvPr id="709" name="tx709"/>
            <p:cNvSpPr/>
            <p:nvPr/>
          </p:nvSpPr>
          <p:spPr>
            <a:xfrm>
              <a:off x="3111967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0" name="tx710"/>
            <p:cNvSpPr/>
            <p:nvPr/>
          </p:nvSpPr>
          <p:spPr>
            <a:xfrm>
              <a:off x="3156681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1" name="tx711"/>
            <p:cNvSpPr/>
            <p:nvPr/>
          </p:nvSpPr>
          <p:spPr>
            <a:xfrm>
              <a:off x="3728233" y="578357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76</a:t>
              </a:r>
            </a:p>
          </p:txBody>
        </p:sp>
        <p:sp>
          <p:nvSpPr>
            <p:cNvPr id="712" name="tx712"/>
            <p:cNvSpPr/>
            <p:nvPr/>
          </p:nvSpPr>
          <p:spPr>
            <a:xfrm>
              <a:off x="3852592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3" name="tx713"/>
            <p:cNvSpPr/>
            <p:nvPr/>
          </p:nvSpPr>
          <p:spPr>
            <a:xfrm>
              <a:off x="3897306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4" name="tx714"/>
            <p:cNvSpPr/>
            <p:nvPr/>
          </p:nvSpPr>
          <p:spPr>
            <a:xfrm>
              <a:off x="4468859" y="578357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715" name="tx715"/>
            <p:cNvSpPr/>
            <p:nvPr/>
          </p:nvSpPr>
          <p:spPr>
            <a:xfrm>
              <a:off x="4593217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6" name="tx716"/>
            <p:cNvSpPr/>
            <p:nvPr/>
          </p:nvSpPr>
          <p:spPr>
            <a:xfrm>
              <a:off x="4637931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17" name="tx717"/>
            <p:cNvSpPr/>
            <p:nvPr/>
          </p:nvSpPr>
          <p:spPr>
            <a:xfrm>
              <a:off x="5209484" y="578357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74</a:t>
              </a:r>
            </a:p>
          </p:txBody>
        </p:sp>
        <p:sp>
          <p:nvSpPr>
            <p:cNvPr id="718" name="tx718"/>
            <p:cNvSpPr/>
            <p:nvPr/>
          </p:nvSpPr>
          <p:spPr>
            <a:xfrm>
              <a:off x="5333842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19" name="tx719"/>
            <p:cNvSpPr/>
            <p:nvPr/>
          </p:nvSpPr>
          <p:spPr>
            <a:xfrm>
              <a:off x="5378557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0" name="tx720"/>
            <p:cNvSpPr/>
            <p:nvPr/>
          </p:nvSpPr>
          <p:spPr>
            <a:xfrm>
              <a:off x="5950109" y="578357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73</a:t>
              </a:r>
            </a:p>
          </p:txBody>
        </p:sp>
        <p:sp>
          <p:nvSpPr>
            <p:cNvPr id="721" name="tx721"/>
            <p:cNvSpPr/>
            <p:nvPr/>
          </p:nvSpPr>
          <p:spPr>
            <a:xfrm>
              <a:off x="607446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22" name="tx722"/>
            <p:cNvSpPr/>
            <p:nvPr/>
          </p:nvSpPr>
          <p:spPr>
            <a:xfrm>
              <a:off x="611918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23" name="tx723"/>
            <p:cNvSpPr/>
            <p:nvPr/>
          </p:nvSpPr>
          <p:spPr>
            <a:xfrm>
              <a:off x="3801860" y="5925448"/>
              <a:ext cx="114985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Longitude_manual</a:t>
              </a:r>
            </a:p>
          </p:txBody>
        </p:sp>
        <p:sp>
          <p:nvSpPr>
            <p:cNvPr id="724" name="tx724"/>
            <p:cNvSpPr/>
            <p:nvPr/>
          </p:nvSpPr>
          <p:spPr>
            <a:xfrm rot="-5400000">
              <a:off x="1357153" y="3645259"/>
              <a:ext cx="1033180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Latitude_manual</a:t>
              </a:r>
            </a:p>
          </p:txBody>
        </p:sp>
        <p:sp>
          <p:nvSpPr>
            <p:cNvPr id="725" name="rc725"/>
            <p:cNvSpPr/>
            <p:nvPr/>
          </p:nvSpPr>
          <p:spPr>
            <a:xfrm>
              <a:off x="6590850" y="2976782"/>
              <a:ext cx="729514" cy="14371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26" name="tx726"/>
            <p:cNvSpPr/>
            <p:nvPr/>
          </p:nvSpPr>
          <p:spPr>
            <a:xfrm>
              <a:off x="6660439" y="3061824"/>
              <a:ext cx="59033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var1.pred</a:t>
              </a:r>
            </a:p>
          </p:txBody>
        </p:sp>
        <p:pic>
          <p:nvPicPr>
            <p:cNvPr id="727" name="pic72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60439" y="3247085"/>
              <a:ext cx="219455" cy="1097280"/>
            </a:xfrm>
            <a:prstGeom prst="rect">
              <a:avLst/>
            </a:prstGeom>
          </p:spPr>
        </p:pic>
        <p:sp>
          <p:nvSpPr>
            <p:cNvPr id="728" name="pl728"/>
            <p:cNvSpPr/>
            <p:nvPr/>
          </p:nvSpPr>
          <p:spPr>
            <a:xfrm>
              <a:off x="6836004" y="434253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pl729"/>
            <p:cNvSpPr/>
            <p:nvPr/>
          </p:nvSpPr>
          <p:spPr>
            <a:xfrm>
              <a:off x="6836004" y="412381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pl730"/>
            <p:cNvSpPr/>
            <p:nvPr/>
          </p:nvSpPr>
          <p:spPr>
            <a:xfrm>
              <a:off x="6836004" y="390508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pl731"/>
            <p:cNvSpPr/>
            <p:nvPr/>
          </p:nvSpPr>
          <p:spPr>
            <a:xfrm>
              <a:off x="6836004" y="368636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pl732"/>
            <p:cNvSpPr/>
            <p:nvPr/>
          </p:nvSpPr>
          <p:spPr>
            <a:xfrm>
              <a:off x="6836004" y="3467638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pl733"/>
            <p:cNvSpPr/>
            <p:nvPr/>
          </p:nvSpPr>
          <p:spPr>
            <a:xfrm>
              <a:off x="6836004" y="324891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pl734"/>
            <p:cNvSpPr/>
            <p:nvPr/>
          </p:nvSpPr>
          <p:spPr>
            <a:xfrm>
              <a:off x="6660439" y="434253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pl735"/>
            <p:cNvSpPr/>
            <p:nvPr/>
          </p:nvSpPr>
          <p:spPr>
            <a:xfrm>
              <a:off x="6660439" y="4123812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pl736"/>
            <p:cNvSpPr/>
            <p:nvPr/>
          </p:nvSpPr>
          <p:spPr>
            <a:xfrm>
              <a:off x="6660439" y="390508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pl737"/>
            <p:cNvSpPr/>
            <p:nvPr/>
          </p:nvSpPr>
          <p:spPr>
            <a:xfrm>
              <a:off x="6660439" y="368636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pl738"/>
            <p:cNvSpPr/>
            <p:nvPr/>
          </p:nvSpPr>
          <p:spPr>
            <a:xfrm>
              <a:off x="6660439" y="3467638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pl739"/>
            <p:cNvSpPr/>
            <p:nvPr/>
          </p:nvSpPr>
          <p:spPr>
            <a:xfrm>
              <a:off x="6660439" y="324891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tx740"/>
            <p:cNvSpPr/>
            <p:nvPr/>
          </p:nvSpPr>
          <p:spPr>
            <a:xfrm>
              <a:off x="6949485" y="4302486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1" name="tx741"/>
            <p:cNvSpPr/>
            <p:nvPr/>
          </p:nvSpPr>
          <p:spPr>
            <a:xfrm>
              <a:off x="6949485" y="4083761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42" name="tx742"/>
            <p:cNvSpPr/>
            <p:nvPr/>
          </p:nvSpPr>
          <p:spPr>
            <a:xfrm>
              <a:off x="6949485" y="3865037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43" name="tx743"/>
            <p:cNvSpPr/>
            <p:nvPr/>
          </p:nvSpPr>
          <p:spPr>
            <a:xfrm>
              <a:off x="6949485" y="364631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44" name="tx744"/>
            <p:cNvSpPr/>
            <p:nvPr/>
          </p:nvSpPr>
          <p:spPr>
            <a:xfrm>
              <a:off x="6949485" y="3427588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45" name="tx745"/>
            <p:cNvSpPr/>
            <p:nvPr/>
          </p:nvSpPr>
          <p:spPr>
            <a:xfrm>
              <a:off x="6949485" y="3208863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1199</Words>
  <Application>Microsoft Macintosh PowerPoint</Application>
  <PresentationFormat>On-screen Show (4:3)</PresentationFormat>
  <Paragraphs>868</Paragraphs>
  <Slides>21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Aptos</vt:lpstr>
      <vt:lpstr>Arial</vt:lpstr>
      <vt:lpstr>Calibri</vt:lpstr>
      <vt:lpstr>Helvetica</vt:lpstr>
      <vt:lpstr>Symbol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Camille Rumberger</cp:lastModifiedBy>
  <cp:revision>4</cp:revision>
  <dcterms:created xsi:type="dcterms:W3CDTF">2017-02-13T16:18:36Z</dcterms:created>
  <dcterms:modified xsi:type="dcterms:W3CDTF">2026-02-03T20:35:30Z</dcterms:modified>
  <cp:category/>
</cp:coreProperties>
</file>